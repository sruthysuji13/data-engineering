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tags/tag1.xml" ContentType="application/vnd.openxmlformats-officedocument.presentationml.tags+xml"/>
  <Override PartName="/ppt/tags/tag2.xml" ContentType="application/vnd.openxmlformats-officedocument.presentationml.tags+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changesInfos/changesInfo1.xml" ContentType="application/vnd.ms-powerpoint.changes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ppt/metadata" ContentType="application/binary"/>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48" r:id="rId1"/>
  </p:sldMasterIdLst>
  <p:notesMasterIdLst>
    <p:notesMasterId r:id="rId80"/>
  </p:notesMasterIdLst>
  <p:sldIdLst>
    <p:sldId id="256" r:id="rId2"/>
    <p:sldId id="257" r:id="rId3"/>
    <p:sldId id="258" r:id="rId4"/>
    <p:sldId id="259" r:id="rId5"/>
    <p:sldId id="260" r:id="rId6"/>
    <p:sldId id="261" r:id="rId7"/>
    <p:sldId id="262" r:id="rId8"/>
    <p:sldId id="263" r:id="rId9"/>
    <p:sldId id="264" r:id="rId10"/>
    <p:sldId id="265" r:id="rId11"/>
    <p:sldId id="266" r:id="rId12"/>
    <p:sldId id="267" r:id="rId13"/>
    <p:sldId id="268" r:id="rId14"/>
    <p:sldId id="269" r:id="rId15"/>
    <p:sldId id="270" r:id="rId16"/>
    <p:sldId id="271" r:id="rId17"/>
    <p:sldId id="272" r:id="rId18"/>
    <p:sldId id="273" r:id="rId19"/>
    <p:sldId id="274" r:id="rId20"/>
    <p:sldId id="275" r:id="rId21"/>
    <p:sldId id="276" r:id="rId22"/>
    <p:sldId id="277" r:id="rId23"/>
    <p:sldId id="278" r:id="rId24"/>
    <p:sldId id="279" r:id="rId25"/>
    <p:sldId id="280" r:id="rId26"/>
    <p:sldId id="281" r:id="rId27"/>
    <p:sldId id="282" r:id="rId28"/>
    <p:sldId id="283" r:id="rId29"/>
    <p:sldId id="284" r:id="rId30"/>
    <p:sldId id="285" r:id="rId31"/>
    <p:sldId id="286" r:id="rId32"/>
    <p:sldId id="287" r:id="rId33"/>
    <p:sldId id="288" r:id="rId34"/>
    <p:sldId id="289" r:id="rId35"/>
    <p:sldId id="290" r:id="rId36"/>
    <p:sldId id="291" r:id="rId37"/>
    <p:sldId id="292" r:id="rId38"/>
    <p:sldId id="293" r:id="rId39"/>
    <p:sldId id="294" r:id="rId40"/>
    <p:sldId id="295" r:id="rId41"/>
    <p:sldId id="296" r:id="rId42"/>
    <p:sldId id="297" r:id="rId43"/>
    <p:sldId id="298" r:id="rId44"/>
    <p:sldId id="299" r:id="rId45"/>
    <p:sldId id="300" r:id="rId46"/>
    <p:sldId id="301" r:id="rId47"/>
    <p:sldId id="302" r:id="rId48"/>
    <p:sldId id="303" r:id="rId49"/>
    <p:sldId id="304" r:id="rId50"/>
    <p:sldId id="305" r:id="rId51"/>
    <p:sldId id="306" r:id="rId52"/>
    <p:sldId id="307" r:id="rId53"/>
    <p:sldId id="308" r:id="rId54"/>
    <p:sldId id="309" r:id="rId55"/>
    <p:sldId id="310" r:id="rId56"/>
    <p:sldId id="311" r:id="rId57"/>
    <p:sldId id="312" r:id="rId58"/>
    <p:sldId id="313" r:id="rId59"/>
    <p:sldId id="314" r:id="rId60"/>
    <p:sldId id="315" r:id="rId61"/>
    <p:sldId id="316" r:id="rId62"/>
    <p:sldId id="317" r:id="rId63"/>
    <p:sldId id="318" r:id="rId64"/>
    <p:sldId id="319" r:id="rId65"/>
    <p:sldId id="320" r:id="rId66"/>
    <p:sldId id="321" r:id="rId67"/>
    <p:sldId id="322" r:id="rId68"/>
    <p:sldId id="323" r:id="rId69"/>
    <p:sldId id="324" r:id="rId70"/>
    <p:sldId id="325" r:id="rId71"/>
    <p:sldId id="326" r:id="rId72"/>
    <p:sldId id="327" r:id="rId73"/>
    <p:sldId id="328" r:id="rId74"/>
    <p:sldId id="329" r:id="rId75"/>
    <p:sldId id="330" r:id="rId76"/>
    <p:sldId id="331" r:id="rId77"/>
    <p:sldId id="332" r:id="rId78"/>
    <p:sldId id="333" r:id="rId79"/>
  </p:sldIdLst>
  <p:sldSz cx="16256000" cy="9144000"/>
  <p:notesSz cx="6858000" cy="9144000"/>
  <p:embeddedFontLst>
    <p:embeddedFont>
      <p:font typeface="Alfa Slab One" panose="020B0604020202020204" charset="0"/>
      <p:regular r:id="rId81"/>
    </p:embeddedFont>
    <p:embeddedFont>
      <p:font typeface="Noto Sans Symbols" panose="020B0604020202020204" charset="0"/>
      <p:regular r:id="rId82"/>
      <p:bold r:id="rId83"/>
    </p:embeddedFont>
    <p:embeddedFont>
      <p:font typeface="Open Sans" pitchFamily="2" charset="0"/>
      <p:regular r:id="rId84"/>
      <p:bold r:id="rId85"/>
      <p:italic r:id="rId86"/>
      <p:boldItalic r:id="rId87"/>
    </p:embeddedFont>
    <p:embeddedFont>
      <p:font typeface="Open Sans ExtraBold" pitchFamily="2" charset="0"/>
      <p:bold r:id="rId88"/>
      <p:boldItalic r:id="rId89"/>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modifyVerifier cryptProviderType="rsaAES" cryptAlgorithmClass="hash" cryptAlgorithmType="typeAny" cryptAlgorithmSid="14" spinCount="100000" saltData="s/b9Z8RyB4lqb6wW/9Hi3Q==" hashData="P/IGpu0alQeerHPrqaVniQ2qSwY4jGH3XqyQCXfSNF1ihTqohtFjYOUdkx0zvhp6suZhdnJpwLfj2uirqxfmaA=="/>
  <p:extLst>
    <p:ext uri="{EFAFB233-063F-42B5-8137-9DF3F51BA10A}">
      <p15:sldGuideLst xmlns:p15="http://schemas.microsoft.com/office/powerpoint/2012/main">
        <p15:guide id="1" orient="horz" pos="998">
          <p15:clr>
            <a:srgbClr val="A4A3A4"/>
          </p15:clr>
        </p15:guide>
        <p15:guide id="3" orient="horz" pos="453" userDrawn="1">
          <p15:clr>
            <a:srgbClr val="A4A3A4"/>
          </p15:clr>
        </p15:guide>
        <p15:guide id="4" orient="horz" pos="576" userDrawn="1">
          <p15:clr>
            <a:srgbClr val="A4A3A4"/>
          </p15:clr>
        </p15:guide>
        <p15:guide id="5" orient="horz" pos="862" userDrawn="1">
          <p15:clr>
            <a:srgbClr val="A4A3A4"/>
          </p15:clr>
        </p15:guide>
        <p15:guide id="6" pos="5120">
          <p15:clr>
            <a:srgbClr val="A4A3A4"/>
          </p15:clr>
        </p15:guide>
        <p15:guide id="7" pos="879" userDrawn="1">
          <p15:clr>
            <a:srgbClr val="A4A3A4"/>
          </p15:clr>
        </p15:guide>
      </p15:sldGuideLst>
    </p:ext>
    <p:ext uri="GoogleSlidesCustomDataVersion2">
      <go:slidesCustomData xmlns:go="http://customooxmlschemas.google.com/"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r:id="rId94" roundtripDataSignature="AMtx7mhcsg2RKBCBCD3WQOvU18ISydqBlg=="/>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28D65512-BACE-D4C2-CF24-A88E9B734CD3}" name="Athresh PS" initials="AP" userId="S::athresh@simplilearn.com::6aaba706-7cac-4f49-bd78-392633c5ba9f"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7288BD"/>
    <a:srgbClr val="FF725B"/>
    <a:srgbClr val="7EBA5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FE8A1D58-0A0B-4BA5-8F2E-66FACA05EE84}">
  <a:tblStyle styleId="{FE8A1D58-0A0B-4BA5-8F2E-66FACA05EE84}" styleName="Table_0">
    <a:wholeTbl>
      <a:tcTxStyle b="off" i="off">
        <a:font>
          <a:latin typeface="Arial"/>
          <a:ea typeface="Arial"/>
          <a:cs typeface="Arial"/>
        </a:font>
        <a:schemeClr val="dk1"/>
      </a:tcTxStyle>
      <a:tcStyle>
        <a:tcBdr>
          <a:left>
            <a:ln w="12700" cap="flat" cmpd="sng">
              <a:solidFill>
                <a:schemeClr val="lt1"/>
              </a:solidFill>
              <a:prstDash val="solid"/>
              <a:round/>
              <a:headEnd type="none" w="sm" len="sm"/>
              <a:tailEnd type="none" w="sm" len="sm"/>
            </a:ln>
          </a:left>
          <a:right>
            <a:ln w="12700" cap="flat" cmpd="sng">
              <a:solidFill>
                <a:schemeClr val="lt1"/>
              </a:solidFill>
              <a:prstDash val="solid"/>
              <a:round/>
              <a:headEnd type="none" w="sm" len="sm"/>
              <a:tailEnd type="none" w="sm" len="sm"/>
            </a:ln>
          </a:right>
          <a:top>
            <a:ln w="12700" cap="flat" cmpd="sng">
              <a:solidFill>
                <a:schemeClr val="lt1"/>
              </a:solidFill>
              <a:prstDash val="solid"/>
              <a:round/>
              <a:headEnd type="none" w="sm" len="sm"/>
              <a:tailEnd type="none" w="sm" len="sm"/>
            </a:ln>
          </a:top>
          <a:bottom>
            <a:ln w="12700" cap="flat" cmpd="sng">
              <a:solidFill>
                <a:schemeClr val="lt1"/>
              </a:solidFill>
              <a:prstDash val="solid"/>
              <a:round/>
              <a:headEnd type="none" w="sm" len="sm"/>
              <a:tailEnd type="none" w="sm" len="sm"/>
            </a:ln>
          </a:bottom>
          <a:insideH>
            <a:ln w="12700" cap="flat" cmpd="sng">
              <a:solidFill>
                <a:schemeClr val="lt1"/>
              </a:solidFill>
              <a:prstDash val="solid"/>
              <a:round/>
              <a:headEnd type="none" w="sm" len="sm"/>
              <a:tailEnd type="none" w="sm" len="sm"/>
            </a:ln>
          </a:insideH>
          <a:insideV>
            <a:ln w="12700" cap="flat" cmpd="sng">
              <a:solidFill>
                <a:schemeClr val="lt1"/>
              </a:solidFill>
              <a:prstDash val="solid"/>
              <a:round/>
              <a:headEnd type="none" w="sm" len="sm"/>
              <a:tailEnd type="none" w="sm" len="sm"/>
            </a:ln>
          </a:insideV>
        </a:tcBdr>
        <a:fill>
          <a:solidFill>
            <a:srgbClr val="E9EFF7"/>
          </a:solidFill>
        </a:fill>
      </a:tcStyle>
    </a:wholeTbl>
    <a:band1H>
      <a:tcTxStyle b="off" i="off"/>
      <a:tcStyle>
        <a:tcBdr/>
        <a:fill>
          <a:solidFill>
            <a:srgbClr val="D0DEEF"/>
          </a:solidFill>
        </a:fill>
      </a:tcStyle>
    </a:band1H>
    <a:band2H>
      <a:tcTxStyle b="off" i="off"/>
      <a:tcStyle>
        <a:tcBdr/>
      </a:tcStyle>
    </a:band2H>
    <a:band1V>
      <a:tcTxStyle b="off" i="off"/>
      <a:tcStyle>
        <a:tcBdr/>
        <a:fill>
          <a:solidFill>
            <a:srgbClr val="D0DEEF"/>
          </a:solidFill>
        </a:fill>
      </a:tcStyle>
    </a:band1V>
    <a:band2V>
      <a:tcTxStyle b="off" i="off"/>
      <a:tcStyle>
        <a:tcBdr/>
      </a:tcStyle>
    </a:band2V>
    <a:lastCol>
      <a:tcTxStyle b="on" i="off">
        <a:font>
          <a:latin typeface="Arial"/>
          <a:ea typeface="Arial"/>
          <a:cs typeface="Arial"/>
        </a:font>
        <a:schemeClr val="lt1"/>
      </a:tcTxStyle>
      <a:tcStyle>
        <a:tcBdr/>
        <a:fill>
          <a:solidFill>
            <a:schemeClr val="accent1"/>
          </a:solidFill>
        </a:fill>
      </a:tcStyle>
    </a:lastCol>
    <a:firstCol>
      <a:tcTxStyle b="on" i="off">
        <a:font>
          <a:latin typeface="Arial"/>
          <a:ea typeface="Arial"/>
          <a:cs typeface="Arial"/>
        </a:font>
        <a:schemeClr val="lt1"/>
      </a:tcTxStyle>
      <a:tcStyle>
        <a:tcBdr/>
        <a:fill>
          <a:solidFill>
            <a:schemeClr val="accent1"/>
          </a:solidFill>
        </a:fill>
      </a:tcStyle>
    </a:firstCol>
    <a:lastRow>
      <a:tcTxStyle b="on" i="off">
        <a:font>
          <a:latin typeface="Arial"/>
          <a:ea typeface="Arial"/>
          <a:cs typeface="Arial"/>
        </a:font>
        <a:schemeClr val="lt1"/>
      </a:tcTxStyle>
      <a:tcStyle>
        <a:tcBdr>
          <a:top>
            <a:ln w="38100" cap="flat" cmpd="sng">
              <a:solidFill>
                <a:schemeClr val="lt1"/>
              </a:solidFill>
              <a:prstDash val="solid"/>
              <a:round/>
              <a:headEnd type="none" w="sm" len="sm"/>
              <a:tailEnd type="none" w="sm" len="sm"/>
            </a:ln>
          </a:top>
        </a:tcBdr>
        <a:fill>
          <a:solidFill>
            <a:schemeClr val="accent1"/>
          </a:solidFill>
        </a:fill>
      </a:tcStyle>
    </a:lastRow>
    <a:seCell>
      <a:tcTxStyle b="off" i="off"/>
      <a:tcStyle>
        <a:tcBdr/>
      </a:tcStyle>
    </a:seCell>
    <a:swCell>
      <a:tcTxStyle b="off" i="off"/>
      <a:tcStyle>
        <a:tcBdr/>
      </a:tcStyle>
    </a:swCell>
    <a:firstRow>
      <a:tcTxStyle b="on" i="off">
        <a:font>
          <a:latin typeface="Arial"/>
          <a:ea typeface="Arial"/>
          <a:cs typeface="Arial"/>
        </a:font>
        <a:schemeClr val="lt1"/>
      </a:tcTxStyle>
      <a:tcStyle>
        <a:tcBdr>
          <a:bottom>
            <a:ln w="38100" cap="flat" cmpd="sng">
              <a:solidFill>
                <a:schemeClr val="lt1"/>
              </a:solidFill>
              <a:prstDash val="solid"/>
              <a:round/>
              <a:headEnd type="none" w="sm" len="sm"/>
              <a:tailEnd type="none" w="sm" len="sm"/>
            </a:ln>
          </a:bottom>
        </a:tcBdr>
        <a:fill>
          <a:solidFill>
            <a:schemeClr val="accent1"/>
          </a:solidFill>
        </a:fill>
      </a:tcStyle>
    </a:firstRow>
    <a:neCell>
      <a:tcTxStyle b="off" i="off"/>
      <a:tcStyle>
        <a:tcBdr/>
      </a:tcStyle>
    </a:neCell>
    <a:nwCell>
      <a:tcTxStyle b="off" i="off"/>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49" d="100"/>
          <a:sy n="49" d="100"/>
        </p:scale>
        <p:origin x="78" y="42"/>
      </p:cViewPr>
      <p:guideLst>
        <p:guide orient="horz" pos="998"/>
        <p:guide orient="horz" pos="453"/>
        <p:guide orient="horz" pos="576"/>
        <p:guide orient="horz" pos="862"/>
        <p:guide pos="5120"/>
        <p:guide pos="879"/>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font" Target="fonts/font4.fntdata"/><Relationship Id="rId89" Type="http://schemas.openxmlformats.org/officeDocument/2006/relationships/font" Target="fonts/font9.fntdata"/><Relationship Id="rId16" Type="http://schemas.openxmlformats.org/officeDocument/2006/relationships/slide" Target="slides/slide15.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5" Type="http://schemas.openxmlformats.org/officeDocument/2006/relationships/slide" Target="slides/slide4.xml"/><Relationship Id="rId95" Type="http://schemas.openxmlformats.org/officeDocument/2006/relationships/presProps" Target="presProps.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notesMaster" Target="notesMasters/notesMaster1.xml"/><Relationship Id="rId85" Type="http://schemas.openxmlformats.org/officeDocument/2006/relationships/font" Target="fonts/font5.fntdata"/><Relationship Id="rId98" Type="http://schemas.openxmlformats.org/officeDocument/2006/relationships/tableStyles" Target="tableStyle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font" Target="fonts/font3.fntdata"/><Relationship Id="rId88" Type="http://schemas.openxmlformats.org/officeDocument/2006/relationships/font" Target="fonts/font8.fntdata"/><Relationship Id="rId96"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font" Target="fonts/font1.fntdata"/><Relationship Id="rId86" Type="http://schemas.openxmlformats.org/officeDocument/2006/relationships/font" Target="fonts/font6.fntdata"/><Relationship Id="rId94" Type="http://customschemas.google.com/relationships/presentationmetadata" Target="metadata"/><Relationship Id="rId99" Type="http://schemas.microsoft.com/office/2016/11/relationships/changesInfo" Target="changesInfos/changesInfo1.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theme" Target="theme/theme1.xml"/><Relationship Id="rId7" Type="http://schemas.openxmlformats.org/officeDocument/2006/relationships/slide" Target="slides/slide6.xml"/><Relationship Id="rId71" Type="http://schemas.openxmlformats.org/officeDocument/2006/relationships/slide" Target="slides/slide70.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font" Target="fonts/font7.fntdata"/><Relationship Id="rId61" Type="http://schemas.openxmlformats.org/officeDocument/2006/relationships/slide" Target="slides/slide60.xml"/><Relationship Id="rId82" Type="http://schemas.openxmlformats.org/officeDocument/2006/relationships/font" Target="fonts/font2.fntdata"/><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microsoft.com/office/2018/10/relationships/authors" Target="author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Rashmita Sarkar" userId="0ed1cceb-4df1-454c-99e5-4c56089bec8c" providerId="ADAL" clId="{080A3569-5BA1-497A-9AF1-4ADF380D420A}"/>
    <pc:docChg chg="undo custSel modSld">
      <pc:chgData name="Rashmita Sarkar" userId="0ed1cceb-4df1-454c-99e5-4c56089bec8c" providerId="ADAL" clId="{080A3569-5BA1-497A-9AF1-4ADF380D420A}" dt="2024-01-18T09:35:36.899" v="1525"/>
      <pc:docMkLst>
        <pc:docMk/>
      </pc:docMkLst>
      <pc:sldChg chg="addSp delSp modSp mod">
        <pc:chgData name="Rashmita Sarkar" userId="0ed1cceb-4df1-454c-99e5-4c56089bec8c" providerId="ADAL" clId="{080A3569-5BA1-497A-9AF1-4ADF380D420A}" dt="2024-01-18T09:31:37.757" v="27"/>
        <pc:sldMkLst>
          <pc:docMk/>
          <pc:sldMk cId="0" sldId="260"/>
        </pc:sldMkLst>
        <pc:spChg chg="add mod">
          <ac:chgData name="Rashmita Sarkar" userId="0ed1cceb-4df1-454c-99e5-4c56089bec8c" providerId="ADAL" clId="{080A3569-5BA1-497A-9AF1-4ADF380D420A}" dt="2024-01-18T09:31:37.757" v="25"/>
          <ac:spMkLst>
            <pc:docMk/>
            <pc:sldMk cId="0" sldId="260"/>
            <ac:spMk id="3" creationId="{F7C6AEEA-CCC1-BA69-0D4F-754892CB5E78}"/>
          </ac:spMkLst>
        </pc:spChg>
        <pc:cxnChg chg="add del mod replST">
          <ac:chgData name="Rashmita Sarkar" userId="0ed1cceb-4df1-454c-99e5-4c56089bec8c" providerId="ADAL" clId="{080A3569-5BA1-497A-9AF1-4ADF380D420A}" dt="2024-01-18T09:31:37.757" v="27"/>
          <ac:cxnSpMkLst>
            <pc:docMk/>
            <pc:sldMk cId="0" sldId="260"/>
            <ac:cxnSpMk id="2" creationId="{C9EA4BBC-BA58-24F6-9EBD-BF877D785B76}"/>
          </ac:cxnSpMkLst>
        </pc:cxnChg>
      </pc:sldChg>
      <pc:sldChg chg="addSp delSp modSp mod">
        <pc:chgData name="Rashmita Sarkar" userId="0ed1cceb-4df1-454c-99e5-4c56089bec8c" providerId="ADAL" clId="{080A3569-5BA1-497A-9AF1-4ADF380D420A}" dt="2024-01-18T09:31:42.454" v="55"/>
        <pc:sldMkLst>
          <pc:docMk/>
          <pc:sldMk cId="0" sldId="261"/>
        </pc:sldMkLst>
        <pc:spChg chg="add mod">
          <ac:chgData name="Rashmita Sarkar" userId="0ed1cceb-4df1-454c-99e5-4c56089bec8c" providerId="ADAL" clId="{080A3569-5BA1-497A-9AF1-4ADF380D420A}" dt="2024-01-18T09:31:42.453" v="53"/>
          <ac:spMkLst>
            <pc:docMk/>
            <pc:sldMk cId="0" sldId="261"/>
            <ac:spMk id="3" creationId="{021A6C54-12AC-B6EE-20C7-01D7CFDA06D4}"/>
          </ac:spMkLst>
        </pc:spChg>
        <pc:cxnChg chg="add del mod replST">
          <ac:chgData name="Rashmita Sarkar" userId="0ed1cceb-4df1-454c-99e5-4c56089bec8c" providerId="ADAL" clId="{080A3569-5BA1-497A-9AF1-4ADF380D420A}" dt="2024-01-18T09:31:42.454" v="55"/>
          <ac:cxnSpMkLst>
            <pc:docMk/>
            <pc:sldMk cId="0" sldId="261"/>
            <ac:cxnSpMk id="2" creationId="{6C9AEF4E-AA29-2FB5-7F2A-DB374B29A5B2}"/>
          </ac:cxnSpMkLst>
        </pc:cxnChg>
      </pc:sldChg>
      <pc:sldChg chg="addSp delSp modSp mod">
        <pc:chgData name="Rashmita Sarkar" userId="0ed1cceb-4df1-454c-99e5-4c56089bec8c" providerId="ADAL" clId="{080A3569-5BA1-497A-9AF1-4ADF380D420A}" dt="2024-01-18T09:31:46.685" v="83"/>
        <pc:sldMkLst>
          <pc:docMk/>
          <pc:sldMk cId="0" sldId="262"/>
        </pc:sldMkLst>
        <pc:spChg chg="add mod">
          <ac:chgData name="Rashmita Sarkar" userId="0ed1cceb-4df1-454c-99e5-4c56089bec8c" providerId="ADAL" clId="{080A3569-5BA1-497A-9AF1-4ADF380D420A}" dt="2024-01-18T09:31:46.685" v="81"/>
          <ac:spMkLst>
            <pc:docMk/>
            <pc:sldMk cId="0" sldId="262"/>
            <ac:spMk id="3" creationId="{C1F53694-A912-71AD-81BF-327D4D0F9F9E}"/>
          </ac:spMkLst>
        </pc:spChg>
        <pc:cxnChg chg="add del mod replST">
          <ac:chgData name="Rashmita Sarkar" userId="0ed1cceb-4df1-454c-99e5-4c56089bec8c" providerId="ADAL" clId="{080A3569-5BA1-497A-9AF1-4ADF380D420A}" dt="2024-01-18T09:31:46.685" v="83"/>
          <ac:cxnSpMkLst>
            <pc:docMk/>
            <pc:sldMk cId="0" sldId="262"/>
            <ac:cxnSpMk id="2" creationId="{12C8B47A-6E04-0861-3CC0-347ABACF5AD4}"/>
          </ac:cxnSpMkLst>
        </pc:cxnChg>
      </pc:sldChg>
      <pc:sldChg chg="addSp delSp modSp mod">
        <pc:chgData name="Rashmita Sarkar" userId="0ed1cceb-4df1-454c-99e5-4c56089bec8c" providerId="ADAL" clId="{080A3569-5BA1-497A-9AF1-4ADF380D420A}" dt="2024-01-18T09:31:52.680" v="111"/>
        <pc:sldMkLst>
          <pc:docMk/>
          <pc:sldMk cId="0" sldId="264"/>
        </pc:sldMkLst>
        <pc:spChg chg="add mod">
          <ac:chgData name="Rashmita Sarkar" userId="0ed1cceb-4df1-454c-99e5-4c56089bec8c" providerId="ADAL" clId="{080A3569-5BA1-497A-9AF1-4ADF380D420A}" dt="2024-01-18T09:31:52.679" v="109"/>
          <ac:spMkLst>
            <pc:docMk/>
            <pc:sldMk cId="0" sldId="264"/>
            <ac:spMk id="3" creationId="{FE7ED2EC-2580-5F8B-9445-C12506C4E36F}"/>
          </ac:spMkLst>
        </pc:spChg>
        <pc:cxnChg chg="add del mod replST">
          <ac:chgData name="Rashmita Sarkar" userId="0ed1cceb-4df1-454c-99e5-4c56089bec8c" providerId="ADAL" clId="{080A3569-5BA1-497A-9AF1-4ADF380D420A}" dt="2024-01-18T09:31:52.680" v="111"/>
          <ac:cxnSpMkLst>
            <pc:docMk/>
            <pc:sldMk cId="0" sldId="264"/>
            <ac:cxnSpMk id="2" creationId="{3F61C26D-7865-7854-4CF9-49F3DE431C33}"/>
          </ac:cxnSpMkLst>
        </pc:cxnChg>
      </pc:sldChg>
      <pc:sldChg chg="addSp delSp modSp mod">
        <pc:chgData name="Rashmita Sarkar" userId="0ed1cceb-4df1-454c-99e5-4c56089bec8c" providerId="ADAL" clId="{080A3569-5BA1-497A-9AF1-4ADF380D420A}" dt="2024-01-18T09:31:57.270" v="139"/>
        <pc:sldMkLst>
          <pc:docMk/>
          <pc:sldMk cId="0" sldId="265"/>
        </pc:sldMkLst>
        <pc:spChg chg="add mod">
          <ac:chgData name="Rashmita Sarkar" userId="0ed1cceb-4df1-454c-99e5-4c56089bec8c" providerId="ADAL" clId="{080A3569-5BA1-497A-9AF1-4ADF380D420A}" dt="2024-01-18T09:31:57.270" v="137"/>
          <ac:spMkLst>
            <pc:docMk/>
            <pc:sldMk cId="0" sldId="265"/>
            <ac:spMk id="3" creationId="{BED78492-0F4E-B03D-D56E-46CA9E7D9503}"/>
          </ac:spMkLst>
        </pc:spChg>
        <pc:cxnChg chg="add del mod replST">
          <ac:chgData name="Rashmita Sarkar" userId="0ed1cceb-4df1-454c-99e5-4c56089bec8c" providerId="ADAL" clId="{080A3569-5BA1-497A-9AF1-4ADF380D420A}" dt="2024-01-18T09:31:57.270" v="139"/>
          <ac:cxnSpMkLst>
            <pc:docMk/>
            <pc:sldMk cId="0" sldId="265"/>
            <ac:cxnSpMk id="2" creationId="{84FFDB73-8EE5-F5F7-4F28-732208F09EB2}"/>
          </ac:cxnSpMkLst>
        </pc:cxnChg>
      </pc:sldChg>
      <pc:sldChg chg="addSp delSp modSp mod">
        <pc:chgData name="Rashmita Sarkar" userId="0ed1cceb-4df1-454c-99e5-4c56089bec8c" providerId="ADAL" clId="{080A3569-5BA1-497A-9AF1-4ADF380D420A}" dt="2024-01-18T09:32:02.062" v="167"/>
        <pc:sldMkLst>
          <pc:docMk/>
          <pc:sldMk cId="0" sldId="267"/>
        </pc:sldMkLst>
        <pc:spChg chg="add mod">
          <ac:chgData name="Rashmita Sarkar" userId="0ed1cceb-4df1-454c-99e5-4c56089bec8c" providerId="ADAL" clId="{080A3569-5BA1-497A-9AF1-4ADF380D420A}" dt="2024-01-18T09:32:02.061" v="165"/>
          <ac:spMkLst>
            <pc:docMk/>
            <pc:sldMk cId="0" sldId="267"/>
            <ac:spMk id="3" creationId="{4328FB6D-A4CF-4B6C-EC97-E2C70AB7CD5E}"/>
          </ac:spMkLst>
        </pc:spChg>
        <pc:cxnChg chg="add del mod replST">
          <ac:chgData name="Rashmita Sarkar" userId="0ed1cceb-4df1-454c-99e5-4c56089bec8c" providerId="ADAL" clId="{080A3569-5BA1-497A-9AF1-4ADF380D420A}" dt="2024-01-18T09:32:02.062" v="167"/>
          <ac:cxnSpMkLst>
            <pc:docMk/>
            <pc:sldMk cId="0" sldId="267"/>
            <ac:cxnSpMk id="2" creationId="{F268B10C-7397-009F-5ABB-66E9ED508C9D}"/>
          </ac:cxnSpMkLst>
        </pc:cxnChg>
      </pc:sldChg>
      <pc:sldChg chg="addSp delSp modSp mod">
        <pc:chgData name="Rashmita Sarkar" userId="0ed1cceb-4df1-454c-99e5-4c56089bec8c" providerId="ADAL" clId="{080A3569-5BA1-497A-9AF1-4ADF380D420A}" dt="2024-01-18T09:32:06.846" v="195"/>
        <pc:sldMkLst>
          <pc:docMk/>
          <pc:sldMk cId="0" sldId="268"/>
        </pc:sldMkLst>
        <pc:spChg chg="add mod">
          <ac:chgData name="Rashmita Sarkar" userId="0ed1cceb-4df1-454c-99e5-4c56089bec8c" providerId="ADAL" clId="{080A3569-5BA1-497A-9AF1-4ADF380D420A}" dt="2024-01-18T09:32:06.845" v="193"/>
          <ac:spMkLst>
            <pc:docMk/>
            <pc:sldMk cId="0" sldId="268"/>
            <ac:spMk id="3" creationId="{F4B751AC-92C0-0514-4DB1-3DE78BC94397}"/>
          </ac:spMkLst>
        </pc:spChg>
        <pc:cxnChg chg="add del mod replST">
          <ac:chgData name="Rashmita Sarkar" userId="0ed1cceb-4df1-454c-99e5-4c56089bec8c" providerId="ADAL" clId="{080A3569-5BA1-497A-9AF1-4ADF380D420A}" dt="2024-01-18T09:32:06.846" v="195"/>
          <ac:cxnSpMkLst>
            <pc:docMk/>
            <pc:sldMk cId="0" sldId="268"/>
            <ac:cxnSpMk id="2" creationId="{B9DBB4A9-556A-10BF-8DB8-71AEB2BA0124}"/>
          </ac:cxnSpMkLst>
        </pc:cxnChg>
      </pc:sldChg>
      <pc:sldChg chg="addSp delSp modSp mod">
        <pc:chgData name="Rashmita Sarkar" userId="0ed1cceb-4df1-454c-99e5-4c56089bec8c" providerId="ADAL" clId="{080A3569-5BA1-497A-9AF1-4ADF380D420A}" dt="2024-01-18T09:32:10.854" v="223"/>
        <pc:sldMkLst>
          <pc:docMk/>
          <pc:sldMk cId="0" sldId="269"/>
        </pc:sldMkLst>
        <pc:spChg chg="add mod">
          <ac:chgData name="Rashmita Sarkar" userId="0ed1cceb-4df1-454c-99e5-4c56089bec8c" providerId="ADAL" clId="{080A3569-5BA1-497A-9AF1-4ADF380D420A}" dt="2024-01-18T09:32:10.853" v="221"/>
          <ac:spMkLst>
            <pc:docMk/>
            <pc:sldMk cId="0" sldId="269"/>
            <ac:spMk id="3" creationId="{9F8A3F77-4945-08F3-1E6F-9BE3CCE78074}"/>
          </ac:spMkLst>
        </pc:spChg>
        <pc:cxnChg chg="add del mod replST">
          <ac:chgData name="Rashmita Sarkar" userId="0ed1cceb-4df1-454c-99e5-4c56089bec8c" providerId="ADAL" clId="{080A3569-5BA1-497A-9AF1-4ADF380D420A}" dt="2024-01-18T09:32:10.854" v="223"/>
          <ac:cxnSpMkLst>
            <pc:docMk/>
            <pc:sldMk cId="0" sldId="269"/>
            <ac:cxnSpMk id="2" creationId="{DC69B601-B86A-6738-A3C4-5EF63DDB0C18}"/>
          </ac:cxnSpMkLst>
        </pc:cxnChg>
      </pc:sldChg>
      <pc:sldChg chg="addSp delSp modSp mod">
        <pc:chgData name="Rashmita Sarkar" userId="0ed1cceb-4df1-454c-99e5-4c56089bec8c" providerId="ADAL" clId="{080A3569-5BA1-497A-9AF1-4ADF380D420A}" dt="2024-01-18T09:32:15.918" v="251"/>
        <pc:sldMkLst>
          <pc:docMk/>
          <pc:sldMk cId="0" sldId="270"/>
        </pc:sldMkLst>
        <pc:spChg chg="add mod">
          <ac:chgData name="Rashmita Sarkar" userId="0ed1cceb-4df1-454c-99e5-4c56089bec8c" providerId="ADAL" clId="{080A3569-5BA1-497A-9AF1-4ADF380D420A}" dt="2024-01-18T09:32:15.917" v="249"/>
          <ac:spMkLst>
            <pc:docMk/>
            <pc:sldMk cId="0" sldId="270"/>
            <ac:spMk id="3" creationId="{5EFBC4F6-D458-7A36-F526-98ECB9170E87}"/>
          </ac:spMkLst>
        </pc:spChg>
        <pc:cxnChg chg="add del mod replST">
          <ac:chgData name="Rashmita Sarkar" userId="0ed1cceb-4df1-454c-99e5-4c56089bec8c" providerId="ADAL" clId="{080A3569-5BA1-497A-9AF1-4ADF380D420A}" dt="2024-01-18T09:32:15.918" v="251"/>
          <ac:cxnSpMkLst>
            <pc:docMk/>
            <pc:sldMk cId="0" sldId="270"/>
            <ac:cxnSpMk id="2" creationId="{C8D64F46-28EA-02A1-A057-301EC47715EF}"/>
          </ac:cxnSpMkLst>
        </pc:cxnChg>
      </pc:sldChg>
      <pc:sldChg chg="addSp delSp modSp mod">
        <pc:chgData name="Rashmita Sarkar" userId="0ed1cceb-4df1-454c-99e5-4c56089bec8c" providerId="ADAL" clId="{080A3569-5BA1-497A-9AF1-4ADF380D420A}" dt="2024-01-18T09:32:20.054" v="279"/>
        <pc:sldMkLst>
          <pc:docMk/>
          <pc:sldMk cId="0" sldId="272"/>
        </pc:sldMkLst>
        <pc:spChg chg="add mod">
          <ac:chgData name="Rashmita Sarkar" userId="0ed1cceb-4df1-454c-99e5-4c56089bec8c" providerId="ADAL" clId="{080A3569-5BA1-497A-9AF1-4ADF380D420A}" dt="2024-01-18T09:32:20.053" v="277"/>
          <ac:spMkLst>
            <pc:docMk/>
            <pc:sldMk cId="0" sldId="272"/>
            <ac:spMk id="3" creationId="{7E8D9A4F-F513-8397-DFE8-504E4F1A12CD}"/>
          </ac:spMkLst>
        </pc:spChg>
        <pc:cxnChg chg="add del mod replST">
          <ac:chgData name="Rashmita Sarkar" userId="0ed1cceb-4df1-454c-99e5-4c56089bec8c" providerId="ADAL" clId="{080A3569-5BA1-497A-9AF1-4ADF380D420A}" dt="2024-01-18T09:32:20.054" v="279"/>
          <ac:cxnSpMkLst>
            <pc:docMk/>
            <pc:sldMk cId="0" sldId="272"/>
            <ac:cxnSpMk id="2" creationId="{B07C376B-638F-DBFC-D2F9-B5A9EA8D8EE0}"/>
          </ac:cxnSpMkLst>
        </pc:cxnChg>
      </pc:sldChg>
      <pc:sldChg chg="addSp delSp modSp mod">
        <pc:chgData name="Rashmita Sarkar" userId="0ed1cceb-4df1-454c-99e5-4c56089bec8c" providerId="ADAL" clId="{080A3569-5BA1-497A-9AF1-4ADF380D420A}" dt="2024-01-18T09:32:23.694" v="307"/>
        <pc:sldMkLst>
          <pc:docMk/>
          <pc:sldMk cId="0" sldId="273"/>
        </pc:sldMkLst>
        <pc:spChg chg="add mod">
          <ac:chgData name="Rashmita Sarkar" userId="0ed1cceb-4df1-454c-99e5-4c56089bec8c" providerId="ADAL" clId="{080A3569-5BA1-497A-9AF1-4ADF380D420A}" dt="2024-01-18T09:32:23.694" v="305"/>
          <ac:spMkLst>
            <pc:docMk/>
            <pc:sldMk cId="0" sldId="273"/>
            <ac:spMk id="4" creationId="{BCDE545D-6F96-8AC3-9F99-900E1BF0423E}"/>
          </ac:spMkLst>
        </pc:spChg>
        <pc:cxnChg chg="add del mod replST">
          <ac:chgData name="Rashmita Sarkar" userId="0ed1cceb-4df1-454c-99e5-4c56089bec8c" providerId="ADAL" clId="{080A3569-5BA1-497A-9AF1-4ADF380D420A}" dt="2024-01-18T09:32:23.694" v="307"/>
          <ac:cxnSpMkLst>
            <pc:docMk/>
            <pc:sldMk cId="0" sldId="273"/>
            <ac:cxnSpMk id="3" creationId="{4677B11C-542A-2872-13E0-F5BECABDBAEC}"/>
          </ac:cxnSpMkLst>
        </pc:cxnChg>
      </pc:sldChg>
      <pc:sldChg chg="addSp delSp modSp mod">
        <pc:chgData name="Rashmita Sarkar" userId="0ed1cceb-4df1-454c-99e5-4c56089bec8c" providerId="ADAL" clId="{080A3569-5BA1-497A-9AF1-4ADF380D420A}" dt="2024-01-18T09:32:31.423" v="388"/>
        <pc:sldMkLst>
          <pc:docMk/>
          <pc:sldMk cId="0" sldId="274"/>
        </pc:sldMkLst>
        <pc:spChg chg="add del mod">
          <ac:chgData name="Rashmita Sarkar" userId="0ed1cceb-4df1-454c-99e5-4c56089bec8c" providerId="ADAL" clId="{080A3569-5BA1-497A-9AF1-4ADF380D420A}" dt="2024-01-18T09:32:28.742" v="360"/>
          <ac:spMkLst>
            <pc:docMk/>
            <pc:sldMk cId="0" sldId="274"/>
            <ac:spMk id="3" creationId="{BDE518EC-ED09-A527-FD5E-3C38AF3C6C6D}"/>
          </ac:spMkLst>
        </pc:spChg>
        <pc:spChg chg="add del mod">
          <ac:chgData name="Rashmita Sarkar" userId="0ed1cceb-4df1-454c-99e5-4c56089bec8c" providerId="ADAL" clId="{080A3569-5BA1-497A-9AF1-4ADF380D420A}" dt="2024-01-18T09:32:28.742" v="360"/>
          <ac:spMkLst>
            <pc:docMk/>
            <pc:sldMk cId="0" sldId="274"/>
            <ac:spMk id="4" creationId="{CB4784D7-218E-C074-D332-3DC6D19F60D4}"/>
          </ac:spMkLst>
        </pc:spChg>
        <pc:spChg chg="add del mod">
          <ac:chgData name="Rashmita Sarkar" userId="0ed1cceb-4df1-454c-99e5-4c56089bec8c" providerId="ADAL" clId="{080A3569-5BA1-497A-9AF1-4ADF380D420A}" dt="2024-01-18T09:32:28.742" v="360"/>
          <ac:spMkLst>
            <pc:docMk/>
            <pc:sldMk cId="0" sldId="274"/>
            <ac:spMk id="5" creationId="{7FFE39B3-7A62-2453-28F8-3B54AD63D772}"/>
          </ac:spMkLst>
        </pc:spChg>
        <pc:spChg chg="add del mod">
          <ac:chgData name="Rashmita Sarkar" userId="0ed1cceb-4df1-454c-99e5-4c56089bec8c" providerId="ADAL" clId="{080A3569-5BA1-497A-9AF1-4ADF380D420A}" dt="2024-01-18T09:32:28.742" v="360"/>
          <ac:spMkLst>
            <pc:docMk/>
            <pc:sldMk cId="0" sldId="274"/>
            <ac:spMk id="6" creationId="{DBFEFD55-96E4-DA76-B2D1-2D84ADFB3FD0}"/>
          </ac:spMkLst>
        </pc:spChg>
        <pc:spChg chg="add del mod">
          <ac:chgData name="Rashmita Sarkar" userId="0ed1cceb-4df1-454c-99e5-4c56089bec8c" providerId="ADAL" clId="{080A3569-5BA1-497A-9AF1-4ADF380D420A}" dt="2024-01-18T09:32:28.742" v="360"/>
          <ac:spMkLst>
            <pc:docMk/>
            <pc:sldMk cId="0" sldId="274"/>
            <ac:spMk id="7" creationId="{A756BD23-C4E2-D8AE-D2ED-F31C988A25F2}"/>
          </ac:spMkLst>
        </pc:spChg>
        <pc:spChg chg="add del mod">
          <ac:chgData name="Rashmita Sarkar" userId="0ed1cceb-4df1-454c-99e5-4c56089bec8c" providerId="ADAL" clId="{080A3569-5BA1-497A-9AF1-4ADF380D420A}" dt="2024-01-18T09:32:28.742" v="360"/>
          <ac:spMkLst>
            <pc:docMk/>
            <pc:sldMk cId="0" sldId="274"/>
            <ac:spMk id="8" creationId="{5575F155-49B4-5354-FC58-D803F5B9A8BE}"/>
          </ac:spMkLst>
        </pc:spChg>
        <pc:spChg chg="add del mod">
          <ac:chgData name="Rashmita Sarkar" userId="0ed1cceb-4df1-454c-99e5-4c56089bec8c" providerId="ADAL" clId="{080A3569-5BA1-497A-9AF1-4ADF380D420A}" dt="2024-01-18T09:32:28.742" v="360"/>
          <ac:spMkLst>
            <pc:docMk/>
            <pc:sldMk cId="0" sldId="274"/>
            <ac:spMk id="9" creationId="{D2C7A3C4-37F4-BEF3-F1E5-C0D1930F8EF1}"/>
          </ac:spMkLst>
        </pc:spChg>
        <pc:spChg chg="add mod">
          <ac:chgData name="Rashmita Sarkar" userId="0ed1cceb-4df1-454c-99e5-4c56089bec8c" providerId="ADAL" clId="{080A3569-5BA1-497A-9AF1-4ADF380D420A}" dt="2024-01-18T09:32:31.422" v="386"/>
          <ac:spMkLst>
            <pc:docMk/>
            <pc:sldMk cId="0" sldId="274"/>
            <ac:spMk id="12" creationId="{C11FB282-D2F2-6F41-86F5-CC4CA254A106}"/>
          </ac:spMkLst>
        </pc:spChg>
        <pc:grpChg chg="add mod">
          <ac:chgData name="Rashmita Sarkar" userId="0ed1cceb-4df1-454c-99e5-4c56089bec8c" providerId="ADAL" clId="{080A3569-5BA1-497A-9AF1-4ADF380D420A}" dt="2024-01-18T09:32:28.742" v="360"/>
          <ac:grpSpMkLst>
            <pc:docMk/>
            <pc:sldMk cId="0" sldId="274"/>
            <ac:grpSpMk id="10" creationId="{20AB0E8B-CF41-9ED0-A33A-C836C5A1CC9D}"/>
          </ac:grpSpMkLst>
        </pc:grpChg>
        <pc:cxnChg chg="add del mod replST delST">
          <ac:chgData name="Rashmita Sarkar" userId="0ed1cceb-4df1-454c-99e5-4c56089bec8c" providerId="ADAL" clId="{080A3569-5BA1-497A-9AF1-4ADF380D420A}" dt="2024-01-18T09:32:28.742" v="360"/>
          <ac:cxnSpMkLst>
            <pc:docMk/>
            <pc:sldMk cId="0" sldId="274"/>
            <ac:cxnSpMk id="2" creationId="{36D4F681-F5D4-0032-0995-5CAD4D377643}"/>
          </ac:cxnSpMkLst>
        </pc:cxnChg>
        <pc:cxnChg chg="add del mod replST">
          <ac:chgData name="Rashmita Sarkar" userId="0ed1cceb-4df1-454c-99e5-4c56089bec8c" providerId="ADAL" clId="{080A3569-5BA1-497A-9AF1-4ADF380D420A}" dt="2024-01-18T09:32:31.423" v="388"/>
          <ac:cxnSpMkLst>
            <pc:docMk/>
            <pc:sldMk cId="0" sldId="274"/>
            <ac:cxnSpMk id="11" creationId="{D459C1D4-B813-000E-DD6C-8AF961D7AF2A}"/>
          </ac:cxnSpMkLst>
        </pc:cxnChg>
      </pc:sldChg>
      <pc:sldChg chg="addSp delSp modSp mod">
        <pc:chgData name="Rashmita Sarkar" userId="0ed1cceb-4df1-454c-99e5-4c56089bec8c" providerId="ADAL" clId="{080A3569-5BA1-497A-9AF1-4ADF380D420A}" dt="2024-01-18T09:32:35.999" v="416"/>
        <pc:sldMkLst>
          <pc:docMk/>
          <pc:sldMk cId="0" sldId="275"/>
        </pc:sldMkLst>
        <pc:spChg chg="add mod">
          <ac:chgData name="Rashmita Sarkar" userId="0ed1cceb-4df1-454c-99e5-4c56089bec8c" providerId="ADAL" clId="{080A3569-5BA1-497A-9AF1-4ADF380D420A}" dt="2024-01-18T09:32:35.998" v="414"/>
          <ac:spMkLst>
            <pc:docMk/>
            <pc:sldMk cId="0" sldId="275"/>
            <ac:spMk id="3" creationId="{AB6CAD31-5DE8-56B6-1BA7-02FA5945BF4C}"/>
          </ac:spMkLst>
        </pc:spChg>
        <pc:cxnChg chg="add del mod replST">
          <ac:chgData name="Rashmita Sarkar" userId="0ed1cceb-4df1-454c-99e5-4c56089bec8c" providerId="ADAL" clId="{080A3569-5BA1-497A-9AF1-4ADF380D420A}" dt="2024-01-18T09:32:35.999" v="416"/>
          <ac:cxnSpMkLst>
            <pc:docMk/>
            <pc:sldMk cId="0" sldId="275"/>
            <ac:cxnSpMk id="2" creationId="{BB7E5390-F309-4FF1-5CED-C7C22D77C121}"/>
          </ac:cxnSpMkLst>
        </pc:cxnChg>
      </pc:sldChg>
      <pc:sldChg chg="addSp delSp modSp mod">
        <pc:chgData name="Rashmita Sarkar" userId="0ed1cceb-4df1-454c-99e5-4c56089bec8c" providerId="ADAL" clId="{080A3569-5BA1-497A-9AF1-4ADF380D420A}" dt="2024-01-18T09:32:40.991" v="444"/>
        <pc:sldMkLst>
          <pc:docMk/>
          <pc:sldMk cId="0" sldId="277"/>
        </pc:sldMkLst>
        <pc:spChg chg="add mod">
          <ac:chgData name="Rashmita Sarkar" userId="0ed1cceb-4df1-454c-99e5-4c56089bec8c" providerId="ADAL" clId="{080A3569-5BA1-497A-9AF1-4ADF380D420A}" dt="2024-01-18T09:32:40.991" v="442"/>
          <ac:spMkLst>
            <pc:docMk/>
            <pc:sldMk cId="0" sldId="277"/>
            <ac:spMk id="3" creationId="{462EBCE2-45E5-F227-A5C6-B2543B8DB17C}"/>
          </ac:spMkLst>
        </pc:spChg>
        <pc:cxnChg chg="add del mod replST">
          <ac:chgData name="Rashmita Sarkar" userId="0ed1cceb-4df1-454c-99e5-4c56089bec8c" providerId="ADAL" clId="{080A3569-5BA1-497A-9AF1-4ADF380D420A}" dt="2024-01-18T09:32:40.991" v="444"/>
          <ac:cxnSpMkLst>
            <pc:docMk/>
            <pc:sldMk cId="0" sldId="277"/>
            <ac:cxnSpMk id="2" creationId="{CCC2AD09-5903-D396-8A18-C205F9ECE2AC}"/>
          </ac:cxnSpMkLst>
        </pc:cxnChg>
      </pc:sldChg>
      <pc:sldChg chg="addSp delSp modSp mod">
        <pc:chgData name="Rashmita Sarkar" userId="0ed1cceb-4df1-454c-99e5-4c56089bec8c" providerId="ADAL" clId="{080A3569-5BA1-497A-9AF1-4ADF380D420A}" dt="2024-01-18T09:32:46.654" v="472"/>
        <pc:sldMkLst>
          <pc:docMk/>
          <pc:sldMk cId="0" sldId="278"/>
        </pc:sldMkLst>
        <pc:spChg chg="add mod">
          <ac:chgData name="Rashmita Sarkar" userId="0ed1cceb-4df1-454c-99e5-4c56089bec8c" providerId="ADAL" clId="{080A3569-5BA1-497A-9AF1-4ADF380D420A}" dt="2024-01-18T09:32:46.653" v="470"/>
          <ac:spMkLst>
            <pc:docMk/>
            <pc:sldMk cId="0" sldId="278"/>
            <ac:spMk id="3" creationId="{F0D4221C-E6D8-C21C-FB1B-796FF29DBA83}"/>
          </ac:spMkLst>
        </pc:spChg>
        <pc:cxnChg chg="add del mod replST">
          <ac:chgData name="Rashmita Sarkar" userId="0ed1cceb-4df1-454c-99e5-4c56089bec8c" providerId="ADAL" clId="{080A3569-5BA1-497A-9AF1-4ADF380D420A}" dt="2024-01-18T09:32:46.654" v="472"/>
          <ac:cxnSpMkLst>
            <pc:docMk/>
            <pc:sldMk cId="0" sldId="278"/>
            <ac:cxnSpMk id="2" creationId="{784E66D8-30D7-069A-10D3-A45D74900041}"/>
          </ac:cxnSpMkLst>
        </pc:cxnChg>
      </pc:sldChg>
      <pc:sldChg chg="addSp delSp modSp mod">
        <pc:chgData name="Rashmita Sarkar" userId="0ed1cceb-4df1-454c-99e5-4c56089bec8c" providerId="ADAL" clId="{080A3569-5BA1-497A-9AF1-4ADF380D420A}" dt="2024-01-18T09:32:50.463" v="500"/>
        <pc:sldMkLst>
          <pc:docMk/>
          <pc:sldMk cId="0" sldId="279"/>
        </pc:sldMkLst>
        <pc:spChg chg="add mod">
          <ac:chgData name="Rashmita Sarkar" userId="0ed1cceb-4df1-454c-99e5-4c56089bec8c" providerId="ADAL" clId="{080A3569-5BA1-497A-9AF1-4ADF380D420A}" dt="2024-01-18T09:32:50.462" v="498"/>
          <ac:spMkLst>
            <pc:docMk/>
            <pc:sldMk cId="0" sldId="279"/>
            <ac:spMk id="3" creationId="{74261165-C89F-6D66-7314-B3BCB8DD3CAE}"/>
          </ac:spMkLst>
        </pc:spChg>
        <pc:cxnChg chg="add del mod replST">
          <ac:chgData name="Rashmita Sarkar" userId="0ed1cceb-4df1-454c-99e5-4c56089bec8c" providerId="ADAL" clId="{080A3569-5BA1-497A-9AF1-4ADF380D420A}" dt="2024-01-18T09:32:50.463" v="500"/>
          <ac:cxnSpMkLst>
            <pc:docMk/>
            <pc:sldMk cId="0" sldId="279"/>
            <ac:cxnSpMk id="2" creationId="{7F657A27-E125-146A-345C-4AA82F0C17BC}"/>
          </ac:cxnSpMkLst>
        </pc:cxnChg>
      </pc:sldChg>
      <pc:sldChg chg="addSp delSp modSp mod">
        <pc:chgData name="Rashmita Sarkar" userId="0ed1cceb-4df1-454c-99e5-4c56089bec8c" providerId="ADAL" clId="{080A3569-5BA1-497A-9AF1-4ADF380D420A}" dt="2024-01-18T09:32:56.703" v="528"/>
        <pc:sldMkLst>
          <pc:docMk/>
          <pc:sldMk cId="0" sldId="280"/>
        </pc:sldMkLst>
        <pc:spChg chg="add mod">
          <ac:chgData name="Rashmita Sarkar" userId="0ed1cceb-4df1-454c-99e5-4c56089bec8c" providerId="ADAL" clId="{080A3569-5BA1-497A-9AF1-4ADF380D420A}" dt="2024-01-18T09:32:56.702" v="526"/>
          <ac:spMkLst>
            <pc:docMk/>
            <pc:sldMk cId="0" sldId="280"/>
            <ac:spMk id="3" creationId="{E5D36D5E-AAEF-5DA4-F167-84CA22FD8179}"/>
          </ac:spMkLst>
        </pc:spChg>
        <pc:cxnChg chg="add del mod replST">
          <ac:chgData name="Rashmita Sarkar" userId="0ed1cceb-4df1-454c-99e5-4c56089bec8c" providerId="ADAL" clId="{080A3569-5BA1-497A-9AF1-4ADF380D420A}" dt="2024-01-18T09:32:56.703" v="528"/>
          <ac:cxnSpMkLst>
            <pc:docMk/>
            <pc:sldMk cId="0" sldId="280"/>
            <ac:cxnSpMk id="2" creationId="{CBBB325F-35BF-195B-67E3-1D118E1906CA}"/>
          </ac:cxnSpMkLst>
        </pc:cxnChg>
      </pc:sldChg>
      <pc:sldChg chg="addSp delSp modSp mod">
        <pc:chgData name="Rashmita Sarkar" userId="0ed1cceb-4df1-454c-99e5-4c56089bec8c" providerId="ADAL" clId="{080A3569-5BA1-497A-9AF1-4ADF380D420A}" dt="2024-01-18T09:33:00.406" v="556"/>
        <pc:sldMkLst>
          <pc:docMk/>
          <pc:sldMk cId="0" sldId="281"/>
        </pc:sldMkLst>
        <pc:spChg chg="add mod">
          <ac:chgData name="Rashmita Sarkar" userId="0ed1cceb-4df1-454c-99e5-4c56089bec8c" providerId="ADAL" clId="{080A3569-5BA1-497A-9AF1-4ADF380D420A}" dt="2024-01-18T09:33:00.406" v="554"/>
          <ac:spMkLst>
            <pc:docMk/>
            <pc:sldMk cId="0" sldId="281"/>
            <ac:spMk id="3" creationId="{7C8ABB5A-DB67-CAC3-18C0-A7350750C2CA}"/>
          </ac:spMkLst>
        </pc:spChg>
        <pc:cxnChg chg="add del mod replST">
          <ac:chgData name="Rashmita Sarkar" userId="0ed1cceb-4df1-454c-99e5-4c56089bec8c" providerId="ADAL" clId="{080A3569-5BA1-497A-9AF1-4ADF380D420A}" dt="2024-01-18T09:33:00.406" v="556"/>
          <ac:cxnSpMkLst>
            <pc:docMk/>
            <pc:sldMk cId="0" sldId="281"/>
            <ac:cxnSpMk id="2" creationId="{60F9F4BD-BB92-0BFF-B788-974FD25264BC}"/>
          </ac:cxnSpMkLst>
        </pc:cxnChg>
      </pc:sldChg>
      <pc:sldChg chg="addSp delSp modSp mod">
        <pc:chgData name="Rashmita Sarkar" userId="0ed1cceb-4df1-454c-99e5-4c56089bec8c" providerId="ADAL" clId="{080A3569-5BA1-497A-9AF1-4ADF380D420A}" dt="2024-01-18T09:33:05.391" v="584"/>
        <pc:sldMkLst>
          <pc:docMk/>
          <pc:sldMk cId="0" sldId="282"/>
        </pc:sldMkLst>
        <pc:spChg chg="add mod">
          <ac:chgData name="Rashmita Sarkar" userId="0ed1cceb-4df1-454c-99e5-4c56089bec8c" providerId="ADAL" clId="{080A3569-5BA1-497A-9AF1-4ADF380D420A}" dt="2024-01-18T09:33:05.390" v="582"/>
          <ac:spMkLst>
            <pc:docMk/>
            <pc:sldMk cId="0" sldId="282"/>
            <ac:spMk id="3" creationId="{5E49E273-FBBF-E840-D956-A83DA55D7672}"/>
          </ac:spMkLst>
        </pc:spChg>
        <pc:cxnChg chg="add del mod replST">
          <ac:chgData name="Rashmita Sarkar" userId="0ed1cceb-4df1-454c-99e5-4c56089bec8c" providerId="ADAL" clId="{080A3569-5BA1-497A-9AF1-4ADF380D420A}" dt="2024-01-18T09:33:05.391" v="584"/>
          <ac:cxnSpMkLst>
            <pc:docMk/>
            <pc:sldMk cId="0" sldId="282"/>
            <ac:cxnSpMk id="2" creationId="{7BF14785-5A82-5780-B12B-12C929C83A40}"/>
          </ac:cxnSpMkLst>
        </pc:cxnChg>
      </pc:sldChg>
      <pc:sldChg chg="addSp delSp modSp mod">
        <pc:chgData name="Rashmita Sarkar" userId="0ed1cceb-4df1-454c-99e5-4c56089bec8c" providerId="ADAL" clId="{080A3569-5BA1-497A-9AF1-4ADF380D420A}" dt="2024-01-18T09:33:08.703" v="612"/>
        <pc:sldMkLst>
          <pc:docMk/>
          <pc:sldMk cId="0" sldId="283"/>
        </pc:sldMkLst>
        <pc:spChg chg="add mod">
          <ac:chgData name="Rashmita Sarkar" userId="0ed1cceb-4df1-454c-99e5-4c56089bec8c" providerId="ADAL" clId="{080A3569-5BA1-497A-9AF1-4ADF380D420A}" dt="2024-01-18T09:33:08.702" v="610"/>
          <ac:spMkLst>
            <pc:docMk/>
            <pc:sldMk cId="0" sldId="283"/>
            <ac:spMk id="3" creationId="{DAA73435-77CA-73D4-AEDC-F942DA717D68}"/>
          </ac:spMkLst>
        </pc:spChg>
        <pc:cxnChg chg="add del mod replST">
          <ac:chgData name="Rashmita Sarkar" userId="0ed1cceb-4df1-454c-99e5-4c56089bec8c" providerId="ADAL" clId="{080A3569-5BA1-497A-9AF1-4ADF380D420A}" dt="2024-01-18T09:33:08.703" v="612"/>
          <ac:cxnSpMkLst>
            <pc:docMk/>
            <pc:sldMk cId="0" sldId="283"/>
            <ac:cxnSpMk id="2" creationId="{D62572E5-2943-0846-1A1D-0FA0CE7ECA83}"/>
          </ac:cxnSpMkLst>
        </pc:cxnChg>
      </pc:sldChg>
      <pc:sldChg chg="addSp delSp modSp mod">
        <pc:chgData name="Rashmita Sarkar" userId="0ed1cceb-4df1-454c-99e5-4c56089bec8c" providerId="ADAL" clId="{080A3569-5BA1-497A-9AF1-4ADF380D420A}" dt="2024-01-18T09:33:14.023" v="640"/>
        <pc:sldMkLst>
          <pc:docMk/>
          <pc:sldMk cId="0" sldId="285"/>
        </pc:sldMkLst>
        <pc:spChg chg="add mod">
          <ac:chgData name="Rashmita Sarkar" userId="0ed1cceb-4df1-454c-99e5-4c56089bec8c" providerId="ADAL" clId="{080A3569-5BA1-497A-9AF1-4ADF380D420A}" dt="2024-01-18T09:33:14.023" v="638"/>
          <ac:spMkLst>
            <pc:docMk/>
            <pc:sldMk cId="0" sldId="285"/>
            <ac:spMk id="3" creationId="{25637147-D838-02C2-2A5D-84ACF8AF935C}"/>
          </ac:spMkLst>
        </pc:spChg>
        <pc:cxnChg chg="add del mod replST">
          <ac:chgData name="Rashmita Sarkar" userId="0ed1cceb-4df1-454c-99e5-4c56089bec8c" providerId="ADAL" clId="{080A3569-5BA1-497A-9AF1-4ADF380D420A}" dt="2024-01-18T09:33:14.023" v="640"/>
          <ac:cxnSpMkLst>
            <pc:docMk/>
            <pc:sldMk cId="0" sldId="285"/>
            <ac:cxnSpMk id="2" creationId="{F95BC121-0A0C-87E9-44BD-4EA1462A9032}"/>
          </ac:cxnSpMkLst>
        </pc:cxnChg>
      </pc:sldChg>
      <pc:sldChg chg="addSp delSp modSp mod">
        <pc:chgData name="Rashmita Sarkar" userId="0ed1cceb-4df1-454c-99e5-4c56089bec8c" providerId="ADAL" clId="{080A3569-5BA1-497A-9AF1-4ADF380D420A}" dt="2024-01-18T09:33:18.895" v="668"/>
        <pc:sldMkLst>
          <pc:docMk/>
          <pc:sldMk cId="0" sldId="287"/>
        </pc:sldMkLst>
        <pc:spChg chg="add mod">
          <ac:chgData name="Rashmita Sarkar" userId="0ed1cceb-4df1-454c-99e5-4c56089bec8c" providerId="ADAL" clId="{080A3569-5BA1-497A-9AF1-4ADF380D420A}" dt="2024-01-18T09:33:18.895" v="666"/>
          <ac:spMkLst>
            <pc:docMk/>
            <pc:sldMk cId="0" sldId="287"/>
            <ac:spMk id="3" creationId="{EB1AE1E1-2DF7-174B-245C-9B5459646683}"/>
          </ac:spMkLst>
        </pc:spChg>
        <pc:cxnChg chg="add del mod replST">
          <ac:chgData name="Rashmita Sarkar" userId="0ed1cceb-4df1-454c-99e5-4c56089bec8c" providerId="ADAL" clId="{080A3569-5BA1-497A-9AF1-4ADF380D420A}" dt="2024-01-18T09:33:18.895" v="668"/>
          <ac:cxnSpMkLst>
            <pc:docMk/>
            <pc:sldMk cId="0" sldId="287"/>
            <ac:cxnSpMk id="2" creationId="{1783A95E-43B1-E1AF-4A6E-A086CBCE9A74}"/>
          </ac:cxnSpMkLst>
        </pc:cxnChg>
      </pc:sldChg>
      <pc:sldChg chg="addSp delSp modSp mod">
        <pc:chgData name="Rashmita Sarkar" userId="0ed1cceb-4df1-454c-99e5-4c56089bec8c" providerId="ADAL" clId="{080A3569-5BA1-497A-9AF1-4ADF380D420A}" dt="2024-01-18T09:33:23.007" v="696"/>
        <pc:sldMkLst>
          <pc:docMk/>
          <pc:sldMk cId="0" sldId="288"/>
        </pc:sldMkLst>
        <pc:spChg chg="add mod">
          <ac:chgData name="Rashmita Sarkar" userId="0ed1cceb-4df1-454c-99e5-4c56089bec8c" providerId="ADAL" clId="{080A3569-5BA1-497A-9AF1-4ADF380D420A}" dt="2024-01-18T09:33:23.006" v="694"/>
          <ac:spMkLst>
            <pc:docMk/>
            <pc:sldMk cId="0" sldId="288"/>
            <ac:spMk id="3" creationId="{D1E4AE88-8A54-2486-C413-820126D6D311}"/>
          </ac:spMkLst>
        </pc:spChg>
        <pc:cxnChg chg="add del mod replST">
          <ac:chgData name="Rashmita Sarkar" userId="0ed1cceb-4df1-454c-99e5-4c56089bec8c" providerId="ADAL" clId="{080A3569-5BA1-497A-9AF1-4ADF380D420A}" dt="2024-01-18T09:33:23.007" v="696"/>
          <ac:cxnSpMkLst>
            <pc:docMk/>
            <pc:sldMk cId="0" sldId="288"/>
            <ac:cxnSpMk id="2" creationId="{56CCFB3F-D2A8-BD46-2EF0-B9D4F48F2233}"/>
          </ac:cxnSpMkLst>
        </pc:cxnChg>
      </pc:sldChg>
      <pc:sldChg chg="addSp delSp modSp mod">
        <pc:chgData name="Rashmita Sarkar" userId="0ed1cceb-4df1-454c-99e5-4c56089bec8c" providerId="ADAL" clId="{080A3569-5BA1-497A-9AF1-4ADF380D420A}" dt="2024-01-18T09:33:28.767" v="724"/>
        <pc:sldMkLst>
          <pc:docMk/>
          <pc:sldMk cId="0" sldId="289"/>
        </pc:sldMkLst>
        <pc:spChg chg="add mod">
          <ac:chgData name="Rashmita Sarkar" userId="0ed1cceb-4df1-454c-99e5-4c56089bec8c" providerId="ADAL" clId="{080A3569-5BA1-497A-9AF1-4ADF380D420A}" dt="2024-01-18T09:33:28.766" v="722"/>
          <ac:spMkLst>
            <pc:docMk/>
            <pc:sldMk cId="0" sldId="289"/>
            <ac:spMk id="3" creationId="{97E0FCE0-68D6-2658-6715-3FDD507F134C}"/>
          </ac:spMkLst>
        </pc:spChg>
        <pc:cxnChg chg="add del mod replST">
          <ac:chgData name="Rashmita Sarkar" userId="0ed1cceb-4df1-454c-99e5-4c56089bec8c" providerId="ADAL" clId="{080A3569-5BA1-497A-9AF1-4ADF380D420A}" dt="2024-01-18T09:33:28.767" v="724"/>
          <ac:cxnSpMkLst>
            <pc:docMk/>
            <pc:sldMk cId="0" sldId="289"/>
            <ac:cxnSpMk id="2" creationId="{32730561-B1CD-ACD8-65D4-256AA383B721}"/>
          </ac:cxnSpMkLst>
        </pc:cxnChg>
      </pc:sldChg>
      <pc:sldChg chg="addSp delSp modSp mod">
        <pc:chgData name="Rashmita Sarkar" userId="0ed1cceb-4df1-454c-99e5-4c56089bec8c" providerId="ADAL" clId="{080A3569-5BA1-497A-9AF1-4ADF380D420A}" dt="2024-01-18T09:33:32.984" v="752"/>
        <pc:sldMkLst>
          <pc:docMk/>
          <pc:sldMk cId="0" sldId="291"/>
        </pc:sldMkLst>
        <pc:spChg chg="add mod">
          <ac:chgData name="Rashmita Sarkar" userId="0ed1cceb-4df1-454c-99e5-4c56089bec8c" providerId="ADAL" clId="{080A3569-5BA1-497A-9AF1-4ADF380D420A}" dt="2024-01-18T09:33:32.983" v="750"/>
          <ac:spMkLst>
            <pc:docMk/>
            <pc:sldMk cId="0" sldId="291"/>
            <ac:spMk id="3" creationId="{323B1B75-95FA-8F79-9BFB-105DCB24C346}"/>
          </ac:spMkLst>
        </pc:spChg>
        <pc:cxnChg chg="add del mod replST">
          <ac:chgData name="Rashmita Sarkar" userId="0ed1cceb-4df1-454c-99e5-4c56089bec8c" providerId="ADAL" clId="{080A3569-5BA1-497A-9AF1-4ADF380D420A}" dt="2024-01-18T09:33:32.984" v="752"/>
          <ac:cxnSpMkLst>
            <pc:docMk/>
            <pc:sldMk cId="0" sldId="291"/>
            <ac:cxnSpMk id="2" creationId="{89C4064E-366C-9C4D-D921-30928ED8E007}"/>
          </ac:cxnSpMkLst>
        </pc:cxnChg>
      </pc:sldChg>
      <pc:sldChg chg="addSp delSp modSp mod">
        <pc:chgData name="Rashmita Sarkar" userId="0ed1cceb-4df1-454c-99e5-4c56089bec8c" providerId="ADAL" clId="{080A3569-5BA1-497A-9AF1-4ADF380D420A}" dt="2024-01-18T09:33:37.616" v="780"/>
        <pc:sldMkLst>
          <pc:docMk/>
          <pc:sldMk cId="0" sldId="292"/>
        </pc:sldMkLst>
        <pc:spChg chg="add mod">
          <ac:chgData name="Rashmita Sarkar" userId="0ed1cceb-4df1-454c-99e5-4c56089bec8c" providerId="ADAL" clId="{080A3569-5BA1-497A-9AF1-4ADF380D420A}" dt="2024-01-18T09:33:37.615" v="778"/>
          <ac:spMkLst>
            <pc:docMk/>
            <pc:sldMk cId="0" sldId="292"/>
            <ac:spMk id="3" creationId="{CE41DFF4-1E34-EA25-16E2-225F0F1EDD07}"/>
          </ac:spMkLst>
        </pc:spChg>
        <pc:cxnChg chg="add del mod replST">
          <ac:chgData name="Rashmita Sarkar" userId="0ed1cceb-4df1-454c-99e5-4c56089bec8c" providerId="ADAL" clId="{080A3569-5BA1-497A-9AF1-4ADF380D420A}" dt="2024-01-18T09:33:37.616" v="780"/>
          <ac:cxnSpMkLst>
            <pc:docMk/>
            <pc:sldMk cId="0" sldId="292"/>
            <ac:cxnSpMk id="2" creationId="{C142E2A5-4285-4EC2-993F-C416B57B4DFF}"/>
          </ac:cxnSpMkLst>
        </pc:cxnChg>
      </pc:sldChg>
      <pc:sldChg chg="addSp delSp modSp mod">
        <pc:chgData name="Rashmita Sarkar" userId="0ed1cceb-4df1-454c-99e5-4c56089bec8c" providerId="ADAL" clId="{080A3569-5BA1-497A-9AF1-4ADF380D420A}" dt="2024-01-18T09:33:41.784" v="808"/>
        <pc:sldMkLst>
          <pc:docMk/>
          <pc:sldMk cId="0" sldId="294"/>
        </pc:sldMkLst>
        <pc:spChg chg="add mod">
          <ac:chgData name="Rashmita Sarkar" userId="0ed1cceb-4df1-454c-99e5-4c56089bec8c" providerId="ADAL" clId="{080A3569-5BA1-497A-9AF1-4ADF380D420A}" dt="2024-01-18T09:33:41.783" v="806"/>
          <ac:spMkLst>
            <pc:docMk/>
            <pc:sldMk cId="0" sldId="294"/>
            <ac:spMk id="3" creationId="{420AB8A4-B4C7-72F4-8880-0F41938A93F2}"/>
          </ac:spMkLst>
        </pc:spChg>
        <pc:cxnChg chg="add del mod replST">
          <ac:chgData name="Rashmita Sarkar" userId="0ed1cceb-4df1-454c-99e5-4c56089bec8c" providerId="ADAL" clId="{080A3569-5BA1-497A-9AF1-4ADF380D420A}" dt="2024-01-18T09:33:41.784" v="808"/>
          <ac:cxnSpMkLst>
            <pc:docMk/>
            <pc:sldMk cId="0" sldId="294"/>
            <ac:cxnSpMk id="2" creationId="{69549A45-87BD-310F-35CB-9B08EE149561}"/>
          </ac:cxnSpMkLst>
        </pc:cxnChg>
      </pc:sldChg>
      <pc:sldChg chg="addSp delSp modSp mod">
        <pc:chgData name="Rashmita Sarkar" userId="0ed1cceb-4df1-454c-99e5-4c56089bec8c" providerId="ADAL" clId="{080A3569-5BA1-497A-9AF1-4ADF380D420A}" dt="2024-01-18T09:33:46.055" v="836"/>
        <pc:sldMkLst>
          <pc:docMk/>
          <pc:sldMk cId="0" sldId="295"/>
        </pc:sldMkLst>
        <pc:spChg chg="add mod">
          <ac:chgData name="Rashmita Sarkar" userId="0ed1cceb-4df1-454c-99e5-4c56089bec8c" providerId="ADAL" clId="{080A3569-5BA1-497A-9AF1-4ADF380D420A}" dt="2024-01-18T09:33:46.054" v="834"/>
          <ac:spMkLst>
            <pc:docMk/>
            <pc:sldMk cId="0" sldId="295"/>
            <ac:spMk id="3" creationId="{CB04A5FC-D151-7BA1-BF57-80A6E102908A}"/>
          </ac:spMkLst>
        </pc:spChg>
        <pc:cxnChg chg="add del mod replST">
          <ac:chgData name="Rashmita Sarkar" userId="0ed1cceb-4df1-454c-99e5-4c56089bec8c" providerId="ADAL" clId="{080A3569-5BA1-497A-9AF1-4ADF380D420A}" dt="2024-01-18T09:33:46.055" v="836"/>
          <ac:cxnSpMkLst>
            <pc:docMk/>
            <pc:sldMk cId="0" sldId="295"/>
            <ac:cxnSpMk id="2" creationId="{A1AD8F1B-E981-4AF5-0044-C5BBF98AE223}"/>
          </ac:cxnSpMkLst>
        </pc:cxnChg>
      </pc:sldChg>
      <pc:sldChg chg="addSp delSp modSp mod">
        <pc:chgData name="Rashmita Sarkar" userId="0ed1cceb-4df1-454c-99e5-4c56089bec8c" providerId="ADAL" clId="{080A3569-5BA1-497A-9AF1-4ADF380D420A}" dt="2024-01-18T09:33:50.393" v="864"/>
        <pc:sldMkLst>
          <pc:docMk/>
          <pc:sldMk cId="0" sldId="296"/>
        </pc:sldMkLst>
        <pc:spChg chg="add mod">
          <ac:chgData name="Rashmita Sarkar" userId="0ed1cceb-4df1-454c-99e5-4c56089bec8c" providerId="ADAL" clId="{080A3569-5BA1-497A-9AF1-4ADF380D420A}" dt="2024-01-18T09:33:50.392" v="862"/>
          <ac:spMkLst>
            <pc:docMk/>
            <pc:sldMk cId="0" sldId="296"/>
            <ac:spMk id="3" creationId="{72F3C534-D364-E54F-819C-0835E65D1205}"/>
          </ac:spMkLst>
        </pc:spChg>
        <pc:cxnChg chg="add del mod replST">
          <ac:chgData name="Rashmita Sarkar" userId="0ed1cceb-4df1-454c-99e5-4c56089bec8c" providerId="ADAL" clId="{080A3569-5BA1-497A-9AF1-4ADF380D420A}" dt="2024-01-18T09:33:50.393" v="864"/>
          <ac:cxnSpMkLst>
            <pc:docMk/>
            <pc:sldMk cId="0" sldId="296"/>
            <ac:cxnSpMk id="2" creationId="{814C4E57-A431-6024-BE31-E559BEBA1A14}"/>
          </ac:cxnSpMkLst>
        </pc:cxnChg>
      </pc:sldChg>
      <pc:sldChg chg="addSp delSp modSp mod">
        <pc:chgData name="Rashmita Sarkar" userId="0ed1cceb-4df1-454c-99e5-4c56089bec8c" providerId="ADAL" clId="{080A3569-5BA1-497A-9AF1-4ADF380D420A}" dt="2024-01-18T09:33:58.913" v="937"/>
        <pc:sldMkLst>
          <pc:docMk/>
          <pc:sldMk cId="0" sldId="297"/>
        </pc:sldMkLst>
        <pc:spChg chg="add del mod">
          <ac:chgData name="Rashmita Sarkar" userId="0ed1cceb-4df1-454c-99e5-4c56089bec8c" providerId="ADAL" clId="{080A3569-5BA1-497A-9AF1-4ADF380D420A}" dt="2024-01-18T09:33:55.737" v="909"/>
          <ac:spMkLst>
            <pc:docMk/>
            <pc:sldMk cId="0" sldId="297"/>
            <ac:spMk id="3" creationId="{08E03C86-8785-AFBD-578E-8DA73DEAD735}"/>
          </ac:spMkLst>
        </pc:spChg>
        <pc:spChg chg="add mod">
          <ac:chgData name="Rashmita Sarkar" userId="0ed1cceb-4df1-454c-99e5-4c56089bec8c" providerId="ADAL" clId="{080A3569-5BA1-497A-9AF1-4ADF380D420A}" dt="2024-01-18T09:33:58.912" v="935"/>
          <ac:spMkLst>
            <pc:docMk/>
            <pc:sldMk cId="0" sldId="297"/>
            <ac:spMk id="5" creationId="{5BFA455A-F279-B933-8C20-31D3A729F9ED}"/>
          </ac:spMkLst>
        </pc:spChg>
        <pc:cxnChg chg="add del mod replST delST">
          <ac:chgData name="Rashmita Sarkar" userId="0ed1cceb-4df1-454c-99e5-4c56089bec8c" providerId="ADAL" clId="{080A3569-5BA1-497A-9AF1-4ADF380D420A}" dt="2024-01-18T09:33:55.737" v="909"/>
          <ac:cxnSpMkLst>
            <pc:docMk/>
            <pc:sldMk cId="0" sldId="297"/>
            <ac:cxnSpMk id="2" creationId="{1E29699C-FA30-BF58-D642-4BF443990964}"/>
          </ac:cxnSpMkLst>
        </pc:cxnChg>
        <pc:cxnChg chg="add del mod replST">
          <ac:chgData name="Rashmita Sarkar" userId="0ed1cceb-4df1-454c-99e5-4c56089bec8c" providerId="ADAL" clId="{080A3569-5BA1-497A-9AF1-4ADF380D420A}" dt="2024-01-18T09:33:58.913" v="937"/>
          <ac:cxnSpMkLst>
            <pc:docMk/>
            <pc:sldMk cId="0" sldId="297"/>
            <ac:cxnSpMk id="4" creationId="{68460A4A-92FF-1DF1-6202-77E63076BE09}"/>
          </ac:cxnSpMkLst>
        </pc:cxnChg>
      </pc:sldChg>
      <pc:sldChg chg="addSp delSp modSp mod">
        <pc:chgData name="Rashmita Sarkar" userId="0ed1cceb-4df1-454c-99e5-4c56089bec8c" providerId="ADAL" clId="{080A3569-5BA1-497A-9AF1-4ADF380D420A}" dt="2024-01-18T09:34:04.617" v="965"/>
        <pc:sldMkLst>
          <pc:docMk/>
          <pc:sldMk cId="0" sldId="299"/>
        </pc:sldMkLst>
        <pc:spChg chg="add mod">
          <ac:chgData name="Rashmita Sarkar" userId="0ed1cceb-4df1-454c-99e5-4c56089bec8c" providerId="ADAL" clId="{080A3569-5BA1-497A-9AF1-4ADF380D420A}" dt="2024-01-18T09:34:04.617" v="963"/>
          <ac:spMkLst>
            <pc:docMk/>
            <pc:sldMk cId="0" sldId="299"/>
            <ac:spMk id="3" creationId="{6556C7CA-2CED-CC23-353F-207CF7AC5657}"/>
          </ac:spMkLst>
        </pc:spChg>
        <pc:cxnChg chg="add del mod replST">
          <ac:chgData name="Rashmita Sarkar" userId="0ed1cceb-4df1-454c-99e5-4c56089bec8c" providerId="ADAL" clId="{080A3569-5BA1-497A-9AF1-4ADF380D420A}" dt="2024-01-18T09:34:04.617" v="965"/>
          <ac:cxnSpMkLst>
            <pc:docMk/>
            <pc:sldMk cId="0" sldId="299"/>
            <ac:cxnSpMk id="2" creationId="{88E2306F-B2C0-2E15-D653-7AF633615FEB}"/>
          </ac:cxnSpMkLst>
        </pc:cxnChg>
      </pc:sldChg>
      <pc:sldChg chg="addSp delSp modSp mod">
        <pc:chgData name="Rashmita Sarkar" userId="0ed1cceb-4df1-454c-99e5-4c56089bec8c" providerId="ADAL" clId="{080A3569-5BA1-497A-9AF1-4ADF380D420A}" dt="2024-01-18T09:34:10.008" v="993"/>
        <pc:sldMkLst>
          <pc:docMk/>
          <pc:sldMk cId="0" sldId="300"/>
        </pc:sldMkLst>
        <pc:spChg chg="add mod">
          <ac:chgData name="Rashmita Sarkar" userId="0ed1cceb-4df1-454c-99e5-4c56089bec8c" providerId="ADAL" clId="{080A3569-5BA1-497A-9AF1-4ADF380D420A}" dt="2024-01-18T09:34:10.007" v="991"/>
          <ac:spMkLst>
            <pc:docMk/>
            <pc:sldMk cId="0" sldId="300"/>
            <ac:spMk id="3" creationId="{EB6A6A60-ACD6-38F9-140E-A77B82A4E899}"/>
          </ac:spMkLst>
        </pc:spChg>
        <pc:cxnChg chg="add del mod replST">
          <ac:chgData name="Rashmita Sarkar" userId="0ed1cceb-4df1-454c-99e5-4c56089bec8c" providerId="ADAL" clId="{080A3569-5BA1-497A-9AF1-4ADF380D420A}" dt="2024-01-18T09:34:10.008" v="993"/>
          <ac:cxnSpMkLst>
            <pc:docMk/>
            <pc:sldMk cId="0" sldId="300"/>
            <ac:cxnSpMk id="2" creationId="{36D6CC5E-42C3-816A-5DE1-009C424A3007}"/>
          </ac:cxnSpMkLst>
        </pc:cxnChg>
      </pc:sldChg>
      <pc:sldChg chg="addSp delSp modSp mod">
        <pc:chgData name="Rashmita Sarkar" userId="0ed1cceb-4df1-454c-99e5-4c56089bec8c" providerId="ADAL" clId="{080A3569-5BA1-497A-9AF1-4ADF380D420A}" dt="2024-01-18T09:34:13.825" v="1021"/>
        <pc:sldMkLst>
          <pc:docMk/>
          <pc:sldMk cId="0" sldId="301"/>
        </pc:sldMkLst>
        <pc:spChg chg="add mod">
          <ac:chgData name="Rashmita Sarkar" userId="0ed1cceb-4df1-454c-99e5-4c56089bec8c" providerId="ADAL" clId="{080A3569-5BA1-497A-9AF1-4ADF380D420A}" dt="2024-01-18T09:34:13.824" v="1019"/>
          <ac:spMkLst>
            <pc:docMk/>
            <pc:sldMk cId="0" sldId="301"/>
            <ac:spMk id="3" creationId="{0EDB9083-56F7-E96D-275B-A3FB499845AA}"/>
          </ac:spMkLst>
        </pc:spChg>
        <pc:cxnChg chg="add del mod replST">
          <ac:chgData name="Rashmita Sarkar" userId="0ed1cceb-4df1-454c-99e5-4c56089bec8c" providerId="ADAL" clId="{080A3569-5BA1-497A-9AF1-4ADF380D420A}" dt="2024-01-18T09:34:13.825" v="1021"/>
          <ac:cxnSpMkLst>
            <pc:docMk/>
            <pc:sldMk cId="0" sldId="301"/>
            <ac:cxnSpMk id="2" creationId="{3DB54C98-3093-0F1B-B9F4-8A14A985A12E}"/>
          </ac:cxnSpMkLst>
        </pc:cxnChg>
      </pc:sldChg>
      <pc:sldChg chg="addSp delSp modSp mod">
        <pc:chgData name="Rashmita Sarkar" userId="0ed1cceb-4df1-454c-99e5-4c56089bec8c" providerId="ADAL" clId="{080A3569-5BA1-497A-9AF1-4ADF380D420A}" dt="2024-01-18T09:34:19.272" v="1049"/>
        <pc:sldMkLst>
          <pc:docMk/>
          <pc:sldMk cId="0" sldId="302"/>
        </pc:sldMkLst>
        <pc:spChg chg="add mod">
          <ac:chgData name="Rashmita Sarkar" userId="0ed1cceb-4df1-454c-99e5-4c56089bec8c" providerId="ADAL" clId="{080A3569-5BA1-497A-9AF1-4ADF380D420A}" dt="2024-01-18T09:34:19.271" v="1047"/>
          <ac:spMkLst>
            <pc:docMk/>
            <pc:sldMk cId="0" sldId="302"/>
            <ac:spMk id="3" creationId="{8083BF7A-A17B-DB49-9B06-30C4FB05BAEC}"/>
          </ac:spMkLst>
        </pc:spChg>
        <pc:cxnChg chg="add del mod replST">
          <ac:chgData name="Rashmita Sarkar" userId="0ed1cceb-4df1-454c-99e5-4c56089bec8c" providerId="ADAL" clId="{080A3569-5BA1-497A-9AF1-4ADF380D420A}" dt="2024-01-18T09:34:19.272" v="1049"/>
          <ac:cxnSpMkLst>
            <pc:docMk/>
            <pc:sldMk cId="0" sldId="302"/>
            <ac:cxnSpMk id="2" creationId="{5CB958F2-8DA0-1C23-B796-C88997648421}"/>
          </ac:cxnSpMkLst>
        </pc:cxnChg>
      </pc:sldChg>
      <pc:sldChg chg="addSp delSp modSp mod">
        <pc:chgData name="Rashmita Sarkar" userId="0ed1cceb-4df1-454c-99e5-4c56089bec8c" providerId="ADAL" clId="{080A3569-5BA1-497A-9AF1-4ADF380D420A}" dt="2024-01-18T09:34:23.552" v="1077"/>
        <pc:sldMkLst>
          <pc:docMk/>
          <pc:sldMk cId="0" sldId="304"/>
        </pc:sldMkLst>
        <pc:spChg chg="add mod">
          <ac:chgData name="Rashmita Sarkar" userId="0ed1cceb-4df1-454c-99e5-4c56089bec8c" providerId="ADAL" clId="{080A3569-5BA1-497A-9AF1-4ADF380D420A}" dt="2024-01-18T09:34:23.552" v="1075"/>
          <ac:spMkLst>
            <pc:docMk/>
            <pc:sldMk cId="0" sldId="304"/>
            <ac:spMk id="3" creationId="{0430D149-1B67-186F-C231-C47BA6A1B464}"/>
          </ac:spMkLst>
        </pc:spChg>
        <pc:cxnChg chg="add del mod replST">
          <ac:chgData name="Rashmita Sarkar" userId="0ed1cceb-4df1-454c-99e5-4c56089bec8c" providerId="ADAL" clId="{080A3569-5BA1-497A-9AF1-4ADF380D420A}" dt="2024-01-18T09:34:23.552" v="1077"/>
          <ac:cxnSpMkLst>
            <pc:docMk/>
            <pc:sldMk cId="0" sldId="304"/>
            <ac:cxnSpMk id="2" creationId="{208BAF9C-C35B-547B-2FF4-DA1E83E7AC7A}"/>
          </ac:cxnSpMkLst>
        </pc:cxnChg>
      </pc:sldChg>
      <pc:sldChg chg="addSp delSp modSp mod">
        <pc:chgData name="Rashmita Sarkar" userId="0ed1cceb-4df1-454c-99e5-4c56089bec8c" providerId="ADAL" clId="{080A3569-5BA1-497A-9AF1-4ADF380D420A}" dt="2024-01-18T09:34:27.769" v="1105"/>
        <pc:sldMkLst>
          <pc:docMk/>
          <pc:sldMk cId="0" sldId="305"/>
        </pc:sldMkLst>
        <pc:spChg chg="add mod">
          <ac:chgData name="Rashmita Sarkar" userId="0ed1cceb-4df1-454c-99e5-4c56089bec8c" providerId="ADAL" clId="{080A3569-5BA1-497A-9AF1-4ADF380D420A}" dt="2024-01-18T09:34:27.768" v="1103"/>
          <ac:spMkLst>
            <pc:docMk/>
            <pc:sldMk cId="0" sldId="305"/>
            <ac:spMk id="3" creationId="{97D75B91-653E-2A3C-E7E4-946C6C7D3BC1}"/>
          </ac:spMkLst>
        </pc:spChg>
        <pc:cxnChg chg="add del mod replST">
          <ac:chgData name="Rashmita Sarkar" userId="0ed1cceb-4df1-454c-99e5-4c56089bec8c" providerId="ADAL" clId="{080A3569-5BA1-497A-9AF1-4ADF380D420A}" dt="2024-01-18T09:34:27.769" v="1105"/>
          <ac:cxnSpMkLst>
            <pc:docMk/>
            <pc:sldMk cId="0" sldId="305"/>
            <ac:cxnSpMk id="2" creationId="{4DC05950-426A-BD05-E177-E51A70B0A758}"/>
          </ac:cxnSpMkLst>
        </pc:cxnChg>
      </pc:sldChg>
      <pc:sldChg chg="addSp delSp modSp mod">
        <pc:chgData name="Rashmita Sarkar" userId="0ed1cceb-4df1-454c-99e5-4c56089bec8c" providerId="ADAL" clId="{080A3569-5BA1-497A-9AF1-4ADF380D420A}" dt="2024-01-18T09:34:31.848" v="1133"/>
        <pc:sldMkLst>
          <pc:docMk/>
          <pc:sldMk cId="0" sldId="306"/>
        </pc:sldMkLst>
        <pc:spChg chg="add mod">
          <ac:chgData name="Rashmita Sarkar" userId="0ed1cceb-4df1-454c-99e5-4c56089bec8c" providerId="ADAL" clId="{080A3569-5BA1-497A-9AF1-4ADF380D420A}" dt="2024-01-18T09:34:31.848" v="1131"/>
          <ac:spMkLst>
            <pc:docMk/>
            <pc:sldMk cId="0" sldId="306"/>
            <ac:spMk id="3" creationId="{BAAC0264-5D1D-E62F-D0E3-D84EC1A1F7BB}"/>
          </ac:spMkLst>
        </pc:spChg>
        <pc:cxnChg chg="add del mod replST">
          <ac:chgData name="Rashmita Sarkar" userId="0ed1cceb-4df1-454c-99e5-4c56089bec8c" providerId="ADAL" clId="{080A3569-5BA1-497A-9AF1-4ADF380D420A}" dt="2024-01-18T09:34:31.848" v="1133"/>
          <ac:cxnSpMkLst>
            <pc:docMk/>
            <pc:sldMk cId="0" sldId="306"/>
            <ac:cxnSpMk id="2" creationId="{9F3E009A-9411-0940-2D30-DD74D9837758}"/>
          </ac:cxnSpMkLst>
        </pc:cxnChg>
      </pc:sldChg>
      <pc:sldChg chg="addSp delSp modSp mod">
        <pc:chgData name="Rashmita Sarkar" userId="0ed1cceb-4df1-454c-99e5-4c56089bec8c" providerId="ADAL" clId="{080A3569-5BA1-497A-9AF1-4ADF380D420A}" dt="2024-01-18T09:34:36.282" v="1161"/>
        <pc:sldMkLst>
          <pc:docMk/>
          <pc:sldMk cId="0" sldId="307"/>
        </pc:sldMkLst>
        <pc:spChg chg="add mod">
          <ac:chgData name="Rashmita Sarkar" userId="0ed1cceb-4df1-454c-99e5-4c56089bec8c" providerId="ADAL" clId="{080A3569-5BA1-497A-9AF1-4ADF380D420A}" dt="2024-01-18T09:34:36.281" v="1159"/>
          <ac:spMkLst>
            <pc:docMk/>
            <pc:sldMk cId="0" sldId="307"/>
            <ac:spMk id="3" creationId="{96C0A401-CA78-CE97-674E-BEB6D5FF8D0B}"/>
          </ac:spMkLst>
        </pc:spChg>
        <pc:cxnChg chg="add del mod replST">
          <ac:chgData name="Rashmita Sarkar" userId="0ed1cceb-4df1-454c-99e5-4c56089bec8c" providerId="ADAL" clId="{080A3569-5BA1-497A-9AF1-4ADF380D420A}" dt="2024-01-18T09:34:36.282" v="1161"/>
          <ac:cxnSpMkLst>
            <pc:docMk/>
            <pc:sldMk cId="0" sldId="307"/>
            <ac:cxnSpMk id="2" creationId="{2D524523-4A71-0872-2960-AEA1AF7589BA}"/>
          </ac:cxnSpMkLst>
        </pc:cxnChg>
      </pc:sldChg>
      <pc:sldChg chg="addSp delSp modSp mod">
        <pc:chgData name="Rashmita Sarkar" userId="0ed1cceb-4df1-454c-99e5-4c56089bec8c" providerId="ADAL" clId="{080A3569-5BA1-497A-9AF1-4ADF380D420A}" dt="2024-01-18T09:34:40.160" v="1189"/>
        <pc:sldMkLst>
          <pc:docMk/>
          <pc:sldMk cId="0" sldId="308"/>
        </pc:sldMkLst>
        <pc:spChg chg="add mod">
          <ac:chgData name="Rashmita Sarkar" userId="0ed1cceb-4df1-454c-99e5-4c56089bec8c" providerId="ADAL" clId="{080A3569-5BA1-497A-9AF1-4ADF380D420A}" dt="2024-01-18T09:34:40.160" v="1187"/>
          <ac:spMkLst>
            <pc:docMk/>
            <pc:sldMk cId="0" sldId="308"/>
            <ac:spMk id="3" creationId="{6E3F9826-01A1-EF89-A3AE-5AC6E4808383}"/>
          </ac:spMkLst>
        </pc:spChg>
        <pc:cxnChg chg="add del mod replST">
          <ac:chgData name="Rashmita Sarkar" userId="0ed1cceb-4df1-454c-99e5-4c56089bec8c" providerId="ADAL" clId="{080A3569-5BA1-497A-9AF1-4ADF380D420A}" dt="2024-01-18T09:34:40.160" v="1189"/>
          <ac:cxnSpMkLst>
            <pc:docMk/>
            <pc:sldMk cId="0" sldId="308"/>
            <ac:cxnSpMk id="2" creationId="{15DBB1A5-E335-564F-FA21-63F254C68987}"/>
          </ac:cxnSpMkLst>
        </pc:cxnChg>
      </pc:sldChg>
      <pc:sldChg chg="addSp delSp modSp mod">
        <pc:chgData name="Rashmita Sarkar" userId="0ed1cceb-4df1-454c-99e5-4c56089bec8c" providerId="ADAL" clId="{080A3569-5BA1-497A-9AF1-4ADF380D420A}" dt="2024-01-18T09:34:45.048" v="1217"/>
        <pc:sldMkLst>
          <pc:docMk/>
          <pc:sldMk cId="0" sldId="309"/>
        </pc:sldMkLst>
        <pc:spChg chg="add mod">
          <ac:chgData name="Rashmita Sarkar" userId="0ed1cceb-4df1-454c-99e5-4c56089bec8c" providerId="ADAL" clId="{080A3569-5BA1-497A-9AF1-4ADF380D420A}" dt="2024-01-18T09:34:45.048" v="1215"/>
          <ac:spMkLst>
            <pc:docMk/>
            <pc:sldMk cId="0" sldId="309"/>
            <ac:spMk id="3" creationId="{01BD6D12-449C-2E2D-3DDB-DC0AA233CD53}"/>
          </ac:spMkLst>
        </pc:spChg>
        <pc:cxnChg chg="add del mod replST">
          <ac:chgData name="Rashmita Sarkar" userId="0ed1cceb-4df1-454c-99e5-4c56089bec8c" providerId="ADAL" clId="{080A3569-5BA1-497A-9AF1-4ADF380D420A}" dt="2024-01-18T09:34:45.048" v="1217"/>
          <ac:cxnSpMkLst>
            <pc:docMk/>
            <pc:sldMk cId="0" sldId="309"/>
            <ac:cxnSpMk id="2" creationId="{70482D78-FA2F-7E32-E1D4-4594B3FB4F85}"/>
          </ac:cxnSpMkLst>
        </pc:cxnChg>
      </pc:sldChg>
      <pc:sldChg chg="addSp delSp modSp mod">
        <pc:chgData name="Rashmita Sarkar" userId="0ed1cceb-4df1-454c-99e5-4c56089bec8c" providerId="ADAL" clId="{080A3569-5BA1-497A-9AF1-4ADF380D420A}" dt="2024-01-18T09:34:49.849" v="1245"/>
        <pc:sldMkLst>
          <pc:docMk/>
          <pc:sldMk cId="0" sldId="310"/>
        </pc:sldMkLst>
        <pc:spChg chg="add mod">
          <ac:chgData name="Rashmita Sarkar" userId="0ed1cceb-4df1-454c-99e5-4c56089bec8c" providerId="ADAL" clId="{080A3569-5BA1-497A-9AF1-4ADF380D420A}" dt="2024-01-18T09:34:49.848" v="1243"/>
          <ac:spMkLst>
            <pc:docMk/>
            <pc:sldMk cId="0" sldId="310"/>
            <ac:spMk id="3" creationId="{16427844-5362-45F9-8595-351107CA7CDB}"/>
          </ac:spMkLst>
        </pc:spChg>
        <pc:cxnChg chg="add del mod replST">
          <ac:chgData name="Rashmita Sarkar" userId="0ed1cceb-4df1-454c-99e5-4c56089bec8c" providerId="ADAL" clId="{080A3569-5BA1-497A-9AF1-4ADF380D420A}" dt="2024-01-18T09:34:49.849" v="1245"/>
          <ac:cxnSpMkLst>
            <pc:docMk/>
            <pc:sldMk cId="0" sldId="310"/>
            <ac:cxnSpMk id="2" creationId="{2261D106-C08F-47F6-C6AD-3AF53AC047CC}"/>
          </ac:cxnSpMkLst>
        </pc:cxnChg>
      </pc:sldChg>
      <pc:sldChg chg="addSp delSp modSp mod">
        <pc:chgData name="Rashmita Sarkar" userId="0ed1cceb-4df1-454c-99e5-4c56089bec8c" providerId="ADAL" clId="{080A3569-5BA1-497A-9AF1-4ADF380D420A}" dt="2024-01-18T09:34:54.082" v="1273"/>
        <pc:sldMkLst>
          <pc:docMk/>
          <pc:sldMk cId="0" sldId="311"/>
        </pc:sldMkLst>
        <pc:spChg chg="add mod">
          <ac:chgData name="Rashmita Sarkar" userId="0ed1cceb-4df1-454c-99e5-4c56089bec8c" providerId="ADAL" clId="{080A3569-5BA1-497A-9AF1-4ADF380D420A}" dt="2024-01-18T09:34:54.081" v="1271"/>
          <ac:spMkLst>
            <pc:docMk/>
            <pc:sldMk cId="0" sldId="311"/>
            <ac:spMk id="3" creationId="{FDD3CC43-1527-5535-9496-F76085668114}"/>
          </ac:spMkLst>
        </pc:spChg>
        <pc:cxnChg chg="add del mod replST">
          <ac:chgData name="Rashmita Sarkar" userId="0ed1cceb-4df1-454c-99e5-4c56089bec8c" providerId="ADAL" clId="{080A3569-5BA1-497A-9AF1-4ADF380D420A}" dt="2024-01-18T09:34:54.082" v="1273"/>
          <ac:cxnSpMkLst>
            <pc:docMk/>
            <pc:sldMk cId="0" sldId="311"/>
            <ac:cxnSpMk id="2" creationId="{0AEFA37E-B82C-1830-27F3-FD2D94416DAC}"/>
          </ac:cxnSpMkLst>
        </pc:cxnChg>
      </pc:sldChg>
      <pc:sldChg chg="addSp delSp modSp mod">
        <pc:chgData name="Rashmita Sarkar" userId="0ed1cceb-4df1-454c-99e5-4c56089bec8c" providerId="ADAL" clId="{080A3569-5BA1-497A-9AF1-4ADF380D420A}" dt="2024-01-18T09:34:58.817" v="1301"/>
        <pc:sldMkLst>
          <pc:docMk/>
          <pc:sldMk cId="0" sldId="312"/>
        </pc:sldMkLst>
        <pc:spChg chg="add mod">
          <ac:chgData name="Rashmita Sarkar" userId="0ed1cceb-4df1-454c-99e5-4c56089bec8c" providerId="ADAL" clId="{080A3569-5BA1-497A-9AF1-4ADF380D420A}" dt="2024-01-18T09:34:58.817" v="1299"/>
          <ac:spMkLst>
            <pc:docMk/>
            <pc:sldMk cId="0" sldId="312"/>
            <ac:spMk id="3" creationId="{039F92C1-7C49-92D9-D87F-E94A3FA51063}"/>
          </ac:spMkLst>
        </pc:spChg>
        <pc:cxnChg chg="add del mod replST">
          <ac:chgData name="Rashmita Sarkar" userId="0ed1cceb-4df1-454c-99e5-4c56089bec8c" providerId="ADAL" clId="{080A3569-5BA1-497A-9AF1-4ADF380D420A}" dt="2024-01-18T09:34:58.817" v="1301"/>
          <ac:cxnSpMkLst>
            <pc:docMk/>
            <pc:sldMk cId="0" sldId="312"/>
            <ac:cxnSpMk id="2" creationId="{B0BCD7E6-F829-CDF7-2D08-959175306CE0}"/>
          </ac:cxnSpMkLst>
        </pc:cxnChg>
      </pc:sldChg>
      <pc:sldChg chg="addSp delSp modSp mod">
        <pc:chgData name="Rashmita Sarkar" userId="0ed1cceb-4df1-454c-99e5-4c56089bec8c" providerId="ADAL" clId="{080A3569-5BA1-497A-9AF1-4ADF380D420A}" dt="2024-01-18T09:35:04.105" v="1329"/>
        <pc:sldMkLst>
          <pc:docMk/>
          <pc:sldMk cId="0" sldId="313"/>
        </pc:sldMkLst>
        <pc:spChg chg="add mod">
          <ac:chgData name="Rashmita Sarkar" userId="0ed1cceb-4df1-454c-99e5-4c56089bec8c" providerId="ADAL" clId="{080A3569-5BA1-497A-9AF1-4ADF380D420A}" dt="2024-01-18T09:35:04.105" v="1327"/>
          <ac:spMkLst>
            <pc:docMk/>
            <pc:sldMk cId="0" sldId="313"/>
            <ac:spMk id="3" creationId="{637A8D47-14F9-C12F-238B-8B403CD61E58}"/>
          </ac:spMkLst>
        </pc:spChg>
        <pc:cxnChg chg="add del mod replST">
          <ac:chgData name="Rashmita Sarkar" userId="0ed1cceb-4df1-454c-99e5-4c56089bec8c" providerId="ADAL" clId="{080A3569-5BA1-497A-9AF1-4ADF380D420A}" dt="2024-01-18T09:35:04.105" v="1329"/>
          <ac:cxnSpMkLst>
            <pc:docMk/>
            <pc:sldMk cId="0" sldId="313"/>
            <ac:cxnSpMk id="2" creationId="{6C11A404-2ADF-FA39-854D-882634F3CBEF}"/>
          </ac:cxnSpMkLst>
        </pc:cxnChg>
      </pc:sldChg>
      <pc:sldChg chg="addSp delSp modSp mod">
        <pc:chgData name="Rashmita Sarkar" userId="0ed1cceb-4df1-454c-99e5-4c56089bec8c" providerId="ADAL" clId="{080A3569-5BA1-497A-9AF1-4ADF380D420A}" dt="2024-01-18T09:35:09.250" v="1357"/>
        <pc:sldMkLst>
          <pc:docMk/>
          <pc:sldMk cId="0" sldId="314"/>
        </pc:sldMkLst>
        <pc:spChg chg="add mod">
          <ac:chgData name="Rashmita Sarkar" userId="0ed1cceb-4df1-454c-99e5-4c56089bec8c" providerId="ADAL" clId="{080A3569-5BA1-497A-9AF1-4ADF380D420A}" dt="2024-01-18T09:35:09.249" v="1355"/>
          <ac:spMkLst>
            <pc:docMk/>
            <pc:sldMk cId="0" sldId="314"/>
            <ac:spMk id="3" creationId="{D264D404-A301-CC01-D880-75595EE029B2}"/>
          </ac:spMkLst>
        </pc:spChg>
        <pc:cxnChg chg="add del mod replST">
          <ac:chgData name="Rashmita Sarkar" userId="0ed1cceb-4df1-454c-99e5-4c56089bec8c" providerId="ADAL" clId="{080A3569-5BA1-497A-9AF1-4ADF380D420A}" dt="2024-01-18T09:35:09.250" v="1357"/>
          <ac:cxnSpMkLst>
            <pc:docMk/>
            <pc:sldMk cId="0" sldId="314"/>
            <ac:cxnSpMk id="2" creationId="{E7402DC3-92B5-6631-D075-7A4E365A1CCA}"/>
          </ac:cxnSpMkLst>
        </pc:cxnChg>
      </pc:sldChg>
      <pc:sldChg chg="addSp delSp modSp mod">
        <pc:chgData name="Rashmita Sarkar" userId="0ed1cceb-4df1-454c-99e5-4c56089bec8c" providerId="ADAL" clId="{080A3569-5BA1-497A-9AF1-4ADF380D420A}" dt="2024-01-18T09:35:16.378" v="1385"/>
        <pc:sldMkLst>
          <pc:docMk/>
          <pc:sldMk cId="0" sldId="315"/>
        </pc:sldMkLst>
        <pc:spChg chg="add mod">
          <ac:chgData name="Rashmita Sarkar" userId="0ed1cceb-4df1-454c-99e5-4c56089bec8c" providerId="ADAL" clId="{080A3569-5BA1-497A-9AF1-4ADF380D420A}" dt="2024-01-18T09:35:16.377" v="1383"/>
          <ac:spMkLst>
            <pc:docMk/>
            <pc:sldMk cId="0" sldId="315"/>
            <ac:spMk id="3" creationId="{88F7B0AF-7948-542E-3E8E-2942954D27C0}"/>
          </ac:spMkLst>
        </pc:spChg>
        <pc:cxnChg chg="add del mod replST">
          <ac:chgData name="Rashmita Sarkar" userId="0ed1cceb-4df1-454c-99e5-4c56089bec8c" providerId="ADAL" clId="{080A3569-5BA1-497A-9AF1-4ADF380D420A}" dt="2024-01-18T09:35:16.378" v="1385"/>
          <ac:cxnSpMkLst>
            <pc:docMk/>
            <pc:sldMk cId="0" sldId="315"/>
            <ac:cxnSpMk id="2" creationId="{A78C4916-2CE3-EA87-17A7-E752CB4BEC21}"/>
          </ac:cxnSpMkLst>
        </pc:cxnChg>
      </pc:sldChg>
      <pc:sldChg chg="addSp delSp modSp mod">
        <pc:chgData name="Rashmita Sarkar" userId="0ed1cceb-4df1-454c-99e5-4c56089bec8c" providerId="ADAL" clId="{080A3569-5BA1-497A-9AF1-4ADF380D420A}" dt="2024-01-18T09:35:20.465" v="1413"/>
        <pc:sldMkLst>
          <pc:docMk/>
          <pc:sldMk cId="0" sldId="316"/>
        </pc:sldMkLst>
        <pc:spChg chg="add mod">
          <ac:chgData name="Rashmita Sarkar" userId="0ed1cceb-4df1-454c-99e5-4c56089bec8c" providerId="ADAL" clId="{080A3569-5BA1-497A-9AF1-4ADF380D420A}" dt="2024-01-18T09:35:20.464" v="1411"/>
          <ac:spMkLst>
            <pc:docMk/>
            <pc:sldMk cId="0" sldId="316"/>
            <ac:spMk id="3" creationId="{A881F723-4B34-AC40-3AE6-B3924D8F68EB}"/>
          </ac:spMkLst>
        </pc:spChg>
        <pc:cxnChg chg="add del mod replST">
          <ac:chgData name="Rashmita Sarkar" userId="0ed1cceb-4df1-454c-99e5-4c56089bec8c" providerId="ADAL" clId="{080A3569-5BA1-497A-9AF1-4ADF380D420A}" dt="2024-01-18T09:35:20.465" v="1413"/>
          <ac:cxnSpMkLst>
            <pc:docMk/>
            <pc:sldMk cId="0" sldId="316"/>
            <ac:cxnSpMk id="2" creationId="{6CA640F2-CFD4-0877-C2B1-B8DC8A80EA27}"/>
          </ac:cxnSpMkLst>
        </pc:cxnChg>
      </pc:sldChg>
      <pc:sldChg chg="addSp delSp modSp mod">
        <pc:chgData name="Rashmita Sarkar" userId="0ed1cceb-4df1-454c-99e5-4c56089bec8c" providerId="ADAL" clId="{080A3569-5BA1-497A-9AF1-4ADF380D420A}" dt="2024-01-18T09:35:24.922" v="1441"/>
        <pc:sldMkLst>
          <pc:docMk/>
          <pc:sldMk cId="0" sldId="317"/>
        </pc:sldMkLst>
        <pc:spChg chg="add mod">
          <ac:chgData name="Rashmita Sarkar" userId="0ed1cceb-4df1-454c-99e5-4c56089bec8c" providerId="ADAL" clId="{080A3569-5BA1-497A-9AF1-4ADF380D420A}" dt="2024-01-18T09:35:24.922" v="1439"/>
          <ac:spMkLst>
            <pc:docMk/>
            <pc:sldMk cId="0" sldId="317"/>
            <ac:spMk id="3" creationId="{7DE6776A-0DAD-1244-7DCC-6148FB2552B0}"/>
          </ac:spMkLst>
        </pc:spChg>
        <pc:cxnChg chg="add del mod replST">
          <ac:chgData name="Rashmita Sarkar" userId="0ed1cceb-4df1-454c-99e5-4c56089bec8c" providerId="ADAL" clId="{080A3569-5BA1-497A-9AF1-4ADF380D420A}" dt="2024-01-18T09:35:24.922" v="1441"/>
          <ac:cxnSpMkLst>
            <pc:docMk/>
            <pc:sldMk cId="0" sldId="317"/>
            <ac:cxnSpMk id="2" creationId="{CBABF9E4-89F7-9AF7-7934-B71EDF16B7EA}"/>
          </ac:cxnSpMkLst>
        </pc:cxnChg>
      </pc:sldChg>
      <pc:sldChg chg="addSp delSp modSp mod">
        <pc:chgData name="Rashmita Sarkar" userId="0ed1cceb-4df1-454c-99e5-4c56089bec8c" providerId="ADAL" clId="{080A3569-5BA1-497A-9AF1-4ADF380D420A}" dt="2024-01-18T09:35:28.977" v="1469"/>
        <pc:sldMkLst>
          <pc:docMk/>
          <pc:sldMk cId="0" sldId="318"/>
        </pc:sldMkLst>
        <pc:spChg chg="add mod">
          <ac:chgData name="Rashmita Sarkar" userId="0ed1cceb-4df1-454c-99e5-4c56089bec8c" providerId="ADAL" clId="{080A3569-5BA1-497A-9AF1-4ADF380D420A}" dt="2024-01-18T09:35:28.977" v="1467"/>
          <ac:spMkLst>
            <pc:docMk/>
            <pc:sldMk cId="0" sldId="318"/>
            <ac:spMk id="3" creationId="{456A0C21-9158-FE10-54FE-EB4F8D1D6DB5}"/>
          </ac:spMkLst>
        </pc:spChg>
        <pc:cxnChg chg="add del mod replST">
          <ac:chgData name="Rashmita Sarkar" userId="0ed1cceb-4df1-454c-99e5-4c56089bec8c" providerId="ADAL" clId="{080A3569-5BA1-497A-9AF1-4ADF380D420A}" dt="2024-01-18T09:35:28.977" v="1469"/>
          <ac:cxnSpMkLst>
            <pc:docMk/>
            <pc:sldMk cId="0" sldId="318"/>
            <ac:cxnSpMk id="2" creationId="{8888D38C-62E0-736D-B2E8-223D3D876E9C}"/>
          </ac:cxnSpMkLst>
        </pc:cxnChg>
      </pc:sldChg>
      <pc:sldChg chg="addSp delSp modSp mod">
        <pc:chgData name="Rashmita Sarkar" userId="0ed1cceb-4df1-454c-99e5-4c56089bec8c" providerId="ADAL" clId="{080A3569-5BA1-497A-9AF1-4ADF380D420A}" dt="2024-01-18T09:35:33.537" v="1497"/>
        <pc:sldMkLst>
          <pc:docMk/>
          <pc:sldMk cId="0" sldId="320"/>
        </pc:sldMkLst>
        <pc:spChg chg="add mod">
          <ac:chgData name="Rashmita Sarkar" userId="0ed1cceb-4df1-454c-99e5-4c56089bec8c" providerId="ADAL" clId="{080A3569-5BA1-497A-9AF1-4ADF380D420A}" dt="2024-01-18T09:35:33.537" v="1495"/>
          <ac:spMkLst>
            <pc:docMk/>
            <pc:sldMk cId="0" sldId="320"/>
            <ac:spMk id="3" creationId="{07D2BCA7-F855-829C-0F87-E275C330D56F}"/>
          </ac:spMkLst>
        </pc:spChg>
        <pc:cxnChg chg="add del mod replST">
          <ac:chgData name="Rashmita Sarkar" userId="0ed1cceb-4df1-454c-99e5-4c56089bec8c" providerId="ADAL" clId="{080A3569-5BA1-497A-9AF1-4ADF380D420A}" dt="2024-01-18T09:35:33.537" v="1497"/>
          <ac:cxnSpMkLst>
            <pc:docMk/>
            <pc:sldMk cId="0" sldId="320"/>
            <ac:cxnSpMk id="2" creationId="{5BD00C5E-19D9-9074-4CCC-ADE7A120B256}"/>
          </ac:cxnSpMkLst>
        </pc:cxnChg>
      </pc:sldChg>
      <pc:sldChg chg="addSp delSp modSp mod">
        <pc:chgData name="Rashmita Sarkar" userId="0ed1cceb-4df1-454c-99e5-4c56089bec8c" providerId="ADAL" clId="{080A3569-5BA1-497A-9AF1-4ADF380D420A}" dt="2024-01-18T09:35:36.899" v="1525"/>
        <pc:sldMkLst>
          <pc:docMk/>
          <pc:sldMk cId="0" sldId="321"/>
        </pc:sldMkLst>
        <pc:spChg chg="add mod">
          <ac:chgData name="Rashmita Sarkar" userId="0ed1cceb-4df1-454c-99e5-4c56089bec8c" providerId="ADAL" clId="{080A3569-5BA1-497A-9AF1-4ADF380D420A}" dt="2024-01-18T09:35:36.898" v="1523"/>
          <ac:spMkLst>
            <pc:docMk/>
            <pc:sldMk cId="0" sldId="321"/>
            <ac:spMk id="3" creationId="{ED59ED63-DC6E-ACB2-4B9E-F6CF746FC442}"/>
          </ac:spMkLst>
        </pc:spChg>
        <pc:cxnChg chg="add del mod replST">
          <ac:chgData name="Rashmita Sarkar" userId="0ed1cceb-4df1-454c-99e5-4c56089bec8c" providerId="ADAL" clId="{080A3569-5BA1-497A-9AF1-4ADF380D420A}" dt="2024-01-18T09:35:36.899" v="1525"/>
          <ac:cxnSpMkLst>
            <pc:docMk/>
            <pc:sldMk cId="0" sldId="321"/>
            <ac:cxnSpMk id="2" creationId="{7E6DD72B-ACD0-B597-770E-50BD5EFC4E30}"/>
          </ac:cxnSpMkLst>
        </pc:cxnChg>
      </pc:sldChg>
    </pc:docChg>
  </pc:docChgLst>
  <pc:docChgLst>
    <pc:chgData name="Vishnu Shanthakumar" userId="fb93e2ee-9c21-475b-bcec-87cb2b6c7957" providerId="ADAL" clId="{14EB7E57-8184-4DC5-8394-0B28B9E39E25}"/>
    <pc:docChg chg="undo custSel modSld modMainMaster">
      <pc:chgData name="Vishnu Shanthakumar" userId="fb93e2ee-9c21-475b-bcec-87cb2b6c7957" providerId="ADAL" clId="{14EB7E57-8184-4DC5-8394-0B28B9E39E25}" dt="2024-01-25T06:33:23.571" v="2154" actId="1037"/>
      <pc:docMkLst>
        <pc:docMk/>
      </pc:docMkLst>
      <pc:sldChg chg="addSp delSp modSp mod modClrScheme chgLayout">
        <pc:chgData name="Vishnu Shanthakumar" userId="fb93e2ee-9c21-475b-bcec-87cb2b6c7957" providerId="ADAL" clId="{14EB7E57-8184-4DC5-8394-0B28B9E39E25}" dt="2024-01-08T07:53:49.991" v="3" actId="242"/>
        <pc:sldMkLst>
          <pc:docMk/>
          <pc:sldMk cId="0" sldId="256"/>
        </pc:sldMkLst>
        <pc:spChg chg="add del mod">
          <ac:chgData name="Vishnu Shanthakumar" userId="fb93e2ee-9c21-475b-bcec-87cb2b6c7957" providerId="ADAL" clId="{14EB7E57-8184-4DC5-8394-0B28B9E39E25}" dt="2024-01-08T07:53:46.414" v="2" actId="6264"/>
          <ac:spMkLst>
            <pc:docMk/>
            <pc:sldMk cId="0" sldId="256"/>
            <ac:spMk id="2" creationId="{920DFE17-C766-A27C-4178-D9AC310FFA74}"/>
          </ac:spMkLst>
        </pc:spChg>
        <pc:spChg chg="mod ord">
          <ac:chgData name="Vishnu Shanthakumar" userId="fb93e2ee-9c21-475b-bcec-87cb2b6c7957" providerId="ADAL" clId="{14EB7E57-8184-4DC5-8394-0B28B9E39E25}" dt="2024-01-08T07:53:49.991" v="3" actId="242"/>
          <ac:spMkLst>
            <pc:docMk/>
            <pc:sldMk cId="0" sldId="256"/>
            <ac:spMk id="144" creationId="{00000000-0000-0000-0000-000000000000}"/>
          </ac:spMkLst>
        </pc:spChg>
      </pc:sldChg>
      <pc:sldChg chg="addSp delSp modSp mod modClrScheme chgLayout">
        <pc:chgData name="Vishnu Shanthakumar" userId="fb93e2ee-9c21-475b-bcec-87cb2b6c7957" providerId="ADAL" clId="{14EB7E57-8184-4DC5-8394-0B28B9E39E25}" dt="2024-01-08T07:54:06.563" v="6" actId="242"/>
        <pc:sldMkLst>
          <pc:docMk/>
          <pc:sldMk cId="0" sldId="257"/>
        </pc:sldMkLst>
        <pc:spChg chg="add del mod">
          <ac:chgData name="Vishnu Shanthakumar" userId="fb93e2ee-9c21-475b-bcec-87cb2b6c7957" providerId="ADAL" clId="{14EB7E57-8184-4DC5-8394-0B28B9E39E25}" dt="2024-01-08T07:54:02.920" v="5" actId="6264"/>
          <ac:spMkLst>
            <pc:docMk/>
            <pc:sldMk cId="0" sldId="257"/>
            <ac:spMk id="2" creationId="{7E2121D8-3981-301B-45C9-6A316D367CAA}"/>
          </ac:spMkLst>
        </pc:spChg>
        <pc:spChg chg="mod ord">
          <ac:chgData name="Vishnu Shanthakumar" userId="fb93e2ee-9c21-475b-bcec-87cb2b6c7957" providerId="ADAL" clId="{14EB7E57-8184-4DC5-8394-0B28B9E39E25}" dt="2024-01-08T07:54:06.563" v="6" actId="242"/>
          <ac:spMkLst>
            <pc:docMk/>
            <pc:sldMk cId="0" sldId="257"/>
            <ac:spMk id="149" creationId="{00000000-0000-0000-0000-000000000000}"/>
          </ac:spMkLst>
        </pc:spChg>
      </pc:sldChg>
      <pc:sldChg chg="addSp delSp modSp mod modClrScheme chgLayout">
        <pc:chgData name="Vishnu Shanthakumar" userId="fb93e2ee-9c21-475b-bcec-87cb2b6c7957" providerId="ADAL" clId="{14EB7E57-8184-4DC5-8394-0B28B9E39E25}" dt="2024-01-25T06:32:41.665" v="2109" actId="1036"/>
        <pc:sldMkLst>
          <pc:docMk/>
          <pc:sldMk cId="0" sldId="258"/>
        </pc:sldMkLst>
        <pc:spChg chg="add del mod ord">
          <ac:chgData name="Vishnu Shanthakumar" userId="fb93e2ee-9c21-475b-bcec-87cb2b6c7957" providerId="ADAL" clId="{14EB7E57-8184-4DC5-8394-0B28B9E39E25}" dt="2024-01-08T07:54:40.829" v="8" actId="478"/>
          <ac:spMkLst>
            <pc:docMk/>
            <pc:sldMk cId="0" sldId="258"/>
            <ac:spMk id="2" creationId="{462467A6-FF70-E901-7F6D-610E5CC7F579}"/>
          </ac:spMkLst>
        </pc:spChg>
        <pc:spChg chg="add del mod ord">
          <ac:chgData name="Vishnu Shanthakumar" userId="fb93e2ee-9c21-475b-bcec-87cb2b6c7957" providerId="ADAL" clId="{14EB7E57-8184-4DC5-8394-0B28B9E39E25}" dt="2024-01-08T07:54:40.829" v="8" actId="478"/>
          <ac:spMkLst>
            <pc:docMk/>
            <pc:sldMk cId="0" sldId="258"/>
            <ac:spMk id="3" creationId="{6AEE8CB8-1B85-B189-C621-304CAA6B04BB}"/>
          </ac:spMkLst>
        </pc:spChg>
        <pc:spChg chg="mod ord">
          <ac:chgData name="Vishnu Shanthakumar" userId="fb93e2ee-9c21-475b-bcec-87cb2b6c7957" providerId="ADAL" clId="{14EB7E57-8184-4DC5-8394-0B28B9E39E25}" dt="2024-01-08T07:55:03.919" v="15" actId="1076"/>
          <ac:spMkLst>
            <pc:docMk/>
            <pc:sldMk cId="0" sldId="258"/>
            <ac:spMk id="154" creationId="{00000000-0000-0000-0000-000000000000}"/>
          </ac:spMkLst>
        </pc:spChg>
        <pc:spChg chg="mod ord">
          <ac:chgData name="Vishnu Shanthakumar" userId="fb93e2ee-9c21-475b-bcec-87cb2b6c7957" providerId="ADAL" clId="{14EB7E57-8184-4DC5-8394-0B28B9E39E25}" dt="2024-01-08T11:20:23.443" v="1959" actId="12789"/>
          <ac:spMkLst>
            <pc:docMk/>
            <pc:sldMk cId="0" sldId="258"/>
            <ac:spMk id="155" creationId="{00000000-0000-0000-0000-000000000000}"/>
          </ac:spMkLst>
        </pc:spChg>
        <pc:spChg chg="mod">
          <ac:chgData name="Vishnu Shanthakumar" userId="fb93e2ee-9c21-475b-bcec-87cb2b6c7957" providerId="ADAL" clId="{14EB7E57-8184-4DC5-8394-0B28B9E39E25}" dt="2024-01-08T11:20:38.079" v="1961" actId="12789"/>
          <ac:spMkLst>
            <pc:docMk/>
            <pc:sldMk cId="0" sldId="258"/>
            <ac:spMk id="159" creationId="{00000000-0000-0000-0000-000000000000}"/>
          </ac:spMkLst>
        </pc:spChg>
        <pc:picChg chg="mod">
          <ac:chgData name="Vishnu Shanthakumar" userId="fb93e2ee-9c21-475b-bcec-87cb2b6c7957" providerId="ADAL" clId="{14EB7E57-8184-4DC5-8394-0B28B9E39E25}" dt="2024-01-25T06:32:41.665" v="2109" actId="1036"/>
          <ac:picMkLst>
            <pc:docMk/>
            <pc:sldMk cId="0" sldId="258"/>
            <ac:picMk id="156" creationId="{00000000-0000-0000-0000-000000000000}"/>
          </ac:picMkLst>
        </pc:picChg>
        <pc:picChg chg="mod">
          <ac:chgData name="Vishnu Shanthakumar" userId="fb93e2ee-9c21-475b-bcec-87cb2b6c7957" providerId="ADAL" clId="{14EB7E57-8184-4DC5-8394-0B28B9E39E25}" dt="2024-01-25T06:32:41.665" v="2109" actId="1036"/>
          <ac:picMkLst>
            <pc:docMk/>
            <pc:sldMk cId="0" sldId="258"/>
            <ac:picMk id="157" creationId="{00000000-0000-0000-0000-000000000000}"/>
          </ac:picMkLst>
        </pc:picChg>
        <pc:picChg chg="mod">
          <ac:chgData name="Vishnu Shanthakumar" userId="fb93e2ee-9c21-475b-bcec-87cb2b6c7957" providerId="ADAL" clId="{14EB7E57-8184-4DC5-8394-0B28B9E39E25}" dt="2024-01-25T06:32:41.665" v="2109" actId="1036"/>
          <ac:picMkLst>
            <pc:docMk/>
            <pc:sldMk cId="0" sldId="258"/>
            <ac:picMk id="158" creationId="{00000000-0000-0000-0000-000000000000}"/>
          </ac:picMkLst>
        </pc:picChg>
      </pc:sldChg>
      <pc:sldChg chg="addSp delSp modSp mod modClrScheme chgLayout">
        <pc:chgData name="Vishnu Shanthakumar" userId="fb93e2ee-9c21-475b-bcec-87cb2b6c7957" providerId="ADAL" clId="{14EB7E57-8184-4DC5-8394-0B28B9E39E25}" dt="2024-01-08T09:19:17.815" v="31" actId="242"/>
        <pc:sldMkLst>
          <pc:docMk/>
          <pc:sldMk cId="0" sldId="259"/>
        </pc:sldMkLst>
        <pc:spChg chg="add del mod">
          <ac:chgData name="Vishnu Shanthakumar" userId="fb93e2ee-9c21-475b-bcec-87cb2b6c7957" providerId="ADAL" clId="{14EB7E57-8184-4DC5-8394-0B28B9E39E25}" dt="2024-01-08T09:19:13.632" v="30" actId="6264"/>
          <ac:spMkLst>
            <pc:docMk/>
            <pc:sldMk cId="0" sldId="259"/>
            <ac:spMk id="2" creationId="{847E0F65-7BD5-E597-CC50-39646A744B64}"/>
          </ac:spMkLst>
        </pc:spChg>
        <pc:spChg chg="mod ord">
          <ac:chgData name="Vishnu Shanthakumar" userId="fb93e2ee-9c21-475b-bcec-87cb2b6c7957" providerId="ADAL" clId="{14EB7E57-8184-4DC5-8394-0B28B9E39E25}" dt="2024-01-08T09:19:17.815" v="31" actId="242"/>
          <ac:spMkLst>
            <pc:docMk/>
            <pc:sldMk cId="0" sldId="259"/>
            <ac:spMk id="164" creationId="{00000000-0000-0000-0000-000000000000}"/>
          </ac:spMkLst>
        </pc:spChg>
      </pc:sldChg>
      <pc:sldChg chg="addSp delSp modSp mod modClrScheme chgLayout">
        <pc:chgData name="Vishnu Shanthakumar" userId="fb93e2ee-9c21-475b-bcec-87cb2b6c7957" providerId="ADAL" clId="{14EB7E57-8184-4DC5-8394-0B28B9E39E25}" dt="2024-01-08T11:21:02.268" v="1962" actId="14100"/>
        <pc:sldMkLst>
          <pc:docMk/>
          <pc:sldMk cId="0" sldId="260"/>
        </pc:sldMkLst>
        <pc:spChg chg="add del mod ord">
          <ac:chgData name="Vishnu Shanthakumar" userId="fb93e2ee-9c21-475b-bcec-87cb2b6c7957" providerId="ADAL" clId="{14EB7E57-8184-4DC5-8394-0B28B9E39E25}" dt="2024-01-08T09:21:39.642" v="35" actId="478"/>
          <ac:spMkLst>
            <pc:docMk/>
            <pc:sldMk cId="0" sldId="260"/>
            <ac:spMk id="2" creationId="{2EEADA77-6369-DB02-C9F8-00006B6B8791}"/>
          </ac:spMkLst>
        </pc:spChg>
        <pc:spChg chg="add del mod ord">
          <ac:chgData name="Vishnu Shanthakumar" userId="fb93e2ee-9c21-475b-bcec-87cb2b6c7957" providerId="ADAL" clId="{14EB7E57-8184-4DC5-8394-0B28B9E39E25}" dt="2024-01-08T09:21:39.642" v="35" actId="478"/>
          <ac:spMkLst>
            <pc:docMk/>
            <pc:sldMk cId="0" sldId="260"/>
            <ac:spMk id="3" creationId="{6EEF9886-B82F-4347-6B80-EBD5701F788B}"/>
          </ac:spMkLst>
        </pc:spChg>
        <pc:spChg chg="mod ord">
          <ac:chgData name="Vishnu Shanthakumar" userId="fb93e2ee-9c21-475b-bcec-87cb2b6c7957" providerId="ADAL" clId="{14EB7E57-8184-4DC5-8394-0B28B9E39E25}" dt="2024-01-08T09:20:20.288" v="32" actId="700"/>
          <ac:spMkLst>
            <pc:docMk/>
            <pc:sldMk cId="0" sldId="260"/>
            <ac:spMk id="169" creationId="{00000000-0000-0000-0000-000000000000}"/>
          </ac:spMkLst>
        </pc:spChg>
        <pc:spChg chg="mod">
          <ac:chgData name="Vishnu Shanthakumar" userId="fb93e2ee-9c21-475b-bcec-87cb2b6c7957" providerId="ADAL" clId="{14EB7E57-8184-4DC5-8394-0B28B9E39E25}" dt="2024-01-08T11:21:02.268" v="1962" actId="14100"/>
          <ac:spMkLst>
            <pc:docMk/>
            <pc:sldMk cId="0" sldId="260"/>
            <ac:spMk id="170" creationId="{00000000-0000-0000-0000-000000000000}"/>
          </ac:spMkLst>
        </pc:spChg>
      </pc:sldChg>
      <pc:sldChg chg="addSp delSp modSp mod modClrScheme chgLayout">
        <pc:chgData name="Vishnu Shanthakumar" userId="fb93e2ee-9c21-475b-bcec-87cb2b6c7957" providerId="ADAL" clId="{14EB7E57-8184-4DC5-8394-0B28B9E39E25}" dt="2024-01-08T09:35:51.958" v="124" actId="1035"/>
        <pc:sldMkLst>
          <pc:docMk/>
          <pc:sldMk cId="0" sldId="261"/>
        </pc:sldMkLst>
        <pc:spChg chg="add del mod ord">
          <ac:chgData name="Vishnu Shanthakumar" userId="fb93e2ee-9c21-475b-bcec-87cb2b6c7957" providerId="ADAL" clId="{14EB7E57-8184-4DC5-8394-0B28B9E39E25}" dt="2024-01-08T09:21:59.832" v="40" actId="478"/>
          <ac:spMkLst>
            <pc:docMk/>
            <pc:sldMk cId="0" sldId="261"/>
            <ac:spMk id="2" creationId="{5D80E434-7705-AF4F-7469-CB9A1395DFDE}"/>
          </ac:spMkLst>
        </pc:spChg>
        <pc:spChg chg="add del mod ord">
          <ac:chgData name="Vishnu Shanthakumar" userId="fb93e2ee-9c21-475b-bcec-87cb2b6c7957" providerId="ADAL" clId="{14EB7E57-8184-4DC5-8394-0B28B9E39E25}" dt="2024-01-08T09:21:59.832" v="40" actId="478"/>
          <ac:spMkLst>
            <pc:docMk/>
            <pc:sldMk cId="0" sldId="261"/>
            <ac:spMk id="3" creationId="{E2BB7453-CE8D-EA18-D8D7-4128A2B7BDF2}"/>
          </ac:spMkLst>
        </pc:spChg>
        <pc:spChg chg="mod">
          <ac:chgData name="Vishnu Shanthakumar" userId="fb93e2ee-9c21-475b-bcec-87cb2b6c7957" providerId="ADAL" clId="{14EB7E57-8184-4DC5-8394-0B28B9E39E25}" dt="2024-01-08T09:28:19.233" v="58" actId="1036"/>
          <ac:spMkLst>
            <pc:docMk/>
            <pc:sldMk cId="0" sldId="261"/>
            <ac:spMk id="214" creationId="{00000000-0000-0000-0000-000000000000}"/>
          </ac:spMkLst>
        </pc:spChg>
        <pc:spChg chg="mod ord">
          <ac:chgData name="Vishnu Shanthakumar" userId="fb93e2ee-9c21-475b-bcec-87cb2b6c7957" providerId="ADAL" clId="{14EB7E57-8184-4DC5-8394-0B28B9E39E25}" dt="2024-01-08T09:20:20.288" v="32" actId="700"/>
          <ac:spMkLst>
            <pc:docMk/>
            <pc:sldMk cId="0" sldId="261"/>
            <ac:spMk id="215" creationId="{00000000-0000-0000-0000-000000000000}"/>
          </ac:spMkLst>
        </pc:spChg>
        <pc:spChg chg="mod">
          <ac:chgData name="Vishnu Shanthakumar" userId="fb93e2ee-9c21-475b-bcec-87cb2b6c7957" providerId="ADAL" clId="{14EB7E57-8184-4DC5-8394-0B28B9E39E25}" dt="2024-01-08T09:31:56.809" v="77" actId="165"/>
          <ac:spMkLst>
            <pc:docMk/>
            <pc:sldMk cId="0" sldId="261"/>
            <ac:spMk id="218" creationId="{00000000-0000-0000-0000-000000000000}"/>
          </ac:spMkLst>
        </pc:spChg>
        <pc:spChg chg="mod">
          <ac:chgData name="Vishnu Shanthakumar" userId="fb93e2ee-9c21-475b-bcec-87cb2b6c7957" providerId="ADAL" clId="{14EB7E57-8184-4DC5-8394-0B28B9E39E25}" dt="2024-01-08T09:31:56.809" v="77" actId="165"/>
          <ac:spMkLst>
            <pc:docMk/>
            <pc:sldMk cId="0" sldId="261"/>
            <ac:spMk id="219" creationId="{00000000-0000-0000-0000-000000000000}"/>
          </ac:spMkLst>
        </pc:spChg>
        <pc:spChg chg="mod">
          <ac:chgData name="Vishnu Shanthakumar" userId="fb93e2ee-9c21-475b-bcec-87cb2b6c7957" providerId="ADAL" clId="{14EB7E57-8184-4DC5-8394-0B28B9E39E25}" dt="2024-01-08T09:31:56.809" v="77" actId="165"/>
          <ac:spMkLst>
            <pc:docMk/>
            <pc:sldMk cId="0" sldId="261"/>
            <ac:spMk id="220" creationId="{00000000-0000-0000-0000-000000000000}"/>
          </ac:spMkLst>
        </pc:spChg>
        <pc:spChg chg="mod">
          <ac:chgData name="Vishnu Shanthakumar" userId="fb93e2ee-9c21-475b-bcec-87cb2b6c7957" providerId="ADAL" clId="{14EB7E57-8184-4DC5-8394-0B28B9E39E25}" dt="2024-01-08T09:31:56.809" v="77" actId="165"/>
          <ac:spMkLst>
            <pc:docMk/>
            <pc:sldMk cId="0" sldId="261"/>
            <ac:spMk id="223" creationId="{00000000-0000-0000-0000-000000000000}"/>
          </ac:spMkLst>
        </pc:spChg>
        <pc:grpChg chg="add mod topLvl">
          <ac:chgData name="Vishnu Shanthakumar" userId="fb93e2ee-9c21-475b-bcec-87cb2b6c7957" providerId="ADAL" clId="{14EB7E57-8184-4DC5-8394-0B28B9E39E25}" dt="2024-01-08T09:32:32.976" v="80" actId="555"/>
          <ac:grpSpMkLst>
            <pc:docMk/>
            <pc:sldMk cId="0" sldId="261"/>
            <ac:grpSpMk id="4" creationId="{CBB1D795-93A6-1BC8-9F88-01BC5A2A6431}"/>
          </ac:grpSpMkLst>
        </pc:grpChg>
        <pc:grpChg chg="add mod topLvl">
          <ac:chgData name="Vishnu Shanthakumar" userId="fb93e2ee-9c21-475b-bcec-87cb2b6c7957" providerId="ADAL" clId="{14EB7E57-8184-4DC5-8394-0B28B9E39E25}" dt="2024-01-08T09:32:32.976" v="80" actId="555"/>
          <ac:grpSpMkLst>
            <pc:docMk/>
            <pc:sldMk cId="0" sldId="261"/>
            <ac:grpSpMk id="5" creationId="{9BF5B325-3A4B-D71D-2754-2D1F7D5A487C}"/>
          </ac:grpSpMkLst>
        </pc:grpChg>
        <pc:grpChg chg="add mod topLvl">
          <ac:chgData name="Vishnu Shanthakumar" userId="fb93e2ee-9c21-475b-bcec-87cb2b6c7957" providerId="ADAL" clId="{14EB7E57-8184-4DC5-8394-0B28B9E39E25}" dt="2024-01-08T09:32:32.976" v="80" actId="555"/>
          <ac:grpSpMkLst>
            <pc:docMk/>
            <pc:sldMk cId="0" sldId="261"/>
            <ac:grpSpMk id="6" creationId="{1C9B4CCE-FBC1-BC78-0D3C-CEFB0301E2A2}"/>
          </ac:grpSpMkLst>
        </pc:grpChg>
        <pc:grpChg chg="add del mod">
          <ac:chgData name="Vishnu Shanthakumar" userId="fb93e2ee-9c21-475b-bcec-87cb2b6c7957" providerId="ADAL" clId="{14EB7E57-8184-4DC5-8394-0B28B9E39E25}" dt="2024-01-08T09:31:56.809" v="77" actId="165"/>
          <ac:grpSpMkLst>
            <pc:docMk/>
            <pc:sldMk cId="0" sldId="261"/>
            <ac:grpSpMk id="7" creationId="{B95AB707-2D3A-FBD8-47D5-E85C8B39DFDD}"/>
          </ac:grpSpMkLst>
        </pc:grpChg>
        <pc:grpChg chg="mod">
          <ac:chgData name="Vishnu Shanthakumar" userId="fb93e2ee-9c21-475b-bcec-87cb2b6c7957" providerId="ADAL" clId="{14EB7E57-8184-4DC5-8394-0B28B9E39E25}" dt="2024-01-08T09:31:56.809" v="77" actId="165"/>
          <ac:grpSpMkLst>
            <pc:docMk/>
            <pc:sldMk cId="0" sldId="261"/>
            <ac:grpSpMk id="222" creationId="{00000000-0000-0000-0000-000000000000}"/>
          </ac:grpSpMkLst>
        </pc:grpChg>
        <pc:picChg chg="mod">
          <ac:chgData name="Vishnu Shanthakumar" userId="fb93e2ee-9c21-475b-bcec-87cb2b6c7957" providerId="ADAL" clId="{14EB7E57-8184-4DC5-8394-0B28B9E39E25}" dt="2024-01-08T09:31:56.809" v="77" actId="165"/>
          <ac:picMkLst>
            <pc:docMk/>
            <pc:sldMk cId="0" sldId="261"/>
            <ac:picMk id="216" creationId="{00000000-0000-0000-0000-000000000000}"/>
          </ac:picMkLst>
        </pc:picChg>
        <pc:picChg chg="mod">
          <ac:chgData name="Vishnu Shanthakumar" userId="fb93e2ee-9c21-475b-bcec-87cb2b6c7957" providerId="ADAL" clId="{14EB7E57-8184-4DC5-8394-0B28B9E39E25}" dt="2024-01-08T09:31:56.809" v="77" actId="165"/>
          <ac:picMkLst>
            <pc:docMk/>
            <pc:sldMk cId="0" sldId="261"/>
            <ac:picMk id="217" creationId="{00000000-0000-0000-0000-000000000000}"/>
          </ac:picMkLst>
        </pc:picChg>
        <pc:picChg chg="mod">
          <ac:chgData name="Vishnu Shanthakumar" userId="fb93e2ee-9c21-475b-bcec-87cb2b6c7957" providerId="ADAL" clId="{14EB7E57-8184-4DC5-8394-0B28B9E39E25}" dt="2024-01-08T09:35:51.958" v="124" actId="1035"/>
          <ac:picMkLst>
            <pc:docMk/>
            <pc:sldMk cId="0" sldId="261"/>
            <ac:picMk id="221" creationId="{00000000-0000-0000-0000-000000000000}"/>
          </ac:picMkLst>
        </pc:picChg>
        <pc:picChg chg="mod">
          <ac:chgData name="Vishnu Shanthakumar" userId="fb93e2ee-9c21-475b-bcec-87cb2b6c7957" providerId="ADAL" clId="{14EB7E57-8184-4DC5-8394-0B28B9E39E25}" dt="2024-01-08T09:31:56.809" v="77" actId="165"/>
          <ac:picMkLst>
            <pc:docMk/>
            <pc:sldMk cId="0" sldId="261"/>
            <ac:picMk id="224" creationId="{00000000-0000-0000-0000-000000000000}"/>
          </ac:picMkLst>
        </pc:picChg>
      </pc:sldChg>
      <pc:sldChg chg="addSp delSp modSp mod modClrScheme chgLayout">
        <pc:chgData name="Vishnu Shanthakumar" userId="fb93e2ee-9c21-475b-bcec-87cb2b6c7957" providerId="ADAL" clId="{14EB7E57-8184-4DC5-8394-0B28B9E39E25}" dt="2024-01-08T09:35:35.116" v="122" actId="465"/>
        <pc:sldMkLst>
          <pc:docMk/>
          <pc:sldMk cId="0" sldId="262"/>
        </pc:sldMkLst>
        <pc:spChg chg="add del mod ord">
          <ac:chgData name="Vishnu Shanthakumar" userId="fb93e2ee-9c21-475b-bcec-87cb2b6c7957" providerId="ADAL" clId="{14EB7E57-8184-4DC5-8394-0B28B9E39E25}" dt="2024-01-08T09:33:16.233" v="83" actId="478"/>
          <ac:spMkLst>
            <pc:docMk/>
            <pc:sldMk cId="0" sldId="262"/>
            <ac:spMk id="2" creationId="{C6292659-1B68-B585-57F1-9FC568468273}"/>
          </ac:spMkLst>
        </pc:spChg>
        <pc:spChg chg="add del mod ord">
          <ac:chgData name="Vishnu Shanthakumar" userId="fb93e2ee-9c21-475b-bcec-87cb2b6c7957" providerId="ADAL" clId="{14EB7E57-8184-4DC5-8394-0B28B9E39E25}" dt="2024-01-08T09:33:16.233" v="83" actId="478"/>
          <ac:spMkLst>
            <pc:docMk/>
            <pc:sldMk cId="0" sldId="262"/>
            <ac:spMk id="3" creationId="{E1CD2F36-027D-C22B-EBA7-B386A7258D67}"/>
          </ac:spMkLst>
        </pc:spChg>
        <pc:spChg chg="mod ord">
          <ac:chgData name="Vishnu Shanthakumar" userId="fb93e2ee-9c21-475b-bcec-87cb2b6c7957" providerId="ADAL" clId="{14EB7E57-8184-4DC5-8394-0B28B9E39E25}" dt="2024-01-08T09:20:20.288" v="32" actId="700"/>
          <ac:spMkLst>
            <pc:docMk/>
            <pc:sldMk cId="0" sldId="262"/>
            <ac:spMk id="230" creationId="{00000000-0000-0000-0000-000000000000}"/>
          </ac:spMkLst>
        </pc:spChg>
        <pc:spChg chg="add del mod topLvl">
          <ac:chgData name="Vishnu Shanthakumar" userId="fb93e2ee-9c21-475b-bcec-87cb2b6c7957" providerId="ADAL" clId="{14EB7E57-8184-4DC5-8394-0B28B9E39E25}" dt="2024-01-08T09:35:26.444" v="121" actId="165"/>
          <ac:spMkLst>
            <pc:docMk/>
            <pc:sldMk cId="0" sldId="262"/>
            <ac:spMk id="231" creationId="{00000000-0000-0000-0000-000000000000}"/>
          </ac:spMkLst>
        </pc:spChg>
        <pc:spChg chg="mod topLvl">
          <ac:chgData name="Vishnu Shanthakumar" userId="fb93e2ee-9c21-475b-bcec-87cb2b6c7957" providerId="ADAL" clId="{14EB7E57-8184-4DC5-8394-0B28B9E39E25}" dt="2024-01-08T09:35:35.116" v="122" actId="465"/>
          <ac:spMkLst>
            <pc:docMk/>
            <pc:sldMk cId="0" sldId="262"/>
            <ac:spMk id="232" creationId="{00000000-0000-0000-0000-000000000000}"/>
          </ac:spMkLst>
        </pc:spChg>
        <pc:spChg chg="mod topLvl">
          <ac:chgData name="Vishnu Shanthakumar" userId="fb93e2ee-9c21-475b-bcec-87cb2b6c7957" providerId="ADAL" clId="{14EB7E57-8184-4DC5-8394-0B28B9E39E25}" dt="2024-01-08T09:35:35.116" v="122" actId="465"/>
          <ac:spMkLst>
            <pc:docMk/>
            <pc:sldMk cId="0" sldId="262"/>
            <ac:spMk id="233" creationId="{00000000-0000-0000-0000-000000000000}"/>
          </ac:spMkLst>
        </pc:spChg>
        <pc:spChg chg="mod topLvl">
          <ac:chgData name="Vishnu Shanthakumar" userId="fb93e2ee-9c21-475b-bcec-87cb2b6c7957" providerId="ADAL" clId="{14EB7E57-8184-4DC5-8394-0B28B9E39E25}" dt="2024-01-08T09:35:35.116" v="122" actId="465"/>
          <ac:spMkLst>
            <pc:docMk/>
            <pc:sldMk cId="0" sldId="262"/>
            <ac:spMk id="234" creationId="{00000000-0000-0000-0000-000000000000}"/>
          </ac:spMkLst>
        </pc:spChg>
        <pc:spChg chg="mod topLvl">
          <ac:chgData name="Vishnu Shanthakumar" userId="fb93e2ee-9c21-475b-bcec-87cb2b6c7957" providerId="ADAL" clId="{14EB7E57-8184-4DC5-8394-0B28B9E39E25}" dt="2024-01-08T09:35:26.444" v="121" actId="165"/>
          <ac:spMkLst>
            <pc:docMk/>
            <pc:sldMk cId="0" sldId="262"/>
            <ac:spMk id="235" creationId="{00000000-0000-0000-0000-000000000000}"/>
          </ac:spMkLst>
        </pc:spChg>
        <pc:grpChg chg="add del mod">
          <ac:chgData name="Vishnu Shanthakumar" userId="fb93e2ee-9c21-475b-bcec-87cb2b6c7957" providerId="ADAL" clId="{14EB7E57-8184-4DC5-8394-0B28B9E39E25}" dt="2024-01-08T09:35:26.444" v="121" actId="165"/>
          <ac:grpSpMkLst>
            <pc:docMk/>
            <pc:sldMk cId="0" sldId="262"/>
            <ac:grpSpMk id="4" creationId="{821724B9-A57F-7C9B-FF9E-ABB5F8AD8667}"/>
          </ac:grpSpMkLst>
        </pc:grpChg>
        <pc:grpChg chg="add del mod">
          <ac:chgData name="Vishnu Shanthakumar" userId="fb93e2ee-9c21-475b-bcec-87cb2b6c7957" providerId="ADAL" clId="{14EB7E57-8184-4DC5-8394-0B28B9E39E25}" dt="2024-01-08T09:35:26.444" v="121" actId="165"/>
          <ac:grpSpMkLst>
            <pc:docMk/>
            <pc:sldMk cId="0" sldId="262"/>
            <ac:grpSpMk id="5" creationId="{509FF573-EC6F-D737-CA6E-B5F6AA993248}"/>
          </ac:grpSpMkLst>
        </pc:grpChg>
        <pc:grpChg chg="add del mod">
          <ac:chgData name="Vishnu Shanthakumar" userId="fb93e2ee-9c21-475b-bcec-87cb2b6c7957" providerId="ADAL" clId="{14EB7E57-8184-4DC5-8394-0B28B9E39E25}" dt="2024-01-08T09:35:26.444" v="121" actId="165"/>
          <ac:grpSpMkLst>
            <pc:docMk/>
            <pc:sldMk cId="0" sldId="262"/>
            <ac:grpSpMk id="6" creationId="{D774ED0F-F86B-EEA0-7F22-3EB1D0110DDB}"/>
          </ac:grpSpMkLst>
        </pc:grpChg>
        <pc:grpChg chg="add del mod">
          <ac:chgData name="Vishnu Shanthakumar" userId="fb93e2ee-9c21-475b-bcec-87cb2b6c7957" providerId="ADAL" clId="{14EB7E57-8184-4DC5-8394-0B28B9E39E25}" dt="2024-01-08T09:35:26.444" v="121" actId="165"/>
          <ac:grpSpMkLst>
            <pc:docMk/>
            <pc:sldMk cId="0" sldId="262"/>
            <ac:grpSpMk id="7" creationId="{AEB7A3B2-D693-8B01-D552-B65AC701CE91}"/>
          </ac:grpSpMkLst>
        </pc:grpChg>
        <pc:grpChg chg="add del mod">
          <ac:chgData name="Vishnu Shanthakumar" userId="fb93e2ee-9c21-475b-bcec-87cb2b6c7957" providerId="ADAL" clId="{14EB7E57-8184-4DC5-8394-0B28B9E39E25}" dt="2024-01-08T09:35:26.444" v="121" actId="165"/>
          <ac:grpSpMkLst>
            <pc:docMk/>
            <pc:sldMk cId="0" sldId="262"/>
            <ac:grpSpMk id="8" creationId="{B81A0E88-D303-B0E6-9DB4-08EE9A85CCBC}"/>
          </ac:grpSpMkLst>
        </pc:grpChg>
        <pc:picChg chg="mod topLvl">
          <ac:chgData name="Vishnu Shanthakumar" userId="fb93e2ee-9c21-475b-bcec-87cb2b6c7957" providerId="ADAL" clId="{14EB7E57-8184-4DC5-8394-0B28B9E39E25}" dt="2024-01-08T09:35:26.444" v="121" actId="165"/>
          <ac:picMkLst>
            <pc:docMk/>
            <pc:sldMk cId="0" sldId="262"/>
            <ac:picMk id="236" creationId="{00000000-0000-0000-0000-000000000000}"/>
          </ac:picMkLst>
        </pc:picChg>
        <pc:picChg chg="mod topLvl">
          <ac:chgData name="Vishnu Shanthakumar" userId="fb93e2ee-9c21-475b-bcec-87cb2b6c7957" providerId="ADAL" clId="{14EB7E57-8184-4DC5-8394-0B28B9E39E25}" dt="2024-01-08T09:35:26.444" v="121" actId="165"/>
          <ac:picMkLst>
            <pc:docMk/>
            <pc:sldMk cId="0" sldId="262"/>
            <ac:picMk id="237" creationId="{00000000-0000-0000-0000-000000000000}"/>
          </ac:picMkLst>
        </pc:picChg>
        <pc:picChg chg="mod topLvl">
          <ac:chgData name="Vishnu Shanthakumar" userId="fb93e2ee-9c21-475b-bcec-87cb2b6c7957" providerId="ADAL" clId="{14EB7E57-8184-4DC5-8394-0B28B9E39E25}" dt="2024-01-08T09:35:26.444" v="121" actId="165"/>
          <ac:picMkLst>
            <pc:docMk/>
            <pc:sldMk cId="0" sldId="262"/>
            <ac:picMk id="238" creationId="{00000000-0000-0000-0000-000000000000}"/>
          </ac:picMkLst>
        </pc:picChg>
        <pc:picChg chg="mod topLvl">
          <ac:chgData name="Vishnu Shanthakumar" userId="fb93e2ee-9c21-475b-bcec-87cb2b6c7957" providerId="ADAL" clId="{14EB7E57-8184-4DC5-8394-0B28B9E39E25}" dt="2024-01-08T09:35:26.444" v="121" actId="165"/>
          <ac:picMkLst>
            <pc:docMk/>
            <pc:sldMk cId="0" sldId="262"/>
            <ac:picMk id="239" creationId="{00000000-0000-0000-0000-000000000000}"/>
          </ac:picMkLst>
        </pc:picChg>
        <pc:picChg chg="mod topLvl">
          <ac:chgData name="Vishnu Shanthakumar" userId="fb93e2ee-9c21-475b-bcec-87cb2b6c7957" providerId="ADAL" clId="{14EB7E57-8184-4DC5-8394-0B28B9E39E25}" dt="2024-01-08T09:35:26.444" v="121" actId="165"/>
          <ac:picMkLst>
            <pc:docMk/>
            <pc:sldMk cId="0" sldId="262"/>
            <ac:picMk id="240" creationId="{00000000-0000-0000-0000-000000000000}"/>
          </ac:picMkLst>
        </pc:picChg>
      </pc:sldChg>
      <pc:sldChg chg="addSp delSp modSp mod modClrScheme chgLayout">
        <pc:chgData name="Vishnu Shanthakumar" userId="fb93e2ee-9c21-475b-bcec-87cb2b6c7957" providerId="ADAL" clId="{14EB7E57-8184-4DC5-8394-0B28B9E39E25}" dt="2024-01-08T09:36:38.497" v="125" actId="242"/>
        <pc:sldMkLst>
          <pc:docMk/>
          <pc:sldMk cId="0" sldId="263"/>
        </pc:sldMkLst>
        <pc:spChg chg="add del mod">
          <ac:chgData name="Vishnu Shanthakumar" userId="fb93e2ee-9c21-475b-bcec-87cb2b6c7957" providerId="ADAL" clId="{14EB7E57-8184-4DC5-8394-0B28B9E39E25}" dt="2024-01-08T09:20:57.311" v="34" actId="6264"/>
          <ac:spMkLst>
            <pc:docMk/>
            <pc:sldMk cId="0" sldId="263"/>
            <ac:spMk id="2" creationId="{D820E833-0D0F-6D0B-758E-07192BCC9D9A}"/>
          </ac:spMkLst>
        </pc:spChg>
        <pc:spChg chg="mod ord">
          <ac:chgData name="Vishnu Shanthakumar" userId="fb93e2ee-9c21-475b-bcec-87cb2b6c7957" providerId="ADAL" clId="{14EB7E57-8184-4DC5-8394-0B28B9E39E25}" dt="2024-01-08T09:36:38.497" v="125" actId="242"/>
          <ac:spMkLst>
            <pc:docMk/>
            <pc:sldMk cId="0" sldId="263"/>
            <ac:spMk id="246" creationId="{00000000-0000-0000-0000-000000000000}"/>
          </ac:spMkLst>
        </pc:spChg>
      </pc:sldChg>
      <pc:sldChg chg="addSp delSp modSp mod modClrScheme chgLayout">
        <pc:chgData name="Vishnu Shanthakumar" userId="fb93e2ee-9c21-475b-bcec-87cb2b6c7957" providerId="ADAL" clId="{14EB7E57-8184-4DC5-8394-0B28B9E39E25}" dt="2024-01-08T11:21:27.994" v="1963" actId="552"/>
        <pc:sldMkLst>
          <pc:docMk/>
          <pc:sldMk cId="0" sldId="264"/>
        </pc:sldMkLst>
        <pc:spChg chg="add del mod ord">
          <ac:chgData name="Vishnu Shanthakumar" userId="fb93e2ee-9c21-475b-bcec-87cb2b6c7957" providerId="ADAL" clId="{14EB7E57-8184-4DC5-8394-0B28B9E39E25}" dt="2024-01-08T09:36:45.289" v="126" actId="478"/>
          <ac:spMkLst>
            <pc:docMk/>
            <pc:sldMk cId="0" sldId="264"/>
            <ac:spMk id="2" creationId="{D9F7EDAD-E166-3973-72BB-53DB6E0732EC}"/>
          </ac:spMkLst>
        </pc:spChg>
        <pc:spChg chg="add del mod ord">
          <ac:chgData name="Vishnu Shanthakumar" userId="fb93e2ee-9c21-475b-bcec-87cb2b6c7957" providerId="ADAL" clId="{14EB7E57-8184-4DC5-8394-0B28B9E39E25}" dt="2024-01-08T09:36:45.289" v="126" actId="478"/>
          <ac:spMkLst>
            <pc:docMk/>
            <pc:sldMk cId="0" sldId="264"/>
            <ac:spMk id="3" creationId="{1C7D343F-43DD-ED36-FB60-22919EF82EA5}"/>
          </ac:spMkLst>
        </pc:spChg>
        <pc:spChg chg="mod ord">
          <ac:chgData name="Vishnu Shanthakumar" userId="fb93e2ee-9c21-475b-bcec-87cb2b6c7957" providerId="ADAL" clId="{14EB7E57-8184-4DC5-8394-0B28B9E39E25}" dt="2024-01-08T09:20:20.288" v="32" actId="700"/>
          <ac:spMkLst>
            <pc:docMk/>
            <pc:sldMk cId="0" sldId="264"/>
            <ac:spMk id="252" creationId="{00000000-0000-0000-0000-000000000000}"/>
          </ac:spMkLst>
        </pc:spChg>
        <pc:spChg chg="mod">
          <ac:chgData name="Vishnu Shanthakumar" userId="fb93e2ee-9c21-475b-bcec-87cb2b6c7957" providerId="ADAL" clId="{14EB7E57-8184-4DC5-8394-0B28B9E39E25}" dt="2024-01-08T11:21:27.994" v="1963" actId="552"/>
          <ac:spMkLst>
            <pc:docMk/>
            <pc:sldMk cId="0" sldId="264"/>
            <ac:spMk id="255" creationId="{00000000-0000-0000-0000-000000000000}"/>
          </ac:spMkLst>
        </pc:spChg>
        <pc:spChg chg="mod">
          <ac:chgData name="Vishnu Shanthakumar" userId="fb93e2ee-9c21-475b-bcec-87cb2b6c7957" providerId="ADAL" clId="{14EB7E57-8184-4DC5-8394-0B28B9E39E25}" dt="2024-01-08T11:21:27.994" v="1963" actId="552"/>
          <ac:spMkLst>
            <pc:docMk/>
            <pc:sldMk cId="0" sldId="264"/>
            <ac:spMk id="256" creationId="{00000000-0000-0000-0000-000000000000}"/>
          </ac:spMkLst>
        </pc:spChg>
        <pc:spChg chg="mod">
          <ac:chgData name="Vishnu Shanthakumar" userId="fb93e2ee-9c21-475b-bcec-87cb2b6c7957" providerId="ADAL" clId="{14EB7E57-8184-4DC5-8394-0B28B9E39E25}" dt="2024-01-08T11:21:27.994" v="1963" actId="552"/>
          <ac:spMkLst>
            <pc:docMk/>
            <pc:sldMk cId="0" sldId="264"/>
            <ac:spMk id="257" creationId="{00000000-0000-0000-0000-000000000000}"/>
          </ac:spMkLst>
        </pc:spChg>
        <pc:spChg chg="mod">
          <ac:chgData name="Vishnu Shanthakumar" userId="fb93e2ee-9c21-475b-bcec-87cb2b6c7957" providerId="ADAL" clId="{14EB7E57-8184-4DC5-8394-0B28B9E39E25}" dt="2024-01-08T11:21:27.994" v="1963" actId="552"/>
          <ac:spMkLst>
            <pc:docMk/>
            <pc:sldMk cId="0" sldId="264"/>
            <ac:spMk id="258" creationId="{00000000-0000-0000-0000-000000000000}"/>
          </ac:spMkLst>
        </pc:spChg>
        <pc:spChg chg="mod">
          <ac:chgData name="Vishnu Shanthakumar" userId="fb93e2ee-9c21-475b-bcec-87cb2b6c7957" providerId="ADAL" clId="{14EB7E57-8184-4DC5-8394-0B28B9E39E25}" dt="2024-01-08T11:21:27.994" v="1963" actId="552"/>
          <ac:spMkLst>
            <pc:docMk/>
            <pc:sldMk cId="0" sldId="264"/>
            <ac:spMk id="259" creationId="{00000000-0000-0000-0000-000000000000}"/>
          </ac:spMkLst>
        </pc:spChg>
        <pc:grpChg chg="add mod">
          <ac:chgData name="Vishnu Shanthakumar" userId="fb93e2ee-9c21-475b-bcec-87cb2b6c7957" providerId="ADAL" clId="{14EB7E57-8184-4DC5-8394-0B28B9E39E25}" dt="2024-01-08T09:37:24.976" v="130" actId="12789"/>
          <ac:grpSpMkLst>
            <pc:docMk/>
            <pc:sldMk cId="0" sldId="264"/>
            <ac:grpSpMk id="4" creationId="{7D02BE9A-EF08-DB46-BB99-FEBA9E3388EF}"/>
          </ac:grpSpMkLst>
        </pc:grpChg>
        <pc:picChg chg="mod">
          <ac:chgData name="Vishnu Shanthakumar" userId="fb93e2ee-9c21-475b-bcec-87cb2b6c7957" providerId="ADAL" clId="{14EB7E57-8184-4DC5-8394-0B28B9E39E25}" dt="2024-01-08T09:36:52.761" v="127" actId="12789"/>
          <ac:picMkLst>
            <pc:docMk/>
            <pc:sldMk cId="0" sldId="264"/>
            <ac:picMk id="254" creationId="{00000000-0000-0000-0000-000000000000}"/>
          </ac:picMkLst>
        </pc:picChg>
        <pc:cxnChg chg="mod">
          <ac:chgData name="Vishnu Shanthakumar" userId="fb93e2ee-9c21-475b-bcec-87cb2b6c7957" providerId="ADAL" clId="{14EB7E57-8184-4DC5-8394-0B28B9E39E25}" dt="2024-01-08T09:37:24.976" v="130" actId="12789"/>
          <ac:cxnSpMkLst>
            <pc:docMk/>
            <pc:sldMk cId="0" sldId="264"/>
            <ac:cxnSpMk id="253" creationId="{00000000-0000-0000-0000-000000000000}"/>
          </ac:cxnSpMkLst>
        </pc:cxnChg>
      </pc:sldChg>
      <pc:sldChg chg="addSp delSp modSp mod modClrScheme chgLayout">
        <pc:chgData name="Vishnu Shanthakumar" userId="fb93e2ee-9c21-475b-bcec-87cb2b6c7957" providerId="ADAL" clId="{14EB7E57-8184-4DC5-8394-0B28B9E39E25}" dt="2024-01-08T09:37:52.018" v="131" actId="478"/>
        <pc:sldMkLst>
          <pc:docMk/>
          <pc:sldMk cId="0" sldId="265"/>
        </pc:sldMkLst>
        <pc:spChg chg="add del mod ord">
          <ac:chgData name="Vishnu Shanthakumar" userId="fb93e2ee-9c21-475b-bcec-87cb2b6c7957" providerId="ADAL" clId="{14EB7E57-8184-4DC5-8394-0B28B9E39E25}" dt="2024-01-08T09:37:52.018" v="131" actId="478"/>
          <ac:spMkLst>
            <pc:docMk/>
            <pc:sldMk cId="0" sldId="265"/>
            <ac:spMk id="2" creationId="{1436498B-290A-1B0F-68F3-F436CEF0F70D}"/>
          </ac:spMkLst>
        </pc:spChg>
        <pc:spChg chg="add del mod ord">
          <ac:chgData name="Vishnu Shanthakumar" userId="fb93e2ee-9c21-475b-bcec-87cb2b6c7957" providerId="ADAL" clId="{14EB7E57-8184-4DC5-8394-0B28B9E39E25}" dt="2024-01-08T09:37:52.018" v="131" actId="478"/>
          <ac:spMkLst>
            <pc:docMk/>
            <pc:sldMk cId="0" sldId="265"/>
            <ac:spMk id="3" creationId="{C321D6CD-BE81-089B-65E6-26AA400AE2C4}"/>
          </ac:spMkLst>
        </pc:spChg>
        <pc:spChg chg="mod ord">
          <ac:chgData name="Vishnu Shanthakumar" userId="fb93e2ee-9c21-475b-bcec-87cb2b6c7957" providerId="ADAL" clId="{14EB7E57-8184-4DC5-8394-0B28B9E39E25}" dt="2024-01-08T09:20:20.288" v="32" actId="700"/>
          <ac:spMkLst>
            <pc:docMk/>
            <pc:sldMk cId="0" sldId="265"/>
            <ac:spMk id="267" creationId="{00000000-0000-0000-0000-000000000000}"/>
          </ac:spMkLst>
        </pc:spChg>
      </pc:sldChg>
      <pc:sldChg chg="addSp delSp modSp mod modClrScheme chgLayout">
        <pc:chgData name="Vishnu Shanthakumar" userId="fb93e2ee-9c21-475b-bcec-87cb2b6c7957" providerId="ADAL" clId="{14EB7E57-8184-4DC5-8394-0B28B9E39E25}" dt="2024-01-08T09:38:09.277" v="132" actId="242"/>
        <pc:sldMkLst>
          <pc:docMk/>
          <pc:sldMk cId="0" sldId="266"/>
        </pc:sldMkLst>
        <pc:spChg chg="add del mod">
          <ac:chgData name="Vishnu Shanthakumar" userId="fb93e2ee-9c21-475b-bcec-87cb2b6c7957" providerId="ADAL" clId="{14EB7E57-8184-4DC5-8394-0B28B9E39E25}" dt="2024-01-08T09:20:57.311" v="34" actId="6264"/>
          <ac:spMkLst>
            <pc:docMk/>
            <pc:sldMk cId="0" sldId="266"/>
            <ac:spMk id="2" creationId="{CA14FD87-7927-F1CE-F535-3C23F250BB12}"/>
          </ac:spMkLst>
        </pc:spChg>
        <pc:spChg chg="mod ord">
          <ac:chgData name="Vishnu Shanthakumar" userId="fb93e2ee-9c21-475b-bcec-87cb2b6c7957" providerId="ADAL" clId="{14EB7E57-8184-4DC5-8394-0B28B9E39E25}" dt="2024-01-08T09:38:09.277" v="132" actId="242"/>
          <ac:spMkLst>
            <pc:docMk/>
            <pc:sldMk cId="0" sldId="266"/>
            <ac:spMk id="276" creationId="{00000000-0000-0000-0000-000000000000}"/>
          </ac:spMkLst>
        </pc:spChg>
      </pc:sldChg>
      <pc:sldChg chg="addSp delSp modSp mod modClrScheme chgLayout">
        <pc:chgData name="Vishnu Shanthakumar" userId="fb93e2ee-9c21-475b-bcec-87cb2b6c7957" providerId="ADAL" clId="{14EB7E57-8184-4DC5-8394-0B28B9E39E25}" dt="2024-01-08T09:38:34.234" v="173" actId="1036"/>
        <pc:sldMkLst>
          <pc:docMk/>
          <pc:sldMk cId="0" sldId="267"/>
        </pc:sldMkLst>
        <pc:spChg chg="add del mod ord">
          <ac:chgData name="Vishnu Shanthakumar" userId="fb93e2ee-9c21-475b-bcec-87cb2b6c7957" providerId="ADAL" clId="{14EB7E57-8184-4DC5-8394-0B28B9E39E25}" dt="2024-01-08T09:38:14.353" v="133" actId="478"/>
          <ac:spMkLst>
            <pc:docMk/>
            <pc:sldMk cId="0" sldId="267"/>
            <ac:spMk id="2" creationId="{86299E3D-C6A5-972F-1B4E-F8CE82CA9722}"/>
          </ac:spMkLst>
        </pc:spChg>
        <pc:spChg chg="add del mod ord">
          <ac:chgData name="Vishnu Shanthakumar" userId="fb93e2ee-9c21-475b-bcec-87cb2b6c7957" providerId="ADAL" clId="{14EB7E57-8184-4DC5-8394-0B28B9E39E25}" dt="2024-01-08T09:38:14.353" v="133" actId="478"/>
          <ac:spMkLst>
            <pc:docMk/>
            <pc:sldMk cId="0" sldId="267"/>
            <ac:spMk id="3" creationId="{DC472F5C-465B-2022-1A9B-7EAB1A5408AC}"/>
          </ac:spMkLst>
        </pc:spChg>
        <pc:spChg chg="mod ord">
          <ac:chgData name="Vishnu Shanthakumar" userId="fb93e2ee-9c21-475b-bcec-87cb2b6c7957" providerId="ADAL" clId="{14EB7E57-8184-4DC5-8394-0B28B9E39E25}" dt="2024-01-08T09:20:20.288" v="32" actId="700"/>
          <ac:spMkLst>
            <pc:docMk/>
            <pc:sldMk cId="0" sldId="267"/>
            <ac:spMk id="282" creationId="{00000000-0000-0000-0000-000000000000}"/>
          </ac:spMkLst>
        </pc:spChg>
        <pc:spChg chg="mod">
          <ac:chgData name="Vishnu Shanthakumar" userId="fb93e2ee-9c21-475b-bcec-87cb2b6c7957" providerId="ADAL" clId="{14EB7E57-8184-4DC5-8394-0B28B9E39E25}" dt="2024-01-08T09:38:22.183" v="154" actId="1035"/>
          <ac:spMkLst>
            <pc:docMk/>
            <pc:sldMk cId="0" sldId="267"/>
            <ac:spMk id="285" creationId="{00000000-0000-0000-0000-000000000000}"/>
          </ac:spMkLst>
        </pc:spChg>
        <pc:picChg chg="mod">
          <ac:chgData name="Vishnu Shanthakumar" userId="fb93e2ee-9c21-475b-bcec-87cb2b6c7957" providerId="ADAL" clId="{14EB7E57-8184-4DC5-8394-0B28B9E39E25}" dt="2024-01-08T09:38:34.234" v="173" actId="1036"/>
          <ac:picMkLst>
            <pc:docMk/>
            <pc:sldMk cId="0" sldId="267"/>
            <ac:picMk id="283" creationId="{00000000-0000-0000-0000-000000000000}"/>
          </ac:picMkLst>
        </pc:picChg>
        <pc:picChg chg="mod">
          <ac:chgData name="Vishnu Shanthakumar" userId="fb93e2ee-9c21-475b-bcec-87cb2b6c7957" providerId="ADAL" clId="{14EB7E57-8184-4DC5-8394-0B28B9E39E25}" dt="2024-01-08T09:38:27.774" v="170" actId="1036"/>
          <ac:picMkLst>
            <pc:docMk/>
            <pc:sldMk cId="0" sldId="267"/>
            <ac:picMk id="284" creationId="{00000000-0000-0000-0000-000000000000}"/>
          </ac:picMkLst>
        </pc:picChg>
      </pc:sldChg>
      <pc:sldChg chg="addSp delSp modSp mod modClrScheme chgLayout">
        <pc:chgData name="Vishnu Shanthakumar" userId="fb93e2ee-9c21-475b-bcec-87cb2b6c7957" providerId="ADAL" clId="{14EB7E57-8184-4DC5-8394-0B28B9E39E25}" dt="2024-01-08T09:39:37.377" v="179" actId="20577"/>
        <pc:sldMkLst>
          <pc:docMk/>
          <pc:sldMk cId="0" sldId="268"/>
        </pc:sldMkLst>
        <pc:spChg chg="add del mod ord">
          <ac:chgData name="Vishnu Shanthakumar" userId="fb93e2ee-9c21-475b-bcec-87cb2b6c7957" providerId="ADAL" clId="{14EB7E57-8184-4DC5-8394-0B28B9E39E25}" dt="2024-01-08T09:39:21.335" v="177" actId="478"/>
          <ac:spMkLst>
            <pc:docMk/>
            <pc:sldMk cId="0" sldId="268"/>
            <ac:spMk id="2" creationId="{EF56274A-A0B1-1262-5662-251DC46A4784}"/>
          </ac:spMkLst>
        </pc:spChg>
        <pc:spChg chg="add del mod ord">
          <ac:chgData name="Vishnu Shanthakumar" userId="fb93e2ee-9c21-475b-bcec-87cb2b6c7957" providerId="ADAL" clId="{14EB7E57-8184-4DC5-8394-0B28B9E39E25}" dt="2024-01-08T09:39:21.335" v="177" actId="478"/>
          <ac:spMkLst>
            <pc:docMk/>
            <pc:sldMk cId="0" sldId="268"/>
            <ac:spMk id="3" creationId="{F3551464-63E4-0D65-326B-FCD8C0DF9683}"/>
          </ac:spMkLst>
        </pc:spChg>
        <pc:spChg chg="mod">
          <ac:chgData name="Vishnu Shanthakumar" userId="fb93e2ee-9c21-475b-bcec-87cb2b6c7957" providerId="ADAL" clId="{14EB7E57-8184-4DC5-8394-0B28B9E39E25}" dt="2024-01-08T09:39:37.377" v="179" actId="20577"/>
          <ac:spMkLst>
            <pc:docMk/>
            <pc:sldMk cId="0" sldId="268"/>
            <ac:spMk id="290" creationId="{00000000-0000-0000-0000-000000000000}"/>
          </ac:spMkLst>
        </pc:spChg>
        <pc:spChg chg="mod ord">
          <ac:chgData name="Vishnu Shanthakumar" userId="fb93e2ee-9c21-475b-bcec-87cb2b6c7957" providerId="ADAL" clId="{14EB7E57-8184-4DC5-8394-0B28B9E39E25}" dt="2024-01-08T09:20:20.288" v="32" actId="700"/>
          <ac:spMkLst>
            <pc:docMk/>
            <pc:sldMk cId="0" sldId="268"/>
            <ac:spMk id="291" creationId="{00000000-0000-0000-0000-000000000000}"/>
          </ac:spMkLst>
        </pc:spChg>
        <pc:picChg chg="mod">
          <ac:chgData name="Vishnu Shanthakumar" userId="fb93e2ee-9c21-475b-bcec-87cb2b6c7957" providerId="ADAL" clId="{14EB7E57-8184-4DC5-8394-0B28B9E39E25}" dt="2024-01-08T09:39:28.968" v="178" actId="12789"/>
          <ac:picMkLst>
            <pc:docMk/>
            <pc:sldMk cId="0" sldId="268"/>
            <ac:picMk id="292" creationId="{00000000-0000-0000-0000-000000000000}"/>
          </ac:picMkLst>
        </pc:picChg>
        <pc:picChg chg="mod">
          <ac:chgData name="Vishnu Shanthakumar" userId="fb93e2ee-9c21-475b-bcec-87cb2b6c7957" providerId="ADAL" clId="{14EB7E57-8184-4DC5-8394-0B28B9E39E25}" dt="2024-01-08T09:39:14.722" v="176" actId="1036"/>
          <ac:picMkLst>
            <pc:docMk/>
            <pc:sldMk cId="0" sldId="268"/>
            <ac:picMk id="293" creationId="{00000000-0000-0000-0000-000000000000}"/>
          </ac:picMkLst>
        </pc:picChg>
      </pc:sldChg>
      <pc:sldChg chg="addSp delSp modSp mod modClrScheme chgLayout">
        <pc:chgData name="Vishnu Shanthakumar" userId="fb93e2ee-9c21-475b-bcec-87cb2b6c7957" providerId="ADAL" clId="{14EB7E57-8184-4DC5-8394-0B28B9E39E25}" dt="2024-01-08T09:40:11.770" v="184" actId="1036"/>
        <pc:sldMkLst>
          <pc:docMk/>
          <pc:sldMk cId="0" sldId="269"/>
        </pc:sldMkLst>
        <pc:spChg chg="add del mod ord">
          <ac:chgData name="Vishnu Shanthakumar" userId="fb93e2ee-9c21-475b-bcec-87cb2b6c7957" providerId="ADAL" clId="{14EB7E57-8184-4DC5-8394-0B28B9E39E25}" dt="2024-01-08T09:39:59.331" v="180" actId="478"/>
          <ac:spMkLst>
            <pc:docMk/>
            <pc:sldMk cId="0" sldId="269"/>
            <ac:spMk id="2" creationId="{B61E8CB4-7D1F-4B0C-E2D7-F976AFD4E5EF}"/>
          </ac:spMkLst>
        </pc:spChg>
        <pc:spChg chg="add del mod ord">
          <ac:chgData name="Vishnu Shanthakumar" userId="fb93e2ee-9c21-475b-bcec-87cb2b6c7957" providerId="ADAL" clId="{14EB7E57-8184-4DC5-8394-0B28B9E39E25}" dt="2024-01-08T09:39:59.331" v="180" actId="478"/>
          <ac:spMkLst>
            <pc:docMk/>
            <pc:sldMk cId="0" sldId="269"/>
            <ac:spMk id="3" creationId="{778DD36C-87ED-D0BF-0506-CCF656E56CD5}"/>
          </ac:spMkLst>
        </pc:spChg>
        <pc:spChg chg="mod">
          <ac:chgData name="Vishnu Shanthakumar" userId="fb93e2ee-9c21-475b-bcec-87cb2b6c7957" providerId="ADAL" clId="{14EB7E57-8184-4DC5-8394-0B28B9E39E25}" dt="2024-01-08T09:40:04.309" v="181" actId="12789"/>
          <ac:spMkLst>
            <pc:docMk/>
            <pc:sldMk cId="0" sldId="269"/>
            <ac:spMk id="298" creationId="{00000000-0000-0000-0000-000000000000}"/>
          </ac:spMkLst>
        </pc:spChg>
        <pc:spChg chg="mod ord">
          <ac:chgData name="Vishnu Shanthakumar" userId="fb93e2ee-9c21-475b-bcec-87cb2b6c7957" providerId="ADAL" clId="{14EB7E57-8184-4DC5-8394-0B28B9E39E25}" dt="2024-01-08T09:20:20.288" v="32" actId="700"/>
          <ac:spMkLst>
            <pc:docMk/>
            <pc:sldMk cId="0" sldId="269"/>
            <ac:spMk id="299" creationId="{00000000-0000-0000-0000-000000000000}"/>
          </ac:spMkLst>
        </pc:spChg>
        <pc:picChg chg="mod">
          <ac:chgData name="Vishnu Shanthakumar" userId="fb93e2ee-9c21-475b-bcec-87cb2b6c7957" providerId="ADAL" clId="{14EB7E57-8184-4DC5-8394-0B28B9E39E25}" dt="2024-01-08T09:40:04.309" v="181" actId="12789"/>
          <ac:picMkLst>
            <pc:docMk/>
            <pc:sldMk cId="0" sldId="269"/>
            <ac:picMk id="300" creationId="{00000000-0000-0000-0000-000000000000}"/>
          </ac:picMkLst>
        </pc:picChg>
        <pc:picChg chg="mod">
          <ac:chgData name="Vishnu Shanthakumar" userId="fb93e2ee-9c21-475b-bcec-87cb2b6c7957" providerId="ADAL" clId="{14EB7E57-8184-4DC5-8394-0B28B9E39E25}" dt="2024-01-08T09:40:11.770" v="184" actId="1036"/>
          <ac:picMkLst>
            <pc:docMk/>
            <pc:sldMk cId="0" sldId="269"/>
            <ac:picMk id="301" creationId="{00000000-0000-0000-0000-000000000000}"/>
          </ac:picMkLst>
        </pc:picChg>
      </pc:sldChg>
      <pc:sldChg chg="addSp delSp modSp mod modClrScheme chgLayout">
        <pc:chgData name="Vishnu Shanthakumar" userId="fb93e2ee-9c21-475b-bcec-87cb2b6c7957" providerId="ADAL" clId="{14EB7E57-8184-4DC5-8394-0B28B9E39E25}" dt="2024-01-08T09:40:41.573" v="189" actId="1036"/>
        <pc:sldMkLst>
          <pc:docMk/>
          <pc:sldMk cId="0" sldId="270"/>
        </pc:sldMkLst>
        <pc:spChg chg="add del mod ord">
          <ac:chgData name="Vishnu Shanthakumar" userId="fb93e2ee-9c21-475b-bcec-87cb2b6c7957" providerId="ADAL" clId="{14EB7E57-8184-4DC5-8394-0B28B9E39E25}" dt="2024-01-08T09:40:22.751" v="185" actId="478"/>
          <ac:spMkLst>
            <pc:docMk/>
            <pc:sldMk cId="0" sldId="270"/>
            <ac:spMk id="2" creationId="{2CC4116E-106E-3560-FD09-DE237607803E}"/>
          </ac:spMkLst>
        </pc:spChg>
        <pc:spChg chg="add del mod ord">
          <ac:chgData name="Vishnu Shanthakumar" userId="fb93e2ee-9c21-475b-bcec-87cb2b6c7957" providerId="ADAL" clId="{14EB7E57-8184-4DC5-8394-0B28B9E39E25}" dt="2024-01-08T09:40:22.751" v="185" actId="478"/>
          <ac:spMkLst>
            <pc:docMk/>
            <pc:sldMk cId="0" sldId="270"/>
            <ac:spMk id="3" creationId="{53F599BC-3C94-A451-16DA-73024E294E99}"/>
          </ac:spMkLst>
        </pc:spChg>
        <pc:spChg chg="mod">
          <ac:chgData name="Vishnu Shanthakumar" userId="fb93e2ee-9c21-475b-bcec-87cb2b6c7957" providerId="ADAL" clId="{14EB7E57-8184-4DC5-8394-0B28B9E39E25}" dt="2024-01-08T09:40:35.173" v="186" actId="12789"/>
          <ac:spMkLst>
            <pc:docMk/>
            <pc:sldMk cId="0" sldId="270"/>
            <ac:spMk id="306" creationId="{00000000-0000-0000-0000-000000000000}"/>
          </ac:spMkLst>
        </pc:spChg>
        <pc:spChg chg="mod ord">
          <ac:chgData name="Vishnu Shanthakumar" userId="fb93e2ee-9c21-475b-bcec-87cb2b6c7957" providerId="ADAL" clId="{14EB7E57-8184-4DC5-8394-0B28B9E39E25}" dt="2024-01-08T09:20:20.288" v="32" actId="700"/>
          <ac:spMkLst>
            <pc:docMk/>
            <pc:sldMk cId="0" sldId="270"/>
            <ac:spMk id="307" creationId="{00000000-0000-0000-0000-000000000000}"/>
          </ac:spMkLst>
        </pc:spChg>
        <pc:picChg chg="mod">
          <ac:chgData name="Vishnu Shanthakumar" userId="fb93e2ee-9c21-475b-bcec-87cb2b6c7957" providerId="ADAL" clId="{14EB7E57-8184-4DC5-8394-0B28B9E39E25}" dt="2024-01-08T09:40:35.173" v="186" actId="12789"/>
          <ac:picMkLst>
            <pc:docMk/>
            <pc:sldMk cId="0" sldId="270"/>
            <ac:picMk id="308" creationId="{00000000-0000-0000-0000-000000000000}"/>
          </ac:picMkLst>
        </pc:picChg>
        <pc:picChg chg="mod">
          <ac:chgData name="Vishnu Shanthakumar" userId="fb93e2ee-9c21-475b-bcec-87cb2b6c7957" providerId="ADAL" clId="{14EB7E57-8184-4DC5-8394-0B28B9E39E25}" dt="2024-01-08T09:40:41.573" v="189" actId="1036"/>
          <ac:picMkLst>
            <pc:docMk/>
            <pc:sldMk cId="0" sldId="270"/>
            <ac:picMk id="309" creationId="{00000000-0000-0000-0000-000000000000}"/>
          </ac:picMkLst>
        </pc:picChg>
      </pc:sldChg>
      <pc:sldChg chg="addSp delSp modSp mod modClrScheme chgLayout">
        <pc:chgData name="Vishnu Shanthakumar" userId="fb93e2ee-9c21-475b-bcec-87cb2b6c7957" providerId="ADAL" clId="{14EB7E57-8184-4DC5-8394-0B28B9E39E25}" dt="2024-01-08T09:40:55.227" v="190" actId="242"/>
        <pc:sldMkLst>
          <pc:docMk/>
          <pc:sldMk cId="0" sldId="271"/>
        </pc:sldMkLst>
        <pc:spChg chg="add del mod">
          <ac:chgData name="Vishnu Shanthakumar" userId="fb93e2ee-9c21-475b-bcec-87cb2b6c7957" providerId="ADAL" clId="{14EB7E57-8184-4DC5-8394-0B28B9E39E25}" dt="2024-01-08T09:20:57.311" v="34" actId="6264"/>
          <ac:spMkLst>
            <pc:docMk/>
            <pc:sldMk cId="0" sldId="271"/>
            <ac:spMk id="2" creationId="{A4C5AC24-5840-D203-4AC7-6E9F1F8359DB}"/>
          </ac:spMkLst>
        </pc:spChg>
        <pc:spChg chg="mod ord">
          <ac:chgData name="Vishnu Shanthakumar" userId="fb93e2ee-9c21-475b-bcec-87cb2b6c7957" providerId="ADAL" clId="{14EB7E57-8184-4DC5-8394-0B28B9E39E25}" dt="2024-01-08T09:40:55.227" v="190" actId="242"/>
          <ac:spMkLst>
            <pc:docMk/>
            <pc:sldMk cId="0" sldId="271"/>
            <ac:spMk id="314" creationId="{00000000-0000-0000-0000-000000000000}"/>
          </ac:spMkLst>
        </pc:spChg>
      </pc:sldChg>
      <pc:sldChg chg="addSp delSp modSp mod modClrScheme chgLayout">
        <pc:chgData name="Vishnu Shanthakumar" userId="fb93e2ee-9c21-475b-bcec-87cb2b6c7957" providerId="ADAL" clId="{14EB7E57-8184-4DC5-8394-0B28B9E39E25}" dt="2024-01-08T11:21:50.407" v="1964" actId="14100"/>
        <pc:sldMkLst>
          <pc:docMk/>
          <pc:sldMk cId="0" sldId="272"/>
        </pc:sldMkLst>
        <pc:spChg chg="add del mod ord">
          <ac:chgData name="Vishnu Shanthakumar" userId="fb93e2ee-9c21-475b-bcec-87cb2b6c7957" providerId="ADAL" clId="{14EB7E57-8184-4DC5-8394-0B28B9E39E25}" dt="2024-01-08T09:41:02.776" v="191" actId="478"/>
          <ac:spMkLst>
            <pc:docMk/>
            <pc:sldMk cId="0" sldId="272"/>
            <ac:spMk id="2" creationId="{A2137996-935A-23DA-70D8-4331275FCD19}"/>
          </ac:spMkLst>
        </pc:spChg>
        <pc:spChg chg="add del mod ord">
          <ac:chgData name="Vishnu Shanthakumar" userId="fb93e2ee-9c21-475b-bcec-87cb2b6c7957" providerId="ADAL" clId="{14EB7E57-8184-4DC5-8394-0B28B9E39E25}" dt="2024-01-08T09:41:02.776" v="191" actId="478"/>
          <ac:spMkLst>
            <pc:docMk/>
            <pc:sldMk cId="0" sldId="272"/>
            <ac:spMk id="3" creationId="{76EE77C8-6D3C-AA83-1A4B-1131D4ED1264}"/>
          </ac:spMkLst>
        </pc:spChg>
        <pc:spChg chg="mod ord">
          <ac:chgData name="Vishnu Shanthakumar" userId="fb93e2ee-9c21-475b-bcec-87cb2b6c7957" providerId="ADAL" clId="{14EB7E57-8184-4DC5-8394-0B28B9E39E25}" dt="2024-01-08T09:20:20.288" v="32" actId="700"/>
          <ac:spMkLst>
            <pc:docMk/>
            <pc:sldMk cId="0" sldId="272"/>
            <ac:spMk id="320" creationId="{00000000-0000-0000-0000-000000000000}"/>
          </ac:spMkLst>
        </pc:spChg>
        <pc:spChg chg="mod">
          <ac:chgData name="Vishnu Shanthakumar" userId="fb93e2ee-9c21-475b-bcec-87cb2b6c7957" providerId="ADAL" clId="{14EB7E57-8184-4DC5-8394-0B28B9E39E25}" dt="2024-01-08T11:21:50.407" v="1964" actId="14100"/>
          <ac:spMkLst>
            <pc:docMk/>
            <pc:sldMk cId="0" sldId="272"/>
            <ac:spMk id="322" creationId="{00000000-0000-0000-0000-000000000000}"/>
          </ac:spMkLst>
        </pc:spChg>
        <pc:picChg chg="mod">
          <ac:chgData name="Vishnu Shanthakumar" userId="fb93e2ee-9c21-475b-bcec-87cb2b6c7957" providerId="ADAL" clId="{14EB7E57-8184-4DC5-8394-0B28B9E39E25}" dt="2024-01-08T09:41:15.940" v="210" actId="1035"/>
          <ac:picMkLst>
            <pc:docMk/>
            <pc:sldMk cId="0" sldId="272"/>
            <ac:picMk id="323" creationId="{00000000-0000-0000-0000-000000000000}"/>
          </ac:picMkLst>
        </pc:picChg>
      </pc:sldChg>
      <pc:sldChg chg="addSp delSp modSp mod modClrScheme chgLayout">
        <pc:chgData name="Vishnu Shanthakumar" userId="fb93e2ee-9c21-475b-bcec-87cb2b6c7957" providerId="ADAL" clId="{14EB7E57-8184-4DC5-8394-0B28B9E39E25}" dt="2024-01-08T09:41:27.764" v="213" actId="478"/>
        <pc:sldMkLst>
          <pc:docMk/>
          <pc:sldMk cId="0" sldId="273"/>
        </pc:sldMkLst>
        <pc:spChg chg="add del mod ord">
          <ac:chgData name="Vishnu Shanthakumar" userId="fb93e2ee-9c21-475b-bcec-87cb2b6c7957" providerId="ADAL" clId="{14EB7E57-8184-4DC5-8394-0B28B9E39E25}" dt="2024-01-08T09:41:27.764" v="213" actId="478"/>
          <ac:spMkLst>
            <pc:docMk/>
            <pc:sldMk cId="0" sldId="273"/>
            <ac:spMk id="2" creationId="{ECDB1D01-F9FC-B0C9-5DF3-8B90AAC77201}"/>
          </ac:spMkLst>
        </pc:spChg>
        <pc:spChg chg="add del mod ord">
          <ac:chgData name="Vishnu Shanthakumar" userId="fb93e2ee-9c21-475b-bcec-87cb2b6c7957" providerId="ADAL" clId="{14EB7E57-8184-4DC5-8394-0B28B9E39E25}" dt="2024-01-08T09:41:27.764" v="213" actId="478"/>
          <ac:spMkLst>
            <pc:docMk/>
            <pc:sldMk cId="0" sldId="273"/>
            <ac:spMk id="3" creationId="{AB480457-2CD3-CDB0-04D9-5F870461D997}"/>
          </ac:spMkLst>
        </pc:spChg>
        <pc:spChg chg="mod ord">
          <ac:chgData name="Vishnu Shanthakumar" userId="fb93e2ee-9c21-475b-bcec-87cb2b6c7957" providerId="ADAL" clId="{14EB7E57-8184-4DC5-8394-0B28B9E39E25}" dt="2024-01-08T09:20:20.288" v="32" actId="700"/>
          <ac:spMkLst>
            <pc:docMk/>
            <pc:sldMk cId="0" sldId="273"/>
            <ac:spMk id="338" creationId="{00000000-0000-0000-0000-000000000000}"/>
          </ac:spMkLst>
        </pc:spChg>
      </pc:sldChg>
      <pc:sldChg chg="addSp delSp modSp mod modClrScheme chgLayout">
        <pc:chgData name="Vishnu Shanthakumar" userId="fb93e2ee-9c21-475b-bcec-87cb2b6c7957" providerId="ADAL" clId="{14EB7E57-8184-4DC5-8394-0B28B9E39E25}" dt="2024-01-08T09:48:31.071" v="268" actId="20577"/>
        <pc:sldMkLst>
          <pc:docMk/>
          <pc:sldMk cId="0" sldId="274"/>
        </pc:sldMkLst>
        <pc:spChg chg="add del mod ord">
          <ac:chgData name="Vishnu Shanthakumar" userId="fb93e2ee-9c21-475b-bcec-87cb2b6c7957" providerId="ADAL" clId="{14EB7E57-8184-4DC5-8394-0B28B9E39E25}" dt="2024-01-08T09:42:10.745" v="214" actId="478"/>
          <ac:spMkLst>
            <pc:docMk/>
            <pc:sldMk cId="0" sldId="274"/>
            <ac:spMk id="2" creationId="{D0264790-A9B9-652D-EBFD-0FAB7D0F1A51}"/>
          </ac:spMkLst>
        </pc:spChg>
        <pc:spChg chg="add del mod ord">
          <ac:chgData name="Vishnu Shanthakumar" userId="fb93e2ee-9c21-475b-bcec-87cb2b6c7957" providerId="ADAL" clId="{14EB7E57-8184-4DC5-8394-0B28B9E39E25}" dt="2024-01-08T09:42:10.745" v="214" actId="478"/>
          <ac:spMkLst>
            <pc:docMk/>
            <pc:sldMk cId="0" sldId="274"/>
            <ac:spMk id="3" creationId="{F8415D02-358E-ECE4-0678-8155385BF222}"/>
          </ac:spMkLst>
        </pc:spChg>
        <pc:spChg chg="mod ord">
          <ac:chgData name="Vishnu Shanthakumar" userId="fb93e2ee-9c21-475b-bcec-87cb2b6c7957" providerId="ADAL" clId="{14EB7E57-8184-4DC5-8394-0B28B9E39E25}" dt="2024-01-08T09:20:20.288" v="32" actId="700"/>
          <ac:spMkLst>
            <pc:docMk/>
            <pc:sldMk cId="0" sldId="274"/>
            <ac:spMk id="379" creationId="{00000000-0000-0000-0000-000000000000}"/>
          </ac:spMkLst>
        </pc:spChg>
        <pc:spChg chg="mod">
          <ac:chgData name="Vishnu Shanthakumar" userId="fb93e2ee-9c21-475b-bcec-87cb2b6c7957" providerId="ADAL" clId="{14EB7E57-8184-4DC5-8394-0B28B9E39E25}" dt="2024-01-08T09:48:31.071" v="268" actId="20577"/>
          <ac:spMkLst>
            <pc:docMk/>
            <pc:sldMk cId="0" sldId="274"/>
            <ac:spMk id="395" creationId="{00000000-0000-0000-0000-000000000000}"/>
          </ac:spMkLst>
        </pc:spChg>
        <pc:spChg chg="mod">
          <ac:chgData name="Vishnu Shanthakumar" userId="fb93e2ee-9c21-475b-bcec-87cb2b6c7957" providerId="ADAL" clId="{14EB7E57-8184-4DC5-8394-0B28B9E39E25}" dt="2024-01-08T09:43:25.399" v="243" actId="20577"/>
          <ac:spMkLst>
            <pc:docMk/>
            <pc:sldMk cId="0" sldId="274"/>
            <ac:spMk id="403" creationId="{00000000-0000-0000-0000-000000000000}"/>
          </ac:spMkLst>
        </pc:spChg>
        <pc:spChg chg="mod">
          <ac:chgData name="Vishnu Shanthakumar" userId="fb93e2ee-9c21-475b-bcec-87cb2b6c7957" providerId="ADAL" clId="{14EB7E57-8184-4DC5-8394-0B28B9E39E25}" dt="2024-01-08T09:42:16.337" v="228" actId="1035"/>
          <ac:spMkLst>
            <pc:docMk/>
            <pc:sldMk cId="0" sldId="274"/>
            <ac:spMk id="416" creationId="{00000000-0000-0000-0000-000000000000}"/>
          </ac:spMkLst>
        </pc:spChg>
        <pc:grpChg chg="mod">
          <ac:chgData name="Vishnu Shanthakumar" userId="fb93e2ee-9c21-475b-bcec-87cb2b6c7957" providerId="ADAL" clId="{14EB7E57-8184-4DC5-8394-0B28B9E39E25}" dt="2024-01-08T09:42:22.143" v="240" actId="1035"/>
          <ac:grpSpMkLst>
            <pc:docMk/>
            <pc:sldMk cId="0" sldId="274"/>
            <ac:grpSpMk id="381" creationId="{00000000-0000-0000-0000-000000000000}"/>
          </ac:grpSpMkLst>
        </pc:grpChg>
      </pc:sldChg>
      <pc:sldChg chg="addSp delSp modSp mod modClrScheme chgLayout">
        <pc:chgData name="Vishnu Shanthakumar" userId="fb93e2ee-9c21-475b-bcec-87cb2b6c7957" providerId="ADAL" clId="{14EB7E57-8184-4DC5-8394-0B28B9E39E25}" dt="2024-01-08T09:47:14.499" v="257" actId="1036"/>
        <pc:sldMkLst>
          <pc:docMk/>
          <pc:sldMk cId="0" sldId="275"/>
        </pc:sldMkLst>
        <pc:spChg chg="add del mod ord">
          <ac:chgData name="Vishnu Shanthakumar" userId="fb93e2ee-9c21-475b-bcec-87cb2b6c7957" providerId="ADAL" clId="{14EB7E57-8184-4DC5-8394-0B28B9E39E25}" dt="2024-01-08T09:45:15.899" v="244" actId="478"/>
          <ac:spMkLst>
            <pc:docMk/>
            <pc:sldMk cId="0" sldId="275"/>
            <ac:spMk id="2" creationId="{6D9A5043-CC40-AB81-F8FB-BD0A0978CD26}"/>
          </ac:spMkLst>
        </pc:spChg>
        <pc:spChg chg="add del mod ord">
          <ac:chgData name="Vishnu Shanthakumar" userId="fb93e2ee-9c21-475b-bcec-87cb2b6c7957" providerId="ADAL" clId="{14EB7E57-8184-4DC5-8394-0B28B9E39E25}" dt="2024-01-08T09:45:15.899" v="244" actId="478"/>
          <ac:spMkLst>
            <pc:docMk/>
            <pc:sldMk cId="0" sldId="275"/>
            <ac:spMk id="3" creationId="{404FC80B-280F-6728-BD01-DBFCE92AC96B}"/>
          </ac:spMkLst>
        </pc:spChg>
        <pc:spChg chg="mod ord">
          <ac:chgData name="Vishnu Shanthakumar" userId="fb93e2ee-9c21-475b-bcec-87cb2b6c7957" providerId="ADAL" clId="{14EB7E57-8184-4DC5-8394-0B28B9E39E25}" dt="2024-01-08T09:20:20.288" v="32" actId="700"/>
          <ac:spMkLst>
            <pc:docMk/>
            <pc:sldMk cId="0" sldId="275"/>
            <ac:spMk id="422" creationId="{00000000-0000-0000-0000-000000000000}"/>
          </ac:spMkLst>
        </pc:spChg>
        <pc:spChg chg="mod">
          <ac:chgData name="Vishnu Shanthakumar" userId="fb93e2ee-9c21-475b-bcec-87cb2b6c7957" providerId="ADAL" clId="{14EB7E57-8184-4DC5-8394-0B28B9E39E25}" dt="2024-01-08T09:45:19.766" v="254" actId="1036"/>
          <ac:spMkLst>
            <pc:docMk/>
            <pc:sldMk cId="0" sldId="275"/>
            <ac:spMk id="423" creationId="{00000000-0000-0000-0000-000000000000}"/>
          </ac:spMkLst>
        </pc:spChg>
        <pc:picChg chg="mod">
          <ac:chgData name="Vishnu Shanthakumar" userId="fb93e2ee-9c21-475b-bcec-87cb2b6c7957" providerId="ADAL" clId="{14EB7E57-8184-4DC5-8394-0B28B9E39E25}" dt="2024-01-08T09:47:14.499" v="257" actId="1036"/>
          <ac:picMkLst>
            <pc:docMk/>
            <pc:sldMk cId="0" sldId="275"/>
            <ac:picMk id="424" creationId="{00000000-0000-0000-0000-000000000000}"/>
          </ac:picMkLst>
        </pc:picChg>
      </pc:sldChg>
      <pc:sldChg chg="addSp delSp modSp mod modClrScheme chgLayout">
        <pc:chgData name="Vishnu Shanthakumar" userId="fb93e2ee-9c21-475b-bcec-87cb2b6c7957" providerId="ADAL" clId="{14EB7E57-8184-4DC5-8394-0B28B9E39E25}" dt="2024-01-08T09:47:21.586" v="258" actId="242"/>
        <pc:sldMkLst>
          <pc:docMk/>
          <pc:sldMk cId="0" sldId="276"/>
        </pc:sldMkLst>
        <pc:spChg chg="add del mod">
          <ac:chgData name="Vishnu Shanthakumar" userId="fb93e2ee-9c21-475b-bcec-87cb2b6c7957" providerId="ADAL" clId="{14EB7E57-8184-4DC5-8394-0B28B9E39E25}" dt="2024-01-08T09:20:57.311" v="34" actId="6264"/>
          <ac:spMkLst>
            <pc:docMk/>
            <pc:sldMk cId="0" sldId="276"/>
            <ac:spMk id="2" creationId="{91D5CCA0-005C-9636-268F-92E1E7DF9B23}"/>
          </ac:spMkLst>
        </pc:spChg>
        <pc:spChg chg="mod ord">
          <ac:chgData name="Vishnu Shanthakumar" userId="fb93e2ee-9c21-475b-bcec-87cb2b6c7957" providerId="ADAL" clId="{14EB7E57-8184-4DC5-8394-0B28B9E39E25}" dt="2024-01-08T09:47:21.586" v="258" actId="242"/>
          <ac:spMkLst>
            <pc:docMk/>
            <pc:sldMk cId="0" sldId="276"/>
            <ac:spMk id="430" creationId="{00000000-0000-0000-0000-000000000000}"/>
          </ac:spMkLst>
        </pc:spChg>
      </pc:sldChg>
      <pc:sldChg chg="addSp delSp modSp mod modClrScheme chgLayout">
        <pc:chgData name="Vishnu Shanthakumar" userId="fb93e2ee-9c21-475b-bcec-87cb2b6c7957" providerId="ADAL" clId="{14EB7E57-8184-4DC5-8394-0B28B9E39E25}" dt="2024-01-08T09:49:13.786" v="276" actId="1037"/>
        <pc:sldMkLst>
          <pc:docMk/>
          <pc:sldMk cId="0" sldId="277"/>
        </pc:sldMkLst>
        <pc:spChg chg="add del mod ord">
          <ac:chgData name="Vishnu Shanthakumar" userId="fb93e2ee-9c21-475b-bcec-87cb2b6c7957" providerId="ADAL" clId="{14EB7E57-8184-4DC5-8394-0B28B9E39E25}" dt="2024-01-08T09:47:27.191" v="259" actId="478"/>
          <ac:spMkLst>
            <pc:docMk/>
            <pc:sldMk cId="0" sldId="277"/>
            <ac:spMk id="2" creationId="{5175174B-1318-8233-0319-3BD9912DB569}"/>
          </ac:spMkLst>
        </pc:spChg>
        <pc:spChg chg="add del mod ord">
          <ac:chgData name="Vishnu Shanthakumar" userId="fb93e2ee-9c21-475b-bcec-87cb2b6c7957" providerId="ADAL" clId="{14EB7E57-8184-4DC5-8394-0B28B9E39E25}" dt="2024-01-08T09:47:27.191" v="259" actId="478"/>
          <ac:spMkLst>
            <pc:docMk/>
            <pc:sldMk cId="0" sldId="277"/>
            <ac:spMk id="3" creationId="{5DE1FCAF-3C7C-0908-A483-C77C9D9F9277}"/>
          </ac:spMkLst>
        </pc:spChg>
        <pc:spChg chg="mod ord">
          <ac:chgData name="Vishnu Shanthakumar" userId="fb93e2ee-9c21-475b-bcec-87cb2b6c7957" providerId="ADAL" clId="{14EB7E57-8184-4DC5-8394-0B28B9E39E25}" dt="2024-01-08T09:20:20.288" v="32" actId="700"/>
          <ac:spMkLst>
            <pc:docMk/>
            <pc:sldMk cId="0" sldId="277"/>
            <ac:spMk id="436" creationId="{00000000-0000-0000-0000-000000000000}"/>
          </ac:spMkLst>
        </pc:spChg>
        <pc:spChg chg="mod">
          <ac:chgData name="Vishnu Shanthakumar" userId="fb93e2ee-9c21-475b-bcec-87cb2b6c7957" providerId="ADAL" clId="{14EB7E57-8184-4DC5-8394-0B28B9E39E25}" dt="2024-01-08T09:47:43.071" v="265" actId="1037"/>
          <ac:spMkLst>
            <pc:docMk/>
            <pc:sldMk cId="0" sldId="277"/>
            <ac:spMk id="439" creationId="{00000000-0000-0000-0000-000000000000}"/>
          </ac:spMkLst>
        </pc:spChg>
        <pc:spChg chg="mod">
          <ac:chgData name="Vishnu Shanthakumar" userId="fb93e2ee-9c21-475b-bcec-87cb2b6c7957" providerId="ADAL" clId="{14EB7E57-8184-4DC5-8394-0B28B9E39E25}" dt="2024-01-08T09:47:49.272" v="267" actId="1038"/>
          <ac:spMkLst>
            <pc:docMk/>
            <pc:sldMk cId="0" sldId="277"/>
            <ac:spMk id="440" creationId="{00000000-0000-0000-0000-000000000000}"/>
          </ac:spMkLst>
        </pc:spChg>
        <pc:spChg chg="mod">
          <ac:chgData name="Vishnu Shanthakumar" userId="fb93e2ee-9c21-475b-bcec-87cb2b6c7957" providerId="ADAL" clId="{14EB7E57-8184-4DC5-8394-0B28B9E39E25}" dt="2024-01-08T09:48:56.826" v="269" actId="1038"/>
          <ac:spMkLst>
            <pc:docMk/>
            <pc:sldMk cId="0" sldId="277"/>
            <ac:spMk id="441" creationId="{00000000-0000-0000-0000-000000000000}"/>
          </ac:spMkLst>
        </pc:spChg>
        <pc:spChg chg="mod">
          <ac:chgData name="Vishnu Shanthakumar" userId="fb93e2ee-9c21-475b-bcec-87cb2b6c7957" providerId="ADAL" clId="{14EB7E57-8184-4DC5-8394-0B28B9E39E25}" dt="2024-01-08T09:49:04.249" v="274" actId="1038"/>
          <ac:spMkLst>
            <pc:docMk/>
            <pc:sldMk cId="0" sldId="277"/>
            <ac:spMk id="442" creationId="{00000000-0000-0000-0000-000000000000}"/>
          </ac:spMkLst>
        </pc:spChg>
        <pc:spChg chg="mod">
          <ac:chgData name="Vishnu Shanthakumar" userId="fb93e2ee-9c21-475b-bcec-87cb2b6c7957" providerId="ADAL" clId="{14EB7E57-8184-4DC5-8394-0B28B9E39E25}" dt="2024-01-08T09:49:13.786" v="276" actId="1037"/>
          <ac:spMkLst>
            <pc:docMk/>
            <pc:sldMk cId="0" sldId="277"/>
            <ac:spMk id="443" creationId="{00000000-0000-0000-0000-000000000000}"/>
          </ac:spMkLst>
        </pc:spChg>
      </pc:sldChg>
      <pc:sldChg chg="addSp delSp modSp mod modClrScheme chgLayout">
        <pc:chgData name="Vishnu Shanthakumar" userId="fb93e2ee-9c21-475b-bcec-87cb2b6c7957" providerId="ADAL" clId="{14EB7E57-8184-4DC5-8394-0B28B9E39E25}" dt="2024-01-08T11:23:46.768" v="1967" actId="14100"/>
        <pc:sldMkLst>
          <pc:docMk/>
          <pc:sldMk cId="0" sldId="278"/>
        </pc:sldMkLst>
        <pc:spChg chg="add del mod ord">
          <ac:chgData name="Vishnu Shanthakumar" userId="fb93e2ee-9c21-475b-bcec-87cb2b6c7957" providerId="ADAL" clId="{14EB7E57-8184-4DC5-8394-0B28B9E39E25}" dt="2024-01-08T09:49:23.522" v="277" actId="478"/>
          <ac:spMkLst>
            <pc:docMk/>
            <pc:sldMk cId="0" sldId="278"/>
            <ac:spMk id="2" creationId="{79154DF1-2C50-692B-C5E7-0B135E5EF1DC}"/>
          </ac:spMkLst>
        </pc:spChg>
        <pc:spChg chg="add del mod ord">
          <ac:chgData name="Vishnu Shanthakumar" userId="fb93e2ee-9c21-475b-bcec-87cb2b6c7957" providerId="ADAL" clId="{14EB7E57-8184-4DC5-8394-0B28B9E39E25}" dt="2024-01-08T09:49:23.522" v="277" actId="478"/>
          <ac:spMkLst>
            <pc:docMk/>
            <pc:sldMk cId="0" sldId="278"/>
            <ac:spMk id="3" creationId="{ED7FC5B1-7BCB-EE9C-CEB8-D4B929A1EB45}"/>
          </ac:spMkLst>
        </pc:spChg>
        <pc:spChg chg="mod ord">
          <ac:chgData name="Vishnu Shanthakumar" userId="fb93e2ee-9c21-475b-bcec-87cb2b6c7957" providerId="ADAL" clId="{14EB7E57-8184-4DC5-8394-0B28B9E39E25}" dt="2024-01-08T09:20:20.288" v="32" actId="700"/>
          <ac:spMkLst>
            <pc:docMk/>
            <pc:sldMk cId="0" sldId="278"/>
            <ac:spMk id="449" creationId="{00000000-0000-0000-0000-000000000000}"/>
          </ac:spMkLst>
        </pc:spChg>
        <pc:spChg chg="mod">
          <ac:chgData name="Vishnu Shanthakumar" userId="fb93e2ee-9c21-475b-bcec-87cb2b6c7957" providerId="ADAL" clId="{14EB7E57-8184-4DC5-8394-0B28B9E39E25}" dt="2024-01-08T11:23:46.768" v="1967" actId="14100"/>
          <ac:spMkLst>
            <pc:docMk/>
            <pc:sldMk cId="0" sldId="278"/>
            <ac:spMk id="450" creationId="{00000000-0000-0000-0000-000000000000}"/>
          </ac:spMkLst>
        </pc:spChg>
        <pc:picChg chg="mod">
          <ac:chgData name="Vishnu Shanthakumar" userId="fb93e2ee-9c21-475b-bcec-87cb2b6c7957" providerId="ADAL" clId="{14EB7E57-8184-4DC5-8394-0B28B9E39E25}" dt="2024-01-08T09:49:30.743" v="278" actId="12789"/>
          <ac:picMkLst>
            <pc:docMk/>
            <pc:sldMk cId="0" sldId="278"/>
            <ac:picMk id="451" creationId="{00000000-0000-0000-0000-000000000000}"/>
          </ac:picMkLst>
        </pc:picChg>
      </pc:sldChg>
      <pc:sldChg chg="addSp delSp modSp mod modClrScheme chgLayout">
        <pc:chgData name="Vishnu Shanthakumar" userId="fb93e2ee-9c21-475b-bcec-87cb2b6c7957" providerId="ADAL" clId="{14EB7E57-8184-4DC5-8394-0B28B9E39E25}" dt="2024-01-08T11:23:51.435" v="1968" actId="14100"/>
        <pc:sldMkLst>
          <pc:docMk/>
          <pc:sldMk cId="0" sldId="279"/>
        </pc:sldMkLst>
        <pc:spChg chg="add del mod ord">
          <ac:chgData name="Vishnu Shanthakumar" userId="fb93e2ee-9c21-475b-bcec-87cb2b6c7957" providerId="ADAL" clId="{14EB7E57-8184-4DC5-8394-0B28B9E39E25}" dt="2024-01-08T09:49:35.583" v="279" actId="478"/>
          <ac:spMkLst>
            <pc:docMk/>
            <pc:sldMk cId="0" sldId="279"/>
            <ac:spMk id="2" creationId="{7F656293-9232-D1D7-0A8F-6CDF8662A917}"/>
          </ac:spMkLst>
        </pc:spChg>
        <pc:spChg chg="add del mod ord">
          <ac:chgData name="Vishnu Shanthakumar" userId="fb93e2ee-9c21-475b-bcec-87cb2b6c7957" providerId="ADAL" clId="{14EB7E57-8184-4DC5-8394-0B28B9E39E25}" dt="2024-01-08T09:49:35.583" v="279" actId="478"/>
          <ac:spMkLst>
            <pc:docMk/>
            <pc:sldMk cId="0" sldId="279"/>
            <ac:spMk id="3" creationId="{A9ACA32C-C26C-90FD-9E90-8908B85427B0}"/>
          </ac:spMkLst>
        </pc:spChg>
        <pc:spChg chg="mod ord">
          <ac:chgData name="Vishnu Shanthakumar" userId="fb93e2ee-9c21-475b-bcec-87cb2b6c7957" providerId="ADAL" clId="{14EB7E57-8184-4DC5-8394-0B28B9E39E25}" dt="2024-01-08T09:20:20.288" v="32" actId="700"/>
          <ac:spMkLst>
            <pc:docMk/>
            <pc:sldMk cId="0" sldId="279"/>
            <ac:spMk id="457" creationId="{00000000-0000-0000-0000-000000000000}"/>
          </ac:spMkLst>
        </pc:spChg>
        <pc:spChg chg="mod">
          <ac:chgData name="Vishnu Shanthakumar" userId="fb93e2ee-9c21-475b-bcec-87cb2b6c7957" providerId="ADAL" clId="{14EB7E57-8184-4DC5-8394-0B28B9E39E25}" dt="2024-01-08T11:23:51.435" v="1968" actId="14100"/>
          <ac:spMkLst>
            <pc:docMk/>
            <pc:sldMk cId="0" sldId="279"/>
            <ac:spMk id="460" creationId="{00000000-0000-0000-0000-000000000000}"/>
          </ac:spMkLst>
        </pc:spChg>
        <pc:picChg chg="mod">
          <ac:chgData name="Vishnu Shanthakumar" userId="fb93e2ee-9c21-475b-bcec-87cb2b6c7957" providerId="ADAL" clId="{14EB7E57-8184-4DC5-8394-0B28B9E39E25}" dt="2024-01-08T09:49:44.893" v="281" actId="12789"/>
          <ac:picMkLst>
            <pc:docMk/>
            <pc:sldMk cId="0" sldId="279"/>
            <ac:picMk id="458" creationId="{00000000-0000-0000-0000-000000000000}"/>
          </ac:picMkLst>
        </pc:picChg>
        <pc:picChg chg="mod">
          <ac:chgData name="Vishnu Shanthakumar" userId="fb93e2ee-9c21-475b-bcec-87cb2b6c7957" providerId="ADAL" clId="{14EB7E57-8184-4DC5-8394-0B28B9E39E25}" dt="2024-01-08T09:49:37.449" v="280" actId="1035"/>
          <ac:picMkLst>
            <pc:docMk/>
            <pc:sldMk cId="0" sldId="279"/>
            <ac:picMk id="459" creationId="{00000000-0000-0000-0000-000000000000}"/>
          </ac:picMkLst>
        </pc:picChg>
      </pc:sldChg>
      <pc:sldChg chg="addSp delSp modSp mod modClrScheme chgLayout">
        <pc:chgData name="Vishnu Shanthakumar" userId="fb93e2ee-9c21-475b-bcec-87cb2b6c7957" providerId="ADAL" clId="{14EB7E57-8184-4DC5-8394-0B28B9E39E25}" dt="2024-01-08T11:22:55.744" v="1966" actId="1037"/>
        <pc:sldMkLst>
          <pc:docMk/>
          <pc:sldMk cId="0" sldId="280"/>
        </pc:sldMkLst>
        <pc:spChg chg="add del mod ord">
          <ac:chgData name="Vishnu Shanthakumar" userId="fb93e2ee-9c21-475b-bcec-87cb2b6c7957" providerId="ADAL" clId="{14EB7E57-8184-4DC5-8394-0B28B9E39E25}" dt="2024-01-08T09:49:50.396" v="282" actId="478"/>
          <ac:spMkLst>
            <pc:docMk/>
            <pc:sldMk cId="0" sldId="280"/>
            <ac:spMk id="2" creationId="{02971AEF-67A0-A93A-0BBD-FC615EF2084E}"/>
          </ac:spMkLst>
        </pc:spChg>
        <pc:spChg chg="add del mod ord">
          <ac:chgData name="Vishnu Shanthakumar" userId="fb93e2ee-9c21-475b-bcec-87cb2b6c7957" providerId="ADAL" clId="{14EB7E57-8184-4DC5-8394-0B28B9E39E25}" dt="2024-01-08T09:49:50.396" v="282" actId="478"/>
          <ac:spMkLst>
            <pc:docMk/>
            <pc:sldMk cId="0" sldId="280"/>
            <ac:spMk id="3" creationId="{A8319796-DD68-4E68-D701-E840EC5CEA2D}"/>
          </ac:spMkLst>
        </pc:spChg>
        <pc:spChg chg="mod ord">
          <ac:chgData name="Vishnu Shanthakumar" userId="fb93e2ee-9c21-475b-bcec-87cb2b6c7957" providerId="ADAL" clId="{14EB7E57-8184-4DC5-8394-0B28B9E39E25}" dt="2024-01-08T09:20:20.288" v="32" actId="700"/>
          <ac:spMkLst>
            <pc:docMk/>
            <pc:sldMk cId="0" sldId="280"/>
            <ac:spMk id="465" creationId="{00000000-0000-0000-0000-000000000000}"/>
          </ac:spMkLst>
        </pc:spChg>
        <pc:spChg chg="mod">
          <ac:chgData name="Vishnu Shanthakumar" userId="fb93e2ee-9c21-475b-bcec-87cb2b6c7957" providerId="ADAL" clId="{14EB7E57-8184-4DC5-8394-0B28B9E39E25}" dt="2024-01-08T11:22:55.744" v="1966" actId="1037"/>
          <ac:spMkLst>
            <pc:docMk/>
            <pc:sldMk cId="0" sldId="280"/>
            <ac:spMk id="468" creationId="{00000000-0000-0000-0000-000000000000}"/>
          </ac:spMkLst>
        </pc:spChg>
        <pc:picChg chg="mod">
          <ac:chgData name="Vishnu Shanthakumar" userId="fb93e2ee-9c21-475b-bcec-87cb2b6c7957" providerId="ADAL" clId="{14EB7E57-8184-4DC5-8394-0B28B9E39E25}" dt="2024-01-08T09:49:57.929" v="284" actId="12789"/>
          <ac:picMkLst>
            <pc:docMk/>
            <pc:sldMk cId="0" sldId="280"/>
            <ac:picMk id="466" creationId="{00000000-0000-0000-0000-000000000000}"/>
          </ac:picMkLst>
        </pc:picChg>
        <pc:picChg chg="mod">
          <ac:chgData name="Vishnu Shanthakumar" userId="fb93e2ee-9c21-475b-bcec-87cb2b6c7957" providerId="ADAL" clId="{14EB7E57-8184-4DC5-8394-0B28B9E39E25}" dt="2024-01-08T09:49:52.279" v="283" actId="1035"/>
          <ac:picMkLst>
            <pc:docMk/>
            <pc:sldMk cId="0" sldId="280"/>
            <ac:picMk id="467" creationId="{00000000-0000-0000-0000-000000000000}"/>
          </ac:picMkLst>
        </pc:picChg>
      </pc:sldChg>
      <pc:sldChg chg="addSp delSp modSp mod modClrScheme chgLayout">
        <pc:chgData name="Vishnu Shanthakumar" userId="fb93e2ee-9c21-475b-bcec-87cb2b6c7957" providerId="ADAL" clId="{14EB7E57-8184-4DC5-8394-0B28B9E39E25}" dt="2024-01-08T11:23:59.698" v="1970" actId="14100"/>
        <pc:sldMkLst>
          <pc:docMk/>
          <pc:sldMk cId="0" sldId="281"/>
        </pc:sldMkLst>
        <pc:spChg chg="add del mod ord">
          <ac:chgData name="Vishnu Shanthakumar" userId="fb93e2ee-9c21-475b-bcec-87cb2b6c7957" providerId="ADAL" clId="{14EB7E57-8184-4DC5-8394-0B28B9E39E25}" dt="2024-01-08T09:50:02.443" v="285" actId="478"/>
          <ac:spMkLst>
            <pc:docMk/>
            <pc:sldMk cId="0" sldId="281"/>
            <ac:spMk id="2" creationId="{C8B370DF-6072-D28D-F825-018F51E74B1D}"/>
          </ac:spMkLst>
        </pc:spChg>
        <pc:spChg chg="add del mod ord">
          <ac:chgData name="Vishnu Shanthakumar" userId="fb93e2ee-9c21-475b-bcec-87cb2b6c7957" providerId="ADAL" clId="{14EB7E57-8184-4DC5-8394-0B28B9E39E25}" dt="2024-01-08T09:50:02.443" v="285" actId="478"/>
          <ac:spMkLst>
            <pc:docMk/>
            <pc:sldMk cId="0" sldId="281"/>
            <ac:spMk id="3" creationId="{7604B6CC-2FA7-E0A6-3EC8-180092E1301B}"/>
          </ac:spMkLst>
        </pc:spChg>
        <pc:spChg chg="mod ord">
          <ac:chgData name="Vishnu Shanthakumar" userId="fb93e2ee-9c21-475b-bcec-87cb2b6c7957" providerId="ADAL" clId="{14EB7E57-8184-4DC5-8394-0B28B9E39E25}" dt="2024-01-08T09:20:20.288" v="32" actId="700"/>
          <ac:spMkLst>
            <pc:docMk/>
            <pc:sldMk cId="0" sldId="281"/>
            <ac:spMk id="473" creationId="{00000000-0000-0000-0000-000000000000}"/>
          </ac:spMkLst>
        </pc:spChg>
        <pc:spChg chg="mod">
          <ac:chgData name="Vishnu Shanthakumar" userId="fb93e2ee-9c21-475b-bcec-87cb2b6c7957" providerId="ADAL" clId="{14EB7E57-8184-4DC5-8394-0B28B9E39E25}" dt="2024-01-08T11:23:59.698" v="1970" actId="14100"/>
          <ac:spMkLst>
            <pc:docMk/>
            <pc:sldMk cId="0" sldId="281"/>
            <ac:spMk id="476" creationId="{00000000-0000-0000-0000-000000000000}"/>
          </ac:spMkLst>
        </pc:spChg>
        <pc:picChg chg="mod">
          <ac:chgData name="Vishnu Shanthakumar" userId="fb93e2ee-9c21-475b-bcec-87cb2b6c7957" providerId="ADAL" clId="{14EB7E57-8184-4DC5-8394-0B28B9E39E25}" dt="2024-01-08T09:50:07.190" v="286" actId="12789"/>
          <ac:picMkLst>
            <pc:docMk/>
            <pc:sldMk cId="0" sldId="281"/>
            <ac:picMk id="474" creationId="{00000000-0000-0000-0000-000000000000}"/>
          </ac:picMkLst>
        </pc:picChg>
        <pc:picChg chg="mod">
          <ac:chgData name="Vishnu Shanthakumar" userId="fb93e2ee-9c21-475b-bcec-87cb2b6c7957" providerId="ADAL" clId="{14EB7E57-8184-4DC5-8394-0B28B9E39E25}" dt="2024-01-08T09:50:40.111" v="299" actId="1035"/>
          <ac:picMkLst>
            <pc:docMk/>
            <pc:sldMk cId="0" sldId="281"/>
            <ac:picMk id="475" creationId="{00000000-0000-0000-0000-000000000000}"/>
          </ac:picMkLst>
        </pc:picChg>
      </pc:sldChg>
      <pc:sldChg chg="addSp delSp modSp mod modClrScheme chgLayout">
        <pc:chgData name="Vishnu Shanthakumar" userId="fb93e2ee-9c21-475b-bcec-87cb2b6c7957" providerId="ADAL" clId="{14EB7E57-8184-4DC5-8394-0B28B9E39E25}" dt="2024-01-08T11:24:12.021" v="1979" actId="1037"/>
        <pc:sldMkLst>
          <pc:docMk/>
          <pc:sldMk cId="0" sldId="282"/>
        </pc:sldMkLst>
        <pc:spChg chg="add del mod ord">
          <ac:chgData name="Vishnu Shanthakumar" userId="fb93e2ee-9c21-475b-bcec-87cb2b6c7957" providerId="ADAL" clId="{14EB7E57-8184-4DC5-8394-0B28B9E39E25}" dt="2024-01-08T09:50:12.856" v="287" actId="478"/>
          <ac:spMkLst>
            <pc:docMk/>
            <pc:sldMk cId="0" sldId="282"/>
            <ac:spMk id="2" creationId="{9B7C7977-9FE3-5F33-AAA8-B5389D2B2091}"/>
          </ac:spMkLst>
        </pc:spChg>
        <pc:spChg chg="add del mod ord">
          <ac:chgData name="Vishnu Shanthakumar" userId="fb93e2ee-9c21-475b-bcec-87cb2b6c7957" providerId="ADAL" clId="{14EB7E57-8184-4DC5-8394-0B28B9E39E25}" dt="2024-01-08T09:50:12.856" v="287" actId="478"/>
          <ac:spMkLst>
            <pc:docMk/>
            <pc:sldMk cId="0" sldId="282"/>
            <ac:spMk id="3" creationId="{91BCA063-A970-D055-FF31-3E7A33A57526}"/>
          </ac:spMkLst>
        </pc:spChg>
        <pc:spChg chg="mod ord">
          <ac:chgData name="Vishnu Shanthakumar" userId="fb93e2ee-9c21-475b-bcec-87cb2b6c7957" providerId="ADAL" clId="{14EB7E57-8184-4DC5-8394-0B28B9E39E25}" dt="2024-01-08T09:20:20.288" v="32" actId="700"/>
          <ac:spMkLst>
            <pc:docMk/>
            <pc:sldMk cId="0" sldId="282"/>
            <ac:spMk id="481" creationId="{00000000-0000-0000-0000-000000000000}"/>
          </ac:spMkLst>
        </pc:spChg>
        <pc:spChg chg="mod">
          <ac:chgData name="Vishnu Shanthakumar" userId="fb93e2ee-9c21-475b-bcec-87cb2b6c7957" providerId="ADAL" clId="{14EB7E57-8184-4DC5-8394-0B28B9E39E25}" dt="2024-01-08T11:24:12.021" v="1979" actId="1037"/>
          <ac:spMkLst>
            <pc:docMk/>
            <pc:sldMk cId="0" sldId="282"/>
            <ac:spMk id="484" creationId="{00000000-0000-0000-0000-000000000000}"/>
          </ac:spMkLst>
        </pc:spChg>
        <pc:picChg chg="mod">
          <ac:chgData name="Vishnu Shanthakumar" userId="fb93e2ee-9c21-475b-bcec-87cb2b6c7957" providerId="ADAL" clId="{14EB7E57-8184-4DC5-8394-0B28B9E39E25}" dt="2024-01-08T09:50:17.175" v="288" actId="12789"/>
          <ac:picMkLst>
            <pc:docMk/>
            <pc:sldMk cId="0" sldId="282"/>
            <ac:picMk id="482" creationId="{00000000-0000-0000-0000-000000000000}"/>
          </ac:picMkLst>
        </pc:picChg>
      </pc:sldChg>
      <pc:sldChg chg="addSp delSp modSp mod modClrScheme chgLayout">
        <pc:chgData name="Vishnu Shanthakumar" userId="fb93e2ee-9c21-475b-bcec-87cb2b6c7957" providerId="ADAL" clId="{14EB7E57-8184-4DC5-8394-0B28B9E39E25}" dt="2024-01-08T11:25:02.212" v="1981" actId="408"/>
        <pc:sldMkLst>
          <pc:docMk/>
          <pc:sldMk cId="0" sldId="283"/>
        </pc:sldMkLst>
        <pc:spChg chg="add del mod ord">
          <ac:chgData name="Vishnu Shanthakumar" userId="fb93e2ee-9c21-475b-bcec-87cb2b6c7957" providerId="ADAL" clId="{14EB7E57-8184-4DC5-8394-0B28B9E39E25}" dt="2024-01-08T09:50:24.525" v="289" actId="478"/>
          <ac:spMkLst>
            <pc:docMk/>
            <pc:sldMk cId="0" sldId="283"/>
            <ac:spMk id="2" creationId="{E178168A-1276-143E-6A39-62B9A2E5FA5D}"/>
          </ac:spMkLst>
        </pc:spChg>
        <pc:spChg chg="add del mod ord">
          <ac:chgData name="Vishnu Shanthakumar" userId="fb93e2ee-9c21-475b-bcec-87cb2b6c7957" providerId="ADAL" clId="{14EB7E57-8184-4DC5-8394-0B28B9E39E25}" dt="2024-01-08T09:50:24.525" v="289" actId="478"/>
          <ac:spMkLst>
            <pc:docMk/>
            <pc:sldMk cId="0" sldId="283"/>
            <ac:spMk id="3" creationId="{AF380771-A67C-F67E-0126-0702B8F998F9}"/>
          </ac:spMkLst>
        </pc:spChg>
        <pc:spChg chg="mod ord">
          <ac:chgData name="Vishnu Shanthakumar" userId="fb93e2ee-9c21-475b-bcec-87cb2b6c7957" providerId="ADAL" clId="{14EB7E57-8184-4DC5-8394-0B28B9E39E25}" dt="2024-01-08T09:20:20.288" v="32" actId="700"/>
          <ac:spMkLst>
            <pc:docMk/>
            <pc:sldMk cId="0" sldId="283"/>
            <ac:spMk id="490" creationId="{00000000-0000-0000-0000-000000000000}"/>
          </ac:spMkLst>
        </pc:spChg>
        <pc:spChg chg="mod">
          <ac:chgData name="Vishnu Shanthakumar" userId="fb93e2ee-9c21-475b-bcec-87cb2b6c7957" providerId="ADAL" clId="{14EB7E57-8184-4DC5-8394-0B28B9E39E25}" dt="2024-01-08T09:50:29.530" v="294" actId="1035"/>
          <ac:spMkLst>
            <pc:docMk/>
            <pc:sldMk cId="0" sldId="283"/>
            <ac:spMk id="507" creationId="{00000000-0000-0000-0000-000000000000}"/>
          </ac:spMkLst>
        </pc:spChg>
        <pc:grpChg chg="mod">
          <ac:chgData name="Vishnu Shanthakumar" userId="fb93e2ee-9c21-475b-bcec-87cb2b6c7957" providerId="ADAL" clId="{14EB7E57-8184-4DC5-8394-0B28B9E39E25}" dt="2024-01-08T11:24:42.770" v="1980" actId="12788"/>
          <ac:grpSpMkLst>
            <pc:docMk/>
            <pc:sldMk cId="0" sldId="283"/>
            <ac:grpSpMk id="492" creationId="{00000000-0000-0000-0000-000000000000}"/>
          </ac:grpSpMkLst>
        </pc:grpChg>
        <pc:picChg chg="mod">
          <ac:chgData name="Vishnu Shanthakumar" userId="fb93e2ee-9c21-475b-bcec-87cb2b6c7957" providerId="ADAL" clId="{14EB7E57-8184-4DC5-8394-0B28B9E39E25}" dt="2024-01-08T09:50:32.672" v="298" actId="1036"/>
          <ac:picMkLst>
            <pc:docMk/>
            <pc:sldMk cId="0" sldId="283"/>
            <ac:picMk id="491" creationId="{00000000-0000-0000-0000-000000000000}"/>
          </ac:picMkLst>
        </pc:picChg>
        <pc:cxnChg chg="mod">
          <ac:chgData name="Vishnu Shanthakumar" userId="fb93e2ee-9c21-475b-bcec-87cb2b6c7957" providerId="ADAL" clId="{14EB7E57-8184-4DC5-8394-0B28B9E39E25}" dt="2024-01-08T11:25:02.212" v="1981" actId="408"/>
          <ac:cxnSpMkLst>
            <pc:docMk/>
            <pc:sldMk cId="0" sldId="283"/>
            <ac:cxnSpMk id="493" creationId="{00000000-0000-0000-0000-000000000000}"/>
          </ac:cxnSpMkLst>
        </pc:cxnChg>
      </pc:sldChg>
      <pc:sldChg chg="addSp delSp modSp mod modClrScheme chgLayout">
        <pc:chgData name="Vishnu Shanthakumar" userId="fb93e2ee-9c21-475b-bcec-87cb2b6c7957" providerId="ADAL" clId="{14EB7E57-8184-4DC5-8394-0B28B9E39E25}" dt="2024-01-08T09:50:54.237" v="300" actId="242"/>
        <pc:sldMkLst>
          <pc:docMk/>
          <pc:sldMk cId="0" sldId="284"/>
        </pc:sldMkLst>
        <pc:spChg chg="add del mod">
          <ac:chgData name="Vishnu Shanthakumar" userId="fb93e2ee-9c21-475b-bcec-87cb2b6c7957" providerId="ADAL" clId="{14EB7E57-8184-4DC5-8394-0B28B9E39E25}" dt="2024-01-08T09:20:57.311" v="34" actId="6264"/>
          <ac:spMkLst>
            <pc:docMk/>
            <pc:sldMk cId="0" sldId="284"/>
            <ac:spMk id="2" creationId="{8A64E6BF-5146-A8A8-8AE8-78446F50D72E}"/>
          </ac:spMkLst>
        </pc:spChg>
        <pc:spChg chg="mod ord">
          <ac:chgData name="Vishnu Shanthakumar" userId="fb93e2ee-9c21-475b-bcec-87cb2b6c7957" providerId="ADAL" clId="{14EB7E57-8184-4DC5-8394-0B28B9E39E25}" dt="2024-01-08T09:50:54.237" v="300" actId="242"/>
          <ac:spMkLst>
            <pc:docMk/>
            <pc:sldMk cId="0" sldId="284"/>
            <ac:spMk id="512" creationId="{00000000-0000-0000-0000-000000000000}"/>
          </ac:spMkLst>
        </pc:spChg>
      </pc:sldChg>
      <pc:sldChg chg="addSp delSp modSp mod modClrScheme chgLayout">
        <pc:chgData name="Vishnu Shanthakumar" userId="fb93e2ee-9c21-475b-bcec-87cb2b6c7957" providerId="ADAL" clId="{14EB7E57-8184-4DC5-8394-0B28B9E39E25}" dt="2024-01-08T09:52:18.270" v="329" actId="1035"/>
        <pc:sldMkLst>
          <pc:docMk/>
          <pc:sldMk cId="0" sldId="285"/>
        </pc:sldMkLst>
        <pc:spChg chg="add del mod ord">
          <ac:chgData name="Vishnu Shanthakumar" userId="fb93e2ee-9c21-475b-bcec-87cb2b6c7957" providerId="ADAL" clId="{14EB7E57-8184-4DC5-8394-0B28B9E39E25}" dt="2024-01-08T09:51:03.059" v="308" actId="478"/>
          <ac:spMkLst>
            <pc:docMk/>
            <pc:sldMk cId="0" sldId="285"/>
            <ac:spMk id="2" creationId="{5DC2C10D-C29B-10D8-C7C8-3A8DAAC724CE}"/>
          </ac:spMkLst>
        </pc:spChg>
        <pc:spChg chg="add del mod ord">
          <ac:chgData name="Vishnu Shanthakumar" userId="fb93e2ee-9c21-475b-bcec-87cb2b6c7957" providerId="ADAL" clId="{14EB7E57-8184-4DC5-8394-0B28B9E39E25}" dt="2024-01-08T09:51:03.059" v="308" actId="478"/>
          <ac:spMkLst>
            <pc:docMk/>
            <pc:sldMk cId="0" sldId="285"/>
            <ac:spMk id="3" creationId="{DD5448B7-AD6F-423C-8188-BBF6DC89C7DE}"/>
          </ac:spMkLst>
        </pc:spChg>
        <pc:spChg chg="mod ord">
          <ac:chgData name="Vishnu Shanthakumar" userId="fb93e2ee-9c21-475b-bcec-87cb2b6c7957" providerId="ADAL" clId="{14EB7E57-8184-4DC5-8394-0B28B9E39E25}" dt="2024-01-08T09:20:20.288" v="32" actId="700"/>
          <ac:spMkLst>
            <pc:docMk/>
            <pc:sldMk cId="0" sldId="285"/>
            <ac:spMk id="518" creationId="{00000000-0000-0000-0000-000000000000}"/>
          </ac:spMkLst>
        </pc:spChg>
        <pc:spChg chg="mod">
          <ac:chgData name="Vishnu Shanthakumar" userId="fb93e2ee-9c21-475b-bcec-87cb2b6c7957" providerId="ADAL" clId="{14EB7E57-8184-4DC5-8394-0B28B9E39E25}" dt="2024-01-08T09:51:27.904" v="316" actId="1035"/>
          <ac:spMkLst>
            <pc:docMk/>
            <pc:sldMk cId="0" sldId="285"/>
            <ac:spMk id="519" creationId="{00000000-0000-0000-0000-000000000000}"/>
          </ac:spMkLst>
        </pc:spChg>
        <pc:spChg chg="mod">
          <ac:chgData name="Vishnu Shanthakumar" userId="fb93e2ee-9c21-475b-bcec-87cb2b6c7957" providerId="ADAL" clId="{14EB7E57-8184-4DC5-8394-0B28B9E39E25}" dt="2024-01-08T09:52:00.240" v="317" actId="555"/>
          <ac:spMkLst>
            <pc:docMk/>
            <pc:sldMk cId="0" sldId="285"/>
            <ac:spMk id="529" creationId="{00000000-0000-0000-0000-000000000000}"/>
          </ac:spMkLst>
        </pc:spChg>
        <pc:spChg chg="mod">
          <ac:chgData name="Vishnu Shanthakumar" userId="fb93e2ee-9c21-475b-bcec-87cb2b6c7957" providerId="ADAL" clId="{14EB7E57-8184-4DC5-8394-0B28B9E39E25}" dt="2024-01-08T09:52:00.240" v="317" actId="555"/>
          <ac:spMkLst>
            <pc:docMk/>
            <pc:sldMk cId="0" sldId="285"/>
            <ac:spMk id="530" creationId="{00000000-0000-0000-0000-000000000000}"/>
          </ac:spMkLst>
        </pc:spChg>
        <pc:spChg chg="mod">
          <ac:chgData name="Vishnu Shanthakumar" userId="fb93e2ee-9c21-475b-bcec-87cb2b6c7957" providerId="ADAL" clId="{14EB7E57-8184-4DC5-8394-0B28B9E39E25}" dt="2024-01-08T09:52:00.240" v="317" actId="555"/>
          <ac:spMkLst>
            <pc:docMk/>
            <pc:sldMk cId="0" sldId="285"/>
            <ac:spMk id="531" creationId="{00000000-0000-0000-0000-000000000000}"/>
          </ac:spMkLst>
        </pc:spChg>
        <pc:grpChg chg="mod">
          <ac:chgData name="Vishnu Shanthakumar" userId="fb93e2ee-9c21-475b-bcec-87cb2b6c7957" providerId="ADAL" clId="{14EB7E57-8184-4DC5-8394-0B28B9E39E25}" dt="2024-01-08T09:52:18.270" v="329" actId="1035"/>
          <ac:grpSpMkLst>
            <pc:docMk/>
            <pc:sldMk cId="0" sldId="285"/>
            <ac:grpSpMk id="521" creationId="{00000000-0000-0000-0000-000000000000}"/>
          </ac:grpSpMkLst>
        </pc:grpChg>
        <pc:picChg chg="mod">
          <ac:chgData name="Vishnu Shanthakumar" userId="fb93e2ee-9c21-475b-bcec-87cb2b6c7957" providerId="ADAL" clId="{14EB7E57-8184-4DC5-8394-0B28B9E39E25}" dt="2024-01-08T09:50:58.761" v="307" actId="1035"/>
          <ac:picMkLst>
            <pc:docMk/>
            <pc:sldMk cId="0" sldId="285"/>
            <ac:picMk id="520" creationId="{00000000-0000-0000-0000-000000000000}"/>
          </ac:picMkLst>
        </pc:picChg>
      </pc:sldChg>
      <pc:sldChg chg="addSp delSp modSp mod modClrScheme chgLayout">
        <pc:chgData name="Vishnu Shanthakumar" userId="fb93e2ee-9c21-475b-bcec-87cb2b6c7957" providerId="ADAL" clId="{14EB7E57-8184-4DC5-8394-0B28B9E39E25}" dt="2024-01-08T09:54:44.708" v="330" actId="242"/>
        <pc:sldMkLst>
          <pc:docMk/>
          <pc:sldMk cId="0" sldId="286"/>
        </pc:sldMkLst>
        <pc:spChg chg="add del mod">
          <ac:chgData name="Vishnu Shanthakumar" userId="fb93e2ee-9c21-475b-bcec-87cb2b6c7957" providerId="ADAL" clId="{14EB7E57-8184-4DC5-8394-0B28B9E39E25}" dt="2024-01-08T09:20:57.311" v="34" actId="6264"/>
          <ac:spMkLst>
            <pc:docMk/>
            <pc:sldMk cId="0" sldId="286"/>
            <ac:spMk id="2" creationId="{EF2234F9-FAAE-3285-0B42-D3622D99E52E}"/>
          </ac:spMkLst>
        </pc:spChg>
        <pc:spChg chg="mod ord">
          <ac:chgData name="Vishnu Shanthakumar" userId="fb93e2ee-9c21-475b-bcec-87cb2b6c7957" providerId="ADAL" clId="{14EB7E57-8184-4DC5-8394-0B28B9E39E25}" dt="2024-01-08T09:54:44.708" v="330" actId="242"/>
          <ac:spMkLst>
            <pc:docMk/>
            <pc:sldMk cId="0" sldId="286"/>
            <ac:spMk id="536" creationId="{00000000-0000-0000-0000-000000000000}"/>
          </ac:spMkLst>
        </pc:spChg>
      </pc:sldChg>
      <pc:sldChg chg="addSp delSp modSp mod modClrScheme chgLayout">
        <pc:chgData name="Vishnu Shanthakumar" userId="fb93e2ee-9c21-475b-bcec-87cb2b6c7957" providerId="ADAL" clId="{14EB7E57-8184-4DC5-8394-0B28B9E39E25}" dt="2024-01-08T11:27:35.423" v="1984" actId="20577"/>
        <pc:sldMkLst>
          <pc:docMk/>
          <pc:sldMk cId="0" sldId="287"/>
        </pc:sldMkLst>
        <pc:spChg chg="add del mod ord">
          <ac:chgData name="Vishnu Shanthakumar" userId="fb93e2ee-9c21-475b-bcec-87cb2b6c7957" providerId="ADAL" clId="{14EB7E57-8184-4DC5-8394-0B28B9E39E25}" dt="2024-01-08T09:54:51.868" v="331" actId="478"/>
          <ac:spMkLst>
            <pc:docMk/>
            <pc:sldMk cId="0" sldId="287"/>
            <ac:spMk id="2" creationId="{3BEF9437-123F-2E7F-2728-4432F4D63045}"/>
          </ac:spMkLst>
        </pc:spChg>
        <pc:spChg chg="add del mod ord">
          <ac:chgData name="Vishnu Shanthakumar" userId="fb93e2ee-9c21-475b-bcec-87cb2b6c7957" providerId="ADAL" clId="{14EB7E57-8184-4DC5-8394-0B28B9E39E25}" dt="2024-01-08T09:54:51.868" v="331" actId="478"/>
          <ac:spMkLst>
            <pc:docMk/>
            <pc:sldMk cId="0" sldId="287"/>
            <ac:spMk id="3" creationId="{E6563B18-F2A2-2DA3-CA38-A2D8FFFE4370}"/>
          </ac:spMkLst>
        </pc:spChg>
        <pc:spChg chg="mod ord">
          <ac:chgData name="Vishnu Shanthakumar" userId="fb93e2ee-9c21-475b-bcec-87cb2b6c7957" providerId="ADAL" clId="{14EB7E57-8184-4DC5-8394-0B28B9E39E25}" dt="2024-01-08T09:20:20.288" v="32" actId="700"/>
          <ac:spMkLst>
            <pc:docMk/>
            <pc:sldMk cId="0" sldId="287"/>
            <ac:spMk id="542" creationId="{00000000-0000-0000-0000-000000000000}"/>
          </ac:spMkLst>
        </pc:spChg>
        <pc:spChg chg="mod">
          <ac:chgData name="Vishnu Shanthakumar" userId="fb93e2ee-9c21-475b-bcec-87cb2b6c7957" providerId="ADAL" clId="{14EB7E57-8184-4DC5-8394-0B28B9E39E25}" dt="2024-01-08T11:27:35.423" v="1984" actId="20577"/>
          <ac:spMkLst>
            <pc:docMk/>
            <pc:sldMk cId="0" sldId="287"/>
            <ac:spMk id="545" creationId="{00000000-0000-0000-0000-000000000000}"/>
          </ac:spMkLst>
        </pc:spChg>
        <pc:spChg chg="mod">
          <ac:chgData name="Vishnu Shanthakumar" userId="fb93e2ee-9c21-475b-bcec-87cb2b6c7957" providerId="ADAL" clId="{14EB7E57-8184-4DC5-8394-0B28B9E39E25}" dt="2024-01-08T11:27:24.748" v="1983"/>
          <ac:spMkLst>
            <pc:docMk/>
            <pc:sldMk cId="0" sldId="287"/>
            <ac:spMk id="550" creationId="{00000000-0000-0000-0000-000000000000}"/>
          </ac:spMkLst>
        </pc:spChg>
        <pc:grpChg chg="mod">
          <ac:chgData name="Vishnu Shanthakumar" userId="fb93e2ee-9c21-475b-bcec-87cb2b6c7957" providerId="ADAL" clId="{14EB7E57-8184-4DC5-8394-0B28B9E39E25}" dt="2024-01-08T09:55:01.806" v="353" actId="1036"/>
          <ac:grpSpMkLst>
            <pc:docMk/>
            <pc:sldMk cId="0" sldId="287"/>
            <ac:grpSpMk id="546" creationId="{00000000-0000-0000-0000-000000000000}"/>
          </ac:grpSpMkLst>
        </pc:grpChg>
      </pc:sldChg>
      <pc:sldChg chg="addSp delSp modSp mod modClrScheme chgLayout">
        <pc:chgData name="Vishnu Shanthakumar" userId="fb93e2ee-9c21-475b-bcec-87cb2b6c7957" providerId="ADAL" clId="{14EB7E57-8184-4DC5-8394-0B28B9E39E25}" dt="2024-01-08T11:28:12.239" v="1986"/>
        <pc:sldMkLst>
          <pc:docMk/>
          <pc:sldMk cId="0" sldId="288"/>
        </pc:sldMkLst>
        <pc:spChg chg="add del mod ord">
          <ac:chgData name="Vishnu Shanthakumar" userId="fb93e2ee-9c21-475b-bcec-87cb2b6c7957" providerId="ADAL" clId="{14EB7E57-8184-4DC5-8394-0B28B9E39E25}" dt="2024-01-08T09:55:57.501" v="354" actId="478"/>
          <ac:spMkLst>
            <pc:docMk/>
            <pc:sldMk cId="0" sldId="288"/>
            <ac:spMk id="2" creationId="{69BCEFC1-F2E3-5AEC-7695-1EDD8F4DF3C9}"/>
          </ac:spMkLst>
        </pc:spChg>
        <pc:spChg chg="add del mod ord">
          <ac:chgData name="Vishnu Shanthakumar" userId="fb93e2ee-9c21-475b-bcec-87cb2b6c7957" providerId="ADAL" clId="{14EB7E57-8184-4DC5-8394-0B28B9E39E25}" dt="2024-01-08T09:55:57.501" v="354" actId="478"/>
          <ac:spMkLst>
            <pc:docMk/>
            <pc:sldMk cId="0" sldId="288"/>
            <ac:spMk id="3" creationId="{1DE956AC-17F1-BDB7-53AE-A496697006A3}"/>
          </ac:spMkLst>
        </pc:spChg>
        <pc:spChg chg="mod ord">
          <ac:chgData name="Vishnu Shanthakumar" userId="fb93e2ee-9c21-475b-bcec-87cb2b6c7957" providerId="ADAL" clId="{14EB7E57-8184-4DC5-8394-0B28B9E39E25}" dt="2024-01-08T09:20:20.288" v="32" actId="700"/>
          <ac:spMkLst>
            <pc:docMk/>
            <pc:sldMk cId="0" sldId="288"/>
            <ac:spMk id="586" creationId="{00000000-0000-0000-0000-000000000000}"/>
          </ac:spMkLst>
        </pc:spChg>
        <pc:spChg chg="mod">
          <ac:chgData name="Vishnu Shanthakumar" userId="fb93e2ee-9c21-475b-bcec-87cb2b6c7957" providerId="ADAL" clId="{14EB7E57-8184-4DC5-8394-0B28B9E39E25}" dt="2024-01-08T11:28:12.239" v="1986"/>
          <ac:spMkLst>
            <pc:docMk/>
            <pc:sldMk cId="0" sldId="288"/>
            <ac:spMk id="601" creationId="{00000000-0000-0000-0000-000000000000}"/>
          </ac:spMkLst>
        </pc:spChg>
        <pc:spChg chg="mod">
          <ac:chgData name="Vishnu Shanthakumar" userId="fb93e2ee-9c21-475b-bcec-87cb2b6c7957" providerId="ADAL" clId="{14EB7E57-8184-4DC5-8394-0B28B9E39E25}" dt="2024-01-08T09:56:02.928" v="368" actId="1035"/>
          <ac:spMkLst>
            <pc:docMk/>
            <pc:sldMk cId="0" sldId="288"/>
            <ac:spMk id="603" creationId="{00000000-0000-0000-0000-000000000000}"/>
          </ac:spMkLst>
        </pc:spChg>
        <pc:grpChg chg="mod">
          <ac:chgData name="Vishnu Shanthakumar" userId="fb93e2ee-9c21-475b-bcec-87cb2b6c7957" providerId="ADAL" clId="{14EB7E57-8184-4DC5-8394-0B28B9E39E25}" dt="2024-01-08T09:56:02.928" v="368" actId="1035"/>
          <ac:grpSpMkLst>
            <pc:docMk/>
            <pc:sldMk cId="0" sldId="288"/>
            <ac:grpSpMk id="588" creationId="{00000000-0000-0000-0000-000000000000}"/>
          </ac:grpSpMkLst>
        </pc:grpChg>
      </pc:sldChg>
      <pc:sldChg chg="addSp delSp modSp mod modClrScheme chgLayout">
        <pc:chgData name="Vishnu Shanthakumar" userId="fb93e2ee-9c21-475b-bcec-87cb2b6c7957" providerId="ADAL" clId="{14EB7E57-8184-4DC5-8394-0B28B9E39E25}" dt="2024-01-08T09:56:14.880" v="385" actId="1035"/>
        <pc:sldMkLst>
          <pc:docMk/>
          <pc:sldMk cId="0" sldId="289"/>
        </pc:sldMkLst>
        <pc:spChg chg="add del mod ord">
          <ac:chgData name="Vishnu Shanthakumar" userId="fb93e2ee-9c21-475b-bcec-87cb2b6c7957" providerId="ADAL" clId="{14EB7E57-8184-4DC5-8394-0B28B9E39E25}" dt="2024-01-08T09:56:08.737" v="369" actId="478"/>
          <ac:spMkLst>
            <pc:docMk/>
            <pc:sldMk cId="0" sldId="289"/>
            <ac:spMk id="2" creationId="{5FE4D008-CB7E-A44B-D64A-DA252B8F7E2C}"/>
          </ac:spMkLst>
        </pc:spChg>
        <pc:spChg chg="add del mod ord">
          <ac:chgData name="Vishnu Shanthakumar" userId="fb93e2ee-9c21-475b-bcec-87cb2b6c7957" providerId="ADAL" clId="{14EB7E57-8184-4DC5-8394-0B28B9E39E25}" dt="2024-01-08T09:56:08.737" v="369" actId="478"/>
          <ac:spMkLst>
            <pc:docMk/>
            <pc:sldMk cId="0" sldId="289"/>
            <ac:spMk id="3" creationId="{B4FC72C7-6447-F3A8-736D-0934347D48A8}"/>
          </ac:spMkLst>
        </pc:spChg>
        <pc:spChg chg="mod ord">
          <ac:chgData name="Vishnu Shanthakumar" userId="fb93e2ee-9c21-475b-bcec-87cb2b6c7957" providerId="ADAL" clId="{14EB7E57-8184-4DC5-8394-0B28B9E39E25}" dt="2024-01-08T09:20:20.288" v="32" actId="700"/>
          <ac:spMkLst>
            <pc:docMk/>
            <pc:sldMk cId="0" sldId="289"/>
            <ac:spMk id="609" creationId="{00000000-0000-0000-0000-000000000000}"/>
          </ac:spMkLst>
        </pc:spChg>
        <pc:spChg chg="mod">
          <ac:chgData name="Vishnu Shanthakumar" userId="fb93e2ee-9c21-475b-bcec-87cb2b6c7957" providerId="ADAL" clId="{14EB7E57-8184-4DC5-8394-0B28B9E39E25}" dt="2024-01-08T09:56:14.880" v="385" actId="1035"/>
          <ac:spMkLst>
            <pc:docMk/>
            <pc:sldMk cId="0" sldId="289"/>
            <ac:spMk id="621" creationId="{00000000-0000-0000-0000-000000000000}"/>
          </ac:spMkLst>
        </pc:spChg>
        <pc:grpChg chg="mod">
          <ac:chgData name="Vishnu Shanthakumar" userId="fb93e2ee-9c21-475b-bcec-87cb2b6c7957" providerId="ADAL" clId="{14EB7E57-8184-4DC5-8394-0B28B9E39E25}" dt="2024-01-08T09:56:14.880" v="385" actId="1035"/>
          <ac:grpSpMkLst>
            <pc:docMk/>
            <pc:sldMk cId="0" sldId="289"/>
            <ac:grpSpMk id="610" creationId="{00000000-0000-0000-0000-000000000000}"/>
          </ac:grpSpMkLst>
        </pc:grpChg>
      </pc:sldChg>
      <pc:sldChg chg="addSp delSp modSp mod modClrScheme chgLayout">
        <pc:chgData name="Vishnu Shanthakumar" userId="fb93e2ee-9c21-475b-bcec-87cb2b6c7957" providerId="ADAL" clId="{14EB7E57-8184-4DC5-8394-0B28B9E39E25}" dt="2024-01-08T09:56:26.592" v="386" actId="242"/>
        <pc:sldMkLst>
          <pc:docMk/>
          <pc:sldMk cId="0" sldId="290"/>
        </pc:sldMkLst>
        <pc:spChg chg="add del mod">
          <ac:chgData name="Vishnu Shanthakumar" userId="fb93e2ee-9c21-475b-bcec-87cb2b6c7957" providerId="ADAL" clId="{14EB7E57-8184-4DC5-8394-0B28B9E39E25}" dt="2024-01-08T09:20:57.311" v="34" actId="6264"/>
          <ac:spMkLst>
            <pc:docMk/>
            <pc:sldMk cId="0" sldId="290"/>
            <ac:spMk id="2" creationId="{7F15108A-9A0A-2CE7-3259-675FA2A3D454}"/>
          </ac:spMkLst>
        </pc:spChg>
        <pc:spChg chg="mod ord">
          <ac:chgData name="Vishnu Shanthakumar" userId="fb93e2ee-9c21-475b-bcec-87cb2b6c7957" providerId="ADAL" clId="{14EB7E57-8184-4DC5-8394-0B28B9E39E25}" dt="2024-01-08T09:56:26.592" v="386" actId="242"/>
          <ac:spMkLst>
            <pc:docMk/>
            <pc:sldMk cId="0" sldId="290"/>
            <ac:spMk id="626" creationId="{00000000-0000-0000-0000-000000000000}"/>
          </ac:spMkLst>
        </pc:spChg>
      </pc:sldChg>
      <pc:sldChg chg="addSp delSp modSp mod modClrScheme chgLayout">
        <pc:chgData name="Vishnu Shanthakumar" userId="fb93e2ee-9c21-475b-bcec-87cb2b6c7957" providerId="ADAL" clId="{14EB7E57-8184-4DC5-8394-0B28B9E39E25}" dt="2024-01-08T09:57:34.221" v="406" actId="552"/>
        <pc:sldMkLst>
          <pc:docMk/>
          <pc:sldMk cId="0" sldId="291"/>
        </pc:sldMkLst>
        <pc:spChg chg="add del mod ord">
          <ac:chgData name="Vishnu Shanthakumar" userId="fb93e2ee-9c21-475b-bcec-87cb2b6c7957" providerId="ADAL" clId="{14EB7E57-8184-4DC5-8394-0B28B9E39E25}" dt="2024-01-08T09:56:33.908" v="387" actId="478"/>
          <ac:spMkLst>
            <pc:docMk/>
            <pc:sldMk cId="0" sldId="291"/>
            <ac:spMk id="2" creationId="{38E23B83-A7AB-8B85-30FD-A408AAE7D6ED}"/>
          </ac:spMkLst>
        </pc:spChg>
        <pc:spChg chg="add del mod ord">
          <ac:chgData name="Vishnu Shanthakumar" userId="fb93e2ee-9c21-475b-bcec-87cb2b6c7957" providerId="ADAL" clId="{14EB7E57-8184-4DC5-8394-0B28B9E39E25}" dt="2024-01-08T09:56:33.908" v="387" actId="478"/>
          <ac:spMkLst>
            <pc:docMk/>
            <pc:sldMk cId="0" sldId="291"/>
            <ac:spMk id="3" creationId="{57DF1431-5854-4E1D-93A9-D676AA495A49}"/>
          </ac:spMkLst>
        </pc:spChg>
        <pc:spChg chg="mod ord">
          <ac:chgData name="Vishnu Shanthakumar" userId="fb93e2ee-9c21-475b-bcec-87cb2b6c7957" providerId="ADAL" clId="{14EB7E57-8184-4DC5-8394-0B28B9E39E25}" dt="2024-01-08T09:20:20.288" v="32" actId="700"/>
          <ac:spMkLst>
            <pc:docMk/>
            <pc:sldMk cId="0" sldId="291"/>
            <ac:spMk id="632" creationId="{00000000-0000-0000-0000-000000000000}"/>
          </ac:spMkLst>
        </pc:spChg>
        <pc:spChg chg="mod">
          <ac:chgData name="Vishnu Shanthakumar" userId="fb93e2ee-9c21-475b-bcec-87cb2b6c7957" providerId="ADAL" clId="{14EB7E57-8184-4DC5-8394-0B28B9E39E25}" dt="2024-01-08T09:57:05.210" v="405" actId="552"/>
          <ac:spMkLst>
            <pc:docMk/>
            <pc:sldMk cId="0" sldId="291"/>
            <ac:spMk id="638" creationId="{00000000-0000-0000-0000-000000000000}"/>
          </ac:spMkLst>
        </pc:spChg>
        <pc:spChg chg="mod">
          <ac:chgData name="Vishnu Shanthakumar" userId="fb93e2ee-9c21-475b-bcec-87cb2b6c7957" providerId="ADAL" clId="{14EB7E57-8184-4DC5-8394-0B28B9E39E25}" dt="2024-01-08T09:57:34.221" v="406" actId="552"/>
          <ac:spMkLst>
            <pc:docMk/>
            <pc:sldMk cId="0" sldId="291"/>
            <ac:spMk id="639" creationId="{00000000-0000-0000-0000-000000000000}"/>
          </ac:spMkLst>
        </pc:spChg>
        <pc:spChg chg="mod">
          <ac:chgData name="Vishnu Shanthakumar" userId="fb93e2ee-9c21-475b-bcec-87cb2b6c7957" providerId="ADAL" clId="{14EB7E57-8184-4DC5-8394-0B28B9E39E25}" dt="2024-01-08T09:57:05.210" v="405" actId="552"/>
          <ac:spMkLst>
            <pc:docMk/>
            <pc:sldMk cId="0" sldId="291"/>
            <ac:spMk id="640" creationId="{00000000-0000-0000-0000-000000000000}"/>
          </ac:spMkLst>
        </pc:spChg>
        <pc:spChg chg="mod">
          <ac:chgData name="Vishnu Shanthakumar" userId="fb93e2ee-9c21-475b-bcec-87cb2b6c7957" providerId="ADAL" clId="{14EB7E57-8184-4DC5-8394-0B28B9E39E25}" dt="2024-01-08T09:57:34.221" v="406" actId="552"/>
          <ac:spMkLst>
            <pc:docMk/>
            <pc:sldMk cId="0" sldId="291"/>
            <ac:spMk id="642" creationId="{00000000-0000-0000-0000-000000000000}"/>
          </ac:spMkLst>
        </pc:spChg>
        <pc:spChg chg="mod">
          <ac:chgData name="Vishnu Shanthakumar" userId="fb93e2ee-9c21-475b-bcec-87cb2b6c7957" providerId="ADAL" clId="{14EB7E57-8184-4DC5-8394-0B28B9E39E25}" dt="2024-01-08T09:57:05.210" v="405" actId="552"/>
          <ac:spMkLst>
            <pc:docMk/>
            <pc:sldMk cId="0" sldId="291"/>
            <ac:spMk id="644" creationId="{00000000-0000-0000-0000-000000000000}"/>
          </ac:spMkLst>
        </pc:spChg>
        <pc:spChg chg="mod">
          <ac:chgData name="Vishnu Shanthakumar" userId="fb93e2ee-9c21-475b-bcec-87cb2b6c7957" providerId="ADAL" clId="{14EB7E57-8184-4DC5-8394-0B28B9E39E25}" dt="2024-01-08T09:57:05.210" v="405" actId="552"/>
          <ac:spMkLst>
            <pc:docMk/>
            <pc:sldMk cId="0" sldId="291"/>
            <ac:spMk id="646" creationId="{00000000-0000-0000-0000-000000000000}"/>
          </ac:spMkLst>
        </pc:spChg>
        <pc:spChg chg="mod">
          <ac:chgData name="Vishnu Shanthakumar" userId="fb93e2ee-9c21-475b-bcec-87cb2b6c7957" providerId="ADAL" clId="{14EB7E57-8184-4DC5-8394-0B28B9E39E25}" dt="2024-01-08T09:57:34.221" v="406" actId="552"/>
          <ac:spMkLst>
            <pc:docMk/>
            <pc:sldMk cId="0" sldId="291"/>
            <ac:spMk id="648" creationId="{00000000-0000-0000-0000-000000000000}"/>
          </ac:spMkLst>
        </pc:spChg>
        <pc:spChg chg="mod">
          <ac:chgData name="Vishnu Shanthakumar" userId="fb93e2ee-9c21-475b-bcec-87cb2b6c7957" providerId="ADAL" clId="{14EB7E57-8184-4DC5-8394-0B28B9E39E25}" dt="2024-01-08T09:57:34.221" v="406" actId="552"/>
          <ac:spMkLst>
            <pc:docMk/>
            <pc:sldMk cId="0" sldId="291"/>
            <ac:spMk id="649" creationId="{00000000-0000-0000-0000-000000000000}"/>
          </ac:spMkLst>
        </pc:spChg>
        <pc:spChg chg="mod">
          <ac:chgData name="Vishnu Shanthakumar" userId="fb93e2ee-9c21-475b-bcec-87cb2b6c7957" providerId="ADAL" clId="{14EB7E57-8184-4DC5-8394-0B28B9E39E25}" dt="2024-01-08T09:57:05.210" v="405" actId="552"/>
          <ac:spMkLst>
            <pc:docMk/>
            <pc:sldMk cId="0" sldId="291"/>
            <ac:spMk id="654" creationId="{00000000-0000-0000-0000-000000000000}"/>
          </ac:spMkLst>
        </pc:spChg>
        <pc:spChg chg="mod">
          <ac:chgData name="Vishnu Shanthakumar" userId="fb93e2ee-9c21-475b-bcec-87cb2b6c7957" providerId="ADAL" clId="{14EB7E57-8184-4DC5-8394-0B28B9E39E25}" dt="2024-01-08T09:57:34.221" v="406" actId="552"/>
          <ac:spMkLst>
            <pc:docMk/>
            <pc:sldMk cId="0" sldId="291"/>
            <ac:spMk id="655" creationId="{00000000-0000-0000-0000-000000000000}"/>
          </ac:spMkLst>
        </pc:spChg>
        <pc:spChg chg="mod">
          <ac:chgData name="Vishnu Shanthakumar" userId="fb93e2ee-9c21-475b-bcec-87cb2b6c7957" providerId="ADAL" clId="{14EB7E57-8184-4DC5-8394-0B28B9E39E25}" dt="2024-01-08T09:57:05.210" v="405" actId="552"/>
          <ac:spMkLst>
            <pc:docMk/>
            <pc:sldMk cId="0" sldId="291"/>
            <ac:spMk id="656" creationId="{00000000-0000-0000-0000-000000000000}"/>
          </ac:spMkLst>
        </pc:spChg>
        <pc:spChg chg="mod">
          <ac:chgData name="Vishnu Shanthakumar" userId="fb93e2ee-9c21-475b-bcec-87cb2b6c7957" providerId="ADAL" clId="{14EB7E57-8184-4DC5-8394-0B28B9E39E25}" dt="2024-01-08T09:57:34.221" v="406" actId="552"/>
          <ac:spMkLst>
            <pc:docMk/>
            <pc:sldMk cId="0" sldId="291"/>
            <ac:spMk id="657" creationId="{00000000-0000-0000-0000-000000000000}"/>
          </ac:spMkLst>
        </pc:spChg>
        <pc:spChg chg="mod">
          <ac:chgData name="Vishnu Shanthakumar" userId="fb93e2ee-9c21-475b-bcec-87cb2b6c7957" providerId="ADAL" clId="{14EB7E57-8184-4DC5-8394-0B28B9E39E25}" dt="2024-01-08T09:57:05.210" v="405" actId="552"/>
          <ac:spMkLst>
            <pc:docMk/>
            <pc:sldMk cId="0" sldId="291"/>
            <ac:spMk id="659" creationId="{00000000-0000-0000-0000-000000000000}"/>
          </ac:spMkLst>
        </pc:spChg>
        <pc:spChg chg="mod">
          <ac:chgData name="Vishnu Shanthakumar" userId="fb93e2ee-9c21-475b-bcec-87cb2b6c7957" providerId="ADAL" clId="{14EB7E57-8184-4DC5-8394-0B28B9E39E25}" dt="2024-01-08T09:57:34.221" v="406" actId="552"/>
          <ac:spMkLst>
            <pc:docMk/>
            <pc:sldMk cId="0" sldId="291"/>
            <ac:spMk id="660" creationId="{00000000-0000-0000-0000-000000000000}"/>
          </ac:spMkLst>
        </pc:spChg>
        <pc:spChg chg="mod">
          <ac:chgData name="Vishnu Shanthakumar" userId="fb93e2ee-9c21-475b-bcec-87cb2b6c7957" providerId="ADAL" clId="{14EB7E57-8184-4DC5-8394-0B28B9E39E25}" dt="2024-01-08T09:56:40.840" v="403" actId="1035"/>
          <ac:spMkLst>
            <pc:docMk/>
            <pc:sldMk cId="0" sldId="291"/>
            <ac:spMk id="661" creationId="{00000000-0000-0000-0000-000000000000}"/>
          </ac:spMkLst>
        </pc:spChg>
        <pc:grpChg chg="mod">
          <ac:chgData name="Vishnu Shanthakumar" userId="fb93e2ee-9c21-475b-bcec-87cb2b6c7957" providerId="ADAL" clId="{14EB7E57-8184-4DC5-8394-0B28B9E39E25}" dt="2024-01-08T09:56:46.931" v="404" actId="12789"/>
          <ac:grpSpMkLst>
            <pc:docMk/>
            <pc:sldMk cId="0" sldId="291"/>
            <ac:grpSpMk id="636" creationId="{00000000-0000-0000-0000-000000000000}"/>
          </ac:grpSpMkLst>
        </pc:grpChg>
        <pc:picChg chg="mod">
          <ac:chgData name="Vishnu Shanthakumar" userId="fb93e2ee-9c21-475b-bcec-87cb2b6c7957" providerId="ADAL" clId="{14EB7E57-8184-4DC5-8394-0B28B9E39E25}" dt="2024-01-08T09:56:46.931" v="404" actId="12789"/>
          <ac:picMkLst>
            <pc:docMk/>
            <pc:sldMk cId="0" sldId="291"/>
            <ac:picMk id="633" creationId="{00000000-0000-0000-0000-000000000000}"/>
          </ac:picMkLst>
        </pc:picChg>
      </pc:sldChg>
      <pc:sldChg chg="addSp delSp modSp mod modClrScheme chgLayout">
        <pc:chgData name="Vishnu Shanthakumar" userId="fb93e2ee-9c21-475b-bcec-87cb2b6c7957" providerId="ADAL" clId="{14EB7E57-8184-4DC5-8394-0B28B9E39E25}" dt="2024-01-08T11:29:40.608" v="1990" actId="5793"/>
        <pc:sldMkLst>
          <pc:docMk/>
          <pc:sldMk cId="0" sldId="292"/>
        </pc:sldMkLst>
        <pc:spChg chg="add del mod ord">
          <ac:chgData name="Vishnu Shanthakumar" userId="fb93e2ee-9c21-475b-bcec-87cb2b6c7957" providerId="ADAL" clId="{14EB7E57-8184-4DC5-8394-0B28B9E39E25}" dt="2024-01-08T09:59:42.634" v="407" actId="478"/>
          <ac:spMkLst>
            <pc:docMk/>
            <pc:sldMk cId="0" sldId="292"/>
            <ac:spMk id="2" creationId="{D80E3777-8567-F617-4F77-FFB81AF54607}"/>
          </ac:spMkLst>
        </pc:spChg>
        <pc:spChg chg="add del mod ord">
          <ac:chgData name="Vishnu Shanthakumar" userId="fb93e2ee-9c21-475b-bcec-87cb2b6c7957" providerId="ADAL" clId="{14EB7E57-8184-4DC5-8394-0B28B9E39E25}" dt="2024-01-08T09:59:42.634" v="407" actId="478"/>
          <ac:spMkLst>
            <pc:docMk/>
            <pc:sldMk cId="0" sldId="292"/>
            <ac:spMk id="3" creationId="{7AE915B7-AF94-88E1-EFC2-0A911DA3A1AD}"/>
          </ac:spMkLst>
        </pc:spChg>
        <pc:spChg chg="mod ord">
          <ac:chgData name="Vishnu Shanthakumar" userId="fb93e2ee-9c21-475b-bcec-87cb2b6c7957" providerId="ADAL" clId="{14EB7E57-8184-4DC5-8394-0B28B9E39E25}" dt="2024-01-08T09:20:20.288" v="32" actId="700"/>
          <ac:spMkLst>
            <pc:docMk/>
            <pc:sldMk cId="0" sldId="292"/>
            <ac:spMk id="667" creationId="{00000000-0000-0000-0000-000000000000}"/>
          </ac:spMkLst>
        </pc:spChg>
        <pc:spChg chg="mod">
          <ac:chgData name="Vishnu Shanthakumar" userId="fb93e2ee-9c21-475b-bcec-87cb2b6c7957" providerId="ADAL" clId="{14EB7E57-8184-4DC5-8394-0B28B9E39E25}" dt="2024-01-08T11:29:40.608" v="1990" actId="5793"/>
          <ac:spMkLst>
            <pc:docMk/>
            <pc:sldMk cId="0" sldId="292"/>
            <ac:spMk id="668" creationId="{00000000-0000-0000-0000-000000000000}"/>
          </ac:spMkLst>
        </pc:spChg>
        <pc:grpChg chg="mod">
          <ac:chgData name="Vishnu Shanthakumar" userId="fb93e2ee-9c21-475b-bcec-87cb2b6c7957" providerId="ADAL" clId="{14EB7E57-8184-4DC5-8394-0B28B9E39E25}" dt="2024-01-08T09:59:48.881" v="408" actId="12789"/>
          <ac:grpSpMkLst>
            <pc:docMk/>
            <pc:sldMk cId="0" sldId="292"/>
            <ac:grpSpMk id="671" creationId="{00000000-0000-0000-0000-000000000000}"/>
          </ac:grpSpMkLst>
        </pc:grpChg>
        <pc:picChg chg="mod">
          <ac:chgData name="Vishnu Shanthakumar" userId="fb93e2ee-9c21-475b-bcec-87cb2b6c7957" providerId="ADAL" clId="{14EB7E57-8184-4DC5-8394-0B28B9E39E25}" dt="2024-01-08T09:59:52.253" v="412" actId="1035"/>
          <ac:picMkLst>
            <pc:docMk/>
            <pc:sldMk cId="0" sldId="292"/>
            <ac:picMk id="669" creationId="{00000000-0000-0000-0000-000000000000}"/>
          </ac:picMkLst>
        </pc:picChg>
      </pc:sldChg>
      <pc:sldChg chg="addSp delSp modSp mod modClrScheme chgLayout">
        <pc:chgData name="Vishnu Shanthakumar" userId="fb93e2ee-9c21-475b-bcec-87cb2b6c7957" providerId="ADAL" clId="{14EB7E57-8184-4DC5-8394-0B28B9E39E25}" dt="2024-01-08T10:00:13.428" v="413" actId="242"/>
        <pc:sldMkLst>
          <pc:docMk/>
          <pc:sldMk cId="0" sldId="293"/>
        </pc:sldMkLst>
        <pc:spChg chg="add del mod">
          <ac:chgData name="Vishnu Shanthakumar" userId="fb93e2ee-9c21-475b-bcec-87cb2b6c7957" providerId="ADAL" clId="{14EB7E57-8184-4DC5-8394-0B28B9E39E25}" dt="2024-01-08T09:20:57.311" v="34" actId="6264"/>
          <ac:spMkLst>
            <pc:docMk/>
            <pc:sldMk cId="0" sldId="293"/>
            <ac:spMk id="2" creationId="{66FB0FBF-A4F6-037A-C7CF-FC781D637BAA}"/>
          </ac:spMkLst>
        </pc:spChg>
        <pc:spChg chg="mod ord">
          <ac:chgData name="Vishnu Shanthakumar" userId="fb93e2ee-9c21-475b-bcec-87cb2b6c7957" providerId="ADAL" clId="{14EB7E57-8184-4DC5-8394-0B28B9E39E25}" dt="2024-01-08T10:00:13.428" v="413" actId="242"/>
          <ac:spMkLst>
            <pc:docMk/>
            <pc:sldMk cId="0" sldId="293"/>
            <ac:spMk id="682" creationId="{00000000-0000-0000-0000-000000000000}"/>
          </ac:spMkLst>
        </pc:spChg>
      </pc:sldChg>
      <pc:sldChg chg="addSp delSp modSp mod modClrScheme chgLayout">
        <pc:chgData name="Vishnu Shanthakumar" userId="fb93e2ee-9c21-475b-bcec-87cb2b6c7957" providerId="ADAL" clId="{14EB7E57-8184-4DC5-8394-0B28B9E39E25}" dt="2024-01-08T10:01:01.988" v="469" actId="1036"/>
        <pc:sldMkLst>
          <pc:docMk/>
          <pc:sldMk cId="0" sldId="294"/>
        </pc:sldMkLst>
        <pc:spChg chg="add del mod ord">
          <ac:chgData name="Vishnu Shanthakumar" userId="fb93e2ee-9c21-475b-bcec-87cb2b6c7957" providerId="ADAL" clId="{14EB7E57-8184-4DC5-8394-0B28B9E39E25}" dt="2024-01-08T10:00:18.176" v="414" actId="478"/>
          <ac:spMkLst>
            <pc:docMk/>
            <pc:sldMk cId="0" sldId="294"/>
            <ac:spMk id="2" creationId="{D748398C-6A54-8ABE-9A70-A763BC902891}"/>
          </ac:spMkLst>
        </pc:spChg>
        <pc:spChg chg="add del mod ord">
          <ac:chgData name="Vishnu Shanthakumar" userId="fb93e2ee-9c21-475b-bcec-87cb2b6c7957" providerId="ADAL" clId="{14EB7E57-8184-4DC5-8394-0B28B9E39E25}" dt="2024-01-08T10:00:18.176" v="414" actId="478"/>
          <ac:spMkLst>
            <pc:docMk/>
            <pc:sldMk cId="0" sldId="294"/>
            <ac:spMk id="3" creationId="{17B2E92C-5E6A-5BCC-D567-2AFEDEDC441A}"/>
          </ac:spMkLst>
        </pc:spChg>
        <pc:spChg chg="mod ord">
          <ac:chgData name="Vishnu Shanthakumar" userId="fb93e2ee-9c21-475b-bcec-87cb2b6c7957" providerId="ADAL" clId="{14EB7E57-8184-4DC5-8394-0B28B9E39E25}" dt="2024-01-08T09:20:20.288" v="32" actId="700"/>
          <ac:spMkLst>
            <pc:docMk/>
            <pc:sldMk cId="0" sldId="294"/>
            <ac:spMk id="688" creationId="{00000000-0000-0000-0000-000000000000}"/>
          </ac:spMkLst>
        </pc:spChg>
        <pc:spChg chg="mod">
          <ac:chgData name="Vishnu Shanthakumar" userId="fb93e2ee-9c21-475b-bcec-87cb2b6c7957" providerId="ADAL" clId="{14EB7E57-8184-4DC5-8394-0B28B9E39E25}" dt="2024-01-08T10:00:25.306" v="427" actId="1036"/>
          <ac:spMkLst>
            <pc:docMk/>
            <pc:sldMk cId="0" sldId="294"/>
            <ac:spMk id="690" creationId="{00000000-0000-0000-0000-000000000000}"/>
          </ac:spMkLst>
        </pc:spChg>
        <pc:picChg chg="mod">
          <ac:chgData name="Vishnu Shanthakumar" userId="fb93e2ee-9c21-475b-bcec-87cb2b6c7957" providerId="ADAL" clId="{14EB7E57-8184-4DC5-8394-0B28B9E39E25}" dt="2024-01-08T10:00:25.306" v="427" actId="1036"/>
          <ac:picMkLst>
            <pc:docMk/>
            <pc:sldMk cId="0" sldId="294"/>
            <ac:picMk id="689" creationId="{00000000-0000-0000-0000-000000000000}"/>
          </ac:picMkLst>
        </pc:picChg>
        <pc:picChg chg="mod">
          <ac:chgData name="Vishnu Shanthakumar" userId="fb93e2ee-9c21-475b-bcec-87cb2b6c7957" providerId="ADAL" clId="{14EB7E57-8184-4DC5-8394-0B28B9E39E25}" dt="2024-01-08T10:01:01.988" v="469" actId="1036"/>
          <ac:picMkLst>
            <pc:docMk/>
            <pc:sldMk cId="0" sldId="294"/>
            <ac:picMk id="691" creationId="{00000000-0000-0000-0000-000000000000}"/>
          </ac:picMkLst>
        </pc:picChg>
      </pc:sldChg>
      <pc:sldChg chg="addSp delSp modSp mod modClrScheme chgLayout">
        <pc:chgData name="Vishnu Shanthakumar" userId="fb93e2ee-9c21-475b-bcec-87cb2b6c7957" providerId="ADAL" clId="{14EB7E57-8184-4DC5-8394-0B28B9E39E25}" dt="2024-01-08T10:00:50.291" v="466" actId="1036"/>
        <pc:sldMkLst>
          <pc:docMk/>
          <pc:sldMk cId="0" sldId="295"/>
        </pc:sldMkLst>
        <pc:spChg chg="add del mod ord">
          <ac:chgData name="Vishnu Shanthakumar" userId="fb93e2ee-9c21-475b-bcec-87cb2b6c7957" providerId="ADAL" clId="{14EB7E57-8184-4DC5-8394-0B28B9E39E25}" dt="2024-01-08T10:00:38.875" v="428" actId="478"/>
          <ac:spMkLst>
            <pc:docMk/>
            <pc:sldMk cId="0" sldId="295"/>
            <ac:spMk id="2" creationId="{0A6758BD-68CA-9175-062F-EE9F023A14EB}"/>
          </ac:spMkLst>
        </pc:spChg>
        <pc:spChg chg="add del mod ord">
          <ac:chgData name="Vishnu Shanthakumar" userId="fb93e2ee-9c21-475b-bcec-87cb2b6c7957" providerId="ADAL" clId="{14EB7E57-8184-4DC5-8394-0B28B9E39E25}" dt="2024-01-08T10:00:38.875" v="428" actId="478"/>
          <ac:spMkLst>
            <pc:docMk/>
            <pc:sldMk cId="0" sldId="295"/>
            <ac:spMk id="3" creationId="{193F30B6-1947-1A4E-0F51-53212F04BB84}"/>
          </ac:spMkLst>
        </pc:spChg>
        <pc:spChg chg="mod ord">
          <ac:chgData name="Vishnu Shanthakumar" userId="fb93e2ee-9c21-475b-bcec-87cb2b6c7957" providerId="ADAL" clId="{14EB7E57-8184-4DC5-8394-0B28B9E39E25}" dt="2024-01-08T09:20:20.288" v="32" actId="700"/>
          <ac:spMkLst>
            <pc:docMk/>
            <pc:sldMk cId="0" sldId="295"/>
            <ac:spMk id="697" creationId="{00000000-0000-0000-0000-000000000000}"/>
          </ac:spMkLst>
        </pc:spChg>
        <pc:spChg chg="mod">
          <ac:chgData name="Vishnu Shanthakumar" userId="fb93e2ee-9c21-475b-bcec-87cb2b6c7957" providerId="ADAL" clId="{14EB7E57-8184-4DC5-8394-0B28B9E39E25}" dt="2024-01-08T10:00:44.894" v="450" actId="1035"/>
          <ac:spMkLst>
            <pc:docMk/>
            <pc:sldMk cId="0" sldId="295"/>
            <ac:spMk id="698" creationId="{00000000-0000-0000-0000-000000000000}"/>
          </ac:spMkLst>
        </pc:spChg>
        <pc:grpChg chg="mod">
          <ac:chgData name="Vishnu Shanthakumar" userId="fb93e2ee-9c21-475b-bcec-87cb2b6c7957" providerId="ADAL" clId="{14EB7E57-8184-4DC5-8394-0B28B9E39E25}" dt="2024-01-08T10:00:50.291" v="466" actId="1036"/>
          <ac:grpSpMkLst>
            <pc:docMk/>
            <pc:sldMk cId="0" sldId="295"/>
            <ac:grpSpMk id="700" creationId="{00000000-0000-0000-0000-000000000000}"/>
          </ac:grpSpMkLst>
        </pc:grpChg>
      </pc:sldChg>
      <pc:sldChg chg="addSp delSp modSp mod modClrScheme chgLayout">
        <pc:chgData name="Vishnu Shanthakumar" userId="fb93e2ee-9c21-475b-bcec-87cb2b6c7957" providerId="ADAL" clId="{14EB7E57-8184-4DC5-8394-0B28B9E39E25}" dt="2024-01-08T10:01:19.826" v="487" actId="1035"/>
        <pc:sldMkLst>
          <pc:docMk/>
          <pc:sldMk cId="0" sldId="296"/>
        </pc:sldMkLst>
        <pc:spChg chg="add del mod ord">
          <ac:chgData name="Vishnu Shanthakumar" userId="fb93e2ee-9c21-475b-bcec-87cb2b6c7957" providerId="ADAL" clId="{14EB7E57-8184-4DC5-8394-0B28B9E39E25}" dt="2024-01-08T10:01:11.430" v="473" actId="478"/>
          <ac:spMkLst>
            <pc:docMk/>
            <pc:sldMk cId="0" sldId="296"/>
            <ac:spMk id="2" creationId="{F44DE349-7277-59F6-8A8F-025FF6FDD566}"/>
          </ac:spMkLst>
        </pc:spChg>
        <pc:spChg chg="add del mod ord">
          <ac:chgData name="Vishnu Shanthakumar" userId="fb93e2ee-9c21-475b-bcec-87cb2b6c7957" providerId="ADAL" clId="{14EB7E57-8184-4DC5-8394-0B28B9E39E25}" dt="2024-01-08T10:01:11.430" v="473" actId="478"/>
          <ac:spMkLst>
            <pc:docMk/>
            <pc:sldMk cId="0" sldId="296"/>
            <ac:spMk id="3" creationId="{9C64D204-9D6B-0327-5E75-B63CB9F80CD7}"/>
          </ac:spMkLst>
        </pc:spChg>
        <pc:spChg chg="mod ord">
          <ac:chgData name="Vishnu Shanthakumar" userId="fb93e2ee-9c21-475b-bcec-87cb2b6c7957" providerId="ADAL" clId="{14EB7E57-8184-4DC5-8394-0B28B9E39E25}" dt="2024-01-08T09:20:20.288" v="32" actId="700"/>
          <ac:spMkLst>
            <pc:docMk/>
            <pc:sldMk cId="0" sldId="296"/>
            <ac:spMk id="712" creationId="{00000000-0000-0000-0000-000000000000}"/>
          </ac:spMkLst>
        </pc:spChg>
        <pc:spChg chg="mod">
          <ac:chgData name="Vishnu Shanthakumar" userId="fb93e2ee-9c21-475b-bcec-87cb2b6c7957" providerId="ADAL" clId="{14EB7E57-8184-4DC5-8394-0B28B9E39E25}" dt="2024-01-08T10:01:19.826" v="487" actId="1035"/>
          <ac:spMkLst>
            <pc:docMk/>
            <pc:sldMk cId="0" sldId="296"/>
            <ac:spMk id="720" creationId="{00000000-0000-0000-0000-000000000000}"/>
          </ac:spMkLst>
        </pc:spChg>
        <pc:grpChg chg="mod">
          <ac:chgData name="Vishnu Shanthakumar" userId="fb93e2ee-9c21-475b-bcec-87cb2b6c7957" providerId="ADAL" clId="{14EB7E57-8184-4DC5-8394-0B28B9E39E25}" dt="2024-01-08T10:01:19.826" v="487" actId="1035"/>
          <ac:grpSpMkLst>
            <pc:docMk/>
            <pc:sldMk cId="0" sldId="296"/>
            <ac:grpSpMk id="713" creationId="{00000000-0000-0000-0000-000000000000}"/>
          </ac:grpSpMkLst>
        </pc:grpChg>
        <pc:picChg chg="mod">
          <ac:chgData name="Vishnu Shanthakumar" userId="fb93e2ee-9c21-475b-bcec-87cb2b6c7957" providerId="ADAL" clId="{14EB7E57-8184-4DC5-8394-0B28B9E39E25}" dt="2024-01-08T10:01:08.194" v="472" actId="1036"/>
          <ac:picMkLst>
            <pc:docMk/>
            <pc:sldMk cId="0" sldId="296"/>
            <ac:picMk id="721" creationId="{00000000-0000-0000-0000-000000000000}"/>
          </ac:picMkLst>
        </pc:picChg>
      </pc:sldChg>
      <pc:sldChg chg="addSp delSp modSp mod modClrScheme chgLayout">
        <pc:chgData name="Vishnu Shanthakumar" userId="fb93e2ee-9c21-475b-bcec-87cb2b6c7957" providerId="ADAL" clId="{14EB7E57-8184-4DC5-8394-0B28B9E39E25}" dt="2024-01-08T10:02:10.779" v="522" actId="1036"/>
        <pc:sldMkLst>
          <pc:docMk/>
          <pc:sldMk cId="0" sldId="297"/>
        </pc:sldMkLst>
        <pc:spChg chg="add del mod ord">
          <ac:chgData name="Vishnu Shanthakumar" userId="fb93e2ee-9c21-475b-bcec-87cb2b6c7957" providerId="ADAL" clId="{14EB7E57-8184-4DC5-8394-0B28B9E39E25}" dt="2024-01-08T10:01:38.461" v="488" actId="478"/>
          <ac:spMkLst>
            <pc:docMk/>
            <pc:sldMk cId="0" sldId="297"/>
            <ac:spMk id="2" creationId="{9C17429F-1050-14B7-ADF2-CFA3255874D0}"/>
          </ac:spMkLst>
        </pc:spChg>
        <pc:spChg chg="add del mod ord">
          <ac:chgData name="Vishnu Shanthakumar" userId="fb93e2ee-9c21-475b-bcec-87cb2b6c7957" providerId="ADAL" clId="{14EB7E57-8184-4DC5-8394-0B28B9E39E25}" dt="2024-01-08T10:01:38.461" v="488" actId="478"/>
          <ac:spMkLst>
            <pc:docMk/>
            <pc:sldMk cId="0" sldId="297"/>
            <ac:spMk id="3" creationId="{F42836D6-5C4D-DA87-F6A1-B01F9D60350C}"/>
          </ac:spMkLst>
        </pc:spChg>
        <pc:spChg chg="mod ord">
          <ac:chgData name="Vishnu Shanthakumar" userId="fb93e2ee-9c21-475b-bcec-87cb2b6c7957" providerId="ADAL" clId="{14EB7E57-8184-4DC5-8394-0B28B9E39E25}" dt="2024-01-08T09:20:20.288" v="32" actId="700"/>
          <ac:spMkLst>
            <pc:docMk/>
            <pc:sldMk cId="0" sldId="297"/>
            <ac:spMk id="727" creationId="{00000000-0000-0000-0000-000000000000}"/>
          </ac:spMkLst>
        </pc:spChg>
        <pc:spChg chg="mod">
          <ac:chgData name="Vishnu Shanthakumar" userId="fb93e2ee-9c21-475b-bcec-87cb2b6c7957" providerId="ADAL" clId="{14EB7E57-8184-4DC5-8394-0B28B9E39E25}" dt="2024-01-08T10:01:52.994" v="516" actId="1036"/>
          <ac:spMkLst>
            <pc:docMk/>
            <pc:sldMk cId="0" sldId="297"/>
            <ac:spMk id="729" creationId="{00000000-0000-0000-0000-000000000000}"/>
          </ac:spMkLst>
        </pc:spChg>
        <pc:grpChg chg="mod">
          <ac:chgData name="Vishnu Shanthakumar" userId="fb93e2ee-9c21-475b-bcec-87cb2b6c7957" providerId="ADAL" clId="{14EB7E57-8184-4DC5-8394-0B28B9E39E25}" dt="2024-01-08T10:01:52.994" v="516" actId="1036"/>
          <ac:grpSpMkLst>
            <pc:docMk/>
            <pc:sldMk cId="0" sldId="297"/>
            <ac:grpSpMk id="730" creationId="{00000000-0000-0000-0000-000000000000}"/>
          </ac:grpSpMkLst>
        </pc:grpChg>
        <pc:picChg chg="mod">
          <ac:chgData name="Vishnu Shanthakumar" userId="fb93e2ee-9c21-475b-bcec-87cb2b6c7957" providerId="ADAL" clId="{14EB7E57-8184-4DC5-8394-0B28B9E39E25}" dt="2024-01-08T10:02:10.779" v="522" actId="1036"/>
          <ac:picMkLst>
            <pc:docMk/>
            <pc:sldMk cId="0" sldId="297"/>
            <ac:picMk id="728" creationId="{00000000-0000-0000-0000-000000000000}"/>
          </ac:picMkLst>
        </pc:picChg>
      </pc:sldChg>
      <pc:sldChg chg="addSp delSp modSp mod modClrScheme chgLayout">
        <pc:chgData name="Vishnu Shanthakumar" userId="fb93e2ee-9c21-475b-bcec-87cb2b6c7957" providerId="ADAL" clId="{14EB7E57-8184-4DC5-8394-0B28B9E39E25}" dt="2024-01-08T10:02:25.893" v="523" actId="242"/>
        <pc:sldMkLst>
          <pc:docMk/>
          <pc:sldMk cId="0" sldId="298"/>
        </pc:sldMkLst>
        <pc:spChg chg="add del mod">
          <ac:chgData name="Vishnu Shanthakumar" userId="fb93e2ee-9c21-475b-bcec-87cb2b6c7957" providerId="ADAL" clId="{14EB7E57-8184-4DC5-8394-0B28B9E39E25}" dt="2024-01-08T09:20:57.311" v="34" actId="6264"/>
          <ac:spMkLst>
            <pc:docMk/>
            <pc:sldMk cId="0" sldId="298"/>
            <ac:spMk id="2" creationId="{06CDF0AD-E91E-1B42-87FA-A24E7B6CE7F1}"/>
          </ac:spMkLst>
        </pc:spChg>
        <pc:spChg chg="mod ord">
          <ac:chgData name="Vishnu Shanthakumar" userId="fb93e2ee-9c21-475b-bcec-87cb2b6c7957" providerId="ADAL" clId="{14EB7E57-8184-4DC5-8394-0B28B9E39E25}" dt="2024-01-08T10:02:25.893" v="523" actId="242"/>
          <ac:spMkLst>
            <pc:docMk/>
            <pc:sldMk cId="0" sldId="298"/>
            <ac:spMk id="1622" creationId="{00000000-0000-0000-0000-000000000000}"/>
          </ac:spMkLst>
        </pc:spChg>
      </pc:sldChg>
      <pc:sldChg chg="addSp delSp modSp mod modClrScheme chgLayout">
        <pc:chgData name="Vishnu Shanthakumar" userId="fb93e2ee-9c21-475b-bcec-87cb2b6c7957" providerId="ADAL" clId="{14EB7E57-8184-4DC5-8394-0B28B9E39E25}" dt="2024-01-08T10:02:42.731" v="540" actId="1036"/>
        <pc:sldMkLst>
          <pc:docMk/>
          <pc:sldMk cId="0" sldId="299"/>
        </pc:sldMkLst>
        <pc:spChg chg="add del mod ord">
          <ac:chgData name="Vishnu Shanthakumar" userId="fb93e2ee-9c21-475b-bcec-87cb2b6c7957" providerId="ADAL" clId="{14EB7E57-8184-4DC5-8394-0B28B9E39E25}" dt="2024-01-08T10:02:37.074" v="524" actId="478"/>
          <ac:spMkLst>
            <pc:docMk/>
            <pc:sldMk cId="0" sldId="299"/>
            <ac:spMk id="2" creationId="{FE2B88AA-7680-9C04-1176-0D8543F958EB}"/>
          </ac:spMkLst>
        </pc:spChg>
        <pc:spChg chg="add del mod ord">
          <ac:chgData name="Vishnu Shanthakumar" userId="fb93e2ee-9c21-475b-bcec-87cb2b6c7957" providerId="ADAL" clId="{14EB7E57-8184-4DC5-8394-0B28B9E39E25}" dt="2024-01-08T10:02:37.074" v="524" actId="478"/>
          <ac:spMkLst>
            <pc:docMk/>
            <pc:sldMk cId="0" sldId="299"/>
            <ac:spMk id="3" creationId="{FC67D78D-6E83-F8C8-924D-6AB7FE061486}"/>
          </ac:spMkLst>
        </pc:spChg>
        <pc:spChg chg="mod ord">
          <ac:chgData name="Vishnu Shanthakumar" userId="fb93e2ee-9c21-475b-bcec-87cb2b6c7957" providerId="ADAL" clId="{14EB7E57-8184-4DC5-8394-0B28B9E39E25}" dt="2024-01-08T09:20:20.288" v="32" actId="700"/>
          <ac:spMkLst>
            <pc:docMk/>
            <pc:sldMk cId="0" sldId="299"/>
            <ac:spMk id="1628" creationId="{00000000-0000-0000-0000-000000000000}"/>
          </ac:spMkLst>
        </pc:spChg>
        <pc:spChg chg="mod">
          <ac:chgData name="Vishnu Shanthakumar" userId="fb93e2ee-9c21-475b-bcec-87cb2b6c7957" providerId="ADAL" clId="{14EB7E57-8184-4DC5-8394-0B28B9E39E25}" dt="2024-01-08T10:02:42.731" v="540" actId="1036"/>
          <ac:spMkLst>
            <pc:docMk/>
            <pc:sldMk cId="0" sldId="299"/>
            <ac:spMk id="1631" creationId="{00000000-0000-0000-0000-000000000000}"/>
          </ac:spMkLst>
        </pc:spChg>
        <pc:picChg chg="mod">
          <ac:chgData name="Vishnu Shanthakumar" userId="fb93e2ee-9c21-475b-bcec-87cb2b6c7957" providerId="ADAL" clId="{14EB7E57-8184-4DC5-8394-0B28B9E39E25}" dt="2024-01-08T10:02:42.731" v="540" actId="1036"/>
          <ac:picMkLst>
            <pc:docMk/>
            <pc:sldMk cId="0" sldId="299"/>
            <ac:picMk id="1632" creationId="{00000000-0000-0000-0000-000000000000}"/>
          </ac:picMkLst>
        </pc:picChg>
      </pc:sldChg>
      <pc:sldChg chg="addSp delSp modSp mod modClrScheme chgLayout">
        <pc:chgData name="Vishnu Shanthakumar" userId="fb93e2ee-9c21-475b-bcec-87cb2b6c7957" providerId="ADAL" clId="{14EB7E57-8184-4DC5-8394-0B28B9E39E25}" dt="2024-01-08T10:08:06.992" v="617" actId="553"/>
        <pc:sldMkLst>
          <pc:docMk/>
          <pc:sldMk cId="0" sldId="300"/>
        </pc:sldMkLst>
        <pc:spChg chg="add del mod ord">
          <ac:chgData name="Vishnu Shanthakumar" userId="fb93e2ee-9c21-475b-bcec-87cb2b6c7957" providerId="ADAL" clId="{14EB7E57-8184-4DC5-8394-0B28B9E39E25}" dt="2024-01-08T10:02:56.872" v="541" actId="478"/>
          <ac:spMkLst>
            <pc:docMk/>
            <pc:sldMk cId="0" sldId="300"/>
            <ac:spMk id="2" creationId="{A892FDB4-67A3-5CC5-BCB5-54602DB608D2}"/>
          </ac:spMkLst>
        </pc:spChg>
        <pc:spChg chg="add del mod ord">
          <ac:chgData name="Vishnu Shanthakumar" userId="fb93e2ee-9c21-475b-bcec-87cb2b6c7957" providerId="ADAL" clId="{14EB7E57-8184-4DC5-8394-0B28B9E39E25}" dt="2024-01-08T10:02:56.872" v="541" actId="478"/>
          <ac:spMkLst>
            <pc:docMk/>
            <pc:sldMk cId="0" sldId="300"/>
            <ac:spMk id="3" creationId="{3FD4E2E6-CA65-787F-7DAD-94D00AA7B8ED}"/>
          </ac:spMkLst>
        </pc:spChg>
        <pc:spChg chg="mod ord">
          <ac:chgData name="Vishnu Shanthakumar" userId="fb93e2ee-9c21-475b-bcec-87cb2b6c7957" providerId="ADAL" clId="{14EB7E57-8184-4DC5-8394-0B28B9E39E25}" dt="2024-01-08T09:20:20.288" v="32" actId="700"/>
          <ac:spMkLst>
            <pc:docMk/>
            <pc:sldMk cId="0" sldId="300"/>
            <ac:spMk id="1638" creationId="{00000000-0000-0000-0000-000000000000}"/>
          </ac:spMkLst>
        </pc:spChg>
        <pc:spChg chg="mod">
          <ac:chgData name="Vishnu Shanthakumar" userId="fb93e2ee-9c21-475b-bcec-87cb2b6c7957" providerId="ADAL" clId="{14EB7E57-8184-4DC5-8394-0B28B9E39E25}" dt="2024-01-08T10:07:36.851" v="593" actId="554"/>
          <ac:spMkLst>
            <pc:docMk/>
            <pc:sldMk cId="0" sldId="300"/>
            <ac:spMk id="1639" creationId="{00000000-0000-0000-0000-000000000000}"/>
          </ac:spMkLst>
        </pc:spChg>
        <pc:spChg chg="mod">
          <ac:chgData name="Vishnu Shanthakumar" userId="fb93e2ee-9c21-475b-bcec-87cb2b6c7957" providerId="ADAL" clId="{14EB7E57-8184-4DC5-8394-0B28B9E39E25}" dt="2024-01-08T10:07:30.270" v="592" actId="555"/>
          <ac:spMkLst>
            <pc:docMk/>
            <pc:sldMk cId="0" sldId="300"/>
            <ac:spMk id="1640" creationId="{00000000-0000-0000-0000-000000000000}"/>
          </ac:spMkLst>
        </pc:spChg>
        <pc:spChg chg="mod">
          <ac:chgData name="Vishnu Shanthakumar" userId="fb93e2ee-9c21-475b-bcec-87cb2b6c7957" providerId="ADAL" clId="{14EB7E57-8184-4DC5-8394-0B28B9E39E25}" dt="2024-01-08T10:08:06.992" v="617" actId="553"/>
          <ac:spMkLst>
            <pc:docMk/>
            <pc:sldMk cId="0" sldId="300"/>
            <ac:spMk id="1641" creationId="{00000000-0000-0000-0000-000000000000}"/>
          </ac:spMkLst>
        </pc:spChg>
        <pc:spChg chg="mod">
          <ac:chgData name="Vishnu Shanthakumar" userId="fb93e2ee-9c21-475b-bcec-87cb2b6c7957" providerId="ADAL" clId="{14EB7E57-8184-4DC5-8394-0B28B9E39E25}" dt="2024-01-08T10:07:30.270" v="592" actId="555"/>
          <ac:spMkLst>
            <pc:docMk/>
            <pc:sldMk cId="0" sldId="300"/>
            <ac:spMk id="1645" creationId="{00000000-0000-0000-0000-000000000000}"/>
          </ac:spMkLst>
        </pc:spChg>
        <pc:spChg chg="mod">
          <ac:chgData name="Vishnu Shanthakumar" userId="fb93e2ee-9c21-475b-bcec-87cb2b6c7957" providerId="ADAL" clId="{14EB7E57-8184-4DC5-8394-0B28B9E39E25}" dt="2024-01-08T10:06:45.901" v="587" actId="554"/>
          <ac:spMkLst>
            <pc:docMk/>
            <pc:sldMk cId="0" sldId="300"/>
            <ac:spMk id="1650" creationId="{00000000-0000-0000-0000-000000000000}"/>
          </ac:spMkLst>
        </pc:spChg>
        <pc:spChg chg="mod">
          <ac:chgData name="Vishnu Shanthakumar" userId="fb93e2ee-9c21-475b-bcec-87cb2b6c7957" providerId="ADAL" clId="{14EB7E57-8184-4DC5-8394-0B28B9E39E25}" dt="2024-01-08T10:08:06.992" v="617" actId="553"/>
          <ac:spMkLst>
            <pc:docMk/>
            <pc:sldMk cId="0" sldId="300"/>
            <ac:spMk id="1651" creationId="{00000000-0000-0000-0000-000000000000}"/>
          </ac:spMkLst>
        </pc:spChg>
        <pc:spChg chg="mod">
          <ac:chgData name="Vishnu Shanthakumar" userId="fb93e2ee-9c21-475b-bcec-87cb2b6c7957" providerId="ADAL" clId="{14EB7E57-8184-4DC5-8394-0B28B9E39E25}" dt="2024-01-08T10:07:22.691" v="591" actId="554"/>
          <ac:spMkLst>
            <pc:docMk/>
            <pc:sldMk cId="0" sldId="300"/>
            <ac:spMk id="1652" creationId="{00000000-0000-0000-0000-000000000000}"/>
          </ac:spMkLst>
        </pc:spChg>
        <pc:spChg chg="mod">
          <ac:chgData name="Vishnu Shanthakumar" userId="fb93e2ee-9c21-475b-bcec-87cb2b6c7957" providerId="ADAL" clId="{14EB7E57-8184-4DC5-8394-0B28B9E39E25}" dt="2024-01-08T10:06:45.901" v="587" actId="554"/>
          <ac:spMkLst>
            <pc:docMk/>
            <pc:sldMk cId="0" sldId="300"/>
            <ac:spMk id="1653" creationId="{00000000-0000-0000-0000-000000000000}"/>
          </ac:spMkLst>
        </pc:spChg>
        <pc:spChg chg="mod">
          <ac:chgData name="Vishnu Shanthakumar" userId="fb93e2ee-9c21-475b-bcec-87cb2b6c7957" providerId="ADAL" clId="{14EB7E57-8184-4DC5-8394-0B28B9E39E25}" dt="2024-01-08T10:02:59.211" v="544" actId="1035"/>
          <ac:spMkLst>
            <pc:docMk/>
            <pc:sldMk cId="0" sldId="300"/>
            <ac:spMk id="1654" creationId="{00000000-0000-0000-0000-000000000000}"/>
          </ac:spMkLst>
        </pc:spChg>
        <pc:picChg chg="mod">
          <ac:chgData name="Vishnu Shanthakumar" userId="fb93e2ee-9c21-475b-bcec-87cb2b6c7957" providerId="ADAL" clId="{14EB7E57-8184-4DC5-8394-0B28B9E39E25}" dt="2024-01-08T10:03:28.968" v="547" actId="553"/>
          <ac:picMkLst>
            <pc:docMk/>
            <pc:sldMk cId="0" sldId="300"/>
            <ac:picMk id="1646" creationId="{00000000-0000-0000-0000-000000000000}"/>
          </ac:picMkLst>
        </pc:picChg>
        <pc:picChg chg="mod">
          <ac:chgData name="Vishnu Shanthakumar" userId="fb93e2ee-9c21-475b-bcec-87cb2b6c7957" providerId="ADAL" clId="{14EB7E57-8184-4DC5-8394-0B28B9E39E25}" dt="2024-01-08T10:03:28.968" v="547" actId="553"/>
          <ac:picMkLst>
            <pc:docMk/>
            <pc:sldMk cId="0" sldId="300"/>
            <ac:picMk id="1647" creationId="{00000000-0000-0000-0000-000000000000}"/>
          </ac:picMkLst>
        </pc:picChg>
        <pc:picChg chg="mod">
          <ac:chgData name="Vishnu Shanthakumar" userId="fb93e2ee-9c21-475b-bcec-87cb2b6c7957" providerId="ADAL" clId="{14EB7E57-8184-4DC5-8394-0B28B9E39E25}" dt="2024-01-08T10:03:22.164" v="546" actId="552"/>
          <ac:picMkLst>
            <pc:docMk/>
            <pc:sldMk cId="0" sldId="300"/>
            <ac:picMk id="1648" creationId="{00000000-0000-0000-0000-000000000000}"/>
          </ac:picMkLst>
        </pc:picChg>
        <pc:picChg chg="mod">
          <ac:chgData name="Vishnu Shanthakumar" userId="fb93e2ee-9c21-475b-bcec-87cb2b6c7957" providerId="ADAL" clId="{14EB7E57-8184-4DC5-8394-0B28B9E39E25}" dt="2024-01-08T10:03:22.164" v="546" actId="552"/>
          <ac:picMkLst>
            <pc:docMk/>
            <pc:sldMk cId="0" sldId="300"/>
            <ac:picMk id="1649" creationId="{00000000-0000-0000-0000-000000000000}"/>
          </ac:picMkLst>
        </pc:picChg>
      </pc:sldChg>
      <pc:sldChg chg="addSp delSp modSp mod modClrScheme chgLayout">
        <pc:chgData name="Vishnu Shanthakumar" userId="fb93e2ee-9c21-475b-bcec-87cb2b6c7957" providerId="ADAL" clId="{14EB7E57-8184-4DC5-8394-0B28B9E39E25}" dt="2024-01-08T10:10:03.034" v="642" actId="12788"/>
        <pc:sldMkLst>
          <pc:docMk/>
          <pc:sldMk cId="0" sldId="301"/>
        </pc:sldMkLst>
        <pc:spChg chg="add del mod ord">
          <ac:chgData name="Vishnu Shanthakumar" userId="fb93e2ee-9c21-475b-bcec-87cb2b6c7957" providerId="ADAL" clId="{14EB7E57-8184-4DC5-8394-0B28B9E39E25}" dt="2024-01-08T10:08:19.381" v="618" actId="478"/>
          <ac:spMkLst>
            <pc:docMk/>
            <pc:sldMk cId="0" sldId="301"/>
            <ac:spMk id="2" creationId="{E70D41C7-44DF-11F4-2A7E-FF6D07D3FD0B}"/>
          </ac:spMkLst>
        </pc:spChg>
        <pc:spChg chg="add del mod ord">
          <ac:chgData name="Vishnu Shanthakumar" userId="fb93e2ee-9c21-475b-bcec-87cb2b6c7957" providerId="ADAL" clId="{14EB7E57-8184-4DC5-8394-0B28B9E39E25}" dt="2024-01-08T10:08:19.381" v="618" actId="478"/>
          <ac:spMkLst>
            <pc:docMk/>
            <pc:sldMk cId="0" sldId="301"/>
            <ac:spMk id="3" creationId="{62C8BB18-C21C-F038-CF32-4DE2AB0E9C1C}"/>
          </ac:spMkLst>
        </pc:spChg>
        <pc:spChg chg="mod ord">
          <ac:chgData name="Vishnu Shanthakumar" userId="fb93e2ee-9c21-475b-bcec-87cb2b6c7957" providerId="ADAL" clId="{14EB7E57-8184-4DC5-8394-0B28B9E39E25}" dt="2024-01-08T09:20:20.288" v="32" actId="700"/>
          <ac:spMkLst>
            <pc:docMk/>
            <pc:sldMk cId="0" sldId="301"/>
            <ac:spMk id="1665" creationId="{00000000-0000-0000-0000-000000000000}"/>
          </ac:spMkLst>
        </pc:spChg>
        <pc:spChg chg="mod">
          <ac:chgData name="Vishnu Shanthakumar" userId="fb93e2ee-9c21-475b-bcec-87cb2b6c7957" providerId="ADAL" clId="{14EB7E57-8184-4DC5-8394-0B28B9E39E25}" dt="2024-01-08T10:10:03.034" v="642" actId="12788"/>
          <ac:spMkLst>
            <pc:docMk/>
            <pc:sldMk cId="0" sldId="301"/>
            <ac:spMk id="1667" creationId="{00000000-0000-0000-0000-000000000000}"/>
          </ac:spMkLst>
        </pc:spChg>
        <pc:spChg chg="mod">
          <ac:chgData name="Vishnu Shanthakumar" userId="fb93e2ee-9c21-475b-bcec-87cb2b6c7957" providerId="ADAL" clId="{14EB7E57-8184-4DC5-8394-0B28B9E39E25}" dt="2024-01-08T10:09:27.823" v="637" actId="12788"/>
          <ac:spMkLst>
            <pc:docMk/>
            <pc:sldMk cId="0" sldId="301"/>
            <ac:spMk id="1668" creationId="{00000000-0000-0000-0000-000000000000}"/>
          </ac:spMkLst>
        </pc:spChg>
        <pc:spChg chg="mod">
          <ac:chgData name="Vishnu Shanthakumar" userId="fb93e2ee-9c21-475b-bcec-87cb2b6c7957" providerId="ADAL" clId="{14EB7E57-8184-4DC5-8394-0B28B9E39E25}" dt="2024-01-08T10:09:34.168" v="638" actId="12788"/>
          <ac:spMkLst>
            <pc:docMk/>
            <pc:sldMk cId="0" sldId="301"/>
            <ac:spMk id="1672" creationId="{00000000-0000-0000-0000-000000000000}"/>
          </ac:spMkLst>
        </pc:spChg>
        <pc:spChg chg="mod">
          <ac:chgData name="Vishnu Shanthakumar" userId="fb93e2ee-9c21-475b-bcec-87cb2b6c7957" providerId="ADAL" clId="{14EB7E57-8184-4DC5-8394-0B28B9E39E25}" dt="2024-01-08T10:09:21.912" v="636" actId="12788"/>
          <ac:spMkLst>
            <pc:docMk/>
            <pc:sldMk cId="0" sldId="301"/>
            <ac:spMk id="1673" creationId="{00000000-0000-0000-0000-000000000000}"/>
          </ac:spMkLst>
        </pc:spChg>
        <pc:spChg chg="mod">
          <ac:chgData name="Vishnu Shanthakumar" userId="fb93e2ee-9c21-475b-bcec-87cb2b6c7957" providerId="ADAL" clId="{14EB7E57-8184-4DC5-8394-0B28B9E39E25}" dt="2024-01-08T10:08:29.866" v="635" actId="14100"/>
          <ac:spMkLst>
            <pc:docMk/>
            <pc:sldMk cId="0" sldId="301"/>
            <ac:spMk id="1676" creationId="{00000000-0000-0000-0000-000000000000}"/>
          </ac:spMkLst>
        </pc:spChg>
        <pc:grpChg chg="mod">
          <ac:chgData name="Vishnu Shanthakumar" userId="fb93e2ee-9c21-475b-bcec-87cb2b6c7957" providerId="ADAL" clId="{14EB7E57-8184-4DC5-8394-0B28B9E39E25}" dt="2024-01-08T10:09:45.032" v="639" actId="11530"/>
          <ac:grpSpMkLst>
            <pc:docMk/>
            <pc:sldMk cId="0" sldId="301"/>
            <ac:grpSpMk id="1669" creationId="{00000000-0000-0000-0000-000000000000}"/>
          </ac:grpSpMkLst>
        </pc:grpChg>
        <pc:picChg chg="mod">
          <ac:chgData name="Vishnu Shanthakumar" userId="fb93e2ee-9c21-475b-bcec-87cb2b6c7957" providerId="ADAL" clId="{14EB7E57-8184-4DC5-8394-0B28B9E39E25}" dt="2024-01-08T10:10:03.034" v="642" actId="12788"/>
          <ac:picMkLst>
            <pc:docMk/>
            <pc:sldMk cId="0" sldId="301"/>
            <ac:picMk id="1666" creationId="{00000000-0000-0000-0000-000000000000}"/>
          </ac:picMkLst>
        </pc:picChg>
        <pc:picChg chg="mod">
          <ac:chgData name="Vishnu Shanthakumar" userId="fb93e2ee-9c21-475b-bcec-87cb2b6c7957" providerId="ADAL" clId="{14EB7E57-8184-4DC5-8394-0B28B9E39E25}" dt="2024-01-08T10:09:52.166" v="640" actId="14100"/>
          <ac:picMkLst>
            <pc:docMk/>
            <pc:sldMk cId="0" sldId="301"/>
            <ac:picMk id="1670" creationId="{00000000-0000-0000-0000-000000000000}"/>
          </ac:picMkLst>
        </pc:picChg>
      </pc:sldChg>
      <pc:sldChg chg="addSp delSp modSp mod modClrScheme chgLayout">
        <pc:chgData name="Vishnu Shanthakumar" userId="fb93e2ee-9c21-475b-bcec-87cb2b6c7957" providerId="ADAL" clId="{14EB7E57-8184-4DC5-8394-0B28B9E39E25}" dt="2024-01-08T10:10:13.794" v="643" actId="478"/>
        <pc:sldMkLst>
          <pc:docMk/>
          <pc:sldMk cId="0" sldId="302"/>
        </pc:sldMkLst>
        <pc:spChg chg="add del mod ord">
          <ac:chgData name="Vishnu Shanthakumar" userId="fb93e2ee-9c21-475b-bcec-87cb2b6c7957" providerId="ADAL" clId="{14EB7E57-8184-4DC5-8394-0B28B9E39E25}" dt="2024-01-08T10:10:13.794" v="643" actId="478"/>
          <ac:spMkLst>
            <pc:docMk/>
            <pc:sldMk cId="0" sldId="302"/>
            <ac:spMk id="2" creationId="{F19EEC4F-1EAA-6A55-7FC8-869D0A6D39A2}"/>
          </ac:spMkLst>
        </pc:spChg>
        <pc:spChg chg="add del mod ord">
          <ac:chgData name="Vishnu Shanthakumar" userId="fb93e2ee-9c21-475b-bcec-87cb2b6c7957" providerId="ADAL" clId="{14EB7E57-8184-4DC5-8394-0B28B9E39E25}" dt="2024-01-08T10:10:13.794" v="643" actId="478"/>
          <ac:spMkLst>
            <pc:docMk/>
            <pc:sldMk cId="0" sldId="302"/>
            <ac:spMk id="3" creationId="{AA4292BD-687C-3E93-ED6D-104B1DA5E08B}"/>
          </ac:spMkLst>
        </pc:spChg>
        <pc:spChg chg="mod ord">
          <ac:chgData name="Vishnu Shanthakumar" userId="fb93e2ee-9c21-475b-bcec-87cb2b6c7957" providerId="ADAL" clId="{14EB7E57-8184-4DC5-8394-0B28B9E39E25}" dt="2024-01-08T09:20:20.288" v="32" actId="700"/>
          <ac:spMkLst>
            <pc:docMk/>
            <pc:sldMk cId="0" sldId="302"/>
            <ac:spMk id="1682" creationId="{00000000-0000-0000-0000-000000000000}"/>
          </ac:spMkLst>
        </pc:spChg>
      </pc:sldChg>
      <pc:sldChg chg="addSp delSp modSp mod modClrScheme chgLayout">
        <pc:chgData name="Vishnu Shanthakumar" userId="fb93e2ee-9c21-475b-bcec-87cb2b6c7957" providerId="ADAL" clId="{14EB7E57-8184-4DC5-8394-0B28B9E39E25}" dt="2024-01-08T10:10:25.124" v="644" actId="242"/>
        <pc:sldMkLst>
          <pc:docMk/>
          <pc:sldMk cId="0" sldId="303"/>
        </pc:sldMkLst>
        <pc:spChg chg="add del mod">
          <ac:chgData name="Vishnu Shanthakumar" userId="fb93e2ee-9c21-475b-bcec-87cb2b6c7957" providerId="ADAL" clId="{14EB7E57-8184-4DC5-8394-0B28B9E39E25}" dt="2024-01-08T09:20:57.311" v="34" actId="6264"/>
          <ac:spMkLst>
            <pc:docMk/>
            <pc:sldMk cId="0" sldId="303"/>
            <ac:spMk id="2" creationId="{92342266-9E46-D26B-DA65-AF0D88EC4807}"/>
          </ac:spMkLst>
        </pc:spChg>
        <pc:spChg chg="mod ord">
          <ac:chgData name="Vishnu Shanthakumar" userId="fb93e2ee-9c21-475b-bcec-87cb2b6c7957" providerId="ADAL" clId="{14EB7E57-8184-4DC5-8394-0B28B9E39E25}" dt="2024-01-08T10:10:25.124" v="644" actId="242"/>
          <ac:spMkLst>
            <pc:docMk/>
            <pc:sldMk cId="0" sldId="303"/>
            <ac:spMk id="1689" creationId="{00000000-0000-0000-0000-000000000000}"/>
          </ac:spMkLst>
        </pc:spChg>
      </pc:sldChg>
      <pc:sldChg chg="addSp delSp modSp mod modClrScheme chgLayout">
        <pc:chgData name="Vishnu Shanthakumar" userId="fb93e2ee-9c21-475b-bcec-87cb2b6c7957" providerId="ADAL" clId="{14EB7E57-8184-4DC5-8394-0B28B9E39E25}" dt="2024-01-08T10:10:43.974" v="665" actId="1038"/>
        <pc:sldMkLst>
          <pc:docMk/>
          <pc:sldMk cId="0" sldId="304"/>
        </pc:sldMkLst>
        <pc:spChg chg="add del mod ord">
          <ac:chgData name="Vishnu Shanthakumar" userId="fb93e2ee-9c21-475b-bcec-87cb2b6c7957" providerId="ADAL" clId="{14EB7E57-8184-4DC5-8394-0B28B9E39E25}" dt="2024-01-08T10:10:29.415" v="645" actId="478"/>
          <ac:spMkLst>
            <pc:docMk/>
            <pc:sldMk cId="0" sldId="304"/>
            <ac:spMk id="2" creationId="{D5AE5B3B-F8E1-9FB5-8AB5-6B6A7B6E47CF}"/>
          </ac:spMkLst>
        </pc:spChg>
        <pc:spChg chg="add del mod ord">
          <ac:chgData name="Vishnu Shanthakumar" userId="fb93e2ee-9c21-475b-bcec-87cb2b6c7957" providerId="ADAL" clId="{14EB7E57-8184-4DC5-8394-0B28B9E39E25}" dt="2024-01-08T10:10:29.415" v="645" actId="478"/>
          <ac:spMkLst>
            <pc:docMk/>
            <pc:sldMk cId="0" sldId="304"/>
            <ac:spMk id="3" creationId="{73FFC957-C4BE-D4AF-5E2B-87D6CA0B5830}"/>
          </ac:spMkLst>
        </pc:spChg>
        <pc:spChg chg="mod ord">
          <ac:chgData name="Vishnu Shanthakumar" userId="fb93e2ee-9c21-475b-bcec-87cb2b6c7957" providerId="ADAL" clId="{14EB7E57-8184-4DC5-8394-0B28B9E39E25}" dt="2024-01-08T09:20:20.288" v="32" actId="700"/>
          <ac:spMkLst>
            <pc:docMk/>
            <pc:sldMk cId="0" sldId="304"/>
            <ac:spMk id="1695" creationId="{00000000-0000-0000-0000-000000000000}"/>
          </ac:spMkLst>
        </pc:spChg>
        <pc:spChg chg="mod">
          <ac:chgData name="Vishnu Shanthakumar" userId="fb93e2ee-9c21-475b-bcec-87cb2b6c7957" providerId="ADAL" clId="{14EB7E57-8184-4DC5-8394-0B28B9E39E25}" dt="2024-01-08T10:10:34.558" v="661" actId="1035"/>
          <ac:spMkLst>
            <pc:docMk/>
            <pc:sldMk cId="0" sldId="304"/>
            <ac:spMk id="1714" creationId="{00000000-0000-0000-0000-000000000000}"/>
          </ac:spMkLst>
        </pc:spChg>
        <pc:grpChg chg="mod">
          <ac:chgData name="Vishnu Shanthakumar" userId="fb93e2ee-9c21-475b-bcec-87cb2b6c7957" providerId="ADAL" clId="{14EB7E57-8184-4DC5-8394-0B28B9E39E25}" dt="2024-01-08T10:10:43.974" v="665" actId="1038"/>
          <ac:grpSpMkLst>
            <pc:docMk/>
            <pc:sldMk cId="0" sldId="304"/>
            <ac:grpSpMk id="1696" creationId="{00000000-0000-0000-0000-000000000000}"/>
          </ac:grpSpMkLst>
        </pc:grpChg>
      </pc:sldChg>
      <pc:sldChg chg="addSp delSp modSp mod modClrScheme chgLayout">
        <pc:chgData name="Vishnu Shanthakumar" userId="fb93e2ee-9c21-475b-bcec-87cb2b6c7957" providerId="ADAL" clId="{14EB7E57-8184-4DC5-8394-0B28B9E39E25}" dt="2024-01-08T10:11:28.768" v="706" actId="1038"/>
        <pc:sldMkLst>
          <pc:docMk/>
          <pc:sldMk cId="0" sldId="305"/>
        </pc:sldMkLst>
        <pc:spChg chg="add del mod ord">
          <ac:chgData name="Vishnu Shanthakumar" userId="fb93e2ee-9c21-475b-bcec-87cb2b6c7957" providerId="ADAL" clId="{14EB7E57-8184-4DC5-8394-0B28B9E39E25}" dt="2024-01-08T10:10:54.674" v="666" actId="478"/>
          <ac:spMkLst>
            <pc:docMk/>
            <pc:sldMk cId="0" sldId="305"/>
            <ac:spMk id="2" creationId="{F5C28E0A-C75C-18E8-58C9-B150D0ADA447}"/>
          </ac:spMkLst>
        </pc:spChg>
        <pc:spChg chg="add del mod ord">
          <ac:chgData name="Vishnu Shanthakumar" userId="fb93e2ee-9c21-475b-bcec-87cb2b6c7957" providerId="ADAL" clId="{14EB7E57-8184-4DC5-8394-0B28B9E39E25}" dt="2024-01-08T10:10:54.674" v="666" actId="478"/>
          <ac:spMkLst>
            <pc:docMk/>
            <pc:sldMk cId="0" sldId="305"/>
            <ac:spMk id="3" creationId="{DD74CCC5-2AAC-D1A6-D03B-36CB3113F063}"/>
          </ac:spMkLst>
        </pc:spChg>
        <pc:spChg chg="mod ord">
          <ac:chgData name="Vishnu Shanthakumar" userId="fb93e2ee-9c21-475b-bcec-87cb2b6c7957" providerId="ADAL" clId="{14EB7E57-8184-4DC5-8394-0B28B9E39E25}" dt="2024-01-08T09:20:20.288" v="32" actId="700"/>
          <ac:spMkLst>
            <pc:docMk/>
            <pc:sldMk cId="0" sldId="305"/>
            <ac:spMk id="1720" creationId="{00000000-0000-0000-0000-000000000000}"/>
          </ac:spMkLst>
        </pc:spChg>
        <pc:spChg chg="mod">
          <ac:chgData name="Vishnu Shanthakumar" userId="fb93e2ee-9c21-475b-bcec-87cb2b6c7957" providerId="ADAL" clId="{14EB7E57-8184-4DC5-8394-0B28B9E39E25}" dt="2024-01-08T10:10:59.880" v="677" actId="1035"/>
          <ac:spMkLst>
            <pc:docMk/>
            <pc:sldMk cId="0" sldId="305"/>
            <ac:spMk id="1792" creationId="{00000000-0000-0000-0000-000000000000}"/>
          </ac:spMkLst>
        </pc:spChg>
        <pc:grpChg chg="mod">
          <ac:chgData name="Vishnu Shanthakumar" userId="fb93e2ee-9c21-475b-bcec-87cb2b6c7957" providerId="ADAL" clId="{14EB7E57-8184-4DC5-8394-0B28B9E39E25}" dt="2024-01-08T10:11:28.768" v="706" actId="1038"/>
          <ac:grpSpMkLst>
            <pc:docMk/>
            <pc:sldMk cId="0" sldId="305"/>
            <ac:grpSpMk id="1722" creationId="{00000000-0000-0000-0000-000000000000}"/>
          </ac:grpSpMkLst>
        </pc:grpChg>
      </pc:sldChg>
      <pc:sldChg chg="addSp delSp modSp mod modClrScheme chgLayout">
        <pc:chgData name="Vishnu Shanthakumar" userId="fb93e2ee-9c21-475b-bcec-87cb2b6c7957" providerId="ADAL" clId="{14EB7E57-8184-4DC5-8394-0B28B9E39E25}" dt="2024-01-08T10:11:41.202" v="707" actId="1035"/>
        <pc:sldMkLst>
          <pc:docMk/>
          <pc:sldMk cId="0" sldId="306"/>
        </pc:sldMkLst>
        <pc:spChg chg="add del mod ord">
          <ac:chgData name="Vishnu Shanthakumar" userId="fb93e2ee-9c21-475b-bcec-87cb2b6c7957" providerId="ADAL" clId="{14EB7E57-8184-4DC5-8394-0B28B9E39E25}" dt="2024-01-08T10:11:09.822" v="681" actId="478"/>
          <ac:spMkLst>
            <pc:docMk/>
            <pc:sldMk cId="0" sldId="306"/>
            <ac:spMk id="2" creationId="{D2C0F8C4-985E-3818-F570-5A1AFAB74C6F}"/>
          </ac:spMkLst>
        </pc:spChg>
        <pc:spChg chg="add del mod ord">
          <ac:chgData name="Vishnu Shanthakumar" userId="fb93e2ee-9c21-475b-bcec-87cb2b6c7957" providerId="ADAL" clId="{14EB7E57-8184-4DC5-8394-0B28B9E39E25}" dt="2024-01-08T10:11:09.822" v="681" actId="478"/>
          <ac:spMkLst>
            <pc:docMk/>
            <pc:sldMk cId="0" sldId="306"/>
            <ac:spMk id="3" creationId="{60E93FA7-1C6C-AC37-B11F-DBE1A79DE0C9}"/>
          </ac:spMkLst>
        </pc:spChg>
        <pc:spChg chg="mod ord">
          <ac:chgData name="Vishnu Shanthakumar" userId="fb93e2ee-9c21-475b-bcec-87cb2b6c7957" providerId="ADAL" clId="{14EB7E57-8184-4DC5-8394-0B28B9E39E25}" dt="2024-01-08T09:20:20.288" v="32" actId="700"/>
          <ac:spMkLst>
            <pc:docMk/>
            <pc:sldMk cId="0" sldId="306"/>
            <ac:spMk id="1798" creationId="{00000000-0000-0000-0000-000000000000}"/>
          </ac:spMkLst>
        </pc:spChg>
        <pc:spChg chg="mod">
          <ac:chgData name="Vishnu Shanthakumar" userId="fb93e2ee-9c21-475b-bcec-87cb2b6c7957" providerId="ADAL" clId="{14EB7E57-8184-4DC5-8394-0B28B9E39E25}" dt="2024-01-08T10:11:14.626" v="694" actId="1035"/>
          <ac:spMkLst>
            <pc:docMk/>
            <pc:sldMk cId="0" sldId="306"/>
            <ac:spMk id="1818" creationId="{00000000-0000-0000-0000-000000000000}"/>
          </ac:spMkLst>
        </pc:spChg>
        <pc:grpChg chg="mod">
          <ac:chgData name="Vishnu Shanthakumar" userId="fb93e2ee-9c21-475b-bcec-87cb2b6c7957" providerId="ADAL" clId="{14EB7E57-8184-4DC5-8394-0B28B9E39E25}" dt="2024-01-08T10:11:23.119" v="705" actId="1038"/>
          <ac:grpSpMkLst>
            <pc:docMk/>
            <pc:sldMk cId="0" sldId="306"/>
            <ac:grpSpMk id="1799" creationId="{00000000-0000-0000-0000-000000000000}"/>
          </ac:grpSpMkLst>
        </pc:grpChg>
        <pc:picChg chg="mod">
          <ac:chgData name="Vishnu Shanthakumar" userId="fb93e2ee-9c21-475b-bcec-87cb2b6c7957" providerId="ADAL" clId="{14EB7E57-8184-4DC5-8394-0B28B9E39E25}" dt="2024-01-08T10:11:41.202" v="707" actId="1035"/>
          <ac:picMkLst>
            <pc:docMk/>
            <pc:sldMk cId="0" sldId="306"/>
            <ac:picMk id="1817" creationId="{00000000-0000-0000-0000-000000000000}"/>
          </ac:picMkLst>
        </pc:picChg>
      </pc:sldChg>
      <pc:sldChg chg="addSp delSp modSp mod modClrScheme chgLayout">
        <pc:chgData name="Vishnu Shanthakumar" userId="fb93e2ee-9c21-475b-bcec-87cb2b6c7957" providerId="ADAL" clId="{14EB7E57-8184-4DC5-8394-0B28B9E39E25}" dt="2024-01-08T10:12:00.391" v="720" actId="1035"/>
        <pc:sldMkLst>
          <pc:docMk/>
          <pc:sldMk cId="0" sldId="307"/>
        </pc:sldMkLst>
        <pc:spChg chg="add del mod ord">
          <ac:chgData name="Vishnu Shanthakumar" userId="fb93e2ee-9c21-475b-bcec-87cb2b6c7957" providerId="ADAL" clId="{14EB7E57-8184-4DC5-8394-0B28B9E39E25}" dt="2024-01-08T10:11:55.731" v="711" actId="478"/>
          <ac:spMkLst>
            <pc:docMk/>
            <pc:sldMk cId="0" sldId="307"/>
            <ac:spMk id="2" creationId="{AC27C506-55AD-27F9-0F64-DE2E9E115490}"/>
          </ac:spMkLst>
        </pc:spChg>
        <pc:spChg chg="add del mod ord">
          <ac:chgData name="Vishnu Shanthakumar" userId="fb93e2ee-9c21-475b-bcec-87cb2b6c7957" providerId="ADAL" clId="{14EB7E57-8184-4DC5-8394-0B28B9E39E25}" dt="2024-01-08T10:11:55.731" v="711" actId="478"/>
          <ac:spMkLst>
            <pc:docMk/>
            <pc:sldMk cId="0" sldId="307"/>
            <ac:spMk id="3" creationId="{02D3CDBA-F589-1049-40E1-9C4CC2E22F8D}"/>
          </ac:spMkLst>
        </pc:spChg>
        <pc:spChg chg="mod ord">
          <ac:chgData name="Vishnu Shanthakumar" userId="fb93e2ee-9c21-475b-bcec-87cb2b6c7957" providerId="ADAL" clId="{14EB7E57-8184-4DC5-8394-0B28B9E39E25}" dt="2024-01-08T09:20:20.288" v="32" actId="700"/>
          <ac:spMkLst>
            <pc:docMk/>
            <pc:sldMk cId="0" sldId="307"/>
            <ac:spMk id="1848" creationId="{00000000-0000-0000-0000-000000000000}"/>
          </ac:spMkLst>
        </pc:spChg>
        <pc:spChg chg="mod">
          <ac:chgData name="Vishnu Shanthakumar" userId="fb93e2ee-9c21-475b-bcec-87cb2b6c7957" providerId="ADAL" clId="{14EB7E57-8184-4DC5-8394-0B28B9E39E25}" dt="2024-01-08T10:12:00.391" v="720" actId="1035"/>
          <ac:spMkLst>
            <pc:docMk/>
            <pc:sldMk cId="0" sldId="307"/>
            <ac:spMk id="1850" creationId="{00000000-0000-0000-0000-000000000000}"/>
          </ac:spMkLst>
        </pc:spChg>
        <pc:grpChg chg="mod">
          <ac:chgData name="Vishnu Shanthakumar" userId="fb93e2ee-9c21-475b-bcec-87cb2b6c7957" providerId="ADAL" clId="{14EB7E57-8184-4DC5-8394-0B28B9E39E25}" dt="2024-01-08T10:12:00.391" v="720" actId="1035"/>
          <ac:grpSpMkLst>
            <pc:docMk/>
            <pc:sldMk cId="0" sldId="307"/>
            <ac:grpSpMk id="1824" creationId="{00000000-0000-0000-0000-000000000000}"/>
          </ac:grpSpMkLst>
        </pc:grpChg>
        <pc:picChg chg="mod">
          <ac:chgData name="Vishnu Shanthakumar" userId="fb93e2ee-9c21-475b-bcec-87cb2b6c7957" providerId="ADAL" clId="{14EB7E57-8184-4DC5-8394-0B28B9E39E25}" dt="2024-01-08T10:11:51.311" v="710" actId="1036"/>
          <ac:picMkLst>
            <pc:docMk/>
            <pc:sldMk cId="0" sldId="307"/>
            <ac:picMk id="1849" creationId="{00000000-0000-0000-0000-000000000000}"/>
          </ac:picMkLst>
        </pc:picChg>
      </pc:sldChg>
      <pc:sldChg chg="addSp delSp modSp mod modClrScheme chgLayout">
        <pc:chgData name="Vishnu Shanthakumar" userId="fb93e2ee-9c21-475b-bcec-87cb2b6c7957" providerId="ADAL" clId="{14EB7E57-8184-4DC5-8394-0B28B9E39E25}" dt="2024-01-08T10:13:35.326" v="763" actId="12788"/>
        <pc:sldMkLst>
          <pc:docMk/>
          <pc:sldMk cId="0" sldId="308"/>
        </pc:sldMkLst>
        <pc:spChg chg="add del mod ord">
          <ac:chgData name="Vishnu Shanthakumar" userId="fb93e2ee-9c21-475b-bcec-87cb2b6c7957" providerId="ADAL" clId="{14EB7E57-8184-4DC5-8394-0B28B9E39E25}" dt="2024-01-08T10:12:29.990" v="721" actId="478"/>
          <ac:spMkLst>
            <pc:docMk/>
            <pc:sldMk cId="0" sldId="308"/>
            <ac:spMk id="2" creationId="{C148B324-ED71-093D-97AE-9D27484D2D00}"/>
          </ac:spMkLst>
        </pc:spChg>
        <pc:spChg chg="add del mod ord">
          <ac:chgData name="Vishnu Shanthakumar" userId="fb93e2ee-9c21-475b-bcec-87cb2b6c7957" providerId="ADAL" clId="{14EB7E57-8184-4DC5-8394-0B28B9E39E25}" dt="2024-01-08T10:12:29.990" v="721" actId="478"/>
          <ac:spMkLst>
            <pc:docMk/>
            <pc:sldMk cId="0" sldId="308"/>
            <ac:spMk id="3" creationId="{D6D4C14D-9CE9-9AC4-1EB6-068B2045BBFD}"/>
          </ac:spMkLst>
        </pc:spChg>
        <pc:spChg chg="mod ord">
          <ac:chgData name="Vishnu Shanthakumar" userId="fb93e2ee-9c21-475b-bcec-87cb2b6c7957" providerId="ADAL" clId="{14EB7E57-8184-4DC5-8394-0B28B9E39E25}" dt="2024-01-08T09:20:20.288" v="32" actId="700"/>
          <ac:spMkLst>
            <pc:docMk/>
            <pc:sldMk cId="0" sldId="308"/>
            <ac:spMk id="1865" creationId="{00000000-0000-0000-0000-000000000000}"/>
          </ac:spMkLst>
        </pc:spChg>
        <pc:spChg chg="mod">
          <ac:chgData name="Vishnu Shanthakumar" userId="fb93e2ee-9c21-475b-bcec-87cb2b6c7957" providerId="ADAL" clId="{14EB7E57-8184-4DC5-8394-0B28B9E39E25}" dt="2024-01-08T10:13:35.326" v="763" actId="12788"/>
          <ac:spMkLst>
            <pc:docMk/>
            <pc:sldMk cId="0" sldId="308"/>
            <ac:spMk id="1866" creationId="{00000000-0000-0000-0000-000000000000}"/>
          </ac:spMkLst>
        </pc:spChg>
        <pc:grpChg chg="mod">
          <ac:chgData name="Vishnu Shanthakumar" userId="fb93e2ee-9c21-475b-bcec-87cb2b6c7957" providerId="ADAL" clId="{14EB7E57-8184-4DC5-8394-0B28B9E39E25}" dt="2024-01-08T10:12:46.276" v="742" actId="1035"/>
          <ac:grpSpMkLst>
            <pc:docMk/>
            <pc:sldMk cId="0" sldId="308"/>
            <ac:grpSpMk id="1856" creationId="{00000000-0000-0000-0000-000000000000}"/>
          </ac:grpSpMkLst>
        </pc:grpChg>
        <pc:picChg chg="mod">
          <ac:chgData name="Vishnu Shanthakumar" userId="fb93e2ee-9c21-475b-bcec-87cb2b6c7957" providerId="ADAL" clId="{14EB7E57-8184-4DC5-8394-0B28B9E39E25}" dt="2024-01-08T10:12:39.514" v="740" actId="1036"/>
          <ac:picMkLst>
            <pc:docMk/>
            <pc:sldMk cId="0" sldId="308"/>
            <ac:picMk id="1864" creationId="{00000000-0000-0000-0000-000000000000}"/>
          </ac:picMkLst>
        </pc:picChg>
      </pc:sldChg>
      <pc:sldChg chg="addSp delSp modSp mod modClrScheme chgLayout">
        <pc:chgData name="Vishnu Shanthakumar" userId="fb93e2ee-9c21-475b-bcec-87cb2b6c7957" providerId="ADAL" clId="{14EB7E57-8184-4DC5-8394-0B28B9E39E25}" dt="2024-01-08T10:14:09.939" v="764" actId="14100"/>
        <pc:sldMkLst>
          <pc:docMk/>
          <pc:sldMk cId="0" sldId="309"/>
        </pc:sldMkLst>
        <pc:spChg chg="add del mod ord">
          <ac:chgData name="Vishnu Shanthakumar" userId="fb93e2ee-9c21-475b-bcec-87cb2b6c7957" providerId="ADAL" clId="{14EB7E57-8184-4DC5-8394-0B28B9E39E25}" dt="2024-01-08T10:12:51.909" v="743" actId="478"/>
          <ac:spMkLst>
            <pc:docMk/>
            <pc:sldMk cId="0" sldId="309"/>
            <ac:spMk id="2" creationId="{8998A6BA-8DDD-B909-7FD3-14CF54D8DB81}"/>
          </ac:spMkLst>
        </pc:spChg>
        <pc:spChg chg="add del mod ord">
          <ac:chgData name="Vishnu Shanthakumar" userId="fb93e2ee-9c21-475b-bcec-87cb2b6c7957" providerId="ADAL" clId="{14EB7E57-8184-4DC5-8394-0B28B9E39E25}" dt="2024-01-08T10:12:51.909" v="743" actId="478"/>
          <ac:spMkLst>
            <pc:docMk/>
            <pc:sldMk cId="0" sldId="309"/>
            <ac:spMk id="3" creationId="{B0091826-4356-808A-BF5E-6CA52FD87D06}"/>
          </ac:spMkLst>
        </pc:spChg>
        <pc:spChg chg="mod ord">
          <ac:chgData name="Vishnu Shanthakumar" userId="fb93e2ee-9c21-475b-bcec-87cb2b6c7957" providerId="ADAL" clId="{14EB7E57-8184-4DC5-8394-0B28B9E39E25}" dt="2024-01-08T09:20:20.288" v="32" actId="700"/>
          <ac:spMkLst>
            <pc:docMk/>
            <pc:sldMk cId="0" sldId="309"/>
            <ac:spMk id="1872" creationId="{00000000-0000-0000-0000-000000000000}"/>
          </ac:spMkLst>
        </pc:spChg>
        <pc:spChg chg="mod">
          <ac:chgData name="Vishnu Shanthakumar" userId="fb93e2ee-9c21-475b-bcec-87cb2b6c7957" providerId="ADAL" clId="{14EB7E57-8184-4DC5-8394-0B28B9E39E25}" dt="2024-01-08T10:14:09.939" v="764" actId="14100"/>
          <ac:spMkLst>
            <pc:docMk/>
            <pc:sldMk cId="0" sldId="309"/>
            <ac:spMk id="1874" creationId="{00000000-0000-0000-0000-000000000000}"/>
          </ac:spMkLst>
        </pc:spChg>
        <pc:grpChg chg="mod">
          <ac:chgData name="Vishnu Shanthakumar" userId="fb93e2ee-9c21-475b-bcec-87cb2b6c7957" providerId="ADAL" clId="{14EB7E57-8184-4DC5-8394-0B28B9E39E25}" dt="2024-01-08T10:12:59.298" v="759" actId="1035"/>
          <ac:grpSpMkLst>
            <pc:docMk/>
            <pc:sldMk cId="0" sldId="309"/>
            <ac:grpSpMk id="1876" creationId="{00000000-0000-0000-0000-000000000000}"/>
          </ac:grpSpMkLst>
        </pc:grpChg>
        <pc:picChg chg="mod">
          <ac:chgData name="Vishnu Shanthakumar" userId="fb93e2ee-9c21-475b-bcec-87cb2b6c7957" providerId="ADAL" clId="{14EB7E57-8184-4DC5-8394-0B28B9E39E25}" dt="2024-01-08T10:12:54.404" v="744" actId="1036"/>
          <ac:picMkLst>
            <pc:docMk/>
            <pc:sldMk cId="0" sldId="309"/>
            <ac:picMk id="1875" creationId="{00000000-0000-0000-0000-000000000000}"/>
          </ac:picMkLst>
        </pc:picChg>
      </pc:sldChg>
      <pc:sldChg chg="addSp delSp modSp mod modClrScheme chgLayout">
        <pc:chgData name="Vishnu Shanthakumar" userId="fb93e2ee-9c21-475b-bcec-87cb2b6c7957" providerId="ADAL" clId="{14EB7E57-8184-4DC5-8394-0B28B9E39E25}" dt="2024-01-08T10:14:36.842" v="784" actId="14100"/>
        <pc:sldMkLst>
          <pc:docMk/>
          <pc:sldMk cId="0" sldId="310"/>
        </pc:sldMkLst>
        <pc:spChg chg="add del mod ord">
          <ac:chgData name="Vishnu Shanthakumar" userId="fb93e2ee-9c21-475b-bcec-87cb2b6c7957" providerId="ADAL" clId="{14EB7E57-8184-4DC5-8394-0B28B9E39E25}" dt="2024-01-08T10:14:20.751" v="765" actId="478"/>
          <ac:spMkLst>
            <pc:docMk/>
            <pc:sldMk cId="0" sldId="310"/>
            <ac:spMk id="2" creationId="{A4584676-23B8-46F5-5E8D-D64A87EC248D}"/>
          </ac:spMkLst>
        </pc:spChg>
        <pc:spChg chg="add del mod ord">
          <ac:chgData name="Vishnu Shanthakumar" userId="fb93e2ee-9c21-475b-bcec-87cb2b6c7957" providerId="ADAL" clId="{14EB7E57-8184-4DC5-8394-0B28B9E39E25}" dt="2024-01-08T10:14:20.751" v="765" actId="478"/>
          <ac:spMkLst>
            <pc:docMk/>
            <pc:sldMk cId="0" sldId="310"/>
            <ac:spMk id="3" creationId="{83E3B57C-566C-E9B8-8103-7EF99A949F23}"/>
          </ac:spMkLst>
        </pc:spChg>
        <pc:spChg chg="mod ord">
          <ac:chgData name="Vishnu Shanthakumar" userId="fb93e2ee-9c21-475b-bcec-87cb2b6c7957" providerId="ADAL" clId="{14EB7E57-8184-4DC5-8394-0B28B9E39E25}" dt="2024-01-08T09:20:20.288" v="32" actId="700"/>
          <ac:spMkLst>
            <pc:docMk/>
            <pc:sldMk cId="0" sldId="310"/>
            <ac:spMk id="1919" creationId="{00000000-0000-0000-0000-000000000000}"/>
          </ac:spMkLst>
        </pc:spChg>
        <pc:spChg chg="mod">
          <ac:chgData name="Vishnu Shanthakumar" userId="fb93e2ee-9c21-475b-bcec-87cb2b6c7957" providerId="ADAL" clId="{14EB7E57-8184-4DC5-8394-0B28B9E39E25}" dt="2024-01-08T10:14:36.842" v="784" actId="14100"/>
          <ac:spMkLst>
            <pc:docMk/>
            <pc:sldMk cId="0" sldId="310"/>
            <ac:spMk id="1935" creationId="{00000000-0000-0000-0000-000000000000}"/>
          </ac:spMkLst>
        </pc:spChg>
        <pc:grpChg chg="mod">
          <ac:chgData name="Vishnu Shanthakumar" userId="fb93e2ee-9c21-475b-bcec-87cb2b6c7957" providerId="ADAL" clId="{14EB7E57-8184-4DC5-8394-0B28B9E39E25}" dt="2024-01-08T10:14:26.204" v="783" actId="1035"/>
          <ac:grpSpMkLst>
            <pc:docMk/>
            <pc:sldMk cId="0" sldId="310"/>
            <ac:grpSpMk id="1921" creationId="{00000000-0000-0000-0000-000000000000}"/>
          </ac:grpSpMkLst>
        </pc:grpChg>
      </pc:sldChg>
      <pc:sldChg chg="addSp delSp modSp mod modClrScheme chgLayout">
        <pc:chgData name="Vishnu Shanthakumar" userId="fb93e2ee-9c21-475b-bcec-87cb2b6c7957" providerId="ADAL" clId="{14EB7E57-8184-4DC5-8394-0B28B9E39E25}" dt="2024-01-08T10:14:59.200" v="786" actId="12789"/>
        <pc:sldMkLst>
          <pc:docMk/>
          <pc:sldMk cId="0" sldId="311"/>
        </pc:sldMkLst>
        <pc:spChg chg="add del mod ord">
          <ac:chgData name="Vishnu Shanthakumar" userId="fb93e2ee-9c21-475b-bcec-87cb2b6c7957" providerId="ADAL" clId="{14EB7E57-8184-4DC5-8394-0B28B9E39E25}" dt="2024-01-08T10:14:52.765" v="785" actId="478"/>
          <ac:spMkLst>
            <pc:docMk/>
            <pc:sldMk cId="0" sldId="311"/>
            <ac:spMk id="2" creationId="{390E10AF-1736-14BF-CACC-B92E59D8989C}"/>
          </ac:spMkLst>
        </pc:spChg>
        <pc:spChg chg="add del mod ord">
          <ac:chgData name="Vishnu Shanthakumar" userId="fb93e2ee-9c21-475b-bcec-87cb2b6c7957" providerId="ADAL" clId="{14EB7E57-8184-4DC5-8394-0B28B9E39E25}" dt="2024-01-08T10:14:52.765" v="785" actId="478"/>
          <ac:spMkLst>
            <pc:docMk/>
            <pc:sldMk cId="0" sldId="311"/>
            <ac:spMk id="3" creationId="{DBB0DC8F-5C74-FA75-95ED-763BFF0BC803}"/>
          </ac:spMkLst>
        </pc:spChg>
        <pc:spChg chg="mod ord">
          <ac:chgData name="Vishnu Shanthakumar" userId="fb93e2ee-9c21-475b-bcec-87cb2b6c7957" providerId="ADAL" clId="{14EB7E57-8184-4DC5-8394-0B28B9E39E25}" dt="2024-01-08T09:20:20.288" v="32" actId="700"/>
          <ac:spMkLst>
            <pc:docMk/>
            <pc:sldMk cId="0" sldId="311"/>
            <ac:spMk id="1942" creationId="{00000000-0000-0000-0000-000000000000}"/>
          </ac:spMkLst>
        </pc:spChg>
        <pc:spChg chg="mod">
          <ac:chgData name="Vishnu Shanthakumar" userId="fb93e2ee-9c21-475b-bcec-87cb2b6c7957" providerId="ADAL" clId="{14EB7E57-8184-4DC5-8394-0B28B9E39E25}" dt="2024-01-08T10:14:59.200" v="786" actId="12789"/>
          <ac:spMkLst>
            <pc:docMk/>
            <pc:sldMk cId="0" sldId="311"/>
            <ac:spMk id="1944" creationId="{00000000-0000-0000-0000-000000000000}"/>
          </ac:spMkLst>
        </pc:spChg>
        <pc:picChg chg="mod">
          <ac:chgData name="Vishnu Shanthakumar" userId="fb93e2ee-9c21-475b-bcec-87cb2b6c7957" providerId="ADAL" clId="{14EB7E57-8184-4DC5-8394-0B28B9E39E25}" dt="2024-01-08T10:14:59.200" v="786" actId="12789"/>
          <ac:picMkLst>
            <pc:docMk/>
            <pc:sldMk cId="0" sldId="311"/>
            <ac:picMk id="1945" creationId="{00000000-0000-0000-0000-000000000000}"/>
          </ac:picMkLst>
        </pc:picChg>
      </pc:sldChg>
      <pc:sldChg chg="addSp delSp modSp mod modClrScheme chgLayout">
        <pc:chgData name="Vishnu Shanthakumar" userId="fb93e2ee-9c21-475b-bcec-87cb2b6c7957" providerId="ADAL" clId="{14EB7E57-8184-4DC5-8394-0B28B9E39E25}" dt="2024-01-08T10:15:09.393" v="791" actId="1035"/>
        <pc:sldMkLst>
          <pc:docMk/>
          <pc:sldMk cId="0" sldId="312"/>
        </pc:sldMkLst>
        <pc:spChg chg="add del mod ord">
          <ac:chgData name="Vishnu Shanthakumar" userId="fb93e2ee-9c21-475b-bcec-87cb2b6c7957" providerId="ADAL" clId="{14EB7E57-8184-4DC5-8394-0B28B9E39E25}" dt="2024-01-08T10:15:05.700" v="787" actId="478"/>
          <ac:spMkLst>
            <pc:docMk/>
            <pc:sldMk cId="0" sldId="312"/>
            <ac:spMk id="2" creationId="{2FF76D77-2837-ECEC-86CF-24489D87711C}"/>
          </ac:spMkLst>
        </pc:spChg>
        <pc:spChg chg="add del mod ord">
          <ac:chgData name="Vishnu Shanthakumar" userId="fb93e2ee-9c21-475b-bcec-87cb2b6c7957" providerId="ADAL" clId="{14EB7E57-8184-4DC5-8394-0B28B9E39E25}" dt="2024-01-08T10:15:05.700" v="787" actId="478"/>
          <ac:spMkLst>
            <pc:docMk/>
            <pc:sldMk cId="0" sldId="312"/>
            <ac:spMk id="3" creationId="{FE613611-0423-3B46-AD23-E353626C8A0A}"/>
          </ac:spMkLst>
        </pc:spChg>
        <pc:spChg chg="mod ord">
          <ac:chgData name="Vishnu Shanthakumar" userId="fb93e2ee-9c21-475b-bcec-87cb2b6c7957" providerId="ADAL" clId="{14EB7E57-8184-4DC5-8394-0B28B9E39E25}" dt="2024-01-08T09:20:20.288" v="32" actId="700"/>
          <ac:spMkLst>
            <pc:docMk/>
            <pc:sldMk cId="0" sldId="312"/>
            <ac:spMk id="1951" creationId="{00000000-0000-0000-0000-000000000000}"/>
          </ac:spMkLst>
        </pc:spChg>
        <pc:spChg chg="mod">
          <ac:chgData name="Vishnu Shanthakumar" userId="fb93e2ee-9c21-475b-bcec-87cb2b6c7957" providerId="ADAL" clId="{14EB7E57-8184-4DC5-8394-0B28B9E39E25}" dt="2024-01-08T10:15:09.393" v="791" actId="1035"/>
          <ac:spMkLst>
            <pc:docMk/>
            <pc:sldMk cId="0" sldId="312"/>
            <ac:spMk id="1966" creationId="{00000000-0000-0000-0000-000000000000}"/>
          </ac:spMkLst>
        </pc:spChg>
        <pc:grpChg chg="mod">
          <ac:chgData name="Vishnu Shanthakumar" userId="fb93e2ee-9c21-475b-bcec-87cb2b6c7957" providerId="ADAL" clId="{14EB7E57-8184-4DC5-8394-0B28B9E39E25}" dt="2024-01-08T10:15:09.393" v="791" actId="1035"/>
          <ac:grpSpMkLst>
            <pc:docMk/>
            <pc:sldMk cId="0" sldId="312"/>
            <ac:grpSpMk id="1953" creationId="{00000000-0000-0000-0000-000000000000}"/>
          </ac:grpSpMkLst>
        </pc:grpChg>
      </pc:sldChg>
      <pc:sldChg chg="addSp delSp modSp mod modClrScheme chgLayout">
        <pc:chgData name="Vishnu Shanthakumar" userId="fb93e2ee-9c21-475b-bcec-87cb2b6c7957" providerId="ADAL" clId="{14EB7E57-8184-4DC5-8394-0B28B9E39E25}" dt="2024-01-08T10:15:26.519" v="804" actId="1035"/>
        <pc:sldMkLst>
          <pc:docMk/>
          <pc:sldMk cId="0" sldId="313"/>
        </pc:sldMkLst>
        <pc:spChg chg="add del mod ord">
          <ac:chgData name="Vishnu Shanthakumar" userId="fb93e2ee-9c21-475b-bcec-87cb2b6c7957" providerId="ADAL" clId="{14EB7E57-8184-4DC5-8394-0B28B9E39E25}" dt="2024-01-08T10:15:18.960" v="792" actId="478"/>
          <ac:spMkLst>
            <pc:docMk/>
            <pc:sldMk cId="0" sldId="313"/>
            <ac:spMk id="2" creationId="{C70F5D5C-96F4-5A3E-6D8A-00DB517F5761}"/>
          </ac:spMkLst>
        </pc:spChg>
        <pc:spChg chg="add del mod ord">
          <ac:chgData name="Vishnu Shanthakumar" userId="fb93e2ee-9c21-475b-bcec-87cb2b6c7957" providerId="ADAL" clId="{14EB7E57-8184-4DC5-8394-0B28B9E39E25}" dt="2024-01-08T10:15:18.960" v="792" actId="478"/>
          <ac:spMkLst>
            <pc:docMk/>
            <pc:sldMk cId="0" sldId="313"/>
            <ac:spMk id="3" creationId="{45C30402-1577-7F0D-5903-CD1190879E03}"/>
          </ac:spMkLst>
        </pc:spChg>
        <pc:spChg chg="mod ord">
          <ac:chgData name="Vishnu Shanthakumar" userId="fb93e2ee-9c21-475b-bcec-87cb2b6c7957" providerId="ADAL" clId="{14EB7E57-8184-4DC5-8394-0B28B9E39E25}" dt="2024-01-08T09:20:20.288" v="32" actId="700"/>
          <ac:spMkLst>
            <pc:docMk/>
            <pc:sldMk cId="0" sldId="313"/>
            <ac:spMk id="1972" creationId="{00000000-0000-0000-0000-000000000000}"/>
          </ac:spMkLst>
        </pc:spChg>
        <pc:spChg chg="mod">
          <ac:chgData name="Vishnu Shanthakumar" userId="fb93e2ee-9c21-475b-bcec-87cb2b6c7957" providerId="ADAL" clId="{14EB7E57-8184-4DC5-8394-0B28B9E39E25}" dt="2024-01-08T10:15:26.519" v="804" actId="1035"/>
          <ac:spMkLst>
            <pc:docMk/>
            <pc:sldMk cId="0" sldId="313"/>
            <ac:spMk id="2023" creationId="{00000000-0000-0000-0000-000000000000}"/>
          </ac:spMkLst>
        </pc:spChg>
        <pc:grpChg chg="mod">
          <ac:chgData name="Vishnu Shanthakumar" userId="fb93e2ee-9c21-475b-bcec-87cb2b6c7957" providerId="ADAL" clId="{14EB7E57-8184-4DC5-8394-0B28B9E39E25}" dt="2024-01-08T10:15:26.519" v="804" actId="1035"/>
          <ac:grpSpMkLst>
            <pc:docMk/>
            <pc:sldMk cId="0" sldId="313"/>
            <ac:grpSpMk id="1973" creationId="{00000000-0000-0000-0000-000000000000}"/>
          </ac:grpSpMkLst>
        </pc:grpChg>
      </pc:sldChg>
      <pc:sldChg chg="addSp delSp modSp mod modClrScheme chgLayout">
        <pc:chgData name="Vishnu Shanthakumar" userId="fb93e2ee-9c21-475b-bcec-87cb2b6c7957" providerId="ADAL" clId="{14EB7E57-8184-4DC5-8394-0B28B9E39E25}" dt="2024-01-08T10:24:52.597" v="855" actId="1036"/>
        <pc:sldMkLst>
          <pc:docMk/>
          <pc:sldMk cId="0" sldId="314"/>
        </pc:sldMkLst>
        <pc:spChg chg="add del mod ord">
          <ac:chgData name="Vishnu Shanthakumar" userId="fb93e2ee-9c21-475b-bcec-87cb2b6c7957" providerId="ADAL" clId="{14EB7E57-8184-4DC5-8394-0B28B9E39E25}" dt="2024-01-08T10:15:33.262" v="805" actId="478"/>
          <ac:spMkLst>
            <pc:docMk/>
            <pc:sldMk cId="0" sldId="314"/>
            <ac:spMk id="2" creationId="{FE568046-B42C-4070-E4B4-CFC1658F8CB8}"/>
          </ac:spMkLst>
        </pc:spChg>
        <pc:spChg chg="add del mod ord">
          <ac:chgData name="Vishnu Shanthakumar" userId="fb93e2ee-9c21-475b-bcec-87cb2b6c7957" providerId="ADAL" clId="{14EB7E57-8184-4DC5-8394-0B28B9E39E25}" dt="2024-01-08T10:15:33.262" v="805" actId="478"/>
          <ac:spMkLst>
            <pc:docMk/>
            <pc:sldMk cId="0" sldId="314"/>
            <ac:spMk id="3" creationId="{7F1E3930-1B1B-825E-0E63-DF41FBCF5646}"/>
          </ac:spMkLst>
        </pc:spChg>
        <pc:spChg chg="mod ord">
          <ac:chgData name="Vishnu Shanthakumar" userId="fb93e2ee-9c21-475b-bcec-87cb2b6c7957" providerId="ADAL" clId="{14EB7E57-8184-4DC5-8394-0B28B9E39E25}" dt="2024-01-08T09:20:20.288" v="32" actId="700"/>
          <ac:spMkLst>
            <pc:docMk/>
            <pc:sldMk cId="0" sldId="314"/>
            <ac:spMk id="2029" creationId="{00000000-0000-0000-0000-000000000000}"/>
          </ac:spMkLst>
        </pc:spChg>
        <pc:spChg chg="mod">
          <ac:chgData name="Vishnu Shanthakumar" userId="fb93e2ee-9c21-475b-bcec-87cb2b6c7957" providerId="ADAL" clId="{14EB7E57-8184-4DC5-8394-0B28B9E39E25}" dt="2024-01-08T10:16:20.829" v="842" actId="1036"/>
          <ac:spMkLst>
            <pc:docMk/>
            <pc:sldMk cId="0" sldId="314"/>
            <ac:spMk id="2031" creationId="{00000000-0000-0000-0000-000000000000}"/>
          </ac:spMkLst>
        </pc:spChg>
        <pc:spChg chg="mod">
          <ac:chgData name="Vishnu Shanthakumar" userId="fb93e2ee-9c21-475b-bcec-87cb2b6c7957" providerId="ADAL" clId="{14EB7E57-8184-4DC5-8394-0B28B9E39E25}" dt="2024-01-08T10:16:14.881" v="830" actId="1035"/>
          <ac:spMkLst>
            <pc:docMk/>
            <pc:sldMk cId="0" sldId="314"/>
            <ac:spMk id="2033" creationId="{00000000-0000-0000-0000-000000000000}"/>
          </ac:spMkLst>
        </pc:spChg>
        <pc:picChg chg="mod">
          <ac:chgData name="Vishnu Shanthakumar" userId="fb93e2ee-9c21-475b-bcec-87cb2b6c7957" providerId="ADAL" clId="{14EB7E57-8184-4DC5-8394-0B28B9E39E25}" dt="2024-01-08T10:16:20.829" v="842" actId="1036"/>
          <ac:picMkLst>
            <pc:docMk/>
            <pc:sldMk cId="0" sldId="314"/>
            <ac:picMk id="2030" creationId="{00000000-0000-0000-0000-000000000000}"/>
          </ac:picMkLst>
        </pc:picChg>
        <pc:picChg chg="mod">
          <ac:chgData name="Vishnu Shanthakumar" userId="fb93e2ee-9c21-475b-bcec-87cb2b6c7957" providerId="ADAL" clId="{14EB7E57-8184-4DC5-8394-0B28B9E39E25}" dt="2024-01-08T10:24:52.597" v="855" actId="1036"/>
          <ac:picMkLst>
            <pc:docMk/>
            <pc:sldMk cId="0" sldId="314"/>
            <ac:picMk id="2032" creationId="{00000000-0000-0000-0000-000000000000}"/>
          </ac:picMkLst>
        </pc:picChg>
      </pc:sldChg>
      <pc:sldChg chg="addSp delSp modSp mod modClrScheme chgLayout">
        <pc:chgData name="Vishnu Shanthakumar" userId="fb93e2ee-9c21-475b-bcec-87cb2b6c7957" providerId="ADAL" clId="{14EB7E57-8184-4DC5-8394-0B28B9E39E25}" dt="2024-01-08T10:24:24.672" v="852" actId="1035"/>
        <pc:sldMkLst>
          <pc:docMk/>
          <pc:sldMk cId="0" sldId="315"/>
        </pc:sldMkLst>
        <pc:spChg chg="add del mod ord">
          <ac:chgData name="Vishnu Shanthakumar" userId="fb93e2ee-9c21-475b-bcec-87cb2b6c7957" providerId="ADAL" clId="{14EB7E57-8184-4DC5-8394-0B28B9E39E25}" dt="2024-01-08T10:24:19.836" v="843" actId="478"/>
          <ac:spMkLst>
            <pc:docMk/>
            <pc:sldMk cId="0" sldId="315"/>
            <ac:spMk id="2" creationId="{482EA153-9B8F-87C6-1D7E-2D17829CF619}"/>
          </ac:spMkLst>
        </pc:spChg>
        <pc:spChg chg="add del mod ord">
          <ac:chgData name="Vishnu Shanthakumar" userId="fb93e2ee-9c21-475b-bcec-87cb2b6c7957" providerId="ADAL" clId="{14EB7E57-8184-4DC5-8394-0B28B9E39E25}" dt="2024-01-08T10:24:19.836" v="843" actId="478"/>
          <ac:spMkLst>
            <pc:docMk/>
            <pc:sldMk cId="0" sldId="315"/>
            <ac:spMk id="3" creationId="{03679C22-7EBF-C3F7-96FA-8736E0B3C0EA}"/>
          </ac:spMkLst>
        </pc:spChg>
        <pc:spChg chg="mod ord">
          <ac:chgData name="Vishnu Shanthakumar" userId="fb93e2ee-9c21-475b-bcec-87cb2b6c7957" providerId="ADAL" clId="{14EB7E57-8184-4DC5-8394-0B28B9E39E25}" dt="2024-01-08T09:20:20.288" v="32" actId="700"/>
          <ac:spMkLst>
            <pc:docMk/>
            <pc:sldMk cId="0" sldId="315"/>
            <ac:spMk id="2039" creationId="{00000000-0000-0000-0000-000000000000}"/>
          </ac:spMkLst>
        </pc:spChg>
        <pc:spChg chg="mod">
          <ac:chgData name="Vishnu Shanthakumar" userId="fb93e2ee-9c21-475b-bcec-87cb2b6c7957" providerId="ADAL" clId="{14EB7E57-8184-4DC5-8394-0B28B9E39E25}" dt="2024-01-08T10:24:24.672" v="852" actId="1035"/>
          <ac:spMkLst>
            <pc:docMk/>
            <pc:sldMk cId="0" sldId="315"/>
            <ac:spMk id="2056" creationId="{00000000-0000-0000-0000-000000000000}"/>
          </ac:spMkLst>
        </pc:spChg>
        <pc:grpChg chg="mod">
          <ac:chgData name="Vishnu Shanthakumar" userId="fb93e2ee-9c21-475b-bcec-87cb2b6c7957" providerId="ADAL" clId="{14EB7E57-8184-4DC5-8394-0B28B9E39E25}" dt="2024-01-08T10:24:24.672" v="852" actId="1035"/>
          <ac:grpSpMkLst>
            <pc:docMk/>
            <pc:sldMk cId="0" sldId="315"/>
            <ac:grpSpMk id="2040" creationId="{00000000-0000-0000-0000-000000000000}"/>
          </ac:grpSpMkLst>
        </pc:grpChg>
      </pc:sldChg>
      <pc:sldChg chg="addSp delSp modSp mod modClrScheme chgLayout">
        <pc:chgData name="Vishnu Shanthakumar" userId="fb93e2ee-9c21-475b-bcec-87cb2b6c7957" providerId="ADAL" clId="{14EB7E57-8184-4DC5-8394-0B28B9E39E25}" dt="2024-01-08T11:31:18.421" v="2005" actId="1035"/>
        <pc:sldMkLst>
          <pc:docMk/>
          <pc:sldMk cId="0" sldId="316"/>
        </pc:sldMkLst>
        <pc:spChg chg="add del mod ord">
          <ac:chgData name="Vishnu Shanthakumar" userId="fb93e2ee-9c21-475b-bcec-87cb2b6c7957" providerId="ADAL" clId="{14EB7E57-8184-4DC5-8394-0B28B9E39E25}" dt="2024-01-08T11:31:12.722" v="1991" actId="478"/>
          <ac:spMkLst>
            <pc:docMk/>
            <pc:sldMk cId="0" sldId="316"/>
            <ac:spMk id="2" creationId="{DFA21465-5327-1679-F4E3-244241646DCE}"/>
          </ac:spMkLst>
        </pc:spChg>
        <pc:spChg chg="add del mod ord">
          <ac:chgData name="Vishnu Shanthakumar" userId="fb93e2ee-9c21-475b-bcec-87cb2b6c7957" providerId="ADAL" clId="{14EB7E57-8184-4DC5-8394-0B28B9E39E25}" dt="2024-01-08T11:31:12.722" v="1991" actId="478"/>
          <ac:spMkLst>
            <pc:docMk/>
            <pc:sldMk cId="0" sldId="316"/>
            <ac:spMk id="3" creationId="{4F0BB72D-CF07-A501-2E0E-D96757231D00}"/>
          </ac:spMkLst>
        </pc:spChg>
        <pc:spChg chg="mod ord">
          <ac:chgData name="Vishnu Shanthakumar" userId="fb93e2ee-9c21-475b-bcec-87cb2b6c7957" providerId="ADAL" clId="{14EB7E57-8184-4DC5-8394-0B28B9E39E25}" dt="2024-01-08T09:20:20.288" v="32" actId="700"/>
          <ac:spMkLst>
            <pc:docMk/>
            <pc:sldMk cId="0" sldId="316"/>
            <ac:spMk id="2062" creationId="{00000000-0000-0000-0000-000000000000}"/>
          </ac:spMkLst>
        </pc:spChg>
        <pc:spChg chg="mod">
          <ac:chgData name="Vishnu Shanthakumar" userId="fb93e2ee-9c21-475b-bcec-87cb2b6c7957" providerId="ADAL" clId="{14EB7E57-8184-4DC5-8394-0B28B9E39E25}" dt="2024-01-08T11:31:18.421" v="2005" actId="1035"/>
          <ac:spMkLst>
            <pc:docMk/>
            <pc:sldMk cId="0" sldId="316"/>
            <ac:spMk id="2078" creationId="{00000000-0000-0000-0000-000000000000}"/>
          </ac:spMkLst>
        </pc:spChg>
        <pc:grpChg chg="mod">
          <ac:chgData name="Vishnu Shanthakumar" userId="fb93e2ee-9c21-475b-bcec-87cb2b6c7957" providerId="ADAL" clId="{14EB7E57-8184-4DC5-8394-0B28B9E39E25}" dt="2024-01-08T11:31:18.421" v="2005" actId="1035"/>
          <ac:grpSpMkLst>
            <pc:docMk/>
            <pc:sldMk cId="0" sldId="316"/>
            <ac:grpSpMk id="2063" creationId="{00000000-0000-0000-0000-000000000000}"/>
          </ac:grpSpMkLst>
        </pc:grpChg>
      </pc:sldChg>
      <pc:sldChg chg="addSp delSp modSp mod modClrScheme chgLayout">
        <pc:chgData name="Vishnu Shanthakumar" userId="fb93e2ee-9c21-475b-bcec-87cb2b6c7957" providerId="ADAL" clId="{14EB7E57-8184-4DC5-8394-0B28B9E39E25}" dt="2024-01-08T11:31:36.927" v="2008" actId="1035"/>
        <pc:sldMkLst>
          <pc:docMk/>
          <pc:sldMk cId="0" sldId="317"/>
        </pc:sldMkLst>
        <pc:spChg chg="add del mod ord">
          <ac:chgData name="Vishnu Shanthakumar" userId="fb93e2ee-9c21-475b-bcec-87cb2b6c7957" providerId="ADAL" clId="{14EB7E57-8184-4DC5-8394-0B28B9E39E25}" dt="2024-01-08T10:25:06.752" v="860" actId="478"/>
          <ac:spMkLst>
            <pc:docMk/>
            <pc:sldMk cId="0" sldId="317"/>
            <ac:spMk id="2" creationId="{65466285-9367-A721-ADDE-3F165E90740D}"/>
          </ac:spMkLst>
        </pc:spChg>
        <pc:spChg chg="add del mod ord">
          <ac:chgData name="Vishnu Shanthakumar" userId="fb93e2ee-9c21-475b-bcec-87cb2b6c7957" providerId="ADAL" clId="{14EB7E57-8184-4DC5-8394-0B28B9E39E25}" dt="2024-01-08T10:25:06.752" v="860" actId="478"/>
          <ac:spMkLst>
            <pc:docMk/>
            <pc:sldMk cId="0" sldId="317"/>
            <ac:spMk id="3" creationId="{8A66A84B-FBBB-B7CD-104A-C46594D5F687}"/>
          </ac:spMkLst>
        </pc:spChg>
        <pc:spChg chg="mod">
          <ac:chgData name="Vishnu Shanthakumar" userId="fb93e2ee-9c21-475b-bcec-87cb2b6c7957" providerId="ADAL" clId="{14EB7E57-8184-4DC5-8394-0B28B9E39E25}" dt="2024-01-08T10:30:28.237" v="871" actId="1036"/>
          <ac:spMkLst>
            <pc:docMk/>
            <pc:sldMk cId="0" sldId="317"/>
            <ac:spMk id="2098" creationId="{00000000-0000-0000-0000-000000000000}"/>
          </ac:spMkLst>
        </pc:spChg>
        <pc:spChg chg="mod">
          <ac:chgData name="Vishnu Shanthakumar" userId="fb93e2ee-9c21-475b-bcec-87cb2b6c7957" providerId="ADAL" clId="{14EB7E57-8184-4DC5-8394-0B28B9E39E25}" dt="2024-01-08T10:30:28.237" v="871" actId="1036"/>
          <ac:spMkLst>
            <pc:docMk/>
            <pc:sldMk cId="0" sldId="317"/>
            <ac:spMk id="2099" creationId="{00000000-0000-0000-0000-000000000000}"/>
          </ac:spMkLst>
        </pc:spChg>
        <pc:spChg chg="mod">
          <ac:chgData name="Vishnu Shanthakumar" userId="fb93e2ee-9c21-475b-bcec-87cb2b6c7957" providerId="ADAL" clId="{14EB7E57-8184-4DC5-8394-0B28B9E39E25}" dt="2024-01-08T10:30:28.237" v="871" actId="1036"/>
          <ac:spMkLst>
            <pc:docMk/>
            <pc:sldMk cId="0" sldId="317"/>
            <ac:spMk id="2100" creationId="{00000000-0000-0000-0000-000000000000}"/>
          </ac:spMkLst>
        </pc:spChg>
        <pc:spChg chg="mod">
          <ac:chgData name="Vishnu Shanthakumar" userId="fb93e2ee-9c21-475b-bcec-87cb2b6c7957" providerId="ADAL" clId="{14EB7E57-8184-4DC5-8394-0B28B9E39E25}" dt="2024-01-08T10:30:28.237" v="871" actId="1036"/>
          <ac:spMkLst>
            <pc:docMk/>
            <pc:sldMk cId="0" sldId="317"/>
            <ac:spMk id="2102" creationId="{00000000-0000-0000-0000-000000000000}"/>
          </ac:spMkLst>
        </pc:spChg>
        <pc:spChg chg="mod">
          <ac:chgData name="Vishnu Shanthakumar" userId="fb93e2ee-9c21-475b-bcec-87cb2b6c7957" providerId="ADAL" clId="{14EB7E57-8184-4DC5-8394-0B28B9E39E25}" dt="2024-01-08T10:30:28.237" v="871" actId="1036"/>
          <ac:spMkLst>
            <pc:docMk/>
            <pc:sldMk cId="0" sldId="317"/>
            <ac:spMk id="2103" creationId="{00000000-0000-0000-0000-000000000000}"/>
          </ac:spMkLst>
        </pc:spChg>
        <pc:spChg chg="mod ord">
          <ac:chgData name="Vishnu Shanthakumar" userId="fb93e2ee-9c21-475b-bcec-87cb2b6c7957" providerId="ADAL" clId="{14EB7E57-8184-4DC5-8394-0B28B9E39E25}" dt="2024-01-08T09:20:20.288" v="32" actId="700"/>
          <ac:spMkLst>
            <pc:docMk/>
            <pc:sldMk cId="0" sldId="317"/>
            <ac:spMk id="2119" creationId="{00000000-0000-0000-0000-000000000000}"/>
          </ac:spMkLst>
        </pc:spChg>
        <pc:spChg chg="mod">
          <ac:chgData name="Vishnu Shanthakumar" userId="fb93e2ee-9c21-475b-bcec-87cb2b6c7957" providerId="ADAL" clId="{14EB7E57-8184-4DC5-8394-0B28B9E39E25}" dt="2024-01-08T11:31:36.927" v="2008" actId="1035"/>
          <ac:spMkLst>
            <pc:docMk/>
            <pc:sldMk cId="0" sldId="317"/>
            <ac:spMk id="2121" creationId="{00000000-0000-0000-0000-000000000000}"/>
          </ac:spMkLst>
        </pc:spChg>
        <pc:grpChg chg="mod">
          <ac:chgData name="Vishnu Shanthakumar" userId="fb93e2ee-9c21-475b-bcec-87cb2b6c7957" providerId="ADAL" clId="{14EB7E57-8184-4DC5-8394-0B28B9E39E25}" dt="2024-01-08T10:30:28.237" v="871" actId="1036"/>
          <ac:grpSpMkLst>
            <pc:docMk/>
            <pc:sldMk cId="0" sldId="317"/>
            <ac:grpSpMk id="2084" creationId="{00000000-0000-0000-0000-000000000000}"/>
          </ac:grpSpMkLst>
        </pc:grpChg>
        <pc:grpChg chg="mod">
          <ac:chgData name="Vishnu Shanthakumar" userId="fb93e2ee-9c21-475b-bcec-87cb2b6c7957" providerId="ADAL" clId="{14EB7E57-8184-4DC5-8394-0B28B9E39E25}" dt="2024-01-08T10:30:28.237" v="871" actId="1036"/>
          <ac:grpSpMkLst>
            <pc:docMk/>
            <pc:sldMk cId="0" sldId="317"/>
            <ac:grpSpMk id="2095" creationId="{00000000-0000-0000-0000-000000000000}"/>
          </ac:grpSpMkLst>
        </pc:grpChg>
        <pc:grpChg chg="mod">
          <ac:chgData name="Vishnu Shanthakumar" userId="fb93e2ee-9c21-475b-bcec-87cb2b6c7957" providerId="ADAL" clId="{14EB7E57-8184-4DC5-8394-0B28B9E39E25}" dt="2024-01-08T10:30:28.237" v="871" actId="1036"/>
          <ac:grpSpMkLst>
            <pc:docMk/>
            <pc:sldMk cId="0" sldId="317"/>
            <ac:grpSpMk id="2104" creationId="{00000000-0000-0000-0000-000000000000}"/>
          </ac:grpSpMkLst>
        </pc:grpChg>
        <pc:grpChg chg="mod">
          <ac:chgData name="Vishnu Shanthakumar" userId="fb93e2ee-9c21-475b-bcec-87cb2b6c7957" providerId="ADAL" clId="{14EB7E57-8184-4DC5-8394-0B28B9E39E25}" dt="2024-01-08T10:30:28.237" v="871" actId="1036"/>
          <ac:grpSpMkLst>
            <pc:docMk/>
            <pc:sldMk cId="0" sldId="317"/>
            <ac:grpSpMk id="2109" creationId="{00000000-0000-0000-0000-000000000000}"/>
          </ac:grpSpMkLst>
        </pc:grpChg>
        <pc:grpChg chg="mod">
          <ac:chgData name="Vishnu Shanthakumar" userId="fb93e2ee-9c21-475b-bcec-87cb2b6c7957" providerId="ADAL" clId="{14EB7E57-8184-4DC5-8394-0B28B9E39E25}" dt="2024-01-08T10:30:28.237" v="871" actId="1036"/>
          <ac:grpSpMkLst>
            <pc:docMk/>
            <pc:sldMk cId="0" sldId="317"/>
            <ac:grpSpMk id="2114" creationId="{00000000-0000-0000-0000-000000000000}"/>
          </ac:grpSpMkLst>
        </pc:grpChg>
        <pc:grpChg chg="mod">
          <ac:chgData name="Vishnu Shanthakumar" userId="fb93e2ee-9c21-475b-bcec-87cb2b6c7957" providerId="ADAL" clId="{14EB7E57-8184-4DC5-8394-0B28B9E39E25}" dt="2024-01-08T10:30:28.237" v="871" actId="1036"/>
          <ac:grpSpMkLst>
            <pc:docMk/>
            <pc:sldMk cId="0" sldId="317"/>
            <ac:grpSpMk id="2123" creationId="{00000000-0000-0000-0000-000000000000}"/>
          </ac:grpSpMkLst>
        </pc:grpChg>
        <pc:picChg chg="mod">
          <ac:chgData name="Vishnu Shanthakumar" userId="fb93e2ee-9c21-475b-bcec-87cb2b6c7957" providerId="ADAL" clId="{14EB7E57-8184-4DC5-8394-0B28B9E39E25}" dt="2024-01-08T10:25:02.423" v="859" actId="1036"/>
          <ac:picMkLst>
            <pc:docMk/>
            <pc:sldMk cId="0" sldId="317"/>
            <ac:picMk id="2122" creationId="{00000000-0000-0000-0000-000000000000}"/>
          </ac:picMkLst>
        </pc:picChg>
        <pc:cxnChg chg="mod">
          <ac:chgData name="Vishnu Shanthakumar" userId="fb93e2ee-9c21-475b-bcec-87cb2b6c7957" providerId="ADAL" clId="{14EB7E57-8184-4DC5-8394-0B28B9E39E25}" dt="2024-01-08T10:30:28.237" v="871" actId="1036"/>
          <ac:cxnSpMkLst>
            <pc:docMk/>
            <pc:sldMk cId="0" sldId="317"/>
            <ac:cxnSpMk id="2093" creationId="{00000000-0000-0000-0000-000000000000}"/>
          </ac:cxnSpMkLst>
        </pc:cxnChg>
        <pc:cxnChg chg="mod">
          <ac:chgData name="Vishnu Shanthakumar" userId="fb93e2ee-9c21-475b-bcec-87cb2b6c7957" providerId="ADAL" clId="{14EB7E57-8184-4DC5-8394-0B28B9E39E25}" dt="2024-01-08T10:30:28.237" v="871" actId="1036"/>
          <ac:cxnSpMkLst>
            <pc:docMk/>
            <pc:sldMk cId="0" sldId="317"/>
            <ac:cxnSpMk id="2094" creationId="{00000000-0000-0000-0000-000000000000}"/>
          </ac:cxnSpMkLst>
        </pc:cxnChg>
        <pc:cxnChg chg="mod">
          <ac:chgData name="Vishnu Shanthakumar" userId="fb93e2ee-9c21-475b-bcec-87cb2b6c7957" providerId="ADAL" clId="{14EB7E57-8184-4DC5-8394-0B28B9E39E25}" dt="2024-01-08T10:30:28.237" v="871" actId="1036"/>
          <ac:cxnSpMkLst>
            <pc:docMk/>
            <pc:sldMk cId="0" sldId="317"/>
            <ac:cxnSpMk id="2101" creationId="{00000000-0000-0000-0000-000000000000}"/>
          </ac:cxnSpMkLst>
        </pc:cxnChg>
      </pc:sldChg>
      <pc:sldChg chg="addSp delSp modSp mod modClrScheme chgLayout">
        <pc:chgData name="Vishnu Shanthakumar" userId="fb93e2ee-9c21-475b-bcec-87cb2b6c7957" providerId="ADAL" clId="{14EB7E57-8184-4DC5-8394-0B28B9E39E25}" dt="2024-01-08T10:31:10.072" v="912" actId="1036"/>
        <pc:sldMkLst>
          <pc:docMk/>
          <pc:sldMk cId="0" sldId="318"/>
        </pc:sldMkLst>
        <pc:spChg chg="add del mod ord">
          <ac:chgData name="Vishnu Shanthakumar" userId="fb93e2ee-9c21-475b-bcec-87cb2b6c7957" providerId="ADAL" clId="{14EB7E57-8184-4DC5-8394-0B28B9E39E25}" dt="2024-01-08T10:30:53.814" v="874" actId="478"/>
          <ac:spMkLst>
            <pc:docMk/>
            <pc:sldMk cId="0" sldId="318"/>
            <ac:spMk id="2" creationId="{F48777AC-95BD-F521-899B-A291C26968B4}"/>
          </ac:spMkLst>
        </pc:spChg>
        <pc:spChg chg="add del mod ord">
          <ac:chgData name="Vishnu Shanthakumar" userId="fb93e2ee-9c21-475b-bcec-87cb2b6c7957" providerId="ADAL" clId="{14EB7E57-8184-4DC5-8394-0B28B9E39E25}" dt="2024-01-08T10:30:53.814" v="874" actId="478"/>
          <ac:spMkLst>
            <pc:docMk/>
            <pc:sldMk cId="0" sldId="318"/>
            <ac:spMk id="3" creationId="{750F49B7-7575-0E98-40A6-DD925FCA1A6D}"/>
          </ac:spMkLst>
        </pc:spChg>
        <pc:spChg chg="mod ord">
          <ac:chgData name="Vishnu Shanthakumar" userId="fb93e2ee-9c21-475b-bcec-87cb2b6c7957" providerId="ADAL" clId="{14EB7E57-8184-4DC5-8394-0B28B9E39E25}" dt="2024-01-08T09:20:20.288" v="32" actId="700"/>
          <ac:spMkLst>
            <pc:docMk/>
            <pc:sldMk cId="0" sldId="318"/>
            <ac:spMk id="2131" creationId="{00000000-0000-0000-0000-000000000000}"/>
          </ac:spMkLst>
        </pc:spChg>
        <pc:spChg chg="mod topLvl">
          <ac:chgData name="Vishnu Shanthakumar" userId="fb93e2ee-9c21-475b-bcec-87cb2b6c7957" providerId="ADAL" clId="{14EB7E57-8184-4DC5-8394-0B28B9E39E25}" dt="2024-01-08T10:31:03.586" v="900" actId="165"/>
          <ac:spMkLst>
            <pc:docMk/>
            <pc:sldMk cId="0" sldId="318"/>
            <ac:spMk id="2134" creationId="{00000000-0000-0000-0000-000000000000}"/>
          </ac:spMkLst>
        </pc:spChg>
        <pc:spChg chg="mod">
          <ac:chgData name="Vishnu Shanthakumar" userId="fb93e2ee-9c21-475b-bcec-87cb2b6c7957" providerId="ADAL" clId="{14EB7E57-8184-4DC5-8394-0B28B9E39E25}" dt="2024-01-08T10:31:03.586" v="900" actId="165"/>
          <ac:spMkLst>
            <pc:docMk/>
            <pc:sldMk cId="0" sldId="318"/>
            <ac:spMk id="2136" creationId="{00000000-0000-0000-0000-000000000000}"/>
          </ac:spMkLst>
        </pc:spChg>
        <pc:spChg chg="mod topLvl">
          <ac:chgData name="Vishnu Shanthakumar" userId="fb93e2ee-9c21-475b-bcec-87cb2b6c7957" providerId="ADAL" clId="{14EB7E57-8184-4DC5-8394-0B28B9E39E25}" dt="2024-01-08T10:31:10.072" v="912" actId="1036"/>
          <ac:spMkLst>
            <pc:docMk/>
            <pc:sldMk cId="0" sldId="318"/>
            <ac:spMk id="2138" creationId="{00000000-0000-0000-0000-000000000000}"/>
          </ac:spMkLst>
        </pc:spChg>
        <pc:spChg chg="mod topLvl">
          <ac:chgData name="Vishnu Shanthakumar" userId="fb93e2ee-9c21-475b-bcec-87cb2b6c7957" providerId="ADAL" clId="{14EB7E57-8184-4DC5-8394-0B28B9E39E25}" dt="2024-01-08T10:31:10.072" v="912" actId="1036"/>
          <ac:spMkLst>
            <pc:docMk/>
            <pc:sldMk cId="0" sldId="318"/>
            <ac:spMk id="2139" creationId="{00000000-0000-0000-0000-000000000000}"/>
          </ac:spMkLst>
        </pc:spChg>
        <pc:grpChg chg="add del mod">
          <ac:chgData name="Vishnu Shanthakumar" userId="fb93e2ee-9c21-475b-bcec-87cb2b6c7957" providerId="ADAL" clId="{14EB7E57-8184-4DC5-8394-0B28B9E39E25}" dt="2024-01-08T10:31:03.586" v="900" actId="165"/>
          <ac:grpSpMkLst>
            <pc:docMk/>
            <pc:sldMk cId="0" sldId="318"/>
            <ac:grpSpMk id="2133" creationId="{00000000-0000-0000-0000-000000000000}"/>
          </ac:grpSpMkLst>
        </pc:grpChg>
        <pc:grpChg chg="mod topLvl">
          <ac:chgData name="Vishnu Shanthakumar" userId="fb93e2ee-9c21-475b-bcec-87cb2b6c7957" providerId="ADAL" clId="{14EB7E57-8184-4DC5-8394-0B28B9E39E25}" dt="2024-01-08T10:31:10.072" v="912" actId="1036"/>
          <ac:grpSpMkLst>
            <pc:docMk/>
            <pc:sldMk cId="0" sldId="318"/>
            <ac:grpSpMk id="2135" creationId="{00000000-0000-0000-0000-000000000000}"/>
          </ac:grpSpMkLst>
        </pc:grpChg>
        <pc:picChg chg="mod">
          <ac:chgData name="Vishnu Shanthakumar" userId="fb93e2ee-9c21-475b-bcec-87cb2b6c7957" providerId="ADAL" clId="{14EB7E57-8184-4DC5-8394-0B28B9E39E25}" dt="2024-01-08T10:31:03.586" v="900" actId="165"/>
          <ac:picMkLst>
            <pc:docMk/>
            <pc:sldMk cId="0" sldId="318"/>
            <ac:picMk id="2137" creationId="{00000000-0000-0000-0000-000000000000}"/>
          </ac:picMkLst>
        </pc:picChg>
        <pc:cxnChg chg="mod topLvl">
          <ac:chgData name="Vishnu Shanthakumar" userId="fb93e2ee-9c21-475b-bcec-87cb2b6c7957" providerId="ADAL" clId="{14EB7E57-8184-4DC5-8394-0B28B9E39E25}" dt="2024-01-08T10:31:10.072" v="912" actId="1036"/>
          <ac:cxnSpMkLst>
            <pc:docMk/>
            <pc:sldMk cId="0" sldId="318"/>
            <ac:cxnSpMk id="2140" creationId="{00000000-0000-0000-0000-000000000000}"/>
          </ac:cxnSpMkLst>
        </pc:cxnChg>
        <pc:cxnChg chg="mod topLvl">
          <ac:chgData name="Vishnu Shanthakumar" userId="fb93e2ee-9c21-475b-bcec-87cb2b6c7957" providerId="ADAL" clId="{14EB7E57-8184-4DC5-8394-0B28B9E39E25}" dt="2024-01-08T10:31:10.072" v="912" actId="1036"/>
          <ac:cxnSpMkLst>
            <pc:docMk/>
            <pc:sldMk cId="0" sldId="318"/>
            <ac:cxnSpMk id="2141" creationId="{00000000-0000-0000-0000-000000000000}"/>
          </ac:cxnSpMkLst>
        </pc:cxnChg>
      </pc:sldChg>
      <pc:sldChg chg="addSp delSp modSp mod modClrScheme chgLayout">
        <pc:chgData name="Vishnu Shanthakumar" userId="fb93e2ee-9c21-475b-bcec-87cb2b6c7957" providerId="ADAL" clId="{14EB7E57-8184-4DC5-8394-0B28B9E39E25}" dt="2024-01-08T10:31:35.817" v="913" actId="242"/>
        <pc:sldMkLst>
          <pc:docMk/>
          <pc:sldMk cId="0" sldId="319"/>
        </pc:sldMkLst>
        <pc:spChg chg="add del mod">
          <ac:chgData name="Vishnu Shanthakumar" userId="fb93e2ee-9c21-475b-bcec-87cb2b6c7957" providerId="ADAL" clId="{14EB7E57-8184-4DC5-8394-0B28B9E39E25}" dt="2024-01-08T09:20:57.311" v="34" actId="6264"/>
          <ac:spMkLst>
            <pc:docMk/>
            <pc:sldMk cId="0" sldId="319"/>
            <ac:spMk id="2" creationId="{E0DADB9A-2D8D-C442-57F0-DC2511DB0466}"/>
          </ac:spMkLst>
        </pc:spChg>
        <pc:spChg chg="mod ord">
          <ac:chgData name="Vishnu Shanthakumar" userId="fb93e2ee-9c21-475b-bcec-87cb2b6c7957" providerId="ADAL" clId="{14EB7E57-8184-4DC5-8394-0B28B9E39E25}" dt="2024-01-08T10:31:35.817" v="913" actId="242"/>
          <ac:spMkLst>
            <pc:docMk/>
            <pc:sldMk cId="0" sldId="319"/>
            <ac:spMk id="2147" creationId="{00000000-0000-0000-0000-000000000000}"/>
          </ac:spMkLst>
        </pc:spChg>
      </pc:sldChg>
      <pc:sldChg chg="addSp delSp modSp mod modClrScheme chgLayout">
        <pc:chgData name="Vishnu Shanthakumar" userId="fb93e2ee-9c21-475b-bcec-87cb2b6c7957" providerId="ADAL" clId="{14EB7E57-8184-4DC5-8394-0B28B9E39E25}" dt="2024-01-08T10:32:05.936" v="955" actId="1035"/>
        <pc:sldMkLst>
          <pc:docMk/>
          <pc:sldMk cId="0" sldId="320"/>
        </pc:sldMkLst>
        <pc:spChg chg="add del mod ord">
          <ac:chgData name="Vishnu Shanthakumar" userId="fb93e2ee-9c21-475b-bcec-87cb2b6c7957" providerId="ADAL" clId="{14EB7E57-8184-4DC5-8394-0B28B9E39E25}" dt="2024-01-08T10:31:46.679" v="914" actId="478"/>
          <ac:spMkLst>
            <pc:docMk/>
            <pc:sldMk cId="0" sldId="320"/>
            <ac:spMk id="2" creationId="{C59F8388-D15E-BC06-706B-21E14D81AEDB}"/>
          </ac:spMkLst>
        </pc:spChg>
        <pc:spChg chg="add del mod ord">
          <ac:chgData name="Vishnu Shanthakumar" userId="fb93e2ee-9c21-475b-bcec-87cb2b6c7957" providerId="ADAL" clId="{14EB7E57-8184-4DC5-8394-0B28B9E39E25}" dt="2024-01-08T10:31:46.679" v="914" actId="478"/>
          <ac:spMkLst>
            <pc:docMk/>
            <pc:sldMk cId="0" sldId="320"/>
            <ac:spMk id="3" creationId="{B6CDCE74-B564-61EB-6EE8-B7465FDCD6CA}"/>
          </ac:spMkLst>
        </pc:spChg>
        <pc:spChg chg="mod ord">
          <ac:chgData name="Vishnu Shanthakumar" userId="fb93e2ee-9c21-475b-bcec-87cb2b6c7957" providerId="ADAL" clId="{14EB7E57-8184-4DC5-8394-0B28B9E39E25}" dt="2024-01-08T09:20:20.288" v="32" actId="700"/>
          <ac:spMkLst>
            <pc:docMk/>
            <pc:sldMk cId="0" sldId="320"/>
            <ac:spMk id="2154" creationId="{00000000-0000-0000-0000-000000000000}"/>
          </ac:spMkLst>
        </pc:spChg>
        <pc:spChg chg="mod">
          <ac:chgData name="Vishnu Shanthakumar" userId="fb93e2ee-9c21-475b-bcec-87cb2b6c7957" providerId="ADAL" clId="{14EB7E57-8184-4DC5-8394-0B28B9E39E25}" dt="2024-01-08T10:32:05.936" v="955" actId="1035"/>
          <ac:spMkLst>
            <pc:docMk/>
            <pc:sldMk cId="0" sldId="320"/>
            <ac:spMk id="2156" creationId="{00000000-0000-0000-0000-000000000000}"/>
          </ac:spMkLst>
        </pc:spChg>
        <pc:spChg chg="mod">
          <ac:chgData name="Vishnu Shanthakumar" userId="fb93e2ee-9c21-475b-bcec-87cb2b6c7957" providerId="ADAL" clId="{14EB7E57-8184-4DC5-8394-0B28B9E39E25}" dt="2024-01-08T10:32:05.936" v="955" actId="1035"/>
          <ac:spMkLst>
            <pc:docMk/>
            <pc:sldMk cId="0" sldId="320"/>
            <ac:spMk id="2158" creationId="{00000000-0000-0000-0000-000000000000}"/>
          </ac:spMkLst>
        </pc:spChg>
        <pc:spChg chg="mod">
          <ac:chgData name="Vishnu Shanthakumar" userId="fb93e2ee-9c21-475b-bcec-87cb2b6c7957" providerId="ADAL" clId="{14EB7E57-8184-4DC5-8394-0B28B9E39E25}" dt="2024-01-08T10:32:05.936" v="955" actId="1035"/>
          <ac:spMkLst>
            <pc:docMk/>
            <pc:sldMk cId="0" sldId="320"/>
            <ac:spMk id="2163" creationId="{00000000-0000-0000-0000-000000000000}"/>
          </ac:spMkLst>
        </pc:spChg>
        <pc:spChg chg="mod">
          <ac:chgData name="Vishnu Shanthakumar" userId="fb93e2ee-9c21-475b-bcec-87cb2b6c7957" providerId="ADAL" clId="{14EB7E57-8184-4DC5-8394-0B28B9E39E25}" dt="2024-01-08T10:32:05.936" v="955" actId="1035"/>
          <ac:spMkLst>
            <pc:docMk/>
            <pc:sldMk cId="0" sldId="320"/>
            <ac:spMk id="2165" creationId="{00000000-0000-0000-0000-000000000000}"/>
          </ac:spMkLst>
        </pc:spChg>
        <pc:spChg chg="mod">
          <ac:chgData name="Vishnu Shanthakumar" userId="fb93e2ee-9c21-475b-bcec-87cb2b6c7957" providerId="ADAL" clId="{14EB7E57-8184-4DC5-8394-0B28B9E39E25}" dt="2024-01-08T10:32:05.936" v="955" actId="1035"/>
          <ac:spMkLst>
            <pc:docMk/>
            <pc:sldMk cId="0" sldId="320"/>
            <ac:spMk id="2167" creationId="{00000000-0000-0000-0000-000000000000}"/>
          </ac:spMkLst>
        </pc:spChg>
        <pc:spChg chg="mod">
          <ac:chgData name="Vishnu Shanthakumar" userId="fb93e2ee-9c21-475b-bcec-87cb2b6c7957" providerId="ADAL" clId="{14EB7E57-8184-4DC5-8394-0B28B9E39E25}" dt="2024-01-08T10:31:54.610" v="928" actId="1036"/>
          <ac:spMkLst>
            <pc:docMk/>
            <pc:sldMk cId="0" sldId="320"/>
            <ac:spMk id="2175" creationId="{00000000-0000-0000-0000-000000000000}"/>
          </ac:spMkLst>
        </pc:spChg>
        <pc:grpChg chg="mod">
          <ac:chgData name="Vishnu Shanthakumar" userId="fb93e2ee-9c21-475b-bcec-87cb2b6c7957" providerId="ADAL" clId="{14EB7E57-8184-4DC5-8394-0B28B9E39E25}" dt="2024-01-08T10:32:05.936" v="955" actId="1035"/>
          <ac:grpSpMkLst>
            <pc:docMk/>
            <pc:sldMk cId="0" sldId="320"/>
            <ac:grpSpMk id="2159" creationId="{00000000-0000-0000-0000-000000000000}"/>
          </ac:grpSpMkLst>
        </pc:grpChg>
        <pc:grpChg chg="mod">
          <ac:chgData name="Vishnu Shanthakumar" userId="fb93e2ee-9c21-475b-bcec-87cb2b6c7957" providerId="ADAL" clId="{14EB7E57-8184-4DC5-8394-0B28B9E39E25}" dt="2024-01-08T10:32:05.936" v="955" actId="1035"/>
          <ac:grpSpMkLst>
            <pc:docMk/>
            <pc:sldMk cId="0" sldId="320"/>
            <ac:grpSpMk id="2172" creationId="{00000000-0000-0000-0000-000000000000}"/>
          </ac:grpSpMkLst>
        </pc:grpChg>
        <pc:picChg chg="mod">
          <ac:chgData name="Vishnu Shanthakumar" userId="fb93e2ee-9c21-475b-bcec-87cb2b6c7957" providerId="ADAL" clId="{14EB7E57-8184-4DC5-8394-0B28B9E39E25}" dt="2024-01-08T10:32:05.936" v="955" actId="1035"/>
          <ac:picMkLst>
            <pc:docMk/>
            <pc:sldMk cId="0" sldId="320"/>
            <ac:picMk id="2153" creationId="{00000000-0000-0000-0000-000000000000}"/>
          </ac:picMkLst>
        </pc:picChg>
        <pc:picChg chg="mod">
          <ac:chgData name="Vishnu Shanthakumar" userId="fb93e2ee-9c21-475b-bcec-87cb2b6c7957" providerId="ADAL" clId="{14EB7E57-8184-4DC5-8394-0B28B9E39E25}" dt="2024-01-08T10:32:05.936" v="955" actId="1035"/>
          <ac:picMkLst>
            <pc:docMk/>
            <pc:sldMk cId="0" sldId="320"/>
            <ac:picMk id="2168" creationId="{00000000-0000-0000-0000-000000000000}"/>
          </ac:picMkLst>
        </pc:picChg>
        <pc:picChg chg="mod">
          <ac:chgData name="Vishnu Shanthakumar" userId="fb93e2ee-9c21-475b-bcec-87cb2b6c7957" providerId="ADAL" clId="{14EB7E57-8184-4DC5-8394-0B28B9E39E25}" dt="2024-01-08T10:32:05.936" v="955" actId="1035"/>
          <ac:picMkLst>
            <pc:docMk/>
            <pc:sldMk cId="0" sldId="320"/>
            <ac:picMk id="2169" creationId="{00000000-0000-0000-0000-000000000000}"/>
          </ac:picMkLst>
        </pc:picChg>
        <pc:picChg chg="mod">
          <ac:chgData name="Vishnu Shanthakumar" userId="fb93e2ee-9c21-475b-bcec-87cb2b6c7957" providerId="ADAL" clId="{14EB7E57-8184-4DC5-8394-0B28B9E39E25}" dt="2024-01-08T10:32:05.936" v="955" actId="1035"/>
          <ac:picMkLst>
            <pc:docMk/>
            <pc:sldMk cId="0" sldId="320"/>
            <ac:picMk id="2170" creationId="{00000000-0000-0000-0000-000000000000}"/>
          </ac:picMkLst>
        </pc:picChg>
        <pc:picChg chg="mod">
          <ac:chgData name="Vishnu Shanthakumar" userId="fb93e2ee-9c21-475b-bcec-87cb2b6c7957" providerId="ADAL" clId="{14EB7E57-8184-4DC5-8394-0B28B9E39E25}" dt="2024-01-08T10:32:05.936" v="955" actId="1035"/>
          <ac:picMkLst>
            <pc:docMk/>
            <pc:sldMk cId="0" sldId="320"/>
            <ac:picMk id="2171" creationId="{00000000-0000-0000-0000-000000000000}"/>
          </ac:picMkLst>
        </pc:picChg>
        <pc:cxnChg chg="mod">
          <ac:chgData name="Vishnu Shanthakumar" userId="fb93e2ee-9c21-475b-bcec-87cb2b6c7957" providerId="ADAL" clId="{14EB7E57-8184-4DC5-8394-0B28B9E39E25}" dt="2024-01-08T10:32:05.936" v="955" actId="1035"/>
          <ac:cxnSpMkLst>
            <pc:docMk/>
            <pc:sldMk cId="0" sldId="320"/>
            <ac:cxnSpMk id="2157" creationId="{00000000-0000-0000-0000-000000000000}"/>
          </ac:cxnSpMkLst>
        </pc:cxnChg>
        <pc:cxnChg chg="mod">
          <ac:chgData name="Vishnu Shanthakumar" userId="fb93e2ee-9c21-475b-bcec-87cb2b6c7957" providerId="ADAL" clId="{14EB7E57-8184-4DC5-8394-0B28B9E39E25}" dt="2024-01-08T10:32:05.936" v="955" actId="1035"/>
          <ac:cxnSpMkLst>
            <pc:docMk/>
            <pc:sldMk cId="0" sldId="320"/>
            <ac:cxnSpMk id="2162" creationId="{00000000-0000-0000-0000-000000000000}"/>
          </ac:cxnSpMkLst>
        </pc:cxnChg>
        <pc:cxnChg chg="mod">
          <ac:chgData name="Vishnu Shanthakumar" userId="fb93e2ee-9c21-475b-bcec-87cb2b6c7957" providerId="ADAL" clId="{14EB7E57-8184-4DC5-8394-0B28B9E39E25}" dt="2024-01-08T10:32:05.936" v="955" actId="1035"/>
          <ac:cxnSpMkLst>
            <pc:docMk/>
            <pc:sldMk cId="0" sldId="320"/>
            <ac:cxnSpMk id="2164" creationId="{00000000-0000-0000-0000-000000000000}"/>
          </ac:cxnSpMkLst>
        </pc:cxnChg>
        <pc:cxnChg chg="mod">
          <ac:chgData name="Vishnu Shanthakumar" userId="fb93e2ee-9c21-475b-bcec-87cb2b6c7957" providerId="ADAL" clId="{14EB7E57-8184-4DC5-8394-0B28B9E39E25}" dt="2024-01-08T10:32:05.936" v="955" actId="1035"/>
          <ac:cxnSpMkLst>
            <pc:docMk/>
            <pc:sldMk cId="0" sldId="320"/>
            <ac:cxnSpMk id="2166" creationId="{00000000-0000-0000-0000-000000000000}"/>
          </ac:cxnSpMkLst>
        </pc:cxnChg>
      </pc:sldChg>
      <pc:sldChg chg="addSp delSp modSp mod modClrScheme chgLayout">
        <pc:chgData name="Vishnu Shanthakumar" userId="fb93e2ee-9c21-475b-bcec-87cb2b6c7957" providerId="ADAL" clId="{14EB7E57-8184-4DC5-8394-0B28B9E39E25}" dt="2024-01-08T10:32:28.366" v="960" actId="1035"/>
        <pc:sldMkLst>
          <pc:docMk/>
          <pc:sldMk cId="0" sldId="321"/>
        </pc:sldMkLst>
        <pc:spChg chg="add del mod ord">
          <ac:chgData name="Vishnu Shanthakumar" userId="fb93e2ee-9c21-475b-bcec-87cb2b6c7957" providerId="ADAL" clId="{14EB7E57-8184-4DC5-8394-0B28B9E39E25}" dt="2024-01-08T10:32:22.564" v="956" actId="478"/>
          <ac:spMkLst>
            <pc:docMk/>
            <pc:sldMk cId="0" sldId="321"/>
            <ac:spMk id="2" creationId="{027702E9-6FF8-8769-CFE6-49DC36A6B713}"/>
          </ac:spMkLst>
        </pc:spChg>
        <pc:spChg chg="add del mod ord">
          <ac:chgData name="Vishnu Shanthakumar" userId="fb93e2ee-9c21-475b-bcec-87cb2b6c7957" providerId="ADAL" clId="{14EB7E57-8184-4DC5-8394-0B28B9E39E25}" dt="2024-01-08T10:32:22.564" v="956" actId="478"/>
          <ac:spMkLst>
            <pc:docMk/>
            <pc:sldMk cId="0" sldId="321"/>
            <ac:spMk id="3" creationId="{43A01CF1-A78D-BE1C-E8F7-4045B94A2833}"/>
          </ac:spMkLst>
        </pc:spChg>
        <pc:spChg chg="mod ord">
          <ac:chgData name="Vishnu Shanthakumar" userId="fb93e2ee-9c21-475b-bcec-87cb2b6c7957" providerId="ADAL" clId="{14EB7E57-8184-4DC5-8394-0B28B9E39E25}" dt="2024-01-08T09:20:20.288" v="32" actId="700"/>
          <ac:spMkLst>
            <pc:docMk/>
            <pc:sldMk cId="0" sldId="321"/>
            <ac:spMk id="2181" creationId="{00000000-0000-0000-0000-000000000000}"/>
          </ac:spMkLst>
        </pc:spChg>
        <pc:spChg chg="mod">
          <ac:chgData name="Vishnu Shanthakumar" userId="fb93e2ee-9c21-475b-bcec-87cb2b6c7957" providerId="ADAL" clId="{14EB7E57-8184-4DC5-8394-0B28B9E39E25}" dt="2024-01-08T10:32:28.366" v="960" actId="1035"/>
          <ac:spMkLst>
            <pc:docMk/>
            <pc:sldMk cId="0" sldId="321"/>
            <ac:spMk id="2182" creationId="{00000000-0000-0000-0000-000000000000}"/>
          </ac:spMkLst>
        </pc:spChg>
        <pc:picChg chg="mod">
          <ac:chgData name="Vishnu Shanthakumar" userId="fb93e2ee-9c21-475b-bcec-87cb2b6c7957" providerId="ADAL" clId="{14EB7E57-8184-4DC5-8394-0B28B9E39E25}" dt="2024-01-08T10:32:28.366" v="960" actId="1035"/>
          <ac:picMkLst>
            <pc:docMk/>
            <pc:sldMk cId="0" sldId="321"/>
            <ac:picMk id="2183" creationId="{00000000-0000-0000-0000-000000000000}"/>
          </ac:picMkLst>
        </pc:picChg>
      </pc:sldChg>
      <pc:sldChg chg="addSp delSp modSp mod modClrScheme chgLayout">
        <pc:chgData name="Vishnu Shanthakumar" userId="fb93e2ee-9c21-475b-bcec-87cb2b6c7957" providerId="ADAL" clId="{14EB7E57-8184-4DC5-8394-0B28B9E39E25}" dt="2024-01-10T06:19:44.216" v="2031" actId="1038"/>
        <pc:sldMkLst>
          <pc:docMk/>
          <pc:sldMk cId="0" sldId="322"/>
        </pc:sldMkLst>
        <pc:spChg chg="add del mod ord">
          <ac:chgData name="Vishnu Shanthakumar" userId="fb93e2ee-9c21-475b-bcec-87cb2b6c7957" providerId="ADAL" clId="{14EB7E57-8184-4DC5-8394-0B28B9E39E25}" dt="2024-01-08T10:33:00.320" v="962" actId="478"/>
          <ac:spMkLst>
            <pc:docMk/>
            <pc:sldMk cId="0" sldId="322"/>
            <ac:spMk id="2" creationId="{086BC66E-068D-6595-C425-5B140A491EA1}"/>
          </ac:spMkLst>
        </pc:spChg>
        <pc:spChg chg="add del mod">
          <ac:chgData name="Vishnu Shanthakumar" userId="fb93e2ee-9c21-475b-bcec-87cb2b6c7957" providerId="ADAL" clId="{14EB7E57-8184-4DC5-8394-0B28B9E39E25}" dt="2024-01-10T06:19:36.301" v="2029" actId="478"/>
          <ac:spMkLst>
            <pc:docMk/>
            <pc:sldMk cId="0" sldId="322"/>
            <ac:spMk id="2" creationId="{D4362AD8-15C3-3EDB-C00E-765C467FCA84}"/>
          </ac:spMkLst>
        </pc:spChg>
        <pc:spChg chg="add del mod ord">
          <ac:chgData name="Vishnu Shanthakumar" userId="fb93e2ee-9c21-475b-bcec-87cb2b6c7957" providerId="ADAL" clId="{14EB7E57-8184-4DC5-8394-0B28B9E39E25}" dt="2024-01-08T10:33:00.320" v="962" actId="478"/>
          <ac:spMkLst>
            <pc:docMk/>
            <pc:sldMk cId="0" sldId="322"/>
            <ac:spMk id="3" creationId="{2C58C8BE-EF7F-51CA-81D7-36CD9368AE19}"/>
          </ac:spMkLst>
        </pc:spChg>
        <pc:spChg chg="add mod">
          <ac:chgData name="Vishnu Shanthakumar" userId="fb93e2ee-9c21-475b-bcec-87cb2b6c7957" providerId="ADAL" clId="{14EB7E57-8184-4DC5-8394-0B28B9E39E25}" dt="2024-01-10T06:19:37.220" v="2030"/>
          <ac:spMkLst>
            <pc:docMk/>
            <pc:sldMk cId="0" sldId="322"/>
            <ac:spMk id="3" creationId="{585A3986-B3D5-E09B-9382-F377B0DF1279}"/>
          </ac:spMkLst>
        </pc:spChg>
        <pc:spChg chg="mod ord">
          <ac:chgData name="Vishnu Shanthakumar" userId="fb93e2ee-9c21-475b-bcec-87cb2b6c7957" providerId="ADAL" clId="{14EB7E57-8184-4DC5-8394-0B28B9E39E25}" dt="2024-01-08T10:33:55.104" v="989" actId="552"/>
          <ac:spMkLst>
            <pc:docMk/>
            <pc:sldMk cId="0" sldId="322"/>
            <ac:spMk id="2190" creationId="{00000000-0000-0000-0000-000000000000}"/>
          </ac:spMkLst>
        </pc:spChg>
        <pc:spChg chg="del mod">
          <ac:chgData name="Vishnu Shanthakumar" userId="fb93e2ee-9c21-475b-bcec-87cb2b6c7957" providerId="ADAL" clId="{14EB7E57-8184-4DC5-8394-0B28B9E39E25}" dt="2024-01-09T06:34:11.866" v="2027" actId="478"/>
          <ac:spMkLst>
            <pc:docMk/>
            <pc:sldMk cId="0" sldId="322"/>
            <ac:spMk id="2191" creationId="{00000000-0000-0000-0000-000000000000}"/>
          </ac:spMkLst>
        </pc:spChg>
        <pc:spChg chg="mod">
          <ac:chgData name="Vishnu Shanthakumar" userId="fb93e2ee-9c21-475b-bcec-87cb2b6c7957" providerId="ADAL" clId="{14EB7E57-8184-4DC5-8394-0B28B9E39E25}" dt="2024-01-10T06:19:44.216" v="2031" actId="1038"/>
          <ac:spMkLst>
            <pc:docMk/>
            <pc:sldMk cId="0" sldId="322"/>
            <ac:spMk id="2192" creationId="{00000000-0000-0000-0000-000000000000}"/>
          </ac:spMkLst>
        </pc:spChg>
        <pc:spChg chg="mod">
          <ac:chgData name="Vishnu Shanthakumar" userId="fb93e2ee-9c21-475b-bcec-87cb2b6c7957" providerId="ADAL" clId="{14EB7E57-8184-4DC5-8394-0B28B9E39E25}" dt="2024-01-10T06:19:44.216" v="2031" actId="1038"/>
          <ac:spMkLst>
            <pc:docMk/>
            <pc:sldMk cId="0" sldId="322"/>
            <ac:spMk id="2193" creationId="{00000000-0000-0000-0000-000000000000}"/>
          </ac:spMkLst>
        </pc:spChg>
        <pc:grpChg chg="add mod">
          <ac:chgData name="Vishnu Shanthakumar" userId="fb93e2ee-9c21-475b-bcec-87cb2b6c7957" providerId="ADAL" clId="{14EB7E57-8184-4DC5-8394-0B28B9E39E25}" dt="2024-01-08T10:36:58.023" v="1067" actId="164"/>
          <ac:grpSpMkLst>
            <pc:docMk/>
            <pc:sldMk cId="0" sldId="322"/>
            <ac:grpSpMk id="4" creationId="{1924D464-4B2C-C8BD-EF11-9BAC8CD97478}"/>
          </ac:grpSpMkLst>
        </pc:grpChg>
      </pc:sldChg>
      <pc:sldChg chg="addSp delSp modSp mod modClrScheme chgLayout">
        <pc:chgData name="Vishnu Shanthakumar" userId="fb93e2ee-9c21-475b-bcec-87cb2b6c7957" providerId="ADAL" clId="{14EB7E57-8184-4DC5-8394-0B28B9E39E25}" dt="2024-01-25T06:33:23.571" v="2154" actId="1037"/>
        <pc:sldMkLst>
          <pc:docMk/>
          <pc:sldMk cId="0" sldId="323"/>
        </pc:sldMkLst>
        <pc:spChg chg="add del mod">
          <ac:chgData name="Vishnu Shanthakumar" userId="fb93e2ee-9c21-475b-bcec-87cb2b6c7957" providerId="ADAL" clId="{14EB7E57-8184-4DC5-8394-0B28B9E39E25}" dt="2024-01-25T06:30:39.590" v="2101" actId="478"/>
          <ac:spMkLst>
            <pc:docMk/>
            <pc:sldMk cId="0" sldId="323"/>
            <ac:spMk id="2" creationId="{BAC0FEC7-D82F-9343-2831-1A5A9487668D}"/>
          </ac:spMkLst>
        </pc:spChg>
        <pc:spChg chg="add del mod ord">
          <ac:chgData name="Vishnu Shanthakumar" userId="fb93e2ee-9c21-475b-bcec-87cb2b6c7957" providerId="ADAL" clId="{14EB7E57-8184-4DC5-8394-0B28B9E39E25}" dt="2024-01-08T10:35:20.254" v="996" actId="478"/>
          <ac:spMkLst>
            <pc:docMk/>
            <pc:sldMk cId="0" sldId="323"/>
            <ac:spMk id="2" creationId="{DC3B0FD7-00BE-EAD7-3008-A2671C317790}"/>
          </ac:spMkLst>
        </pc:spChg>
        <pc:spChg chg="add del mod">
          <ac:chgData name="Vishnu Shanthakumar" userId="fb93e2ee-9c21-475b-bcec-87cb2b6c7957" providerId="ADAL" clId="{14EB7E57-8184-4DC5-8394-0B28B9E39E25}" dt="2024-01-08T10:35:24.663" v="998" actId="478"/>
          <ac:spMkLst>
            <pc:docMk/>
            <pc:sldMk cId="0" sldId="323"/>
            <ac:spMk id="4" creationId="{05F4CF3C-5E67-FA28-1436-18641DF38072}"/>
          </ac:spMkLst>
        </pc:spChg>
        <pc:spChg chg="add mod">
          <ac:chgData name="Vishnu Shanthakumar" userId="fb93e2ee-9c21-475b-bcec-87cb2b6c7957" providerId="ADAL" clId="{14EB7E57-8184-4DC5-8394-0B28B9E39E25}" dt="2024-01-08T10:38:05.021" v="1095" actId="571"/>
          <ac:spMkLst>
            <pc:docMk/>
            <pc:sldMk cId="0" sldId="323"/>
            <ac:spMk id="5" creationId="{71E9B172-4F6F-1B96-1EBF-225B4B6D92CA}"/>
          </ac:spMkLst>
        </pc:spChg>
        <pc:spChg chg="add mod">
          <ac:chgData name="Vishnu Shanthakumar" userId="fb93e2ee-9c21-475b-bcec-87cb2b6c7957" providerId="ADAL" clId="{14EB7E57-8184-4DC5-8394-0B28B9E39E25}" dt="2024-01-08T10:38:05.021" v="1095" actId="571"/>
          <ac:spMkLst>
            <pc:docMk/>
            <pc:sldMk cId="0" sldId="323"/>
            <ac:spMk id="6" creationId="{0E29233E-EFB2-C6D0-1CF0-83FCC3CEF125}"/>
          </ac:spMkLst>
        </pc:spChg>
        <pc:spChg chg="add del mod">
          <ac:chgData name="Vishnu Shanthakumar" userId="fb93e2ee-9c21-475b-bcec-87cb2b6c7957" providerId="ADAL" clId="{14EB7E57-8184-4DC5-8394-0B28B9E39E25}" dt="2024-01-08T10:40:36.004" v="1157" actId="478"/>
          <ac:spMkLst>
            <pc:docMk/>
            <pc:sldMk cId="0" sldId="323"/>
            <ac:spMk id="7" creationId="{5D2978DC-B9B9-8914-663E-2369D5FF9A10}"/>
          </ac:spMkLst>
        </pc:spChg>
        <pc:spChg chg="mod ord">
          <ac:chgData name="Vishnu Shanthakumar" userId="fb93e2ee-9c21-475b-bcec-87cb2b6c7957" providerId="ADAL" clId="{14EB7E57-8184-4DC5-8394-0B28B9E39E25}" dt="2024-01-25T06:33:15.231" v="2147" actId="1037"/>
          <ac:spMkLst>
            <pc:docMk/>
            <pc:sldMk cId="0" sldId="323"/>
            <ac:spMk id="2198" creationId="{00000000-0000-0000-0000-000000000000}"/>
          </ac:spMkLst>
        </pc:spChg>
        <pc:spChg chg="mod ord">
          <ac:chgData name="Vishnu Shanthakumar" userId="fb93e2ee-9c21-475b-bcec-87cb2b6c7957" providerId="ADAL" clId="{14EB7E57-8184-4DC5-8394-0B28B9E39E25}" dt="2024-01-25T06:33:19.328" v="2149" actId="1037"/>
          <ac:spMkLst>
            <pc:docMk/>
            <pc:sldMk cId="0" sldId="323"/>
            <ac:spMk id="2199" creationId="{00000000-0000-0000-0000-000000000000}"/>
          </ac:spMkLst>
        </pc:spChg>
        <pc:spChg chg="add del mod ord">
          <ac:chgData name="Vishnu Shanthakumar" userId="fb93e2ee-9c21-475b-bcec-87cb2b6c7957" providerId="ADAL" clId="{14EB7E57-8184-4DC5-8394-0B28B9E39E25}" dt="2024-01-25T06:33:23.571" v="2154" actId="1037"/>
          <ac:spMkLst>
            <pc:docMk/>
            <pc:sldMk cId="0" sldId="323"/>
            <ac:spMk id="2200" creationId="{00000000-0000-0000-0000-000000000000}"/>
          </ac:spMkLst>
        </pc:spChg>
        <pc:spChg chg="del mod">
          <ac:chgData name="Vishnu Shanthakumar" userId="fb93e2ee-9c21-475b-bcec-87cb2b6c7957" providerId="ADAL" clId="{14EB7E57-8184-4DC5-8394-0B28B9E39E25}" dt="2024-01-25T06:33:12.410" v="2145" actId="478"/>
          <ac:spMkLst>
            <pc:docMk/>
            <pc:sldMk cId="0" sldId="323"/>
            <ac:spMk id="2201" creationId="{00000000-0000-0000-0000-000000000000}"/>
          </ac:spMkLst>
        </pc:spChg>
        <pc:picChg chg="mod">
          <ac:chgData name="Vishnu Shanthakumar" userId="fb93e2ee-9c21-475b-bcec-87cb2b6c7957" providerId="ADAL" clId="{14EB7E57-8184-4DC5-8394-0B28B9E39E25}" dt="2024-01-25T06:30:27.208" v="2073" actId="1035"/>
          <ac:picMkLst>
            <pc:docMk/>
            <pc:sldMk cId="0" sldId="323"/>
            <ac:picMk id="2202" creationId="{00000000-0000-0000-0000-000000000000}"/>
          </ac:picMkLst>
        </pc:picChg>
        <pc:picChg chg="mod">
          <ac:chgData name="Vishnu Shanthakumar" userId="fb93e2ee-9c21-475b-bcec-87cb2b6c7957" providerId="ADAL" clId="{14EB7E57-8184-4DC5-8394-0B28B9E39E25}" dt="2024-01-25T06:30:27.208" v="2073" actId="1035"/>
          <ac:picMkLst>
            <pc:docMk/>
            <pc:sldMk cId="0" sldId="323"/>
            <ac:picMk id="2203" creationId="{00000000-0000-0000-0000-000000000000}"/>
          </ac:picMkLst>
        </pc:picChg>
        <pc:picChg chg="mod">
          <ac:chgData name="Vishnu Shanthakumar" userId="fb93e2ee-9c21-475b-bcec-87cb2b6c7957" providerId="ADAL" clId="{14EB7E57-8184-4DC5-8394-0B28B9E39E25}" dt="2024-01-25T06:30:27.208" v="2073" actId="1035"/>
          <ac:picMkLst>
            <pc:docMk/>
            <pc:sldMk cId="0" sldId="323"/>
            <ac:picMk id="2204" creationId="{00000000-0000-0000-0000-000000000000}"/>
          </ac:picMkLst>
        </pc:picChg>
      </pc:sldChg>
      <pc:sldChg chg="mod modClrScheme chgLayout">
        <pc:chgData name="Vishnu Shanthakumar" userId="fb93e2ee-9c21-475b-bcec-87cb2b6c7957" providerId="ADAL" clId="{14EB7E57-8184-4DC5-8394-0B28B9E39E25}" dt="2024-01-08T10:41:24.938" v="1160" actId="6264"/>
        <pc:sldMkLst>
          <pc:docMk/>
          <pc:sldMk cId="0" sldId="324"/>
        </pc:sldMkLst>
      </pc:sldChg>
      <pc:sldChg chg="addSp delSp modSp mod modClrScheme chgLayout">
        <pc:chgData name="Vishnu Shanthakumar" userId="fb93e2ee-9c21-475b-bcec-87cb2b6c7957" providerId="ADAL" clId="{14EB7E57-8184-4DC5-8394-0B28B9E39E25}" dt="2024-01-08T10:58:22.792" v="1859" actId="22"/>
        <pc:sldMkLst>
          <pc:docMk/>
          <pc:sldMk cId="0" sldId="325"/>
        </pc:sldMkLst>
        <pc:spChg chg="add mod ord">
          <ac:chgData name="Vishnu Shanthakumar" userId="fb93e2ee-9c21-475b-bcec-87cb2b6c7957" providerId="ADAL" clId="{14EB7E57-8184-4DC5-8394-0B28B9E39E25}" dt="2024-01-08T10:45:33.244" v="1225" actId="255"/>
          <ac:spMkLst>
            <pc:docMk/>
            <pc:sldMk cId="0" sldId="325"/>
            <ac:spMk id="2" creationId="{8A625C9E-6D24-110A-522C-890B8BF61EB9}"/>
          </ac:spMkLst>
        </pc:spChg>
        <pc:spChg chg="add del mod ord">
          <ac:chgData name="Vishnu Shanthakumar" userId="fb93e2ee-9c21-475b-bcec-87cb2b6c7957" providerId="ADAL" clId="{14EB7E57-8184-4DC5-8394-0B28B9E39E25}" dt="2024-01-08T10:45:40.454" v="1227" actId="478"/>
          <ac:spMkLst>
            <pc:docMk/>
            <pc:sldMk cId="0" sldId="325"/>
            <ac:spMk id="3" creationId="{AD5D004C-3D1A-1639-91EB-F544B051B055}"/>
          </ac:spMkLst>
        </pc:spChg>
        <pc:spChg chg="add mod ord">
          <ac:chgData name="Vishnu Shanthakumar" userId="fb93e2ee-9c21-475b-bcec-87cb2b6c7957" providerId="ADAL" clId="{14EB7E57-8184-4DC5-8394-0B28B9E39E25}" dt="2024-01-08T10:48:31.239" v="1399" actId="20577"/>
          <ac:spMkLst>
            <pc:docMk/>
            <pc:sldMk cId="0" sldId="325"/>
            <ac:spMk id="4" creationId="{D9E834DE-534F-35CB-FDE6-9709A58F6FEA}"/>
          </ac:spMkLst>
        </pc:spChg>
        <pc:spChg chg="add mod ord">
          <ac:chgData name="Vishnu Shanthakumar" userId="fb93e2ee-9c21-475b-bcec-87cb2b6c7957" providerId="ADAL" clId="{14EB7E57-8184-4DC5-8394-0B28B9E39E25}" dt="2024-01-08T10:48:35.640" v="1401" actId="20577"/>
          <ac:spMkLst>
            <pc:docMk/>
            <pc:sldMk cId="0" sldId="325"/>
            <ac:spMk id="5" creationId="{74C8047F-2B56-F7FB-EA18-A9B016953E67}"/>
          </ac:spMkLst>
        </pc:spChg>
        <pc:spChg chg="add mod ord">
          <ac:chgData name="Vishnu Shanthakumar" userId="fb93e2ee-9c21-475b-bcec-87cb2b6c7957" providerId="ADAL" clId="{14EB7E57-8184-4DC5-8394-0B28B9E39E25}" dt="2024-01-08T10:48:39.756" v="1403" actId="20577"/>
          <ac:spMkLst>
            <pc:docMk/>
            <pc:sldMk cId="0" sldId="325"/>
            <ac:spMk id="6" creationId="{A45154F3-2752-4F98-D5A4-C55BC74904ED}"/>
          </ac:spMkLst>
        </pc:spChg>
        <pc:spChg chg="add mod ord">
          <ac:chgData name="Vishnu Shanthakumar" userId="fb93e2ee-9c21-475b-bcec-87cb2b6c7957" providerId="ADAL" clId="{14EB7E57-8184-4DC5-8394-0B28B9E39E25}" dt="2024-01-08T10:52:43.711" v="1758" actId="1076"/>
          <ac:spMkLst>
            <pc:docMk/>
            <pc:sldMk cId="0" sldId="325"/>
            <ac:spMk id="7" creationId="{B247A76A-5F8B-B91B-4C77-054C34E4BD7E}"/>
          </ac:spMkLst>
        </pc:spChg>
        <pc:spChg chg="add del">
          <ac:chgData name="Vishnu Shanthakumar" userId="fb93e2ee-9c21-475b-bcec-87cb2b6c7957" providerId="ADAL" clId="{14EB7E57-8184-4DC5-8394-0B28B9E39E25}" dt="2024-01-08T10:58:22.792" v="1859" actId="22"/>
          <ac:spMkLst>
            <pc:docMk/>
            <pc:sldMk cId="0" sldId="325"/>
            <ac:spMk id="9" creationId="{6066645A-37AB-5FE7-97C6-A5A49A0AC6EA}"/>
          </ac:spMkLst>
        </pc:spChg>
        <pc:spChg chg="mod">
          <ac:chgData name="Vishnu Shanthakumar" userId="fb93e2ee-9c21-475b-bcec-87cb2b6c7957" providerId="ADAL" clId="{14EB7E57-8184-4DC5-8394-0B28B9E39E25}" dt="2024-01-08T10:45:56.237" v="1264" actId="1038"/>
          <ac:spMkLst>
            <pc:docMk/>
            <pc:sldMk cId="0" sldId="325"/>
            <ac:spMk id="2213" creationId="{00000000-0000-0000-0000-000000000000}"/>
          </ac:spMkLst>
        </pc:spChg>
        <pc:spChg chg="del mod">
          <ac:chgData name="Vishnu Shanthakumar" userId="fb93e2ee-9c21-475b-bcec-87cb2b6c7957" providerId="ADAL" clId="{14EB7E57-8184-4DC5-8394-0B28B9E39E25}" dt="2024-01-08T10:45:36.206" v="1226" actId="478"/>
          <ac:spMkLst>
            <pc:docMk/>
            <pc:sldMk cId="0" sldId="325"/>
            <ac:spMk id="2214" creationId="{00000000-0000-0000-0000-000000000000}"/>
          </ac:spMkLst>
        </pc:spChg>
        <pc:spChg chg="del mod">
          <ac:chgData name="Vishnu Shanthakumar" userId="fb93e2ee-9c21-475b-bcec-87cb2b6c7957" providerId="ADAL" clId="{14EB7E57-8184-4DC5-8394-0B28B9E39E25}" dt="2024-01-08T10:48:50.270" v="1406" actId="478"/>
          <ac:spMkLst>
            <pc:docMk/>
            <pc:sldMk cId="0" sldId="325"/>
            <ac:spMk id="2215" creationId="{00000000-0000-0000-0000-000000000000}"/>
          </ac:spMkLst>
        </pc:spChg>
        <pc:spChg chg="del mod">
          <ac:chgData name="Vishnu Shanthakumar" userId="fb93e2ee-9c21-475b-bcec-87cb2b6c7957" providerId="ADAL" clId="{14EB7E57-8184-4DC5-8394-0B28B9E39E25}" dt="2024-01-08T10:48:50.270" v="1406" actId="478"/>
          <ac:spMkLst>
            <pc:docMk/>
            <pc:sldMk cId="0" sldId="325"/>
            <ac:spMk id="2216" creationId="{00000000-0000-0000-0000-000000000000}"/>
          </ac:spMkLst>
        </pc:spChg>
        <pc:spChg chg="del mod">
          <ac:chgData name="Vishnu Shanthakumar" userId="fb93e2ee-9c21-475b-bcec-87cb2b6c7957" providerId="ADAL" clId="{14EB7E57-8184-4DC5-8394-0B28B9E39E25}" dt="2024-01-08T10:48:50.270" v="1406" actId="478"/>
          <ac:spMkLst>
            <pc:docMk/>
            <pc:sldMk cId="0" sldId="325"/>
            <ac:spMk id="2217" creationId="{00000000-0000-0000-0000-000000000000}"/>
          </ac:spMkLst>
        </pc:spChg>
        <pc:spChg chg="del mod">
          <ac:chgData name="Vishnu Shanthakumar" userId="fb93e2ee-9c21-475b-bcec-87cb2b6c7957" providerId="ADAL" clId="{14EB7E57-8184-4DC5-8394-0B28B9E39E25}" dt="2024-01-08T10:48:50.270" v="1406" actId="478"/>
          <ac:spMkLst>
            <pc:docMk/>
            <pc:sldMk cId="0" sldId="325"/>
            <ac:spMk id="2218" creationId="{00000000-0000-0000-0000-000000000000}"/>
          </ac:spMkLst>
        </pc:spChg>
      </pc:sldChg>
      <pc:sldChg chg="addSp delSp modSp mod modClrScheme chgLayout">
        <pc:chgData name="Vishnu Shanthakumar" userId="fb93e2ee-9c21-475b-bcec-87cb2b6c7957" providerId="ADAL" clId="{14EB7E57-8184-4DC5-8394-0B28B9E39E25}" dt="2024-01-08T11:03:26.097" v="1894" actId="1035"/>
        <pc:sldMkLst>
          <pc:docMk/>
          <pc:sldMk cId="0" sldId="326"/>
        </pc:sldMkLst>
        <pc:spChg chg="add del mod ord">
          <ac:chgData name="Vishnu Shanthakumar" userId="fb93e2ee-9c21-475b-bcec-87cb2b6c7957" providerId="ADAL" clId="{14EB7E57-8184-4DC5-8394-0B28B9E39E25}" dt="2024-01-08T10:58:18.115" v="1857" actId="478"/>
          <ac:spMkLst>
            <pc:docMk/>
            <pc:sldMk cId="0" sldId="326"/>
            <ac:spMk id="2" creationId="{032C61BB-8344-89BF-987D-5AE71606FE96}"/>
          </ac:spMkLst>
        </pc:spChg>
        <pc:spChg chg="add del mod ord">
          <ac:chgData name="Vishnu Shanthakumar" userId="fb93e2ee-9c21-475b-bcec-87cb2b6c7957" providerId="ADAL" clId="{14EB7E57-8184-4DC5-8394-0B28B9E39E25}" dt="2024-01-08T10:58:18.115" v="1857" actId="478"/>
          <ac:spMkLst>
            <pc:docMk/>
            <pc:sldMk cId="0" sldId="326"/>
            <ac:spMk id="3" creationId="{5F28C32E-9762-6294-22B3-E3786948B991}"/>
          </ac:spMkLst>
        </pc:spChg>
        <pc:spChg chg="add del mod ord">
          <ac:chgData name="Vishnu Shanthakumar" userId="fb93e2ee-9c21-475b-bcec-87cb2b6c7957" providerId="ADAL" clId="{14EB7E57-8184-4DC5-8394-0B28B9E39E25}" dt="2024-01-08T10:58:18.115" v="1857" actId="478"/>
          <ac:spMkLst>
            <pc:docMk/>
            <pc:sldMk cId="0" sldId="326"/>
            <ac:spMk id="4" creationId="{7F840E08-4B11-5CC7-64E5-A7475F08A3C5}"/>
          </ac:spMkLst>
        </pc:spChg>
        <pc:spChg chg="add del mod ord">
          <ac:chgData name="Vishnu Shanthakumar" userId="fb93e2ee-9c21-475b-bcec-87cb2b6c7957" providerId="ADAL" clId="{14EB7E57-8184-4DC5-8394-0B28B9E39E25}" dt="2024-01-08T10:58:18.115" v="1857" actId="478"/>
          <ac:spMkLst>
            <pc:docMk/>
            <pc:sldMk cId="0" sldId="326"/>
            <ac:spMk id="5" creationId="{7CC3C9A3-7CD3-B494-5743-066C72D60EC5}"/>
          </ac:spMkLst>
        </pc:spChg>
        <pc:spChg chg="add del mod ord">
          <ac:chgData name="Vishnu Shanthakumar" userId="fb93e2ee-9c21-475b-bcec-87cb2b6c7957" providerId="ADAL" clId="{14EB7E57-8184-4DC5-8394-0B28B9E39E25}" dt="2024-01-08T10:58:04.351" v="1855" actId="20577"/>
          <ac:spMkLst>
            <pc:docMk/>
            <pc:sldMk cId="0" sldId="326"/>
            <ac:spMk id="6" creationId="{028575DF-69CA-D075-7442-E665347EEE8D}"/>
          </ac:spMkLst>
        </pc:spChg>
        <pc:spChg chg="add del mod ord">
          <ac:chgData name="Vishnu Shanthakumar" userId="fb93e2ee-9c21-475b-bcec-87cb2b6c7957" providerId="ADAL" clId="{14EB7E57-8184-4DC5-8394-0B28B9E39E25}" dt="2024-01-08T11:03:26.097" v="1894" actId="1035"/>
          <ac:spMkLst>
            <pc:docMk/>
            <pc:sldMk cId="0" sldId="326"/>
            <ac:spMk id="7" creationId="{EED0E07E-D97B-EE3C-CBD3-82060D0E4E65}"/>
          </ac:spMkLst>
        </pc:spChg>
        <pc:spChg chg="add del mod">
          <ac:chgData name="Vishnu Shanthakumar" userId="fb93e2ee-9c21-475b-bcec-87cb2b6c7957" providerId="ADAL" clId="{14EB7E57-8184-4DC5-8394-0B28B9E39E25}" dt="2024-01-08T10:53:50.588" v="1781" actId="6264"/>
          <ac:spMkLst>
            <pc:docMk/>
            <pc:sldMk cId="0" sldId="326"/>
            <ac:spMk id="8" creationId="{984D10A6-3669-F42A-3D83-59F95C13A4B0}"/>
          </ac:spMkLst>
        </pc:spChg>
        <pc:spChg chg="add del mod">
          <ac:chgData name="Vishnu Shanthakumar" userId="fb93e2ee-9c21-475b-bcec-87cb2b6c7957" providerId="ADAL" clId="{14EB7E57-8184-4DC5-8394-0B28B9E39E25}" dt="2024-01-08T10:53:50.588" v="1781" actId="6264"/>
          <ac:spMkLst>
            <pc:docMk/>
            <pc:sldMk cId="0" sldId="326"/>
            <ac:spMk id="9" creationId="{8FD6A827-86A2-1C2D-A2F0-4B4E48E853A0}"/>
          </ac:spMkLst>
        </pc:spChg>
        <pc:spChg chg="add del mod ord">
          <ac:chgData name="Vishnu Shanthakumar" userId="fb93e2ee-9c21-475b-bcec-87cb2b6c7957" providerId="ADAL" clId="{14EB7E57-8184-4DC5-8394-0B28B9E39E25}" dt="2024-01-08T10:53:50.588" v="1781" actId="6264"/>
          <ac:spMkLst>
            <pc:docMk/>
            <pc:sldMk cId="0" sldId="326"/>
            <ac:spMk id="10" creationId="{D4A7559D-1863-DB16-8DD0-32F1DE1B47A3}"/>
          </ac:spMkLst>
        </pc:spChg>
        <pc:spChg chg="add del mod ord">
          <ac:chgData name="Vishnu Shanthakumar" userId="fb93e2ee-9c21-475b-bcec-87cb2b6c7957" providerId="ADAL" clId="{14EB7E57-8184-4DC5-8394-0B28B9E39E25}" dt="2024-01-08T10:53:50.588" v="1781" actId="6264"/>
          <ac:spMkLst>
            <pc:docMk/>
            <pc:sldMk cId="0" sldId="326"/>
            <ac:spMk id="11" creationId="{51B587F7-FF1B-880D-BBCF-1C457912A8F1}"/>
          </ac:spMkLst>
        </pc:spChg>
        <pc:spChg chg="add del mod ord">
          <ac:chgData name="Vishnu Shanthakumar" userId="fb93e2ee-9c21-475b-bcec-87cb2b6c7957" providerId="ADAL" clId="{14EB7E57-8184-4DC5-8394-0B28B9E39E25}" dt="2024-01-08T10:53:50.588" v="1781" actId="6264"/>
          <ac:spMkLst>
            <pc:docMk/>
            <pc:sldMk cId="0" sldId="326"/>
            <ac:spMk id="12" creationId="{6FD53814-B700-A34F-7294-03649D0BABA6}"/>
          </ac:spMkLst>
        </pc:spChg>
        <pc:spChg chg="add del mod ord">
          <ac:chgData name="Vishnu Shanthakumar" userId="fb93e2ee-9c21-475b-bcec-87cb2b6c7957" providerId="ADAL" clId="{14EB7E57-8184-4DC5-8394-0B28B9E39E25}" dt="2024-01-08T10:53:50.588" v="1781" actId="6264"/>
          <ac:spMkLst>
            <pc:docMk/>
            <pc:sldMk cId="0" sldId="326"/>
            <ac:spMk id="13" creationId="{C8BADA69-286A-491D-F751-210CABE141A0}"/>
          </ac:spMkLst>
        </pc:spChg>
        <pc:spChg chg="add del mod ord">
          <ac:chgData name="Vishnu Shanthakumar" userId="fb93e2ee-9c21-475b-bcec-87cb2b6c7957" providerId="ADAL" clId="{14EB7E57-8184-4DC5-8394-0B28B9E39E25}" dt="2024-01-08T10:53:50.588" v="1781" actId="6264"/>
          <ac:spMkLst>
            <pc:docMk/>
            <pc:sldMk cId="0" sldId="326"/>
            <ac:spMk id="14" creationId="{72994CE2-8C69-4AD4-7A0B-BB6CBC72C895}"/>
          </ac:spMkLst>
        </pc:spChg>
        <pc:spChg chg="add del mod ord">
          <ac:chgData name="Vishnu Shanthakumar" userId="fb93e2ee-9c21-475b-bcec-87cb2b6c7957" providerId="ADAL" clId="{14EB7E57-8184-4DC5-8394-0B28B9E39E25}" dt="2024-01-08T10:53:50.588" v="1781" actId="6264"/>
          <ac:spMkLst>
            <pc:docMk/>
            <pc:sldMk cId="0" sldId="326"/>
            <ac:spMk id="15" creationId="{85B32801-DA10-C2F6-19CB-3501414AB392}"/>
          </ac:spMkLst>
        </pc:spChg>
        <pc:spChg chg="add mod ord">
          <ac:chgData name="Vishnu Shanthakumar" userId="fb93e2ee-9c21-475b-bcec-87cb2b6c7957" providerId="ADAL" clId="{14EB7E57-8184-4DC5-8394-0B28B9E39E25}" dt="2024-01-08T10:57:13.555" v="1842" actId="167"/>
          <ac:spMkLst>
            <pc:docMk/>
            <pc:sldMk cId="0" sldId="326"/>
            <ac:spMk id="16" creationId="{25E002A5-6CF9-9B96-2663-5FA3A83C8E2C}"/>
          </ac:spMkLst>
        </pc:spChg>
        <pc:spChg chg="add mod">
          <ac:chgData name="Vishnu Shanthakumar" userId="fb93e2ee-9c21-475b-bcec-87cb2b6c7957" providerId="ADAL" clId="{14EB7E57-8184-4DC5-8394-0B28B9E39E25}" dt="2024-01-08T10:57:07.879" v="1841"/>
          <ac:spMkLst>
            <pc:docMk/>
            <pc:sldMk cId="0" sldId="326"/>
            <ac:spMk id="17" creationId="{2582415E-F60B-1B60-2015-32BB1CD40922}"/>
          </ac:spMkLst>
        </pc:spChg>
        <pc:spChg chg="add del mod">
          <ac:chgData name="Vishnu Shanthakumar" userId="fb93e2ee-9c21-475b-bcec-87cb2b6c7957" providerId="ADAL" clId="{14EB7E57-8184-4DC5-8394-0B28B9E39E25}" dt="2024-01-08T11:01:47.532" v="1875" actId="478"/>
          <ac:spMkLst>
            <pc:docMk/>
            <pc:sldMk cId="0" sldId="326"/>
            <ac:spMk id="19" creationId="{6CDF8573-BE1D-6848-6BB2-1B306AB5CE39}"/>
          </ac:spMkLst>
        </pc:spChg>
        <pc:spChg chg="add mod">
          <ac:chgData name="Vishnu Shanthakumar" userId="fb93e2ee-9c21-475b-bcec-87cb2b6c7957" providerId="ADAL" clId="{14EB7E57-8184-4DC5-8394-0B28B9E39E25}" dt="2024-01-08T10:58:26.334" v="1860"/>
          <ac:spMkLst>
            <pc:docMk/>
            <pc:sldMk cId="0" sldId="326"/>
            <ac:spMk id="20" creationId="{662CA52E-064D-4A10-C3EA-B3D0D5DD76B3}"/>
          </ac:spMkLst>
        </pc:spChg>
        <pc:spChg chg="add mod">
          <ac:chgData name="Vishnu Shanthakumar" userId="fb93e2ee-9c21-475b-bcec-87cb2b6c7957" providerId="ADAL" clId="{14EB7E57-8184-4DC5-8394-0B28B9E39E25}" dt="2024-01-08T10:58:26.334" v="1860"/>
          <ac:spMkLst>
            <pc:docMk/>
            <pc:sldMk cId="0" sldId="326"/>
            <ac:spMk id="21" creationId="{92FCAE25-7EF1-5487-F5D2-7D5033EF335C}"/>
          </ac:spMkLst>
        </pc:spChg>
        <pc:spChg chg="add mod">
          <ac:chgData name="Vishnu Shanthakumar" userId="fb93e2ee-9c21-475b-bcec-87cb2b6c7957" providerId="ADAL" clId="{14EB7E57-8184-4DC5-8394-0B28B9E39E25}" dt="2024-01-08T10:58:26.334" v="1860"/>
          <ac:spMkLst>
            <pc:docMk/>
            <pc:sldMk cId="0" sldId="326"/>
            <ac:spMk id="22" creationId="{05FC6A04-088D-467C-9057-97F47E899082}"/>
          </ac:spMkLst>
        </pc:spChg>
        <pc:spChg chg="add mod">
          <ac:chgData name="Vishnu Shanthakumar" userId="fb93e2ee-9c21-475b-bcec-87cb2b6c7957" providerId="ADAL" clId="{14EB7E57-8184-4DC5-8394-0B28B9E39E25}" dt="2024-01-08T10:58:26.334" v="1860"/>
          <ac:spMkLst>
            <pc:docMk/>
            <pc:sldMk cId="0" sldId="326"/>
            <ac:spMk id="23" creationId="{0EE4BA81-774E-58E4-ED75-F4C0DDAC891B}"/>
          </ac:spMkLst>
        </pc:spChg>
        <pc:spChg chg="del mod ord">
          <ac:chgData name="Vishnu Shanthakumar" userId="fb93e2ee-9c21-475b-bcec-87cb2b6c7957" providerId="ADAL" clId="{14EB7E57-8184-4DC5-8394-0B28B9E39E25}" dt="2024-01-08T10:58:14.883" v="1856" actId="478"/>
          <ac:spMkLst>
            <pc:docMk/>
            <pc:sldMk cId="0" sldId="326"/>
            <ac:spMk id="2223" creationId="{00000000-0000-0000-0000-000000000000}"/>
          </ac:spMkLst>
        </pc:spChg>
        <pc:spChg chg="mod ord">
          <ac:chgData name="Vishnu Shanthakumar" userId="fb93e2ee-9c21-475b-bcec-87cb2b6c7957" providerId="ADAL" clId="{14EB7E57-8184-4DC5-8394-0B28B9E39E25}" dt="2024-01-08T10:57:16.970" v="1843" actId="20577"/>
          <ac:spMkLst>
            <pc:docMk/>
            <pc:sldMk cId="0" sldId="326"/>
            <ac:spMk id="2224" creationId="{00000000-0000-0000-0000-000000000000}"/>
          </ac:spMkLst>
        </pc:spChg>
        <pc:spChg chg="del mod">
          <ac:chgData name="Vishnu Shanthakumar" userId="fb93e2ee-9c21-475b-bcec-87cb2b6c7957" providerId="ADAL" clId="{14EB7E57-8184-4DC5-8394-0B28B9E39E25}" dt="2024-01-08T10:57:06.961" v="1840" actId="478"/>
          <ac:spMkLst>
            <pc:docMk/>
            <pc:sldMk cId="0" sldId="326"/>
            <ac:spMk id="2225" creationId="{00000000-0000-0000-0000-000000000000}"/>
          </ac:spMkLst>
        </pc:spChg>
        <pc:spChg chg="del">
          <ac:chgData name="Vishnu Shanthakumar" userId="fb93e2ee-9c21-475b-bcec-87cb2b6c7957" providerId="ADAL" clId="{14EB7E57-8184-4DC5-8394-0B28B9E39E25}" dt="2024-01-08T10:57:06.961" v="1840" actId="478"/>
          <ac:spMkLst>
            <pc:docMk/>
            <pc:sldMk cId="0" sldId="326"/>
            <ac:spMk id="2226" creationId="{00000000-0000-0000-0000-000000000000}"/>
          </ac:spMkLst>
        </pc:spChg>
        <pc:spChg chg="mod">
          <ac:chgData name="Vishnu Shanthakumar" userId="fb93e2ee-9c21-475b-bcec-87cb2b6c7957" providerId="ADAL" clId="{14EB7E57-8184-4DC5-8394-0B28B9E39E25}" dt="2024-01-08T10:54:25.833" v="1838" actId="21"/>
          <ac:spMkLst>
            <pc:docMk/>
            <pc:sldMk cId="0" sldId="326"/>
            <ac:spMk id="2227" creationId="{00000000-0000-0000-0000-000000000000}"/>
          </ac:spMkLst>
        </pc:spChg>
        <pc:spChg chg="del">
          <ac:chgData name="Vishnu Shanthakumar" userId="fb93e2ee-9c21-475b-bcec-87cb2b6c7957" providerId="ADAL" clId="{14EB7E57-8184-4DC5-8394-0B28B9E39E25}" dt="2024-01-08T10:58:18.115" v="1857" actId="478"/>
          <ac:spMkLst>
            <pc:docMk/>
            <pc:sldMk cId="0" sldId="326"/>
            <ac:spMk id="2228" creationId="{00000000-0000-0000-0000-000000000000}"/>
          </ac:spMkLst>
        </pc:spChg>
        <pc:spChg chg="del">
          <ac:chgData name="Vishnu Shanthakumar" userId="fb93e2ee-9c21-475b-bcec-87cb2b6c7957" providerId="ADAL" clId="{14EB7E57-8184-4DC5-8394-0B28B9E39E25}" dt="2024-01-08T10:58:18.115" v="1857" actId="478"/>
          <ac:spMkLst>
            <pc:docMk/>
            <pc:sldMk cId="0" sldId="326"/>
            <ac:spMk id="2229" creationId="{00000000-0000-0000-0000-000000000000}"/>
          </ac:spMkLst>
        </pc:spChg>
        <pc:spChg chg="del">
          <ac:chgData name="Vishnu Shanthakumar" userId="fb93e2ee-9c21-475b-bcec-87cb2b6c7957" providerId="ADAL" clId="{14EB7E57-8184-4DC5-8394-0B28B9E39E25}" dt="2024-01-08T10:58:18.115" v="1857" actId="478"/>
          <ac:spMkLst>
            <pc:docMk/>
            <pc:sldMk cId="0" sldId="326"/>
            <ac:spMk id="2230" creationId="{00000000-0000-0000-0000-000000000000}"/>
          </ac:spMkLst>
        </pc:spChg>
        <pc:spChg chg="del">
          <ac:chgData name="Vishnu Shanthakumar" userId="fb93e2ee-9c21-475b-bcec-87cb2b6c7957" providerId="ADAL" clId="{14EB7E57-8184-4DC5-8394-0B28B9E39E25}" dt="2024-01-08T10:58:18.115" v="1857" actId="478"/>
          <ac:spMkLst>
            <pc:docMk/>
            <pc:sldMk cId="0" sldId="326"/>
            <ac:spMk id="2231" creationId="{00000000-0000-0000-0000-000000000000}"/>
          </ac:spMkLst>
        </pc:spChg>
      </pc:sldChg>
      <pc:sldChg chg="addSp delSp modSp mod modClrScheme chgLayout">
        <pc:chgData name="Vishnu Shanthakumar" userId="fb93e2ee-9c21-475b-bcec-87cb2b6c7957" providerId="ADAL" clId="{14EB7E57-8184-4DC5-8394-0B28B9E39E25}" dt="2024-01-08T10:52:37.796" v="1756" actId="478"/>
        <pc:sldMkLst>
          <pc:docMk/>
          <pc:sldMk cId="0" sldId="327"/>
        </pc:sldMkLst>
        <pc:spChg chg="add mod ord">
          <ac:chgData name="Vishnu Shanthakumar" userId="fb93e2ee-9c21-475b-bcec-87cb2b6c7957" providerId="ADAL" clId="{14EB7E57-8184-4DC5-8394-0B28B9E39E25}" dt="2024-01-08T10:49:09.799" v="1461" actId="255"/>
          <ac:spMkLst>
            <pc:docMk/>
            <pc:sldMk cId="0" sldId="327"/>
            <ac:spMk id="2" creationId="{7323E7EF-25E0-C101-39F8-18266484188D}"/>
          </ac:spMkLst>
        </pc:spChg>
        <pc:spChg chg="add del mod ord">
          <ac:chgData name="Vishnu Shanthakumar" userId="fb93e2ee-9c21-475b-bcec-87cb2b6c7957" providerId="ADAL" clId="{14EB7E57-8184-4DC5-8394-0B28B9E39E25}" dt="2024-01-08T10:49:18.746" v="1463" actId="478"/>
          <ac:spMkLst>
            <pc:docMk/>
            <pc:sldMk cId="0" sldId="327"/>
            <ac:spMk id="3" creationId="{615AE29D-460F-6123-956F-8BEE5E2F5641}"/>
          </ac:spMkLst>
        </pc:spChg>
        <pc:spChg chg="add mod ord">
          <ac:chgData name="Vishnu Shanthakumar" userId="fb93e2ee-9c21-475b-bcec-87cb2b6c7957" providerId="ADAL" clId="{14EB7E57-8184-4DC5-8394-0B28B9E39E25}" dt="2024-01-08T10:51:02.623" v="1622" actId="20577"/>
          <ac:spMkLst>
            <pc:docMk/>
            <pc:sldMk cId="0" sldId="327"/>
            <ac:spMk id="4" creationId="{94CFB0BA-C3BC-75DD-A2F4-AAACD4F68B8C}"/>
          </ac:spMkLst>
        </pc:spChg>
        <pc:spChg chg="add mod ord">
          <ac:chgData name="Vishnu Shanthakumar" userId="fb93e2ee-9c21-475b-bcec-87cb2b6c7957" providerId="ADAL" clId="{14EB7E57-8184-4DC5-8394-0B28B9E39E25}" dt="2024-01-08T10:51:07.048" v="1625" actId="20577"/>
          <ac:spMkLst>
            <pc:docMk/>
            <pc:sldMk cId="0" sldId="327"/>
            <ac:spMk id="5" creationId="{E2944D79-417A-3B47-DF10-B662884808C2}"/>
          </ac:spMkLst>
        </pc:spChg>
        <pc:spChg chg="add mod ord">
          <ac:chgData name="Vishnu Shanthakumar" userId="fb93e2ee-9c21-475b-bcec-87cb2b6c7957" providerId="ADAL" clId="{14EB7E57-8184-4DC5-8394-0B28B9E39E25}" dt="2024-01-08T10:51:12.212" v="1628" actId="20577"/>
          <ac:spMkLst>
            <pc:docMk/>
            <pc:sldMk cId="0" sldId="327"/>
            <ac:spMk id="6" creationId="{54CAF575-8766-AC26-5A41-1EAECD933936}"/>
          </ac:spMkLst>
        </pc:spChg>
        <pc:spChg chg="add mod ord">
          <ac:chgData name="Vishnu Shanthakumar" userId="fb93e2ee-9c21-475b-bcec-87cb2b6c7957" providerId="ADAL" clId="{14EB7E57-8184-4DC5-8394-0B28B9E39E25}" dt="2024-01-08T10:51:17.969" v="1631" actId="20577"/>
          <ac:spMkLst>
            <pc:docMk/>
            <pc:sldMk cId="0" sldId="327"/>
            <ac:spMk id="7" creationId="{B4BC4BFF-BD00-1CA5-4526-754A11B3FC9F}"/>
          </ac:spMkLst>
        </pc:spChg>
        <pc:spChg chg="del mod">
          <ac:chgData name="Vishnu Shanthakumar" userId="fb93e2ee-9c21-475b-bcec-87cb2b6c7957" providerId="ADAL" clId="{14EB7E57-8184-4DC5-8394-0B28B9E39E25}" dt="2024-01-08T10:49:14.035" v="1462" actId="478"/>
          <ac:spMkLst>
            <pc:docMk/>
            <pc:sldMk cId="0" sldId="327"/>
            <ac:spMk id="2236" creationId="{00000000-0000-0000-0000-000000000000}"/>
          </ac:spMkLst>
        </pc:spChg>
        <pc:spChg chg="mod">
          <ac:chgData name="Vishnu Shanthakumar" userId="fb93e2ee-9c21-475b-bcec-87cb2b6c7957" providerId="ADAL" clId="{14EB7E57-8184-4DC5-8394-0B28B9E39E25}" dt="2024-01-08T10:49:25.173" v="1483" actId="1038"/>
          <ac:spMkLst>
            <pc:docMk/>
            <pc:sldMk cId="0" sldId="327"/>
            <ac:spMk id="2237" creationId="{00000000-0000-0000-0000-000000000000}"/>
          </ac:spMkLst>
        </pc:spChg>
        <pc:spChg chg="del mod">
          <ac:chgData name="Vishnu Shanthakumar" userId="fb93e2ee-9c21-475b-bcec-87cb2b6c7957" providerId="ADAL" clId="{14EB7E57-8184-4DC5-8394-0B28B9E39E25}" dt="2024-01-08T10:52:37.796" v="1756" actId="478"/>
          <ac:spMkLst>
            <pc:docMk/>
            <pc:sldMk cId="0" sldId="327"/>
            <ac:spMk id="2238" creationId="{00000000-0000-0000-0000-000000000000}"/>
          </ac:spMkLst>
        </pc:spChg>
        <pc:spChg chg="del mod">
          <ac:chgData name="Vishnu Shanthakumar" userId="fb93e2ee-9c21-475b-bcec-87cb2b6c7957" providerId="ADAL" clId="{14EB7E57-8184-4DC5-8394-0B28B9E39E25}" dt="2024-01-08T10:52:37.796" v="1756" actId="478"/>
          <ac:spMkLst>
            <pc:docMk/>
            <pc:sldMk cId="0" sldId="327"/>
            <ac:spMk id="2239" creationId="{00000000-0000-0000-0000-000000000000}"/>
          </ac:spMkLst>
        </pc:spChg>
        <pc:spChg chg="del mod">
          <ac:chgData name="Vishnu Shanthakumar" userId="fb93e2ee-9c21-475b-bcec-87cb2b6c7957" providerId="ADAL" clId="{14EB7E57-8184-4DC5-8394-0B28B9E39E25}" dt="2024-01-08T10:52:37.796" v="1756" actId="478"/>
          <ac:spMkLst>
            <pc:docMk/>
            <pc:sldMk cId="0" sldId="327"/>
            <ac:spMk id="2240" creationId="{00000000-0000-0000-0000-000000000000}"/>
          </ac:spMkLst>
        </pc:spChg>
        <pc:spChg chg="del mod">
          <ac:chgData name="Vishnu Shanthakumar" userId="fb93e2ee-9c21-475b-bcec-87cb2b6c7957" providerId="ADAL" clId="{14EB7E57-8184-4DC5-8394-0B28B9E39E25}" dt="2024-01-08T10:52:37.796" v="1756" actId="478"/>
          <ac:spMkLst>
            <pc:docMk/>
            <pc:sldMk cId="0" sldId="327"/>
            <ac:spMk id="2241" creationId="{00000000-0000-0000-0000-000000000000}"/>
          </ac:spMkLst>
        </pc:spChg>
      </pc:sldChg>
      <pc:sldChg chg="addSp delSp modSp mod modClrScheme chgLayout">
        <pc:chgData name="Vishnu Shanthakumar" userId="fb93e2ee-9c21-475b-bcec-87cb2b6c7957" providerId="ADAL" clId="{14EB7E57-8184-4DC5-8394-0B28B9E39E25}" dt="2024-01-08T11:05:06.497" v="1913" actId="207"/>
        <pc:sldMkLst>
          <pc:docMk/>
          <pc:sldMk cId="0" sldId="328"/>
        </pc:sldMkLst>
        <pc:spChg chg="add del mod ord">
          <ac:chgData name="Vishnu Shanthakumar" userId="fb93e2ee-9c21-475b-bcec-87cb2b6c7957" providerId="ADAL" clId="{14EB7E57-8184-4DC5-8394-0B28B9E39E25}" dt="2024-01-08T11:03:50.791" v="1898" actId="478"/>
          <ac:spMkLst>
            <pc:docMk/>
            <pc:sldMk cId="0" sldId="328"/>
            <ac:spMk id="2" creationId="{E95843CA-96CC-3F79-F4D9-E42F9F4EC257}"/>
          </ac:spMkLst>
        </pc:spChg>
        <pc:spChg chg="add del mod ord">
          <ac:chgData name="Vishnu Shanthakumar" userId="fb93e2ee-9c21-475b-bcec-87cb2b6c7957" providerId="ADAL" clId="{14EB7E57-8184-4DC5-8394-0B28B9E39E25}" dt="2024-01-08T11:03:50.791" v="1898" actId="478"/>
          <ac:spMkLst>
            <pc:docMk/>
            <pc:sldMk cId="0" sldId="328"/>
            <ac:spMk id="3" creationId="{C3AA46FC-AD87-C815-21C3-72D445F60AE3}"/>
          </ac:spMkLst>
        </pc:spChg>
        <pc:spChg chg="add del mod ord">
          <ac:chgData name="Vishnu Shanthakumar" userId="fb93e2ee-9c21-475b-bcec-87cb2b6c7957" providerId="ADAL" clId="{14EB7E57-8184-4DC5-8394-0B28B9E39E25}" dt="2024-01-08T11:03:50.791" v="1898" actId="478"/>
          <ac:spMkLst>
            <pc:docMk/>
            <pc:sldMk cId="0" sldId="328"/>
            <ac:spMk id="4" creationId="{13AB8464-0509-FFCF-10D6-2308F11A3B79}"/>
          </ac:spMkLst>
        </pc:spChg>
        <pc:spChg chg="add del mod ord">
          <ac:chgData name="Vishnu Shanthakumar" userId="fb93e2ee-9c21-475b-bcec-87cb2b6c7957" providerId="ADAL" clId="{14EB7E57-8184-4DC5-8394-0B28B9E39E25}" dt="2024-01-08T11:03:50.791" v="1898" actId="478"/>
          <ac:spMkLst>
            <pc:docMk/>
            <pc:sldMk cId="0" sldId="328"/>
            <ac:spMk id="5" creationId="{43FAD148-3DAF-898B-DBAF-CBB1AEAA022C}"/>
          </ac:spMkLst>
        </pc:spChg>
        <pc:spChg chg="add mod ord">
          <ac:chgData name="Vishnu Shanthakumar" userId="fb93e2ee-9c21-475b-bcec-87cb2b6c7957" providerId="ADAL" clId="{14EB7E57-8184-4DC5-8394-0B28B9E39E25}" dt="2024-01-08T11:04:23.704" v="1904" actId="14100"/>
          <ac:spMkLst>
            <pc:docMk/>
            <pc:sldMk cId="0" sldId="328"/>
            <ac:spMk id="6" creationId="{027B1553-58DD-E4D5-DF01-0169AACD67E8}"/>
          </ac:spMkLst>
        </pc:spChg>
        <pc:spChg chg="add mod ord">
          <ac:chgData name="Vishnu Shanthakumar" userId="fb93e2ee-9c21-475b-bcec-87cb2b6c7957" providerId="ADAL" clId="{14EB7E57-8184-4DC5-8394-0B28B9E39E25}" dt="2024-01-08T11:04:43.231" v="1910" actId="1035"/>
          <ac:spMkLst>
            <pc:docMk/>
            <pc:sldMk cId="0" sldId="328"/>
            <ac:spMk id="7" creationId="{EA0BF043-C420-72E2-D6A7-1A326784D848}"/>
          </ac:spMkLst>
        </pc:spChg>
        <pc:spChg chg="add del mod">
          <ac:chgData name="Vishnu Shanthakumar" userId="fb93e2ee-9c21-475b-bcec-87cb2b6c7957" providerId="ADAL" clId="{14EB7E57-8184-4DC5-8394-0B28B9E39E25}" dt="2024-01-08T11:03:43.536" v="1896" actId="478"/>
          <ac:spMkLst>
            <pc:docMk/>
            <pc:sldMk cId="0" sldId="328"/>
            <ac:spMk id="9" creationId="{1504F300-3AF3-B322-67E8-80C87E1E7188}"/>
          </ac:spMkLst>
        </pc:spChg>
        <pc:spChg chg="add mod">
          <ac:chgData name="Vishnu Shanthakumar" userId="fb93e2ee-9c21-475b-bcec-87cb2b6c7957" providerId="ADAL" clId="{14EB7E57-8184-4DC5-8394-0B28B9E39E25}" dt="2024-01-08T11:04:57.523" v="1912"/>
          <ac:spMkLst>
            <pc:docMk/>
            <pc:sldMk cId="0" sldId="328"/>
            <ac:spMk id="10" creationId="{F9532EA4-7FA7-281B-9EC6-58FCCF2F651D}"/>
          </ac:spMkLst>
        </pc:spChg>
        <pc:spChg chg="add mod">
          <ac:chgData name="Vishnu Shanthakumar" userId="fb93e2ee-9c21-475b-bcec-87cb2b6c7957" providerId="ADAL" clId="{14EB7E57-8184-4DC5-8394-0B28B9E39E25}" dt="2024-01-08T11:04:57.523" v="1912"/>
          <ac:spMkLst>
            <pc:docMk/>
            <pc:sldMk cId="0" sldId="328"/>
            <ac:spMk id="11" creationId="{C593EA55-D39E-F63A-0D9D-2C01386B4480}"/>
          </ac:spMkLst>
        </pc:spChg>
        <pc:spChg chg="add mod">
          <ac:chgData name="Vishnu Shanthakumar" userId="fb93e2ee-9c21-475b-bcec-87cb2b6c7957" providerId="ADAL" clId="{14EB7E57-8184-4DC5-8394-0B28B9E39E25}" dt="2024-01-08T11:04:57.523" v="1912"/>
          <ac:spMkLst>
            <pc:docMk/>
            <pc:sldMk cId="0" sldId="328"/>
            <ac:spMk id="12" creationId="{B98B9838-681B-60CA-144D-902FB394C900}"/>
          </ac:spMkLst>
        </pc:spChg>
        <pc:spChg chg="add mod">
          <ac:chgData name="Vishnu Shanthakumar" userId="fb93e2ee-9c21-475b-bcec-87cb2b6c7957" providerId="ADAL" clId="{14EB7E57-8184-4DC5-8394-0B28B9E39E25}" dt="2024-01-08T11:04:57.523" v="1912"/>
          <ac:spMkLst>
            <pc:docMk/>
            <pc:sldMk cId="0" sldId="328"/>
            <ac:spMk id="13" creationId="{6588E693-2368-90FF-FA35-F22B09347C89}"/>
          </ac:spMkLst>
        </pc:spChg>
        <pc:spChg chg="add mod">
          <ac:chgData name="Vishnu Shanthakumar" userId="fb93e2ee-9c21-475b-bcec-87cb2b6c7957" providerId="ADAL" clId="{14EB7E57-8184-4DC5-8394-0B28B9E39E25}" dt="2024-01-08T11:05:06.497" v="1913" actId="207"/>
          <ac:spMkLst>
            <pc:docMk/>
            <pc:sldMk cId="0" sldId="328"/>
            <ac:spMk id="14" creationId="{71707C49-A333-690E-BFF2-7469BE1A344B}"/>
          </ac:spMkLst>
        </pc:spChg>
        <pc:spChg chg="add mod">
          <ac:chgData name="Vishnu Shanthakumar" userId="fb93e2ee-9c21-475b-bcec-87cb2b6c7957" providerId="ADAL" clId="{14EB7E57-8184-4DC5-8394-0B28B9E39E25}" dt="2024-01-08T11:04:57.523" v="1912"/>
          <ac:spMkLst>
            <pc:docMk/>
            <pc:sldMk cId="0" sldId="328"/>
            <ac:spMk id="15" creationId="{545073DC-021E-341C-0F42-510176FFDCF7}"/>
          </ac:spMkLst>
        </pc:spChg>
        <pc:spChg chg="del mod ord">
          <ac:chgData name="Vishnu Shanthakumar" userId="fb93e2ee-9c21-475b-bcec-87cb2b6c7957" providerId="ADAL" clId="{14EB7E57-8184-4DC5-8394-0B28B9E39E25}" dt="2024-01-08T11:04:48.076" v="1911" actId="478"/>
          <ac:spMkLst>
            <pc:docMk/>
            <pc:sldMk cId="0" sldId="328"/>
            <ac:spMk id="2246" creationId="{00000000-0000-0000-0000-000000000000}"/>
          </ac:spMkLst>
        </pc:spChg>
        <pc:spChg chg="del mod ord">
          <ac:chgData name="Vishnu Shanthakumar" userId="fb93e2ee-9c21-475b-bcec-87cb2b6c7957" providerId="ADAL" clId="{14EB7E57-8184-4DC5-8394-0B28B9E39E25}" dt="2024-01-08T11:03:40.758" v="1895" actId="478"/>
          <ac:spMkLst>
            <pc:docMk/>
            <pc:sldMk cId="0" sldId="328"/>
            <ac:spMk id="2247" creationId="{00000000-0000-0000-0000-000000000000}"/>
          </ac:spMkLst>
        </pc:spChg>
        <pc:spChg chg="del">
          <ac:chgData name="Vishnu Shanthakumar" userId="fb93e2ee-9c21-475b-bcec-87cb2b6c7957" providerId="ADAL" clId="{14EB7E57-8184-4DC5-8394-0B28B9E39E25}" dt="2024-01-08T11:03:47.435" v="1897" actId="478"/>
          <ac:spMkLst>
            <pc:docMk/>
            <pc:sldMk cId="0" sldId="328"/>
            <ac:spMk id="2248" creationId="{00000000-0000-0000-0000-000000000000}"/>
          </ac:spMkLst>
        </pc:spChg>
        <pc:spChg chg="del">
          <ac:chgData name="Vishnu Shanthakumar" userId="fb93e2ee-9c21-475b-bcec-87cb2b6c7957" providerId="ADAL" clId="{14EB7E57-8184-4DC5-8394-0B28B9E39E25}" dt="2024-01-08T11:03:40.758" v="1895" actId="478"/>
          <ac:spMkLst>
            <pc:docMk/>
            <pc:sldMk cId="0" sldId="328"/>
            <ac:spMk id="2249" creationId="{00000000-0000-0000-0000-000000000000}"/>
          </ac:spMkLst>
        </pc:spChg>
        <pc:spChg chg="del">
          <ac:chgData name="Vishnu Shanthakumar" userId="fb93e2ee-9c21-475b-bcec-87cb2b6c7957" providerId="ADAL" clId="{14EB7E57-8184-4DC5-8394-0B28B9E39E25}" dt="2024-01-08T11:03:50.791" v="1898" actId="478"/>
          <ac:spMkLst>
            <pc:docMk/>
            <pc:sldMk cId="0" sldId="328"/>
            <ac:spMk id="2250" creationId="{00000000-0000-0000-0000-000000000000}"/>
          </ac:spMkLst>
        </pc:spChg>
        <pc:spChg chg="del">
          <ac:chgData name="Vishnu Shanthakumar" userId="fb93e2ee-9c21-475b-bcec-87cb2b6c7957" providerId="ADAL" clId="{14EB7E57-8184-4DC5-8394-0B28B9E39E25}" dt="2024-01-08T11:03:50.791" v="1898" actId="478"/>
          <ac:spMkLst>
            <pc:docMk/>
            <pc:sldMk cId="0" sldId="328"/>
            <ac:spMk id="2251" creationId="{00000000-0000-0000-0000-000000000000}"/>
          </ac:spMkLst>
        </pc:spChg>
        <pc:spChg chg="del">
          <ac:chgData name="Vishnu Shanthakumar" userId="fb93e2ee-9c21-475b-bcec-87cb2b6c7957" providerId="ADAL" clId="{14EB7E57-8184-4DC5-8394-0B28B9E39E25}" dt="2024-01-08T11:03:50.791" v="1898" actId="478"/>
          <ac:spMkLst>
            <pc:docMk/>
            <pc:sldMk cId="0" sldId="328"/>
            <ac:spMk id="2252" creationId="{00000000-0000-0000-0000-000000000000}"/>
          </ac:spMkLst>
        </pc:spChg>
        <pc:spChg chg="del">
          <ac:chgData name="Vishnu Shanthakumar" userId="fb93e2ee-9c21-475b-bcec-87cb2b6c7957" providerId="ADAL" clId="{14EB7E57-8184-4DC5-8394-0B28B9E39E25}" dt="2024-01-08T11:03:50.791" v="1898" actId="478"/>
          <ac:spMkLst>
            <pc:docMk/>
            <pc:sldMk cId="0" sldId="328"/>
            <ac:spMk id="2253" creationId="{00000000-0000-0000-0000-000000000000}"/>
          </ac:spMkLst>
        </pc:spChg>
      </pc:sldChg>
      <pc:sldChg chg="addSp delSp modSp mod modClrScheme chgLayout">
        <pc:chgData name="Vishnu Shanthakumar" userId="fb93e2ee-9c21-475b-bcec-87cb2b6c7957" providerId="ADAL" clId="{14EB7E57-8184-4DC5-8394-0B28B9E39E25}" dt="2024-01-08T10:52:58.927" v="1774" actId="1038"/>
        <pc:sldMkLst>
          <pc:docMk/>
          <pc:sldMk cId="0" sldId="329"/>
        </pc:sldMkLst>
        <pc:spChg chg="add mod ord">
          <ac:chgData name="Vishnu Shanthakumar" userId="fb93e2ee-9c21-475b-bcec-87cb2b6c7957" providerId="ADAL" clId="{14EB7E57-8184-4DC5-8394-0B28B9E39E25}" dt="2024-01-08T10:51:54.266" v="1693" actId="255"/>
          <ac:spMkLst>
            <pc:docMk/>
            <pc:sldMk cId="0" sldId="329"/>
            <ac:spMk id="2" creationId="{4A94FD78-ABC8-AEFD-9126-5B79FFC5154F}"/>
          </ac:spMkLst>
        </pc:spChg>
        <pc:spChg chg="add del mod ord">
          <ac:chgData name="Vishnu Shanthakumar" userId="fb93e2ee-9c21-475b-bcec-87cb2b6c7957" providerId="ADAL" clId="{14EB7E57-8184-4DC5-8394-0B28B9E39E25}" dt="2024-01-08T10:52:52.904" v="1759" actId="478"/>
          <ac:spMkLst>
            <pc:docMk/>
            <pc:sldMk cId="0" sldId="329"/>
            <ac:spMk id="3" creationId="{98D93AAC-5EF7-48DE-1516-9BFFE62F7A37}"/>
          </ac:spMkLst>
        </pc:spChg>
        <pc:spChg chg="add mod ord">
          <ac:chgData name="Vishnu Shanthakumar" userId="fb93e2ee-9c21-475b-bcec-87cb2b6c7957" providerId="ADAL" clId="{14EB7E57-8184-4DC5-8394-0B28B9E39E25}" dt="2024-01-08T10:52:14.370" v="1745" actId="20577"/>
          <ac:spMkLst>
            <pc:docMk/>
            <pc:sldMk cId="0" sldId="329"/>
            <ac:spMk id="4" creationId="{3C9A53D2-1B99-97AF-DA83-473F1529E795}"/>
          </ac:spMkLst>
        </pc:spChg>
        <pc:spChg chg="add mod ord">
          <ac:chgData name="Vishnu Shanthakumar" userId="fb93e2ee-9c21-475b-bcec-87cb2b6c7957" providerId="ADAL" clId="{14EB7E57-8184-4DC5-8394-0B28B9E39E25}" dt="2024-01-08T10:52:19.182" v="1748" actId="20577"/>
          <ac:spMkLst>
            <pc:docMk/>
            <pc:sldMk cId="0" sldId="329"/>
            <ac:spMk id="5" creationId="{3C72D377-6878-DB5B-76B9-B6AB6D223D66}"/>
          </ac:spMkLst>
        </pc:spChg>
        <pc:spChg chg="add mod ord">
          <ac:chgData name="Vishnu Shanthakumar" userId="fb93e2ee-9c21-475b-bcec-87cb2b6c7957" providerId="ADAL" clId="{14EB7E57-8184-4DC5-8394-0B28B9E39E25}" dt="2024-01-08T10:52:23.824" v="1751" actId="20577"/>
          <ac:spMkLst>
            <pc:docMk/>
            <pc:sldMk cId="0" sldId="329"/>
            <ac:spMk id="6" creationId="{717E9469-B717-7DBA-3616-7724B778DA28}"/>
          </ac:spMkLst>
        </pc:spChg>
        <pc:spChg chg="add mod ord">
          <ac:chgData name="Vishnu Shanthakumar" userId="fb93e2ee-9c21-475b-bcec-87cb2b6c7957" providerId="ADAL" clId="{14EB7E57-8184-4DC5-8394-0B28B9E39E25}" dt="2024-01-08T10:52:29.077" v="1754" actId="20577"/>
          <ac:spMkLst>
            <pc:docMk/>
            <pc:sldMk cId="0" sldId="329"/>
            <ac:spMk id="7" creationId="{1F4A5DA3-2E12-3F64-C2CD-F4C2EFB4E423}"/>
          </ac:spMkLst>
        </pc:spChg>
        <pc:spChg chg="del mod">
          <ac:chgData name="Vishnu Shanthakumar" userId="fb93e2ee-9c21-475b-bcec-87cb2b6c7957" providerId="ADAL" clId="{14EB7E57-8184-4DC5-8394-0B28B9E39E25}" dt="2024-01-08T10:52:03.221" v="1694" actId="478"/>
          <ac:spMkLst>
            <pc:docMk/>
            <pc:sldMk cId="0" sldId="329"/>
            <ac:spMk id="2258" creationId="{00000000-0000-0000-0000-000000000000}"/>
          </ac:spMkLst>
        </pc:spChg>
        <pc:spChg chg="mod">
          <ac:chgData name="Vishnu Shanthakumar" userId="fb93e2ee-9c21-475b-bcec-87cb2b6c7957" providerId="ADAL" clId="{14EB7E57-8184-4DC5-8394-0B28B9E39E25}" dt="2024-01-08T10:52:58.927" v="1774" actId="1038"/>
          <ac:spMkLst>
            <pc:docMk/>
            <pc:sldMk cId="0" sldId="329"/>
            <ac:spMk id="2259" creationId="{00000000-0000-0000-0000-000000000000}"/>
          </ac:spMkLst>
        </pc:spChg>
        <pc:spChg chg="del mod">
          <ac:chgData name="Vishnu Shanthakumar" userId="fb93e2ee-9c21-475b-bcec-87cb2b6c7957" providerId="ADAL" clId="{14EB7E57-8184-4DC5-8394-0B28B9E39E25}" dt="2024-01-08T10:52:32.955" v="1755" actId="478"/>
          <ac:spMkLst>
            <pc:docMk/>
            <pc:sldMk cId="0" sldId="329"/>
            <ac:spMk id="2260" creationId="{00000000-0000-0000-0000-000000000000}"/>
          </ac:spMkLst>
        </pc:spChg>
        <pc:spChg chg="del mod">
          <ac:chgData name="Vishnu Shanthakumar" userId="fb93e2ee-9c21-475b-bcec-87cb2b6c7957" providerId="ADAL" clId="{14EB7E57-8184-4DC5-8394-0B28B9E39E25}" dt="2024-01-08T10:52:32.955" v="1755" actId="478"/>
          <ac:spMkLst>
            <pc:docMk/>
            <pc:sldMk cId="0" sldId="329"/>
            <ac:spMk id="2261" creationId="{00000000-0000-0000-0000-000000000000}"/>
          </ac:spMkLst>
        </pc:spChg>
        <pc:spChg chg="del mod">
          <ac:chgData name="Vishnu Shanthakumar" userId="fb93e2ee-9c21-475b-bcec-87cb2b6c7957" providerId="ADAL" clId="{14EB7E57-8184-4DC5-8394-0B28B9E39E25}" dt="2024-01-08T10:52:32.955" v="1755" actId="478"/>
          <ac:spMkLst>
            <pc:docMk/>
            <pc:sldMk cId="0" sldId="329"/>
            <ac:spMk id="2262" creationId="{00000000-0000-0000-0000-000000000000}"/>
          </ac:spMkLst>
        </pc:spChg>
        <pc:spChg chg="del mod">
          <ac:chgData name="Vishnu Shanthakumar" userId="fb93e2ee-9c21-475b-bcec-87cb2b6c7957" providerId="ADAL" clId="{14EB7E57-8184-4DC5-8394-0B28B9E39E25}" dt="2024-01-08T10:52:32.955" v="1755" actId="478"/>
          <ac:spMkLst>
            <pc:docMk/>
            <pc:sldMk cId="0" sldId="329"/>
            <ac:spMk id="2263" creationId="{00000000-0000-0000-0000-000000000000}"/>
          </ac:spMkLst>
        </pc:spChg>
      </pc:sldChg>
      <pc:sldChg chg="addSp delSp modSp mod modClrScheme chgLayout">
        <pc:chgData name="Vishnu Shanthakumar" userId="fb93e2ee-9c21-475b-bcec-87cb2b6c7957" providerId="ADAL" clId="{14EB7E57-8184-4DC5-8394-0B28B9E39E25}" dt="2024-01-08T11:06:05.925" v="1935"/>
        <pc:sldMkLst>
          <pc:docMk/>
          <pc:sldMk cId="0" sldId="330"/>
        </pc:sldMkLst>
        <pc:spChg chg="add del mod ord">
          <ac:chgData name="Vishnu Shanthakumar" userId="fb93e2ee-9c21-475b-bcec-87cb2b6c7957" providerId="ADAL" clId="{14EB7E57-8184-4DC5-8394-0B28B9E39E25}" dt="2024-01-08T11:05:58.828" v="1933" actId="478"/>
          <ac:spMkLst>
            <pc:docMk/>
            <pc:sldMk cId="0" sldId="330"/>
            <ac:spMk id="2" creationId="{91D03EC6-1E7D-7B4E-6624-841BC4C7F948}"/>
          </ac:spMkLst>
        </pc:spChg>
        <pc:spChg chg="add del mod ord">
          <ac:chgData name="Vishnu Shanthakumar" userId="fb93e2ee-9c21-475b-bcec-87cb2b6c7957" providerId="ADAL" clId="{14EB7E57-8184-4DC5-8394-0B28B9E39E25}" dt="2024-01-08T11:05:58.828" v="1933" actId="478"/>
          <ac:spMkLst>
            <pc:docMk/>
            <pc:sldMk cId="0" sldId="330"/>
            <ac:spMk id="3" creationId="{4BEC2BB4-3DC7-4F5F-558B-BC09DFBFE7D9}"/>
          </ac:spMkLst>
        </pc:spChg>
        <pc:spChg chg="add del mod ord">
          <ac:chgData name="Vishnu Shanthakumar" userId="fb93e2ee-9c21-475b-bcec-87cb2b6c7957" providerId="ADAL" clId="{14EB7E57-8184-4DC5-8394-0B28B9E39E25}" dt="2024-01-08T11:05:58.828" v="1933" actId="478"/>
          <ac:spMkLst>
            <pc:docMk/>
            <pc:sldMk cId="0" sldId="330"/>
            <ac:spMk id="4" creationId="{05DBE758-0AED-053A-A0CD-8F078CC30CAB}"/>
          </ac:spMkLst>
        </pc:spChg>
        <pc:spChg chg="add del mod ord">
          <ac:chgData name="Vishnu Shanthakumar" userId="fb93e2ee-9c21-475b-bcec-87cb2b6c7957" providerId="ADAL" clId="{14EB7E57-8184-4DC5-8394-0B28B9E39E25}" dt="2024-01-08T11:05:58.828" v="1933" actId="478"/>
          <ac:spMkLst>
            <pc:docMk/>
            <pc:sldMk cId="0" sldId="330"/>
            <ac:spMk id="5" creationId="{F5F82170-BF96-F9C1-F0C6-A5441C7FD6A2}"/>
          </ac:spMkLst>
        </pc:spChg>
        <pc:spChg chg="add mod ord">
          <ac:chgData name="Vishnu Shanthakumar" userId="fb93e2ee-9c21-475b-bcec-87cb2b6c7957" providerId="ADAL" clId="{14EB7E57-8184-4DC5-8394-0B28B9E39E25}" dt="2024-01-08T11:05:44.862" v="1929"/>
          <ac:spMkLst>
            <pc:docMk/>
            <pc:sldMk cId="0" sldId="330"/>
            <ac:spMk id="6" creationId="{EBD81D53-5370-7791-17E8-434B7F509432}"/>
          </ac:spMkLst>
        </pc:spChg>
        <pc:spChg chg="add mod ord">
          <ac:chgData name="Vishnu Shanthakumar" userId="fb93e2ee-9c21-475b-bcec-87cb2b6c7957" providerId="ADAL" clId="{14EB7E57-8184-4DC5-8394-0B28B9E39E25}" dt="2024-01-08T11:05:51.917" v="1932" actId="1038"/>
          <ac:spMkLst>
            <pc:docMk/>
            <pc:sldMk cId="0" sldId="330"/>
            <ac:spMk id="7" creationId="{03BBE586-AC1C-376D-FF2D-DB8E4720167C}"/>
          </ac:spMkLst>
        </pc:spChg>
        <pc:spChg chg="add del mod">
          <ac:chgData name="Vishnu Shanthakumar" userId="fb93e2ee-9c21-475b-bcec-87cb2b6c7957" providerId="ADAL" clId="{14EB7E57-8184-4DC5-8394-0B28B9E39E25}" dt="2024-01-08T11:06:01.403" v="1934" actId="478"/>
          <ac:spMkLst>
            <pc:docMk/>
            <pc:sldMk cId="0" sldId="330"/>
            <ac:spMk id="9" creationId="{3A59E35F-2815-9C2D-5769-85C4A63B7E43}"/>
          </ac:spMkLst>
        </pc:spChg>
        <pc:spChg chg="add mod">
          <ac:chgData name="Vishnu Shanthakumar" userId="fb93e2ee-9c21-475b-bcec-87cb2b6c7957" providerId="ADAL" clId="{14EB7E57-8184-4DC5-8394-0B28B9E39E25}" dt="2024-01-08T11:06:05.925" v="1935"/>
          <ac:spMkLst>
            <pc:docMk/>
            <pc:sldMk cId="0" sldId="330"/>
            <ac:spMk id="10" creationId="{BC8D548A-ED34-95E9-7D1F-569846062E6B}"/>
          </ac:spMkLst>
        </pc:spChg>
        <pc:spChg chg="add mod">
          <ac:chgData name="Vishnu Shanthakumar" userId="fb93e2ee-9c21-475b-bcec-87cb2b6c7957" providerId="ADAL" clId="{14EB7E57-8184-4DC5-8394-0B28B9E39E25}" dt="2024-01-08T11:06:05.925" v="1935"/>
          <ac:spMkLst>
            <pc:docMk/>
            <pc:sldMk cId="0" sldId="330"/>
            <ac:spMk id="11" creationId="{37BBDA63-9082-CB2A-4E1B-4DB4B7AC8D99}"/>
          </ac:spMkLst>
        </pc:spChg>
        <pc:spChg chg="add mod">
          <ac:chgData name="Vishnu Shanthakumar" userId="fb93e2ee-9c21-475b-bcec-87cb2b6c7957" providerId="ADAL" clId="{14EB7E57-8184-4DC5-8394-0B28B9E39E25}" dt="2024-01-08T11:06:05.925" v="1935"/>
          <ac:spMkLst>
            <pc:docMk/>
            <pc:sldMk cId="0" sldId="330"/>
            <ac:spMk id="12" creationId="{E1E2961C-1173-F73A-06A3-46A8A3CAC562}"/>
          </ac:spMkLst>
        </pc:spChg>
        <pc:spChg chg="add mod">
          <ac:chgData name="Vishnu Shanthakumar" userId="fb93e2ee-9c21-475b-bcec-87cb2b6c7957" providerId="ADAL" clId="{14EB7E57-8184-4DC5-8394-0B28B9E39E25}" dt="2024-01-08T11:06:05.925" v="1935"/>
          <ac:spMkLst>
            <pc:docMk/>
            <pc:sldMk cId="0" sldId="330"/>
            <ac:spMk id="13" creationId="{83A4F55C-4E73-6C87-055E-A04974B8AC8B}"/>
          </ac:spMkLst>
        </pc:spChg>
        <pc:spChg chg="add mod">
          <ac:chgData name="Vishnu Shanthakumar" userId="fb93e2ee-9c21-475b-bcec-87cb2b6c7957" providerId="ADAL" clId="{14EB7E57-8184-4DC5-8394-0B28B9E39E25}" dt="2024-01-08T11:06:05.925" v="1935"/>
          <ac:spMkLst>
            <pc:docMk/>
            <pc:sldMk cId="0" sldId="330"/>
            <ac:spMk id="14" creationId="{B202A460-8C6C-4B53-3E27-A2890F2A7594}"/>
          </ac:spMkLst>
        </pc:spChg>
        <pc:spChg chg="add mod">
          <ac:chgData name="Vishnu Shanthakumar" userId="fb93e2ee-9c21-475b-bcec-87cb2b6c7957" providerId="ADAL" clId="{14EB7E57-8184-4DC5-8394-0B28B9E39E25}" dt="2024-01-08T11:06:05.925" v="1935"/>
          <ac:spMkLst>
            <pc:docMk/>
            <pc:sldMk cId="0" sldId="330"/>
            <ac:spMk id="15" creationId="{5AEE62F1-3119-A404-5D13-D649EEE086C5}"/>
          </ac:spMkLst>
        </pc:spChg>
        <pc:spChg chg="del mod ord">
          <ac:chgData name="Vishnu Shanthakumar" userId="fb93e2ee-9c21-475b-bcec-87cb2b6c7957" providerId="ADAL" clId="{14EB7E57-8184-4DC5-8394-0B28B9E39E25}" dt="2024-01-08T11:05:31.732" v="1921" actId="478"/>
          <ac:spMkLst>
            <pc:docMk/>
            <pc:sldMk cId="0" sldId="330"/>
            <ac:spMk id="2268" creationId="{00000000-0000-0000-0000-000000000000}"/>
          </ac:spMkLst>
        </pc:spChg>
        <pc:spChg chg="del mod ord">
          <ac:chgData name="Vishnu Shanthakumar" userId="fb93e2ee-9c21-475b-bcec-87cb2b6c7957" providerId="ADAL" clId="{14EB7E57-8184-4DC5-8394-0B28B9E39E25}" dt="2024-01-08T11:05:58.828" v="1933" actId="478"/>
          <ac:spMkLst>
            <pc:docMk/>
            <pc:sldMk cId="0" sldId="330"/>
            <ac:spMk id="2269" creationId="{00000000-0000-0000-0000-000000000000}"/>
          </ac:spMkLst>
        </pc:spChg>
        <pc:spChg chg="del mod">
          <ac:chgData name="Vishnu Shanthakumar" userId="fb93e2ee-9c21-475b-bcec-87cb2b6c7957" providerId="ADAL" clId="{14EB7E57-8184-4DC5-8394-0B28B9E39E25}" dt="2024-01-08T11:05:21.868" v="1915" actId="478"/>
          <ac:spMkLst>
            <pc:docMk/>
            <pc:sldMk cId="0" sldId="330"/>
            <ac:spMk id="2270" creationId="{00000000-0000-0000-0000-000000000000}"/>
          </ac:spMkLst>
        </pc:spChg>
        <pc:spChg chg="del">
          <ac:chgData name="Vishnu Shanthakumar" userId="fb93e2ee-9c21-475b-bcec-87cb2b6c7957" providerId="ADAL" clId="{14EB7E57-8184-4DC5-8394-0B28B9E39E25}" dt="2024-01-08T11:05:58.828" v="1933" actId="478"/>
          <ac:spMkLst>
            <pc:docMk/>
            <pc:sldMk cId="0" sldId="330"/>
            <ac:spMk id="2271" creationId="{00000000-0000-0000-0000-000000000000}"/>
          </ac:spMkLst>
        </pc:spChg>
        <pc:spChg chg="del">
          <ac:chgData name="Vishnu Shanthakumar" userId="fb93e2ee-9c21-475b-bcec-87cb2b6c7957" providerId="ADAL" clId="{14EB7E57-8184-4DC5-8394-0B28B9E39E25}" dt="2024-01-08T11:05:58.828" v="1933" actId="478"/>
          <ac:spMkLst>
            <pc:docMk/>
            <pc:sldMk cId="0" sldId="330"/>
            <ac:spMk id="2272" creationId="{00000000-0000-0000-0000-000000000000}"/>
          </ac:spMkLst>
        </pc:spChg>
        <pc:spChg chg="del">
          <ac:chgData name="Vishnu Shanthakumar" userId="fb93e2ee-9c21-475b-bcec-87cb2b6c7957" providerId="ADAL" clId="{14EB7E57-8184-4DC5-8394-0B28B9E39E25}" dt="2024-01-08T11:05:58.828" v="1933" actId="478"/>
          <ac:spMkLst>
            <pc:docMk/>
            <pc:sldMk cId="0" sldId="330"/>
            <ac:spMk id="2273" creationId="{00000000-0000-0000-0000-000000000000}"/>
          </ac:spMkLst>
        </pc:spChg>
        <pc:spChg chg="del">
          <ac:chgData name="Vishnu Shanthakumar" userId="fb93e2ee-9c21-475b-bcec-87cb2b6c7957" providerId="ADAL" clId="{14EB7E57-8184-4DC5-8394-0B28B9E39E25}" dt="2024-01-08T11:05:58.828" v="1933" actId="478"/>
          <ac:spMkLst>
            <pc:docMk/>
            <pc:sldMk cId="0" sldId="330"/>
            <ac:spMk id="2274" creationId="{00000000-0000-0000-0000-000000000000}"/>
          </ac:spMkLst>
        </pc:spChg>
        <pc:spChg chg="del">
          <ac:chgData name="Vishnu Shanthakumar" userId="fb93e2ee-9c21-475b-bcec-87cb2b6c7957" providerId="ADAL" clId="{14EB7E57-8184-4DC5-8394-0B28B9E39E25}" dt="2024-01-08T11:05:58.828" v="1933" actId="478"/>
          <ac:spMkLst>
            <pc:docMk/>
            <pc:sldMk cId="0" sldId="330"/>
            <ac:spMk id="2275" creationId="{00000000-0000-0000-0000-000000000000}"/>
          </ac:spMkLst>
        </pc:spChg>
      </pc:sldChg>
      <pc:sldChg chg="addSp delSp modSp mod modClrScheme chgLayout">
        <pc:chgData name="Vishnu Shanthakumar" userId="fb93e2ee-9c21-475b-bcec-87cb2b6c7957" providerId="ADAL" clId="{14EB7E57-8184-4DC5-8394-0B28B9E39E25}" dt="2024-01-08T10:45:05.009" v="1221" actId="20577"/>
        <pc:sldMkLst>
          <pc:docMk/>
          <pc:sldMk cId="0" sldId="331"/>
        </pc:sldMkLst>
        <pc:spChg chg="add mod ord">
          <ac:chgData name="Vishnu Shanthakumar" userId="fb93e2ee-9c21-475b-bcec-87cb2b6c7957" providerId="ADAL" clId="{14EB7E57-8184-4DC5-8394-0B28B9E39E25}" dt="2024-01-08T10:45:05.009" v="1221" actId="20577"/>
          <ac:spMkLst>
            <pc:docMk/>
            <pc:sldMk cId="0" sldId="331"/>
            <ac:spMk id="2" creationId="{7D7EADC5-04E5-2532-DC1E-AEA0B38CB093}"/>
          </ac:spMkLst>
        </pc:spChg>
        <pc:spChg chg="add del mod ord">
          <ac:chgData name="Vishnu Shanthakumar" userId="fb93e2ee-9c21-475b-bcec-87cb2b6c7957" providerId="ADAL" clId="{14EB7E57-8184-4DC5-8394-0B28B9E39E25}" dt="2024-01-08T10:44:27.767" v="1217" actId="478"/>
          <ac:spMkLst>
            <pc:docMk/>
            <pc:sldMk cId="0" sldId="331"/>
            <ac:spMk id="3" creationId="{EE9D23D7-1E53-432B-2886-382A19A567E8}"/>
          </ac:spMkLst>
        </pc:spChg>
        <pc:spChg chg="add mod ord">
          <ac:chgData name="Vishnu Shanthakumar" userId="fb93e2ee-9c21-475b-bcec-87cb2b6c7957" providerId="ADAL" clId="{14EB7E57-8184-4DC5-8394-0B28B9E39E25}" dt="2024-01-08T10:43:07.857" v="1200" actId="20577"/>
          <ac:spMkLst>
            <pc:docMk/>
            <pc:sldMk cId="0" sldId="331"/>
            <ac:spMk id="4" creationId="{2F57B352-429B-1892-2583-48F976267F82}"/>
          </ac:spMkLst>
        </pc:spChg>
        <pc:spChg chg="add mod ord">
          <ac:chgData name="Vishnu Shanthakumar" userId="fb93e2ee-9c21-475b-bcec-87cb2b6c7957" providerId="ADAL" clId="{14EB7E57-8184-4DC5-8394-0B28B9E39E25}" dt="2024-01-08T10:43:13.838" v="1202" actId="20577"/>
          <ac:spMkLst>
            <pc:docMk/>
            <pc:sldMk cId="0" sldId="331"/>
            <ac:spMk id="5" creationId="{F68FFB19-2FC0-6684-4395-E0469753BA9B}"/>
          </ac:spMkLst>
        </pc:spChg>
        <pc:spChg chg="add mod ord">
          <ac:chgData name="Vishnu Shanthakumar" userId="fb93e2ee-9c21-475b-bcec-87cb2b6c7957" providerId="ADAL" clId="{14EB7E57-8184-4DC5-8394-0B28B9E39E25}" dt="2024-01-08T10:43:19.826" v="1204" actId="20577"/>
          <ac:spMkLst>
            <pc:docMk/>
            <pc:sldMk cId="0" sldId="331"/>
            <ac:spMk id="6" creationId="{EC4F574F-1018-DE50-4913-0B5800EF0B5A}"/>
          </ac:spMkLst>
        </pc:spChg>
        <pc:spChg chg="add mod ord">
          <ac:chgData name="Vishnu Shanthakumar" userId="fb93e2ee-9c21-475b-bcec-87cb2b6c7957" providerId="ADAL" clId="{14EB7E57-8184-4DC5-8394-0B28B9E39E25}" dt="2024-01-08T10:43:26.969" v="1206" actId="20577"/>
          <ac:spMkLst>
            <pc:docMk/>
            <pc:sldMk cId="0" sldId="331"/>
            <ac:spMk id="7" creationId="{B006D0D2-F553-D164-C449-883555419634}"/>
          </ac:spMkLst>
        </pc:spChg>
        <pc:spChg chg="del">
          <ac:chgData name="Vishnu Shanthakumar" userId="fb93e2ee-9c21-475b-bcec-87cb2b6c7957" providerId="ADAL" clId="{14EB7E57-8184-4DC5-8394-0B28B9E39E25}" dt="2024-01-08T10:43:49.822" v="1210" actId="478"/>
          <ac:spMkLst>
            <pc:docMk/>
            <pc:sldMk cId="0" sldId="331"/>
            <ac:spMk id="2280" creationId="{00000000-0000-0000-0000-000000000000}"/>
          </ac:spMkLst>
        </pc:spChg>
        <pc:spChg chg="mod">
          <ac:chgData name="Vishnu Shanthakumar" userId="fb93e2ee-9c21-475b-bcec-87cb2b6c7957" providerId="ADAL" clId="{14EB7E57-8184-4DC5-8394-0B28B9E39E25}" dt="2024-01-08T10:44:45.322" v="1220" actId="1038"/>
          <ac:spMkLst>
            <pc:docMk/>
            <pc:sldMk cId="0" sldId="331"/>
            <ac:spMk id="2281" creationId="{00000000-0000-0000-0000-000000000000}"/>
          </ac:spMkLst>
        </pc:spChg>
        <pc:spChg chg="del mod">
          <ac:chgData name="Vishnu Shanthakumar" userId="fb93e2ee-9c21-475b-bcec-87cb2b6c7957" providerId="ADAL" clId="{14EB7E57-8184-4DC5-8394-0B28B9E39E25}" dt="2024-01-08T10:43:35.708" v="1207" actId="478"/>
          <ac:spMkLst>
            <pc:docMk/>
            <pc:sldMk cId="0" sldId="331"/>
            <ac:spMk id="2282" creationId="{00000000-0000-0000-0000-000000000000}"/>
          </ac:spMkLst>
        </pc:spChg>
        <pc:spChg chg="del mod">
          <ac:chgData name="Vishnu Shanthakumar" userId="fb93e2ee-9c21-475b-bcec-87cb2b6c7957" providerId="ADAL" clId="{14EB7E57-8184-4DC5-8394-0B28B9E39E25}" dt="2024-01-08T10:43:35.708" v="1207" actId="478"/>
          <ac:spMkLst>
            <pc:docMk/>
            <pc:sldMk cId="0" sldId="331"/>
            <ac:spMk id="2283" creationId="{00000000-0000-0000-0000-000000000000}"/>
          </ac:spMkLst>
        </pc:spChg>
        <pc:spChg chg="del mod">
          <ac:chgData name="Vishnu Shanthakumar" userId="fb93e2ee-9c21-475b-bcec-87cb2b6c7957" providerId="ADAL" clId="{14EB7E57-8184-4DC5-8394-0B28B9E39E25}" dt="2024-01-08T10:43:35.708" v="1207" actId="478"/>
          <ac:spMkLst>
            <pc:docMk/>
            <pc:sldMk cId="0" sldId="331"/>
            <ac:spMk id="2284" creationId="{00000000-0000-0000-0000-000000000000}"/>
          </ac:spMkLst>
        </pc:spChg>
        <pc:spChg chg="del mod">
          <ac:chgData name="Vishnu Shanthakumar" userId="fb93e2ee-9c21-475b-bcec-87cb2b6c7957" providerId="ADAL" clId="{14EB7E57-8184-4DC5-8394-0B28B9E39E25}" dt="2024-01-08T10:43:35.708" v="1207" actId="478"/>
          <ac:spMkLst>
            <pc:docMk/>
            <pc:sldMk cId="0" sldId="331"/>
            <ac:spMk id="2285" creationId="{00000000-0000-0000-0000-000000000000}"/>
          </ac:spMkLst>
        </pc:spChg>
      </pc:sldChg>
      <pc:sldChg chg="addSp delSp modSp mod modClrScheme chgLayout">
        <pc:chgData name="Vishnu Shanthakumar" userId="fb93e2ee-9c21-475b-bcec-87cb2b6c7957" providerId="ADAL" clId="{14EB7E57-8184-4DC5-8394-0B28B9E39E25}" dt="2024-01-08T11:10:26.139" v="1955" actId="478"/>
        <pc:sldMkLst>
          <pc:docMk/>
          <pc:sldMk cId="0" sldId="332"/>
        </pc:sldMkLst>
        <pc:spChg chg="add del mod ord">
          <ac:chgData name="Vishnu Shanthakumar" userId="fb93e2ee-9c21-475b-bcec-87cb2b6c7957" providerId="ADAL" clId="{14EB7E57-8184-4DC5-8394-0B28B9E39E25}" dt="2024-01-08T11:07:02.309" v="1950" actId="478"/>
          <ac:spMkLst>
            <pc:docMk/>
            <pc:sldMk cId="0" sldId="332"/>
            <ac:spMk id="2" creationId="{914B9729-59F8-6FC0-4EA6-1EA66D7D029D}"/>
          </ac:spMkLst>
        </pc:spChg>
        <pc:spChg chg="add del mod ord">
          <ac:chgData name="Vishnu Shanthakumar" userId="fb93e2ee-9c21-475b-bcec-87cb2b6c7957" providerId="ADAL" clId="{14EB7E57-8184-4DC5-8394-0B28B9E39E25}" dt="2024-01-08T11:07:02.309" v="1950" actId="478"/>
          <ac:spMkLst>
            <pc:docMk/>
            <pc:sldMk cId="0" sldId="332"/>
            <ac:spMk id="3" creationId="{C2B582D0-97AF-1DD2-438D-1816B5BF4071}"/>
          </ac:spMkLst>
        </pc:spChg>
        <pc:spChg chg="add del mod ord">
          <ac:chgData name="Vishnu Shanthakumar" userId="fb93e2ee-9c21-475b-bcec-87cb2b6c7957" providerId="ADAL" clId="{14EB7E57-8184-4DC5-8394-0B28B9E39E25}" dt="2024-01-08T11:07:02.309" v="1950" actId="478"/>
          <ac:spMkLst>
            <pc:docMk/>
            <pc:sldMk cId="0" sldId="332"/>
            <ac:spMk id="4" creationId="{C722B7E1-9C38-8F8F-7204-7378C70262D4}"/>
          </ac:spMkLst>
        </pc:spChg>
        <pc:spChg chg="add del mod ord">
          <ac:chgData name="Vishnu Shanthakumar" userId="fb93e2ee-9c21-475b-bcec-87cb2b6c7957" providerId="ADAL" clId="{14EB7E57-8184-4DC5-8394-0B28B9E39E25}" dt="2024-01-08T11:07:02.309" v="1950" actId="478"/>
          <ac:spMkLst>
            <pc:docMk/>
            <pc:sldMk cId="0" sldId="332"/>
            <ac:spMk id="5" creationId="{243B9C0F-40BD-6035-4B74-96ED0A8A8A94}"/>
          </ac:spMkLst>
        </pc:spChg>
        <pc:spChg chg="add mod ord">
          <ac:chgData name="Vishnu Shanthakumar" userId="fb93e2ee-9c21-475b-bcec-87cb2b6c7957" providerId="ADAL" clId="{14EB7E57-8184-4DC5-8394-0B28B9E39E25}" dt="2024-01-08T11:06:25.931" v="1944" actId="20577"/>
          <ac:spMkLst>
            <pc:docMk/>
            <pc:sldMk cId="0" sldId="332"/>
            <ac:spMk id="6" creationId="{01EE9C86-57AF-EC36-3296-DF0F2265EB27}"/>
          </ac:spMkLst>
        </pc:spChg>
        <pc:spChg chg="add mod ord">
          <ac:chgData name="Vishnu Shanthakumar" userId="fb93e2ee-9c21-475b-bcec-87cb2b6c7957" providerId="ADAL" clId="{14EB7E57-8184-4DC5-8394-0B28B9E39E25}" dt="2024-01-08T11:06:36.323" v="1949" actId="1035"/>
          <ac:spMkLst>
            <pc:docMk/>
            <pc:sldMk cId="0" sldId="332"/>
            <ac:spMk id="7" creationId="{AB577F19-FC73-2FC0-6C79-24E0E9947601}"/>
          </ac:spMkLst>
        </pc:spChg>
        <pc:spChg chg="add del mod">
          <ac:chgData name="Vishnu Shanthakumar" userId="fb93e2ee-9c21-475b-bcec-87cb2b6c7957" providerId="ADAL" clId="{14EB7E57-8184-4DC5-8394-0B28B9E39E25}" dt="2024-01-08T11:07:04.745" v="1951" actId="478"/>
          <ac:spMkLst>
            <pc:docMk/>
            <pc:sldMk cId="0" sldId="332"/>
            <ac:spMk id="9" creationId="{B2871DFA-B3F4-B800-DF2A-21B2F214B3E1}"/>
          </ac:spMkLst>
        </pc:spChg>
        <pc:spChg chg="add mod">
          <ac:chgData name="Vishnu Shanthakumar" userId="fb93e2ee-9c21-475b-bcec-87cb2b6c7957" providerId="ADAL" clId="{14EB7E57-8184-4DC5-8394-0B28B9E39E25}" dt="2024-01-08T11:07:09.741" v="1952"/>
          <ac:spMkLst>
            <pc:docMk/>
            <pc:sldMk cId="0" sldId="332"/>
            <ac:spMk id="10" creationId="{8B963F3C-2D1F-5AF4-06B0-A36F2DAFB1C5}"/>
          </ac:spMkLst>
        </pc:spChg>
        <pc:spChg chg="add mod">
          <ac:chgData name="Vishnu Shanthakumar" userId="fb93e2ee-9c21-475b-bcec-87cb2b6c7957" providerId="ADAL" clId="{14EB7E57-8184-4DC5-8394-0B28B9E39E25}" dt="2024-01-08T11:07:09.741" v="1952"/>
          <ac:spMkLst>
            <pc:docMk/>
            <pc:sldMk cId="0" sldId="332"/>
            <ac:spMk id="11" creationId="{D179E69A-AFE6-6EC0-AD49-B0A54B0AA5AA}"/>
          </ac:spMkLst>
        </pc:spChg>
        <pc:spChg chg="add mod">
          <ac:chgData name="Vishnu Shanthakumar" userId="fb93e2ee-9c21-475b-bcec-87cb2b6c7957" providerId="ADAL" clId="{14EB7E57-8184-4DC5-8394-0B28B9E39E25}" dt="2024-01-08T11:07:09.741" v="1952"/>
          <ac:spMkLst>
            <pc:docMk/>
            <pc:sldMk cId="0" sldId="332"/>
            <ac:spMk id="12" creationId="{00408B5D-DE2E-3077-2781-F26360402B30}"/>
          </ac:spMkLst>
        </pc:spChg>
        <pc:spChg chg="add mod">
          <ac:chgData name="Vishnu Shanthakumar" userId="fb93e2ee-9c21-475b-bcec-87cb2b6c7957" providerId="ADAL" clId="{14EB7E57-8184-4DC5-8394-0B28B9E39E25}" dt="2024-01-08T11:07:09.741" v="1952"/>
          <ac:spMkLst>
            <pc:docMk/>
            <pc:sldMk cId="0" sldId="332"/>
            <ac:spMk id="13" creationId="{0A77342B-685E-067A-1C6F-64B22A190D9E}"/>
          </ac:spMkLst>
        </pc:spChg>
        <pc:spChg chg="add mod">
          <ac:chgData name="Vishnu Shanthakumar" userId="fb93e2ee-9c21-475b-bcec-87cb2b6c7957" providerId="ADAL" clId="{14EB7E57-8184-4DC5-8394-0B28B9E39E25}" dt="2024-01-08T11:07:09.741" v="1952"/>
          <ac:spMkLst>
            <pc:docMk/>
            <pc:sldMk cId="0" sldId="332"/>
            <ac:spMk id="14" creationId="{EA1787E3-3626-6501-E64B-E292A9990F4B}"/>
          </ac:spMkLst>
        </pc:spChg>
        <pc:spChg chg="add mod">
          <ac:chgData name="Vishnu Shanthakumar" userId="fb93e2ee-9c21-475b-bcec-87cb2b6c7957" providerId="ADAL" clId="{14EB7E57-8184-4DC5-8394-0B28B9E39E25}" dt="2024-01-08T11:07:09.741" v="1952"/>
          <ac:spMkLst>
            <pc:docMk/>
            <pc:sldMk cId="0" sldId="332"/>
            <ac:spMk id="15" creationId="{70CF2BA6-4FE0-E501-4099-FBC0BB351C41}"/>
          </ac:spMkLst>
        </pc:spChg>
        <pc:spChg chg="add del mod">
          <ac:chgData name="Vishnu Shanthakumar" userId="fb93e2ee-9c21-475b-bcec-87cb2b6c7957" providerId="ADAL" clId="{14EB7E57-8184-4DC5-8394-0B28B9E39E25}" dt="2024-01-08T11:10:26.139" v="1955" actId="478"/>
          <ac:spMkLst>
            <pc:docMk/>
            <pc:sldMk cId="0" sldId="332"/>
            <ac:spMk id="16" creationId="{151E9BB4-ADA8-12FF-83DC-7215280AC621}"/>
          </ac:spMkLst>
        </pc:spChg>
        <pc:spChg chg="del mod ord">
          <ac:chgData name="Vishnu Shanthakumar" userId="fb93e2ee-9c21-475b-bcec-87cb2b6c7957" providerId="ADAL" clId="{14EB7E57-8184-4DC5-8394-0B28B9E39E25}" dt="2024-01-08T11:07:02.309" v="1950" actId="478"/>
          <ac:spMkLst>
            <pc:docMk/>
            <pc:sldMk cId="0" sldId="332"/>
            <ac:spMk id="2290" creationId="{00000000-0000-0000-0000-000000000000}"/>
          </ac:spMkLst>
        </pc:spChg>
        <pc:spChg chg="del mod ord">
          <ac:chgData name="Vishnu Shanthakumar" userId="fb93e2ee-9c21-475b-bcec-87cb2b6c7957" providerId="ADAL" clId="{14EB7E57-8184-4DC5-8394-0B28B9E39E25}" dt="2024-01-08T11:07:02.309" v="1950" actId="478"/>
          <ac:spMkLst>
            <pc:docMk/>
            <pc:sldMk cId="0" sldId="332"/>
            <ac:spMk id="2291" creationId="{00000000-0000-0000-0000-000000000000}"/>
          </ac:spMkLst>
        </pc:spChg>
        <pc:spChg chg="del">
          <ac:chgData name="Vishnu Shanthakumar" userId="fb93e2ee-9c21-475b-bcec-87cb2b6c7957" providerId="ADAL" clId="{14EB7E57-8184-4DC5-8394-0B28B9E39E25}" dt="2024-01-08T11:06:17.301" v="1936" actId="478"/>
          <ac:spMkLst>
            <pc:docMk/>
            <pc:sldMk cId="0" sldId="332"/>
            <ac:spMk id="2292" creationId="{00000000-0000-0000-0000-000000000000}"/>
          </ac:spMkLst>
        </pc:spChg>
        <pc:spChg chg="del">
          <ac:chgData name="Vishnu Shanthakumar" userId="fb93e2ee-9c21-475b-bcec-87cb2b6c7957" providerId="ADAL" clId="{14EB7E57-8184-4DC5-8394-0B28B9E39E25}" dt="2024-01-08T11:07:02.309" v="1950" actId="478"/>
          <ac:spMkLst>
            <pc:docMk/>
            <pc:sldMk cId="0" sldId="332"/>
            <ac:spMk id="2293" creationId="{00000000-0000-0000-0000-000000000000}"/>
          </ac:spMkLst>
        </pc:spChg>
        <pc:spChg chg="del">
          <ac:chgData name="Vishnu Shanthakumar" userId="fb93e2ee-9c21-475b-bcec-87cb2b6c7957" providerId="ADAL" clId="{14EB7E57-8184-4DC5-8394-0B28B9E39E25}" dt="2024-01-08T11:07:02.309" v="1950" actId="478"/>
          <ac:spMkLst>
            <pc:docMk/>
            <pc:sldMk cId="0" sldId="332"/>
            <ac:spMk id="2294" creationId="{00000000-0000-0000-0000-000000000000}"/>
          </ac:spMkLst>
        </pc:spChg>
        <pc:spChg chg="del">
          <ac:chgData name="Vishnu Shanthakumar" userId="fb93e2ee-9c21-475b-bcec-87cb2b6c7957" providerId="ADAL" clId="{14EB7E57-8184-4DC5-8394-0B28B9E39E25}" dt="2024-01-08T11:07:02.309" v="1950" actId="478"/>
          <ac:spMkLst>
            <pc:docMk/>
            <pc:sldMk cId="0" sldId="332"/>
            <ac:spMk id="2295" creationId="{00000000-0000-0000-0000-000000000000}"/>
          </ac:spMkLst>
        </pc:spChg>
        <pc:spChg chg="del">
          <ac:chgData name="Vishnu Shanthakumar" userId="fb93e2ee-9c21-475b-bcec-87cb2b6c7957" providerId="ADAL" clId="{14EB7E57-8184-4DC5-8394-0B28B9E39E25}" dt="2024-01-08T11:07:02.309" v="1950" actId="478"/>
          <ac:spMkLst>
            <pc:docMk/>
            <pc:sldMk cId="0" sldId="332"/>
            <ac:spMk id="2296" creationId="{00000000-0000-0000-0000-000000000000}"/>
          </ac:spMkLst>
        </pc:spChg>
        <pc:spChg chg="del">
          <ac:chgData name="Vishnu Shanthakumar" userId="fb93e2ee-9c21-475b-bcec-87cb2b6c7957" providerId="ADAL" clId="{14EB7E57-8184-4DC5-8394-0B28B9E39E25}" dt="2024-01-08T11:07:02.309" v="1950" actId="478"/>
          <ac:spMkLst>
            <pc:docMk/>
            <pc:sldMk cId="0" sldId="332"/>
            <ac:spMk id="2297" creationId="{00000000-0000-0000-0000-000000000000}"/>
          </ac:spMkLst>
        </pc:spChg>
      </pc:sldChg>
      <pc:sldChg chg="addSp delSp modSp mod modClrScheme chgLayout">
        <pc:chgData name="Vishnu Shanthakumar" userId="fb93e2ee-9c21-475b-bcec-87cb2b6c7957" providerId="ADAL" clId="{14EB7E57-8184-4DC5-8394-0B28B9E39E25}" dt="2024-01-08T11:19:17.204" v="1958" actId="242"/>
        <pc:sldMkLst>
          <pc:docMk/>
          <pc:sldMk cId="0" sldId="333"/>
        </pc:sldMkLst>
        <pc:spChg chg="add del mod">
          <ac:chgData name="Vishnu Shanthakumar" userId="fb93e2ee-9c21-475b-bcec-87cb2b6c7957" providerId="ADAL" clId="{14EB7E57-8184-4DC5-8394-0B28B9E39E25}" dt="2024-01-08T11:19:13.144" v="1957" actId="6264"/>
          <ac:spMkLst>
            <pc:docMk/>
            <pc:sldMk cId="0" sldId="333"/>
            <ac:spMk id="2" creationId="{31EE1E87-EF8D-F4AF-8A53-42FD8DEEABDE}"/>
          </ac:spMkLst>
        </pc:spChg>
        <pc:spChg chg="mod ord">
          <ac:chgData name="Vishnu Shanthakumar" userId="fb93e2ee-9c21-475b-bcec-87cb2b6c7957" providerId="ADAL" clId="{14EB7E57-8184-4DC5-8394-0B28B9E39E25}" dt="2024-01-08T11:19:17.204" v="1958" actId="242"/>
          <ac:spMkLst>
            <pc:docMk/>
            <pc:sldMk cId="0" sldId="333"/>
            <ac:spMk id="2302" creationId="{00000000-0000-0000-0000-000000000000}"/>
          </ac:spMkLst>
        </pc:spChg>
      </pc:sldChg>
      <pc:sldMasterChg chg="modSp delSldLayout modSldLayout">
        <pc:chgData name="Vishnu Shanthakumar" userId="fb93e2ee-9c21-475b-bcec-87cb2b6c7957" providerId="ADAL" clId="{14EB7E57-8184-4DC5-8394-0B28B9E39E25}" dt="2024-01-08T12:38:54.527" v="2026" actId="2696"/>
        <pc:sldMasterMkLst>
          <pc:docMk/>
          <pc:sldMasterMk cId="0" sldId="2147483648"/>
        </pc:sldMasterMkLst>
        <pc:sldLayoutChg chg="del">
          <pc:chgData name="Vishnu Shanthakumar" userId="fb93e2ee-9c21-475b-bcec-87cb2b6c7957" providerId="ADAL" clId="{14EB7E57-8184-4DC5-8394-0B28B9E39E25}" dt="2024-01-08T09:14:23.957" v="26" actId="2696"/>
          <pc:sldLayoutMkLst>
            <pc:docMk/>
            <pc:sldMasterMk cId="0" sldId="2147483648"/>
            <pc:sldLayoutMk cId="0" sldId="2147483649"/>
          </pc:sldLayoutMkLst>
        </pc:sldLayoutChg>
        <pc:sldLayoutChg chg="del">
          <pc:chgData name="Vishnu Shanthakumar" userId="fb93e2ee-9c21-475b-bcec-87cb2b6c7957" providerId="ADAL" clId="{14EB7E57-8184-4DC5-8394-0B28B9E39E25}" dt="2024-01-08T09:14:27.215" v="27" actId="2696"/>
          <pc:sldLayoutMkLst>
            <pc:docMk/>
            <pc:sldMasterMk cId="0" sldId="2147483648"/>
            <pc:sldLayoutMk cId="0" sldId="2147483650"/>
          </pc:sldLayoutMkLst>
        </pc:sldLayoutChg>
        <pc:sldLayoutChg chg="del">
          <pc:chgData name="Vishnu Shanthakumar" userId="fb93e2ee-9c21-475b-bcec-87cb2b6c7957" providerId="ADAL" clId="{14EB7E57-8184-4DC5-8394-0B28B9E39E25}" dt="2024-01-08T09:14:33.224" v="28" actId="2696"/>
          <pc:sldLayoutMkLst>
            <pc:docMk/>
            <pc:sldMasterMk cId="0" sldId="2147483648"/>
            <pc:sldLayoutMk cId="0" sldId="2147483651"/>
          </pc:sldLayoutMkLst>
        </pc:sldLayoutChg>
        <pc:sldLayoutChg chg="del">
          <pc:chgData name="Vishnu Shanthakumar" userId="fb93e2ee-9c21-475b-bcec-87cb2b6c7957" providerId="ADAL" clId="{14EB7E57-8184-4DC5-8394-0B28B9E39E25}" dt="2024-01-08T12:38:54.330" v="2009" actId="2696"/>
          <pc:sldLayoutMkLst>
            <pc:docMk/>
            <pc:sldMasterMk cId="0" sldId="2147483648"/>
            <pc:sldLayoutMk cId="0" sldId="2147483652"/>
          </pc:sldLayoutMkLst>
        </pc:sldLayoutChg>
        <pc:sldLayoutChg chg="del">
          <pc:chgData name="Vishnu Shanthakumar" userId="fb93e2ee-9c21-475b-bcec-87cb2b6c7957" providerId="ADAL" clId="{14EB7E57-8184-4DC5-8394-0B28B9E39E25}" dt="2024-01-08T12:38:54.330" v="2010" actId="2696"/>
          <pc:sldLayoutMkLst>
            <pc:docMk/>
            <pc:sldMasterMk cId="0" sldId="2147483648"/>
            <pc:sldLayoutMk cId="0" sldId="2147483653"/>
          </pc:sldLayoutMkLst>
        </pc:sldLayoutChg>
        <pc:sldLayoutChg chg="del">
          <pc:chgData name="Vishnu Shanthakumar" userId="fb93e2ee-9c21-475b-bcec-87cb2b6c7957" providerId="ADAL" clId="{14EB7E57-8184-4DC5-8394-0B28B9E39E25}" dt="2024-01-08T12:38:54.347" v="2011" actId="2696"/>
          <pc:sldLayoutMkLst>
            <pc:docMk/>
            <pc:sldMasterMk cId="0" sldId="2147483648"/>
            <pc:sldLayoutMk cId="0" sldId="2147483654"/>
          </pc:sldLayoutMkLst>
        </pc:sldLayoutChg>
        <pc:sldLayoutChg chg="del">
          <pc:chgData name="Vishnu Shanthakumar" userId="fb93e2ee-9c21-475b-bcec-87cb2b6c7957" providerId="ADAL" clId="{14EB7E57-8184-4DC5-8394-0B28B9E39E25}" dt="2024-01-08T12:38:54.347" v="2012" actId="2696"/>
          <pc:sldLayoutMkLst>
            <pc:docMk/>
            <pc:sldMasterMk cId="0" sldId="2147483648"/>
            <pc:sldLayoutMk cId="0" sldId="2147483655"/>
          </pc:sldLayoutMkLst>
        </pc:sldLayoutChg>
        <pc:sldLayoutChg chg="del">
          <pc:chgData name="Vishnu Shanthakumar" userId="fb93e2ee-9c21-475b-bcec-87cb2b6c7957" providerId="ADAL" clId="{14EB7E57-8184-4DC5-8394-0B28B9E39E25}" dt="2024-01-08T12:38:54.363" v="2013" actId="2696"/>
          <pc:sldLayoutMkLst>
            <pc:docMk/>
            <pc:sldMasterMk cId="0" sldId="2147483648"/>
            <pc:sldLayoutMk cId="0" sldId="2147483656"/>
          </pc:sldLayoutMkLst>
        </pc:sldLayoutChg>
        <pc:sldLayoutChg chg="del">
          <pc:chgData name="Vishnu Shanthakumar" userId="fb93e2ee-9c21-475b-bcec-87cb2b6c7957" providerId="ADAL" clId="{14EB7E57-8184-4DC5-8394-0B28B9E39E25}" dt="2024-01-08T12:38:54.379" v="2014" actId="2696"/>
          <pc:sldLayoutMkLst>
            <pc:docMk/>
            <pc:sldMasterMk cId="0" sldId="2147483648"/>
            <pc:sldLayoutMk cId="0" sldId="2147483657"/>
          </pc:sldLayoutMkLst>
        </pc:sldLayoutChg>
        <pc:sldLayoutChg chg="del">
          <pc:chgData name="Vishnu Shanthakumar" userId="fb93e2ee-9c21-475b-bcec-87cb2b6c7957" providerId="ADAL" clId="{14EB7E57-8184-4DC5-8394-0B28B9E39E25}" dt="2024-01-08T12:38:54.379" v="2015" actId="2696"/>
          <pc:sldLayoutMkLst>
            <pc:docMk/>
            <pc:sldMasterMk cId="0" sldId="2147483648"/>
            <pc:sldLayoutMk cId="0" sldId="2147483658"/>
          </pc:sldLayoutMkLst>
        </pc:sldLayoutChg>
        <pc:sldLayoutChg chg="del">
          <pc:chgData name="Vishnu Shanthakumar" userId="fb93e2ee-9c21-475b-bcec-87cb2b6c7957" providerId="ADAL" clId="{14EB7E57-8184-4DC5-8394-0B28B9E39E25}" dt="2024-01-08T12:38:54.411" v="2016" actId="2696"/>
          <pc:sldLayoutMkLst>
            <pc:docMk/>
            <pc:sldMasterMk cId="0" sldId="2147483648"/>
            <pc:sldLayoutMk cId="0" sldId="2147483659"/>
          </pc:sldLayoutMkLst>
        </pc:sldLayoutChg>
        <pc:sldLayoutChg chg="del">
          <pc:chgData name="Vishnu Shanthakumar" userId="fb93e2ee-9c21-475b-bcec-87cb2b6c7957" providerId="ADAL" clId="{14EB7E57-8184-4DC5-8394-0B28B9E39E25}" dt="2024-01-08T12:38:54.411" v="2017" actId="2696"/>
          <pc:sldLayoutMkLst>
            <pc:docMk/>
            <pc:sldMasterMk cId="0" sldId="2147483648"/>
            <pc:sldLayoutMk cId="0" sldId="2147483660"/>
          </pc:sldLayoutMkLst>
        </pc:sldLayoutChg>
        <pc:sldLayoutChg chg="del">
          <pc:chgData name="Vishnu Shanthakumar" userId="fb93e2ee-9c21-475b-bcec-87cb2b6c7957" providerId="ADAL" clId="{14EB7E57-8184-4DC5-8394-0B28B9E39E25}" dt="2024-01-08T12:38:54.427" v="2018" actId="2696"/>
          <pc:sldLayoutMkLst>
            <pc:docMk/>
            <pc:sldMasterMk cId="0" sldId="2147483648"/>
            <pc:sldLayoutMk cId="0" sldId="2147483661"/>
          </pc:sldLayoutMkLst>
        </pc:sldLayoutChg>
        <pc:sldLayoutChg chg="del">
          <pc:chgData name="Vishnu Shanthakumar" userId="fb93e2ee-9c21-475b-bcec-87cb2b6c7957" providerId="ADAL" clId="{14EB7E57-8184-4DC5-8394-0B28B9E39E25}" dt="2024-01-08T12:38:54.443" v="2019" actId="2696"/>
          <pc:sldLayoutMkLst>
            <pc:docMk/>
            <pc:sldMasterMk cId="0" sldId="2147483648"/>
            <pc:sldLayoutMk cId="0" sldId="2147483662"/>
          </pc:sldLayoutMkLst>
        </pc:sldLayoutChg>
        <pc:sldLayoutChg chg="del">
          <pc:chgData name="Vishnu Shanthakumar" userId="fb93e2ee-9c21-475b-bcec-87cb2b6c7957" providerId="ADAL" clId="{14EB7E57-8184-4DC5-8394-0B28B9E39E25}" dt="2024-01-08T12:38:54.459" v="2020" actId="2696"/>
          <pc:sldLayoutMkLst>
            <pc:docMk/>
            <pc:sldMasterMk cId="0" sldId="2147483648"/>
            <pc:sldLayoutMk cId="0" sldId="2147483663"/>
          </pc:sldLayoutMkLst>
        </pc:sldLayoutChg>
        <pc:sldLayoutChg chg="del">
          <pc:chgData name="Vishnu Shanthakumar" userId="fb93e2ee-9c21-475b-bcec-87cb2b6c7957" providerId="ADAL" clId="{14EB7E57-8184-4DC5-8394-0B28B9E39E25}" dt="2024-01-08T12:38:54.475" v="2021" actId="2696"/>
          <pc:sldLayoutMkLst>
            <pc:docMk/>
            <pc:sldMasterMk cId="0" sldId="2147483648"/>
            <pc:sldLayoutMk cId="0" sldId="2147483664"/>
          </pc:sldLayoutMkLst>
        </pc:sldLayoutChg>
        <pc:sldLayoutChg chg="del">
          <pc:chgData name="Vishnu Shanthakumar" userId="fb93e2ee-9c21-475b-bcec-87cb2b6c7957" providerId="ADAL" clId="{14EB7E57-8184-4DC5-8394-0B28B9E39E25}" dt="2024-01-08T12:38:54.491" v="2022" actId="2696"/>
          <pc:sldLayoutMkLst>
            <pc:docMk/>
            <pc:sldMasterMk cId="0" sldId="2147483648"/>
            <pc:sldLayoutMk cId="0" sldId="2147483665"/>
          </pc:sldLayoutMkLst>
        </pc:sldLayoutChg>
        <pc:sldLayoutChg chg="del">
          <pc:chgData name="Vishnu Shanthakumar" userId="fb93e2ee-9c21-475b-bcec-87cb2b6c7957" providerId="ADAL" clId="{14EB7E57-8184-4DC5-8394-0B28B9E39E25}" dt="2024-01-08T12:38:54.491" v="2023" actId="2696"/>
          <pc:sldLayoutMkLst>
            <pc:docMk/>
            <pc:sldMasterMk cId="0" sldId="2147483648"/>
            <pc:sldLayoutMk cId="0" sldId="2147483666"/>
          </pc:sldLayoutMkLst>
        </pc:sldLayoutChg>
        <pc:sldLayoutChg chg="del">
          <pc:chgData name="Vishnu Shanthakumar" userId="fb93e2ee-9c21-475b-bcec-87cb2b6c7957" providerId="ADAL" clId="{14EB7E57-8184-4DC5-8394-0B28B9E39E25}" dt="2024-01-08T12:38:54.507" v="2024" actId="2696"/>
          <pc:sldLayoutMkLst>
            <pc:docMk/>
            <pc:sldMasterMk cId="0" sldId="2147483648"/>
            <pc:sldLayoutMk cId="0" sldId="2147483667"/>
          </pc:sldLayoutMkLst>
        </pc:sldLayoutChg>
        <pc:sldLayoutChg chg="del">
          <pc:chgData name="Vishnu Shanthakumar" userId="fb93e2ee-9c21-475b-bcec-87cb2b6c7957" providerId="ADAL" clId="{14EB7E57-8184-4DC5-8394-0B28B9E39E25}" dt="2024-01-08T12:38:54.518" v="2025" actId="2696"/>
          <pc:sldLayoutMkLst>
            <pc:docMk/>
            <pc:sldMasterMk cId="0" sldId="2147483648"/>
            <pc:sldLayoutMk cId="0" sldId="2147483668"/>
          </pc:sldLayoutMkLst>
        </pc:sldLayoutChg>
        <pc:sldLayoutChg chg="del">
          <pc:chgData name="Vishnu Shanthakumar" userId="fb93e2ee-9c21-475b-bcec-87cb2b6c7957" providerId="ADAL" clId="{14EB7E57-8184-4DC5-8394-0B28B9E39E25}" dt="2024-01-08T12:38:54.527" v="2026" actId="2696"/>
          <pc:sldLayoutMkLst>
            <pc:docMk/>
            <pc:sldMasterMk cId="0" sldId="2147483648"/>
            <pc:sldLayoutMk cId="0" sldId="2147483669"/>
          </pc:sldLayoutMkLst>
        </pc:sldLayoutChg>
        <pc:sldLayoutChg chg="modSp mod">
          <pc:chgData name="Vishnu Shanthakumar" userId="fb93e2ee-9c21-475b-bcec-87cb2b6c7957" providerId="ADAL" clId="{14EB7E57-8184-4DC5-8394-0B28B9E39E25}" dt="2024-01-08T10:42:04.301" v="1163" actId="12789"/>
          <pc:sldLayoutMkLst>
            <pc:docMk/>
            <pc:sldMasterMk cId="0" sldId="2147483648"/>
            <pc:sldLayoutMk cId="3945540078" sldId="2147483681"/>
          </pc:sldLayoutMkLst>
          <pc:spChg chg="mod">
            <ac:chgData name="Vishnu Shanthakumar" userId="fb93e2ee-9c21-475b-bcec-87cb2b6c7957" providerId="ADAL" clId="{14EB7E57-8184-4DC5-8394-0B28B9E39E25}" dt="2024-01-08T10:42:04.301" v="1163" actId="12789"/>
            <ac:spMkLst>
              <pc:docMk/>
              <pc:sldMasterMk cId="0" sldId="2147483648"/>
              <pc:sldLayoutMk cId="3945540078" sldId="2147483681"/>
              <ac:spMk id="3" creationId="{6A084776-D363-88F2-5A8F-FF2A63DFFD9D}"/>
            </ac:spMkLst>
          </pc:spChg>
        </pc:sldLayoutChg>
      </pc:sldMasterChg>
    </pc:docChg>
  </pc:docChgLst>
  <pc:docChgLst>
    <pc:chgData name="Athresh PS" userId="6aaba706-7cac-4f49-bd78-392633c5ba9f" providerId="ADAL" clId="{8047157B-A5C2-41D0-BDE2-1D74347EDCDC}"/>
    <pc:docChg chg="undo custSel modSld">
      <pc:chgData name="Athresh PS" userId="6aaba706-7cac-4f49-bd78-392633c5ba9f" providerId="ADAL" clId="{8047157B-A5C2-41D0-BDE2-1D74347EDCDC}" dt="2024-01-18T09:30:41.453" v="823" actId="478"/>
      <pc:docMkLst>
        <pc:docMk/>
      </pc:docMkLst>
      <pc:sldChg chg="addSp delSp modSp mod">
        <pc:chgData name="Athresh PS" userId="6aaba706-7cac-4f49-bd78-392633c5ba9f" providerId="ADAL" clId="{8047157B-A5C2-41D0-BDE2-1D74347EDCDC}" dt="2024-01-18T09:29:11.766" v="770" actId="478"/>
        <pc:sldMkLst>
          <pc:docMk/>
          <pc:sldMk cId="0" sldId="260"/>
        </pc:sldMkLst>
        <pc:spChg chg="add del mod">
          <ac:chgData name="Athresh PS" userId="6aaba706-7cac-4f49-bd78-392633c5ba9f" providerId="ADAL" clId="{8047157B-A5C2-41D0-BDE2-1D74347EDCDC}" dt="2024-01-18T08:23:05.380" v="44"/>
          <ac:spMkLst>
            <pc:docMk/>
            <pc:sldMk cId="0" sldId="260"/>
            <ac:spMk id="3" creationId="{1D319D57-47E1-122A-6C0E-79F90213E16A}"/>
          </ac:spMkLst>
        </pc:spChg>
        <pc:picChg chg="del">
          <ac:chgData name="Athresh PS" userId="6aaba706-7cac-4f49-bd78-392633c5ba9f" providerId="ADAL" clId="{8047157B-A5C2-41D0-BDE2-1D74347EDCDC}" dt="2024-01-18T09:29:11.766" v="770" actId="478"/>
          <ac:picMkLst>
            <pc:docMk/>
            <pc:sldMk cId="0" sldId="260"/>
            <ac:picMk id="208" creationId="{00000000-0000-0000-0000-000000000000}"/>
          </ac:picMkLst>
        </pc:picChg>
        <pc:cxnChg chg="add del mod replST delST">
          <ac:chgData name="Athresh PS" userId="6aaba706-7cac-4f49-bd78-392633c5ba9f" providerId="ADAL" clId="{8047157B-A5C2-41D0-BDE2-1D74347EDCDC}" dt="2024-01-18T08:23:05.380" v="44"/>
          <ac:cxnSpMkLst>
            <pc:docMk/>
            <pc:sldMk cId="0" sldId="260"/>
            <ac:cxnSpMk id="2" creationId="{9A62A730-A10F-688E-7DD2-7931F71BC6EF}"/>
          </ac:cxnSpMkLst>
        </pc:cxnChg>
      </pc:sldChg>
      <pc:sldChg chg="delSp mod addCm">
        <pc:chgData name="Athresh PS" userId="6aaba706-7cac-4f49-bd78-392633c5ba9f" providerId="ADAL" clId="{8047157B-A5C2-41D0-BDE2-1D74347EDCDC}" dt="2024-01-18T09:29:15.119" v="771" actId="478"/>
        <pc:sldMkLst>
          <pc:docMk/>
          <pc:sldMk cId="0" sldId="261"/>
        </pc:sldMkLst>
        <pc:picChg chg="del">
          <ac:chgData name="Athresh PS" userId="6aaba706-7cac-4f49-bd78-392633c5ba9f" providerId="ADAL" clId="{8047157B-A5C2-41D0-BDE2-1D74347EDCDC}" dt="2024-01-18T09:29:15.119" v="771" actId="478"/>
          <ac:picMkLst>
            <pc:docMk/>
            <pc:sldMk cId="0" sldId="261"/>
            <ac:picMk id="221" creationId="{00000000-0000-0000-0000-000000000000}"/>
          </ac:picMkLst>
        </pc:picChg>
        <pc:extLst>
          <p:ext xmlns:p="http://schemas.openxmlformats.org/presentationml/2006/main" uri="{D6D511B9-2390-475A-947B-AFAB55BFBCF1}">
            <pc226:cmChg xmlns:pc226="http://schemas.microsoft.com/office/powerpoint/2022/06/main/command" chg="add">
              <pc226:chgData name="Athresh PS" userId="6aaba706-7cac-4f49-bd78-392633c5ba9f" providerId="ADAL" clId="{8047157B-A5C2-41D0-BDE2-1D74347EDCDC}" dt="2024-01-18T08:23:51.921" v="45"/>
              <pc2:cmMkLst xmlns:pc2="http://schemas.microsoft.com/office/powerpoint/2019/9/main/command">
                <pc:docMk/>
                <pc:sldMk cId="0" sldId="261"/>
                <pc2:cmMk id="{7D633039-5F7A-4514-9417-05B89ADCA5C3}"/>
              </pc2:cmMkLst>
            </pc226:cmChg>
          </p:ext>
        </pc:extLst>
      </pc:sldChg>
      <pc:sldChg chg="delSp modSp mod">
        <pc:chgData name="Athresh PS" userId="6aaba706-7cac-4f49-bd78-392633c5ba9f" providerId="ADAL" clId="{8047157B-A5C2-41D0-BDE2-1D74347EDCDC}" dt="2024-01-18T09:29:17.057" v="772" actId="478"/>
        <pc:sldMkLst>
          <pc:docMk/>
          <pc:sldMk cId="0" sldId="262"/>
        </pc:sldMkLst>
        <pc:spChg chg="mod">
          <ac:chgData name="Athresh PS" userId="6aaba706-7cac-4f49-bd78-392633c5ba9f" providerId="ADAL" clId="{8047157B-A5C2-41D0-BDE2-1D74347EDCDC}" dt="2024-01-18T08:24:21.671" v="51" actId="207"/>
          <ac:spMkLst>
            <pc:docMk/>
            <pc:sldMk cId="0" sldId="262"/>
            <ac:spMk id="231" creationId="{00000000-0000-0000-0000-000000000000}"/>
          </ac:spMkLst>
        </pc:spChg>
        <pc:spChg chg="mod">
          <ac:chgData name="Athresh PS" userId="6aaba706-7cac-4f49-bd78-392633c5ba9f" providerId="ADAL" clId="{8047157B-A5C2-41D0-BDE2-1D74347EDCDC}" dt="2024-01-18T08:24:21.671" v="51" actId="207"/>
          <ac:spMkLst>
            <pc:docMk/>
            <pc:sldMk cId="0" sldId="262"/>
            <ac:spMk id="232" creationId="{00000000-0000-0000-0000-000000000000}"/>
          </ac:spMkLst>
        </pc:spChg>
        <pc:spChg chg="mod">
          <ac:chgData name="Athresh PS" userId="6aaba706-7cac-4f49-bd78-392633c5ba9f" providerId="ADAL" clId="{8047157B-A5C2-41D0-BDE2-1D74347EDCDC}" dt="2024-01-18T08:24:21.671" v="51" actId="207"/>
          <ac:spMkLst>
            <pc:docMk/>
            <pc:sldMk cId="0" sldId="262"/>
            <ac:spMk id="233" creationId="{00000000-0000-0000-0000-000000000000}"/>
          </ac:spMkLst>
        </pc:spChg>
        <pc:spChg chg="mod">
          <ac:chgData name="Athresh PS" userId="6aaba706-7cac-4f49-bd78-392633c5ba9f" providerId="ADAL" clId="{8047157B-A5C2-41D0-BDE2-1D74347EDCDC}" dt="2024-01-18T08:24:21.671" v="51" actId="207"/>
          <ac:spMkLst>
            <pc:docMk/>
            <pc:sldMk cId="0" sldId="262"/>
            <ac:spMk id="234" creationId="{00000000-0000-0000-0000-000000000000}"/>
          </ac:spMkLst>
        </pc:spChg>
        <pc:spChg chg="mod">
          <ac:chgData name="Athresh PS" userId="6aaba706-7cac-4f49-bd78-392633c5ba9f" providerId="ADAL" clId="{8047157B-A5C2-41D0-BDE2-1D74347EDCDC}" dt="2024-01-18T08:24:21.671" v="51" actId="207"/>
          <ac:spMkLst>
            <pc:docMk/>
            <pc:sldMk cId="0" sldId="262"/>
            <ac:spMk id="235" creationId="{00000000-0000-0000-0000-000000000000}"/>
          </ac:spMkLst>
        </pc:spChg>
        <pc:picChg chg="del">
          <ac:chgData name="Athresh PS" userId="6aaba706-7cac-4f49-bd78-392633c5ba9f" providerId="ADAL" clId="{8047157B-A5C2-41D0-BDE2-1D74347EDCDC}" dt="2024-01-18T09:29:17.057" v="772" actId="478"/>
          <ac:picMkLst>
            <pc:docMk/>
            <pc:sldMk cId="0" sldId="262"/>
            <ac:picMk id="241" creationId="{00000000-0000-0000-0000-000000000000}"/>
          </ac:picMkLst>
        </pc:picChg>
      </pc:sldChg>
      <pc:sldChg chg="delSp modSp mod addCm">
        <pc:chgData name="Athresh PS" userId="6aaba706-7cac-4f49-bd78-392633c5ba9f" providerId="ADAL" clId="{8047157B-A5C2-41D0-BDE2-1D74347EDCDC}" dt="2024-01-18T09:29:19.549" v="773" actId="478"/>
        <pc:sldMkLst>
          <pc:docMk/>
          <pc:sldMk cId="0" sldId="264"/>
        </pc:sldMkLst>
        <pc:spChg chg="del">
          <ac:chgData name="Athresh PS" userId="6aaba706-7cac-4f49-bd78-392633c5ba9f" providerId="ADAL" clId="{8047157B-A5C2-41D0-BDE2-1D74347EDCDC}" dt="2024-01-18T08:25:22.681" v="60" actId="478"/>
          <ac:spMkLst>
            <pc:docMk/>
            <pc:sldMk cId="0" sldId="264"/>
            <ac:spMk id="261" creationId="{00000000-0000-0000-0000-000000000000}"/>
          </ac:spMkLst>
        </pc:spChg>
        <pc:grpChg chg="mod">
          <ac:chgData name="Athresh PS" userId="6aaba706-7cac-4f49-bd78-392633c5ba9f" providerId="ADAL" clId="{8047157B-A5C2-41D0-BDE2-1D74347EDCDC}" dt="2024-01-18T08:25:20.015" v="59" actId="1076"/>
          <ac:grpSpMkLst>
            <pc:docMk/>
            <pc:sldMk cId="0" sldId="264"/>
            <ac:grpSpMk id="4" creationId="{7D02BE9A-EF08-DB46-BB99-FEBA9E3388EF}"/>
          </ac:grpSpMkLst>
        </pc:grpChg>
        <pc:picChg chg="mod">
          <ac:chgData name="Athresh PS" userId="6aaba706-7cac-4f49-bd78-392633c5ba9f" providerId="ADAL" clId="{8047157B-A5C2-41D0-BDE2-1D74347EDCDC}" dt="2024-01-18T08:24:36.346" v="56" actId="1038"/>
          <ac:picMkLst>
            <pc:docMk/>
            <pc:sldMk cId="0" sldId="264"/>
            <ac:picMk id="254" creationId="{00000000-0000-0000-0000-000000000000}"/>
          </ac:picMkLst>
        </pc:picChg>
        <pc:picChg chg="del">
          <ac:chgData name="Athresh PS" userId="6aaba706-7cac-4f49-bd78-392633c5ba9f" providerId="ADAL" clId="{8047157B-A5C2-41D0-BDE2-1D74347EDCDC}" dt="2024-01-18T09:29:19.549" v="773" actId="478"/>
          <ac:picMkLst>
            <pc:docMk/>
            <pc:sldMk cId="0" sldId="264"/>
            <ac:picMk id="260" creationId="{00000000-0000-0000-0000-000000000000}"/>
          </ac:picMkLst>
        </pc:picChg>
        <pc:cxnChg chg="mod">
          <ac:chgData name="Athresh PS" userId="6aaba706-7cac-4f49-bd78-392633c5ba9f" providerId="ADAL" clId="{8047157B-A5C2-41D0-BDE2-1D74347EDCDC}" dt="2024-01-18T08:25:34.848" v="61"/>
          <ac:cxnSpMkLst>
            <pc:docMk/>
            <pc:sldMk cId="0" sldId="264"/>
            <ac:cxnSpMk id="253" creationId="{00000000-0000-0000-0000-000000000000}"/>
          </ac:cxnSpMkLst>
        </pc:cxnChg>
        <pc:extLst>
          <p:ext xmlns:p="http://schemas.openxmlformats.org/presentationml/2006/main" uri="{D6D511B9-2390-475A-947B-AFAB55BFBCF1}">
            <pc226:cmChg xmlns:pc226="http://schemas.microsoft.com/office/powerpoint/2022/06/main/command" chg="add">
              <pc226:chgData name="Athresh PS" userId="6aaba706-7cac-4f49-bd78-392633c5ba9f" providerId="ADAL" clId="{8047157B-A5C2-41D0-BDE2-1D74347EDCDC}" dt="2024-01-18T08:25:15.140" v="57"/>
              <pc2:cmMkLst xmlns:pc2="http://schemas.microsoft.com/office/powerpoint/2019/9/main/command">
                <pc:docMk/>
                <pc:sldMk cId="0" sldId="264"/>
                <pc2:cmMk id="{AE0F24E8-28CE-47F5-8E2B-91AA2CD6FB18}"/>
              </pc2:cmMkLst>
            </pc226:cmChg>
          </p:ext>
        </pc:extLst>
      </pc:sldChg>
      <pc:sldChg chg="delSp mod">
        <pc:chgData name="Athresh PS" userId="6aaba706-7cac-4f49-bd78-392633c5ba9f" providerId="ADAL" clId="{8047157B-A5C2-41D0-BDE2-1D74347EDCDC}" dt="2024-01-18T09:29:21.462" v="774" actId="478"/>
        <pc:sldMkLst>
          <pc:docMk/>
          <pc:sldMk cId="0" sldId="265"/>
        </pc:sldMkLst>
        <pc:picChg chg="del">
          <ac:chgData name="Athresh PS" userId="6aaba706-7cac-4f49-bd78-392633c5ba9f" providerId="ADAL" clId="{8047157B-A5C2-41D0-BDE2-1D74347EDCDC}" dt="2024-01-18T09:29:21.462" v="774" actId="478"/>
          <ac:picMkLst>
            <pc:docMk/>
            <pc:sldMk cId="0" sldId="265"/>
            <ac:picMk id="270" creationId="{00000000-0000-0000-0000-000000000000}"/>
          </ac:picMkLst>
        </pc:picChg>
      </pc:sldChg>
      <pc:sldChg chg="delSp modSp mod">
        <pc:chgData name="Athresh PS" userId="6aaba706-7cac-4f49-bd78-392633c5ba9f" providerId="ADAL" clId="{8047157B-A5C2-41D0-BDE2-1D74347EDCDC}" dt="2024-01-18T09:29:23.689" v="775" actId="478"/>
        <pc:sldMkLst>
          <pc:docMk/>
          <pc:sldMk cId="0" sldId="267"/>
        </pc:sldMkLst>
        <pc:spChg chg="mod">
          <ac:chgData name="Athresh PS" userId="6aaba706-7cac-4f49-bd78-392633c5ba9f" providerId="ADAL" clId="{8047157B-A5C2-41D0-BDE2-1D74347EDCDC}" dt="2024-01-18T08:27:10.363" v="70" actId="12788"/>
          <ac:spMkLst>
            <pc:docMk/>
            <pc:sldMk cId="0" sldId="267"/>
            <ac:spMk id="285" creationId="{00000000-0000-0000-0000-000000000000}"/>
          </ac:spMkLst>
        </pc:spChg>
        <pc:picChg chg="del">
          <ac:chgData name="Athresh PS" userId="6aaba706-7cac-4f49-bd78-392633c5ba9f" providerId="ADAL" clId="{8047157B-A5C2-41D0-BDE2-1D74347EDCDC}" dt="2024-01-18T09:29:23.689" v="775" actId="478"/>
          <ac:picMkLst>
            <pc:docMk/>
            <pc:sldMk cId="0" sldId="267"/>
            <ac:picMk id="283" creationId="{00000000-0000-0000-0000-000000000000}"/>
          </ac:picMkLst>
        </pc:picChg>
      </pc:sldChg>
      <pc:sldChg chg="delSp modSp mod">
        <pc:chgData name="Athresh PS" userId="6aaba706-7cac-4f49-bd78-392633c5ba9f" providerId="ADAL" clId="{8047157B-A5C2-41D0-BDE2-1D74347EDCDC}" dt="2024-01-18T09:29:25.121" v="776" actId="478"/>
        <pc:sldMkLst>
          <pc:docMk/>
          <pc:sldMk cId="0" sldId="268"/>
        </pc:sldMkLst>
        <pc:spChg chg="mod">
          <ac:chgData name="Athresh PS" userId="6aaba706-7cac-4f49-bd78-392633c5ba9f" providerId="ADAL" clId="{8047157B-A5C2-41D0-BDE2-1D74347EDCDC}" dt="2024-01-18T08:27:27.909" v="74" actId="6549"/>
          <ac:spMkLst>
            <pc:docMk/>
            <pc:sldMk cId="0" sldId="268"/>
            <ac:spMk id="290" creationId="{00000000-0000-0000-0000-000000000000}"/>
          </ac:spMkLst>
        </pc:spChg>
        <pc:picChg chg="del">
          <ac:chgData name="Athresh PS" userId="6aaba706-7cac-4f49-bd78-392633c5ba9f" providerId="ADAL" clId="{8047157B-A5C2-41D0-BDE2-1D74347EDCDC}" dt="2024-01-18T09:29:25.121" v="776" actId="478"/>
          <ac:picMkLst>
            <pc:docMk/>
            <pc:sldMk cId="0" sldId="268"/>
            <ac:picMk id="293" creationId="{00000000-0000-0000-0000-000000000000}"/>
          </ac:picMkLst>
        </pc:picChg>
      </pc:sldChg>
      <pc:sldChg chg="delSp modSp mod">
        <pc:chgData name="Athresh PS" userId="6aaba706-7cac-4f49-bd78-392633c5ba9f" providerId="ADAL" clId="{8047157B-A5C2-41D0-BDE2-1D74347EDCDC}" dt="2024-01-18T09:29:26.181" v="777" actId="478"/>
        <pc:sldMkLst>
          <pc:docMk/>
          <pc:sldMk cId="0" sldId="269"/>
        </pc:sldMkLst>
        <pc:spChg chg="mod">
          <ac:chgData name="Athresh PS" userId="6aaba706-7cac-4f49-bd78-392633c5ba9f" providerId="ADAL" clId="{8047157B-A5C2-41D0-BDE2-1D74347EDCDC}" dt="2024-01-18T08:27:34.028" v="78" actId="6549"/>
          <ac:spMkLst>
            <pc:docMk/>
            <pc:sldMk cId="0" sldId="269"/>
            <ac:spMk id="298" creationId="{00000000-0000-0000-0000-000000000000}"/>
          </ac:spMkLst>
        </pc:spChg>
        <pc:picChg chg="del">
          <ac:chgData name="Athresh PS" userId="6aaba706-7cac-4f49-bd78-392633c5ba9f" providerId="ADAL" clId="{8047157B-A5C2-41D0-BDE2-1D74347EDCDC}" dt="2024-01-18T09:29:26.181" v="777" actId="478"/>
          <ac:picMkLst>
            <pc:docMk/>
            <pc:sldMk cId="0" sldId="269"/>
            <ac:picMk id="301" creationId="{00000000-0000-0000-0000-000000000000}"/>
          </ac:picMkLst>
        </pc:picChg>
      </pc:sldChg>
      <pc:sldChg chg="delSp modSp mod">
        <pc:chgData name="Athresh PS" userId="6aaba706-7cac-4f49-bd78-392633c5ba9f" providerId="ADAL" clId="{8047157B-A5C2-41D0-BDE2-1D74347EDCDC}" dt="2024-01-18T09:29:27.291" v="778" actId="478"/>
        <pc:sldMkLst>
          <pc:docMk/>
          <pc:sldMk cId="0" sldId="270"/>
        </pc:sldMkLst>
        <pc:spChg chg="mod">
          <ac:chgData name="Athresh PS" userId="6aaba706-7cac-4f49-bd78-392633c5ba9f" providerId="ADAL" clId="{8047157B-A5C2-41D0-BDE2-1D74347EDCDC}" dt="2024-01-18T08:27:56.060" v="81" actId="14100"/>
          <ac:spMkLst>
            <pc:docMk/>
            <pc:sldMk cId="0" sldId="270"/>
            <ac:spMk id="306" creationId="{00000000-0000-0000-0000-000000000000}"/>
          </ac:spMkLst>
        </pc:spChg>
        <pc:picChg chg="del">
          <ac:chgData name="Athresh PS" userId="6aaba706-7cac-4f49-bd78-392633c5ba9f" providerId="ADAL" clId="{8047157B-A5C2-41D0-BDE2-1D74347EDCDC}" dt="2024-01-18T09:29:27.291" v="778" actId="478"/>
          <ac:picMkLst>
            <pc:docMk/>
            <pc:sldMk cId="0" sldId="270"/>
            <ac:picMk id="309" creationId="{00000000-0000-0000-0000-000000000000}"/>
          </ac:picMkLst>
        </pc:picChg>
      </pc:sldChg>
      <pc:sldChg chg="delSp modSp mod">
        <pc:chgData name="Athresh PS" userId="6aaba706-7cac-4f49-bd78-392633c5ba9f" providerId="ADAL" clId="{8047157B-A5C2-41D0-BDE2-1D74347EDCDC}" dt="2024-01-18T09:29:29.168" v="779" actId="478"/>
        <pc:sldMkLst>
          <pc:docMk/>
          <pc:sldMk cId="0" sldId="272"/>
        </pc:sldMkLst>
        <pc:spChg chg="mod">
          <ac:chgData name="Athresh PS" userId="6aaba706-7cac-4f49-bd78-392633c5ba9f" providerId="ADAL" clId="{8047157B-A5C2-41D0-BDE2-1D74347EDCDC}" dt="2024-01-18T08:28:16.019" v="82" actId="2085"/>
          <ac:spMkLst>
            <pc:docMk/>
            <pc:sldMk cId="0" sldId="272"/>
            <ac:spMk id="322" creationId="{00000000-0000-0000-0000-000000000000}"/>
          </ac:spMkLst>
        </pc:spChg>
        <pc:picChg chg="del">
          <ac:chgData name="Athresh PS" userId="6aaba706-7cac-4f49-bd78-392633c5ba9f" providerId="ADAL" clId="{8047157B-A5C2-41D0-BDE2-1D74347EDCDC}" dt="2024-01-18T09:29:29.168" v="779" actId="478"/>
          <ac:picMkLst>
            <pc:docMk/>
            <pc:sldMk cId="0" sldId="272"/>
            <ac:picMk id="321" creationId="{00000000-0000-0000-0000-000000000000}"/>
          </ac:picMkLst>
        </pc:picChg>
      </pc:sldChg>
      <pc:sldChg chg="addSp delSp modSp mod addCm">
        <pc:chgData name="Athresh PS" userId="6aaba706-7cac-4f49-bd78-392633c5ba9f" providerId="ADAL" clId="{8047157B-A5C2-41D0-BDE2-1D74347EDCDC}" dt="2024-01-18T09:29:31.135" v="780" actId="478"/>
        <pc:sldMkLst>
          <pc:docMk/>
          <pc:sldMk cId="0" sldId="273"/>
        </pc:sldMkLst>
        <pc:spChg chg="mod">
          <ac:chgData name="Athresh PS" userId="6aaba706-7cac-4f49-bd78-392633c5ba9f" providerId="ADAL" clId="{8047157B-A5C2-41D0-BDE2-1D74347EDCDC}" dt="2024-01-18T08:29:04.155" v="101" actId="164"/>
          <ac:spMkLst>
            <pc:docMk/>
            <pc:sldMk cId="0" sldId="273"/>
            <ac:spMk id="330" creationId="{00000000-0000-0000-0000-000000000000}"/>
          </ac:spMkLst>
        </pc:spChg>
        <pc:spChg chg="mod">
          <ac:chgData name="Athresh PS" userId="6aaba706-7cac-4f49-bd78-392633c5ba9f" providerId="ADAL" clId="{8047157B-A5C2-41D0-BDE2-1D74347EDCDC}" dt="2024-01-18T08:29:04.155" v="101" actId="164"/>
          <ac:spMkLst>
            <pc:docMk/>
            <pc:sldMk cId="0" sldId="273"/>
            <ac:spMk id="331" creationId="{00000000-0000-0000-0000-000000000000}"/>
          </ac:spMkLst>
        </pc:spChg>
        <pc:spChg chg="mod">
          <ac:chgData name="Athresh PS" userId="6aaba706-7cac-4f49-bd78-392633c5ba9f" providerId="ADAL" clId="{8047157B-A5C2-41D0-BDE2-1D74347EDCDC}" dt="2024-01-18T08:29:04.155" v="101" actId="164"/>
          <ac:spMkLst>
            <pc:docMk/>
            <pc:sldMk cId="0" sldId="273"/>
            <ac:spMk id="332" creationId="{00000000-0000-0000-0000-000000000000}"/>
          </ac:spMkLst>
        </pc:spChg>
        <pc:spChg chg="mod">
          <ac:chgData name="Athresh PS" userId="6aaba706-7cac-4f49-bd78-392633c5ba9f" providerId="ADAL" clId="{8047157B-A5C2-41D0-BDE2-1D74347EDCDC}" dt="2024-01-18T08:29:04.155" v="101" actId="164"/>
          <ac:spMkLst>
            <pc:docMk/>
            <pc:sldMk cId="0" sldId="273"/>
            <ac:spMk id="333" creationId="{00000000-0000-0000-0000-000000000000}"/>
          </ac:spMkLst>
        </pc:spChg>
        <pc:spChg chg="mod">
          <ac:chgData name="Athresh PS" userId="6aaba706-7cac-4f49-bd78-392633c5ba9f" providerId="ADAL" clId="{8047157B-A5C2-41D0-BDE2-1D74347EDCDC}" dt="2024-01-18T08:29:04.155" v="101" actId="164"/>
          <ac:spMkLst>
            <pc:docMk/>
            <pc:sldMk cId="0" sldId="273"/>
            <ac:spMk id="334" creationId="{00000000-0000-0000-0000-000000000000}"/>
          </ac:spMkLst>
        </pc:spChg>
        <pc:spChg chg="mod">
          <ac:chgData name="Athresh PS" userId="6aaba706-7cac-4f49-bd78-392633c5ba9f" providerId="ADAL" clId="{8047157B-A5C2-41D0-BDE2-1D74347EDCDC}" dt="2024-01-18T08:29:04.155" v="101" actId="164"/>
          <ac:spMkLst>
            <pc:docMk/>
            <pc:sldMk cId="0" sldId="273"/>
            <ac:spMk id="335" creationId="{00000000-0000-0000-0000-000000000000}"/>
          </ac:spMkLst>
        </pc:spChg>
        <pc:spChg chg="mod">
          <ac:chgData name="Athresh PS" userId="6aaba706-7cac-4f49-bd78-392633c5ba9f" providerId="ADAL" clId="{8047157B-A5C2-41D0-BDE2-1D74347EDCDC}" dt="2024-01-18T08:29:04.155" v="101" actId="164"/>
          <ac:spMkLst>
            <pc:docMk/>
            <pc:sldMk cId="0" sldId="273"/>
            <ac:spMk id="336" creationId="{00000000-0000-0000-0000-000000000000}"/>
          </ac:spMkLst>
        </pc:spChg>
        <pc:spChg chg="mod">
          <ac:chgData name="Athresh PS" userId="6aaba706-7cac-4f49-bd78-392633c5ba9f" providerId="ADAL" clId="{8047157B-A5C2-41D0-BDE2-1D74347EDCDC}" dt="2024-01-18T08:29:04.155" v="101" actId="164"/>
          <ac:spMkLst>
            <pc:docMk/>
            <pc:sldMk cId="0" sldId="273"/>
            <ac:spMk id="337" creationId="{00000000-0000-0000-0000-000000000000}"/>
          </ac:spMkLst>
        </pc:spChg>
        <pc:spChg chg="mod">
          <ac:chgData name="Athresh PS" userId="6aaba706-7cac-4f49-bd78-392633c5ba9f" providerId="ADAL" clId="{8047157B-A5C2-41D0-BDE2-1D74347EDCDC}" dt="2024-01-18T08:29:04.155" v="101" actId="164"/>
          <ac:spMkLst>
            <pc:docMk/>
            <pc:sldMk cId="0" sldId="273"/>
            <ac:spMk id="340" creationId="{00000000-0000-0000-0000-000000000000}"/>
          </ac:spMkLst>
        </pc:spChg>
        <pc:spChg chg="mod">
          <ac:chgData name="Athresh PS" userId="6aaba706-7cac-4f49-bd78-392633c5ba9f" providerId="ADAL" clId="{8047157B-A5C2-41D0-BDE2-1D74347EDCDC}" dt="2024-01-18T08:29:04.155" v="101" actId="164"/>
          <ac:spMkLst>
            <pc:docMk/>
            <pc:sldMk cId="0" sldId="273"/>
            <ac:spMk id="341" creationId="{00000000-0000-0000-0000-000000000000}"/>
          </ac:spMkLst>
        </pc:spChg>
        <pc:spChg chg="mod">
          <ac:chgData name="Athresh PS" userId="6aaba706-7cac-4f49-bd78-392633c5ba9f" providerId="ADAL" clId="{8047157B-A5C2-41D0-BDE2-1D74347EDCDC}" dt="2024-01-18T08:29:04.155" v="101" actId="164"/>
          <ac:spMkLst>
            <pc:docMk/>
            <pc:sldMk cId="0" sldId="273"/>
            <ac:spMk id="349" creationId="{00000000-0000-0000-0000-000000000000}"/>
          </ac:spMkLst>
        </pc:spChg>
        <pc:spChg chg="mod">
          <ac:chgData name="Athresh PS" userId="6aaba706-7cac-4f49-bd78-392633c5ba9f" providerId="ADAL" clId="{8047157B-A5C2-41D0-BDE2-1D74347EDCDC}" dt="2024-01-18T08:29:04.155" v="101" actId="164"/>
          <ac:spMkLst>
            <pc:docMk/>
            <pc:sldMk cId="0" sldId="273"/>
            <ac:spMk id="351" creationId="{00000000-0000-0000-0000-000000000000}"/>
          </ac:spMkLst>
        </pc:spChg>
        <pc:spChg chg="mod">
          <ac:chgData name="Athresh PS" userId="6aaba706-7cac-4f49-bd78-392633c5ba9f" providerId="ADAL" clId="{8047157B-A5C2-41D0-BDE2-1D74347EDCDC}" dt="2024-01-18T08:29:04.155" v="101" actId="164"/>
          <ac:spMkLst>
            <pc:docMk/>
            <pc:sldMk cId="0" sldId="273"/>
            <ac:spMk id="354" creationId="{00000000-0000-0000-0000-000000000000}"/>
          </ac:spMkLst>
        </pc:spChg>
        <pc:spChg chg="mod">
          <ac:chgData name="Athresh PS" userId="6aaba706-7cac-4f49-bd78-392633c5ba9f" providerId="ADAL" clId="{8047157B-A5C2-41D0-BDE2-1D74347EDCDC}" dt="2024-01-18T08:29:04.155" v="101" actId="164"/>
          <ac:spMkLst>
            <pc:docMk/>
            <pc:sldMk cId="0" sldId="273"/>
            <ac:spMk id="356" creationId="{00000000-0000-0000-0000-000000000000}"/>
          </ac:spMkLst>
        </pc:spChg>
        <pc:spChg chg="mod">
          <ac:chgData name="Athresh PS" userId="6aaba706-7cac-4f49-bd78-392633c5ba9f" providerId="ADAL" clId="{8047157B-A5C2-41D0-BDE2-1D74347EDCDC}" dt="2024-01-18T08:29:04.155" v="101" actId="164"/>
          <ac:spMkLst>
            <pc:docMk/>
            <pc:sldMk cId="0" sldId="273"/>
            <ac:spMk id="357" creationId="{00000000-0000-0000-0000-000000000000}"/>
          </ac:spMkLst>
        </pc:spChg>
        <pc:spChg chg="mod">
          <ac:chgData name="Athresh PS" userId="6aaba706-7cac-4f49-bd78-392633c5ba9f" providerId="ADAL" clId="{8047157B-A5C2-41D0-BDE2-1D74347EDCDC}" dt="2024-01-18T08:29:04.155" v="101" actId="164"/>
          <ac:spMkLst>
            <pc:docMk/>
            <pc:sldMk cId="0" sldId="273"/>
            <ac:spMk id="360" creationId="{00000000-0000-0000-0000-000000000000}"/>
          </ac:spMkLst>
        </pc:spChg>
        <pc:spChg chg="mod">
          <ac:chgData name="Athresh PS" userId="6aaba706-7cac-4f49-bd78-392633c5ba9f" providerId="ADAL" clId="{8047157B-A5C2-41D0-BDE2-1D74347EDCDC}" dt="2024-01-18T08:29:04.155" v="101" actId="164"/>
          <ac:spMkLst>
            <pc:docMk/>
            <pc:sldMk cId="0" sldId="273"/>
            <ac:spMk id="362" creationId="{00000000-0000-0000-0000-000000000000}"/>
          </ac:spMkLst>
        </pc:spChg>
        <pc:spChg chg="mod">
          <ac:chgData name="Athresh PS" userId="6aaba706-7cac-4f49-bd78-392633c5ba9f" providerId="ADAL" clId="{8047157B-A5C2-41D0-BDE2-1D74347EDCDC}" dt="2024-01-18T08:29:04.155" v="101" actId="164"/>
          <ac:spMkLst>
            <pc:docMk/>
            <pc:sldMk cId="0" sldId="273"/>
            <ac:spMk id="363" creationId="{00000000-0000-0000-0000-000000000000}"/>
          </ac:spMkLst>
        </pc:spChg>
        <pc:spChg chg="mod">
          <ac:chgData name="Athresh PS" userId="6aaba706-7cac-4f49-bd78-392633c5ba9f" providerId="ADAL" clId="{8047157B-A5C2-41D0-BDE2-1D74347EDCDC}" dt="2024-01-18T08:29:04.155" v="101" actId="164"/>
          <ac:spMkLst>
            <pc:docMk/>
            <pc:sldMk cId="0" sldId="273"/>
            <ac:spMk id="366" creationId="{00000000-0000-0000-0000-000000000000}"/>
          </ac:spMkLst>
        </pc:spChg>
        <pc:spChg chg="mod">
          <ac:chgData name="Athresh PS" userId="6aaba706-7cac-4f49-bd78-392633c5ba9f" providerId="ADAL" clId="{8047157B-A5C2-41D0-BDE2-1D74347EDCDC}" dt="2024-01-18T08:29:04.155" v="101" actId="164"/>
          <ac:spMkLst>
            <pc:docMk/>
            <pc:sldMk cId="0" sldId="273"/>
            <ac:spMk id="368" creationId="{00000000-0000-0000-0000-000000000000}"/>
          </ac:spMkLst>
        </pc:spChg>
        <pc:spChg chg="mod">
          <ac:chgData name="Athresh PS" userId="6aaba706-7cac-4f49-bd78-392633c5ba9f" providerId="ADAL" clId="{8047157B-A5C2-41D0-BDE2-1D74347EDCDC}" dt="2024-01-18T08:29:04.155" v="101" actId="164"/>
          <ac:spMkLst>
            <pc:docMk/>
            <pc:sldMk cId="0" sldId="273"/>
            <ac:spMk id="370" creationId="{00000000-0000-0000-0000-000000000000}"/>
          </ac:spMkLst>
        </pc:spChg>
        <pc:grpChg chg="add mod">
          <ac:chgData name="Athresh PS" userId="6aaba706-7cac-4f49-bd78-392633c5ba9f" providerId="ADAL" clId="{8047157B-A5C2-41D0-BDE2-1D74347EDCDC}" dt="2024-01-18T08:29:04.155" v="101" actId="164"/>
          <ac:grpSpMkLst>
            <pc:docMk/>
            <pc:sldMk cId="0" sldId="273"/>
            <ac:grpSpMk id="2" creationId="{9405A184-BF46-024D-86D7-D3AA32CFD731}"/>
          </ac:grpSpMkLst>
        </pc:grpChg>
        <pc:picChg chg="del">
          <ac:chgData name="Athresh PS" userId="6aaba706-7cac-4f49-bd78-392633c5ba9f" providerId="ADAL" clId="{8047157B-A5C2-41D0-BDE2-1D74347EDCDC}" dt="2024-01-18T09:29:31.135" v="780" actId="478"/>
          <ac:picMkLst>
            <pc:docMk/>
            <pc:sldMk cId="0" sldId="273"/>
            <ac:picMk id="339" creationId="{00000000-0000-0000-0000-000000000000}"/>
          </ac:picMkLst>
        </pc:picChg>
        <pc:picChg chg="mod">
          <ac:chgData name="Athresh PS" userId="6aaba706-7cac-4f49-bd78-392633c5ba9f" providerId="ADAL" clId="{8047157B-A5C2-41D0-BDE2-1D74347EDCDC}" dt="2024-01-18T08:29:04.155" v="101" actId="164"/>
          <ac:picMkLst>
            <pc:docMk/>
            <pc:sldMk cId="0" sldId="273"/>
            <ac:picMk id="350" creationId="{00000000-0000-0000-0000-000000000000}"/>
          </ac:picMkLst>
        </pc:picChg>
        <pc:picChg chg="mod">
          <ac:chgData name="Athresh PS" userId="6aaba706-7cac-4f49-bd78-392633c5ba9f" providerId="ADAL" clId="{8047157B-A5C2-41D0-BDE2-1D74347EDCDC}" dt="2024-01-18T08:29:04.155" v="101" actId="164"/>
          <ac:picMkLst>
            <pc:docMk/>
            <pc:sldMk cId="0" sldId="273"/>
            <ac:picMk id="352" creationId="{00000000-0000-0000-0000-000000000000}"/>
          </ac:picMkLst>
        </pc:picChg>
        <pc:picChg chg="mod">
          <ac:chgData name="Athresh PS" userId="6aaba706-7cac-4f49-bd78-392633c5ba9f" providerId="ADAL" clId="{8047157B-A5C2-41D0-BDE2-1D74347EDCDC}" dt="2024-01-18T08:29:04.155" v="101" actId="164"/>
          <ac:picMkLst>
            <pc:docMk/>
            <pc:sldMk cId="0" sldId="273"/>
            <ac:picMk id="355" creationId="{00000000-0000-0000-0000-000000000000}"/>
          </ac:picMkLst>
        </pc:picChg>
        <pc:picChg chg="mod">
          <ac:chgData name="Athresh PS" userId="6aaba706-7cac-4f49-bd78-392633c5ba9f" providerId="ADAL" clId="{8047157B-A5C2-41D0-BDE2-1D74347EDCDC}" dt="2024-01-18T08:29:04.155" v="101" actId="164"/>
          <ac:picMkLst>
            <pc:docMk/>
            <pc:sldMk cId="0" sldId="273"/>
            <ac:picMk id="358" creationId="{00000000-0000-0000-0000-000000000000}"/>
          </ac:picMkLst>
        </pc:picChg>
        <pc:picChg chg="mod">
          <ac:chgData name="Athresh PS" userId="6aaba706-7cac-4f49-bd78-392633c5ba9f" providerId="ADAL" clId="{8047157B-A5C2-41D0-BDE2-1D74347EDCDC}" dt="2024-01-18T08:29:04.155" v="101" actId="164"/>
          <ac:picMkLst>
            <pc:docMk/>
            <pc:sldMk cId="0" sldId="273"/>
            <ac:picMk id="359" creationId="{00000000-0000-0000-0000-000000000000}"/>
          </ac:picMkLst>
        </pc:picChg>
        <pc:picChg chg="mod">
          <ac:chgData name="Athresh PS" userId="6aaba706-7cac-4f49-bd78-392633c5ba9f" providerId="ADAL" clId="{8047157B-A5C2-41D0-BDE2-1D74347EDCDC}" dt="2024-01-18T08:29:04.155" v="101" actId="164"/>
          <ac:picMkLst>
            <pc:docMk/>
            <pc:sldMk cId="0" sldId="273"/>
            <ac:picMk id="361" creationId="{00000000-0000-0000-0000-000000000000}"/>
          </ac:picMkLst>
        </pc:picChg>
        <pc:picChg chg="mod">
          <ac:chgData name="Athresh PS" userId="6aaba706-7cac-4f49-bd78-392633c5ba9f" providerId="ADAL" clId="{8047157B-A5C2-41D0-BDE2-1D74347EDCDC}" dt="2024-01-18T08:29:04.155" v="101" actId="164"/>
          <ac:picMkLst>
            <pc:docMk/>
            <pc:sldMk cId="0" sldId="273"/>
            <ac:picMk id="364" creationId="{00000000-0000-0000-0000-000000000000}"/>
          </ac:picMkLst>
        </pc:picChg>
        <pc:picChg chg="mod">
          <ac:chgData name="Athresh PS" userId="6aaba706-7cac-4f49-bd78-392633c5ba9f" providerId="ADAL" clId="{8047157B-A5C2-41D0-BDE2-1D74347EDCDC}" dt="2024-01-18T08:29:04.155" v="101" actId="164"/>
          <ac:picMkLst>
            <pc:docMk/>
            <pc:sldMk cId="0" sldId="273"/>
            <ac:picMk id="365" creationId="{00000000-0000-0000-0000-000000000000}"/>
          </ac:picMkLst>
        </pc:picChg>
        <pc:picChg chg="mod">
          <ac:chgData name="Athresh PS" userId="6aaba706-7cac-4f49-bd78-392633c5ba9f" providerId="ADAL" clId="{8047157B-A5C2-41D0-BDE2-1D74347EDCDC}" dt="2024-01-18T08:29:04.155" v="101" actId="164"/>
          <ac:picMkLst>
            <pc:docMk/>
            <pc:sldMk cId="0" sldId="273"/>
            <ac:picMk id="367" creationId="{00000000-0000-0000-0000-000000000000}"/>
          </ac:picMkLst>
        </pc:picChg>
        <pc:picChg chg="mod">
          <ac:chgData name="Athresh PS" userId="6aaba706-7cac-4f49-bd78-392633c5ba9f" providerId="ADAL" clId="{8047157B-A5C2-41D0-BDE2-1D74347EDCDC}" dt="2024-01-18T08:29:04.155" v="101" actId="164"/>
          <ac:picMkLst>
            <pc:docMk/>
            <pc:sldMk cId="0" sldId="273"/>
            <ac:picMk id="369" creationId="{00000000-0000-0000-0000-000000000000}"/>
          </ac:picMkLst>
        </pc:picChg>
        <pc:picChg chg="mod">
          <ac:chgData name="Athresh PS" userId="6aaba706-7cac-4f49-bd78-392633c5ba9f" providerId="ADAL" clId="{8047157B-A5C2-41D0-BDE2-1D74347EDCDC}" dt="2024-01-18T08:29:04.155" v="101" actId="164"/>
          <ac:picMkLst>
            <pc:docMk/>
            <pc:sldMk cId="0" sldId="273"/>
            <ac:picMk id="371" creationId="{00000000-0000-0000-0000-000000000000}"/>
          </ac:picMkLst>
        </pc:picChg>
        <pc:picChg chg="mod">
          <ac:chgData name="Athresh PS" userId="6aaba706-7cac-4f49-bd78-392633c5ba9f" providerId="ADAL" clId="{8047157B-A5C2-41D0-BDE2-1D74347EDCDC}" dt="2024-01-18T08:29:04.155" v="101" actId="164"/>
          <ac:picMkLst>
            <pc:docMk/>
            <pc:sldMk cId="0" sldId="273"/>
            <ac:picMk id="372" creationId="{00000000-0000-0000-0000-000000000000}"/>
          </ac:picMkLst>
        </pc:picChg>
        <pc:cxnChg chg="mod">
          <ac:chgData name="Athresh PS" userId="6aaba706-7cac-4f49-bd78-392633c5ba9f" providerId="ADAL" clId="{8047157B-A5C2-41D0-BDE2-1D74347EDCDC}" dt="2024-01-18T08:29:04.155" v="101" actId="164"/>
          <ac:cxnSpMkLst>
            <pc:docMk/>
            <pc:sldMk cId="0" sldId="273"/>
            <ac:cxnSpMk id="329" creationId="{00000000-0000-0000-0000-000000000000}"/>
          </ac:cxnSpMkLst>
        </pc:cxnChg>
        <pc:cxnChg chg="mod">
          <ac:chgData name="Athresh PS" userId="6aaba706-7cac-4f49-bd78-392633c5ba9f" providerId="ADAL" clId="{8047157B-A5C2-41D0-BDE2-1D74347EDCDC}" dt="2024-01-18T08:29:04.155" v="101" actId="164"/>
          <ac:cxnSpMkLst>
            <pc:docMk/>
            <pc:sldMk cId="0" sldId="273"/>
            <ac:cxnSpMk id="342" creationId="{00000000-0000-0000-0000-000000000000}"/>
          </ac:cxnSpMkLst>
        </pc:cxnChg>
        <pc:cxnChg chg="mod">
          <ac:chgData name="Athresh PS" userId="6aaba706-7cac-4f49-bd78-392633c5ba9f" providerId="ADAL" clId="{8047157B-A5C2-41D0-BDE2-1D74347EDCDC}" dt="2024-01-18T08:29:04.155" v="101" actId="164"/>
          <ac:cxnSpMkLst>
            <pc:docMk/>
            <pc:sldMk cId="0" sldId="273"/>
            <ac:cxnSpMk id="343" creationId="{00000000-0000-0000-0000-000000000000}"/>
          </ac:cxnSpMkLst>
        </pc:cxnChg>
        <pc:cxnChg chg="mod">
          <ac:chgData name="Athresh PS" userId="6aaba706-7cac-4f49-bd78-392633c5ba9f" providerId="ADAL" clId="{8047157B-A5C2-41D0-BDE2-1D74347EDCDC}" dt="2024-01-18T08:29:04.155" v="101" actId="164"/>
          <ac:cxnSpMkLst>
            <pc:docMk/>
            <pc:sldMk cId="0" sldId="273"/>
            <ac:cxnSpMk id="344" creationId="{00000000-0000-0000-0000-000000000000}"/>
          </ac:cxnSpMkLst>
        </pc:cxnChg>
        <pc:cxnChg chg="mod">
          <ac:chgData name="Athresh PS" userId="6aaba706-7cac-4f49-bd78-392633c5ba9f" providerId="ADAL" clId="{8047157B-A5C2-41D0-BDE2-1D74347EDCDC}" dt="2024-01-18T08:29:04.155" v="101" actId="164"/>
          <ac:cxnSpMkLst>
            <pc:docMk/>
            <pc:sldMk cId="0" sldId="273"/>
            <ac:cxnSpMk id="345" creationId="{00000000-0000-0000-0000-000000000000}"/>
          </ac:cxnSpMkLst>
        </pc:cxnChg>
        <pc:cxnChg chg="mod">
          <ac:chgData name="Athresh PS" userId="6aaba706-7cac-4f49-bd78-392633c5ba9f" providerId="ADAL" clId="{8047157B-A5C2-41D0-BDE2-1D74347EDCDC}" dt="2024-01-18T08:29:04.155" v="101" actId="164"/>
          <ac:cxnSpMkLst>
            <pc:docMk/>
            <pc:sldMk cId="0" sldId="273"/>
            <ac:cxnSpMk id="346" creationId="{00000000-0000-0000-0000-000000000000}"/>
          </ac:cxnSpMkLst>
        </pc:cxnChg>
        <pc:cxnChg chg="mod">
          <ac:chgData name="Athresh PS" userId="6aaba706-7cac-4f49-bd78-392633c5ba9f" providerId="ADAL" clId="{8047157B-A5C2-41D0-BDE2-1D74347EDCDC}" dt="2024-01-18T08:29:04.155" v="101" actId="164"/>
          <ac:cxnSpMkLst>
            <pc:docMk/>
            <pc:sldMk cId="0" sldId="273"/>
            <ac:cxnSpMk id="347" creationId="{00000000-0000-0000-0000-000000000000}"/>
          </ac:cxnSpMkLst>
        </pc:cxnChg>
        <pc:cxnChg chg="mod">
          <ac:chgData name="Athresh PS" userId="6aaba706-7cac-4f49-bd78-392633c5ba9f" providerId="ADAL" clId="{8047157B-A5C2-41D0-BDE2-1D74347EDCDC}" dt="2024-01-18T08:29:04.155" v="101" actId="164"/>
          <ac:cxnSpMkLst>
            <pc:docMk/>
            <pc:sldMk cId="0" sldId="273"/>
            <ac:cxnSpMk id="348" creationId="{00000000-0000-0000-0000-000000000000}"/>
          </ac:cxnSpMkLst>
        </pc:cxnChg>
        <pc:cxnChg chg="mod">
          <ac:chgData name="Athresh PS" userId="6aaba706-7cac-4f49-bd78-392633c5ba9f" providerId="ADAL" clId="{8047157B-A5C2-41D0-BDE2-1D74347EDCDC}" dt="2024-01-18T08:29:04.155" v="101" actId="164"/>
          <ac:cxnSpMkLst>
            <pc:docMk/>
            <pc:sldMk cId="0" sldId="273"/>
            <ac:cxnSpMk id="353" creationId="{00000000-0000-0000-0000-000000000000}"/>
          </ac:cxnSpMkLst>
        </pc:cxnChg>
        <pc:cxnChg chg="mod">
          <ac:chgData name="Athresh PS" userId="6aaba706-7cac-4f49-bd78-392633c5ba9f" providerId="ADAL" clId="{8047157B-A5C2-41D0-BDE2-1D74347EDCDC}" dt="2024-01-18T08:29:04.155" v="101" actId="164"/>
          <ac:cxnSpMkLst>
            <pc:docMk/>
            <pc:sldMk cId="0" sldId="273"/>
            <ac:cxnSpMk id="373" creationId="{00000000-0000-0000-0000-000000000000}"/>
          </ac:cxnSpMkLst>
        </pc:cxnChg>
        <pc:extLst>
          <p:ext xmlns:p="http://schemas.openxmlformats.org/presentationml/2006/main" uri="{D6D511B9-2390-475A-947B-AFAB55BFBCF1}">
            <pc226:cmChg xmlns:pc226="http://schemas.microsoft.com/office/powerpoint/2022/06/main/command" chg="add">
              <pc226:chgData name="Athresh PS" userId="6aaba706-7cac-4f49-bd78-392633c5ba9f" providerId="ADAL" clId="{8047157B-A5C2-41D0-BDE2-1D74347EDCDC}" dt="2024-01-18T08:29:24.814" v="102"/>
              <pc2:cmMkLst xmlns:pc2="http://schemas.microsoft.com/office/powerpoint/2019/9/main/command">
                <pc:docMk/>
                <pc:sldMk cId="0" sldId="273"/>
                <pc2:cmMk id="{2C75B7CD-D0C6-4AE9-8D54-6F22F6C9FBE4}"/>
              </pc2:cmMkLst>
            </pc226:cmChg>
          </p:ext>
        </pc:extLst>
      </pc:sldChg>
      <pc:sldChg chg="addSp delSp modSp mod addCm">
        <pc:chgData name="Athresh PS" userId="6aaba706-7cac-4f49-bd78-392633c5ba9f" providerId="ADAL" clId="{8047157B-A5C2-41D0-BDE2-1D74347EDCDC}" dt="2024-01-18T09:29:32.311" v="781" actId="478"/>
        <pc:sldMkLst>
          <pc:docMk/>
          <pc:sldMk cId="0" sldId="274"/>
        </pc:sldMkLst>
        <pc:spChg chg="add del mod">
          <ac:chgData name="Athresh PS" userId="6aaba706-7cac-4f49-bd78-392633c5ba9f" providerId="ADAL" clId="{8047157B-A5C2-41D0-BDE2-1D74347EDCDC}" dt="2024-01-18T08:30:34.053" v="149"/>
          <ac:spMkLst>
            <pc:docMk/>
            <pc:sldMk cId="0" sldId="274"/>
            <ac:spMk id="3" creationId="{2CCD8DFD-3D27-010B-316A-12BC14A61990}"/>
          </ac:spMkLst>
        </pc:spChg>
        <pc:picChg chg="add del">
          <ac:chgData name="Athresh PS" userId="6aaba706-7cac-4f49-bd78-392633c5ba9f" providerId="ADAL" clId="{8047157B-A5C2-41D0-BDE2-1D74347EDCDC}" dt="2024-01-18T09:29:32.311" v="781" actId="478"/>
          <ac:picMkLst>
            <pc:docMk/>
            <pc:sldMk cId="0" sldId="274"/>
            <ac:picMk id="380" creationId="{00000000-0000-0000-0000-000000000000}"/>
          </ac:picMkLst>
        </pc:picChg>
        <pc:cxnChg chg="add del mod replST delST">
          <ac:chgData name="Athresh PS" userId="6aaba706-7cac-4f49-bd78-392633c5ba9f" providerId="ADAL" clId="{8047157B-A5C2-41D0-BDE2-1D74347EDCDC}" dt="2024-01-18T08:30:34.053" v="149"/>
          <ac:cxnSpMkLst>
            <pc:docMk/>
            <pc:sldMk cId="0" sldId="274"/>
            <ac:cxnSpMk id="2" creationId="{4793F5A9-3B63-29F4-3816-5E40DD1E8E76}"/>
          </ac:cxnSpMkLst>
        </pc:cxnChg>
        <pc:extLst>
          <p:ext xmlns:p="http://schemas.openxmlformats.org/presentationml/2006/main" uri="{D6D511B9-2390-475A-947B-AFAB55BFBCF1}">
            <pc226:cmChg xmlns:pc226="http://schemas.microsoft.com/office/powerpoint/2022/06/main/command" chg="add">
              <pc226:chgData name="Athresh PS" userId="6aaba706-7cac-4f49-bd78-392633c5ba9f" providerId="ADAL" clId="{8047157B-A5C2-41D0-BDE2-1D74347EDCDC}" dt="2024-01-18T08:34:16.826" v="150"/>
              <pc2:cmMkLst xmlns:pc2="http://schemas.microsoft.com/office/powerpoint/2019/9/main/command">
                <pc:docMk/>
                <pc:sldMk cId="0" sldId="274"/>
                <pc2:cmMk id="{3C9AC58B-360C-45C8-B78C-E27580676BA9}"/>
              </pc2:cmMkLst>
            </pc226:cmChg>
          </p:ext>
        </pc:extLst>
      </pc:sldChg>
      <pc:sldChg chg="delSp modSp mod">
        <pc:chgData name="Athresh PS" userId="6aaba706-7cac-4f49-bd78-392633c5ba9f" providerId="ADAL" clId="{8047157B-A5C2-41D0-BDE2-1D74347EDCDC}" dt="2024-01-18T09:29:33.316" v="782" actId="478"/>
        <pc:sldMkLst>
          <pc:docMk/>
          <pc:sldMk cId="0" sldId="275"/>
        </pc:sldMkLst>
        <pc:picChg chg="del">
          <ac:chgData name="Athresh PS" userId="6aaba706-7cac-4f49-bd78-392633c5ba9f" providerId="ADAL" clId="{8047157B-A5C2-41D0-BDE2-1D74347EDCDC}" dt="2024-01-18T09:29:33.316" v="782" actId="478"/>
          <ac:picMkLst>
            <pc:docMk/>
            <pc:sldMk cId="0" sldId="275"/>
            <ac:picMk id="424" creationId="{00000000-0000-0000-0000-000000000000}"/>
          </ac:picMkLst>
        </pc:picChg>
        <pc:picChg chg="mod">
          <ac:chgData name="Athresh PS" userId="6aaba706-7cac-4f49-bd78-392633c5ba9f" providerId="ADAL" clId="{8047157B-A5C2-41D0-BDE2-1D74347EDCDC}" dt="2024-01-18T08:34:31.179" v="153"/>
          <ac:picMkLst>
            <pc:docMk/>
            <pc:sldMk cId="0" sldId="275"/>
            <ac:picMk id="425" creationId="{00000000-0000-0000-0000-000000000000}"/>
          </ac:picMkLst>
        </pc:picChg>
      </pc:sldChg>
      <pc:sldChg chg="delSp mod">
        <pc:chgData name="Athresh PS" userId="6aaba706-7cac-4f49-bd78-392633c5ba9f" providerId="ADAL" clId="{8047157B-A5C2-41D0-BDE2-1D74347EDCDC}" dt="2024-01-18T09:29:35.639" v="783" actId="478"/>
        <pc:sldMkLst>
          <pc:docMk/>
          <pc:sldMk cId="0" sldId="277"/>
        </pc:sldMkLst>
        <pc:picChg chg="del">
          <ac:chgData name="Athresh PS" userId="6aaba706-7cac-4f49-bd78-392633c5ba9f" providerId="ADAL" clId="{8047157B-A5C2-41D0-BDE2-1D74347EDCDC}" dt="2024-01-18T09:29:35.639" v="783" actId="478"/>
          <ac:picMkLst>
            <pc:docMk/>
            <pc:sldMk cId="0" sldId="277"/>
            <ac:picMk id="437" creationId="{00000000-0000-0000-0000-000000000000}"/>
          </ac:picMkLst>
        </pc:picChg>
      </pc:sldChg>
      <pc:sldChg chg="delSp modSp mod addCm">
        <pc:chgData name="Athresh PS" userId="6aaba706-7cac-4f49-bd78-392633c5ba9f" providerId="ADAL" clId="{8047157B-A5C2-41D0-BDE2-1D74347EDCDC}" dt="2024-01-18T09:29:36.976" v="784" actId="478"/>
        <pc:sldMkLst>
          <pc:docMk/>
          <pc:sldMk cId="0" sldId="278"/>
        </pc:sldMkLst>
        <pc:spChg chg="mod">
          <ac:chgData name="Athresh PS" userId="6aaba706-7cac-4f49-bd78-392633c5ba9f" providerId="ADAL" clId="{8047157B-A5C2-41D0-BDE2-1D74347EDCDC}" dt="2024-01-18T08:34:54.797" v="157" actId="14100"/>
          <ac:spMkLst>
            <pc:docMk/>
            <pc:sldMk cId="0" sldId="278"/>
            <ac:spMk id="450" creationId="{00000000-0000-0000-0000-000000000000}"/>
          </ac:spMkLst>
        </pc:spChg>
        <pc:picChg chg="mod">
          <ac:chgData name="Athresh PS" userId="6aaba706-7cac-4f49-bd78-392633c5ba9f" providerId="ADAL" clId="{8047157B-A5C2-41D0-BDE2-1D74347EDCDC}" dt="2024-01-18T08:34:44.427" v="155" actId="22711"/>
          <ac:picMkLst>
            <pc:docMk/>
            <pc:sldMk cId="0" sldId="278"/>
            <ac:picMk id="451" creationId="{00000000-0000-0000-0000-000000000000}"/>
          </ac:picMkLst>
        </pc:picChg>
        <pc:picChg chg="del">
          <ac:chgData name="Athresh PS" userId="6aaba706-7cac-4f49-bd78-392633c5ba9f" providerId="ADAL" clId="{8047157B-A5C2-41D0-BDE2-1D74347EDCDC}" dt="2024-01-18T09:29:36.976" v="784" actId="478"/>
          <ac:picMkLst>
            <pc:docMk/>
            <pc:sldMk cId="0" sldId="278"/>
            <ac:picMk id="452" creationId="{00000000-0000-0000-0000-000000000000}"/>
          </ac:picMkLst>
        </pc:picChg>
        <pc:extLst>
          <p:ext xmlns:p="http://schemas.openxmlformats.org/presentationml/2006/main" uri="{D6D511B9-2390-475A-947B-AFAB55BFBCF1}">
            <pc226:cmChg xmlns:pc226="http://schemas.microsoft.com/office/powerpoint/2022/06/main/command" chg="add">
              <pc226:chgData name="Athresh PS" userId="6aaba706-7cac-4f49-bd78-392633c5ba9f" providerId="ADAL" clId="{8047157B-A5C2-41D0-BDE2-1D74347EDCDC}" dt="2024-01-18T08:36:18.117" v="173"/>
              <pc2:cmMkLst xmlns:pc2="http://schemas.microsoft.com/office/powerpoint/2019/9/main/command">
                <pc:docMk/>
                <pc:sldMk cId="0" sldId="278"/>
                <pc2:cmMk id="{3199680B-5C72-41EE-89BC-9AF59692FF65}"/>
              </pc2:cmMkLst>
            </pc226:cmChg>
          </p:ext>
        </pc:extLst>
      </pc:sldChg>
      <pc:sldChg chg="delSp modSp mod">
        <pc:chgData name="Athresh PS" userId="6aaba706-7cac-4f49-bd78-392633c5ba9f" providerId="ADAL" clId="{8047157B-A5C2-41D0-BDE2-1D74347EDCDC}" dt="2024-01-18T09:29:38.658" v="785" actId="478"/>
        <pc:sldMkLst>
          <pc:docMk/>
          <pc:sldMk cId="0" sldId="279"/>
        </pc:sldMkLst>
        <pc:spChg chg="mod">
          <ac:chgData name="Athresh PS" userId="6aaba706-7cac-4f49-bd78-392633c5ba9f" providerId="ADAL" clId="{8047157B-A5C2-41D0-BDE2-1D74347EDCDC}" dt="2024-01-18T08:35:00.719" v="160" actId="6549"/>
          <ac:spMkLst>
            <pc:docMk/>
            <pc:sldMk cId="0" sldId="279"/>
            <ac:spMk id="460" creationId="{00000000-0000-0000-0000-000000000000}"/>
          </ac:spMkLst>
        </pc:spChg>
        <pc:picChg chg="del">
          <ac:chgData name="Athresh PS" userId="6aaba706-7cac-4f49-bd78-392633c5ba9f" providerId="ADAL" clId="{8047157B-A5C2-41D0-BDE2-1D74347EDCDC}" dt="2024-01-18T09:29:38.658" v="785" actId="478"/>
          <ac:picMkLst>
            <pc:docMk/>
            <pc:sldMk cId="0" sldId="279"/>
            <ac:picMk id="459" creationId="{00000000-0000-0000-0000-000000000000}"/>
          </ac:picMkLst>
        </pc:picChg>
      </pc:sldChg>
      <pc:sldChg chg="delSp modSp mod">
        <pc:chgData name="Athresh PS" userId="6aaba706-7cac-4f49-bd78-392633c5ba9f" providerId="ADAL" clId="{8047157B-A5C2-41D0-BDE2-1D74347EDCDC}" dt="2024-01-18T09:29:39.872" v="786" actId="478"/>
        <pc:sldMkLst>
          <pc:docMk/>
          <pc:sldMk cId="0" sldId="280"/>
        </pc:sldMkLst>
        <pc:spChg chg="mod">
          <ac:chgData name="Athresh PS" userId="6aaba706-7cac-4f49-bd78-392633c5ba9f" providerId="ADAL" clId="{8047157B-A5C2-41D0-BDE2-1D74347EDCDC}" dt="2024-01-18T08:35:08.957" v="165" actId="14100"/>
          <ac:spMkLst>
            <pc:docMk/>
            <pc:sldMk cId="0" sldId="280"/>
            <ac:spMk id="468" creationId="{00000000-0000-0000-0000-000000000000}"/>
          </ac:spMkLst>
        </pc:spChg>
        <pc:picChg chg="del">
          <ac:chgData name="Athresh PS" userId="6aaba706-7cac-4f49-bd78-392633c5ba9f" providerId="ADAL" clId="{8047157B-A5C2-41D0-BDE2-1D74347EDCDC}" dt="2024-01-18T09:29:39.872" v="786" actId="478"/>
          <ac:picMkLst>
            <pc:docMk/>
            <pc:sldMk cId="0" sldId="280"/>
            <ac:picMk id="467" creationId="{00000000-0000-0000-0000-000000000000}"/>
          </ac:picMkLst>
        </pc:picChg>
      </pc:sldChg>
      <pc:sldChg chg="delSp modSp mod">
        <pc:chgData name="Athresh PS" userId="6aaba706-7cac-4f49-bd78-392633c5ba9f" providerId="ADAL" clId="{8047157B-A5C2-41D0-BDE2-1D74347EDCDC}" dt="2024-01-18T09:29:40.857" v="787" actId="478"/>
        <pc:sldMkLst>
          <pc:docMk/>
          <pc:sldMk cId="0" sldId="281"/>
        </pc:sldMkLst>
        <pc:spChg chg="mod">
          <ac:chgData name="Athresh PS" userId="6aaba706-7cac-4f49-bd78-392633c5ba9f" providerId="ADAL" clId="{8047157B-A5C2-41D0-BDE2-1D74347EDCDC}" dt="2024-01-18T08:35:17.852" v="168" actId="14100"/>
          <ac:spMkLst>
            <pc:docMk/>
            <pc:sldMk cId="0" sldId="281"/>
            <ac:spMk id="476" creationId="{00000000-0000-0000-0000-000000000000}"/>
          </ac:spMkLst>
        </pc:spChg>
        <pc:picChg chg="del">
          <ac:chgData name="Athresh PS" userId="6aaba706-7cac-4f49-bd78-392633c5ba9f" providerId="ADAL" clId="{8047157B-A5C2-41D0-BDE2-1D74347EDCDC}" dt="2024-01-18T09:29:40.857" v="787" actId="478"/>
          <ac:picMkLst>
            <pc:docMk/>
            <pc:sldMk cId="0" sldId="281"/>
            <ac:picMk id="475" creationId="{00000000-0000-0000-0000-000000000000}"/>
          </ac:picMkLst>
        </pc:picChg>
      </pc:sldChg>
      <pc:sldChg chg="delSp modSp mod">
        <pc:chgData name="Athresh PS" userId="6aaba706-7cac-4f49-bd78-392633c5ba9f" providerId="ADAL" clId="{8047157B-A5C2-41D0-BDE2-1D74347EDCDC}" dt="2024-01-18T09:29:41.749" v="788" actId="478"/>
        <pc:sldMkLst>
          <pc:docMk/>
          <pc:sldMk cId="0" sldId="282"/>
        </pc:sldMkLst>
        <pc:spChg chg="mod">
          <ac:chgData name="Athresh PS" userId="6aaba706-7cac-4f49-bd78-392633c5ba9f" providerId="ADAL" clId="{8047157B-A5C2-41D0-BDE2-1D74347EDCDC}" dt="2024-01-18T08:35:26.936" v="172" actId="6549"/>
          <ac:spMkLst>
            <pc:docMk/>
            <pc:sldMk cId="0" sldId="282"/>
            <ac:spMk id="484" creationId="{00000000-0000-0000-0000-000000000000}"/>
          </ac:spMkLst>
        </pc:spChg>
        <pc:picChg chg="del">
          <ac:chgData name="Athresh PS" userId="6aaba706-7cac-4f49-bd78-392633c5ba9f" providerId="ADAL" clId="{8047157B-A5C2-41D0-BDE2-1D74347EDCDC}" dt="2024-01-18T09:29:41.749" v="788" actId="478"/>
          <ac:picMkLst>
            <pc:docMk/>
            <pc:sldMk cId="0" sldId="282"/>
            <ac:picMk id="483" creationId="{00000000-0000-0000-0000-000000000000}"/>
          </ac:picMkLst>
        </pc:picChg>
      </pc:sldChg>
      <pc:sldChg chg="delSp modSp mod">
        <pc:chgData name="Athresh PS" userId="6aaba706-7cac-4f49-bd78-392633c5ba9f" providerId="ADAL" clId="{8047157B-A5C2-41D0-BDE2-1D74347EDCDC}" dt="2024-01-18T09:29:42.692" v="789" actId="478"/>
        <pc:sldMkLst>
          <pc:docMk/>
          <pc:sldMk cId="0" sldId="283"/>
        </pc:sldMkLst>
        <pc:spChg chg="mod">
          <ac:chgData name="Athresh PS" userId="6aaba706-7cac-4f49-bd78-392633c5ba9f" providerId="ADAL" clId="{8047157B-A5C2-41D0-BDE2-1D74347EDCDC}" dt="2024-01-18T08:36:40.972" v="204" actId="1038"/>
          <ac:spMkLst>
            <pc:docMk/>
            <pc:sldMk cId="0" sldId="283"/>
            <ac:spMk id="497" creationId="{00000000-0000-0000-0000-000000000000}"/>
          </ac:spMkLst>
        </pc:spChg>
        <pc:spChg chg="mod">
          <ac:chgData name="Athresh PS" userId="6aaba706-7cac-4f49-bd78-392633c5ba9f" providerId="ADAL" clId="{8047157B-A5C2-41D0-BDE2-1D74347EDCDC}" dt="2024-01-18T08:37:25.325" v="247" actId="1037"/>
          <ac:spMkLst>
            <pc:docMk/>
            <pc:sldMk cId="0" sldId="283"/>
            <ac:spMk id="498" creationId="{00000000-0000-0000-0000-000000000000}"/>
          </ac:spMkLst>
        </pc:spChg>
        <pc:spChg chg="mod">
          <ac:chgData name="Athresh PS" userId="6aaba706-7cac-4f49-bd78-392633c5ba9f" providerId="ADAL" clId="{8047157B-A5C2-41D0-BDE2-1D74347EDCDC}" dt="2024-01-18T08:36:53.901" v="232" actId="1037"/>
          <ac:spMkLst>
            <pc:docMk/>
            <pc:sldMk cId="0" sldId="283"/>
            <ac:spMk id="499" creationId="{00000000-0000-0000-0000-000000000000}"/>
          </ac:spMkLst>
        </pc:spChg>
        <pc:spChg chg="mod">
          <ac:chgData name="Athresh PS" userId="6aaba706-7cac-4f49-bd78-392633c5ba9f" providerId="ADAL" clId="{8047157B-A5C2-41D0-BDE2-1D74347EDCDC}" dt="2024-01-18T08:36:49.486" v="225" actId="1038"/>
          <ac:spMkLst>
            <pc:docMk/>
            <pc:sldMk cId="0" sldId="283"/>
            <ac:spMk id="500" creationId="{00000000-0000-0000-0000-000000000000}"/>
          </ac:spMkLst>
        </pc:spChg>
        <pc:spChg chg="mod">
          <ac:chgData name="Athresh PS" userId="6aaba706-7cac-4f49-bd78-392633c5ba9f" providerId="ADAL" clId="{8047157B-A5C2-41D0-BDE2-1D74347EDCDC}" dt="2024-01-18T08:36:49.486" v="225" actId="1038"/>
          <ac:spMkLst>
            <pc:docMk/>
            <pc:sldMk cId="0" sldId="283"/>
            <ac:spMk id="501" creationId="{00000000-0000-0000-0000-000000000000}"/>
          </ac:spMkLst>
        </pc:spChg>
        <pc:spChg chg="mod">
          <ac:chgData name="Athresh PS" userId="6aaba706-7cac-4f49-bd78-392633c5ba9f" providerId="ADAL" clId="{8047157B-A5C2-41D0-BDE2-1D74347EDCDC}" dt="2024-01-18T08:37:25.325" v="247" actId="1037"/>
          <ac:spMkLst>
            <pc:docMk/>
            <pc:sldMk cId="0" sldId="283"/>
            <ac:spMk id="503" creationId="{00000000-0000-0000-0000-000000000000}"/>
          </ac:spMkLst>
        </pc:spChg>
        <pc:spChg chg="mod">
          <ac:chgData name="Athresh PS" userId="6aaba706-7cac-4f49-bd78-392633c5ba9f" providerId="ADAL" clId="{8047157B-A5C2-41D0-BDE2-1D74347EDCDC}" dt="2024-01-18T08:37:25.325" v="247" actId="1037"/>
          <ac:spMkLst>
            <pc:docMk/>
            <pc:sldMk cId="0" sldId="283"/>
            <ac:spMk id="504" creationId="{00000000-0000-0000-0000-000000000000}"/>
          </ac:spMkLst>
        </pc:spChg>
        <pc:grpChg chg="mod">
          <ac:chgData name="Athresh PS" userId="6aaba706-7cac-4f49-bd78-392633c5ba9f" providerId="ADAL" clId="{8047157B-A5C2-41D0-BDE2-1D74347EDCDC}" dt="2024-01-18T08:36:34.717" v="175" actId="1038"/>
          <ac:grpSpMkLst>
            <pc:docMk/>
            <pc:sldMk cId="0" sldId="283"/>
            <ac:grpSpMk id="492" creationId="{00000000-0000-0000-0000-000000000000}"/>
          </ac:grpSpMkLst>
        </pc:grpChg>
        <pc:picChg chg="del">
          <ac:chgData name="Athresh PS" userId="6aaba706-7cac-4f49-bd78-392633c5ba9f" providerId="ADAL" clId="{8047157B-A5C2-41D0-BDE2-1D74347EDCDC}" dt="2024-01-18T09:29:42.692" v="789" actId="478"/>
          <ac:picMkLst>
            <pc:docMk/>
            <pc:sldMk cId="0" sldId="283"/>
            <ac:picMk id="491" creationId="{00000000-0000-0000-0000-000000000000}"/>
          </ac:picMkLst>
        </pc:picChg>
        <pc:picChg chg="mod">
          <ac:chgData name="Athresh PS" userId="6aaba706-7cac-4f49-bd78-392633c5ba9f" providerId="ADAL" clId="{8047157B-A5C2-41D0-BDE2-1D74347EDCDC}" dt="2024-01-18T08:36:49.486" v="225" actId="1038"/>
          <ac:picMkLst>
            <pc:docMk/>
            <pc:sldMk cId="0" sldId="283"/>
            <ac:picMk id="494" creationId="{00000000-0000-0000-0000-000000000000}"/>
          </ac:picMkLst>
        </pc:picChg>
        <pc:picChg chg="mod">
          <ac:chgData name="Athresh PS" userId="6aaba706-7cac-4f49-bd78-392633c5ba9f" providerId="ADAL" clId="{8047157B-A5C2-41D0-BDE2-1D74347EDCDC}" dt="2024-01-18T08:36:49.486" v="225" actId="1038"/>
          <ac:picMkLst>
            <pc:docMk/>
            <pc:sldMk cId="0" sldId="283"/>
            <ac:picMk id="495" creationId="{00000000-0000-0000-0000-000000000000}"/>
          </ac:picMkLst>
        </pc:picChg>
        <pc:picChg chg="mod">
          <ac:chgData name="Athresh PS" userId="6aaba706-7cac-4f49-bd78-392633c5ba9f" providerId="ADAL" clId="{8047157B-A5C2-41D0-BDE2-1D74347EDCDC}" dt="2024-01-18T08:36:49.486" v="225" actId="1038"/>
          <ac:picMkLst>
            <pc:docMk/>
            <pc:sldMk cId="0" sldId="283"/>
            <ac:picMk id="496" creationId="{00000000-0000-0000-0000-000000000000}"/>
          </ac:picMkLst>
        </pc:picChg>
        <pc:picChg chg="mod">
          <ac:chgData name="Athresh PS" userId="6aaba706-7cac-4f49-bd78-392633c5ba9f" providerId="ADAL" clId="{8047157B-A5C2-41D0-BDE2-1D74347EDCDC}" dt="2024-01-18T08:37:32.053" v="249" actId="22711"/>
          <ac:picMkLst>
            <pc:docMk/>
            <pc:sldMk cId="0" sldId="283"/>
            <ac:picMk id="505" creationId="{00000000-0000-0000-0000-000000000000}"/>
          </ac:picMkLst>
        </pc:picChg>
        <pc:picChg chg="mod">
          <ac:chgData name="Athresh PS" userId="6aaba706-7cac-4f49-bd78-392633c5ba9f" providerId="ADAL" clId="{8047157B-A5C2-41D0-BDE2-1D74347EDCDC}" dt="2024-01-18T08:37:25.325" v="247" actId="1037"/>
          <ac:picMkLst>
            <pc:docMk/>
            <pc:sldMk cId="0" sldId="283"/>
            <ac:picMk id="506" creationId="{00000000-0000-0000-0000-000000000000}"/>
          </ac:picMkLst>
        </pc:picChg>
        <pc:cxnChg chg="mod">
          <ac:chgData name="Athresh PS" userId="6aaba706-7cac-4f49-bd78-392633c5ba9f" providerId="ADAL" clId="{8047157B-A5C2-41D0-BDE2-1D74347EDCDC}" dt="2024-01-18T08:37:09.893" v="234" actId="208"/>
          <ac:cxnSpMkLst>
            <pc:docMk/>
            <pc:sldMk cId="0" sldId="283"/>
            <ac:cxnSpMk id="493" creationId="{00000000-0000-0000-0000-000000000000}"/>
          </ac:cxnSpMkLst>
        </pc:cxnChg>
      </pc:sldChg>
      <pc:sldChg chg="delSp modSp mod">
        <pc:chgData name="Athresh PS" userId="6aaba706-7cac-4f49-bd78-392633c5ba9f" providerId="ADAL" clId="{8047157B-A5C2-41D0-BDE2-1D74347EDCDC}" dt="2024-01-18T09:29:44.533" v="790" actId="478"/>
        <pc:sldMkLst>
          <pc:docMk/>
          <pc:sldMk cId="0" sldId="285"/>
        </pc:sldMkLst>
        <pc:spChg chg="mod">
          <ac:chgData name="Athresh PS" userId="6aaba706-7cac-4f49-bd78-392633c5ba9f" providerId="ADAL" clId="{8047157B-A5C2-41D0-BDE2-1D74347EDCDC}" dt="2024-01-18T08:37:44.724" v="250" actId="2085"/>
          <ac:spMkLst>
            <pc:docMk/>
            <pc:sldMk cId="0" sldId="285"/>
            <ac:spMk id="519" creationId="{00000000-0000-0000-0000-000000000000}"/>
          </ac:spMkLst>
        </pc:spChg>
        <pc:spChg chg="mod">
          <ac:chgData name="Athresh PS" userId="6aaba706-7cac-4f49-bd78-392633c5ba9f" providerId="ADAL" clId="{8047157B-A5C2-41D0-BDE2-1D74347EDCDC}" dt="2024-01-18T08:37:53.958" v="254" actId="1037"/>
          <ac:spMkLst>
            <pc:docMk/>
            <pc:sldMk cId="0" sldId="285"/>
            <ac:spMk id="529" creationId="{00000000-0000-0000-0000-000000000000}"/>
          </ac:spMkLst>
        </pc:spChg>
        <pc:picChg chg="del">
          <ac:chgData name="Athresh PS" userId="6aaba706-7cac-4f49-bd78-392633c5ba9f" providerId="ADAL" clId="{8047157B-A5C2-41D0-BDE2-1D74347EDCDC}" dt="2024-01-18T09:29:44.533" v="790" actId="478"/>
          <ac:picMkLst>
            <pc:docMk/>
            <pc:sldMk cId="0" sldId="285"/>
            <ac:picMk id="520" creationId="{00000000-0000-0000-0000-000000000000}"/>
          </ac:picMkLst>
        </pc:picChg>
      </pc:sldChg>
      <pc:sldChg chg="delSp modSp mod">
        <pc:chgData name="Athresh PS" userId="6aaba706-7cac-4f49-bd78-392633c5ba9f" providerId="ADAL" clId="{8047157B-A5C2-41D0-BDE2-1D74347EDCDC}" dt="2024-01-18T09:29:47.258" v="791" actId="478"/>
        <pc:sldMkLst>
          <pc:docMk/>
          <pc:sldMk cId="0" sldId="287"/>
        </pc:sldMkLst>
        <pc:spChg chg="mod">
          <ac:chgData name="Athresh PS" userId="6aaba706-7cac-4f49-bd78-392633c5ba9f" providerId="ADAL" clId="{8047157B-A5C2-41D0-BDE2-1D74347EDCDC}" dt="2024-01-18T08:39:48.134" v="278" actId="1035"/>
          <ac:spMkLst>
            <pc:docMk/>
            <pc:sldMk cId="0" sldId="287"/>
            <ac:spMk id="550" creationId="{00000000-0000-0000-0000-000000000000}"/>
          </ac:spMkLst>
        </pc:spChg>
        <pc:grpChg chg="mod">
          <ac:chgData name="Athresh PS" userId="6aaba706-7cac-4f49-bd78-392633c5ba9f" providerId="ADAL" clId="{8047157B-A5C2-41D0-BDE2-1D74347EDCDC}" dt="2024-01-18T08:39:15.637" v="255" actId="14100"/>
          <ac:grpSpMkLst>
            <pc:docMk/>
            <pc:sldMk cId="0" sldId="287"/>
            <ac:grpSpMk id="546" creationId="{00000000-0000-0000-0000-000000000000}"/>
          </ac:grpSpMkLst>
        </pc:grpChg>
        <pc:picChg chg="del">
          <ac:chgData name="Athresh PS" userId="6aaba706-7cac-4f49-bd78-392633c5ba9f" providerId="ADAL" clId="{8047157B-A5C2-41D0-BDE2-1D74347EDCDC}" dt="2024-01-18T09:29:47.258" v="791" actId="478"/>
          <ac:picMkLst>
            <pc:docMk/>
            <pc:sldMk cId="0" sldId="287"/>
            <ac:picMk id="543" creationId="{00000000-0000-0000-0000-000000000000}"/>
          </ac:picMkLst>
        </pc:picChg>
        <pc:picChg chg="mod">
          <ac:chgData name="Athresh PS" userId="6aaba706-7cac-4f49-bd78-392633c5ba9f" providerId="ADAL" clId="{8047157B-A5C2-41D0-BDE2-1D74347EDCDC}" dt="2024-01-18T08:39:22.290" v="272" actId="1035"/>
          <ac:picMkLst>
            <pc:docMk/>
            <pc:sldMk cId="0" sldId="287"/>
            <ac:picMk id="562" creationId="{00000000-0000-0000-0000-000000000000}"/>
          </ac:picMkLst>
        </pc:picChg>
        <pc:picChg chg="mod">
          <ac:chgData name="Athresh PS" userId="6aaba706-7cac-4f49-bd78-392633c5ba9f" providerId="ADAL" clId="{8047157B-A5C2-41D0-BDE2-1D74347EDCDC}" dt="2024-01-18T08:39:39.732" v="274"/>
          <ac:picMkLst>
            <pc:docMk/>
            <pc:sldMk cId="0" sldId="287"/>
            <ac:picMk id="580" creationId="{00000000-0000-0000-0000-000000000000}"/>
          </ac:picMkLst>
        </pc:picChg>
      </pc:sldChg>
      <pc:sldChg chg="delSp modSp mod">
        <pc:chgData name="Athresh PS" userId="6aaba706-7cac-4f49-bd78-392633c5ba9f" providerId="ADAL" clId="{8047157B-A5C2-41D0-BDE2-1D74347EDCDC}" dt="2024-01-18T09:29:48.575" v="793" actId="478"/>
        <pc:sldMkLst>
          <pc:docMk/>
          <pc:sldMk cId="0" sldId="288"/>
        </pc:sldMkLst>
        <pc:spChg chg="mod">
          <ac:chgData name="Athresh PS" userId="6aaba706-7cac-4f49-bd78-392633c5ba9f" providerId="ADAL" clId="{8047157B-A5C2-41D0-BDE2-1D74347EDCDC}" dt="2024-01-18T08:40:00.933" v="279" actId="207"/>
          <ac:spMkLst>
            <pc:docMk/>
            <pc:sldMk cId="0" sldId="288"/>
            <ac:spMk id="595" creationId="{00000000-0000-0000-0000-000000000000}"/>
          </ac:spMkLst>
        </pc:spChg>
        <pc:spChg chg="mod">
          <ac:chgData name="Athresh PS" userId="6aaba706-7cac-4f49-bd78-392633c5ba9f" providerId="ADAL" clId="{8047157B-A5C2-41D0-BDE2-1D74347EDCDC}" dt="2024-01-18T08:40:07.588" v="280" actId="207"/>
          <ac:spMkLst>
            <pc:docMk/>
            <pc:sldMk cId="0" sldId="288"/>
            <ac:spMk id="598" creationId="{00000000-0000-0000-0000-000000000000}"/>
          </ac:spMkLst>
        </pc:spChg>
        <pc:picChg chg="del mod">
          <ac:chgData name="Athresh PS" userId="6aaba706-7cac-4f49-bd78-392633c5ba9f" providerId="ADAL" clId="{8047157B-A5C2-41D0-BDE2-1D74347EDCDC}" dt="2024-01-18T09:29:48.575" v="793" actId="478"/>
          <ac:picMkLst>
            <pc:docMk/>
            <pc:sldMk cId="0" sldId="288"/>
            <ac:picMk id="587" creationId="{00000000-0000-0000-0000-000000000000}"/>
          </ac:picMkLst>
        </pc:picChg>
      </pc:sldChg>
      <pc:sldChg chg="delSp modSp mod">
        <pc:chgData name="Athresh PS" userId="6aaba706-7cac-4f49-bd78-392633c5ba9f" providerId="ADAL" clId="{8047157B-A5C2-41D0-BDE2-1D74347EDCDC}" dt="2024-01-18T09:29:50.119" v="794" actId="478"/>
        <pc:sldMkLst>
          <pc:docMk/>
          <pc:sldMk cId="0" sldId="289"/>
        </pc:sldMkLst>
        <pc:grpChg chg="mod">
          <ac:chgData name="Athresh PS" userId="6aaba706-7cac-4f49-bd78-392633c5ba9f" providerId="ADAL" clId="{8047157B-A5C2-41D0-BDE2-1D74347EDCDC}" dt="2024-01-18T08:41:07.210" v="313" actId="1076"/>
          <ac:grpSpMkLst>
            <pc:docMk/>
            <pc:sldMk cId="0" sldId="289"/>
            <ac:grpSpMk id="610" creationId="{00000000-0000-0000-0000-000000000000}"/>
          </ac:grpSpMkLst>
        </pc:grpChg>
        <pc:picChg chg="mod">
          <ac:chgData name="Athresh PS" userId="6aaba706-7cac-4f49-bd78-392633c5ba9f" providerId="ADAL" clId="{8047157B-A5C2-41D0-BDE2-1D74347EDCDC}" dt="2024-01-18T08:42:05.870" v="333" actId="12789"/>
          <ac:picMkLst>
            <pc:docMk/>
            <pc:sldMk cId="0" sldId="289"/>
            <ac:picMk id="614" creationId="{00000000-0000-0000-0000-000000000000}"/>
          </ac:picMkLst>
        </pc:picChg>
        <pc:picChg chg="mod">
          <ac:chgData name="Athresh PS" userId="6aaba706-7cac-4f49-bd78-392633c5ba9f" providerId="ADAL" clId="{8047157B-A5C2-41D0-BDE2-1D74347EDCDC}" dt="2024-01-18T08:42:05.870" v="333" actId="12789"/>
          <ac:picMkLst>
            <pc:docMk/>
            <pc:sldMk cId="0" sldId="289"/>
            <ac:picMk id="615" creationId="{00000000-0000-0000-0000-000000000000}"/>
          </ac:picMkLst>
        </pc:picChg>
        <pc:picChg chg="mod">
          <ac:chgData name="Athresh PS" userId="6aaba706-7cac-4f49-bd78-392633c5ba9f" providerId="ADAL" clId="{8047157B-A5C2-41D0-BDE2-1D74347EDCDC}" dt="2024-01-18T08:42:05.870" v="333" actId="12789"/>
          <ac:picMkLst>
            <pc:docMk/>
            <pc:sldMk cId="0" sldId="289"/>
            <ac:picMk id="616" creationId="{00000000-0000-0000-0000-000000000000}"/>
          </ac:picMkLst>
        </pc:picChg>
        <pc:picChg chg="mod">
          <ac:chgData name="Athresh PS" userId="6aaba706-7cac-4f49-bd78-392633c5ba9f" providerId="ADAL" clId="{8047157B-A5C2-41D0-BDE2-1D74347EDCDC}" dt="2024-01-18T08:40:44.111" v="297" actId="1036"/>
          <ac:picMkLst>
            <pc:docMk/>
            <pc:sldMk cId="0" sldId="289"/>
            <ac:picMk id="618" creationId="{00000000-0000-0000-0000-000000000000}"/>
          </ac:picMkLst>
        </pc:picChg>
        <pc:picChg chg="mod">
          <ac:chgData name="Athresh PS" userId="6aaba706-7cac-4f49-bd78-392633c5ba9f" providerId="ADAL" clId="{8047157B-A5C2-41D0-BDE2-1D74347EDCDC}" dt="2024-01-18T08:41:02.569" v="311" actId="1035"/>
          <ac:picMkLst>
            <pc:docMk/>
            <pc:sldMk cId="0" sldId="289"/>
            <ac:picMk id="619" creationId="{00000000-0000-0000-0000-000000000000}"/>
          </ac:picMkLst>
        </pc:picChg>
        <pc:picChg chg="del">
          <ac:chgData name="Athresh PS" userId="6aaba706-7cac-4f49-bd78-392633c5ba9f" providerId="ADAL" clId="{8047157B-A5C2-41D0-BDE2-1D74347EDCDC}" dt="2024-01-18T09:29:50.119" v="794" actId="478"/>
          <ac:picMkLst>
            <pc:docMk/>
            <pc:sldMk cId="0" sldId="289"/>
            <ac:picMk id="620" creationId="{00000000-0000-0000-0000-000000000000}"/>
          </ac:picMkLst>
        </pc:picChg>
      </pc:sldChg>
      <pc:sldChg chg="addSp delSp modSp mod">
        <pc:chgData name="Athresh PS" userId="6aaba706-7cac-4f49-bd78-392633c5ba9f" providerId="ADAL" clId="{8047157B-A5C2-41D0-BDE2-1D74347EDCDC}" dt="2024-01-18T09:29:51.756" v="795" actId="478"/>
        <pc:sldMkLst>
          <pc:docMk/>
          <pc:sldMk cId="0" sldId="291"/>
        </pc:sldMkLst>
        <pc:spChg chg="mod">
          <ac:chgData name="Athresh PS" userId="6aaba706-7cac-4f49-bd78-392633c5ba9f" providerId="ADAL" clId="{8047157B-A5C2-41D0-BDE2-1D74347EDCDC}" dt="2024-01-18T08:41:59.568" v="325" actId="14100"/>
          <ac:spMkLst>
            <pc:docMk/>
            <pc:sldMk cId="0" sldId="291"/>
            <ac:spMk id="639" creationId="{00000000-0000-0000-0000-000000000000}"/>
          </ac:spMkLst>
        </pc:spChg>
        <pc:spChg chg="mod">
          <ac:chgData name="Athresh PS" userId="6aaba706-7cac-4f49-bd78-392633c5ba9f" providerId="ADAL" clId="{8047157B-A5C2-41D0-BDE2-1D74347EDCDC}" dt="2024-01-18T08:42:03.183" v="327" actId="14100"/>
          <ac:spMkLst>
            <pc:docMk/>
            <pc:sldMk cId="0" sldId="291"/>
            <ac:spMk id="642" creationId="{00000000-0000-0000-0000-000000000000}"/>
          </ac:spMkLst>
        </pc:spChg>
        <pc:spChg chg="add del mod">
          <ac:chgData name="Athresh PS" userId="6aaba706-7cac-4f49-bd78-392633c5ba9f" providerId="ADAL" clId="{8047157B-A5C2-41D0-BDE2-1D74347EDCDC}" dt="2024-01-18T08:42:04.817" v="331" actId="1076"/>
          <ac:spMkLst>
            <pc:docMk/>
            <pc:sldMk cId="0" sldId="291"/>
            <ac:spMk id="648" creationId="{00000000-0000-0000-0000-000000000000}"/>
          </ac:spMkLst>
        </pc:spChg>
        <pc:spChg chg="add del mod">
          <ac:chgData name="Athresh PS" userId="6aaba706-7cac-4f49-bd78-392633c5ba9f" providerId="ADAL" clId="{8047157B-A5C2-41D0-BDE2-1D74347EDCDC}" dt="2024-01-18T08:42:04.416" v="330" actId="1076"/>
          <ac:spMkLst>
            <pc:docMk/>
            <pc:sldMk cId="0" sldId="291"/>
            <ac:spMk id="649" creationId="{00000000-0000-0000-0000-000000000000}"/>
          </ac:spMkLst>
        </pc:spChg>
        <pc:grpChg chg="mod">
          <ac:chgData name="Athresh PS" userId="6aaba706-7cac-4f49-bd78-392633c5ba9f" providerId="ADAL" clId="{8047157B-A5C2-41D0-BDE2-1D74347EDCDC}" dt="2024-01-18T08:42:05.391" v="332" actId="1076"/>
          <ac:grpSpMkLst>
            <pc:docMk/>
            <pc:sldMk cId="0" sldId="291"/>
            <ac:grpSpMk id="636" creationId="{00000000-0000-0000-0000-000000000000}"/>
          </ac:grpSpMkLst>
        </pc:grpChg>
        <pc:picChg chg="del">
          <ac:chgData name="Athresh PS" userId="6aaba706-7cac-4f49-bd78-392633c5ba9f" providerId="ADAL" clId="{8047157B-A5C2-41D0-BDE2-1D74347EDCDC}" dt="2024-01-18T09:29:51.756" v="795" actId="478"/>
          <ac:picMkLst>
            <pc:docMk/>
            <pc:sldMk cId="0" sldId="291"/>
            <ac:picMk id="635" creationId="{00000000-0000-0000-0000-000000000000}"/>
          </ac:picMkLst>
        </pc:picChg>
      </pc:sldChg>
      <pc:sldChg chg="delSp modSp mod">
        <pc:chgData name="Athresh PS" userId="6aaba706-7cac-4f49-bd78-392633c5ba9f" providerId="ADAL" clId="{8047157B-A5C2-41D0-BDE2-1D74347EDCDC}" dt="2024-01-18T09:29:53.017" v="796" actId="478"/>
        <pc:sldMkLst>
          <pc:docMk/>
          <pc:sldMk cId="0" sldId="292"/>
        </pc:sldMkLst>
        <pc:spChg chg="mod">
          <ac:chgData name="Athresh PS" userId="6aaba706-7cac-4f49-bd78-392633c5ba9f" providerId="ADAL" clId="{8047157B-A5C2-41D0-BDE2-1D74347EDCDC}" dt="2024-01-18T08:43:16.181" v="373" actId="1035"/>
          <ac:spMkLst>
            <pc:docMk/>
            <pc:sldMk cId="0" sldId="292"/>
            <ac:spMk id="668" creationId="{00000000-0000-0000-0000-000000000000}"/>
          </ac:spMkLst>
        </pc:spChg>
        <pc:spChg chg="mod">
          <ac:chgData name="Athresh PS" userId="6aaba706-7cac-4f49-bd78-392633c5ba9f" providerId="ADAL" clId="{8047157B-A5C2-41D0-BDE2-1D74347EDCDC}" dt="2024-01-18T08:43:12.964" v="366" actId="12788"/>
          <ac:spMkLst>
            <pc:docMk/>
            <pc:sldMk cId="0" sldId="292"/>
            <ac:spMk id="670" creationId="{00000000-0000-0000-0000-000000000000}"/>
          </ac:spMkLst>
        </pc:spChg>
        <pc:picChg chg="del">
          <ac:chgData name="Athresh PS" userId="6aaba706-7cac-4f49-bd78-392633c5ba9f" providerId="ADAL" clId="{8047157B-A5C2-41D0-BDE2-1D74347EDCDC}" dt="2024-01-18T09:29:53.017" v="796" actId="478"/>
          <ac:picMkLst>
            <pc:docMk/>
            <pc:sldMk cId="0" sldId="292"/>
            <ac:picMk id="669" creationId="{00000000-0000-0000-0000-000000000000}"/>
          </ac:picMkLst>
        </pc:picChg>
        <pc:picChg chg="mod">
          <ac:chgData name="Athresh PS" userId="6aaba706-7cac-4f49-bd78-392633c5ba9f" providerId="ADAL" clId="{8047157B-A5C2-41D0-BDE2-1D74347EDCDC}" dt="2024-01-18T08:42:29.812" v="343"/>
          <ac:picMkLst>
            <pc:docMk/>
            <pc:sldMk cId="0" sldId="292"/>
            <ac:picMk id="673" creationId="{00000000-0000-0000-0000-000000000000}"/>
          </ac:picMkLst>
        </pc:picChg>
        <pc:picChg chg="mod">
          <ac:chgData name="Athresh PS" userId="6aaba706-7cac-4f49-bd78-392633c5ba9f" providerId="ADAL" clId="{8047157B-A5C2-41D0-BDE2-1D74347EDCDC}" dt="2024-01-18T08:42:46.643" v="346" actId="207"/>
          <ac:picMkLst>
            <pc:docMk/>
            <pc:sldMk cId="0" sldId="292"/>
            <ac:picMk id="674" creationId="{00000000-0000-0000-0000-000000000000}"/>
          </ac:picMkLst>
        </pc:picChg>
        <pc:picChg chg="mod">
          <ac:chgData name="Athresh PS" userId="6aaba706-7cac-4f49-bd78-392633c5ba9f" providerId="ADAL" clId="{8047157B-A5C2-41D0-BDE2-1D74347EDCDC}" dt="2024-01-18T08:42:46.643" v="346" actId="207"/>
          <ac:picMkLst>
            <pc:docMk/>
            <pc:sldMk cId="0" sldId="292"/>
            <ac:picMk id="676" creationId="{00000000-0000-0000-0000-000000000000}"/>
          </ac:picMkLst>
        </pc:picChg>
      </pc:sldChg>
      <pc:sldChg chg="addSp delSp modSp mod">
        <pc:chgData name="Athresh PS" userId="6aaba706-7cac-4f49-bd78-392633c5ba9f" providerId="ADAL" clId="{8047157B-A5C2-41D0-BDE2-1D74347EDCDC}" dt="2024-01-18T09:29:54.966" v="797" actId="478"/>
        <pc:sldMkLst>
          <pc:docMk/>
          <pc:sldMk cId="0" sldId="294"/>
        </pc:sldMkLst>
        <pc:spChg chg="add del mod">
          <ac:chgData name="Athresh PS" userId="6aaba706-7cac-4f49-bd78-392633c5ba9f" providerId="ADAL" clId="{8047157B-A5C2-41D0-BDE2-1D74347EDCDC}" dt="2024-01-18T08:43:26.128" v="376" actId="2085"/>
          <ac:spMkLst>
            <pc:docMk/>
            <pc:sldMk cId="0" sldId="294"/>
            <ac:spMk id="690" creationId="{00000000-0000-0000-0000-000000000000}"/>
          </ac:spMkLst>
        </pc:spChg>
        <pc:picChg chg="del">
          <ac:chgData name="Athresh PS" userId="6aaba706-7cac-4f49-bd78-392633c5ba9f" providerId="ADAL" clId="{8047157B-A5C2-41D0-BDE2-1D74347EDCDC}" dt="2024-01-18T09:29:54.966" v="797" actId="478"/>
          <ac:picMkLst>
            <pc:docMk/>
            <pc:sldMk cId="0" sldId="294"/>
            <ac:picMk id="691" creationId="{00000000-0000-0000-0000-000000000000}"/>
          </ac:picMkLst>
        </pc:picChg>
      </pc:sldChg>
      <pc:sldChg chg="delSp mod addCm">
        <pc:chgData name="Athresh PS" userId="6aaba706-7cac-4f49-bd78-392633c5ba9f" providerId="ADAL" clId="{8047157B-A5C2-41D0-BDE2-1D74347EDCDC}" dt="2024-01-18T09:29:56.690" v="798" actId="478"/>
        <pc:sldMkLst>
          <pc:docMk/>
          <pc:sldMk cId="0" sldId="295"/>
        </pc:sldMkLst>
        <pc:picChg chg="del">
          <ac:chgData name="Athresh PS" userId="6aaba706-7cac-4f49-bd78-392633c5ba9f" providerId="ADAL" clId="{8047157B-A5C2-41D0-BDE2-1D74347EDCDC}" dt="2024-01-18T09:29:56.690" v="798" actId="478"/>
          <ac:picMkLst>
            <pc:docMk/>
            <pc:sldMk cId="0" sldId="295"/>
            <ac:picMk id="699" creationId="{00000000-0000-0000-0000-000000000000}"/>
          </ac:picMkLst>
        </pc:picChg>
        <pc:extLst>
          <p:ext xmlns:p="http://schemas.openxmlformats.org/presentationml/2006/main" uri="{D6D511B9-2390-475A-947B-AFAB55BFBCF1}">
            <pc226:cmChg xmlns:pc226="http://schemas.microsoft.com/office/powerpoint/2022/06/main/command" chg="add">
              <pc226:chgData name="Athresh PS" userId="6aaba706-7cac-4f49-bd78-392633c5ba9f" providerId="ADAL" clId="{8047157B-A5C2-41D0-BDE2-1D74347EDCDC}" dt="2024-01-18T08:43:47.409" v="377"/>
              <pc2:cmMkLst xmlns:pc2="http://schemas.microsoft.com/office/powerpoint/2019/9/main/command">
                <pc:docMk/>
                <pc:sldMk cId="0" sldId="295"/>
                <pc2:cmMk id="{AA8560C8-55A5-4EB0-8C86-205CFB0B8713}"/>
              </pc2:cmMkLst>
            </pc226:cmChg>
          </p:ext>
        </pc:extLst>
      </pc:sldChg>
      <pc:sldChg chg="delSp modSp mod">
        <pc:chgData name="Athresh PS" userId="6aaba706-7cac-4f49-bd78-392633c5ba9f" providerId="ADAL" clId="{8047157B-A5C2-41D0-BDE2-1D74347EDCDC}" dt="2024-01-18T09:29:58.173" v="799" actId="478"/>
        <pc:sldMkLst>
          <pc:docMk/>
          <pc:sldMk cId="0" sldId="296"/>
        </pc:sldMkLst>
        <pc:grpChg chg="mod">
          <ac:chgData name="Athresh PS" userId="6aaba706-7cac-4f49-bd78-392633c5ba9f" providerId="ADAL" clId="{8047157B-A5C2-41D0-BDE2-1D74347EDCDC}" dt="2024-01-18T08:44:01.234" v="394" actId="1036"/>
          <ac:grpSpMkLst>
            <pc:docMk/>
            <pc:sldMk cId="0" sldId="296"/>
            <ac:grpSpMk id="713" creationId="{00000000-0000-0000-0000-000000000000}"/>
          </ac:grpSpMkLst>
        </pc:grpChg>
        <pc:picChg chg="del">
          <ac:chgData name="Athresh PS" userId="6aaba706-7cac-4f49-bd78-392633c5ba9f" providerId="ADAL" clId="{8047157B-A5C2-41D0-BDE2-1D74347EDCDC}" dt="2024-01-18T09:29:58.173" v="799" actId="478"/>
          <ac:picMkLst>
            <pc:docMk/>
            <pc:sldMk cId="0" sldId="296"/>
            <ac:picMk id="721" creationId="{00000000-0000-0000-0000-000000000000}"/>
          </ac:picMkLst>
        </pc:picChg>
      </pc:sldChg>
      <pc:sldChg chg="delSp mod">
        <pc:chgData name="Athresh PS" userId="6aaba706-7cac-4f49-bd78-392633c5ba9f" providerId="ADAL" clId="{8047157B-A5C2-41D0-BDE2-1D74347EDCDC}" dt="2024-01-18T09:30:00.640" v="800" actId="478"/>
        <pc:sldMkLst>
          <pc:docMk/>
          <pc:sldMk cId="0" sldId="297"/>
        </pc:sldMkLst>
        <pc:picChg chg="del">
          <ac:chgData name="Athresh PS" userId="6aaba706-7cac-4f49-bd78-392633c5ba9f" providerId="ADAL" clId="{8047157B-A5C2-41D0-BDE2-1D74347EDCDC}" dt="2024-01-18T09:30:00.640" v="800" actId="478"/>
          <ac:picMkLst>
            <pc:docMk/>
            <pc:sldMk cId="0" sldId="297"/>
            <ac:picMk id="728" creationId="{00000000-0000-0000-0000-000000000000}"/>
          </ac:picMkLst>
        </pc:picChg>
      </pc:sldChg>
      <pc:sldChg chg="delSp modSp mod">
        <pc:chgData name="Athresh PS" userId="6aaba706-7cac-4f49-bd78-392633c5ba9f" providerId="ADAL" clId="{8047157B-A5C2-41D0-BDE2-1D74347EDCDC}" dt="2024-01-18T09:30:02.752" v="801" actId="478"/>
        <pc:sldMkLst>
          <pc:docMk/>
          <pc:sldMk cId="0" sldId="299"/>
        </pc:sldMkLst>
        <pc:spChg chg="mod">
          <ac:chgData name="Athresh PS" userId="6aaba706-7cac-4f49-bd78-392633c5ba9f" providerId="ADAL" clId="{8047157B-A5C2-41D0-BDE2-1D74347EDCDC}" dt="2024-01-18T08:44:10.214" v="395" actId="2085"/>
          <ac:spMkLst>
            <pc:docMk/>
            <pc:sldMk cId="0" sldId="299"/>
            <ac:spMk id="1631" creationId="{00000000-0000-0000-0000-000000000000}"/>
          </ac:spMkLst>
        </pc:spChg>
        <pc:picChg chg="del">
          <ac:chgData name="Athresh PS" userId="6aaba706-7cac-4f49-bd78-392633c5ba9f" providerId="ADAL" clId="{8047157B-A5C2-41D0-BDE2-1D74347EDCDC}" dt="2024-01-18T09:30:02.752" v="801" actId="478"/>
          <ac:picMkLst>
            <pc:docMk/>
            <pc:sldMk cId="0" sldId="299"/>
            <ac:picMk id="1630" creationId="{00000000-0000-0000-0000-000000000000}"/>
          </ac:picMkLst>
        </pc:picChg>
      </pc:sldChg>
      <pc:sldChg chg="delSp modSp mod">
        <pc:chgData name="Athresh PS" userId="6aaba706-7cac-4f49-bd78-392633c5ba9f" providerId="ADAL" clId="{8047157B-A5C2-41D0-BDE2-1D74347EDCDC}" dt="2024-01-18T09:30:04.942" v="802" actId="478"/>
        <pc:sldMkLst>
          <pc:docMk/>
          <pc:sldMk cId="0" sldId="300"/>
        </pc:sldMkLst>
        <pc:spChg chg="mod">
          <ac:chgData name="Athresh PS" userId="6aaba706-7cac-4f49-bd78-392633c5ba9f" providerId="ADAL" clId="{8047157B-A5C2-41D0-BDE2-1D74347EDCDC}" dt="2024-01-18T08:44:37.558" v="423" actId="14100"/>
          <ac:spMkLst>
            <pc:docMk/>
            <pc:sldMk cId="0" sldId="300"/>
            <ac:spMk id="1639" creationId="{00000000-0000-0000-0000-000000000000}"/>
          </ac:spMkLst>
        </pc:spChg>
        <pc:spChg chg="mod">
          <ac:chgData name="Athresh PS" userId="6aaba706-7cac-4f49-bd78-392633c5ba9f" providerId="ADAL" clId="{8047157B-A5C2-41D0-BDE2-1D74347EDCDC}" dt="2024-01-18T08:44:42.180" v="431" actId="1037"/>
          <ac:spMkLst>
            <pc:docMk/>
            <pc:sldMk cId="0" sldId="300"/>
            <ac:spMk id="1640" creationId="{00000000-0000-0000-0000-000000000000}"/>
          </ac:spMkLst>
        </pc:spChg>
        <pc:spChg chg="mod">
          <ac:chgData name="Athresh PS" userId="6aaba706-7cac-4f49-bd78-392633c5ba9f" providerId="ADAL" clId="{8047157B-A5C2-41D0-BDE2-1D74347EDCDC}" dt="2024-01-18T08:44:32.254" v="413" actId="1038"/>
          <ac:spMkLst>
            <pc:docMk/>
            <pc:sldMk cId="0" sldId="300"/>
            <ac:spMk id="1641" creationId="{00000000-0000-0000-0000-000000000000}"/>
          </ac:spMkLst>
        </pc:spChg>
        <pc:spChg chg="mod">
          <ac:chgData name="Athresh PS" userId="6aaba706-7cac-4f49-bd78-392633c5ba9f" providerId="ADAL" clId="{8047157B-A5C2-41D0-BDE2-1D74347EDCDC}" dt="2024-01-18T08:44:35.182" v="422" actId="1038"/>
          <ac:spMkLst>
            <pc:docMk/>
            <pc:sldMk cId="0" sldId="300"/>
            <ac:spMk id="1645" creationId="{00000000-0000-0000-0000-000000000000}"/>
          </ac:spMkLst>
        </pc:spChg>
        <pc:picChg chg="del">
          <ac:chgData name="Athresh PS" userId="6aaba706-7cac-4f49-bd78-392633c5ba9f" providerId="ADAL" clId="{8047157B-A5C2-41D0-BDE2-1D74347EDCDC}" dt="2024-01-18T09:30:04.942" v="802" actId="478"/>
          <ac:picMkLst>
            <pc:docMk/>
            <pc:sldMk cId="0" sldId="300"/>
            <ac:picMk id="1655" creationId="{00000000-0000-0000-0000-000000000000}"/>
          </ac:picMkLst>
        </pc:picChg>
      </pc:sldChg>
      <pc:sldChg chg="delSp mod">
        <pc:chgData name="Athresh PS" userId="6aaba706-7cac-4f49-bd78-392633c5ba9f" providerId="ADAL" clId="{8047157B-A5C2-41D0-BDE2-1D74347EDCDC}" dt="2024-01-18T09:30:06.228" v="803" actId="478"/>
        <pc:sldMkLst>
          <pc:docMk/>
          <pc:sldMk cId="0" sldId="301"/>
        </pc:sldMkLst>
        <pc:picChg chg="del">
          <ac:chgData name="Athresh PS" userId="6aaba706-7cac-4f49-bd78-392633c5ba9f" providerId="ADAL" clId="{8047157B-A5C2-41D0-BDE2-1D74347EDCDC}" dt="2024-01-18T09:30:06.228" v="803" actId="478"/>
          <ac:picMkLst>
            <pc:docMk/>
            <pc:sldMk cId="0" sldId="301"/>
            <ac:picMk id="1675" creationId="{00000000-0000-0000-0000-000000000000}"/>
          </ac:picMkLst>
        </pc:picChg>
      </pc:sldChg>
      <pc:sldChg chg="delSp mod">
        <pc:chgData name="Athresh PS" userId="6aaba706-7cac-4f49-bd78-392633c5ba9f" providerId="ADAL" clId="{8047157B-A5C2-41D0-BDE2-1D74347EDCDC}" dt="2024-01-18T09:30:07.263" v="804" actId="478"/>
        <pc:sldMkLst>
          <pc:docMk/>
          <pc:sldMk cId="0" sldId="302"/>
        </pc:sldMkLst>
        <pc:picChg chg="del">
          <ac:chgData name="Athresh PS" userId="6aaba706-7cac-4f49-bd78-392633c5ba9f" providerId="ADAL" clId="{8047157B-A5C2-41D0-BDE2-1D74347EDCDC}" dt="2024-01-18T09:30:07.263" v="804" actId="478"/>
          <ac:picMkLst>
            <pc:docMk/>
            <pc:sldMk cId="0" sldId="302"/>
            <ac:picMk id="1683" creationId="{00000000-0000-0000-0000-000000000000}"/>
          </ac:picMkLst>
        </pc:picChg>
      </pc:sldChg>
      <pc:sldChg chg="delSp mod">
        <pc:chgData name="Athresh PS" userId="6aaba706-7cac-4f49-bd78-392633c5ba9f" providerId="ADAL" clId="{8047157B-A5C2-41D0-BDE2-1D74347EDCDC}" dt="2024-01-18T09:30:09.042" v="805" actId="478"/>
        <pc:sldMkLst>
          <pc:docMk/>
          <pc:sldMk cId="0" sldId="304"/>
        </pc:sldMkLst>
        <pc:picChg chg="del">
          <ac:chgData name="Athresh PS" userId="6aaba706-7cac-4f49-bd78-392633c5ba9f" providerId="ADAL" clId="{8047157B-A5C2-41D0-BDE2-1D74347EDCDC}" dt="2024-01-18T09:30:09.042" v="805" actId="478"/>
          <ac:picMkLst>
            <pc:docMk/>
            <pc:sldMk cId="0" sldId="304"/>
            <ac:picMk id="1713" creationId="{00000000-0000-0000-0000-000000000000}"/>
          </ac:picMkLst>
        </pc:picChg>
      </pc:sldChg>
      <pc:sldChg chg="delSp mod">
        <pc:chgData name="Athresh PS" userId="6aaba706-7cac-4f49-bd78-392633c5ba9f" providerId="ADAL" clId="{8047157B-A5C2-41D0-BDE2-1D74347EDCDC}" dt="2024-01-18T09:30:10.195" v="806" actId="478"/>
        <pc:sldMkLst>
          <pc:docMk/>
          <pc:sldMk cId="0" sldId="305"/>
        </pc:sldMkLst>
        <pc:picChg chg="del">
          <ac:chgData name="Athresh PS" userId="6aaba706-7cac-4f49-bd78-392633c5ba9f" providerId="ADAL" clId="{8047157B-A5C2-41D0-BDE2-1D74347EDCDC}" dt="2024-01-18T09:30:10.195" v="806" actId="478"/>
          <ac:picMkLst>
            <pc:docMk/>
            <pc:sldMk cId="0" sldId="305"/>
            <ac:picMk id="1721" creationId="{00000000-0000-0000-0000-000000000000}"/>
          </ac:picMkLst>
        </pc:picChg>
      </pc:sldChg>
      <pc:sldChg chg="delSp modSp mod">
        <pc:chgData name="Athresh PS" userId="6aaba706-7cac-4f49-bd78-392633c5ba9f" providerId="ADAL" clId="{8047157B-A5C2-41D0-BDE2-1D74347EDCDC}" dt="2024-01-18T09:30:15.288" v="808" actId="478"/>
        <pc:sldMkLst>
          <pc:docMk/>
          <pc:sldMk cId="0" sldId="306"/>
        </pc:sldMkLst>
        <pc:spChg chg="mod">
          <ac:chgData name="Athresh PS" userId="6aaba706-7cac-4f49-bd78-392633c5ba9f" providerId="ADAL" clId="{8047157B-A5C2-41D0-BDE2-1D74347EDCDC}" dt="2024-01-18T08:45:53.741" v="472" actId="1076"/>
          <ac:spMkLst>
            <pc:docMk/>
            <pc:sldMk cId="0" sldId="306"/>
            <ac:spMk id="1801" creationId="{00000000-0000-0000-0000-000000000000}"/>
          </ac:spMkLst>
        </pc:spChg>
        <pc:spChg chg="mod">
          <ac:chgData name="Athresh PS" userId="6aaba706-7cac-4f49-bd78-392633c5ba9f" providerId="ADAL" clId="{8047157B-A5C2-41D0-BDE2-1D74347EDCDC}" dt="2024-01-18T08:45:39.217" v="449" actId="1038"/>
          <ac:spMkLst>
            <pc:docMk/>
            <pc:sldMk cId="0" sldId="306"/>
            <ac:spMk id="1802" creationId="{00000000-0000-0000-0000-000000000000}"/>
          </ac:spMkLst>
        </pc:spChg>
        <pc:spChg chg="mod">
          <ac:chgData name="Athresh PS" userId="6aaba706-7cac-4f49-bd78-392633c5ba9f" providerId="ADAL" clId="{8047157B-A5C2-41D0-BDE2-1D74347EDCDC}" dt="2024-01-18T08:45:46.613" v="460" actId="1076"/>
          <ac:spMkLst>
            <pc:docMk/>
            <pc:sldMk cId="0" sldId="306"/>
            <ac:spMk id="1803" creationId="{00000000-0000-0000-0000-000000000000}"/>
          </ac:spMkLst>
        </pc:spChg>
        <pc:spChg chg="mod">
          <ac:chgData name="Athresh PS" userId="6aaba706-7cac-4f49-bd78-392633c5ba9f" providerId="ADAL" clId="{8047157B-A5C2-41D0-BDE2-1D74347EDCDC}" dt="2024-01-18T08:45:26.480" v="432" actId="122"/>
          <ac:spMkLst>
            <pc:docMk/>
            <pc:sldMk cId="0" sldId="306"/>
            <ac:spMk id="1804" creationId="{00000000-0000-0000-0000-000000000000}"/>
          </ac:spMkLst>
        </pc:spChg>
        <pc:spChg chg="mod">
          <ac:chgData name="Athresh PS" userId="6aaba706-7cac-4f49-bd78-392633c5ba9f" providerId="ADAL" clId="{8047157B-A5C2-41D0-BDE2-1D74347EDCDC}" dt="2024-01-18T08:45:43.286" v="459" actId="1038"/>
          <ac:spMkLst>
            <pc:docMk/>
            <pc:sldMk cId="0" sldId="306"/>
            <ac:spMk id="1805" creationId="{00000000-0000-0000-0000-000000000000}"/>
          </ac:spMkLst>
        </pc:spChg>
        <pc:grpChg chg="mod">
          <ac:chgData name="Athresh PS" userId="6aaba706-7cac-4f49-bd78-392633c5ba9f" providerId="ADAL" clId="{8047157B-A5C2-41D0-BDE2-1D74347EDCDC}" dt="2024-01-18T08:45:57.235" v="482" actId="1037"/>
          <ac:grpSpMkLst>
            <pc:docMk/>
            <pc:sldMk cId="0" sldId="306"/>
            <ac:grpSpMk id="1799" creationId="{00000000-0000-0000-0000-000000000000}"/>
          </ac:grpSpMkLst>
        </pc:grpChg>
        <pc:picChg chg="del">
          <ac:chgData name="Athresh PS" userId="6aaba706-7cac-4f49-bd78-392633c5ba9f" providerId="ADAL" clId="{8047157B-A5C2-41D0-BDE2-1D74347EDCDC}" dt="2024-01-18T09:30:15.288" v="808" actId="478"/>
          <ac:picMkLst>
            <pc:docMk/>
            <pc:sldMk cId="0" sldId="306"/>
            <ac:picMk id="1816" creationId="{00000000-0000-0000-0000-000000000000}"/>
          </ac:picMkLst>
        </pc:picChg>
        <pc:picChg chg="del">
          <ac:chgData name="Athresh PS" userId="6aaba706-7cac-4f49-bd78-392633c5ba9f" providerId="ADAL" clId="{8047157B-A5C2-41D0-BDE2-1D74347EDCDC}" dt="2024-01-18T09:30:11.218" v="807" actId="478"/>
          <ac:picMkLst>
            <pc:docMk/>
            <pc:sldMk cId="0" sldId="306"/>
            <ac:picMk id="1817" creationId="{00000000-0000-0000-0000-000000000000}"/>
          </ac:picMkLst>
        </pc:picChg>
      </pc:sldChg>
      <pc:sldChg chg="delSp modSp mod addCm">
        <pc:chgData name="Athresh PS" userId="6aaba706-7cac-4f49-bd78-392633c5ba9f" providerId="ADAL" clId="{8047157B-A5C2-41D0-BDE2-1D74347EDCDC}" dt="2024-01-18T09:30:20.722" v="809" actId="478"/>
        <pc:sldMkLst>
          <pc:docMk/>
          <pc:sldMk cId="0" sldId="307"/>
        </pc:sldMkLst>
        <pc:spChg chg="mod">
          <ac:chgData name="Athresh PS" userId="6aaba706-7cac-4f49-bd78-392633c5ba9f" providerId="ADAL" clId="{8047157B-A5C2-41D0-BDE2-1D74347EDCDC}" dt="2024-01-18T08:47:13.118" v="521" actId="1036"/>
          <ac:spMkLst>
            <pc:docMk/>
            <pc:sldMk cId="0" sldId="307"/>
            <ac:spMk id="1825" creationId="{00000000-0000-0000-0000-000000000000}"/>
          </ac:spMkLst>
        </pc:spChg>
        <pc:spChg chg="mod">
          <ac:chgData name="Athresh PS" userId="6aaba706-7cac-4f49-bd78-392633c5ba9f" providerId="ADAL" clId="{8047157B-A5C2-41D0-BDE2-1D74347EDCDC}" dt="2024-01-18T08:47:16.204" v="534" actId="1036"/>
          <ac:spMkLst>
            <pc:docMk/>
            <pc:sldMk cId="0" sldId="307"/>
            <ac:spMk id="1828" creationId="{00000000-0000-0000-0000-000000000000}"/>
          </ac:spMkLst>
        </pc:spChg>
        <pc:spChg chg="mod">
          <ac:chgData name="Athresh PS" userId="6aaba706-7cac-4f49-bd78-392633c5ba9f" providerId="ADAL" clId="{8047157B-A5C2-41D0-BDE2-1D74347EDCDC}" dt="2024-01-18T08:47:10.462" v="514" actId="1035"/>
          <ac:spMkLst>
            <pc:docMk/>
            <pc:sldMk cId="0" sldId="307"/>
            <ac:spMk id="1829" creationId="{00000000-0000-0000-0000-000000000000}"/>
          </ac:spMkLst>
        </pc:spChg>
        <pc:spChg chg="mod">
          <ac:chgData name="Athresh PS" userId="6aaba706-7cac-4f49-bd78-392633c5ba9f" providerId="ADAL" clId="{8047157B-A5C2-41D0-BDE2-1D74347EDCDC}" dt="2024-01-18T08:46:39.991" v="488" actId="14100"/>
          <ac:spMkLst>
            <pc:docMk/>
            <pc:sldMk cId="0" sldId="307"/>
            <ac:spMk id="1831" creationId="{00000000-0000-0000-0000-000000000000}"/>
          </ac:spMkLst>
        </pc:spChg>
        <pc:spChg chg="mod">
          <ac:chgData name="Athresh PS" userId="6aaba706-7cac-4f49-bd78-392633c5ba9f" providerId="ADAL" clId="{8047157B-A5C2-41D0-BDE2-1D74347EDCDC}" dt="2024-01-18T08:47:06.613" v="511" actId="1036"/>
          <ac:spMkLst>
            <pc:docMk/>
            <pc:sldMk cId="0" sldId="307"/>
            <ac:spMk id="1833" creationId="{00000000-0000-0000-0000-000000000000}"/>
          </ac:spMkLst>
        </pc:spChg>
        <pc:spChg chg="mod">
          <ac:chgData name="Athresh PS" userId="6aaba706-7cac-4f49-bd78-392633c5ba9f" providerId="ADAL" clId="{8047157B-A5C2-41D0-BDE2-1D74347EDCDC}" dt="2024-01-18T08:47:05.536" v="509" actId="1076"/>
          <ac:spMkLst>
            <pc:docMk/>
            <pc:sldMk cId="0" sldId="307"/>
            <ac:spMk id="1834" creationId="{00000000-0000-0000-0000-000000000000}"/>
          </ac:spMkLst>
        </pc:spChg>
        <pc:picChg chg="mod">
          <ac:chgData name="Athresh PS" userId="6aaba706-7cac-4f49-bd78-392633c5ba9f" providerId="ADAL" clId="{8047157B-A5C2-41D0-BDE2-1D74347EDCDC}" dt="2024-01-18T08:47:06.613" v="511" actId="1036"/>
          <ac:picMkLst>
            <pc:docMk/>
            <pc:sldMk cId="0" sldId="307"/>
            <ac:picMk id="1837" creationId="{00000000-0000-0000-0000-000000000000}"/>
          </ac:picMkLst>
        </pc:picChg>
        <pc:picChg chg="mod">
          <ac:chgData name="Athresh PS" userId="6aaba706-7cac-4f49-bd78-392633c5ba9f" providerId="ADAL" clId="{8047157B-A5C2-41D0-BDE2-1D74347EDCDC}" dt="2024-01-18T08:47:05.536" v="509" actId="1076"/>
          <ac:picMkLst>
            <pc:docMk/>
            <pc:sldMk cId="0" sldId="307"/>
            <ac:picMk id="1839" creationId="{00000000-0000-0000-0000-000000000000}"/>
          </ac:picMkLst>
        </pc:picChg>
        <pc:picChg chg="del">
          <ac:chgData name="Athresh PS" userId="6aaba706-7cac-4f49-bd78-392633c5ba9f" providerId="ADAL" clId="{8047157B-A5C2-41D0-BDE2-1D74347EDCDC}" dt="2024-01-18T09:30:20.722" v="809" actId="478"/>
          <ac:picMkLst>
            <pc:docMk/>
            <pc:sldMk cId="0" sldId="307"/>
            <ac:picMk id="1849" creationId="{00000000-0000-0000-0000-000000000000}"/>
          </ac:picMkLst>
        </pc:picChg>
        <pc:extLst>
          <p:ext xmlns:p="http://schemas.openxmlformats.org/presentationml/2006/main" uri="{D6D511B9-2390-475A-947B-AFAB55BFBCF1}">
            <pc226:cmChg xmlns:pc226="http://schemas.microsoft.com/office/powerpoint/2022/06/main/command" chg="add">
              <pc226:chgData name="Athresh PS" userId="6aaba706-7cac-4f49-bd78-392633c5ba9f" providerId="ADAL" clId="{8047157B-A5C2-41D0-BDE2-1D74347EDCDC}" dt="2024-01-18T08:47:50.916" v="535"/>
              <pc2:cmMkLst xmlns:pc2="http://schemas.microsoft.com/office/powerpoint/2019/9/main/command">
                <pc:docMk/>
                <pc:sldMk cId="0" sldId="307"/>
                <pc2:cmMk id="{7DAEDC7D-653B-4A0D-9217-6D18325B4724}"/>
              </pc2:cmMkLst>
            </pc226:cmChg>
          </p:ext>
        </pc:extLst>
      </pc:sldChg>
      <pc:sldChg chg="delSp modSp mod">
        <pc:chgData name="Athresh PS" userId="6aaba706-7cac-4f49-bd78-392633c5ba9f" providerId="ADAL" clId="{8047157B-A5C2-41D0-BDE2-1D74347EDCDC}" dt="2024-01-18T09:30:22.201" v="810" actId="478"/>
        <pc:sldMkLst>
          <pc:docMk/>
          <pc:sldMk cId="0" sldId="308"/>
        </pc:sldMkLst>
        <pc:spChg chg="mod">
          <ac:chgData name="Athresh PS" userId="6aaba706-7cac-4f49-bd78-392633c5ba9f" providerId="ADAL" clId="{8047157B-A5C2-41D0-BDE2-1D74347EDCDC}" dt="2024-01-18T08:48:20.145" v="579" actId="1038"/>
          <ac:spMkLst>
            <pc:docMk/>
            <pc:sldMk cId="0" sldId="308"/>
            <ac:spMk id="1866" creationId="{00000000-0000-0000-0000-000000000000}"/>
          </ac:spMkLst>
        </pc:spChg>
        <pc:picChg chg="del">
          <ac:chgData name="Athresh PS" userId="6aaba706-7cac-4f49-bd78-392633c5ba9f" providerId="ADAL" clId="{8047157B-A5C2-41D0-BDE2-1D74347EDCDC}" dt="2024-01-18T09:30:22.201" v="810" actId="478"/>
          <ac:picMkLst>
            <pc:docMk/>
            <pc:sldMk cId="0" sldId="308"/>
            <ac:picMk id="1864" creationId="{00000000-0000-0000-0000-000000000000}"/>
          </ac:picMkLst>
        </pc:picChg>
      </pc:sldChg>
      <pc:sldChg chg="delSp modSp mod addCm">
        <pc:chgData name="Athresh PS" userId="6aaba706-7cac-4f49-bd78-392633c5ba9f" providerId="ADAL" clId="{8047157B-A5C2-41D0-BDE2-1D74347EDCDC}" dt="2024-01-18T09:30:23.549" v="811" actId="478"/>
        <pc:sldMkLst>
          <pc:docMk/>
          <pc:sldMk cId="0" sldId="309"/>
        </pc:sldMkLst>
        <pc:spChg chg="mod">
          <ac:chgData name="Athresh PS" userId="6aaba706-7cac-4f49-bd78-392633c5ba9f" providerId="ADAL" clId="{8047157B-A5C2-41D0-BDE2-1D74347EDCDC}" dt="2024-01-18T08:48:33.737" v="582" actId="2711"/>
          <ac:spMkLst>
            <pc:docMk/>
            <pc:sldMk cId="0" sldId="309"/>
            <ac:spMk id="1874" creationId="{00000000-0000-0000-0000-000000000000}"/>
          </ac:spMkLst>
        </pc:spChg>
        <pc:grpChg chg="mod">
          <ac:chgData name="Athresh PS" userId="6aaba706-7cac-4f49-bd78-392633c5ba9f" providerId="ADAL" clId="{8047157B-A5C2-41D0-BDE2-1D74347EDCDC}" dt="2024-01-18T08:48:52.309" v="585" actId="1076"/>
          <ac:grpSpMkLst>
            <pc:docMk/>
            <pc:sldMk cId="0" sldId="309"/>
            <ac:grpSpMk id="1876" creationId="{00000000-0000-0000-0000-000000000000}"/>
          </ac:grpSpMkLst>
        </pc:grpChg>
        <pc:picChg chg="del">
          <ac:chgData name="Athresh PS" userId="6aaba706-7cac-4f49-bd78-392633c5ba9f" providerId="ADAL" clId="{8047157B-A5C2-41D0-BDE2-1D74347EDCDC}" dt="2024-01-18T09:30:23.549" v="811" actId="478"/>
          <ac:picMkLst>
            <pc:docMk/>
            <pc:sldMk cId="0" sldId="309"/>
            <ac:picMk id="1875" creationId="{00000000-0000-0000-0000-000000000000}"/>
          </ac:picMkLst>
        </pc:picChg>
        <pc:cxnChg chg="del mod">
          <ac:chgData name="Athresh PS" userId="6aaba706-7cac-4f49-bd78-392633c5ba9f" providerId="ADAL" clId="{8047157B-A5C2-41D0-BDE2-1D74347EDCDC}" dt="2024-01-18T08:48:47.365" v="584" actId="478"/>
          <ac:cxnSpMkLst>
            <pc:docMk/>
            <pc:sldMk cId="0" sldId="309"/>
            <ac:cxnSpMk id="1901" creationId="{00000000-0000-0000-0000-000000000000}"/>
          </ac:cxnSpMkLst>
        </pc:cxnChg>
        <pc:cxnChg chg="mod">
          <ac:chgData name="Athresh PS" userId="6aaba706-7cac-4f49-bd78-392633c5ba9f" providerId="ADAL" clId="{8047157B-A5C2-41D0-BDE2-1D74347EDCDC}" dt="2024-01-18T08:50:00.872" v="590" actId="1076"/>
          <ac:cxnSpMkLst>
            <pc:docMk/>
            <pc:sldMk cId="0" sldId="309"/>
            <ac:cxnSpMk id="1903" creationId="{00000000-0000-0000-0000-000000000000}"/>
          </ac:cxnSpMkLst>
        </pc:cxnChg>
        <pc:cxnChg chg="mod">
          <ac:chgData name="Athresh PS" userId="6aaba706-7cac-4f49-bd78-392633c5ba9f" providerId="ADAL" clId="{8047157B-A5C2-41D0-BDE2-1D74347EDCDC}" dt="2024-01-18T08:50:02.897" v="592" actId="1076"/>
          <ac:cxnSpMkLst>
            <pc:docMk/>
            <pc:sldMk cId="0" sldId="309"/>
            <ac:cxnSpMk id="1904" creationId="{00000000-0000-0000-0000-000000000000}"/>
          </ac:cxnSpMkLst>
        </pc:cxnChg>
        <pc:cxnChg chg="mod">
          <ac:chgData name="Athresh PS" userId="6aaba706-7cac-4f49-bd78-392633c5ba9f" providerId="ADAL" clId="{8047157B-A5C2-41D0-BDE2-1D74347EDCDC}" dt="2024-01-18T08:48:56.769" v="587" actId="1076"/>
          <ac:cxnSpMkLst>
            <pc:docMk/>
            <pc:sldMk cId="0" sldId="309"/>
            <ac:cxnSpMk id="1906" creationId="{00000000-0000-0000-0000-000000000000}"/>
          </ac:cxnSpMkLst>
        </pc:cxnChg>
        <pc:extLst>
          <p:ext xmlns:p="http://schemas.openxmlformats.org/presentationml/2006/main" uri="{D6D511B9-2390-475A-947B-AFAB55BFBCF1}">
            <pc226:cmChg xmlns:pc226="http://schemas.microsoft.com/office/powerpoint/2022/06/main/command" chg="add">
              <pc226:chgData name="Athresh PS" userId="6aaba706-7cac-4f49-bd78-392633c5ba9f" providerId="ADAL" clId="{8047157B-A5C2-41D0-BDE2-1D74347EDCDC}" dt="2024-01-18T08:49:53.674" v="588"/>
              <pc2:cmMkLst xmlns:pc2="http://schemas.microsoft.com/office/powerpoint/2019/9/main/command">
                <pc:docMk/>
                <pc:sldMk cId="0" sldId="309"/>
                <pc2:cmMk id="{ED72CBF8-36B4-43BD-A8EC-C0AD0432DC9E}"/>
              </pc2:cmMkLst>
            </pc226:cmChg>
          </p:ext>
        </pc:extLst>
      </pc:sldChg>
      <pc:sldChg chg="delSp modSp mod addCm">
        <pc:chgData name="Athresh PS" userId="6aaba706-7cac-4f49-bd78-392633c5ba9f" providerId="ADAL" clId="{8047157B-A5C2-41D0-BDE2-1D74347EDCDC}" dt="2024-01-18T09:30:24.659" v="812" actId="478"/>
        <pc:sldMkLst>
          <pc:docMk/>
          <pc:sldMk cId="0" sldId="310"/>
        </pc:sldMkLst>
        <pc:spChg chg="mod">
          <ac:chgData name="Athresh PS" userId="6aaba706-7cac-4f49-bd78-392633c5ba9f" providerId="ADAL" clId="{8047157B-A5C2-41D0-BDE2-1D74347EDCDC}" dt="2024-01-18T08:50:48.254" v="608" actId="2085"/>
          <ac:spMkLst>
            <pc:docMk/>
            <pc:sldMk cId="0" sldId="310"/>
            <ac:spMk id="1935" creationId="{00000000-0000-0000-0000-000000000000}"/>
          </ac:spMkLst>
        </pc:spChg>
        <pc:picChg chg="mod">
          <ac:chgData name="Athresh PS" userId="6aaba706-7cac-4f49-bd78-392633c5ba9f" providerId="ADAL" clId="{8047157B-A5C2-41D0-BDE2-1D74347EDCDC}" dt="2024-01-18T08:50:38.194" v="607" actId="1036"/>
          <ac:picMkLst>
            <pc:docMk/>
            <pc:sldMk cId="0" sldId="310"/>
            <ac:picMk id="1923" creationId="{00000000-0000-0000-0000-000000000000}"/>
          </ac:picMkLst>
        </pc:picChg>
        <pc:picChg chg="del">
          <ac:chgData name="Athresh PS" userId="6aaba706-7cac-4f49-bd78-392633c5ba9f" providerId="ADAL" clId="{8047157B-A5C2-41D0-BDE2-1D74347EDCDC}" dt="2024-01-18T09:30:24.659" v="812" actId="478"/>
          <ac:picMkLst>
            <pc:docMk/>
            <pc:sldMk cId="0" sldId="310"/>
            <ac:picMk id="1936" creationId="{00000000-0000-0000-0000-000000000000}"/>
          </ac:picMkLst>
        </pc:picChg>
        <pc:extLst>
          <p:ext xmlns:p="http://schemas.openxmlformats.org/presentationml/2006/main" uri="{D6D511B9-2390-475A-947B-AFAB55BFBCF1}">
            <pc226:cmChg xmlns:pc226="http://schemas.microsoft.com/office/powerpoint/2022/06/main/command" chg="add">
              <pc226:chgData name="Athresh PS" userId="6aaba706-7cac-4f49-bd78-392633c5ba9f" providerId="ADAL" clId="{8047157B-A5C2-41D0-BDE2-1D74347EDCDC}" dt="2024-01-18T08:51:14.078" v="609"/>
              <pc2:cmMkLst xmlns:pc2="http://schemas.microsoft.com/office/powerpoint/2019/9/main/command">
                <pc:docMk/>
                <pc:sldMk cId="0" sldId="310"/>
                <pc2:cmMk id="{CC56BA10-D6A9-4EDE-91B6-FAF1F9EAC7BA}"/>
              </pc2:cmMkLst>
            </pc226:cmChg>
          </p:ext>
        </pc:extLst>
      </pc:sldChg>
      <pc:sldChg chg="delSp modSp mod">
        <pc:chgData name="Athresh PS" userId="6aaba706-7cac-4f49-bd78-392633c5ba9f" providerId="ADAL" clId="{8047157B-A5C2-41D0-BDE2-1D74347EDCDC}" dt="2024-01-18T09:30:26.671" v="814" actId="478"/>
        <pc:sldMkLst>
          <pc:docMk/>
          <pc:sldMk cId="0" sldId="311"/>
        </pc:sldMkLst>
        <pc:spChg chg="mod">
          <ac:chgData name="Athresh PS" userId="6aaba706-7cac-4f49-bd78-392633c5ba9f" providerId="ADAL" clId="{8047157B-A5C2-41D0-BDE2-1D74347EDCDC}" dt="2024-01-18T09:30:25.663" v="813" actId="6549"/>
          <ac:spMkLst>
            <pc:docMk/>
            <pc:sldMk cId="0" sldId="311"/>
            <ac:spMk id="1944" creationId="{00000000-0000-0000-0000-000000000000}"/>
          </ac:spMkLst>
        </pc:spChg>
        <pc:picChg chg="del">
          <ac:chgData name="Athresh PS" userId="6aaba706-7cac-4f49-bd78-392633c5ba9f" providerId="ADAL" clId="{8047157B-A5C2-41D0-BDE2-1D74347EDCDC}" dt="2024-01-18T09:30:26.671" v="814" actId="478"/>
          <ac:picMkLst>
            <pc:docMk/>
            <pc:sldMk cId="0" sldId="311"/>
            <ac:picMk id="1943" creationId="{00000000-0000-0000-0000-000000000000}"/>
          </ac:picMkLst>
        </pc:picChg>
        <pc:picChg chg="mod">
          <ac:chgData name="Athresh PS" userId="6aaba706-7cac-4f49-bd78-392633c5ba9f" providerId="ADAL" clId="{8047157B-A5C2-41D0-BDE2-1D74347EDCDC}" dt="2024-01-18T08:52:04.982" v="614" actId="1076"/>
          <ac:picMkLst>
            <pc:docMk/>
            <pc:sldMk cId="0" sldId="311"/>
            <ac:picMk id="1945" creationId="{00000000-0000-0000-0000-000000000000}"/>
          </ac:picMkLst>
        </pc:picChg>
      </pc:sldChg>
      <pc:sldChg chg="delSp modSp mod">
        <pc:chgData name="Athresh PS" userId="6aaba706-7cac-4f49-bd78-392633c5ba9f" providerId="ADAL" clId="{8047157B-A5C2-41D0-BDE2-1D74347EDCDC}" dt="2024-01-18T09:30:27.915" v="815" actId="478"/>
        <pc:sldMkLst>
          <pc:docMk/>
          <pc:sldMk cId="0" sldId="312"/>
        </pc:sldMkLst>
        <pc:spChg chg="mod">
          <ac:chgData name="Athresh PS" userId="6aaba706-7cac-4f49-bd78-392633c5ba9f" providerId="ADAL" clId="{8047157B-A5C2-41D0-BDE2-1D74347EDCDC}" dt="2024-01-18T08:52:18.206" v="628" actId="1038"/>
          <ac:spMkLst>
            <pc:docMk/>
            <pc:sldMk cId="0" sldId="312"/>
            <ac:spMk id="1956" creationId="{00000000-0000-0000-0000-000000000000}"/>
          </ac:spMkLst>
        </pc:spChg>
        <pc:spChg chg="mod">
          <ac:chgData name="Athresh PS" userId="6aaba706-7cac-4f49-bd78-392633c5ba9f" providerId="ADAL" clId="{8047157B-A5C2-41D0-BDE2-1D74347EDCDC}" dt="2024-01-18T08:52:18.206" v="628" actId="1038"/>
          <ac:spMkLst>
            <pc:docMk/>
            <pc:sldMk cId="0" sldId="312"/>
            <ac:spMk id="1964" creationId="{00000000-0000-0000-0000-000000000000}"/>
          </ac:spMkLst>
        </pc:spChg>
        <pc:picChg chg="del">
          <ac:chgData name="Athresh PS" userId="6aaba706-7cac-4f49-bd78-392633c5ba9f" providerId="ADAL" clId="{8047157B-A5C2-41D0-BDE2-1D74347EDCDC}" dt="2024-01-18T09:30:27.915" v="815" actId="478"/>
          <ac:picMkLst>
            <pc:docMk/>
            <pc:sldMk cId="0" sldId="312"/>
            <ac:picMk id="1965" creationId="{00000000-0000-0000-0000-000000000000}"/>
          </ac:picMkLst>
        </pc:picChg>
      </pc:sldChg>
      <pc:sldChg chg="delSp mod addCm">
        <pc:chgData name="Athresh PS" userId="6aaba706-7cac-4f49-bd78-392633c5ba9f" providerId="ADAL" clId="{8047157B-A5C2-41D0-BDE2-1D74347EDCDC}" dt="2024-01-18T09:30:29.798" v="816" actId="478"/>
        <pc:sldMkLst>
          <pc:docMk/>
          <pc:sldMk cId="0" sldId="313"/>
        </pc:sldMkLst>
        <pc:picChg chg="del">
          <ac:chgData name="Athresh PS" userId="6aaba706-7cac-4f49-bd78-392633c5ba9f" providerId="ADAL" clId="{8047157B-A5C2-41D0-BDE2-1D74347EDCDC}" dt="2024-01-18T09:30:29.798" v="816" actId="478"/>
          <ac:picMkLst>
            <pc:docMk/>
            <pc:sldMk cId="0" sldId="313"/>
            <ac:picMk id="2022" creationId="{00000000-0000-0000-0000-000000000000}"/>
          </ac:picMkLst>
        </pc:picChg>
        <pc:extLst>
          <p:ext xmlns:p="http://schemas.openxmlformats.org/presentationml/2006/main" uri="{D6D511B9-2390-475A-947B-AFAB55BFBCF1}">
            <pc226:cmChg xmlns:pc226="http://schemas.microsoft.com/office/powerpoint/2022/06/main/command" chg="add">
              <pc226:chgData name="Athresh PS" userId="6aaba706-7cac-4f49-bd78-392633c5ba9f" providerId="ADAL" clId="{8047157B-A5C2-41D0-BDE2-1D74347EDCDC}" dt="2024-01-18T08:52:40.708" v="629"/>
              <pc2:cmMkLst xmlns:pc2="http://schemas.microsoft.com/office/powerpoint/2019/9/main/command">
                <pc:docMk/>
                <pc:sldMk cId="0" sldId="313"/>
                <pc2:cmMk id="{8237E4D3-2C03-4725-A83C-DCC417E52FE5}"/>
              </pc2:cmMkLst>
            </pc226:cmChg>
          </p:ext>
        </pc:extLst>
      </pc:sldChg>
      <pc:sldChg chg="delSp modSp mod">
        <pc:chgData name="Athresh PS" userId="6aaba706-7cac-4f49-bd78-392633c5ba9f" providerId="ADAL" clId="{8047157B-A5C2-41D0-BDE2-1D74347EDCDC}" dt="2024-01-18T09:30:31.609" v="817" actId="478"/>
        <pc:sldMkLst>
          <pc:docMk/>
          <pc:sldMk cId="0" sldId="314"/>
        </pc:sldMkLst>
        <pc:spChg chg="mod">
          <ac:chgData name="Athresh PS" userId="6aaba706-7cac-4f49-bd78-392633c5ba9f" providerId="ADAL" clId="{8047157B-A5C2-41D0-BDE2-1D74347EDCDC}" dt="2024-01-18T08:53:15.854" v="640" actId="6549"/>
          <ac:spMkLst>
            <pc:docMk/>
            <pc:sldMk cId="0" sldId="314"/>
            <ac:spMk id="2031" creationId="{00000000-0000-0000-0000-000000000000}"/>
          </ac:spMkLst>
        </pc:spChg>
        <pc:picChg chg="mod">
          <ac:chgData name="Athresh PS" userId="6aaba706-7cac-4f49-bd78-392633c5ba9f" providerId="ADAL" clId="{8047157B-A5C2-41D0-BDE2-1D74347EDCDC}" dt="2024-01-18T08:53:10.580" v="638" actId="1036"/>
          <ac:picMkLst>
            <pc:docMk/>
            <pc:sldMk cId="0" sldId="314"/>
            <ac:picMk id="2030" creationId="{00000000-0000-0000-0000-000000000000}"/>
          </ac:picMkLst>
        </pc:picChg>
        <pc:picChg chg="del">
          <ac:chgData name="Athresh PS" userId="6aaba706-7cac-4f49-bd78-392633c5ba9f" providerId="ADAL" clId="{8047157B-A5C2-41D0-BDE2-1D74347EDCDC}" dt="2024-01-18T09:30:31.609" v="817" actId="478"/>
          <ac:picMkLst>
            <pc:docMk/>
            <pc:sldMk cId="0" sldId="314"/>
            <ac:picMk id="2032" creationId="{00000000-0000-0000-0000-000000000000}"/>
          </ac:picMkLst>
        </pc:picChg>
      </pc:sldChg>
      <pc:sldChg chg="delSp modSp mod addCm">
        <pc:chgData name="Athresh PS" userId="6aaba706-7cac-4f49-bd78-392633c5ba9f" providerId="ADAL" clId="{8047157B-A5C2-41D0-BDE2-1D74347EDCDC}" dt="2024-01-18T09:30:33.089" v="818" actId="478"/>
        <pc:sldMkLst>
          <pc:docMk/>
          <pc:sldMk cId="0" sldId="315"/>
        </pc:sldMkLst>
        <pc:spChg chg="mod">
          <ac:chgData name="Athresh PS" userId="6aaba706-7cac-4f49-bd78-392633c5ba9f" providerId="ADAL" clId="{8047157B-A5C2-41D0-BDE2-1D74347EDCDC}" dt="2024-01-18T08:54:12.444" v="667" actId="1035"/>
          <ac:spMkLst>
            <pc:docMk/>
            <pc:sldMk cId="0" sldId="315"/>
            <ac:spMk id="2046" creationId="{00000000-0000-0000-0000-000000000000}"/>
          </ac:spMkLst>
        </pc:spChg>
        <pc:spChg chg="mod">
          <ac:chgData name="Athresh PS" userId="6aaba706-7cac-4f49-bd78-392633c5ba9f" providerId="ADAL" clId="{8047157B-A5C2-41D0-BDE2-1D74347EDCDC}" dt="2024-01-18T08:54:18.687" v="683" actId="1036"/>
          <ac:spMkLst>
            <pc:docMk/>
            <pc:sldMk cId="0" sldId="315"/>
            <ac:spMk id="2050" creationId="{00000000-0000-0000-0000-000000000000}"/>
          </ac:spMkLst>
        </pc:spChg>
        <pc:spChg chg="mod">
          <ac:chgData name="Athresh PS" userId="6aaba706-7cac-4f49-bd78-392633c5ba9f" providerId="ADAL" clId="{8047157B-A5C2-41D0-BDE2-1D74347EDCDC}" dt="2024-01-18T08:54:16.094" v="679" actId="1036"/>
          <ac:spMkLst>
            <pc:docMk/>
            <pc:sldMk cId="0" sldId="315"/>
            <ac:spMk id="2054" creationId="{00000000-0000-0000-0000-000000000000}"/>
          </ac:spMkLst>
        </pc:spChg>
        <pc:grpChg chg="mod">
          <ac:chgData name="Athresh PS" userId="6aaba706-7cac-4f49-bd78-392633c5ba9f" providerId="ADAL" clId="{8047157B-A5C2-41D0-BDE2-1D74347EDCDC}" dt="2024-01-18T08:54:10.340" v="666" actId="1037"/>
          <ac:grpSpMkLst>
            <pc:docMk/>
            <pc:sldMk cId="0" sldId="315"/>
            <ac:grpSpMk id="2040" creationId="{00000000-0000-0000-0000-000000000000}"/>
          </ac:grpSpMkLst>
        </pc:grpChg>
        <pc:picChg chg="del">
          <ac:chgData name="Athresh PS" userId="6aaba706-7cac-4f49-bd78-392633c5ba9f" providerId="ADAL" clId="{8047157B-A5C2-41D0-BDE2-1D74347EDCDC}" dt="2024-01-18T09:30:33.089" v="818" actId="478"/>
          <ac:picMkLst>
            <pc:docMk/>
            <pc:sldMk cId="0" sldId="315"/>
            <ac:picMk id="2055" creationId="{00000000-0000-0000-0000-000000000000}"/>
          </ac:picMkLst>
        </pc:picChg>
        <pc:extLst>
          <p:ext xmlns:p="http://schemas.openxmlformats.org/presentationml/2006/main" uri="{D6D511B9-2390-475A-947B-AFAB55BFBCF1}">
            <pc226:cmChg xmlns:pc226="http://schemas.microsoft.com/office/powerpoint/2022/06/main/command" chg="add">
              <pc226:chgData name="Athresh PS" userId="6aaba706-7cac-4f49-bd78-392633c5ba9f" providerId="ADAL" clId="{8047157B-A5C2-41D0-BDE2-1D74347EDCDC}" dt="2024-01-18T08:53:41.251" v="641"/>
              <pc2:cmMkLst xmlns:pc2="http://schemas.microsoft.com/office/powerpoint/2019/9/main/command">
                <pc:docMk/>
                <pc:sldMk cId="0" sldId="315"/>
                <pc2:cmMk id="{BAC2E257-2BEB-4F01-8B19-2B77D019B20A}"/>
              </pc2:cmMkLst>
            </pc226:cmChg>
          </p:ext>
        </pc:extLst>
      </pc:sldChg>
      <pc:sldChg chg="delSp modSp mod">
        <pc:chgData name="Athresh PS" userId="6aaba706-7cac-4f49-bd78-392633c5ba9f" providerId="ADAL" clId="{8047157B-A5C2-41D0-BDE2-1D74347EDCDC}" dt="2024-01-18T09:30:35.868" v="819" actId="478"/>
        <pc:sldMkLst>
          <pc:docMk/>
          <pc:sldMk cId="0" sldId="316"/>
        </pc:sldMkLst>
        <pc:spChg chg="mod">
          <ac:chgData name="Athresh PS" userId="6aaba706-7cac-4f49-bd78-392633c5ba9f" providerId="ADAL" clId="{8047157B-A5C2-41D0-BDE2-1D74347EDCDC}" dt="2024-01-18T08:54:30.130" v="700" actId="1038"/>
          <ac:spMkLst>
            <pc:docMk/>
            <pc:sldMk cId="0" sldId="316"/>
            <ac:spMk id="2067" creationId="{00000000-0000-0000-0000-000000000000}"/>
          </ac:spMkLst>
        </pc:spChg>
        <pc:grpChg chg="mod">
          <ac:chgData name="Athresh PS" userId="6aaba706-7cac-4f49-bd78-392633c5ba9f" providerId="ADAL" clId="{8047157B-A5C2-41D0-BDE2-1D74347EDCDC}" dt="2024-01-18T08:55:12.955" v="720" actId="1037"/>
          <ac:grpSpMkLst>
            <pc:docMk/>
            <pc:sldMk cId="0" sldId="316"/>
            <ac:grpSpMk id="2063" creationId="{00000000-0000-0000-0000-000000000000}"/>
          </ac:grpSpMkLst>
        </pc:grpChg>
        <pc:picChg chg="del">
          <ac:chgData name="Athresh PS" userId="6aaba706-7cac-4f49-bd78-392633c5ba9f" providerId="ADAL" clId="{8047157B-A5C2-41D0-BDE2-1D74347EDCDC}" dt="2024-01-18T09:30:35.868" v="819" actId="478"/>
          <ac:picMkLst>
            <pc:docMk/>
            <pc:sldMk cId="0" sldId="316"/>
            <ac:picMk id="2077" creationId="{00000000-0000-0000-0000-000000000000}"/>
          </ac:picMkLst>
        </pc:picChg>
      </pc:sldChg>
      <pc:sldChg chg="delSp modSp mod">
        <pc:chgData name="Athresh PS" userId="6aaba706-7cac-4f49-bd78-392633c5ba9f" providerId="ADAL" clId="{8047157B-A5C2-41D0-BDE2-1D74347EDCDC}" dt="2024-01-18T09:30:37.400" v="820" actId="478"/>
        <pc:sldMkLst>
          <pc:docMk/>
          <pc:sldMk cId="0" sldId="317"/>
        </pc:sldMkLst>
        <pc:spChg chg="mod">
          <ac:chgData name="Athresh PS" userId="6aaba706-7cac-4f49-bd78-392633c5ba9f" providerId="ADAL" clId="{8047157B-A5C2-41D0-BDE2-1D74347EDCDC}" dt="2024-01-18T08:56:26.511" v="763" actId="1037"/>
          <ac:spMkLst>
            <pc:docMk/>
            <pc:sldMk cId="0" sldId="317"/>
            <ac:spMk id="2098" creationId="{00000000-0000-0000-0000-000000000000}"/>
          </ac:spMkLst>
        </pc:spChg>
        <pc:spChg chg="mod">
          <ac:chgData name="Athresh PS" userId="6aaba706-7cac-4f49-bd78-392633c5ba9f" providerId="ADAL" clId="{8047157B-A5C2-41D0-BDE2-1D74347EDCDC}" dt="2024-01-18T08:56:26.511" v="763" actId="1037"/>
          <ac:spMkLst>
            <pc:docMk/>
            <pc:sldMk cId="0" sldId="317"/>
            <ac:spMk id="2099" creationId="{00000000-0000-0000-0000-000000000000}"/>
          </ac:spMkLst>
        </pc:spChg>
        <pc:spChg chg="mod">
          <ac:chgData name="Athresh PS" userId="6aaba706-7cac-4f49-bd78-392633c5ba9f" providerId="ADAL" clId="{8047157B-A5C2-41D0-BDE2-1D74347EDCDC}" dt="2024-01-18T08:56:26.511" v="763" actId="1037"/>
          <ac:spMkLst>
            <pc:docMk/>
            <pc:sldMk cId="0" sldId="317"/>
            <ac:spMk id="2100" creationId="{00000000-0000-0000-0000-000000000000}"/>
          </ac:spMkLst>
        </pc:spChg>
        <pc:spChg chg="mod">
          <ac:chgData name="Athresh PS" userId="6aaba706-7cac-4f49-bd78-392633c5ba9f" providerId="ADAL" clId="{8047157B-A5C2-41D0-BDE2-1D74347EDCDC}" dt="2024-01-18T08:56:26.511" v="763" actId="1037"/>
          <ac:spMkLst>
            <pc:docMk/>
            <pc:sldMk cId="0" sldId="317"/>
            <ac:spMk id="2102" creationId="{00000000-0000-0000-0000-000000000000}"/>
          </ac:spMkLst>
        </pc:spChg>
        <pc:spChg chg="mod">
          <ac:chgData name="Athresh PS" userId="6aaba706-7cac-4f49-bd78-392633c5ba9f" providerId="ADAL" clId="{8047157B-A5C2-41D0-BDE2-1D74347EDCDC}" dt="2024-01-18T08:56:26.511" v="763" actId="1037"/>
          <ac:spMkLst>
            <pc:docMk/>
            <pc:sldMk cId="0" sldId="317"/>
            <ac:spMk id="2103" creationId="{00000000-0000-0000-0000-000000000000}"/>
          </ac:spMkLst>
        </pc:spChg>
        <pc:spChg chg="mod">
          <ac:chgData name="Athresh PS" userId="6aaba706-7cac-4f49-bd78-392633c5ba9f" providerId="ADAL" clId="{8047157B-A5C2-41D0-BDE2-1D74347EDCDC}" dt="2024-01-18T08:56:15.711" v="741" actId="2085"/>
          <ac:spMkLst>
            <pc:docMk/>
            <pc:sldMk cId="0" sldId="317"/>
            <ac:spMk id="2121" creationId="{00000000-0000-0000-0000-000000000000}"/>
          </ac:spMkLst>
        </pc:spChg>
        <pc:grpChg chg="mod">
          <ac:chgData name="Athresh PS" userId="6aaba706-7cac-4f49-bd78-392633c5ba9f" providerId="ADAL" clId="{8047157B-A5C2-41D0-BDE2-1D74347EDCDC}" dt="2024-01-18T08:56:26.511" v="763" actId="1037"/>
          <ac:grpSpMkLst>
            <pc:docMk/>
            <pc:sldMk cId="0" sldId="317"/>
            <ac:grpSpMk id="2084" creationId="{00000000-0000-0000-0000-000000000000}"/>
          </ac:grpSpMkLst>
        </pc:grpChg>
        <pc:grpChg chg="mod">
          <ac:chgData name="Athresh PS" userId="6aaba706-7cac-4f49-bd78-392633c5ba9f" providerId="ADAL" clId="{8047157B-A5C2-41D0-BDE2-1D74347EDCDC}" dt="2024-01-18T08:56:26.511" v="763" actId="1037"/>
          <ac:grpSpMkLst>
            <pc:docMk/>
            <pc:sldMk cId="0" sldId="317"/>
            <ac:grpSpMk id="2095" creationId="{00000000-0000-0000-0000-000000000000}"/>
          </ac:grpSpMkLst>
        </pc:grpChg>
        <pc:grpChg chg="mod">
          <ac:chgData name="Athresh PS" userId="6aaba706-7cac-4f49-bd78-392633c5ba9f" providerId="ADAL" clId="{8047157B-A5C2-41D0-BDE2-1D74347EDCDC}" dt="2024-01-18T08:56:26.511" v="763" actId="1037"/>
          <ac:grpSpMkLst>
            <pc:docMk/>
            <pc:sldMk cId="0" sldId="317"/>
            <ac:grpSpMk id="2104" creationId="{00000000-0000-0000-0000-000000000000}"/>
          </ac:grpSpMkLst>
        </pc:grpChg>
        <pc:grpChg chg="mod">
          <ac:chgData name="Athresh PS" userId="6aaba706-7cac-4f49-bd78-392633c5ba9f" providerId="ADAL" clId="{8047157B-A5C2-41D0-BDE2-1D74347EDCDC}" dt="2024-01-18T08:56:26.511" v="763" actId="1037"/>
          <ac:grpSpMkLst>
            <pc:docMk/>
            <pc:sldMk cId="0" sldId="317"/>
            <ac:grpSpMk id="2109" creationId="{00000000-0000-0000-0000-000000000000}"/>
          </ac:grpSpMkLst>
        </pc:grpChg>
        <pc:grpChg chg="mod">
          <ac:chgData name="Athresh PS" userId="6aaba706-7cac-4f49-bd78-392633c5ba9f" providerId="ADAL" clId="{8047157B-A5C2-41D0-BDE2-1D74347EDCDC}" dt="2024-01-18T08:56:26.511" v="763" actId="1037"/>
          <ac:grpSpMkLst>
            <pc:docMk/>
            <pc:sldMk cId="0" sldId="317"/>
            <ac:grpSpMk id="2114" creationId="{00000000-0000-0000-0000-000000000000}"/>
          </ac:grpSpMkLst>
        </pc:grpChg>
        <pc:grpChg chg="mod">
          <ac:chgData name="Athresh PS" userId="6aaba706-7cac-4f49-bd78-392633c5ba9f" providerId="ADAL" clId="{8047157B-A5C2-41D0-BDE2-1D74347EDCDC}" dt="2024-01-18T08:56:26.511" v="763" actId="1037"/>
          <ac:grpSpMkLst>
            <pc:docMk/>
            <pc:sldMk cId="0" sldId="317"/>
            <ac:grpSpMk id="2123" creationId="{00000000-0000-0000-0000-000000000000}"/>
          </ac:grpSpMkLst>
        </pc:grpChg>
        <pc:picChg chg="del">
          <ac:chgData name="Athresh PS" userId="6aaba706-7cac-4f49-bd78-392633c5ba9f" providerId="ADAL" clId="{8047157B-A5C2-41D0-BDE2-1D74347EDCDC}" dt="2024-01-18T09:30:37.400" v="820" actId="478"/>
          <ac:picMkLst>
            <pc:docMk/>
            <pc:sldMk cId="0" sldId="317"/>
            <ac:picMk id="2122" creationId="{00000000-0000-0000-0000-000000000000}"/>
          </ac:picMkLst>
        </pc:picChg>
        <pc:cxnChg chg="mod">
          <ac:chgData name="Athresh PS" userId="6aaba706-7cac-4f49-bd78-392633c5ba9f" providerId="ADAL" clId="{8047157B-A5C2-41D0-BDE2-1D74347EDCDC}" dt="2024-01-18T08:56:26.511" v="763" actId="1037"/>
          <ac:cxnSpMkLst>
            <pc:docMk/>
            <pc:sldMk cId="0" sldId="317"/>
            <ac:cxnSpMk id="2093" creationId="{00000000-0000-0000-0000-000000000000}"/>
          </ac:cxnSpMkLst>
        </pc:cxnChg>
        <pc:cxnChg chg="mod">
          <ac:chgData name="Athresh PS" userId="6aaba706-7cac-4f49-bd78-392633c5ba9f" providerId="ADAL" clId="{8047157B-A5C2-41D0-BDE2-1D74347EDCDC}" dt="2024-01-18T08:56:26.511" v="763" actId="1037"/>
          <ac:cxnSpMkLst>
            <pc:docMk/>
            <pc:sldMk cId="0" sldId="317"/>
            <ac:cxnSpMk id="2094" creationId="{00000000-0000-0000-0000-000000000000}"/>
          </ac:cxnSpMkLst>
        </pc:cxnChg>
        <pc:cxnChg chg="mod">
          <ac:chgData name="Athresh PS" userId="6aaba706-7cac-4f49-bd78-392633c5ba9f" providerId="ADAL" clId="{8047157B-A5C2-41D0-BDE2-1D74347EDCDC}" dt="2024-01-18T08:56:26.511" v="763" actId="1037"/>
          <ac:cxnSpMkLst>
            <pc:docMk/>
            <pc:sldMk cId="0" sldId="317"/>
            <ac:cxnSpMk id="2101" creationId="{00000000-0000-0000-0000-000000000000}"/>
          </ac:cxnSpMkLst>
        </pc:cxnChg>
      </pc:sldChg>
      <pc:sldChg chg="delSp modSp mod">
        <pc:chgData name="Athresh PS" userId="6aaba706-7cac-4f49-bd78-392633c5ba9f" providerId="ADAL" clId="{8047157B-A5C2-41D0-BDE2-1D74347EDCDC}" dt="2024-01-18T09:30:38.380" v="821" actId="478"/>
        <pc:sldMkLst>
          <pc:docMk/>
          <pc:sldMk cId="0" sldId="318"/>
        </pc:sldMkLst>
        <pc:spChg chg="mod">
          <ac:chgData name="Athresh PS" userId="6aaba706-7cac-4f49-bd78-392633c5ba9f" providerId="ADAL" clId="{8047157B-A5C2-41D0-BDE2-1D74347EDCDC}" dt="2024-01-18T08:56:57.807" v="769" actId="1037"/>
          <ac:spMkLst>
            <pc:docMk/>
            <pc:sldMk cId="0" sldId="318"/>
            <ac:spMk id="2138" creationId="{00000000-0000-0000-0000-000000000000}"/>
          </ac:spMkLst>
        </pc:spChg>
        <pc:spChg chg="mod">
          <ac:chgData name="Athresh PS" userId="6aaba706-7cac-4f49-bd78-392633c5ba9f" providerId="ADAL" clId="{8047157B-A5C2-41D0-BDE2-1D74347EDCDC}" dt="2024-01-18T08:56:55.141" v="767" actId="1038"/>
          <ac:spMkLst>
            <pc:docMk/>
            <pc:sldMk cId="0" sldId="318"/>
            <ac:spMk id="2139" creationId="{00000000-0000-0000-0000-000000000000}"/>
          </ac:spMkLst>
        </pc:spChg>
        <pc:picChg chg="del">
          <ac:chgData name="Athresh PS" userId="6aaba706-7cac-4f49-bd78-392633c5ba9f" providerId="ADAL" clId="{8047157B-A5C2-41D0-BDE2-1D74347EDCDC}" dt="2024-01-18T09:30:38.380" v="821" actId="478"/>
          <ac:picMkLst>
            <pc:docMk/>
            <pc:sldMk cId="0" sldId="318"/>
            <ac:picMk id="2142" creationId="{00000000-0000-0000-0000-000000000000}"/>
          </ac:picMkLst>
        </pc:picChg>
        <pc:cxnChg chg="mod">
          <ac:chgData name="Athresh PS" userId="6aaba706-7cac-4f49-bd78-392633c5ba9f" providerId="ADAL" clId="{8047157B-A5C2-41D0-BDE2-1D74347EDCDC}" dt="2024-01-18T08:56:57.807" v="769" actId="1037"/>
          <ac:cxnSpMkLst>
            <pc:docMk/>
            <pc:sldMk cId="0" sldId="318"/>
            <ac:cxnSpMk id="2140" creationId="{00000000-0000-0000-0000-000000000000}"/>
          </ac:cxnSpMkLst>
        </pc:cxnChg>
      </pc:sldChg>
      <pc:sldChg chg="delSp mod">
        <pc:chgData name="Athresh PS" userId="6aaba706-7cac-4f49-bd78-392633c5ba9f" providerId="ADAL" clId="{8047157B-A5C2-41D0-BDE2-1D74347EDCDC}" dt="2024-01-18T09:30:40.275" v="822" actId="478"/>
        <pc:sldMkLst>
          <pc:docMk/>
          <pc:sldMk cId="0" sldId="320"/>
        </pc:sldMkLst>
        <pc:picChg chg="del">
          <ac:chgData name="Athresh PS" userId="6aaba706-7cac-4f49-bd78-392633c5ba9f" providerId="ADAL" clId="{8047157B-A5C2-41D0-BDE2-1D74347EDCDC}" dt="2024-01-18T09:30:40.275" v="822" actId="478"/>
          <ac:picMkLst>
            <pc:docMk/>
            <pc:sldMk cId="0" sldId="320"/>
            <ac:picMk id="2155" creationId="{00000000-0000-0000-0000-000000000000}"/>
          </ac:picMkLst>
        </pc:picChg>
      </pc:sldChg>
      <pc:sldChg chg="delSp mod">
        <pc:chgData name="Athresh PS" userId="6aaba706-7cac-4f49-bd78-392633c5ba9f" providerId="ADAL" clId="{8047157B-A5C2-41D0-BDE2-1D74347EDCDC}" dt="2024-01-18T09:30:41.453" v="823" actId="478"/>
        <pc:sldMkLst>
          <pc:docMk/>
          <pc:sldMk cId="0" sldId="321"/>
        </pc:sldMkLst>
        <pc:picChg chg="del">
          <ac:chgData name="Athresh PS" userId="6aaba706-7cac-4f49-bd78-392633c5ba9f" providerId="ADAL" clId="{8047157B-A5C2-41D0-BDE2-1D74347EDCDC}" dt="2024-01-18T09:30:41.453" v="823" actId="478"/>
          <ac:picMkLst>
            <pc:docMk/>
            <pc:sldMk cId="0" sldId="321"/>
            <ac:picMk id="2184" creationId="{00000000-0000-0000-0000-000000000000}"/>
          </ac:picMkLst>
        </pc:picChg>
      </pc:sldChg>
    </pc:docChg>
  </pc:docChgLst>
  <pc:docChgLst>
    <pc:chgData name="Athresh PS" userId="6aaba706-7cac-4f49-bd78-392633c5ba9f" providerId="ADAL" clId="{4FED4834-CC34-4F42-B009-CB66C4E732E8}"/>
    <pc:docChg chg="undo custSel modSld">
      <pc:chgData name="Athresh PS" userId="6aaba706-7cac-4f49-bd78-392633c5ba9f" providerId="ADAL" clId="{4FED4834-CC34-4F42-B009-CB66C4E732E8}" dt="2024-01-25T08:28:14.329" v="232" actId="1038"/>
      <pc:docMkLst>
        <pc:docMk/>
      </pc:docMkLst>
      <pc:sldChg chg="modSp mod">
        <pc:chgData name="Athresh PS" userId="6aaba706-7cac-4f49-bd78-392633c5ba9f" providerId="ADAL" clId="{4FED4834-CC34-4F42-B009-CB66C4E732E8}" dt="2024-01-25T05:47:00.404" v="11" actId="1036"/>
        <pc:sldMkLst>
          <pc:docMk/>
          <pc:sldMk cId="0" sldId="258"/>
        </pc:sldMkLst>
        <pc:spChg chg="mod">
          <ac:chgData name="Athresh PS" userId="6aaba706-7cac-4f49-bd78-392633c5ba9f" providerId="ADAL" clId="{4FED4834-CC34-4F42-B009-CB66C4E732E8}" dt="2024-01-25T05:47:00.404" v="11" actId="1036"/>
          <ac:spMkLst>
            <pc:docMk/>
            <pc:sldMk cId="0" sldId="258"/>
            <ac:spMk id="154" creationId="{00000000-0000-0000-0000-000000000000}"/>
          </ac:spMkLst>
        </pc:spChg>
        <pc:spChg chg="mod">
          <ac:chgData name="Athresh PS" userId="6aaba706-7cac-4f49-bd78-392633c5ba9f" providerId="ADAL" clId="{4FED4834-CC34-4F42-B009-CB66C4E732E8}" dt="2024-01-25T05:47:00.404" v="11" actId="1036"/>
          <ac:spMkLst>
            <pc:docMk/>
            <pc:sldMk cId="0" sldId="258"/>
            <ac:spMk id="155" creationId="{00000000-0000-0000-0000-000000000000}"/>
          </ac:spMkLst>
        </pc:spChg>
        <pc:spChg chg="mod">
          <ac:chgData name="Athresh PS" userId="6aaba706-7cac-4f49-bd78-392633c5ba9f" providerId="ADAL" clId="{4FED4834-CC34-4F42-B009-CB66C4E732E8}" dt="2024-01-25T05:47:00.404" v="11" actId="1036"/>
          <ac:spMkLst>
            <pc:docMk/>
            <pc:sldMk cId="0" sldId="258"/>
            <ac:spMk id="159" creationId="{00000000-0000-0000-0000-000000000000}"/>
          </ac:spMkLst>
        </pc:spChg>
      </pc:sldChg>
      <pc:sldChg chg="modSp mod">
        <pc:chgData name="Athresh PS" userId="6aaba706-7cac-4f49-bd78-392633c5ba9f" providerId="ADAL" clId="{4FED4834-CC34-4F42-B009-CB66C4E732E8}" dt="2024-01-25T05:39:23.661" v="1" actId="2085"/>
        <pc:sldMkLst>
          <pc:docMk/>
          <pc:sldMk cId="0" sldId="260"/>
        </pc:sldMkLst>
        <pc:spChg chg="mod">
          <ac:chgData name="Athresh PS" userId="6aaba706-7cac-4f49-bd78-392633c5ba9f" providerId="ADAL" clId="{4FED4834-CC34-4F42-B009-CB66C4E732E8}" dt="2024-01-25T05:39:23.661" v="1" actId="2085"/>
          <ac:spMkLst>
            <pc:docMk/>
            <pc:sldMk cId="0" sldId="260"/>
            <ac:spMk id="170" creationId="{00000000-0000-0000-0000-000000000000}"/>
          </ac:spMkLst>
        </pc:spChg>
      </pc:sldChg>
      <pc:sldChg chg="modSp mod modCm">
        <pc:chgData name="Athresh PS" userId="6aaba706-7cac-4f49-bd78-392633c5ba9f" providerId="ADAL" clId="{4FED4834-CC34-4F42-B009-CB66C4E732E8}" dt="2024-01-25T05:39:29.238" v="2" actId="2085"/>
        <pc:sldMkLst>
          <pc:docMk/>
          <pc:sldMk cId="0" sldId="261"/>
        </pc:sldMkLst>
        <pc:spChg chg="mod">
          <ac:chgData name="Athresh PS" userId="6aaba706-7cac-4f49-bd78-392633c5ba9f" providerId="ADAL" clId="{4FED4834-CC34-4F42-B009-CB66C4E732E8}" dt="2024-01-25T05:39:29.238" v="2" actId="2085"/>
          <ac:spMkLst>
            <pc:docMk/>
            <pc:sldMk cId="0" sldId="261"/>
            <ac:spMk id="214" creationId="{00000000-0000-0000-0000-000000000000}"/>
          </ac:spMkLst>
        </pc:spChg>
        <pc:extLst>
          <p:ext xmlns:p="http://schemas.openxmlformats.org/presentationml/2006/main" uri="{D6D511B9-2390-475A-947B-AFAB55BFBCF1}">
            <pc226:cmChg xmlns:pc226="http://schemas.microsoft.com/office/powerpoint/2022/06/main/command" chg="mod">
              <pc226:chgData name="Athresh PS" userId="6aaba706-7cac-4f49-bd78-392633c5ba9f" providerId="ADAL" clId="{4FED4834-CC34-4F42-B009-CB66C4E732E8}" dt="2024-01-25T05:39:11.079" v="0"/>
              <pc2:cmMkLst xmlns:pc2="http://schemas.microsoft.com/office/powerpoint/2019/9/main/command">
                <pc:docMk/>
                <pc:sldMk cId="0" sldId="261"/>
                <pc2:cmMk id="{7D633039-5F7A-4514-9417-05B89ADCA5C3}"/>
              </pc2:cmMkLst>
            </pc226:cmChg>
          </p:ext>
        </pc:extLst>
      </pc:sldChg>
      <pc:sldChg chg="addCm">
        <pc:chgData name="Athresh PS" userId="6aaba706-7cac-4f49-bd78-392633c5ba9f" providerId="ADAL" clId="{4FED4834-CC34-4F42-B009-CB66C4E732E8}" dt="2024-01-25T05:40:09.334" v="3"/>
        <pc:sldMkLst>
          <pc:docMk/>
          <pc:sldMk cId="0" sldId="267"/>
        </pc:sldMkLst>
        <pc:extLst>
          <p:ext xmlns:p="http://schemas.openxmlformats.org/presentationml/2006/main" uri="{D6D511B9-2390-475A-947B-AFAB55BFBCF1}">
            <pc226:cmChg xmlns:pc226="http://schemas.microsoft.com/office/powerpoint/2022/06/main/command" chg="add">
              <pc226:chgData name="Athresh PS" userId="6aaba706-7cac-4f49-bd78-392633c5ba9f" providerId="ADAL" clId="{4FED4834-CC34-4F42-B009-CB66C4E732E8}" dt="2024-01-25T05:40:09.334" v="3"/>
              <pc2:cmMkLst xmlns:pc2="http://schemas.microsoft.com/office/powerpoint/2019/9/main/command">
                <pc:docMk/>
                <pc:sldMk cId="0" sldId="267"/>
                <pc2:cmMk id="{67845913-FF43-42AF-BE87-7C89068A24D3}"/>
              </pc2:cmMkLst>
            </pc226:cmChg>
          </p:ext>
        </pc:extLst>
      </pc:sldChg>
      <pc:sldChg chg="addCm">
        <pc:chgData name="Athresh PS" userId="6aaba706-7cac-4f49-bd78-392633c5ba9f" providerId="ADAL" clId="{4FED4834-CC34-4F42-B009-CB66C4E732E8}" dt="2024-01-25T05:40:22.584" v="4"/>
        <pc:sldMkLst>
          <pc:docMk/>
          <pc:sldMk cId="0" sldId="268"/>
        </pc:sldMkLst>
        <pc:extLst>
          <p:ext xmlns:p="http://schemas.openxmlformats.org/presentationml/2006/main" uri="{D6D511B9-2390-475A-947B-AFAB55BFBCF1}">
            <pc226:cmChg xmlns:pc226="http://schemas.microsoft.com/office/powerpoint/2022/06/main/command" chg="add">
              <pc226:chgData name="Athresh PS" userId="6aaba706-7cac-4f49-bd78-392633c5ba9f" providerId="ADAL" clId="{4FED4834-CC34-4F42-B009-CB66C4E732E8}" dt="2024-01-25T05:40:22.584" v="4"/>
              <pc2:cmMkLst xmlns:pc2="http://schemas.microsoft.com/office/powerpoint/2019/9/main/command">
                <pc:docMk/>
                <pc:sldMk cId="0" sldId="268"/>
                <pc2:cmMk id="{547B2497-ABB1-41FB-9BA7-0945B67CC0B7}"/>
              </pc2:cmMkLst>
            </pc226:cmChg>
          </p:ext>
        </pc:extLst>
      </pc:sldChg>
      <pc:sldChg chg="modSp mod">
        <pc:chgData name="Athresh PS" userId="6aaba706-7cac-4f49-bd78-392633c5ba9f" providerId="ADAL" clId="{4FED4834-CC34-4F42-B009-CB66C4E732E8}" dt="2024-01-25T08:20:04.686" v="12" actId="1076"/>
        <pc:sldMkLst>
          <pc:docMk/>
          <pc:sldMk cId="0" sldId="278"/>
        </pc:sldMkLst>
        <pc:picChg chg="mod">
          <ac:chgData name="Athresh PS" userId="6aaba706-7cac-4f49-bd78-392633c5ba9f" providerId="ADAL" clId="{4FED4834-CC34-4F42-B009-CB66C4E732E8}" dt="2024-01-25T08:20:04.686" v="12" actId="1076"/>
          <ac:picMkLst>
            <pc:docMk/>
            <pc:sldMk cId="0" sldId="278"/>
            <ac:picMk id="451" creationId="{00000000-0000-0000-0000-000000000000}"/>
          </ac:picMkLst>
        </pc:picChg>
      </pc:sldChg>
      <pc:sldChg chg="addSp delSp modSp mod">
        <pc:chgData name="Athresh PS" userId="6aaba706-7cac-4f49-bd78-392633c5ba9f" providerId="ADAL" clId="{4FED4834-CC34-4F42-B009-CB66C4E732E8}" dt="2024-01-25T08:20:17.390" v="15" actId="21"/>
        <pc:sldMkLst>
          <pc:docMk/>
          <pc:sldMk cId="0" sldId="279"/>
        </pc:sldMkLst>
        <pc:picChg chg="add del mod">
          <ac:chgData name="Athresh PS" userId="6aaba706-7cac-4f49-bd78-392633c5ba9f" providerId="ADAL" clId="{4FED4834-CC34-4F42-B009-CB66C4E732E8}" dt="2024-01-25T08:20:17.390" v="15" actId="21"/>
          <ac:picMkLst>
            <pc:docMk/>
            <pc:sldMk cId="0" sldId="279"/>
            <ac:picMk id="2" creationId="{64FE99E2-CC0F-1D88-A67C-9F5CCBBC444A}"/>
          </ac:picMkLst>
        </pc:picChg>
        <pc:picChg chg="mod">
          <ac:chgData name="Athresh PS" userId="6aaba706-7cac-4f49-bd78-392633c5ba9f" providerId="ADAL" clId="{4FED4834-CC34-4F42-B009-CB66C4E732E8}" dt="2024-01-25T08:20:15.405" v="14" actId="1076"/>
          <ac:picMkLst>
            <pc:docMk/>
            <pc:sldMk cId="0" sldId="279"/>
            <ac:picMk id="458" creationId="{00000000-0000-0000-0000-000000000000}"/>
          </ac:picMkLst>
        </pc:picChg>
      </pc:sldChg>
      <pc:sldChg chg="modSp mod">
        <pc:chgData name="Athresh PS" userId="6aaba706-7cac-4f49-bd78-392633c5ba9f" providerId="ADAL" clId="{4FED4834-CC34-4F42-B009-CB66C4E732E8}" dt="2024-01-25T08:20:24.284" v="16" actId="1076"/>
        <pc:sldMkLst>
          <pc:docMk/>
          <pc:sldMk cId="0" sldId="280"/>
        </pc:sldMkLst>
        <pc:picChg chg="mod">
          <ac:chgData name="Athresh PS" userId="6aaba706-7cac-4f49-bd78-392633c5ba9f" providerId="ADAL" clId="{4FED4834-CC34-4F42-B009-CB66C4E732E8}" dt="2024-01-25T08:20:24.284" v="16" actId="1076"/>
          <ac:picMkLst>
            <pc:docMk/>
            <pc:sldMk cId="0" sldId="280"/>
            <ac:picMk id="466" creationId="{00000000-0000-0000-0000-000000000000}"/>
          </ac:picMkLst>
        </pc:picChg>
      </pc:sldChg>
      <pc:sldChg chg="modSp mod">
        <pc:chgData name="Athresh PS" userId="6aaba706-7cac-4f49-bd78-392633c5ba9f" providerId="ADAL" clId="{4FED4834-CC34-4F42-B009-CB66C4E732E8}" dt="2024-01-25T08:20:28.612" v="26" actId="1038"/>
        <pc:sldMkLst>
          <pc:docMk/>
          <pc:sldMk cId="0" sldId="281"/>
        </pc:sldMkLst>
        <pc:picChg chg="mod">
          <ac:chgData name="Athresh PS" userId="6aaba706-7cac-4f49-bd78-392633c5ba9f" providerId="ADAL" clId="{4FED4834-CC34-4F42-B009-CB66C4E732E8}" dt="2024-01-25T08:20:28.612" v="26" actId="1038"/>
          <ac:picMkLst>
            <pc:docMk/>
            <pc:sldMk cId="0" sldId="281"/>
            <ac:picMk id="474" creationId="{00000000-0000-0000-0000-000000000000}"/>
          </ac:picMkLst>
        </pc:picChg>
      </pc:sldChg>
      <pc:sldChg chg="modSp mod">
        <pc:chgData name="Athresh PS" userId="6aaba706-7cac-4f49-bd78-392633c5ba9f" providerId="ADAL" clId="{4FED4834-CC34-4F42-B009-CB66C4E732E8}" dt="2024-01-25T08:20:31.581" v="31" actId="1038"/>
        <pc:sldMkLst>
          <pc:docMk/>
          <pc:sldMk cId="0" sldId="282"/>
        </pc:sldMkLst>
        <pc:picChg chg="mod">
          <ac:chgData name="Athresh PS" userId="6aaba706-7cac-4f49-bd78-392633c5ba9f" providerId="ADAL" clId="{4FED4834-CC34-4F42-B009-CB66C4E732E8}" dt="2024-01-25T08:20:31.581" v="31" actId="1038"/>
          <ac:picMkLst>
            <pc:docMk/>
            <pc:sldMk cId="0" sldId="282"/>
            <ac:picMk id="482" creationId="{00000000-0000-0000-0000-000000000000}"/>
          </ac:picMkLst>
        </pc:picChg>
      </pc:sldChg>
      <pc:sldChg chg="modSp mod">
        <pc:chgData name="Athresh PS" userId="6aaba706-7cac-4f49-bd78-392633c5ba9f" providerId="ADAL" clId="{4FED4834-CC34-4F42-B009-CB66C4E732E8}" dt="2024-01-25T08:20:52.491" v="59" actId="1036"/>
        <pc:sldMkLst>
          <pc:docMk/>
          <pc:sldMk cId="0" sldId="283"/>
        </pc:sldMkLst>
        <pc:spChg chg="mod">
          <ac:chgData name="Athresh PS" userId="6aaba706-7cac-4f49-bd78-392633c5ba9f" providerId="ADAL" clId="{4FED4834-CC34-4F42-B009-CB66C4E732E8}" dt="2024-01-25T08:20:45.894" v="35" actId="1038"/>
          <ac:spMkLst>
            <pc:docMk/>
            <pc:sldMk cId="0" sldId="283"/>
            <ac:spMk id="498" creationId="{00000000-0000-0000-0000-000000000000}"/>
          </ac:spMkLst>
        </pc:spChg>
        <pc:grpChg chg="mod">
          <ac:chgData name="Athresh PS" userId="6aaba706-7cac-4f49-bd78-392633c5ba9f" providerId="ADAL" clId="{4FED4834-CC34-4F42-B009-CB66C4E732E8}" dt="2024-01-25T08:20:52.491" v="59" actId="1036"/>
          <ac:grpSpMkLst>
            <pc:docMk/>
            <pc:sldMk cId="0" sldId="283"/>
            <ac:grpSpMk id="492" creationId="{00000000-0000-0000-0000-000000000000}"/>
          </ac:grpSpMkLst>
        </pc:grpChg>
      </pc:sldChg>
      <pc:sldChg chg="addSp delSp modSp mod">
        <pc:chgData name="Athresh PS" userId="6aaba706-7cac-4f49-bd78-392633c5ba9f" providerId="ADAL" clId="{4FED4834-CC34-4F42-B009-CB66C4E732E8}" dt="2024-01-25T08:23:59.048" v="137" actId="12789"/>
        <pc:sldMkLst>
          <pc:docMk/>
          <pc:sldMk cId="0" sldId="291"/>
        </pc:sldMkLst>
        <pc:spChg chg="del">
          <ac:chgData name="Athresh PS" userId="6aaba706-7cac-4f49-bd78-392633c5ba9f" providerId="ADAL" clId="{4FED4834-CC34-4F42-B009-CB66C4E732E8}" dt="2024-01-25T08:22:19.642" v="77" actId="478"/>
          <ac:spMkLst>
            <pc:docMk/>
            <pc:sldMk cId="0" sldId="291"/>
            <ac:spMk id="634" creationId="{00000000-0000-0000-0000-000000000000}"/>
          </ac:spMkLst>
        </pc:spChg>
        <pc:spChg chg="mod topLvl">
          <ac:chgData name="Athresh PS" userId="6aaba706-7cac-4f49-bd78-392633c5ba9f" providerId="ADAL" clId="{4FED4834-CC34-4F42-B009-CB66C4E732E8}" dt="2024-01-25T08:23:43.465" v="106" actId="164"/>
          <ac:spMkLst>
            <pc:docMk/>
            <pc:sldMk cId="0" sldId="291"/>
            <ac:spMk id="638" creationId="{00000000-0000-0000-0000-000000000000}"/>
          </ac:spMkLst>
        </pc:spChg>
        <pc:spChg chg="mod topLvl">
          <ac:chgData name="Athresh PS" userId="6aaba706-7cac-4f49-bd78-392633c5ba9f" providerId="ADAL" clId="{4FED4834-CC34-4F42-B009-CB66C4E732E8}" dt="2024-01-25T08:23:43.465" v="106" actId="164"/>
          <ac:spMkLst>
            <pc:docMk/>
            <pc:sldMk cId="0" sldId="291"/>
            <ac:spMk id="639" creationId="{00000000-0000-0000-0000-000000000000}"/>
          </ac:spMkLst>
        </pc:spChg>
        <pc:spChg chg="mod topLvl">
          <ac:chgData name="Athresh PS" userId="6aaba706-7cac-4f49-bd78-392633c5ba9f" providerId="ADAL" clId="{4FED4834-CC34-4F42-B009-CB66C4E732E8}" dt="2024-01-25T08:23:43.465" v="106" actId="164"/>
          <ac:spMkLst>
            <pc:docMk/>
            <pc:sldMk cId="0" sldId="291"/>
            <ac:spMk id="640" creationId="{00000000-0000-0000-0000-000000000000}"/>
          </ac:spMkLst>
        </pc:spChg>
        <pc:spChg chg="mod topLvl">
          <ac:chgData name="Athresh PS" userId="6aaba706-7cac-4f49-bd78-392633c5ba9f" providerId="ADAL" clId="{4FED4834-CC34-4F42-B009-CB66C4E732E8}" dt="2024-01-25T08:23:43.465" v="106" actId="164"/>
          <ac:spMkLst>
            <pc:docMk/>
            <pc:sldMk cId="0" sldId="291"/>
            <ac:spMk id="641" creationId="{00000000-0000-0000-0000-000000000000}"/>
          </ac:spMkLst>
        </pc:spChg>
        <pc:spChg chg="del mod">
          <ac:chgData name="Athresh PS" userId="6aaba706-7cac-4f49-bd78-392633c5ba9f" providerId="ADAL" clId="{4FED4834-CC34-4F42-B009-CB66C4E732E8}" dt="2024-01-25T08:21:33.299" v="64" actId="478"/>
          <ac:spMkLst>
            <pc:docMk/>
            <pc:sldMk cId="0" sldId="291"/>
            <ac:spMk id="642" creationId="{00000000-0000-0000-0000-000000000000}"/>
          </ac:spMkLst>
        </pc:spChg>
        <pc:spChg chg="mod topLvl">
          <ac:chgData name="Athresh PS" userId="6aaba706-7cac-4f49-bd78-392633c5ba9f" providerId="ADAL" clId="{4FED4834-CC34-4F42-B009-CB66C4E732E8}" dt="2024-01-25T08:23:43.465" v="106" actId="164"/>
          <ac:spMkLst>
            <pc:docMk/>
            <pc:sldMk cId="0" sldId="291"/>
            <ac:spMk id="644" creationId="{00000000-0000-0000-0000-000000000000}"/>
          </ac:spMkLst>
        </pc:spChg>
        <pc:spChg chg="mod topLvl">
          <ac:chgData name="Athresh PS" userId="6aaba706-7cac-4f49-bd78-392633c5ba9f" providerId="ADAL" clId="{4FED4834-CC34-4F42-B009-CB66C4E732E8}" dt="2024-01-25T08:23:43.465" v="106" actId="164"/>
          <ac:spMkLst>
            <pc:docMk/>
            <pc:sldMk cId="0" sldId="291"/>
            <ac:spMk id="645" creationId="{00000000-0000-0000-0000-000000000000}"/>
          </ac:spMkLst>
        </pc:spChg>
        <pc:spChg chg="mod topLvl">
          <ac:chgData name="Athresh PS" userId="6aaba706-7cac-4f49-bd78-392633c5ba9f" providerId="ADAL" clId="{4FED4834-CC34-4F42-B009-CB66C4E732E8}" dt="2024-01-25T08:23:43.465" v="106" actId="164"/>
          <ac:spMkLst>
            <pc:docMk/>
            <pc:sldMk cId="0" sldId="291"/>
            <ac:spMk id="646" creationId="{00000000-0000-0000-0000-000000000000}"/>
          </ac:spMkLst>
        </pc:spChg>
        <pc:spChg chg="mod topLvl">
          <ac:chgData name="Athresh PS" userId="6aaba706-7cac-4f49-bd78-392633c5ba9f" providerId="ADAL" clId="{4FED4834-CC34-4F42-B009-CB66C4E732E8}" dt="2024-01-25T08:23:43.465" v="106" actId="164"/>
          <ac:spMkLst>
            <pc:docMk/>
            <pc:sldMk cId="0" sldId="291"/>
            <ac:spMk id="647" creationId="{00000000-0000-0000-0000-000000000000}"/>
          </ac:spMkLst>
        </pc:spChg>
        <pc:spChg chg="del">
          <ac:chgData name="Athresh PS" userId="6aaba706-7cac-4f49-bd78-392633c5ba9f" providerId="ADAL" clId="{4FED4834-CC34-4F42-B009-CB66C4E732E8}" dt="2024-01-25T08:21:34.646" v="65" actId="478"/>
          <ac:spMkLst>
            <pc:docMk/>
            <pc:sldMk cId="0" sldId="291"/>
            <ac:spMk id="648" creationId="{00000000-0000-0000-0000-000000000000}"/>
          </ac:spMkLst>
        </pc:spChg>
        <pc:spChg chg="del">
          <ac:chgData name="Athresh PS" userId="6aaba706-7cac-4f49-bd78-392633c5ba9f" providerId="ADAL" clId="{4FED4834-CC34-4F42-B009-CB66C4E732E8}" dt="2024-01-25T08:21:36.227" v="66" actId="478"/>
          <ac:spMkLst>
            <pc:docMk/>
            <pc:sldMk cId="0" sldId="291"/>
            <ac:spMk id="649" creationId="{00000000-0000-0000-0000-000000000000}"/>
          </ac:spMkLst>
        </pc:spChg>
        <pc:spChg chg="mod topLvl">
          <ac:chgData name="Athresh PS" userId="6aaba706-7cac-4f49-bd78-392633c5ba9f" providerId="ADAL" clId="{4FED4834-CC34-4F42-B009-CB66C4E732E8}" dt="2024-01-25T08:23:43.465" v="106" actId="164"/>
          <ac:spMkLst>
            <pc:docMk/>
            <pc:sldMk cId="0" sldId="291"/>
            <ac:spMk id="650" creationId="{00000000-0000-0000-0000-000000000000}"/>
          </ac:spMkLst>
        </pc:spChg>
        <pc:spChg chg="mod topLvl">
          <ac:chgData name="Athresh PS" userId="6aaba706-7cac-4f49-bd78-392633c5ba9f" providerId="ADAL" clId="{4FED4834-CC34-4F42-B009-CB66C4E732E8}" dt="2024-01-25T08:23:43.465" v="106" actId="164"/>
          <ac:spMkLst>
            <pc:docMk/>
            <pc:sldMk cId="0" sldId="291"/>
            <ac:spMk id="651" creationId="{00000000-0000-0000-0000-000000000000}"/>
          </ac:spMkLst>
        </pc:spChg>
        <pc:spChg chg="mod topLvl">
          <ac:chgData name="Athresh PS" userId="6aaba706-7cac-4f49-bd78-392633c5ba9f" providerId="ADAL" clId="{4FED4834-CC34-4F42-B009-CB66C4E732E8}" dt="2024-01-25T08:23:43.465" v="106" actId="164"/>
          <ac:spMkLst>
            <pc:docMk/>
            <pc:sldMk cId="0" sldId="291"/>
            <ac:spMk id="652" creationId="{00000000-0000-0000-0000-000000000000}"/>
          </ac:spMkLst>
        </pc:spChg>
        <pc:spChg chg="mod topLvl">
          <ac:chgData name="Athresh PS" userId="6aaba706-7cac-4f49-bd78-392633c5ba9f" providerId="ADAL" clId="{4FED4834-CC34-4F42-B009-CB66C4E732E8}" dt="2024-01-25T08:23:49.995" v="108" actId="1036"/>
          <ac:spMkLst>
            <pc:docMk/>
            <pc:sldMk cId="0" sldId="291"/>
            <ac:spMk id="653" creationId="{00000000-0000-0000-0000-000000000000}"/>
          </ac:spMkLst>
        </pc:spChg>
        <pc:spChg chg="del mod ord topLvl">
          <ac:chgData name="Athresh PS" userId="6aaba706-7cac-4f49-bd78-392633c5ba9f" providerId="ADAL" clId="{4FED4834-CC34-4F42-B009-CB66C4E732E8}" dt="2024-01-25T08:23:35.669" v="103" actId="478"/>
          <ac:spMkLst>
            <pc:docMk/>
            <pc:sldMk cId="0" sldId="291"/>
            <ac:spMk id="654" creationId="{00000000-0000-0000-0000-000000000000}"/>
          </ac:spMkLst>
        </pc:spChg>
        <pc:spChg chg="del mod">
          <ac:chgData name="Athresh PS" userId="6aaba706-7cac-4f49-bd78-392633c5ba9f" providerId="ADAL" clId="{4FED4834-CC34-4F42-B009-CB66C4E732E8}" dt="2024-01-25T08:21:39.436" v="68" actId="478"/>
          <ac:spMkLst>
            <pc:docMk/>
            <pc:sldMk cId="0" sldId="291"/>
            <ac:spMk id="655" creationId="{00000000-0000-0000-0000-000000000000}"/>
          </ac:spMkLst>
        </pc:spChg>
        <pc:spChg chg="del mod ord topLvl">
          <ac:chgData name="Athresh PS" userId="6aaba706-7cac-4f49-bd78-392633c5ba9f" providerId="ADAL" clId="{4FED4834-CC34-4F42-B009-CB66C4E732E8}" dt="2024-01-25T08:23:39.616" v="105" actId="478"/>
          <ac:spMkLst>
            <pc:docMk/>
            <pc:sldMk cId="0" sldId="291"/>
            <ac:spMk id="656" creationId="{00000000-0000-0000-0000-000000000000}"/>
          </ac:spMkLst>
        </pc:spChg>
        <pc:spChg chg="del mod">
          <ac:chgData name="Athresh PS" userId="6aaba706-7cac-4f49-bd78-392633c5ba9f" providerId="ADAL" clId="{4FED4834-CC34-4F42-B009-CB66C4E732E8}" dt="2024-01-25T08:21:41.993" v="70" actId="478"/>
          <ac:spMkLst>
            <pc:docMk/>
            <pc:sldMk cId="0" sldId="291"/>
            <ac:spMk id="657" creationId="{00000000-0000-0000-0000-000000000000}"/>
          </ac:spMkLst>
        </pc:spChg>
        <pc:spChg chg="mod topLvl">
          <ac:chgData name="Athresh PS" userId="6aaba706-7cac-4f49-bd78-392633c5ba9f" providerId="ADAL" clId="{4FED4834-CC34-4F42-B009-CB66C4E732E8}" dt="2024-01-25T08:23:43.465" v="106" actId="164"/>
          <ac:spMkLst>
            <pc:docMk/>
            <pc:sldMk cId="0" sldId="291"/>
            <ac:spMk id="659" creationId="{00000000-0000-0000-0000-000000000000}"/>
          </ac:spMkLst>
        </pc:spChg>
        <pc:spChg chg="mod topLvl">
          <ac:chgData name="Athresh PS" userId="6aaba706-7cac-4f49-bd78-392633c5ba9f" providerId="ADAL" clId="{4FED4834-CC34-4F42-B009-CB66C4E732E8}" dt="2024-01-25T08:23:43.465" v="106" actId="164"/>
          <ac:spMkLst>
            <pc:docMk/>
            <pc:sldMk cId="0" sldId="291"/>
            <ac:spMk id="660" creationId="{00000000-0000-0000-0000-000000000000}"/>
          </ac:spMkLst>
        </pc:spChg>
        <pc:grpChg chg="add mod">
          <ac:chgData name="Athresh PS" userId="6aaba706-7cac-4f49-bd78-392633c5ba9f" providerId="ADAL" clId="{4FED4834-CC34-4F42-B009-CB66C4E732E8}" dt="2024-01-25T08:23:59.048" v="137" actId="12789"/>
          <ac:grpSpMkLst>
            <pc:docMk/>
            <pc:sldMk cId="0" sldId="291"/>
            <ac:grpSpMk id="2" creationId="{FDECFC58-B950-03ED-8AA3-EA1B1C4E5371}"/>
          </ac:grpSpMkLst>
        </pc:grpChg>
        <pc:grpChg chg="del mod">
          <ac:chgData name="Athresh PS" userId="6aaba706-7cac-4f49-bd78-392633c5ba9f" providerId="ADAL" clId="{4FED4834-CC34-4F42-B009-CB66C4E732E8}" dt="2024-01-25T08:22:03.117" v="75" actId="165"/>
          <ac:grpSpMkLst>
            <pc:docMk/>
            <pc:sldMk cId="0" sldId="291"/>
            <ac:grpSpMk id="636" creationId="{00000000-0000-0000-0000-000000000000}"/>
          </ac:grpSpMkLst>
        </pc:grpChg>
        <pc:grpChg chg="del mod topLvl">
          <ac:chgData name="Athresh PS" userId="6aaba706-7cac-4f49-bd78-392633c5ba9f" providerId="ADAL" clId="{4FED4834-CC34-4F42-B009-CB66C4E732E8}" dt="2024-01-25T08:22:11.565" v="76" actId="165"/>
          <ac:grpSpMkLst>
            <pc:docMk/>
            <pc:sldMk cId="0" sldId="291"/>
            <ac:grpSpMk id="637" creationId="{00000000-0000-0000-0000-000000000000}"/>
          </ac:grpSpMkLst>
        </pc:grpChg>
        <pc:grpChg chg="del mod topLvl">
          <ac:chgData name="Athresh PS" userId="6aaba706-7cac-4f49-bd78-392633c5ba9f" providerId="ADAL" clId="{4FED4834-CC34-4F42-B009-CB66C4E732E8}" dt="2024-01-25T08:22:11.565" v="76" actId="165"/>
          <ac:grpSpMkLst>
            <pc:docMk/>
            <pc:sldMk cId="0" sldId="291"/>
            <ac:grpSpMk id="643" creationId="{00000000-0000-0000-0000-000000000000}"/>
          </ac:grpSpMkLst>
        </pc:grpChg>
        <pc:grpChg chg="del mod topLvl">
          <ac:chgData name="Athresh PS" userId="6aaba706-7cac-4f49-bd78-392633c5ba9f" providerId="ADAL" clId="{4FED4834-CC34-4F42-B009-CB66C4E732E8}" dt="2024-01-25T08:22:11.565" v="76" actId="165"/>
          <ac:grpSpMkLst>
            <pc:docMk/>
            <pc:sldMk cId="0" sldId="291"/>
            <ac:grpSpMk id="658" creationId="{00000000-0000-0000-0000-000000000000}"/>
          </ac:grpSpMkLst>
        </pc:grpChg>
        <pc:picChg chg="mod">
          <ac:chgData name="Athresh PS" userId="6aaba706-7cac-4f49-bd78-392633c5ba9f" providerId="ADAL" clId="{4FED4834-CC34-4F42-B009-CB66C4E732E8}" dt="2024-01-25T08:23:59.048" v="137" actId="12789"/>
          <ac:picMkLst>
            <pc:docMk/>
            <pc:sldMk cId="0" sldId="291"/>
            <ac:picMk id="633" creationId="{00000000-0000-0000-0000-000000000000}"/>
          </ac:picMkLst>
        </pc:picChg>
      </pc:sldChg>
      <pc:sldChg chg="modSp mod delCm">
        <pc:chgData name="Athresh PS" userId="6aaba706-7cac-4f49-bd78-392633c5ba9f" providerId="ADAL" clId="{4FED4834-CC34-4F42-B009-CB66C4E732E8}" dt="2024-01-25T08:24:25.397" v="141"/>
        <pc:sldMkLst>
          <pc:docMk/>
          <pc:sldMk cId="0" sldId="295"/>
        </pc:sldMkLst>
        <pc:spChg chg="mod">
          <ac:chgData name="Athresh PS" userId="6aaba706-7cac-4f49-bd78-392633c5ba9f" providerId="ADAL" clId="{4FED4834-CC34-4F42-B009-CB66C4E732E8}" dt="2024-01-25T08:24:16.129" v="138" actId="255"/>
          <ac:spMkLst>
            <pc:docMk/>
            <pc:sldMk cId="0" sldId="295"/>
            <ac:spMk id="701" creationId="{00000000-0000-0000-0000-000000000000}"/>
          </ac:spMkLst>
        </pc:spChg>
        <pc:spChg chg="mod">
          <ac:chgData name="Athresh PS" userId="6aaba706-7cac-4f49-bd78-392633c5ba9f" providerId="ADAL" clId="{4FED4834-CC34-4F42-B009-CB66C4E732E8}" dt="2024-01-25T08:24:16.129" v="138" actId="255"/>
          <ac:spMkLst>
            <pc:docMk/>
            <pc:sldMk cId="0" sldId="295"/>
            <ac:spMk id="702" creationId="{00000000-0000-0000-0000-000000000000}"/>
          </ac:spMkLst>
        </pc:spChg>
        <pc:spChg chg="mod">
          <ac:chgData name="Athresh PS" userId="6aaba706-7cac-4f49-bd78-392633c5ba9f" providerId="ADAL" clId="{4FED4834-CC34-4F42-B009-CB66C4E732E8}" dt="2024-01-25T08:24:20.101" v="139" actId="14100"/>
          <ac:spMkLst>
            <pc:docMk/>
            <pc:sldMk cId="0" sldId="295"/>
            <ac:spMk id="703" creationId="{00000000-0000-0000-0000-000000000000}"/>
          </ac:spMkLst>
        </pc:spChg>
        <pc:spChg chg="mod">
          <ac:chgData name="Athresh PS" userId="6aaba706-7cac-4f49-bd78-392633c5ba9f" providerId="ADAL" clId="{4FED4834-CC34-4F42-B009-CB66C4E732E8}" dt="2024-01-25T08:24:23.117" v="140" actId="14100"/>
          <ac:spMkLst>
            <pc:docMk/>
            <pc:sldMk cId="0" sldId="295"/>
            <ac:spMk id="704" creationId="{00000000-0000-0000-0000-000000000000}"/>
          </ac:spMkLst>
        </pc:spChg>
        <pc:extLst>
          <p:ext xmlns:p="http://schemas.openxmlformats.org/presentationml/2006/main" uri="{D6D511B9-2390-475A-947B-AFAB55BFBCF1}">
            <pc226:cmChg xmlns:pc226="http://schemas.microsoft.com/office/powerpoint/2022/06/main/command" chg="del">
              <pc226:chgData name="Athresh PS" userId="6aaba706-7cac-4f49-bd78-392633c5ba9f" providerId="ADAL" clId="{4FED4834-CC34-4F42-B009-CB66C4E732E8}" dt="2024-01-25T08:24:25.397" v="141"/>
              <pc2:cmMkLst xmlns:pc2="http://schemas.microsoft.com/office/powerpoint/2019/9/main/command">
                <pc:docMk/>
                <pc:sldMk cId="0" sldId="295"/>
                <pc2:cmMk id="{AA8560C8-55A5-4EB0-8C86-205CFB0B8713}"/>
              </pc2:cmMkLst>
            </pc226:cmChg>
          </p:ext>
        </pc:extLst>
      </pc:sldChg>
      <pc:sldChg chg="modSp mod">
        <pc:chgData name="Athresh PS" userId="6aaba706-7cac-4f49-bd78-392633c5ba9f" providerId="ADAL" clId="{4FED4834-CC34-4F42-B009-CB66C4E732E8}" dt="2024-01-25T08:24:59.108" v="146" actId="242"/>
        <pc:sldMkLst>
          <pc:docMk/>
          <pc:sldMk cId="0" sldId="302"/>
        </pc:sldMkLst>
        <pc:graphicFrameChg chg="modGraphic">
          <ac:chgData name="Athresh PS" userId="6aaba706-7cac-4f49-bd78-392633c5ba9f" providerId="ADAL" clId="{4FED4834-CC34-4F42-B009-CB66C4E732E8}" dt="2024-01-25T08:24:59.108" v="146" actId="242"/>
          <ac:graphicFrameMkLst>
            <pc:docMk/>
            <pc:sldMk cId="0" sldId="302"/>
            <ac:graphicFrameMk id="1684" creationId="{00000000-0000-0000-0000-000000000000}"/>
          </ac:graphicFrameMkLst>
        </pc:graphicFrameChg>
      </pc:sldChg>
      <pc:sldChg chg="modSp mod delCm">
        <pc:chgData name="Athresh PS" userId="6aaba706-7cac-4f49-bd78-392633c5ba9f" providerId="ADAL" clId="{4FED4834-CC34-4F42-B009-CB66C4E732E8}" dt="2024-01-25T08:25:43.931" v="171"/>
        <pc:sldMkLst>
          <pc:docMk/>
          <pc:sldMk cId="0" sldId="307"/>
        </pc:sldMkLst>
        <pc:spChg chg="mod">
          <ac:chgData name="Athresh PS" userId="6aaba706-7cac-4f49-bd78-392633c5ba9f" providerId="ADAL" clId="{4FED4834-CC34-4F42-B009-CB66C4E732E8}" dt="2024-01-25T08:25:41.172" v="170" actId="1035"/>
          <ac:spMkLst>
            <pc:docMk/>
            <pc:sldMk cId="0" sldId="307"/>
            <ac:spMk id="1831" creationId="{00000000-0000-0000-0000-000000000000}"/>
          </ac:spMkLst>
        </pc:spChg>
        <pc:spChg chg="mod">
          <ac:chgData name="Athresh PS" userId="6aaba706-7cac-4f49-bd78-392633c5ba9f" providerId="ADAL" clId="{4FED4834-CC34-4F42-B009-CB66C4E732E8}" dt="2024-01-25T08:25:36.324" v="166" actId="1076"/>
          <ac:spMkLst>
            <pc:docMk/>
            <pc:sldMk cId="0" sldId="307"/>
            <ac:spMk id="1835" creationId="{00000000-0000-0000-0000-000000000000}"/>
          </ac:spMkLst>
        </pc:spChg>
        <pc:picChg chg="mod">
          <ac:chgData name="Athresh PS" userId="6aaba706-7cac-4f49-bd78-392633c5ba9f" providerId="ADAL" clId="{4FED4834-CC34-4F42-B009-CB66C4E732E8}" dt="2024-01-25T08:25:38.779" v="167" actId="1076"/>
          <ac:picMkLst>
            <pc:docMk/>
            <pc:sldMk cId="0" sldId="307"/>
            <ac:picMk id="1841" creationId="{00000000-0000-0000-0000-000000000000}"/>
          </ac:picMkLst>
        </pc:picChg>
        <pc:extLst>
          <p:ext xmlns:p="http://schemas.openxmlformats.org/presentationml/2006/main" uri="{D6D511B9-2390-475A-947B-AFAB55BFBCF1}">
            <pc226:cmChg xmlns:pc226="http://schemas.microsoft.com/office/powerpoint/2022/06/main/command" chg="del">
              <pc226:chgData name="Athresh PS" userId="6aaba706-7cac-4f49-bd78-392633c5ba9f" providerId="ADAL" clId="{4FED4834-CC34-4F42-B009-CB66C4E732E8}" dt="2024-01-25T08:25:43.931" v="171"/>
              <pc2:cmMkLst xmlns:pc2="http://schemas.microsoft.com/office/powerpoint/2019/9/main/command">
                <pc:docMk/>
                <pc:sldMk cId="0" sldId="307"/>
                <pc2:cmMk id="{7DAEDC7D-653B-4A0D-9217-6D18325B4724}"/>
              </pc2:cmMkLst>
            </pc226:cmChg>
          </p:ext>
        </pc:extLst>
      </pc:sldChg>
      <pc:sldChg chg="delSp modSp mod">
        <pc:chgData name="Athresh PS" userId="6aaba706-7cac-4f49-bd78-392633c5ba9f" providerId="ADAL" clId="{4FED4834-CC34-4F42-B009-CB66C4E732E8}" dt="2024-01-25T08:26:34.308" v="214" actId="14100"/>
        <pc:sldMkLst>
          <pc:docMk/>
          <pc:sldMk cId="0" sldId="308"/>
        </pc:sldMkLst>
        <pc:spChg chg="del mod">
          <ac:chgData name="Athresh PS" userId="6aaba706-7cac-4f49-bd78-392633c5ba9f" providerId="ADAL" clId="{4FED4834-CC34-4F42-B009-CB66C4E732E8}" dt="2024-01-25T08:26:00.972" v="174" actId="478"/>
          <ac:spMkLst>
            <pc:docMk/>
            <pc:sldMk cId="0" sldId="308"/>
            <ac:spMk id="1859" creationId="{00000000-0000-0000-0000-000000000000}"/>
          </ac:spMkLst>
        </pc:spChg>
        <pc:spChg chg="mod">
          <ac:chgData name="Athresh PS" userId="6aaba706-7cac-4f49-bd78-392633c5ba9f" providerId="ADAL" clId="{4FED4834-CC34-4F42-B009-CB66C4E732E8}" dt="2024-01-25T08:26:34.308" v="214" actId="14100"/>
          <ac:spMkLst>
            <pc:docMk/>
            <pc:sldMk cId="0" sldId="308"/>
            <ac:spMk id="1866" creationId="{00000000-0000-0000-0000-000000000000}"/>
          </ac:spMkLst>
        </pc:spChg>
        <pc:grpChg chg="mod">
          <ac:chgData name="Athresh PS" userId="6aaba706-7cac-4f49-bd78-392633c5ba9f" providerId="ADAL" clId="{4FED4834-CC34-4F42-B009-CB66C4E732E8}" dt="2024-01-25T08:26:12.620" v="177" actId="1076"/>
          <ac:grpSpMkLst>
            <pc:docMk/>
            <pc:sldMk cId="0" sldId="308"/>
            <ac:grpSpMk id="1856" creationId="{00000000-0000-0000-0000-000000000000}"/>
          </ac:grpSpMkLst>
        </pc:grpChg>
        <pc:picChg chg="mod">
          <ac:chgData name="Athresh PS" userId="6aaba706-7cac-4f49-bd78-392633c5ba9f" providerId="ADAL" clId="{4FED4834-CC34-4F42-B009-CB66C4E732E8}" dt="2024-01-25T08:26:04.187" v="175" actId="1076"/>
          <ac:picMkLst>
            <pc:docMk/>
            <pc:sldMk cId="0" sldId="308"/>
            <ac:picMk id="1860" creationId="{00000000-0000-0000-0000-000000000000}"/>
          </ac:picMkLst>
        </pc:picChg>
      </pc:sldChg>
      <pc:sldChg chg="modSp mod">
        <pc:chgData name="Athresh PS" userId="6aaba706-7cac-4f49-bd78-392633c5ba9f" providerId="ADAL" clId="{4FED4834-CC34-4F42-B009-CB66C4E732E8}" dt="2024-01-25T08:26:40.156" v="216" actId="14100"/>
        <pc:sldMkLst>
          <pc:docMk/>
          <pc:sldMk cId="0" sldId="309"/>
        </pc:sldMkLst>
        <pc:spChg chg="mod">
          <ac:chgData name="Athresh PS" userId="6aaba706-7cac-4f49-bd78-392633c5ba9f" providerId="ADAL" clId="{4FED4834-CC34-4F42-B009-CB66C4E732E8}" dt="2024-01-25T08:26:40.156" v="216" actId="14100"/>
          <ac:spMkLst>
            <pc:docMk/>
            <pc:sldMk cId="0" sldId="309"/>
            <ac:spMk id="1874" creationId="{00000000-0000-0000-0000-000000000000}"/>
          </ac:spMkLst>
        </pc:spChg>
      </pc:sldChg>
      <pc:sldChg chg="modSp mod">
        <pc:chgData name="Athresh PS" userId="6aaba706-7cac-4f49-bd78-392633c5ba9f" providerId="ADAL" clId="{4FED4834-CC34-4F42-B009-CB66C4E732E8}" dt="2024-01-25T08:27:56.955" v="219" actId="14100"/>
        <pc:sldMkLst>
          <pc:docMk/>
          <pc:sldMk cId="0" sldId="314"/>
        </pc:sldMkLst>
        <pc:spChg chg="mod">
          <ac:chgData name="Athresh PS" userId="6aaba706-7cac-4f49-bd78-392633c5ba9f" providerId="ADAL" clId="{4FED4834-CC34-4F42-B009-CB66C4E732E8}" dt="2024-01-25T08:27:56.955" v="219" actId="14100"/>
          <ac:spMkLst>
            <pc:docMk/>
            <pc:sldMk cId="0" sldId="314"/>
            <ac:spMk id="2031" creationId="{00000000-0000-0000-0000-000000000000}"/>
          </ac:spMkLst>
        </pc:spChg>
      </pc:sldChg>
      <pc:sldChg chg="addSp modSp mod">
        <pc:chgData name="Athresh PS" userId="6aaba706-7cac-4f49-bd78-392633c5ba9f" providerId="ADAL" clId="{4FED4834-CC34-4F42-B009-CB66C4E732E8}" dt="2024-01-25T08:28:14.329" v="232" actId="1038"/>
        <pc:sldMkLst>
          <pc:docMk/>
          <pc:sldMk cId="0" sldId="317"/>
        </pc:sldMkLst>
        <pc:spChg chg="mod">
          <ac:chgData name="Athresh PS" userId="6aaba706-7cac-4f49-bd78-392633c5ba9f" providerId="ADAL" clId="{4FED4834-CC34-4F42-B009-CB66C4E732E8}" dt="2024-01-25T08:28:11.409" v="220" actId="164"/>
          <ac:spMkLst>
            <pc:docMk/>
            <pc:sldMk cId="0" sldId="317"/>
            <ac:spMk id="2098" creationId="{00000000-0000-0000-0000-000000000000}"/>
          </ac:spMkLst>
        </pc:spChg>
        <pc:spChg chg="mod">
          <ac:chgData name="Athresh PS" userId="6aaba706-7cac-4f49-bd78-392633c5ba9f" providerId="ADAL" clId="{4FED4834-CC34-4F42-B009-CB66C4E732E8}" dt="2024-01-25T08:28:11.409" v="220" actId="164"/>
          <ac:spMkLst>
            <pc:docMk/>
            <pc:sldMk cId="0" sldId="317"/>
            <ac:spMk id="2099" creationId="{00000000-0000-0000-0000-000000000000}"/>
          </ac:spMkLst>
        </pc:spChg>
        <pc:spChg chg="mod">
          <ac:chgData name="Athresh PS" userId="6aaba706-7cac-4f49-bd78-392633c5ba9f" providerId="ADAL" clId="{4FED4834-CC34-4F42-B009-CB66C4E732E8}" dt="2024-01-25T08:28:11.409" v="220" actId="164"/>
          <ac:spMkLst>
            <pc:docMk/>
            <pc:sldMk cId="0" sldId="317"/>
            <ac:spMk id="2100" creationId="{00000000-0000-0000-0000-000000000000}"/>
          </ac:spMkLst>
        </pc:spChg>
        <pc:spChg chg="mod">
          <ac:chgData name="Athresh PS" userId="6aaba706-7cac-4f49-bd78-392633c5ba9f" providerId="ADAL" clId="{4FED4834-CC34-4F42-B009-CB66C4E732E8}" dt="2024-01-25T08:28:11.409" v="220" actId="164"/>
          <ac:spMkLst>
            <pc:docMk/>
            <pc:sldMk cId="0" sldId="317"/>
            <ac:spMk id="2102" creationId="{00000000-0000-0000-0000-000000000000}"/>
          </ac:spMkLst>
        </pc:spChg>
        <pc:spChg chg="mod">
          <ac:chgData name="Athresh PS" userId="6aaba706-7cac-4f49-bd78-392633c5ba9f" providerId="ADAL" clId="{4FED4834-CC34-4F42-B009-CB66C4E732E8}" dt="2024-01-25T08:28:11.409" v="220" actId="164"/>
          <ac:spMkLst>
            <pc:docMk/>
            <pc:sldMk cId="0" sldId="317"/>
            <ac:spMk id="2103" creationId="{00000000-0000-0000-0000-000000000000}"/>
          </ac:spMkLst>
        </pc:spChg>
        <pc:grpChg chg="add mod">
          <ac:chgData name="Athresh PS" userId="6aaba706-7cac-4f49-bd78-392633c5ba9f" providerId="ADAL" clId="{4FED4834-CC34-4F42-B009-CB66C4E732E8}" dt="2024-01-25T08:28:14.329" v="232" actId="1038"/>
          <ac:grpSpMkLst>
            <pc:docMk/>
            <pc:sldMk cId="0" sldId="317"/>
            <ac:grpSpMk id="2" creationId="{1CE29A66-083A-4E59-5D26-50EF5800FF86}"/>
          </ac:grpSpMkLst>
        </pc:grpChg>
        <pc:grpChg chg="mod">
          <ac:chgData name="Athresh PS" userId="6aaba706-7cac-4f49-bd78-392633c5ba9f" providerId="ADAL" clId="{4FED4834-CC34-4F42-B009-CB66C4E732E8}" dt="2024-01-25T08:28:11.409" v="220" actId="164"/>
          <ac:grpSpMkLst>
            <pc:docMk/>
            <pc:sldMk cId="0" sldId="317"/>
            <ac:grpSpMk id="2084" creationId="{00000000-0000-0000-0000-000000000000}"/>
          </ac:grpSpMkLst>
        </pc:grpChg>
        <pc:grpChg chg="mod">
          <ac:chgData name="Athresh PS" userId="6aaba706-7cac-4f49-bd78-392633c5ba9f" providerId="ADAL" clId="{4FED4834-CC34-4F42-B009-CB66C4E732E8}" dt="2024-01-25T08:28:11.409" v="220" actId="164"/>
          <ac:grpSpMkLst>
            <pc:docMk/>
            <pc:sldMk cId="0" sldId="317"/>
            <ac:grpSpMk id="2095" creationId="{00000000-0000-0000-0000-000000000000}"/>
          </ac:grpSpMkLst>
        </pc:grpChg>
        <pc:grpChg chg="mod">
          <ac:chgData name="Athresh PS" userId="6aaba706-7cac-4f49-bd78-392633c5ba9f" providerId="ADAL" clId="{4FED4834-CC34-4F42-B009-CB66C4E732E8}" dt="2024-01-25T08:28:11.409" v="220" actId="164"/>
          <ac:grpSpMkLst>
            <pc:docMk/>
            <pc:sldMk cId="0" sldId="317"/>
            <ac:grpSpMk id="2104" creationId="{00000000-0000-0000-0000-000000000000}"/>
          </ac:grpSpMkLst>
        </pc:grpChg>
        <pc:grpChg chg="mod">
          <ac:chgData name="Athresh PS" userId="6aaba706-7cac-4f49-bd78-392633c5ba9f" providerId="ADAL" clId="{4FED4834-CC34-4F42-B009-CB66C4E732E8}" dt="2024-01-25T08:28:11.409" v="220" actId="164"/>
          <ac:grpSpMkLst>
            <pc:docMk/>
            <pc:sldMk cId="0" sldId="317"/>
            <ac:grpSpMk id="2109" creationId="{00000000-0000-0000-0000-000000000000}"/>
          </ac:grpSpMkLst>
        </pc:grpChg>
        <pc:grpChg chg="mod">
          <ac:chgData name="Athresh PS" userId="6aaba706-7cac-4f49-bd78-392633c5ba9f" providerId="ADAL" clId="{4FED4834-CC34-4F42-B009-CB66C4E732E8}" dt="2024-01-25T08:28:11.409" v="220" actId="164"/>
          <ac:grpSpMkLst>
            <pc:docMk/>
            <pc:sldMk cId="0" sldId="317"/>
            <ac:grpSpMk id="2114" creationId="{00000000-0000-0000-0000-000000000000}"/>
          </ac:grpSpMkLst>
        </pc:grpChg>
        <pc:grpChg chg="mod">
          <ac:chgData name="Athresh PS" userId="6aaba706-7cac-4f49-bd78-392633c5ba9f" providerId="ADAL" clId="{4FED4834-CC34-4F42-B009-CB66C4E732E8}" dt="2024-01-25T08:28:11.409" v="220" actId="164"/>
          <ac:grpSpMkLst>
            <pc:docMk/>
            <pc:sldMk cId="0" sldId="317"/>
            <ac:grpSpMk id="2123" creationId="{00000000-0000-0000-0000-000000000000}"/>
          </ac:grpSpMkLst>
        </pc:grpChg>
        <pc:cxnChg chg="mod">
          <ac:chgData name="Athresh PS" userId="6aaba706-7cac-4f49-bd78-392633c5ba9f" providerId="ADAL" clId="{4FED4834-CC34-4F42-B009-CB66C4E732E8}" dt="2024-01-25T08:28:11.409" v="220" actId="164"/>
          <ac:cxnSpMkLst>
            <pc:docMk/>
            <pc:sldMk cId="0" sldId="317"/>
            <ac:cxnSpMk id="2093" creationId="{00000000-0000-0000-0000-000000000000}"/>
          </ac:cxnSpMkLst>
        </pc:cxnChg>
        <pc:cxnChg chg="mod">
          <ac:chgData name="Athresh PS" userId="6aaba706-7cac-4f49-bd78-392633c5ba9f" providerId="ADAL" clId="{4FED4834-CC34-4F42-B009-CB66C4E732E8}" dt="2024-01-25T08:28:11.409" v="220" actId="164"/>
          <ac:cxnSpMkLst>
            <pc:docMk/>
            <pc:sldMk cId="0" sldId="317"/>
            <ac:cxnSpMk id="2094" creationId="{00000000-0000-0000-0000-000000000000}"/>
          </ac:cxnSpMkLst>
        </pc:cxnChg>
        <pc:cxnChg chg="mod">
          <ac:chgData name="Athresh PS" userId="6aaba706-7cac-4f49-bd78-392633c5ba9f" providerId="ADAL" clId="{4FED4834-CC34-4F42-B009-CB66C4E732E8}" dt="2024-01-25T08:28:11.409" v="220" actId="164"/>
          <ac:cxnSpMkLst>
            <pc:docMk/>
            <pc:sldMk cId="0" sldId="317"/>
            <ac:cxnSpMk id="2101" creationId="{00000000-0000-0000-0000-000000000000}"/>
          </ac:cxnSpMkLst>
        </pc:cxnChg>
      </pc:sldChg>
    </pc:docChg>
  </pc:docChgLst>
  <pc:docChgLst>
    <pc:chgData name="Rashi Jain" userId="a5d69524-d872-4246-9a0d-ed17f2b349e8" providerId="ADAL" clId="{D53A4197-61D2-4F94-A576-F6EDAE8B70DD}"/>
    <pc:docChg chg="">
      <pc:chgData name="Rashi Jain" userId="a5d69524-d872-4246-9a0d-ed17f2b349e8" providerId="ADAL" clId="{D53A4197-61D2-4F94-A576-F6EDAE8B70DD}" dt="2024-03-07T08:43:52.301" v="10"/>
      <pc:docMkLst>
        <pc:docMk/>
      </pc:docMkLst>
      <pc:sldChg chg="delCm">
        <pc:chgData name="Rashi Jain" userId="a5d69524-d872-4246-9a0d-ed17f2b349e8" providerId="ADAL" clId="{D53A4197-61D2-4F94-A576-F6EDAE8B70DD}" dt="2024-03-07T08:43:04.197" v="0"/>
        <pc:sldMkLst>
          <pc:docMk/>
          <pc:sldMk cId="0" sldId="261"/>
        </pc:sldMkLst>
        <pc:extLst>
          <p:ext xmlns:p="http://schemas.openxmlformats.org/presentationml/2006/main" uri="{D6D511B9-2390-475A-947B-AFAB55BFBCF1}">
            <pc226:cmChg xmlns:pc226="http://schemas.microsoft.com/office/powerpoint/2022/06/main/command" chg="del">
              <pc226:chgData name="Rashi Jain" userId="a5d69524-d872-4246-9a0d-ed17f2b349e8" providerId="ADAL" clId="{D53A4197-61D2-4F94-A576-F6EDAE8B70DD}" dt="2024-03-07T08:43:04.197" v="0"/>
              <pc2:cmMkLst xmlns:pc2="http://schemas.microsoft.com/office/powerpoint/2019/9/main/command">
                <pc:docMk/>
                <pc:sldMk cId="0" sldId="261"/>
                <pc2:cmMk id="{7D633039-5F7A-4514-9417-05B89ADCA5C3}"/>
              </pc2:cmMkLst>
            </pc226:cmChg>
          </p:ext>
        </pc:extLst>
      </pc:sldChg>
      <pc:sldChg chg="delCm">
        <pc:chgData name="Rashi Jain" userId="a5d69524-d872-4246-9a0d-ed17f2b349e8" providerId="ADAL" clId="{D53A4197-61D2-4F94-A576-F6EDAE8B70DD}" dt="2024-03-07T08:43:11" v="1"/>
        <pc:sldMkLst>
          <pc:docMk/>
          <pc:sldMk cId="0" sldId="264"/>
        </pc:sldMkLst>
        <pc:extLst>
          <p:ext xmlns:p="http://schemas.openxmlformats.org/presentationml/2006/main" uri="{D6D511B9-2390-475A-947B-AFAB55BFBCF1}">
            <pc226:cmChg xmlns:pc226="http://schemas.microsoft.com/office/powerpoint/2022/06/main/command" chg="del">
              <pc226:chgData name="Rashi Jain" userId="a5d69524-d872-4246-9a0d-ed17f2b349e8" providerId="ADAL" clId="{D53A4197-61D2-4F94-A576-F6EDAE8B70DD}" dt="2024-03-07T08:43:11" v="1"/>
              <pc2:cmMkLst xmlns:pc2="http://schemas.microsoft.com/office/powerpoint/2019/9/main/command">
                <pc:docMk/>
                <pc:sldMk cId="0" sldId="264"/>
                <pc2:cmMk id="{AE0F24E8-28CE-47F5-8E2B-91AA2CD6FB18}"/>
              </pc2:cmMkLst>
            </pc226:cmChg>
          </p:ext>
        </pc:extLst>
      </pc:sldChg>
      <pc:sldChg chg="delCm">
        <pc:chgData name="Rashi Jain" userId="a5d69524-d872-4246-9a0d-ed17f2b349e8" providerId="ADAL" clId="{D53A4197-61D2-4F94-A576-F6EDAE8B70DD}" dt="2024-03-07T08:43:17.518" v="2"/>
        <pc:sldMkLst>
          <pc:docMk/>
          <pc:sldMk cId="0" sldId="267"/>
        </pc:sldMkLst>
        <pc:extLst>
          <p:ext xmlns:p="http://schemas.openxmlformats.org/presentationml/2006/main" uri="{D6D511B9-2390-475A-947B-AFAB55BFBCF1}">
            <pc226:cmChg xmlns:pc226="http://schemas.microsoft.com/office/powerpoint/2022/06/main/command" chg="del">
              <pc226:chgData name="Rashi Jain" userId="a5d69524-d872-4246-9a0d-ed17f2b349e8" providerId="ADAL" clId="{D53A4197-61D2-4F94-A576-F6EDAE8B70DD}" dt="2024-03-07T08:43:17.518" v="2"/>
              <pc2:cmMkLst xmlns:pc2="http://schemas.microsoft.com/office/powerpoint/2019/9/main/command">
                <pc:docMk/>
                <pc:sldMk cId="0" sldId="267"/>
                <pc2:cmMk id="{67845913-FF43-42AF-BE87-7C89068A24D3}"/>
              </pc2:cmMkLst>
            </pc226:cmChg>
          </p:ext>
        </pc:extLst>
      </pc:sldChg>
      <pc:sldChg chg="delCm">
        <pc:chgData name="Rashi Jain" userId="a5d69524-d872-4246-9a0d-ed17f2b349e8" providerId="ADAL" clId="{D53A4197-61D2-4F94-A576-F6EDAE8B70DD}" dt="2024-03-07T08:43:21.476" v="3"/>
        <pc:sldMkLst>
          <pc:docMk/>
          <pc:sldMk cId="0" sldId="268"/>
        </pc:sldMkLst>
        <pc:extLst>
          <p:ext xmlns:p="http://schemas.openxmlformats.org/presentationml/2006/main" uri="{D6D511B9-2390-475A-947B-AFAB55BFBCF1}">
            <pc226:cmChg xmlns:pc226="http://schemas.microsoft.com/office/powerpoint/2022/06/main/command" chg="del">
              <pc226:chgData name="Rashi Jain" userId="a5d69524-d872-4246-9a0d-ed17f2b349e8" providerId="ADAL" clId="{D53A4197-61D2-4F94-A576-F6EDAE8B70DD}" dt="2024-03-07T08:43:21.476" v="3"/>
              <pc2:cmMkLst xmlns:pc2="http://schemas.microsoft.com/office/powerpoint/2019/9/main/command">
                <pc:docMk/>
                <pc:sldMk cId="0" sldId="268"/>
                <pc2:cmMk id="{547B2497-ABB1-41FB-9BA7-0945B67CC0B7}"/>
              </pc2:cmMkLst>
            </pc226:cmChg>
          </p:ext>
        </pc:extLst>
      </pc:sldChg>
      <pc:sldChg chg="delCm">
        <pc:chgData name="Rashi Jain" userId="a5d69524-d872-4246-9a0d-ed17f2b349e8" providerId="ADAL" clId="{D53A4197-61D2-4F94-A576-F6EDAE8B70DD}" dt="2024-03-07T08:43:27.382" v="4"/>
        <pc:sldMkLst>
          <pc:docMk/>
          <pc:sldMk cId="0" sldId="273"/>
        </pc:sldMkLst>
        <pc:extLst>
          <p:ext xmlns:p="http://schemas.openxmlformats.org/presentationml/2006/main" uri="{D6D511B9-2390-475A-947B-AFAB55BFBCF1}">
            <pc226:cmChg xmlns:pc226="http://schemas.microsoft.com/office/powerpoint/2022/06/main/command" chg="del">
              <pc226:chgData name="Rashi Jain" userId="a5d69524-d872-4246-9a0d-ed17f2b349e8" providerId="ADAL" clId="{D53A4197-61D2-4F94-A576-F6EDAE8B70DD}" dt="2024-03-07T08:43:27.382" v="4"/>
              <pc2:cmMkLst xmlns:pc2="http://schemas.microsoft.com/office/powerpoint/2019/9/main/command">
                <pc:docMk/>
                <pc:sldMk cId="0" sldId="273"/>
                <pc2:cmMk id="{2C75B7CD-D0C6-4AE9-8D54-6F22F6C9FBE4}"/>
              </pc2:cmMkLst>
            </pc226:cmChg>
          </p:ext>
        </pc:extLst>
      </pc:sldChg>
      <pc:sldChg chg="delCm">
        <pc:chgData name="Rashi Jain" userId="a5d69524-d872-4246-9a0d-ed17f2b349e8" providerId="ADAL" clId="{D53A4197-61D2-4F94-A576-F6EDAE8B70DD}" dt="2024-03-07T08:43:31.320" v="5"/>
        <pc:sldMkLst>
          <pc:docMk/>
          <pc:sldMk cId="0" sldId="274"/>
        </pc:sldMkLst>
        <pc:extLst>
          <p:ext xmlns:p="http://schemas.openxmlformats.org/presentationml/2006/main" uri="{D6D511B9-2390-475A-947B-AFAB55BFBCF1}">
            <pc226:cmChg xmlns:pc226="http://schemas.microsoft.com/office/powerpoint/2022/06/main/command" chg="del">
              <pc226:chgData name="Rashi Jain" userId="a5d69524-d872-4246-9a0d-ed17f2b349e8" providerId="ADAL" clId="{D53A4197-61D2-4F94-A576-F6EDAE8B70DD}" dt="2024-03-07T08:43:31.320" v="5"/>
              <pc2:cmMkLst xmlns:pc2="http://schemas.microsoft.com/office/powerpoint/2019/9/main/command">
                <pc:docMk/>
                <pc:sldMk cId="0" sldId="274"/>
                <pc2:cmMk id="{3C9AC58B-360C-45C8-B78C-E27580676BA9}"/>
              </pc2:cmMkLst>
            </pc226:cmChg>
          </p:ext>
        </pc:extLst>
      </pc:sldChg>
      <pc:sldChg chg="delCm">
        <pc:chgData name="Rashi Jain" userId="a5d69524-d872-4246-9a0d-ed17f2b349e8" providerId="ADAL" clId="{D53A4197-61D2-4F94-A576-F6EDAE8B70DD}" dt="2024-03-07T08:43:35.456" v="6"/>
        <pc:sldMkLst>
          <pc:docMk/>
          <pc:sldMk cId="0" sldId="278"/>
        </pc:sldMkLst>
        <pc:extLst>
          <p:ext xmlns:p="http://schemas.openxmlformats.org/presentationml/2006/main" uri="{D6D511B9-2390-475A-947B-AFAB55BFBCF1}">
            <pc226:cmChg xmlns:pc226="http://schemas.microsoft.com/office/powerpoint/2022/06/main/command" chg="del">
              <pc226:chgData name="Rashi Jain" userId="a5d69524-d872-4246-9a0d-ed17f2b349e8" providerId="ADAL" clId="{D53A4197-61D2-4F94-A576-F6EDAE8B70DD}" dt="2024-03-07T08:43:35.456" v="6"/>
              <pc2:cmMkLst xmlns:pc2="http://schemas.microsoft.com/office/powerpoint/2019/9/main/command">
                <pc:docMk/>
                <pc:sldMk cId="0" sldId="278"/>
                <pc2:cmMk id="{3199680B-5C72-41EE-89BC-9AF59692FF65}"/>
              </pc2:cmMkLst>
            </pc226:cmChg>
          </p:ext>
        </pc:extLst>
      </pc:sldChg>
      <pc:sldChg chg="delCm">
        <pc:chgData name="Rashi Jain" userId="a5d69524-d872-4246-9a0d-ed17f2b349e8" providerId="ADAL" clId="{D53A4197-61D2-4F94-A576-F6EDAE8B70DD}" dt="2024-03-07T08:43:43.744" v="7"/>
        <pc:sldMkLst>
          <pc:docMk/>
          <pc:sldMk cId="0" sldId="309"/>
        </pc:sldMkLst>
        <pc:extLst>
          <p:ext xmlns:p="http://schemas.openxmlformats.org/presentationml/2006/main" uri="{D6D511B9-2390-475A-947B-AFAB55BFBCF1}">
            <pc226:cmChg xmlns:pc226="http://schemas.microsoft.com/office/powerpoint/2022/06/main/command" chg="del">
              <pc226:chgData name="Rashi Jain" userId="a5d69524-d872-4246-9a0d-ed17f2b349e8" providerId="ADAL" clId="{D53A4197-61D2-4F94-A576-F6EDAE8B70DD}" dt="2024-03-07T08:43:43.744" v="7"/>
              <pc2:cmMkLst xmlns:pc2="http://schemas.microsoft.com/office/powerpoint/2019/9/main/command">
                <pc:docMk/>
                <pc:sldMk cId="0" sldId="309"/>
                <pc2:cmMk id="{ED72CBF8-36B4-43BD-A8EC-C0AD0432DC9E}"/>
              </pc2:cmMkLst>
            </pc226:cmChg>
          </p:ext>
        </pc:extLst>
      </pc:sldChg>
      <pc:sldChg chg="delCm">
        <pc:chgData name="Rashi Jain" userId="a5d69524-d872-4246-9a0d-ed17f2b349e8" providerId="ADAL" clId="{D53A4197-61D2-4F94-A576-F6EDAE8B70DD}" dt="2024-03-07T08:43:46.206" v="8"/>
        <pc:sldMkLst>
          <pc:docMk/>
          <pc:sldMk cId="0" sldId="310"/>
        </pc:sldMkLst>
        <pc:extLst>
          <p:ext xmlns:p="http://schemas.openxmlformats.org/presentationml/2006/main" uri="{D6D511B9-2390-475A-947B-AFAB55BFBCF1}">
            <pc226:cmChg xmlns:pc226="http://schemas.microsoft.com/office/powerpoint/2022/06/main/command" chg="del">
              <pc226:chgData name="Rashi Jain" userId="a5d69524-d872-4246-9a0d-ed17f2b349e8" providerId="ADAL" clId="{D53A4197-61D2-4F94-A576-F6EDAE8B70DD}" dt="2024-03-07T08:43:46.206" v="8"/>
              <pc2:cmMkLst xmlns:pc2="http://schemas.microsoft.com/office/powerpoint/2019/9/main/command">
                <pc:docMk/>
                <pc:sldMk cId="0" sldId="310"/>
                <pc2:cmMk id="{CC56BA10-D6A9-4EDE-91B6-FAF1F9EAC7BA}"/>
              </pc2:cmMkLst>
            </pc226:cmChg>
          </p:ext>
        </pc:extLst>
      </pc:sldChg>
      <pc:sldChg chg="delCm">
        <pc:chgData name="Rashi Jain" userId="a5d69524-d872-4246-9a0d-ed17f2b349e8" providerId="ADAL" clId="{D53A4197-61D2-4F94-A576-F6EDAE8B70DD}" dt="2024-03-07T08:43:49.720" v="9"/>
        <pc:sldMkLst>
          <pc:docMk/>
          <pc:sldMk cId="0" sldId="313"/>
        </pc:sldMkLst>
        <pc:extLst>
          <p:ext xmlns:p="http://schemas.openxmlformats.org/presentationml/2006/main" uri="{D6D511B9-2390-475A-947B-AFAB55BFBCF1}">
            <pc226:cmChg xmlns:pc226="http://schemas.microsoft.com/office/powerpoint/2022/06/main/command" chg="del">
              <pc226:chgData name="Rashi Jain" userId="a5d69524-d872-4246-9a0d-ed17f2b349e8" providerId="ADAL" clId="{D53A4197-61D2-4F94-A576-F6EDAE8B70DD}" dt="2024-03-07T08:43:49.720" v="9"/>
              <pc2:cmMkLst xmlns:pc2="http://schemas.microsoft.com/office/powerpoint/2019/9/main/command">
                <pc:docMk/>
                <pc:sldMk cId="0" sldId="313"/>
                <pc2:cmMk id="{8237E4D3-2C03-4725-A83C-DCC417E52FE5}"/>
              </pc2:cmMkLst>
            </pc226:cmChg>
          </p:ext>
        </pc:extLst>
      </pc:sldChg>
      <pc:sldChg chg="delCm">
        <pc:chgData name="Rashi Jain" userId="a5d69524-d872-4246-9a0d-ed17f2b349e8" providerId="ADAL" clId="{D53A4197-61D2-4F94-A576-F6EDAE8B70DD}" dt="2024-03-07T08:43:52.301" v="10"/>
        <pc:sldMkLst>
          <pc:docMk/>
          <pc:sldMk cId="0" sldId="315"/>
        </pc:sldMkLst>
        <pc:extLst>
          <p:ext xmlns:p="http://schemas.openxmlformats.org/presentationml/2006/main" uri="{D6D511B9-2390-475A-947B-AFAB55BFBCF1}">
            <pc226:cmChg xmlns:pc226="http://schemas.microsoft.com/office/powerpoint/2022/06/main/command" chg="del">
              <pc226:chgData name="Rashi Jain" userId="a5d69524-d872-4246-9a0d-ed17f2b349e8" providerId="ADAL" clId="{D53A4197-61D2-4F94-A576-F6EDAE8B70DD}" dt="2024-03-07T08:43:52.301" v="10"/>
              <pc2:cmMkLst xmlns:pc2="http://schemas.microsoft.com/office/powerpoint/2019/9/main/command">
                <pc:docMk/>
                <pc:sldMk cId="0" sldId="315"/>
                <pc2:cmMk id="{BAC2E257-2BEB-4F01-8B19-2B77D019B20A}"/>
              </pc2:cmMkLst>
            </pc226:cmChg>
          </p:ext>
        </pc:extLst>
      </pc:sldChg>
    </pc:docChg>
  </pc:docChgLst>
  <pc:docChgLst>
    <pc:chgData name="Alok Parashar" userId="1db41176-96d0-46d5-941d-427495e80ae3" providerId="ADAL" clId="{B1592737-4703-4F64-9DDD-AFF0FC2AAFBE}"/>
    <pc:docChg chg="modSld">
      <pc:chgData name="Alok Parashar" userId="1db41176-96d0-46d5-941d-427495e80ae3" providerId="ADAL" clId="{B1592737-4703-4F64-9DDD-AFF0FC2AAFBE}" dt="2024-01-25T06:10:22.681" v="9" actId="1035"/>
      <pc:docMkLst>
        <pc:docMk/>
      </pc:docMkLst>
      <pc:sldChg chg="modSp mod">
        <pc:chgData name="Alok Parashar" userId="1db41176-96d0-46d5-941d-427495e80ae3" providerId="ADAL" clId="{B1592737-4703-4F64-9DDD-AFF0FC2AAFBE}" dt="2024-01-25T06:10:22.681" v="9" actId="1035"/>
        <pc:sldMkLst>
          <pc:docMk/>
          <pc:sldMk cId="0" sldId="258"/>
        </pc:sldMkLst>
        <pc:picChg chg="mod">
          <ac:chgData name="Alok Parashar" userId="1db41176-96d0-46d5-941d-427495e80ae3" providerId="ADAL" clId="{B1592737-4703-4F64-9DDD-AFF0FC2AAFBE}" dt="2024-01-25T06:10:22.681" v="9" actId="1035"/>
          <ac:picMkLst>
            <pc:docMk/>
            <pc:sldMk cId="0" sldId="258"/>
            <ac:picMk id="156" creationId="{00000000-0000-0000-0000-000000000000}"/>
          </ac:picMkLst>
        </pc:picChg>
        <pc:picChg chg="mod">
          <ac:chgData name="Alok Parashar" userId="1db41176-96d0-46d5-941d-427495e80ae3" providerId="ADAL" clId="{B1592737-4703-4F64-9DDD-AFF0FC2AAFBE}" dt="2024-01-25T06:10:22.681" v="9" actId="1035"/>
          <ac:picMkLst>
            <pc:docMk/>
            <pc:sldMk cId="0" sldId="258"/>
            <ac:picMk id="157" creationId="{00000000-0000-0000-0000-000000000000}"/>
          </ac:picMkLst>
        </pc:picChg>
        <pc:picChg chg="mod">
          <ac:chgData name="Alok Parashar" userId="1db41176-96d0-46d5-941d-427495e80ae3" providerId="ADAL" clId="{B1592737-4703-4F64-9DDD-AFF0FC2AAFBE}" dt="2024-01-25T06:10:22.681" v="9" actId="1035"/>
          <ac:picMkLst>
            <pc:docMk/>
            <pc:sldMk cId="0" sldId="258"/>
            <ac:picMk id="158" creationId="{00000000-0000-0000-0000-000000000000}"/>
          </ac:picMkLst>
        </pc:picChg>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
        <p:cNvGrpSpPr/>
        <p:nvPr/>
      </p:nvGrpSpPr>
      <p:grpSpPr>
        <a:xfrm>
          <a:off x="0" y="0"/>
          <a:ext cx="0" cy="0"/>
          <a:chOff x="0" y="0"/>
          <a:chExt cx="0" cy="0"/>
        </a:xfrm>
      </p:grpSpPr>
      <p:sp>
        <p:nvSpPr>
          <p:cNvPr id="3" name="Google Shape;3;n"/>
          <p:cNvSpPr txBox="1">
            <a:spLocks noGrp="1"/>
          </p:cNvSpPr>
          <p:nvPr>
            <p:ph type="hdr" idx="2"/>
          </p:nvPr>
        </p:nvSpPr>
        <p:spPr>
          <a:xfrm>
            <a:off x="0" y="0"/>
            <a:ext cx="2971800" cy="458788"/>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4" name="Google Shape;4;n"/>
          <p:cNvSpPr txBox="1">
            <a:spLocks noGrp="1"/>
          </p:cNvSpPr>
          <p:nvPr>
            <p:ph type="dt" idx="10"/>
          </p:nvPr>
        </p:nvSpPr>
        <p:spPr>
          <a:xfrm>
            <a:off x="3884613" y="0"/>
            <a:ext cx="2971800" cy="458788"/>
          </a:xfrm>
          <a:prstGeom prst="rect">
            <a:avLst/>
          </a:prstGeom>
          <a:noFill/>
          <a:ln>
            <a:noFill/>
          </a:ln>
        </p:spPr>
        <p:txBody>
          <a:bodyPr spcFirstLastPara="1" wrap="square" lIns="91425" tIns="45700" rIns="91425" bIns="45700" anchor="t" anchorCtr="0">
            <a:noAutofit/>
          </a:bodyPr>
          <a:lstStyle>
            <a:lvl1pPr marR="0" lvl="0" algn="r"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5" name="Google Shape;5;n"/>
          <p:cNvSpPr>
            <a:spLocks noGrp="1" noRot="1" noChangeAspect="1"/>
          </p:cNvSpPr>
          <p:nvPr>
            <p:ph type="sldImg" idx="3"/>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 name="Google Shape;6;n"/>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lvl1pPr marL="457200" marR="0" lvl="0" indent="-22860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1pPr>
            <a:lvl2pPr marL="914400" marR="0" lvl="1" indent="-22860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L="1371600" marR="0" lvl="2" indent="-22860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L="1828800" marR="0" lvl="3" indent="-22860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L="2286000" marR="0" lvl="4" indent="-22860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L="2743200" marR="0" lvl="5" indent="-22860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L="3200400" marR="0" lvl="6" indent="-22860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L="3657600" marR="0" lvl="7" indent="-22860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L="4114800" marR="0" lvl="8" indent="-22860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7" name="Google Shape;7;n"/>
          <p:cNvSpPr txBox="1">
            <a:spLocks noGrp="1"/>
          </p:cNvSpPr>
          <p:nvPr>
            <p:ph type="ftr" idx="11"/>
          </p:nvPr>
        </p:nvSpPr>
        <p:spPr>
          <a:xfrm>
            <a:off x="0" y="8685213"/>
            <a:ext cx="2971800" cy="458787"/>
          </a:xfrm>
          <a:prstGeom prst="rect">
            <a:avLst/>
          </a:prstGeom>
          <a:noFill/>
          <a:ln>
            <a:noFill/>
          </a:ln>
        </p:spPr>
        <p:txBody>
          <a:bodyPr spcFirstLastPara="1" wrap="square" lIns="91425" tIns="45700" rIns="91425" bIns="45700" anchor="b" anchorCtr="0">
            <a:noAutofit/>
          </a:bodyPr>
          <a:lstStyle>
            <a:lvl1pPr marR="0" lvl="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8" name="Google Shape;8;n"/>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latin typeface="Calibri"/>
                <a:ea typeface="Calibri"/>
                <a:cs typeface="Calibri"/>
                <a:sym typeface="Calibri"/>
              </a:rPr>
              <a:t>‹#›</a:t>
            </a:fld>
            <a:endParaRPr sz="1200" b="0" i="0" u="none" strike="noStrike" cap="none">
              <a:solidFill>
                <a:schemeClr val="dk1"/>
              </a:solidFill>
              <a:latin typeface="Calibri"/>
              <a:ea typeface="Calibri"/>
              <a:cs typeface="Calibri"/>
              <a:sym typeface="Calibri"/>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0"/>
        <p:cNvGrpSpPr/>
        <p:nvPr/>
      </p:nvGrpSpPr>
      <p:grpSpPr>
        <a:xfrm>
          <a:off x="0" y="0"/>
          <a:ext cx="0" cy="0"/>
          <a:chOff x="0" y="0"/>
          <a:chExt cx="0" cy="0"/>
        </a:xfrm>
      </p:grpSpPr>
      <p:sp>
        <p:nvSpPr>
          <p:cNvPr id="141" name="Google Shape;141;p1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142" name="Google Shape;142;p11: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
        <p:cNvGrpSpPr/>
        <p:nvPr/>
      </p:nvGrpSpPr>
      <p:grpSpPr>
        <a:xfrm>
          <a:off x="0" y="0"/>
          <a:ext cx="0" cy="0"/>
          <a:chOff x="0" y="0"/>
          <a:chExt cx="0" cy="0"/>
        </a:xfrm>
      </p:grpSpPr>
      <p:sp>
        <p:nvSpPr>
          <p:cNvPr id="146" name="Google Shape;146;p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147" name="Google Shape;147;p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0"/>
        <p:cNvGrpSpPr/>
        <p:nvPr/>
      </p:nvGrpSpPr>
      <p:grpSpPr>
        <a:xfrm>
          <a:off x="0" y="0"/>
          <a:ext cx="0" cy="0"/>
          <a:chOff x="0" y="0"/>
          <a:chExt cx="0" cy="0"/>
        </a:xfrm>
      </p:grpSpPr>
      <p:sp>
        <p:nvSpPr>
          <p:cNvPr id="151" name="Google Shape;151;p1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Clr>
                <a:schemeClr val="dk1"/>
              </a:buClr>
              <a:buSzPts val="1200"/>
              <a:buFont typeface="Calibri"/>
              <a:buNone/>
            </a:pPr>
            <a:r>
              <a:rPr lang="en-US"/>
              <a:t>Trainer Notes: </a:t>
            </a:r>
            <a:endParaRPr/>
          </a:p>
          <a:p>
            <a:pPr marL="0" lvl="0" indent="0" algn="l" rtl="0">
              <a:lnSpc>
                <a:spcPct val="100000"/>
              </a:lnSpc>
              <a:spcBef>
                <a:spcPts val="0"/>
              </a:spcBef>
              <a:spcAft>
                <a:spcPts val="0"/>
              </a:spcAft>
              <a:buClr>
                <a:schemeClr val="dk1"/>
              </a:buClr>
              <a:buSzPts val="1200"/>
              <a:buFont typeface="Calibri"/>
              <a:buNone/>
            </a:pPr>
            <a:endParaRPr/>
          </a:p>
          <a:p>
            <a:pPr marL="0" lvl="0" indent="0" algn="l" rtl="0">
              <a:lnSpc>
                <a:spcPct val="100000"/>
              </a:lnSpc>
              <a:spcBef>
                <a:spcPts val="0"/>
              </a:spcBef>
              <a:spcAft>
                <a:spcPts val="0"/>
              </a:spcAft>
              <a:buClr>
                <a:schemeClr val="dk1"/>
              </a:buClr>
              <a:buSzPts val="1200"/>
              <a:buFont typeface="Calibri"/>
              <a:buNone/>
            </a:pPr>
            <a:r>
              <a:rPr lang="en-US"/>
              <a:t>Explain the learning objectives at the start of the session</a:t>
            </a:r>
            <a:endParaRPr/>
          </a:p>
          <a:p>
            <a:pPr marL="0" lvl="0" indent="0" algn="l" rtl="0">
              <a:lnSpc>
                <a:spcPct val="100000"/>
              </a:lnSpc>
              <a:spcBef>
                <a:spcPts val="0"/>
              </a:spcBef>
              <a:spcAft>
                <a:spcPts val="0"/>
              </a:spcAft>
              <a:buClr>
                <a:schemeClr val="dk1"/>
              </a:buClr>
              <a:buSzPts val="1200"/>
              <a:buFont typeface="Calibri"/>
              <a:buNone/>
            </a:pPr>
            <a:endParaRPr/>
          </a:p>
          <a:p>
            <a:pPr marL="0" lvl="0" indent="0" algn="l" rtl="0">
              <a:lnSpc>
                <a:spcPct val="100000"/>
              </a:lnSpc>
              <a:spcBef>
                <a:spcPts val="0"/>
              </a:spcBef>
              <a:spcAft>
                <a:spcPts val="0"/>
              </a:spcAft>
              <a:buClr>
                <a:schemeClr val="dk1"/>
              </a:buClr>
              <a:buSzPts val="1200"/>
              <a:buFont typeface="Calibri"/>
              <a:buNone/>
            </a:pPr>
            <a:endParaRPr/>
          </a:p>
          <a:p>
            <a:pPr marL="0" marR="0" lvl="0" indent="0" algn="l" rtl="0">
              <a:lnSpc>
                <a:spcPct val="100000"/>
              </a:lnSpc>
              <a:spcBef>
                <a:spcPts val="0"/>
              </a:spcBef>
              <a:spcAft>
                <a:spcPts val="0"/>
              </a:spcAft>
              <a:buClr>
                <a:srgbClr val="000000"/>
              </a:buClr>
              <a:buSzPts val="1400"/>
              <a:buFont typeface="Arial"/>
              <a:buNone/>
            </a:pPr>
            <a:endParaRPr/>
          </a:p>
        </p:txBody>
      </p:sp>
      <p:sp>
        <p:nvSpPr>
          <p:cNvPr id="152" name="Google Shape;152;p15: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0"/>
        <p:cNvGrpSpPr/>
        <p:nvPr/>
      </p:nvGrpSpPr>
      <p:grpSpPr>
        <a:xfrm>
          <a:off x="0" y="0"/>
          <a:ext cx="0" cy="0"/>
          <a:chOff x="0" y="0"/>
          <a:chExt cx="0" cy="0"/>
        </a:xfrm>
      </p:grpSpPr>
      <p:sp>
        <p:nvSpPr>
          <p:cNvPr id="161" name="Google Shape;161;p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162" name="Google Shape;162;p4: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5"/>
        <p:cNvGrpSpPr/>
        <p:nvPr/>
      </p:nvGrpSpPr>
      <p:grpSpPr>
        <a:xfrm>
          <a:off x="0" y="0"/>
          <a:ext cx="0" cy="0"/>
          <a:chOff x="0" y="0"/>
          <a:chExt cx="0" cy="0"/>
        </a:xfrm>
      </p:grpSpPr>
      <p:sp>
        <p:nvSpPr>
          <p:cNvPr id="166" name="Google Shape;166;p3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sz="1600">
              <a:solidFill>
                <a:schemeClr val="dk1"/>
              </a:solidFill>
              <a:latin typeface="Open Sans"/>
              <a:ea typeface="Open Sans"/>
              <a:cs typeface="Open Sans"/>
              <a:sym typeface="Open Sans"/>
            </a:endParaRPr>
          </a:p>
        </p:txBody>
      </p:sp>
      <p:sp>
        <p:nvSpPr>
          <p:cNvPr id="167" name="Google Shape;167;p33: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9"/>
        <p:cNvGrpSpPr/>
        <p:nvPr/>
      </p:nvGrpSpPr>
      <p:grpSpPr>
        <a:xfrm>
          <a:off x="0" y="0"/>
          <a:ext cx="0" cy="0"/>
          <a:chOff x="0" y="0"/>
          <a:chExt cx="0" cy="0"/>
        </a:xfrm>
      </p:grpSpPr>
      <p:sp>
        <p:nvSpPr>
          <p:cNvPr id="210" name="Google Shape;210;p34: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11" name="Google Shape;211;p3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marR="0" lvl="0" indent="0" algn="l" rtl="0">
              <a:lnSpc>
                <a:spcPct val="100000"/>
              </a:lnSpc>
              <a:spcBef>
                <a:spcPts val="0"/>
              </a:spcBef>
              <a:spcAft>
                <a:spcPts val="0"/>
              </a:spcAft>
              <a:buClr>
                <a:schemeClr val="dk1"/>
              </a:buClr>
              <a:buSzPts val="1200"/>
              <a:buFont typeface="Calibri"/>
              <a:buNone/>
            </a:pPr>
            <a:endParaRPr/>
          </a:p>
          <a:p>
            <a:pPr marL="0" marR="0" lvl="0" indent="0" algn="l" rtl="0">
              <a:lnSpc>
                <a:spcPct val="100000"/>
              </a:lnSpc>
              <a:spcBef>
                <a:spcPts val="0"/>
              </a:spcBef>
              <a:spcAft>
                <a:spcPts val="0"/>
              </a:spcAft>
              <a:buClr>
                <a:schemeClr val="dk1"/>
              </a:buClr>
              <a:buSzPts val="1200"/>
              <a:buFont typeface="Calibri"/>
              <a:buNone/>
            </a:pPr>
            <a:r>
              <a:rPr lang="en-US"/>
              <a:t>Explain the 3 points</a:t>
            </a:r>
            <a:endParaRPr/>
          </a:p>
          <a:p>
            <a:pPr marL="0" marR="0" lvl="0" indent="0" algn="l" rtl="0">
              <a:lnSpc>
                <a:spcPct val="100000"/>
              </a:lnSpc>
              <a:spcBef>
                <a:spcPts val="0"/>
              </a:spcBef>
              <a:spcAft>
                <a:spcPts val="0"/>
              </a:spcAft>
              <a:buClr>
                <a:srgbClr val="3F3F3F"/>
              </a:buClr>
              <a:buSzPts val="1200"/>
              <a:buFont typeface="Open Sans"/>
              <a:buNone/>
            </a:pPr>
            <a:r>
              <a:rPr lang="en-US" sz="1200">
                <a:solidFill>
                  <a:srgbClr val="3F3F3F"/>
                </a:solidFill>
                <a:latin typeface="Open Sans"/>
                <a:ea typeface="Open Sans"/>
                <a:cs typeface="Open Sans"/>
                <a:sym typeface="Open Sans"/>
              </a:rPr>
              <a:t>a. </a:t>
            </a:r>
            <a:r>
              <a:rPr lang="en-US" sz="1200" b="1">
                <a:solidFill>
                  <a:srgbClr val="3F3F3F"/>
                </a:solidFill>
                <a:latin typeface="Open Sans"/>
                <a:ea typeface="Open Sans"/>
                <a:cs typeface="Open Sans"/>
                <a:sym typeface="Open Sans"/>
              </a:rPr>
              <a:t>What we think </a:t>
            </a:r>
            <a:r>
              <a:rPr lang="en-US" sz="1200">
                <a:solidFill>
                  <a:srgbClr val="3F3F3F"/>
                </a:solidFill>
                <a:latin typeface="Open Sans"/>
                <a:ea typeface="Open Sans"/>
                <a:cs typeface="Open Sans"/>
                <a:sym typeface="Open Sans"/>
              </a:rPr>
              <a:t>i.e. our perception of the task at hand	</a:t>
            </a:r>
            <a:endParaRPr/>
          </a:p>
          <a:p>
            <a:pPr marL="0" marR="0" lvl="0" indent="0" algn="l" rtl="0">
              <a:lnSpc>
                <a:spcPct val="100000"/>
              </a:lnSpc>
              <a:spcBef>
                <a:spcPts val="0"/>
              </a:spcBef>
              <a:spcAft>
                <a:spcPts val="0"/>
              </a:spcAft>
              <a:buClr>
                <a:srgbClr val="3F3F3F"/>
              </a:buClr>
              <a:buSzPts val="1200"/>
              <a:buFont typeface="Open Sans"/>
              <a:buNone/>
            </a:pPr>
            <a:r>
              <a:rPr lang="en-US" sz="1200">
                <a:solidFill>
                  <a:srgbClr val="3F3F3F"/>
                </a:solidFill>
                <a:latin typeface="Open Sans"/>
                <a:ea typeface="Open Sans"/>
                <a:cs typeface="Open Sans"/>
                <a:sym typeface="Open Sans"/>
              </a:rPr>
              <a:t>b. </a:t>
            </a:r>
            <a:r>
              <a:rPr lang="en-US" sz="1200" b="1">
                <a:solidFill>
                  <a:srgbClr val="007D3A"/>
                </a:solidFill>
                <a:latin typeface="Open Sans"/>
                <a:ea typeface="Open Sans"/>
                <a:cs typeface="Open Sans"/>
                <a:sym typeface="Open Sans"/>
              </a:rPr>
              <a:t>Experience and Intuition </a:t>
            </a:r>
            <a:r>
              <a:rPr lang="en-US" sz="1200" b="0">
                <a:solidFill>
                  <a:srgbClr val="007D3A"/>
                </a:solidFill>
                <a:latin typeface="Open Sans"/>
                <a:ea typeface="Open Sans"/>
                <a:cs typeface="Open Sans"/>
                <a:sym typeface="Open Sans"/>
              </a:rPr>
              <a:t>-</a:t>
            </a:r>
            <a:r>
              <a:rPr lang="en-US" sz="1200" b="1">
                <a:solidFill>
                  <a:srgbClr val="007D3A"/>
                </a:solidFill>
                <a:latin typeface="Open Sans"/>
                <a:ea typeface="Open Sans"/>
                <a:cs typeface="Open Sans"/>
                <a:sym typeface="Open Sans"/>
              </a:rPr>
              <a:t> </a:t>
            </a:r>
            <a:r>
              <a:rPr lang="en-US" sz="1200" b="0">
                <a:solidFill>
                  <a:srgbClr val="3F3F3F"/>
                </a:solidFill>
                <a:latin typeface="Open Sans"/>
                <a:ea typeface="Open Sans"/>
                <a:cs typeface="Open Sans"/>
                <a:sym typeface="Open Sans"/>
              </a:rPr>
              <a:t>d</a:t>
            </a:r>
            <a:r>
              <a:rPr lang="en-US" sz="1200">
                <a:solidFill>
                  <a:srgbClr val="3F3F3F"/>
                </a:solidFill>
                <a:latin typeface="Open Sans"/>
                <a:ea typeface="Open Sans"/>
                <a:cs typeface="Open Sans"/>
                <a:sym typeface="Open Sans"/>
              </a:rPr>
              <a:t>ecisions are made based on past experiences and personal instincts</a:t>
            </a:r>
            <a:endParaRPr/>
          </a:p>
          <a:p>
            <a:pPr marL="0" marR="0" lvl="0" indent="0" algn="l" rtl="0">
              <a:lnSpc>
                <a:spcPct val="100000"/>
              </a:lnSpc>
              <a:spcBef>
                <a:spcPts val="0"/>
              </a:spcBef>
              <a:spcAft>
                <a:spcPts val="0"/>
              </a:spcAft>
              <a:buClr>
                <a:srgbClr val="3F3F3F"/>
              </a:buClr>
              <a:buSzPts val="1200"/>
              <a:buFont typeface="Open Sans"/>
              <a:buNone/>
            </a:pPr>
            <a:r>
              <a:rPr lang="en-US" sz="1200">
                <a:solidFill>
                  <a:srgbClr val="3F3F3F"/>
                </a:solidFill>
                <a:latin typeface="Open Sans"/>
                <a:ea typeface="Open Sans"/>
                <a:cs typeface="Open Sans"/>
                <a:sym typeface="Open Sans"/>
              </a:rPr>
              <a:t>c. </a:t>
            </a:r>
            <a:r>
              <a:rPr lang="en-US" sz="1200" b="1">
                <a:solidFill>
                  <a:srgbClr val="3F3F3F"/>
                </a:solidFill>
                <a:latin typeface="Open Sans"/>
                <a:ea typeface="Open Sans"/>
                <a:cs typeface="Open Sans"/>
                <a:sym typeface="Open Sans"/>
              </a:rPr>
              <a:t>Rule of thumb </a:t>
            </a:r>
            <a:r>
              <a:rPr lang="en-US" sz="1200" b="0">
                <a:solidFill>
                  <a:srgbClr val="3F3F3F"/>
                </a:solidFill>
                <a:latin typeface="Open Sans"/>
                <a:ea typeface="Open Sans"/>
                <a:cs typeface="Open Sans"/>
                <a:sym typeface="Open Sans"/>
              </a:rPr>
              <a:t>-</a:t>
            </a:r>
            <a:r>
              <a:rPr lang="en-US" sz="1200" b="1">
                <a:solidFill>
                  <a:srgbClr val="3F3F3F"/>
                </a:solidFill>
                <a:latin typeface="Open Sans"/>
                <a:ea typeface="Open Sans"/>
                <a:cs typeface="Open Sans"/>
                <a:sym typeface="Open Sans"/>
              </a:rPr>
              <a:t> </a:t>
            </a:r>
            <a:r>
              <a:rPr lang="en-US" sz="1200" b="0">
                <a:solidFill>
                  <a:srgbClr val="3F3F3F"/>
                </a:solidFill>
                <a:latin typeface="Open Sans"/>
                <a:ea typeface="Open Sans"/>
                <a:cs typeface="Open Sans"/>
                <a:sym typeface="Open Sans"/>
              </a:rPr>
              <a:t>decisions are made based on </a:t>
            </a:r>
            <a:r>
              <a:rPr lang="en-US" sz="1200" b="0" i="0" u="none" strike="noStrike" cap="none">
                <a:solidFill>
                  <a:schemeClr val="dk1"/>
                </a:solidFill>
                <a:latin typeface="Calibri"/>
                <a:ea typeface="Calibri"/>
                <a:cs typeface="Calibri"/>
                <a:sym typeface="Calibri"/>
              </a:rPr>
              <a:t>pre-conceived guidelines rather than facts</a:t>
            </a:r>
            <a:endParaRPr sz="1200">
              <a:solidFill>
                <a:srgbClr val="3F3F3F"/>
              </a:solidFill>
              <a:latin typeface="Open Sans"/>
              <a:ea typeface="Open Sans"/>
              <a:cs typeface="Open Sans"/>
              <a:sym typeface="Open Sans"/>
            </a:endParaRPr>
          </a:p>
          <a:p>
            <a:pPr marL="0" marR="0" lvl="0" indent="0" algn="l" rtl="0">
              <a:lnSpc>
                <a:spcPct val="100000"/>
              </a:lnSpc>
              <a:spcBef>
                <a:spcPts val="0"/>
              </a:spcBef>
              <a:spcAft>
                <a:spcPts val="0"/>
              </a:spcAft>
              <a:buClr>
                <a:schemeClr val="dk1"/>
              </a:buClr>
              <a:buSzPts val="1200"/>
              <a:buFont typeface="Calibri"/>
              <a:buNone/>
            </a:pPr>
            <a:endParaRPr/>
          </a:p>
          <a:p>
            <a:pPr marL="0" lvl="0" indent="0" algn="l" rtl="0">
              <a:lnSpc>
                <a:spcPct val="100000"/>
              </a:lnSpc>
              <a:spcBef>
                <a:spcPts val="0"/>
              </a:spcBef>
              <a:spcAft>
                <a:spcPts val="0"/>
              </a:spcAft>
              <a:buSzPts val="1400"/>
              <a:buNone/>
            </a:pPr>
            <a:endParaRPr/>
          </a:p>
        </p:txBody>
      </p:sp>
      <p:sp>
        <p:nvSpPr>
          <p:cNvPr id="212" name="Google Shape;212;p3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6</a:t>
            </a:fld>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5"/>
        <p:cNvGrpSpPr/>
        <p:nvPr/>
      </p:nvGrpSpPr>
      <p:grpSpPr>
        <a:xfrm>
          <a:off x="0" y="0"/>
          <a:ext cx="0" cy="0"/>
          <a:chOff x="0" y="0"/>
          <a:chExt cx="0" cy="0"/>
        </a:xfrm>
      </p:grpSpPr>
      <p:sp>
        <p:nvSpPr>
          <p:cNvPr id="226" name="Google Shape;226;p35: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27" name="Google Shape;227;p3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lvl="0" indent="0" algn="l" rtl="0">
              <a:lnSpc>
                <a:spcPct val="100000"/>
              </a:lnSpc>
              <a:spcBef>
                <a:spcPts val="0"/>
              </a:spcBef>
              <a:spcAft>
                <a:spcPts val="0"/>
              </a:spcAft>
              <a:buSzPts val="1400"/>
              <a:buNone/>
            </a:pPr>
            <a:r>
              <a:rPr lang="en-US"/>
              <a:t>Explain the challenges by giving real-time examples.</a:t>
            </a:r>
            <a:endParaRPr/>
          </a:p>
        </p:txBody>
      </p:sp>
      <p:sp>
        <p:nvSpPr>
          <p:cNvPr id="228" name="Google Shape;228;p3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7</a:t>
            </a:fld>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2"/>
        <p:cNvGrpSpPr/>
        <p:nvPr/>
      </p:nvGrpSpPr>
      <p:grpSpPr>
        <a:xfrm>
          <a:off x="0" y="0"/>
          <a:ext cx="0" cy="0"/>
          <a:chOff x="0" y="0"/>
          <a:chExt cx="0" cy="0"/>
        </a:xfrm>
      </p:grpSpPr>
      <p:sp>
        <p:nvSpPr>
          <p:cNvPr id="243" name="Google Shape;243;p3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44" name="Google Shape;244;p3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7"/>
        <p:cNvGrpSpPr/>
        <p:nvPr/>
      </p:nvGrpSpPr>
      <p:grpSpPr>
        <a:xfrm>
          <a:off x="0" y="0"/>
          <a:ext cx="0" cy="0"/>
          <a:chOff x="0" y="0"/>
          <a:chExt cx="0" cy="0"/>
        </a:xfrm>
      </p:grpSpPr>
      <p:sp>
        <p:nvSpPr>
          <p:cNvPr id="248" name="Google Shape;248;p37: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49" name="Google Shape;249;p3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lvl="0" indent="0" algn="l" rtl="0">
              <a:lnSpc>
                <a:spcPct val="100000"/>
              </a:lnSpc>
              <a:spcBef>
                <a:spcPts val="0"/>
              </a:spcBef>
              <a:spcAft>
                <a:spcPts val="0"/>
              </a:spcAft>
              <a:buSzPts val="1400"/>
              <a:buNone/>
            </a:pPr>
            <a:r>
              <a:rPr lang="en-US"/>
              <a:t>Explain the role of Big Data Analytics</a:t>
            </a:r>
            <a:endParaRPr/>
          </a:p>
        </p:txBody>
      </p:sp>
      <p:sp>
        <p:nvSpPr>
          <p:cNvPr id="250" name="Google Shape;250;p3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9</a:t>
            </a:fld>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2"/>
        <p:cNvGrpSpPr/>
        <p:nvPr/>
      </p:nvGrpSpPr>
      <p:grpSpPr>
        <a:xfrm>
          <a:off x="0" y="0"/>
          <a:ext cx="0" cy="0"/>
          <a:chOff x="0" y="0"/>
          <a:chExt cx="0" cy="0"/>
        </a:xfrm>
      </p:grpSpPr>
      <p:sp>
        <p:nvSpPr>
          <p:cNvPr id="263" name="Google Shape;263;p39: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64" name="Google Shape;264;p3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marR="0" lvl="0" indent="0" algn="l" rtl="0">
              <a:lnSpc>
                <a:spcPct val="100000"/>
              </a:lnSpc>
              <a:spcBef>
                <a:spcPts val="0"/>
              </a:spcBef>
              <a:spcAft>
                <a:spcPts val="0"/>
              </a:spcAft>
              <a:buClr>
                <a:schemeClr val="dk1"/>
              </a:buClr>
              <a:buSzPts val="1200"/>
              <a:buFont typeface="Calibri"/>
              <a:buNone/>
            </a:pPr>
            <a:r>
              <a:rPr lang="en-US"/>
              <a:t>Explain in brief the role and importance of each layer</a:t>
            </a:r>
            <a:endParaRPr/>
          </a:p>
        </p:txBody>
      </p:sp>
      <p:sp>
        <p:nvSpPr>
          <p:cNvPr id="265" name="Google Shape;265;p3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10</a:t>
            </a:fld>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2"/>
        <p:cNvGrpSpPr/>
        <p:nvPr/>
      </p:nvGrpSpPr>
      <p:grpSpPr>
        <a:xfrm>
          <a:off x="0" y="0"/>
          <a:ext cx="0" cy="0"/>
          <a:chOff x="0" y="0"/>
          <a:chExt cx="0" cy="0"/>
        </a:xfrm>
      </p:grpSpPr>
      <p:sp>
        <p:nvSpPr>
          <p:cNvPr id="273" name="Google Shape;273;p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74" name="Google Shape;274;p5: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7"/>
        <p:cNvGrpSpPr/>
        <p:nvPr/>
      </p:nvGrpSpPr>
      <p:grpSpPr>
        <a:xfrm>
          <a:off x="0" y="0"/>
          <a:ext cx="0" cy="0"/>
          <a:chOff x="0" y="0"/>
          <a:chExt cx="0" cy="0"/>
        </a:xfrm>
      </p:grpSpPr>
      <p:sp>
        <p:nvSpPr>
          <p:cNvPr id="278" name="Google Shape;278;p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79" name="Google Shape;279;p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p>
        </p:txBody>
      </p:sp>
      <p:sp>
        <p:nvSpPr>
          <p:cNvPr id="280" name="Google Shape;280;p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latin typeface="Calibri"/>
                <a:ea typeface="Calibri"/>
                <a:cs typeface="Calibri"/>
                <a:sym typeface="Calibri"/>
              </a:rPr>
              <a:t>12</a:t>
            </a:fld>
            <a:endParaRPr sz="1200" b="0" i="0" u="none" strike="noStrike" cap="none">
              <a:solidFill>
                <a:schemeClr val="dk1"/>
              </a:solidFill>
              <a:latin typeface="Calibri"/>
              <a:ea typeface="Calibri"/>
              <a:cs typeface="Calibri"/>
              <a:sym typeface="Calibri"/>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6"/>
        <p:cNvGrpSpPr/>
        <p:nvPr/>
      </p:nvGrpSpPr>
      <p:grpSpPr>
        <a:xfrm>
          <a:off x="0" y="0"/>
          <a:ext cx="0" cy="0"/>
          <a:chOff x="0" y="0"/>
          <a:chExt cx="0" cy="0"/>
        </a:xfrm>
      </p:grpSpPr>
      <p:sp>
        <p:nvSpPr>
          <p:cNvPr id="287" name="Google Shape;287;p2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88" name="Google Shape;288;p2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4"/>
        <p:cNvGrpSpPr/>
        <p:nvPr/>
      </p:nvGrpSpPr>
      <p:grpSpPr>
        <a:xfrm>
          <a:off x="0" y="0"/>
          <a:ext cx="0" cy="0"/>
          <a:chOff x="0" y="0"/>
          <a:chExt cx="0" cy="0"/>
        </a:xfrm>
      </p:grpSpPr>
      <p:sp>
        <p:nvSpPr>
          <p:cNvPr id="295" name="Google Shape;295;p2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96" name="Google Shape;296;p2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2"/>
        <p:cNvGrpSpPr/>
        <p:nvPr/>
      </p:nvGrpSpPr>
      <p:grpSpPr>
        <a:xfrm>
          <a:off x="0" y="0"/>
          <a:ext cx="0" cy="0"/>
          <a:chOff x="0" y="0"/>
          <a:chExt cx="0" cy="0"/>
        </a:xfrm>
      </p:grpSpPr>
      <p:sp>
        <p:nvSpPr>
          <p:cNvPr id="303" name="Google Shape;303;p8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304" name="Google Shape;304;p8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0"/>
        <p:cNvGrpSpPr/>
        <p:nvPr/>
      </p:nvGrpSpPr>
      <p:grpSpPr>
        <a:xfrm>
          <a:off x="0" y="0"/>
          <a:ext cx="0" cy="0"/>
          <a:chOff x="0" y="0"/>
          <a:chExt cx="0" cy="0"/>
        </a:xfrm>
      </p:grpSpPr>
      <p:sp>
        <p:nvSpPr>
          <p:cNvPr id="311" name="Google Shape;311;p4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312" name="Google Shape;312;p4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5"/>
        <p:cNvGrpSpPr/>
        <p:nvPr/>
      </p:nvGrpSpPr>
      <p:grpSpPr>
        <a:xfrm>
          <a:off x="0" y="0"/>
          <a:ext cx="0" cy="0"/>
          <a:chOff x="0" y="0"/>
          <a:chExt cx="0" cy="0"/>
        </a:xfrm>
      </p:grpSpPr>
      <p:sp>
        <p:nvSpPr>
          <p:cNvPr id="316" name="Google Shape;316;p87: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17" name="Google Shape;317;p8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marR="0" lvl="0" indent="0" algn="l" rtl="0">
              <a:lnSpc>
                <a:spcPct val="100000"/>
              </a:lnSpc>
              <a:spcBef>
                <a:spcPts val="0"/>
              </a:spcBef>
              <a:spcAft>
                <a:spcPts val="0"/>
              </a:spcAft>
              <a:buClr>
                <a:srgbClr val="000000"/>
              </a:buClr>
              <a:buSzPts val="1400"/>
              <a:buFont typeface="Arial"/>
              <a:buNone/>
            </a:pPr>
            <a:r>
              <a:rPr lang="en-US"/>
              <a:t>Read and explain the definition </a:t>
            </a:r>
            <a:endParaRPr/>
          </a:p>
          <a:p>
            <a:pPr marL="0" lvl="0" indent="0" algn="l" rtl="0">
              <a:lnSpc>
                <a:spcPct val="100000"/>
              </a:lnSpc>
              <a:spcBef>
                <a:spcPts val="0"/>
              </a:spcBef>
              <a:spcAft>
                <a:spcPts val="0"/>
              </a:spcAft>
              <a:buSzPts val="1400"/>
              <a:buNone/>
            </a:pPr>
            <a:endParaRPr/>
          </a:p>
        </p:txBody>
      </p:sp>
      <p:sp>
        <p:nvSpPr>
          <p:cNvPr id="318" name="Google Shape;318;p8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17</a:t>
            </a:fld>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4"/>
        <p:cNvGrpSpPr/>
        <p:nvPr/>
      </p:nvGrpSpPr>
      <p:grpSpPr>
        <a:xfrm>
          <a:off x="0" y="0"/>
          <a:ext cx="0" cy="0"/>
          <a:chOff x="0" y="0"/>
          <a:chExt cx="0" cy="0"/>
        </a:xfrm>
      </p:grpSpPr>
      <p:sp>
        <p:nvSpPr>
          <p:cNvPr id="325" name="Google Shape;325;p1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26" name="Google Shape;326;p1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a:t>
            </a:r>
            <a:endParaRPr/>
          </a:p>
          <a:p>
            <a:pPr marL="457200" lvl="0" indent="-228600" algn="l" rtl="0">
              <a:lnSpc>
                <a:spcPct val="100000"/>
              </a:lnSpc>
              <a:spcBef>
                <a:spcPts val="0"/>
              </a:spcBef>
              <a:spcAft>
                <a:spcPts val="0"/>
              </a:spcAft>
              <a:buSzPts val="1400"/>
              <a:buFont typeface="Arial"/>
              <a:buChar char="•"/>
            </a:pPr>
            <a:r>
              <a:rPr lang="en-US" sz="1800" b="0" i="0" u="none" strike="noStrike">
                <a:solidFill>
                  <a:srgbClr val="000000"/>
                </a:solidFill>
                <a:latin typeface="Open Sans"/>
                <a:ea typeface="Open Sans"/>
                <a:cs typeface="Open Sans"/>
                <a:sym typeface="Open Sans"/>
              </a:rPr>
              <a:t>Unstructured data is exploding.</a:t>
            </a:r>
            <a:endParaRPr sz="1800" b="0" i="0" u="none" strike="noStrike">
              <a:solidFill>
                <a:srgbClr val="000000"/>
              </a:solidFill>
              <a:latin typeface="Noto Sans Symbols"/>
              <a:ea typeface="Noto Sans Symbols"/>
              <a:cs typeface="Noto Sans Symbols"/>
              <a:sym typeface="Noto Sans Symbols"/>
            </a:endParaRPr>
          </a:p>
          <a:p>
            <a:pPr marL="457200" lvl="0" indent="-228600" algn="l" rtl="0">
              <a:lnSpc>
                <a:spcPct val="100000"/>
              </a:lnSpc>
              <a:spcBef>
                <a:spcPts val="0"/>
              </a:spcBef>
              <a:spcAft>
                <a:spcPts val="0"/>
              </a:spcAft>
              <a:buSzPts val="1400"/>
              <a:buFont typeface="Arial"/>
              <a:buChar char="•"/>
            </a:pPr>
            <a:r>
              <a:rPr lang="en-US" sz="1800" b="0" i="0" u="none" strike="noStrike">
                <a:solidFill>
                  <a:srgbClr val="000000"/>
                </a:solidFill>
                <a:latin typeface="Open Sans"/>
                <a:ea typeface="Open Sans"/>
                <a:cs typeface="Open Sans"/>
                <a:sym typeface="Open Sans"/>
              </a:rPr>
              <a:t>Humans and machines generate data every minute.</a:t>
            </a:r>
            <a:endParaRPr sz="1800" b="0" i="0" u="none" strike="noStrike">
              <a:solidFill>
                <a:srgbClr val="000000"/>
              </a:solidFill>
              <a:latin typeface="Noto Sans Symbols"/>
              <a:ea typeface="Noto Sans Symbols"/>
              <a:cs typeface="Noto Sans Symbols"/>
              <a:sym typeface="Noto Sans Symbols"/>
            </a:endParaRPr>
          </a:p>
          <a:p>
            <a:pPr marL="457200" lvl="0" indent="-228600" algn="l" rtl="0">
              <a:lnSpc>
                <a:spcPct val="100000"/>
              </a:lnSpc>
              <a:spcBef>
                <a:spcPts val="0"/>
              </a:spcBef>
              <a:spcAft>
                <a:spcPts val="0"/>
              </a:spcAft>
              <a:buSzPts val="1400"/>
              <a:buFont typeface="Arial"/>
              <a:buChar char="•"/>
            </a:pPr>
            <a:r>
              <a:rPr lang="en-US" sz="1800" b="0" i="0" u="none" strike="noStrike">
                <a:solidFill>
                  <a:srgbClr val="000000"/>
                </a:solidFill>
                <a:latin typeface="Open Sans"/>
                <a:ea typeface="Open Sans"/>
                <a:cs typeface="Open Sans"/>
                <a:sym typeface="Open Sans"/>
              </a:rPr>
              <a:t>The accelerated growth of unstructured data is what turned into Big Data.</a:t>
            </a:r>
            <a:endParaRPr/>
          </a:p>
          <a:p>
            <a:pPr marL="0" lvl="0" indent="0" algn="l" rtl="0">
              <a:lnSpc>
                <a:spcPct val="100000"/>
              </a:lnSpc>
              <a:spcBef>
                <a:spcPts val="0"/>
              </a:spcBef>
              <a:spcAft>
                <a:spcPts val="0"/>
              </a:spcAft>
              <a:buSzPts val="1400"/>
              <a:buNone/>
            </a:pPr>
            <a:r>
              <a:rPr lang="en-US"/>
              <a:t>Use the example of the Internet and its services to explain how and where Big data is generated</a:t>
            </a:r>
            <a:endParaRPr/>
          </a:p>
        </p:txBody>
      </p:sp>
      <p:sp>
        <p:nvSpPr>
          <p:cNvPr id="327" name="Google Shape;327;p1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18</a:t>
            </a:fld>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4"/>
        <p:cNvGrpSpPr/>
        <p:nvPr/>
      </p:nvGrpSpPr>
      <p:grpSpPr>
        <a:xfrm>
          <a:off x="0" y="0"/>
          <a:ext cx="0" cy="0"/>
          <a:chOff x="0" y="0"/>
          <a:chExt cx="0" cy="0"/>
        </a:xfrm>
      </p:grpSpPr>
      <p:sp>
        <p:nvSpPr>
          <p:cNvPr id="375" name="Google Shape;375;p89: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76" name="Google Shape;376;p8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r>
              <a:rPr lang="en-US"/>
              <a:t> </a:t>
            </a:r>
            <a:endParaRPr/>
          </a:p>
          <a:p>
            <a:pPr marL="0" lvl="0" indent="0" algn="l" rtl="0">
              <a:lnSpc>
                <a:spcPct val="100000"/>
              </a:lnSpc>
              <a:spcBef>
                <a:spcPts val="0"/>
              </a:spcBef>
              <a:spcAft>
                <a:spcPts val="0"/>
              </a:spcAft>
              <a:buSzPts val="1400"/>
              <a:buNone/>
            </a:pPr>
            <a:r>
              <a:rPr lang="en-US"/>
              <a:t>Explain the various types of data using examples.</a:t>
            </a:r>
            <a:endParaRPr/>
          </a:p>
          <a:p>
            <a:pPr marL="0" lvl="0" indent="0" algn="l" rtl="0">
              <a:lnSpc>
                <a:spcPct val="100000"/>
              </a:lnSpc>
              <a:spcBef>
                <a:spcPts val="0"/>
              </a:spcBef>
              <a:spcAft>
                <a:spcPts val="0"/>
              </a:spcAft>
              <a:buSzPts val="1400"/>
              <a:buNone/>
            </a:pPr>
            <a:endParaRPr/>
          </a:p>
        </p:txBody>
      </p:sp>
      <p:sp>
        <p:nvSpPr>
          <p:cNvPr id="377" name="Google Shape;377;p8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19</a:t>
            </a:fld>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7"/>
        <p:cNvGrpSpPr/>
        <p:nvPr/>
      </p:nvGrpSpPr>
      <p:grpSpPr>
        <a:xfrm>
          <a:off x="0" y="0"/>
          <a:ext cx="0" cy="0"/>
          <a:chOff x="0" y="0"/>
          <a:chExt cx="0" cy="0"/>
        </a:xfrm>
      </p:grpSpPr>
      <p:sp>
        <p:nvSpPr>
          <p:cNvPr id="418" name="Google Shape;418;p44: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19" name="Google Shape;419;p4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457200" marR="0" lvl="0" indent="-228600" algn="l" rtl="0">
              <a:lnSpc>
                <a:spcPct val="100000"/>
              </a:lnSpc>
              <a:spcBef>
                <a:spcPts val="0"/>
              </a:spcBef>
              <a:spcAft>
                <a:spcPts val="0"/>
              </a:spcAft>
              <a:buSzPts val="1400"/>
              <a:buNone/>
            </a:pPr>
            <a:r>
              <a:rPr lang="en-US"/>
              <a:t>Explain how and why </a:t>
            </a:r>
            <a:r>
              <a:rPr lang="en-US" sz="1200" b="0" i="0" u="none" strike="noStrike" cap="none">
                <a:solidFill>
                  <a:schemeClr val="dk1"/>
                </a:solidFill>
                <a:latin typeface="Calibri"/>
                <a:ea typeface="Calibri"/>
                <a:cs typeface="Calibri"/>
                <a:sym typeface="Calibri"/>
              </a:rPr>
              <a:t>in recent years the amount of unstructured data generated has grown tremendously.</a:t>
            </a:r>
            <a:endParaRPr/>
          </a:p>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chemeClr val="dk1"/>
              </a:solidFill>
              <a:latin typeface="Calibri"/>
              <a:ea typeface="Calibri"/>
              <a:cs typeface="Calibri"/>
              <a:sym typeface="Calibri"/>
            </a:endParaRPr>
          </a:p>
          <a:p>
            <a:pPr marL="0" lvl="0" indent="0" algn="l" rtl="0">
              <a:lnSpc>
                <a:spcPct val="100000"/>
              </a:lnSpc>
              <a:spcBef>
                <a:spcPts val="0"/>
              </a:spcBef>
              <a:spcAft>
                <a:spcPts val="0"/>
              </a:spcAft>
              <a:buSzPts val="1400"/>
              <a:buNone/>
            </a:pPr>
            <a:endParaRPr/>
          </a:p>
        </p:txBody>
      </p:sp>
      <p:sp>
        <p:nvSpPr>
          <p:cNvPr id="420" name="Google Shape;420;p4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20</a:t>
            </a:fld>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6"/>
        <p:cNvGrpSpPr/>
        <p:nvPr/>
      </p:nvGrpSpPr>
      <p:grpSpPr>
        <a:xfrm>
          <a:off x="0" y="0"/>
          <a:ext cx="0" cy="0"/>
          <a:chOff x="0" y="0"/>
          <a:chExt cx="0" cy="0"/>
        </a:xfrm>
      </p:grpSpPr>
      <p:sp>
        <p:nvSpPr>
          <p:cNvPr id="427" name="Google Shape;427;p4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428" name="Google Shape;428;p45: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1"/>
        <p:cNvGrpSpPr/>
        <p:nvPr/>
      </p:nvGrpSpPr>
      <p:grpSpPr>
        <a:xfrm>
          <a:off x="0" y="0"/>
          <a:ext cx="0" cy="0"/>
          <a:chOff x="0" y="0"/>
          <a:chExt cx="0" cy="0"/>
        </a:xfrm>
      </p:grpSpPr>
      <p:sp>
        <p:nvSpPr>
          <p:cNvPr id="432" name="Google Shape;432;p9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33" name="Google Shape;433;p9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p>
        </p:txBody>
      </p:sp>
      <p:sp>
        <p:nvSpPr>
          <p:cNvPr id="434" name="Google Shape;434;p9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latin typeface="Calibri"/>
                <a:ea typeface="Calibri"/>
                <a:cs typeface="Calibri"/>
                <a:sym typeface="Calibri"/>
              </a:rPr>
              <a:t>22</a:t>
            </a:fld>
            <a:endParaRPr sz="1200" b="0" i="0" u="none" strike="noStrike" cap="none">
              <a:solidFill>
                <a:schemeClr val="dk1"/>
              </a:solidFill>
              <a:latin typeface="Calibri"/>
              <a:ea typeface="Calibri"/>
              <a:cs typeface="Calibri"/>
              <a:sym typeface="Calibri"/>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5"/>
        <p:cNvGrpSpPr/>
        <p:nvPr/>
      </p:nvGrpSpPr>
      <p:grpSpPr>
        <a:xfrm>
          <a:off x="0" y="0"/>
          <a:ext cx="0" cy="0"/>
          <a:chOff x="0" y="0"/>
          <a:chExt cx="0" cy="0"/>
        </a:xfrm>
      </p:grpSpPr>
      <p:sp>
        <p:nvSpPr>
          <p:cNvPr id="446" name="Google Shape;446;p9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447" name="Google Shape;447;p91: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3"/>
        <p:cNvGrpSpPr/>
        <p:nvPr/>
      </p:nvGrpSpPr>
      <p:grpSpPr>
        <a:xfrm>
          <a:off x="0" y="0"/>
          <a:ext cx="0" cy="0"/>
          <a:chOff x="0" y="0"/>
          <a:chExt cx="0" cy="0"/>
        </a:xfrm>
      </p:grpSpPr>
      <p:sp>
        <p:nvSpPr>
          <p:cNvPr id="454" name="Google Shape;454;p9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455" name="Google Shape;455;p9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1"/>
        <p:cNvGrpSpPr/>
        <p:nvPr/>
      </p:nvGrpSpPr>
      <p:grpSpPr>
        <a:xfrm>
          <a:off x="0" y="0"/>
          <a:ext cx="0" cy="0"/>
          <a:chOff x="0" y="0"/>
          <a:chExt cx="0" cy="0"/>
        </a:xfrm>
      </p:grpSpPr>
      <p:sp>
        <p:nvSpPr>
          <p:cNvPr id="462" name="Google Shape;462;p9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463" name="Google Shape;463;p93: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9"/>
        <p:cNvGrpSpPr/>
        <p:nvPr/>
      </p:nvGrpSpPr>
      <p:grpSpPr>
        <a:xfrm>
          <a:off x="0" y="0"/>
          <a:ext cx="0" cy="0"/>
          <a:chOff x="0" y="0"/>
          <a:chExt cx="0" cy="0"/>
        </a:xfrm>
      </p:grpSpPr>
      <p:sp>
        <p:nvSpPr>
          <p:cNvPr id="470" name="Google Shape;470;p9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471" name="Google Shape;471;p94: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7"/>
        <p:cNvGrpSpPr/>
        <p:nvPr/>
      </p:nvGrpSpPr>
      <p:grpSpPr>
        <a:xfrm>
          <a:off x="0" y="0"/>
          <a:ext cx="0" cy="0"/>
          <a:chOff x="0" y="0"/>
          <a:chExt cx="0" cy="0"/>
        </a:xfrm>
      </p:grpSpPr>
      <p:sp>
        <p:nvSpPr>
          <p:cNvPr id="478" name="Google Shape;478;p9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479" name="Google Shape;479;p95: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5"/>
        <p:cNvGrpSpPr/>
        <p:nvPr/>
      </p:nvGrpSpPr>
      <p:grpSpPr>
        <a:xfrm>
          <a:off x="0" y="0"/>
          <a:ext cx="0" cy="0"/>
          <a:chOff x="0" y="0"/>
          <a:chExt cx="0" cy="0"/>
        </a:xfrm>
      </p:grpSpPr>
      <p:sp>
        <p:nvSpPr>
          <p:cNvPr id="486" name="Google Shape;486;p47: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87" name="Google Shape;487;p4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marR="0" lvl="0" indent="0" algn="l" rtl="0">
              <a:lnSpc>
                <a:spcPct val="100000"/>
              </a:lnSpc>
              <a:spcBef>
                <a:spcPts val="0"/>
              </a:spcBef>
              <a:spcAft>
                <a:spcPts val="0"/>
              </a:spcAft>
              <a:buClr>
                <a:schemeClr val="dk1"/>
              </a:buClr>
              <a:buSzPts val="1200"/>
              <a:buFont typeface="Calibri"/>
              <a:buNone/>
            </a:pPr>
            <a:r>
              <a:rPr lang="en-US" sz="1200" b="0" i="0" u="none" strike="noStrike" cap="none">
                <a:solidFill>
                  <a:schemeClr val="dk1"/>
                </a:solidFill>
                <a:latin typeface="Calibri"/>
                <a:ea typeface="Calibri"/>
                <a:cs typeface="Calibri"/>
                <a:sym typeface="Calibri"/>
              </a:rPr>
              <a:t>Explain </a:t>
            </a:r>
            <a:endParaRPr/>
          </a:p>
          <a:p>
            <a:pPr marL="0" marR="0" lvl="0" indent="0" algn="l" rtl="0">
              <a:lnSpc>
                <a:spcPct val="100000"/>
              </a:lnSpc>
              <a:spcBef>
                <a:spcPts val="0"/>
              </a:spcBef>
              <a:spcAft>
                <a:spcPts val="0"/>
              </a:spcAft>
              <a:buClr>
                <a:schemeClr val="dk1"/>
              </a:buClr>
              <a:buSzPts val="1200"/>
              <a:buFont typeface="Calibri"/>
              <a:buNone/>
            </a:pPr>
            <a:r>
              <a:rPr lang="en-US" sz="1200" b="0" i="0" u="none" strike="noStrike" cap="none">
                <a:solidFill>
                  <a:schemeClr val="dk1"/>
                </a:solidFill>
                <a:latin typeface="Calibri"/>
                <a:ea typeface="Calibri"/>
                <a:cs typeface="Calibri"/>
                <a:sym typeface="Calibri"/>
              </a:rPr>
              <a:t>-the fundamental challenge of unstructured data analytics </a:t>
            </a:r>
            <a:endParaRPr/>
          </a:p>
          <a:p>
            <a:pPr marL="0" marR="0" lvl="0" indent="0" algn="l" rtl="0">
              <a:lnSpc>
                <a:spcPct val="100000"/>
              </a:lnSpc>
              <a:spcBef>
                <a:spcPts val="0"/>
              </a:spcBef>
              <a:spcAft>
                <a:spcPts val="0"/>
              </a:spcAft>
              <a:buClr>
                <a:schemeClr val="dk1"/>
              </a:buClr>
              <a:buSzPts val="1200"/>
              <a:buFont typeface="Calibri"/>
              <a:buNone/>
            </a:pPr>
            <a:r>
              <a:rPr lang="en-US" sz="1200" b="0" i="0" u="none" strike="noStrike" cap="none">
                <a:solidFill>
                  <a:schemeClr val="dk1"/>
                </a:solidFill>
                <a:latin typeface="Calibri"/>
                <a:ea typeface="Calibri"/>
                <a:cs typeface="Calibri"/>
                <a:sym typeface="Calibri"/>
              </a:rPr>
              <a:t>-why unstructured data analytics is soaring in popularity </a:t>
            </a:r>
            <a:endParaRPr/>
          </a:p>
        </p:txBody>
      </p:sp>
      <p:sp>
        <p:nvSpPr>
          <p:cNvPr id="488" name="Google Shape;488;p4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28</a:t>
            </a:fld>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8"/>
        <p:cNvGrpSpPr/>
        <p:nvPr/>
      </p:nvGrpSpPr>
      <p:grpSpPr>
        <a:xfrm>
          <a:off x="0" y="0"/>
          <a:ext cx="0" cy="0"/>
          <a:chOff x="0" y="0"/>
          <a:chExt cx="0" cy="0"/>
        </a:xfrm>
      </p:grpSpPr>
      <p:sp>
        <p:nvSpPr>
          <p:cNvPr id="509" name="Google Shape;509;p4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510" name="Google Shape;510;p48: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3"/>
        <p:cNvGrpSpPr/>
        <p:nvPr/>
      </p:nvGrpSpPr>
      <p:grpSpPr>
        <a:xfrm>
          <a:off x="0" y="0"/>
          <a:ext cx="0" cy="0"/>
          <a:chOff x="0" y="0"/>
          <a:chExt cx="0" cy="0"/>
        </a:xfrm>
      </p:grpSpPr>
      <p:sp>
        <p:nvSpPr>
          <p:cNvPr id="514" name="Google Shape;514;p49: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15" name="Google Shape;515;p4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marR="0" lvl="0" indent="0" algn="l" rtl="0">
              <a:lnSpc>
                <a:spcPct val="100000"/>
              </a:lnSpc>
              <a:spcBef>
                <a:spcPts val="0"/>
              </a:spcBef>
              <a:spcAft>
                <a:spcPts val="0"/>
              </a:spcAft>
              <a:buClr>
                <a:schemeClr val="dk1"/>
              </a:buClr>
              <a:buSzPts val="1200"/>
              <a:buFont typeface="Calibri"/>
              <a:buNone/>
            </a:pPr>
            <a:r>
              <a:rPr lang="en-US" sz="1200" b="0" i="0" u="none" strike="noStrike" cap="none">
                <a:solidFill>
                  <a:schemeClr val="dk1"/>
                </a:solidFill>
                <a:latin typeface="Calibri"/>
                <a:ea typeface="Calibri"/>
                <a:cs typeface="Calibri"/>
                <a:sym typeface="Calibri"/>
              </a:rPr>
              <a:t>Explain </a:t>
            </a:r>
            <a:endParaRPr/>
          </a:p>
          <a:p>
            <a:pPr marL="171450" marR="0" lvl="0" indent="-171450" algn="l" rtl="0">
              <a:lnSpc>
                <a:spcPct val="100000"/>
              </a:lnSpc>
              <a:spcBef>
                <a:spcPts val="0"/>
              </a:spcBef>
              <a:spcAft>
                <a:spcPts val="0"/>
              </a:spcAft>
              <a:buClr>
                <a:schemeClr val="dk1"/>
              </a:buClr>
              <a:buSzPts val="1200"/>
              <a:buFont typeface="Calibri"/>
              <a:buChar char="-"/>
            </a:pPr>
            <a:r>
              <a:rPr lang="en-US" sz="1200" b="0" i="0" u="none" strike="noStrike" cap="none">
                <a:solidFill>
                  <a:schemeClr val="dk1"/>
                </a:solidFill>
                <a:latin typeface="Calibri"/>
                <a:ea typeface="Calibri"/>
                <a:cs typeface="Calibri"/>
                <a:sym typeface="Calibri"/>
              </a:rPr>
              <a:t>how </a:t>
            </a:r>
            <a:r>
              <a:rPr lang="en-US"/>
              <a:t>unstructured data analytics helped in better understanding of customer behavior.</a:t>
            </a:r>
            <a:endParaRPr/>
          </a:p>
          <a:p>
            <a:pPr marL="171450" marR="0" lvl="0" indent="-171450" algn="l" rtl="0">
              <a:lnSpc>
                <a:spcPct val="100000"/>
              </a:lnSpc>
              <a:spcBef>
                <a:spcPts val="0"/>
              </a:spcBef>
              <a:spcAft>
                <a:spcPts val="0"/>
              </a:spcAft>
              <a:buClr>
                <a:schemeClr val="dk1"/>
              </a:buClr>
              <a:buSzPts val="1200"/>
              <a:buFont typeface="Calibri"/>
              <a:buChar char="-"/>
            </a:pPr>
            <a:r>
              <a:rPr lang="en-US"/>
              <a:t>how Big Data processing allowed RBS to optimize their processes and direct their customer service agents on how to best interact with customers online.</a:t>
            </a:r>
            <a:br>
              <a:rPr lang="en-US"/>
            </a:br>
            <a:endParaRPr/>
          </a:p>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chemeClr val="dk1"/>
              </a:solidFill>
              <a:latin typeface="Calibri"/>
              <a:ea typeface="Calibri"/>
              <a:cs typeface="Calibri"/>
              <a:sym typeface="Calibri"/>
            </a:endParaRPr>
          </a:p>
        </p:txBody>
      </p:sp>
      <p:sp>
        <p:nvSpPr>
          <p:cNvPr id="516" name="Google Shape;516;p4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30</a:t>
            </a:fld>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2"/>
        <p:cNvGrpSpPr/>
        <p:nvPr/>
      </p:nvGrpSpPr>
      <p:grpSpPr>
        <a:xfrm>
          <a:off x="0" y="0"/>
          <a:ext cx="0" cy="0"/>
          <a:chOff x="0" y="0"/>
          <a:chExt cx="0" cy="0"/>
        </a:xfrm>
      </p:grpSpPr>
      <p:sp>
        <p:nvSpPr>
          <p:cNvPr id="533" name="Google Shape;533;p5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534" name="Google Shape;534;p51: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7"/>
        <p:cNvGrpSpPr/>
        <p:nvPr/>
      </p:nvGrpSpPr>
      <p:grpSpPr>
        <a:xfrm>
          <a:off x="0" y="0"/>
          <a:ext cx="0" cy="0"/>
          <a:chOff x="0" y="0"/>
          <a:chExt cx="0" cy="0"/>
        </a:xfrm>
      </p:grpSpPr>
      <p:sp>
        <p:nvSpPr>
          <p:cNvPr id="538" name="Google Shape;538;p5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39" name="Google Shape;539;p5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marR="0" lvl="0" indent="0" algn="l" rtl="0">
              <a:lnSpc>
                <a:spcPct val="100000"/>
              </a:lnSpc>
              <a:spcBef>
                <a:spcPts val="0"/>
              </a:spcBef>
              <a:spcAft>
                <a:spcPts val="0"/>
              </a:spcAft>
              <a:buClr>
                <a:srgbClr val="000000"/>
              </a:buClr>
              <a:buSzPts val="1400"/>
              <a:buFont typeface="Arial"/>
              <a:buNone/>
            </a:pPr>
            <a:r>
              <a:rPr lang="en-US"/>
              <a:t>Explain </a:t>
            </a:r>
            <a:r>
              <a:rPr lang="en-US" sz="1200"/>
              <a:t>why traditional systems (RDBMS and DWH) are not of much help ?</a:t>
            </a:r>
            <a:endParaRPr/>
          </a:p>
          <a:p>
            <a:pPr marL="0" lvl="0" indent="0" algn="l" rtl="0">
              <a:lnSpc>
                <a:spcPct val="100000"/>
              </a:lnSpc>
              <a:spcBef>
                <a:spcPts val="0"/>
              </a:spcBef>
              <a:spcAft>
                <a:spcPts val="0"/>
              </a:spcAft>
              <a:buSzPts val="1400"/>
              <a:buNone/>
            </a:pPr>
            <a:endParaRPr/>
          </a:p>
          <a:p>
            <a:pPr marL="0" lvl="0" indent="0" algn="l" rtl="0">
              <a:lnSpc>
                <a:spcPct val="100000"/>
              </a:lnSpc>
              <a:spcBef>
                <a:spcPts val="0"/>
              </a:spcBef>
              <a:spcAft>
                <a:spcPts val="0"/>
              </a:spcAft>
              <a:buSzPts val="1400"/>
              <a:buNone/>
            </a:pPr>
            <a:endParaRPr/>
          </a:p>
        </p:txBody>
      </p:sp>
      <p:sp>
        <p:nvSpPr>
          <p:cNvPr id="540" name="Google Shape;540;p5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32</a:t>
            </a:fld>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1"/>
        <p:cNvGrpSpPr/>
        <p:nvPr/>
      </p:nvGrpSpPr>
      <p:grpSpPr>
        <a:xfrm>
          <a:off x="0" y="0"/>
          <a:ext cx="0" cy="0"/>
          <a:chOff x="0" y="0"/>
          <a:chExt cx="0" cy="0"/>
        </a:xfrm>
      </p:grpSpPr>
      <p:sp>
        <p:nvSpPr>
          <p:cNvPr id="582" name="Google Shape;582;p53: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83" name="Google Shape;583;p5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lvl="0" indent="0" algn="l" rtl="0">
              <a:lnSpc>
                <a:spcPct val="100000"/>
              </a:lnSpc>
              <a:spcBef>
                <a:spcPts val="0"/>
              </a:spcBef>
              <a:spcAft>
                <a:spcPts val="0"/>
              </a:spcAft>
              <a:buSzPts val="1400"/>
              <a:buNone/>
            </a:pPr>
            <a:r>
              <a:rPr lang="en-US"/>
              <a:t>Explain the points using real-time examples</a:t>
            </a:r>
            <a:endParaRPr/>
          </a:p>
        </p:txBody>
      </p:sp>
      <p:sp>
        <p:nvSpPr>
          <p:cNvPr id="584" name="Google Shape;584;p5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33</a:t>
            </a:fld>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4"/>
        <p:cNvGrpSpPr/>
        <p:nvPr/>
      </p:nvGrpSpPr>
      <p:grpSpPr>
        <a:xfrm>
          <a:off x="0" y="0"/>
          <a:ext cx="0" cy="0"/>
          <a:chOff x="0" y="0"/>
          <a:chExt cx="0" cy="0"/>
        </a:xfrm>
      </p:grpSpPr>
      <p:sp>
        <p:nvSpPr>
          <p:cNvPr id="605" name="Google Shape;605;p54: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06" name="Google Shape;606;p5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marR="0" lvl="0" indent="0" algn="l" rtl="0">
              <a:lnSpc>
                <a:spcPct val="100000"/>
              </a:lnSpc>
              <a:spcBef>
                <a:spcPts val="0"/>
              </a:spcBef>
              <a:spcAft>
                <a:spcPts val="0"/>
              </a:spcAft>
              <a:buClr>
                <a:srgbClr val="000000"/>
              </a:buClr>
              <a:buSzPts val="1400"/>
              <a:buFont typeface="Arial"/>
              <a:buNone/>
            </a:pPr>
            <a:r>
              <a:rPr lang="en-US"/>
              <a:t>Give e case study of </a:t>
            </a:r>
            <a:r>
              <a:rPr lang="en-US" sz="1200" b="0" i="0" u="none" strike="noStrike" cap="none">
                <a:solidFill>
                  <a:schemeClr val="dk1"/>
                </a:solidFill>
                <a:latin typeface="Calibri"/>
                <a:ea typeface="Calibri"/>
                <a:cs typeface="Calibri"/>
                <a:sym typeface="Calibri"/>
              </a:rPr>
              <a:t>some of the businesses integrating big data to boost their brand success.</a:t>
            </a:r>
            <a:endParaRPr/>
          </a:p>
          <a:p>
            <a:pPr marL="0" lvl="0" indent="0" algn="l" rtl="0">
              <a:lnSpc>
                <a:spcPct val="100000"/>
              </a:lnSpc>
              <a:spcBef>
                <a:spcPts val="0"/>
              </a:spcBef>
              <a:spcAft>
                <a:spcPts val="0"/>
              </a:spcAft>
              <a:buSzPts val="1400"/>
              <a:buNone/>
            </a:pPr>
            <a:endParaRPr/>
          </a:p>
        </p:txBody>
      </p:sp>
      <p:sp>
        <p:nvSpPr>
          <p:cNvPr id="607" name="Google Shape;607;p5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34</a:t>
            </a:fld>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2"/>
        <p:cNvGrpSpPr/>
        <p:nvPr/>
      </p:nvGrpSpPr>
      <p:grpSpPr>
        <a:xfrm>
          <a:off x="0" y="0"/>
          <a:ext cx="0" cy="0"/>
          <a:chOff x="0" y="0"/>
          <a:chExt cx="0" cy="0"/>
        </a:xfrm>
      </p:grpSpPr>
      <p:sp>
        <p:nvSpPr>
          <p:cNvPr id="623" name="Google Shape;623;p9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624" name="Google Shape;624;p9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7"/>
        <p:cNvGrpSpPr/>
        <p:nvPr/>
      </p:nvGrpSpPr>
      <p:grpSpPr>
        <a:xfrm>
          <a:off x="0" y="0"/>
          <a:ext cx="0" cy="0"/>
          <a:chOff x="0" y="0"/>
          <a:chExt cx="0" cy="0"/>
        </a:xfrm>
      </p:grpSpPr>
      <p:sp>
        <p:nvSpPr>
          <p:cNvPr id="628" name="Google Shape;628;p55: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29" name="Google Shape;629;p5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marR="0" lvl="0" indent="0" algn="l" rtl="0">
              <a:lnSpc>
                <a:spcPct val="100000"/>
              </a:lnSpc>
              <a:spcBef>
                <a:spcPts val="0"/>
              </a:spcBef>
              <a:spcAft>
                <a:spcPts val="0"/>
              </a:spcAft>
              <a:buClr>
                <a:schemeClr val="dk1"/>
              </a:buClr>
              <a:buSzPts val="1200"/>
              <a:buFont typeface="Calibri"/>
              <a:buNone/>
            </a:pPr>
            <a:r>
              <a:rPr lang="en-US" sz="1200" b="0" i="0" u="none" strike="noStrike" cap="none">
                <a:solidFill>
                  <a:schemeClr val="dk1"/>
                </a:solidFill>
                <a:latin typeface="Calibri"/>
                <a:ea typeface="Calibri"/>
                <a:cs typeface="Calibri"/>
                <a:sym typeface="Calibri"/>
              </a:rPr>
              <a:t>Behavioral data at Netflix is growing faster than ever before. </a:t>
            </a:r>
            <a:br>
              <a:rPr lang="en-US" sz="1200" b="0" i="0" u="none" strike="noStrike" cap="none">
                <a:solidFill>
                  <a:schemeClr val="dk1"/>
                </a:solidFill>
                <a:latin typeface="Calibri"/>
                <a:ea typeface="Calibri"/>
                <a:cs typeface="Calibri"/>
                <a:sym typeface="Calibri"/>
              </a:rPr>
            </a:br>
            <a:r>
              <a:rPr lang="en-US" sz="1200" b="0" i="0" u="none" strike="noStrike" cap="none">
                <a:solidFill>
                  <a:schemeClr val="dk1"/>
                </a:solidFill>
                <a:latin typeface="Calibri"/>
                <a:ea typeface="Calibri"/>
                <a:cs typeface="Calibri"/>
                <a:sym typeface="Calibri"/>
              </a:rPr>
              <a:t>So is there a solution to manage this ever-growing data?</a:t>
            </a:r>
            <a:endParaRPr sz="1200" b="0" i="0" u="none" strike="noStrike" cap="none">
              <a:solidFill>
                <a:schemeClr val="dk1"/>
              </a:solidFill>
              <a:latin typeface="Calibri"/>
              <a:ea typeface="Calibri"/>
              <a:cs typeface="Calibri"/>
              <a:sym typeface="Calibri"/>
            </a:endParaRPr>
          </a:p>
        </p:txBody>
      </p:sp>
      <p:sp>
        <p:nvSpPr>
          <p:cNvPr id="630" name="Google Shape;630;p5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36</a:t>
            </a:fld>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2"/>
        <p:cNvGrpSpPr/>
        <p:nvPr/>
      </p:nvGrpSpPr>
      <p:grpSpPr>
        <a:xfrm>
          <a:off x="0" y="0"/>
          <a:ext cx="0" cy="0"/>
          <a:chOff x="0" y="0"/>
          <a:chExt cx="0" cy="0"/>
        </a:xfrm>
      </p:grpSpPr>
      <p:sp>
        <p:nvSpPr>
          <p:cNvPr id="663" name="Google Shape;663;p97: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64" name="Google Shape;664;p9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marR="0" lvl="0" indent="0" algn="l" rtl="0">
              <a:lnSpc>
                <a:spcPct val="100000"/>
              </a:lnSpc>
              <a:spcBef>
                <a:spcPts val="0"/>
              </a:spcBef>
              <a:spcAft>
                <a:spcPts val="0"/>
              </a:spcAft>
              <a:buClr>
                <a:srgbClr val="000000"/>
              </a:buClr>
              <a:buSzPts val="1400"/>
              <a:buFont typeface="Arial"/>
              <a:buNone/>
            </a:pPr>
            <a:r>
              <a:rPr lang="en-US" sz="1200">
                <a:solidFill>
                  <a:schemeClr val="dk1"/>
                </a:solidFill>
                <a:latin typeface="Calibri"/>
                <a:ea typeface="Calibri"/>
                <a:cs typeface="Calibri"/>
                <a:sym typeface="Calibri"/>
              </a:rPr>
              <a:t>Explain how solutions for big data processing came about</a:t>
            </a:r>
            <a:endParaRPr/>
          </a:p>
          <a:p>
            <a:pPr marL="0" marR="0" lvl="0" indent="0" algn="l" rtl="0">
              <a:lnSpc>
                <a:spcPct val="100000"/>
              </a:lnSpc>
              <a:spcBef>
                <a:spcPts val="0"/>
              </a:spcBef>
              <a:spcAft>
                <a:spcPts val="0"/>
              </a:spcAft>
              <a:buClr>
                <a:srgbClr val="000000"/>
              </a:buClr>
              <a:buSzPts val="1400"/>
              <a:buFont typeface="Arial"/>
              <a:buNone/>
            </a:pPr>
            <a:endParaRPr sz="1200">
              <a:solidFill>
                <a:schemeClr val="dk1"/>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1400"/>
              <a:buFont typeface="Arial"/>
              <a:buNone/>
            </a:pPr>
            <a:endParaRPr sz="1200">
              <a:solidFill>
                <a:schemeClr val="dk1"/>
              </a:solidFill>
              <a:latin typeface="Calibri"/>
              <a:ea typeface="Calibri"/>
              <a:cs typeface="Calibri"/>
              <a:sym typeface="Calibri"/>
            </a:endParaRPr>
          </a:p>
        </p:txBody>
      </p:sp>
      <p:sp>
        <p:nvSpPr>
          <p:cNvPr id="665" name="Google Shape;665;p9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37</a:t>
            </a:fld>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8"/>
        <p:cNvGrpSpPr/>
        <p:nvPr/>
      </p:nvGrpSpPr>
      <p:grpSpPr>
        <a:xfrm>
          <a:off x="0" y="0"/>
          <a:ext cx="0" cy="0"/>
          <a:chOff x="0" y="0"/>
          <a:chExt cx="0" cy="0"/>
        </a:xfrm>
      </p:grpSpPr>
      <p:sp>
        <p:nvSpPr>
          <p:cNvPr id="679" name="Google Shape;679;p5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680" name="Google Shape;680;p57: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3"/>
        <p:cNvGrpSpPr/>
        <p:nvPr/>
      </p:nvGrpSpPr>
      <p:grpSpPr>
        <a:xfrm>
          <a:off x="0" y="0"/>
          <a:ext cx="0" cy="0"/>
          <a:chOff x="0" y="0"/>
          <a:chExt cx="0" cy="0"/>
        </a:xfrm>
      </p:grpSpPr>
      <p:sp>
        <p:nvSpPr>
          <p:cNvPr id="684" name="Google Shape;684;p58: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85" name="Google Shape;685;p5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lvl="0" indent="0" algn="l" rtl="0">
              <a:lnSpc>
                <a:spcPct val="100000"/>
              </a:lnSpc>
              <a:spcBef>
                <a:spcPts val="0"/>
              </a:spcBef>
              <a:spcAft>
                <a:spcPts val="0"/>
              </a:spcAft>
              <a:buSzPts val="1400"/>
              <a:buNone/>
            </a:pPr>
            <a:r>
              <a:rPr lang="en-US"/>
              <a:t>Read out the definition</a:t>
            </a:r>
            <a:endParaRPr/>
          </a:p>
        </p:txBody>
      </p:sp>
      <p:sp>
        <p:nvSpPr>
          <p:cNvPr id="686" name="Google Shape;686;p5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39</a:t>
            </a:fld>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p:cNvGrpSpPr/>
        <p:nvPr/>
      </p:nvGrpSpPr>
      <p:grpSpPr>
        <a:xfrm>
          <a:off x="0" y="0"/>
          <a:ext cx="0" cy="0"/>
          <a:chOff x="0" y="0"/>
          <a:chExt cx="0" cy="0"/>
        </a:xfrm>
      </p:grpSpPr>
      <p:sp>
        <p:nvSpPr>
          <p:cNvPr id="693" name="Google Shape;693;p98: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94" name="Google Shape;694;p9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lvl="0" indent="0" algn="l" rtl="0">
              <a:lnSpc>
                <a:spcPct val="100000"/>
              </a:lnSpc>
              <a:spcBef>
                <a:spcPts val="0"/>
              </a:spcBef>
              <a:spcAft>
                <a:spcPts val="0"/>
              </a:spcAft>
              <a:buSzPts val="1400"/>
              <a:buNone/>
            </a:pPr>
            <a:endParaRPr/>
          </a:p>
          <a:p>
            <a:pPr marL="0" lvl="0" indent="0" algn="l" rtl="0">
              <a:lnSpc>
                <a:spcPct val="100000"/>
              </a:lnSpc>
              <a:spcBef>
                <a:spcPts val="0"/>
              </a:spcBef>
              <a:spcAft>
                <a:spcPts val="0"/>
              </a:spcAft>
              <a:buSzPts val="1400"/>
              <a:buNone/>
            </a:pPr>
            <a:r>
              <a:rPr lang="en-US"/>
              <a:t>Explain the working of a distributed system.</a:t>
            </a:r>
            <a:endParaRPr/>
          </a:p>
        </p:txBody>
      </p:sp>
      <p:sp>
        <p:nvSpPr>
          <p:cNvPr id="695" name="Google Shape;695;p9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40</a:t>
            </a:fld>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7"/>
        <p:cNvGrpSpPr/>
        <p:nvPr/>
      </p:nvGrpSpPr>
      <p:grpSpPr>
        <a:xfrm>
          <a:off x="0" y="0"/>
          <a:ext cx="0" cy="0"/>
          <a:chOff x="0" y="0"/>
          <a:chExt cx="0" cy="0"/>
        </a:xfrm>
      </p:grpSpPr>
      <p:sp>
        <p:nvSpPr>
          <p:cNvPr id="708" name="Google Shape;708;p6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709" name="Google Shape;709;p6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sz="1200">
              <a:solidFill>
                <a:schemeClr val="dk1"/>
              </a:solidFill>
              <a:latin typeface="Calibri"/>
              <a:ea typeface="Calibri"/>
              <a:cs typeface="Calibri"/>
              <a:sym typeface="Calibri"/>
            </a:endParaRPr>
          </a:p>
          <a:p>
            <a:pPr marL="0" lvl="0" indent="0" algn="l" rtl="0">
              <a:lnSpc>
                <a:spcPct val="100000"/>
              </a:lnSpc>
              <a:spcBef>
                <a:spcPts val="0"/>
              </a:spcBef>
              <a:spcAft>
                <a:spcPts val="0"/>
              </a:spcAft>
              <a:buSzPts val="1400"/>
              <a:buNone/>
            </a:pPr>
            <a:r>
              <a:rPr lang="en-US" sz="1200">
                <a:solidFill>
                  <a:schemeClr val="dk1"/>
                </a:solidFill>
                <a:latin typeface="Calibri"/>
                <a:ea typeface="Calibri"/>
                <a:cs typeface="Calibri"/>
                <a:sym typeface="Calibri"/>
              </a:rPr>
              <a:t> </a:t>
            </a:r>
            <a:endParaRPr/>
          </a:p>
          <a:p>
            <a:pPr marL="0" lvl="0" indent="0" algn="l" rtl="0">
              <a:lnSpc>
                <a:spcPct val="100000"/>
              </a:lnSpc>
              <a:spcBef>
                <a:spcPts val="0"/>
              </a:spcBef>
              <a:spcAft>
                <a:spcPts val="0"/>
              </a:spcAft>
              <a:buSzPts val="1400"/>
              <a:buNone/>
            </a:pPr>
            <a:r>
              <a:rPr lang="en-US" sz="1200">
                <a:solidFill>
                  <a:schemeClr val="dk1"/>
                </a:solidFill>
                <a:latin typeface="Calibri"/>
                <a:ea typeface="Calibri"/>
                <a:cs typeface="Calibri"/>
                <a:sym typeface="Calibri"/>
              </a:rPr>
              <a:t>Explain the challenges associated with Distributed systems.</a:t>
            </a:r>
            <a:endParaRPr/>
          </a:p>
          <a:p>
            <a:pPr marL="0" lvl="0" indent="0" algn="l" rtl="0">
              <a:lnSpc>
                <a:spcPct val="100000"/>
              </a:lnSpc>
              <a:spcBef>
                <a:spcPts val="0"/>
              </a:spcBef>
              <a:spcAft>
                <a:spcPts val="0"/>
              </a:spcAft>
              <a:buSzPts val="1400"/>
              <a:buNone/>
            </a:pPr>
            <a:endParaRPr sz="1200">
              <a:solidFill>
                <a:schemeClr val="dk1"/>
              </a:solidFill>
              <a:latin typeface="Calibri"/>
              <a:ea typeface="Calibri"/>
              <a:cs typeface="Calibri"/>
              <a:sym typeface="Calibri"/>
            </a:endParaRPr>
          </a:p>
          <a:p>
            <a:pPr marL="0" lvl="0" indent="0" algn="l" rtl="0">
              <a:lnSpc>
                <a:spcPct val="100000"/>
              </a:lnSpc>
              <a:spcBef>
                <a:spcPts val="0"/>
              </a:spcBef>
              <a:spcAft>
                <a:spcPts val="0"/>
              </a:spcAft>
              <a:buSzPts val="1400"/>
              <a:buNone/>
            </a:pPr>
            <a:r>
              <a:rPr lang="en-US" sz="1200">
                <a:solidFill>
                  <a:schemeClr val="dk1"/>
                </a:solidFill>
                <a:latin typeface="Calibri"/>
                <a:ea typeface="Calibri"/>
                <a:cs typeface="Calibri"/>
                <a:sym typeface="Calibri"/>
              </a:rPr>
              <a:t>Did you know the solution to these challenges?</a:t>
            </a:r>
            <a:endParaRPr/>
          </a:p>
          <a:p>
            <a:pPr marL="0" lvl="0" indent="0" algn="l" rtl="0">
              <a:lnSpc>
                <a:spcPct val="100000"/>
              </a:lnSpc>
              <a:spcBef>
                <a:spcPts val="0"/>
              </a:spcBef>
              <a:spcAft>
                <a:spcPts val="0"/>
              </a:spcAft>
              <a:buSzPts val="1400"/>
              <a:buNone/>
            </a:pPr>
            <a:r>
              <a:rPr lang="en-US" sz="1200">
                <a:solidFill>
                  <a:schemeClr val="dk1"/>
                </a:solidFill>
                <a:latin typeface="Calibri"/>
                <a:ea typeface="Calibri"/>
                <a:cs typeface="Calibri"/>
                <a:sym typeface="Calibri"/>
              </a:rPr>
              <a:t>To overcome these challenges we use Hadoop!</a:t>
            </a:r>
            <a:endParaRPr/>
          </a:p>
        </p:txBody>
      </p:sp>
      <p:sp>
        <p:nvSpPr>
          <p:cNvPr id="710" name="Google Shape;710;p6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41</a:t>
            </a:fld>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2"/>
        <p:cNvGrpSpPr/>
        <p:nvPr/>
      </p:nvGrpSpPr>
      <p:grpSpPr>
        <a:xfrm>
          <a:off x="0" y="0"/>
          <a:ext cx="0" cy="0"/>
          <a:chOff x="0" y="0"/>
          <a:chExt cx="0" cy="0"/>
        </a:xfrm>
      </p:grpSpPr>
      <p:sp>
        <p:nvSpPr>
          <p:cNvPr id="723" name="Google Shape;723;p99: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724" name="Google Shape;724;p9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sz="1200">
              <a:solidFill>
                <a:schemeClr val="dk1"/>
              </a:solidFill>
              <a:latin typeface="Calibri"/>
              <a:ea typeface="Calibri"/>
              <a:cs typeface="Calibri"/>
              <a:sym typeface="Calibri"/>
            </a:endParaRPr>
          </a:p>
          <a:p>
            <a:pPr marL="0" lvl="0" indent="0" algn="l" rtl="0">
              <a:lnSpc>
                <a:spcPct val="100000"/>
              </a:lnSpc>
              <a:spcBef>
                <a:spcPts val="0"/>
              </a:spcBef>
              <a:spcAft>
                <a:spcPts val="0"/>
              </a:spcAft>
              <a:buSzPts val="1400"/>
              <a:buNone/>
            </a:pPr>
            <a:r>
              <a:rPr lang="en-US" sz="1200">
                <a:solidFill>
                  <a:schemeClr val="dk1"/>
                </a:solidFill>
                <a:latin typeface="Calibri"/>
                <a:ea typeface="Calibri"/>
                <a:cs typeface="Calibri"/>
                <a:sym typeface="Calibri"/>
              </a:rPr>
              <a:t> </a:t>
            </a:r>
            <a:endParaRPr/>
          </a:p>
          <a:p>
            <a:pPr marL="0" lvl="0" indent="0" algn="l" rtl="0">
              <a:lnSpc>
                <a:spcPct val="100000"/>
              </a:lnSpc>
              <a:spcBef>
                <a:spcPts val="0"/>
              </a:spcBef>
              <a:spcAft>
                <a:spcPts val="0"/>
              </a:spcAft>
              <a:buSzPts val="1400"/>
              <a:buNone/>
            </a:pPr>
            <a:r>
              <a:rPr lang="en-US" sz="1200">
                <a:solidFill>
                  <a:schemeClr val="dk1"/>
                </a:solidFill>
                <a:latin typeface="Calibri"/>
                <a:ea typeface="Calibri"/>
                <a:cs typeface="Calibri"/>
                <a:sym typeface="Calibri"/>
              </a:rPr>
              <a:t>Explain the challenges associated with Distributed systems.</a:t>
            </a:r>
            <a:endParaRPr/>
          </a:p>
          <a:p>
            <a:pPr marL="0" lvl="0" indent="0" algn="l" rtl="0">
              <a:lnSpc>
                <a:spcPct val="100000"/>
              </a:lnSpc>
              <a:spcBef>
                <a:spcPts val="0"/>
              </a:spcBef>
              <a:spcAft>
                <a:spcPts val="0"/>
              </a:spcAft>
              <a:buSzPts val="1400"/>
              <a:buNone/>
            </a:pPr>
            <a:endParaRPr sz="1200">
              <a:solidFill>
                <a:schemeClr val="dk1"/>
              </a:solidFill>
              <a:latin typeface="Calibri"/>
              <a:ea typeface="Calibri"/>
              <a:cs typeface="Calibri"/>
              <a:sym typeface="Calibri"/>
            </a:endParaRPr>
          </a:p>
          <a:p>
            <a:pPr marL="0" lvl="0" indent="0" algn="l" rtl="0">
              <a:lnSpc>
                <a:spcPct val="100000"/>
              </a:lnSpc>
              <a:spcBef>
                <a:spcPts val="0"/>
              </a:spcBef>
              <a:spcAft>
                <a:spcPts val="0"/>
              </a:spcAft>
              <a:buSzPts val="1400"/>
              <a:buNone/>
            </a:pPr>
            <a:r>
              <a:rPr lang="en-US" sz="1200">
                <a:solidFill>
                  <a:schemeClr val="dk1"/>
                </a:solidFill>
                <a:latin typeface="Calibri"/>
                <a:ea typeface="Calibri"/>
                <a:cs typeface="Calibri"/>
                <a:sym typeface="Calibri"/>
              </a:rPr>
              <a:t>Did you know the solution to these challenges?</a:t>
            </a:r>
            <a:endParaRPr/>
          </a:p>
          <a:p>
            <a:pPr marL="0" lvl="0" indent="0" algn="l" rtl="0">
              <a:lnSpc>
                <a:spcPct val="100000"/>
              </a:lnSpc>
              <a:spcBef>
                <a:spcPts val="0"/>
              </a:spcBef>
              <a:spcAft>
                <a:spcPts val="0"/>
              </a:spcAft>
              <a:buSzPts val="1400"/>
              <a:buNone/>
            </a:pPr>
            <a:r>
              <a:rPr lang="en-US" sz="1200">
                <a:solidFill>
                  <a:schemeClr val="dk1"/>
                </a:solidFill>
                <a:latin typeface="Calibri"/>
                <a:ea typeface="Calibri"/>
                <a:cs typeface="Calibri"/>
                <a:sym typeface="Calibri"/>
              </a:rPr>
              <a:t>To overcome these challenges we use Hadoop!</a:t>
            </a:r>
            <a:endParaRPr/>
          </a:p>
        </p:txBody>
      </p:sp>
      <p:sp>
        <p:nvSpPr>
          <p:cNvPr id="725" name="Google Shape;725;p9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42</a:t>
            </a:fld>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18"/>
        <p:cNvGrpSpPr/>
        <p:nvPr/>
      </p:nvGrpSpPr>
      <p:grpSpPr>
        <a:xfrm>
          <a:off x="0" y="0"/>
          <a:ext cx="0" cy="0"/>
          <a:chOff x="0" y="0"/>
          <a:chExt cx="0" cy="0"/>
        </a:xfrm>
      </p:grpSpPr>
      <p:sp>
        <p:nvSpPr>
          <p:cNvPr id="1619" name="Google Shape;1619;p6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1620" name="Google Shape;1620;p61: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3"/>
        <p:cNvGrpSpPr/>
        <p:nvPr/>
      </p:nvGrpSpPr>
      <p:grpSpPr>
        <a:xfrm>
          <a:off x="0" y="0"/>
          <a:ext cx="0" cy="0"/>
          <a:chOff x="0" y="0"/>
          <a:chExt cx="0" cy="0"/>
        </a:xfrm>
      </p:grpSpPr>
      <p:sp>
        <p:nvSpPr>
          <p:cNvPr id="1624" name="Google Shape;1624;p6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625" name="Google Shape;1625;p6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marR="0" lvl="0" indent="0" algn="l" rtl="0">
              <a:lnSpc>
                <a:spcPct val="100000"/>
              </a:lnSpc>
              <a:spcBef>
                <a:spcPts val="0"/>
              </a:spcBef>
              <a:spcAft>
                <a:spcPts val="0"/>
              </a:spcAft>
              <a:buClr>
                <a:srgbClr val="000000"/>
              </a:buClr>
              <a:buSzPts val="1400"/>
              <a:buFont typeface="Arial"/>
              <a:buNone/>
            </a:pPr>
            <a:r>
              <a:rPr lang="en-US" sz="1200" b="0" i="0" u="none" strike="noStrike" cap="none">
                <a:solidFill>
                  <a:srgbClr val="3F3F3F"/>
                </a:solidFill>
                <a:latin typeface="Open Sans"/>
                <a:ea typeface="Open Sans"/>
                <a:cs typeface="Open Sans"/>
                <a:sym typeface="Open Sans"/>
              </a:rPr>
              <a:t>Doug Cutting discovered Hadoop and named it after his son’s yellow toy elephant. It is inspired by the technical document published by Google.</a:t>
            </a:r>
            <a:endParaRPr/>
          </a:p>
          <a:p>
            <a:pPr marL="0" lvl="0" indent="0" algn="l" rtl="0">
              <a:lnSpc>
                <a:spcPct val="100000"/>
              </a:lnSpc>
              <a:spcBef>
                <a:spcPts val="0"/>
              </a:spcBef>
              <a:spcAft>
                <a:spcPts val="0"/>
              </a:spcAft>
              <a:buSzPts val="1400"/>
              <a:buNone/>
            </a:pPr>
            <a:endParaRPr/>
          </a:p>
          <a:p>
            <a:pPr marL="0" lvl="0" indent="0" algn="l" rtl="0">
              <a:lnSpc>
                <a:spcPct val="100000"/>
              </a:lnSpc>
              <a:spcBef>
                <a:spcPts val="0"/>
              </a:spcBef>
              <a:spcAft>
                <a:spcPts val="0"/>
              </a:spcAft>
              <a:buSzPts val="1400"/>
              <a:buNone/>
            </a:pPr>
            <a:r>
              <a:rPr lang="en-US"/>
              <a:t>Read out the definition and give a brief history of how Hadoop was created</a:t>
            </a:r>
            <a:endParaRPr/>
          </a:p>
        </p:txBody>
      </p:sp>
      <p:sp>
        <p:nvSpPr>
          <p:cNvPr id="1626" name="Google Shape;1626;p6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44</a:t>
            </a:fld>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3"/>
        <p:cNvGrpSpPr/>
        <p:nvPr/>
      </p:nvGrpSpPr>
      <p:grpSpPr>
        <a:xfrm>
          <a:off x="0" y="0"/>
          <a:ext cx="0" cy="0"/>
          <a:chOff x="0" y="0"/>
          <a:chExt cx="0" cy="0"/>
        </a:xfrm>
      </p:grpSpPr>
      <p:sp>
        <p:nvSpPr>
          <p:cNvPr id="1634" name="Google Shape;1634;p17: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635" name="Google Shape;1635;p1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marR="0" lvl="0" indent="0" algn="l" rtl="0">
              <a:lnSpc>
                <a:spcPct val="100000"/>
              </a:lnSpc>
              <a:spcBef>
                <a:spcPts val="0"/>
              </a:spcBef>
              <a:spcAft>
                <a:spcPts val="0"/>
              </a:spcAft>
              <a:buClr>
                <a:srgbClr val="000000"/>
              </a:buClr>
              <a:buSzPts val="1400"/>
              <a:buFont typeface="Arial"/>
              <a:buNone/>
            </a:pPr>
            <a:r>
              <a:rPr lang="en-US" sz="1200">
                <a:solidFill>
                  <a:srgbClr val="3F3F3F"/>
                </a:solidFill>
                <a:latin typeface="Open Sans"/>
                <a:ea typeface="Open Sans"/>
                <a:cs typeface="Open Sans"/>
                <a:sym typeface="Open Sans"/>
              </a:rPr>
              <a:t>Explain the four key characteristics of Hadoop.</a:t>
            </a:r>
            <a:endParaRPr/>
          </a:p>
          <a:p>
            <a:pPr marL="0" lvl="0" indent="0" algn="l" rtl="0">
              <a:lnSpc>
                <a:spcPct val="100000"/>
              </a:lnSpc>
              <a:spcBef>
                <a:spcPts val="0"/>
              </a:spcBef>
              <a:spcAft>
                <a:spcPts val="0"/>
              </a:spcAft>
              <a:buSzPts val="1400"/>
              <a:buNone/>
            </a:pPr>
            <a:endParaRPr/>
          </a:p>
          <a:p>
            <a:pPr marL="0" lvl="0" indent="0" algn="l" rtl="0">
              <a:lnSpc>
                <a:spcPct val="100000"/>
              </a:lnSpc>
              <a:spcBef>
                <a:spcPts val="0"/>
              </a:spcBef>
              <a:spcAft>
                <a:spcPts val="0"/>
              </a:spcAft>
              <a:buSzPts val="1400"/>
              <a:buNone/>
            </a:pPr>
            <a:endParaRPr/>
          </a:p>
        </p:txBody>
      </p:sp>
      <p:sp>
        <p:nvSpPr>
          <p:cNvPr id="1636" name="Google Shape;1636;p1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45</a:t>
            </a:fld>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60"/>
        <p:cNvGrpSpPr/>
        <p:nvPr/>
      </p:nvGrpSpPr>
      <p:grpSpPr>
        <a:xfrm>
          <a:off x="0" y="0"/>
          <a:ext cx="0" cy="0"/>
          <a:chOff x="0" y="0"/>
          <a:chExt cx="0" cy="0"/>
        </a:xfrm>
      </p:grpSpPr>
      <p:sp>
        <p:nvSpPr>
          <p:cNvPr id="1661" name="Google Shape;1661;p64: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662" name="Google Shape;1662;p6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lvl="0" indent="0" algn="l" rtl="0">
              <a:lnSpc>
                <a:spcPct val="100000"/>
              </a:lnSpc>
              <a:spcBef>
                <a:spcPts val="0"/>
              </a:spcBef>
              <a:spcAft>
                <a:spcPts val="0"/>
              </a:spcAft>
              <a:buSzPts val="1400"/>
              <a:buNone/>
            </a:pPr>
            <a:r>
              <a:rPr lang="en-US"/>
              <a:t>Explain in brief traditional database systems vs. Hadoop</a:t>
            </a:r>
            <a:endParaRPr/>
          </a:p>
        </p:txBody>
      </p:sp>
      <p:sp>
        <p:nvSpPr>
          <p:cNvPr id="1663" name="Google Shape;1663;p6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46</a:t>
            </a:fld>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77"/>
        <p:cNvGrpSpPr/>
        <p:nvPr/>
      </p:nvGrpSpPr>
      <p:grpSpPr>
        <a:xfrm>
          <a:off x="0" y="0"/>
          <a:ext cx="0" cy="0"/>
          <a:chOff x="0" y="0"/>
          <a:chExt cx="0" cy="0"/>
        </a:xfrm>
      </p:grpSpPr>
      <p:sp>
        <p:nvSpPr>
          <p:cNvPr id="1678" name="Google Shape;1678;p6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679" name="Google Shape;1679;p6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marR="0" lvl="0" indent="0" algn="l" rtl="0">
              <a:lnSpc>
                <a:spcPct val="100000"/>
              </a:lnSpc>
              <a:spcBef>
                <a:spcPts val="0"/>
              </a:spcBef>
              <a:spcAft>
                <a:spcPts val="0"/>
              </a:spcAft>
              <a:buClr>
                <a:srgbClr val="000000"/>
              </a:buClr>
              <a:buSzPts val="1400"/>
              <a:buFont typeface="Arial"/>
              <a:buNone/>
            </a:pPr>
            <a:r>
              <a:rPr lang="en-US"/>
              <a:t>Explain traditional database systems vs. Hadoop using the table</a:t>
            </a:r>
            <a:endParaRPr/>
          </a:p>
        </p:txBody>
      </p:sp>
      <p:sp>
        <p:nvSpPr>
          <p:cNvPr id="1680" name="Google Shape;1680;p6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47</a:t>
            </a:fld>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85"/>
        <p:cNvGrpSpPr/>
        <p:nvPr/>
      </p:nvGrpSpPr>
      <p:grpSpPr>
        <a:xfrm>
          <a:off x="0" y="0"/>
          <a:ext cx="0" cy="0"/>
          <a:chOff x="0" y="0"/>
          <a:chExt cx="0" cy="0"/>
        </a:xfrm>
      </p:grpSpPr>
      <p:sp>
        <p:nvSpPr>
          <p:cNvPr id="1686" name="Google Shape;1686;p6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1687" name="Google Shape;1687;p68: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90"/>
        <p:cNvGrpSpPr/>
        <p:nvPr/>
      </p:nvGrpSpPr>
      <p:grpSpPr>
        <a:xfrm>
          <a:off x="0" y="0"/>
          <a:ext cx="0" cy="0"/>
          <a:chOff x="0" y="0"/>
          <a:chExt cx="0" cy="0"/>
        </a:xfrm>
      </p:grpSpPr>
      <p:sp>
        <p:nvSpPr>
          <p:cNvPr id="1691" name="Google Shape;1691;p67: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692" name="Google Shape;1692;p6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marR="0" lvl="0" indent="0" algn="l" rtl="0">
              <a:lnSpc>
                <a:spcPct val="100000"/>
              </a:lnSpc>
              <a:spcBef>
                <a:spcPts val="0"/>
              </a:spcBef>
              <a:spcAft>
                <a:spcPts val="0"/>
              </a:spcAft>
              <a:buClr>
                <a:srgbClr val="000000"/>
              </a:buClr>
              <a:buSzPts val="1400"/>
              <a:buFont typeface="Arial"/>
              <a:buNone/>
            </a:pPr>
            <a:r>
              <a:rPr lang="en-US"/>
              <a:t>Explain the role and importance of </a:t>
            </a:r>
            <a:r>
              <a:rPr lang="en-US" sz="1200" b="0" i="0" u="none" strike="noStrike" cap="none">
                <a:solidFill>
                  <a:schemeClr val="dk1"/>
                </a:solidFill>
                <a:latin typeface="Calibri"/>
                <a:ea typeface="Calibri"/>
                <a:cs typeface="Calibri"/>
                <a:sym typeface="Calibri"/>
              </a:rPr>
              <a:t>Hadoop’s three core components: processing, resource management, and storage.</a:t>
            </a:r>
            <a:endParaRPr sz="1200" b="0" i="0" u="none" strike="noStrike" cap="none">
              <a:solidFill>
                <a:schemeClr val="dk1"/>
              </a:solidFill>
              <a:latin typeface="Calibri"/>
              <a:ea typeface="Calibri"/>
              <a:cs typeface="Calibri"/>
              <a:sym typeface="Calibri"/>
            </a:endParaRPr>
          </a:p>
          <a:p>
            <a:pPr marL="0" lvl="0" indent="0" algn="l" rtl="0">
              <a:lnSpc>
                <a:spcPct val="100000"/>
              </a:lnSpc>
              <a:spcBef>
                <a:spcPts val="0"/>
              </a:spcBef>
              <a:spcAft>
                <a:spcPts val="0"/>
              </a:spcAft>
              <a:buSzPts val="1400"/>
              <a:buNone/>
            </a:pPr>
            <a:endParaRPr/>
          </a:p>
          <a:p>
            <a:pPr marL="0" marR="0" lvl="0" indent="0" algn="l" rtl="0">
              <a:lnSpc>
                <a:spcPct val="100000"/>
              </a:lnSpc>
              <a:spcBef>
                <a:spcPts val="0"/>
              </a:spcBef>
              <a:spcAft>
                <a:spcPts val="0"/>
              </a:spcAft>
              <a:buClr>
                <a:schemeClr val="dk1"/>
              </a:buClr>
              <a:buSzPts val="1200"/>
              <a:buFont typeface="Calibri"/>
              <a:buNone/>
            </a:pPr>
            <a:endParaRPr/>
          </a:p>
        </p:txBody>
      </p:sp>
      <p:sp>
        <p:nvSpPr>
          <p:cNvPr id="1693" name="Google Shape;1693;p6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49</a:t>
            </a:fld>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5"/>
        <p:cNvGrpSpPr/>
        <p:nvPr/>
      </p:nvGrpSpPr>
      <p:grpSpPr>
        <a:xfrm>
          <a:off x="0" y="0"/>
          <a:ext cx="0" cy="0"/>
          <a:chOff x="0" y="0"/>
          <a:chExt cx="0" cy="0"/>
        </a:xfrm>
      </p:grpSpPr>
      <p:sp>
        <p:nvSpPr>
          <p:cNvPr id="1716" name="Google Shape;1716;p10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717" name="Google Shape;1717;p10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marR="0" lvl="0" indent="0" algn="l" rtl="0">
              <a:lnSpc>
                <a:spcPct val="100000"/>
              </a:lnSpc>
              <a:spcBef>
                <a:spcPts val="0"/>
              </a:spcBef>
              <a:spcAft>
                <a:spcPts val="0"/>
              </a:spcAft>
              <a:buClr>
                <a:srgbClr val="000000"/>
              </a:buClr>
              <a:buSzPts val="1400"/>
              <a:buFont typeface="Arial"/>
              <a:buNone/>
            </a:pPr>
            <a:r>
              <a:rPr lang="en-US"/>
              <a:t>Explain </a:t>
            </a:r>
            <a:r>
              <a:rPr lang="en-US" sz="1200" b="0" i="0" u="none" strike="noStrike" cap="none">
                <a:solidFill>
                  <a:schemeClr val="dk1"/>
                </a:solidFill>
                <a:latin typeface="Calibri"/>
                <a:ea typeface="Calibri"/>
                <a:cs typeface="Calibri"/>
                <a:sym typeface="Calibri"/>
              </a:rPr>
              <a:t>the role of each component of the Hadoop ecosystem.</a:t>
            </a:r>
            <a:endParaRPr/>
          </a:p>
          <a:p>
            <a:pPr marL="0" marR="0" lvl="0" indent="0" algn="l" rtl="0">
              <a:lnSpc>
                <a:spcPct val="100000"/>
              </a:lnSpc>
              <a:spcBef>
                <a:spcPts val="0"/>
              </a:spcBef>
              <a:spcAft>
                <a:spcPts val="0"/>
              </a:spcAft>
              <a:buClr>
                <a:srgbClr val="000000"/>
              </a:buClr>
              <a:buSzPts val="1400"/>
              <a:buFont typeface="Arial"/>
              <a:buNone/>
            </a:pPr>
            <a:r>
              <a:rPr lang="en-US" sz="1200">
                <a:solidFill>
                  <a:srgbClr val="3F3F3F"/>
                </a:solidFill>
                <a:latin typeface="Open Sans"/>
                <a:ea typeface="Open Sans"/>
                <a:cs typeface="Open Sans"/>
                <a:sym typeface="Open Sans"/>
              </a:rPr>
              <a:t>HDFS, MapReduce, YARN, and Hadoop Common are the four core components of Hadoop. </a:t>
            </a:r>
            <a:endParaRPr/>
          </a:p>
        </p:txBody>
      </p:sp>
      <p:sp>
        <p:nvSpPr>
          <p:cNvPr id="1718" name="Google Shape;1718;p10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50</a:t>
            </a:fld>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93"/>
        <p:cNvGrpSpPr/>
        <p:nvPr/>
      </p:nvGrpSpPr>
      <p:grpSpPr>
        <a:xfrm>
          <a:off x="0" y="0"/>
          <a:ext cx="0" cy="0"/>
          <a:chOff x="0" y="0"/>
          <a:chExt cx="0" cy="0"/>
        </a:xfrm>
      </p:grpSpPr>
      <p:sp>
        <p:nvSpPr>
          <p:cNvPr id="1794" name="Google Shape;1794;p7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795" name="Google Shape;1795;p7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lvl="0" indent="0" algn="l" rtl="0">
              <a:lnSpc>
                <a:spcPct val="100000"/>
              </a:lnSpc>
              <a:spcBef>
                <a:spcPts val="0"/>
              </a:spcBef>
              <a:spcAft>
                <a:spcPts val="0"/>
              </a:spcAft>
              <a:buSzPts val="1400"/>
              <a:buNone/>
            </a:pPr>
            <a:r>
              <a:rPr lang="en-US"/>
              <a:t>Explain the HDFS component</a:t>
            </a:r>
            <a:endParaRPr/>
          </a:p>
        </p:txBody>
      </p:sp>
      <p:sp>
        <p:nvSpPr>
          <p:cNvPr id="1796" name="Google Shape;1796;p7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51</a:t>
            </a:fld>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19"/>
        <p:cNvGrpSpPr/>
        <p:nvPr/>
      </p:nvGrpSpPr>
      <p:grpSpPr>
        <a:xfrm>
          <a:off x="0" y="0"/>
          <a:ext cx="0" cy="0"/>
          <a:chOff x="0" y="0"/>
          <a:chExt cx="0" cy="0"/>
        </a:xfrm>
      </p:grpSpPr>
      <p:sp>
        <p:nvSpPr>
          <p:cNvPr id="1820" name="Google Shape;1820;p71: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821" name="Google Shape;1821;p7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lvl="0" indent="0" algn="l" rtl="0">
              <a:lnSpc>
                <a:spcPct val="100000"/>
              </a:lnSpc>
              <a:spcBef>
                <a:spcPts val="0"/>
              </a:spcBef>
              <a:spcAft>
                <a:spcPts val="0"/>
              </a:spcAft>
              <a:buSzPts val="1400"/>
              <a:buNone/>
            </a:pPr>
            <a:r>
              <a:rPr lang="en-US"/>
              <a:t>Explain the HBase component</a:t>
            </a:r>
            <a:endParaRPr/>
          </a:p>
        </p:txBody>
      </p:sp>
      <p:sp>
        <p:nvSpPr>
          <p:cNvPr id="1822" name="Google Shape;1822;p7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52</a:t>
            </a:fld>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51"/>
        <p:cNvGrpSpPr/>
        <p:nvPr/>
      </p:nvGrpSpPr>
      <p:grpSpPr>
        <a:xfrm>
          <a:off x="0" y="0"/>
          <a:ext cx="0" cy="0"/>
          <a:chOff x="0" y="0"/>
          <a:chExt cx="0" cy="0"/>
        </a:xfrm>
      </p:grpSpPr>
      <p:sp>
        <p:nvSpPr>
          <p:cNvPr id="1852" name="Google Shape;1852;p7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853" name="Google Shape;1853;p7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lvl="0" indent="0" algn="l" rtl="0">
              <a:lnSpc>
                <a:spcPct val="100000"/>
              </a:lnSpc>
              <a:spcBef>
                <a:spcPts val="0"/>
              </a:spcBef>
              <a:spcAft>
                <a:spcPts val="0"/>
              </a:spcAft>
              <a:buSzPts val="1400"/>
              <a:buNone/>
            </a:pPr>
            <a:r>
              <a:rPr lang="en-US"/>
              <a:t>Explain the Sqoop component</a:t>
            </a:r>
            <a:endParaRPr/>
          </a:p>
        </p:txBody>
      </p:sp>
      <p:sp>
        <p:nvSpPr>
          <p:cNvPr id="1854" name="Google Shape;1854;p7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53</a:t>
            </a:fld>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7"/>
        <p:cNvGrpSpPr/>
        <p:nvPr/>
      </p:nvGrpSpPr>
      <p:grpSpPr>
        <a:xfrm>
          <a:off x="0" y="0"/>
          <a:ext cx="0" cy="0"/>
          <a:chOff x="0" y="0"/>
          <a:chExt cx="0" cy="0"/>
        </a:xfrm>
      </p:grpSpPr>
      <p:sp>
        <p:nvSpPr>
          <p:cNvPr id="1868" name="Google Shape;1868;p101: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869" name="Google Shape;1869;p10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457200" lvl="0" indent="-228600" algn="l" rtl="0">
              <a:lnSpc>
                <a:spcPct val="100000"/>
              </a:lnSpc>
              <a:spcBef>
                <a:spcPts val="0"/>
              </a:spcBef>
              <a:spcAft>
                <a:spcPts val="0"/>
              </a:spcAft>
              <a:buSzPts val="1400"/>
              <a:buFont typeface="Arial"/>
              <a:buChar char="•"/>
            </a:pPr>
            <a:r>
              <a:rPr lang="en-US" sz="1000" b="1" i="0" u="none" strike="noStrike">
                <a:solidFill>
                  <a:srgbClr val="2E4A8E"/>
                </a:solidFill>
                <a:latin typeface="Arial"/>
                <a:ea typeface="Arial"/>
                <a:cs typeface="Arial"/>
                <a:sym typeface="Arial"/>
              </a:rPr>
              <a:t>Producer</a:t>
            </a:r>
            <a:br>
              <a:rPr lang="en-US" sz="1000" b="1" i="0" u="none" strike="noStrike">
                <a:solidFill>
                  <a:srgbClr val="2E4A8E"/>
                </a:solidFill>
                <a:latin typeface="Arial"/>
                <a:ea typeface="Arial"/>
                <a:cs typeface="Arial"/>
                <a:sym typeface="Arial"/>
              </a:rPr>
            </a:br>
            <a:r>
              <a:rPr lang="en-US" sz="1000" b="0" i="0" u="none" strike="noStrike">
                <a:solidFill>
                  <a:srgbClr val="333333"/>
                </a:solidFill>
                <a:latin typeface="Arial"/>
                <a:ea typeface="Arial"/>
                <a:cs typeface="Arial"/>
                <a:sym typeface="Arial"/>
              </a:rPr>
              <a:t>The producer sends data directly to the broker that is the leader for the partition</a:t>
            </a:r>
            <a:endParaRPr sz="1000" b="1" i="0" u="none" strike="noStrike">
              <a:solidFill>
                <a:srgbClr val="4A86E8"/>
              </a:solidFill>
              <a:latin typeface="Arial"/>
              <a:ea typeface="Arial"/>
              <a:cs typeface="Arial"/>
              <a:sym typeface="Arial"/>
            </a:endParaRPr>
          </a:p>
          <a:p>
            <a:pPr marL="457200" lvl="0" indent="-228600" algn="l" rtl="0">
              <a:lnSpc>
                <a:spcPct val="100000"/>
              </a:lnSpc>
              <a:spcBef>
                <a:spcPts val="0"/>
              </a:spcBef>
              <a:spcAft>
                <a:spcPts val="0"/>
              </a:spcAft>
              <a:buSzPts val="1400"/>
              <a:buFont typeface="Arial"/>
              <a:buChar char="•"/>
            </a:pPr>
            <a:r>
              <a:rPr lang="en-US" sz="1000" b="1" i="0" u="none" strike="noStrike">
                <a:solidFill>
                  <a:srgbClr val="2E4A8E"/>
                </a:solidFill>
                <a:latin typeface="Arial"/>
                <a:ea typeface="Arial"/>
                <a:cs typeface="Arial"/>
                <a:sym typeface="Arial"/>
              </a:rPr>
              <a:t>Consumer</a:t>
            </a:r>
            <a:endParaRPr sz="1000" b="0" i="0" u="none" strike="noStrike">
              <a:solidFill>
                <a:srgbClr val="4A86E8"/>
              </a:solidFill>
              <a:latin typeface="Arial"/>
              <a:ea typeface="Arial"/>
              <a:cs typeface="Arial"/>
              <a:sym typeface="Arial"/>
            </a:endParaRPr>
          </a:p>
          <a:p>
            <a:pPr marL="742950" lvl="1" indent="-285750" algn="l" rtl="0">
              <a:lnSpc>
                <a:spcPct val="100000"/>
              </a:lnSpc>
              <a:spcBef>
                <a:spcPts val="0"/>
              </a:spcBef>
              <a:spcAft>
                <a:spcPts val="0"/>
              </a:spcAft>
              <a:buSzPts val="1400"/>
              <a:buFont typeface="Arial"/>
              <a:buChar char="•"/>
            </a:pPr>
            <a:r>
              <a:rPr lang="en-US" sz="1000" b="0" i="0" u="none" strike="noStrike">
                <a:solidFill>
                  <a:srgbClr val="333333"/>
                </a:solidFill>
                <a:latin typeface="Arial"/>
                <a:ea typeface="Arial"/>
                <a:cs typeface="Arial"/>
                <a:sym typeface="Arial"/>
              </a:rPr>
              <a:t>Requests to the brokers leading the partitions to consume</a:t>
            </a:r>
            <a:endParaRPr sz="1000" b="0" i="0" u="none" strike="noStrike">
              <a:solidFill>
                <a:srgbClr val="000000"/>
              </a:solidFill>
              <a:latin typeface="Arial"/>
              <a:ea typeface="Arial"/>
              <a:cs typeface="Arial"/>
              <a:sym typeface="Arial"/>
            </a:endParaRPr>
          </a:p>
          <a:p>
            <a:pPr marL="742950" lvl="1" indent="-285750" algn="l" rtl="0">
              <a:lnSpc>
                <a:spcPct val="100000"/>
              </a:lnSpc>
              <a:spcBef>
                <a:spcPts val="0"/>
              </a:spcBef>
              <a:spcAft>
                <a:spcPts val="0"/>
              </a:spcAft>
              <a:buSzPts val="1400"/>
              <a:buFont typeface="Arial"/>
              <a:buChar char="•"/>
            </a:pPr>
            <a:r>
              <a:rPr lang="en-US" sz="1000" b="1" i="0" u="none" strike="noStrike">
                <a:solidFill>
                  <a:srgbClr val="333333"/>
                </a:solidFill>
                <a:latin typeface="Arial"/>
                <a:ea typeface="Arial"/>
                <a:cs typeface="Arial"/>
                <a:sym typeface="Arial"/>
              </a:rPr>
              <a:t>Control over this position and can rewind it to re-consume data if need be</a:t>
            </a:r>
            <a:endParaRPr/>
          </a:p>
          <a:p>
            <a:pPr marL="0" lvl="0" indent="0" algn="l" rtl="0">
              <a:lnSpc>
                <a:spcPct val="100000"/>
              </a:lnSpc>
              <a:spcBef>
                <a:spcPts val="0"/>
              </a:spcBef>
              <a:spcAft>
                <a:spcPts val="0"/>
              </a:spcAft>
              <a:buSzPts val="1400"/>
              <a:buNone/>
            </a:pPr>
            <a:endParaRPr/>
          </a:p>
          <a:p>
            <a:pPr marL="0" lvl="0" indent="0" algn="l" rtl="0">
              <a:lnSpc>
                <a:spcPct val="100000"/>
              </a:lnSpc>
              <a:spcBef>
                <a:spcPts val="0"/>
              </a:spcBef>
              <a:spcAft>
                <a:spcPts val="0"/>
              </a:spcAft>
              <a:buSzPts val="1400"/>
              <a:buNone/>
            </a:pPr>
            <a:endParaRPr/>
          </a:p>
        </p:txBody>
      </p:sp>
      <p:sp>
        <p:nvSpPr>
          <p:cNvPr id="1870" name="Google Shape;1870;p10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54</a:t>
            </a:fld>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14"/>
        <p:cNvGrpSpPr/>
        <p:nvPr/>
      </p:nvGrpSpPr>
      <p:grpSpPr>
        <a:xfrm>
          <a:off x="0" y="0"/>
          <a:ext cx="0" cy="0"/>
          <a:chOff x="0" y="0"/>
          <a:chExt cx="0" cy="0"/>
        </a:xfrm>
      </p:grpSpPr>
      <p:sp>
        <p:nvSpPr>
          <p:cNvPr id="1915" name="Google Shape;1915;p74: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916" name="Google Shape;1916;p7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lvl="0" indent="0" algn="l" rtl="0">
              <a:lnSpc>
                <a:spcPct val="100000"/>
              </a:lnSpc>
              <a:spcBef>
                <a:spcPts val="0"/>
              </a:spcBef>
              <a:spcAft>
                <a:spcPts val="0"/>
              </a:spcAft>
              <a:buSzPts val="1400"/>
              <a:buNone/>
            </a:pPr>
            <a:r>
              <a:rPr lang="en-US"/>
              <a:t>Explain the Flume component</a:t>
            </a:r>
            <a:endParaRPr/>
          </a:p>
        </p:txBody>
      </p:sp>
      <p:sp>
        <p:nvSpPr>
          <p:cNvPr id="1917" name="Google Shape;1917;p7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55</a:t>
            </a:fld>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37"/>
        <p:cNvGrpSpPr/>
        <p:nvPr/>
      </p:nvGrpSpPr>
      <p:grpSpPr>
        <a:xfrm>
          <a:off x="0" y="0"/>
          <a:ext cx="0" cy="0"/>
          <a:chOff x="0" y="0"/>
          <a:chExt cx="0" cy="0"/>
        </a:xfrm>
      </p:grpSpPr>
      <p:sp>
        <p:nvSpPr>
          <p:cNvPr id="1938" name="Google Shape;1938;p75: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939" name="Google Shape;1939;p7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lvl="0" indent="0" algn="l" rtl="0">
              <a:lnSpc>
                <a:spcPct val="100000"/>
              </a:lnSpc>
              <a:spcBef>
                <a:spcPts val="0"/>
              </a:spcBef>
              <a:spcAft>
                <a:spcPts val="0"/>
              </a:spcAft>
              <a:buSzPts val="1400"/>
              <a:buNone/>
            </a:pPr>
            <a:r>
              <a:rPr lang="en-US"/>
              <a:t>Explain the Spark component</a:t>
            </a:r>
            <a:endParaRPr/>
          </a:p>
        </p:txBody>
      </p:sp>
      <p:sp>
        <p:nvSpPr>
          <p:cNvPr id="1940" name="Google Shape;1940;p7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56</a:t>
            </a:fld>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46"/>
        <p:cNvGrpSpPr/>
        <p:nvPr/>
      </p:nvGrpSpPr>
      <p:grpSpPr>
        <a:xfrm>
          <a:off x="0" y="0"/>
          <a:ext cx="0" cy="0"/>
          <a:chOff x="0" y="0"/>
          <a:chExt cx="0" cy="0"/>
        </a:xfrm>
      </p:grpSpPr>
      <p:sp>
        <p:nvSpPr>
          <p:cNvPr id="1947" name="Google Shape;1947;p7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948" name="Google Shape;1948;p7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lvl="0" indent="0" algn="l" rtl="0">
              <a:lnSpc>
                <a:spcPct val="100000"/>
              </a:lnSpc>
              <a:spcBef>
                <a:spcPts val="0"/>
              </a:spcBef>
              <a:spcAft>
                <a:spcPts val="0"/>
              </a:spcAft>
              <a:buSzPts val="1400"/>
              <a:buNone/>
            </a:pPr>
            <a:r>
              <a:rPr lang="en-US"/>
              <a:t>Explain the Map-Reduce component</a:t>
            </a:r>
            <a:endParaRPr/>
          </a:p>
        </p:txBody>
      </p:sp>
      <p:sp>
        <p:nvSpPr>
          <p:cNvPr id="1949" name="Google Shape;1949;p7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57</a:t>
            </a:fld>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67"/>
        <p:cNvGrpSpPr/>
        <p:nvPr/>
      </p:nvGrpSpPr>
      <p:grpSpPr>
        <a:xfrm>
          <a:off x="0" y="0"/>
          <a:ext cx="0" cy="0"/>
          <a:chOff x="0" y="0"/>
          <a:chExt cx="0" cy="0"/>
        </a:xfrm>
      </p:grpSpPr>
      <p:sp>
        <p:nvSpPr>
          <p:cNvPr id="1968" name="Google Shape;1968;p77: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969" name="Google Shape;1969;p7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lvl="0" indent="0" algn="l" rtl="0">
              <a:lnSpc>
                <a:spcPct val="100000"/>
              </a:lnSpc>
              <a:spcBef>
                <a:spcPts val="0"/>
              </a:spcBef>
              <a:spcAft>
                <a:spcPts val="0"/>
              </a:spcAft>
              <a:buSzPts val="1400"/>
              <a:buNone/>
            </a:pPr>
            <a:r>
              <a:rPr lang="en-US"/>
              <a:t>Explain the Pig component</a:t>
            </a:r>
            <a:endParaRPr/>
          </a:p>
        </p:txBody>
      </p:sp>
      <p:sp>
        <p:nvSpPr>
          <p:cNvPr id="1970" name="Google Shape;1970;p7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58</a:t>
            </a:fld>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24"/>
        <p:cNvGrpSpPr/>
        <p:nvPr/>
      </p:nvGrpSpPr>
      <p:grpSpPr>
        <a:xfrm>
          <a:off x="0" y="0"/>
          <a:ext cx="0" cy="0"/>
          <a:chOff x="0" y="0"/>
          <a:chExt cx="0" cy="0"/>
        </a:xfrm>
      </p:grpSpPr>
      <p:sp>
        <p:nvSpPr>
          <p:cNvPr id="2025" name="Google Shape;2025;p10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026" name="Google Shape;2026;p10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lvl="0" indent="0" algn="l" rtl="0">
              <a:lnSpc>
                <a:spcPct val="100000"/>
              </a:lnSpc>
              <a:spcBef>
                <a:spcPts val="0"/>
              </a:spcBef>
              <a:spcAft>
                <a:spcPts val="0"/>
              </a:spcAft>
              <a:buSzPts val="1400"/>
              <a:buNone/>
            </a:pPr>
            <a:r>
              <a:rPr lang="en-US"/>
              <a:t>Explain the use of Impala</a:t>
            </a:r>
            <a:endParaRPr/>
          </a:p>
        </p:txBody>
      </p:sp>
      <p:sp>
        <p:nvSpPr>
          <p:cNvPr id="2027" name="Google Shape;2027;p10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59</a:t>
            </a:fld>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34"/>
        <p:cNvGrpSpPr/>
        <p:nvPr/>
      </p:nvGrpSpPr>
      <p:grpSpPr>
        <a:xfrm>
          <a:off x="0" y="0"/>
          <a:ext cx="0" cy="0"/>
          <a:chOff x="0" y="0"/>
          <a:chExt cx="0" cy="0"/>
        </a:xfrm>
      </p:grpSpPr>
      <p:sp>
        <p:nvSpPr>
          <p:cNvPr id="2035" name="Google Shape;2035;p79: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036" name="Google Shape;2036;p7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lvl="0" indent="0" algn="l" rtl="0">
              <a:lnSpc>
                <a:spcPct val="100000"/>
              </a:lnSpc>
              <a:spcBef>
                <a:spcPts val="0"/>
              </a:spcBef>
              <a:spcAft>
                <a:spcPts val="0"/>
              </a:spcAft>
              <a:buSzPts val="1400"/>
              <a:buNone/>
            </a:pPr>
            <a:r>
              <a:rPr lang="en-US"/>
              <a:t>Explain the Hive component</a:t>
            </a:r>
            <a:endParaRPr/>
          </a:p>
        </p:txBody>
      </p:sp>
      <p:sp>
        <p:nvSpPr>
          <p:cNvPr id="2037" name="Google Shape;2037;p7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60</a:t>
            </a:fld>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7"/>
        <p:cNvGrpSpPr/>
        <p:nvPr/>
      </p:nvGrpSpPr>
      <p:grpSpPr>
        <a:xfrm>
          <a:off x="0" y="0"/>
          <a:ext cx="0" cy="0"/>
          <a:chOff x="0" y="0"/>
          <a:chExt cx="0" cy="0"/>
        </a:xfrm>
      </p:grpSpPr>
      <p:sp>
        <p:nvSpPr>
          <p:cNvPr id="2058" name="Google Shape;2058;p8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059" name="Google Shape;2059;p8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lvl="0" indent="0" algn="l" rtl="0">
              <a:lnSpc>
                <a:spcPct val="100000"/>
              </a:lnSpc>
              <a:spcBef>
                <a:spcPts val="0"/>
              </a:spcBef>
              <a:spcAft>
                <a:spcPts val="0"/>
              </a:spcAft>
              <a:buSzPts val="1400"/>
              <a:buNone/>
            </a:pPr>
            <a:r>
              <a:rPr lang="en-US"/>
              <a:t>Explain the use of Cloudera Search component</a:t>
            </a:r>
            <a:endParaRPr/>
          </a:p>
        </p:txBody>
      </p:sp>
      <p:sp>
        <p:nvSpPr>
          <p:cNvPr id="2060" name="Google Shape;2060;p8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61</a:t>
            </a:fld>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79"/>
        <p:cNvGrpSpPr/>
        <p:nvPr/>
      </p:nvGrpSpPr>
      <p:grpSpPr>
        <a:xfrm>
          <a:off x="0" y="0"/>
          <a:ext cx="0" cy="0"/>
          <a:chOff x="0" y="0"/>
          <a:chExt cx="0" cy="0"/>
        </a:xfrm>
      </p:grpSpPr>
      <p:sp>
        <p:nvSpPr>
          <p:cNvPr id="2080" name="Google Shape;2080;p103: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081" name="Google Shape;2081;p10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lvl="0" indent="0" algn="l" rtl="0">
              <a:lnSpc>
                <a:spcPct val="100000"/>
              </a:lnSpc>
              <a:spcBef>
                <a:spcPts val="0"/>
              </a:spcBef>
              <a:spcAft>
                <a:spcPts val="0"/>
              </a:spcAft>
              <a:buSzPts val="1400"/>
              <a:buNone/>
            </a:pPr>
            <a:r>
              <a:rPr lang="en-US"/>
              <a:t>Explain the use of Oozie component</a:t>
            </a:r>
            <a:endParaRPr/>
          </a:p>
        </p:txBody>
      </p:sp>
      <p:sp>
        <p:nvSpPr>
          <p:cNvPr id="2082" name="Google Shape;2082;p10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62</a:t>
            </a:fld>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26"/>
        <p:cNvGrpSpPr/>
        <p:nvPr/>
      </p:nvGrpSpPr>
      <p:grpSpPr>
        <a:xfrm>
          <a:off x="0" y="0"/>
          <a:ext cx="0" cy="0"/>
          <a:chOff x="0" y="0"/>
          <a:chExt cx="0" cy="0"/>
        </a:xfrm>
      </p:grpSpPr>
      <p:sp>
        <p:nvSpPr>
          <p:cNvPr id="2127" name="Google Shape;2127;p8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128" name="Google Shape;2128;p8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lvl="0" indent="0" algn="l" rtl="0">
              <a:lnSpc>
                <a:spcPct val="100000"/>
              </a:lnSpc>
              <a:spcBef>
                <a:spcPts val="0"/>
              </a:spcBef>
              <a:spcAft>
                <a:spcPts val="0"/>
              </a:spcAft>
              <a:buSzPts val="1400"/>
              <a:buNone/>
            </a:pPr>
            <a:r>
              <a:rPr lang="en-US"/>
              <a:t>Explain the use of Hue component</a:t>
            </a:r>
            <a:endParaRPr/>
          </a:p>
        </p:txBody>
      </p:sp>
      <p:sp>
        <p:nvSpPr>
          <p:cNvPr id="2129" name="Google Shape;2129;p8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63</a:t>
            </a:fld>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3"/>
        <p:cNvGrpSpPr/>
        <p:nvPr/>
      </p:nvGrpSpPr>
      <p:grpSpPr>
        <a:xfrm>
          <a:off x="0" y="0"/>
          <a:ext cx="0" cy="0"/>
          <a:chOff x="0" y="0"/>
          <a:chExt cx="0" cy="0"/>
        </a:xfrm>
      </p:grpSpPr>
      <p:sp>
        <p:nvSpPr>
          <p:cNvPr id="2144" name="Google Shape;2144;p10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145" name="Google Shape;2145;p104: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8"/>
        <p:cNvGrpSpPr/>
        <p:nvPr/>
      </p:nvGrpSpPr>
      <p:grpSpPr>
        <a:xfrm>
          <a:off x="0" y="0"/>
          <a:ext cx="0" cy="0"/>
          <a:chOff x="0" y="0"/>
          <a:chExt cx="0" cy="0"/>
        </a:xfrm>
      </p:grpSpPr>
      <p:sp>
        <p:nvSpPr>
          <p:cNvPr id="2149" name="Google Shape;2149;p105: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150" name="Google Shape;2150;p10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lvl="0" indent="0" algn="l" rtl="0">
              <a:lnSpc>
                <a:spcPct val="100000"/>
              </a:lnSpc>
              <a:spcBef>
                <a:spcPts val="0"/>
              </a:spcBef>
              <a:spcAft>
                <a:spcPts val="0"/>
              </a:spcAft>
              <a:buSzPts val="1400"/>
              <a:buNone/>
            </a:pPr>
            <a:r>
              <a:rPr lang="en-US"/>
              <a:t>Illustrate the various Hadoop Distributions and their features</a:t>
            </a:r>
            <a:endParaRPr/>
          </a:p>
        </p:txBody>
      </p:sp>
      <p:sp>
        <p:nvSpPr>
          <p:cNvPr id="2151" name="Google Shape;2151;p10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65</a:t>
            </a:fld>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76"/>
        <p:cNvGrpSpPr/>
        <p:nvPr/>
      </p:nvGrpSpPr>
      <p:grpSpPr>
        <a:xfrm>
          <a:off x="0" y="0"/>
          <a:ext cx="0" cy="0"/>
          <a:chOff x="0" y="0"/>
          <a:chExt cx="0" cy="0"/>
        </a:xfrm>
      </p:grpSpPr>
      <p:sp>
        <p:nvSpPr>
          <p:cNvPr id="2177" name="Google Shape;2177;p8: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178" name="Google Shape;2178;p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a:t>Trainer Notes: </a:t>
            </a:r>
            <a:endParaRPr/>
          </a:p>
          <a:p>
            <a:pPr marL="0" lvl="0" indent="0" algn="l" rtl="0">
              <a:lnSpc>
                <a:spcPct val="100000"/>
              </a:lnSpc>
              <a:spcBef>
                <a:spcPts val="0"/>
              </a:spcBef>
              <a:spcAft>
                <a:spcPts val="0"/>
              </a:spcAft>
              <a:buSzPts val="1400"/>
              <a:buNone/>
            </a:pPr>
            <a:endParaRPr/>
          </a:p>
          <a:p>
            <a:pPr marL="0" marR="0" lvl="0" indent="0" algn="l" rtl="0">
              <a:lnSpc>
                <a:spcPct val="100000"/>
              </a:lnSpc>
              <a:spcBef>
                <a:spcPts val="0"/>
              </a:spcBef>
              <a:spcAft>
                <a:spcPts val="0"/>
              </a:spcAft>
              <a:buClr>
                <a:srgbClr val="000000"/>
              </a:buClr>
              <a:buSzPts val="1400"/>
              <a:buFont typeface="Arial"/>
              <a:buNone/>
            </a:pPr>
            <a:r>
              <a:rPr lang="en-US" sz="1200" b="0" i="0" u="none" strike="noStrike" cap="none">
                <a:solidFill>
                  <a:schemeClr val="dk1"/>
                </a:solidFill>
                <a:latin typeface="Calibri"/>
                <a:ea typeface="Calibri"/>
                <a:cs typeface="Calibri"/>
                <a:sym typeface="Calibri"/>
              </a:rPr>
              <a:t>Discuss how the components work together to process Big Data.</a:t>
            </a:r>
            <a:endParaRPr sz="1200" b="0" i="0" u="none" strike="noStrike" cap="none">
              <a:solidFill>
                <a:schemeClr val="dk1"/>
              </a:solidFill>
              <a:latin typeface="Calibri"/>
              <a:ea typeface="Calibri"/>
              <a:cs typeface="Calibri"/>
              <a:sym typeface="Calibri"/>
            </a:endParaRPr>
          </a:p>
          <a:p>
            <a:pPr marL="0" lvl="0" indent="0" algn="l" rtl="0">
              <a:lnSpc>
                <a:spcPct val="100000"/>
              </a:lnSpc>
              <a:spcBef>
                <a:spcPts val="0"/>
              </a:spcBef>
              <a:spcAft>
                <a:spcPts val="0"/>
              </a:spcAft>
              <a:buSzPts val="1400"/>
              <a:buNone/>
            </a:pPr>
            <a:endParaRPr/>
          </a:p>
        </p:txBody>
      </p:sp>
      <p:sp>
        <p:nvSpPr>
          <p:cNvPr id="2179" name="Google Shape;2179;p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66</a:t>
            </a:fld>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5"/>
        <p:cNvGrpSpPr/>
        <p:nvPr/>
      </p:nvGrpSpPr>
      <p:grpSpPr>
        <a:xfrm>
          <a:off x="0" y="0"/>
          <a:ext cx="0" cy="0"/>
          <a:chOff x="0" y="0"/>
          <a:chExt cx="0" cy="0"/>
        </a:xfrm>
      </p:grpSpPr>
      <p:sp>
        <p:nvSpPr>
          <p:cNvPr id="2186" name="Google Shape;2186;p9: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187" name="Google Shape;2187;p9:notes"/>
          <p:cNvSpPr txBox="1">
            <a:spLocks noGrp="1"/>
          </p:cNvSpPr>
          <p:nvPr>
            <p:ph type="body" idx="1"/>
          </p:nvPr>
        </p:nvSpPr>
        <p:spPr>
          <a:xfrm>
            <a:off x="685800" y="4400550"/>
            <a:ext cx="5486399" cy="3600450"/>
          </a:xfrm>
          <a:prstGeom prst="rect">
            <a:avLst/>
          </a:pr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600" b="1"/>
              <a:t>Trainer Notes:</a:t>
            </a:r>
            <a:endParaRPr/>
          </a:p>
          <a:p>
            <a:pPr marL="0" marR="0" lvl="0" indent="0" algn="l" rtl="0">
              <a:lnSpc>
                <a:spcPct val="100000"/>
              </a:lnSpc>
              <a:spcBef>
                <a:spcPts val="0"/>
              </a:spcBef>
              <a:spcAft>
                <a:spcPts val="0"/>
              </a:spcAft>
              <a:buClr>
                <a:srgbClr val="000000"/>
              </a:buClr>
              <a:buSzPts val="1400"/>
              <a:buFont typeface="Arial"/>
              <a:buNone/>
            </a:pPr>
            <a:r>
              <a:rPr lang="en-US"/>
              <a:t>Perform each step along with the learner.</a:t>
            </a:r>
            <a:endParaRPr/>
          </a:p>
          <a:p>
            <a:pPr marL="0" lvl="0" indent="0" algn="l" rtl="0">
              <a:lnSpc>
                <a:spcPct val="100000"/>
              </a:lnSpc>
              <a:spcBef>
                <a:spcPts val="0"/>
              </a:spcBef>
              <a:spcAft>
                <a:spcPts val="0"/>
              </a:spcAft>
              <a:buSzPts val="1400"/>
              <a:buNone/>
            </a:pPr>
            <a:endParaRPr/>
          </a:p>
          <a:p>
            <a:pPr marL="0" lvl="0" indent="0" algn="l" rtl="0">
              <a:lnSpc>
                <a:spcPct val="100000"/>
              </a:lnSpc>
              <a:spcBef>
                <a:spcPts val="0"/>
              </a:spcBef>
              <a:spcAft>
                <a:spcPts val="0"/>
              </a:spcAft>
              <a:buSzPts val="1400"/>
              <a:buNone/>
            </a:pPr>
            <a:endParaRPr/>
          </a:p>
        </p:txBody>
      </p:sp>
      <p:sp>
        <p:nvSpPr>
          <p:cNvPr id="2188" name="Google Shape;2188;p9:notes"/>
          <p:cNvSpPr txBox="1">
            <a:spLocks noGrp="1"/>
          </p:cNvSpPr>
          <p:nvPr>
            <p:ph type="sldNum" idx="12"/>
          </p:nvPr>
        </p:nvSpPr>
        <p:spPr>
          <a:xfrm>
            <a:off x="3884612" y="8685213"/>
            <a:ext cx="2971799" cy="458786"/>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chemeClr val="dk1"/>
              </a:buClr>
              <a:buSzPts val="300"/>
              <a:buFont typeface="Calibri"/>
              <a:buNone/>
            </a:pPr>
            <a:fld id="{00000000-1234-1234-1234-123412341234}" type="slidenum">
              <a:rPr lang="en-US" sz="1200">
                <a:solidFill>
                  <a:schemeClr val="dk1"/>
                </a:solidFill>
                <a:latin typeface="Calibri"/>
                <a:ea typeface="Calibri"/>
                <a:cs typeface="Calibri"/>
                <a:sym typeface="Calibri"/>
              </a:rPr>
              <a:t>67</a:t>
            </a:fld>
            <a:endParaRPr sz="1200">
              <a:solidFill>
                <a:schemeClr val="dk1"/>
              </a:solidFill>
              <a:latin typeface="Calibri"/>
              <a:ea typeface="Calibri"/>
              <a:cs typeface="Calibri"/>
              <a:sym typeface="Calibri"/>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94"/>
        <p:cNvGrpSpPr/>
        <p:nvPr/>
      </p:nvGrpSpPr>
      <p:grpSpPr>
        <a:xfrm>
          <a:off x="0" y="0"/>
          <a:ext cx="0" cy="0"/>
          <a:chOff x="0" y="0"/>
          <a:chExt cx="0" cy="0"/>
        </a:xfrm>
      </p:grpSpPr>
      <p:sp>
        <p:nvSpPr>
          <p:cNvPr id="2195" name="Google Shape;2195;p1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a:p>
        </p:txBody>
      </p:sp>
      <p:sp>
        <p:nvSpPr>
          <p:cNvPr id="2196" name="Google Shape;2196;p1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05"/>
        <p:cNvGrpSpPr/>
        <p:nvPr/>
      </p:nvGrpSpPr>
      <p:grpSpPr>
        <a:xfrm>
          <a:off x="0" y="0"/>
          <a:ext cx="0" cy="0"/>
          <a:chOff x="0" y="0"/>
          <a:chExt cx="0" cy="0"/>
        </a:xfrm>
      </p:grpSpPr>
      <p:sp>
        <p:nvSpPr>
          <p:cNvPr id="2206" name="Google Shape;2206;p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207" name="Google Shape;2207;p7: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09"/>
        <p:cNvGrpSpPr/>
        <p:nvPr/>
      </p:nvGrpSpPr>
      <p:grpSpPr>
        <a:xfrm>
          <a:off x="0" y="0"/>
          <a:ext cx="0" cy="0"/>
          <a:chOff x="0" y="0"/>
          <a:chExt cx="0" cy="0"/>
        </a:xfrm>
      </p:grpSpPr>
      <p:sp>
        <p:nvSpPr>
          <p:cNvPr id="2210" name="Google Shape;2210;p18: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211" name="Google Shape;2211;p18: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19"/>
        <p:cNvGrpSpPr/>
        <p:nvPr/>
      </p:nvGrpSpPr>
      <p:grpSpPr>
        <a:xfrm>
          <a:off x="0" y="0"/>
          <a:ext cx="0" cy="0"/>
          <a:chOff x="0" y="0"/>
          <a:chExt cx="0" cy="0"/>
        </a:xfrm>
      </p:grpSpPr>
      <p:sp>
        <p:nvSpPr>
          <p:cNvPr id="2220" name="Google Shape;2220;p19: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221" name="Google Shape;2221;p19: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32"/>
        <p:cNvGrpSpPr/>
        <p:nvPr/>
      </p:nvGrpSpPr>
      <p:grpSpPr>
        <a:xfrm>
          <a:off x="0" y="0"/>
          <a:ext cx="0" cy="0"/>
          <a:chOff x="0" y="0"/>
          <a:chExt cx="0" cy="0"/>
        </a:xfrm>
      </p:grpSpPr>
      <p:sp>
        <p:nvSpPr>
          <p:cNvPr id="2233" name="Google Shape;2233;p21: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234" name="Google Shape;2234;p21: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42"/>
        <p:cNvGrpSpPr/>
        <p:nvPr/>
      </p:nvGrpSpPr>
      <p:grpSpPr>
        <a:xfrm>
          <a:off x="0" y="0"/>
          <a:ext cx="0" cy="0"/>
          <a:chOff x="0" y="0"/>
          <a:chExt cx="0" cy="0"/>
        </a:xfrm>
      </p:grpSpPr>
      <p:sp>
        <p:nvSpPr>
          <p:cNvPr id="2243" name="Google Shape;2243;p23: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244" name="Google Shape;2244;p23: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54"/>
        <p:cNvGrpSpPr/>
        <p:nvPr/>
      </p:nvGrpSpPr>
      <p:grpSpPr>
        <a:xfrm>
          <a:off x="0" y="0"/>
          <a:ext cx="0" cy="0"/>
          <a:chOff x="0" y="0"/>
          <a:chExt cx="0" cy="0"/>
        </a:xfrm>
      </p:grpSpPr>
      <p:sp>
        <p:nvSpPr>
          <p:cNvPr id="2255" name="Google Shape;2255;p24: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256" name="Google Shape;2256;p24: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64"/>
        <p:cNvGrpSpPr/>
        <p:nvPr/>
      </p:nvGrpSpPr>
      <p:grpSpPr>
        <a:xfrm>
          <a:off x="0" y="0"/>
          <a:ext cx="0" cy="0"/>
          <a:chOff x="0" y="0"/>
          <a:chExt cx="0" cy="0"/>
        </a:xfrm>
      </p:grpSpPr>
      <p:sp>
        <p:nvSpPr>
          <p:cNvPr id="2265" name="Google Shape;2265;p25: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266" name="Google Shape;2266;p25: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6"/>
        <p:cNvGrpSpPr/>
        <p:nvPr/>
      </p:nvGrpSpPr>
      <p:grpSpPr>
        <a:xfrm>
          <a:off x="0" y="0"/>
          <a:ext cx="0" cy="0"/>
          <a:chOff x="0" y="0"/>
          <a:chExt cx="0" cy="0"/>
        </a:xfrm>
      </p:grpSpPr>
      <p:sp>
        <p:nvSpPr>
          <p:cNvPr id="2277" name="Google Shape;2277;p26: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278" name="Google Shape;2278;p2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86"/>
        <p:cNvGrpSpPr/>
        <p:nvPr/>
      </p:nvGrpSpPr>
      <p:grpSpPr>
        <a:xfrm>
          <a:off x="0" y="0"/>
          <a:ext cx="0" cy="0"/>
          <a:chOff x="0" y="0"/>
          <a:chExt cx="0" cy="0"/>
        </a:xfrm>
      </p:grpSpPr>
      <p:sp>
        <p:nvSpPr>
          <p:cNvPr id="2287" name="Google Shape;2287;p27: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288" name="Google Shape;2288;p27: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98"/>
        <p:cNvGrpSpPr/>
        <p:nvPr/>
      </p:nvGrpSpPr>
      <p:grpSpPr>
        <a:xfrm>
          <a:off x="0" y="0"/>
          <a:ext cx="0" cy="0"/>
          <a:chOff x="0" y="0"/>
          <a:chExt cx="0" cy="0"/>
        </a:xfrm>
      </p:grpSpPr>
      <p:sp>
        <p:nvSpPr>
          <p:cNvPr id="2299" name="Google Shape;2299;p28: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300" name="Google Shape;2300;p28: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Master" Target="../slideMasters/slideMaster1.xml"/><Relationship Id="rId1" Type="http://schemas.openxmlformats.org/officeDocument/2006/relationships/tags" Target="../tags/tag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slideMaster" Target="../slideMasters/slideMaster1.xml"/><Relationship Id="rId1" Type="http://schemas.openxmlformats.org/officeDocument/2006/relationships/tags" Target="../tags/tag2.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5.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11.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11.pn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11.pn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1_Course Name">
    <p:spTree>
      <p:nvGrpSpPr>
        <p:cNvPr id="1" name=""/>
        <p:cNvGrpSpPr/>
        <p:nvPr/>
      </p:nvGrpSpPr>
      <p:grpSpPr>
        <a:xfrm>
          <a:off x="0" y="0"/>
          <a:ext cx="0" cy="0"/>
          <a:chOff x="0" y="0"/>
          <a:chExt cx="0" cy="0"/>
        </a:xfrm>
      </p:grpSpPr>
      <p:pic>
        <p:nvPicPr>
          <p:cNvPr id="7" name="Google Shape;18;p22">
            <a:extLst>
              <a:ext uri="{FF2B5EF4-FFF2-40B4-BE49-F238E27FC236}">
                <a16:creationId xmlns:a16="http://schemas.microsoft.com/office/drawing/2014/main" id="{7B4145C4-EE9A-4056-4B60-0881CACD0193}"/>
              </a:ext>
            </a:extLst>
          </p:cNvPr>
          <p:cNvPicPr preferRelativeResize="0"/>
          <p:nvPr userDrawn="1"/>
        </p:nvPicPr>
        <p:blipFill>
          <a:blip r:embed="rId3"/>
          <a:srcRect/>
          <a:stretch/>
        </p:blipFill>
        <p:spPr>
          <a:xfrm>
            <a:off x="0" y="0"/>
            <a:ext cx="16255998" cy="9143999"/>
          </a:xfrm>
          <a:prstGeom prst="rect">
            <a:avLst/>
          </a:prstGeom>
          <a:noFill/>
          <a:ln>
            <a:noFill/>
          </a:ln>
        </p:spPr>
      </p:pic>
      <p:sp>
        <p:nvSpPr>
          <p:cNvPr id="8" name="Google Shape;24;p23">
            <a:extLst>
              <a:ext uri="{FF2B5EF4-FFF2-40B4-BE49-F238E27FC236}">
                <a16:creationId xmlns:a16="http://schemas.microsoft.com/office/drawing/2014/main" id="{CE57947D-DBAC-21DB-73BE-F78F1726973A}"/>
              </a:ext>
            </a:extLst>
          </p:cNvPr>
          <p:cNvSpPr txBox="1">
            <a:spLocks noGrp="1"/>
          </p:cNvSpPr>
          <p:nvPr>
            <p:ph type="body" idx="10"/>
          </p:nvPr>
        </p:nvSpPr>
        <p:spPr>
          <a:xfrm>
            <a:off x="653386" y="4114800"/>
            <a:ext cx="7835706" cy="914400"/>
          </a:xfrm>
          <a:prstGeom prst="rect">
            <a:avLst/>
          </a:prstGeom>
          <a:noFill/>
          <a:ln>
            <a:noFill/>
          </a:ln>
        </p:spPr>
        <p:txBody>
          <a:bodyPr spcFirstLastPara="1" wrap="square" lIns="91425" tIns="91425" rIns="91425" bIns="91425" anchor="ctr" anchorCtr="0">
            <a:noAutofit/>
          </a:bodyPr>
          <a:lstStyle>
            <a:lvl1pPr marL="0" lvl="0" indent="0" algn="ctr">
              <a:lnSpc>
                <a:spcPct val="114000"/>
              </a:lnSpc>
              <a:spcBef>
                <a:spcPts val="0"/>
              </a:spcBef>
              <a:spcAft>
                <a:spcPts val="0"/>
              </a:spcAft>
              <a:buSzPts val="2800"/>
              <a:buFont typeface="Arial" panose="020B0604020202020204" pitchFamily="34" charset="0"/>
              <a:buNone/>
              <a:defRPr sz="2800" b="1">
                <a:solidFill>
                  <a:schemeClr val="tx1">
                    <a:lumMod val="75000"/>
                    <a:lumOff val="25000"/>
                  </a:schemeClr>
                </a:solidFill>
                <a:latin typeface="Open Sans"/>
                <a:ea typeface="Open Sans"/>
                <a:cs typeface="Open Sans"/>
                <a:sym typeface="Open Sans"/>
              </a:defRPr>
            </a:lvl1pPr>
            <a:lvl2pPr marL="914400" lvl="1" indent="-381000" algn="l">
              <a:lnSpc>
                <a:spcPct val="90000"/>
              </a:lnSpc>
              <a:spcBef>
                <a:spcPts val="500"/>
              </a:spcBef>
              <a:spcAft>
                <a:spcPts val="0"/>
              </a:spcAft>
              <a:buSzPts val="2400"/>
              <a:buChar char="•"/>
              <a:defRPr/>
            </a:lvl2pPr>
            <a:lvl3pPr marL="1371600" lvl="2" indent="-355600" algn="l">
              <a:lnSpc>
                <a:spcPct val="90000"/>
              </a:lnSpc>
              <a:spcBef>
                <a:spcPts val="500"/>
              </a:spcBef>
              <a:spcAft>
                <a:spcPts val="0"/>
              </a:spcAft>
              <a:buSzPts val="2000"/>
              <a:buChar char="•"/>
              <a:defRPr/>
            </a:lvl3pPr>
            <a:lvl4pPr marL="1828800" lvl="3" indent="-342900" algn="l">
              <a:lnSpc>
                <a:spcPct val="90000"/>
              </a:lnSpc>
              <a:spcBef>
                <a:spcPts val="500"/>
              </a:spcBef>
              <a:spcAft>
                <a:spcPts val="0"/>
              </a:spcAft>
              <a:buSzPts val="1800"/>
              <a:buChar char="•"/>
              <a:defRPr/>
            </a:lvl4pPr>
            <a:lvl5pPr marL="2286000" lvl="4" indent="-342900" algn="l">
              <a:lnSpc>
                <a:spcPct val="90000"/>
              </a:lnSpc>
              <a:spcBef>
                <a:spcPts val="500"/>
              </a:spcBef>
              <a:spcAft>
                <a:spcPts val="0"/>
              </a:spcAft>
              <a:buSzPts val="1800"/>
              <a:buChar char="•"/>
              <a:defRPr/>
            </a:lvl5pPr>
            <a:lvl6pPr marL="2743200" lvl="5" indent="-342900" algn="l">
              <a:lnSpc>
                <a:spcPct val="90000"/>
              </a:lnSpc>
              <a:spcBef>
                <a:spcPts val="500"/>
              </a:spcBef>
              <a:spcAft>
                <a:spcPts val="0"/>
              </a:spcAft>
              <a:buSzPts val="1800"/>
              <a:buChar char="•"/>
              <a:defRPr/>
            </a:lvl6pPr>
            <a:lvl7pPr marL="3200400" lvl="6" indent="-342900" algn="l">
              <a:lnSpc>
                <a:spcPct val="90000"/>
              </a:lnSpc>
              <a:spcBef>
                <a:spcPts val="500"/>
              </a:spcBef>
              <a:spcAft>
                <a:spcPts val="0"/>
              </a:spcAft>
              <a:buSzPts val="1800"/>
              <a:buChar char="•"/>
              <a:defRPr/>
            </a:lvl7pPr>
            <a:lvl8pPr marL="3657600" lvl="7" indent="-342900" algn="l">
              <a:lnSpc>
                <a:spcPct val="90000"/>
              </a:lnSpc>
              <a:spcBef>
                <a:spcPts val="500"/>
              </a:spcBef>
              <a:spcAft>
                <a:spcPts val="0"/>
              </a:spcAft>
              <a:buSzPts val="1800"/>
              <a:buChar char="•"/>
              <a:defRPr/>
            </a:lvl8pPr>
            <a:lvl9pPr marL="4114800" lvl="8" indent="-342900" algn="l">
              <a:lnSpc>
                <a:spcPct val="90000"/>
              </a:lnSpc>
              <a:spcBef>
                <a:spcPts val="500"/>
              </a:spcBef>
              <a:spcAft>
                <a:spcPts val="0"/>
              </a:spcAft>
              <a:buSzPts val="1800"/>
              <a:buChar char="•"/>
              <a:defRPr/>
            </a:lvl9pPr>
          </a:lstStyle>
          <a:p>
            <a:endParaRPr/>
          </a:p>
        </p:txBody>
      </p:sp>
    </p:spTree>
    <p:custDataLst>
      <p:tags r:id="rId1"/>
    </p:custDataLst>
    <p:extLst>
      <p:ext uri="{BB962C8B-B14F-4D97-AF65-F5344CB8AC3E}">
        <p14:creationId xmlns:p14="http://schemas.microsoft.com/office/powerpoint/2010/main" val="79784349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Lesson Name" preserve="1" userDrawn="1">
  <p:cSld name="1_Lesson Name">
    <p:spTree>
      <p:nvGrpSpPr>
        <p:cNvPr id="1" name="Shape 20"/>
        <p:cNvGrpSpPr/>
        <p:nvPr/>
      </p:nvGrpSpPr>
      <p:grpSpPr>
        <a:xfrm>
          <a:off x="0" y="0"/>
          <a:ext cx="0" cy="0"/>
          <a:chOff x="0" y="0"/>
          <a:chExt cx="0" cy="0"/>
        </a:xfrm>
      </p:grpSpPr>
      <p:pic>
        <p:nvPicPr>
          <p:cNvPr id="21" name="Google Shape;21;p23"/>
          <p:cNvPicPr preferRelativeResize="0"/>
          <p:nvPr/>
        </p:nvPicPr>
        <p:blipFill>
          <a:blip r:embed="rId2"/>
          <a:srcRect/>
          <a:stretch/>
        </p:blipFill>
        <p:spPr>
          <a:xfrm>
            <a:off x="0" y="0"/>
            <a:ext cx="16255999" cy="9143999"/>
          </a:xfrm>
          <a:prstGeom prst="rect">
            <a:avLst/>
          </a:prstGeom>
          <a:noFill/>
          <a:ln>
            <a:noFill/>
          </a:ln>
        </p:spPr>
      </p:pic>
      <p:sp>
        <p:nvSpPr>
          <p:cNvPr id="2" name="Google Shape;24;p23">
            <a:extLst>
              <a:ext uri="{FF2B5EF4-FFF2-40B4-BE49-F238E27FC236}">
                <a16:creationId xmlns:a16="http://schemas.microsoft.com/office/drawing/2014/main" id="{0FE0BEE1-B2B3-D8AE-8B21-7B4BAC91C142}"/>
              </a:ext>
            </a:extLst>
          </p:cNvPr>
          <p:cNvSpPr txBox="1">
            <a:spLocks noGrp="1"/>
          </p:cNvSpPr>
          <p:nvPr>
            <p:ph type="body" idx="10"/>
          </p:nvPr>
        </p:nvSpPr>
        <p:spPr>
          <a:xfrm>
            <a:off x="653386" y="4114800"/>
            <a:ext cx="7835706" cy="914400"/>
          </a:xfrm>
          <a:prstGeom prst="rect">
            <a:avLst/>
          </a:prstGeom>
          <a:noFill/>
          <a:ln>
            <a:noFill/>
          </a:ln>
        </p:spPr>
        <p:txBody>
          <a:bodyPr spcFirstLastPara="1" wrap="square" lIns="91425" tIns="91425" rIns="91425" bIns="91425" anchor="ctr" anchorCtr="0">
            <a:noAutofit/>
          </a:bodyPr>
          <a:lstStyle>
            <a:lvl1pPr marL="0" lvl="0" indent="0" algn="ctr">
              <a:lnSpc>
                <a:spcPct val="114000"/>
              </a:lnSpc>
              <a:spcBef>
                <a:spcPts val="0"/>
              </a:spcBef>
              <a:spcAft>
                <a:spcPts val="0"/>
              </a:spcAft>
              <a:buSzPts val="2800"/>
              <a:buFont typeface="Arial" panose="020B0604020202020204" pitchFamily="34" charset="0"/>
              <a:buNone/>
              <a:defRPr sz="2800" b="1">
                <a:solidFill>
                  <a:schemeClr val="tx1">
                    <a:lumMod val="75000"/>
                    <a:lumOff val="25000"/>
                  </a:schemeClr>
                </a:solidFill>
                <a:latin typeface="Open Sans"/>
                <a:ea typeface="Open Sans"/>
                <a:cs typeface="Open Sans"/>
                <a:sym typeface="Open Sans"/>
              </a:defRPr>
            </a:lvl1pPr>
            <a:lvl2pPr marL="914400" lvl="1" indent="-381000" algn="l">
              <a:lnSpc>
                <a:spcPct val="90000"/>
              </a:lnSpc>
              <a:spcBef>
                <a:spcPts val="500"/>
              </a:spcBef>
              <a:spcAft>
                <a:spcPts val="0"/>
              </a:spcAft>
              <a:buSzPts val="2400"/>
              <a:buChar char="•"/>
              <a:defRPr/>
            </a:lvl2pPr>
            <a:lvl3pPr marL="1371600" lvl="2" indent="-355600" algn="l">
              <a:lnSpc>
                <a:spcPct val="90000"/>
              </a:lnSpc>
              <a:spcBef>
                <a:spcPts val="500"/>
              </a:spcBef>
              <a:spcAft>
                <a:spcPts val="0"/>
              </a:spcAft>
              <a:buSzPts val="2000"/>
              <a:buChar char="•"/>
              <a:defRPr/>
            </a:lvl3pPr>
            <a:lvl4pPr marL="1828800" lvl="3" indent="-342900" algn="l">
              <a:lnSpc>
                <a:spcPct val="90000"/>
              </a:lnSpc>
              <a:spcBef>
                <a:spcPts val="500"/>
              </a:spcBef>
              <a:spcAft>
                <a:spcPts val="0"/>
              </a:spcAft>
              <a:buSzPts val="1800"/>
              <a:buChar char="•"/>
              <a:defRPr/>
            </a:lvl4pPr>
            <a:lvl5pPr marL="2286000" lvl="4" indent="-342900" algn="l">
              <a:lnSpc>
                <a:spcPct val="90000"/>
              </a:lnSpc>
              <a:spcBef>
                <a:spcPts val="500"/>
              </a:spcBef>
              <a:spcAft>
                <a:spcPts val="0"/>
              </a:spcAft>
              <a:buSzPts val="1800"/>
              <a:buChar char="•"/>
              <a:defRPr/>
            </a:lvl5pPr>
            <a:lvl6pPr marL="2743200" lvl="5" indent="-342900" algn="l">
              <a:lnSpc>
                <a:spcPct val="90000"/>
              </a:lnSpc>
              <a:spcBef>
                <a:spcPts val="500"/>
              </a:spcBef>
              <a:spcAft>
                <a:spcPts val="0"/>
              </a:spcAft>
              <a:buSzPts val="1800"/>
              <a:buChar char="•"/>
              <a:defRPr/>
            </a:lvl6pPr>
            <a:lvl7pPr marL="3200400" lvl="6" indent="-342900" algn="l">
              <a:lnSpc>
                <a:spcPct val="90000"/>
              </a:lnSpc>
              <a:spcBef>
                <a:spcPts val="500"/>
              </a:spcBef>
              <a:spcAft>
                <a:spcPts val="0"/>
              </a:spcAft>
              <a:buSzPts val="1800"/>
              <a:buChar char="•"/>
              <a:defRPr/>
            </a:lvl7pPr>
            <a:lvl8pPr marL="3657600" lvl="7" indent="-342900" algn="l">
              <a:lnSpc>
                <a:spcPct val="90000"/>
              </a:lnSpc>
              <a:spcBef>
                <a:spcPts val="500"/>
              </a:spcBef>
              <a:spcAft>
                <a:spcPts val="0"/>
              </a:spcAft>
              <a:buSzPts val="1800"/>
              <a:buChar char="•"/>
              <a:defRPr/>
            </a:lvl8pPr>
            <a:lvl9pPr marL="4114800" lvl="8" indent="-342900" algn="l">
              <a:lnSpc>
                <a:spcPct val="90000"/>
              </a:lnSpc>
              <a:spcBef>
                <a:spcPts val="500"/>
              </a:spcBef>
              <a:spcAft>
                <a:spcPts val="0"/>
              </a:spcAft>
              <a:buSzPts val="1800"/>
              <a:buChar char="•"/>
              <a:defRPr/>
            </a:lvl9pPr>
          </a:lstStyle>
          <a:p>
            <a:endParaRPr/>
          </a:p>
        </p:txBody>
      </p:sp>
    </p:spTree>
    <p:extLst>
      <p:ext uri="{BB962C8B-B14F-4D97-AF65-F5344CB8AC3E}">
        <p14:creationId xmlns:p14="http://schemas.microsoft.com/office/powerpoint/2010/main" val="2356309240"/>
      </p:ext>
    </p:extLst>
  </p:cSld>
  <p:clrMapOvr>
    <a:masterClrMapping/>
  </p:clrMapOvr>
  <p:extLst>
    <p:ext uri="{DCECCB84-F9BA-43D5-87BE-67443E8EF086}">
      <p15:sldGuideLst xmlns:p15="http://schemas.microsoft.com/office/powerpoint/2012/main">
        <p15:guide id="1" orient="horz" pos="2880">
          <p15:clr>
            <a:srgbClr val="000000"/>
          </p15:clr>
        </p15:guide>
        <p15:guide id="2" pos="5120">
          <p15:clr>
            <a:srgbClr val="00000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You Already Know" preserve="1" userDrawn="1">
  <p:cSld name="You Already Know">
    <p:spTree>
      <p:nvGrpSpPr>
        <p:cNvPr id="1" name="Shape 25"/>
        <p:cNvGrpSpPr/>
        <p:nvPr/>
      </p:nvGrpSpPr>
      <p:grpSpPr>
        <a:xfrm>
          <a:off x="0" y="0"/>
          <a:ext cx="0" cy="0"/>
          <a:chOff x="0" y="0"/>
          <a:chExt cx="0" cy="0"/>
        </a:xfrm>
      </p:grpSpPr>
      <p:pic>
        <p:nvPicPr>
          <p:cNvPr id="26" name="Google Shape;26;p24"/>
          <p:cNvPicPr preferRelativeResize="0"/>
          <p:nvPr/>
        </p:nvPicPr>
        <p:blipFill>
          <a:blip r:embed="rId2"/>
          <a:srcRect/>
          <a:stretch/>
        </p:blipFill>
        <p:spPr>
          <a:xfrm>
            <a:off x="0" y="0"/>
            <a:ext cx="16255999" cy="9143999"/>
          </a:xfrm>
          <a:prstGeom prst="rect">
            <a:avLst/>
          </a:prstGeom>
          <a:noFill/>
          <a:ln>
            <a:noFill/>
          </a:ln>
        </p:spPr>
      </p:pic>
      <p:sp>
        <p:nvSpPr>
          <p:cNvPr id="30" name="Google Shape;30;p24"/>
          <p:cNvSpPr/>
          <p:nvPr/>
        </p:nvSpPr>
        <p:spPr>
          <a:xfrm>
            <a:off x="5718038" y="322216"/>
            <a:ext cx="4819925" cy="430887"/>
          </a:xfrm>
          <a:prstGeom prst="rect">
            <a:avLst/>
          </a:prstGeom>
          <a:noFill/>
          <a:ln>
            <a:noFill/>
          </a:ln>
        </p:spPr>
        <p:txBody>
          <a:bodyPr spcFirstLastPara="1" wrap="square" lIns="91425" tIns="0" rIns="91425" bIns="0" anchor="t" anchorCtr="0">
            <a:spAutoFit/>
          </a:bodyPr>
          <a:lstStyle/>
          <a:p>
            <a:pPr marL="0" marR="0" lvl="0" indent="0" algn="ctr" rtl="0">
              <a:lnSpc>
                <a:spcPct val="100000"/>
              </a:lnSpc>
              <a:spcBef>
                <a:spcPts val="0"/>
              </a:spcBef>
              <a:spcAft>
                <a:spcPts val="0"/>
              </a:spcAft>
              <a:buClr>
                <a:srgbClr val="000000"/>
              </a:buClr>
              <a:buSzPts val="2800"/>
              <a:buFont typeface="Arial"/>
              <a:buNone/>
            </a:pPr>
            <a:r>
              <a:rPr lang="en-US" sz="2800" b="1" i="0" u="none" strike="noStrike" cap="none">
                <a:solidFill>
                  <a:schemeClr val="lt1"/>
                </a:solidFill>
                <a:latin typeface="Open Sans"/>
                <a:ea typeface="Open Sans"/>
                <a:cs typeface="Open Sans"/>
                <a:sym typeface="Open Sans"/>
              </a:rPr>
              <a:t>You Already Know</a:t>
            </a:r>
            <a:endParaRPr sz="1400" b="0" i="0" u="none" strike="noStrike" cap="none">
              <a:solidFill>
                <a:srgbClr val="000000"/>
              </a:solidFill>
              <a:latin typeface="Arial"/>
              <a:ea typeface="Arial"/>
              <a:cs typeface="Arial"/>
              <a:sym typeface="Arial"/>
            </a:endParaRPr>
          </a:p>
        </p:txBody>
      </p:sp>
      <p:sp>
        <p:nvSpPr>
          <p:cNvPr id="2" name="Google Shape;29;p24">
            <a:extLst>
              <a:ext uri="{FF2B5EF4-FFF2-40B4-BE49-F238E27FC236}">
                <a16:creationId xmlns:a16="http://schemas.microsoft.com/office/drawing/2014/main" id="{45805213-5148-C374-0B6A-FBC7DF66B880}"/>
              </a:ext>
            </a:extLst>
          </p:cNvPr>
          <p:cNvSpPr txBox="1">
            <a:spLocks noGrp="1"/>
          </p:cNvSpPr>
          <p:nvPr>
            <p:ph type="body" idx="1"/>
          </p:nvPr>
        </p:nvSpPr>
        <p:spPr>
          <a:xfrm>
            <a:off x="1291858" y="2603120"/>
            <a:ext cx="13696998" cy="5527418"/>
          </a:xfrm>
          <a:prstGeom prst="rect">
            <a:avLst/>
          </a:prstGeom>
          <a:noFill/>
          <a:ln>
            <a:noFill/>
          </a:ln>
        </p:spPr>
        <p:txBody>
          <a:bodyPr spcFirstLastPara="1" vert="horz" wrap="square" lIns="91425" tIns="0" rIns="91425" bIns="0" rtlCol="0" anchor="t" anchorCtr="0">
            <a:normAutofit/>
          </a:bodyPr>
          <a:lstStyle>
            <a:lvl1pPr marL="0" indent="0">
              <a:buFont typeface="Arial" panose="020B0604020202020204" pitchFamily="34" charset="0"/>
              <a:buNone/>
              <a:defRPr dirty="0">
                <a:solidFill>
                  <a:schemeClr val="tx1">
                    <a:lumMod val="75000"/>
                    <a:lumOff val="25000"/>
                  </a:schemeClr>
                </a:solidFill>
                <a:latin typeface="Open Sans"/>
                <a:ea typeface="Open Sans"/>
                <a:cs typeface="Open Sans"/>
              </a:defRPr>
            </a:lvl1pPr>
          </a:lstStyle>
          <a:p>
            <a:pPr lvl="0" algn="ctr">
              <a:lnSpc>
                <a:spcPct val="115000"/>
              </a:lnSpc>
              <a:spcBef>
                <a:spcPts val="0"/>
              </a:spcBef>
              <a:spcAft>
                <a:spcPts val="0"/>
              </a:spcAft>
              <a:buSzPts val="2800"/>
              <a:buFont typeface="Arial"/>
            </a:pPr>
            <a:endParaRPr/>
          </a:p>
        </p:txBody>
      </p:sp>
      <p:sp>
        <p:nvSpPr>
          <p:cNvPr id="5" name="Google Shape;73;p29">
            <a:extLst>
              <a:ext uri="{FF2B5EF4-FFF2-40B4-BE49-F238E27FC236}">
                <a16:creationId xmlns:a16="http://schemas.microsoft.com/office/drawing/2014/main" id="{A329659F-8931-D1BF-F644-B58CEC7A819F}"/>
              </a:ext>
            </a:extLst>
          </p:cNvPr>
          <p:cNvSpPr txBox="1">
            <a:spLocks noGrp="1"/>
          </p:cNvSpPr>
          <p:nvPr>
            <p:ph type="body" idx="10"/>
          </p:nvPr>
        </p:nvSpPr>
        <p:spPr>
          <a:xfrm>
            <a:off x="1291857" y="1512833"/>
            <a:ext cx="13696999" cy="903776"/>
          </a:xfrm>
          <a:prstGeom prst="rect">
            <a:avLst/>
          </a:prstGeom>
          <a:noFill/>
          <a:ln>
            <a:noFill/>
          </a:ln>
        </p:spPr>
        <p:txBody>
          <a:bodyPr spcFirstLastPara="1" wrap="square" lIns="91425" tIns="0" rIns="91425" bIns="0" anchor="t" anchorCtr="0">
            <a:normAutofit/>
          </a:bodyPr>
          <a:lstStyle>
            <a:lvl1pPr marL="0" lvl="0" indent="0" algn="ctr">
              <a:lnSpc>
                <a:spcPct val="115000"/>
              </a:lnSpc>
              <a:spcBef>
                <a:spcPts val="0"/>
              </a:spcBef>
              <a:spcAft>
                <a:spcPts val="0"/>
              </a:spcAft>
              <a:buSzPts val="2800"/>
              <a:buFont typeface="Arial" panose="020B0604020202020204" pitchFamily="34" charset="0"/>
              <a:buNone/>
              <a:defRPr sz="2200">
                <a:solidFill>
                  <a:schemeClr val="tx1">
                    <a:lumMod val="75000"/>
                    <a:lumOff val="25000"/>
                  </a:schemeClr>
                </a:solidFill>
                <a:latin typeface="Open Sans"/>
                <a:ea typeface="Open Sans"/>
                <a:cs typeface="Open Sans"/>
                <a:sym typeface="Open Sans"/>
              </a:defRPr>
            </a:lvl1pPr>
            <a:lvl2pPr marL="914400" lvl="1" indent="-381000" algn="l">
              <a:lnSpc>
                <a:spcPct val="90000"/>
              </a:lnSpc>
              <a:spcBef>
                <a:spcPts val="500"/>
              </a:spcBef>
              <a:spcAft>
                <a:spcPts val="0"/>
              </a:spcAft>
              <a:buSzPts val="2400"/>
              <a:buChar char="•"/>
              <a:defRPr/>
            </a:lvl2pPr>
            <a:lvl3pPr marL="1371600" lvl="2" indent="-355600" algn="l">
              <a:lnSpc>
                <a:spcPct val="90000"/>
              </a:lnSpc>
              <a:spcBef>
                <a:spcPts val="500"/>
              </a:spcBef>
              <a:spcAft>
                <a:spcPts val="0"/>
              </a:spcAft>
              <a:buSzPts val="2000"/>
              <a:buChar char="•"/>
              <a:defRPr/>
            </a:lvl3pPr>
            <a:lvl4pPr marL="1828800" lvl="3" indent="-342900" algn="l">
              <a:lnSpc>
                <a:spcPct val="90000"/>
              </a:lnSpc>
              <a:spcBef>
                <a:spcPts val="500"/>
              </a:spcBef>
              <a:spcAft>
                <a:spcPts val="0"/>
              </a:spcAft>
              <a:buSzPts val="1800"/>
              <a:buChar char="•"/>
              <a:defRPr/>
            </a:lvl4pPr>
            <a:lvl5pPr marL="2286000" lvl="4" indent="-342900" algn="l">
              <a:lnSpc>
                <a:spcPct val="90000"/>
              </a:lnSpc>
              <a:spcBef>
                <a:spcPts val="500"/>
              </a:spcBef>
              <a:spcAft>
                <a:spcPts val="0"/>
              </a:spcAft>
              <a:buSzPts val="1800"/>
              <a:buChar char="•"/>
              <a:defRPr/>
            </a:lvl5pPr>
            <a:lvl6pPr marL="2743200" lvl="5" indent="-342900" algn="l">
              <a:lnSpc>
                <a:spcPct val="90000"/>
              </a:lnSpc>
              <a:spcBef>
                <a:spcPts val="500"/>
              </a:spcBef>
              <a:spcAft>
                <a:spcPts val="0"/>
              </a:spcAft>
              <a:buSzPts val="1800"/>
              <a:buChar char="•"/>
              <a:defRPr/>
            </a:lvl6pPr>
            <a:lvl7pPr marL="3200400" lvl="6" indent="-342900" algn="l">
              <a:lnSpc>
                <a:spcPct val="90000"/>
              </a:lnSpc>
              <a:spcBef>
                <a:spcPts val="500"/>
              </a:spcBef>
              <a:spcAft>
                <a:spcPts val="0"/>
              </a:spcAft>
              <a:buSzPts val="1800"/>
              <a:buChar char="•"/>
              <a:defRPr/>
            </a:lvl7pPr>
            <a:lvl8pPr marL="3657600" lvl="7" indent="-342900" algn="l">
              <a:lnSpc>
                <a:spcPct val="90000"/>
              </a:lnSpc>
              <a:spcBef>
                <a:spcPts val="500"/>
              </a:spcBef>
              <a:spcAft>
                <a:spcPts val="0"/>
              </a:spcAft>
              <a:buSzPts val="1800"/>
              <a:buChar char="•"/>
              <a:defRPr/>
            </a:lvl8pPr>
            <a:lvl9pPr marL="4114800" lvl="8" indent="-342900" algn="l">
              <a:lnSpc>
                <a:spcPct val="90000"/>
              </a:lnSpc>
              <a:spcBef>
                <a:spcPts val="500"/>
              </a:spcBef>
              <a:spcAft>
                <a:spcPts val="0"/>
              </a:spcAft>
              <a:buSzPts val="1800"/>
              <a:buChar char="•"/>
              <a:defRPr/>
            </a:lvl9pPr>
          </a:lstStyle>
          <a:p>
            <a:endParaRPr/>
          </a:p>
        </p:txBody>
      </p:sp>
    </p:spTree>
    <p:extLst>
      <p:ext uri="{BB962C8B-B14F-4D97-AF65-F5344CB8AC3E}">
        <p14:creationId xmlns:p14="http://schemas.microsoft.com/office/powerpoint/2010/main" val="3073446257"/>
      </p:ext>
    </p:extLst>
  </p:cSld>
  <p:clrMapOvr>
    <a:masterClrMapping/>
  </p:clrMapOvr>
  <p:extLst>
    <p:ext uri="{DCECCB84-F9BA-43D5-87BE-67443E8EF086}">
      <p15:sldGuideLst xmlns:p15="http://schemas.microsoft.com/office/powerpoint/2012/main">
        <p15:guide id="2" pos="5120">
          <p15:clr>
            <a:srgbClr val="00000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Bullet_You_already_know">
    <p:spTree>
      <p:nvGrpSpPr>
        <p:cNvPr id="1" name=""/>
        <p:cNvGrpSpPr/>
        <p:nvPr/>
      </p:nvGrpSpPr>
      <p:grpSpPr>
        <a:xfrm>
          <a:off x="0" y="0"/>
          <a:ext cx="0" cy="0"/>
          <a:chOff x="0" y="0"/>
          <a:chExt cx="0" cy="0"/>
        </a:xfrm>
      </p:grpSpPr>
      <p:pic>
        <p:nvPicPr>
          <p:cNvPr id="3" name="Google Shape;26;p24">
            <a:extLst>
              <a:ext uri="{FF2B5EF4-FFF2-40B4-BE49-F238E27FC236}">
                <a16:creationId xmlns:a16="http://schemas.microsoft.com/office/drawing/2014/main" id="{6F1C32AD-6E65-45D9-86A4-DCDE0D32768F}"/>
              </a:ext>
            </a:extLst>
          </p:cNvPr>
          <p:cNvPicPr preferRelativeResize="0"/>
          <p:nvPr userDrawn="1"/>
        </p:nvPicPr>
        <p:blipFill>
          <a:blip r:embed="rId2"/>
          <a:srcRect/>
          <a:stretch/>
        </p:blipFill>
        <p:spPr>
          <a:xfrm>
            <a:off x="0" y="0"/>
            <a:ext cx="16255999" cy="9143999"/>
          </a:xfrm>
          <a:prstGeom prst="rect">
            <a:avLst/>
          </a:prstGeom>
          <a:noFill/>
          <a:ln>
            <a:noFill/>
          </a:ln>
        </p:spPr>
      </p:pic>
      <p:sp>
        <p:nvSpPr>
          <p:cNvPr id="4" name="Google Shape;30;p24">
            <a:extLst>
              <a:ext uri="{FF2B5EF4-FFF2-40B4-BE49-F238E27FC236}">
                <a16:creationId xmlns:a16="http://schemas.microsoft.com/office/drawing/2014/main" id="{26A301A2-0292-1A51-1C40-16AB99F30AB7}"/>
              </a:ext>
            </a:extLst>
          </p:cNvPr>
          <p:cNvSpPr/>
          <p:nvPr userDrawn="1"/>
        </p:nvSpPr>
        <p:spPr>
          <a:xfrm>
            <a:off x="5718038" y="322216"/>
            <a:ext cx="4819925" cy="430887"/>
          </a:xfrm>
          <a:prstGeom prst="rect">
            <a:avLst/>
          </a:prstGeom>
          <a:noFill/>
          <a:ln>
            <a:noFill/>
          </a:ln>
        </p:spPr>
        <p:txBody>
          <a:bodyPr spcFirstLastPara="1" wrap="square" lIns="91425" tIns="0" rIns="91425" bIns="0" anchor="t" anchorCtr="0">
            <a:spAutoFit/>
          </a:bodyPr>
          <a:lstStyle/>
          <a:p>
            <a:pPr marL="0" marR="0" lvl="0" indent="0" algn="ctr" rtl="0">
              <a:lnSpc>
                <a:spcPct val="100000"/>
              </a:lnSpc>
              <a:spcBef>
                <a:spcPts val="0"/>
              </a:spcBef>
              <a:spcAft>
                <a:spcPts val="0"/>
              </a:spcAft>
              <a:buClr>
                <a:srgbClr val="000000"/>
              </a:buClr>
              <a:buSzPts val="2800"/>
              <a:buFont typeface="Arial"/>
              <a:buNone/>
            </a:pPr>
            <a:r>
              <a:rPr lang="en-US" sz="2800" b="1" i="0" u="none" strike="noStrike" cap="none">
                <a:solidFill>
                  <a:schemeClr val="lt1"/>
                </a:solidFill>
                <a:latin typeface="Open Sans"/>
                <a:ea typeface="Open Sans"/>
                <a:cs typeface="Open Sans"/>
                <a:sym typeface="Open Sans"/>
              </a:rPr>
              <a:t>You Already Know</a:t>
            </a:r>
            <a:endParaRPr sz="1400" b="0" i="0" u="none" strike="noStrike" cap="none">
              <a:solidFill>
                <a:srgbClr val="000000"/>
              </a:solidFill>
              <a:latin typeface="Arial"/>
              <a:ea typeface="Arial"/>
              <a:cs typeface="Arial"/>
              <a:sym typeface="Arial"/>
            </a:endParaRPr>
          </a:p>
        </p:txBody>
      </p:sp>
      <p:sp>
        <p:nvSpPr>
          <p:cNvPr id="2" name="Text Placeholder 4">
            <a:extLst>
              <a:ext uri="{FF2B5EF4-FFF2-40B4-BE49-F238E27FC236}">
                <a16:creationId xmlns:a16="http://schemas.microsoft.com/office/drawing/2014/main" id="{80BBD519-6780-E29A-51F9-BC84AACECBB8}"/>
              </a:ext>
            </a:extLst>
          </p:cNvPr>
          <p:cNvSpPr>
            <a:spLocks noGrp="1"/>
          </p:cNvSpPr>
          <p:nvPr>
            <p:ph type="body" sz="quarter" idx="13"/>
          </p:nvPr>
        </p:nvSpPr>
        <p:spPr>
          <a:xfrm>
            <a:off x="1250783" y="1512887"/>
            <a:ext cx="13732042" cy="6618287"/>
          </a:xfrm>
        </p:spPr>
        <p:txBody>
          <a:bodyPr/>
          <a:lstStyle>
            <a:lvl1pPr marL="0" indent="0">
              <a:buNone/>
              <a:defRPr>
                <a:solidFill>
                  <a:schemeClr val="tx1">
                    <a:lumMod val="75000"/>
                    <a:lumOff val="25000"/>
                  </a:schemeClr>
                </a:solidFill>
              </a:defRPr>
            </a:lvl1pPr>
            <a:lvl2pPr>
              <a:defRPr>
                <a:solidFill>
                  <a:schemeClr val="tx1">
                    <a:lumMod val="75000"/>
                    <a:lumOff val="25000"/>
                  </a:schemeClr>
                </a:solidFill>
              </a:defRPr>
            </a:lvl2pPr>
            <a:lvl3pPr marL="1143000" indent="-228600">
              <a:buFont typeface="Courier New" panose="02070309020205020404" pitchFamily="49" charset="0"/>
              <a:buChar char="o"/>
              <a:defRPr>
                <a:solidFill>
                  <a:schemeClr val="tx1">
                    <a:lumMod val="75000"/>
                    <a:lumOff val="25000"/>
                  </a:schemeClr>
                </a:solidFill>
              </a:defRPr>
            </a:lvl3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11179805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Recap" preserve="1" userDrawn="1">
  <p:cSld name="Recap">
    <p:spTree>
      <p:nvGrpSpPr>
        <p:cNvPr id="1" name="Shape 31"/>
        <p:cNvGrpSpPr/>
        <p:nvPr/>
      </p:nvGrpSpPr>
      <p:grpSpPr>
        <a:xfrm>
          <a:off x="0" y="0"/>
          <a:ext cx="0" cy="0"/>
          <a:chOff x="0" y="0"/>
          <a:chExt cx="0" cy="0"/>
        </a:xfrm>
      </p:grpSpPr>
      <p:pic>
        <p:nvPicPr>
          <p:cNvPr id="32" name="Google Shape;32;p25"/>
          <p:cNvPicPr preferRelativeResize="0"/>
          <p:nvPr/>
        </p:nvPicPr>
        <p:blipFill>
          <a:blip r:embed="rId2"/>
          <a:srcRect/>
          <a:stretch/>
        </p:blipFill>
        <p:spPr>
          <a:xfrm>
            <a:off x="0" y="0"/>
            <a:ext cx="16255999" cy="9143999"/>
          </a:xfrm>
          <a:prstGeom prst="rect">
            <a:avLst/>
          </a:prstGeom>
          <a:noFill/>
          <a:ln>
            <a:noFill/>
          </a:ln>
        </p:spPr>
      </p:pic>
      <p:pic>
        <p:nvPicPr>
          <p:cNvPr id="33" name="Google Shape;33;p25"/>
          <p:cNvPicPr preferRelativeResize="0"/>
          <p:nvPr/>
        </p:nvPicPr>
        <p:blipFill rotWithShape="1">
          <a:blip r:embed="rId3"/>
          <a:srcRect/>
          <a:stretch/>
        </p:blipFill>
        <p:spPr>
          <a:xfrm>
            <a:off x="0" y="0"/>
            <a:ext cx="16256000" cy="9144000"/>
          </a:xfrm>
          <a:prstGeom prst="rect">
            <a:avLst/>
          </a:prstGeom>
        </p:spPr>
      </p:pic>
      <p:sp>
        <p:nvSpPr>
          <p:cNvPr id="36" name="Google Shape;36;p25"/>
          <p:cNvSpPr/>
          <p:nvPr/>
        </p:nvSpPr>
        <p:spPr>
          <a:xfrm>
            <a:off x="352712" y="438867"/>
            <a:ext cx="2404969" cy="430887"/>
          </a:xfrm>
          <a:prstGeom prst="rect">
            <a:avLst/>
          </a:prstGeom>
          <a:noFill/>
          <a:ln>
            <a:noFill/>
          </a:ln>
        </p:spPr>
        <p:txBody>
          <a:bodyPr spcFirstLastPara="1" wrap="square" lIns="91425" tIns="0" rIns="91425" bIns="0" anchor="t" anchorCtr="0">
            <a:spAutoFit/>
          </a:bodyPr>
          <a:lstStyle/>
          <a:p>
            <a:pPr marL="0" marR="0" lvl="0" indent="0" algn="ctr" rtl="0">
              <a:lnSpc>
                <a:spcPct val="100000"/>
              </a:lnSpc>
              <a:spcBef>
                <a:spcPts val="0"/>
              </a:spcBef>
              <a:spcAft>
                <a:spcPts val="0"/>
              </a:spcAft>
              <a:buClr>
                <a:srgbClr val="000000"/>
              </a:buClr>
              <a:buSzPts val="2800"/>
              <a:buFont typeface="Arial"/>
              <a:buNone/>
            </a:pPr>
            <a:r>
              <a:rPr lang="en-US" sz="2800" b="1" i="0" u="none" strike="noStrike" cap="none">
                <a:solidFill>
                  <a:schemeClr val="lt1"/>
                </a:solidFill>
                <a:latin typeface="Open Sans"/>
                <a:ea typeface="Open Sans"/>
                <a:cs typeface="Open Sans"/>
                <a:sym typeface="Open Sans"/>
              </a:rPr>
              <a:t>Recap</a:t>
            </a:r>
            <a:endParaRPr sz="1400" b="0" i="0" u="none" strike="noStrike" cap="none">
              <a:solidFill>
                <a:srgbClr val="000000"/>
              </a:solidFill>
              <a:latin typeface="Arial"/>
              <a:ea typeface="Arial"/>
              <a:cs typeface="Arial"/>
              <a:sym typeface="Arial"/>
            </a:endParaRPr>
          </a:p>
        </p:txBody>
      </p:sp>
      <p:sp>
        <p:nvSpPr>
          <p:cNvPr id="12" name="Google Shape;73;p29">
            <a:extLst>
              <a:ext uri="{FF2B5EF4-FFF2-40B4-BE49-F238E27FC236}">
                <a16:creationId xmlns:a16="http://schemas.microsoft.com/office/drawing/2014/main" id="{BA8E9C16-575E-F214-D660-349F8CD58800}"/>
              </a:ext>
            </a:extLst>
          </p:cNvPr>
          <p:cNvSpPr txBox="1">
            <a:spLocks noGrp="1"/>
          </p:cNvSpPr>
          <p:nvPr>
            <p:ph type="body" idx="10"/>
          </p:nvPr>
        </p:nvSpPr>
        <p:spPr>
          <a:xfrm>
            <a:off x="844889" y="1622017"/>
            <a:ext cx="10807533" cy="903776"/>
          </a:xfrm>
          <a:prstGeom prst="rect">
            <a:avLst/>
          </a:prstGeom>
          <a:noFill/>
          <a:ln>
            <a:noFill/>
          </a:ln>
        </p:spPr>
        <p:txBody>
          <a:bodyPr spcFirstLastPara="1" vert="horz" wrap="square" lIns="91425" tIns="0" rIns="91425" bIns="0" rtlCol="0" anchor="t" anchorCtr="0">
            <a:normAutofit/>
          </a:bodyPr>
          <a:lstStyle>
            <a:lvl1pPr marL="0" indent="0">
              <a:buFont typeface="Arial" panose="020B0604020202020204" pitchFamily="34" charset="0"/>
              <a:buNone/>
              <a:defRPr dirty="0">
                <a:solidFill>
                  <a:schemeClr val="tx1">
                    <a:lumMod val="75000"/>
                    <a:lumOff val="25000"/>
                  </a:schemeClr>
                </a:solidFill>
                <a:latin typeface="Open Sans"/>
                <a:ea typeface="Open Sans"/>
                <a:cs typeface="Open Sans"/>
              </a:defRPr>
            </a:lvl1pPr>
          </a:lstStyle>
          <a:p>
            <a:pPr marL="228600" lvl="0" indent="-228600" algn="ctr">
              <a:lnSpc>
                <a:spcPct val="115000"/>
              </a:lnSpc>
              <a:spcBef>
                <a:spcPts val="0"/>
              </a:spcBef>
              <a:spcAft>
                <a:spcPts val="0"/>
              </a:spcAft>
              <a:buSzPts val="2800"/>
            </a:pPr>
            <a:endParaRPr/>
          </a:p>
        </p:txBody>
      </p:sp>
      <p:sp>
        <p:nvSpPr>
          <p:cNvPr id="13" name="Google Shape;29;p24">
            <a:extLst>
              <a:ext uri="{FF2B5EF4-FFF2-40B4-BE49-F238E27FC236}">
                <a16:creationId xmlns:a16="http://schemas.microsoft.com/office/drawing/2014/main" id="{A8352C58-E1B7-7AF5-20DA-4A18ECBF310C}"/>
              </a:ext>
            </a:extLst>
          </p:cNvPr>
          <p:cNvSpPr txBox="1">
            <a:spLocks noGrp="1"/>
          </p:cNvSpPr>
          <p:nvPr>
            <p:ph type="body" idx="11"/>
          </p:nvPr>
        </p:nvSpPr>
        <p:spPr>
          <a:xfrm>
            <a:off x="812800" y="2712304"/>
            <a:ext cx="10839622" cy="5527418"/>
          </a:xfrm>
          <a:prstGeom prst="rect">
            <a:avLst/>
          </a:prstGeom>
          <a:noFill/>
          <a:ln>
            <a:noFill/>
          </a:ln>
        </p:spPr>
        <p:txBody>
          <a:bodyPr spcFirstLastPara="1" vert="horz" wrap="square" lIns="91425" tIns="0" rIns="91425" bIns="0" rtlCol="0" anchor="t" anchorCtr="0">
            <a:normAutofit/>
          </a:bodyPr>
          <a:lstStyle>
            <a:lvl1pPr marL="0" indent="0">
              <a:buFont typeface="Arial" panose="020B0604020202020204" pitchFamily="34" charset="0"/>
              <a:buNone/>
              <a:defRPr dirty="0">
                <a:solidFill>
                  <a:schemeClr val="tx1">
                    <a:lumMod val="75000"/>
                    <a:lumOff val="25000"/>
                  </a:schemeClr>
                </a:solidFill>
                <a:latin typeface="Open Sans"/>
                <a:ea typeface="Open Sans"/>
                <a:cs typeface="Open Sans"/>
              </a:defRPr>
            </a:lvl1pPr>
          </a:lstStyle>
          <a:p>
            <a:pPr marL="228600" lvl="0" indent="-228600" algn="ctr">
              <a:lnSpc>
                <a:spcPct val="115000"/>
              </a:lnSpc>
              <a:spcBef>
                <a:spcPts val="0"/>
              </a:spcBef>
              <a:spcAft>
                <a:spcPts val="0"/>
              </a:spcAft>
              <a:buSzPts val="2800"/>
            </a:pPr>
            <a:endParaRPr/>
          </a:p>
        </p:txBody>
      </p:sp>
    </p:spTree>
    <p:extLst>
      <p:ext uri="{BB962C8B-B14F-4D97-AF65-F5344CB8AC3E}">
        <p14:creationId xmlns:p14="http://schemas.microsoft.com/office/powerpoint/2010/main" val="484190604"/>
      </p:ext>
    </p:extLst>
  </p:cSld>
  <p:clrMapOvr>
    <a:masterClrMapping/>
  </p:clrMapOvr>
  <p:extLst>
    <p:ext uri="{DCECCB84-F9BA-43D5-87BE-67443E8EF086}">
      <p15:sldGuideLst xmlns:p15="http://schemas.microsoft.com/office/powerpoint/2012/main"/>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A day in the life" preserve="1" userDrawn="1">
  <p:cSld name="A day in the life">
    <p:spTree>
      <p:nvGrpSpPr>
        <p:cNvPr id="1" name="Shape 37"/>
        <p:cNvGrpSpPr/>
        <p:nvPr/>
      </p:nvGrpSpPr>
      <p:grpSpPr>
        <a:xfrm>
          <a:off x="0" y="0"/>
          <a:ext cx="0" cy="0"/>
          <a:chOff x="0" y="0"/>
          <a:chExt cx="0" cy="0"/>
        </a:xfrm>
      </p:grpSpPr>
      <p:pic>
        <p:nvPicPr>
          <p:cNvPr id="3" name="Picture 2">
            <a:extLst>
              <a:ext uri="{FF2B5EF4-FFF2-40B4-BE49-F238E27FC236}">
                <a16:creationId xmlns:a16="http://schemas.microsoft.com/office/drawing/2014/main" id="{CB03379F-6615-3946-F3DC-84DD58EC0F17}"/>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6255998" cy="9143999"/>
          </a:xfrm>
          <a:prstGeom prst="rect">
            <a:avLst/>
          </a:prstGeom>
        </p:spPr>
      </p:pic>
      <p:sp>
        <p:nvSpPr>
          <p:cNvPr id="6" name="Google Shape;73;p29">
            <a:extLst>
              <a:ext uri="{FF2B5EF4-FFF2-40B4-BE49-F238E27FC236}">
                <a16:creationId xmlns:a16="http://schemas.microsoft.com/office/drawing/2014/main" id="{47D8B3EC-6FC1-1D8C-89C7-6C535510F2DE}"/>
              </a:ext>
            </a:extLst>
          </p:cNvPr>
          <p:cNvSpPr txBox="1">
            <a:spLocks noGrp="1"/>
          </p:cNvSpPr>
          <p:nvPr>
            <p:ph type="body" idx="10"/>
          </p:nvPr>
        </p:nvSpPr>
        <p:spPr>
          <a:xfrm>
            <a:off x="844889" y="1622017"/>
            <a:ext cx="10807533" cy="903776"/>
          </a:xfrm>
          <a:prstGeom prst="rect">
            <a:avLst/>
          </a:prstGeom>
          <a:noFill/>
          <a:ln>
            <a:noFill/>
          </a:ln>
        </p:spPr>
        <p:txBody>
          <a:bodyPr spcFirstLastPara="1" vert="horz" wrap="square" lIns="91425" tIns="0" rIns="91425" bIns="0" rtlCol="0" anchor="t" anchorCtr="0">
            <a:normAutofit/>
          </a:bodyPr>
          <a:lstStyle>
            <a:lvl1pPr marL="0" indent="0">
              <a:buFont typeface="Arial" panose="020B0604020202020204" pitchFamily="34" charset="0"/>
              <a:buNone/>
              <a:defRPr dirty="0">
                <a:solidFill>
                  <a:schemeClr val="tx1">
                    <a:lumMod val="75000"/>
                    <a:lumOff val="25000"/>
                  </a:schemeClr>
                </a:solidFill>
                <a:latin typeface="Open Sans"/>
                <a:ea typeface="Open Sans"/>
                <a:cs typeface="Open Sans"/>
              </a:defRPr>
            </a:lvl1pPr>
          </a:lstStyle>
          <a:p>
            <a:pPr marL="228600" lvl="0" indent="-228600" algn="ctr">
              <a:lnSpc>
                <a:spcPct val="115000"/>
              </a:lnSpc>
              <a:spcBef>
                <a:spcPts val="0"/>
              </a:spcBef>
              <a:spcAft>
                <a:spcPts val="0"/>
              </a:spcAft>
              <a:buSzPts val="2800"/>
            </a:pPr>
            <a:endParaRPr/>
          </a:p>
        </p:txBody>
      </p:sp>
      <p:sp>
        <p:nvSpPr>
          <p:cNvPr id="7" name="Google Shape;29;p24">
            <a:extLst>
              <a:ext uri="{FF2B5EF4-FFF2-40B4-BE49-F238E27FC236}">
                <a16:creationId xmlns:a16="http://schemas.microsoft.com/office/drawing/2014/main" id="{1D6B2300-6D1F-B115-8FF6-63B469079D08}"/>
              </a:ext>
            </a:extLst>
          </p:cNvPr>
          <p:cNvSpPr txBox="1">
            <a:spLocks noGrp="1"/>
          </p:cNvSpPr>
          <p:nvPr>
            <p:ph type="body" idx="11"/>
          </p:nvPr>
        </p:nvSpPr>
        <p:spPr>
          <a:xfrm>
            <a:off x="812800" y="2712304"/>
            <a:ext cx="10839622" cy="5527418"/>
          </a:xfrm>
          <a:prstGeom prst="rect">
            <a:avLst/>
          </a:prstGeom>
          <a:noFill/>
          <a:ln>
            <a:noFill/>
          </a:ln>
        </p:spPr>
        <p:txBody>
          <a:bodyPr spcFirstLastPara="1" vert="horz" wrap="square" lIns="91425" tIns="0" rIns="91425" bIns="0" rtlCol="0" anchor="t" anchorCtr="0">
            <a:normAutofit/>
          </a:bodyPr>
          <a:lstStyle>
            <a:lvl1pPr marL="0" indent="0">
              <a:buFont typeface="Arial" panose="020B0604020202020204" pitchFamily="34" charset="0"/>
              <a:buNone/>
              <a:defRPr dirty="0">
                <a:solidFill>
                  <a:schemeClr val="tx1">
                    <a:lumMod val="75000"/>
                    <a:lumOff val="25000"/>
                  </a:schemeClr>
                </a:solidFill>
                <a:latin typeface="Open Sans"/>
                <a:ea typeface="Open Sans"/>
                <a:cs typeface="Open Sans"/>
              </a:defRPr>
            </a:lvl1pPr>
          </a:lstStyle>
          <a:p>
            <a:pPr marL="228600" lvl="0" indent="-228600" algn="ctr">
              <a:lnSpc>
                <a:spcPct val="115000"/>
              </a:lnSpc>
              <a:spcBef>
                <a:spcPts val="0"/>
              </a:spcBef>
              <a:spcAft>
                <a:spcPts val="0"/>
              </a:spcAft>
              <a:buSzPts val="2800"/>
            </a:pPr>
            <a:endParaRPr/>
          </a:p>
        </p:txBody>
      </p:sp>
      <p:sp>
        <p:nvSpPr>
          <p:cNvPr id="2" name="Google Shape;62;p29">
            <a:extLst>
              <a:ext uri="{FF2B5EF4-FFF2-40B4-BE49-F238E27FC236}">
                <a16:creationId xmlns:a16="http://schemas.microsoft.com/office/drawing/2014/main" id="{A8ED1C70-09C3-3416-0187-C1611F8017B4}"/>
              </a:ext>
            </a:extLst>
          </p:cNvPr>
          <p:cNvSpPr txBox="1">
            <a:spLocks noGrp="1"/>
          </p:cNvSpPr>
          <p:nvPr>
            <p:ph type="title"/>
          </p:nvPr>
        </p:nvSpPr>
        <p:spPr>
          <a:xfrm>
            <a:off x="-10160" y="229878"/>
            <a:ext cx="16276320" cy="687244"/>
          </a:xfrm>
          <a:prstGeom prst="rect">
            <a:avLst/>
          </a:prstGeom>
          <a:noFill/>
          <a:ln>
            <a:noFill/>
          </a:ln>
        </p:spPr>
        <p:txBody>
          <a:bodyPr spcFirstLastPara="1" wrap="square" lIns="91425" tIns="45700" rIns="91425" bIns="45700" anchor="ctr" anchorCtr="0">
            <a:normAutofit/>
          </a:bodyPr>
          <a:lstStyle>
            <a:lvl1pPr marL="0" lvl="0" indent="0" algn="ctr">
              <a:lnSpc>
                <a:spcPct val="90000"/>
              </a:lnSpc>
              <a:spcBef>
                <a:spcPts val="0"/>
              </a:spcBef>
              <a:spcAft>
                <a:spcPts val="0"/>
              </a:spcAft>
              <a:buSzPts val="4400"/>
              <a:buFont typeface="Arial" panose="020B0604020202020204" pitchFamily="34" charset="0"/>
              <a:buNone/>
              <a:defRPr sz="2800" b="1">
                <a:solidFill>
                  <a:schemeClr val="tx1">
                    <a:lumMod val="75000"/>
                    <a:lumOff val="25000"/>
                  </a:schemeClr>
                </a:solidFill>
                <a:latin typeface="Open Sans"/>
                <a:ea typeface="Open Sans"/>
                <a:cs typeface="Open Sans"/>
                <a:sym typeface="Open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630595174"/>
      </p:ext>
    </p:extLst>
  </p:cSld>
  <p:clrMapOvr>
    <a:masterClrMapping/>
  </p:clrMapOvr>
  <p:extLst>
    <p:ext uri="{DCECCB84-F9BA-43D5-87BE-67443E8EF086}">
      <p15:sldGuideLst xmlns:p15="http://schemas.microsoft.com/office/powerpoint/2012/main"/>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Bullets_for_Aday_Recap">
    <p:spTree>
      <p:nvGrpSpPr>
        <p:cNvPr id="1" name=""/>
        <p:cNvGrpSpPr/>
        <p:nvPr/>
      </p:nvGrpSpPr>
      <p:grpSpPr>
        <a:xfrm>
          <a:off x="0" y="0"/>
          <a:ext cx="0" cy="0"/>
          <a:chOff x="0" y="0"/>
          <a:chExt cx="0" cy="0"/>
        </a:xfrm>
      </p:grpSpPr>
      <p:sp>
        <p:nvSpPr>
          <p:cNvPr id="11" name="Google Shape;73;p29">
            <a:extLst>
              <a:ext uri="{FF2B5EF4-FFF2-40B4-BE49-F238E27FC236}">
                <a16:creationId xmlns:a16="http://schemas.microsoft.com/office/drawing/2014/main" id="{B3939B18-51C6-B760-9847-DBF969067996}"/>
              </a:ext>
            </a:extLst>
          </p:cNvPr>
          <p:cNvSpPr txBox="1">
            <a:spLocks noGrp="1"/>
          </p:cNvSpPr>
          <p:nvPr>
            <p:ph type="body" idx="10"/>
          </p:nvPr>
        </p:nvSpPr>
        <p:spPr>
          <a:xfrm>
            <a:off x="844889" y="1512833"/>
            <a:ext cx="10807533" cy="903776"/>
          </a:xfrm>
          <a:prstGeom prst="rect">
            <a:avLst/>
          </a:prstGeom>
        </p:spPr>
        <p:txBody>
          <a:bodyPr vert="horz" lIns="91440" tIns="45720" rIns="91440" bIns="45720" rtlCol="0">
            <a:normAutofit/>
          </a:bodyPr>
          <a:lstStyle>
            <a:lvl1pPr marL="0" indent="0">
              <a:buFont typeface="Arial" panose="020B0604020202020204" pitchFamily="34" charset="0"/>
              <a:buNone/>
              <a:defRPr dirty="0">
                <a:solidFill>
                  <a:schemeClr val="tx1">
                    <a:lumMod val="75000"/>
                    <a:lumOff val="25000"/>
                  </a:schemeClr>
                </a:solidFill>
              </a:defRPr>
            </a:lvl1pPr>
          </a:lstStyle>
          <a:p>
            <a:pPr marL="228600" lvl="0" indent="-228600"/>
            <a:endParaRPr/>
          </a:p>
        </p:txBody>
      </p:sp>
      <p:sp>
        <p:nvSpPr>
          <p:cNvPr id="5" name="Text Placeholder 4">
            <a:extLst>
              <a:ext uri="{FF2B5EF4-FFF2-40B4-BE49-F238E27FC236}">
                <a16:creationId xmlns:a16="http://schemas.microsoft.com/office/drawing/2014/main" id="{964B5EF1-B91C-9C3A-2571-75C7A1B0B8AF}"/>
              </a:ext>
            </a:extLst>
          </p:cNvPr>
          <p:cNvSpPr>
            <a:spLocks noGrp="1"/>
          </p:cNvSpPr>
          <p:nvPr>
            <p:ph type="body" sz="quarter" idx="12"/>
          </p:nvPr>
        </p:nvSpPr>
        <p:spPr>
          <a:xfrm>
            <a:off x="844550" y="2603500"/>
            <a:ext cx="10807700" cy="5538468"/>
          </a:xfrm>
        </p:spPr>
        <p:txBody>
          <a:bodyPr/>
          <a:lstStyle>
            <a:lvl1pPr marL="0" indent="0">
              <a:buNone/>
              <a:defRPr>
                <a:solidFill>
                  <a:schemeClr val="tx1">
                    <a:lumMod val="75000"/>
                    <a:lumOff val="25000"/>
                  </a:schemeClr>
                </a:solidFill>
              </a:defRPr>
            </a:lvl1pPr>
            <a:lvl2pPr>
              <a:defRPr>
                <a:solidFill>
                  <a:schemeClr val="tx1">
                    <a:lumMod val="75000"/>
                    <a:lumOff val="25000"/>
                  </a:schemeClr>
                </a:solidFill>
              </a:defRPr>
            </a:lvl2pPr>
            <a:lvl3pPr marL="1143000" indent="-228600">
              <a:buFont typeface="Courier New" panose="02070309020205020404" pitchFamily="49" charset="0"/>
              <a:buChar char="o"/>
              <a:defRPr>
                <a:solidFill>
                  <a:schemeClr val="tx1">
                    <a:lumMod val="75000"/>
                    <a:lumOff val="25000"/>
                  </a:schemeClr>
                </a:solidFill>
              </a:defRPr>
            </a:lvl3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6764211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Learning Objectives" preserve="1" userDrawn="1">
  <p:cSld name="1_Learning Objectives">
    <p:spTree>
      <p:nvGrpSpPr>
        <p:cNvPr id="1" name="Shape 44"/>
        <p:cNvGrpSpPr/>
        <p:nvPr/>
      </p:nvGrpSpPr>
      <p:grpSpPr>
        <a:xfrm>
          <a:off x="0" y="0"/>
          <a:ext cx="0" cy="0"/>
          <a:chOff x="0" y="0"/>
          <a:chExt cx="0" cy="0"/>
        </a:xfrm>
      </p:grpSpPr>
      <p:pic>
        <p:nvPicPr>
          <p:cNvPr id="45" name="Google Shape;45;p27"/>
          <p:cNvPicPr preferRelativeResize="0">
            <a:picLocks noGrp="1" noRot="1" noMove="1" noResize="1" noEditPoints="1" noAdjustHandles="1" noChangeArrowheads="1" noChangeShapeType="1" noCrop="1"/>
          </p:cNvPicPr>
          <p:nvPr/>
        </p:nvPicPr>
        <p:blipFill>
          <a:blip r:embed="rId2"/>
          <a:srcRect/>
          <a:stretch/>
        </p:blipFill>
        <p:spPr>
          <a:xfrm>
            <a:off x="0" y="0"/>
            <a:ext cx="16255999" cy="9143999"/>
          </a:xfrm>
          <a:prstGeom prst="rect">
            <a:avLst/>
          </a:prstGeom>
        </p:spPr>
      </p:pic>
      <p:sp>
        <p:nvSpPr>
          <p:cNvPr id="47" name="Google Shape;47;p27"/>
          <p:cNvSpPr>
            <a:spLocks noGrp="1" noRot="1" noMove="1" noResize="1" noEditPoints="1" noAdjustHandles="1" noChangeArrowheads="1" noChangeShapeType="1"/>
          </p:cNvSpPr>
          <p:nvPr/>
        </p:nvSpPr>
        <p:spPr>
          <a:xfrm>
            <a:off x="2747395" y="274390"/>
            <a:ext cx="4819800" cy="523200"/>
          </a:xfrm>
          <a:prstGeom prst="rect">
            <a:avLst/>
          </a:prstGeom>
          <a:noFill/>
          <a:ln>
            <a:noFill/>
          </a:ln>
        </p:spPr>
        <p:txBody>
          <a:bodyPr spcFirstLastPara="1" wrap="square" lIns="91425" tIns="45700" rIns="91425" bIns="45700" anchor="t" anchorCtr="0">
            <a:spAutoFit/>
          </a:bodyPr>
          <a:lstStyle/>
          <a:p>
            <a:pPr marL="457200" marR="0" lvl="0" indent="-228600" algn="ctr" rtl="0">
              <a:lnSpc>
                <a:spcPct val="100000"/>
              </a:lnSpc>
              <a:spcBef>
                <a:spcPts val="0"/>
              </a:spcBef>
              <a:spcAft>
                <a:spcPts val="0"/>
              </a:spcAft>
              <a:buClr>
                <a:srgbClr val="3F3F3F"/>
              </a:buClr>
              <a:buSzPts val="2200"/>
              <a:buFont typeface="Arial"/>
              <a:buNone/>
            </a:pPr>
            <a:r>
              <a:rPr lang="en-US" sz="2800" b="1" i="0" u="none" strike="noStrike" cap="none">
                <a:solidFill>
                  <a:schemeClr val="tx1">
                    <a:lumMod val="75000"/>
                    <a:lumOff val="25000"/>
                  </a:schemeClr>
                </a:solidFill>
                <a:latin typeface="Open Sans"/>
                <a:ea typeface="Open Sans"/>
                <a:cs typeface="Open Sans"/>
                <a:sym typeface="Open Sans"/>
              </a:rPr>
              <a:t>Learning Objectives</a:t>
            </a:r>
            <a:endParaRPr sz="1400" b="0" i="0" u="none" strike="noStrike" cap="none">
              <a:solidFill>
                <a:schemeClr val="tx1">
                  <a:lumMod val="75000"/>
                  <a:lumOff val="25000"/>
                </a:schemeClr>
              </a:solidFill>
              <a:latin typeface="Arial"/>
              <a:ea typeface="Arial"/>
              <a:cs typeface="Arial"/>
              <a:sym typeface="Arial"/>
            </a:endParaRPr>
          </a:p>
        </p:txBody>
      </p:sp>
      <p:sp>
        <p:nvSpPr>
          <p:cNvPr id="53" name="Google Shape;53;p27"/>
          <p:cNvSpPr>
            <a:spLocks noGrp="1" noRot="1" noMove="1" noResize="1" noEditPoints="1" noAdjustHandles="1" noChangeArrowheads="1" noChangeShapeType="1"/>
          </p:cNvSpPr>
          <p:nvPr/>
        </p:nvSpPr>
        <p:spPr>
          <a:xfrm>
            <a:off x="718944" y="1933649"/>
            <a:ext cx="7888027" cy="553212"/>
          </a:xfrm>
          <a:prstGeom prst="rect">
            <a:avLst/>
          </a:prstGeom>
          <a:noFill/>
          <a:ln>
            <a:noFill/>
          </a:ln>
        </p:spPr>
        <p:txBody>
          <a:bodyPr spcFirstLastPara="1" wrap="square" lIns="91425" tIns="0" rIns="91425" bIns="0" anchor="t" anchorCtr="0">
            <a:normAutofit/>
          </a:bodyPr>
          <a:lstStyle/>
          <a:p>
            <a:pPr marL="342900" marR="0" lvl="0" indent="-342900" algn="l" rtl="0">
              <a:lnSpc>
                <a:spcPct val="90000"/>
              </a:lnSpc>
              <a:spcBef>
                <a:spcPts val="1000"/>
              </a:spcBef>
              <a:spcAft>
                <a:spcPts val="0"/>
              </a:spcAft>
              <a:buClr>
                <a:schemeClr val="dk1"/>
              </a:buClr>
              <a:buSzPts val="2800"/>
              <a:buFont typeface="Arial"/>
              <a:buNone/>
            </a:pPr>
            <a:r>
              <a:rPr lang="en-US" sz="2200" b="0" i="0" u="none" strike="noStrike" cap="none">
                <a:solidFill>
                  <a:schemeClr val="tx1">
                    <a:lumMod val="75000"/>
                    <a:lumOff val="25000"/>
                  </a:schemeClr>
                </a:solidFill>
                <a:latin typeface="Open Sans"/>
                <a:ea typeface="Open Sans"/>
                <a:cs typeface="Open Sans"/>
                <a:sym typeface="Open Sans"/>
              </a:rPr>
              <a:t>By the end of this lesson, you will be able to:</a:t>
            </a:r>
            <a:endParaRPr>
              <a:solidFill>
                <a:schemeClr val="tx1">
                  <a:lumMod val="75000"/>
                  <a:lumOff val="25000"/>
                </a:schemeClr>
              </a:solidFill>
            </a:endParaRPr>
          </a:p>
        </p:txBody>
      </p:sp>
      <p:sp>
        <p:nvSpPr>
          <p:cNvPr id="5" name="Brandline_LVC">
            <a:extLst>
              <a:ext uri="{FF2B5EF4-FFF2-40B4-BE49-F238E27FC236}">
                <a16:creationId xmlns:a16="http://schemas.microsoft.com/office/drawing/2014/main" id="{78567AD7-7BF8-45E8-DB3F-F2D6FE361A28}"/>
              </a:ext>
            </a:extLst>
          </p:cNvPr>
          <p:cNvSpPr>
            <a:spLocks noGrp="1" noRot="1" noMove="1" noResize="1" noEditPoints="1" noAdjustHandles="1" noChangeArrowheads="1" noChangeShapeType="1"/>
          </p:cNvSpPr>
          <p:nvPr userDrawn="1"/>
        </p:nvSpPr>
        <p:spPr>
          <a:xfrm>
            <a:off x="2967652" y="837660"/>
            <a:ext cx="4391501"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 Placeholder 4">
            <a:extLst>
              <a:ext uri="{FF2B5EF4-FFF2-40B4-BE49-F238E27FC236}">
                <a16:creationId xmlns:a16="http://schemas.microsoft.com/office/drawing/2014/main" id="{6384E7AB-95CF-3870-72EE-80D1C6CB172C}"/>
              </a:ext>
            </a:extLst>
          </p:cNvPr>
          <p:cNvSpPr>
            <a:spLocks noGrp="1"/>
          </p:cNvSpPr>
          <p:nvPr>
            <p:ph type="body" sz="quarter" idx="11" hasCustomPrompt="1"/>
          </p:nvPr>
        </p:nvSpPr>
        <p:spPr>
          <a:xfrm>
            <a:off x="1332875" y="2758746"/>
            <a:ext cx="9036000" cy="1011600"/>
          </a:xfrm>
        </p:spPr>
        <p:txBody>
          <a:bodyPr vert="horz" lIns="91440" tIns="45720" rIns="91440" bIns="45720" rtlCol="0" anchor="t">
            <a:normAutofit/>
          </a:bodyPr>
          <a:lstStyle>
            <a:lvl1pPr marL="0" indent="0">
              <a:buNone/>
              <a:defRPr lang="en-GB" dirty="0">
                <a:solidFill>
                  <a:schemeClr val="tx1">
                    <a:lumMod val="75000"/>
                    <a:lumOff val="25000"/>
                  </a:schemeClr>
                </a:solidFill>
              </a:defRPr>
            </a:lvl1pPr>
          </a:lstStyle>
          <a:p>
            <a:pPr marL="228600" lvl="0" indent="-228600">
              <a:spcBef>
                <a:spcPts val="0"/>
              </a:spcBef>
            </a:pPr>
            <a:r>
              <a:rPr lang="en-GB"/>
              <a:t>Click to add text</a:t>
            </a:r>
          </a:p>
        </p:txBody>
      </p:sp>
      <p:sp>
        <p:nvSpPr>
          <p:cNvPr id="7" name="Text Placeholder 4">
            <a:extLst>
              <a:ext uri="{FF2B5EF4-FFF2-40B4-BE49-F238E27FC236}">
                <a16:creationId xmlns:a16="http://schemas.microsoft.com/office/drawing/2014/main" id="{50792C23-1841-F349-D944-8E77CAED48FD}"/>
              </a:ext>
            </a:extLst>
          </p:cNvPr>
          <p:cNvSpPr>
            <a:spLocks noGrp="1"/>
          </p:cNvSpPr>
          <p:nvPr>
            <p:ph type="body" sz="quarter" idx="12" hasCustomPrompt="1"/>
          </p:nvPr>
        </p:nvSpPr>
        <p:spPr>
          <a:xfrm>
            <a:off x="1332356" y="3558751"/>
            <a:ext cx="9036000" cy="1011600"/>
          </a:xfrm>
        </p:spPr>
        <p:txBody>
          <a:bodyPr anchor="t"/>
          <a:lstStyle>
            <a:lvl1pPr marL="0" indent="0">
              <a:lnSpc>
                <a:spcPct val="114000"/>
              </a:lnSpc>
              <a:spcBef>
                <a:spcPts val="0"/>
              </a:spcBef>
              <a:buFont typeface="Arial" panose="020B0604020202020204" pitchFamily="34" charset="0"/>
              <a:buNone/>
              <a:defRPr>
                <a:solidFill>
                  <a:schemeClr val="tx1">
                    <a:lumMod val="75000"/>
                    <a:lumOff val="25000"/>
                  </a:schemeClr>
                </a:solidFill>
              </a:defRPr>
            </a:lvl1pPr>
            <a:lvl2pPr>
              <a:spcBef>
                <a:spcPts val="0"/>
              </a:spcBef>
              <a:defRPr/>
            </a:lvl2pPr>
            <a:lvl3pPr>
              <a:spcBef>
                <a:spcPts val="0"/>
              </a:spcBef>
              <a:defRPr/>
            </a:lvl3pPr>
          </a:lstStyle>
          <a:p>
            <a:pPr lvl="0"/>
            <a:r>
              <a:rPr lang="en-GB"/>
              <a:t>Click to add text</a:t>
            </a:r>
          </a:p>
        </p:txBody>
      </p:sp>
      <p:sp>
        <p:nvSpPr>
          <p:cNvPr id="8" name="Text Placeholder 4">
            <a:extLst>
              <a:ext uri="{FF2B5EF4-FFF2-40B4-BE49-F238E27FC236}">
                <a16:creationId xmlns:a16="http://schemas.microsoft.com/office/drawing/2014/main" id="{7746234C-6D4D-7050-90E1-5A68C852394F}"/>
              </a:ext>
            </a:extLst>
          </p:cNvPr>
          <p:cNvSpPr>
            <a:spLocks noGrp="1"/>
          </p:cNvSpPr>
          <p:nvPr>
            <p:ph type="body" sz="quarter" idx="13" hasCustomPrompt="1"/>
          </p:nvPr>
        </p:nvSpPr>
        <p:spPr>
          <a:xfrm>
            <a:off x="1331837" y="4383470"/>
            <a:ext cx="9036000" cy="1011600"/>
          </a:xfrm>
        </p:spPr>
        <p:txBody>
          <a:bodyPr anchor="t"/>
          <a:lstStyle>
            <a:lvl1pPr marL="0" indent="0">
              <a:lnSpc>
                <a:spcPct val="114000"/>
              </a:lnSpc>
              <a:spcBef>
                <a:spcPts val="0"/>
              </a:spcBef>
              <a:buFont typeface="Arial" panose="020B0604020202020204" pitchFamily="34" charset="0"/>
              <a:buNone/>
              <a:defRPr>
                <a:solidFill>
                  <a:schemeClr val="tx1">
                    <a:lumMod val="75000"/>
                    <a:lumOff val="25000"/>
                  </a:schemeClr>
                </a:solidFill>
              </a:defRPr>
            </a:lvl1pPr>
            <a:lvl2pPr>
              <a:spcBef>
                <a:spcPts val="0"/>
              </a:spcBef>
              <a:defRPr/>
            </a:lvl2pPr>
            <a:lvl3pPr>
              <a:spcBef>
                <a:spcPts val="0"/>
              </a:spcBef>
              <a:defRPr/>
            </a:lvl3pPr>
          </a:lstStyle>
          <a:p>
            <a:pPr lvl="0"/>
            <a:r>
              <a:rPr lang="en-GB"/>
              <a:t>Click to add text</a:t>
            </a:r>
          </a:p>
        </p:txBody>
      </p:sp>
      <p:sp>
        <p:nvSpPr>
          <p:cNvPr id="9" name="Text Placeholder 4">
            <a:extLst>
              <a:ext uri="{FF2B5EF4-FFF2-40B4-BE49-F238E27FC236}">
                <a16:creationId xmlns:a16="http://schemas.microsoft.com/office/drawing/2014/main" id="{DF9AB914-01CE-78D6-02EB-58EA39C5A159}"/>
              </a:ext>
            </a:extLst>
          </p:cNvPr>
          <p:cNvSpPr>
            <a:spLocks noGrp="1"/>
          </p:cNvSpPr>
          <p:nvPr>
            <p:ph type="body" sz="quarter" idx="14" hasCustomPrompt="1"/>
          </p:nvPr>
        </p:nvSpPr>
        <p:spPr>
          <a:xfrm>
            <a:off x="1332873" y="5195833"/>
            <a:ext cx="9034445" cy="1010072"/>
          </a:xfrm>
        </p:spPr>
        <p:txBody>
          <a:bodyPr anchor="t"/>
          <a:lstStyle>
            <a:lvl1pPr marL="0" indent="0">
              <a:lnSpc>
                <a:spcPct val="114000"/>
              </a:lnSpc>
              <a:spcBef>
                <a:spcPts val="0"/>
              </a:spcBef>
              <a:buFont typeface="Arial" panose="020B0604020202020204" pitchFamily="34" charset="0"/>
              <a:buNone/>
              <a:defRPr>
                <a:solidFill>
                  <a:schemeClr val="tx1">
                    <a:lumMod val="75000"/>
                    <a:lumOff val="25000"/>
                  </a:schemeClr>
                </a:solidFill>
              </a:defRPr>
            </a:lvl1pPr>
            <a:lvl2pPr>
              <a:spcBef>
                <a:spcPts val="0"/>
              </a:spcBef>
              <a:defRPr/>
            </a:lvl2pPr>
            <a:lvl3pPr>
              <a:spcBef>
                <a:spcPts val="0"/>
              </a:spcBef>
              <a:defRPr/>
            </a:lvl3pPr>
          </a:lstStyle>
          <a:p>
            <a:pPr lvl="0"/>
            <a:r>
              <a:rPr lang="en-GB"/>
              <a:t>Click to add text</a:t>
            </a:r>
          </a:p>
        </p:txBody>
      </p:sp>
    </p:spTree>
    <p:extLst>
      <p:ext uri="{BB962C8B-B14F-4D97-AF65-F5344CB8AC3E}">
        <p14:creationId xmlns:p14="http://schemas.microsoft.com/office/powerpoint/2010/main" val="335448345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opic Name" preserve="1" userDrawn="1">
  <p:cSld name="1_Topic Name">
    <p:spTree>
      <p:nvGrpSpPr>
        <p:cNvPr id="1" name="Shape 54"/>
        <p:cNvGrpSpPr/>
        <p:nvPr/>
      </p:nvGrpSpPr>
      <p:grpSpPr>
        <a:xfrm>
          <a:off x="0" y="0"/>
          <a:ext cx="0" cy="0"/>
          <a:chOff x="0" y="0"/>
          <a:chExt cx="0" cy="0"/>
        </a:xfrm>
      </p:grpSpPr>
      <p:pic>
        <p:nvPicPr>
          <p:cNvPr id="55" name="Google Shape;55;p28"/>
          <p:cNvPicPr preferRelativeResize="0"/>
          <p:nvPr/>
        </p:nvPicPr>
        <p:blipFill>
          <a:blip r:embed="rId3"/>
          <a:srcRect/>
          <a:stretch/>
        </p:blipFill>
        <p:spPr>
          <a:xfrm>
            <a:off x="0" y="0"/>
            <a:ext cx="16255998" cy="9143999"/>
          </a:xfrm>
          <a:prstGeom prst="rect">
            <a:avLst/>
          </a:prstGeom>
          <a:noFill/>
          <a:ln>
            <a:noFill/>
          </a:ln>
        </p:spPr>
      </p:pic>
      <p:sp>
        <p:nvSpPr>
          <p:cNvPr id="3" name="Google Shape;57;p28">
            <a:extLst>
              <a:ext uri="{FF2B5EF4-FFF2-40B4-BE49-F238E27FC236}">
                <a16:creationId xmlns:a16="http://schemas.microsoft.com/office/drawing/2014/main" id="{B82D352B-96E6-AAAA-F1D6-C3BB62225E8B}"/>
              </a:ext>
            </a:extLst>
          </p:cNvPr>
          <p:cNvSpPr txBox="1">
            <a:spLocks noGrp="1"/>
          </p:cNvSpPr>
          <p:nvPr>
            <p:ph type="body" idx="10"/>
          </p:nvPr>
        </p:nvSpPr>
        <p:spPr>
          <a:xfrm>
            <a:off x="0" y="4114800"/>
            <a:ext cx="16256001" cy="914400"/>
          </a:xfrm>
          <a:prstGeom prst="rect">
            <a:avLst/>
          </a:prstGeom>
          <a:noFill/>
          <a:ln>
            <a:noFill/>
          </a:ln>
        </p:spPr>
        <p:txBody>
          <a:bodyPr spcFirstLastPara="1" wrap="square" lIns="91425" tIns="91425" rIns="91425" bIns="91425" anchor="ctr" anchorCtr="0">
            <a:noAutofit/>
          </a:bodyPr>
          <a:lstStyle>
            <a:lvl1pPr marL="0" lvl="0" indent="0" algn="ctr">
              <a:lnSpc>
                <a:spcPct val="114000"/>
              </a:lnSpc>
              <a:spcBef>
                <a:spcPts val="0"/>
              </a:spcBef>
              <a:spcAft>
                <a:spcPts val="0"/>
              </a:spcAft>
              <a:buSzPts val="2800"/>
              <a:buNone/>
              <a:defRPr sz="2800" b="1" i="0" u="none" strike="noStrike" cap="none">
                <a:solidFill>
                  <a:schemeClr val="tx1">
                    <a:lumMod val="75000"/>
                    <a:lumOff val="25000"/>
                  </a:schemeClr>
                </a:solidFill>
                <a:latin typeface="Open Sans"/>
                <a:ea typeface="Open Sans"/>
                <a:cs typeface="Open Sans"/>
                <a:sym typeface="Open Sans"/>
              </a:defRPr>
            </a:lvl1pPr>
            <a:lvl2pPr marL="914400" lvl="1" indent="-381000" algn="l">
              <a:lnSpc>
                <a:spcPct val="90000"/>
              </a:lnSpc>
              <a:spcBef>
                <a:spcPts val="500"/>
              </a:spcBef>
              <a:spcAft>
                <a:spcPts val="0"/>
              </a:spcAft>
              <a:buSzPts val="2400"/>
              <a:buChar char="•"/>
              <a:defRPr/>
            </a:lvl2pPr>
            <a:lvl3pPr marL="1371600" lvl="2" indent="-355600" algn="l">
              <a:lnSpc>
                <a:spcPct val="90000"/>
              </a:lnSpc>
              <a:spcBef>
                <a:spcPts val="500"/>
              </a:spcBef>
              <a:spcAft>
                <a:spcPts val="0"/>
              </a:spcAft>
              <a:buSzPts val="2000"/>
              <a:buChar char="•"/>
              <a:defRPr/>
            </a:lvl3pPr>
            <a:lvl4pPr marL="1828800" lvl="3" indent="-342900" algn="l">
              <a:lnSpc>
                <a:spcPct val="90000"/>
              </a:lnSpc>
              <a:spcBef>
                <a:spcPts val="500"/>
              </a:spcBef>
              <a:spcAft>
                <a:spcPts val="0"/>
              </a:spcAft>
              <a:buSzPts val="1800"/>
              <a:buChar char="•"/>
              <a:defRPr/>
            </a:lvl4pPr>
            <a:lvl5pPr marL="2286000" lvl="4" indent="-342900" algn="l">
              <a:lnSpc>
                <a:spcPct val="90000"/>
              </a:lnSpc>
              <a:spcBef>
                <a:spcPts val="500"/>
              </a:spcBef>
              <a:spcAft>
                <a:spcPts val="0"/>
              </a:spcAft>
              <a:buSzPts val="1800"/>
              <a:buChar char="•"/>
              <a:defRPr/>
            </a:lvl5pPr>
            <a:lvl6pPr marL="2743200" lvl="5" indent="-342900" algn="l">
              <a:lnSpc>
                <a:spcPct val="90000"/>
              </a:lnSpc>
              <a:spcBef>
                <a:spcPts val="500"/>
              </a:spcBef>
              <a:spcAft>
                <a:spcPts val="0"/>
              </a:spcAft>
              <a:buSzPts val="1800"/>
              <a:buChar char="•"/>
              <a:defRPr/>
            </a:lvl6pPr>
            <a:lvl7pPr marL="3200400" lvl="6" indent="-342900" algn="l">
              <a:lnSpc>
                <a:spcPct val="90000"/>
              </a:lnSpc>
              <a:spcBef>
                <a:spcPts val="500"/>
              </a:spcBef>
              <a:spcAft>
                <a:spcPts val="0"/>
              </a:spcAft>
              <a:buSzPts val="1800"/>
              <a:buChar char="•"/>
              <a:defRPr/>
            </a:lvl7pPr>
            <a:lvl8pPr marL="3657600" lvl="7" indent="-342900" algn="l">
              <a:lnSpc>
                <a:spcPct val="90000"/>
              </a:lnSpc>
              <a:spcBef>
                <a:spcPts val="500"/>
              </a:spcBef>
              <a:spcAft>
                <a:spcPts val="0"/>
              </a:spcAft>
              <a:buSzPts val="1800"/>
              <a:buChar char="•"/>
              <a:defRPr/>
            </a:lvl8pPr>
            <a:lvl9pPr marL="4114800" lvl="8" indent="-342900" algn="l">
              <a:lnSpc>
                <a:spcPct val="90000"/>
              </a:lnSpc>
              <a:spcBef>
                <a:spcPts val="500"/>
              </a:spcBef>
              <a:spcAft>
                <a:spcPts val="0"/>
              </a:spcAft>
              <a:buSzPts val="1800"/>
              <a:buChar char="•"/>
              <a:defRPr/>
            </a:lvl9pPr>
          </a:lstStyle>
          <a:p>
            <a:endParaRPr/>
          </a:p>
        </p:txBody>
      </p:sp>
    </p:spTree>
    <p:custDataLst>
      <p:tags r:id="rId1"/>
    </p:custDataLst>
    <p:extLst>
      <p:ext uri="{BB962C8B-B14F-4D97-AF65-F5344CB8AC3E}">
        <p14:creationId xmlns:p14="http://schemas.microsoft.com/office/powerpoint/2010/main" val="282238961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Content Slide" preserve="1" userDrawn="1">
  <p:cSld name="2_Content Slide">
    <p:spTree>
      <p:nvGrpSpPr>
        <p:cNvPr id="1" name="Shape 59"/>
        <p:cNvGrpSpPr/>
        <p:nvPr/>
      </p:nvGrpSpPr>
      <p:grpSpPr>
        <a:xfrm>
          <a:off x="0" y="0"/>
          <a:ext cx="0" cy="0"/>
          <a:chOff x="0" y="0"/>
          <a:chExt cx="0" cy="0"/>
        </a:xfrm>
      </p:grpSpPr>
      <p:pic>
        <p:nvPicPr>
          <p:cNvPr id="60" name="Google Shape;60;p29"/>
          <p:cNvPicPr preferRelativeResize="0"/>
          <p:nvPr/>
        </p:nvPicPr>
        <p:blipFill>
          <a:blip r:embed="rId2"/>
          <a:srcRect/>
          <a:stretch/>
        </p:blipFill>
        <p:spPr>
          <a:xfrm>
            <a:off x="0" y="0"/>
            <a:ext cx="16255999" cy="9143999"/>
          </a:xfrm>
          <a:prstGeom prst="rect">
            <a:avLst/>
          </a:prstGeom>
          <a:noFill/>
          <a:ln>
            <a:noFill/>
          </a:ln>
        </p:spPr>
      </p:pic>
      <p:sp>
        <p:nvSpPr>
          <p:cNvPr id="2" name="Google Shape;29;p24">
            <a:extLst>
              <a:ext uri="{FF2B5EF4-FFF2-40B4-BE49-F238E27FC236}">
                <a16:creationId xmlns:a16="http://schemas.microsoft.com/office/drawing/2014/main" id="{9DE67C09-DDD5-F518-3695-E699DFE5CC4F}"/>
              </a:ext>
            </a:extLst>
          </p:cNvPr>
          <p:cNvSpPr txBox="1">
            <a:spLocks noGrp="1"/>
          </p:cNvSpPr>
          <p:nvPr>
            <p:ph type="body" idx="1"/>
          </p:nvPr>
        </p:nvSpPr>
        <p:spPr>
          <a:xfrm>
            <a:off x="1291858" y="2603120"/>
            <a:ext cx="13696998" cy="5527418"/>
          </a:xfrm>
          <a:prstGeom prst="rect">
            <a:avLst/>
          </a:prstGeom>
          <a:noFill/>
          <a:ln>
            <a:noFill/>
          </a:ln>
        </p:spPr>
        <p:txBody>
          <a:bodyPr spcFirstLastPara="1" wrap="square" lIns="91425" tIns="0" rIns="91425" bIns="0" anchor="t" anchorCtr="0">
            <a:normAutofit/>
          </a:bodyPr>
          <a:lstStyle>
            <a:lvl1pPr marL="0" indent="0">
              <a:spcBef>
                <a:spcPts val="0"/>
              </a:spcBef>
              <a:buNone/>
              <a:defRPr sz="2200" dirty="0">
                <a:solidFill>
                  <a:schemeClr val="tx1">
                    <a:lumMod val="75000"/>
                    <a:lumOff val="25000"/>
                  </a:schemeClr>
                </a:solidFill>
                <a:latin typeface="Open Sans"/>
                <a:ea typeface="Open Sans"/>
                <a:cs typeface="Open Sans"/>
              </a:defRPr>
            </a:lvl1pPr>
          </a:lstStyle>
          <a:p>
            <a:pPr marL="342900" lvl="0" indent="-342900" algn="ctr">
              <a:lnSpc>
                <a:spcPct val="115000"/>
              </a:lnSpc>
            </a:pPr>
            <a:endParaRPr/>
          </a:p>
        </p:txBody>
      </p:sp>
      <p:sp>
        <p:nvSpPr>
          <p:cNvPr id="3" name="Google Shape;73;p29">
            <a:extLst>
              <a:ext uri="{FF2B5EF4-FFF2-40B4-BE49-F238E27FC236}">
                <a16:creationId xmlns:a16="http://schemas.microsoft.com/office/drawing/2014/main" id="{38354FE8-D9C0-5D1E-6102-5F329424ACA2}"/>
              </a:ext>
            </a:extLst>
          </p:cNvPr>
          <p:cNvSpPr txBox="1">
            <a:spLocks noGrp="1"/>
          </p:cNvSpPr>
          <p:nvPr>
            <p:ph type="body" idx="10"/>
          </p:nvPr>
        </p:nvSpPr>
        <p:spPr>
          <a:xfrm>
            <a:off x="1291857" y="1512833"/>
            <a:ext cx="13696999" cy="903776"/>
          </a:xfrm>
          <a:prstGeom prst="rect">
            <a:avLst/>
          </a:prstGeom>
          <a:noFill/>
          <a:ln>
            <a:noFill/>
          </a:ln>
        </p:spPr>
        <p:txBody>
          <a:bodyPr spcFirstLastPara="1" wrap="square" lIns="91425" tIns="0" rIns="91425" bIns="0" anchor="t" anchorCtr="0">
            <a:normAutofit/>
          </a:bodyPr>
          <a:lstStyle>
            <a:lvl1pPr marL="0" lvl="0" indent="0" algn="ctr">
              <a:lnSpc>
                <a:spcPct val="115000"/>
              </a:lnSpc>
              <a:spcBef>
                <a:spcPts val="0"/>
              </a:spcBef>
              <a:spcAft>
                <a:spcPts val="0"/>
              </a:spcAft>
              <a:buSzPts val="2800"/>
              <a:buFont typeface="Arial" panose="020B0604020202020204" pitchFamily="34" charset="0"/>
              <a:buNone/>
              <a:defRPr sz="2200">
                <a:solidFill>
                  <a:schemeClr val="tx1">
                    <a:lumMod val="75000"/>
                    <a:lumOff val="25000"/>
                  </a:schemeClr>
                </a:solidFill>
                <a:latin typeface="Open Sans"/>
                <a:ea typeface="Open Sans"/>
                <a:cs typeface="Open Sans"/>
                <a:sym typeface="Open Sans"/>
              </a:defRPr>
            </a:lvl1pPr>
            <a:lvl2pPr marL="914400" lvl="1" indent="-381000" algn="l">
              <a:lnSpc>
                <a:spcPct val="90000"/>
              </a:lnSpc>
              <a:spcBef>
                <a:spcPts val="500"/>
              </a:spcBef>
              <a:spcAft>
                <a:spcPts val="0"/>
              </a:spcAft>
              <a:buSzPts val="2400"/>
              <a:buChar char="•"/>
              <a:defRPr/>
            </a:lvl2pPr>
            <a:lvl3pPr marL="1371600" lvl="2" indent="-355600" algn="l">
              <a:lnSpc>
                <a:spcPct val="90000"/>
              </a:lnSpc>
              <a:spcBef>
                <a:spcPts val="500"/>
              </a:spcBef>
              <a:spcAft>
                <a:spcPts val="0"/>
              </a:spcAft>
              <a:buSzPts val="2000"/>
              <a:buChar char="•"/>
              <a:defRPr/>
            </a:lvl3pPr>
            <a:lvl4pPr marL="1828800" lvl="3" indent="-342900" algn="l">
              <a:lnSpc>
                <a:spcPct val="90000"/>
              </a:lnSpc>
              <a:spcBef>
                <a:spcPts val="500"/>
              </a:spcBef>
              <a:spcAft>
                <a:spcPts val="0"/>
              </a:spcAft>
              <a:buSzPts val="1800"/>
              <a:buChar char="•"/>
              <a:defRPr/>
            </a:lvl4pPr>
            <a:lvl5pPr marL="2286000" lvl="4" indent="-342900" algn="l">
              <a:lnSpc>
                <a:spcPct val="90000"/>
              </a:lnSpc>
              <a:spcBef>
                <a:spcPts val="500"/>
              </a:spcBef>
              <a:spcAft>
                <a:spcPts val="0"/>
              </a:spcAft>
              <a:buSzPts val="1800"/>
              <a:buChar char="•"/>
              <a:defRPr/>
            </a:lvl5pPr>
            <a:lvl6pPr marL="2743200" lvl="5" indent="-342900" algn="l">
              <a:lnSpc>
                <a:spcPct val="90000"/>
              </a:lnSpc>
              <a:spcBef>
                <a:spcPts val="500"/>
              </a:spcBef>
              <a:spcAft>
                <a:spcPts val="0"/>
              </a:spcAft>
              <a:buSzPts val="1800"/>
              <a:buChar char="•"/>
              <a:defRPr/>
            </a:lvl6pPr>
            <a:lvl7pPr marL="3200400" lvl="6" indent="-342900" algn="l">
              <a:lnSpc>
                <a:spcPct val="90000"/>
              </a:lnSpc>
              <a:spcBef>
                <a:spcPts val="500"/>
              </a:spcBef>
              <a:spcAft>
                <a:spcPts val="0"/>
              </a:spcAft>
              <a:buSzPts val="1800"/>
              <a:buChar char="•"/>
              <a:defRPr/>
            </a:lvl7pPr>
            <a:lvl8pPr marL="3657600" lvl="7" indent="-342900" algn="l">
              <a:lnSpc>
                <a:spcPct val="90000"/>
              </a:lnSpc>
              <a:spcBef>
                <a:spcPts val="500"/>
              </a:spcBef>
              <a:spcAft>
                <a:spcPts val="0"/>
              </a:spcAft>
              <a:buSzPts val="1800"/>
              <a:buChar char="•"/>
              <a:defRPr/>
            </a:lvl8pPr>
            <a:lvl9pPr marL="4114800" lvl="8" indent="-342900" algn="l">
              <a:lnSpc>
                <a:spcPct val="90000"/>
              </a:lnSpc>
              <a:spcBef>
                <a:spcPts val="500"/>
              </a:spcBef>
              <a:spcAft>
                <a:spcPts val="0"/>
              </a:spcAft>
              <a:buSzPts val="1800"/>
              <a:buChar char="•"/>
              <a:defRPr/>
            </a:lvl9pPr>
          </a:lstStyle>
          <a:p>
            <a:endParaRPr/>
          </a:p>
        </p:txBody>
      </p:sp>
      <p:pic>
        <p:nvPicPr>
          <p:cNvPr id="4" name="Picture 3" descr="A picture containing colorfulness, pattern, rectangle, screenshot&#10;&#10;Description automatically generated">
            <a:extLst>
              <a:ext uri="{FF2B5EF4-FFF2-40B4-BE49-F238E27FC236}">
                <a16:creationId xmlns:a16="http://schemas.microsoft.com/office/drawing/2014/main" id="{E2A3B44F-361D-277C-1049-456D31975698}"/>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6566008" y="913238"/>
            <a:ext cx="1219478" cy="7291461"/>
          </a:xfrm>
          <a:prstGeom prst="rect">
            <a:avLst/>
          </a:prstGeom>
        </p:spPr>
      </p:pic>
      <p:sp>
        <p:nvSpPr>
          <p:cNvPr id="5" name="Google Shape;62;p29">
            <a:extLst>
              <a:ext uri="{FF2B5EF4-FFF2-40B4-BE49-F238E27FC236}">
                <a16:creationId xmlns:a16="http://schemas.microsoft.com/office/drawing/2014/main" id="{AB337D6E-8449-CC57-E216-03FFF7FCAE69}"/>
              </a:ext>
            </a:extLst>
          </p:cNvPr>
          <p:cNvSpPr txBox="1">
            <a:spLocks noGrp="1"/>
          </p:cNvSpPr>
          <p:nvPr>
            <p:ph type="title"/>
          </p:nvPr>
        </p:nvSpPr>
        <p:spPr>
          <a:xfrm>
            <a:off x="-10160" y="229878"/>
            <a:ext cx="16276320" cy="687244"/>
          </a:xfrm>
          <a:prstGeom prst="rect">
            <a:avLst/>
          </a:prstGeom>
          <a:noFill/>
          <a:ln>
            <a:noFill/>
          </a:ln>
        </p:spPr>
        <p:txBody>
          <a:bodyPr spcFirstLastPara="1" wrap="square" lIns="91425" tIns="45700" rIns="91425" bIns="45700" anchor="ctr" anchorCtr="0">
            <a:normAutofit/>
          </a:bodyPr>
          <a:lstStyle>
            <a:lvl1pPr marL="0" lvl="0" indent="0" algn="ctr">
              <a:lnSpc>
                <a:spcPct val="90000"/>
              </a:lnSpc>
              <a:spcBef>
                <a:spcPts val="0"/>
              </a:spcBef>
              <a:spcAft>
                <a:spcPts val="0"/>
              </a:spcAft>
              <a:buSzPts val="4400"/>
              <a:buFont typeface="Arial" panose="020B0604020202020204" pitchFamily="34" charset="0"/>
              <a:buNone/>
              <a:defRPr sz="2800" b="1">
                <a:solidFill>
                  <a:schemeClr val="tx1">
                    <a:lumMod val="75000"/>
                    <a:lumOff val="25000"/>
                  </a:schemeClr>
                </a:solidFill>
                <a:latin typeface="Open Sans"/>
                <a:ea typeface="Open Sans"/>
                <a:cs typeface="Open Sans"/>
                <a:sym typeface="Open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75544981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Bullet_Content_Slide">
    <p:spTree>
      <p:nvGrpSpPr>
        <p:cNvPr id="1" name=""/>
        <p:cNvGrpSpPr/>
        <p:nvPr/>
      </p:nvGrpSpPr>
      <p:grpSpPr>
        <a:xfrm>
          <a:off x="0" y="0"/>
          <a:ext cx="0" cy="0"/>
          <a:chOff x="0" y="0"/>
          <a:chExt cx="0" cy="0"/>
        </a:xfrm>
      </p:grpSpPr>
      <p:pic>
        <p:nvPicPr>
          <p:cNvPr id="3" name="Google Shape;60;p29">
            <a:extLst>
              <a:ext uri="{FF2B5EF4-FFF2-40B4-BE49-F238E27FC236}">
                <a16:creationId xmlns:a16="http://schemas.microsoft.com/office/drawing/2014/main" id="{F32A8D92-D03F-CBD0-6218-23FF67B0B49F}"/>
              </a:ext>
            </a:extLst>
          </p:cNvPr>
          <p:cNvPicPr preferRelativeResize="0"/>
          <p:nvPr userDrawn="1"/>
        </p:nvPicPr>
        <p:blipFill>
          <a:blip r:embed="rId2"/>
          <a:srcRect/>
          <a:stretch/>
        </p:blipFill>
        <p:spPr>
          <a:xfrm>
            <a:off x="0" y="0"/>
            <a:ext cx="16255999" cy="9143999"/>
          </a:xfrm>
          <a:prstGeom prst="rect">
            <a:avLst/>
          </a:prstGeom>
          <a:noFill/>
          <a:ln>
            <a:noFill/>
          </a:ln>
        </p:spPr>
      </p:pic>
      <p:sp>
        <p:nvSpPr>
          <p:cNvPr id="15" name="Google Shape;73;p29">
            <a:extLst>
              <a:ext uri="{FF2B5EF4-FFF2-40B4-BE49-F238E27FC236}">
                <a16:creationId xmlns:a16="http://schemas.microsoft.com/office/drawing/2014/main" id="{E6FEAC37-04A1-A80A-3380-E02111EDE62B}"/>
              </a:ext>
            </a:extLst>
          </p:cNvPr>
          <p:cNvSpPr txBox="1">
            <a:spLocks noGrp="1"/>
          </p:cNvSpPr>
          <p:nvPr>
            <p:ph type="body" idx="10"/>
          </p:nvPr>
        </p:nvSpPr>
        <p:spPr>
          <a:xfrm>
            <a:off x="1291857" y="1512833"/>
            <a:ext cx="13696999" cy="903776"/>
          </a:xfrm>
          <a:prstGeom prst="rect">
            <a:avLst/>
          </a:prstGeom>
          <a:noFill/>
          <a:ln>
            <a:noFill/>
          </a:ln>
        </p:spPr>
        <p:txBody>
          <a:bodyPr spcFirstLastPara="1" vert="horz" wrap="square" lIns="91425" tIns="0" rIns="91425" bIns="0" rtlCol="0" anchor="t" anchorCtr="0">
            <a:normAutofit/>
          </a:bodyPr>
          <a:lstStyle>
            <a:lvl1pPr marL="0" indent="0">
              <a:buFont typeface="Arial" panose="020B0604020202020204" pitchFamily="34" charset="0"/>
              <a:buNone/>
              <a:defRPr dirty="0">
                <a:solidFill>
                  <a:schemeClr val="tx1">
                    <a:lumMod val="75000"/>
                    <a:lumOff val="25000"/>
                  </a:schemeClr>
                </a:solidFill>
                <a:latin typeface="Open Sans"/>
                <a:ea typeface="Open Sans"/>
                <a:cs typeface="Open Sans"/>
              </a:defRPr>
            </a:lvl1pPr>
          </a:lstStyle>
          <a:p>
            <a:pPr marL="228600" lvl="0" indent="-228600">
              <a:lnSpc>
                <a:spcPct val="115000"/>
              </a:lnSpc>
              <a:spcBef>
                <a:spcPts val="0"/>
              </a:spcBef>
              <a:spcAft>
                <a:spcPts val="0"/>
              </a:spcAft>
              <a:buSzPts val="2800"/>
            </a:pPr>
            <a:endParaRPr/>
          </a:p>
        </p:txBody>
      </p:sp>
      <p:pic>
        <p:nvPicPr>
          <p:cNvPr id="2" name="Picture 1" descr="A picture containing colorfulness, pattern, rectangle, screenshot&#10;&#10;Description automatically generated">
            <a:extLst>
              <a:ext uri="{FF2B5EF4-FFF2-40B4-BE49-F238E27FC236}">
                <a16:creationId xmlns:a16="http://schemas.microsoft.com/office/drawing/2014/main" id="{CE904573-2F71-0E73-120D-C3CFB365EE25}"/>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6566008" y="897196"/>
            <a:ext cx="1219478" cy="7291461"/>
          </a:xfrm>
          <a:prstGeom prst="rect">
            <a:avLst/>
          </a:prstGeom>
        </p:spPr>
      </p:pic>
      <p:sp>
        <p:nvSpPr>
          <p:cNvPr id="6" name="Text Placeholder 4">
            <a:extLst>
              <a:ext uri="{FF2B5EF4-FFF2-40B4-BE49-F238E27FC236}">
                <a16:creationId xmlns:a16="http://schemas.microsoft.com/office/drawing/2014/main" id="{F3E84CA6-4EC8-7CAF-7B14-1E891A95D9DF}"/>
              </a:ext>
            </a:extLst>
          </p:cNvPr>
          <p:cNvSpPr>
            <a:spLocks noGrp="1"/>
          </p:cNvSpPr>
          <p:nvPr>
            <p:ph type="body" sz="quarter" idx="13"/>
          </p:nvPr>
        </p:nvSpPr>
        <p:spPr>
          <a:xfrm>
            <a:off x="1285825" y="2612636"/>
            <a:ext cx="13697000" cy="5517901"/>
          </a:xfrm>
        </p:spPr>
        <p:txBody>
          <a:bodyPr/>
          <a:lstStyle>
            <a:lvl1pPr marL="0" indent="0">
              <a:buNone/>
              <a:defRPr>
                <a:solidFill>
                  <a:schemeClr val="tx1">
                    <a:lumMod val="75000"/>
                    <a:lumOff val="25000"/>
                  </a:schemeClr>
                </a:solidFill>
              </a:defRPr>
            </a:lvl1pPr>
            <a:lvl2pPr>
              <a:defRPr>
                <a:solidFill>
                  <a:schemeClr val="tx1">
                    <a:lumMod val="75000"/>
                    <a:lumOff val="25000"/>
                  </a:schemeClr>
                </a:solidFill>
              </a:defRPr>
            </a:lvl2pPr>
            <a:lvl3pPr marL="1143000" indent="-228600">
              <a:buFont typeface="Courier New" panose="02070309020205020404" pitchFamily="49" charset="0"/>
              <a:buChar char="o"/>
              <a:defRPr>
                <a:solidFill>
                  <a:schemeClr val="tx1">
                    <a:lumMod val="75000"/>
                    <a:lumOff val="25000"/>
                  </a:schemeClr>
                </a:solidFill>
              </a:defRPr>
            </a:lvl3pPr>
          </a:lstStyle>
          <a:p>
            <a:pPr lvl="0"/>
            <a:r>
              <a:rPr lang="en-US"/>
              <a:t>Click to edit Master text styles</a:t>
            </a:r>
          </a:p>
          <a:p>
            <a:pPr lvl="1"/>
            <a:r>
              <a:rPr lang="en-US"/>
              <a:t>Second level</a:t>
            </a:r>
          </a:p>
          <a:p>
            <a:pPr lvl="2"/>
            <a:r>
              <a:rPr lang="en-US"/>
              <a:t>Third level</a:t>
            </a:r>
          </a:p>
        </p:txBody>
      </p:sp>
      <p:sp>
        <p:nvSpPr>
          <p:cNvPr id="7" name="Google Shape;62;p29">
            <a:extLst>
              <a:ext uri="{FF2B5EF4-FFF2-40B4-BE49-F238E27FC236}">
                <a16:creationId xmlns:a16="http://schemas.microsoft.com/office/drawing/2014/main" id="{AC975B08-1151-8CCE-4012-72257845E88A}"/>
              </a:ext>
            </a:extLst>
          </p:cNvPr>
          <p:cNvSpPr txBox="1">
            <a:spLocks noGrp="1"/>
          </p:cNvSpPr>
          <p:nvPr>
            <p:ph type="title"/>
          </p:nvPr>
        </p:nvSpPr>
        <p:spPr>
          <a:xfrm>
            <a:off x="-10160" y="229878"/>
            <a:ext cx="16276320" cy="687244"/>
          </a:xfrm>
          <a:prstGeom prst="rect">
            <a:avLst/>
          </a:prstGeom>
          <a:noFill/>
          <a:ln>
            <a:noFill/>
          </a:ln>
        </p:spPr>
        <p:txBody>
          <a:bodyPr spcFirstLastPara="1" wrap="square" lIns="91425" tIns="45700" rIns="91425" bIns="45700" anchor="ctr" anchorCtr="0">
            <a:normAutofit/>
          </a:bodyPr>
          <a:lstStyle>
            <a:lvl1pPr marL="0" lvl="0" indent="0" algn="ctr">
              <a:lnSpc>
                <a:spcPct val="90000"/>
              </a:lnSpc>
              <a:spcBef>
                <a:spcPts val="0"/>
              </a:spcBef>
              <a:spcAft>
                <a:spcPts val="0"/>
              </a:spcAft>
              <a:buSzPts val="4400"/>
              <a:buFont typeface="Arial" panose="020B0604020202020204" pitchFamily="34" charset="0"/>
              <a:buNone/>
              <a:defRPr sz="2800" b="1">
                <a:solidFill>
                  <a:schemeClr val="tx1">
                    <a:lumMod val="75000"/>
                    <a:lumOff val="25000"/>
                  </a:schemeClr>
                </a:solidFill>
                <a:latin typeface="Open Sans"/>
                <a:ea typeface="Open Sans"/>
                <a:cs typeface="Open Sans"/>
                <a:sym typeface="Open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72303080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Knowledge Check " preserve="1">
  <p:cSld name="Knowledge Check ">
    <p:spTree>
      <p:nvGrpSpPr>
        <p:cNvPr id="1" name="Shape 74"/>
        <p:cNvGrpSpPr/>
        <p:nvPr/>
      </p:nvGrpSpPr>
      <p:grpSpPr>
        <a:xfrm>
          <a:off x="0" y="0"/>
          <a:ext cx="0" cy="0"/>
          <a:chOff x="0" y="0"/>
          <a:chExt cx="0" cy="0"/>
        </a:xfrm>
      </p:grpSpPr>
      <p:pic>
        <p:nvPicPr>
          <p:cNvPr id="2" name="Google Shape;75;p30">
            <a:extLst>
              <a:ext uri="{FF2B5EF4-FFF2-40B4-BE49-F238E27FC236}">
                <a16:creationId xmlns:a16="http://schemas.microsoft.com/office/drawing/2014/main" id="{DBF002C0-AEB4-C534-B92D-91D67E6C1306}"/>
              </a:ext>
            </a:extLst>
          </p:cNvPr>
          <p:cNvPicPr preferRelativeResize="0"/>
          <p:nvPr userDrawn="1"/>
        </p:nvPicPr>
        <p:blipFill>
          <a:blip r:embed="rId2"/>
          <a:srcRect/>
          <a:stretch/>
        </p:blipFill>
        <p:spPr>
          <a:xfrm>
            <a:off x="0" y="0"/>
            <a:ext cx="16255998" cy="9143998"/>
          </a:xfrm>
          <a:prstGeom prst="rect">
            <a:avLst/>
          </a:prstGeom>
          <a:noFill/>
          <a:ln>
            <a:noFill/>
          </a:ln>
        </p:spPr>
      </p:pic>
      <p:pic>
        <p:nvPicPr>
          <p:cNvPr id="4" name="Picture 3" descr="A picture containing arrow&#10;&#10;Description automatically generated">
            <a:extLst>
              <a:ext uri="{FF2B5EF4-FFF2-40B4-BE49-F238E27FC236}">
                <a16:creationId xmlns:a16="http://schemas.microsoft.com/office/drawing/2014/main" id="{72D68FFF-4E46-2E6B-67FA-3692374CF001}"/>
              </a:ext>
            </a:extLst>
          </p:cNvPr>
          <p:cNvPicPr>
            <a:picLocks noChangeAspect="1"/>
          </p:cNvPicPr>
          <p:nvPr userDrawn="1"/>
        </p:nvPicPr>
        <p:blipFill>
          <a:blip r:embed="rId3"/>
          <a:stretch>
            <a:fillRect/>
          </a:stretch>
        </p:blipFill>
        <p:spPr>
          <a:xfrm>
            <a:off x="0" y="0"/>
            <a:ext cx="16256000" cy="9144000"/>
          </a:xfrm>
          <a:prstGeom prst="rect">
            <a:avLst/>
          </a:prstGeom>
        </p:spPr>
      </p:pic>
      <p:sp>
        <p:nvSpPr>
          <p:cNvPr id="3" name="Google Shape;77;p30">
            <a:extLst>
              <a:ext uri="{FF2B5EF4-FFF2-40B4-BE49-F238E27FC236}">
                <a16:creationId xmlns:a16="http://schemas.microsoft.com/office/drawing/2014/main" id="{6A084776-D363-88F2-5A8F-FF2A63DFFD9D}"/>
              </a:ext>
            </a:extLst>
          </p:cNvPr>
          <p:cNvSpPr/>
          <p:nvPr userDrawn="1"/>
        </p:nvSpPr>
        <p:spPr>
          <a:xfrm>
            <a:off x="8955907" y="4356557"/>
            <a:ext cx="4819925" cy="430887"/>
          </a:xfrm>
          <a:prstGeom prst="rect">
            <a:avLst/>
          </a:prstGeom>
          <a:noFill/>
          <a:ln>
            <a:noFill/>
          </a:ln>
        </p:spPr>
        <p:txBody>
          <a:bodyPr spcFirstLastPara="1" wrap="square" lIns="91425" tIns="0" rIns="91425" bIns="0" anchor="t" anchorCtr="0">
            <a:spAutoFit/>
          </a:bodyPr>
          <a:lstStyle/>
          <a:p>
            <a:pPr marL="0" marR="0" lvl="0" indent="0" algn="ctr" rtl="0">
              <a:lnSpc>
                <a:spcPct val="100000"/>
              </a:lnSpc>
              <a:spcBef>
                <a:spcPts val="0"/>
              </a:spcBef>
              <a:spcAft>
                <a:spcPts val="0"/>
              </a:spcAft>
              <a:buClr>
                <a:srgbClr val="000000"/>
              </a:buClr>
              <a:buSzPts val="2800"/>
              <a:buFont typeface="Arial" panose="020B0604020202020204" pitchFamily="34" charset="0"/>
              <a:buNone/>
            </a:pPr>
            <a:r>
              <a:rPr lang="en-US" sz="2800" b="1" i="0" u="none" strike="noStrike" cap="none" dirty="0">
                <a:solidFill>
                  <a:schemeClr val="tx1">
                    <a:lumMod val="75000"/>
                    <a:lumOff val="25000"/>
                  </a:schemeClr>
                </a:solidFill>
                <a:latin typeface="Open Sans"/>
                <a:ea typeface="Open Sans"/>
                <a:cs typeface="Open Sans"/>
                <a:sym typeface="Open Sans"/>
              </a:rPr>
              <a:t>Knowledge Check</a:t>
            </a:r>
            <a:endParaRPr sz="1400" b="0" i="0" u="none" strike="noStrike" cap="none" dirty="0">
              <a:solidFill>
                <a:schemeClr val="tx1">
                  <a:lumMod val="75000"/>
                  <a:lumOff val="25000"/>
                </a:schemeClr>
              </a:solidFill>
              <a:latin typeface="Arial"/>
              <a:ea typeface="Arial"/>
              <a:cs typeface="Arial"/>
              <a:sym typeface="Arial"/>
            </a:endParaRPr>
          </a:p>
        </p:txBody>
      </p:sp>
    </p:spTree>
    <p:extLst>
      <p:ext uri="{BB962C8B-B14F-4D97-AF65-F5344CB8AC3E}">
        <p14:creationId xmlns:p14="http://schemas.microsoft.com/office/powerpoint/2010/main" val="394554007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Question">
    <p:spTree>
      <p:nvGrpSpPr>
        <p:cNvPr id="1" name=""/>
        <p:cNvGrpSpPr/>
        <p:nvPr/>
      </p:nvGrpSpPr>
      <p:grpSpPr>
        <a:xfrm>
          <a:off x="0" y="0"/>
          <a:ext cx="0" cy="0"/>
          <a:chOff x="0" y="0"/>
          <a:chExt cx="0" cy="0"/>
        </a:xfrm>
      </p:grpSpPr>
      <p:pic>
        <p:nvPicPr>
          <p:cNvPr id="3" name="BG">
            <a:extLst>
              <a:ext uri="{FF2B5EF4-FFF2-40B4-BE49-F238E27FC236}">
                <a16:creationId xmlns:a16="http://schemas.microsoft.com/office/drawing/2014/main" id="{2CCF119B-BE71-CB96-2E2D-4D70E3379D0F}"/>
              </a:ext>
            </a:extLst>
          </p:cNvPr>
          <p:cNvPicPr preferRelativeResize="0"/>
          <p:nvPr userDrawn="1"/>
        </p:nvPicPr>
        <p:blipFill>
          <a:blip r:embed="rId2"/>
          <a:srcRect/>
          <a:stretch/>
        </p:blipFill>
        <p:spPr>
          <a:xfrm>
            <a:off x="1" y="1"/>
            <a:ext cx="16255999" cy="9143999"/>
          </a:xfrm>
          <a:prstGeom prst="rect">
            <a:avLst/>
          </a:prstGeom>
          <a:noFill/>
          <a:ln>
            <a:noFill/>
          </a:ln>
        </p:spPr>
      </p:pic>
      <p:sp>
        <p:nvSpPr>
          <p:cNvPr id="4" name="Box">
            <a:extLst>
              <a:ext uri="{FF2B5EF4-FFF2-40B4-BE49-F238E27FC236}">
                <a16:creationId xmlns:a16="http://schemas.microsoft.com/office/drawing/2014/main" id="{E7B51B66-9EEF-5EF8-EAC3-1AA2FA35C688}"/>
              </a:ext>
            </a:extLst>
          </p:cNvPr>
          <p:cNvSpPr/>
          <p:nvPr userDrawn="1"/>
        </p:nvSpPr>
        <p:spPr>
          <a:xfrm>
            <a:off x="1281113" y="584654"/>
            <a:ext cx="1685902" cy="1438275"/>
          </a:xfrm>
          <a:prstGeom prst="rect">
            <a:avLst/>
          </a:prstGeom>
          <a:solidFill>
            <a:srgbClr val="3D9CD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KT_Text">
            <a:extLst>
              <a:ext uri="{FF2B5EF4-FFF2-40B4-BE49-F238E27FC236}">
                <a16:creationId xmlns:a16="http://schemas.microsoft.com/office/drawing/2014/main" id="{9E09D2CD-8815-6873-76A0-750613A9B008}"/>
              </a:ext>
            </a:extLst>
          </p:cNvPr>
          <p:cNvSpPr txBox="1"/>
          <p:nvPr userDrawn="1"/>
        </p:nvSpPr>
        <p:spPr>
          <a:xfrm>
            <a:off x="1280469" y="732325"/>
            <a:ext cx="1698904" cy="461665"/>
          </a:xfrm>
          <a:prstGeom prst="rect">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r>
              <a:rPr lang="en-US" sz="2000" b="1" i="0" u="none" strike="noStrike" cap="none">
                <a:solidFill>
                  <a:srgbClr val="FFFFFF"/>
                </a:solidFill>
                <a:latin typeface="Open Sans"/>
                <a:ea typeface="Open Sans"/>
                <a:cs typeface="Open Sans"/>
                <a:sym typeface="Open Sans"/>
              </a:rPr>
              <a:t>Knowledge Check</a:t>
            </a:r>
            <a:endParaRPr sz="2000" b="1" i="0" u="none" strike="noStrike" cap="none">
              <a:solidFill>
                <a:srgbClr val="FFFFFF"/>
              </a:solidFill>
              <a:latin typeface="Open Sans"/>
              <a:ea typeface="Open Sans"/>
              <a:cs typeface="Open Sans"/>
              <a:sym typeface="Open Sans"/>
            </a:endParaRPr>
          </a:p>
        </p:txBody>
      </p:sp>
      <p:sp>
        <p:nvSpPr>
          <p:cNvPr id="6" name="Rec_Box">
            <a:extLst>
              <a:ext uri="{FF2B5EF4-FFF2-40B4-BE49-F238E27FC236}">
                <a16:creationId xmlns:a16="http://schemas.microsoft.com/office/drawing/2014/main" id="{0E9A9157-9B5D-B020-50FD-5C124440F36A}"/>
              </a:ext>
            </a:extLst>
          </p:cNvPr>
          <p:cNvSpPr/>
          <p:nvPr userDrawn="1"/>
        </p:nvSpPr>
        <p:spPr>
          <a:xfrm>
            <a:off x="1275907" y="580480"/>
            <a:ext cx="14093455" cy="1446622"/>
          </a:xfrm>
          <a:prstGeom prst="rect">
            <a:avLst/>
          </a:prstGeom>
          <a:noFill/>
          <a:ln w="12700">
            <a:solidFill>
              <a:srgbClr val="3D9C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A">
            <a:extLst>
              <a:ext uri="{FF2B5EF4-FFF2-40B4-BE49-F238E27FC236}">
                <a16:creationId xmlns:a16="http://schemas.microsoft.com/office/drawing/2014/main" id="{FDF40B25-39B3-30ED-29BE-9F1AD527FCEE}"/>
              </a:ext>
            </a:extLst>
          </p:cNvPr>
          <p:cNvSpPr txBox="1"/>
          <p:nvPr userDrawn="1"/>
        </p:nvSpPr>
        <p:spPr>
          <a:xfrm>
            <a:off x="1708922" y="2698180"/>
            <a:ext cx="465463" cy="421719"/>
          </a:xfrm>
          <a:prstGeom prst="rect">
            <a:avLst/>
          </a:prstGeom>
        </p:spPr>
        <p:txBody>
          <a:bodyPr vert="horz" lIns="91440" tIns="45720" rIns="91440" bIns="45720" rtlCol="0" anchor="ctr">
            <a:normAutofit/>
          </a:bodyPr>
          <a:lstStyle>
            <a:lvl1pPr lvl="0" indent="0" defTabSz="914400">
              <a:lnSpc>
                <a:spcPct val="114000"/>
              </a:lnSpc>
              <a:spcBef>
                <a:spcPts val="0"/>
              </a:spcBef>
              <a:buFont typeface="Arial" panose="020B0604020202020204" pitchFamily="34" charset="0"/>
              <a:buNone/>
              <a:defRPr lang="en-GB" sz="20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1pPr>
            <a:lvl2pPr indent="0" defTabSz="914400">
              <a:lnSpc>
                <a:spcPct val="114000"/>
              </a:lnSpc>
              <a:spcBef>
                <a:spcPts val="500"/>
              </a:spcBef>
              <a:buFont typeface="Arial" panose="020B0604020202020204" pitchFamily="34" charset="0"/>
              <a:buNone/>
              <a:defRPr lang="en-GB"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2pPr>
            <a:lvl3pPr indent="0" defTabSz="914400">
              <a:lnSpc>
                <a:spcPct val="114000"/>
              </a:lnSpc>
              <a:spcBef>
                <a:spcPts val="500"/>
              </a:spcBef>
              <a:buFont typeface="Arial" panose="020B0604020202020204" pitchFamily="34" charset="0"/>
              <a:buNone/>
              <a:defRPr lang="en-GB"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3pPr>
            <a:lvl4pPr indent="0" defTabSz="914400">
              <a:lnSpc>
                <a:spcPct val="90000"/>
              </a:lnSpc>
              <a:spcBef>
                <a:spcPts val="500"/>
              </a:spcBef>
              <a:buFont typeface="Arial" panose="020B0604020202020204" pitchFamily="34" charset="0"/>
              <a:buNone/>
            </a:lvl4pPr>
            <a:lvl5pPr indent="0" defTabSz="914400">
              <a:lnSpc>
                <a:spcPct val="90000"/>
              </a:lnSpc>
              <a:spcBef>
                <a:spcPts val="500"/>
              </a:spcBef>
              <a:buFont typeface="Arial" panose="020B0604020202020204" pitchFamily="34" charset="0"/>
              <a:buNone/>
            </a:lvl5pPr>
            <a:lvl6pPr marL="2514600" indent="-228600" defTabSz="914400">
              <a:lnSpc>
                <a:spcPct val="90000"/>
              </a:lnSpc>
              <a:spcBef>
                <a:spcPts val="500"/>
              </a:spcBef>
              <a:buFont typeface="Arial" panose="020B0604020202020204" pitchFamily="34" charset="0"/>
              <a:buChar char="•"/>
            </a:lvl6pPr>
            <a:lvl7pPr marL="2971800" indent="-228600" defTabSz="914400">
              <a:lnSpc>
                <a:spcPct val="90000"/>
              </a:lnSpc>
              <a:spcBef>
                <a:spcPts val="500"/>
              </a:spcBef>
              <a:buFont typeface="Arial" panose="020B0604020202020204" pitchFamily="34" charset="0"/>
              <a:buChar char="•"/>
            </a:lvl7pPr>
            <a:lvl8pPr marL="3429000" indent="-228600" defTabSz="914400">
              <a:lnSpc>
                <a:spcPct val="90000"/>
              </a:lnSpc>
              <a:spcBef>
                <a:spcPts val="500"/>
              </a:spcBef>
              <a:buFont typeface="Arial" panose="020B0604020202020204" pitchFamily="34" charset="0"/>
              <a:buChar char="•"/>
            </a:lvl8pPr>
            <a:lvl9pPr marL="3886200" indent="-228600" defTabSz="914400">
              <a:lnSpc>
                <a:spcPct val="90000"/>
              </a:lnSpc>
              <a:spcBef>
                <a:spcPts val="500"/>
              </a:spcBef>
              <a:buFont typeface="Arial" panose="020B0604020202020204" pitchFamily="34" charset="0"/>
              <a:buChar char="•"/>
            </a:lvl9pPr>
          </a:lstStyle>
          <a:p>
            <a:pPr lvl="0" algn="ctr"/>
            <a:r>
              <a:rPr lang="en-US">
                <a:solidFill>
                  <a:schemeClr val="tx1">
                    <a:lumMod val="75000"/>
                    <a:lumOff val="25000"/>
                  </a:schemeClr>
                </a:solidFill>
              </a:rPr>
              <a:t>A.</a:t>
            </a:r>
          </a:p>
        </p:txBody>
      </p:sp>
      <p:sp>
        <p:nvSpPr>
          <p:cNvPr id="8" name="Opt_A">
            <a:extLst>
              <a:ext uri="{FF2B5EF4-FFF2-40B4-BE49-F238E27FC236}">
                <a16:creationId xmlns:a16="http://schemas.microsoft.com/office/drawing/2014/main" id="{2FFD20E1-904E-7B1C-E7A2-1A99877EE0D7}"/>
              </a:ext>
            </a:extLst>
          </p:cNvPr>
          <p:cNvSpPr>
            <a:spLocks noGrp="1"/>
          </p:cNvSpPr>
          <p:nvPr>
            <p:ph type="body" sz="quarter" idx="12" hasCustomPrompt="1"/>
          </p:nvPr>
        </p:nvSpPr>
        <p:spPr>
          <a:xfrm>
            <a:off x="2330450" y="2698180"/>
            <a:ext cx="11250613" cy="836613"/>
          </a:xfrm>
        </p:spPr>
        <p:txBody>
          <a:bodyPr anchor="t">
            <a:normAutofit/>
          </a:bodyPr>
          <a:lstStyle>
            <a:lvl1pPr marL="0" indent="0">
              <a:lnSpc>
                <a:spcPct val="114000"/>
              </a:lnSpc>
              <a:spcBef>
                <a:spcPts val="0"/>
              </a:spcBef>
              <a:buNone/>
              <a:defRPr sz="2000">
                <a:solidFill>
                  <a:schemeClr val="tx1">
                    <a:lumMod val="75000"/>
                    <a:lumOff val="25000"/>
                  </a:schemeClr>
                </a:solidFill>
              </a:defRPr>
            </a:lvl1pPr>
            <a:lvl2pPr marL="457200" indent="0">
              <a:buNone/>
              <a:defRPr/>
            </a:lvl2pPr>
            <a:lvl3pPr marL="914400" indent="0">
              <a:buNone/>
              <a:defRPr/>
            </a:lvl3pPr>
            <a:lvl4pPr marL="1371600" indent="0">
              <a:buNone/>
              <a:defRPr/>
            </a:lvl4pPr>
            <a:lvl5pPr marL="1828800" indent="0">
              <a:buNone/>
              <a:defRPr/>
            </a:lvl5pPr>
          </a:lstStyle>
          <a:p>
            <a:pPr lvl="0"/>
            <a:r>
              <a:rPr lang="en-GB"/>
              <a:t>Click to add text</a:t>
            </a:r>
            <a:endParaRPr lang="en-US"/>
          </a:p>
        </p:txBody>
      </p:sp>
      <p:sp>
        <p:nvSpPr>
          <p:cNvPr id="9" name="B">
            <a:extLst>
              <a:ext uri="{FF2B5EF4-FFF2-40B4-BE49-F238E27FC236}">
                <a16:creationId xmlns:a16="http://schemas.microsoft.com/office/drawing/2014/main" id="{DB253624-90B8-4C2B-CA21-11904E51AA4D}"/>
              </a:ext>
            </a:extLst>
          </p:cNvPr>
          <p:cNvSpPr txBox="1"/>
          <p:nvPr userDrawn="1"/>
        </p:nvSpPr>
        <p:spPr>
          <a:xfrm>
            <a:off x="1713038" y="3629064"/>
            <a:ext cx="465463" cy="421719"/>
          </a:xfrm>
          <a:prstGeom prst="rect">
            <a:avLst/>
          </a:prstGeom>
        </p:spPr>
        <p:txBody>
          <a:bodyPr vert="horz" lIns="91440" tIns="45720" rIns="91440" bIns="45720" rtlCol="0" anchor="ctr">
            <a:normAutofit/>
          </a:bodyPr>
          <a:lstStyle>
            <a:lvl1pPr lvl="0" indent="0" defTabSz="914400">
              <a:lnSpc>
                <a:spcPct val="114000"/>
              </a:lnSpc>
              <a:spcBef>
                <a:spcPts val="0"/>
              </a:spcBef>
              <a:buFont typeface="Arial" panose="020B0604020202020204" pitchFamily="34" charset="0"/>
              <a:buNone/>
              <a:defRPr lang="en-GB" sz="20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1pPr>
            <a:lvl2pPr indent="0" defTabSz="914400">
              <a:lnSpc>
                <a:spcPct val="114000"/>
              </a:lnSpc>
              <a:spcBef>
                <a:spcPts val="500"/>
              </a:spcBef>
              <a:buFont typeface="Arial" panose="020B0604020202020204" pitchFamily="34" charset="0"/>
              <a:buNone/>
              <a:defRPr lang="en-GB"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2pPr>
            <a:lvl3pPr indent="0" defTabSz="914400">
              <a:lnSpc>
                <a:spcPct val="114000"/>
              </a:lnSpc>
              <a:spcBef>
                <a:spcPts val="500"/>
              </a:spcBef>
              <a:buFont typeface="Arial" panose="020B0604020202020204" pitchFamily="34" charset="0"/>
              <a:buNone/>
              <a:defRPr lang="en-GB"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3pPr>
            <a:lvl4pPr indent="0" defTabSz="914400">
              <a:lnSpc>
                <a:spcPct val="90000"/>
              </a:lnSpc>
              <a:spcBef>
                <a:spcPts val="500"/>
              </a:spcBef>
              <a:buFont typeface="Arial" panose="020B0604020202020204" pitchFamily="34" charset="0"/>
              <a:buNone/>
            </a:lvl4pPr>
            <a:lvl5pPr indent="0" defTabSz="914400">
              <a:lnSpc>
                <a:spcPct val="90000"/>
              </a:lnSpc>
              <a:spcBef>
                <a:spcPts val="500"/>
              </a:spcBef>
              <a:buFont typeface="Arial" panose="020B0604020202020204" pitchFamily="34" charset="0"/>
              <a:buNone/>
            </a:lvl5pPr>
            <a:lvl6pPr marL="2514600" indent="-228600" defTabSz="914400">
              <a:lnSpc>
                <a:spcPct val="90000"/>
              </a:lnSpc>
              <a:spcBef>
                <a:spcPts val="500"/>
              </a:spcBef>
              <a:buFont typeface="Arial" panose="020B0604020202020204" pitchFamily="34" charset="0"/>
              <a:buChar char="•"/>
            </a:lvl6pPr>
            <a:lvl7pPr marL="2971800" indent="-228600" defTabSz="914400">
              <a:lnSpc>
                <a:spcPct val="90000"/>
              </a:lnSpc>
              <a:spcBef>
                <a:spcPts val="500"/>
              </a:spcBef>
              <a:buFont typeface="Arial" panose="020B0604020202020204" pitchFamily="34" charset="0"/>
              <a:buChar char="•"/>
            </a:lvl7pPr>
            <a:lvl8pPr marL="3429000" indent="-228600" defTabSz="914400">
              <a:lnSpc>
                <a:spcPct val="90000"/>
              </a:lnSpc>
              <a:spcBef>
                <a:spcPts val="500"/>
              </a:spcBef>
              <a:buFont typeface="Arial" panose="020B0604020202020204" pitchFamily="34" charset="0"/>
              <a:buChar char="•"/>
            </a:lvl8pPr>
            <a:lvl9pPr marL="3886200" indent="-228600" defTabSz="914400">
              <a:lnSpc>
                <a:spcPct val="90000"/>
              </a:lnSpc>
              <a:spcBef>
                <a:spcPts val="500"/>
              </a:spcBef>
              <a:buFont typeface="Arial" panose="020B0604020202020204" pitchFamily="34" charset="0"/>
              <a:buChar char="•"/>
            </a:lvl9pPr>
          </a:lstStyle>
          <a:p>
            <a:pPr lvl="0" algn="ctr"/>
            <a:r>
              <a:rPr lang="en-US">
                <a:solidFill>
                  <a:schemeClr val="tx1">
                    <a:lumMod val="75000"/>
                    <a:lumOff val="25000"/>
                  </a:schemeClr>
                </a:solidFill>
              </a:rPr>
              <a:t>B.</a:t>
            </a:r>
          </a:p>
        </p:txBody>
      </p:sp>
      <p:sp>
        <p:nvSpPr>
          <p:cNvPr id="10" name="Opt_B">
            <a:extLst>
              <a:ext uri="{FF2B5EF4-FFF2-40B4-BE49-F238E27FC236}">
                <a16:creationId xmlns:a16="http://schemas.microsoft.com/office/drawing/2014/main" id="{497E5D63-1C02-9A8F-6921-B4CF2B94E4A1}"/>
              </a:ext>
            </a:extLst>
          </p:cNvPr>
          <p:cNvSpPr>
            <a:spLocks noGrp="1"/>
          </p:cNvSpPr>
          <p:nvPr>
            <p:ph type="body" sz="quarter" idx="13" hasCustomPrompt="1"/>
          </p:nvPr>
        </p:nvSpPr>
        <p:spPr>
          <a:xfrm>
            <a:off x="2334566" y="3629064"/>
            <a:ext cx="11250613" cy="836613"/>
          </a:xfrm>
        </p:spPr>
        <p:txBody>
          <a:bodyPr anchor="t">
            <a:normAutofit/>
          </a:bodyPr>
          <a:lstStyle>
            <a:lvl1pPr marL="0" indent="0">
              <a:lnSpc>
                <a:spcPct val="114000"/>
              </a:lnSpc>
              <a:spcBef>
                <a:spcPts val="0"/>
              </a:spcBef>
              <a:buNone/>
              <a:defRPr sz="2000">
                <a:solidFill>
                  <a:schemeClr val="tx1">
                    <a:lumMod val="75000"/>
                    <a:lumOff val="25000"/>
                  </a:schemeClr>
                </a:solidFill>
              </a:defRPr>
            </a:lvl1pPr>
            <a:lvl2pPr marL="457200" indent="0">
              <a:buNone/>
              <a:defRPr/>
            </a:lvl2pPr>
            <a:lvl3pPr marL="914400" indent="0">
              <a:buNone/>
              <a:defRPr/>
            </a:lvl3pPr>
            <a:lvl4pPr marL="1371600" indent="0">
              <a:buNone/>
              <a:defRPr/>
            </a:lvl4pPr>
            <a:lvl5pPr marL="1828800" indent="0">
              <a:buNone/>
              <a:defRPr/>
            </a:lvl5pPr>
          </a:lstStyle>
          <a:p>
            <a:pPr lvl="0"/>
            <a:r>
              <a:rPr lang="en-GB"/>
              <a:t>Click to add text</a:t>
            </a:r>
            <a:endParaRPr lang="en-US"/>
          </a:p>
        </p:txBody>
      </p:sp>
      <p:sp>
        <p:nvSpPr>
          <p:cNvPr id="11" name="C">
            <a:extLst>
              <a:ext uri="{FF2B5EF4-FFF2-40B4-BE49-F238E27FC236}">
                <a16:creationId xmlns:a16="http://schemas.microsoft.com/office/drawing/2014/main" id="{92E01BA2-8854-8B22-5E3B-BD48CB6419FD}"/>
              </a:ext>
            </a:extLst>
          </p:cNvPr>
          <p:cNvSpPr txBox="1"/>
          <p:nvPr userDrawn="1"/>
        </p:nvSpPr>
        <p:spPr>
          <a:xfrm>
            <a:off x="1713038" y="4568181"/>
            <a:ext cx="465463" cy="421719"/>
          </a:xfrm>
          <a:prstGeom prst="rect">
            <a:avLst/>
          </a:prstGeom>
        </p:spPr>
        <p:txBody>
          <a:bodyPr vert="horz" lIns="91440" tIns="45720" rIns="91440" bIns="45720" rtlCol="0" anchor="ctr">
            <a:normAutofit/>
          </a:bodyPr>
          <a:lstStyle>
            <a:lvl1pPr lvl="0" indent="0" defTabSz="914400">
              <a:lnSpc>
                <a:spcPct val="114000"/>
              </a:lnSpc>
              <a:spcBef>
                <a:spcPts val="0"/>
              </a:spcBef>
              <a:buFont typeface="Arial" panose="020B0604020202020204" pitchFamily="34" charset="0"/>
              <a:buNone/>
              <a:defRPr lang="en-GB" sz="20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1pPr>
            <a:lvl2pPr indent="0" defTabSz="914400">
              <a:lnSpc>
                <a:spcPct val="114000"/>
              </a:lnSpc>
              <a:spcBef>
                <a:spcPts val="500"/>
              </a:spcBef>
              <a:buFont typeface="Arial" panose="020B0604020202020204" pitchFamily="34" charset="0"/>
              <a:buNone/>
              <a:defRPr lang="en-GB"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2pPr>
            <a:lvl3pPr indent="0" defTabSz="914400">
              <a:lnSpc>
                <a:spcPct val="114000"/>
              </a:lnSpc>
              <a:spcBef>
                <a:spcPts val="500"/>
              </a:spcBef>
              <a:buFont typeface="Arial" panose="020B0604020202020204" pitchFamily="34" charset="0"/>
              <a:buNone/>
              <a:defRPr lang="en-GB"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3pPr>
            <a:lvl4pPr indent="0" defTabSz="914400">
              <a:lnSpc>
                <a:spcPct val="90000"/>
              </a:lnSpc>
              <a:spcBef>
                <a:spcPts val="500"/>
              </a:spcBef>
              <a:buFont typeface="Arial" panose="020B0604020202020204" pitchFamily="34" charset="0"/>
              <a:buNone/>
            </a:lvl4pPr>
            <a:lvl5pPr indent="0" defTabSz="914400">
              <a:lnSpc>
                <a:spcPct val="90000"/>
              </a:lnSpc>
              <a:spcBef>
                <a:spcPts val="500"/>
              </a:spcBef>
              <a:buFont typeface="Arial" panose="020B0604020202020204" pitchFamily="34" charset="0"/>
              <a:buNone/>
            </a:lvl5pPr>
            <a:lvl6pPr marL="2514600" indent="-228600" defTabSz="914400">
              <a:lnSpc>
                <a:spcPct val="90000"/>
              </a:lnSpc>
              <a:spcBef>
                <a:spcPts val="500"/>
              </a:spcBef>
              <a:buFont typeface="Arial" panose="020B0604020202020204" pitchFamily="34" charset="0"/>
              <a:buChar char="•"/>
            </a:lvl6pPr>
            <a:lvl7pPr marL="2971800" indent="-228600" defTabSz="914400">
              <a:lnSpc>
                <a:spcPct val="90000"/>
              </a:lnSpc>
              <a:spcBef>
                <a:spcPts val="500"/>
              </a:spcBef>
              <a:buFont typeface="Arial" panose="020B0604020202020204" pitchFamily="34" charset="0"/>
              <a:buChar char="•"/>
            </a:lvl7pPr>
            <a:lvl8pPr marL="3429000" indent="-228600" defTabSz="914400">
              <a:lnSpc>
                <a:spcPct val="90000"/>
              </a:lnSpc>
              <a:spcBef>
                <a:spcPts val="500"/>
              </a:spcBef>
              <a:buFont typeface="Arial" panose="020B0604020202020204" pitchFamily="34" charset="0"/>
              <a:buChar char="•"/>
            </a:lvl8pPr>
            <a:lvl9pPr marL="3886200" indent="-228600" defTabSz="914400">
              <a:lnSpc>
                <a:spcPct val="90000"/>
              </a:lnSpc>
              <a:spcBef>
                <a:spcPts val="500"/>
              </a:spcBef>
              <a:buFont typeface="Arial" panose="020B0604020202020204" pitchFamily="34" charset="0"/>
              <a:buChar char="•"/>
            </a:lvl9pPr>
          </a:lstStyle>
          <a:p>
            <a:pPr lvl="0" algn="ctr"/>
            <a:r>
              <a:rPr lang="en-US">
                <a:solidFill>
                  <a:schemeClr val="tx1">
                    <a:lumMod val="75000"/>
                    <a:lumOff val="25000"/>
                  </a:schemeClr>
                </a:solidFill>
              </a:rPr>
              <a:t>C.</a:t>
            </a:r>
          </a:p>
        </p:txBody>
      </p:sp>
      <p:sp>
        <p:nvSpPr>
          <p:cNvPr id="12" name="Opt_C">
            <a:extLst>
              <a:ext uri="{FF2B5EF4-FFF2-40B4-BE49-F238E27FC236}">
                <a16:creationId xmlns:a16="http://schemas.microsoft.com/office/drawing/2014/main" id="{231483CE-CEF9-6644-5D62-34D212C6AC67}"/>
              </a:ext>
            </a:extLst>
          </p:cNvPr>
          <p:cNvSpPr>
            <a:spLocks noGrp="1"/>
          </p:cNvSpPr>
          <p:nvPr>
            <p:ph type="body" sz="quarter" idx="14" hasCustomPrompt="1"/>
          </p:nvPr>
        </p:nvSpPr>
        <p:spPr>
          <a:xfrm>
            <a:off x="2334566" y="4568181"/>
            <a:ext cx="11250613" cy="836613"/>
          </a:xfrm>
        </p:spPr>
        <p:txBody>
          <a:bodyPr anchor="t">
            <a:normAutofit/>
          </a:bodyPr>
          <a:lstStyle>
            <a:lvl1pPr marL="0" indent="0">
              <a:lnSpc>
                <a:spcPct val="114000"/>
              </a:lnSpc>
              <a:spcBef>
                <a:spcPts val="0"/>
              </a:spcBef>
              <a:buNone/>
              <a:defRPr sz="2000">
                <a:solidFill>
                  <a:schemeClr val="tx1">
                    <a:lumMod val="75000"/>
                    <a:lumOff val="25000"/>
                  </a:schemeClr>
                </a:solidFill>
              </a:defRPr>
            </a:lvl1pPr>
            <a:lvl2pPr marL="457200" indent="0">
              <a:buNone/>
              <a:defRPr/>
            </a:lvl2pPr>
            <a:lvl3pPr marL="914400" indent="0">
              <a:buNone/>
              <a:defRPr/>
            </a:lvl3pPr>
            <a:lvl4pPr marL="1371600" indent="0">
              <a:buNone/>
              <a:defRPr/>
            </a:lvl4pPr>
            <a:lvl5pPr marL="1828800" indent="0">
              <a:buNone/>
              <a:defRPr/>
            </a:lvl5pPr>
          </a:lstStyle>
          <a:p>
            <a:pPr lvl="0"/>
            <a:r>
              <a:rPr lang="en-GB"/>
              <a:t>Click to add text</a:t>
            </a:r>
            <a:endParaRPr lang="en-US"/>
          </a:p>
        </p:txBody>
      </p:sp>
      <p:sp>
        <p:nvSpPr>
          <p:cNvPr id="13" name="D">
            <a:extLst>
              <a:ext uri="{FF2B5EF4-FFF2-40B4-BE49-F238E27FC236}">
                <a16:creationId xmlns:a16="http://schemas.microsoft.com/office/drawing/2014/main" id="{29F7EC89-820C-671D-8F62-46D0543D5E13}"/>
              </a:ext>
            </a:extLst>
          </p:cNvPr>
          <p:cNvSpPr txBox="1"/>
          <p:nvPr userDrawn="1"/>
        </p:nvSpPr>
        <p:spPr>
          <a:xfrm>
            <a:off x="1717154" y="5511422"/>
            <a:ext cx="465463" cy="421719"/>
          </a:xfrm>
          <a:prstGeom prst="rect">
            <a:avLst/>
          </a:prstGeom>
        </p:spPr>
        <p:txBody>
          <a:bodyPr vert="horz" lIns="91440" tIns="45720" rIns="91440" bIns="45720" rtlCol="0" anchor="ctr">
            <a:normAutofit/>
          </a:bodyPr>
          <a:lstStyle>
            <a:lvl1pPr lvl="0" indent="0" defTabSz="914400">
              <a:lnSpc>
                <a:spcPct val="114000"/>
              </a:lnSpc>
              <a:spcBef>
                <a:spcPts val="0"/>
              </a:spcBef>
              <a:buFont typeface="Arial" panose="020B0604020202020204" pitchFamily="34" charset="0"/>
              <a:buNone/>
              <a:defRPr lang="en-GB" sz="20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1pPr>
            <a:lvl2pPr indent="0" defTabSz="914400">
              <a:lnSpc>
                <a:spcPct val="114000"/>
              </a:lnSpc>
              <a:spcBef>
                <a:spcPts val="500"/>
              </a:spcBef>
              <a:buFont typeface="Arial" panose="020B0604020202020204" pitchFamily="34" charset="0"/>
              <a:buNone/>
              <a:defRPr lang="en-GB"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2pPr>
            <a:lvl3pPr indent="0" defTabSz="914400">
              <a:lnSpc>
                <a:spcPct val="114000"/>
              </a:lnSpc>
              <a:spcBef>
                <a:spcPts val="500"/>
              </a:spcBef>
              <a:buFont typeface="Arial" panose="020B0604020202020204" pitchFamily="34" charset="0"/>
              <a:buNone/>
              <a:defRPr lang="en-GB"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3pPr>
            <a:lvl4pPr indent="0" defTabSz="914400">
              <a:lnSpc>
                <a:spcPct val="90000"/>
              </a:lnSpc>
              <a:spcBef>
                <a:spcPts val="500"/>
              </a:spcBef>
              <a:buFont typeface="Arial" panose="020B0604020202020204" pitchFamily="34" charset="0"/>
              <a:buNone/>
            </a:lvl4pPr>
            <a:lvl5pPr indent="0" defTabSz="914400">
              <a:lnSpc>
                <a:spcPct val="90000"/>
              </a:lnSpc>
              <a:spcBef>
                <a:spcPts val="500"/>
              </a:spcBef>
              <a:buFont typeface="Arial" panose="020B0604020202020204" pitchFamily="34" charset="0"/>
              <a:buNone/>
            </a:lvl5pPr>
            <a:lvl6pPr marL="2514600" indent="-228600" defTabSz="914400">
              <a:lnSpc>
                <a:spcPct val="90000"/>
              </a:lnSpc>
              <a:spcBef>
                <a:spcPts val="500"/>
              </a:spcBef>
              <a:buFont typeface="Arial" panose="020B0604020202020204" pitchFamily="34" charset="0"/>
              <a:buChar char="•"/>
            </a:lvl6pPr>
            <a:lvl7pPr marL="2971800" indent="-228600" defTabSz="914400">
              <a:lnSpc>
                <a:spcPct val="90000"/>
              </a:lnSpc>
              <a:spcBef>
                <a:spcPts val="500"/>
              </a:spcBef>
              <a:buFont typeface="Arial" panose="020B0604020202020204" pitchFamily="34" charset="0"/>
              <a:buChar char="•"/>
            </a:lvl7pPr>
            <a:lvl8pPr marL="3429000" indent="-228600" defTabSz="914400">
              <a:lnSpc>
                <a:spcPct val="90000"/>
              </a:lnSpc>
              <a:spcBef>
                <a:spcPts val="500"/>
              </a:spcBef>
              <a:buFont typeface="Arial" panose="020B0604020202020204" pitchFamily="34" charset="0"/>
              <a:buChar char="•"/>
            </a:lvl8pPr>
            <a:lvl9pPr marL="3886200" indent="-228600" defTabSz="914400">
              <a:lnSpc>
                <a:spcPct val="90000"/>
              </a:lnSpc>
              <a:spcBef>
                <a:spcPts val="500"/>
              </a:spcBef>
              <a:buFont typeface="Arial" panose="020B0604020202020204" pitchFamily="34" charset="0"/>
              <a:buChar char="•"/>
            </a:lvl9pPr>
          </a:lstStyle>
          <a:p>
            <a:pPr lvl="0" algn="ctr"/>
            <a:r>
              <a:rPr lang="en-US">
                <a:solidFill>
                  <a:schemeClr val="tx1">
                    <a:lumMod val="75000"/>
                    <a:lumOff val="25000"/>
                  </a:schemeClr>
                </a:solidFill>
              </a:rPr>
              <a:t>D.</a:t>
            </a:r>
          </a:p>
        </p:txBody>
      </p:sp>
      <p:sp>
        <p:nvSpPr>
          <p:cNvPr id="14" name="Opt_D">
            <a:extLst>
              <a:ext uri="{FF2B5EF4-FFF2-40B4-BE49-F238E27FC236}">
                <a16:creationId xmlns:a16="http://schemas.microsoft.com/office/drawing/2014/main" id="{D10DFBE0-864B-7031-13FD-BF42F6452ABB}"/>
              </a:ext>
            </a:extLst>
          </p:cNvPr>
          <p:cNvSpPr>
            <a:spLocks noGrp="1"/>
          </p:cNvSpPr>
          <p:nvPr>
            <p:ph type="body" sz="quarter" idx="15" hasCustomPrompt="1"/>
          </p:nvPr>
        </p:nvSpPr>
        <p:spPr>
          <a:xfrm>
            <a:off x="2338682" y="5511422"/>
            <a:ext cx="11250613" cy="836613"/>
          </a:xfrm>
        </p:spPr>
        <p:txBody>
          <a:bodyPr anchor="t">
            <a:normAutofit/>
          </a:bodyPr>
          <a:lstStyle>
            <a:lvl1pPr marL="0" indent="0">
              <a:lnSpc>
                <a:spcPct val="114000"/>
              </a:lnSpc>
              <a:spcBef>
                <a:spcPts val="0"/>
              </a:spcBef>
              <a:buNone/>
              <a:defRPr sz="2000">
                <a:solidFill>
                  <a:schemeClr val="tx1">
                    <a:lumMod val="75000"/>
                    <a:lumOff val="25000"/>
                  </a:schemeClr>
                </a:solidFill>
              </a:defRPr>
            </a:lvl1pPr>
            <a:lvl2pPr marL="457200" indent="0">
              <a:buNone/>
              <a:defRPr/>
            </a:lvl2pPr>
            <a:lvl3pPr marL="914400" indent="0">
              <a:buNone/>
              <a:defRPr/>
            </a:lvl3pPr>
            <a:lvl4pPr marL="1371600" indent="0">
              <a:buNone/>
              <a:defRPr/>
            </a:lvl4pPr>
            <a:lvl5pPr marL="1828800" indent="0">
              <a:buNone/>
              <a:defRPr/>
            </a:lvl5pPr>
          </a:lstStyle>
          <a:p>
            <a:pPr lvl="0"/>
            <a:r>
              <a:rPr lang="en-GB"/>
              <a:t>Click to add text</a:t>
            </a:r>
            <a:endParaRPr lang="en-US"/>
          </a:p>
        </p:txBody>
      </p:sp>
      <p:sp>
        <p:nvSpPr>
          <p:cNvPr id="15" name="Q">
            <a:extLst>
              <a:ext uri="{FF2B5EF4-FFF2-40B4-BE49-F238E27FC236}">
                <a16:creationId xmlns:a16="http://schemas.microsoft.com/office/drawing/2014/main" id="{48CDC350-FF9D-82C7-1731-756BBBD2CE0D}"/>
              </a:ext>
            </a:extLst>
          </p:cNvPr>
          <p:cNvSpPr>
            <a:spLocks noGrp="1"/>
          </p:cNvSpPr>
          <p:nvPr>
            <p:ph type="body" sz="quarter" idx="11" hasCustomPrompt="1"/>
          </p:nvPr>
        </p:nvSpPr>
        <p:spPr>
          <a:xfrm>
            <a:off x="2967015" y="580287"/>
            <a:ext cx="12401573" cy="1447009"/>
          </a:xfrm>
        </p:spPr>
        <p:txBody>
          <a:bodyPr anchor="ctr"/>
          <a:lstStyle>
            <a:lvl1pPr marL="0" indent="0">
              <a:lnSpc>
                <a:spcPct val="114000"/>
              </a:lnSpc>
              <a:spcBef>
                <a:spcPts val="0"/>
              </a:spcBef>
              <a:buNone/>
              <a:defRPr b="1">
                <a:solidFill>
                  <a:schemeClr val="tx1">
                    <a:lumMod val="75000"/>
                    <a:lumOff val="25000"/>
                  </a:schemeClr>
                </a:solidFill>
              </a:defRPr>
            </a:lvl1pPr>
          </a:lstStyle>
          <a:p>
            <a:pPr lvl="0"/>
            <a:r>
              <a:rPr lang="en-GB"/>
              <a:t>Click to add text</a:t>
            </a:r>
            <a:endParaRPr lang="en-US"/>
          </a:p>
        </p:txBody>
      </p:sp>
      <p:sp>
        <p:nvSpPr>
          <p:cNvPr id="2" name="Q_No">
            <a:extLst>
              <a:ext uri="{FF2B5EF4-FFF2-40B4-BE49-F238E27FC236}">
                <a16:creationId xmlns:a16="http://schemas.microsoft.com/office/drawing/2014/main" id="{60E48CF6-ADFB-CA4C-5E8B-AE3CD5F217B1}"/>
              </a:ext>
            </a:extLst>
          </p:cNvPr>
          <p:cNvSpPr>
            <a:spLocks noGrp="1"/>
          </p:cNvSpPr>
          <p:nvPr>
            <p:ph type="body" sz="quarter" idx="10" hasCustomPrompt="1"/>
          </p:nvPr>
        </p:nvSpPr>
        <p:spPr>
          <a:xfrm>
            <a:off x="1562390" y="1193800"/>
            <a:ext cx="1135063" cy="830263"/>
          </a:xfrm>
        </p:spPr>
        <p:txBody>
          <a:bodyPr anchor="ctr"/>
          <a:lstStyle>
            <a:lvl1pPr marL="0" indent="0" algn="ctr">
              <a:spcBef>
                <a:spcPts val="0"/>
              </a:spcBef>
              <a:buNone/>
              <a:defRPr b="1">
                <a:solidFill>
                  <a:schemeClr val="bg1"/>
                </a:solidFill>
              </a:defRPr>
            </a:lvl1pPr>
          </a:lstStyle>
          <a:p>
            <a:pPr lvl="0"/>
            <a:r>
              <a:rPr lang="en-US"/>
              <a:t>1</a:t>
            </a:r>
          </a:p>
        </p:txBody>
      </p:sp>
    </p:spTree>
    <p:extLst>
      <p:ext uri="{BB962C8B-B14F-4D97-AF65-F5344CB8AC3E}">
        <p14:creationId xmlns:p14="http://schemas.microsoft.com/office/powerpoint/2010/main" val="62566518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Ques_Ans_IS">
    <p:spTree>
      <p:nvGrpSpPr>
        <p:cNvPr id="1" name=""/>
        <p:cNvGrpSpPr/>
        <p:nvPr/>
      </p:nvGrpSpPr>
      <p:grpSpPr>
        <a:xfrm>
          <a:off x="0" y="0"/>
          <a:ext cx="0" cy="0"/>
          <a:chOff x="0" y="0"/>
          <a:chExt cx="0" cy="0"/>
        </a:xfrm>
      </p:grpSpPr>
      <p:pic>
        <p:nvPicPr>
          <p:cNvPr id="3" name="BG">
            <a:extLst>
              <a:ext uri="{FF2B5EF4-FFF2-40B4-BE49-F238E27FC236}">
                <a16:creationId xmlns:a16="http://schemas.microsoft.com/office/drawing/2014/main" id="{EF08981F-95F3-6867-209A-E2A49BEB7AC3}"/>
              </a:ext>
            </a:extLst>
          </p:cNvPr>
          <p:cNvPicPr preferRelativeResize="0"/>
          <p:nvPr userDrawn="1"/>
        </p:nvPicPr>
        <p:blipFill>
          <a:blip r:embed="rId2"/>
          <a:srcRect/>
          <a:stretch/>
        </p:blipFill>
        <p:spPr>
          <a:xfrm>
            <a:off x="1" y="1"/>
            <a:ext cx="16255999" cy="9143999"/>
          </a:xfrm>
          <a:prstGeom prst="rect">
            <a:avLst/>
          </a:prstGeom>
          <a:noFill/>
          <a:ln>
            <a:noFill/>
          </a:ln>
        </p:spPr>
      </p:pic>
      <p:sp>
        <p:nvSpPr>
          <p:cNvPr id="4" name="C_Ans">
            <a:extLst>
              <a:ext uri="{FF2B5EF4-FFF2-40B4-BE49-F238E27FC236}">
                <a16:creationId xmlns:a16="http://schemas.microsoft.com/office/drawing/2014/main" id="{C5585E79-E8D7-0597-1980-9449B5FE0292}"/>
              </a:ext>
            </a:extLst>
          </p:cNvPr>
          <p:cNvSpPr txBox="1"/>
          <p:nvPr userDrawn="1"/>
        </p:nvSpPr>
        <p:spPr>
          <a:xfrm>
            <a:off x="670034" y="7369706"/>
            <a:ext cx="2749059" cy="400110"/>
          </a:xfrm>
          <a:prstGeom prst="rect">
            <a:avLst/>
          </a:pr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2000"/>
              <a:buFont typeface="Arial"/>
              <a:buNone/>
            </a:pPr>
            <a:r>
              <a:rPr lang="en-US" sz="2000" b="0" i="0" u="none" strike="noStrike" cap="none">
                <a:solidFill>
                  <a:srgbClr val="3F3F3F"/>
                </a:solidFill>
                <a:latin typeface="Open Sans"/>
                <a:ea typeface="Open Sans"/>
                <a:cs typeface="Open Sans"/>
                <a:sym typeface="Open Sans"/>
              </a:rPr>
              <a:t>The correct answer is</a:t>
            </a:r>
            <a:endParaRPr sz="1400" b="0" i="0" u="none" strike="noStrike" cap="none">
              <a:solidFill>
                <a:srgbClr val="000000"/>
              </a:solidFill>
              <a:latin typeface="Open Sans"/>
              <a:ea typeface="Open Sans"/>
              <a:cs typeface="Open Sans"/>
              <a:sym typeface="Open Sans"/>
            </a:endParaRPr>
          </a:p>
        </p:txBody>
      </p:sp>
      <p:cxnSp>
        <p:nvCxnSpPr>
          <p:cNvPr id="5" name="Ans_Line_2">
            <a:extLst>
              <a:ext uri="{FF2B5EF4-FFF2-40B4-BE49-F238E27FC236}">
                <a16:creationId xmlns:a16="http://schemas.microsoft.com/office/drawing/2014/main" id="{55D1669A-D9BB-F86C-6916-C74581CEC093}"/>
              </a:ext>
            </a:extLst>
          </p:cNvPr>
          <p:cNvCxnSpPr/>
          <p:nvPr userDrawn="1"/>
        </p:nvCxnSpPr>
        <p:spPr>
          <a:xfrm>
            <a:off x="670034" y="7854368"/>
            <a:ext cx="13167360" cy="0"/>
          </a:xfrm>
          <a:prstGeom prst="straightConnector1">
            <a:avLst/>
          </a:prstGeom>
          <a:noFill/>
          <a:ln w="9525" cap="flat" cmpd="sng">
            <a:solidFill>
              <a:schemeClr val="dk1"/>
            </a:solidFill>
            <a:prstDash val="solid"/>
            <a:round/>
            <a:headEnd type="none" w="sm" len="sm"/>
            <a:tailEnd type="none" w="sm" len="sm"/>
          </a:ln>
        </p:spPr>
      </p:cxnSp>
      <p:cxnSp>
        <p:nvCxnSpPr>
          <p:cNvPr id="6" name="Ans_Line">
            <a:extLst>
              <a:ext uri="{FF2B5EF4-FFF2-40B4-BE49-F238E27FC236}">
                <a16:creationId xmlns:a16="http://schemas.microsoft.com/office/drawing/2014/main" id="{25B26E89-236B-925D-2F8A-FDAD4518B1D0}"/>
              </a:ext>
            </a:extLst>
          </p:cNvPr>
          <p:cNvCxnSpPr/>
          <p:nvPr userDrawn="1"/>
        </p:nvCxnSpPr>
        <p:spPr>
          <a:xfrm>
            <a:off x="649436" y="7265358"/>
            <a:ext cx="13167360" cy="0"/>
          </a:xfrm>
          <a:prstGeom prst="straightConnector1">
            <a:avLst/>
          </a:prstGeom>
          <a:noFill/>
          <a:ln w="9525" cap="flat" cmpd="sng">
            <a:solidFill>
              <a:schemeClr val="dk1"/>
            </a:solidFill>
            <a:prstDash val="solid"/>
            <a:round/>
            <a:headEnd type="none" w="sm" len="sm"/>
            <a:tailEnd type="none" w="sm" len="sm"/>
          </a:ln>
        </p:spPr>
      </p:cxnSp>
      <p:sp>
        <p:nvSpPr>
          <p:cNvPr id="7" name="Ans_text">
            <a:extLst>
              <a:ext uri="{FF2B5EF4-FFF2-40B4-BE49-F238E27FC236}">
                <a16:creationId xmlns:a16="http://schemas.microsoft.com/office/drawing/2014/main" id="{FE57084E-D5CD-4D1D-AD6B-B0A29FBA4D52}"/>
              </a:ext>
            </a:extLst>
          </p:cNvPr>
          <p:cNvSpPr>
            <a:spLocks noGrp="1"/>
          </p:cNvSpPr>
          <p:nvPr>
            <p:ph type="body" sz="quarter" idx="18" hasCustomPrompt="1"/>
          </p:nvPr>
        </p:nvSpPr>
        <p:spPr>
          <a:xfrm>
            <a:off x="3251201" y="7277661"/>
            <a:ext cx="8834438" cy="584200"/>
          </a:xfrm>
        </p:spPr>
        <p:txBody>
          <a:bodyPr anchor="ctr">
            <a:normAutofit/>
          </a:bodyPr>
          <a:lstStyle>
            <a:lvl1pPr marL="0" indent="0">
              <a:spcBef>
                <a:spcPts val="0"/>
              </a:spcBef>
              <a:buNone/>
              <a:defRPr sz="2000" b="1">
                <a:solidFill>
                  <a:srgbClr val="024F93"/>
                </a:solidFill>
              </a:defRPr>
            </a:lvl1pPr>
            <a:lvl2pPr marL="457200" indent="0">
              <a:buNone/>
              <a:defRPr/>
            </a:lvl2pPr>
            <a:lvl3pPr marL="914400" indent="0">
              <a:buNone/>
              <a:defRPr/>
            </a:lvl3pPr>
            <a:lvl4pPr marL="1371600" indent="0">
              <a:buNone/>
              <a:defRPr/>
            </a:lvl4pPr>
            <a:lvl5pPr marL="1828800" indent="0">
              <a:buNone/>
              <a:defRPr/>
            </a:lvl5pPr>
          </a:lstStyle>
          <a:p>
            <a:pPr lvl="0"/>
            <a:r>
              <a:rPr lang="en-GB"/>
              <a:t>Click to add text</a:t>
            </a:r>
            <a:endParaRPr lang="en-US"/>
          </a:p>
        </p:txBody>
      </p:sp>
      <p:sp>
        <p:nvSpPr>
          <p:cNvPr id="8" name="Ans_Desc_Text_Box">
            <a:extLst>
              <a:ext uri="{FF2B5EF4-FFF2-40B4-BE49-F238E27FC236}">
                <a16:creationId xmlns:a16="http://schemas.microsoft.com/office/drawing/2014/main" id="{7CBBC3EA-7B88-E6C6-BE6B-D41D2C647AAB}"/>
              </a:ext>
            </a:extLst>
          </p:cNvPr>
          <p:cNvSpPr>
            <a:spLocks noGrp="1"/>
          </p:cNvSpPr>
          <p:nvPr>
            <p:ph type="body" sz="quarter" idx="16" hasCustomPrompt="1"/>
          </p:nvPr>
        </p:nvSpPr>
        <p:spPr>
          <a:xfrm>
            <a:off x="669925" y="7935913"/>
            <a:ext cx="13095288" cy="1004887"/>
          </a:xfrm>
        </p:spPr>
        <p:txBody>
          <a:bodyPr>
            <a:normAutofit/>
          </a:bodyPr>
          <a:lstStyle>
            <a:lvl1pPr marL="0" indent="0">
              <a:spcBef>
                <a:spcPts val="0"/>
              </a:spcBef>
              <a:buNone/>
              <a:defRPr sz="2000" b="1"/>
            </a:lvl1pPr>
            <a:lvl2pPr marL="457200" indent="0">
              <a:buNone/>
              <a:defRPr/>
            </a:lvl2pPr>
            <a:lvl3pPr marL="914400" indent="0">
              <a:buNone/>
              <a:defRPr/>
            </a:lvl3pPr>
            <a:lvl4pPr marL="1371600" indent="0">
              <a:buNone/>
              <a:defRPr/>
            </a:lvl4pPr>
            <a:lvl5pPr marL="1828800" indent="0">
              <a:buNone/>
              <a:defRPr/>
            </a:lvl5pPr>
          </a:lstStyle>
          <a:p>
            <a:pPr lvl="0"/>
            <a:r>
              <a:rPr lang="en-GB"/>
              <a:t>Click to add text</a:t>
            </a:r>
            <a:endParaRPr lang="en-US"/>
          </a:p>
        </p:txBody>
      </p:sp>
      <p:sp>
        <p:nvSpPr>
          <p:cNvPr id="9" name="Box">
            <a:extLst>
              <a:ext uri="{FF2B5EF4-FFF2-40B4-BE49-F238E27FC236}">
                <a16:creationId xmlns:a16="http://schemas.microsoft.com/office/drawing/2014/main" id="{CDEDD483-9F61-36CD-8536-63FB8C1D1DC9}"/>
              </a:ext>
            </a:extLst>
          </p:cNvPr>
          <p:cNvSpPr/>
          <p:nvPr userDrawn="1"/>
        </p:nvSpPr>
        <p:spPr>
          <a:xfrm>
            <a:off x="1281113" y="584654"/>
            <a:ext cx="1685902" cy="1438275"/>
          </a:xfrm>
          <a:prstGeom prst="rect">
            <a:avLst/>
          </a:prstGeom>
          <a:solidFill>
            <a:srgbClr val="3D9CD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KT_Text">
            <a:extLst>
              <a:ext uri="{FF2B5EF4-FFF2-40B4-BE49-F238E27FC236}">
                <a16:creationId xmlns:a16="http://schemas.microsoft.com/office/drawing/2014/main" id="{BA405B45-EFAB-0D57-ADA9-DD1F4FD2F9B7}"/>
              </a:ext>
            </a:extLst>
          </p:cNvPr>
          <p:cNvSpPr txBox="1"/>
          <p:nvPr userDrawn="1"/>
        </p:nvSpPr>
        <p:spPr>
          <a:xfrm>
            <a:off x="1280469" y="732325"/>
            <a:ext cx="1698904" cy="461665"/>
          </a:xfrm>
          <a:prstGeom prst="rect">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r>
              <a:rPr lang="en-US" sz="2000" b="1" i="0" u="none" strike="noStrike" cap="none">
                <a:solidFill>
                  <a:srgbClr val="FFFFFF"/>
                </a:solidFill>
                <a:latin typeface="Open Sans"/>
                <a:ea typeface="Open Sans"/>
                <a:cs typeface="Open Sans"/>
                <a:sym typeface="Open Sans"/>
              </a:rPr>
              <a:t>Knowledge Check</a:t>
            </a:r>
            <a:endParaRPr sz="2000" b="1" i="0" u="none" strike="noStrike" cap="none">
              <a:solidFill>
                <a:srgbClr val="FFFFFF"/>
              </a:solidFill>
              <a:latin typeface="Open Sans"/>
              <a:ea typeface="Open Sans"/>
              <a:cs typeface="Open Sans"/>
              <a:sym typeface="Open Sans"/>
            </a:endParaRPr>
          </a:p>
        </p:txBody>
      </p:sp>
      <p:sp>
        <p:nvSpPr>
          <p:cNvPr id="11" name="Rec_Box">
            <a:extLst>
              <a:ext uri="{FF2B5EF4-FFF2-40B4-BE49-F238E27FC236}">
                <a16:creationId xmlns:a16="http://schemas.microsoft.com/office/drawing/2014/main" id="{C6D60610-3ED0-B3DE-F0C6-1E2E0C6FC1CE}"/>
              </a:ext>
            </a:extLst>
          </p:cNvPr>
          <p:cNvSpPr/>
          <p:nvPr userDrawn="1"/>
        </p:nvSpPr>
        <p:spPr>
          <a:xfrm>
            <a:off x="1275907" y="580480"/>
            <a:ext cx="14093455" cy="1446622"/>
          </a:xfrm>
          <a:prstGeom prst="rect">
            <a:avLst/>
          </a:prstGeom>
          <a:noFill/>
          <a:ln w="12700">
            <a:solidFill>
              <a:srgbClr val="3D9C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D">
            <a:extLst>
              <a:ext uri="{FF2B5EF4-FFF2-40B4-BE49-F238E27FC236}">
                <a16:creationId xmlns:a16="http://schemas.microsoft.com/office/drawing/2014/main" id="{C6A04807-31DA-6E4E-AAB1-C5EB073355C4}"/>
              </a:ext>
            </a:extLst>
          </p:cNvPr>
          <p:cNvSpPr txBox="1"/>
          <p:nvPr userDrawn="1"/>
        </p:nvSpPr>
        <p:spPr>
          <a:xfrm>
            <a:off x="1717154" y="5511422"/>
            <a:ext cx="465463" cy="421719"/>
          </a:xfrm>
          <a:prstGeom prst="rect">
            <a:avLst/>
          </a:prstGeom>
        </p:spPr>
        <p:txBody>
          <a:bodyPr vert="horz" lIns="91440" tIns="45720" rIns="91440" bIns="45720" rtlCol="0" anchor="ctr">
            <a:normAutofit/>
          </a:bodyPr>
          <a:lstStyle>
            <a:lvl1pPr lvl="0" indent="0" defTabSz="914400">
              <a:lnSpc>
                <a:spcPct val="114000"/>
              </a:lnSpc>
              <a:spcBef>
                <a:spcPts val="0"/>
              </a:spcBef>
              <a:buFont typeface="Arial" panose="020B0604020202020204" pitchFamily="34" charset="0"/>
              <a:buNone/>
              <a:defRPr lang="en-GB" sz="20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1pPr>
            <a:lvl2pPr indent="0" defTabSz="914400">
              <a:lnSpc>
                <a:spcPct val="114000"/>
              </a:lnSpc>
              <a:spcBef>
                <a:spcPts val="500"/>
              </a:spcBef>
              <a:buFont typeface="Arial" panose="020B0604020202020204" pitchFamily="34" charset="0"/>
              <a:buNone/>
              <a:defRPr lang="en-GB"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2pPr>
            <a:lvl3pPr indent="0" defTabSz="914400">
              <a:lnSpc>
                <a:spcPct val="114000"/>
              </a:lnSpc>
              <a:spcBef>
                <a:spcPts val="500"/>
              </a:spcBef>
              <a:buFont typeface="Arial" panose="020B0604020202020204" pitchFamily="34" charset="0"/>
              <a:buNone/>
              <a:defRPr lang="en-GB"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3pPr>
            <a:lvl4pPr indent="0" defTabSz="914400">
              <a:lnSpc>
                <a:spcPct val="90000"/>
              </a:lnSpc>
              <a:spcBef>
                <a:spcPts val="500"/>
              </a:spcBef>
              <a:buFont typeface="Arial" panose="020B0604020202020204" pitchFamily="34" charset="0"/>
              <a:buNone/>
            </a:lvl4pPr>
            <a:lvl5pPr indent="0" defTabSz="914400">
              <a:lnSpc>
                <a:spcPct val="90000"/>
              </a:lnSpc>
              <a:spcBef>
                <a:spcPts val="500"/>
              </a:spcBef>
              <a:buFont typeface="Arial" panose="020B0604020202020204" pitchFamily="34" charset="0"/>
              <a:buNone/>
            </a:lvl5pPr>
            <a:lvl6pPr marL="2514600" indent="-228600" defTabSz="914400">
              <a:lnSpc>
                <a:spcPct val="90000"/>
              </a:lnSpc>
              <a:spcBef>
                <a:spcPts val="500"/>
              </a:spcBef>
              <a:buFont typeface="Arial" panose="020B0604020202020204" pitchFamily="34" charset="0"/>
              <a:buChar char="•"/>
            </a:lvl6pPr>
            <a:lvl7pPr marL="2971800" indent="-228600" defTabSz="914400">
              <a:lnSpc>
                <a:spcPct val="90000"/>
              </a:lnSpc>
              <a:spcBef>
                <a:spcPts val="500"/>
              </a:spcBef>
              <a:buFont typeface="Arial" panose="020B0604020202020204" pitchFamily="34" charset="0"/>
              <a:buChar char="•"/>
            </a:lvl7pPr>
            <a:lvl8pPr marL="3429000" indent="-228600" defTabSz="914400">
              <a:lnSpc>
                <a:spcPct val="90000"/>
              </a:lnSpc>
              <a:spcBef>
                <a:spcPts val="500"/>
              </a:spcBef>
              <a:buFont typeface="Arial" panose="020B0604020202020204" pitchFamily="34" charset="0"/>
              <a:buChar char="•"/>
            </a:lvl8pPr>
            <a:lvl9pPr marL="3886200" indent="-228600" defTabSz="914400">
              <a:lnSpc>
                <a:spcPct val="90000"/>
              </a:lnSpc>
              <a:spcBef>
                <a:spcPts val="500"/>
              </a:spcBef>
              <a:buFont typeface="Arial" panose="020B0604020202020204" pitchFamily="34" charset="0"/>
              <a:buChar char="•"/>
            </a:lvl9pPr>
          </a:lstStyle>
          <a:p>
            <a:pPr lvl="0" algn="ctr"/>
            <a:r>
              <a:rPr lang="en-US">
                <a:solidFill>
                  <a:schemeClr val="tx1">
                    <a:lumMod val="75000"/>
                    <a:lumOff val="25000"/>
                  </a:schemeClr>
                </a:solidFill>
              </a:rPr>
              <a:t>D.</a:t>
            </a:r>
          </a:p>
        </p:txBody>
      </p:sp>
      <p:sp>
        <p:nvSpPr>
          <p:cNvPr id="16" name="C">
            <a:extLst>
              <a:ext uri="{FF2B5EF4-FFF2-40B4-BE49-F238E27FC236}">
                <a16:creationId xmlns:a16="http://schemas.microsoft.com/office/drawing/2014/main" id="{19EED400-005F-8BFC-0381-17F5410E8424}"/>
              </a:ext>
            </a:extLst>
          </p:cNvPr>
          <p:cNvSpPr txBox="1"/>
          <p:nvPr userDrawn="1"/>
        </p:nvSpPr>
        <p:spPr>
          <a:xfrm>
            <a:off x="1713038" y="4568181"/>
            <a:ext cx="465463" cy="421719"/>
          </a:xfrm>
          <a:prstGeom prst="rect">
            <a:avLst/>
          </a:prstGeom>
        </p:spPr>
        <p:txBody>
          <a:bodyPr vert="horz" lIns="91440" tIns="45720" rIns="91440" bIns="45720" rtlCol="0" anchor="ctr">
            <a:normAutofit/>
          </a:bodyPr>
          <a:lstStyle>
            <a:lvl1pPr lvl="0" indent="0" defTabSz="914400">
              <a:lnSpc>
                <a:spcPct val="114000"/>
              </a:lnSpc>
              <a:spcBef>
                <a:spcPts val="0"/>
              </a:spcBef>
              <a:buFont typeface="Arial" panose="020B0604020202020204" pitchFamily="34" charset="0"/>
              <a:buNone/>
              <a:defRPr lang="en-GB" sz="20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1pPr>
            <a:lvl2pPr indent="0" defTabSz="914400">
              <a:lnSpc>
                <a:spcPct val="114000"/>
              </a:lnSpc>
              <a:spcBef>
                <a:spcPts val="500"/>
              </a:spcBef>
              <a:buFont typeface="Arial" panose="020B0604020202020204" pitchFamily="34" charset="0"/>
              <a:buNone/>
              <a:defRPr lang="en-GB"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2pPr>
            <a:lvl3pPr indent="0" defTabSz="914400">
              <a:lnSpc>
                <a:spcPct val="114000"/>
              </a:lnSpc>
              <a:spcBef>
                <a:spcPts val="500"/>
              </a:spcBef>
              <a:buFont typeface="Arial" panose="020B0604020202020204" pitchFamily="34" charset="0"/>
              <a:buNone/>
              <a:defRPr lang="en-GB"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3pPr>
            <a:lvl4pPr indent="0" defTabSz="914400">
              <a:lnSpc>
                <a:spcPct val="90000"/>
              </a:lnSpc>
              <a:spcBef>
                <a:spcPts val="500"/>
              </a:spcBef>
              <a:buFont typeface="Arial" panose="020B0604020202020204" pitchFamily="34" charset="0"/>
              <a:buNone/>
            </a:lvl4pPr>
            <a:lvl5pPr indent="0" defTabSz="914400">
              <a:lnSpc>
                <a:spcPct val="90000"/>
              </a:lnSpc>
              <a:spcBef>
                <a:spcPts val="500"/>
              </a:spcBef>
              <a:buFont typeface="Arial" panose="020B0604020202020204" pitchFamily="34" charset="0"/>
              <a:buNone/>
            </a:lvl5pPr>
            <a:lvl6pPr marL="2514600" indent="-228600" defTabSz="914400">
              <a:lnSpc>
                <a:spcPct val="90000"/>
              </a:lnSpc>
              <a:spcBef>
                <a:spcPts val="500"/>
              </a:spcBef>
              <a:buFont typeface="Arial" panose="020B0604020202020204" pitchFamily="34" charset="0"/>
              <a:buChar char="•"/>
            </a:lvl6pPr>
            <a:lvl7pPr marL="2971800" indent="-228600" defTabSz="914400">
              <a:lnSpc>
                <a:spcPct val="90000"/>
              </a:lnSpc>
              <a:spcBef>
                <a:spcPts val="500"/>
              </a:spcBef>
              <a:buFont typeface="Arial" panose="020B0604020202020204" pitchFamily="34" charset="0"/>
              <a:buChar char="•"/>
            </a:lvl7pPr>
            <a:lvl8pPr marL="3429000" indent="-228600" defTabSz="914400">
              <a:lnSpc>
                <a:spcPct val="90000"/>
              </a:lnSpc>
              <a:spcBef>
                <a:spcPts val="500"/>
              </a:spcBef>
              <a:buFont typeface="Arial" panose="020B0604020202020204" pitchFamily="34" charset="0"/>
              <a:buChar char="•"/>
            </a:lvl8pPr>
            <a:lvl9pPr marL="3886200" indent="-228600" defTabSz="914400">
              <a:lnSpc>
                <a:spcPct val="90000"/>
              </a:lnSpc>
              <a:spcBef>
                <a:spcPts val="500"/>
              </a:spcBef>
              <a:buFont typeface="Arial" panose="020B0604020202020204" pitchFamily="34" charset="0"/>
              <a:buChar char="•"/>
            </a:lvl9pPr>
          </a:lstStyle>
          <a:p>
            <a:pPr lvl="0" algn="ctr"/>
            <a:r>
              <a:rPr lang="en-US">
                <a:solidFill>
                  <a:schemeClr val="tx1">
                    <a:lumMod val="75000"/>
                    <a:lumOff val="25000"/>
                  </a:schemeClr>
                </a:solidFill>
              </a:rPr>
              <a:t>C.</a:t>
            </a:r>
          </a:p>
        </p:txBody>
      </p:sp>
      <p:sp>
        <p:nvSpPr>
          <p:cNvPr id="14" name="B">
            <a:extLst>
              <a:ext uri="{FF2B5EF4-FFF2-40B4-BE49-F238E27FC236}">
                <a16:creationId xmlns:a16="http://schemas.microsoft.com/office/drawing/2014/main" id="{21CD75C6-F639-739D-B089-020EF5CBFA3A}"/>
              </a:ext>
            </a:extLst>
          </p:cNvPr>
          <p:cNvSpPr txBox="1"/>
          <p:nvPr userDrawn="1"/>
        </p:nvSpPr>
        <p:spPr>
          <a:xfrm>
            <a:off x="1713038" y="3629064"/>
            <a:ext cx="465463" cy="421719"/>
          </a:xfrm>
          <a:prstGeom prst="rect">
            <a:avLst/>
          </a:prstGeom>
        </p:spPr>
        <p:txBody>
          <a:bodyPr vert="horz" lIns="91440" tIns="45720" rIns="91440" bIns="45720" rtlCol="0" anchor="ctr">
            <a:normAutofit/>
          </a:bodyPr>
          <a:lstStyle>
            <a:lvl1pPr lvl="0" indent="0" defTabSz="914400">
              <a:lnSpc>
                <a:spcPct val="114000"/>
              </a:lnSpc>
              <a:spcBef>
                <a:spcPts val="0"/>
              </a:spcBef>
              <a:buFont typeface="Arial" panose="020B0604020202020204" pitchFamily="34" charset="0"/>
              <a:buNone/>
              <a:defRPr lang="en-GB" sz="20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1pPr>
            <a:lvl2pPr indent="0" defTabSz="914400">
              <a:lnSpc>
                <a:spcPct val="114000"/>
              </a:lnSpc>
              <a:spcBef>
                <a:spcPts val="500"/>
              </a:spcBef>
              <a:buFont typeface="Arial" panose="020B0604020202020204" pitchFamily="34" charset="0"/>
              <a:buNone/>
              <a:defRPr lang="en-GB"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2pPr>
            <a:lvl3pPr indent="0" defTabSz="914400">
              <a:lnSpc>
                <a:spcPct val="114000"/>
              </a:lnSpc>
              <a:spcBef>
                <a:spcPts val="500"/>
              </a:spcBef>
              <a:buFont typeface="Arial" panose="020B0604020202020204" pitchFamily="34" charset="0"/>
              <a:buNone/>
              <a:defRPr lang="en-GB"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3pPr>
            <a:lvl4pPr indent="0" defTabSz="914400">
              <a:lnSpc>
                <a:spcPct val="90000"/>
              </a:lnSpc>
              <a:spcBef>
                <a:spcPts val="500"/>
              </a:spcBef>
              <a:buFont typeface="Arial" panose="020B0604020202020204" pitchFamily="34" charset="0"/>
              <a:buNone/>
            </a:lvl4pPr>
            <a:lvl5pPr indent="0" defTabSz="914400">
              <a:lnSpc>
                <a:spcPct val="90000"/>
              </a:lnSpc>
              <a:spcBef>
                <a:spcPts val="500"/>
              </a:spcBef>
              <a:buFont typeface="Arial" panose="020B0604020202020204" pitchFamily="34" charset="0"/>
              <a:buNone/>
            </a:lvl5pPr>
            <a:lvl6pPr marL="2514600" indent="-228600" defTabSz="914400">
              <a:lnSpc>
                <a:spcPct val="90000"/>
              </a:lnSpc>
              <a:spcBef>
                <a:spcPts val="500"/>
              </a:spcBef>
              <a:buFont typeface="Arial" panose="020B0604020202020204" pitchFamily="34" charset="0"/>
              <a:buChar char="•"/>
            </a:lvl6pPr>
            <a:lvl7pPr marL="2971800" indent="-228600" defTabSz="914400">
              <a:lnSpc>
                <a:spcPct val="90000"/>
              </a:lnSpc>
              <a:spcBef>
                <a:spcPts val="500"/>
              </a:spcBef>
              <a:buFont typeface="Arial" panose="020B0604020202020204" pitchFamily="34" charset="0"/>
              <a:buChar char="•"/>
            </a:lvl7pPr>
            <a:lvl8pPr marL="3429000" indent="-228600" defTabSz="914400">
              <a:lnSpc>
                <a:spcPct val="90000"/>
              </a:lnSpc>
              <a:spcBef>
                <a:spcPts val="500"/>
              </a:spcBef>
              <a:buFont typeface="Arial" panose="020B0604020202020204" pitchFamily="34" charset="0"/>
              <a:buChar char="•"/>
            </a:lvl8pPr>
            <a:lvl9pPr marL="3886200" indent="-228600" defTabSz="914400">
              <a:lnSpc>
                <a:spcPct val="90000"/>
              </a:lnSpc>
              <a:spcBef>
                <a:spcPts val="500"/>
              </a:spcBef>
              <a:buFont typeface="Arial" panose="020B0604020202020204" pitchFamily="34" charset="0"/>
              <a:buChar char="•"/>
            </a:lvl9pPr>
          </a:lstStyle>
          <a:p>
            <a:pPr lvl="0" algn="ctr"/>
            <a:r>
              <a:rPr lang="en-US">
                <a:solidFill>
                  <a:schemeClr val="tx1">
                    <a:lumMod val="75000"/>
                    <a:lumOff val="25000"/>
                  </a:schemeClr>
                </a:solidFill>
              </a:rPr>
              <a:t>B.</a:t>
            </a:r>
          </a:p>
        </p:txBody>
      </p:sp>
      <p:sp>
        <p:nvSpPr>
          <p:cNvPr id="12" name="A">
            <a:extLst>
              <a:ext uri="{FF2B5EF4-FFF2-40B4-BE49-F238E27FC236}">
                <a16:creationId xmlns:a16="http://schemas.microsoft.com/office/drawing/2014/main" id="{76DB4DA8-CC10-506C-D27B-9B1CE227D9B0}"/>
              </a:ext>
            </a:extLst>
          </p:cNvPr>
          <p:cNvSpPr txBox="1"/>
          <p:nvPr userDrawn="1"/>
        </p:nvSpPr>
        <p:spPr>
          <a:xfrm>
            <a:off x="1708922" y="2698180"/>
            <a:ext cx="465463" cy="421719"/>
          </a:xfrm>
          <a:prstGeom prst="rect">
            <a:avLst/>
          </a:prstGeom>
        </p:spPr>
        <p:txBody>
          <a:bodyPr vert="horz" lIns="91440" tIns="45720" rIns="91440" bIns="45720" rtlCol="0" anchor="ctr">
            <a:normAutofit/>
          </a:bodyPr>
          <a:lstStyle>
            <a:lvl1pPr lvl="0" indent="0" defTabSz="914400">
              <a:lnSpc>
                <a:spcPct val="114000"/>
              </a:lnSpc>
              <a:spcBef>
                <a:spcPts val="0"/>
              </a:spcBef>
              <a:buFont typeface="Arial" panose="020B0604020202020204" pitchFamily="34" charset="0"/>
              <a:buNone/>
              <a:defRPr lang="en-GB" sz="20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1pPr>
            <a:lvl2pPr indent="0" defTabSz="914400">
              <a:lnSpc>
                <a:spcPct val="114000"/>
              </a:lnSpc>
              <a:spcBef>
                <a:spcPts val="500"/>
              </a:spcBef>
              <a:buFont typeface="Arial" panose="020B0604020202020204" pitchFamily="34" charset="0"/>
              <a:buNone/>
              <a:defRPr lang="en-GB"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2pPr>
            <a:lvl3pPr indent="0" defTabSz="914400">
              <a:lnSpc>
                <a:spcPct val="114000"/>
              </a:lnSpc>
              <a:spcBef>
                <a:spcPts val="500"/>
              </a:spcBef>
              <a:buFont typeface="Arial" panose="020B0604020202020204" pitchFamily="34" charset="0"/>
              <a:buNone/>
              <a:defRPr lang="en-GB"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3pPr>
            <a:lvl4pPr indent="0" defTabSz="914400">
              <a:lnSpc>
                <a:spcPct val="90000"/>
              </a:lnSpc>
              <a:spcBef>
                <a:spcPts val="500"/>
              </a:spcBef>
              <a:buFont typeface="Arial" panose="020B0604020202020204" pitchFamily="34" charset="0"/>
              <a:buNone/>
            </a:lvl4pPr>
            <a:lvl5pPr indent="0" defTabSz="914400">
              <a:lnSpc>
                <a:spcPct val="90000"/>
              </a:lnSpc>
              <a:spcBef>
                <a:spcPts val="500"/>
              </a:spcBef>
              <a:buFont typeface="Arial" panose="020B0604020202020204" pitchFamily="34" charset="0"/>
              <a:buNone/>
            </a:lvl5pPr>
            <a:lvl6pPr marL="2514600" indent="-228600" defTabSz="914400">
              <a:lnSpc>
                <a:spcPct val="90000"/>
              </a:lnSpc>
              <a:spcBef>
                <a:spcPts val="500"/>
              </a:spcBef>
              <a:buFont typeface="Arial" panose="020B0604020202020204" pitchFamily="34" charset="0"/>
              <a:buChar char="•"/>
            </a:lvl6pPr>
            <a:lvl7pPr marL="2971800" indent="-228600" defTabSz="914400">
              <a:lnSpc>
                <a:spcPct val="90000"/>
              </a:lnSpc>
              <a:spcBef>
                <a:spcPts val="500"/>
              </a:spcBef>
              <a:buFont typeface="Arial" panose="020B0604020202020204" pitchFamily="34" charset="0"/>
              <a:buChar char="•"/>
            </a:lvl7pPr>
            <a:lvl8pPr marL="3429000" indent="-228600" defTabSz="914400">
              <a:lnSpc>
                <a:spcPct val="90000"/>
              </a:lnSpc>
              <a:spcBef>
                <a:spcPts val="500"/>
              </a:spcBef>
              <a:buFont typeface="Arial" panose="020B0604020202020204" pitchFamily="34" charset="0"/>
              <a:buChar char="•"/>
            </a:lvl8pPr>
            <a:lvl9pPr marL="3886200" indent="-228600" defTabSz="914400">
              <a:lnSpc>
                <a:spcPct val="90000"/>
              </a:lnSpc>
              <a:spcBef>
                <a:spcPts val="500"/>
              </a:spcBef>
              <a:buFont typeface="Arial" panose="020B0604020202020204" pitchFamily="34" charset="0"/>
              <a:buChar char="•"/>
            </a:lvl9pPr>
          </a:lstStyle>
          <a:p>
            <a:pPr lvl="0" algn="ctr"/>
            <a:r>
              <a:rPr lang="en-US">
                <a:solidFill>
                  <a:schemeClr val="tx1">
                    <a:lumMod val="75000"/>
                    <a:lumOff val="25000"/>
                  </a:schemeClr>
                </a:solidFill>
              </a:rPr>
              <a:t>A.</a:t>
            </a:r>
          </a:p>
        </p:txBody>
      </p:sp>
      <p:sp>
        <p:nvSpPr>
          <p:cNvPr id="19" name="Opt_D">
            <a:extLst>
              <a:ext uri="{FF2B5EF4-FFF2-40B4-BE49-F238E27FC236}">
                <a16:creationId xmlns:a16="http://schemas.microsoft.com/office/drawing/2014/main" id="{F320B7DB-043B-B1AC-2976-FCB6609BE238}"/>
              </a:ext>
            </a:extLst>
          </p:cNvPr>
          <p:cNvSpPr>
            <a:spLocks noGrp="1"/>
          </p:cNvSpPr>
          <p:nvPr>
            <p:ph type="body" sz="quarter" idx="15" hasCustomPrompt="1"/>
          </p:nvPr>
        </p:nvSpPr>
        <p:spPr>
          <a:xfrm>
            <a:off x="2338682" y="5511422"/>
            <a:ext cx="11250613" cy="836613"/>
          </a:xfrm>
        </p:spPr>
        <p:txBody>
          <a:bodyPr anchor="t">
            <a:normAutofit/>
          </a:bodyPr>
          <a:lstStyle>
            <a:lvl1pPr marL="0" indent="0">
              <a:lnSpc>
                <a:spcPct val="114000"/>
              </a:lnSpc>
              <a:spcBef>
                <a:spcPts val="0"/>
              </a:spcBef>
              <a:buNone/>
              <a:defRPr sz="2000">
                <a:solidFill>
                  <a:schemeClr val="tx1">
                    <a:lumMod val="75000"/>
                    <a:lumOff val="25000"/>
                  </a:schemeClr>
                </a:solidFill>
              </a:defRPr>
            </a:lvl1pPr>
            <a:lvl2pPr marL="457200" indent="0">
              <a:buNone/>
              <a:defRPr/>
            </a:lvl2pPr>
            <a:lvl3pPr marL="914400" indent="0">
              <a:buNone/>
              <a:defRPr/>
            </a:lvl3pPr>
            <a:lvl4pPr marL="1371600" indent="0">
              <a:buNone/>
              <a:defRPr/>
            </a:lvl4pPr>
            <a:lvl5pPr marL="1828800" indent="0">
              <a:buNone/>
              <a:defRPr/>
            </a:lvl5pPr>
          </a:lstStyle>
          <a:p>
            <a:pPr lvl="0"/>
            <a:r>
              <a:rPr lang="en-GB" dirty="0"/>
              <a:t>Click to add text</a:t>
            </a:r>
            <a:endParaRPr lang="en-US" dirty="0"/>
          </a:p>
        </p:txBody>
      </p:sp>
      <p:sp>
        <p:nvSpPr>
          <p:cNvPr id="17" name="Opt_C">
            <a:extLst>
              <a:ext uri="{FF2B5EF4-FFF2-40B4-BE49-F238E27FC236}">
                <a16:creationId xmlns:a16="http://schemas.microsoft.com/office/drawing/2014/main" id="{DF544E43-096D-AD15-9CFA-70A320AE0272}"/>
              </a:ext>
            </a:extLst>
          </p:cNvPr>
          <p:cNvSpPr>
            <a:spLocks noGrp="1"/>
          </p:cNvSpPr>
          <p:nvPr>
            <p:ph type="body" sz="quarter" idx="14" hasCustomPrompt="1"/>
          </p:nvPr>
        </p:nvSpPr>
        <p:spPr>
          <a:xfrm>
            <a:off x="2334566" y="4568181"/>
            <a:ext cx="11250613" cy="836613"/>
          </a:xfrm>
        </p:spPr>
        <p:txBody>
          <a:bodyPr anchor="t">
            <a:normAutofit/>
          </a:bodyPr>
          <a:lstStyle>
            <a:lvl1pPr marL="0" indent="0">
              <a:lnSpc>
                <a:spcPct val="114000"/>
              </a:lnSpc>
              <a:spcBef>
                <a:spcPts val="0"/>
              </a:spcBef>
              <a:buNone/>
              <a:defRPr sz="2000">
                <a:solidFill>
                  <a:schemeClr val="tx1">
                    <a:lumMod val="75000"/>
                    <a:lumOff val="25000"/>
                  </a:schemeClr>
                </a:solidFill>
              </a:defRPr>
            </a:lvl1pPr>
            <a:lvl2pPr marL="457200" indent="0">
              <a:buNone/>
              <a:defRPr/>
            </a:lvl2pPr>
            <a:lvl3pPr marL="914400" indent="0">
              <a:buNone/>
              <a:defRPr/>
            </a:lvl3pPr>
            <a:lvl4pPr marL="1371600" indent="0">
              <a:buNone/>
              <a:defRPr/>
            </a:lvl4pPr>
            <a:lvl5pPr marL="1828800" indent="0">
              <a:buNone/>
              <a:defRPr/>
            </a:lvl5pPr>
          </a:lstStyle>
          <a:p>
            <a:pPr lvl="0"/>
            <a:r>
              <a:rPr lang="en-GB"/>
              <a:t>Click to add text</a:t>
            </a:r>
            <a:endParaRPr lang="en-US"/>
          </a:p>
        </p:txBody>
      </p:sp>
      <p:sp>
        <p:nvSpPr>
          <p:cNvPr id="15" name="Opt_B">
            <a:extLst>
              <a:ext uri="{FF2B5EF4-FFF2-40B4-BE49-F238E27FC236}">
                <a16:creationId xmlns:a16="http://schemas.microsoft.com/office/drawing/2014/main" id="{0969321A-3DCC-F52F-8C1B-6E04397531A7}"/>
              </a:ext>
            </a:extLst>
          </p:cNvPr>
          <p:cNvSpPr>
            <a:spLocks noGrp="1"/>
          </p:cNvSpPr>
          <p:nvPr>
            <p:ph type="body" sz="quarter" idx="13" hasCustomPrompt="1"/>
          </p:nvPr>
        </p:nvSpPr>
        <p:spPr>
          <a:xfrm>
            <a:off x="2334566" y="3629064"/>
            <a:ext cx="11250613" cy="836613"/>
          </a:xfrm>
        </p:spPr>
        <p:txBody>
          <a:bodyPr anchor="t">
            <a:normAutofit/>
          </a:bodyPr>
          <a:lstStyle>
            <a:lvl1pPr marL="0" indent="0">
              <a:lnSpc>
                <a:spcPct val="114000"/>
              </a:lnSpc>
              <a:spcBef>
                <a:spcPts val="0"/>
              </a:spcBef>
              <a:buNone/>
              <a:defRPr sz="2000">
                <a:solidFill>
                  <a:schemeClr val="tx1">
                    <a:lumMod val="75000"/>
                    <a:lumOff val="25000"/>
                  </a:schemeClr>
                </a:solidFill>
              </a:defRPr>
            </a:lvl1pPr>
            <a:lvl2pPr marL="457200" indent="0">
              <a:buNone/>
              <a:defRPr/>
            </a:lvl2pPr>
            <a:lvl3pPr marL="914400" indent="0">
              <a:buNone/>
              <a:defRPr/>
            </a:lvl3pPr>
            <a:lvl4pPr marL="1371600" indent="0">
              <a:buNone/>
              <a:defRPr/>
            </a:lvl4pPr>
            <a:lvl5pPr marL="1828800" indent="0">
              <a:buNone/>
              <a:defRPr/>
            </a:lvl5pPr>
          </a:lstStyle>
          <a:p>
            <a:pPr lvl="0"/>
            <a:r>
              <a:rPr lang="en-GB"/>
              <a:t>Click to add text</a:t>
            </a:r>
            <a:endParaRPr lang="en-US"/>
          </a:p>
        </p:txBody>
      </p:sp>
      <p:sp>
        <p:nvSpPr>
          <p:cNvPr id="13" name="Opt_A">
            <a:extLst>
              <a:ext uri="{FF2B5EF4-FFF2-40B4-BE49-F238E27FC236}">
                <a16:creationId xmlns:a16="http://schemas.microsoft.com/office/drawing/2014/main" id="{5A890064-C69C-0664-8FC1-9D4423FC9A34}"/>
              </a:ext>
            </a:extLst>
          </p:cNvPr>
          <p:cNvSpPr>
            <a:spLocks noGrp="1"/>
          </p:cNvSpPr>
          <p:nvPr>
            <p:ph type="body" sz="quarter" idx="12" hasCustomPrompt="1"/>
          </p:nvPr>
        </p:nvSpPr>
        <p:spPr>
          <a:xfrm>
            <a:off x="2330450" y="2698180"/>
            <a:ext cx="11250613" cy="836613"/>
          </a:xfrm>
        </p:spPr>
        <p:txBody>
          <a:bodyPr anchor="t">
            <a:normAutofit/>
          </a:bodyPr>
          <a:lstStyle>
            <a:lvl1pPr marL="0" indent="0">
              <a:lnSpc>
                <a:spcPct val="114000"/>
              </a:lnSpc>
              <a:spcBef>
                <a:spcPts val="0"/>
              </a:spcBef>
              <a:buNone/>
              <a:defRPr sz="2000">
                <a:solidFill>
                  <a:schemeClr val="tx1">
                    <a:lumMod val="75000"/>
                    <a:lumOff val="25000"/>
                  </a:schemeClr>
                </a:solidFill>
              </a:defRPr>
            </a:lvl1pPr>
            <a:lvl2pPr marL="457200" indent="0">
              <a:buNone/>
              <a:defRPr/>
            </a:lvl2pPr>
            <a:lvl3pPr marL="914400" indent="0">
              <a:buNone/>
              <a:defRPr/>
            </a:lvl3pPr>
            <a:lvl4pPr marL="1371600" indent="0">
              <a:buNone/>
              <a:defRPr/>
            </a:lvl4pPr>
            <a:lvl5pPr marL="1828800" indent="0">
              <a:buNone/>
              <a:defRPr/>
            </a:lvl5pPr>
          </a:lstStyle>
          <a:p>
            <a:pPr lvl="0"/>
            <a:r>
              <a:rPr lang="en-GB"/>
              <a:t>Click to add text</a:t>
            </a:r>
            <a:endParaRPr lang="en-US"/>
          </a:p>
        </p:txBody>
      </p:sp>
      <p:sp>
        <p:nvSpPr>
          <p:cNvPr id="20" name="Q">
            <a:extLst>
              <a:ext uri="{FF2B5EF4-FFF2-40B4-BE49-F238E27FC236}">
                <a16:creationId xmlns:a16="http://schemas.microsoft.com/office/drawing/2014/main" id="{F963B27F-8F18-67BB-B561-399E9B718B77}"/>
              </a:ext>
            </a:extLst>
          </p:cNvPr>
          <p:cNvSpPr>
            <a:spLocks noGrp="1"/>
          </p:cNvSpPr>
          <p:nvPr>
            <p:ph type="body" sz="quarter" idx="11" hasCustomPrompt="1"/>
          </p:nvPr>
        </p:nvSpPr>
        <p:spPr>
          <a:xfrm>
            <a:off x="2967015" y="580287"/>
            <a:ext cx="12401573" cy="1447009"/>
          </a:xfrm>
        </p:spPr>
        <p:txBody>
          <a:bodyPr anchor="ctr"/>
          <a:lstStyle>
            <a:lvl1pPr marL="0" indent="0">
              <a:lnSpc>
                <a:spcPct val="114000"/>
              </a:lnSpc>
              <a:spcBef>
                <a:spcPts val="0"/>
              </a:spcBef>
              <a:buNone/>
              <a:defRPr b="1">
                <a:solidFill>
                  <a:schemeClr val="tx1">
                    <a:lumMod val="75000"/>
                    <a:lumOff val="25000"/>
                  </a:schemeClr>
                </a:solidFill>
              </a:defRPr>
            </a:lvl1pPr>
          </a:lstStyle>
          <a:p>
            <a:pPr lvl="0"/>
            <a:r>
              <a:rPr lang="en-GB"/>
              <a:t>Click to add text</a:t>
            </a:r>
            <a:endParaRPr lang="en-US"/>
          </a:p>
        </p:txBody>
      </p:sp>
      <p:sp>
        <p:nvSpPr>
          <p:cNvPr id="22" name="Q_No">
            <a:extLst>
              <a:ext uri="{FF2B5EF4-FFF2-40B4-BE49-F238E27FC236}">
                <a16:creationId xmlns:a16="http://schemas.microsoft.com/office/drawing/2014/main" id="{56C84790-83B0-039F-DB11-90A54FCA41D6}"/>
              </a:ext>
            </a:extLst>
          </p:cNvPr>
          <p:cNvSpPr>
            <a:spLocks noGrp="1"/>
          </p:cNvSpPr>
          <p:nvPr>
            <p:ph type="body" sz="quarter" idx="10" hasCustomPrompt="1"/>
          </p:nvPr>
        </p:nvSpPr>
        <p:spPr>
          <a:xfrm>
            <a:off x="1562390" y="1193800"/>
            <a:ext cx="1135063" cy="830263"/>
          </a:xfrm>
        </p:spPr>
        <p:txBody>
          <a:bodyPr anchor="ctr"/>
          <a:lstStyle>
            <a:lvl1pPr marL="0" indent="0" algn="ctr">
              <a:spcBef>
                <a:spcPts val="0"/>
              </a:spcBef>
              <a:buNone/>
              <a:defRPr b="1">
                <a:solidFill>
                  <a:schemeClr val="bg1"/>
                </a:solidFill>
              </a:defRPr>
            </a:lvl1pPr>
          </a:lstStyle>
          <a:p>
            <a:pPr lvl="0"/>
            <a:r>
              <a:rPr lang="en-US"/>
              <a:t>1</a:t>
            </a:r>
          </a:p>
        </p:txBody>
      </p:sp>
    </p:spTree>
    <p:extLst>
      <p:ext uri="{BB962C8B-B14F-4D97-AF65-F5344CB8AC3E}">
        <p14:creationId xmlns:p14="http://schemas.microsoft.com/office/powerpoint/2010/main" val="311200457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Ques_Ans_Are">
    <p:spTree>
      <p:nvGrpSpPr>
        <p:cNvPr id="1" name=""/>
        <p:cNvGrpSpPr/>
        <p:nvPr/>
      </p:nvGrpSpPr>
      <p:grpSpPr>
        <a:xfrm>
          <a:off x="0" y="0"/>
          <a:ext cx="0" cy="0"/>
          <a:chOff x="0" y="0"/>
          <a:chExt cx="0" cy="0"/>
        </a:xfrm>
      </p:grpSpPr>
      <p:pic>
        <p:nvPicPr>
          <p:cNvPr id="3" name="BG">
            <a:extLst>
              <a:ext uri="{FF2B5EF4-FFF2-40B4-BE49-F238E27FC236}">
                <a16:creationId xmlns:a16="http://schemas.microsoft.com/office/drawing/2014/main" id="{2F8347C9-CC7D-0DF8-C02A-47B5723D8572}"/>
              </a:ext>
            </a:extLst>
          </p:cNvPr>
          <p:cNvPicPr preferRelativeResize="0"/>
          <p:nvPr userDrawn="1"/>
        </p:nvPicPr>
        <p:blipFill>
          <a:blip r:embed="rId2"/>
          <a:srcRect/>
          <a:stretch/>
        </p:blipFill>
        <p:spPr>
          <a:xfrm>
            <a:off x="1" y="1"/>
            <a:ext cx="16255999" cy="9143999"/>
          </a:xfrm>
          <a:prstGeom prst="rect">
            <a:avLst/>
          </a:prstGeom>
          <a:noFill/>
          <a:ln>
            <a:noFill/>
          </a:ln>
        </p:spPr>
      </p:pic>
      <p:sp>
        <p:nvSpPr>
          <p:cNvPr id="4" name="C_Ans">
            <a:extLst>
              <a:ext uri="{FF2B5EF4-FFF2-40B4-BE49-F238E27FC236}">
                <a16:creationId xmlns:a16="http://schemas.microsoft.com/office/drawing/2014/main" id="{06DF12F7-7FC3-A6A0-1F9D-2B31AAB76C62}"/>
              </a:ext>
            </a:extLst>
          </p:cNvPr>
          <p:cNvSpPr txBox="1"/>
          <p:nvPr userDrawn="1"/>
        </p:nvSpPr>
        <p:spPr>
          <a:xfrm>
            <a:off x="670034" y="7369706"/>
            <a:ext cx="2913425" cy="400110"/>
          </a:xfrm>
          <a:prstGeom prst="rect">
            <a:avLst/>
          </a:pr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2000"/>
              <a:buFont typeface="Arial"/>
              <a:buNone/>
            </a:pPr>
            <a:r>
              <a:rPr lang="en-US" sz="2000" b="0" i="0" u="none" strike="noStrike" cap="none">
                <a:solidFill>
                  <a:srgbClr val="3F3F3F"/>
                </a:solidFill>
                <a:latin typeface="Open Sans"/>
                <a:ea typeface="Open Sans"/>
                <a:cs typeface="Open Sans"/>
                <a:sym typeface="Open Sans"/>
              </a:rPr>
              <a:t>The correct answer are</a:t>
            </a:r>
            <a:endParaRPr sz="1400" b="0" i="0" u="none" strike="noStrike" cap="none">
              <a:solidFill>
                <a:srgbClr val="000000"/>
              </a:solidFill>
              <a:latin typeface="Open Sans"/>
              <a:ea typeface="Open Sans"/>
              <a:cs typeface="Open Sans"/>
              <a:sym typeface="Open Sans"/>
            </a:endParaRPr>
          </a:p>
        </p:txBody>
      </p:sp>
      <p:cxnSp>
        <p:nvCxnSpPr>
          <p:cNvPr id="5" name="Ans_Line_2">
            <a:extLst>
              <a:ext uri="{FF2B5EF4-FFF2-40B4-BE49-F238E27FC236}">
                <a16:creationId xmlns:a16="http://schemas.microsoft.com/office/drawing/2014/main" id="{B75A6E75-5672-578C-B075-BA07AABDEC08}"/>
              </a:ext>
            </a:extLst>
          </p:cNvPr>
          <p:cNvCxnSpPr/>
          <p:nvPr userDrawn="1"/>
        </p:nvCxnSpPr>
        <p:spPr>
          <a:xfrm>
            <a:off x="670034" y="7854368"/>
            <a:ext cx="13167360" cy="0"/>
          </a:xfrm>
          <a:prstGeom prst="straightConnector1">
            <a:avLst/>
          </a:prstGeom>
          <a:noFill/>
          <a:ln w="9525" cap="flat" cmpd="sng">
            <a:solidFill>
              <a:schemeClr val="dk1"/>
            </a:solidFill>
            <a:prstDash val="solid"/>
            <a:round/>
            <a:headEnd type="none" w="sm" len="sm"/>
            <a:tailEnd type="none" w="sm" len="sm"/>
          </a:ln>
        </p:spPr>
      </p:cxnSp>
      <p:cxnSp>
        <p:nvCxnSpPr>
          <p:cNvPr id="6" name="Ans_Line">
            <a:extLst>
              <a:ext uri="{FF2B5EF4-FFF2-40B4-BE49-F238E27FC236}">
                <a16:creationId xmlns:a16="http://schemas.microsoft.com/office/drawing/2014/main" id="{B67B1844-0936-2346-DC2D-072812F8FF82}"/>
              </a:ext>
            </a:extLst>
          </p:cNvPr>
          <p:cNvCxnSpPr/>
          <p:nvPr userDrawn="1"/>
        </p:nvCxnSpPr>
        <p:spPr>
          <a:xfrm>
            <a:off x="649436" y="7265358"/>
            <a:ext cx="13167360" cy="0"/>
          </a:xfrm>
          <a:prstGeom prst="straightConnector1">
            <a:avLst/>
          </a:prstGeom>
          <a:noFill/>
          <a:ln w="9525" cap="flat" cmpd="sng">
            <a:solidFill>
              <a:schemeClr val="dk1"/>
            </a:solidFill>
            <a:prstDash val="solid"/>
            <a:round/>
            <a:headEnd type="none" w="sm" len="sm"/>
            <a:tailEnd type="none" w="sm" len="sm"/>
          </a:ln>
        </p:spPr>
      </p:cxnSp>
      <p:sp>
        <p:nvSpPr>
          <p:cNvPr id="7" name="Ans_text">
            <a:extLst>
              <a:ext uri="{FF2B5EF4-FFF2-40B4-BE49-F238E27FC236}">
                <a16:creationId xmlns:a16="http://schemas.microsoft.com/office/drawing/2014/main" id="{505D6B31-CF67-8AE8-6D6C-1AE10E434FE3}"/>
              </a:ext>
            </a:extLst>
          </p:cNvPr>
          <p:cNvSpPr>
            <a:spLocks noGrp="1"/>
          </p:cNvSpPr>
          <p:nvPr>
            <p:ph type="body" sz="quarter" idx="18" hasCustomPrompt="1"/>
          </p:nvPr>
        </p:nvSpPr>
        <p:spPr>
          <a:xfrm>
            <a:off x="3484605" y="7277661"/>
            <a:ext cx="8601033" cy="584200"/>
          </a:xfrm>
        </p:spPr>
        <p:txBody>
          <a:bodyPr anchor="ctr">
            <a:normAutofit/>
          </a:bodyPr>
          <a:lstStyle>
            <a:lvl1pPr marL="0" indent="0">
              <a:spcBef>
                <a:spcPts val="0"/>
              </a:spcBef>
              <a:buNone/>
              <a:defRPr sz="2000" b="1">
                <a:solidFill>
                  <a:srgbClr val="024F93"/>
                </a:solidFill>
              </a:defRPr>
            </a:lvl1pPr>
            <a:lvl2pPr marL="457200" indent="0">
              <a:buNone/>
              <a:defRPr/>
            </a:lvl2pPr>
            <a:lvl3pPr marL="914400" indent="0">
              <a:buNone/>
              <a:defRPr/>
            </a:lvl3pPr>
            <a:lvl4pPr marL="1371600" indent="0">
              <a:buNone/>
              <a:defRPr/>
            </a:lvl4pPr>
            <a:lvl5pPr marL="1828800" indent="0">
              <a:buNone/>
              <a:defRPr/>
            </a:lvl5pPr>
          </a:lstStyle>
          <a:p>
            <a:pPr lvl="0"/>
            <a:r>
              <a:rPr lang="en-GB"/>
              <a:t>Click to add text</a:t>
            </a:r>
            <a:endParaRPr lang="en-US"/>
          </a:p>
        </p:txBody>
      </p:sp>
      <p:sp>
        <p:nvSpPr>
          <p:cNvPr id="8" name="Ans_Desc_Text_Box">
            <a:extLst>
              <a:ext uri="{FF2B5EF4-FFF2-40B4-BE49-F238E27FC236}">
                <a16:creationId xmlns:a16="http://schemas.microsoft.com/office/drawing/2014/main" id="{2AA669A4-854E-BC52-A6EB-CEC258CCD135}"/>
              </a:ext>
            </a:extLst>
          </p:cNvPr>
          <p:cNvSpPr>
            <a:spLocks noGrp="1"/>
          </p:cNvSpPr>
          <p:nvPr>
            <p:ph type="body" sz="quarter" idx="16" hasCustomPrompt="1"/>
          </p:nvPr>
        </p:nvSpPr>
        <p:spPr>
          <a:xfrm>
            <a:off x="669925" y="7935913"/>
            <a:ext cx="13095288" cy="1004887"/>
          </a:xfrm>
        </p:spPr>
        <p:txBody>
          <a:bodyPr>
            <a:normAutofit/>
          </a:bodyPr>
          <a:lstStyle>
            <a:lvl1pPr marL="0" indent="0">
              <a:spcBef>
                <a:spcPts val="0"/>
              </a:spcBef>
              <a:buNone/>
              <a:defRPr sz="2000" b="1"/>
            </a:lvl1pPr>
            <a:lvl2pPr marL="457200" indent="0">
              <a:buNone/>
              <a:defRPr/>
            </a:lvl2pPr>
            <a:lvl3pPr marL="914400" indent="0">
              <a:buNone/>
              <a:defRPr/>
            </a:lvl3pPr>
            <a:lvl4pPr marL="1371600" indent="0">
              <a:buNone/>
              <a:defRPr/>
            </a:lvl4pPr>
            <a:lvl5pPr marL="1828800" indent="0">
              <a:buNone/>
              <a:defRPr/>
            </a:lvl5pPr>
          </a:lstStyle>
          <a:p>
            <a:pPr lvl="0"/>
            <a:r>
              <a:rPr lang="en-GB"/>
              <a:t>Click to add text</a:t>
            </a:r>
            <a:endParaRPr lang="en-US"/>
          </a:p>
        </p:txBody>
      </p:sp>
      <p:sp>
        <p:nvSpPr>
          <p:cNvPr id="9" name="Box">
            <a:extLst>
              <a:ext uri="{FF2B5EF4-FFF2-40B4-BE49-F238E27FC236}">
                <a16:creationId xmlns:a16="http://schemas.microsoft.com/office/drawing/2014/main" id="{4ADF7E3A-81A0-2B00-A3DE-320BBA3EAADC}"/>
              </a:ext>
            </a:extLst>
          </p:cNvPr>
          <p:cNvSpPr/>
          <p:nvPr userDrawn="1"/>
        </p:nvSpPr>
        <p:spPr>
          <a:xfrm>
            <a:off x="1281113" y="584654"/>
            <a:ext cx="1685902" cy="1438275"/>
          </a:xfrm>
          <a:prstGeom prst="rect">
            <a:avLst/>
          </a:prstGeom>
          <a:solidFill>
            <a:srgbClr val="3D9CD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KT_Text">
            <a:extLst>
              <a:ext uri="{FF2B5EF4-FFF2-40B4-BE49-F238E27FC236}">
                <a16:creationId xmlns:a16="http://schemas.microsoft.com/office/drawing/2014/main" id="{65E260BD-9AEB-3002-A10D-0ED784F237CC}"/>
              </a:ext>
            </a:extLst>
          </p:cNvPr>
          <p:cNvSpPr txBox="1"/>
          <p:nvPr userDrawn="1"/>
        </p:nvSpPr>
        <p:spPr>
          <a:xfrm>
            <a:off x="1280469" y="732325"/>
            <a:ext cx="1698904" cy="461665"/>
          </a:xfrm>
          <a:prstGeom prst="rect">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r>
              <a:rPr lang="en-US" sz="2000" b="1" i="0" u="none" strike="noStrike" cap="none">
                <a:solidFill>
                  <a:srgbClr val="FFFFFF"/>
                </a:solidFill>
                <a:latin typeface="Open Sans"/>
                <a:ea typeface="Open Sans"/>
                <a:cs typeface="Open Sans"/>
                <a:sym typeface="Open Sans"/>
              </a:rPr>
              <a:t>Knowledge Check</a:t>
            </a:r>
            <a:endParaRPr sz="2000" b="1" i="0" u="none" strike="noStrike" cap="none">
              <a:solidFill>
                <a:srgbClr val="FFFFFF"/>
              </a:solidFill>
              <a:latin typeface="Open Sans"/>
              <a:ea typeface="Open Sans"/>
              <a:cs typeface="Open Sans"/>
              <a:sym typeface="Open Sans"/>
            </a:endParaRPr>
          </a:p>
        </p:txBody>
      </p:sp>
      <p:sp>
        <p:nvSpPr>
          <p:cNvPr id="11" name="Rec_Box">
            <a:extLst>
              <a:ext uri="{FF2B5EF4-FFF2-40B4-BE49-F238E27FC236}">
                <a16:creationId xmlns:a16="http://schemas.microsoft.com/office/drawing/2014/main" id="{667E1C0D-1A8F-3FEE-62D2-1CF59B597F36}"/>
              </a:ext>
            </a:extLst>
          </p:cNvPr>
          <p:cNvSpPr/>
          <p:nvPr userDrawn="1"/>
        </p:nvSpPr>
        <p:spPr>
          <a:xfrm>
            <a:off x="1275907" y="580480"/>
            <a:ext cx="14093455" cy="1446622"/>
          </a:xfrm>
          <a:prstGeom prst="rect">
            <a:avLst/>
          </a:prstGeom>
          <a:noFill/>
          <a:ln w="12700">
            <a:solidFill>
              <a:srgbClr val="3D9C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A">
            <a:extLst>
              <a:ext uri="{FF2B5EF4-FFF2-40B4-BE49-F238E27FC236}">
                <a16:creationId xmlns:a16="http://schemas.microsoft.com/office/drawing/2014/main" id="{A40B7AF7-3696-C4FB-D945-5436FC8398CE}"/>
              </a:ext>
            </a:extLst>
          </p:cNvPr>
          <p:cNvSpPr txBox="1"/>
          <p:nvPr userDrawn="1"/>
        </p:nvSpPr>
        <p:spPr>
          <a:xfrm>
            <a:off x="1708922" y="2698180"/>
            <a:ext cx="465463" cy="421719"/>
          </a:xfrm>
          <a:prstGeom prst="rect">
            <a:avLst/>
          </a:prstGeom>
        </p:spPr>
        <p:txBody>
          <a:bodyPr vert="horz" lIns="91440" tIns="45720" rIns="91440" bIns="45720" rtlCol="0" anchor="ctr">
            <a:normAutofit/>
          </a:bodyPr>
          <a:lstStyle>
            <a:lvl1pPr lvl="0" indent="0" defTabSz="914400">
              <a:lnSpc>
                <a:spcPct val="114000"/>
              </a:lnSpc>
              <a:spcBef>
                <a:spcPts val="0"/>
              </a:spcBef>
              <a:buFont typeface="Arial" panose="020B0604020202020204" pitchFamily="34" charset="0"/>
              <a:buNone/>
              <a:defRPr lang="en-GB" sz="20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1pPr>
            <a:lvl2pPr indent="0" defTabSz="914400">
              <a:lnSpc>
                <a:spcPct val="114000"/>
              </a:lnSpc>
              <a:spcBef>
                <a:spcPts val="500"/>
              </a:spcBef>
              <a:buFont typeface="Arial" panose="020B0604020202020204" pitchFamily="34" charset="0"/>
              <a:buNone/>
              <a:defRPr lang="en-GB"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2pPr>
            <a:lvl3pPr indent="0" defTabSz="914400">
              <a:lnSpc>
                <a:spcPct val="114000"/>
              </a:lnSpc>
              <a:spcBef>
                <a:spcPts val="500"/>
              </a:spcBef>
              <a:buFont typeface="Arial" panose="020B0604020202020204" pitchFamily="34" charset="0"/>
              <a:buNone/>
              <a:defRPr lang="en-GB"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3pPr>
            <a:lvl4pPr indent="0" defTabSz="914400">
              <a:lnSpc>
                <a:spcPct val="90000"/>
              </a:lnSpc>
              <a:spcBef>
                <a:spcPts val="500"/>
              </a:spcBef>
              <a:buFont typeface="Arial" panose="020B0604020202020204" pitchFamily="34" charset="0"/>
              <a:buNone/>
            </a:lvl4pPr>
            <a:lvl5pPr indent="0" defTabSz="914400">
              <a:lnSpc>
                <a:spcPct val="90000"/>
              </a:lnSpc>
              <a:spcBef>
                <a:spcPts val="500"/>
              </a:spcBef>
              <a:buFont typeface="Arial" panose="020B0604020202020204" pitchFamily="34" charset="0"/>
              <a:buNone/>
            </a:lvl5pPr>
            <a:lvl6pPr marL="2514600" indent="-228600" defTabSz="914400">
              <a:lnSpc>
                <a:spcPct val="90000"/>
              </a:lnSpc>
              <a:spcBef>
                <a:spcPts val="500"/>
              </a:spcBef>
              <a:buFont typeface="Arial" panose="020B0604020202020204" pitchFamily="34" charset="0"/>
              <a:buChar char="•"/>
            </a:lvl6pPr>
            <a:lvl7pPr marL="2971800" indent="-228600" defTabSz="914400">
              <a:lnSpc>
                <a:spcPct val="90000"/>
              </a:lnSpc>
              <a:spcBef>
                <a:spcPts val="500"/>
              </a:spcBef>
              <a:buFont typeface="Arial" panose="020B0604020202020204" pitchFamily="34" charset="0"/>
              <a:buChar char="•"/>
            </a:lvl7pPr>
            <a:lvl8pPr marL="3429000" indent="-228600" defTabSz="914400">
              <a:lnSpc>
                <a:spcPct val="90000"/>
              </a:lnSpc>
              <a:spcBef>
                <a:spcPts val="500"/>
              </a:spcBef>
              <a:buFont typeface="Arial" panose="020B0604020202020204" pitchFamily="34" charset="0"/>
              <a:buChar char="•"/>
            </a:lvl8pPr>
            <a:lvl9pPr marL="3886200" indent="-228600" defTabSz="914400">
              <a:lnSpc>
                <a:spcPct val="90000"/>
              </a:lnSpc>
              <a:spcBef>
                <a:spcPts val="500"/>
              </a:spcBef>
              <a:buFont typeface="Arial" panose="020B0604020202020204" pitchFamily="34" charset="0"/>
              <a:buChar char="•"/>
            </a:lvl9pPr>
          </a:lstStyle>
          <a:p>
            <a:pPr lvl="0" algn="ctr"/>
            <a:r>
              <a:rPr lang="en-US">
                <a:solidFill>
                  <a:schemeClr val="tx1">
                    <a:lumMod val="75000"/>
                    <a:lumOff val="25000"/>
                  </a:schemeClr>
                </a:solidFill>
              </a:rPr>
              <a:t>A.</a:t>
            </a:r>
          </a:p>
        </p:txBody>
      </p:sp>
      <p:sp>
        <p:nvSpPr>
          <p:cNvPr id="13" name="Opt_A">
            <a:extLst>
              <a:ext uri="{FF2B5EF4-FFF2-40B4-BE49-F238E27FC236}">
                <a16:creationId xmlns:a16="http://schemas.microsoft.com/office/drawing/2014/main" id="{1494EC36-DEF5-5104-F8EA-E3D4B2BBD8E4}"/>
              </a:ext>
            </a:extLst>
          </p:cNvPr>
          <p:cNvSpPr>
            <a:spLocks noGrp="1"/>
          </p:cNvSpPr>
          <p:nvPr>
            <p:ph type="body" sz="quarter" idx="12" hasCustomPrompt="1"/>
          </p:nvPr>
        </p:nvSpPr>
        <p:spPr>
          <a:xfrm>
            <a:off x="2330450" y="2698180"/>
            <a:ext cx="11250613" cy="836613"/>
          </a:xfrm>
        </p:spPr>
        <p:txBody>
          <a:bodyPr anchor="t">
            <a:normAutofit/>
          </a:bodyPr>
          <a:lstStyle>
            <a:lvl1pPr marL="0" indent="0">
              <a:lnSpc>
                <a:spcPct val="114000"/>
              </a:lnSpc>
              <a:spcBef>
                <a:spcPts val="0"/>
              </a:spcBef>
              <a:buNone/>
              <a:defRPr sz="2000">
                <a:solidFill>
                  <a:schemeClr val="tx1">
                    <a:lumMod val="75000"/>
                    <a:lumOff val="25000"/>
                  </a:schemeClr>
                </a:solidFill>
              </a:defRPr>
            </a:lvl1pPr>
            <a:lvl2pPr marL="457200" indent="0">
              <a:buNone/>
              <a:defRPr/>
            </a:lvl2pPr>
            <a:lvl3pPr marL="914400" indent="0">
              <a:buNone/>
              <a:defRPr/>
            </a:lvl3pPr>
            <a:lvl4pPr marL="1371600" indent="0">
              <a:buNone/>
              <a:defRPr/>
            </a:lvl4pPr>
            <a:lvl5pPr marL="1828800" indent="0">
              <a:buNone/>
              <a:defRPr/>
            </a:lvl5pPr>
          </a:lstStyle>
          <a:p>
            <a:pPr lvl="0"/>
            <a:r>
              <a:rPr lang="en-GB"/>
              <a:t>Click to add text</a:t>
            </a:r>
            <a:endParaRPr lang="en-US"/>
          </a:p>
        </p:txBody>
      </p:sp>
      <p:sp>
        <p:nvSpPr>
          <p:cNvPr id="14" name="B">
            <a:extLst>
              <a:ext uri="{FF2B5EF4-FFF2-40B4-BE49-F238E27FC236}">
                <a16:creationId xmlns:a16="http://schemas.microsoft.com/office/drawing/2014/main" id="{9AFF282F-7CD2-660E-F6FB-6A6841171D6F}"/>
              </a:ext>
            </a:extLst>
          </p:cNvPr>
          <p:cNvSpPr txBox="1"/>
          <p:nvPr userDrawn="1"/>
        </p:nvSpPr>
        <p:spPr>
          <a:xfrm>
            <a:off x="1713038" y="3629064"/>
            <a:ext cx="465463" cy="421719"/>
          </a:xfrm>
          <a:prstGeom prst="rect">
            <a:avLst/>
          </a:prstGeom>
        </p:spPr>
        <p:txBody>
          <a:bodyPr vert="horz" lIns="91440" tIns="45720" rIns="91440" bIns="45720" rtlCol="0" anchor="ctr">
            <a:normAutofit/>
          </a:bodyPr>
          <a:lstStyle>
            <a:lvl1pPr lvl="0" indent="0" defTabSz="914400">
              <a:lnSpc>
                <a:spcPct val="114000"/>
              </a:lnSpc>
              <a:spcBef>
                <a:spcPts val="0"/>
              </a:spcBef>
              <a:buFont typeface="Arial" panose="020B0604020202020204" pitchFamily="34" charset="0"/>
              <a:buNone/>
              <a:defRPr lang="en-GB" sz="20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1pPr>
            <a:lvl2pPr indent="0" defTabSz="914400">
              <a:lnSpc>
                <a:spcPct val="114000"/>
              </a:lnSpc>
              <a:spcBef>
                <a:spcPts val="500"/>
              </a:spcBef>
              <a:buFont typeface="Arial" panose="020B0604020202020204" pitchFamily="34" charset="0"/>
              <a:buNone/>
              <a:defRPr lang="en-GB"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2pPr>
            <a:lvl3pPr indent="0" defTabSz="914400">
              <a:lnSpc>
                <a:spcPct val="114000"/>
              </a:lnSpc>
              <a:spcBef>
                <a:spcPts val="500"/>
              </a:spcBef>
              <a:buFont typeface="Arial" panose="020B0604020202020204" pitchFamily="34" charset="0"/>
              <a:buNone/>
              <a:defRPr lang="en-GB"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3pPr>
            <a:lvl4pPr indent="0" defTabSz="914400">
              <a:lnSpc>
                <a:spcPct val="90000"/>
              </a:lnSpc>
              <a:spcBef>
                <a:spcPts val="500"/>
              </a:spcBef>
              <a:buFont typeface="Arial" panose="020B0604020202020204" pitchFamily="34" charset="0"/>
              <a:buNone/>
            </a:lvl4pPr>
            <a:lvl5pPr indent="0" defTabSz="914400">
              <a:lnSpc>
                <a:spcPct val="90000"/>
              </a:lnSpc>
              <a:spcBef>
                <a:spcPts val="500"/>
              </a:spcBef>
              <a:buFont typeface="Arial" panose="020B0604020202020204" pitchFamily="34" charset="0"/>
              <a:buNone/>
            </a:lvl5pPr>
            <a:lvl6pPr marL="2514600" indent="-228600" defTabSz="914400">
              <a:lnSpc>
                <a:spcPct val="90000"/>
              </a:lnSpc>
              <a:spcBef>
                <a:spcPts val="500"/>
              </a:spcBef>
              <a:buFont typeface="Arial" panose="020B0604020202020204" pitchFamily="34" charset="0"/>
              <a:buChar char="•"/>
            </a:lvl6pPr>
            <a:lvl7pPr marL="2971800" indent="-228600" defTabSz="914400">
              <a:lnSpc>
                <a:spcPct val="90000"/>
              </a:lnSpc>
              <a:spcBef>
                <a:spcPts val="500"/>
              </a:spcBef>
              <a:buFont typeface="Arial" panose="020B0604020202020204" pitchFamily="34" charset="0"/>
              <a:buChar char="•"/>
            </a:lvl7pPr>
            <a:lvl8pPr marL="3429000" indent="-228600" defTabSz="914400">
              <a:lnSpc>
                <a:spcPct val="90000"/>
              </a:lnSpc>
              <a:spcBef>
                <a:spcPts val="500"/>
              </a:spcBef>
              <a:buFont typeface="Arial" panose="020B0604020202020204" pitchFamily="34" charset="0"/>
              <a:buChar char="•"/>
            </a:lvl8pPr>
            <a:lvl9pPr marL="3886200" indent="-228600" defTabSz="914400">
              <a:lnSpc>
                <a:spcPct val="90000"/>
              </a:lnSpc>
              <a:spcBef>
                <a:spcPts val="500"/>
              </a:spcBef>
              <a:buFont typeface="Arial" panose="020B0604020202020204" pitchFamily="34" charset="0"/>
              <a:buChar char="•"/>
            </a:lvl9pPr>
          </a:lstStyle>
          <a:p>
            <a:pPr lvl="0" algn="ctr"/>
            <a:r>
              <a:rPr lang="en-US">
                <a:solidFill>
                  <a:schemeClr val="tx1">
                    <a:lumMod val="75000"/>
                    <a:lumOff val="25000"/>
                  </a:schemeClr>
                </a:solidFill>
              </a:rPr>
              <a:t>B.</a:t>
            </a:r>
          </a:p>
        </p:txBody>
      </p:sp>
      <p:sp>
        <p:nvSpPr>
          <p:cNvPr id="15" name="Opt_B">
            <a:extLst>
              <a:ext uri="{FF2B5EF4-FFF2-40B4-BE49-F238E27FC236}">
                <a16:creationId xmlns:a16="http://schemas.microsoft.com/office/drawing/2014/main" id="{01ADAF17-D7DF-669F-96A4-A5A66652F7E4}"/>
              </a:ext>
            </a:extLst>
          </p:cNvPr>
          <p:cNvSpPr>
            <a:spLocks noGrp="1"/>
          </p:cNvSpPr>
          <p:nvPr>
            <p:ph type="body" sz="quarter" idx="13" hasCustomPrompt="1"/>
          </p:nvPr>
        </p:nvSpPr>
        <p:spPr>
          <a:xfrm>
            <a:off x="2334566" y="3629064"/>
            <a:ext cx="11250613" cy="836613"/>
          </a:xfrm>
        </p:spPr>
        <p:txBody>
          <a:bodyPr anchor="t">
            <a:normAutofit/>
          </a:bodyPr>
          <a:lstStyle>
            <a:lvl1pPr marL="0" indent="0">
              <a:lnSpc>
                <a:spcPct val="114000"/>
              </a:lnSpc>
              <a:spcBef>
                <a:spcPts val="0"/>
              </a:spcBef>
              <a:buNone/>
              <a:defRPr sz="2000">
                <a:solidFill>
                  <a:schemeClr val="tx1">
                    <a:lumMod val="75000"/>
                    <a:lumOff val="25000"/>
                  </a:schemeClr>
                </a:solidFill>
              </a:defRPr>
            </a:lvl1pPr>
            <a:lvl2pPr marL="457200" indent="0">
              <a:buNone/>
              <a:defRPr/>
            </a:lvl2pPr>
            <a:lvl3pPr marL="914400" indent="0">
              <a:buNone/>
              <a:defRPr/>
            </a:lvl3pPr>
            <a:lvl4pPr marL="1371600" indent="0">
              <a:buNone/>
              <a:defRPr/>
            </a:lvl4pPr>
            <a:lvl5pPr marL="1828800" indent="0">
              <a:buNone/>
              <a:defRPr/>
            </a:lvl5pPr>
          </a:lstStyle>
          <a:p>
            <a:pPr lvl="0"/>
            <a:r>
              <a:rPr lang="en-GB"/>
              <a:t>Click to add text</a:t>
            </a:r>
            <a:endParaRPr lang="en-US"/>
          </a:p>
        </p:txBody>
      </p:sp>
      <p:sp>
        <p:nvSpPr>
          <p:cNvPr id="16" name="C">
            <a:extLst>
              <a:ext uri="{FF2B5EF4-FFF2-40B4-BE49-F238E27FC236}">
                <a16:creationId xmlns:a16="http://schemas.microsoft.com/office/drawing/2014/main" id="{E0054334-AE0D-D3F5-C186-9EAB001CEBAA}"/>
              </a:ext>
            </a:extLst>
          </p:cNvPr>
          <p:cNvSpPr txBox="1"/>
          <p:nvPr userDrawn="1"/>
        </p:nvSpPr>
        <p:spPr>
          <a:xfrm>
            <a:off x="1713038" y="4568181"/>
            <a:ext cx="465463" cy="421719"/>
          </a:xfrm>
          <a:prstGeom prst="rect">
            <a:avLst/>
          </a:prstGeom>
        </p:spPr>
        <p:txBody>
          <a:bodyPr vert="horz" lIns="91440" tIns="45720" rIns="91440" bIns="45720" rtlCol="0" anchor="ctr">
            <a:normAutofit/>
          </a:bodyPr>
          <a:lstStyle>
            <a:lvl1pPr lvl="0" indent="0" defTabSz="914400">
              <a:lnSpc>
                <a:spcPct val="114000"/>
              </a:lnSpc>
              <a:spcBef>
                <a:spcPts val="0"/>
              </a:spcBef>
              <a:buFont typeface="Arial" panose="020B0604020202020204" pitchFamily="34" charset="0"/>
              <a:buNone/>
              <a:defRPr lang="en-GB" sz="20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1pPr>
            <a:lvl2pPr indent="0" defTabSz="914400">
              <a:lnSpc>
                <a:spcPct val="114000"/>
              </a:lnSpc>
              <a:spcBef>
                <a:spcPts val="500"/>
              </a:spcBef>
              <a:buFont typeface="Arial" panose="020B0604020202020204" pitchFamily="34" charset="0"/>
              <a:buNone/>
              <a:defRPr lang="en-GB"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2pPr>
            <a:lvl3pPr indent="0" defTabSz="914400">
              <a:lnSpc>
                <a:spcPct val="114000"/>
              </a:lnSpc>
              <a:spcBef>
                <a:spcPts val="500"/>
              </a:spcBef>
              <a:buFont typeface="Arial" panose="020B0604020202020204" pitchFamily="34" charset="0"/>
              <a:buNone/>
              <a:defRPr lang="en-GB"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3pPr>
            <a:lvl4pPr indent="0" defTabSz="914400">
              <a:lnSpc>
                <a:spcPct val="90000"/>
              </a:lnSpc>
              <a:spcBef>
                <a:spcPts val="500"/>
              </a:spcBef>
              <a:buFont typeface="Arial" panose="020B0604020202020204" pitchFamily="34" charset="0"/>
              <a:buNone/>
            </a:lvl4pPr>
            <a:lvl5pPr indent="0" defTabSz="914400">
              <a:lnSpc>
                <a:spcPct val="90000"/>
              </a:lnSpc>
              <a:spcBef>
                <a:spcPts val="500"/>
              </a:spcBef>
              <a:buFont typeface="Arial" panose="020B0604020202020204" pitchFamily="34" charset="0"/>
              <a:buNone/>
            </a:lvl5pPr>
            <a:lvl6pPr marL="2514600" indent="-228600" defTabSz="914400">
              <a:lnSpc>
                <a:spcPct val="90000"/>
              </a:lnSpc>
              <a:spcBef>
                <a:spcPts val="500"/>
              </a:spcBef>
              <a:buFont typeface="Arial" panose="020B0604020202020204" pitchFamily="34" charset="0"/>
              <a:buChar char="•"/>
            </a:lvl6pPr>
            <a:lvl7pPr marL="2971800" indent="-228600" defTabSz="914400">
              <a:lnSpc>
                <a:spcPct val="90000"/>
              </a:lnSpc>
              <a:spcBef>
                <a:spcPts val="500"/>
              </a:spcBef>
              <a:buFont typeface="Arial" panose="020B0604020202020204" pitchFamily="34" charset="0"/>
              <a:buChar char="•"/>
            </a:lvl7pPr>
            <a:lvl8pPr marL="3429000" indent="-228600" defTabSz="914400">
              <a:lnSpc>
                <a:spcPct val="90000"/>
              </a:lnSpc>
              <a:spcBef>
                <a:spcPts val="500"/>
              </a:spcBef>
              <a:buFont typeface="Arial" panose="020B0604020202020204" pitchFamily="34" charset="0"/>
              <a:buChar char="•"/>
            </a:lvl8pPr>
            <a:lvl9pPr marL="3886200" indent="-228600" defTabSz="914400">
              <a:lnSpc>
                <a:spcPct val="90000"/>
              </a:lnSpc>
              <a:spcBef>
                <a:spcPts val="500"/>
              </a:spcBef>
              <a:buFont typeface="Arial" panose="020B0604020202020204" pitchFamily="34" charset="0"/>
              <a:buChar char="•"/>
            </a:lvl9pPr>
          </a:lstStyle>
          <a:p>
            <a:pPr lvl="0" algn="ctr"/>
            <a:r>
              <a:rPr lang="en-US">
                <a:solidFill>
                  <a:schemeClr val="tx1">
                    <a:lumMod val="75000"/>
                    <a:lumOff val="25000"/>
                  </a:schemeClr>
                </a:solidFill>
              </a:rPr>
              <a:t>C.</a:t>
            </a:r>
          </a:p>
        </p:txBody>
      </p:sp>
      <p:sp>
        <p:nvSpPr>
          <p:cNvPr id="17" name="Opt_C">
            <a:extLst>
              <a:ext uri="{FF2B5EF4-FFF2-40B4-BE49-F238E27FC236}">
                <a16:creationId xmlns:a16="http://schemas.microsoft.com/office/drawing/2014/main" id="{98DDCBFB-B945-8ADF-F3B2-02F8E9E10B08}"/>
              </a:ext>
            </a:extLst>
          </p:cNvPr>
          <p:cNvSpPr>
            <a:spLocks noGrp="1"/>
          </p:cNvSpPr>
          <p:nvPr>
            <p:ph type="body" sz="quarter" idx="14" hasCustomPrompt="1"/>
          </p:nvPr>
        </p:nvSpPr>
        <p:spPr>
          <a:xfrm>
            <a:off x="2334566" y="4568181"/>
            <a:ext cx="11250613" cy="836613"/>
          </a:xfrm>
        </p:spPr>
        <p:txBody>
          <a:bodyPr anchor="t">
            <a:normAutofit/>
          </a:bodyPr>
          <a:lstStyle>
            <a:lvl1pPr marL="0" indent="0">
              <a:lnSpc>
                <a:spcPct val="114000"/>
              </a:lnSpc>
              <a:spcBef>
                <a:spcPts val="0"/>
              </a:spcBef>
              <a:buNone/>
              <a:defRPr sz="2000">
                <a:solidFill>
                  <a:schemeClr val="tx1">
                    <a:lumMod val="75000"/>
                    <a:lumOff val="25000"/>
                  </a:schemeClr>
                </a:solidFill>
              </a:defRPr>
            </a:lvl1pPr>
            <a:lvl2pPr marL="457200" indent="0">
              <a:buNone/>
              <a:defRPr/>
            </a:lvl2pPr>
            <a:lvl3pPr marL="914400" indent="0">
              <a:buNone/>
              <a:defRPr/>
            </a:lvl3pPr>
            <a:lvl4pPr marL="1371600" indent="0">
              <a:buNone/>
              <a:defRPr/>
            </a:lvl4pPr>
            <a:lvl5pPr marL="1828800" indent="0">
              <a:buNone/>
              <a:defRPr/>
            </a:lvl5pPr>
          </a:lstStyle>
          <a:p>
            <a:pPr lvl="0"/>
            <a:r>
              <a:rPr lang="en-GB"/>
              <a:t>Click to add text</a:t>
            </a:r>
            <a:endParaRPr lang="en-US"/>
          </a:p>
        </p:txBody>
      </p:sp>
      <p:sp>
        <p:nvSpPr>
          <p:cNvPr id="18" name="D">
            <a:extLst>
              <a:ext uri="{FF2B5EF4-FFF2-40B4-BE49-F238E27FC236}">
                <a16:creationId xmlns:a16="http://schemas.microsoft.com/office/drawing/2014/main" id="{A5C29CAE-D65C-162C-E28E-5C00B6BF49E6}"/>
              </a:ext>
            </a:extLst>
          </p:cNvPr>
          <p:cNvSpPr txBox="1"/>
          <p:nvPr userDrawn="1"/>
        </p:nvSpPr>
        <p:spPr>
          <a:xfrm>
            <a:off x="1717154" y="5511422"/>
            <a:ext cx="465463" cy="421719"/>
          </a:xfrm>
          <a:prstGeom prst="rect">
            <a:avLst/>
          </a:prstGeom>
        </p:spPr>
        <p:txBody>
          <a:bodyPr vert="horz" lIns="91440" tIns="45720" rIns="91440" bIns="45720" rtlCol="0" anchor="ctr">
            <a:normAutofit/>
          </a:bodyPr>
          <a:lstStyle>
            <a:lvl1pPr lvl="0" indent="0" defTabSz="914400">
              <a:lnSpc>
                <a:spcPct val="114000"/>
              </a:lnSpc>
              <a:spcBef>
                <a:spcPts val="0"/>
              </a:spcBef>
              <a:buFont typeface="Arial" panose="020B0604020202020204" pitchFamily="34" charset="0"/>
              <a:buNone/>
              <a:defRPr lang="en-GB" sz="20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1pPr>
            <a:lvl2pPr indent="0" defTabSz="914400">
              <a:lnSpc>
                <a:spcPct val="114000"/>
              </a:lnSpc>
              <a:spcBef>
                <a:spcPts val="500"/>
              </a:spcBef>
              <a:buFont typeface="Arial" panose="020B0604020202020204" pitchFamily="34" charset="0"/>
              <a:buNone/>
              <a:defRPr lang="en-GB"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2pPr>
            <a:lvl3pPr indent="0" defTabSz="914400">
              <a:lnSpc>
                <a:spcPct val="114000"/>
              </a:lnSpc>
              <a:spcBef>
                <a:spcPts val="500"/>
              </a:spcBef>
              <a:buFont typeface="Arial" panose="020B0604020202020204" pitchFamily="34" charset="0"/>
              <a:buNone/>
              <a:defRPr lang="en-GB"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3pPr>
            <a:lvl4pPr indent="0" defTabSz="914400">
              <a:lnSpc>
                <a:spcPct val="90000"/>
              </a:lnSpc>
              <a:spcBef>
                <a:spcPts val="500"/>
              </a:spcBef>
              <a:buFont typeface="Arial" panose="020B0604020202020204" pitchFamily="34" charset="0"/>
              <a:buNone/>
            </a:lvl4pPr>
            <a:lvl5pPr indent="0" defTabSz="914400">
              <a:lnSpc>
                <a:spcPct val="90000"/>
              </a:lnSpc>
              <a:spcBef>
                <a:spcPts val="500"/>
              </a:spcBef>
              <a:buFont typeface="Arial" panose="020B0604020202020204" pitchFamily="34" charset="0"/>
              <a:buNone/>
            </a:lvl5pPr>
            <a:lvl6pPr marL="2514600" indent="-228600" defTabSz="914400">
              <a:lnSpc>
                <a:spcPct val="90000"/>
              </a:lnSpc>
              <a:spcBef>
                <a:spcPts val="500"/>
              </a:spcBef>
              <a:buFont typeface="Arial" panose="020B0604020202020204" pitchFamily="34" charset="0"/>
              <a:buChar char="•"/>
            </a:lvl6pPr>
            <a:lvl7pPr marL="2971800" indent="-228600" defTabSz="914400">
              <a:lnSpc>
                <a:spcPct val="90000"/>
              </a:lnSpc>
              <a:spcBef>
                <a:spcPts val="500"/>
              </a:spcBef>
              <a:buFont typeface="Arial" panose="020B0604020202020204" pitchFamily="34" charset="0"/>
              <a:buChar char="•"/>
            </a:lvl7pPr>
            <a:lvl8pPr marL="3429000" indent="-228600" defTabSz="914400">
              <a:lnSpc>
                <a:spcPct val="90000"/>
              </a:lnSpc>
              <a:spcBef>
                <a:spcPts val="500"/>
              </a:spcBef>
              <a:buFont typeface="Arial" panose="020B0604020202020204" pitchFamily="34" charset="0"/>
              <a:buChar char="•"/>
            </a:lvl8pPr>
            <a:lvl9pPr marL="3886200" indent="-228600" defTabSz="914400">
              <a:lnSpc>
                <a:spcPct val="90000"/>
              </a:lnSpc>
              <a:spcBef>
                <a:spcPts val="500"/>
              </a:spcBef>
              <a:buFont typeface="Arial" panose="020B0604020202020204" pitchFamily="34" charset="0"/>
              <a:buChar char="•"/>
            </a:lvl9pPr>
          </a:lstStyle>
          <a:p>
            <a:pPr lvl="0" algn="ctr"/>
            <a:r>
              <a:rPr lang="en-US">
                <a:solidFill>
                  <a:schemeClr val="tx1">
                    <a:lumMod val="75000"/>
                    <a:lumOff val="25000"/>
                  </a:schemeClr>
                </a:solidFill>
              </a:rPr>
              <a:t>D.</a:t>
            </a:r>
          </a:p>
        </p:txBody>
      </p:sp>
      <p:sp>
        <p:nvSpPr>
          <p:cNvPr id="19" name="Opt_D">
            <a:extLst>
              <a:ext uri="{FF2B5EF4-FFF2-40B4-BE49-F238E27FC236}">
                <a16:creationId xmlns:a16="http://schemas.microsoft.com/office/drawing/2014/main" id="{787DB315-5654-6FF4-4775-BE435BA1CC23}"/>
              </a:ext>
            </a:extLst>
          </p:cNvPr>
          <p:cNvSpPr>
            <a:spLocks noGrp="1"/>
          </p:cNvSpPr>
          <p:nvPr>
            <p:ph type="body" sz="quarter" idx="15" hasCustomPrompt="1"/>
          </p:nvPr>
        </p:nvSpPr>
        <p:spPr>
          <a:xfrm>
            <a:off x="2338682" y="5511422"/>
            <a:ext cx="11250613" cy="836613"/>
          </a:xfrm>
        </p:spPr>
        <p:txBody>
          <a:bodyPr anchor="t">
            <a:normAutofit/>
          </a:bodyPr>
          <a:lstStyle>
            <a:lvl1pPr marL="0" indent="0">
              <a:lnSpc>
                <a:spcPct val="114000"/>
              </a:lnSpc>
              <a:spcBef>
                <a:spcPts val="0"/>
              </a:spcBef>
              <a:buNone/>
              <a:defRPr sz="2000">
                <a:solidFill>
                  <a:schemeClr val="tx1">
                    <a:lumMod val="75000"/>
                    <a:lumOff val="25000"/>
                  </a:schemeClr>
                </a:solidFill>
              </a:defRPr>
            </a:lvl1pPr>
            <a:lvl2pPr marL="457200" indent="0">
              <a:buNone/>
              <a:defRPr/>
            </a:lvl2pPr>
            <a:lvl3pPr marL="914400" indent="0">
              <a:buNone/>
              <a:defRPr/>
            </a:lvl3pPr>
            <a:lvl4pPr marL="1371600" indent="0">
              <a:buNone/>
              <a:defRPr/>
            </a:lvl4pPr>
            <a:lvl5pPr marL="1828800" indent="0">
              <a:buNone/>
              <a:defRPr/>
            </a:lvl5pPr>
          </a:lstStyle>
          <a:p>
            <a:pPr lvl="0"/>
            <a:r>
              <a:rPr lang="en-GB"/>
              <a:t>Click to add text</a:t>
            </a:r>
            <a:endParaRPr lang="en-US"/>
          </a:p>
        </p:txBody>
      </p:sp>
      <p:sp>
        <p:nvSpPr>
          <p:cNvPr id="21" name="Q">
            <a:extLst>
              <a:ext uri="{FF2B5EF4-FFF2-40B4-BE49-F238E27FC236}">
                <a16:creationId xmlns:a16="http://schemas.microsoft.com/office/drawing/2014/main" id="{32B26A31-7ADA-92C4-0EC9-7FBCC4B0F2B6}"/>
              </a:ext>
            </a:extLst>
          </p:cNvPr>
          <p:cNvSpPr>
            <a:spLocks noGrp="1"/>
          </p:cNvSpPr>
          <p:nvPr>
            <p:ph type="body" sz="quarter" idx="11" hasCustomPrompt="1"/>
          </p:nvPr>
        </p:nvSpPr>
        <p:spPr>
          <a:xfrm>
            <a:off x="2967015" y="580287"/>
            <a:ext cx="12401573" cy="1447009"/>
          </a:xfrm>
        </p:spPr>
        <p:txBody>
          <a:bodyPr anchor="ctr"/>
          <a:lstStyle>
            <a:lvl1pPr marL="0" indent="0">
              <a:lnSpc>
                <a:spcPct val="114000"/>
              </a:lnSpc>
              <a:spcBef>
                <a:spcPts val="0"/>
              </a:spcBef>
              <a:buNone/>
              <a:defRPr b="1">
                <a:solidFill>
                  <a:schemeClr val="tx1">
                    <a:lumMod val="75000"/>
                    <a:lumOff val="25000"/>
                  </a:schemeClr>
                </a:solidFill>
              </a:defRPr>
            </a:lvl1pPr>
          </a:lstStyle>
          <a:p>
            <a:pPr lvl="0"/>
            <a:r>
              <a:rPr lang="en-GB"/>
              <a:t>Click to add text</a:t>
            </a:r>
            <a:endParaRPr lang="en-US"/>
          </a:p>
        </p:txBody>
      </p:sp>
      <p:sp>
        <p:nvSpPr>
          <p:cNvPr id="22" name="Q_No">
            <a:extLst>
              <a:ext uri="{FF2B5EF4-FFF2-40B4-BE49-F238E27FC236}">
                <a16:creationId xmlns:a16="http://schemas.microsoft.com/office/drawing/2014/main" id="{6AEFDC33-934D-D32C-A2F5-91C510E8C696}"/>
              </a:ext>
            </a:extLst>
          </p:cNvPr>
          <p:cNvSpPr>
            <a:spLocks noGrp="1"/>
          </p:cNvSpPr>
          <p:nvPr>
            <p:ph type="body" sz="quarter" idx="10" hasCustomPrompt="1"/>
          </p:nvPr>
        </p:nvSpPr>
        <p:spPr>
          <a:xfrm>
            <a:off x="1562390" y="1193800"/>
            <a:ext cx="1135063" cy="830263"/>
          </a:xfrm>
        </p:spPr>
        <p:txBody>
          <a:bodyPr anchor="ctr"/>
          <a:lstStyle>
            <a:lvl1pPr marL="0" indent="0" algn="ctr">
              <a:spcBef>
                <a:spcPts val="0"/>
              </a:spcBef>
              <a:buNone/>
              <a:defRPr b="1">
                <a:solidFill>
                  <a:schemeClr val="bg1"/>
                </a:solidFill>
              </a:defRPr>
            </a:lvl1pPr>
          </a:lstStyle>
          <a:p>
            <a:pPr lvl="0"/>
            <a:r>
              <a:rPr lang="en-US"/>
              <a:t>1</a:t>
            </a:r>
          </a:p>
        </p:txBody>
      </p:sp>
    </p:spTree>
    <p:extLst>
      <p:ext uri="{BB962C8B-B14F-4D97-AF65-F5344CB8AC3E}">
        <p14:creationId xmlns:p14="http://schemas.microsoft.com/office/powerpoint/2010/main" val="308983652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Key Takeaways" preserve="1" userDrawn="1">
  <p:cSld name="1_Key Takeaways">
    <p:spTree>
      <p:nvGrpSpPr>
        <p:cNvPr id="1" name="Shape 129"/>
        <p:cNvGrpSpPr/>
        <p:nvPr/>
      </p:nvGrpSpPr>
      <p:grpSpPr>
        <a:xfrm>
          <a:off x="0" y="0"/>
          <a:ext cx="0" cy="0"/>
          <a:chOff x="0" y="0"/>
          <a:chExt cx="0" cy="0"/>
        </a:xfrm>
      </p:grpSpPr>
      <p:pic>
        <p:nvPicPr>
          <p:cNvPr id="130" name="Google Shape;130;p33"/>
          <p:cNvPicPr preferRelativeResize="0"/>
          <p:nvPr/>
        </p:nvPicPr>
        <p:blipFill>
          <a:blip r:embed="rId2"/>
          <a:srcRect/>
          <a:stretch/>
        </p:blipFill>
        <p:spPr>
          <a:xfrm>
            <a:off x="0" y="0"/>
            <a:ext cx="16255999" cy="9143999"/>
          </a:xfrm>
          <a:prstGeom prst="rect">
            <a:avLst/>
          </a:prstGeom>
          <a:noFill/>
          <a:ln>
            <a:noFill/>
          </a:ln>
        </p:spPr>
      </p:pic>
      <p:sp>
        <p:nvSpPr>
          <p:cNvPr id="2" name="Google Shape;47;p27">
            <a:extLst>
              <a:ext uri="{FF2B5EF4-FFF2-40B4-BE49-F238E27FC236}">
                <a16:creationId xmlns:a16="http://schemas.microsoft.com/office/drawing/2014/main" id="{DFADBA2E-0E91-C8B8-3A16-37E16A8024BC}"/>
              </a:ext>
            </a:extLst>
          </p:cNvPr>
          <p:cNvSpPr/>
          <p:nvPr userDrawn="1"/>
        </p:nvSpPr>
        <p:spPr>
          <a:xfrm>
            <a:off x="2747395" y="274390"/>
            <a:ext cx="4819800" cy="523200"/>
          </a:xfrm>
          <a:prstGeom prst="rect">
            <a:avLst/>
          </a:prstGeom>
          <a:noFill/>
          <a:ln>
            <a:noFill/>
          </a:ln>
        </p:spPr>
        <p:txBody>
          <a:bodyPr spcFirstLastPara="1" wrap="square" lIns="91425" tIns="45700" rIns="91425" bIns="45700" anchor="t" anchorCtr="0">
            <a:spAutoFit/>
          </a:bodyPr>
          <a:lstStyle/>
          <a:p>
            <a:pPr marL="228600" marR="0" lvl="0" indent="0" algn="ctr" rtl="0">
              <a:lnSpc>
                <a:spcPct val="100000"/>
              </a:lnSpc>
              <a:spcBef>
                <a:spcPts val="0"/>
              </a:spcBef>
              <a:spcAft>
                <a:spcPts val="0"/>
              </a:spcAft>
              <a:buClr>
                <a:srgbClr val="3F3F3F"/>
              </a:buClr>
              <a:buSzPts val="2200"/>
              <a:buFont typeface="Arial"/>
              <a:buNone/>
            </a:pPr>
            <a:r>
              <a:rPr lang="en-US" sz="2800" b="1" i="0" u="none" strike="noStrike" cap="none">
                <a:solidFill>
                  <a:schemeClr val="tx1">
                    <a:lumMod val="75000"/>
                    <a:lumOff val="25000"/>
                  </a:schemeClr>
                </a:solidFill>
                <a:latin typeface="Open Sans"/>
                <a:ea typeface="Open Sans"/>
                <a:cs typeface="Open Sans"/>
                <a:sym typeface="Open Sans"/>
              </a:rPr>
              <a:t>Key Takeaways</a:t>
            </a:r>
            <a:endParaRPr lang="en-US" sz="1400" b="0" i="0" u="none" strike="noStrike" cap="none">
              <a:solidFill>
                <a:schemeClr val="tx1">
                  <a:lumMod val="75000"/>
                  <a:lumOff val="25000"/>
                </a:schemeClr>
              </a:solidFill>
              <a:latin typeface="Arial"/>
              <a:ea typeface="Arial"/>
              <a:cs typeface="Arial"/>
              <a:sym typeface="Arial"/>
            </a:endParaRPr>
          </a:p>
        </p:txBody>
      </p:sp>
      <p:sp>
        <p:nvSpPr>
          <p:cNvPr id="4" name="Brandline_LVC">
            <a:extLst>
              <a:ext uri="{FF2B5EF4-FFF2-40B4-BE49-F238E27FC236}">
                <a16:creationId xmlns:a16="http://schemas.microsoft.com/office/drawing/2014/main" id="{F274DB65-9471-8FF1-5F67-3A8B02FBF3BD}"/>
              </a:ext>
            </a:extLst>
          </p:cNvPr>
          <p:cNvSpPr/>
          <p:nvPr userDrawn="1"/>
        </p:nvSpPr>
        <p:spPr>
          <a:xfrm>
            <a:off x="3559993" y="837660"/>
            <a:ext cx="3377485"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75000"/>
                  <a:lumOff val="25000"/>
                </a:schemeClr>
              </a:solidFill>
            </a:endParaRPr>
          </a:p>
        </p:txBody>
      </p:sp>
      <p:sp>
        <p:nvSpPr>
          <p:cNvPr id="3" name="Text Placeholder 4">
            <a:extLst>
              <a:ext uri="{FF2B5EF4-FFF2-40B4-BE49-F238E27FC236}">
                <a16:creationId xmlns:a16="http://schemas.microsoft.com/office/drawing/2014/main" id="{96AF3B2F-06F8-C0B9-F594-763BF82CAEE1}"/>
              </a:ext>
            </a:extLst>
          </p:cNvPr>
          <p:cNvSpPr>
            <a:spLocks noGrp="1"/>
          </p:cNvSpPr>
          <p:nvPr>
            <p:ph type="body" sz="quarter" idx="15" hasCustomPrompt="1"/>
          </p:nvPr>
        </p:nvSpPr>
        <p:spPr>
          <a:xfrm>
            <a:off x="1332875" y="1967907"/>
            <a:ext cx="9036000" cy="1011600"/>
          </a:xfrm>
        </p:spPr>
        <p:txBody>
          <a:bodyPr vert="horz" lIns="91440" tIns="45720" rIns="91440" bIns="45720" rtlCol="0" anchor="t">
            <a:normAutofit/>
          </a:bodyPr>
          <a:lstStyle>
            <a:lvl1pPr marL="0" indent="0">
              <a:buNone/>
              <a:defRPr lang="en-GB" dirty="0">
                <a:solidFill>
                  <a:schemeClr val="tx1">
                    <a:lumMod val="75000"/>
                    <a:lumOff val="25000"/>
                  </a:schemeClr>
                </a:solidFill>
              </a:defRPr>
            </a:lvl1pPr>
          </a:lstStyle>
          <a:p>
            <a:pPr marL="228600" lvl="0" indent="-228600">
              <a:spcBef>
                <a:spcPts val="0"/>
              </a:spcBef>
            </a:pPr>
            <a:r>
              <a:rPr lang="en-GB"/>
              <a:t>Click to add text</a:t>
            </a:r>
          </a:p>
        </p:txBody>
      </p:sp>
      <p:sp>
        <p:nvSpPr>
          <p:cNvPr id="5" name="Text Placeholder 4">
            <a:extLst>
              <a:ext uri="{FF2B5EF4-FFF2-40B4-BE49-F238E27FC236}">
                <a16:creationId xmlns:a16="http://schemas.microsoft.com/office/drawing/2014/main" id="{887B16BD-1678-AAEB-705C-ACC6F4E638BB}"/>
              </a:ext>
            </a:extLst>
          </p:cNvPr>
          <p:cNvSpPr>
            <a:spLocks noGrp="1"/>
          </p:cNvSpPr>
          <p:nvPr>
            <p:ph type="body" sz="quarter" idx="16" hasCustomPrompt="1"/>
          </p:nvPr>
        </p:nvSpPr>
        <p:spPr>
          <a:xfrm>
            <a:off x="1332356" y="2755555"/>
            <a:ext cx="9036000" cy="1011600"/>
          </a:xfrm>
        </p:spPr>
        <p:txBody>
          <a:bodyPr anchor="t"/>
          <a:lstStyle>
            <a:lvl1pPr marL="0" indent="0">
              <a:lnSpc>
                <a:spcPct val="114000"/>
              </a:lnSpc>
              <a:spcBef>
                <a:spcPts val="0"/>
              </a:spcBef>
              <a:buFont typeface="Arial" panose="020B0604020202020204" pitchFamily="34" charset="0"/>
              <a:buNone/>
              <a:defRPr>
                <a:solidFill>
                  <a:schemeClr val="tx1">
                    <a:lumMod val="75000"/>
                    <a:lumOff val="25000"/>
                  </a:schemeClr>
                </a:solidFill>
              </a:defRPr>
            </a:lvl1pPr>
            <a:lvl2pPr>
              <a:spcBef>
                <a:spcPts val="0"/>
              </a:spcBef>
              <a:defRPr/>
            </a:lvl2pPr>
            <a:lvl3pPr>
              <a:spcBef>
                <a:spcPts val="0"/>
              </a:spcBef>
              <a:defRPr/>
            </a:lvl3pPr>
          </a:lstStyle>
          <a:p>
            <a:pPr lvl="0"/>
            <a:r>
              <a:rPr lang="en-GB"/>
              <a:t>Click to add text</a:t>
            </a:r>
          </a:p>
        </p:txBody>
      </p:sp>
      <p:sp>
        <p:nvSpPr>
          <p:cNvPr id="6" name="Text Placeholder 4">
            <a:extLst>
              <a:ext uri="{FF2B5EF4-FFF2-40B4-BE49-F238E27FC236}">
                <a16:creationId xmlns:a16="http://schemas.microsoft.com/office/drawing/2014/main" id="{9DA0B994-BAF5-3871-1AE2-2955090941D6}"/>
              </a:ext>
            </a:extLst>
          </p:cNvPr>
          <p:cNvSpPr>
            <a:spLocks noGrp="1"/>
          </p:cNvSpPr>
          <p:nvPr>
            <p:ph type="body" sz="quarter" idx="17" hasCustomPrompt="1"/>
          </p:nvPr>
        </p:nvSpPr>
        <p:spPr>
          <a:xfrm>
            <a:off x="1331837" y="3567917"/>
            <a:ext cx="9036000" cy="1011600"/>
          </a:xfrm>
        </p:spPr>
        <p:txBody>
          <a:bodyPr anchor="t"/>
          <a:lstStyle>
            <a:lvl1pPr marL="0" indent="0">
              <a:lnSpc>
                <a:spcPct val="114000"/>
              </a:lnSpc>
              <a:spcBef>
                <a:spcPts val="0"/>
              </a:spcBef>
              <a:buFont typeface="Arial" panose="020B0604020202020204" pitchFamily="34" charset="0"/>
              <a:buNone/>
              <a:defRPr>
                <a:solidFill>
                  <a:schemeClr val="tx1">
                    <a:lumMod val="75000"/>
                    <a:lumOff val="25000"/>
                  </a:schemeClr>
                </a:solidFill>
              </a:defRPr>
            </a:lvl1pPr>
            <a:lvl2pPr>
              <a:spcBef>
                <a:spcPts val="0"/>
              </a:spcBef>
              <a:defRPr/>
            </a:lvl2pPr>
            <a:lvl3pPr>
              <a:spcBef>
                <a:spcPts val="0"/>
              </a:spcBef>
              <a:defRPr/>
            </a:lvl3pPr>
          </a:lstStyle>
          <a:p>
            <a:pPr lvl="0"/>
            <a:r>
              <a:rPr lang="en-GB"/>
              <a:t>Click to add text</a:t>
            </a:r>
          </a:p>
        </p:txBody>
      </p:sp>
      <p:sp>
        <p:nvSpPr>
          <p:cNvPr id="7" name="Text Placeholder 4">
            <a:extLst>
              <a:ext uri="{FF2B5EF4-FFF2-40B4-BE49-F238E27FC236}">
                <a16:creationId xmlns:a16="http://schemas.microsoft.com/office/drawing/2014/main" id="{9153C8D8-C81D-C688-AD6D-054C831ED8FF}"/>
              </a:ext>
            </a:extLst>
          </p:cNvPr>
          <p:cNvSpPr>
            <a:spLocks noGrp="1"/>
          </p:cNvSpPr>
          <p:nvPr>
            <p:ph type="body" sz="quarter" idx="18" hasCustomPrompt="1"/>
          </p:nvPr>
        </p:nvSpPr>
        <p:spPr>
          <a:xfrm>
            <a:off x="1332873" y="4392637"/>
            <a:ext cx="9034445" cy="1010072"/>
          </a:xfrm>
        </p:spPr>
        <p:txBody>
          <a:bodyPr anchor="t"/>
          <a:lstStyle>
            <a:lvl1pPr marL="0" indent="0">
              <a:lnSpc>
                <a:spcPct val="114000"/>
              </a:lnSpc>
              <a:spcBef>
                <a:spcPts val="0"/>
              </a:spcBef>
              <a:buFont typeface="Arial" panose="020B0604020202020204" pitchFamily="34" charset="0"/>
              <a:buNone/>
              <a:defRPr>
                <a:solidFill>
                  <a:schemeClr val="tx1">
                    <a:lumMod val="75000"/>
                    <a:lumOff val="25000"/>
                  </a:schemeClr>
                </a:solidFill>
              </a:defRPr>
            </a:lvl1pPr>
            <a:lvl2pPr>
              <a:spcBef>
                <a:spcPts val="0"/>
              </a:spcBef>
              <a:defRPr/>
            </a:lvl2pPr>
            <a:lvl3pPr>
              <a:spcBef>
                <a:spcPts val="0"/>
              </a:spcBef>
              <a:defRPr/>
            </a:lvl3pPr>
          </a:lstStyle>
          <a:p>
            <a:pPr lvl="0"/>
            <a:r>
              <a:rPr lang="en-GB"/>
              <a:t>Click to add text</a:t>
            </a:r>
          </a:p>
        </p:txBody>
      </p:sp>
      <p:grpSp>
        <p:nvGrpSpPr>
          <p:cNvPr id="23" name="Group 22" hidden="1">
            <a:extLst>
              <a:ext uri="{FF2B5EF4-FFF2-40B4-BE49-F238E27FC236}">
                <a16:creationId xmlns:a16="http://schemas.microsoft.com/office/drawing/2014/main" id="{7D3CB7FC-1EE6-F753-459E-16D565CC72D5}"/>
              </a:ext>
            </a:extLst>
          </p:cNvPr>
          <p:cNvGrpSpPr>
            <a:grpSpLocks noGrp="1" noUngrp="1" noRot="1" noMove="1" noResize="1"/>
          </p:cNvGrpSpPr>
          <p:nvPr userDrawn="1"/>
        </p:nvGrpSpPr>
        <p:grpSpPr>
          <a:xfrm>
            <a:off x="1239953" y="642551"/>
            <a:ext cx="4011669" cy="4670397"/>
            <a:chOff x="1239953" y="642551"/>
            <a:chExt cx="4011669" cy="4670397"/>
          </a:xfrm>
        </p:grpSpPr>
        <p:sp>
          <p:nvSpPr>
            <p:cNvPr id="24" name="Rectangle 23">
              <a:extLst>
                <a:ext uri="{FF2B5EF4-FFF2-40B4-BE49-F238E27FC236}">
                  <a16:creationId xmlns:a16="http://schemas.microsoft.com/office/drawing/2014/main" id="{7938B2B5-F7D2-93C4-4B9B-2A8705CFBB0D}"/>
                </a:ext>
              </a:extLst>
            </p:cNvPr>
            <p:cNvSpPr>
              <a:spLocks noGrp="1" noRot="1" noMove="1" noResize="1" noEditPoints="1" noAdjustHandles="1" noChangeArrowheads="1" noChangeShapeType="1"/>
            </p:cNvSpPr>
            <p:nvPr userDrawn="1"/>
          </p:nvSpPr>
          <p:spPr>
            <a:xfrm>
              <a:off x="2967652" y="642551"/>
              <a:ext cx="2283970" cy="149516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AC60516D-1A86-E05D-CDB5-234F5B190421}"/>
                </a:ext>
              </a:extLst>
            </p:cNvPr>
            <p:cNvSpPr>
              <a:spLocks noGrp="1" noRot="1" noMove="1" noResize="1" noEditPoints="1" noAdjustHandles="1" noChangeArrowheads="1" noChangeShapeType="1"/>
            </p:cNvSpPr>
            <p:nvPr userDrawn="1"/>
          </p:nvSpPr>
          <p:spPr>
            <a:xfrm>
              <a:off x="1239953" y="2290530"/>
              <a:ext cx="594000" cy="594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61049D24-171C-A4CE-5C84-362BCAE9D2EF}"/>
                </a:ext>
              </a:extLst>
            </p:cNvPr>
            <p:cNvSpPr>
              <a:spLocks noGrp="1" noRot="1" noMove="1" noResize="1" noEditPoints="1" noAdjustHandles="1" noChangeArrowheads="1" noChangeShapeType="1"/>
            </p:cNvSpPr>
            <p:nvPr userDrawn="1"/>
          </p:nvSpPr>
          <p:spPr>
            <a:xfrm>
              <a:off x="1332872" y="3094469"/>
              <a:ext cx="594000" cy="594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0EB4E1D9-0180-437B-334A-07F7823362C0}"/>
                </a:ext>
              </a:extLst>
            </p:cNvPr>
            <p:cNvSpPr>
              <a:spLocks noGrp="1" noRot="1" noMove="1" noResize="1" noEditPoints="1" noAdjustHandles="1" noChangeArrowheads="1" noChangeShapeType="1"/>
            </p:cNvSpPr>
            <p:nvPr userDrawn="1"/>
          </p:nvSpPr>
          <p:spPr>
            <a:xfrm>
              <a:off x="1332872" y="3903123"/>
              <a:ext cx="594000" cy="594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a:extLst>
                <a:ext uri="{FF2B5EF4-FFF2-40B4-BE49-F238E27FC236}">
                  <a16:creationId xmlns:a16="http://schemas.microsoft.com/office/drawing/2014/main" id="{D0CFBF9F-0A86-F779-0E1B-EE628909727A}"/>
                </a:ext>
              </a:extLst>
            </p:cNvPr>
            <p:cNvSpPr>
              <a:spLocks noGrp="1" noRot="1" noMove="1" noResize="1" noEditPoints="1" noAdjustHandles="1" noChangeArrowheads="1" noChangeShapeType="1"/>
            </p:cNvSpPr>
            <p:nvPr userDrawn="1"/>
          </p:nvSpPr>
          <p:spPr>
            <a:xfrm>
              <a:off x="1332872" y="4718948"/>
              <a:ext cx="594000" cy="594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19043240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_Assisted Practice">
    <p:spTree>
      <p:nvGrpSpPr>
        <p:cNvPr id="1" name=""/>
        <p:cNvGrpSpPr/>
        <p:nvPr/>
      </p:nvGrpSpPr>
      <p:grpSpPr>
        <a:xfrm>
          <a:off x="0" y="0"/>
          <a:ext cx="0" cy="0"/>
          <a:chOff x="0" y="0"/>
          <a:chExt cx="0" cy="0"/>
        </a:xfrm>
      </p:grpSpPr>
      <p:pic>
        <p:nvPicPr>
          <p:cNvPr id="3" name="Google Shape;145;p35">
            <a:extLst>
              <a:ext uri="{FF2B5EF4-FFF2-40B4-BE49-F238E27FC236}">
                <a16:creationId xmlns:a16="http://schemas.microsoft.com/office/drawing/2014/main" id="{3DE6C980-51B8-EAB6-D92E-2C853D6EBC40}"/>
              </a:ext>
            </a:extLst>
          </p:cNvPr>
          <p:cNvPicPr preferRelativeResize="0"/>
          <p:nvPr userDrawn="1"/>
        </p:nvPicPr>
        <p:blipFill>
          <a:blip r:embed="rId2"/>
          <a:srcRect/>
          <a:stretch/>
        </p:blipFill>
        <p:spPr>
          <a:xfrm>
            <a:off x="0" y="0"/>
            <a:ext cx="16255998" cy="9143999"/>
          </a:xfrm>
          <a:prstGeom prst="rect">
            <a:avLst/>
          </a:prstGeom>
          <a:noFill/>
          <a:ln>
            <a:noFill/>
          </a:ln>
        </p:spPr>
      </p:pic>
      <p:pic>
        <p:nvPicPr>
          <p:cNvPr id="4" name="Google Shape;113;p27">
            <a:extLst>
              <a:ext uri="{FF2B5EF4-FFF2-40B4-BE49-F238E27FC236}">
                <a16:creationId xmlns:a16="http://schemas.microsoft.com/office/drawing/2014/main" id="{734849E0-7011-DCAE-0132-1322B2CB68DB}"/>
              </a:ext>
            </a:extLst>
          </p:cNvPr>
          <p:cNvPicPr preferRelativeResize="0"/>
          <p:nvPr userDrawn="1"/>
        </p:nvPicPr>
        <p:blipFill>
          <a:blip r:embed="rId3">
            <a:extLst>
              <a:ext uri="{28A0092B-C50C-407E-A947-70E740481C1C}">
                <a14:useLocalDpi xmlns:a14="http://schemas.microsoft.com/office/drawing/2010/main" val="0"/>
              </a:ext>
            </a:extLst>
          </a:blip>
          <a:srcRect/>
          <a:stretch/>
        </p:blipFill>
        <p:spPr>
          <a:xfrm>
            <a:off x="0" y="0"/>
            <a:ext cx="16255999" cy="9144000"/>
          </a:xfrm>
          <a:prstGeom prst="rect">
            <a:avLst/>
          </a:prstGeom>
          <a:noFill/>
          <a:ln>
            <a:noFill/>
          </a:ln>
        </p:spPr>
      </p:pic>
      <p:sp>
        <p:nvSpPr>
          <p:cNvPr id="5" name="Google Shape;149;p35">
            <a:extLst>
              <a:ext uri="{FF2B5EF4-FFF2-40B4-BE49-F238E27FC236}">
                <a16:creationId xmlns:a16="http://schemas.microsoft.com/office/drawing/2014/main" id="{7948A9B8-596D-80F3-DBBD-D7EDD89ABE09}"/>
              </a:ext>
            </a:extLst>
          </p:cNvPr>
          <p:cNvSpPr txBox="1">
            <a:spLocks noGrp="1"/>
          </p:cNvSpPr>
          <p:nvPr>
            <p:ph type="title"/>
          </p:nvPr>
        </p:nvSpPr>
        <p:spPr>
          <a:xfrm>
            <a:off x="1297626" y="436395"/>
            <a:ext cx="9696532" cy="665045"/>
          </a:xfrm>
          <a:prstGeom prst="rect">
            <a:avLst/>
          </a:prstGeom>
          <a:noFill/>
          <a:ln>
            <a:noFill/>
          </a:ln>
        </p:spPr>
        <p:txBody>
          <a:bodyPr spcFirstLastPara="1" wrap="square" lIns="91425" tIns="45700" rIns="91425" bIns="45700" anchor="ctr" anchorCtr="0">
            <a:noAutofit/>
          </a:bodyPr>
          <a:lstStyle>
            <a:lvl1pPr marL="0" lvl="0" indent="0" algn="l">
              <a:lnSpc>
                <a:spcPct val="114000"/>
              </a:lnSpc>
              <a:spcBef>
                <a:spcPts val="0"/>
              </a:spcBef>
              <a:spcAft>
                <a:spcPts val="0"/>
              </a:spcAft>
              <a:buSzPts val="4400"/>
              <a:buFont typeface="Arial" panose="020B0604020202020204" pitchFamily="34" charset="0"/>
              <a:buNone/>
              <a:defRPr sz="2800" b="1">
                <a:solidFill>
                  <a:schemeClr val="lt1"/>
                </a:solidFill>
                <a:latin typeface="Open Sans"/>
                <a:ea typeface="Open Sans"/>
                <a:cs typeface="Open Sans"/>
                <a:sym typeface="Open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 name="Text Placeholder 6">
            <a:extLst>
              <a:ext uri="{FF2B5EF4-FFF2-40B4-BE49-F238E27FC236}">
                <a16:creationId xmlns:a16="http://schemas.microsoft.com/office/drawing/2014/main" id="{D6E140C6-C70A-C947-7711-0BA4214D3E0D}"/>
              </a:ext>
            </a:extLst>
          </p:cNvPr>
          <p:cNvSpPr>
            <a:spLocks noGrp="1"/>
          </p:cNvSpPr>
          <p:nvPr>
            <p:ph type="body" sz="quarter" idx="11"/>
          </p:nvPr>
        </p:nvSpPr>
        <p:spPr>
          <a:xfrm>
            <a:off x="1291857" y="2854366"/>
            <a:ext cx="13696999" cy="5389521"/>
          </a:xfrm>
          <a:prstGeom prst="rect">
            <a:avLst/>
          </a:prstGeom>
        </p:spPr>
        <p:txBody>
          <a:bodyPr/>
          <a:lstStyle>
            <a:lvl1pPr marL="0" indent="0" algn="ctr">
              <a:lnSpc>
                <a:spcPct val="114000"/>
              </a:lnSpc>
              <a:spcBef>
                <a:spcPts val="0"/>
              </a:spcBef>
              <a:buFont typeface="Arial" panose="020B0604020202020204" pitchFamily="34" charset="0"/>
              <a:buNone/>
              <a:defRPr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1pPr>
            <a:lvl2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2pPr>
            <a:lvl3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3pPr>
            <a:lvl4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4pPr>
            <a:lvl5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5pPr>
          </a:lstStyle>
          <a:p>
            <a:pPr lvl="0"/>
            <a:endParaRPr lang="en-US"/>
          </a:p>
        </p:txBody>
      </p:sp>
      <p:sp>
        <p:nvSpPr>
          <p:cNvPr id="7" name="Text Placeholder 6">
            <a:extLst>
              <a:ext uri="{FF2B5EF4-FFF2-40B4-BE49-F238E27FC236}">
                <a16:creationId xmlns:a16="http://schemas.microsoft.com/office/drawing/2014/main" id="{CB5683BC-C8F7-FCBC-E768-137F5B5152C9}"/>
              </a:ext>
            </a:extLst>
          </p:cNvPr>
          <p:cNvSpPr>
            <a:spLocks noGrp="1"/>
          </p:cNvSpPr>
          <p:nvPr>
            <p:ph type="body" sz="quarter" idx="12"/>
          </p:nvPr>
        </p:nvSpPr>
        <p:spPr>
          <a:xfrm>
            <a:off x="1291857" y="1795807"/>
            <a:ext cx="13696999" cy="814506"/>
          </a:xfrm>
          <a:prstGeom prst="rect">
            <a:avLst/>
          </a:prstGeom>
        </p:spPr>
        <p:txBody>
          <a:bodyPr/>
          <a:lstStyle>
            <a:lvl1pPr marL="0" indent="0" algn="ctr">
              <a:lnSpc>
                <a:spcPct val="114000"/>
              </a:lnSpc>
              <a:spcBef>
                <a:spcPts val="0"/>
              </a:spcBef>
              <a:buFont typeface="Arial" panose="020B0604020202020204" pitchFamily="34" charset="0"/>
              <a:buNone/>
              <a:defRPr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1pPr>
            <a:lvl2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2pPr>
            <a:lvl3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3pPr>
            <a:lvl4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4pPr>
            <a:lvl5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5pPr>
          </a:lstStyle>
          <a:p>
            <a:pPr lvl="0"/>
            <a:endParaRPr lang="en-US"/>
          </a:p>
        </p:txBody>
      </p:sp>
    </p:spTree>
    <p:extLst>
      <p:ext uri="{BB962C8B-B14F-4D97-AF65-F5344CB8AC3E}">
        <p14:creationId xmlns:p14="http://schemas.microsoft.com/office/powerpoint/2010/main" val="83225439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Unassisted Practice" preserve="1" userDrawn="1">
  <p:cSld name="Unassisted Practice">
    <p:spTree>
      <p:nvGrpSpPr>
        <p:cNvPr id="1" name="Shape 144"/>
        <p:cNvGrpSpPr/>
        <p:nvPr/>
      </p:nvGrpSpPr>
      <p:grpSpPr>
        <a:xfrm>
          <a:off x="0" y="0"/>
          <a:ext cx="0" cy="0"/>
          <a:chOff x="0" y="0"/>
          <a:chExt cx="0" cy="0"/>
        </a:xfrm>
      </p:grpSpPr>
      <p:pic>
        <p:nvPicPr>
          <p:cNvPr id="145" name="Google Shape;145;p35"/>
          <p:cNvPicPr preferRelativeResize="0"/>
          <p:nvPr/>
        </p:nvPicPr>
        <p:blipFill>
          <a:blip r:embed="rId2"/>
          <a:srcRect/>
          <a:stretch/>
        </p:blipFill>
        <p:spPr>
          <a:xfrm>
            <a:off x="0" y="0"/>
            <a:ext cx="16255998" cy="9143999"/>
          </a:xfrm>
          <a:prstGeom prst="rect">
            <a:avLst/>
          </a:prstGeom>
          <a:noFill/>
          <a:ln>
            <a:noFill/>
          </a:ln>
        </p:spPr>
      </p:pic>
      <p:pic>
        <p:nvPicPr>
          <p:cNvPr id="147" name="Google Shape;147;p35"/>
          <p:cNvPicPr preferRelativeResize="0"/>
          <p:nvPr/>
        </p:nvPicPr>
        <p:blipFill>
          <a:blip r:embed="rId3">
            <a:extLst>
              <a:ext uri="{28A0092B-C50C-407E-A947-70E740481C1C}">
                <a14:useLocalDpi xmlns:a14="http://schemas.microsoft.com/office/drawing/2010/main" val="0"/>
              </a:ext>
            </a:extLst>
          </a:blip>
          <a:srcRect/>
          <a:stretch/>
        </p:blipFill>
        <p:spPr>
          <a:xfrm>
            <a:off x="0" y="0"/>
            <a:ext cx="16255999" cy="9144000"/>
          </a:xfrm>
          <a:prstGeom prst="rect">
            <a:avLst/>
          </a:prstGeom>
          <a:noFill/>
          <a:ln>
            <a:noFill/>
          </a:ln>
        </p:spPr>
      </p:pic>
      <p:sp>
        <p:nvSpPr>
          <p:cNvPr id="149" name="Google Shape;149;p35"/>
          <p:cNvSpPr txBox="1">
            <a:spLocks noGrp="1"/>
          </p:cNvSpPr>
          <p:nvPr>
            <p:ph type="title"/>
          </p:nvPr>
        </p:nvSpPr>
        <p:spPr>
          <a:xfrm>
            <a:off x="1297626" y="436395"/>
            <a:ext cx="9696532" cy="665045"/>
          </a:xfrm>
          <a:prstGeom prst="rect">
            <a:avLst/>
          </a:prstGeom>
          <a:noFill/>
          <a:ln>
            <a:noFill/>
          </a:ln>
        </p:spPr>
        <p:txBody>
          <a:bodyPr spcFirstLastPara="1" wrap="square" lIns="91425" tIns="45700" rIns="91425" bIns="45700" anchor="ctr" anchorCtr="0">
            <a:noAutofit/>
          </a:bodyPr>
          <a:lstStyle>
            <a:lvl1pPr marL="0" lvl="0" indent="0" algn="l">
              <a:lnSpc>
                <a:spcPct val="114000"/>
              </a:lnSpc>
              <a:spcBef>
                <a:spcPts val="0"/>
              </a:spcBef>
              <a:spcAft>
                <a:spcPts val="0"/>
              </a:spcAft>
              <a:buSzPts val="4400"/>
              <a:buFont typeface="Arial" panose="020B0604020202020204" pitchFamily="34" charset="0"/>
              <a:buNone/>
              <a:defRPr sz="2800" b="1">
                <a:solidFill>
                  <a:schemeClr val="lt1"/>
                </a:solidFill>
                <a:latin typeface="Open Sans"/>
                <a:ea typeface="Open Sans"/>
                <a:cs typeface="Open Sans"/>
                <a:sym typeface="Open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 name="Text Placeholder 6">
            <a:extLst>
              <a:ext uri="{FF2B5EF4-FFF2-40B4-BE49-F238E27FC236}">
                <a16:creationId xmlns:a16="http://schemas.microsoft.com/office/drawing/2014/main" id="{4DC99CB9-B9F0-7414-1AF5-045EF855FDA1}"/>
              </a:ext>
            </a:extLst>
          </p:cNvPr>
          <p:cNvSpPr>
            <a:spLocks noGrp="1"/>
          </p:cNvSpPr>
          <p:nvPr>
            <p:ph type="body" sz="quarter" idx="11"/>
          </p:nvPr>
        </p:nvSpPr>
        <p:spPr>
          <a:xfrm>
            <a:off x="1291857" y="2854366"/>
            <a:ext cx="13696999" cy="5389521"/>
          </a:xfrm>
          <a:prstGeom prst="rect">
            <a:avLst/>
          </a:prstGeom>
        </p:spPr>
        <p:txBody>
          <a:bodyPr/>
          <a:lstStyle>
            <a:lvl1pPr marL="0" indent="0" algn="ctr">
              <a:lnSpc>
                <a:spcPct val="114000"/>
              </a:lnSpc>
              <a:spcBef>
                <a:spcPts val="0"/>
              </a:spcBef>
              <a:buFont typeface="Arial" panose="020B0604020202020204" pitchFamily="34" charset="0"/>
              <a:buNone/>
              <a:defRPr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1pPr>
            <a:lvl2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2pPr>
            <a:lvl3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3pPr>
            <a:lvl4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4pPr>
            <a:lvl5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5pPr>
          </a:lstStyle>
          <a:p>
            <a:pPr lvl="0"/>
            <a:endParaRPr lang="en-US"/>
          </a:p>
        </p:txBody>
      </p:sp>
      <p:sp>
        <p:nvSpPr>
          <p:cNvPr id="5" name="Text Placeholder 6">
            <a:extLst>
              <a:ext uri="{FF2B5EF4-FFF2-40B4-BE49-F238E27FC236}">
                <a16:creationId xmlns:a16="http://schemas.microsoft.com/office/drawing/2014/main" id="{CF61395D-ECD0-5341-1B2E-8C1937098D4C}"/>
              </a:ext>
            </a:extLst>
          </p:cNvPr>
          <p:cNvSpPr>
            <a:spLocks noGrp="1"/>
          </p:cNvSpPr>
          <p:nvPr>
            <p:ph type="body" sz="quarter" idx="12"/>
          </p:nvPr>
        </p:nvSpPr>
        <p:spPr>
          <a:xfrm>
            <a:off x="1291857" y="1795807"/>
            <a:ext cx="13696999" cy="814506"/>
          </a:xfrm>
          <a:prstGeom prst="rect">
            <a:avLst/>
          </a:prstGeom>
        </p:spPr>
        <p:txBody>
          <a:bodyPr/>
          <a:lstStyle>
            <a:lvl1pPr marL="0" indent="0" algn="ctr">
              <a:lnSpc>
                <a:spcPct val="114000"/>
              </a:lnSpc>
              <a:spcBef>
                <a:spcPts val="0"/>
              </a:spcBef>
              <a:buFont typeface="Arial" panose="020B0604020202020204" pitchFamily="34" charset="0"/>
              <a:buNone/>
              <a:defRPr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1pPr>
            <a:lvl2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2pPr>
            <a:lvl3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3pPr>
            <a:lvl4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4pPr>
            <a:lvl5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5pPr>
          </a:lstStyle>
          <a:p>
            <a:pPr lvl="0"/>
            <a:endParaRPr lang="en-US"/>
          </a:p>
        </p:txBody>
      </p:sp>
    </p:spTree>
    <p:extLst>
      <p:ext uri="{BB962C8B-B14F-4D97-AF65-F5344CB8AC3E}">
        <p14:creationId xmlns:p14="http://schemas.microsoft.com/office/powerpoint/2010/main" val="94906354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Bullet_for_Practise">
    <p:spTree>
      <p:nvGrpSpPr>
        <p:cNvPr id="1" name=""/>
        <p:cNvGrpSpPr/>
        <p:nvPr/>
      </p:nvGrpSpPr>
      <p:grpSpPr>
        <a:xfrm>
          <a:off x="0" y="0"/>
          <a:ext cx="0" cy="0"/>
          <a:chOff x="0" y="0"/>
          <a:chExt cx="0" cy="0"/>
        </a:xfrm>
      </p:grpSpPr>
      <p:sp>
        <p:nvSpPr>
          <p:cNvPr id="6" name="Google Shape;73;p29">
            <a:extLst>
              <a:ext uri="{FF2B5EF4-FFF2-40B4-BE49-F238E27FC236}">
                <a16:creationId xmlns:a16="http://schemas.microsoft.com/office/drawing/2014/main" id="{D1405CDE-CE1A-9CEE-B0C9-004F72CAF344}"/>
              </a:ext>
            </a:extLst>
          </p:cNvPr>
          <p:cNvSpPr txBox="1">
            <a:spLocks noGrp="1"/>
          </p:cNvSpPr>
          <p:nvPr>
            <p:ph type="body" idx="11"/>
          </p:nvPr>
        </p:nvSpPr>
        <p:spPr>
          <a:xfrm>
            <a:off x="1291857" y="1788696"/>
            <a:ext cx="13696999" cy="821615"/>
          </a:xfrm>
          <a:prstGeom prst="rect">
            <a:avLst/>
          </a:prstGeom>
          <a:noFill/>
          <a:ln>
            <a:noFill/>
          </a:ln>
        </p:spPr>
        <p:txBody>
          <a:bodyPr spcFirstLastPara="1" vert="horz" wrap="square" lIns="91425" tIns="0" rIns="91425" bIns="0" rtlCol="0" anchor="t" anchorCtr="0">
            <a:normAutofit/>
          </a:bodyPr>
          <a:lstStyle>
            <a:lvl1pPr marL="0" indent="0">
              <a:buNone/>
              <a:defRPr>
                <a:solidFill>
                  <a:schemeClr val="tx1">
                    <a:lumMod val="75000"/>
                    <a:lumOff val="25000"/>
                  </a:schemeClr>
                </a:solidFill>
                <a:latin typeface="Open Sans"/>
                <a:ea typeface="Open Sans"/>
                <a:cs typeface="Open Sans"/>
              </a:defRPr>
            </a:lvl1pPr>
          </a:lstStyle>
          <a:p>
            <a:pPr marL="228600" lvl="0" indent="-228600">
              <a:lnSpc>
                <a:spcPct val="115000"/>
              </a:lnSpc>
              <a:spcBef>
                <a:spcPts val="0"/>
              </a:spcBef>
              <a:spcAft>
                <a:spcPts val="0"/>
              </a:spcAft>
              <a:buSzPts val="2800"/>
            </a:pPr>
            <a:endParaRPr/>
          </a:p>
        </p:txBody>
      </p:sp>
      <p:sp>
        <p:nvSpPr>
          <p:cNvPr id="3" name="Text Placeholder 4">
            <a:extLst>
              <a:ext uri="{FF2B5EF4-FFF2-40B4-BE49-F238E27FC236}">
                <a16:creationId xmlns:a16="http://schemas.microsoft.com/office/drawing/2014/main" id="{6659D141-D5AB-CB0E-32C4-D683A6B3D762}"/>
              </a:ext>
            </a:extLst>
          </p:cNvPr>
          <p:cNvSpPr>
            <a:spLocks noGrp="1"/>
          </p:cNvSpPr>
          <p:nvPr>
            <p:ph type="body" sz="quarter" idx="13"/>
          </p:nvPr>
        </p:nvSpPr>
        <p:spPr>
          <a:xfrm>
            <a:off x="1285825" y="2872126"/>
            <a:ext cx="13697000" cy="5406695"/>
          </a:xfrm>
        </p:spPr>
        <p:txBody>
          <a:bodyPr/>
          <a:lstStyle>
            <a:lvl1pPr marL="0" indent="0">
              <a:buNone/>
              <a:defRPr>
                <a:solidFill>
                  <a:schemeClr val="tx1">
                    <a:lumMod val="75000"/>
                    <a:lumOff val="25000"/>
                  </a:schemeClr>
                </a:solidFill>
              </a:defRPr>
            </a:lvl1pPr>
            <a:lvl2pPr>
              <a:defRPr>
                <a:solidFill>
                  <a:schemeClr val="tx1">
                    <a:lumMod val="75000"/>
                    <a:lumOff val="25000"/>
                  </a:schemeClr>
                </a:solidFill>
              </a:defRPr>
            </a:lvl2pPr>
            <a:lvl3pPr marL="1143000" indent="-228600">
              <a:buFont typeface="Courier New" panose="02070309020205020404" pitchFamily="49" charset="0"/>
              <a:buChar char="o"/>
              <a:defRPr>
                <a:solidFill>
                  <a:schemeClr val="tx1">
                    <a:lumMod val="75000"/>
                    <a:lumOff val="25000"/>
                  </a:schemeClr>
                </a:solidFill>
              </a:defRPr>
            </a:lvl3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92415296"/>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Section-End Project" preserve="1" userDrawn="1">
  <p:cSld name="Section-End Project">
    <p:spTree>
      <p:nvGrpSpPr>
        <p:cNvPr id="1" name="Shape 150"/>
        <p:cNvGrpSpPr/>
        <p:nvPr/>
      </p:nvGrpSpPr>
      <p:grpSpPr>
        <a:xfrm>
          <a:off x="0" y="0"/>
          <a:ext cx="0" cy="0"/>
          <a:chOff x="0" y="0"/>
          <a:chExt cx="0" cy="0"/>
        </a:xfrm>
      </p:grpSpPr>
      <p:pic>
        <p:nvPicPr>
          <p:cNvPr id="151" name="Google Shape;151;p53"/>
          <p:cNvPicPr preferRelativeResize="0"/>
          <p:nvPr/>
        </p:nvPicPr>
        <p:blipFill>
          <a:blip r:embed="rId2"/>
          <a:srcRect/>
          <a:stretch/>
        </p:blipFill>
        <p:spPr>
          <a:xfrm>
            <a:off x="0" y="0"/>
            <a:ext cx="16255998" cy="9143999"/>
          </a:xfrm>
          <a:prstGeom prst="rect">
            <a:avLst/>
          </a:prstGeom>
          <a:noFill/>
          <a:ln>
            <a:noFill/>
          </a:ln>
        </p:spPr>
      </p:pic>
      <p:sp>
        <p:nvSpPr>
          <p:cNvPr id="3" name="Google Shape;62;p29">
            <a:extLst>
              <a:ext uri="{FF2B5EF4-FFF2-40B4-BE49-F238E27FC236}">
                <a16:creationId xmlns:a16="http://schemas.microsoft.com/office/drawing/2014/main" id="{C8B862E1-9541-C73F-B4E1-7205F5F0B55E}"/>
              </a:ext>
            </a:extLst>
          </p:cNvPr>
          <p:cNvSpPr txBox="1">
            <a:spLocks noGrp="1"/>
          </p:cNvSpPr>
          <p:nvPr>
            <p:ph type="title"/>
          </p:nvPr>
        </p:nvSpPr>
        <p:spPr>
          <a:xfrm>
            <a:off x="-10160" y="229878"/>
            <a:ext cx="16276320" cy="687244"/>
          </a:xfrm>
          <a:prstGeom prst="rect">
            <a:avLst/>
          </a:prstGeom>
          <a:noFill/>
          <a:ln>
            <a:noFill/>
          </a:ln>
        </p:spPr>
        <p:txBody>
          <a:bodyPr spcFirstLastPara="1" wrap="square" lIns="91425" tIns="45700" rIns="91425" bIns="45700" anchor="ctr" anchorCtr="0">
            <a:normAutofit/>
          </a:bodyPr>
          <a:lstStyle>
            <a:lvl1pPr marL="0" lvl="0" indent="0" algn="ctr">
              <a:lnSpc>
                <a:spcPct val="90000"/>
              </a:lnSpc>
              <a:spcBef>
                <a:spcPts val="0"/>
              </a:spcBef>
              <a:spcAft>
                <a:spcPts val="0"/>
              </a:spcAft>
              <a:buSzPts val="4400"/>
              <a:buFont typeface="Arial" panose="020B0604020202020204" pitchFamily="34" charset="0"/>
              <a:buNone/>
              <a:defRPr sz="2800" b="1">
                <a:solidFill>
                  <a:schemeClr val="tx1">
                    <a:lumMod val="75000"/>
                    <a:lumOff val="25000"/>
                  </a:schemeClr>
                </a:solidFill>
                <a:latin typeface="Open Sans"/>
                <a:ea typeface="Open Sans"/>
                <a:cs typeface="Open Sans"/>
                <a:sym typeface="Open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 name="Text Placeholder 6">
            <a:extLst>
              <a:ext uri="{FF2B5EF4-FFF2-40B4-BE49-F238E27FC236}">
                <a16:creationId xmlns:a16="http://schemas.microsoft.com/office/drawing/2014/main" id="{EA35605C-2EDD-0BD1-F3BC-5BCA7F763AE8}"/>
              </a:ext>
            </a:extLst>
          </p:cNvPr>
          <p:cNvSpPr>
            <a:spLocks noGrp="1"/>
          </p:cNvSpPr>
          <p:nvPr>
            <p:ph type="body" sz="quarter" idx="10"/>
          </p:nvPr>
        </p:nvSpPr>
        <p:spPr>
          <a:xfrm>
            <a:off x="4834890" y="1364776"/>
            <a:ext cx="10314124" cy="6823881"/>
          </a:xfrm>
          <a:prstGeom prst="rect">
            <a:avLst/>
          </a:prstGeom>
        </p:spPr>
        <p:txBody>
          <a:bodyPr/>
          <a:lstStyle>
            <a:lvl1pPr marL="0" indent="0">
              <a:lnSpc>
                <a:spcPct val="114000"/>
              </a:lnSpc>
              <a:spcBef>
                <a:spcPts val="0"/>
              </a:spcBef>
              <a:buFont typeface="Arial" panose="020B0604020202020204" pitchFamily="34" charset="0"/>
              <a:buNone/>
              <a:defRPr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1pPr>
            <a:lvl2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2pPr>
            <a:lvl3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3pPr>
            <a:lvl4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4pPr>
            <a:lvl5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5pPr>
          </a:lstStyle>
          <a:p>
            <a:pPr lvl="0"/>
            <a:endParaRPr lang="en-US"/>
          </a:p>
        </p:txBody>
      </p:sp>
    </p:spTree>
    <p:extLst>
      <p:ext uri="{BB962C8B-B14F-4D97-AF65-F5344CB8AC3E}">
        <p14:creationId xmlns:p14="http://schemas.microsoft.com/office/powerpoint/2010/main" val="1035032432"/>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Lesson-end Project" preserve="1" userDrawn="1">
  <p:cSld name="1_Lesson-end Project">
    <p:spTree>
      <p:nvGrpSpPr>
        <p:cNvPr id="1" name="Shape 156"/>
        <p:cNvGrpSpPr/>
        <p:nvPr/>
      </p:nvGrpSpPr>
      <p:grpSpPr>
        <a:xfrm>
          <a:off x="0" y="0"/>
          <a:ext cx="0" cy="0"/>
          <a:chOff x="0" y="0"/>
          <a:chExt cx="0" cy="0"/>
        </a:xfrm>
      </p:grpSpPr>
      <p:pic>
        <p:nvPicPr>
          <p:cNvPr id="157" name="Google Shape;157;p36"/>
          <p:cNvPicPr preferRelativeResize="0"/>
          <p:nvPr/>
        </p:nvPicPr>
        <p:blipFill>
          <a:blip r:embed="rId2"/>
          <a:srcRect/>
          <a:stretch/>
        </p:blipFill>
        <p:spPr>
          <a:xfrm>
            <a:off x="0" y="0"/>
            <a:ext cx="16255998" cy="9143999"/>
          </a:xfrm>
          <a:prstGeom prst="rect">
            <a:avLst/>
          </a:prstGeom>
          <a:noFill/>
          <a:ln>
            <a:noFill/>
          </a:ln>
        </p:spPr>
      </p:pic>
      <p:sp>
        <p:nvSpPr>
          <p:cNvPr id="2" name="Google Shape;62;p29">
            <a:extLst>
              <a:ext uri="{FF2B5EF4-FFF2-40B4-BE49-F238E27FC236}">
                <a16:creationId xmlns:a16="http://schemas.microsoft.com/office/drawing/2014/main" id="{3E86479C-5EE1-09E2-3000-A2B690B93C33}"/>
              </a:ext>
            </a:extLst>
          </p:cNvPr>
          <p:cNvSpPr txBox="1">
            <a:spLocks noGrp="1"/>
          </p:cNvSpPr>
          <p:nvPr>
            <p:ph type="title"/>
          </p:nvPr>
        </p:nvSpPr>
        <p:spPr>
          <a:xfrm>
            <a:off x="-10160" y="229878"/>
            <a:ext cx="16276320" cy="687244"/>
          </a:xfrm>
          <a:prstGeom prst="rect">
            <a:avLst/>
          </a:prstGeom>
          <a:noFill/>
          <a:ln>
            <a:noFill/>
          </a:ln>
        </p:spPr>
        <p:txBody>
          <a:bodyPr spcFirstLastPara="1" wrap="square" lIns="91425" tIns="45700" rIns="91425" bIns="45700" anchor="ctr" anchorCtr="0">
            <a:normAutofit/>
          </a:bodyPr>
          <a:lstStyle>
            <a:lvl1pPr marL="0" lvl="0" indent="0" algn="ctr">
              <a:lnSpc>
                <a:spcPct val="90000"/>
              </a:lnSpc>
              <a:spcBef>
                <a:spcPts val="0"/>
              </a:spcBef>
              <a:spcAft>
                <a:spcPts val="0"/>
              </a:spcAft>
              <a:buSzPts val="4400"/>
              <a:buFont typeface="Arial" panose="020B0604020202020204" pitchFamily="34" charset="0"/>
              <a:buNone/>
              <a:defRPr sz="2800" b="1">
                <a:solidFill>
                  <a:schemeClr val="tx1">
                    <a:lumMod val="75000"/>
                    <a:lumOff val="25000"/>
                  </a:schemeClr>
                </a:solidFill>
                <a:latin typeface="Open Sans"/>
                <a:ea typeface="Open Sans"/>
                <a:cs typeface="Open Sans"/>
                <a:sym typeface="Open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 name="Text Placeholder 6">
            <a:extLst>
              <a:ext uri="{FF2B5EF4-FFF2-40B4-BE49-F238E27FC236}">
                <a16:creationId xmlns:a16="http://schemas.microsoft.com/office/drawing/2014/main" id="{012C144F-B154-93C1-CFA0-EFC58EC80E5A}"/>
              </a:ext>
            </a:extLst>
          </p:cNvPr>
          <p:cNvSpPr>
            <a:spLocks noGrp="1"/>
          </p:cNvSpPr>
          <p:nvPr>
            <p:ph type="body" sz="quarter" idx="10"/>
          </p:nvPr>
        </p:nvSpPr>
        <p:spPr>
          <a:xfrm>
            <a:off x="4834890" y="1364776"/>
            <a:ext cx="10314124" cy="6823881"/>
          </a:xfrm>
          <a:prstGeom prst="rect">
            <a:avLst/>
          </a:prstGeom>
        </p:spPr>
        <p:txBody>
          <a:bodyPr/>
          <a:lstStyle>
            <a:lvl1pPr marL="0" indent="0">
              <a:lnSpc>
                <a:spcPct val="114000"/>
              </a:lnSpc>
              <a:spcBef>
                <a:spcPts val="0"/>
              </a:spcBef>
              <a:buFont typeface="Arial" panose="020B0604020202020204" pitchFamily="34" charset="0"/>
              <a:buNone/>
              <a:defRPr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1pPr>
            <a:lvl2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2pPr>
            <a:lvl3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3pPr>
            <a:lvl4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4pPr>
            <a:lvl5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5pPr>
          </a:lstStyle>
          <a:p>
            <a:pPr lvl="0"/>
            <a:endParaRPr lang="en-US"/>
          </a:p>
        </p:txBody>
      </p:sp>
    </p:spTree>
    <p:extLst>
      <p:ext uri="{BB962C8B-B14F-4D97-AF65-F5344CB8AC3E}">
        <p14:creationId xmlns:p14="http://schemas.microsoft.com/office/powerpoint/2010/main" val="1846989064"/>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Phase-End Project" preserve="1" userDrawn="1">
  <p:cSld name="Phase-End Project">
    <p:spTree>
      <p:nvGrpSpPr>
        <p:cNvPr id="1" name="Shape 162"/>
        <p:cNvGrpSpPr/>
        <p:nvPr/>
      </p:nvGrpSpPr>
      <p:grpSpPr>
        <a:xfrm>
          <a:off x="0" y="0"/>
          <a:ext cx="0" cy="0"/>
          <a:chOff x="0" y="0"/>
          <a:chExt cx="0" cy="0"/>
        </a:xfrm>
      </p:grpSpPr>
      <p:pic>
        <p:nvPicPr>
          <p:cNvPr id="163" name="Google Shape;163;p52"/>
          <p:cNvPicPr preferRelativeResize="0"/>
          <p:nvPr/>
        </p:nvPicPr>
        <p:blipFill>
          <a:blip r:embed="rId2"/>
          <a:srcRect/>
          <a:stretch/>
        </p:blipFill>
        <p:spPr>
          <a:xfrm>
            <a:off x="0" y="0"/>
            <a:ext cx="16255998" cy="9143999"/>
          </a:xfrm>
          <a:prstGeom prst="rect">
            <a:avLst/>
          </a:prstGeom>
          <a:noFill/>
          <a:ln>
            <a:noFill/>
          </a:ln>
        </p:spPr>
      </p:pic>
      <p:sp>
        <p:nvSpPr>
          <p:cNvPr id="2" name="Google Shape;62;p29">
            <a:extLst>
              <a:ext uri="{FF2B5EF4-FFF2-40B4-BE49-F238E27FC236}">
                <a16:creationId xmlns:a16="http://schemas.microsoft.com/office/drawing/2014/main" id="{A829CD2D-82CE-C005-D724-CC0A723196CF}"/>
              </a:ext>
            </a:extLst>
          </p:cNvPr>
          <p:cNvSpPr txBox="1">
            <a:spLocks noGrp="1"/>
          </p:cNvSpPr>
          <p:nvPr>
            <p:ph type="title"/>
          </p:nvPr>
        </p:nvSpPr>
        <p:spPr>
          <a:xfrm>
            <a:off x="-10160" y="229878"/>
            <a:ext cx="16276320" cy="687244"/>
          </a:xfrm>
          <a:prstGeom prst="rect">
            <a:avLst/>
          </a:prstGeom>
          <a:noFill/>
          <a:ln>
            <a:noFill/>
          </a:ln>
        </p:spPr>
        <p:txBody>
          <a:bodyPr spcFirstLastPara="1" wrap="square" lIns="91425" tIns="45700" rIns="91425" bIns="45700" anchor="ctr" anchorCtr="0">
            <a:normAutofit/>
          </a:bodyPr>
          <a:lstStyle>
            <a:lvl1pPr marL="0" lvl="0" indent="0" algn="ctr">
              <a:lnSpc>
                <a:spcPct val="90000"/>
              </a:lnSpc>
              <a:spcBef>
                <a:spcPts val="0"/>
              </a:spcBef>
              <a:spcAft>
                <a:spcPts val="0"/>
              </a:spcAft>
              <a:buSzPts val="4400"/>
              <a:buFont typeface="Arial" panose="020B0604020202020204" pitchFamily="34" charset="0"/>
              <a:buNone/>
              <a:defRPr sz="2800" b="1">
                <a:solidFill>
                  <a:schemeClr val="tx1">
                    <a:lumMod val="75000"/>
                    <a:lumOff val="25000"/>
                  </a:schemeClr>
                </a:solidFill>
                <a:latin typeface="Open Sans"/>
                <a:ea typeface="Open Sans"/>
                <a:cs typeface="Open Sans"/>
                <a:sym typeface="Open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 name="Text Placeholder 6">
            <a:extLst>
              <a:ext uri="{FF2B5EF4-FFF2-40B4-BE49-F238E27FC236}">
                <a16:creationId xmlns:a16="http://schemas.microsoft.com/office/drawing/2014/main" id="{809861E1-DB64-D3D1-CB74-AB30BEF481B3}"/>
              </a:ext>
            </a:extLst>
          </p:cNvPr>
          <p:cNvSpPr>
            <a:spLocks noGrp="1"/>
          </p:cNvSpPr>
          <p:nvPr>
            <p:ph type="body" sz="quarter" idx="10"/>
          </p:nvPr>
        </p:nvSpPr>
        <p:spPr>
          <a:xfrm>
            <a:off x="4834890" y="1364776"/>
            <a:ext cx="10314124" cy="6823881"/>
          </a:xfrm>
          <a:prstGeom prst="rect">
            <a:avLst/>
          </a:prstGeom>
        </p:spPr>
        <p:txBody>
          <a:bodyPr/>
          <a:lstStyle>
            <a:lvl1pPr marL="0" indent="0">
              <a:lnSpc>
                <a:spcPct val="114000"/>
              </a:lnSpc>
              <a:spcBef>
                <a:spcPts val="0"/>
              </a:spcBef>
              <a:buFont typeface="Arial" panose="020B0604020202020204" pitchFamily="34" charset="0"/>
              <a:buNone/>
              <a:defRPr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1pPr>
            <a:lvl2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2pPr>
            <a:lvl3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3pPr>
            <a:lvl4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4pPr>
            <a:lvl5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5pPr>
          </a:lstStyle>
          <a:p>
            <a:pPr lvl="0"/>
            <a:endParaRPr lang="en-US"/>
          </a:p>
        </p:txBody>
      </p:sp>
    </p:spTree>
    <p:extLst>
      <p:ext uri="{BB962C8B-B14F-4D97-AF65-F5344CB8AC3E}">
        <p14:creationId xmlns:p14="http://schemas.microsoft.com/office/powerpoint/2010/main" val="1011588298"/>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Bullet_for_projects">
    <p:spTree>
      <p:nvGrpSpPr>
        <p:cNvPr id="1" name=""/>
        <p:cNvGrpSpPr/>
        <p:nvPr/>
      </p:nvGrpSpPr>
      <p:grpSpPr>
        <a:xfrm>
          <a:off x="0" y="0"/>
          <a:ext cx="0" cy="0"/>
          <a:chOff x="0" y="0"/>
          <a:chExt cx="0" cy="0"/>
        </a:xfrm>
      </p:grpSpPr>
      <p:sp>
        <p:nvSpPr>
          <p:cNvPr id="3" name="Text Placeholder 4">
            <a:extLst>
              <a:ext uri="{FF2B5EF4-FFF2-40B4-BE49-F238E27FC236}">
                <a16:creationId xmlns:a16="http://schemas.microsoft.com/office/drawing/2014/main" id="{E5D05C5A-9735-BDF2-45FB-ECA0E61F3FE0}"/>
              </a:ext>
            </a:extLst>
          </p:cNvPr>
          <p:cNvSpPr>
            <a:spLocks noGrp="1"/>
          </p:cNvSpPr>
          <p:nvPr>
            <p:ph type="body" sz="quarter" idx="13"/>
          </p:nvPr>
        </p:nvSpPr>
        <p:spPr>
          <a:xfrm>
            <a:off x="4834890" y="1377162"/>
            <a:ext cx="10314607" cy="6815160"/>
          </a:xfrm>
        </p:spPr>
        <p:txBody>
          <a:bodyPr/>
          <a:lstStyle>
            <a:lvl1pPr marL="0" indent="0">
              <a:buNone/>
              <a:defRPr>
                <a:solidFill>
                  <a:schemeClr val="tx1">
                    <a:lumMod val="75000"/>
                    <a:lumOff val="25000"/>
                  </a:schemeClr>
                </a:solidFill>
              </a:defRPr>
            </a:lvl1pPr>
            <a:lvl2pPr>
              <a:defRPr>
                <a:solidFill>
                  <a:schemeClr val="tx1">
                    <a:lumMod val="75000"/>
                    <a:lumOff val="25000"/>
                  </a:schemeClr>
                </a:solidFill>
              </a:defRPr>
            </a:lvl2pPr>
            <a:lvl3pPr marL="1143000" indent="-228600">
              <a:buFont typeface="Courier New" panose="02070309020205020404" pitchFamily="49" charset="0"/>
              <a:buChar char="o"/>
              <a:defRPr>
                <a:solidFill>
                  <a:schemeClr val="tx1">
                    <a:lumMod val="75000"/>
                    <a:lumOff val="25000"/>
                  </a:schemeClr>
                </a:solidFill>
              </a:defRPr>
            </a:lvl3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940510362"/>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Case Study">
    <p:spTree>
      <p:nvGrpSpPr>
        <p:cNvPr id="1" name=""/>
        <p:cNvGrpSpPr/>
        <p:nvPr/>
      </p:nvGrpSpPr>
      <p:grpSpPr>
        <a:xfrm>
          <a:off x="0" y="0"/>
          <a:ext cx="0" cy="0"/>
          <a:chOff x="0" y="0"/>
          <a:chExt cx="0" cy="0"/>
        </a:xfrm>
      </p:grpSpPr>
      <p:pic>
        <p:nvPicPr>
          <p:cNvPr id="6" name="Google Shape;169;p16">
            <a:extLst>
              <a:ext uri="{FF2B5EF4-FFF2-40B4-BE49-F238E27FC236}">
                <a16:creationId xmlns:a16="http://schemas.microsoft.com/office/drawing/2014/main" id="{136CAA0F-DD7B-0995-4200-59792701A9ED}"/>
              </a:ext>
            </a:extLst>
          </p:cNvPr>
          <p:cNvPicPr preferRelativeResize="0"/>
          <p:nvPr userDrawn="1"/>
        </p:nvPicPr>
        <p:blipFill>
          <a:blip r:embed="rId2"/>
          <a:srcRect/>
          <a:stretch/>
        </p:blipFill>
        <p:spPr>
          <a:xfrm>
            <a:off x="0" y="0"/>
            <a:ext cx="16255999" cy="9143999"/>
          </a:xfrm>
          <a:prstGeom prst="rect">
            <a:avLst/>
          </a:prstGeom>
          <a:noFill/>
          <a:ln>
            <a:noFill/>
          </a:ln>
        </p:spPr>
      </p:pic>
      <p:sp>
        <p:nvSpPr>
          <p:cNvPr id="9" name="Text Placeholder 3">
            <a:extLst>
              <a:ext uri="{FF2B5EF4-FFF2-40B4-BE49-F238E27FC236}">
                <a16:creationId xmlns:a16="http://schemas.microsoft.com/office/drawing/2014/main" id="{7FAA6052-B67C-D403-9614-DC0C0FDBAAB1}"/>
              </a:ext>
            </a:extLst>
          </p:cNvPr>
          <p:cNvSpPr>
            <a:spLocks noGrp="1"/>
          </p:cNvSpPr>
          <p:nvPr>
            <p:ph type="body" sz="quarter" idx="36" hasCustomPrompt="1"/>
          </p:nvPr>
        </p:nvSpPr>
        <p:spPr>
          <a:xfrm>
            <a:off x="9752023" y="4114800"/>
            <a:ext cx="4348077" cy="914400"/>
          </a:xfrm>
          <a:prstGeom prst="rect">
            <a:avLst/>
          </a:prstGeom>
          <a:noFill/>
          <a:ln>
            <a:noFill/>
          </a:ln>
        </p:spPr>
        <p:txBody>
          <a:bodyPr spcFirstLastPara="1" wrap="square" lIns="91425" tIns="91425" rIns="91425" bIns="91425" anchor="ctr" anchorCtr="0">
            <a:noAutofit/>
          </a:bodyPr>
          <a:lstStyle>
            <a:lvl1pPr marL="0" indent="0" algn="ctr">
              <a:spcBef>
                <a:spcPts val="0"/>
              </a:spcBef>
              <a:buNone/>
              <a:defRPr lang="en-US" sz="2800" b="1" dirty="0">
                <a:solidFill>
                  <a:schemeClr val="tx1">
                    <a:lumMod val="75000"/>
                    <a:lumOff val="25000"/>
                  </a:schemeClr>
                </a:solidFill>
                <a:latin typeface="Open Sans"/>
                <a:ea typeface="Open Sans"/>
                <a:cs typeface="Open Sans"/>
              </a:defRPr>
            </a:lvl1pPr>
          </a:lstStyle>
          <a:p>
            <a:pPr marL="457200" lvl="0" indent="-457200" algn="ctr"/>
            <a:r>
              <a:rPr lang="en-US"/>
              <a:t>Topic Name</a:t>
            </a:r>
          </a:p>
        </p:txBody>
      </p:sp>
      <p:pic>
        <p:nvPicPr>
          <p:cNvPr id="4" name="Picture 3" descr="A picture containing child art, table, illustration, design&#10;&#10;Description automatically generated">
            <a:extLst>
              <a:ext uri="{FF2B5EF4-FFF2-40B4-BE49-F238E27FC236}">
                <a16:creationId xmlns:a16="http://schemas.microsoft.com/office/drawing/2014/main" id="{46A1F55C-8226-40C3-1D94-8C7560993278}"/>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222176" y="2171113"/>
            <a:ext cx="4823955" cy="4555588"/>
          </a:xfrm>
          <a:prstGeom prst="rect">
            <a:avLst/>
          </a:prstGeom>
        </p:spPr>
      </p:pic>
    </p:spTree>
    <p:extLst>
      <p:ext uri="{BB962C8B-B14F-4D97-AF65-F5344CB8AC3E}">
        <p14:creationId xmlns:p14="http://schemas.microsoft.com/office/powerpoint/2010/main" val="527338448"/>
      </p:ext>
    </p:extLst>
  </p:cSld>
  <p:clrMapOvr>
    <a:masterClrMapping/>
  </p:clrMapOvr>
  <p:extLst>
    <p:ext uri="{DCECCB84-F9BA-43D5-87BE-67443E8EF086}">
      <p15:sldGuideLst xmlns:p15="http://schemas.microsoft.com/office/powerpoint/2012/main">
        <p15:guide id="1" orient="horz" pos="2880">
          <p15:clr>
            <a:srgbClr val="000000"/>
          </p15:clr>
        </p15:guide>
        <p15:guide id="2" pos="5120">
          <p15:clr>
            <a:srgbClr val="00000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Discussion" preserve="1" userDrawn="1">
  <p:cSld name="Discussion">
    <p:spTree>
      <p:nvGrpSpPr>
        <p:cNvPr id="1" name="Shape 168"/>
        <p:cNvGrpSpPr/>
        <p:nvPr/>
      </p:nvGrpSpPr>
      <p:grpSpPr>
        <a:xfrm>
          <a:off x="0" y="0"/>
          <a:ext cx="0" cy="0"/>
          <a:chOff x="0" y="0"/>
          <a:chExt cx="0" cy="0"/>
        </a:xfrm>
      </p:grpSpPr>
      <p:pic>
        <p:nvPicPr>
          <p:cNvPr id="169" name="Google Shape;169;p16"/>
          <p:cNvPicPr preferRelativeResize="0"/>
          <p:nvPr/>
        </p:nvPicPr>
        <p:blipFill>
          <a:blip r:embed="rId2"/>
          <a:srcRect/>
          <a:stretch/>
        </p:blipFill>
        <p:spPr>
          <a:xfrm>
            <a:off x="0" y="0"/>
            <a:ext cx="16255999" cy="9144000"/>
          </a:xfrm>
          <a:prstGeom prst="rect">
            <a:avLst/>
          </a:prstGeom>
          <a:noFill/>
          <a:ln>
            <a:noFill/>
          </a:ln>
        </p:spPr>
      </p:pic>
      <p:pic>
        <p:nvPicPr>
          <p:cNvPr id="2" name="Picture 1">
            <a:extLst>
              <a:ext uri="{FF2B5EF4-FFF2-40B4-BE49-F238E27FC236}">
                <a16:creationId xmlns:a16="http://schemas.microsoft.com/office/drawing/2014/main" id="{F4AA18AE-0804-BDBB-3D58-9BEC7C3955F3}"/>
              </a:ext>
            </a:extLst>
          </p:cNvPr>
          <p:cNvPicPr>
            <a:picLocks noChangeAspect="1"/>
          </p:cNvPicPr>
          <p:nvPr userDrawn="1"/>
        </p:nvPicPr>
        <p:blipFill>
          <a:blip r:embed="rId3"/>
          <a:srcRect/>
          <a:stretch/>
        </p:blipFill>
        <p:spPr>
          <a:xfrm>
            <a:off x="1303264" y="2051538"/>
            <a:ext cx="4661781" cy="4794738"/>
          </a:xfrm>
          <a:prstGeom prst="rect">
            <a:avLst/>
          </a:prstGeom>
        </p:spPr>
      </p:pic>
      <p:sp>
        <p:nvSpPr>
          <p:cNvPr id="4" name="Text Placeholder 3">
            <a:extLst>
              <a:ext uri="{FF2B5EF4-FFF2-40B4-BE49-F238E27FC236}">
                <a16:creationId xmlns:a16="http://schemas.microsoft.com/office/drawing/2014/main" id="{95138432-77B6-A0DB-E9D4-05C1ED62A6FF}"/>
              </a:ext>
            </a:extLst>
          </p:cNvPr>
          <p:cNvSpPr>
            <a:spLocks noGrp="1"/>
          </p:cNvSpPr>
          <p:nvPr>
            <p:ph type="body" sz="quarter" idx="36" hasCustomPrompt="1"/>
          </p:nvPr>
        </p:nvSpPr>
        <p:spPr>
          <a:xfrm>
            <a:off x="9752023" y="4114800"/>
            <a:ext cx="4348077" cy="914400"/>
          </a:xfrm>
          <a:prstGeom prst="rect">
            <a:avLst/>
          </a:prstGeom>
          <a:noFill/>
          <a:ln>
            <a:noFill/>
          </a:ln>
        </p:spPr>
        <p:txBody>
          <a:bodyPr spcFirstLastPara="1" wrap="square" lIns="91425" tIns="91425" rIns="91425" bIns="91425" anchor="ctr" anchorCtr="0">
            <a:noAutofit/>
          </a:bodyPr>
          <a:lstStyle>
            <a:lvl1pPr marL="0" indent="0" algn="ctr">
              <a:spcBef>
                <a:spcPts val="0"/>
              </a:spcBef>
              <a:buNone/>
              <a:defRPr lang="en-US" sz="2800" b="1" dirty="0">
                <a:solidFill>
                  <a:schemeClr val="tx1">
                    <a:lumMod val="75000"/>
                    <a:lumOff val="25000"/>
                  </a:schemeClr>
                </a:solidFill>
                <a:latin typeface="Open Sans"/>
                <a:ea typeface="Open Sans"/>
                <a:cs typeface="Open Sans"/>
              </a:defRPr>
            </a:lvl1pPr>
          </a:lstStyle>
          <a:p>
            <a:pPr marL="457200" lvl="0" indent="-457200" algn="ctr"/>
            <a:r>
              <a:rPr lang="en-US"/>
              <a:t>Topic Name</a:t>
            </a:r>
          </a:p>
        </p:txBody>
      </p:sp>
    </p:spTree>
    <p:extLst>
      <p:ext uri="{BB962C8B-B14F-4D97-AF65-F5344CB8AC3E}">
        <p14:creationId xmlns:p14="http://schemas.microsoft.com/office/powerpoint/2010/main" val="1111717045"/>
      </p:ext>
    </p:extLst>
  </p:cSld>
  <p:clrMapOvr>
    <a:masterClrMapping/>
  </p:clrMapOvr>
  <p:extLst>
    <p:ext uri="{DCECCB84-F9BA-43D5-87BE-67443E8EF086}">
      <p15:sldGuideLst xmlns:p15="http://schemas.microsoft.com/office/powerpoint/2012/main">
        <p15:guide id="1" orient="horz" pos="2880">
          <p15:clr>
            <a:srgbClr val="000000"/>
          </p15:clr>
        </p15:guide>
        <p15:guide id="2" pos="5120">
          <p15:clr>
            <a:srgbClr val="00000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Discussion-Content" preserve="1" userDrawn="1">
  <p:cSld name="Discussion-Content">
    <p:spTree>
      <p:nvGrpSpPr>
        <p:cNvPr id="1" name="Shape 174"/>
        <p:cNvGrpSpPr/>
        <p:nvPr/>
      </p:nvGrpSpPr>
      <p:grpSpPr>
        <a:xfrm>
          <a:off x="0" y="0"/>
          <a:ext cx="0" cy="0"/>
          <a:chOff x="0" y="0"/>
          <a:chExt cx="0" cy="0"/>
        </a:xfrm>
      </p:grpSpPr>
      <p:pic>
        <p:nvPicPr>
          <p:cNvPr id="175" name="Google Shape;175;p17"/>
          <p:cNvPicPr preferRelativeResize="0"/>
          <p:nvPr/>
        </p:nvPicPr>
        <p:blipFill>
          <a:blip r:embed="rId2"/>
          <a:srcRect/>
          <a:stretch/>
        </p:blipFill>
        <p:spPr>
          <a:xfrm>
            <a:off x="0" y="0"/>
            <a:ext cx="16255999" cy="9144000"/>
          </a:xfrm>
          <a:prstGeom prst="rect">
            <a:avLst/>
          </a:prstGeom>
          <a:noFill/>
          <a:ln>
            <a:noFill/>
          </a:ln>
        </p:spPr>
      </p:pic>
      <p:sp>
        <p:nvSpPr>
          <p:cNvPr id="177" name="Google Shape;177;p17"/>
          <p:cNvSpPr txBox="1">
            <a:spLocks noGrp="1"/>
          </p:cNvSpPr>
          <p:nvPr>
            <p:ph type="title"/>
          </p:nvPr>
        </p:nvSpPr>
        <p:spPr>
          <a:xfrm>
            <a:off x="-10160" y="229878"/>
            <a:ext cx="16276320" cy="687244"/>
          </a:xfrm>
          <a:prstGeom prst="rect">
            <a:avLst/>
          </a:prstGeom>
          <a:noFill/>
          <a:ln>
            <a:noFill/>
          </a:ln>
        </p:spPr>
        <p:txBody>
          <a:bodyPr spcFirstLastPara="1" wrap="square" lIns="91425" tIns="45700" rIns="91425" bIns="45700" anchor="ctr" anchorCtr="0">
            <a:normAutofit/>
          </a:bodyPr>
          <a:lstStyle>
            <a:lvl1pPr marL="0" lvl="0" indent="0" algn="ctr">
              <a:lnSpc>
                <a:spcPct val="90000"/>
              </a:lnSpc>
              <a:spcBef>
                <a:spcPts val="0"/>
              </a:spcBef>
              <a:spcAft>
                <a:spcPts val="0"/>
              </a:spcAft>
              <a:buSzPts val="4400"/>
              <a:buFont typeface="Arial" panose="020B0604020202020204" pitchFamily="34" charset="0"/>
              <a:buNone/>
              <a:defRPr sz="2800" b="1">
                <a:solidFill>
                  <a:schemeClr val="tx1">
                    <a:lumMod val="75000"/>
                    <a:lumOff val="25000"/>
                  </a:schemeClr>
                </a:solidFill>
                <a:latin typeface="Open Sans"/>
                <a:ea typeface="Open Sans"/>
                <a:cs typeface="Open Sans"/>
                <a:sym typeface="Open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89" name="Google Shape;189;p17"/>
          <p:cNvPicPr preferRelativeResize="0"/>
          <p:nvPr/>
        </p:nvPicPr>
        <p:blipFill rotWithShape="1">
          <a:blip r:embed="rId3">
            <a:alphaModFix/>
          </a:blip>
          <a:srcRect/>
          <a:stretch/>
        </p:blipFill>
        <p:spPr>
          <a:xfrm>
            <a:off x="752450" y="2249238"/>
            <a:ext cx="4290990" cy="4413372"/>
          </a:xfrm>
          <a:prstGeom prst="rect">
            <a:avLst/>
          </a:prstGeom>
          <a:noFill/>
          <a:ln>
            <a:noFill/>
          </a:ln>
        </p:spPr>
      </p:pic>
      <p:sp>
        <p:nvSpPr>
          <p:cNvPr id="2" name="Text Placeholder 6">
            <a:extLst>
              <a:ext uri="{FF2B5EF4-FFF2-40B4-BE49-F238E27FC236}">
                <a16:creationId xmlns:a16="http://schemas.microsoft.com/office/drawing/2014/main" id="{2190EDBE-42C7-8577-2262-B01D520296F0}"/>
              </a:ext>
            </a:extLst>
          </p:cNvPr>
          <p:cNvSpPr>
            <a:spLocks noGrp="1"/>
          </p:cNvSpPr>
          <p:nvPr>
            <p:ph type="body" sz="quarter" idx="10"/>
          </p:nvPr>
        </p:nvSpPr>
        <p:spPr>
          <a:xfrm>
            <a:off x="5394960" y="1761785"/>
            <a:ext cx="10346786" cy="6260127"/>
          </a:xfrm>
          <a:prstGeom prst="rect">
            <a:avLst/>
          </a:prstGeom>
        </p:spPr>
        <p:txBody>
          <a:bodyPr/>
          <a:lstStyle>
            <a:lvl1pPr marL="0" indent="0">
              <a:lnSpc>
                <a:spcPct val="114000"/>
              </a:lnSpc>
              <a:spcBef>
                <a:spcPts val="0"/>
              </a:spcBef>
              <a:buFont typeface="Arial" panose="020B0604020202020204" pitchFamily="34" charset="0"/>
              <a:buNone/>
              <a:defRPr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1pPr>
            <a:lvl2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2pPr>
            <a:lvl3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3pPr>
            <a:lvl4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4pPr>
            <a:lvl5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5pPr>
          </a:lstStyle>
          <a:p>
            <a:pPr lvl="0"/>
            <a:endParaRPr lang="en-US"/>
          </a:p>
        </p:txBody>
      </p:sp>
    </p:spTree>
    <p:extLst>
      <p:ext uri="{BB962C8B-B14F-4D97-AF65-F5344CB8AC3E}">
        <p14:creationId xmlns:p14="http://schemas.microsoft.com/office/powerpoint/2010/main" val="1917997681"/>
      </p:ext>
    </p:extLst>
  </p:cSld>
  <p:clrMapOvr>
    <a:masterClrMapping/>
  </p:clrMapOvr>
  <p:extLst>
    <p:ext uri="{DCECCB84-F9BA-43D5-87BE-67443E8EF086}">
      <p15:sldGuideLst xmlns:p15="http://schemas.microsoft.com/office/powerpoint/2012/main">
        <p15:guide id="1" orient="horz" pos="2880">
          <p15:clr>
            <a:srgbClr val="000000"/>
          </p15:clr>
        </p15:guide>
        <p15:guide id="2" pos="5120">
          <p15:clr>
            <a:srgbClr val="00000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Role-Play Activities">
    <p:spTree>
      <p:nvGrpSpPr>
        <p:cNvPr id="1" name=""/>
        <p:cNvGrpSpPr/>
        <p:nvPr/>
      </p:nvGrpSpPr>
      <p:grpSpPr>
        <a:xfrm>
          <a:off x="0" y="0"/>
          <a:ext cx="0" cy="0"/>
          <a:chOff x="0" y="0"/>
          <a:chExt cx="0" cy="0"/>
        </a:xfrm>
      </p:grpSpPr>
      <p:pic>
        <p:nvPicPr>
          <p:cNvPr id="6" name="Google Shape;169;p16">
            <a:extLst>
              <a:ext uri="{FF2B5EF4-FFF2-40B4-BE49-F238E27FC236}">
                <a16:creationId xmlns:a16="http://schemas.microsoft.com/office/drawing/2014/main" id="{2444B81E-A7F2-DD03-1F7C-99ED49FAF882}"/>
              </a:ext>
            </a:extLst>
          </p:cNvPr>
          <p:cNvPicPr preferRelativeResize="0"/>
          <p:nvPr userDrawn="1"/>
        </p:nvPicPr>
        <p:blipFill>
          <a:blip r:embed="rId2"/>
          <a:srcRect/>
          <a:stretch/>
        </p:blipFill>
        <p:spPr>
          <a:xfrm>
            <a:off x="0" y="0"/>
            <a:ext cx="16255999" cy="9143999"/>
          </a:xfrm>
          <a:prstGeom prst="rect">
            <a:avLst/>
          </a:prstGeom>
          <a:noFill/>
          <a:ln>
            <a:noFill/>
          </a:ln>
        </p:spPr>
      </p:pic>
      <p:sp>
        <p:nvSpPr>
          <p:cNvPr id="2" name="Text Placeholder 3">
            <a:extLst>
              <a:ext uri="{FF2B5EF4-FFF2-40B4-BE49-F238E27FC236}">
                <a16:creationId xmlns:a16="http://schemas.microsoft.com/office/drawing/2014/main" id="{8C918EE9-73C7-114C-7405-846E29EB7AEA}"/>
              </a:ext>
            </a:extLst>
          </p:cNvPr>
          <p:cNvSpPr>
            <a:spLocks noGrp="1"/>
          </p:cNvSpPr>
          <p:nvPr>
            <p:ph type="body" sz="quarter" idx="36" hasCustomPrompt="1"/>
          </p:nvPr>
        </p:nvSpPr>
        <p:spPr>
          <a:xfrm>
            <a:off x="9752023" y="4114800"/>
            <a:ext cx="4348077" cy="914400"/>
          </a:xfrm>
          <a:prstGeom prst="rect">
            <a:avLst/>
          </a:prstGeom>
          <a:noFill/>
          <a:ln>
            <a:noFill/>
          </a:ln>
        </p:spPr>
        <p:txBody>
          <a:bodyPr spcFirstLastPara="1" wrap="square" lIns="91425" tIns="91425" rIns="91425" bIns="91425" anchor="t" anchorCtr="0">
            <a:noAutofit/>
          </a:bodyPr>
          <a:lstStyle>
            <a:lvl1pPr marL="0" indent="0" algn="ctr">
              <a:buFont typeface="Arial" panose="020B0604020202020204" pitchFamily="34" charset="0"/>
              <a:buNone/>
              <a:defRPr lang="en-US" sz="2800" b="1" dirty="0">
                <a:solidFill>
                  <a:schemeClr val="tx1">
                    <a:lumMod val="75000"/>
                    <a:lumOff val="25000"/>
                  </a:schemeClr>
                </a:solidFill>
                <a:latin typeface="Open Sans"/>
                <a:ea typeface="Open Sans"/>
                <a:cs typeface="Open Sans"/>
              </a:defRPr>
            </a:lvl1pPr>
          </a:lstStyle>
          <a:p>
            <a:pPr marL="228600" lvl="0" indent="-228600" algn="ctr"/>
            <a:r>
              <a:rPr lang="en-US"/>
              <a:t>Topic Name</a:t>
            </a:r>
          </a:p>
        </p:txBody>
      </p:sp>
      <p:pic>
        <p:nvPicPr>
          <p:cNvPr id="9" name="Picture 8" descr="A group of people reading books&#10;&#10;Description automatically generated with low confidence">
            <a:extLst>
              <a:ext uri="{FF2B5EF4-FFF2-40B4-BE49-F238E27FC236}">
                <a16:creationId xmlns:a16="http://schemas.microsoft.com/office/drawing/2014/main" id="{F1D10771-AD41-E153-2D96-91B7FA55089B}"/>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137129" y="2323120"/>
            <a:ext cx="5664389" cy="4497760"/>
          </a:xfrm>
          <a:prstGeom prst="rect">
            <a:avLst/>
          </a:prstGeom>
        </p:spPr>
      </p:pic>
    </p:spTree>
    <p:extLst>
      <p:ext uri="{BB962C8B-B14F-4D97-AF65-F5344CB8AC3E}">
        <p14:creationId xmlns:p14="http://schemas.microsoft.com/office/powerpoint/2010/main" val="1402636259"/>
      </p:ext>
    </p:extLst>
  </p:cSld>
  <p:clrMapOvr>
    <a:masterClrMapping/>
  </p:clrMapOvr>
  <p:extLst>
    <p:ext uri="{DCECCB84-F9BA-43D5-87BE-67443E8EF086}">
      <p15:sldGuideLst xmlns:p15="http://schemas.microsoft.com/office/powerpoint/2012/main">
        <p15:guide id="1" orient="horz" pos="2880">
          <p15:clr>
            <a:srgbClr val="000000"/>
          </p15:clr>
        </p15:guide>
        <p15:guide id="2" pos="5120">
          <p15:clr>
            <a:srgbClr val="00000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Course-end Project" preserve="1" userDrawn="1">
  <p:cSld name="1_Course-end Project">
    <p:spTree>
      <p:nvGrpSpPr>
        <p:cNvPr id="1" name="Shape 190"/>
        <p:cNvGrpSpPr/>
        <p:nvPr/>
      </p:nvGrpSpPr>
      <p:grpSpPr>
        <a:xfrm>
          <a:off x="0" y="0"/>
          <a:ext cx="0" cy="0"/>
          <a:chOff x="0" y="0"/>
          <a:chExt cx="0" cy="0"/>
        </a:xfrm>
      </p:grpSpPr>
      <p:pic>
        <p:nvPicPr>
          <p:cNvPr id="191" name="Google Shape;191;p37"/>
          <p:cNvPicPr preferRelativeResize="0"/>
          <p:nvPr/>
        </p:nvPicPr>
        <p:blipFill>
          <a:blip r:embed="rId2"/>
          <a:srcRect/>
          <a:stretch/>
        </p:blipFill>
        <p:spPr>
          <a:xfrm>
            <a:off x="2" y="0"/>
            <a:ext cx="16255996" cy="9143998"/>
          </a:xfrm>
          <a:prstGeom prst="rect">
            <a:avLst/>
          </a:prstGeom>
          <a:noFill/>
          <a:ln>
            <a:noFill/>
          </a:ln>
        </p:spPr>
      </p:pic>
      <p:sp>
        <p:nvSpPr>
          <p:cNvPr id="2" name="Google Shape;177;p17">
            <a:extLst>
              <a:ext uri="{FF2B5EF4-FFF2-40B4-BE49-F238E27FC236}">
                <a16:creationId xmlns:a16="http://schemas.microsoft.com/office/drawing/2014/main" id="{662DC3C5-12CB-1B7D-A0D6-88DA0A6525F3}"/>
              </a:ext>
            </a:extLst>
          </p:cNvPr>
          <p:cNvSpPr txBox="1">
            <a:spLocks noGrp="1"/>
          </p:cNvSpPr>
          <p:nvPr>
            <p:ph type="title"/>
          </p:nvPr>
        </p:nvSpPr>
        <p:spPr>
          <a:xfrm>
            <a:off x="-10160" y="229878"/>
            <a:ext cx="16276320" cy="687244"/>
          </a:xfrm>
          <a:prstGeom prst="rect">
            <a:avLst/>
          </a:prstGeom>
          <a:noFill/>
          <a:ln>
            <a:noFill/>
          </a:ln>
        </p:spPr>
        <p:txBody>
          <a:bodyPr spcFirstLastPara="1" wrap="square" lIns="91425" tIns="45700" rIns="91425" bIns="45700" anchor="ctr" anchorCtr="0">
            <a:normAutofit/>
          </a:bodyPr>
          <a:lstStyle>
            <a:lvl1pPr marL="0" lvl="0" indent="0" algn="ctr">
              <a:lnSpc>
                <a:spcPct val="90000"/>
              </a:lnSpc>
              <a:spcBef>
                <a:spcPts val="0"/>
              </a:spcBef>
              <a:spcAft>
                <a:spcPts val="0"/>
              </a:spcAft>
              <a:buSzPts val="4400"/>
              <a:buFont typeface="Arial" panose="020B0604020202020204" pitchFamily="34" charset="0"/>
              <a:buNone/>
              <a:defRPr sz="2800" b="1">
                <a:solidFill>
                  <a:schemeClr val="tx1">
                    <a:lumMod val="75000"/>
                    <a:lumOff val="25000"/>
                  </a:schemeClr>
                </a:solidFill>
                <a:latin typeface="Open Sans"/>
                <a:ea typeface="Open Sans"/>
                <a:cs typeface="Open Sans"/>
                <a:sym typeface="Open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 name="Text Placeholder 6">
            <a:extLst>
              <a:ext uri="{FF2B5EF4-FFF2-40B4-BE49-F238E27FC236}">
                <a16:creationId xmlns:a16="http://schemas.microsoft.com/office/drawing/2014/main" id="{2F575C20-C035-6B61-875E-DFDF9C3950C5}"/>
              </a:ext>
            </a:extLst>
          </p:cNvPr>
          <p:cNvSpPr>
            <a:spLocks noGrp="1"/>
          </p:cNvSpPr>
          <p:nvPr>
            <p:ph type="body" sz="quarter" idx="10"/>
          </p:nvPr>
        </p:nvSpPr>
        <p:spPr>
          <a:xfrm>
            <a:off x="4845052" y="1364776"/>
            <a:ext cx="10303962" cy="6823881"/>
          </a:xfrm>
          <a:prstGeom prst="rect">
            <a:avLst/>
          </a:prstGeom>
        </p:spPr>
        <p:txBody>
          <a:bodyPr/>
          <a:lstStyle>
            <a:lvl1pPr marL="0" indent="0" algn="l">
              <a:lnSpc>
                <a:spcPct val="114000"/>
              </a:lnSpc>
              <a:spcBef>
                <a:spcPts val="0"/>
              </a:spcBef>
              <a:buFont typeface="Arial" panose="020B0604020202020204" pitchFamily="34" charset="0"/>
              <a:buNone/>
              <a:defRPr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1pPr>
            <a:lvl2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2pPr>
            <a:lvl3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3pPr>
            <a:lvl4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4pPr>
            <a:lvl5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5pPr>
          </a:lstStyle>
          <a:p>
            <a:pPr lvl="0"/>
            <a:endParaRPr lang="en-US"/>
          </a:p>
        </p:txBody>
      </p:sp>
    </p:spTree>
    <p:extLst>
      <p:ext uri="{BB962C8B-B14F-4D97-AF65-F5344CB8AC3E}">
        <p14:creationId xmlns:p14="http://schemas.microsoft.com/office/powerpoint/2010/main" val="3694654912"/>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Before the Next Class" preserve="1" userDrawn="1">
  <p:cSld name="1_Before the Next Class">
    <p:spTree>
      <p:nvGrpSpPr>
        <p:cNvPr id="1" name="Shape 196"/>
        <p:cNvGrpSpPr/>
        <p:nvPr/>
      </p:nvGrpSpPr>
      <p:grpSpPr>
        <a:xfrm>
          <a:off x="0" y="0"/>
          <a:ext cx="0" cy="0"/>
          <a:chOff x="0" y="0"/>
          <a:chExt cx="0" cy="0"/>
        </a:xfrm>
      </p:grpSpPr>
      <p:pic>
        <p:nvPicPr>
          <p:cNvPr id="197" name="Google Shape;197;p40"/>
          <p:cNvPicPr preferRelativeResize="0"/>
          <p:nvPr/>
        </p:nvPicPr>
        <p:blipFill>
          <a:blip r:embed="rId2"/>
          <a:srcRect/>
          <a:stretch/>
        </p:blipFill>
        <p:spPr>
          <a:xfrm>
            <a:off x="0" y="0"/>
            <a:ext cx="16255999" cy="9143999"/>
          </a:xfrm>
          <a:prstGeom prst="rect">
            <a:avLst/>
          </a:prstGeom>
          <a:noFill/>
          <a:ln>
            <a:noFill/>
          </a:ln>
        </p:spPr>
      </p:pic>
      <p:sp>
        <p:nvSpPr>
          <p:cNvPr id="201" name="Google Shape;201;p40"/>
          <p:cNvSpPr/>
          <p:nvPr userDrawn="1"/>
        </p:nvSpPr>
        <p:spPr>
          <a:xfrm>
            <a:off x="2464058" y="762715"/>
            <a:ext cx="4819925" cy="430887"/>
          </a:xfrm>
          <a:prstGeom prst="rect">
            <a:avLst/>
          </a:prstGeom>
          <a:noFill/>
          <a:ln>
            <a:noFill/>
          </a:ln>
        </p:spPr>
        <p:txBody>
          <a:bodyPr spcFirstLastPara="1" wrap="square" lIns="91425" tIns="0" rIns="91425" bIns="0" anchor="t" anchorCtr="0">
            <a:spAutoFit/>
          </a:bodyPr>
          <a:lstStyle/>
          <a:p>
            <a:pPr marL="0" lvl="0" indent="0" algn="ctr">
              <a:buSzPts val="2800"/>
              <a:buNone/>
            </a:pPr>
            <a:r>
              <a:rPr lang="en-US" sz="2800" b="1">
                <a:solidFill>
                  <a:schemeClr val="tx1">
                    <a:lumMod val="75000"/>
                    <a:lumOff val="25000"/>
                  </a:schemeClr>
                </a:solidFill>
                <a:latin typeface="Open Sans"/>
                <a:ea typeface="Open Sans"/>
                <a:cs typeface="Open Sans"/>
                <a:sym typeface="Open Sans"/>
              </a:rPr>
              <a:t>Before the Next Class</a:t>
            </a:r>
            <a:endParaRPr sz="2800" b="1">
              <a:solidFill>
                <a:schemeClr val="tx1">
                  <a:lumMod val="75000"/>
                  <a:lumOff val="25000"/>
                </a:schemeClr>
              </a:solidFill>
              <a:latin typeface="Open Sans"/>
              <a:ea typeface="Open Sans"/>
              <a:cs typeface="Open Sans"/>
              <a:sym typeface="Arial"/>
            </a:endParaRPr>
          </a:p>
        </p:txBody>
      </p:sp>
      <p:sp>
        <p:nvSpPr>
          <p:cNvPr id="3" name="Text Placeholder 6">
            <a:extLst>
              <a:ext uri="{FF2B5EF4-FFF2-40B4-BE49-F238E27FC236}">
                <a16:creationId xmlns:a16="http://schemas.microsoft.com/office/drawing/2014/main" id="{9A8AA2E1-D889-F5D4-9C7E-C1EBB432455A}"/>
              </a:ext>
            </a:extLst>
          </p:cNvPr>
          <p:cNvSpPr>
            <a:spLocks noGrp="1"/>
          </p:cNvSpPr>
          <p:nvPr>
            <p:ph type="body" sz="quarter" idx="11"/>
          </p:nvPr>
        </p:nvSpPr>
        <p:spPr>
          <a:xfrm>
            <a:off x="655084" y="1364776"/>
            <a:ext cx="8439490" cy="6823881"/>
          </a:xfrm>
          <a:prstGeom prst="rect">
            <a:avLst/>
          </a:prstGeom>
        </p:spPr>
        <p:txBody>
          <a:bodyPr/>
          <a:lstStyle>
            <a:lvl1pPr marL="0" indent="0">
              <a:lnSpc>
                <a:spcPct val="114000"/>
              </a:lnSpc>
              <a:spcBef>
                <a:spcPts val="0"/>
              </a:spcBef>
              <a:buFont typeface="Arial" panose="020B0604020202020204" pitchFamily="34" charset="0"/>
              <a:buNone/>
              <a:defRPr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1pPr>
            <a:lvl2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2pPr>
            <a:lvl3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3pPr>
            <a:lvl4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4pPr>
            <a:lvl5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5pPr>
          </a:lstStyle>
          <a:p>
            <a:pPr lvl="0"/>
            <a:endParaRPr lang="en-US"/>
          </a:p>
        </p:txBody>
      </p:sp>
    </p:spTree>
    <p:extLst>
      <p:ext uri="{BB962C8B-B14F-4D97-AF65-F5344CB8AC3E}">
        <p14:creationId xmlns:p14="http://schemas.microsoft.com/office/powerpoint/2010/main" val="1869514312"/>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What Next?" preserve="1" userDrawn="1">
  <p:cSld name="What Next?">
    <p:spTree>
      <p:nvGrpSpPr>
        <p:cNvPr id="1" name="Shape 202"/>
        <p:cNvGrpSpPr/>
        <p:nvPr/>
      </p:nvGrpSpPr>
      <p:grpSpPr>
        <a:xfrm>
          <a:off x="0" y="0"/>
          <a:ext cx="0" cy="0"/>
          <a:chOff x="0" y="0"/>
          <a:chExt cx="0" cy="0"/>
        </a:xfrm>
      </p:grpSpPr>
      <p:pic>
        <p:nvPicPr>
          <p:cNvPr id="203" name="Google Shape;203;p41"/>
          <p:cNvPicPr preferRelativeResize="0"/>
          <p:nvPr/>
        </p:nvPicPr>
        <p:blipFill>
          <a:blip r:embed="rId2"/>
          <a:srcRect/>
          <a:stretch/>
        </p:blipFill>
        <p:spPr>
          <a:xfrm>
            <a:off x="0" y="0"/>
            <a:ext cx="16255999" cy="9143999"/>
          </a:xfrm>
          <a:prstGeom prst="rect">
            <a:avLst/>
          </a:prstGeom>
          <a:noFill/>
          <a:ln>
            <a:noFill/>
          </a:ln>
        </p:spPr>
      </p:pic>
      <p:sp>
        <p:nvSpPr>
          <p:cNvPr id="207" name="Google Shape;207;p41"/>
          <p:cNvSpPr/>
          <p:nvPr/>
        </p:nvSpPr>
        <p:spPr>
          <a:xfrm>
            <a:off x="2464058" y="762715"/>
            <a:ext cx="4819925" cy="430887"/>
          </a:xfrm>
          <a:prstGeom prst="rect">
            <a:avLst/>
          </a:prstGeom>
          <a:noFill/>
          <a:ln>
            <a:noFill/>
          </a:ln>
        </p:spPr>
        <p:txBody>
          <a:bodyPr spcFirstLastPara="1" wrap="square" lIns="91425" tIns="0" rIns="91425" bIns="0" anchor="t" anchorCtr="0">
            <a:spAutoFit/>
          </a:bodyPr>
          <a:lstStyle/>
          <a:p>
            <a:pPr marL="0" lvl="0" indent="0" algn="ctr">
              <a:buSzPts val="2800"/>
              <a:buNone/>
            </a:pPr>
            <a:r>
              <a:rPr lang="en-US" sz="2800" b="1">
                <a:solidFill>
                  <a:schemeClr val="tx1">
                    <a:lumMod val="75000"/>
                    <a:lumOff val="25000"/>
                  </a:schemeClr>
                </a:solidFill>
                <a:latin typeface="Open Sans"/>
                <a:ea typeface="Open Sans"/>
                <a:cs typeface="Open Sans"/>
                <a:sym typeface="Open Sans"/>
              </a:rPr>
              <a:t>What’s Next?</a:t>
            </a:r>
            <a:endParaRPr sz="2800" b="1">
              <a:solidFill>
                <a:schemeClr val="tx1">
                  <a:lumMod val="75000"/>
                  <a:lumOff val="25000"/>
                </a:schemeClr>
              </a:solidFill>
              <a:latin typeface="Open Sans"/>
              <a:ea typeface="Open Sans"/>
              <a:cs typeface="Open Sans"/>
              <a:sym typeface="Arial"/>
            </a:endParaRPr>
          </a:p>
        </p:txBody>
      </p:sp>
      <p:sp>
        <p:nvSpPr>
          <p:cNvPr id="3" name="Text Placeholder 6">
            <a:extLst>
              <a:ext uri="{FF2B5EF4-FFF2-40B4-BE49-F238E27FC236}">
                <a16:creationId xmlns:a16="http://schemas.microsoft.com/office/drawing/2014/main" id="{57DB387E-1A29-1EE9-8E02-0C57BA6B68C2}"/>
              </a:ext>
            </a:extLst>
          </p:cNvPr>
          <p:cNvSpPr>
            <a:spLocks noGrp="1"/>
          </p:cNvSpPr>
          <p:nvPr>
            <p:ph type="body" sz="quarter" idx="10"/>
          </p:nvPr>
        </p:nvSpPr>
        <p:spPr>
          <a:xfrm>
            <a:off x="655084" y="1364776"/>
            <a:ext cx="8439490" cy="6823881"/>
          </a:xfrm>
          <a:prstGeom prst="rect">
            <a:avLst/>
          </a:prstGeom>
        </p:spPr>
        <p:txBody>
          <a:bodyPr/>
          <a:lstStyle>
            <a:lvl1pPr marL="0" indent="0">
              <a:lnSpc>
                <a:spcPct val="114000"/>
              </a:lnSpc>
              <a:spcBef>
                <a:spcPts val="0"/>
              </a:spcBef>
              <a:buFont typeface="Arial" panose="020B0604020202020204" pitchFamily="34" charset="0"/>
              <a:buNone/>
              <a:defRPr sz="220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defRPr>
            </a:lvl1pPr>
            <a:lvl2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2pPr>
            <a:lvl3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3pPr>
            <a:lvl4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4pPr>
            <a:lvl5pPr marL="457200" indent="0">
              <a:lnSpc>
                <a:spcPct val="114000"/>
              </a:lnSpc>
              <a:spcBef>
                <a:spcPts val="1000"/>
              </a:spcBef>
              <a:buFontTx/>
              <a:buNone/>
              <a:defRPr sz="2200">
                <a:solidFill>
                  <a:srgbClr val="404040"/>
                </a:solidFill>
                <a:latin typeface="Open Sans" panose="020B0606030504020204" pitchFamily="34" charset="0"/>
                <a:ea typeface="Open Sans" panose="020B0606030504020204" pitchFamily="34" charset="0"/>
                <a:cs typeface="Open Sans" panose="020B0606030504020204" pitchFamily="34" charset="0"/>
              </a:defRPr>
            </a:lvl5pPr>
          </a:lstStyle>
          <a:p>
            <a:pPr lvl="0"/>
            <a:endParaRPr lang="en-US"/>
          </a:p>
        </p:txBody>
      </p:sp>
    </p:spTree>
    <p:extLst>
      <p:ext uri="{BB962C8B-B14F-4D97-AF65-F5344CB8AC3E}">
        <p14:creationId xmlns:p14="http://schemas.microsoft.com/office/powerpoint/2010/main" val="996639848"/>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Bullets_for_whatnext_nextclass">
    <p:spTree>
      <p:nvGrpSpPr>
        <p:cNvPr id="1" name=""/>
        <p:cNvGrpSpPr/>
        <p:nvPr/>
      </p:nvGrpSpPr>
      <p:grpSpPr>
        <a:xfrm>
          <a:off x="0" y="0"/>
          <a:ext cx="0" cy="0"/>
          <a:chOff x="0" y="0"/>
          <a:chExt cx="0" cy="0"/>
        </a:xfrm>
      </p:grpSpPr>
      <p:sp>
        <p:nvSpPr>
          <p:cNvPr id="3" name="Text Placeholder 4">
            <a:extLst>
              <a:ext uri="{FF2B5EF4-FFF2-40B4-BE49-F238E27FC236}">
                <a16:creationId xmlns:a16="http://schemas.microsoft.com/office/drawing/2014/main" id="{CFEACA45-46CE-3149-F1F8-368C0B35FE06}"/>
              </a:ext>
            </a:extLst>
          </p:cNvPr>
          <p:cNvSpPr>
            <a:spLocks noGrp="1"/>
          </p:cNvSpPr>
          <p:nvPr>
            <p:ph type="body" sz="quarter" idx="13"/>
          </p:nvPr>
        </p:nvSpPr>
        <p:spPr>
          <a:xfrm>
            <a:off x="670649" y="1377162"/>
            <a:ext cx="8439490" cy="6815160"/>
          </a:xfrm>
        </p:spPr>
        <p:txBody>
          <a:bodyPr/>
          <a:lstStyle>
            <a:lvl1pPr marL="0" indent="0">
              <a:buNone/>
              <a:defRPr>
                <a:solidFill>
                  <a:schemeClr val="tx1">
                    <a:lumMod val="75000"/>
                    <a:lumOff val="25000"/>
                  </a:schemeClr>
                </a:solidFill>
              </a:defRPr>
            </a:lvl1pPr>
            <a:lvl2pPr>
              <a:defRPr>
                <a:solidFill>
                  <a:schemeClr val="tx1">
                    <a:lumMod val="75000"/>
                    <a:lumOff val="25000"/>
                  </a:schemeClr>
                </a:solidFill>
              </a:defRPr>
            </a:lvl2pPr>
            <a:lvl3pPr marL="1143000" indent="-228600">
              <a:buFont typeface="Courier New" panose="02070309020205020404" pitchFamily="49" charset="0"/>
              <a:buChar char="o"/>
              <a:defRPr>
                <a:solidFill>
                  <a:schemeClr val="tx1">
                    <a:lumMod val="75000"/>
                    <a:lumOff val="25000"/>
                  </a:schemeClr>
                </a:solidFill>
              </a:defRPr>
            </a:lvl3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01613967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9"/>
        <p:cNvGrpSpPr/>
        <p:nvPr/>
      </p:nvGrpSpPr>
      <p:grpSpPr>
        <a:xfrm>
          <a:off x="0" y="0"/>
          <a:ext cx="0" cy="0"/>
          <a:chOff x="0" y="0"/>
          <a:chExt cx="0" cy="0"/>
        </a:xfrm>
      </p:grpSpPr>
      <p:sp>
        <p:nvSpPr>
          <p:cNvPr id="10" name="Google Shape;10;g12ec467fb3b_0_0"/>
          <p:cNvSpPr txBox="1">
            <a:spLocks noGrp="1"/>
          </p:cNvSpPr>
          <p:nvPr>
            <p:ph type="title"/>
          </p:nvPr>
        </p:nvSpPr>
        <p:spPr>
          <a:xfrm>
            <a:off x="1117600" y="487363"/>
            <a:ext cx="14020800" cy="1767000"/>
          </a:xfrm>
          <a:prstGeom prst="rect">
            <a:avLst/>
          </a:prstGeom>
          <a:noFill/>
          <a:ln>
            <a:noFill/>
          </a:ln>
        </p:spPr>
        <p:txBody>
          <a:bodyPr spcFirstLastPara="1" wrap="square" lIns="91425" tIns="45700" rIns="91425" bIns="45700" anchor="ctr" anchorCtr="0">
            <a:noAutofit/>
          </a:bodyPr>
          <a:lstStyle>
            <a:lvl1pPr marR="0" lvl="0" algn="l" rtl="0">
              <a:lnSpc>
                <a:spcPct val="90000"/>
              </a:lnSpc>
              <a:spcBef>
                <a:spcPts val="0"/>
              </a:spcBef>
              <a:spcAft>
                <a:spcPts val="0"/>
              </a:spcAft>
              <a:buClr>
                <a:schemeClr val="dk1"/>
              </a:buClr>
              <a:buSzPts val="4400"/>
              <a:buFont typeface="Arial"/>
              <a:buNone/>
              <a:defRPr sz="4400" b="0" i="0" u="none" strike="noStrike" cap="none">
                <a:solidFill>
                  <a:schemeClr val="dk1"/>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11" name="Google Shape;11;g12ec467fb3b_0_0"/>
          <p:cNvSpPr txBox="1">
            <a:spLocks noGrp="1"/>
          </p:cNvSpPr>
          <p:nvPr>
            <p:ph type="body" idx="1"/>
          </p:nvPr>
        </p:nvSpPr>
        <p:spPr>
          <a:xfrm>
            <a:off x="1117600" y="2433638"/>
            <a:ext cx="14020800" cy="5802300"/>
          </a:xfrm>
          <a:prstGeom prst="rect">
            <a:avLst/>
          </a:prstGeom>
          <a:noFill/>
          <a:ln>
            <a:noFill/>
          </a:ln>
        </p:spPr>
        <p:txBody>
          <a:bodyPr spcFirstLastPara="1" wrap="square" lIns="91425" tIns="45700" rIns="91425" bIns="45700" anchor="t" anchorCtr="0">
            <a:noAutofit/>
          </a:bodyPr>
          <a:lstStyle>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endParaRPr/>
          </a:p>
        </p:txBody>
      </p:sp>
      <p:sp>
        <p:nvSpPr>
          <p:cNvPr id="12" name="Google Shape;12;g12ec467fb3b_0_0"/>
          <p:cNvSpPr txBox="1">
            <a:spLocks noGrp="1"/>
          </p:cNvSpPr>
          <p:nvPr>
            <p:ph type="dt" idx="10"/>
          </p:nvPr>
        </p:nvSpPr>
        <p:spPr>
          <a:xfrm>
            <a:off x="1117600" y="8475663"/>
            <a:ext cx="3657600" cy="485700"/>
          </a:xfrm>
          <a:prstGeom prst="rect">
            <a:avLst/>
          </a:prstGeom>
          <a:noFill/>
          <a:ln>
            <a:noFill/>
          </a:ln>
        </p:spPr>
        <p:txBody>
          <a:bodyPr spcFirstLastPara="1" wrap="square" lIns="91425" tIns="45700" rIns="91425" bIns="45700" anchor="ctr" anchorCtr="0">
            <a:noAutofit/>
          </a:bodyPr>
          <a:lstStyle>
            <a:lvl1pPr marR="0" lvl="0" algn="l" rtl="0">
              <a:lnSpc>
                <a:spcPct val="100000"/>
              </a:lnSpc>
              <a:spcBef>
                <a:spcPts val="0"/>
              </a:spcBef>
              <a:spcAft>
                <a:spcPts val="0"/>
              </a:spcAft>
              <a:buClr>
                <a:srgbClr val="000000"/>
              </a:buClr>
              <a:buSzPts val="1400"/>
              <a:buFont typeface="Arial"/>
              <a:buNone/>
              <a:defRPr sz="1200" b="0" i="0" u="none" strike="noStrike" cap="none">
                <a:solidFill>
                  <a:srgbClr val="888888"/>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Arial"/>
                <a:ea typeface="Arial"/>
                <a:cs typeface="Arial"/>
                <a:sym typeface="Arial"/>
              </a:defRPr>
            </a:lvl9pPr>
          </a:lstStyle>
          <a:p>
            <a:endParaRPr/>
          </a:p>
        </p:txBody>
      </p:sp>
      <p:sp>
        <p:nvSpPr>
          <p:cNvPr id="13" name="Google Shape;13;g12ec467fb3b_0_0"/>
          <p:cNvSpPr txBox="1">
            <a:spLocks noGrp="1"/>
          </p:cNvSpPr>
          <p:nvPr>
            <p:ph type="ftr" idx="11"/>
          </p:nvPr>
        </p:nvSpPr>
        <p:spPr>
          <a:xfrm>
            <a:off x="5384800" y="8475663"/>
            <a:ext cx="5486400" cy="485700"/>
          </a:xfrm>
          <a:prstGeom prst="rect">
            <a:avLst/>
          </a:prstGeom>
          <a:noFill/>
          <a:ln>
            <a:noFill/>
          </a:ln>
        </p:spPr>
        <p:txBody>
          <a:bodyPr spcFirstLastPara="1" wrap="square" lIns="91425" tIns="45700" rIns="91425" bIns="45700" anchor="ctr" anchorCtr="0">
            <a:noAutofit/>
          </a:bodyPr>
          <a:lstStyle>
            <a:lvl1pPr marR="0" lvl="0" algn="ctr" rtl="0">
              <a:lnSpc>
                <a:spcPct val="100000"/>
              </a:lnSpc>
              <a:spcBef>
                <a:spcPts val="0"/>
              </a:spcBef>
              <a:spcAft>
                <a:spcPts val="0"/>
              </a:spcAft>
              <a:buClr>
                <a:srgbClr val="000000"/>
              </a:buClr>
              <a:buSzPts val="1400"/>
              <a:buFont typeface="Arial"/>
              <a:buNone/>
              <a:defRPr sz="1200" b="0" i="0" u="none" strike="noStrike" cap="none">
                <a:solidFill>
                  <a:srgbClr val="888888"/>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Arial"/>
                <a:ea typeface="Arial"/>
                <a:cs typeface="Arial"/>
                <a:sym typeface="Arial"/>
              </a:defRPr>
            </a:lvl9pPr>
          </a:lstStyle>
          <a:p>
            <a:endParaRPr/>
          </a:p>
        </p:txBody>
      </p:sp>
      <p:sp>
        <p:nvSpPr>
          <p:cNvPr id="14" name="Google Shape;14;g12ec467fb3b_0_0"/>
          <p:cNvSpPr txBox="1">
            <a:spLocks noGrp="1"/>
          </p:cNvSpPr>
          <p:nvPr>
            <p:ph type="sldNum" idx="12"/>
          </p:nvPr>
        </p:nvSpPr>
        <p:spPr>
          <a:xfrm>
            <a:off x="11480800" y="8475663"/>
            <a:ext cx="3657600" cy="485700"/>
          </a:xfrm>
          <a:prstGeom prst="rect">
            <a:avLst/>
          </a:prstGeom>
          <a:noFill/>
          <a:ln>
            <a:noFill/>
          </a:ln>
        </p:spPr>
        <p:txBody>
          <a:bodyPr spcFirstLastPara="1" wrap="square" lIns="91425" tIns="45700" rIns="91425" bIns="45700"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0" i="0" u="none" strike="noStrike" cap="none">
                <a:solidFill>
                  <a:srgbClr val="888888"/>
                </a:solidFill>
                <a:latin typeface="Arial"/>
                <a:ea typeface="Arial"/>
                <a:cs typeface="Arial"/>
                <a:sym typeface="Arial"/>
              </a:defRPr>
            </a:lvl1pPr>
            <a:lvl2pPr marL="0" marR="0" lvl="1" indent="0" algn="r" rtl="0">
              <a:lnSpc>
                <a:spcPct val="100000"/>
              </a:lnSpc>
              <a:spcBef>
                <a:spcPts val="0"/>
              </a:spcBef>
              <a:spcAft>
                <a:spcPts val="0"/>
              </a:spcAft>
              <a:buClr>
                <a:srgbClr val="000000"/>
              </a:buClr>
              <a:buSzPts val="1200"/>
              <a:buFont typeface="Arial"/>
              <a:buNone/>
              <a:defRPr sz="1200" b="0" i="0" u="none" strike="noStrike" cap="none">
                <a:solidFill>
                  <a:srgbClr val="888888"/>
                </a:solidFill>
                <a:latin typeface="Arial"/>
                <a:ea typeface="Arial"/>
                <a:cs typeface="Arial"/>
                <a:sym typeface="Arial"/>
              </a:defRPr>
            </a:lvl2pPr>
            <a:lvl3pPr marL="0" marR="0" lvl="2" indent="0" algn="r" rtl="0">
              <a:lnSpc>
                <a:spcPct val="100000"/>
              </a:lnSpc>
              <a:spcBef>
                <a:spcPts val="0"/>
              </a:spcBef>
              <a:spcAft>
                <a:spcPts val="0"/>
              </a:spcAft>
              <a:buClr>
                <a:srgbClr val="000000"/>
              </a:buClr>
              <a:buSzPts val="1200"/>
              <a:buFont typeface="Arial"/>
              <a:buNone/>
              <a:defRPr sz="1200" b="0" i="0" u="none" strike="noStrike" cap="none">
                <a:solidFill>
                  <a:srgbClr val="888888"/>
                </a:solidFill>
                <a:latin typeface="Arial"/>
                <a:ea typeface="Arial"/>
                <a:cs typeface="Arial"/>
                <a:sym typeface="Arial"/>
              </a:defRPr>
            </a:lvl3pPr>
            <a:lvl4pPr marL="0" marR="0" lvl="3" indent="0" algn="r" rtl="0">
              <a:lnSpc>
                <a:spcPct val="100000"/>
              </a:lnSpc>
              <a:spcBef>
                <a:spcPts val="0"/>
              </a:spcBef>
              <a:spcAft>
                <a:spcPts val="0"/>
              </a:spcAft>
              <a:buClr>
                <a:srgbClr val="000000"/>
              </a:buClr>
              <a:buSzPts val="1200"/>
              <a:buFont typeface="Arial"/>
              <a:buNone/>
              <a:defRPr sz="1200" b="0" i="0" u="none" strike="noStrike" cap="none">
                <a:solidFill>
                  <a:srgbClr val="888888"/>
                </a:solidFill>
                <a:latin typeface="Arial"/>
                <a:ea typeface="Arial"/>
                <a:cs typeface="Arial"/>
                <a:sym typeface="Arial"/>
              </a:defRPr>
            </a:lvl4pPr>
            <a:lvl5pPr marL="0" marR="0" lvl="4" indent="0" algn="r" rtl="0">
              <a:lnSpc>
                <a:spcPct val="100000"/>
              </a:lnSpc>
              <a:spcBef>
                <a:spcPts val="0"/>
              </a:spcBef>
              <a:spcAft>
                <a:spcPts val="0"/>
              </a:spcAft>
              <a:buClr>
                <a:srgbClr val="000000"/>
              </a:buClr>
              <a:buSzPts val="1200"/>
              <a:buFont typeface="Arial"/>
              <a:buNone/>
              <a:defRPr sz="1200" b="0" i="0" u="none" strike="noStrike" cap="none">
                <a:solidFill>
                  <a:srgbClr val="888888"/>
                </a:solidFill>
                <a:latin typeface="Arial"/>
                <a:ea typeface="Arial"/>
                <a:cs typeface="Arial"/>
                <a:sym typeface="Arial"/>
              </a:defRPr>
            </a:lvl5pPr>
            <a:lvl6pPr marL="0" marR="0" lvl="5" indent="0" algn="r" rtl="0">
              <a:lnSpc>
                <a:spcPct val="100000"/>
              </a:lnSpc>
              <a:spcBef>
                <a:spcPts val="0"/>
              </a:spcBef>
              <a:spcAft>
                <a:spcPts val="0"/>
              </a:spcAft>
              <a:buClr>
                <a:srgbClr val="000000"/>
              </a:buClr>
              <a:buSzPts val="1200"/>
              <a:buFont typeface="Arial"/>
              <a:buNone/>
              <a:defRPr sz="1200" b="0" i="0" u="none" strike="noStrike" cap="none">
                <a:solidFill>
                  <a:srgbClr val="888888"/>
                </a:solidFill>
                <a:latin typeface="Arial"/>
                <a:ea typeface="Arial"/>
                <a:cs typeface="Arial"/>
                <a:sym typeface="Arial"/>
              </a:defRPr>
            </a:lvl6pPr>
            <a:lvl7pPr marL="0" marR="0" lvl="6" indent="0" algn="r" rtl="0">
              <a:lnSpc>
                <a:spcPct val="100000"/>
              </a:lnSpc>
              <a:spcBef>
                <a:spcPts val="0"/>
              </a:spcBef>
              <a:spcAft>
                <a:spcPts val="0"/>
              </a:spcAft>
              <a:buClr>
                <a:srgbClr val="000000"/>
              </a:buClr>
              <a:buSzPts val="1200"/>
              <a:buFont typeface="Arial"/>
              <a:buNone/>
              <a:defRPr sz="1200" b="0" i="0" u="none" strike="noStrike" cap="none">
                <a:solidFill>
                  <a:srgbClr val="888888"/>
                </a:solidFill>
                <a:latin typeface="Arial"/>
                <a:ea typeface="Arial"/>
                <a:cs typeface="Arial"/>
                <a:sym typeface="Arial"/>
              </a:defRPr>
            </a:lvl7pPr>
            <a:lvl8pPr marL="0" marR="0" lvl="7" indent="0" algn="r" rtl="0">
              <a:lnSpc>
                <a:spcPct val="100000"/>
              </a:lnSpc>
              <a:spcBef>
                <a:spcPts val="0"/>
              </a:spcBef>
              <a:spcAft>
                <a:spcPts val="0"/>
              </a:spcAft>
              <a:buClr>
                <a:srgbClr val="000000"/>
              </a:buClr>
              <a:buSzPts val="1200"/>
              <a:buFont typeface="Arial"/>
              <a:buNone/>
              <a:defRPr sz="1200" b="0" i="0" u="none" strike="noStrike" cap="none">
                <a:solidFill>
                  <a:srgbClr val="888888"/>
                </a:solidFill>
                <a:latin typeface="Arial"/>
                <a:ea typeface="Arial"/>
                <a:cs typeface="Arial"/>
                <a:sym typeface="Arial"/>
              </a:defRPr>
            </a:lvl8pPr>
            <a:lvl9pPr marL="0" marR="0" lvl="8" indent="0" algn="r" rtl="0">
              <a:lnSpc>
                <a:spcPct val="100000"/>
              </a:lnSpc>
              <a:spcBef>
                <a:spcPts val="0"/>
              </a:spcBef>
              <a:spcAft>
                <a:spcPts val="0"/>
              </a:spcAft>
              <a:buClr>
                <a:srgbClr val="000000"/>
              </a:buClr>
              <a:buSzPts val="1200"/>
              <a:buFont typeface="Arial"/>
              <a:buNone/>
              <a:defRPr sz="1200" b="0" i="0" u="none" strike="noStrike" cap="none">
                <a:solidFill>
                  <a:srgbClr val="888888"/>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cSld>
  <p:clrMap bg1="lt1" tx1="dk1" bg2="dk2" tx2="lt2" accent1="accent1" accent2="accent2" accent3="accent3" accent4="accent4" accent5="accent5" accent6="accent6" hlink="hlink" folHlink="folHlink"/>
  <p:sldLayoutIdLst>
    <p:sldLayoutId id="2147483670" r:id="rId1"/>
    <p:sldLayoutId id="2147483671" r:id="rId2"/>
    <p:sldLayoutId id="2147483672" r:id="rId3"/>
    <p:sldLayoutId id="2147483673" r:id="rId4"/>
    <p:sldLayoutId id="2147483674" r:id="rId5"/>
    <p:sldLayoutId id="2147483675" r:id="rId6"/>
    <p:sldLayoutId id="2147483676" r:id="rId7"/>
    <p:sldLayoutId id="2147483677" r:id="rId8"/>
    <p:sldLayoutId id="2147483678" r:id="rId9"/>
    <p:sldLayoutId id="2147483679" r:id="rId10"/>
    <p:sldLayoutId id="2147483680" r:id="rId11"/>
    <p:sldLayoutId id="2147483681" r:id="rId12"/>
    <p:sldLayoutId id="2147483682" r:id="rId13"/>
    <p:sldLayoutId id="2147483683" r:id="rId14"/>
    <p:sldLayoutId id="2147483684" r:id="rId15"/>
    <p:sldLayoutId id="2147483685" r:id="rId16"/>
    <p:sldLayoutId id="2147483686" r:id="rId17"/>
    <p:sldLayoutId id="2147483687" r:id="rId18"/>
    <p:sldLayoutId id="2147483688" r:id="rId19"/>
    <p:sldLayoutId id="2147483689" r:id="rId20"/>
    <p:sldLayoutId id="2147483690" r:id="rId21"/>
    <p:sldLayoutId id="2147483691" r:id="rId22"/>
    <p:sldLayoutId id="2147483692" r:id="rId23"/>
    <p:sldLayoutId id="2147483693" r:id="rId24"/>
    <p:sldLayoutId id="2147483694" r:id="rId25"/>
    <p:sldLayoutId id="2147483695" r:id="rId26"/>
    <p:sldLayoutId id="2147483696" r:id="rId27"/>
    <p:sldLayoutId id="2147483697" r:id="rId28"/>
    <p:sldLayoutId id="2147483698" r:id="rId29"/>
    <p:sldLayoutId id="2147483699" r:id="rId30"/>
    <p:sldLayoutId id="2147483700" r:id="rId3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orient="horz" pos="2880" userDrawn="1">
          <p15:clr>
            <a:srgbClr val="F26B43"/>
          </p15:clr>
        </p15:guide>
        <p15:guide id="2" pos="5120" userDrawn="1">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3.xml"/><Relationship Id="rId1" Type="http://schemas.openxmlformats.org/officeDocument/2006/relationships/slideLayout" Target="../slideLayouts/slideLayout8.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9.xml"/></Relationships>
</file>

<file path=ppt/slides/_rels/slide5.xml.rels><?xml version="1.0" encoding="UTF-8" standalone="yes"?>
<Relationships xmlns="http://schemas.openxmlformats.org/package/2006/relationships"><Relationship Id="rId8" Type="http://schemas.openxmlformats.org/officeDocument/2006/relationships/image" Target="../media/image32.png"/><Relationship Id="rId3" Type="http://schemas.openxmlformats.org/officeDocument/2006/relationships/image" Target="../media/image27.png"/><Relationship Id="rId7" Type="http://schemas.openxmlformats.org/officeDocument/2006/relationships/image" Target="../media/image31.png"/><Relationship Id="rId2" Type="http://schemas.openxmlformats.org/officeDocument/2006/relationships/notesSlide" Target="../notesSlides/notesSlide5.xml"/><Relationship Id="rId1" Type="http://schemas.openxmlformats.org/officeDocument/2006/relationships/slideLayout" Target="../slideLayouts/slideLayout10.xml"/><Relationship Id="rId6" Type="http://schemas.openxmlformats.org/officeDocument/2006/relationships/image" Target="../media/image30.png"/><Relationship Id="rId5" Type="http://schemas.openxmlformats.org/officeDocument/2006/relationships/image" Target="../media/image29.png"/><Relationship Id="rId4" Type="http://schemas.openxmlformats.org/officeDocument/2006/relationships/image" Target="../media/image28.png"/><Relationship Id="rId9" Type="http://schemas.openxmlformats.org/officeDocument/2006/relationships/image" Target="../media/image33.png"/></Relationships>
</file>

<file path=ppt/slides/_rels/slide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xml"/><Relationship Id="rId1" Type="http://schemas.openxmlformats.org/officeDocument/2006/relationships/slideLayout" Target="../slideLayouts/slideLayout10.xml"/><Relationship Id="rId5" Type="http://schemas.openxmlformats.org/officeDocument/2006/relationships/image" Target="../media/image36.png"/><Relationship Id="rId4" Type="http://schemas.openxmlformats.org/officeDocument/2006/relationships/image" Target="../media/image35.png"/></Relationships>
</file>

<file path=ppt/slides/_rels/slide7.xml.rels><?xml version="1.0" encoding="UTF-8" standalone="yes"?>
<Relationships xmlns="http://schemas.openxmlformats.org/package/2006/relationships"><Relationship Id="rId3" Type="http://schemas.openxmlformats.org/officeDocument/2006/relationships/image" Target="../media/image37.png"/><Relationship Id="rId7" Type="http://schemas.openxmlformats.org/officeDocument/2006/relationships/image" Target="../media/image41.png"/><Relationship Id="rId2" Type="http://schemas.openxmlformats.org/officeDocument/2006/relationships/notesSlide" Target="../notesSlides/notesSlide7.xml"/><Relationship Id="rId1" Type="http://schemas.openxmlformats.org/officeDocument/2006/relationships/slideLayout" Target="../slideLayouts/slideLayout10.xml"/><Relationship Id="rId6" Type="http://schemas.openxmlformats.org/officeDocument/2006/relationships/image" Target="../media/image40.png"/><Relationship Id="rId5" Type="http://schemas.openxmlformats.org/officeDocument/2006/relationships/image" Target="../media/image39.png"/><Relationship Id="rId4" Type="http://schemas.openxmlformats.org/officeDocument/2006/relationships/image" Target="../media/image38.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9.xml"/></Relationships>
</file>

<file path=ppt/slides/_rels/slide9.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9.xml"/><Relationship Id="rId1" Type="http://schemas.openxmlformats.org/officeDocument/2006/relationships/slideLayout" Target="../slideLayouts/slideLayout10.xml"/></Relationships>
</file>

<file path=ppt/slides/_rels/slide10.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10.xml"/><Relationship Id="rId1" Type="http://schemas.openxmlformats.org/officeDocument/2006/relationships/slideLayout" Target="../slideLayouts/slideLayout10.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9.xml"/></Relationships>
</file>

<file path=ppt/slides/_rels/slide12.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12.xml"/><Relationship Id="rId1" Type="http://schemas.openxmlformats.org/officeDocument/2006/relationships/slideLayout" Target="../slideLayouts/slideLayout10.xml"/></Relationships>
</file>

<file path=ppt/slides/_rels/slide13.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13.xml"/><Relationship Id="rId1" Type="http://schemas.openxmlformats.org/officeDocument/2006/relationships/slideLayout" Target="../slideLayouts/slideLayout10.xml"/></Relationships>
</file>

<file path=ppt/slides/_rels/slide14.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14.xml"/><Relationship Id="rId1" Type="http://schemas.openxmlformats.org/officeDocument/2006/relationships/slideLayout" Target="../slideLayouts/slideLayout10.xml"/></Relationships>
</file>

<file path=ppt/slides/_rels/slide15.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15.xml"/><Relationship Id="rId1" Type="http://schemas.openxmlformats.org/officeDocument/2006/relationships/slideLayout" Target="../slideLayouts/slideLayout10.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9.xml"/></Relationships>
</file>

<file path=ppt/slides/_rels/slide17.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17.xml"/><Relationship Id="rId1" Type="http://schemas.openxmlformats.org/officeDocument/2006/relationships/slideLayout" Target="../slideLayouts/slideLayout10.xml"/></Relationships>
</file>

<file path=ppt/slides/_rels/slide18.xml.rels><?xml version="1.0" encoding="UTF-8" standalone="yes"?>
<Relationships xmlns="http://schemas.openxmlformats.org/package/2006/relationships"><Relationship Id="rId8" Type="http://schemas.openxmlformats.org/officeDocument/2006/relationships/image" Target="../media/image52.png"/><Relationship Id="rId13" Type="http://schemas.openxmlformats.org/officeDocument/2006/relationships/image" Target="../media/image57.png"/><Relationship Id="rId3" Type="http://schemas.openxmlformats.org/officeDocument/2006/relationships/image" Target="../media/image47.png"/><Relationship Id="rId7" Type="http://schemas.openxmlformats.org/officeDocument/2006/relationships/image" Target="../media/image51.png"/><Relationship Id="rId12" Type="http://schemas.openxmlformats.org/officeDocument/2006/relationships/image" Target="../media/image56.png"/><Relationship Id="rId2" Type="http://schemas.openxmlformats.org/officeDocument/2006/relationships/notesSlide" Target="../notesSlides/notesSlide18.xml"/><Relationship Id="rId1" Type="http://schemas.openxmlformats.org/officeDocument/2006/relationships/slideLayout" Target="../slideLayouts/slideLayout10.xml"/><Relationship Id="rId6" Type="http://schemas.openxmlformats.org/officeDocument/2006/relationships/image" Target="../media/image50.png"/><Relationship Id="rId11" Type="http://schemas.openxmlformats.org/officeDocument/2006/relationships/image" Target="../media/image55.png"/><Relationship Id="rId5" Type="http://schemas.openxmlformats.org/officeDocument/2006/relationships/image" Target="../media/image49.png"/><Relationship Id="rId10" Type="http://schemas.openxmlformats.org/officeDocument/2006/relationships/image" Target="../media/image54.png"/><Relationship Id="rId4" Type="http://schemas.openxmlformats.org/officeDocument/2006/relationships/image" Target="../media/image48.png"/><Relationship Id="rId9" Type="http://schemas.openxmlformats.org/officeDocument/2006/relationships/image" Target="../media/image53.png"/><Relationship Id="rId14" Type="http://schemas.openxmlformats.org/officeDocument/2006/relationships/image" Target="../media/image58.png"/></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0.xml"/></Relationships>
</file>

<file path=ppt/slides/_rels/slide20.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20.xml"/><Relationship Id="rId1" Type="http://schemas.openxmlformats.org/officeDocument/2006/relationships/slideLayout" Target="../slideLayouts/slideLayout10.xml"/><Relationship Id="rId4" Type="http://schemas.microsoft.com/office/2007/relationships/hdphoto" Target="../media/hdphoto1.wdp"/></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9.xml"/></Relationships>
</file>

<file path=ppt/slides/_rels/slide22.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22.xml"/><Relationship Id="rId1" Type="http://schemas.openxmlformats.org/officeDocument/2006/relationships/slideLayout" Target="../slideLayouts/slideLayout10.xml"/></Relationships>
</file>

<file path=ppt/slides/_rels/slide23.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notesSlide" Target="../notesSlides/notesSlide23.xml"/><Relationship Id="rId1" Type="http://schemas.openxmlformats.org/officeDocument/2006/relationships/slideLayout" Target="../slideLayouts/slideLayout10.xml"/></Relationships>
</file>

<file path=ppt/slides/_rels/slide24.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notesSlide" Target="../notesSlides/notesSlide24.xml"/><Relationship Id="rId1" Type="http://schemas.openxmlformats.org/officeDocument/2006/relationships/slideLayout" Target="../slideLayouts/slideLayout10.xml"/></Relationships>
</file>

<file path=ppt/slides/_rels/slide25.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25.xml"/><Relationship Id="rId1" Type="http://schemas.openxmlformats.org/officeDocument/2006/relationships/slideLayout" Target="../slideLayouts/slideLayout10.xml"/></Relationships>
</file>

<file path=ppt/slides/_rels/slide26.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26.xml"/><Relationship Id="rId1" Type="http://schemas.openxmlformats.org/officeDocument/2006/relationships/slideLayout" Target="../slideLayouts/slideLayout10.xml"/></Relationships>
</file>

<file path=ppt/slides/_rels/slide27.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notesSlide" Target="../notesSlides/notesSlide27.xml"/><Relationship Id="rId1" Type="http://schemas.openxmlformats.org/officeDocument/2006/relationships/slideLayout" Target="../slideLayouts/slideLayout10.xml"/></Relationships>
</file>

<file path=ppt/slides/_rels/slide28.xml.rels><?xml version="1.0" encoding="UTF-8" standalone="yes"?>
<Relationships xmlns="http://schemas.openxmlformats.org/package/2006/relationships"><Relationship Id="rId3" Type="http://schemas.openxmlformats.org/officeDocument/2006/relationships/image" Target="../media/image66.png"/><Relationship Id="rId7" Type="http://schemas.openxmlformats.org/officeDocument/2006/relationships/image" Target="../media/image70.png"/><Relationship Id="rId2" Type="http://schemas.openxmlformats.org/officeDocument/2006/relationships/notesSlide" Target="../notesSlides/notesSlide28.xml"/><Relationship Id="rId1" Type="http://schemas.openxmlformats.org/officeDocument/2006/relationships/slideLayout" Target="../slideLayouts/slideLayout10.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9.xml"/></Relationships>
</file>

<file path=ppt/slides/_rels/slide30.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notesSlide" Target="../notesSlides/notesSlide30.xml"/><Relationship Id="rId1" Type="http://schemas.openxmlformats.org/officeDocument/2006/relationships/slideLayout" Target="../slideLayouts/slideLayout10.xml"/><Relationship Id="rId5" Type="http://schemas.openxmlformats.org/officeDocument/2006/relationships/image" Target="../media/image73.png"/><Relationship Id="rId4" Type="http://schemas.openxmlformats.org/officeDocument/2006/relationships/image" Target="../media/image72.png"/></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9.xml"/></Relationships>
</file>

<file path=ppt/slides/_rels/slide32.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notesSlide" Target="../notesSlides/notesSlide32.xml"/><Relationship Id="rId1" Type="http://schemas.openxmlformats.org/officeDocument/2006/relationships/slideLayout" Target="../slideLayouts/slideLayout10.xml"/><Relationship Id="rId6" Type="http://schemas.microsoft.com/office/2007/relationships/hdphoto" Target="../media/hdphoto2.wdp"/><Relationship Id="rId5" Type="http://schemas.openxmlformats.org/officeDocument/2006/relationships/image" Target="../media/image76.png"/><Relationship Id="rId4" Type="http://schemas.openxmlformats.org/officeDocument/2006/relationships/image" Target="../media/image75.png"/></Relationships>
</file>

<file path=ppt/slides/_rels/slide33.xml.rels><?xml version="1.0" encoding="UTF-8" standalone="yes"?>
<Relationships xmlns="http://schemas.openxmlformats.org/package/2006/relationships"><Relationship Id="rId3" Type="http://schemas.openxmlformats.org/officeDocument/2006/relationships/image" Target="../media/image77.png"/><Relationship Id="rId2" Type="http://schemas.openxmlformats.org/officeDocument/2006/relationships/notesSlide" Target="../notesSlides/notesSlide33.xml"/><Relationship Id="rId1" Type="http://schemas.openxmlformats.org/officeDocument/2006/relationships/slideLayout" Target="../slideLayouts/slideLayout10.xml"/></Relationships>
</file>

<file path=ppt/slides/_rels/slide34.xml.rels><?xml version="1.0" encoding="UTF-8" standalone="yes"?>
<Relationships xmlns="http://schemas.openxmlformats.org/package/2006/relationships"><Relationship Id="rId8" Type="http://schemas.openxmlformats.org/officeDocument/2006/relationships/image" Target="../media/image83.png"/><Relationship Id="rId3" Type="http://schemas.openxmlformats.org/officeDocument/2006/relationships/image" Target="../media/image78.png"/><Relationship Id="rId7" Type="http://schemas.openxmlformats.org/officeDocument/2006/relationships/image" Target="../media/image82.png"/><Relationship Id="rId2" Type="http://schemas.openxmlformats.org/officeDocument/2006/relationships/notesSlide" Target="../notesSlides/notesSlide34.xml"/><Relationship Id="rId1" Type="http://schemas.openxmlformats.org/officeDocument/2006/relationships/slideLayout" Target="../slideLayouts/slideLayout10.xml"/><Relationship Id="rId6" Type="http://schemas.openxmlformats.org/officeDocument/2006/relationships/image" Target="../media/image81.png"/><Relationship Id="rId11" Type="http://schemas.openxmlformats.org/officeDocument/2006/relationships/image" Target="../media/image86.png"/><Relationship Id="rId5" Type="http://schemas.openxmlformats.org/officeDocument/2006/relationships/image" Target="../media/image80.png"/><Relationship Id="rId10" Type="http://schemas.openxmlformats.org/officeDocument/2006/relationships/image" Target="../media/image85.png"/><Relationship Id="rId4" Type="http://schemas.openxmlformats.org/officeDocument/2006/relationships/image" Target="../media/image79.png"/><Relationship Id="rId9" Type="http://schemas.openxmlformats.org/officeDocument/2006/relationships/image" Target="../media/image84.png"/></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9.xml"/></Relationships>
</file>

<file path=ppt/slides/_rels/slide36.xml.rels><?xml version="1.0" encoding="UTF-8" standalone="yes"?>
<Relationships xmlns="http://schemas.openxmlformats.org/package/2006/relationships"><Relationship Id="rId3" Type="http://schemas.openxmlformats.org/officeDocument/2006/relationships/image" Target="../media/image87.jpg"/><Relationship Id="rId2" Type="http://schemas.openxmlformats.org/officeDocument/2006/relationships/notesSlide" Target="../notesSlides/notesSlide36.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3" Type="http://schemas.openxmlformats.org/officeDocument/2006/relationships/image" Target="../media/image88.png"/><Relationship Id="rId2" Type="http://schemas.openxmlformats.org/officeDocument/2006/relationships/notesSlide" Target="../notesSlides/notesSlide37.xml"/><Relationship Id="rId1" Type="http://schemas.openxmlformats.org/officeDocument/2006/relationships/slideLayout" Target="../slideLayouts/slideLayout10.xml"/><Relationship Id="rId4" Type="http://schemas.openxmlformats.org/officeDocument/2006/relationships/image" Target="../media/image89.png"/></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9.xml"/></Relationships>
</file>

<file path=ppt/slides/_rels/slide39.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notesSlide" Target="../notesSlides/notesSlide39.xml"/><Relationship Id="rId1" Type="http://schemas.openxmlformats.org/officeDocument/2006/relationships/slideLayout" Target="../slideLayouts/slideLayout10.xml"/></Relationships>
</file>

<file path=ppt/slides/_rels/slide40.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notesSlide" Target="../notesSlides/notesSlide40.xml"/><Relationship Id="rId1" Type="http://schemas.openxmlformats.org/officeDocument/2006/relationships/slideLayout" Target="../slideLayouts/slideLayout10.xml"/><Relationship Id="rId4" Type="http://schemas.openxmlformats.org/officeDocument/2006/relationships/image" Target="../media/image92.png"/></Relationships>
</file>

<file path=ppt/slides/_rels/slide41.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41.xml"/><Relationship Id="rId1" Type="http://schemas.openxmlformats.org/officeDocument/2006/relationships/slideLayout" Target="../slideLayouts/slideLayout10.xml"/><Relationship Id="rId5" Type="http://schemas.openxmlformats.org/officeDocument/2006/relationships/image" Target="../media/image95.png"/><Relationship Id="rId4" Type="http://schemas.openxmlformats.org/officeDocument/2006/relationships/image" Target="../media/image94.png"/></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9.xml"/></Relationships>
</file>

<file path=ppt/slides/_rels/slide44.xml.rels><?xml version="1.0" encoding="UTF-8" standalone="yes"?>
<Relationships xmlns="http://schemas.openxmlformats.org/package/2006/relationships"><Relationship Id="rId3" Type="http://schemas.openxmlformats.org/officeDocument/2006/relationships/image" Target="../media/image96.png"/><Relationship Id="rId2" Type="http://schemas.openxmlformats.org/officeDocument/2006/relationships/notesSlide" Target="../notesSlides/notesSlide44.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3" Type="http://schemas.openxmlformats.org/officeDocument/2006/relationships/image" Target="../media/image97.png"/><Relationship Id="rId7" Type="http://schemas.openxmlformats.org/officeDocument/2006/relationships/image" Target="../media/image101.png"/><Relationship Id="rId2" Type="http://schemas.openxmlformats.org/officeDocument/2006/relationships/notesSlide" Target="../notesSlides/notesSlide45.xml"/><Relationship Id="rId1" Type="http://schemas.openxmlformats.org/officeDocument/2006/relationships/slideLayout" Target="../slideLayouts/slideLayout10.xml"/><Relationship Id="rId6" Type="http://schemas.openxmlformats.org/officeDocument/2006/relationships/image" Target="../media/image100.png"/><Relationship Id="rId5" Type="http://schemas.openxmlformats.org/officeDocument/2006/relationships/image" Target="../media/image99.png"/><Relationship Id="rId4" Type="http://schemas.openxmlformats.org/officeDocument/2006/relationships/image" Target="../media/image98.png"/></Relationships>
</file>

<file path=ppt/slides/_rels/slide46.xml.rels><?xml version="1.0" encoding="UTF-8" standalone="yes"?>
<Relationships xmlns="http://schemas.openxmlformats.org/package/2006/relationships"><Relationship Id="rId3" Type="http://schemas.openxmlformats.org/officeDocument/2006/relationships/image" Target="../media/image102.png"/><Relationship Id="rId2" Type="http://schemas.openxmlformats.org/officeDocument/2006/relationships/notesSlide" Target="../notesSlides/notesSlide46.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9.xml"/></Relationships>
</file>

<file path=ppt/slides/_rels/slide49.xml.rels><?xml version="1.0" encoding="UTF-8" standalone="yes"?>
<Relationships xmlns="http://schemas.openxmlformats.org/package/2006/relationships"><Relationship Id="rId3" Type="http://schemas.openxmlformats.org/officeDocument/2006/relationships/image" Target="../media/image103.png"/><Relationship Id="rId2" Type="http://schemas.openxmlformats.org/officeDocument/2006/relationships/notesSlide" Target="../notesSlides/notesSlide49.xml"/><Relationship Id="rId1" Type="http://schemas.openxmlformats.org/officeDocument/2006/relationships/slideLayout" Target="../slideLayouts/slideLayout10.xml"/><Relationship Id="rId5" Type="http://schemas.openxmlformats.org/officeDocument/2006/relationships/image" Target="../media/image105.jpg"/><Relationship Id="rId4" Type="http://schemas.openxmlformats.org/officeDocument/2006/relationships/image" Target="../media/image104.png"/></Relationships>
</file>

<file path=ppt/slides/_rels/slide50.xml.rels><?xml version="1.0" encoding="UTF-8" standalone="yes"?>
<Relationships xmlns="http://schemas.openxmlformats.org/package/2006/relationships"><Relationship Id="rId8" Type="http://schemas.openxmlformats.org/officeDocument/2006/relationships/image" Target="../media/image109.png"/><Relationship Id="rId13" Type="http://schemas.openxmlformats.org/officeDocument/2006/relationships/image" Target="../media/image114.png"/><Relationship Id="rId3" Type="http://schemas.openxmlformats.org/officeDocument/2006/relationships/image" Target="../media/image103.png"/><Relationship Id="rId7" Type="http://schemas.openxmlformats.org/officeDocument/2006/relationships/image" Target="../media/image108.png"/><Relationship Id="rId12" Type="http://schemas.openxmlformats.org/officeDocument/2006/relationships/image" Target="../media/image113.png"/><Relationship Id="rId2" Type="http://schemas.openxmlformats.org/officeDocument/2006/relationships/notesSlide" Target="../notesSlides/notesSlide50.xml"/><Relationship Id="rId1" Type="http://schemas.openxmlformats.org/officeDocument/2006/relationships/slideLayout" Target="../slideLayouts/slideLayout10.xml"/><Relationship Id="rId6" Type="http://schemas.openxmlformats.org/officeDocument/2006/relationships/image" Target="../media/image107.png"/><Relationship Id="rId11" Type="http://schemas.openxmlformats.org/officeDocument/2006/relationships/image" Target="../media/image112.png"/><Relationship Id="rId5" Type="http://schemas.openxmlformats.org/officeDocument/2006/relationships/image" Target="../media/image106.png"/><Relationship Id="rId15" Type="http://schemas.openxmlformats.org/officeDocument/2006/relationships/image" Target="../media/image116.png"/><Relationship Id="rId10" Type="http://schemas.openxmlformats.org/officeDocument/2006/relationships/image" Target="../media/image111.png"/><Relationship Id="rId4" Type="http://schemas.openxmlformats.org/officeDocument/2006/relationships/image" Target="../media/image104.png"/><Relationship Id="rId9" Type="http://schemas.openxmlformats.org/officeDocument/2006/relationships/image" Target="../media/image110.png"/><Relationship Id="rId14" Type="http://schemas.openxmlformats.org/officeDocument/2006/relationships/image" Target="../media/image115.png"/></Relationships>
</file>

<file path=ppt/slides/_rels/slide51.xml.rels><?xml version="1.0" encoding="UTF-8" standalone="yes"?>
<Relationships xmlns="http://schemas.openxmlformats.org/package/2006/relationships"><Relationship Id="rId3" Type="http://schemas.openxmlformats.org/officeDocument/2006/relationships/image" Target="../media/image105.jpg"/><Relationship Id="rId2" Type="http://schemas.openxmlformats.org/officeDocument/2006/relationships/notesSlide" Target="../notesSlides/notesSlide5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8" Type="http://schemas.openxmlformats.org/officeDocument/2006/relationships/image" Target="../media/image122.png"/><Relationship Id="rId3" Type="http://schemas.openxmlformats.org/officeDocument/2006/relationships/image" Target="../media/image117.png"/><Relationship Id="rId7" Type="http://schemas.openxmlformats.org/officeDocument/2006/relationships/image" Target="../media/image121.png"/><Relationship Id="rId2" Type="http://schemas.openxmlformats.org/officeDocument/2006/relationships/notesSlide" Target="../notesSlides/notesSlide52.xml"/><Relationship Id="rId1" Type="http://schemas.openxmlformats.org/officeDocument/2006/relationships/slideLayout" Target="../slideLayouts/slideLayout10.xml"/><Relationship Id="rId6" Type="http://schemas.openxmlformats.org/officeDocument/2006/relationships/image" Target="../media/image120.png"/><Relationship Id="rId5" Type="http://schemas.openxmlformats.org/officeDocument/2006/relationships/image" Target="../media/image119.png"/><Relationship Id="rId4" Type="http://schemas.openxmlformats.org/officeDocument/2006/relationships/image" Target="../media/image118.png"/></Relationships>
</file>

<file path=ppt/slides/_rels/slide53.xml.rels><?xml version="1.0" encoding="UTF-8" standalone="yes"?>
<Relationships xmlns="http://schemas.openxmlformats.org/package/2006/relationships"><Relationship Id="rId3" Type="http://schemas.openxmlformats.org/officeDocument/2006/relationships/image" Target="../media/image123.png"/><Relationship Id="rId2" Type="http://schemas.openxmlformats.org/officeDocument/2006/relationships/notesSlide" Target="../notesSlides/notesSlide53.xml"/><Relationship Id="rId1" Type="http://schemas.openxmlformats.org/officeDocument/2006/relationships/slideLayout" Target="../slideLayouts/slideLayout10.xml"/><Relationship Id="rId5" Type="http://schemas.openxmlformats.org/officeDocument/2006/relationships/image" Target="../media/image109.png"/><Relationship Id="rId4" Type="http://schemas.openxmlformats.org/officeDocument/2006/relationships/image" Target="../media/image124.png"/></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3" Type="http://schemas.openxmlformats.org/officeDocument/2006/relationships/image" Target="../media/image110.png"/><Relationship Id="rId2" Type="http://schemas.openxmlformats.org/officeDocument/2006/relationships/notesSlide" Target="../notesSlides/notesSlide55.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image" Target="../media/image125.png"/><Relationship Id="rId2" Type="http://schemas.openxmlformats.org/officeDocument/2006/relationships/notesSlide" Target="../notesSlides/notesSlide56.xml"/><Relationship Id="rId1" Type="http://schemas.openxmlformats.org/officeDocument/2006/relationships/slideLayout" Target="../slideLayouts/slideLayout10.xml"/></Relationships>
</file>

<file path=ppt/slides/_rels/slide57.xml.rels><?xml version="1.0" encoding="UTF-8" standalone="yes"?>
<Relationships xmlns="http://schemas.openxmlformats.org/package/2006/relationships"><Relationship Id="rId3" Type="http://schemas.openxmlformats.org/officeDocument/2006/relationships/image" Target="../media/image103.png"/><Relationship Id="rId2" Type="http://schemas.openxmlformats.org/officeDocument/2006/relationships/notesSlide" Target="../notesSlides/notesSlide57.xml"/><Relationship Id="rId1" Type="http://schemas.openxmlformats.org/officeDocument/2006/relationships/slideLayout" Target="../slideLayouts/slideLayout10.xml"/></Relationships>
</file>

<file path=ppt/slides/_rels/slide58.xml.rels><?xml version="1.0" encoding="UTF-8" standalone="yes"?>
<Relationships xmlns="http://schemas.openxmlformats.org/package/2006/relationships"><Relationship Id="rId3" Type="http://schemas.openxmlformats.org/officeDocument/2006/relationships/image" Target="../media/image126.gif"/><Relationship Id="rId2" Type="http://schemas.openxmlformats.org/officeDocument/2006/relationships/notesSlide" Target="../notesSlides/notesSlide58.xml"/><Relationship Id="rId1" Type="http://schemas.openxmlformats.org/officeDocument/2006/relationships/slideLayout" Target="../slideLayouts/slideLayout10.xml"/></Relationships>
</file>

<file path=ppt/slides/_rels/slide59.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notesSlide" Target="../notesSlides/notesSlide59.xml"/><Relationship Id="rId1" Type="http://schemas.openxmlformats.org/officeDocument/2006/relationships/slideLayout" Target="../slideLayouts/slideLayout10.xml"/></Relationships>
</file>

<file path=ppt/slides/_rels/slide60.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notesSlide" Target="../notesSlides/notesSlide60.xml"/><Relationship Id="rId1" Type="http://schemas.openxmlformats.org/officeDocument/2006/relationships/slideLayout" Target="../slideLayouts/slideLayout10.xml"/></Relationships>
</file>

<file path=ppt/slides/_rels/slide61.xml.rels><?xml version="1.0" encoding="UTF-8" standalone="yes"?>
<Relationships xmlns="http://schemas.openxmlformats.org/package/2006/relationships"><Relationship Id="rId3" Type="http://schemas.openxmlformats.org/officeDocument/2006/relationships/image" Target="../media/image127.png"/><Relationship Id="rId2" Type="http://schemas.openxmlformats.org/officeDocument/2006/relationships/notesSlide" Target="../notesSlides/notesSlide61.xml"/><Relationship Id="rId1" Type="http://schemas.openxmlformats.org/officeDocument/2006/relationships/slideLayout" Target="../slideLayouts/slideLayout10.xml"/></Relationships>
</file>

<file path=ppt/slides/_rels/slide62.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notesSlide" Target="../notesSlides/notesSlide62.xml"/><Relationship Id="rId1" Type="http://schemas.openxmlformats.org/officeDocument/2006/relationships/slideLayout" Target="../slideLayouts/slideLayout10.xml"/></Relationships>
</file>

<file path=ppt/slides/_rels/slide63.xml.rels><?xml version="1.0" encoding="UTF-8" standalone="yes"?>
<Relationships xmlns="http://schemas.openxmlformats.org/package/2006/relationships"><Relationship Id="rId3" Type="http://schemas.openxmlformats.org/officeDocument/2006/relationships/image" Target="../media/image129.png"/><Relationship Id="rId2" Type="http://schemas.openxmlformats.org/officeDocument/2006/relationships/notesSlide" Target="../notesSlides/notesSlide63.xml"/><Relationship Id="rId1" Type="http://schemas.openxmlformats.org/officeDocument/2006/relationships/slideLayout" Target="../slideLayouts/slideLayout10.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9.xml"/></Relationships>
</file>

<file path=ppt/slides/_rels/slide65.xml.rels><?xml version="1.0" encoding="UTF-8" standalone="yes"?>
<Relationships xmlns="http://schemas.openxmlformats.org/package/2006/relationships"><Relationship Id="rId8" Type="http://schemas.openxmlformats.org/officeDocument/2006/relationships/image" Target="../media/image134.png"/><Relationship Id="rId3" Type="http://schemas.openxmlformats.org/officeDocument/2006/relationships/image" Target="../media/image130.png"/><Relationship Id="rId7" Type="http://schemas.openxmlformats.org/officeDocument/2006/relationships/image" Target="../media/image133.png"/><Relationship Id="rId2" Type="http://schemas.openxmlformats.org/officeDocument/2006/relationships/notesSlide" Target="../notesSlides/notesSlide65.xml"/><Relationship Id="rId1" Type="http://schemas.openxmlformats.org/officeDocument/2006/relationships/slideLayout" Target="../slideLayouts/slideLayout10.xml"/><Relationship Id="rId6" Type="http://schemas.openxmlformats.org/officeDocument/2006/relationships/image" Target="../media/image132.png"/><Relationship Id="rId5" Type="http://schemas.openxmlformats.org/officeDocument/2006/relationships/image" Target="../media/image131.png"/><Relationship Id="rId4" Type="http://schemas.openxmlformats.org/officeDocument/2006/relationships/image" Target="../media/image97.png"/></Relationships>
</file>

<file path=ppt/slides/_rels/slide66.xml.rels><?xml version="1.0" encoding="UTF-8" standalone="yes"?>
<Relationships xmlns="http://schemas.openxmlformats.org/package/2006/relationships"><Relationship Id="rId3" Type="http://schemas.openxmlformats.org/officeDocument/2006/relationships/image" Target="../media/image135.png"/><Relationship Id="rId2" Type="http://schemas.openxmlformats.org/officeDocument/2006/relationships/notesSlide" Target="../notesSlides/notesSlide66.xml"/><Relationship Id="rId1" Type="http://schemas.openxmlformats.org/officeDocument/2006/relationships/slideLayout" Target="../slideLayouts/slideLayout10.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17.xml"/></Relationships>
</file>

<file path=ppt/slides/_rels/slide68.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68.xml"/><Relationship Id="rId1" Type="http://schemas.openxmlformats.org/officeDocument/2006/relationships/slideLayout" Target="../slideLayouts/slideLayout16.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1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13.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14.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13.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14.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13.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14.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13.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14.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43"/>
        <p:cNvGrpSpPr/>
        <p:nvPr/>
      </p:nvGrpSpPr>
      <p:grpSpPr>
        <a:xfrm>
          <a:off x="0" y="0"/>
          <a:ext cx="0" cy="0"/>
          <a:chOff x="0" y="0"/>
          <a:chExt cx="0" cy="0"/>
        </a:xfrm>
      </p:grpSpPr>
      <p:sp>
        <p:nvSpPr>
          <p:cNvPr id="144" name="Google Shape;144;p11"/>
          <p:cNvSpPr txBox="1">
            <a:spLocks noGrp="1"/>
          </p:cNvSpPr>
          <p:nvPr>
            <p:ph type="body" idx="10"/>
          </p:nvPr>
        </p:nvSpPr>
        <p:spPr>
          <a:xfrm>
            <a:off x="653386" y="4114800"/>
            <a:ext cx="7835706" cy="914400"/>
          </a:xfrm>
          <a:noFill/>
          <a:ln>
            <a:noFill/>
          </a:ln>
        </p:spPr>
        <p:txBody>
          <a:bodyPr spcFirstLastPara="1" wrap="square" lIns="91425" tIns="45700" rIns="91425" bIns="45700" anchor="ctr" anchorCtr="0">
            <a:noAutofit/>
          </a:bodyPr>
          <a:lstStyle/>
          <a:p>
            <a:pPr lvl="0"/>
            <a:r>
              <a:rPr lang="en-US" dirty="0">
                <a:sym typeface="Open Sans"/>
              </a:rPr>
              <a:t>Big Data Hadoop and Spark Develope</a:t>
            </a:r>
            <a:r>
              <a:rPr lang="en-US" dirty="0"/>
              <a:t>r</a:t>
            </a:r>
            <a:endParaRPr lang="en-US" dirty="0">
              <a:sym typeface="Open Sans"/>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48"/>
        <p:cNvGrpSpPr/>
        <p:nvPr/>
      </p:nvGrpSpPr>
      <p:grpSpPr>
        <a:xfrm>
          <a:off x="0" y="0"/>
          <a:ext cx="0" cy="0"/>
          <a:chOff x="0" y="0"/>
          <a:chExt cx="0" cy="0"/>
        </a:xfrm>
      </p:grpSpPr>
      <p:sp>
        <p:nvSpPr>
          <p:cNvPr id="149" name="Google Shape;149;p2"/>
          <p:cNvSpPr txBox="1">
            <a:spLocks noGrp="1"/>
          </p:cNvSpPr>
          <p:nvPr>
            <p:ph type="body" idx="10"/>
          </p:nvPr>
        </p:nvSpPr>
        <p:spPr>
          <a:xfrm>
            <a:off x="653386" y="4114800"/>
            <a:ext cx="7835706" cy="914400"/>
          </a:xfrm>
          <a:noFill/>
          <a:ln>
            <a:noFill/>
          </a:ln>
        </p:spPr>
        <p:txBody>
          <a:bodyPr spcFirstLastPara="1" wrap="square" lIns="91425" tIns="91425" rIns="91425" bIns="91425" anchor="ctr" anchorCtr="0">
            <a:noAutofit/>
          </a:bodyPr>
          <a:lstStyle/>
          <a:p>
            <a:pPr lvl="0"/>
            <a:r>
              <a:rPr lang="en-US">
                <a:sym typeface="Open Sans"/>
              </a:rPr>
              <a:t>Introduction to Big Data and Hadoop</a:t>
            </a:r>
            <a:endParaRPr lang="en-US"/>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53"/>
        <p:cNvGrpSpPr/>
        <p:nvPr/>
      </p:nvGrpSpPr>
      <p:grpSpPr>
        <a:xfrm>
          <a:off x="0" y="0"/>
          <a:ext cx="0" cy="0"/>
          <a:chOff x="0" y="0"/>
          <a:chExt cx="0" cy="0"/>
        </a:xfrm>
      </p:grpSpPr>
      <p:sp>
        <p:nvSpPr>
          <p:cNvPr id="154" name="Google Shape;154;p15"/>
          <p:cNvSpPr txBox="1">
            <a:spLocks noGrp="1"/>
          </p:cNvSpPr>
          <p:nvPr>
            <p:ph type="body" sz="quarter" idx="11"/>
          </p:nvPr>
        </p:nvSpPr>
        <p:spPr>
          <a:xfrm>
            <a:off x="1332356" y="3030104"/>
            <a:ext cx="9036000" cy="489335"/>
          </a:xfrm>
          <a:prstGeom prst="rect">
            <a:avLst/>
          </a:prstGeom>
          <a:noFill/>
          <a:ln>
            <a:noFill/>
          </a:ln>
        </p:spPr>
        <p:txBody>
          <a:bodyPr spcFirstLastPara="1" wrap="square" lIns="91425" tIns="45700" rIns="91425" bIns="45700" anchor="t" anchorCtr="0">
            <a:noAutofit/>
          </a:bodyPr>
          <a:lstStyle/>
          <a:p>
            <a:pPr>
              <a:lnSpc>
                <a:spcPct val="100000"/>
              </a:lnSpc>
              <a:spcBef>
                <a:spcPts val="0"/>
              </a:spcBef>
              <a:buClr>
                <a:srgbClr val="3F3F3F"/>
              </a:buClr>
              <a:buSzPts val="2200"/>
            </a:pPr>
            <a:r>
              <a:rPr lang="en-US" sz="2200" dirty="0">
                <a:solidFill>
                  <a:srgbClr val="3F3F3F"/>
                </a:solidFill>
                <a:latin typeface="Open Sans"/>
                <a:ea typeface="Open Sans"/>
                <a:cs typeface="Open Sans"/>
                <a:sym typeface="Open Sans"/>
              </a:rPr>
              <a:t>Define the concepts of Big Data </a:t>
            </a:r>
            <a:endParaRPr sz="2200" dirty="0">
              <a:solidFill>
                <a:srgbClr val="3F3F3F"/>
              </a:solidFill>
              <a:latin typeface="Open Sans"/>
              <a:ea typeface="Open Sans"/>
              <a:cs typeface="Open Sans"/>
            </a:endParaRPr>
          </a:p>
        </p:txBody>
      </p:sp>
      <p:sp>
        <p:nvSpPr>
          <p:cNvPr id="155" name="Google Shape;155;p15"/>
          <p:cNvSpPr txBox="1">
            <a:spLocks noGrp="1"/>
          </p:cNvSpPr>
          <p:nvPr>
            <p:ph type="body" sz="quarter" idx="12"/>
          </p:nvPr>
        </p:nvSpPr>
        <p:spPr>
          <a:xfrm>
            <a:off x="1332356" y="3990584"/>
            <a:ext cx="9036000" cy="489335"/>
          </a:xfrm>
          <a:prstGeom prst="rect">
            <a:avLst/>
          </a:prstGeom>
          <a:noFill/>
          <a:ln>
            <a:noFill/>
          </a:ln>
        </p:spPr>
        <p:txBody>
          <a:bodyPr spcFirstLastPara="1" wrap="square" lIns="91425" tIns="45700" rIns="91425" bIns="45700" anchor="t" anchorCtr="0">
            <a:noAutofit/>
          </a:bodyPr>
          <a:lstStyle/>
          <a:p>
            <a:pPr>
              <a:lnSpc>
                <a:spcPct val="100000"/>
              </a:lnSpc>
              <a:buClr>
                <a:srgbClr val="3F3F3F"/>
              </a:buClr>
              <a:buSzPts val="2200"/>
            </a:pPr>
            <a:r>
              <a:rPr lang="en-US" sz="2200" dirty="0">
                <a:solidFill>
                  <a:srgbClr val="3F3F3F"/>
                </a:solidFill>
                <a:latin typeface="Open Sans"/>
                <a:ea typeface="Open Sans"/>
                <a:cs typeface="Open Sans"/>
                <a:sym typeface="Open Sans"/>
              </a:rPr>
              <a:t>Explain Hadoop and how it addresses Big Data challenges</a:t>
            </a:r>
            <a:endParaRPr sz="2200" dirty="0">
              <a:solidFill>
                <a:srgbClr val="3F3F3F"/>
              </a:solidFill>
              <a:latin typeface="Open Sans"/>
              <a:ea typeface="Open Sans"/>
              <a:cs typeface="Open Sans"/>
            </a:endParaRPr>
          </a:p>
        </p:txBody>
      </p:sp>
      <p:pic>
        <p:nvPicPr>
          <p:cNvPr id="156" name="Google Shape;156;p15"/>
          <p:cNvPicPr preferRelativeResize="0"/>
          <p:nvPr/>
        </p:nvPicPr>
        <p:blipFill>
          <a:blip r:embed="rId3"/>
          <a:srcRect/>
          <a:stretch/>
        </p:blipFill>
        <p:spPr>
          <a:xfrm>
            <a:off x="762697" y="3071814"/>
            <a:ext cx="393192" cy="384048"/>
          </a:xfrm>
          <a:prstGeom prst="rect">
            <a:avLst/>
          </a:prstGeom>
          <a:noFill/>
          <a:ln>
            <a:noFill/>
          </a:ln>
        </p:spPr>
      </p:pic>
      <p:pic>
        <p:nvPicPr>
          <p:cNvPr id="157" name="Google Shape;157;p15"/>
          <p:cNvPicPr preferRelativeResize="0"/>
          <p:nvPr/>
        </p:nvPicPr>
        <p:blipFill>
          <a:blip r:embed="rId3"/>
          <a:srcRect/>
          <a:stretch/>
        </p:blipFill>
        <p:spPr>
          <a:xfrm>
            <a:off x="762696" y="4032293"/>
            <a:ext cx="393192" cy="384048"/>
          </a:xfrm>
          <a:prstGeom prst="rect">
            <a:avLst/>
          </a:prstGeom>
          <a:noFill/>
          <a:ln>
            <a:noFill/>
          </a:ln>
        </p:spPr>
      </p:pic>
      <p:pic>
        <p:nvPicPr>
          <p:cNvPr id="158" name="Google Shape;158;p15"/>
          <p:cNvPicPr preferRelativeResize="0"/>
          <p:nvPr/>
        </p:nvPicPr>
        <p:blipFill>
          <a:blip r:embed="rId3"/>
          <a:srcRect/>
          <a:stretch/>
        </p:blipFill>
        <p:spPr>
          <a:xfrm>
            <a:off x="762695" y="5013918"/>
            <a:ext cx="393192" cy="384048"/>
          </a:xfrm>
          <a:prstGeom prst="rect">
            <a:avLst/>
          </a:prstGeom>
          <a:noFill/>
          <a:ln>
            <a:noFill/>
          </a:ln>
        </p:spPr>
      </p:pic>
      <p:sp>
        <p:nvSpPr>
          <p:cNvPr id="159" name="Google Shape;159;p15"/>
          <p:cNvSpPr txBox="1"/>
          <p:nvPr/>
        </p:nvSpPr>
        <p:spPr>
          <a:xfrm>
            <a:off x="1397970" y="4972209"/>
            <a:ext cx="8099408" cy="489335"/>
          </a:xfrm>
          <a:prstGeom prst="rect">
            <a:avLst/>
          </a:pr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3F3F3F"/>
              </a:buClr>
              <a:buSzPts val="2200"/>
              <a:buFont typeface="Arial"/>
              <a:buNone/>
            </a:pPr>
            <a:r>
              <a:rPr lang="en-US" sz="2200" b="0" i="0" u="none" strike="noStrike" cap="none" dirty="0">
                <a:solidFill>
                  <a:srgbClr val="3F3F3F"/>
                </a:solidFill>
                <a:latin typeface="Open Sans"/>
                <a:ea typeface="Open Sans"/>
                <a:cs typeface="Open Sans"/>
                <a:sym typeface="Open Sans"/>
              </a:rPr>
              <a:t>Illustrate the components of the Hadoop Ecosystem</a:t>
            </a:r>
            <a:endParaRPr sz="2200" b="0" i="0" u="none" strike="noStrike" cap="none" dirty="0">
              <a:solidFill>
                <a:srgbClr val="3F3F3F"/>
              </a:solidFill>
              <a:latin typeface="Calibri"/>
              <a:ea typeface="Calibri"/>
              <a:cs typeface="Calibri"/>
              <a:sym typeface="Calibri"/>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63"/>
        <p:cNvGrpSpPr/>
        <p:nvPr/>
      </p:nvGrpSpPr>
      <p:grpSpPr>
        <a:xfrm>
          <a:off x="0" y="0"/>
          <a:ext cx="0" cy="0"/>
          <a:chOff x="0" y="0"/>
          <a:chExt cx="0" cy="0"/>
        </a:xfrm>
      </p:grpSpPr>
      <p:sp>
        <p:nvSpPr>
          <p:cNvPr id="164" name="Google Shape;164;p4"/>
          <p:cNvSpPr txBox="1">
            <a:spLocks noGrp="1"/>
          </p:cNvSpPr>
          <p:nvPr>
            <p:ph type="body" idx="10"/>
          </p:nvPr>
        </p:nvSpPr>
        <p:spPr>
          <a:xfrm>
            <a:off x="0" y="4114800"/>
            <a:ext cx="16256001" cy="914400"/>
          </a:xfrm>
          <a:noFill/>
          <a:ln>
            <a:noFill/>
          </a:ln>
        </p:spPr>
        <p:txBody>
          <a:bodyPr spcFirstLastPara="1" wrap="square" lIns="91425" tIns="91425" rIns="91425" bIns="91425" anchor="ctr" anchorCtr="0">
            <a:noAutofit/>
          </a:bodyPr>
          <a:lstStyle/>
          <a:p>
            <a:pPr lvl="0"/>
            <a:r>
              <a:rPr lang="en-US">
                <a:sym typeface="Open Sans"/>
              </a:rPr>
              <a:t>Introduction to Big Data and Hadoop</a:t>
            </a:r>
            <a:endParaRPr lang="en-US">
              <a:sym typeface="Calibri"/>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68"/>
        <p:cNvGrpSpPr/>
        <p:nvPr/>
      </p:nvGrpSpPr>
      <p:grpSpPr>
        <a:xfrm>
          <a:off x="0" y="0"/>
          <a:ext cx="0" cy="0"/>
          <a:chOff x="0" y="0"/>
          <a:chExt cx="0" cy="0"/>
        </a:xfrm>
      </p:grpSpPr>
      <p:sp>
        <p:nvSpPr>
          <p:cNvPr id="169" name="Google Shape;169;p33"/>
          <p:cNvSpPr txBox="1">
            <a:spLocks noGrp="1"/>
          </p:cNvSpPr>
          <p:nvPr>
            <p:ph type="title"/>
          </p:nvPr>
        </p:nvSpPr>
        <p:spPr>
          <a:prstGeom prst="rect">
            <a:avLst/>
          </a:prstGeom>
          <a:noFill/>
          <a:ln>
            <a:noFill/>
          </a:ln>
        </p:spPr>
        <p:txBody>
          <a:bodyPr spcFirstLastPara="1" wrap="square" lIns="91425" tIns="45700" rIns="91425" bIns="45700" anchor="ctr" anchorCtr="0">
            <a:noAutofit/>
          </a:bodyPr>
          <a:lstStyle/>
          <a:p>
            <a:pPr marL="0" lvl="0" indent="0" algn="ctr" rtl="0">
              <a:lnSpc>
                <a:spcPct val="90000"/>
              </a:lnSpc>
              <a:spcBef>
                <a:spcPts val="0"/>
              </a:spcBef>
              <a:spcAft>
                <a:spcPts val="0"/>
              </a:spcAft>
              <a:buClr>
                <a:srgbClr val="3F3F3F"/>
              </a:buClr>
              <a:buSzPts val="3200"/>
              <a:buFont typeface="Open Sans ExtraBold"/>
              <a:buNone/>
            </a:pPr>
            <a:r>
              <a:rPr lang="en-US" sz="2800">
                <a:solidFill>
                  <a:srgbClr val="3F3F3F"/>
                </a:solidFill>
                <a:latin typeface="Open Sans"/>
                <a:ea typeface="Open Sans"/>
                <a:cs typeface="Open Sans"/>
                <a:sym typeface="Open Sans"/>
              </a:rPr>
              <a:t>Big Data Overview</a:t>
            </a:r>
            <a:endParaRPr sz="2800">
              <a:solidFill>
                <a:srgbClr val="3F3F3F"/>
              </a:solidFill>
              <a:latin typeface="Open Sans"/>
              <a:ea typeface="Open Sans"/>
              <a:cs typeface="Open Sans"/>
              <a:sym typeface="Open Sans"/>
            </a:endParaRPr>
          </a:p>
        </p:txBody>
      </p:sp>
      <p:sp>
        <p:nvSpPr>
          <p:cNvPr id="170" name="Google Shape;170;p33"/>
          <p:cNvSpPr/>
          <p:nvPr/>
        </p:nvSpPr>
        <p:spPr>
          <a:xfrm>
            <a:off x="2404814" y="1362818"/>
            <a:ext cx="11446372" cy="659558"/>
          </a:xfrm>
          <a:prstGeom prst="roundRect">
            <a:avLst>
              <a:gd name="adj" fmla="val 16667"/>
            </a:avLst>
          </a:prstGeom>
          <a:solidFill>
            <a:schemeClr val="lt1"/>
          </a:solidFill>
          <a:ln w="25400" cap="flat" cmpd="sng">
            <a:no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dirty="0">
                <a:solidFill>
                  <a:srgbClr val="3F3F3F"/>
                </a:solidFill>
                <a:latin typeface="Open Sans"/>
                <a:ea typeface="Open Sans"/>
                <a:cs typeface="Open Sans"/>
                <a:sym typeface="Open Sans"/>
              </a:rPr>
              <a:t>Big Data is data that has high volume, variety, velocity, veracity, and value.</a:t>
            </a:r>
            <a:endParaRPr sz="1400" b="0" i="0" u="none" strike="noStrike" cap="none" dirty="0">
              <a:solidFill>
                <a:srgbClr val="3F3F3F"/>
              </a:solidFill>
              <a:latin typeface="Arial"/>
              <a:ea typeface="Arial"/>
              <a:cs typeface="Arial"/>
              <a:sym typeface="Arial"/>
            </a:endParaRPr>
          </a:p>
        </p:txBody>
      </p:sp>
      <p:grpSp>
        <p:nvGrpSpPr>
          <p:cNvPr id="171" name="Google Shape;171;p33"/>
          <p:cNvGrpSpPr/>
          <p:nvPr/>
        </p:nvGrpSpPr>
        <p:grpSpPr>
          <a:xfrm>
            <a:off x="3090271" y="2491493"/>
            <a:ext cx="9638287" cy="4647540"/>
            <a:chOff x="3185930" y="2955984"/>
            <a:chExt cx="9638287" cy="4647540"/>
          </a:xfrm>
        </p:grpSpPr>
        <p:grpSp>
          <p:nvGrpSpPr>
            <p:cNvPr id="172" name="Google Shape;172;p33"/>
            <p:cNvGrpSpPr/>
            <p:nvPr/>
          </p:nvGrpSpPr>
          <p:grpSpPr>
            <a:xfrm>
              <a:off x="3185930" y="2955984"/>
              <a:ext cx="9638287" cy="4647540"/>
              <a:chOff x="3068543" y="2362860"/>
              <a:chExt cx="9638287" cy="4647540"/>
            </a:xfrm>
          </p:grpSpPr>
          <p:grpSp>
            <p:nvGrpSpPr>
              <p:cNvPr id="173" name="Google Shape;173;p33"/>
              <p:cNvGrpSpPr/>
              <p:nvPr/>
            </p:nvGrpSpPr>
            <p:grpSpPr>
              <a:xfrm>
                <a:off x="5289834" y="2362860"/>
                <a:ext cx="1832276" cy="1263474"/>
                <a:chOff x="2975531" y="1329109"/>
                <a:chExt cx="1030655" cy="710704"/>
              </a:xfrm>
            </p:grpSpPr>
            <p:sp>
              <p:nvSpPr>
                <p:cNvPr id="174" name="Google Shape;174;p33"/>
                <p:cNvSpPr/>
                <p:nvPr/>
              </p:nvSpPr>
              <p:spPr>
                <a:xfrm>
                  <a:off x="2975531" y="1329109"/>
                  <a:ext cx="603484" cy="533340"/>
                </a:xfrm>
                <a:prstGeom prst="rect">
                  <a:avLst/>
                </a:prstGeom>
                <a:solidFill>
                  <a:schemeClr val="accent2"/>
                </a:solidFill>
                <a:ln>
                  <a:noFill/>
                </a:ln>
              </p:spPr>
              <p:txBody>
                <a:bodyPr spcFirstLastPara="1" wrap="square" lIns="162550" tIns="81275" rIns="162550" bIns="81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3F3F3F"/>
                    </a:solidFill>
                    <a:latin typeface="Arial"/>
                    <a:ea typeface="Arial"/>
                    <a:cs typeface="Arial"/>
                    <a:sym typeface="Arial"/>
                  </a:endParaRPr>
                </a:p>
              </p:txBody>
            </p:sp>
            <p:sp>
              <p:nvSpPr>
                <p:cNvPr id="175" name="Google Shape;175;p33"/>
                <p:cNvSpPr/>
                <p:nvPr/>
              </p:nvSpPr>
              <p:spPr>
                <a:xfrm>
                  <a:off x="3579015" y="1329109"/>
                  <a:ext cx="427171" cy="710704"/>
                </a:xfrm>
                <a:custGeom>
                  <a:avLst/>
                  <a:gdLst/>
                  <a:ahLst/>
                  <a:cxnLst/>
                  <a:rect l="l" t="t" r="r" b="b"/>
                  <a:pathLst>
                    <a:path w="342" h="569" extrusionOk="0">
                      <a:moveTo>
                        <a:pt x="0" y="0"/>
                      </a:moveTo>
                      <a:lnTo>
                        <a:pt x="342" y="528"/>
                      </a:lnTo>
                      <a:lnTo>
                        <a:pt x="298" y="569"/>
                      </a:lnTo>
                      <a:lnTo>
                        <a:pt x="0" y="427"/>
                      </a:lnTo>
                      <a:lnTo>
                        <a:pt x="0" y="0"/>
                      </a:lnTo>
                      <a:close/>
                    </a:path>
                  </a:pathLst>
                </a:custGeom>
                <a:solidFill>
                  <a:srgbClr val="C55A11"/>
                </a:solidFill>
                <a:ln>
                  <a:noFill/>
                </a:ln>
              </p:spPr>
              <p:txBody>
                <a:bodyPr spcFirstLastPara="1" wrap="square" lIns="162550" tIns="81275" rIns="162550" bIns="81275" anchor="t" anchorCtr="0">
                  <a:noAutofit/>
                </a:bodyPr>
                <a:lstStyle/>
                <a:p>
                  <a:pPr marL="0" marR="0" lvl="0" indent="0" algn="l" rtl="0">
                    <a:lnSpc>
                      <a:spcPct val="100000"/>
                    </a:lnSpc>
                    <a:spcBef>
                      <a:spcPts val="0"/>
                    </a:spcBef>
                    <a:spcAft>
                      <a:spcPts val="0"/>
                    </a:spcAft>
                    <a:buClr>
                      <a:srgbClr val="000000"/>
                    </a:buClr>
                    <a:buSzPts val="4368"/>
                    <a:buFont typeface="Arial"/>
                    <a:buNone/>
                  </a:pPr>
                  <a:endParaRPr sz="4368" b="0" i="0" u="none" strike="noStrike" cap="none">
                    <a:solidFill>
                      <a:srgbClr val="3F3F3F"/>
                    </a:solidFill>
                    <a:latin typeface="Arial"/>
                    <a:ea typeface="Arial"/>
                    <a:cs typeface="Arial"/>
                    <a:sym typeface="Arial"/>
                  </a:endParaRPr>
                </a:p>
              </p:txBody>
            </p:sp>
          </p:grpSp>
          <p:grpSp>
            <p:nvGrpSpPr>
              <p:cNvPr id="176" name="Google Shape;176;p33"/>
              <p:cNvGrpSpPr/>
              <p:nvPr/>
            </p:nvGrpSpPr>
            <p:grpSpPr>
              <a:xfrm>
                <a:off x="5148357" y="4170361"/>
                <a:ext cx="1436388" cy="948160"/>
                <a:chOff x="2895951" y="2345828"/>
                <a:chExt cx="807968" cy="533340"/>
              </a:xfrm>
            </p:grpSpPr>
            <p:sp>
              <p:nvSpPr>
                <p:cNvPr id="177" name="Google Shape;177;p33"/>
                <p:cNvSpPr/>
                <p:nvPr/>
              </p:nvSpPr>
              <p:spPr>
                <a:xfrm>
                  <a:off x="2895951" y="2345828"/>
                  <a:ext cx="523186" cy="533340"/>
                </a:xfrm>
                <a:prstGeom prst="rect">
                  <a:avLst/>
                </a:prstGeom>
                <a:solidFill>
                  <a:schemeClr val="accent4"/>
                </a:solidFill>
                <a:ln>
                  <a:noFill/>
                </a:ln>
              </p:spPr>
              <p:txBody>
                <a:bodyPr spcFirstLastPara="1" wrap="square" lIns="162550" tIns="81275" rIns="162550" bIns="81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3F3F3F"/>
                    </a:solidFill>
                    <a:latin typeface="Arial"/>
                    <a:ea typeface="Arial"/>
                    <a:cs typeface="Arial"/>
                    <a:sym typeface="Arial"/>
                  </a:endParaRPr>
                </a:p>
              </p:txBody>
            </p:sp>
            <p:sp>
              <p:nvSpPr>
                <p:cNvPr id="178" name="Google Shape;178;p33"/>
                <p:cNvSpPr/>
                <p:nvPr/>
              </p:nvSpPr>
              <p:spPr>
                <a:xfrm>
                  <a:off x="3419138" y="2345828"/>
                  <a:ext cx="284781" cy="533340"/>
                </a:xfrm>
                <a:custGeom>
                  <a:avLst/>
                  <a:gdLst/>
                  <a:ahLst/>
                  <a:cxnLst/>
                  <a:rect l="l" t="t" r="r" b="b"/>
                  <a:pathLst>
                    <a:path w="228" h="427" extrusionOk="0">
                      <a:moveTo>
                        <a:pt x="0" y="0"/>
                      </a:moveTo>
                      <a:lnTo>
                        <a:pt x="228" y="185"/>
                      </a:lnTo>
                      <a:lnTo>
                        <a:pt x="228" y="266"/>
                      </a:lnTo>
                      <a:lnTo>
                        <a:pt x="0" y="427"/>
                      </a:lnTo>
                      <a:lnTo>
                        <a:pt x="0" y="0"/>
                      </a:lnTo>
                      <a:close/>
                    </a:path>
                  </a:pathLst>
                </a:custGeom>
                <a:solidFill>
                  <a:srgbClr val="BF9000"/>
                </a:solidFill>
                <a:ln>
                  <a:noFill/>
                </a:ln>
              </p:spPr>
              <p:txBody>
                <a:bodyPr spcFirstLastPara="1" wrap="square" lIns="162550" tIns="81275" rIns="162550" bIns="81275" anchor="t" anchorCtr="0">
                  <a:noAutofit/>
                </a:bodyPr>
                <a:lstStyle/>
                <a:p>
                  <a:pPr marL="0" marR="0" lvl="0" indent="0" algn="l" rtl="0">
                    <a:lnSpc>
                      <a:spcPct val="100000"/>
                    </a:lnSpc>
                    <a:spcBef>
                      <a:spcPts val="0"/>
                    </a:spcBef>
                    <a:spcAft>
                      <a:spcPts val="0"/>
                    </a:spcAft>
                    <a:buClr>
                      <a:srgbClr val="000000"/>
                    </a:buClr>
                    <a:buSzPts val="4368"/>
                    <a:buFont typeface="Arial"/>
                    <a:buNone/>
                  </a:pPr>
                  <a:endParaRPr sz="4368" b="0" i="0" u="none" strike="noStrike" cap="none">
                    <a:solidFill>
                      <a:srgbClr val="3F3F3F"/>
                    </a:solidFill>
                    <a:latin typeface="Arial"/>
                    <a:ea typeface="Arial"/>
                    <a:cs typeface="Arial"/>
                    <a:sym typeface="Arial"/>
                  </a:endParaRPr>
                </a:p>
              </p:txBody>
            </p:sp>
          </p:grpSp>
          <p:grpSp>
            <p:nvGrpSpPr>
              <p:cNvPr id="179" name="Google Shape;179;p33"/>
              <p:cNvGrpSpPr/>
              <p:nvPr/>
            </p:nvGrpSpPr>
            <p:grpSpPr>
              <a:xfrm>
                <a:off x="9129452" y="2362860"/>
                <a:ext cx="1832311" cy="1263474"/>
                <a:chOff x="5135316" y="1329109"/>
                <a:chExt cx="1030675" cy="710704"/>
              </a:xfrm>
            </p:grpSpPr>
            <p:sp>
              <p:nvSpPr>
                <p:cNvPr id="180" name="Google Shape;180;p33"/>
                <p:cNvSpPr/>
                <p:nvPr/>
              </p:nvSpPr>
              <p:spPr>
                <a:xfrm>
                  <a:off x="5562487" y="1329109"/>
                  <a:ext cx="603504" cy="533340"/>
                </a:xfrm>
                <a:prstGeom prst="rect">
                  <a:avLst/>
                </a:prstGeom>
                <a:solidFill>
                  <a:schemeClr val="accent1"/>
                </a:solidFill>
                <a:ln>
                  <a:noFill/>
                </a:ln>
              </p:spPr>
              <p:txBody>
                <a:bodyPr spcFirstLastPara="1" wrap="square" lIns="162550" tIns="81275" rIns="162550" bIns="81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3F3F3F"/>
                    </a:solidFill>
                    <a:latin typeface="Arial"/>
                    <a:ea typeface="Arial"/>
                    <a:cs typeface="Arial"/>
                    <a:sym typeface="Arial"/>
                  </a:endParaRPr>
                </a:p>
              </p:txBody>
            </p:sp>
            <p:sp>
              <p:nvSpPr>
                <p:cNvPr id="181" name="Google Shape;181;p33"/>
                <p:cNvSpPr/>
                <p:nvPr/>
              </p:nvSpPr>
              <p:spPr>
                <a:xfrm>
                  <a:off x="5135316" y="1329109"/>
                  <a:ext cx="427171" cy="710704"/>
                </a:xfrm>
                <a:custGeom>
                  <a:avLst/>
                  <a:gdLst/>
                  <a:ahLst/>
                  <a:cxnLst/>
                  <a:rect l="l" t="t" r="r" b="b"/>
                  <a:pathLst>
                    <a:path w="342" h="569" extrusionOk="0">
                      <a:moveTo>
                        <a:pt x="342" y="0"/>
                      </a:moveTo>
                      <a:lnTo>
                        <a:pt x="0" y="528"/>
                      </a:lnTo>
                      <a:lnTo>
                        <a:pt x="45" y="569"/>
                      </a:lnTo>
                      <a:lnTo>
                        <a:pt x="342" y="427"/>
                      </a:lnTo>
                      <a:lnTo>
                        <a:pt x="342" y="0"/>
                      </a:lnTo>
                      <a:close/>
                    </a:path>
                  </a:pathLst>
                </a:custGeom>
                <a:solidFill>
                  <a:srgbClr val="2E75B5"/>
                </a:solidFill>
                <a:ln>
                  <a:noFill/>
                </a:ln>
              </p:spPr>
              <p:txBody>
                <a:bodyPr spcFirstLastPara="1" wrap="square" lIns="162550" tIns="81275" rIns="162550" bIns="81275" anchor="t" anchorCtr="0">
                  <a:noAutofit/>
                </a:bodyPr>
                <a:lstStyle/>
                <a:p>
                  <a:pPr marL="0" marR="0" lvl="0" indent="0" algn="l" rtl="0">
                    <a:lnSpc>
                      <a:spcPct val="100000"/>
                    </a:lnSpc>
                    <a:spcBef>
                      <a:spcPts val="0"/>
                    </a:spcBef>
                    <a:spcAft>
                      <a:spcPts val="0"/>
                    </a:spcAft>
                    <a:buClr>
                      <a:srgbClr val="000000"/>
                    </a:buClr>
                    <a:buSzPts val="4368"/>
                    <a:buFont typeface="Arial"/>
                    <a:buNone/>
                  </a:pPr>
                  <a:endParaRPr sz="4368" b="0" i="0" u="none" strike="noStrike" cap="none">
                    <a:solidFill>
                      <a:srgbClr val="3F3F3F"/>
                    </a:solidFill>
                    <a:latin typeface="Arial"/>
                    <a:ea typeface="Arial"/>
                    <a:cs typeface="Arial"/>
                    <a:sym typeface="Arial"/>
                  </a:endParaRPr>
                </a:p>
              </p:txBody>
            </p:sp>
          </p:grpSp>
          <p:grpSp>
            <p:nvGrpSpPr>
              <p:cNvPr id="182" name="Google Shape;182;p33"/>
              <p:cNvGrpSpPr/>
              <p:nvPr/>
            </p:nvGrpSpPr>
            <p:grpSpPr>
              <a:xfrm>
                <a:off x="9116129" y="5746926"/>
                <a:ext cx="1832311" cy="1263474"/>
                <a:chOff x="5127822" y="3232646"/>
                <a:chExt cx="1030675" cy="710704"/>
              </a:xfrm>
            </p:grpSpPr>
            <p:sp>
              <p:nvSpPr>
                <p:cNvPr id="183" name="Google Shape;183;p33"/>
                <p:cNvSpPr/>
                <p:nvPr/>
              </p:nvSpPr>
              <p:spPr>
                <a:xfrm>
                  <a:off x="5554993" y="3411259"/>
                  <a:ext cx="603504" cy="532091"/>
                </a:xfrm>
                <a:prstGeom prst="rect">
                  <a:avLst/>
                </a:prstGeom>
                <a:solidFill>
                  <a:schemeClr val="accent5"/>
                </a:solidFill>
                <a:ln>
                  <a:noFill/>
                </a:ln>
              </p:spPr>
              <p:txBody>
                <a:bodyPr spcFirstLastPara="1" wrap="square" lIns="162550" tIns="81275" rIns="162550" bIns="81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3F3F3F"/>
                    </a:solidFill>
                    <a:latin typeface="Arial"/>
                    <a:ea typeface="Arial"/>
                    <a:cs typeface="Arial"/>
                    <a:sym typeface="Arial"/>
                  </a:endParaRPr>
                </a:p>
              </p:txBody>
            </p:sp>
            <p:sp>
              <p:nvSpPr>
                <p:cNvPr id="184" name="Google Shape;184;p33"/>
                <p:cNvSpPr/>
                <p:nvPr/>
              </p:nvSpPr>
              <p:spPr>
                <a:xfrm>
                  <a:off x="5127822" y="3232646"/>
                  <a:ext cx="427171" cy="710704"/>
                </a:xfrm>
                <a:custGeom>
                  <a:avLst/>
                  <a:gdLst/>
                  <a:ahLst/>
                  <a:cxnLst/>
                  <a:rect l="l" t="t" r="r" b="b"/>
                  <a:pathLst>
                    <a:path w="342" h="569" extrusionOk="0">
                      <a:moveTo>
                        <a:pt x="342" y="569"/>
                      </a:moveTo>
                      <a:lnTo>
                        <a:pt x="0" y="42"/>
                      </a:lnTo>
                      <a:lnTo>
                        <a:pt x="45" y="0"/>
                      </a:lnTo>
                      <a:lnTo>
                        <a:pt x="342" y="143"/>
                      </a:lnTo>
                      <a:lnTo>
                        <a:pt x="342" y="569"/>
                      </a:lnTo>
                      <a:close/>
                    </a:path>
                  </a:pathLst>
                </a:custGeom>
                <a:solidFill>
                  <a:srgbClr val="2F5496"/>
                </a:solidFill>
                <a:ln>
                  <a:noFill/>
                </a:ln>
              </p:spPr>
              <p:txBody>
                <a:bodyPr spcFirstLastPara="1" wrap="square" lIns="162550" tIns="81275" rIns="162550" bIns="81275" anchor="t" anchorCtr="0">
                  <a:noAutofit/>
                </a:bodyPr>
                <a:lstStyle/>
                <a:p>
                  <a:pPr marL="0" marR="0" lvl="0" indent="0" algn="l" rtl="0">
                    <a:lnSpc>
                      <a:spcPct val="100000"/>
                    </a:lnSpc>
                    <a:spcBef>
                      <a:spcPts val="0"/>
                    </a:spcBef>
                    <a:spcAft>
                      <a:spcPts val="0"/>
                    </a:spcAft>
                    <a:buClr>
                      <a:srgbClr val="000000"/>
                    </a:buClr>
                    <a:buSzPts val="4368"/>
                    <a:buFont typeface="Arial"/>
                    <a:buNone/>
                  </a:pPr>
                  <a:endParaRPr sz="4368" b="0" i="0" u="none" strike="noStrike" cap="none">
                    <a:solidFill>
                      <a:srgbClr val="3F3F3F"/>
                    </a:solidFill>
                    <a:latin typeface="Arial"/>
                    <a:ea typeface="Arial"/>
                    <a:cs typeface="Arial"/>
                    <a:sym typeface="Arial"/>
                  </a:endParaRPr>
                </a:p>
              </p:txBody>
            </p:sp>
          </p:grpSp>
          <p:grpSp>
            <p:nvGrpSpPr>
              <p:cNvPr id="185" name="Google Shape;185;p33"/>
              <p:cNvGrpSpPr/>
              <p:nvPr/>
            </p:nvGrpSpPr>
            <p:grpSpPr>
              <a:xfrm>
                <a:off x="5283201" y="5746926"/>
                <a:ext cx="1825584" cy="1263474"/>
                <a:chOff x="2971800" y="3232646"/>
                <a:chExt cx="1026891" cy="710704"/>
              </a:xfrm>
            </p:grpSpPr>
            <p:sp>
              <p:nvSpPr>
                <p:cNvPr id="186" name="Google Shape;186;p33"/>
                <p:cNvSpPr/>
                <p:nvPr/>
              </p:nvSpPr>
              <p:spPr>
                <a:xfrm>
                  <a:off x="2971800" y="3411259"/>
                  <a:ext cx="599719" cy="532091"/>
                </a:xfrm>
                <a:prstGeom prst="rect">
                  <a:avLst/>
                </a:prstGeom>
                <a:solidFill>
                  <a:schemeClr val="accent6"/>
                </a:solidFill>
                <a:ln>
                  <a:noFill/>
                </a:ln>
              </p:spPr>
              <p:txBody>
                <a:bodyPr spcFirstLastPara="1" wrap="square" lIns="162550" tIns="81275" rIns="162550" bIns="81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3F3F3F"/>
                    </a:solidFill>
                    <a:latin typeface="Arial"/>
                    <a:ea typeface="Arial"/>
                    <a:cs typeface="Arial"/>
                    <a:sym typeface="Arial"/>
                  </a:endParaRPr>
                </a:p>
              </p:txBody>
            </p:sp>
            <p:sp>
              <p:nvSpPr>
                <p:cNvPr id="187" name="Google Shape;187;p33"/>
                <p:cNvSpPr/>
                <p:nvPr/>
              </p:nvSpPr>
              <p:spPr>
                <a:xfrm>
                  <a:off x="3571520" y="3232646"/>
                  <a:ext cx="427171" cy="710704"/>
                </a:xfrm>
                <a:custGeom>
                  <a:avLst/>
                  <a:gdLst/>
                  <a:ahLst/>
                  <a:cxnLst/>
                  <a:rect l="l" t="t" r="r" b="b"/>
                  <a:pathLst>
                    <a:path w="342" h="569" extrusionOk="0">
                      <a:moveTo>
                        <a:pt x="0" y="569"/>
                      </a:moveTo>
                      <a:lnTo>
                        <a:pt x="342" y="42"/>
                      </a:lnTo>
                      <a:lnTo>
                        <a:pt x="297" y="0"/>
                      </a:lnTo>
                      <a:lnTo>
                        <a:pt x="0" y="143"/>
                      </a:lnTo>
                      <a:lnTo>
                        <a:pt x="0" y="569"/>
                      </a:lnTo>
                      <a:close/>
                    </a:path>
                  </a:pathLst>
                </a:custGeom>
                <a:solidFill>
                  <a:srgbClr val="548135"/>
                </a:solidFill>
                <a:ln>
                  <a:noFill/>
                </a:ln>
              </p:spPr>
              <p:txBody>
                <a:bodyPr spcFirstLastPara="1" wrap="square" lIns="162550" tIns="81275" rIns="162550" bIns="81275" anchor="t" anchorCtr="0">
                  <a:noAutofit/>
                </a:bodyPr>
                <a:lstStyle/>
                <a:p>
                  <a:pPr marL="0" marR="0" lvl="0" indent="0" algn="l" rtl="0">
                    <a:lnSpc>
                      <a:spcPct val="100000"/>
                    </a:lnSpc>
                    <a:spcBef>
                      <a:spcPts val="0"/>
                    </a:spcBef>
                    <a:spcAft>
                      <a:spcPts val="0"/>
                    </a:spcAft>
                    <a:buClr>
                      <a:srgbClr val="000000"/>
                    </a:buClr>
                    <a:buSzPts val="4368"/>
                    <a:buFont typeface="Arial"/>
                    <a:buNone/>
                  </a:pPr>
                  <a:endParaRPr sz="4368" b="0" i="0" u="none" strike="noStrike" cap="none">
                    <a:solidFill>
                      <a:srgbClr val="3F3F3F"/>
                    </a:solidFill>
                    <a:latin typeface="Arial"/>
                    <a:ea typeface="Arial"/>
                    <a:cs typeface="Arial"/>
                    <a:sym typeface="Arial"/>
                  </a:endParaRPr>
                </a:p>
              </p:txBody>
            </p:sp>
          </p:grpSp>
          <p:sp>
            <p:nvSpPr>
              <p:cNvPr id="188" name="Google Shape;188;p33"/>
              <p:cNvSpPr txBox="1"/>
              <p:nvPr/>
            </p:nvSpPr>
            <p:spPr>
              <a:xfrm>
                <a:off x="3068543" y="2627759"/>
                <a:ext cx="2131598" cy="430847"/>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Manufacturing</a:t>
                </a:r>
                <a:endParaRPr sz="2200" b="0" i="0" u="none" strike="noStrike" cap="none">
                  <a:solidFill>
                    <a:srgbClr val="3F3F3F"/>
                  </a:solidFill>
                  <a:latin typeface="Arial"/>
                  <a:ea typeface="Arial"/>
                  <a:cs typeface="Arial"/>
                  <a:sym typeface="Arial"/>
                </a:endParaRPr>
              </a:p>
            </p:txBody>
          </p:sp>
          <p:sp>
            <p:nvSpPr>
              <p:cNvPr id="189" name="Google Shape;189;p33"/>
              <p:cNvSpPr txBox="1"/>
              <p:nvPr/>
            </p:nvSpPr>
            <p:spPr>
              <a:xfrm>
                <a:off x="3512263" y="4435017"/>
                <a:ext cx="1579503" cy="430847"/>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Consumer</a:t>
                </a:r>
                <a:endParaRPr sz="2200" b="0" i="0" u="none" strike="noStrike" cap="none">
                  <a:solidFill>
                    <a:srgbClr val="3F3F3F"/>
                  </a:solidFill>
                  <a:latin typeface="Arial"/>
                  <a:ea typeface="Arial"/>
                  <a:cs typeface="Arial"/>
                  <a:sym typeface="Arial"/>
                </a:endParaRPr>
              </a:p>
            </p:txBody>
          </p:sp>
          <p:sp>
            <p:nvSpPr>
              <p:cNvPr id="190" name="Google Shape;190;p33"/>
              <p:cNvSpPr txBox="1"/>
              <p:nvPr/>
            </p:nvSpPr>
            <p:spPr>
              <a:xfrm>
                <a:off x="11100267" y="6287703"/>
                <a:ext cx="1203232" cy="430847"/>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Energy</a:t>
                </a:r>
                <a:endParaRPr sz="2200" b="0" i="0" u="none" strike="noStrike" cap="none">
                  <a:solidFill>
                    <a:srgbClr val="3F3F3F"/>
                  </a:solidFill>
                  <a:latin typeface="Arial"/>
                  <a:ea typeface="Arial"/>
                  <a:cs typeface="Arial"/>
                  <a:sym typeface="Arial"/>
                </a:endParaRPr>
              </a:p>
            </p:txBody>
          </p:sp>
          <p:sp>
            <p:nvSpPr>
              <p:cNvPr id="191" name="Google Shape;191;p33"/>
              <p:cNvSpPr txBox="1"/>
              <p:nvPr/>
            </p:nvSpPr>
            <p:spPr>
              <a:xfrm>
                <a:off x="3378128" y="6336525"/>
                <a:ext cx="1761651" cy="430847"/>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Technology</a:t>
                </a:r>
                <a:endParaRPr sz="2200" b="0" i="0" u="none" strike="noStrike" cap="none">
                  <a:solidFill>
                    <a:srgbClr val="3F3F3F"/>
                  </a:solidFill>
                  <a:latin typeface="Arial"/>
                  <a:ea typeface="Arial"/>
                  <a:cs typeface="Arial"/>
                  <a:sym typeface="Arial"/>
                </a:endParaRPr>
              </a:p>
            </p:txBody>
          </p:sp>
          <p:grpSp>
            <p:nvGrpSpPr>
              <p:cNvPr id="192" name="Google Shape;192;p33"/>
              <p:cNvGrpSpPr/>
              <p:nvPr/>
            </p:nvGrpSpPr>
            <p:grpSpPr>
              <a:xfrm>
                <a:off x="9646830" y="4170361"/>
                <a:ext cx="1432868" cy="948160"/>
                <a:chOff x="5426342" y="2345828"/>
                <a:chExt cx="805988" cy="533340"/>
              </a:xfrm>
            </p:grpSpPr>
            <p:sp>
              <p:nvSpPr>
                <p:cNvPr id="193" name="Google Shape;193;p33"/>
                <p:cNvSpPr/>
                <p:nvPr/>
              </p:nvSpPr>
              <p:spPr>
                <a:xfrm>
                  <a:off x="5711122" y="2345828"/>
                  <a:ext cx="521208" cy="533340"/>
                </a:xfrm>
                <a:prstGeom prst="rect">
                  <a:avLst/>
                </a:prstGeom>
                <a:solidFill>
                  <a:schemeClr val="accent3"/>
                </a:solidFill>
                <a:ln>
                  <a:noFill/>
                </a:ln>
              </p:spPr>
              <p:txBody>
                <a:bodyPr spcFirstLastPara="1" wrap="square" lIns="162550" tIns="81275" rIns="162550" bIns="81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3F3F3F"/>
                    </a:solidFill>
                    <a:latin typeface="Arial"/>
                    <a:ea typeface="Arial"/>
                    <a:cs typeface="Arial"/>
                    <a:sym typeface="Arial"/>
                  </a:endParaRPr>
                </a:p>
              </p:txBody>
            </p:sp>
            <p:sp>
              <p:nvSpPr>
                <p:cNvPr id="194" name="Google Shape;194;p33"/>
                <p:cNvSpPr/>
                <p:nvPr/>
              </p:nvSpPr>
              <p:spPr>
                <a:xfrm>
                  <a:off x="5426342" y="2345828"/>
                  <a:ext cx="284781" cy="533340"/>
                </a:xfrm>
                <a:custGeom>
                  <a:avLst/>
                  <a:gdLst/>
                  <a:ahLst/>
                  <a:cxnLst/>
                  <a:rect l="l" t="t" r="r" b="b"/>
                  <a:pathLst>
                    <a:path w="228" h="427" extrusionOk="0">
                      <a:moveTo>
                        <a:pt x="228" y="0"/>
                      </a:moveTo>
                      <a:lnTo>
                        <a:pt x="0" y="185"/>
                      </a:lnTo>
                      <a:lnTo>
                        <a:pt x="0" y="266"/>
                      </a:lnTo>
                      <a:lnTo>
                        <a:pt x="228" y="427"/>
                      </a:lnTo>
                      <a:lnTo>
                        <a:pt x="228" y="0"/>
                      </a:lnTo>
                      <a:close/>
                    </a:path>
                  </a:pathLst>
                </a:custGeom>
                <a:solidFill>
                  <a:srgbClr val="7B7B7B"/>
                </a:solidFill>
                <a:ln>
                  <a:noFill/>
                </a:ln>
              </p:spPr>
              <p:txBody>
                <a:bodyPr spcFirstLastPara="1" wrap="square" lIns="162550" tIns="81275" rIns="162550" bIns="81275" anchor="t" anchorCtr="0">
                  <a:noAutofit/>
                </a:bodyPr>
                <a:lstStyle/>
                <a:p>
                  <a:pPr marL="0" marR="0" lvl="0" indent="0" algn="l" rtl="0">
                    <a:lnSpc>
                      <a:spcPct val="100000"/>
                    </a:lnSpc>
                    <a:spcBef>
                      <a:spcPts val="0"/>
                    </a:spcBef>
                    <a:spcAft>
                      <a:spcPts val="0"/>
                    </a:spcAft>
                    <a:buClr>
                      <a:srgbClr val="000000"/>
                    </a:buClr>
                    <a:buSzPts val="4368"/>
                    <a:buFont typeface="Arial"/>
                    <a:buNone/>
                  </a:pPr>
                  <a:endParaRPr sz="4368" b="0" i="0" u="none" strike="noStrike" cap="none">
                    <a:solidFill>
                      <a:srgbClr val="3F3F3F"/>
                    </a:solidFill>
                    <a:latin typeface="Arial"/>
                    <a:ea typeface="Arial"/>
                    <a:cs typeface="Arial"/>
                    <a:sym typeface="Arial"/>
                  </a:endParaRPr>
                </a:p>
              </p:txBody>
            </p:sp>
          </p:grpSp>
          <p:sp>
            <p:nvSpPr>
              <p:cNvPr id="195" name="Google Shape;195;p33"/>
              <p:cNvSpPr txBox="1"/>
              <p:nvPr/>
            </p:nvSpPr>
            <p:spPr>
              <a:xfrm>
                <a:off x="11074039" y="4473844"/>
                <a:ext cx="1632791" cy="430847"/>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Healthcare</a:t>
                </a:r>
                <a:endParaRPr sz="2200" b="0" i="0" u="none" strike="noStrike" cap="none">
                  <a:solidFill>
                    <a:srgbClr val="3F3F3F"/>
                  </a:solidFill>
                  <a:latin typeface="Arial"/>
                  <a:ea typeface="Arial"/>
                  <a:cs typeface="Arial"/>
                  <a:sym typeface="Arial"/>
                </a:endParaRPr>
              </a:p>
            </p:txBody>
          </p:sp>
          <p:sp>
            <p:nvSpPr>
              <p:cNvPr id="196" name="Google Shape;196;p33"/>
              <p:cNvSpPr txBox="1"/>
              <p:nvPr/>
            </p:nvSpPr>
            <p:spPr>
              <a:xfrm>
                <a:off x="11051164" y="2733720"/>
                <a:ext cx="1283420" cy="430847"/>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Banking</a:t>
                </a:r>
                <a:endParaRPr sz="2200" b="0" i="0" u="none" strike="noStrike" cap="none">
                  <a:solidFill>
                    <a:srgbClr val="3F3F3F"/>
                  </a:solidFill>
                  <a:latin typeface="Arial"/>
                  <a:ea typeface="Arial"/>
                  <a:cs typeface="Arial"/>
                  <a:sym typeface="Arial"/>
                </a:endParaRPr>
              </a:p>
            </p:txBody>
          </p:sp>
          <p:grpSp>
            <p:nvGrpSpPr>
              <p:cNvPr id="197" name="Google Shape;197;p33"/>
              <p:cNvGrpSpPr/>
              <p:nvPr/>
            </p:nvGrpSpPr>
            <p:grpSpPr>
              <a:xfrm>
                <a:off x="6570449" y="3068600"/>
                <a:ext cx="3251202" cy="3253554"/>
                <a:chOff x="3673940" y="1693752"/>
                <a:chExt cx="1828800" cy="1830124"/>
              </a:xfrm>
            </p:grpSpPr>
            <p:sp>
              <p:nvSpPr>
                <p:cNvPr id="198" name="Google Shape;198;p33"/>
                <p:cNvSpPr/>
                <p:nvPr/>
              </p:nvSpPr>
              <p:spPr>
                <a:xfrm>
                  <a:off x="3673940" y="1693752"/>
                  <a:ext cx="1828800" cy="1830124"/>
                </a:xfrm>
                <a:prstGeom prst="ellipse">
                  <a:avLst/>
                </a:prstGeom>
                <a:solidFill>
                  <a:srgbClr val="F2F2F2"/>
                </a:solidFill>
                <a:ln w="9525" cap="flat" cmpd="sng">
                  <a:solidFill>
                    <a:srgbClr val="A6A6A6"/>
                  </a:solidFill>
                  <a:prstDash val="solid"/>
                  <a:round/>
                  <a:headEnd type="none" w="sm" len="sm"/>
                  <a:tailEnd type="none" w="sm" len="sm"/>
                </a:ln>
              </p:spPr>
              <p:txBody>
                <a:bodyPr spcFirstLastPara="1" wrap="square" lIns="162550" tIns="81275" rIns="162550" bIns="81275" anchor="t" anchorCtr="0">
                  <a:noAutofit/>
                </a:bodyPr>
                <a:lstStyle/>
                <a:p>
                  <a:pPr marL="0" marR="0" lvl="0" indent="0" algn="l" rtl="0">
                    <a:lnSpc>
                      <a:spcPct val="100000"/>
                    </a:lnSpc>
                    <a:spcBef>
                      <a:spcPts val="0"/>
                    </a:spcBef>
                    <a:spcAft>
                      <a:spcPts val="0"/>
                    </a:spcAft>
                    <a:buClr>
                      <a:srgbClr val="000000"/>
                    </a:buClr>
                    <a:buSzPts val="4368"/>
                    <a:buFont typeface="Arial"/>
                    <a:buNone/>
                  </a:pPr>
                  <a:endParaRPr sz="4368" b="0" i="0" u="none" strike="noStrike" cap="none">
                    <a:solidFill>
                      <a:srgbClr val="3F3F3F"/>
                    </a:solidFill>
                    <a:latin typeface="Arial"/>
                    <a:ea typeface="Arial"/>
                    <a:cs typeface="Arial"/>
                    <a:sym typeface="Arial"/>
                  </a:endParaRPr>
                </a:p>
              </p:txBody>
            </p:sp>
            <p:sp>
              <p:nvSpPr>
                <p:cNvPr id="199" name="Google Shape;199;p33"/>
                <p:cNvSpPr/>
                <p:nvPr/>
              </p:nvSpPr>
              <p:spPr>
                <a:xfrm>
                  <a:off x="3727716" y="1748188"/>
                  <a:ext cx="1721249" cy="1721252"/>
                </a:xfrm>
                <a:prstGeom prst="ellipse">
                  <a:avLst/>
                </a:prstGeom>
                <a:solidFill>
                  <a:schemeClr val="lt1"/>
                </a:solidFill>
                <a:ln>
                  <a:noFill/>
                </a:ln>
              </p:spPr>
              <p:txBody>
                <a:bodyPr spcFirstLastPara="1" wrap="square" lIns="162550" tIns="81275" rIns="162550" bIns="81275" anchor="t" anchorCtr="0">
                  <a:noAutofit/>
                </a:bodyPr>
                <a:lstStyle/>
                <a:p>
                  <a:pPr marL="0" marR="0" lvl="0" indent="0" algn="l" rtl="0">
                    <a:lnSpc>
                      <a:spcPct val="100000"/>
                    </a:lnSpc>
                    <a:spcBef>
                      <a:spcPts val="0"/>
                    </a:spcBef>
                    <a:spcAft>
                      <a:spcPts val="0"/>
                    </a:spcAft>
                    <a:buClr>
                      <a:srgbClr val="000000"/>
                    </a:buClr>
                    <a:buSzPts val="4368"/>
                    <a:buFont typeface="Arial"/>
                    <a:buNone/>
                  </a:pPr>
                  <a:endParaRPr sz="4368" b="0" i="0" u="none" strike="noStrike" cap="none">
                    <a:solidFill>
                      <a:srgbClr val="3F3F3F"/>
                    </a:solidFill>
                    <a:latin typeface="Arial"/>
                    <a:ea typeface="Arial"/>
                    <a:cs typeface="Arial"/>
                    <a:sym typeface="Arial"/>
                  </a:endParaRPr>
                </a:p>
              </p:txBody>
            </p:sp>
          </p:grpSp>
        </p:grpSp>
        <p:pic>
          <p:nvPicPr>
            <p:cNvPr id="200" name="Google Shape;200;p33"/>
            <p:cNvPicPr preferRelativeResize="0"/>
            <p:nvPr/>
          </p:nvPicPr>
          <p:blipFill rotWithShape="1">
            <a:blip r:embed="rId3">
              <a:alphaModFix/>
            </a:blip>
            <a:srcRect/>
            <a:stretch/>
          </p:blipFill>
          <p:spPr>
            <a:xfrm>
              <a:off x="6758723" y="4067518"/>
              <a:ext cx="3085944" cy="2246232"/>
            </a:xfrm>
            <a:prstGeom prst="rect">
              <a:avLst/>
            </a:prstGeom>
            <a:noFill/>
            <a:ln>
              <a:noFill/>
            </a:ln>
          </p:spPr>
        </p:pic>
      </p:grpSp>
      <p:sp>
        <p:nvSpPr>
          <p:cNvPr id="201" name="Google Shape;201;p33"/>
          <p:cNvSpPr/>
          <p:nvPr/>
        </p:nvSpPr>
        <p:spPr>
          <a:xfrm>
            <a:off x="1495777" y="7515775"/>
            <a:ext cx="13264446" cy="931998"/>
          </a:xfrm>
          <a:prstGeom prst="roundRect">
            <a:avLst>
              <a:gd name="adj" fmla="val 16667"/>
            </a:avLst>
          </a:prstGeom>
          <a:solidFill>
            <a:schemeClr val="lt1"/>
          </a:solidFill>
          <a:ln w="25400" cap="flat" cmpd="sng">
            <a:solidFill>
              <a:schemeClr val="lt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According to the US Bureau of Labor Statistics, Big Data alone will fetch 11.5 million jobs by 2026.</a:t>
            </a:r>
            <a:endParaRPr sz="1400" b="0" i="0" u="none" strike="noStrike" cap="none">
              <a:solidFill>
                <a:srgbClr val="3F3F3F"/>
              </a:solidFill>
              <a:latin typeface="Arial"/>
              <a:ea typeface="Arial"/>
              <a:cs typeface="Arial"/>
              <a:sym typeface="Arial"/>
            </a:endParaRPr>
          </a:p>
        </p:txBody>
      </p:sp>
      <p:pic>
        <p:nvPicPr>
          <p:cNvPr id="202" name="Google Shape;202;p33"/>
          <p:cNvPicPr preferRelativeResize="0"/>
          <p:nvPr/>
        </p:nvPicPr>
        <p:blipFill rotWithShape="1">
          <a:blip r:embed="rId4">
            <a:alphaModFix/>
          </a:blip>
          <a:srcRect/>
          <a:stretch/>
        </p:blipFill>
        <p:spPr>
          <a:xfrm>
            <a:off x="10021139" y="2624481"/>
            <a:ext cx="759415" cy="679320"/>
          </a:xfrm>
          <a:prstGeom prst="rect">
            <a:avLst/>
          </a:prstGeom>
          <a:noFill/>
          <a:ln>
            <a:noFill/>
          </a:ln>
        </p:spPr>
      </p:pic>
      <p:pic>
        <p:nvPicPr>
          <p:cNvPr id="203" name="Google Shape;203;p33" descr="A close up of a sign&#10;&#10;Description automatically generated"/>
          <p:cNvPicPr preferRelativeResize="0"/>
          <p:nvPr/>
        </p:nvPicPr>
        <p:blipFill rotWithShape="1">
          <a:blip r:embed="rId5">
            <a:alphaModFix/>
          </a:blip>
          <a:srcRect/>
          <a:stretch/>
        </p:blipFill>
        <p:spPr>
          <a:xfrm>
            <a:off x="10182343" y="4362844"/>
            <a:ext cx="825445" cy="736426"/>
          </a:xfrm>
          <a:prstGeom prst="rect">
            <a:avLst/>
          </a:prstGeom>
          <a:noFill/>
          <a:ln>
            <a:noFill/>
          </a:ln>
        </p:spPr>
      </p:pic>
      <p:pic>
        <p:nvPicPr>
          <p:cNvPr id="204" name="Google Shape;204;p33" descr="A picture containing vector graphics&#10;&#10;Description automatically generated"/>
          <p:cNvPicPr preferRelativeResize="0"/>
          <p:nvPr/>
        </p:nvPicPr>
        <p:blipFill rotWithShape="1">
          <a:blip r:embed="rId6">
            <a:alphaModFix/>
          </a:blip>
          <a:srcRect/>
          <a:stretch/>
        </p:blipFill>
        <p:spPr>
          <a:xfrm>
            <a:off x="10021139" y="6414530"/>
            <a:ext cx="861503" cy="516754"/>
          </a:xfrm>
          <a:prstGeom prst="rect">
            <a:avLst/>
          </a:prstGeom>
          <a:noFill/>
          <a:ln>
            <a:noFill/>
          </a:ln>
        </p:spPr>
      </p:pic>
      <p:pic>
        <p:nvPicPr>
          <p:cNvPr id="205" name="Google Shape;205;p33" descr="A picture containing vector graphics&#10;&#10;Description automatically generated"/>
          <p:cNvPicPr preferRelativeResize="0"/>
          <p:nvPr/>
        </p:nvPicPr>
        <p:blipFill rotWithShape="1">
          <a:blip r:embed="rId7">
            <a:alphaModFix/>
          </a:blip>
          <a:srcRect/>
          <a:stretch/>
        </p:blipFill>
        <p:spPr>
          <a:xfrm>
            <a:off x="5436728" y="2584531"/>
            <a:ext cx="823993" cy="762083"/>
          </a:xfrm>
          <a:prstGeom prst="rect">
            <a:avLst/>
          </a:prstGeom>
          <a:noFill/>
          <a:ln>
            <a:noFill/>
          </a:ln>
        </p:spPr>
      </p:pic>
      <p:pic>
        <p:nvPicPr>
          <p:cNvPr id="206" name="Google Shape;206;p33" descr="A picture containing vector graphics&#10;&#10;Description automatically generated"/>
          <p:cNvPicPr preferRelativeResize="0"/>
          <p:nvPr/>
        </p:nvPicPr>
        <p:blipFill rotWithShape="1">
          <a:blip r:embed="rId8">
            <a:alphaModFix/>
          </a:blip>
          <a:srcRect/>
          <a:stretch/>
        </p:blipFill>
        <p:spPr>
          <a:xfrm>
            <a:off x="5202105" y="4444549"/>
            <a:ext cx="802491" cy="650404"/>
          </a:xfrm>
          <a:prstGeom prst="rect">
            <a:avLst/>
          </a:prstGeom>
          <a:noFill/>
          <a:ln>
            <a:noFill/>
          </a:ln>
        </p:spPr>
      </p:pic>
      <p:pic>
        <p:nvPicPr>
          <p:cNvPr id="207" name="Google Shape;207;p33" descr="A picture containing display&#10;&#10;Description automatically generated"/>
          <p:cNvPicPr preferRelativeResize="0"/>
          <p:nvPr/>
        </p:nvPicPr>
        <p:blipFill rotWithShape="1">
          <a:blip r:embed="rId9">
            <a:alphaModFix/>
          </a:blip>
          <a:srcRect/>
          <a:stretch/>
        </p:blipFill>
        <p:spPr>
          <a:xfrm>
            <a:off x="5410935" y="6337633"/>
            <a:ext cx="819156" cy="629907"/>
          </a:xfrm>
          <a:prstGeom prst="rect">
            <a:avLst/>
          </a:prstGeom>
          <a:noFill/>
          <a:ln>
            <a:noFill/>
          </a:ln>
        </p:spPr>
      </p:pic>
      <p:sp>
        <p:nvSpPr>
          <p:cNvPr id="3" name="Brandline_LVC">
            <a:extLst>
              <a:ext uri="{FF2B5EF4-FFF2-40B4-BE49-F238E27FC236}">
                <a16:creationId xmlns:a16="http://schemas.microsoft.com/office/drawing/2014/main" id="{F7C6AEEA-CCC1-BA69-0D4F-754892CB5E78}"/>
              </a:ext>
            </a:extLst>
          </p:cNvPr>
          <p:cNvSpPr/>
          <p:nvPr/>
        </p:nvSpPr>
        <p:spPr>
          <a:xfrm>
            <a:off x="6096000" y="816324"/>
            <a:ext cx="4074001"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13"/>
        <p:cNvGrpSpPr/>
        <p:nvPr/>
      </p:nvGrpSpPr>
      <p:grpSpPr>
        <a:xfrm>
          <a:off x="0" y="0"/>
          <a:ext cx="0" cy="0"/>
          <a:chOff x="0" y="0"/>
          <a:chExt cx="0" cy="0"/>
        </a:xfrm>
      </p:grpSpPr>
      <p:sp>
        <p:nvSpPr>
          <p:cNvPr id="214" name="Google Shape;214;p34"/>
          <p:cNvSpPr/>
          <p:nvPr/>
        </p:nvSpPr>
        <p:spPr>
          <a:xfrm>
            <a:off x="4734812" y="1377978"/>
            <a:ext cx="6786374" cy="665045"/>
          </a:xfrm>
          <a:prstGeom prst="roundRect">
            <a:avLst>
              <a:gd name="adj" fmla="val 16667"/>
            </a:avLst>
          </a:prstGeom>
          <a:solidFill>
            <a:schemeClr val="lt1"/>
          </a:solidFill>
          <a:ln w="25400" cap="flat" cmpd="sng">
            <a:no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dirty="0">
                <a:solidFill>
                  <a:srgbClr val="3F3F3F"/>
                </a:solidFill>
                <a:latin typeface="Open Sans"/>
                <a:ea typeface="Open Sans"/>
                <a:cs typeface="Open Sans"/>
                <a:sym typeface="Open Sans"/>
              </a:rPr>
              <a:t>Different ways of traditional decision-making are:</a:t>
            </a:r>
            <a:endParaRPr sz="2200" b="0" i="0" u="none" strike="noStrike" cap="none" dirty="0">
              <a:solidFill>
                <a:srgbClr val="3F3F3F"/>
              </a:solidFill>
              <a:latin typeface="Open Sans"/>
              <a:ea typeface="Open Sans"/>
              <a:cs typeface="Open Sans"/>
              <a:sym typeface="Open Sans"/>
            </a:endParaRPr>
          </a:p>
        </p:txBody>
      </p:sp>
      <p:sp>
        <p:nvSpPr>
          <p:cNvPr id="215" name="Google Shape;215;p34"/>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dirty="0">
                <a:latin typeface="Open Sans"/>
                <a:ea typeface="Open Sans"/>
                <a:cs typeface="Open Sans"/>
                <a:sym typeface="Open Sans"/>
              </a:rPr>
              <a:t>Traditional Decision-Making</a:t>
            </a:r>
            <a:endParaRPr sz="2800" dirty="0">
              <a:latin typeface="Open Sans"/>
              <a:ea typeface="Open Sans"/>
              <a:cs typeface="Open Sans"/>
              <a:sym typeface="Open Sans"/>
            </a:endParaRPr>
          </a:p>
        </p:txBody>
      </p:sp>
      <p:grpSp>
        <p:nvGrpSpPr>
          <p:cNvPr id="5" name="Group 4">
            <a:extLst>
              <a:ext uri="{FF2B5EF4-FFF2-40B4-BE49-F238E27FC236}">
                <a16:creationId xmlns:a16="http://schemas.microsoft.com/office/drawing/2014/main" id="{9BF5B325-3A4B-D71D-2754-2D1F7D5A487C}"/>
              </a:ext>
            </a:extLst>
          </p:cNvPr>
          <p:cNvGrpSpPr/>
          <p:nvPr/>
        </p:nvGrpSpPr>
        <p:grpSpPr>
          <a:xfrm>
            <a:off x="6225886" y="3143281"/>
            <a:ext cx="3804227" cy="3723475"/>
            <a:chOff x="6168448" y="3143280"/>
            <a:chExt cx="3804227" cy="3723475"/>
          </a:xfrm>
        </p:grpSpPr>
        <p:pic>
          <p:nvPicPr>
            <p:cNvPr id="217" name="Google Shape;217;p34"/>
            <p:cNvPicPr preferRelativeResize="0"/>
            <p:nvPr/>
          </p:nvPicPr>
          <p:blipFill rotWithShape="1">
            <a:blip r:embed="rId3">
              <a:alphaModFix/>
            </a:blip>
            <a:srcRect/>
            <a:stretch/>
          </p:blipFill>
          <p:spPr>
            <a:xfrm>
              <a:off x="6168448" y="3143280"/>
              <a:ext cx="3804227" cy="2510759"/>
            </a:xfrm>
            <a:prstGeom prst="rect">
              <a:avLst/>
            </a:prstGeom>
            <a:noFill/>
            <a:ln>
              <a:noFill/>
            </a:ln>
          </p:spPr>
        </p:pic>
        <p:sp>
          <p:nvSpPr>
            <p:cNvPr id="218" name="Google Shape;218;p34"/>
            <p:cNvSpPr txBox="1"/>
            <p:nvPr/>
          </p:nvSpPr>
          <p:spPr>
            <a:xfrm>
              <a:off x="6241142" y="6435909"/>
              <a:ext cx="3658839" cy="430846"/>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800"/>
                <a:buFont typeface="Arial"/>
                <a:buNone/>
              </a:pPr>
              <a:r>
                <a:rPr lang="en-US" sz="2200" b="1" i="0" u="none" strike="noStrike" cap="none" dirty="0">
                  <a:solidFill>
                    <a:srgbClr val="3F3F3F"/>
                  </a:solidFill>
                  <a:latin typeface="Open Sans"/>
                  <a:ea typeface="Open Sans"/>
                  <a:cs typeface="Open Sans"/>
                  <a:sym typeface="Open Sans"/>
                </a:rPr>
                <a:t>Experience and Intuition</a:t>
              </a:r>
              <a:endParaRPr sz="2200" b="1" i="0" u="none" strike="noStrike" cap="none" dirty="0">
                <a:solidFill>
                  <a:srgbClr val="3F3F3F"/>
                </a:solidFill>
                <a:latin typeface="Open Sans"/>
                <a:ea typeface="Open Sans"/>
                <a:cs typeface="Open Sans"/>
                <a:sym typeface="Open Sans"/>
              </a:endParaRPr>
            </a:p>
          </p:txBody>
        </p:sp>
      </p:grpSp>
      <p:grpSp>
        <p:nvGrpSpPr>
          <p:cNvPr id="6" name="Group 5">
            <a:extLst>
              <a:ext uri="{FF2B5EF4-FFF2-40B4-BE49-F238E27FC236}">
                <a16:creationId xmlns:a16="http://schemas.microsoft.com/office/drawing/2014/main" id="{1C9B4CCE-FBC1-BC78-0D3C-CEFB0301E2A2}"/>
              </a:ext>
            </a:extLst>
          </p:cNvPr>
          <p:cNvGrpSpPr/>
          <p:nvPr/>
        </p:nvGrpSpPr>
        <p:grpSpPr>
          <a:xfrm>
            <a:off x="1358491" y="3325750"/>
            <a:ext cx="3510707" cy="3541006"/>
            <a:chOff x="1050542" y="3325750"/>
            <a:chExt cx="3510707" cy="3541006"/>
          </a:xfrm>
        </p:grpSpPr>
        <p:pic>
          <p:nvPicPr>
            <p:cNvPr id="216" name="Google Shape;216;p34"/>
            <p:cNvPicPr preferRelativeResize="0"/>
            <p:nvPr/>
          </p:nvPicPr>
          <p:blipFill rotWithShape="1">
            <a:blip r:embed="rId4">
              <a:alphaModFix/>
            </a:blip>
            <a:srcRect/>
            <a:stretch/>
          </p:blipFill>
          <p:spPr>
            <a:xfrm>
              <a:off x="1050542" y="3325750"/>
              <a:ext cx="3510707" cy="2328289"/>
            </a:xfrm>
            <a:prstGeom prst="rect">
              <a:avLst/>
            </a:prstGeom>
            <a:noFill/>
            <a:ln>
              <a:noFill/>
            </a:ln>
          </p:spPr>
        </p:pic>
        <p:sp>
          <p:nvSpPr>
            <p:cNvPr id="219" name="Google Shape;219;p34"/>
            <p:cNvSpPr txBox="1"/>
            <p:nvPr/>
          </p:nvSpPr>
          <p:spPr>
            <a:xfrm>
              <a:off x="1591568" y="6435910"/>
              <a:ext cx="2428654" cy="430846"/>
            </a:xfrm>
            <a:prstGeom prst="rect">
              <a:avLst/>
            </a:prstGeom>
            <a:noFill/>
            <a:ln>
              <a:noFill/>
            </a:ln>
          </p:spPr>
          <p:txBody>
            <a:bodyPr spcFirstLastPara="1" wrap="square" lIns="91425" tIns="45700" rIns="91425" bIns="45700" anchor="ctr" anchorCtr="0">
              <a:spAutoFit/>
            </a:bodyPr>
            <a:lstStyle/>
            <a:p>
              <a:pPr marL="0" marR="0" lvl="0" indent="0" algn="ctr" rtl="0">
                <a:lnSpc>
                  <a:spcPct val="100000"/>
                </a:lnSpc>
                <a:spcBef>
                  <a:spcPts val="0"/>
                </a:spcBef>
                <a:spcAft>
                  <a:spcPts val="0"/>
                </a:spcAft>
                <a:buClr>
                  <a:srgbClr val="000000"/>
                </a:buClr>
                <a:buSzPts val="2800"/>
                <a:buFont typeface="Arial"/>
                <a:buNone/>
              </a:pPr>
              <a:r>
                <a:rPr lang="en-US" sz="2200" b="1" i="0" u="none" strike="noStrike" cap="none">
                  <a:solidFill>
                    <a:srgbClr val="3F3F3F"/>
                  </a:solidFill>
                  <a:latin typeface="Open Sans"/>
                  <a:ea typeface="Open Sans"/>
                  <a:cs typeface="Open Sans"/>
                  <a:sym typeface="Open Sans"/>
                </a:rPr>
                <a:t>What We Think</a:t>
              </a:r>
              <a:endParaRPr sz="2200" b="1" i="0" u="none" strike="noStrike" cap="none">
                <a:solidFill>
                  <a:srgbClr val="3F3F3F"/>
                </a:solidFill>
                <a:latin typeface="Open Sans"/>
                <a:ea typeface="Open Sans"/>
                <a:cs typeface="Open Sans"/>
                <a:sym typeface="Open Sans"/>
              </a:endParaRPr>
            </a:p>
          </p:txBody>
        </p:sp>
      </p:grpSp>
      <p:grpSp>
        <p:nvGrpSpPr>
          <p:cNvPr id="4" name="Group 3">
            <a:extLst>
              <a:ext uri="{FF2B5EF4-FFF2-40B4-BE49-F238E27FC236}">
                <a16:creationId xmlns:a16="http://schemas.microsoft.com/office/drawing/2014/main" id="{CBB1D795-93A6-1BC8-9F88-01BC5A2A6431}"/>
              </a:ext>
            </a:extLst>
          </p:cNvPr>
          <p:cNvGrpSpPr/>
          <p:nvPr/>
        </p:nvGrpSpPr>
        <p:grpSpPr>
          <a:xfrm>
            <a:off x="11927828" y="3657148"/>
            <a:ext cx="2335338" cy="3209608"/>
            <a:chOff x="12254222" y="3572081"/>
            <a:chExt cx="2335338" cy="3209608"/>
          </a:xfrm>
        </p:grpSpPr>
        <p:sp>
          <p:nvSpPr>
            <p:cNvPr id="220" name="Google Shape;220;p34"/>
            <p:cNvSpPr txBox="1"/>
            <p:nvPr/>
          </p:nvSpPr>
          <p:spPr>
            <a:xfrm>
              <a:off x="12254222" y="6350842"/>
              <a:ext cx="2335338" cy="430847"/>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800"/>
                <a:buFont typeface="Arial"/>
                <a:buNone/>
              </a:pPr>
              <a:r>
                <a:rPr lang="en-US" sz="2200" b="1" i="0" u="none" strike="noStrike" cap="none" dirty="0">
                  <a:solidFill>
                    <a:srgbClr val="3F3F3F"/>
                  </a:solidFill>
                  <a:latin typeface="Open Sans"/>
                  <a:ea typeface="Open Sans"/>
                  <a:cs typeface="Open Sans"/>
                  <a:sym typeface="Open Sans"/>
                </a:rPr>
                <a:t>Rule of Thumb</a:t>
              </a:r>
              <a:endParaRPr sz="2200" b="1" i="0" u="none" strike="noStrike" cap="none" dirty="0">
                <a:solidFill>
                  <a:srgbClr val="3F3F3F"/>
                </a:solidFill>
                <a:latin typeface="Open Sans"/>
                <a:ea typeface="Open Sans"/>
                <a:cs typeface="Open Sans"/>
                <a:sym typeface="Open Sans"/>
              </a:endParaRPr>
            </a:p>
          </p:txBody>
        </p:sp>
        <p:grpSp>
          <p:nvGrpSpPr>
            <p:cNvPr id="222" name="Google Shape;222;p34"/>
            <p:cNvGrpSpPr/>
            <p:nvPr/>
          </p:nvGrpSpPr>
          <p:grpSpPr>
            <a:xfrm>
              <a:off x="12254222" y="3572081"/>
              <a:ext cx="2335338" cy="2012995"/>
              <a:chOff x="12117445" y="3572081"/>
              <a:chExt cx="2335338" cy="2012995"/>
            </a:xfrm>
          </p:grpSpPr>
          <p:sp>
            <p:nvSpPr>
              <p:cNvPr id="223" name="Google Shape;223;p34"/>
              <p:cNvSpPr/>
              <p:nvPr/>
            </p:nvSpPr>
            <p:spPr>
              <a:xfrm>
                <a:off x="12117445" y="3572081"/>
                <a:ext cx="2335338" cy="2012995"/>
              </a:xfrm>
              <a:prstGeom prst="roundRect">
                <a:avLst>
                  <a:gd name="adj" fmla="val 16667"/>
                </a:avLst>
              </a:prstGeom>
              <a:solidFill>
                <a:srgbClr val="DDEAF6"/>
              </a:solidFill>
              <a:ln w="25400" cap="flat" cmpd="sng">
                <a:solidFill>
                  <a:srgbClr val="42719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224" name="Google Shape;224;p34" descr="Thumbs up sign with solid fill"/>
              <p:cNvPicPr preferRelativeResize="0"/>
              <p:nvPr/>
            </p:nvPicPr>
            <p:blipFill rotWithShape="1">
              <a:blip r:embed="rId5">
                <a:alphaModFix/>
              </a:blip>
              <a:srcRect/>
              <a:stretch/>
            </p:blipFill>
            <p:spPr>
              <a:xfrm>
                <a:off x="12634125" y="3927589"/>
                <a:ext cx="1301978" cy="1301978"/>
              </a:xfrm>
              <a:prstGeom prst="rect">
                <a:avLst/>
              </a:prstGeom>
              <a:noFill/>
              <a:ln>
                <a:noFill/>
              </a:ln>
            </p:spPr>
          </p:pic>
        </p:grpSp>
      </p:grpSp>
      <p:sp>
        <p:nvSpPr>
          <p:cNvPr id="3" name="Brandline_LVC">
            <a:extLst>
              <a:ext uri="{FF2B5EF4-FFF2-40B4-BE49-F238E27FC236}">
                <a16:creationId xmlns:a16="http://schemas.microsoft.com/office/drawing/2014/main" id="{021A6C54-12AC-B6EE-20C7-01D7CFDA06D4}"/>
              </a:ext>
            </a:extLst>
          </p:cNvPr>
          <p:cNvSpPr/>
          <p:nvPr/>
        </p:nvSpPr>
        <p:spPr>
          <a:xfrm>
            <a:off x="5016500" y="816324"/>
            <a:ext cx="6219110"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29"/>
        <p:cNvGrpSpPr/>
        <p:nvPr/>
      </p:nvGrpSpPr>
      <p:grpSpPr>
        <a:xfrm>
          <a:off x="0" y="0"/>
          <a:ext cx="0" cy="0"/>
          <a:chOff x="0" y="0"/>
          <a:chExt cx="0" cy="0"/>
        </a:xfrm>
      </p:grpSpPr>
      <p:sp>
        <p:nvSpPr>
          <p:cNvPr id="230" name="Google Shape;230;p35"/>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dirty="0">
                <a:latin typeface="Open Sans"/>
                <a:ea typeface="Open Sans"/>
                <a:cs typeface="Open Sans"/>
                <a:sym typeface="Open Sans"/>
              </a:rPr>
              <a:t>Challenges of Traditional Decision-Making</a:t>
            </a:r>
            <a:endParaRPr sz="2800" dirty="0">
              <a:latin typeface="Open Sans"/>
              <a:ea typeface="Open Sans"/>
              <a:cs typeface="Open Sans"/>
              <a:sym typeface="Open Sans"/>
            </a:endParaRPr>
          </a:p>
        </p:txBody>
      </p:sp>
      <p:sp>
        <p:nvSpPr>
          <p:cNvPr id="231" name="Google Shape;231;p35"/>
          <p:cNvSpPr/>
          <p:nvPr/>
        </p:nvSpPr>
        <p:spPr>
          <a:xfrm>
            <a:off x="1282699" y="1550666"/>
            <a:ext cx="11516883" cy="980679"/>
          </a:xfrm>
          <a:prstGeom prst="roundRect">
            <a:avLst>
              <a:gd name="adj" fmla="val 16667"/>
            </a:avLst>
          </a:prstGeom>
          <a:solidFill>
            <a:schemeClr val="lt1"/>
          </a:solidFill>
          <a:ln w="12700" cap="flat" cmpd="sng">
            <a:solidFill>
              <a:srgbClr val="42719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a:solidFill>
                  <a:schemeClr val="tx1">
                    <a:lumMod val="75000"/>
                    <a:lumOff val="25000"/>
                  </a:schemeClr>
                </a:solidFill>
                <a:latin typeface="Open Sans"/>
                <a:ea typeface="Open Sans"/>
                <a:cs typeface="Open Sans"/>
                <a:sym typeface="Open Sans"/>
              </a:rPr>
              <a:t>Takes a long time to arrive at a decision, therefore losing the competitive advantage</a:t>
            </a:r>
            <a:endParaRPr lang="en-US" sz="1400" b="0" i="0" u="none" strike="noStrike" cap="none">
              <a:solidFill>
                <a:schemeClr val="tx1">
                  <a:lumMod val="75000"/>
                  <a:lumOff val="25000"/>
                </a:schemeClr>
              </a:solidFill>
              <a:latin typeface="Arial"/>
              <a:ea typeface="Arial"/>
              <a:cs typeface="Arial"/>
              <a:sym typeface="Arial"/>
            </a:endParaRPr>
          </a:p>
        </p:txBody>
      </p:sp>
      <p:pic>
        <p:nvPicPr>
          <p:cNvPr id="236" name="Google Shape;236;p35" descr="A close up of a logo&#10;&#10;Description automatically generated"/>
          <p:cNvPicPr preferRelativeResize="0"/>
          <p:nvPr/>
        </p:nvPicPr>
        <p:blipFill rotWithShape="1">
          <a:blip r:embed="rId3">
            <a:alphaModFix/>
          </a:blip>
          <a:srcRect/>
          <a:stretch/>
        </p:blipFill>
        <p:spPr>
          <a:xfrm>
            <a:off x="13290837" y="1583504"/>
            <a:ext cx="1011110" cy="915003"/>
          </a:xfrm>
          <a:prstGeom prst="rect">
            <a:avLst/>
          </a:prstGeom>
          <a:noFill/>
          <a:ln>
            <a:noFill/>
          </a:ln>
        </p:spPr>
      </p:pic>
      <p:sp>
        <p:nvSpPr>
          <p:cNvPr id="232" name="Google Shape;232;p35"/>
          <p:cNvSpPr/>
          <p:nvPr/>
        </p:nvSpPr>
        <p:spPr>
          <a:xfrm>
            <a:off x="5038614" y="2935176"/>
            <a:ext cx="10647390" cy="980679"/>
          </a:xfrm>
          <a:prstGeom prst="roundRect">
            <a:avLst>
              <a:gd name="adj" fmla="val 16667"/>
            </a:avLst>
          </a:prstGeom>
          <a:solidFill>
            <a:schemeClr val="lt1"/>
          </a:solidFill>
          <a:ln w="12700" cap="flat" cmpd="sng">
            <a:solidFill>
              <a:srgbClr val="42719B"/>
            </a:solidFill>
            <a:prstDash val="solid"/>
            <a:miter lim="800000"/>
            <a:headEnd type="none" w="sm" len="sm"/>
            <a:tailEnd type="none" w="sm" len="sm"/>
          </a:ln>
        </p:spPr>
        <p:txBody>
          <a:bodyPr spcFirstLastPara="1" wrap="square" lIns="91425" tIns="45700" rIns="91425" bIns="180000" anchor="ctr" anchorCtr="0">
            <a:noAutofit/>
          </a:bodyPr>
          <a:lstStyle/>
          <a:p>
            <a:pPr marL="0" marR="0" lvl="0" indent="0" algn="ctr" rtl="0">
              <a:lnSpc>
                <a:spcPct val="200000"/>
              </a:lnSpc>
              <a:spcBef>
                <a:spcPts val="0"/>
              </a:spcBef>
              <a:spcAft>
                <a:spcPts val="0"/>
              </a:spcAft>
              <a:buClr>
                <a:srgbClr val="000000"/>
              </a:buClr>
              <a:buSzPts val="2200"/>
              <a:buFont typeface="Arial"/>
              <a:buNone/>
            </a:pPr>
            <a:r>
              <a:rPr lang="en-US" sz="2200" b="0" i="0" u="none" strike="noStrike" cap="none">
                <a:solidFill>
                  <a:schemeClr val="tx1">
                    <a:lumMod val="75000"/>
                    <a:lumOff val="25000"/>
                  </a:schemeClr>
                </a:solidFill>
                <a:latin typeface="Open Sans"/>
                <a:ea typeface="Open Sans"/>
                <a:cs typeface="Open Sans"/>
                <a:sym typeface="Open Sans"/>
              </a:rPr>
              <a:t>Requires human intervention at various stages</a:t>
            </a:r>
            <a:endParaRPr lang="en-US" sz="1400" b="0" i="0" u="none" strike="noStrike" cap="none">
              <a:solidFill>
                <a:schemeClr val="tx1">
                  <a:lumMod val="75000"/>
                  <a:lumOff val="25000"/>
                </a:schemeClr>
              </a:solidFill>
              <a:latin typeface="Arial"/>
              <a:ea typeface="Arial"/>
              <a:cs typeface="Arial"/>
              <a:sym typeface="Arial"/>
            </a:endParaRPr>
          </a:p>
        </p:txBody>
      </p:sp>
      <p:pic>
        <p:nvPicPr>
          <p:cNvPr id="237" name="Google Shape;237;p35" descr="A drawing of a cartoon character&#10;&#10;Description automatically generated"/>
          <p:cNvPicPr preferRelativeResize="0"/>
          <p:nvPr/>
        </p:nvPicPr>
        <p:blipFill rotWithShape="1">
          <a:blip r:embed="rId4">
            <a:alphaModFix/>
          </a:blip>
          <a:srcRect/>
          <a:stretch/>
        </p:blipFill>
        <p:spPr>
          <a:xfrm>
            <a:off x="3553577" y="2935175"/>
            <a:ext cx="1156227" cy="980679"/>
          </a:xfrm>
          <a:prstGeom prst="rect">
            <a:avLst/>
          </a:prstGeom>
          <a:noFill/>
          <a:ln>
            <a:noFill/>
          </a:ln>
        </p:spPr>
      </p:pic>
      <p:sp>
        <p:nvSpPr>
          <p:cNvPr id="234" name="Google Shape;234;p35"/>
          <p:cNvSpPr/>
          <p:nvPr/>
        </p:nvSpPr>
        <p:spPr>
          <a:xfrm>
            <a:off x="5038614" y="5704196"/>
            <a:ext cx="10647391" cy="980679"/>
          </a:xfrm>
          <a:prstGeom prst="roundRect">
            <a:avLst>
              <a:gd name="adj" fmla="val 16667"/>
            </a:avLst>
          </a:prstGeom>
          <a:solidFill>
            <a:schemeClr val="lt1"/>
          </a:solidFill>
          <a:ln w="12700" cap="flat" cmpd="sng">
            <a:solidFill>
              <a:srgbClr val="42719B"/>
            </a:solidFill>
            <a:prstDash val="solid"/>
            <a:miter lim="800000"/>
            <a:headEnd type="none" w="sm" len="sm"/>
            <a:tailEnd type="none" w="sm" len="sm"/>
          </a:ln>
        </p:spPr>
        <p:txBody>
          <a:bodyPr spcFirstLastPara="1" wrap="square" lIns="91425" tIns="45700" rIns="91425" bIns="180000" anchor="t" anchorCtr="0">
            <a:noAutofit/>
          </a:bodyPr>
          <a:lstStyle/>
          <a:p>
            <a:pPr marL="0" marR="0" lvl="0" indent="0" algn="ctr" rtl="0">
              <a:lnSpc>
                <a:spcPct val="115000"/>
              </a:lnSpc>
              <a:spcBef>
                <a:spcPts val="0"/>
              </a:spcBef>
              <a:spcAft>
                <a:spcPts val="0"/>
              </a:spcAft>
              <a:buClr>
                <a:srgbClr val="000000"/>
              </a:buClr>
              <a:buSzPts val="2200"/>
              <a:buFont typeface="Arial"/>
              <a:buNone/>
            </a:pPr>
            <a:r>
              <a:rPr lang="en-US" sz="2200" b="0" i="0" u="none" strike="noStrike" cap="none" dirty="0">
                <a:solidFill>
                  <a:schemeClr val="tx1">
                    <a:lumMod val="75000"/>
                    <a:lumOff val="25000"/>
                  </a:schemeClr>
                </a:solidFill>
                <a:latin typeface="Open Sans"/>
                <a:ea typeface="Open Sans"/>
                <a:cs typeface="Open Sans"/>
                <a:sym typeface="Open Sans"/>
              </a:rPr>
              <a:t>Provides limited scope of data analytics, that is, it provides only a bird’s  </a:t>
            </a:r>
          </a:p>
          <a:p>
            <a:pPr marL="0" marR="0" lvl="0" indent="0" algn="ctr" rtl="0">
              <a:lnSpc>
                <a:spcPct val="115000"/>
              </a:lnSpc>
              <a:spcBef>
                <a:spcPts val="0"/>
              </a:spcBef>
              <a:spcAft>
                <a:spcPts val="0"/>
              </a:spcAft>
              <a:buClr>
                <a:srgbClr val="000000"/>
              </a:buClr>
              <a:buSzPts val="2200"/>
              <a:buFont typeface="Arial"/>
              <a:buNone/>
            </a:pPr>
            <a:r>
              <a:rPr lang="en-US" sz="2200" b="0" i="0" u="none" strike="noStrike" cap="none" dirty="0">
                <a:solidFill>
                  <a:schemeClr val="tx1">
                    <a:lumMod val="75000"/>
                    <a:lumOff val="25000"/>
                  </a:schemeClr>
                </a:solidFill>
                <a:latin typeface="Open Sans"/>
                <a:ea typeface="Open Sans"/>
                <a:cs typeface="Open Sans"/>
                <a:sym typeface="Open Sans"/>
              </a:rPr>
              <a:t>eye view</a:t>
            </a:r>
            <a:endParaRPr lang="en-US" sz="1400" b="0" i="0" u="none" strike="noStrike" cap="none" dirty="0">
              <a:solidFill>
                <a:schemeClr val="tx1">
                  <a:lumMod val="75000"/>
                  <a:lumOff val="25000"/>
                </a:schemeClr>
              </a:solidFill>
              <a:latin typeface="Arial"/>
              <a:ea typeface="Arial"/>
              <a:cs typeface="Arial"/>
              <a:sym typeface="Arial"/>
            </a:endParaRPr>
          </a:p>
        </p:txBody>
      </p:sp>
      <p:pic>
        <p:nvPicPr>
          <p:cNvPr id="238" name="Google Shape;238;p35" descr="A close up of a sign&#10;&#10;Description automatically generated"/>
          <p:cNvPicPr preferRelativeResize="0"/>
          <p:nvPr/>
        </p:nvPicPr>
        <p:blipFill rotWithShape="1">
          <a:blip r:embed="rId5">
            <a:alphaModFix/>
          </a:blip>
          <a:srcRect/>
          <a:stretch/>
        </p:blipFill>
        <p:spPr>
          <a:xfrm>
            <a:off x="3790950" y="5704194"/>
            <a:ext cx="918854" cy="980679"/>
          </a:xfrm>
          <a:prstGeom prst="rect">
            <a:avLst/>
          </a:prstGeom>
          <a:noFill/>
          <a:ln>
            <a:noFill/>
          </a:ln>
        </p:spPr>
      </p:pic>
      <p:sp>
        <p:nvSpPr>
          <p:cNvPr id="233" name="Google Shape;233;p35"/>
          <p:cNvSpPr/>
          <p:nvPr/>
        </p:nvSpPr>
        <p:spPr>
          <a:xfrm>
            <a:off x="1708588" y="4319686"/>
            <a:ext cx="11090994" cy="980679"/>
          </a:xfrm>
          <a:prstGeom prst="roundRect">
            <a:avLst>
              <a:gd name="adj" fmla="val 16667"/>
            </a:avLst>
          </a:prstGeom>
          <a:solidFill>
            <a:schemeClr val="lt1"/>
          </a:solidFill>
          <a:ln w="12700" cap="flat" cmpd="sng">
            <a:solidFill>
              <a:srgbClr val="42719B"/>
            </a:solidFill>
            <a:prstDash val="solid"/>
            <a:miter lim="800000"/>
            <a:headEnd type="none" w="sm" len="sm"/>
            <a:tailEnd type="none" w="sm" len="sm"/>
          </a:ln>
        </p:spPr>
        <p:txBody>
          <a:bodyPr spcFirstLastPara="1" wrap="square" lIns="91425" tIns="45700" rIns="91425" bIns="180000" anchor="ctr" anchorCtr="0">
            <a:noAutofit/>
          </a:bodyPr>
          <a:lstStyle/>
          <a:p>
            <a:pPr marL="0" marR="0" lvl="0" indent="0" algn="ctr" rtl="0">
              <a:lnSpc>
                <a:spcPct val="200000"/>
              </a:lnSpc>
              <a:spcBef>
                <a:spcPts val="0"/>
              </a:spcBef>
              <a:spcAft>
                <a:spcPts val="0"/>
              </a:spcAft>
              <a:buClr>
                <a:srgbClr val="000000"/>
              </a:buClr>
              <a:buSzPts val="2200"/>
              <a:buFont typeface="Arial"/>
              <a:buNone/>
            </a:pPr>
            <a:r>
              <a:rPr lang="en-US" sz="2200" b="0" i="0" u="none" strike="noStrike" cap="none">
                <a:solidFill>
                  <a:schemeClr val="tx1">
                    <a:lumMod val="75000"/>
                    <a:lumOff val="25000"/>
                  </a:schemeClr>
                </a:solidFill>
                <a:latin typeface="Open Sans"/>
                <a:ea typeface="Open Sans"/>
                <a:cs typeface="Open Sans"/>
                <a:sym typeface="Open Sans"/>
              </a:rPr>
              <a:t>Lacks systematic linkage among strategy, planning, execution, and reporting</a:t>
            </a:r>
            <a:endParaRPr lang="en-US" sz="1400" b="0" i="0" u="none" strike="noStrike" cap="none">
              <a:solidFill>
                <a:schemeClr val="tx1">
                  <a:lumMod val="75000"/>
                  <a:lumOff val="25000"/>
                </a:schemeClr>
              </a:solidFill>
              <a:latin typeface="Arial"/>
              <a:ea typeface="Arial"/>
              <a:cs typeface="Arial"/>
              <a:sym typeface="Arial"/>
            </a:endParaRPr>
          </a:p>
        </p:txBody>
      </p:sp>
      <p:pic>
        <p:nvPicPr>
          <p:cNvPr id="239" name="Google Shape;239;p35" descr="A close up of a sign&#10;&#10;Description automatically generated"/>
          <p:cNvPicPr preferRelativeResize="0"/>
          <p:nvPr/>
        </p:nvPicPr>
        <p:blipFill rotWithShape="1">
          <a:blip r:embed="rId6">
            <a:alphaModFix/>
          </a:blip>
          <a:srcRect/>
          <a:stretch/>
        </p:blipFill>
        <p:spPr>
          <a:xfrm>
            <a:off x="13290837" y="4350759"/>
            <a:ext cx="825213" cy="918530"/>
          </a:xfrm>
          <a:prstGeom prst="rect">
            <a:avLst/>
          </a:prstGeom>
          <a:noFill/>
          <a:ln>
            <a:noFill/>
          </a:ln>
        </p:spPr>
      </p:pic>
      <p:sp>
        <p:nvSpPr>
          <p:cNvPr id="235" name="Google Shape;235;p35"/>
          <p:cNvSpPr/>
          <p:nvPr/>
        </p:nvSpPr>
        <p:spPr>
          <a:xfrm>
            <a:off x="1708587" y="7088704"/>
            <a:ext cx="11090995" cy="980679"/>
          </a:xfrm>
          <a:prstGeom prst="roundRect">
            <a:avLst>
              <a:gd name="adj" fmla="val 16667"/>
            </a:avLst>
          </a:prstGeom>
          <a:solidFill>
            <a:schemeClr val="lt1"/>
          </a:solidFill>
          <a:ln w="12700" cap="flat" cmpd="sng">
            <a:solidFill>
              <a:srgbClr val="42719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a:solidFill>
                  <a:schemeClr val="tx1">
                    <a:lumMod val="75000"/>
                    <a:lumOff val="25000"/>
                  </a:schemeClr>
                </a:solidFill>
                <a:latin typeface="Open Sans"/>
                <a:ea typeface="Open Sans"/>
                <a:cs typeface="Open Sans"/>
                <a:sym typeface="Open Sans"/>
              </a:rPr>
              <a:t>Obstructs company’s ability to make fully informed decisions</a:t>
            </a:r>
          </a:p>
        </p:txBody>
      </p:sp>
      <p:pic>
        <p:nvPicPr>
          <p:cNvPr id="240" name="Google Shape;240;p35" descr="A close up of a sign&#10;&#10;Description automatically generated"/>
          <p:cNvPicPr preferRelativeResize="0"/>
          <p:nvPr/>
        </p:nvPicPr>
        <p:blipFill rotWithShape="1">
          <a:blip r:embed="rId7">
            <a:alphaModFix/>
          </a:blip>
          <a:srcRect/>
          <a:stretch/>
        </p:blipFill>
        <p:spPr>
          <a:xfrm>
            <a:off x="13290837" y="7088704"/>
            <a:ext cx="934809" cy="980679"/>
          </a:xfrm>
          <a:prstGeom prst="rect">
            <a:avLst/>
          </a:prstGeom>
          <a:noFill/>
          <a:ln>
            <a:noFill/>
          </a:ln>
        </p:spPr>
      </p:pic>
      <p:sp>
        <p:nvSpPr>
          <p:cNvPr id="3" name="Brandline_LVC">
            <a:extLst>
              <a:ext uri="{FF2B5EF4-FFF2-40B4-BE49-F238E27FC236}">
                <a16:creationId xmlns:a16="http://schemas.microsoft.com/office/drawing/2014/main" id="{C1F53694-A912-71AD-81BF-327D4D0F9F9E}"/>
              </a:ext>
            </a:extLst>
          </p:cNvPr>
          <p:cNvSpPr/>
          <p:nvPr/>
        </p:nvSpPr>
        <p:spPr>
          <a:xfrm>
            <a:off x="3479800" y="816324"/>
            <a:ext cx="9298860"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45"/>
        <p:cNvGrpSpPr/>
        <p:nvPr/>
      </p:nvGrpSpPr>
      <p:grpSpPr>
        <a:xfrm>
          <a:off x="0" y="0"/>
          <a:ext cx="0" cy="0"/>
          <a:chOff x="0" y="0"/>
          <a:chExt cx="0" cy="0"/>
        </a:xfrm>
      </p:grpSpPr>
      <p:sp>
        <p:nvSpPr>
          <p:cNvPr id="246" name="Google Shape;246;p36"/>
          <p:cNvSpPr txBox="1">
            <a:spLocks noGrp="1"/>
          </p:cNvSpPr>
          <p:nvPr>
            <p:ph type="body" idx="10"/>
          </p:nvPr>
        </p:nvSpPr>
        <p:spPr>
          <a:xfrm>
            <a:off x="0" y="4114800"/>
            <a:ext cx="16256001" cy="914400"/>
          </a:xfrm>
          <a:noFill/>
          <a:ln>
            <a:noFill/>
          </a:ln>
        </p:spPr>
        <p:txBody>
          <a:bodyPr spcFirstLastPara="1" wrap="square" lIns="91425" tIns="45700" rIns="91425" bIns="45700" anchor="ctr" anchorCtr="0">
            <a:normAutofit/>
          </a:bodyPr>
          <a:lstStyle/>
          <a:p>
            <a:pPr lvl="0"/>
            <a:r>
              <a:rPr lang="en-US">
                <a:sym typeface="Open Sans"/>
              </a:rPr>
              <a:t>Big Data Analytics</a:t>
            </a: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51"/>
        <p:cNvGrpSpPr/>
        <p:nvPr/>
      </p:nvGrpSpPr>
      <p:grpSpPr>
        <a:xfrm>
          <a:off x="0" y="0"/>
          <a:ext cx="0" cy="0"/>
          <a:chOff x="0" y="0"/>
          <a:chExt cx="0" cy="0"/>
        </a:xfrm>
      </p:grpSpPr>
      <p:sp>
        <p:nvSpPr>
          <p:cNvPr id="252" name="Google Shape;252;p37"/>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a:latin typeface="Open Sans"/>
                <a:ea typeface="Open Sans"/>
                <a:cs typeface="Open Sans"/>
                <a:sym typeface="Open Sans"/>
              </a:rPr>
              <a:t>The Solution: Big Data Analytics</a:t>
            </a:r>
            <a:endParaRPr sz="2800">
              <a:latin typeface="Open Sans"/>
              <a:ea typeface="Open Sans"/>
              <a:cs typeface="Open Sans"/>
              <a:sym typeface="Open Sans"/>
            </a:endParaRPr>
          </a:p>
        </p:txBody>
      </p:sp>
      <p:cxnSp>
        <p:nvCxnSpPr>
          <p:cNvPr id="253" name="Google Shape;253;p37"/>
          <p:cNvCxnSpPr>
            <a:cxnSpLocks/>
          </p:cNvCxnSpPr>
          <p:nvPr/>
        </p:nvCxnSpPr>
        <p:spPr>
          <a:xfrm>
            <a:off x="4690262" y="1268446"/>
            <a:ext cx="0" cy="6795339"/>
          </a:xfrm>
          <a:prstGeom prst="straightConnector1">
            <a:avLst/>
          </a:prstGeom>
          <a:noFill/>
          <a:ln w="9525" cap="flat" cmpd="sng">
            <a:solidFill>
              <a:srgbClr val="3F3F3F"/>
            </a:solidFill>
            <a:prstDash val="solid"/>
            <a:miter lim="800000"/>
            <a:headEnd type="diamond" w="med" len="med"/>
            <a:tailEnd type="diamond" w="med" len="med"/>
          </a:ln>
        </p:spPr>
      </p:cxnSp>
      <p:pic>
        <p:nvPicPr>
          <p:cNvPr id="254" name="Google Shape;254;p37"/>
          <p:cNvPicPr preferRelativeResize="0"/>
          <p:nvPr/>
        </p:nvPicPr>
        <p:blipFill rotWithShape="1">
          <a:blip r:embed="rId3">
            <a:alphaModFix/>
          </a:blip>
          <a:srcRect/>
          <a:stretch/>
        </p:blipFill>
        <p:spPr>
          <a:xfrm>
            <a:off x="1539909" y="3883812"/>
            <a:ext cx="2219277" cy="1564607"/>
          </a:xfrm>
          <a:prstGeom prst="rect">
            <a:avLst/>
          </a:prstGeom>
          <a:noFill/>
          <a:ln>
            <a:noFill/>
          </a:ln>
        </p:spPr>
      </p:pic>
      <p:grpSp>
        <p:nvGrpSpPr>
          <p:cNvPr id="4" name="Group 3">
            <a:extLst>
              <a:ext uri="{FF2B5EF4-FFF2-40B4-BE49-F238E27FC236}">
                <a16:creationId xmlns:a16="http://schemas.microsoft.com/office/drawing/2014/main" id="{7D02BE9A-EF08-DB46-BB99-FEBA9E3388EF}"/>
              </a:ext>
            </a:extLst>
          </p:cNvPr>
          <p:cNvGrpSpPr/>
          <p:nvPr/>
        </p:nvGrpSpPr>
        <p:grpSpPr>
          <a:xfrm>
            <a:off x="5301290" y="1564385"/>
            <a:ext cx="10655289" cy="6203460"/>
            <a:chOff x="5301290" y="1705487"/>
            <a:chExt cx="10655289" cy="6203460"/>
          </a:xfrm>
        </p:grpSpPr>
        <p:sp>
          <p:nvSpPr>
            <p:cNvPr id="255" name="Google Shape;255;p37"/>
            <p:cNvSpPr/>
            <p:nvPr/>
          </p:nvSpPr>
          <p:spPr>
            <a:xfrm>
              <a:off x="5301290" y="1705487"/>
              <a:ext cx="10655289" cy="980679"/>
            </a:xfrm>
            <a:prstGeom prst="roundRect">
              <a:avLst>
                <a:gd name="adj" fmla="val 16667"/>
              </a:avLst>
            </a:prstGeom>
            <a:solidFill>
              <a:srgbClr val="DDEAF6"/>
            </a:solidFill>
            <a:ln w="25400" cap="flat" cmpd="sng">
              <a:solidFill>
                <a:srgbClr val="76ABDC"/>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The decision-making is based on what users know which in turn is based on data analytics.</a:t>
              </a:r>
              <a:endParaRPr sz="1400" b="0" i="0" u="none" strike="noStrike" cap="none">
                <a:solidFill>
                  <a:srgbClr val="3F3F3F"/>
                </a:solidFill>
                <a:latin typeface="Arial"/>
                <a:ea typeface="Arial"/>
                <a:cs typeface="Arial"/>
                <a:sym typeface="Arial"/>
              </a:endParaRPr>
            </a:p>
          </p:txBody>
        </p:sp>
        <p:sp>
          <p:nvSpPr>
            <p:cNvPr id="256" name="Google Shape;256;p37"/>
            <p:cNvSpPr/>
            <p:nvPr/>
          </p:nvSpPr>
          <p:spPr>
            <a:xfrm>
              <a:off x="5301290" y="3011182"/>
              <a:ext cx="10655289" cy="980679"/>
            </a:xfrm>
            <a:prstGeom prst="roundRect">
              <a:avLst>
                <a:gd name="adj" fmla="val 16667"/>
              </a:avLst>
            </a:prstGeom>
            <a:solidFill>
              <a:srgbClr val="F7CAAC"/>
            </a:solidFill>
            <a:ln w="25400" cap="flat" cmpd="sng">
              <a:solidFill>
                <a:srgbClr val="F2A36E"/>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It provides a comprehensive view of the overall picture which is a result of analyzing data from various sources.</a:t>
              </a:r>
              <a:endParaRPr sz="1400" b="0" i="0" u="none" strike="noStrike" cap="none">
                <a:solidFill>
                  <a:srgbClr val="3F3F3F"/>
                </a:solidFill>
                <a:latin typeface="Arial"/>
                <a:ea typeface="Arial"/>
                <a:cs typeface="Arial"/>
                <a:sym typeface="Arial"/>
              </a:endParaRPr>
            </a:p>
          </p:txBody>
        </p:sp>
        <p:sp>
          <p:nvSpPr>
            <p:cNvPr id="257" name="Google Shape;257;p37"/>
            <p:cNvSpPr/>
            <p:nvPr/>
          </p:nvSpPr>
          <p:spPr>
            <a:xfrm>
              <a:off x="5301290" y="4316877"/>
              <a:ext cx="10655289" cy="980679"/>
            </a:xfrm>
            <a:prstGeom prst="roundRect">
              <a:avLst>
                <a:gd name="adj" fmla="val 16667"/>
              </a:avLst>
            </a:prstGeom>
            <a:solidFill>
              <a:srgbClr val="DDEAF6"/>
            </a:solidFill>
            <a:ln w="25400" cap="flat" cmpd="sng">
              <a:solidFill>
                <a:srgbClr val="76ABDC"/>
              </a:solidFill>
              <a:prstDash val="solid"/>
              <a:miter lim="800000"/>
              <a:headEnd type="none" w="sm" len="sm"/>
              <a:tailEnd type="none" w="sm" len="sm"/>
            </a:ln>
          </p:spPr>
          <p:txBody>
            <a:bodyPr spcFirstLastPara="1" wrap="square" lIns="91425" tIns="216000" rIns="91425" bIns="45700" anchor="t" anchorCtr="0">
              <a:noAutofit/>
            </a:bodyPr>
            <a:lstStyle/>
            <a:p>
              <a:pPr marL="0" marR="0" lvl="0" indent="0" algn="l"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It provides streamlined decision-making from top to bottom.</a:t>
              </a:r>
              <a:endParaRPr sz="1400" b="0" i="0" u="none" strike="noStrike" cap="none">
                <a:solidFill>
                  <a:srgbClr val="000000"/>
                </a:solidFill>
                <a:latin typeface="Arial"/>
                <a:ea typeface="Arial"/>
                <a:cs typeface="Arial"/>
                <a:sym typeface="Arial"/>
              </a:endParaRPr>
            </a:p>
          </p:txBody>
        </p:sp>
        <p:sp>
          <p:nvSpPr>
            <p:cNvPr id="258" name="Google Shape;258;p37"/>
            <p:cNvSpPr/>
            <p:nvPr/>
          </p:nvSpPr>
          <p:spPr>
            <a:xfrm>
              <a:off x="5301290" y="5622572"/>
              <a:ext cx="10655289" cy="980679"/>
            </a:xfrm>
            <a:prstGeom prst="roundRect">
              <a:avLst>
                <a:gd name="adj" fmla="val 16667"/>
              </a:avLst>
            </a:prstGeom>
            <a:solidFill>
              <a:srgbClr val="F7CAAC"/>
            </a:solidFill>
            <a:ln w="25400" cap="flat" cmpd="sng">
              <a:solidFill>
                <a:srgbClr val="F2A16A"/>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lnSpc>
                  <a:spcPct val="2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Big data analytics helps in analyzing unstructured data.</a:t>
              </a:r>
              <a:endParaRPr sz="1400" b="0" i="0" u="none" strike="noStrike" cap="none">
                <a:solidFill>
                  <a:srgbClr val="3F3F3F"/>
                </a:solidFill>
                <a:latin typeface="Arial"/>
                <a:ea typeface="Arial"/>
                <a:cs typeface="Arial"/>
                <a:sym typeface="Arial"/>
              </a:endParaRPr>
            </a:p>
          </p:txBody>
        </p:sp>
        <p:sp>
          <p:nvSpPr>
            <p:cNvPr id="259" name="Google Shape;259;p37"/>
            <p:cNvSpPr/>
            <p:nvPr/>
          </p:nvSpPr>
          <p:spPr>
            <a:xfrm>
              <a:off x="5301290" y="6928268"/>
              <a:ext cx="10655289" cy="980679"/>
            </a:xfrm>
            <a:prstGeom prst="roundRect">
              <a:avLst>
                <a:gd name="adj" fmla="val 16667"/>
              </a:avLst>
            </a:prstGeom>
            <a:solidFill>
              <a:srgbClr val="DDEAF6"/>
            </a:solidFill>
            <a:ln w="25400" cap="flat" cmpd="sng">
              <a:solidFill>
                <a:srgbClr val="76ABDC"/>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It helps in faster decision-making thus improving the competitive advantage and saving time and energy.</a:t>
              </a:r>
              <a:endParaRPr sz="1400" b="0" i="0" u="none" strike="noStrike" cap="none">
                <a:solidFill>
                  <a:srgbClr val="3F3F3F"/>
                </a:solidFill>
                <a:latin typeface="Arial"/>
                <a:ea typeface="Arial"/>
                <a:cs typeface="Arial"/>
                <a:sym typeface="Arial"/>
              </a:endParaRPr>
            </a:p>
          </p:txBody>
        </p:sp>
      </p:grpSp>
      <p:sp>
        <p:nvSpPr>
          <p:cNvPr id="3" name="Brandline_LVC">
            <a:extLst>
              <a:ext uri="{FF2B5EF4-FFF2-40B4-BE49-F238E27FC236}">
                <a16:creationId xmlns:a16="http://schemas.microsoft.com/office/drawing/2014/main" id="{FE7ED2EC-2580-5F8B-9445-C12506C4E36F}"/>
              </a:ext>
            </a:extLst>
          </p:cNvPr>
          <p:cNvSpPr/>
          <p:nvPr/>
        </p:nvSpPr>
        <p:spPr>
          <a:xfrm>
            <a:off x="4622800" y="816324"/>
            <a:ext cx="7014845"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66"/>
        <p:cNvGrpSpPr/>
        <p:nvPr/>
      </p:nvGrpSpPr>
      <p:grpSpPr>
        <a:xfrm>
          <a:off x="0" y="0"/>
          <a:ext cx="0" cy="0"/>
          <a:chOff x="0" y="0"/>
          <a:chExt cx="0" cy="0"/>
        </a:xfrm>
      </p:grpSpPr>
      <p:sp>
        <p:nvSpPr>
          <p:cNvPr id="267" name="Google Shape;267;p39"/>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dirty="0">
                <a:latin typeface="Open Sans"/>
                <a:ea typeface="Open Sans"/>
                <a:cs typeface="Open Sans"/>
                <a:sym typeface="Open Sans"/>
              </a:rPr>
              <a:t>Big Data Analytics Pipeline</a:t>
            </a:r>
            <a:endParaRPr sz="2800" dirty="0">
              <a:latin typeface="Open Sans"/>
              <a:ea typeface="Open Sans"/>
              <a:cs typeface="Open Sans"/>
              <a:sym typeface="Open Sans"/>
            </a:endParaRPr>
          </a:p>
        </p:txBody>
      </p:sp>
      <p:pic>
        <p:nvPicPr>
          <p:cNvPr id="268" name="Google Shape;268;p39" descr="A screenshot of a video game&#10;&#10;Description automatically generated"/>
          <p:cNvPicPr preferRelativeResize="0"/>
          <p:nvPr/>
        </p:nvPicPr>
        <p:blipFill rotWithShape="1">
          <a:blip r:embed="rId3">
            <a:alphaModFix/>
          </a:blip>
          <a:srcRect/>
          <a:stretch/>
        </p:blipFill>
        <p:spPr>
          <a:xfrm>
            <a:off x="4066989" y="2315339"/>
            <a:ext cx="8122021" cy="5791199"/>
          </a:xfrm>
          <a:prstGeom prst="rect">
            <a:avLst/>
          </a:prstGeom>
          <a:solidFill>
            <a:srgbClr val="FBE4D4"/>
          </a:solidFill>
          <a:ln>
            <a:noFill/>
          </a:ln>
        </p:spPr>
      </p:pic>
      <p:cxnSp>
        <p:nvCxnSpPr>
          <p:cNvPr id="269" name="Google Shape;269;p39"/>
          <p:cNvCxnSpPr/>
          <p:nvPr/>
        </p:nvCxnSpPr>
        <p:spPr>
          <a:xfrm>
            <a:off x="5827507" y="1519066"/>
            <a:ext cx="0" cy="5338934"/>
          </a:xfrm>
          <a:prstGeom prst="straightConnector1">
            <a:avLst/>
          </a:prstGeom>
          <a:noFill/>
          <a:ln w="38100" cap="flat" cmpd="sng">
            <a:solidFill>
              <a:schemeClr val="lt1"/>
            </a:solidFill>
            <a:prstDash val="solid"/>
            <a:miter lim="800000"/>
            <a:headEnd type="none" w="sm" len="sm"/>
            <a:tailEnd type="none" w="sm" len="sm"/>
          </a:ln>
        </p:spPr>
      </p:cxnSp>
      <p:sp>
        <p:nvSpPr>
          <p:cNvPr id="271" name="Google Shape;271;p39"/>
          <p:cNvSpPr txBox="1"/>
          <p:nvPr/>
        </p:nvSpPr>
        <p:spPr>
          <a:xfrm>
            <a:off x="1754094" y="1237255"/>
            <a:ext cx="12747812" cy="846514"/>
          </a:xfrm>
          <a:prstGeom prst="rect">
            <a:avLst/>
          </a:prstGeom>
          <a:noFill/>
          <a:ln>
            <a:noFill/>
          </a:ln>
        </p:spPr>
        <p:txBody>
          <a:bodyPr spcFirstLastPara="1" wrap="square" lIns="91425" tIns="45700" rIns="91425" bIns="45700" anchor="t" anchorCtr="0">
            <a:spAutoFit/>
          </a:bodyPr>
          <a:lstStyle/>
          <a:p>
            <a:pPr marL="0" marR="0" lvl="0" indent="0" algn="ctr" rtl="0">
              <a:lnSpc>
                <a:spcPct val="115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A data pipeline is a series of steps that ingest raw data from multiple sources and transfer the data to a destination for storage and analysis.</a:t>
            </a:r>
            <a:endParaRPr sz="2200" b="0" i="0" u="none" strike="noStrike" cap="none">
              <a:solidFill>
                <a:srgbClr val="3F3F3F"/>
              </a:solidFill>
              <a:latin typeface="Open Sans"/>
              <a:ea typeface="Open Sans"/>
              <a:cs typeface="Open Sans"/>
              <a:sym typeface="Open Sans"/>
            </a:endParaRPr>
          </a:p>
        </p:txBody>
      </p:sp>
      <p:sp>
        <p:nvSpPr>
          <p:cNvPr id="3" name="Brandline_LVC">
            <a:extLst>
              <a:ext uri="{FF2B5EF4-FFF2-40B4-BE49-F238E27FC236}">
                <a16:creationId xmlns:a16="http://schemas.microsoft.com/office/drawing/2014/main" id="{BED78492-0F4E-B03D-D56E-46CA9E7D9503}"/>
              </a:ext>
            </a:extLst>
          </p:cNvPr>
          <p:cNvSpPr/>
          <p:nvPr/>
        </p:nvSpPr>
        <p:spPr>
          <a:xfrm>
            <a:off x="5181600" y="816324"/>
            <a:ext cx="5901610"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275"/>
        <p:cNvGrpSpPr/>
        <p:nvPr/>
      </p:nvGrpSpPr>
      <p:grpSpPr>
        <a:xfrm>
          <a:off x="0" y="0"/>
          <a:ext cx="0" cy="0"/>
          <a:chOff x="0" y="0"/>
          <a:chExt cx="0" cy="0"/>
        </a:xfrm>
      </p:grpSpPr>
      <p:sp>
        <p:nvSpPr>
          <p:cNvPr id="276" name="Google Shape;276;p5"/>
          <p:cNvSpPr txBox="1">
            <a:spLocks noGrp="1"/>
          </p:cNvSpPr>
          <p:nvPr>
            <p:ph type="body" idx="10"/>
          </p:nvPr>
        </p:nvSpPr>
        <p:spPr>
          <a:xfrm>
            <a:off x="0" y="4114800"/>
            <a:ext cx="16256001" cy="914400"/>
          </a:xfrm>
          <a:noFill/>
          <a:ln>
            <a:noFill/>
          </a:ln>
        </p:spPr>
        <p:txBody>
          <a:bodyPr spcFirstLastPara="1" wrap="square" lIns="91425" tIns="91425" rIns="91425" bIns="91425" anchor="ctr" anchorCtr="0">
            <a:noAutofit/>
          </a:bodyPr>
          <a:lstStyle/>
          <a:p>
            <a:pPr lvl="0"/>
            <a:r>
              <a:rPr lang="en-US"/>
              <a:t>Case Study: Big Data Using NVIDIA Jetson Camera</a:t>
            </a: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81"/>
        <p:cNvGrpSpPr/>
        <p:nvPr/>
      </p:nvGrpSpPr>
      <p:grpSpPr>
        <a:xfrm>
          <a:off x="0" y="0"/>
          <a:ext cx="0" cy="0"/>
          <a:chOff x="0" y="0"/>
          <a:chExt cx="0" cy="0"/>
        </a:xfrm>
      </p:grpSpPr>
      <p:sp>
        <p:nvSpPr>
          <p:cNvPr id="282" name="Google Shape;282;p6"/>
          <p:cNvSpPr txBox="1">
            <a:spLocks noGrp="1"/>
          </p:cNvSpPr>
          <p:nvPr>
            <p:ph type="title"/>
          </p:nvPr>
        </p:nvSpPr>
        <p:spPr>
          <a:prstGeom prst="rect">
            <a:avLst/>
          </a:prstGeom>
          <a:noFill/>
          <a:ln>
            <a:noFill/>
          </a:ln>
        </p:spPr>
        <p:txBody>
          <a:bodyPr spcFirstLastPara="1" wrap="square" lIns="91425" tIns="45700" rIns="91425" bIns="45700" anchor="ctr" anchorCtr="0">
            <a:noAutofit/>
          </a:bodyPr>
          <a:lstStyle/>
          <a:p>
            <a:pPr marL="0" marR="0" lvl="0" indent="0" algn="ctr" rtl="0">
              <a:lnSpc>
                <a:spcPct val="90000"/>
              </a:lnSpc>
              <a:spcBef>
                <a:spcPts val="0"/>
              </a:spcBef>
              <a:spcAft>
                <a:spcPts val="0"/>
              </a:spcAft>
              <a:buClr>
                <a:srgbClr val="3F3F3F"/>
              </a:buClr>
              <a:buSzPts val="3200"/>
              <a:buFont typeface="Open Sans ExtraBold"/>
              <a:buNone/>
            </a:pPr>
            <a:r>
              <a:rPr lang="en-US" sz="2800" dirty="0">
                <a:latin typeface="Open Sans"/>
                <a:ea typeface="Open Sans"/>
                <a:cs typeface="Open Sans"/>
                <a:sym typeface="Open Sans"/>
              </a:rPr>
              <a:t>Big Data Using NVIDIA Jetson Camera</a:t>
            </a:r>
            <a:endParaRPr sz="2800" dirty="0">
              <a:latin typeface="Open Sans"/>
              <a:ea typeface="Open Sans"/>
              <a:cs typeface="Open Sans"/>
              <a:sym typeface="Open Sans"/>
            </a:endParaRPr>
          </a:p>
        </p:txBody>
      </p:sp>
      <p:pic>
        <p:nvPicPr>
          <p:cNvPr id="284" name="Google Shape;284;p6" descr="A picture containing text, circuit, electronics&#10;&#10;Description automatically generated"/>
          <p:cNvPicPr preferRelativeResize="0"/>
          <p:nvPr/>
        </p:nvPicPr>
        <p:blipFill rotWithShape="1">
          <a:blip r:embed="rId3">
            <a:alphaModFix/>
          </a:blip>
          <a:srcRect/>
          <a:stretch/>
        </p:blipFill>
        <p:spPr>
          <a:xfrm>
            <a:off x="5080313" y="3789147"/>
            <a:ext cx="6095253" cy="3703529"/>
          </a:xfrm>
          <a:prstGeom prst="roundRect">
            <a:avLst>
              <a:gd name="adj" fmla="val 8437"/>
            </a:avLst>
          </a:prstGeom>
          <a:noFill/>
          <a:ln w="12700" cap="flat" cmpd="sng">
            <a:solidFill>
              <a:srgbClr val="002060"/>
            </a:solidFill>
            <a:prstDash val="solid"/>
            <a:round/>
            <a:headEnd type="none" w="sm" len="sm"/>
            <a:tailEnd type="none" w="sm" len="sm"/>
          </a:ln>
          <a:effectLst>
            <a:outerShdw blurRad="50800" dist="38100" dir="2700000" algn="tl" rotWithShape="0">
              <a:srgbClr val="000000">
                <a:alpha val="40000"/>
              </a:srgbClr>
            </a:outerShdw>
          </a:effectLst>
        </p:spPr>
      </p:pic>
      <p:sp>
        <p:nvSpPr>
          <p:cNvPr id="285" name="Google Shape;285;p6"/>
          <p:cNvSpPr txBox="1"/>
          <p:nvPr/>
        </p:nvSpPr>
        <p:spPr>
          <a:xfrm>
            <a:off x="1009785" y="1236666"/>
            <a:ext cx="14236430" cy="1260305"/>
          </a:xfrm>
          <a:prstGeom prst="rect">
            <a:avLst/>
          </a:prstGeom>
          <a:noFill/>
          <a:ln>
            <a:noFill/>
          </a:ln>
        </p:spPr>
        <p:txBody>
          <a:bodyPr spcFirstLastPara="1" wrap="square" lIns="91425" tIns="45700" rIns="91425" bIns="45700" anchor="t" anchorCtr="0">
            <a:spAutoFit/>
          </a:bodyPr>
          <a:lstStyle/>
          <a:p>
            <a:pPr marL="0" marR="0" lvl="0" indent="0" algn="ctr" rtl="0">
              <a:lnSpc>
                <a:spcPct val="115000"/>
              </a:lnSpc>
              <a:spcBef>
                <a:spcPts val="0"/>
              </a:spcBef>
              <a:spcAft>
                <a:spcPts val="0"/>
              </a:spcAft>
              <a:buClr>
                <a:srgbClr val="000000"/>
              </a:buClr>
              <a:buSzPts val="2200"/>
              <a:buFont typeface="Arial"/>
              <a:buNone/>
            </a:pPr>
            <a:r>
              <a:rPr lang="en-US" sz="2200" b="0" i="0" u="none" strike="noStrike" cap="none" dirty="0">
                <a:solidFill>
                  <a:srgbClr val="3F3F3F"/>
                </a:solidFill>
                <a:latin typeface="Open Sans"/>
                <a:ea typeface="Open Sans"/>
                <a:cs typeface="Open Sans"/>
                <a:sym typeface="Open Sans"/>
              </a:rPr>
              <a:t>A semiconductor manufacturing firm is testing chips in traditional ways. A total of 1.3 million chips are made, and a person is required to test and validate if the chips are ready to be dispatched to dealers.     </a:t>
            </a:r>
          </a:p>
          <a:p>
            <a:pPr marL="0" marR="0" lvl="0" indent="0" algn="ctr" rtl="0">
              <a:lnSpc>
                <a:spcPct val="115000"/>
              </a:lnSpc>
              <a:spcBef>
                <a:spcPts val="0"/>
              </a:spcBef>
              <a:spcAft>
                <a:spcPts val="0"/>
              </a:spcAft>
              <a:buClr>
                <a:srgbClr val="000000"/>
              </a:buClr>
              <a:buSzPts val="2200"/>
              <a:buFont typeface="Arial"/>
              <a:buNone/>
            </a:pPr>
            <a:r>
              <a:rPr lang="en-US" sz="2200" b="0" i="0" u="none" strike="noStrike" cap="none" dirty="0">
                <a:solidFill>
                  <a:srgbClr val="3F3F3F"/>
                </a:solidFill>
                <a:latin typeface="Open Sans"/>
                <a:ea typeface="Open Sans"/>
                <a:cs typeface="Open Sans"/>
                <a:sym typeface="Open Sans"/>
              </a:rPr>
              <a:t> It takes nearly 8 minutes to test a chip, and the company wants to reduce this time to increase production. </a:t>
            </a:r>
            <a:endParaRPr sz="2200" b="0" i="0" u="none" strike="noStrike" cap="none" dirty="0">
              <a:solidFill>
                <a:srgbClr val="3F3F3F"/>
              </a:solidFill>
              <a:latin typeface="Arial"/>
              <a:ea typeface="Arial"/>
              <a:cs typeface="Arial"/>
              <a:sym typeface="Arial"/>
            </a:endParaRPr>
          </a:p>
        </p:txBody>
      </p:sp>
      <p:sp>
        <p:nvSpPr>
          <p:cNvPr id="3" name="Brandline_LVC">
            <a:extLst>
              <a:ext uri="{FF2B5EF4-FFF2-40B4-BE49-F238E27FC236}">
                <a16:creationId xmlns:a16="http://schemas.microsoft.com/office/drawing/2014/main" id="{4328FB6D-A4CF-4B6C-EC97-E2C70AB7CD5E}"/>
              </a:ext>
            </a:extLst>
          </p:cNvPr>
          <p:cNvSpPr/>
          <p:nvPr/>
        </p:nvSpPr>
        <p:spPr>
          <a:xfrm>
            <a:off x="4013200" y="816324"/>
            <a:ext cx="8245157"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89"/>
        <p:cNvGrpSpPr/>
        <p:nvPr/>
      </p:nvGrpSpPr>
      <p:grpSpPr>
        <a:xfrm>
          <a:off x="0" y="0"/>
          <a:ext cx="0" cy="0"/>
          <a:chOff x="0" y="0"/>
          <a:chExt cx="0" cy="0"/>
        </a:xfrm>
      </p:grpSpPr>
      <p:sp>
        <p:nvSpPr>
          <p:cNvPr id="290" name="Google Shape;290;p20"/>
          <p:cNvSpPr/>
          <p:nvPr/>
        </p:nvSpPr>
        <p:spPr>
          <a:xfrm>
            <a:off x="6966437" y="2927031"/>
            <a:ext cx="8301318" cy="3627425"/>
          </a:xfrm>
          <a:prstGeom prst="roundRect">
            <a:avLst>
              <a:gd name="adj" fmla="val 5490"/>
            </a:avLst>
          </a:prstGeom>
          <a:solidFill>
            <a:schemeClr val="lt1"/>
          </a:solidFill>
          <a:ln w="25400" cap="flat" cmpd="sng">
            <a:solidFill>
              <a:srgbClr val="42719B"/>
            </a:solidFill>
            <a:prstDash val="solid"/>
            <a:round/>
            <a:headEnd type="none" w="sm" len="sm"/>
            <a:tailEnd type="none" w="sm" len="sm"/>
          </a:ln>
        </p:spPr>
        <p:txBody>
          <a:bodyPr spcFirstLastPara="1" wrap="square" lIns="91425" tIns="45700" rIns="91425" bIns="45700" anchor="ctr" anchorCtr="0">
            <a:noAutofit/>
          </a:bodyPr>
          <a:lstStyle/>
          <a:p>
            <a:pPr marL="571500" marR="0" lvl="0" indent="-342900" algn="l" rtl="0">
              <a:lnSpc>
                <a:spcPct val="150000"/>
              </a:lnSpc>
              <a:spcBef>
                <a:spcPts val="0"/>
              </a:spcBef>
              <a:spcAft>
                <a:spcPts val="0"/>
              </a:spcAft>
              <a:buClr>
                <a:srgbClr val="000000"/>
              </a:buClr>
              <a:buSzPts val="2200"/>
              <a:buFont typeface="Arial"/>
              <a:buChar char="•"/>
            </a:pPr>
            <a:r>
              <a:rPr lang="en-US" sz="2200" b="0" i="0" u="none" strike="noStrike" cap="none" dirty="0">
                <a:solidFill>
                  <a:srgbClr val="3F3F3F"/>
                </a:solidFill>
                <a:latin typeface="Open Sans"/>
                <a:ea typeface="Open Sans"/>
                <a:cs typeface="Open Sans"/>
                <a:sym typeface="Open Sans"/>
              </a:rPr>
              <a:t>The company installed six NVIDIA Jetson cameras in the testing utility to create a fully automated system for </a:t>
            </a:r>
            <a:br>
              <a:rPr lang="en-US" sz="2200" b="0" i="0" u="none" strike="noStrike" cap="none" dirty="0">
                <a:solidFill>
                  <a:srgbClr val="3F3F3F"/>
                </a:solidFill>
                <a:latin typeface="Open Sans"/>
                <a:ea typeface="Open Sans"/>
                <a:cs typeface="Open Sans"/>
                <a:sym typeface="Open Sans"/>
              </a:rPr>
            </a:br>
            <a:r>
              <a:rPr lang="en-US" sz="2200" b="0" i="0" u="none" strike="noStrike" cap="none" dirty="0">
                <a:solidFill>
                  <a:srgbClr val="3F3F3F"/>
                </a:solidFill>
                <a:latin typeface="Open Sans"/>
                <a:ea typeface="Open Sans"/>
                <a:cs typeface="Open Sans"/>
                <a:sym typeface="Open Sans"/>
              </a:rPr>
              <a:t>fast processing.</a:t>
            </a:r>
            <a:endParaRPr sz="1400" b="0" i="0" u="none" strike="noStrike" cap="none" dirty="0">
              <a:solidFill>
                <a:srgbClr val="000000"/>
              </a:solidFill>
              <a:latin typeface="Arial"/>
              <a:ea typeface="Arial"/>
              <a:cs typeface="Arial"/>
              <a:sym typeface="Arial"/>
            </a:endParaRPr>
          </a:p>
          <a:p>
            <a:pPr marL="571500" marR="0" lvl="0" indent="-203200" algn="l" rtl="0">
              <a:lnSpc>
                <a:spcPct val="150000"/>
              </a:lnSpc>
              <a:spcBef>
                <a:spcPts val="0"/>
              </a:spcBef>
              <a:spcAft>
                <a:spcPts val="0"/>
              </a:spcAft>
              <a:buClr>
                <a:srgbClr val="000000"/>
              </a:buClr>
              <a:buSzPts val="2200"/>
              <a:buFont typeface="Arial"/>
              <a:buNone/>
            </a:pPr>
            <a:endParaRPr sz="2200" b="0" i="0" u="none" strike="noStrike" cap="none" dirty="0">
              <a:solidFill>
                <a:srgbClr val="3F3F3F"/>
              </a:solidFill>
              <a:latin typeface="Open Sans"/>
              <a:ea typeface="Open Sans"/>
              <a:cs typeface="Open Sans"/>
              <a:sym typeface="Open Sans"/>
            </a:endParaRPr>
          </a:p>
          <a:p>
            <a:pPr marL="571500" marR="0" lvl="0" indent="-342900" algn="l" rtl="0">
              <a:lnSpc>
                <a:spcPct val="150000"/>
              </a:lnSpc>
              <a:spcBef>
                <a:spcPts val="0"/>
              </a:spcBef>
              <a:spcAft>
                <a:spcPts val="0"/>
              </a:spcAft>
              <a:buClr>
                <a:srgbClr val="000000"/>
              </a:buClr>
              <a:buSzPts val="2200"/>
              <a:buFont typeface="Arial"/>
              <a:buChar char="•"/>
            </a:pPr>
            <a:r>
              <a:rPr lang="en-US" sz="2200" b="0" i="0" u="none" strike="noStrike" cap="none" dirty="0">
                <a:solidFill>
                  <a:srgbClr val="3F3F3F"/>
                </a:solidFill>
                <a:latin typeface="Open Sans"/>
                <a:ea typeface="Open Sans"/>
                <a:cs typeface="Open Sans"/>
                <a:sym typeface="Open Sans"/>
              </a:rPr>
              <a:t>It captures real-time photos of chips and sends them to the Hadoop Big Data pipeline for processing.</a:t>
            </a:r>
            <a:endParaRPr lang="en-IN" sz="2200" b="0" i="0" u="none" strike="noStrike" cap="none" dirty="0">
              <a:solidFill>
                <a:srgbClr val="3F3F3F"/>
              </a:solidFill>
              <a:latin typeface="Open Sans"/>
              <a:ea typeface="Open Sans"/>
              <a:cs typeface="Open Sans"/>
              <a:sym typeface="Open Sans"/>
            </a:endParaRPr>
          </a:p>
        </p:txBody>
      </p:sp>
      <p:sp>
        <p:nvSpPr>
          <p:cNvPr id="291" name="Google Shape;291;p20"/>
          <p:cNvSpPr txBox="1">
            <a:spLocks noGrp="1"/>
          </p:cNvSpPr>
          <p:nvPr>
            <p:ph type="title"/>
          </p:nvPr>
        </p:nvSpPr>
        <p:spPr>
          <a:prstGeom prst="rect">
            <a:avLst/>
          </a:prstGeom>
          <a:noFill/>
          <a:ln>
            <a:noFill/>
          </a:ln>
        </p:spPr>
        <p:txBody>
          <a:bodyPr spcFirstLastPara="1" wrap="square" lIns="91425" tIns="45700" rIns="91425" bIns="45700" anchor="ctr" anchorCtr="0">
            <a:noAutofit/>
          </a:bodyPr>
          <a:lstStyle/>
          <a:p>
            <a:pPr marL="0" marR="0" lvl="0" indent="0" algn="ctr" rtl="0">
              <a:lnSpc>
                <a:spcPct val="90000"/>
              </a:lnSpc>
              <a:spcBef>
                <a:spcPts val="0"/>
              </a:spcBef>
              <a:spcAft>
                <a:spcPts val="0"/>
              </a:spcAft>
              <a:buClr>
                <a:srgbClr val="3F3F3F"/>
              </a:buClr>
              <a:buSzPts val="3200"/>
              <a:buFont typeface="Open Sans ExtraBold"/>
              <a:buNone/>
            </a:pPr>
            <a:r>
              <a:rPr lang="en-US" sz="2800" dirty="0">
                <a:latin typeface="Open Sans"/>
                <a:ea typeface="Open Sans"/>
                <a:cs typeface="Open Sans"/>
                <a:sym typeface="Open Sans"/>
              </a:rPr>
              <a:t>Big Data Using NVIDIA Jetson Camera</a:t>
            </a:r>
            <a:endParaRPr sz="2800" dirty="0">
              <a:latin typeface="Open Sans"/>
              <a:ea typeface="Open Sans"/>
              <a:cs typeface="Open Sans"/>
              <a:sym typeface="Open Sans"/>
            </a:endParaRPr>
          </a:p>
        </p:txBody>
      </p:sp>
      <p:pic>
        <p:nvPicPr>
          <p:cNvPr id="292" name="Google Shape;292;p20"/>
          <p:cNvPicPr preferRelativeResize="0"/>
          <p:nvPr/>
        </p:nvPicPr>
        <p:blipFill rotWithShape="1">
          <a:blip r:embed="rId3">
            <a:alphaModFix/>
          </a:blip>
          <a:srcRect/>
          <a:stretch/>
        </p:blipFill>
        <p:spPr>
          <a:xfrm>
            <a:off x="673100" y="2641739"/>
            <a:ext cx="6293337" cy="4198009"/>
          </a:xfrm>
          <a:prstGeom prst="rect">
            <a:avLst/>
          </a:prstGeom>
          <a:noFill/>
          <a:ln>
            <a:noFill/>
          </a:ln>
        </p:spPr>
      </p:pic>
      <p:sp>
        <p:nvSpPr>
          <p:cNvPr id="3" name="Brandline_LVC">
            <a:extLst>
              <a:ext uri="{FF2B5EF4-FFF2-40B4-BE49-F238E27FC236}">
                <a16:creationId xmlns:a16="http://schemas.microsoft.com/office/drawing/2014/main" id="{F4B751AC-92C0-0514-4DB1-3DE78BC94397}"/>
              </a:ext>
            </a:extLst>
          </p:cNvPr>
          <p:cNvSpPr/>
          <p:nvPr/>
        </p:nvSpPr>
        <p:spPr>
          <a:xfrm>
            <a:off x="4013200" y="816324"/>
            <a:ext cx="8245157"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297"/>
        <p:cNvGrpSpPr/>
        <p:nvPr/>
      </p:nvGrpSpPr>
      <p:grpSpPr>
        <a:xfrm>
          <a:off x="0" y="0"/>
          <a:ext cx="0" cy="0"/>
          <a:chOff x="0" y="0"/>
          <a:chExt cx="0" cy="0"/>
        </a:xfrm>
      </p:grpSpPr>
      <p:sp>
        <p:nvSpPr>
          <p:cNvPr id="298" name="Google Shape;298;p22"/>
          <p:cNvSpPr/>
          <p:nvPr/>
        </p:nvSpPr>
        <p:spPr>
          <a:xfrm>
            <a:off x="6966437" y="2927031"/>
            <a:ext cx="8301318" cy="3627425"/>
          </a:xfrm>
          <a:prstGeom prst="roundRect">
            <a:avLst>
              <a:gd name="adj" fmla="val 5490"/>
            </a:avLst>
          </a:prstGeom>
          <a:solidFill>
            <a:schemeClr val="lt1"/>
          </a:solidFill>
          <a:ln w="25400" cap="flat" cmpd="sng">
            <a:solidFill>
              <a:srgbClr val="42719B"/>
            </a:solidFill>
            <a:prstDash val="solid"/>
            <a:round/>
            <a:headEnd type="none" w="sm" len="sm"/>
            <a:tailEnd type="none" w="sm" len="sm"/>
          </a:ln>
        </p:spPr>
        <p:txBody>
          <a:bodyPr spcFirstLastPara="1" wrap="square" lIns="91425" tIns="45700" rIns="91425" bIns="45700" anchor="ctr" anchorCtr="0">
            <a:noAutofit/>
          </a:bodyPr>
          <a:lstStyle/>
          <a:p>
            <a:pPr marL="571500" marR="0" lvl="0" indent="-203200" algn="l" rtl="0">
              <a:lnSpc>
                <a:spcPct val="150000"/>
              </a:lnSpc>
              <a:spcBef>
                <a:spcPts val="0"/>
              </a:spcBef>
              <a:spcAft>
                <a:spcPts val="0"/>
              </a:spcAft>
              <a:buClr>
                <a:srgbClr val="000000"/>
              </a:buClr>
              <a:buSzPts val="2200"/>
              <a:buFont typeface="Arial"/>
              <a:buNone/>
            </a:pPr>
            <a:endParaRPr sz="2200" b="0" i="0" u="none" strike="noStrike" cap="none" dirty="0">
              <a:solidFill>
                <a:srgbClr val="3F3F3F"/>
              </a:solidFill>
              <a:latin typeface="Open Sans"/>
              <a:ea typeface="Open Sans"/>
              <a:cs typeface="Open Sans"/>
              <a:sym typeface="Open Sans"/>
            </a:endParaRPr>
          </a:p>
          <a:p>
            <a:pPr marL="571500" marR="0" lvl="0" indent="-342900" algn="l" rtl="0">
              <a:lnSpc>
                <a:spcPct val="150000"/>
              </a:lnSpc>
              <a:spcBef>
                <a:spcPts val="0"/>
              </a:spcBef>
              <a:spcAft>
                <a:spcPts val="0"/>
              </a:spcAft>
              <a:buClr>
                <a:srgbClr val="000000"/>
              </a:buClr>
              <a:buSzPts val="2200"/>
              <a:buFont typeface="Arial"/>
              <a:buChar char="•"/>
            </a:pPr>
            <a:r>
              <a:rPr lang="en-US" sz="2200" b="0" i="0" u="none" strike="noStrike" cap="none" dirty="0">
                <a:solidFill>
                  <a:srgbClr val="3F3F3F"/>
                </a:solidFill>
                <a:latin typeface="Open Sans"/>
                <a:ea typeface="Open Sans"/>
                <a:cs typeface="Open Sans"/>
                <a:sym typeface="Open Sans"/>
              </a:rPr>
              <a:t>When images are received into the system, ETL is performed on them to remove noise and transform them into fixed pixel length images.</a:t>
            </a:r>
            <a:endParaRPr sz="1400" b="0" i="0" u="none" strike="noStrike" cap="none" dirty="0">
              <a:solidFill>
                <a:srgbClr val="000000"/>
              </a:solidFill>
              <a:latin typeface="Arial"/>
              <a:ea typeface="Arial"/>
              <a:cs typeface="Arial"/>
              <a:sym typeface="Arial"/>
            </a:endParaRPr>
          </a:p>
          <a:p>
            <a:pPr marL="571500" marR="0" lvl="0" indent="-203200" algn="l" rtl="0">
              <a:lnSpc>
                <a:spcPct val="150000"/>
              </a:lnSpc>
              <a:spcBef>
                <a:spcPts val="0"/>
              </a:spcBef>
              <a:spcAft>
                <a:spcPts val="0"/>
              </a:spcAft>
              <a:buClr>
                <a:srgbClr val="000000"/>
              </a:buClr>
              <a:buSzPts val="2200"/>
              <a:buFont typeface="Arial"/>
              <a:buNone/>
            </a:pPr>
            <a:endParaRPr sz="2200" b="0" i="0" u="none" strike="noStrike" cap="none" dirty="0">
              <a:solidFill>
                <a:srgbClr val="3F3F3F"/>
              </a:solidFill>
              <a:latin typeface="Open Sans"/>
              <a:ea typeface="Open Sans"/>
              <a:cs typeface="Open Sans"/>
              <a:sym typeface="Open Sans"/>
            </a:endParaRPr>
          </a:p>
          <a:p>
            <a:pPr marL="571500" marR="0" lvl="0" indent="-342900" algn="l" rtl="0">
              <a:lnSpc>
                <a:spcPct val="150000"/>
              </a:lnSpc>
              <a:spcBef>
                <a:spcPts val="0"/>
              </a:spcBef>
              <a:spcAft>
                <a:spcPts val="0"/>
              </a:spcAft>
              <a:buClr>
                <a:srgbClr val="000000"/>
              </a:buClr>
              <a:buSzPts val="2200"/>
              <a:buFont typeface="Arial"/>
              <a:buChar char="•"/>
            </a:pPr>
            <a:r>
              <a:rPr lang="en-US" sz="2200" b="0" i="0" u="none" strike="noStrike" cap="none" dirty="0">
                <a:solidFill>
                  <a:srgbClr val="3F3F3F"/>
                </a:solidFill>
                <a:latin typeface="Open Sans"/>
                <a:ea typeface="Open Sans"/>
                <a:cs typeface="Open Sans"/>
                <a:sym typeface="Open Sans"/>
              </a:rPr>
              <a:t>The images are then dumped into the Hadoop system for further processing.</a:t>
            </a:r>
            <a:endParaRPr lang="en-IN" sz="2200" b="0" i="0" u="none" strike="noStrike" cap="none" dirty="0">
              <a:solidFill>
                <a:srgbClr val="3F3F3F"/>
              </a:solidFill>
              <a:latin typeface="Open Sans"/>
              <a:ea typeface="Open Sans"/>
              <a:cs typeface="Open Sans"/>
              <a:sym typeface="Open Sans"/>
            </a:endParaRPr>
          </a:p>
          <a:p>
            <a:pPr marL="571500" marR="0" lvl="0" indent="-203200" algn="l" rtl="0">
              <a:lnSpc>
                <a:spcPct val="150000"/>
              </a:lnSpc>
              <a:spcBef>
                <a:spcPts val="0"/>
              </a:spcBef>
              <a:spcAft>
                <a:spcPts val="0"/>
              </a:spcAft>
              <a:buClr>
                <a:srgbClr val="000000"/>
              </a:buClr>
              <a:buSzPts val="2200"/>
              <a:buFont typeface="Arial"/>
              <a:buNone/>
            </a:pPr>
            <a:endParaRPr sz="2200" b="0" i="0" u="none" strike="noStrike" cap="none" dirty="0">
              <a:solidFill>
                <a:srgbClr val="3F3F3F"/>
              </a:solidFill>
              <a:latin typeface="Open Sans"/>
              <a:ea typeface="Open Sans"/>
              <a:cs typeface="Open Sans"/>
              <a:sym typeface="Open Sans"/>
            </a:endParaRPr>
          </a:p>
        </p:txBody>
      </p:sp>
      <p:sp>
        <p:nvSpPr>
          <p:cNvPr id="299" name="Google Shape;299;p22"/>
          <p:cNvSpPr txBox="1">
            <a:spLocks noGrp="1"/>
          </p:cNvSpPr>
          <p:nvPr>
            <p:ph type="title"/>
          </p:nvPr>
        </p:nvSpPr>
        <p:spPr>
          <a:prstGeom prst="rect">
            <a:avLst/>
          </a:prstGeom>
          <a:noFill/>
          <a:ln>
            <a:noFill/>
          </a:ln>
        </p:spPr>
        <p:txBody>
          <a:bodyPr spcFirstLastPara="1" wrap="square" lIns="91425" tIns="45700" rIns="91425" bIns="45700" anchor="ctr" anchorCtr="0">
            <a:noAutofit/>
          </a:bodyPr>
          <a:lstStyle/>
          <a:p>
            <a:pPr marL="0" marR="0" lvl="0" indent="0" algn="ctr" rtl="0">
              <a:lnSpc>
                <a:spcPct val="90000"/>
              </a:lnSpc>
              <a:spcBef>
                <a:spcPts val="0"/>
              </a:spcBef>
              <a:spcAft>
                <a:spcPts val="0"/>
              </a:spcAft>
              <a:buClr>
                <a:srgbClr val="3F3F3F"/>
              </a:buClr>
              <a:buSzPts val="3200"/>
              <a:buFont typeface="Open Sans ExtraBold"/>
              <a:buNone/>
            </a:pPr>
            <a:r>
              <a:rPr lang="en-US" sz="2800" dirty="0">
                <a:latin typeface="Open Sans"/>
                <a:ea typeface="Open Sans"/>
                <a:cs typeface="Open Sans"/>
                <a:sym typeface="Open Sans"/>
              </a:rPr>
              <a:t>Big Data Using NVIDIA Jetson Camera</a:t>
            </a:r>
            <a:endParaRPr sz="2800" dirty="0">
              <a:latin typeface="Open Sans"/>
              <a:ea typeface="Open Sans"/>
              <a:cs typeface="Open Sans"/>
              <a:sym typeface="Open Sans"/>
            </a:endParaRPr>
          </a:p>
        </p:txBody>
      </p:sp>
      <p:pic>
        <p:nvPicPr>
          <p:cNvPr id="300" name="Google Shape;300;p22"/>
          <p:cNvPicPr preferRelativeResize="0"/>
          <p:nvPr/>
        </p:nvPicPr>
        <p:blipFill rotWithShape="1">
          <a:blip r:embed="rId3">
            <a:alphaModFix/>
          </a:blip>
          <a:srcRect/>
          <a:stretch/>
        </p:blipFill>
        <p:spPr>
          <a:xfrm>
            <a:off x="673100" y="2641739"/>
            <a:ext cx="6293337" cy="4198009"/>
          </a:xfrm>
          <a:prstGeom prst="rect">
            <a:avLst/>
          </a:prstGeom>
          <a:noFill/>
          <a:ln>
            <a:noFill/>
          </a:ln>
        </p:spPr>
      </p:pic>
      <p:sp>
        <p:nvSpPr>
          <p:cNvPr id="3" name="Brandline_LVC">
            <a:extLst>
              <a:ext uri="{FF2B5EF4-FFF2-40B4-BE49-F238E27FC236}">
                <a16:creationId xmlns:a16="http://schemas.microsoft.com/office/drawing/2014/main" id="{9F8A3F77-4945-08F3-1E6F-9BE3CCE78074}"/>
              </a:ext>
            </a:extLst>
          </p:cNvPr>
          <p:cNvSpPr/>
          <p:nvPr/>
        </p:nvSpPr>
        <p:spPr>
          <a:xfrm>
            <a:off x="4013200" y="816324"/>
            <a:ext cx="8245157"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305"/>
        <p:cNvGrpSpPr/>
        <p:nvPr/>
      </p:nvGrpSpPr>
      <p:grpSpPr>
        <a:xfrm>
          <a:off x="0" y="0"/>
          <a:ext cx="0" cy="0"/>
          <a:chOff x="0" y="0"/>
          <a:chExt cx="0" cy="0"/>
        </a:xfrm>
      </p:grpSpPr>
      <p:sp>
        <p:nvSpPr>
          <p:cNvPr id="306" name="Google Shape;306;p86"/>
          <p:cNvSpPr/>
          <p:nvPr/>
        </p:nvSpPr>
        <p:spPr>
          <a:xfrm>
            <a:off x="6966437" y="2546151"/>
            <a:ext cx="8301318" cy="4389184"/>
          </a:xfrm>
          <a:prstGeom prst="roundRect">
            <a:avLst>
              <a:gd name="adj" fmla="val 5490"/>
            </a:avLst>
          </a:prstGeom>
          <a:solidFill>
            <a:schemeClr val="lt1"/>
          </a:solidFill>
          <a:ln w="25400" cap="flat" cmpd="sng">
            <a:solidFill>
              <a:srgbClr val="42719B"/>
            </a:solidFill>
            <a:prstDash val="solid"/>
            <a:round/>
            <a:headEnd type="none" w="sm" len="sm"/>
            <a:tailEnd type="none" w="sm" len="sm"/>
          </a:ln>
        </p:spPr>
        <p:txBody>
          <a:bodyPr spcFirstLastPara="1" wrap="square" lIns="91425" tIns="45700" rIns="91425" bIns="45700" anchor="ctr" anchorCtr="0">
            <a:noAutofit/>
          </a:bodyPr>
          <a:lstStyle/>
          <a:p>
            <a:pPr marL="571500" marR="0" lvl="0" indent="-342900" algn="l" rtl="0">
              <a:lnSpc>
                <a:spcPct val="150000"/>
              </a:lnSpc>
              <a:spcBef>
                <a:spcPts val="0"/>
              </a:spcBef>
              <a:spcAft>
                <a:spcPts val="0"/>
              </a:spcAft>
              <a:buClr>
                <a:srgbClr val="000000"/>
              </a:buClr>
              <a:buSzPts val="2200"/>
              <a:buFont typeface="Arial"/>
              <a:buChar char="•"/>
            </a:pPr>
            <a:r>
              <a:rPr lang="en-US" sz="2200" b="0" i="0" u="none" strike="noStrike" cap="none" dirty="0">
                <a:solidFill>
                  <a:srgbClr val="3F3F3F"/>
                </a:solidFill>
                <a:latin typeface="Open Sans"/>
                <a:ea typeface="Open Sans"/>
                <a:cs typeface="Open Sans"/>
                <a:sym typeface="Open Sans"/>
              </a:rPr>
              <a:t>If the Hadoop system rejects some images, the batch of chips is manually checked by humans to remove any defects.</a:t>
            </a:r>
            <a:endParaRPr sz="1400" b="0" i="0" u="none" strike="noStrike" cap="none" dirty="0">
              <a:solidFill>
                <a:srgbClr val="000000"/>
              </a:solidFill>
              <a:latin typeface="Arial"/>
              <a:ea typeface="Arial"/>
              <a:cs typeface="Arial"/>
              <a:sym typeface="Arial"/>
            </a:endParaRPr>
          </a:p>
          <a:p>
            <a:pPr marL="571500" marR="0" lvl="0" indent="-203200" algn="l" rtl="0">
              <a:lnSpc>
                <a:spcPct val="150000"/>
              </a:lnSpc>
              <a:spcBef>
                <a:spcPts val="0"/>
              </a:spcBef>
              <a:spcAft>
                <a:spcPts val="0"/>
              </a:spcAft>
              <a:buClr>
                <a:srgbClr val="000000"/>
              </a:buClr>
              <a:buSzPts val="2200"/>
              <a:buFont typeface="Arial"/>
              <a:buNone/>
            </a:pPr>
            <a:endParaRPr sz="2200" b="0" i="0" u="none" strike="noStrike" cap="none" dirty="0">
              <a:solidFill>
                <a:srgbClr val="3F3F3F"/>
              </a:solidFill>
              <a:latin typeface="Open Sans"/>
              <a:ea typeface="Open Sans"/>
              <a:cs typeface="Open Sans"/>
              <a:sym typeface="Open Sans"/>
            </a:endParaRPr>
          </a:p>
          <a:p>
            <a:pPr marL="571500" marR="0" lvl="0" indent="-342900" algn="l" rtl="0">
              <a:lnSpc>
                <a:spcPct val="150000"/>
              </a:lnSpc>
              <a:spcBef>
                <a:spcPts val="0"/>
              </a:spcBef>
              <a:spcAft>
                <a:spcPts val="0"/>
              </a:spcAft>
              <a:buClr>
                <a:srgbClr val="000000"/>
              </a:buClr>
              <a:buSzPts val="2200"/>
              <a:buFont typeface="Arial"/>
              <a:buChar char="•"/>
            </a:pPr>
            <a:r>
              <a:rPr lang="en-US" sz="2200" b="0" i="0" u="none" strike="noStrike" cap="none" dirty="0">
                <a:solidFill>
                  <a:srgbClr val="3F3F3F"/>
                </a:solidFill>
                <a:latin typeface="Open Sans"/>
                <a:ea typeface="Open Sans"/>
                <a:cs typeface="Open Sans"/>
                <a:sym typeface="Open Sans"/>
              </a:rPr>
              <a:t>It is estimated that Hadoop system testing was nearly 95% accurate, with 5% requiring manual intervention, which is a significant advancement in chip manufacturing.</a:t>
            </a:r>
            <a:endParaRPr lang="en-IN" sz="2200" b="0" i="0" u="none" strike="noStrike" cap="none" dirty="0">
              <a:solidFill>
                <a:srgbClr val="3F3F3F"/>
              </a:solidFill>
              <a:latin typeface="Open Sans"/>
              <a:ea typeface="Open Sans"/>
              <a:cs typeface="Open Sans"/>
              <a:sym typeface="Open Sans"/>
            </a:endParaRPr>
          </a:p>
        </p:txBody>
      </p:sp>
      <p:sp>
        <p:nvSpPr>
          <p:cNvPr id="307" name="Google Shape;307;p86"/>
          <p:cNvSpPr txBox="1">
            <a:spLocks noGrp="1"/>
          </p:cNvSpPr>
          <p:nvPr>
            <p:ph type="title"/>
          </p:nvPr>
        </p:nvSpPr>
        <p:spPr>
          <a:prstGeom prst="rect">
            <a:avLst/>
          </a:prstGeom>
          <a:noFill/>
          <a:ln>
            <a:noFill/>
          </a:ln>
        </p:spPr>
        <p:txBody>
          <a:bodyPr spcFirstLastPara="1" wrap="square" lIns="91425" tIns="45700" rIns="91425" bIns="45700" anchor="ctr" anchorCtr="0">
            <a:noAutofit/>
          </a:bodyPr>
          <a:lstStyle/>
          <a:p>
            <a:pPr marL="0" marR="0" lvl="0" indent="0" algn="ctr" rtl="0">
              <a:lnSpc>
                <a:spcPct val="90000"/>
              </a:lnSpc>
              <a:spcBef>
                <a:spcPts val="0"/>
              </a:spcBef>
              <a:spcAft>
                <a:spcPts val="0"/>
              </a:spcAft>
              <a:buClr>
                <a:srgbClr val="3F3F3F"/>
              </a:buClr>
              <a:buSzPts val="3200"/>
              <a:buFont typeface="Open Sans ExtraBold"/>
              <a:buNone/>
            </a:pPr>
            <a:r>
              <a:rPr lang="en-US" sz="2800" dirty="0">
                <a:latin typeface="Open Sans"/>
                <a:ea typeface="Open Sans"/>
                <a:cs typeface="Open Sans"/>
                <a:sym typeface="Open Sans"/>
              </a:rPr>
              <a:t>Big Data Using NVIDIA Jetson Camera</a:t>
            </a:r>
            <a:endParaRPr sz="2800" dirty="0">
              <a:latin typeface="Open Sans"/>
              <a:ea typeface="Open Sans"/>
              <a:cs typeface="Open Sans"/>
              <a:sym typeface="Open Sans"/>
            </a:endParaRPr>
          </a:p>
        </p:txBody>
      </p:sp>
      <p:pic>
        <p:nvPicPr>
          <p:cNvPr id="308" name="Google Shape;308;p86"/>
          <p:cNvPicPr preferRelativeResize="0"/>
          <p:nvPr/>
        </p:nvPicPr>
        <p:blipFill rotWithShape="1">
          <a:blip r:embed="rId3">
            <a:alphaModFix/>
          </a:blip>
          <a:srcRect/>
          <a:stretch/>
        </p:blipFill>
        <p:spPr>
          <a:xfrm>
            <a:off x="673100" y="2641739"/>
            <a:ext cx="6293337" cy="4198009"/>
          </a:xfrm>
          <a:prstGeom prst="rect">
            <a:avLst/>
          </a:prstGeom>
          <a:noFill/>
          <a:ln>
            <a:noFill/>
          </a:ln>
        </p:spPr>
      </p:pic>
      <p:sp>
        <p:nvSpPr>
          <p:cNvPr id="3" name="Brandline_LVC">
            <a:extLst>
              <a:ext uri="{FF2B5EF4-FFF2-40B4-BE49-F238E27FC236}">
                <a16:creationId xmlns:a16="http://schemas.microsoft.com/office/drawing/2014/main" id="{5EFBC4F6-D458-7A36-F526-98ECB9170E87}"/>
              </a:ext>
            </a:extLst>
          </p:cNvPr>
          <p:cNvSpPr/>
          <p:nvPr/>
        </p:nvSpPr>
        <p:spPr>
          <a:xfrm>
            <a:off x="4013200" y="816324"/>
            <a:ext cx="8245157"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313"/>
        <p:cNvGrpSpPr/>
        <p:nvPr/>
      </p:nvGrpSpPr>
      <p:grpSpPr>
        <a:xfrm>
          <a:off x="0" y="0"/>
          <a:ext cx="0" cy="0"/>
          <a:chOff x="0" y="0"/>
          <a:chExt cx="0" cy="0"/>
        </a:xfrm>
      </p:grpSpPr>
      <p:sp>
        <p:nvSpPr>
          <p:cNvPr id="314" name="Google Shape;314;p40"/>
          <p:cNvSpPr txBox="1">
            <a:spLocks noGrp="1"/>
          </p:cNvSpPr>
          <p:nvPr>
            <p:ph type="body" idx="10"/>
          </p:nvPr>
        </p:nvSpPr>
        <p:spPr>
          <a:xfrm>
            <a:off x="0" y="4114800"/>
            <a:ext cx="16256001" cy="914400"/>
          </a:xfrm>
          <a:noFill/>
          <a:ln>
            <a:noFill/>
          </a:ln>
        </p:spPr>
        <p:txBody>
          <a:bodyPr spcFirstLastPara="1" wrap="square" lIns="91425" tIns="45700" rIns="91425" bIns="45700" anchor="ctr" anchorCtr="0">
            <a:normAutofit/>
          </a:bodyPr>
          <a:lstStyle/>
          <a:p>
            <a:pPr lvl="0"/>
            <a:r>
              <a:rPr lang="en-US">
                <a:sym typeface="Open Sans"/>
              </a:rPr>
              <a:t>What Is Big Data?</a:t>
            </a: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319"/>
        <p:cNvGrpSpPr/>
        <p:nvPr/>
      </p:nvGrpSpPr>
      <p:grpSpPr>
        <a:xfrm>
          <a:off x="0" y="0"/>
          <a:ext cx="0" cy="0"/>
          <a:chOff x="0" y="0"/>
          <a:chExt cx="0" cy="0"/>
        </a:xfrm>
      </p:grpSpPr>
      <p:sp>
        <p:nvSpPr>
          <p:cNvPr id="320" name="Google Shape;320;p87"/>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a:latin typeface="Open Sans"/>
                <a:ea typeface="Open Sans"/>
                <a:cs typeface="Open Sans"/>
                <a:sym typeface="Open Sans"/>
              </a:rPr>
              <a:t>What Is Big Data?</a:t>
            </a:r>
            <a:endParaRPr sz="2800">
              <a:latin typeface="Open Sans"/>
              <a:ea typeface="Open Sans"/>
              <a:cs typeface="Open Sans"/>
              <a:sym typeface="Open Sans"/>
            </a:endParaRPr>
          </a:p>
        </p:txBody>
      </p:sp>
      <p:sp>
        <p:nvSpPr>
          <p:cNvPr id="322" name="Google Shape;322;p87"/>
          <p:cNvSpPr/>
          <p:nvPr/>
        </p:nvSpPr>
        <p:spPr>
          <a:xfrm>
            <a:off x="1422400" y="1369774"/>
            <a:ext cx="13411200" cy="1106726"/>
          </a:xfrm>
          <a:prstGeom prst="roundRect">
            <a:avLst>
              <a:gd name="adj" fmla="val 16667"/>
            </a:avLst>
          </a:prstGeom>
          <a:solidFill>
            <a:schemeClr val="lt1"/>
          </a:solidFill>
          <a:ln w="25400" cap="flat" cmpd="sng">
            <a:no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15000"/>
              </a:lnSpc>
              <a:spcBef>
                <a:spcPts val="0"/>
              </a:spcBef>
              <a:spcAft>
                <a:spcPts val="0"/>
              </a:spcAft>
              <a:buClr>
                <a:srgbClr val="000000"/>
              </a:buClr>
              <a:buSzPts val="2200"/>
              <a:buFont typeface="Arial"/>
              <a:buNone/>
            </a:pPr>
            <a:endParaRPr sz="2200" b="0" i="0" u="none" strike="noStrike" cap="none" dirty="0">
              <a:solidFill>
                <a:srgbClr val="3F3F3F"/>
              </a:solidFill>
              <a:latin typeface="Open Sans"/>
              <a:ea typeface="Open Sans"/>
              <a:cs typeface="Open Sans"/>
              <a:sym typeface="Open Sans"/>
            </a:endParaRPr>
          </a:p>
          <a:p>
            <a:pPr marL="0" marR="0" lvl="0" indent="0" algn="ctr" rtl="0">
              <a:lnSpc>
                <a:spcPct val="115000"/>
              </a:lnSpc>
              <a:spcBef>
                <a:spcPts val="0"/>
              </a:spcBef>
              <a:spcAft>
                <a:spcPts val="0"/>
              </a:spcAft>
              <a:buClr>
                <a:srgbClr val="000000"/>
              </a:buClr>
              <a:buSzPts val="2200"/>
              <a:buFont typeface="Arial"/>
              <a:buNone/>
            </a:pPr>
            <a:r>
              <a:rPr lang="en-US" sz="2200" b="0" i="0" u="none" strike="noStrike" cap="none" dirty="0">
                <a:solidFill>
                  <a:srgbClr val="3F3F3F"/>
                </a:solidFill>
                <a:latin typeface="Open Sans"/>
                <a:ea typeface="Open Sans"/>
                <a:cs typeface="Open Sans"/>
                <a:sym typeface="Open Sans"/>
              </a:rPr>
              <a:t>Big data refers to large data sets that may be analyzed computationally to reveal patterns, trends, and associations, especially relating to human behavior and interactions.</a:t>
            </a:r>
            <a:endParaRPr sz="1400" b="0" i="0" u="none" strike="noStrike" cap="none" dirty="0">
              <a:solidFill>
                <a:srgbClr val="000000"/>
              </a:solidFill>
              <a:latin typeface="Arial"/>
              <a:ea typeface="Arial"/>
              <a:cs typeface="Arial"/>
              <a:sym typeface="Arial"/>
            </a:endParaRPr>
          </a:p>
          <a:p>
            <a:pPr marL="0" marR="0" lvl="0" indent="0" algn="ctr" rtl="0">
              <a:lnSpc>
                <a:spcPct val="115000"/>
              </a:lnSpc>
              <a:spcBef>
                <a:spcPts val="0"/>
              </a:spcBef>
              <a:spcAft>
                <a:spcPts val="0"/>
              </a:spcAft>
              <a:buClr>
                <a:srgbClr val="000000"/>
              </a:buClr>
              <a:buSzPts val="2200"/>
              <a:buFont typeface="Arial"/>
              <a:buNone/>
            </a:pPr>
            <a:endParaRPr sz="2200" b="0" i="0" u="none" strike="noStrike" cap="none" dirty="0">
              <a:solidFill>
                <a:srgbClr val="3F3F3F"/>
              </a:solidFill>
              <a:latin typeface="Open Sans"/>
              <a:ea typeface="Open Sans"/>
              <a:cs typeface="Open Sans"/>
              <a:sym typeface="Open Sans"/>
            </a:endParaRPr>
          </a:p>
        </p:txBody>
      </p:sp>
      <p:pic>
        <p:nvPicPr>
          <p:cNvPr id="323" name="Google Shape;323;p87"/>
          <p:cNvPicPr preferRelativeResize="0"/>
          <p:nvPr/>
        </p:nvPicPr>
        <p:blipFill rotWithShape="1">
          <a:blip r:embed="rId3">
            <a:alphaModFix/>
          </a:blip>
          <a:srcRect/>
          <a:stretch/>
        </p:blipFill>
        <p:spPr>
          <a:xfrm>
            <a:off x="4473390" y="3592247"/>
            <a:ext cx="7309221" cy="3740804"/>
          </a:xfrm>
          <a:prstGeom prst="rect">
            <a:avLst/>
          </a:prstGeom>
          <a:noFill/>
          <a:ln>
            <a:noFill/>
          </a:ln>
        </p:spPr>
      </p:pic>
      <p:sp>
        <p:nvSpPr>
          <p:cNvPr id="3" name="Brandline_LVC">
            <a:extLst>
              <a:ext uri="{FF2B5EF4-FFF2-40B4-BE49-F238E27FC236}">
                <a16:creationId xmlns:a16="http://schemas.microsoft.com/office/drawing/2014/main" id="{7E8D9A4F-F513-8397-DFE8-504E4F1A12CD}"/>
              </a:ext>
            </a:extLst>
          </p:cNvPr>
          <p:cNvSpPr/>
          <p:nvPr/>
        </p:nvSpPr>
        <p:spPr>
          <a:xfrm>
            <a:off x="6210300" y="816324"/>
            <a:ext cx="3851751"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328"/>
        <p:cNvGrpSpPr/>
        <p:nvPr/>
      </p:nvGrpSpPr>
      <p:grpSpPr>
        <a:xfrm>
          <a:off x="0" y="0"/>
          <a:ext cx="0" cy="0"/>
          <a:chOff x="0" y="0"/>
          <a:chExt cx="0" cy="0"/>
        </a:xfrm>
      </p:grpSpPr>
      <p:sp>
        <p:nvSpPr>
          <p:cNvPr id="338" name="Google Shape;338;p16"/>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dirty="0">
                <a:latin typeface="Open Sans"/>
                <a:ea typeface="Open Sans"/>
                <a:cs typeface="Open Sans"/>
                <a:sym typeface="Open Sans"/>
              </a:rPr>
              <a:t>Big Data at a Glance</a:t>
            </a:r>
            <a:endParaRPr dirty="0">
              <a:latin typeface="Open Sans"/>
              <a:ea typeface="Open Sans"/>
              <a:cs typeface="Open Sans"/>
              <a:sym typeface="Open Sans"/>
            </a:endParaRPr>
          </a:p>
        </p:txBody>
      </p:sp>
      <p:grpSp>
        <p:nvGrpSpPr>
          <p:cNvPr id="2" name="Group 1">
            <a:extLst>
              <a:ext uri="{FF2B5EF4-FFF2-40B4-BE49-F238E27FC236}">
                <a16:creationId xmlns:a16="http://schemas.microsoft.com/office/drawing/2014/main" id="{9405A184-BF46-024D-86D7-D3AA32CFD731}"/>
              </a:ext>
            </a:extLst>
          </p:cNvPr>
          <p:cNvGrpSpPr/>
          <p:nvPr/>
        </p:nvGrpSpPr>
        <p:grpSpPr>
          <a:xfrm>
            <a:off x="1078893" y="2185585"/>
            <a:ext cx="13764543" cy="5922465"/>
            <a:chOff x="1078893" y="2185585"/>
            <a:chExt cx="13764543" cy="5922465"/>
          </a:xfrm>
        </p:grpSpPr>
        <p:cxnSp>
          <p:nvCxnSpPr>
            <p:cNvPr id="329" name="Google Shape;329;p16"/>
            <p:cNvCxnSpPr/>
            <p:nvPr/>
          </p:nvCxnSpPr>
          <p:spPr>
            <a:xfrm rot="10800000" flipH="1">
              <a:off x="10080504" y="5199940"/>
              <a:ext cx="1961622" cy="14458"/>
            </a:xfrm>
            <a:prstGeom prst="straightConnector1">
              <a:avLst/>
            </a:prstGeom>
            <a:noFill/>
            <a:ln w="12700" cap="flat" cmpd="sng">
              <a:solidFill>
                <a:schemeClr val="dk1"/>
              </a:solidFill>
              <a:prstDash val="solid"/>
              <a:round/>
              <a:headEnd type="oval" w="lg" len="lg"/>
              <a:tailEnd type="none" w="sm" len="sm"/>
            </a:ln>
          </p:spPr>
        </p:cxnSp>
        <p:sp>
          <p:nvSpPr>
            <p:cNvPr id="330" name="Google Shape;330;p16"/>
            <p:cNvSpPr/>
            <p:nvPr/>
          </p:nvSpPr>
          <p:spPr>
            <a:xfrm>
              <a:off x="1690823" y="7303185"/>
              <a:ext cx="3251424" cy="804865"/>
            </a:xfrm>
            <a:prstGeom prst="roundRect">
              <a:avLst>
                <a:gd name="adj" fmla="val 16667"/>
              </a:avLst>
            </a:prstGeom>
            <a:solidFill>
              <a:srgbClr val="D1B2E8"/>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2200" b="0" i="0" u="none" strike="noStrike" cap="none">
                <a:solidFill>
                  <a:srgbClr val="3F3F3F"/>
                </a:solidFill>
                <a:latin typeface="Open Sans"/>
                <a:ea typeface="Open Sans"/>
                <a:cs typeface="Open Sans"/>
                <a:sym typeface="Open Sans"/>
              </a:endParaRPr>
            </a:p>
            <a:p>
              <a:pPr marL="0" marR="0" lvl="0" indent="0" algn="ctr" rtl="0">
                <a:lnSpc>
                  <a:spcPct val="100000"/>
                </a:lnSpc>
                <a:spcBef>
                  <a:spcPts val="0"/>
                </a:spcBef>
                <a:spcAft>
                  <a:spcPts val="0"/>
                </a:spcAft>
                <a:buNone/>
              </a:pPr>
              <a:r>
                <a:rPr lang="en-US" sz="2200" b="0" i="0" u="none" strike="noStrike" cap="none">
                  <a:solidFill>
                    <a:srgbClr val="3F3F3F"/>
                  </a:solidFill>
                  <a:latin typeface="Open Sans"/>
                  <a:ea typeface="Open Sans"/>
                  <a:cs typeface="Open Sans"/>
                  <a:sym typeface="Open Sans"/>
                </a:rPr>
                <a:t>5,000</a:t>
              </a:r>
              <a:endParaRPr/>
            </a:p>
            <a:p>
              <a:pPr marL="0" marR="0" lvl="0" indent="0" algn="ctr" rtl="0">
                <a:lnSpc>
                  <a:spcPct val="100000"/>
                </a:lnSpc>
                <a:spcBef>
                  <a:spcPts val="0"/>
                </a:spcBef>
                <a:spcAft>
                  <a:spcPts val="0"/>
                </a:spcAft>
                <a:buNone/>
              </a:pPr>
              <a:r>
                <a:rPr lang="en-US" sz="2200" b="0" i="0" u="none" strike="noStrike" cap="none">
                  <a:solidFill>
                    <a:srgbClr val="3F3F3F"/>
                  </a:solidFill>
                  <a:latin typeface="Open Sans"/>
                  <a:ea typeface="Open Sans"/>
                  <a:cs typeface="Open Sans"/>
                  <a:sym typeface="Open Sans"/>
                </a:rPr>
                <a:t>Downloads</a:t>
              </a:r>
              <a:endParaRPr sz="2200" b="0" i="0" u="none" strike="noStrike" cap="none">
                <a:solidFill>
                  <a:srgbClr val="3F3F3F"/>
                </a:solidFill>
                <a:latin typeface="Open Sans"/>
                <a:ea typeface="Open Sans"/>
                <a:cs typeface="Open Sans"/>
                <a:sym typeface="Open Sans"/>
              </a:endParaRPr>
            </a:p>
            <a:p>
              <a:pPr marL="0" marR="0" lvl="0" indent="0" algn="ctr" rtl="0">
                <a:lnSpc>
                  <a:spcPct val="100000"/>
                </a:lnSpc>
                <a:spcBef>
                  <a:spcPts val="0"/>
                </a:spcBef>
                <a:spcAft>
                  <a:spcPts val="0"/>
                </a:spcAft>
                <a:buNone/>
              </a:pPr>
              <a:endParaRPr sz="2200" b="0" i="0" u="none" strike="noStrike" cap="none">
                <a:solidFill>
                  <a:schemeClr val="lt1"/>
                </a:solidFill>
                <a:latin typeface="Arial"/>
                <a:ea typeface="Arial"/>
                <a:cs typeface="Arial"/>
                <a:sym typeface="Arial"/>
              </a:endParaRPr>
            </a:p>
          </p:txBody>
        </p:sp>
        <p:sp>
          <p:nvSpPr>
            <p:cNvPr id="331" name="Google Shape;331;p16"/>
            <p:cNvSpPr/>
            <p:nvPr/>
          </p:nvSpPr>
          <p:spPr>
            <a:xfrm>
              <a:off x="10888677" y="7246686"/>
              <a:ext cx="3251424" cy="804865"/>
            </a:xfrm>
            <a:prstGeom prst="roundRect">
              <a:avLst>
                <a:gd name="adj" fmla="val 16667"/>
              </a:avLst>
            </a:prstGeom>
            <a:solidFill>
              <a:srgbClr val="D1B2E8"/>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2200" b="0" i="0" u="none" strike="noStrike" cap="none">
                <a:solidFill>
                  <a:srgbClr val="3F3F3F"/>
                </a:solidFill>
                <a:latin typeface="Open Sans"/>
                <a:ea typeface="Open Sans"/>
                <a:cs typeface="Open Sans"/>
                <a:sym typeface="Open Sans"/>
              </a:endParaRPr>
            </a:p>
            <a:p>
              <a:pPr marL="0" marR="0" lvl="0" indent="0" algn="ctr" rtl="0">
                <a:lnSpc>
                  <a:spcPct val="100000"/>
                </a:lnSpc>
                <a:spcBef>
                  <a:spcPts val="0"/>
                </a:spcBef>
                <a:spcAft>
                  <a:spcPts val="0"/>
                </a:spcAft>
                <a:buNone/>
              </a:pPr>
              <a:r>
                <a:rPr lang="en-US" sz="2200" b="0" i="0" u="none" strike="noStrike" cap="none">
                  <a:solidFill>
                    <a:srgbClr val="3F3F3F"/>
                  </a:solidFill>
                  <a:latin typeface="Open Sans"/>
                  <a:ea typeface="Open Sans"/>
                  <a:cs typeface="Open Sans"/>
                  <a:sym typeface="Open Sans"/>
                </a:rPr>
                <a:t>500 hours</a:t>
              </a:r>
              <a:endParaRPr/>
            </a:p>
            <a:p>
              <a:pPr marL="0" marR="0" lvl="0" indent="0" algn="ctr" rtl="0">
                <a:lnSpc>
                  <a:spcPct val="100000"/>
                </a:lnSpc>
                <a:spcBef>
                  <a:spcPts val="0"/>
                </a:spcBef>
                <a:spcAft>
                  <a:spcPts val="0"/>
                </a:spcAft>
                <a:buNone/>
              </a:pPr>
              <a:r>
                <a:rPr lang="en-US" sz="2200" b="0" i="0" u="none" strike="noStrike" cap="none">
                  <a:solidFill>
                    <a:srgbClr val="3F3F3F"/>
                  </a:solidFill>
                  <a:latin typeface="Open Sans"/>
                  <a:ea typeface="Open Sans"/>
                  <a:cs typeface="Open Sans"/>
                  <a:sym typeface="Open Sans"/>
                </a:rPr>
                <a:t>Content uploaded</a:t>
              </a:r>
              <a:endParaRPr sz="2200" b="0" i="0" u="none" strike="noStrike" cap="none">
                <a:solidFill>
                  <a:srgbClr val="3F3F3F"/>
                </a:solidFill>
                <a:latin typeface="Open Sans"/>
                <a:ea typeface="Open Sans"/>
                <a:cs typeface="Open Sans"/>
                <a:sym typeface="Open Sans"/>
              </a:endParaRPr>
            </a:p>
            <a:p>
              <a:pPr marL="0" marR="0" lvl="0" indent="0" algn="ctr" rtl="0">
                <a:lnSpc>
                  <a:spcPct val="100000"/>
                </a:lnSpc>
                <a:spcBef>
                  <a:spcPts val="0"/>
                </a:spcBef>
                <a:spcAft>
                  <a:spcPts val="0"/>
                </a:spcAft>
                <a:buNone/>
              </a:pPr>
              <a:endParaRPr sz="2200" b="0" i="0" u="none" strike="noStrike" cap="none">
                <a:solidFill>
                  <a:schemeClr val="lt1"/>
                </a:solidFill>
                <a:latin typeface="Arial"/>
                <a:ea typeface="Arial"/>
                <a:cs typeface="Arial"/>
                <a:sym typeface="Arial"/>
              </a:endParaRPr>
            </a:p>
          </p:txBody>
        </p:sp>
        <p:sp>
          <p:nvSpPr>
            <p:cNvPr id="332" name="Google Shape;332;p16"/>
            <p:cNvSpPr/>
            <p:nvPr/>
          </p:nvSpPr>
          <p:spPr>
            <a:xfrm>
              <a:off x="11278978" y="6056000"/>
              <a:ext cx="3251424" cy="804865"/>
            </a:xfrm>
            <a:prstGeom prst="roundRect">
              <a:avLst>
                <a:gd name="adj" fmla="val 16667"/>
              </a:avLst>
            </a:prstGeom>
            <a:solidFill>
              <a:srgbClr val="C5E0B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2200" b="0" i="0" u="none" strike="noStrike" cap="none">
                <a:solidFill>
                  <a:srgbClr val="3F3F3F"/>
                </a:solidFill>
                <a:latin typeface="Open Sans"/>
                <a:ea typeface="Open Sans"/>
                <a:cs typeface="Open Sans"/>
                <a:sym typeface="Open Sans"/>
              </a:endParaRPr>
            </a:p>
            <a:p>
              <a:pPr marL="0" marR="0" lvl="0" indent="0" algn="ctr" rtl="0">
                <a:lnSpc>
                  <a:spcPct val="100000"/>
                </a:lnSpc>
                <a:spcBef>
                  <a:spcPts val="0"/>
                </a:spcBef>
                <a:spcAft>
                  <a:spcPts val="0"/>
                </a:spcAft>
                <a:buNone/>
              </a:pPr>
              <a:r>
                <a:rPr lang="en-US" sz="2200" b="0" i="0" u="none" strike="noStrike" cap="none">
                  <a:solidFill>
                    <a:srgbClr val="3F3F3F"/>
                  </a:solidFill>
                  <a:latin typeface="Open Sans"/>
                  <a:ea typeface="Open Sans"/>
                  <a:cs typeface="Open Sans"/>
                  <a:sym typeface="Open Sans"/>
                </a:rPr>
                <a:t>197.6 million</a:t>
              </a:r>
              <a:endParaRPr/>
            </a:p>
            <a:p>
              <a:pPr marL="0" marR="0" lvl="0" indent="0" algn="ctr" rtl="0">
                <a:lnSpc>
                  <a:spcPct val="100000"/>
                </a:lnSpc>
                <a:spcBef>
                  <a:spcPts val="0"/>
                </a:spcBef>
                <a:spcAft>
                  <a:spcPts val="0"/>
                </a:spcAft>
                <a:buNone/>
              </a:pPr>
              <a:r>
                <a:rPr lang="en-US" sz="2200" b="0" i="0" u="none" strike="noStrike" cap="none">
                  <a:solidFill>
                    <a:srgbClr val="3F3F3F"/>
                  </a:solidFill>
                  <a:latin typeface="Open Sans"/>
                  <a:ea typeface="Open Sans"/>
                  <a:cs typeface="Open Sans"/>
                  <a:sym typeface="Open Sans"/>
                </a:rPr>
                <a:t>Emails sent</a:t>
              </a:r>
              <a:endParaRPr/>
            </a:p>
            <a:p>
              <a:pPr marL="0" marR="0" lvl="0" indent="0" algn="ctr" rtl="0">
                <a:lnSpc>
                  <a:spcPct val="100000"/>
                </a:lnSpc>
                <a:spcBef>
                  <a:spcPts val="0"/>
                </a:spcBef>
                <a:spcAft>
                  <a:spcPts val="0"/>
                </a:spcAft>
                <a:buNone/>
              </a:pPr>
              <a:endParaRPr sz="2200" b="0" i="0" u="none" strike="noStrike" cap="none">
                <a:solidFill>
                  <a:schemeClr val="lt1"/>
                </a:solidFill>
                <a:latin typeface="Arial"/>
                <a:ea typeface="Arial"/>
                <a:cs typeface="Arial"/>
                <a:sym typeface="Arial"/>
              </a:endParaRPr>
            </a:p>
          </p:txBody>
        </p:sp>
        <p:sp>
          <p:nvSpPr>
            <p:cNvPr id="333" name="Google Shape;333;p16"/>
            <p:cNvSpPr/>
            <p:nvPr/>
          </p:nvSpPr>
          <p:spPr>
            <a:xfrm>
              <a:off x="11592012" y="4795789"/>
              <a:ext cx="3251424" cy="804865"/>
            </a:xfrm>
            <a:prstGeom prst="roundRect">
              <a:avLst>
                <a:gd name="adj" fmla="val 16667"/>
              </a:avLst>
            </a:prstGeom>
            <a:solidFill>
              <a:srgbClr val="FFE699"/>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2200" b="0" i="0" u="none" strike="noStrike" cap="none">
                <a:solidFill>
                  <a:srgbClr val="3F3F3F"/>
                </a:solidFill>
                <a:latin typeface="Open Sans"/>
                <a:ea typeface="Open Sans"/>
                <a:cs typeface="Open Sans"/>
                <a:sym typeface="Open Sans"/>
              </a:endParaRPr>
            </a:p>
            <a:p>
              <a:pPr marL="0" marR="0" lvl="0" indent="0" algn="ctr" rtl="0">
                <a:lnSpc>
                  <a:spcPct val="100000"/>
                </a:lnSpc>
                <a:spcBef>
                  <a:spcPts val="0"/>
                </a:spcBef>
                <a:spcAft>
                  <a:spcPts val="0"/>
                </a:spcAft>
                <a:buNone/>
              </a:pPr>
              <a:r>
                <a:rPr lang="en-US" sz="2200" b="0" i="0" u="none" strike="noStrike" cap="none">
                  <a:solidFill>
                    <a:srgbClr val="3F3F3F"/>
                  </a:solidFill>
                  <a:latin typeface="Open Sans"/>
                  <a:ea typeface="Open Sans"/>
                  <a:cs typeface="Open Sans"/>
                  <a:sym typeface="Open Sans"/>
                </a:rPr>
                <a:t>2 million</a:t>
              </a:r>
              <a:endParaRPr/>
            </a:p>
            <a:p>
              <a:pPr marL="0" marR="0" lvl="0" indent="0" algn="ctr" rtl="0">
                <a:lnSpc>
                  <a:spcPct val="100000"/>
                </a:lnSpc>
                <a:spcBef>
                  <a:spcPts val="0"/>
                </a:spcBef>
                <a:spcAft>
                  <a:spcPts val="0"/>
                </a:spcAft>
                <a:buNone/>
              </a:pPr>
              <a:r>
                <a:rPr lang="en-US" sz="2200" b="0" i="0" u="none" strike="noStrike" cap="none">
                  <a:solidFill>
                    <a:srgbClr val="3F3F3F"/>
                  </a:solidFill>
                  <a:latin typeface="Open Sans"/>
                  <a:ea typeface="Open Sans"/>
                  <a:cs typeface="Open Sans"/>
                  <a:sym typeface="Open Sans"/>
                </a:rPr>
                <a:t>Swipes</a:t>
              </a:r>
              <a:endParaRPr sz="2200" b="0" i="0" u="none" strike="noStrike" cap="none">
                <a:solidFill>
                  <a:srgbClr val="3F3F3F"/>
                </a:solidFill>
                <a:latin typeface="Open Sans"/>
                <a:ea typeface="Open Sans"/>
                <a:cs typeface="Open Sans"/>
                <a:sym typeface="Open Sans"/>
              </a:endParaRPr>
            </a:p>
            <a:p>
              <a:pPr marL="0" marR="0" lvl="0" indent="0" algn="ctr" rtl="0">
                <a:lnSpc>
                  <a:spcPct val="100000"/>
                </a:lnSpc>
                <a:spcBef>
                  <a:spcPts val="0"/>
                </a:spcBef>
                <a:spcAft>
                  <a:spcPts val="0"/>
                </a:spcAft>
                <a:buNone/>
              </a:pPr>
              <a:endParaRPr sz="2200" b="0" i="0" u="none" strike="noStrike" cap="none">
                <a:solidFill>
                  <a:schemeClr val="lt1"/>
                </a:solidFill>
                <a:latin typeface="Arial"/>
                <a:ea typeface="Arial"/>
                <a:cs typeface="Arial"/>
                <a:sym typeface="Arial"/>
              </a:endParaRPr>
            </a:p>
          </p:txBody>
        </p:sp>
        <p:sp>
          <p:nvSpPr>
            <p:cNvPr id="334" name="Google Shape;334;p16"/>
            <p:cNvSpPr/>
            <p:nvPr/>
          </p:nvSpPr>
          <p:spPr>
            <a:xfrm>
              <a:off x="11268503" y="3489859"/>
              <a:ext cx="3251424" cy="804865"/>
            </a:xfrm>
            <a:prstGeom prst="roundRect">
              <a:avLst>
                <a:gd name="adj" fmla="val 16667"/>
              </a:avLst>
            </a:prstGeom>
            <a:solidFill>
              <a:srgbClr val="BDD7E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2200" b="0" i="0" u="none" strike="noStrike" cap="none">
                <a:solidFill>
                  <a:srgbClr val="3F3F3F"/>
                </a:solidFill>
                <a:latin typeface="Open Sans"/>
                <a:ea typeface="Open Sans"/>
                <a:cs typeface="Open Sans"/>
                <a:sym typeface="Open Sans"/>
              </a:endParaRPr>
            </a:p>
            <a:p>
              <a:pPr marL="0" marR="0" lvl="0" indent="0" algn="ctr" rtl="0">
                <a:lnSpc>
                  <a:spcPct val="100000"/>
                </a:lnSpc>
                <a:spcBef>
                  <a:spcPts val="0"/>
                </a:spcBef>
                <a:spcAft>
                  <a:spcPts val="0"/>
                </a:spcAft>
                <a:buNone/>
              </a:pPr>
              <a:r>
                <a:rPr lang="en-US" sz="2200" b="0" i="0" u="none" strike="noStrike" cap="none">
                  <a:solidFill>
                    <a:srgbClr val="3F3F3F"/>
                  </a:solidFill>
                  <a:latin typeface="Open Sans"/>
                  <a:ea typeface="Open Sans"/>
                  <a:cs typeface="Open Sans"/>
                  <a:sym typeface="Open Sans"/>
                </a:rPr>
                <a:t>1.6 million USD</a:t>
              </a:r>
              <a:endParaRPr/>
            </a:p>
            <a:p>
              <a:pPr marL="0" marR="0" lvl="0" indent="0" algn="ctr" rtl="0">
                <a:lnSpc>
                  <a:spcPct val="100000"/>
                </a:lnSpc>
                <a:spcBef>
                  <a:spcPts val="0"/>
                </a:spcBef>
                <a:spcAft>
                  <a:spcPts val="0"/>
                </a:spcAft>
                <a:buNone/>
              </a:pPr>
              <a:r>
                <a:rPr lang="en-US" sz="2200" b="0" i="0" u="none" strike="noStrike" cap="none">
                  <a:solidFill>
                    <a:srgbClr val="3F3F3F"/>
                  </a:solidFill>
                  <a:latin typeface="Open Sans"/>
                  <a:ea typeface="Open Sans"/>
                  <a:cs typeface="Open Sans"/>
                  <a:sym typeface="Open Sans"/>
                </a:rPr>
                <a:t>Spent online</a:t>
              </a:r>
              <a:endParaRPr/>
            </a:p>
            <a:p>
              <a:pPr marL="0" marR="0" lvl="0" indent="0" algn="ctr" rtl="0">
                <a:lnSpc>
                  <a:spcPct val="100000"/>
                </a:lnSpc>
                <a:spcBef>
                  <a:spcPts val="0"/>
                </a:spcBef>
                <a:spcAft>
                  <a:spcPts val="0"/>
                </a:spcAft>
                <a:buNone/>
              </a:pPr>
              <a:endParaRPr sz="2200" b="0" i="0" u="none" strike="noStrike" cap="none">
                <a:solidFill>
                  <a:schemeClr val="lt1"/>
                </a:solidFill>
                <a:latin typeface="Arial"/>
                <a:ea typeface="Arial"/>
                <a:cs typeface="Arial"/>
                <a:sym typeface="Arial"/>
              </a:endParaRPr>
            </a:p>
          </p:txBody>
        </p:sp>
        <p:sp>
          <p:nvSpPr>
            <p:cNvPr id="335" name="Google Shape;335;p16"/>
            <p:cNvSpPr/>
            <p:nvPr/>
          </p:nvSpPr>
          <p:spPr>
            <a:xfrm>
              <a:off x="10798935" y="2342662"/>
              <a:ext cx="3251424" cy="804865"/>
            </a:xfrm>
            <a:prstGeom prst="roundRect">
              <a:avLst>
                <a:gd name="adj" fmla="val 16667"/>
              </a:avLst>
            </a:prstGeom>
            <a:solidFill>
              <a:srgbClr val="F8CBAD"/>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2200" b="0" i="0" u="none" strike="noStrike" cap="none" dirty="0">
                <a:solidFill>
                  <a:srgbClr val="3F3F3F"/>
                </a:solidFill>
                <a:latin typeface="Open Sans"/>
                <a:ea typeface="Open Sans"/>
                <a:cs typeface="Open Sans"/>
                <a:sym typeface="Open Sans"/>
              </a:endParaRPr>
            </a:p>
            <a:p>
              <a:pPr marL="0" marR="0" lvl="0" indent="0" algn="ctr" rtl="0">
                <a:lnSpc>
                  <a:spcPct val="100000"/>
                </a:lnSpc>
                <a:spcBef>
                  <a:spcPts val="0"/>
                </a:spcBef>
                <a:spcAft>
                  <a:spcPts val="0"/>
                </a:spcAft>
                <a:buNone/>
              </a:pPr>
              <a:r>
                <a:rPr lang="en-US" sz="2200" b="0" i="0" u="none" strike="noStrike" cap="none" dirty="0">
                  <a:solidFill>
                    <a:srgbClr val="3F3F3F"/>
                  </a:solidFill>
                  <a:latin typeface="Open Sans"/>
                  <a:ea typeface="Open Sans"/>
                  <a:cs typeface="Open Sans"/>
                  <a:sym typeface="Open Sans"/>
                </a:rPr>
                <a:t>2 million</a:t>
              </a:r>
              <a:endParaRPr dirty="0"/>
            </a:p>
            <a:p>
              <a:pPr marL="0" marR="0" lvl="0" indent="0" algn="ctr" rtl="0">
                <a:lnSpc>
                  <a:spcPct val="100000"/>
                </a:lnSpc>
                <a:spcBef>
                  <a:spcPts val="0"/>
                </a:spcBef>
                <a:spcAft>
                  <a:spcPts val="0"/>
                </a:spcAft>
                <a:buNone/>
              </a:pPr>
              <a:r>
                <a:rPr lang="en-US" sz="2200" b="0" i="0" u="none" strike="noStrike" cap="none" dirty="0">
                  <a:solidFill>
                    <a:srgbClr val="3F3F3F"/>
                  </a:solidFill>
                  <a:latin typeface="Open Sans"/>
                  <a:ea typeface="Open Sans"/>
                  <a:cs typeface="Open Sans"/>
                  <a:sym typeface="Open Sans"/>
                </a:rPr>
                <a:t>Views</a:t>
              </a:r>
              <a:endParaRPr sz="2200" b="0" i="0" u="none" strike="noStrike" cap="none" dirty="0">
                <a:solidFill>
                  <a:srgbClr val="3F3F3F"/>
                </a:solidFill>
                <a:latin typeface="Open Sans"/>
                <a:ea typeface="Open Sans"/>
                <a:cs typeface="Open Sans"/>
                <a:sym typeface="Open Sans"/>
              </a:endParaRPr>
            </a:p>
            <a:p>
              <a:pPr marL="0" marR="0" lvl="0" indent="0" algn="ctr" rtl="0">
                <a:lnSpc>
                  <a:spcPct val="100000"/>
                </a:lnSpc>
                <a:spcBef>
                  <a:spcPts val="0"/>
                </a:spcBef>
                <a:spcAft>
                  <a:spcPts val="0"/>
                </a:spcAft>
                <a:buNone/>
              </a:pPr>
              <a:endParaRPr sz="2200" b="0" i="0" u="none" strike="noStrike" cap="none" dirty="0">
                <a:solidFill>
                  <a:schemeClr val="lt1"/>
                </a:solidFill>
                <a:latin typeface="Arial"/>
                <a:ea typeface="Arial"/>
                <a:cs typeface="Arial"/>
                <a:sym typeface="Arial"/>
              </a:endParaRPr>
            </a:p>
          </p:txBody>
        </p:sp>
        <p:sp>
          <p:nvSpPr>
            <p:cNvPr id="336" name="Google Shape;336;p16"/>
            <p:cNvSpPr/>
            <p:nvPr/>
          </p:nvSpPr>
          <p:spPr>
            <a:xfrm>
              <a:off x="1172816" y="2185585"/>
              <a:ext cx="3806609" cy="987918"/>
            </a:xfrm>
            <a:prstGeom prst="roundRect">
              <a:avLst>
                <a:gd name="adj" fmla="val 16667"/>
              </a:avLst>
            </a:prstGeom>
            <a:solidFill>
              <a:srgbClr val="F7CAA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2200" b="0" i="0" u="none" strike="noStrike" cap="none">
                <a:solidFill>
                  <a:srgbClr val="3F3F3F"/>
                </a:solidFill>
                <a:latin typeface="Open Sans"/>
                <a:ea typeface="Open Sans"/>
                <a:cs typeface="Open Sans"/>
                <a:sym typeface="Open Sans"/>
              </a:endParaRPr>
            </a:p>
            <a:p>
              <a:pPr marL="0" marR="0" lvl="0" indent="0" algn="ctr" rtl="0">
                <a:lnSpc>
                  <a:spcPct val="100000"/>
                </a:lnSpc>
                <a:spcBef>
                  <a:spcPts val="0"/>
                </a:spcBef>
                <a:spcAft>
                  <a:spcPts val="0"/>
                </a:spcAft>
                <a:buNone/>
              </a:pPr>
              <a:r>
                <a:rPr lang="en-US" sz="2200" b="0" i="0" u="none" strike="noStrike" cap="none">
                  <a:solidFill>
                    <a:srgbClr val="3F3F3F"/>
                  </a:solidFill>
                  <a:latin typeface="Open Sans"/>
                  <a:ea typeface="Open Sans"/>
                  <a:cs typeface="Open Sans"/>
                  <a:sym typeface="Open Sans"/>
                </a:rPr>
                <a:t>28,000 </a:t>
              </a:r>
              <a:endParaRPr/>
            </a:p>
            <a:p>
              <a:pPr marL="0" marR="0" lvl="0" indent="0" algn="ctr" rtl="0">
                <a:lnSpc>
                  <a:spcPct val="100000"/>
                </a:lnSpc>
                <a:spcBef>
                  <a:spcPts val="0"/>
                </a:spcBef>
                <a:spcAft>
                  <a:spcPts val="0"/>
                </a:spcAft>
                <a:buNone/>
              </a:pPr>
              <a:r>
                <a:rPr lang="en-US" sz="2200" b="0" i="0" u="none" strike="noStrike" cap="none">
                  <a:solidFill>
                    <a:srgbClr val="3F3F3F"/>
                  </a:solidFill>
                  <a:latin typeface="Open Sans"/>
                  <a:ea typeface="Open Sans"/>
                  <a:cs typeface="Open Sans"/>
                  <a:sym typeface="Open Sans"/>
                </a:rPr>
                <a:t>Subscribers watching</a:t>
              </a:r>
              <a:endParaRPr sz="2200" b="0" i="0" u="none" strike="noStrike" cap="none">
                <a:solidFill>
                  <a:srgbClr val="3F3F3F"/>
                </a:solidFill>
                <a:latin typeface="Open Sans"/>
                <a:ea typeface="Open Sans"/>
                <a:cs typeface="Open Sans"/>
                <a:sym typeface="Open Sans"/>
              </a:endParaRPr>
            </a:p>
            <a:p>
              <a:pPr marL="0" marR="0" lvl="0" indent="0" algn="ctr" rtl="0">
                <a:lnSpc>
                  <a:spcPct val="100000"/>
                </a:lnSpc>
                <a:spcBef>
                  <a:spcPts val="0"/>
                </a:spcBef>
                <a:spcAft>
                  <a:spcPts val="0"/>
                </a:spcAft>
                <a:buNone/>
              </a:pPr>
              <a:endParaRPr sz="2200" b="0" i="0" u="none" strike="noStrike" cap="none">
                <a:solidFill>
                  <a:schemeClr val="lt1"/>
                </a:solidFill>
                <a:latin typeface="Arial"/>
                <a:ea typeface="Arial"/>
                <a:cs typeface="Arial"/>
                <a:sym typeface="Arial"/>
              </a:endParaRPr>
            </a:p>
          </p:txBody>
        </p:sp>
        <p:sp>
          <p:nvSpPr>
            <p:cNvPr id="337" name="Google Shape;337;p16"/>
            <p:cNvSpPr/>
            <p:nvPr/>
          </p:nvSpPr>
          <p:spPr>
            <a:xfrm>
              <a:off x="1354563" y="6044218"/>
              <a:ext cx="3251424" cy="804865"/>
            </a:xfrm>
            <a:prstGeom prst="roundRect">
              <a:avLst>
                <a:gd name="adj" fmla="val 16667"/>
              </a:avLst>
            </a:prstGeom>
            <a:solidFill>
              <a:srgbClr val="C4E0B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2200" b="0" i="0" u="none" strike="noStrike" cap="none">
                <a:solidFill>
                  <a:srgbClr val="3F3F3F"/>
                </a:solidFill>
                <a:latin typeface="Open Sans"/>
                <a:ea typeface="Open Sans"/>
                <a:cs typeface="Open Sans"/>
                <a:sym typeface="Open Sans"/>
              </a:endParaRPr>
            </a:p>
            <a:p>
              <a:pPr marL="0" marR="0" lvl="0" indent="0" algn="ctr" rtl="0">
                <a:lnSpc>
                  <a:spcPct val="100000"/>
                </a:lnSpc>
                <a:spcBef>
                  <a:spcPts val="0"/>
                </a:spcBef>
                <a:spcAft>
                  <a:spcPts val="0"/>
                </a:spcAft>
                <a:buNone/>
              </a:pPr>
              <a:r>
                <a:rPr lang="en-US" sz="2200" b="0" i="0" u="none" strike="noStrike" cap="none">
                  <a:solidFill>
                    <a:srgbClr val="3F3F3F"/>
                  </a:solidFill>
                  <a:latin typeface="Open Sans"/>
                  <a:ea typeface="Open Sans"/>
                  <a:cs typeface="Open Sans"/>
                  <a:sym typeface="Open Sans"/>
                </a:rPr>
                <a:t>69 million</a:t>
              </a:r>
              <a:endParaRPr/>
            </a:p>
            <a:p>
              <a:pPr marL="0" marR="0" lvl="0" indent="0" algn="ctr" rtl="0">
                <a:lnSpc>
                  <a:spcPct val="100000"/>
                </a:lnSpc>
                <a:spcBef>
                  <a:spcPts val="0"/>
                </a:spcBef>
                <a:spcAft>
                  <a:spcPts val="0"/>
                </a:spcAft>
                <a:buNone/>
              </a:pPr>
              <a:r>
                <a:rPr lang="en-US" sz="2200" b="0" i="0" u="none" strike="noStrike" cap="none">
                  <a:solidFill>
                    <a:srgbClr val="3F3F3F"/>
                  </a:solidFill>
                  <a:latin typeface="Open Sans"/>
                  <a:ea typeface="Open Sans"/>
                  <a:cs typeface="Open Sans"/>
                  <a:sym typeface="Open Sans"/>
                </a:rPr>
                <a:t>Messages sent</a:t>
              </a:r>
              <a:endParaRPr/>
            </a:p>
            <a:p>
              <a:pPr marL="0" marR="0" lvl="0" indent="0" algn="ctr" rtl="0">
                <a:lnSpc>
                  <a:spcPct val="100000"/>
                </a:lnSpc>
                <a:spcBef>
                  <a:spcPts val="0"/>
                </a:spcBef>
                <a:spcAft>
                  <a:spcPts val="0"/>
                </a:spcAft>
                <a:buNone/>
              </a:pPr>
              <a:endParaRPr sz="2200" b="0" i="0" u="none" strike="noStrike" cap="none">
                <a:solidFill>
                  <a:schemeClr val="lt1"/>
                </a:solidFill>
                <a:latin typeface="Arial"/>
                <a:ea typeface="Arial"/>
                <a:cs typeface="Arial"/>
                <a:sym typeface="Arial"/>
              </a:endParaRPr>
            </a:p>
          </p:txBody>
        </p:sp>
        <p:sp>
          <p:nvSpPr>
            <p:cNvPr id="340" name="Google Shape;340;p16"/>
            <p:cNvSpPr/>
            <p:nvPr/>
          </p:nvSpPr>
          <p:spPr>
            <a:xfrm>
              <a:off x="1339161" y="3566209"/>
              <a:ext cx="3251424" cy="804865"/>
            </a:xfrm>
            <a:prstGeom prst="roundRect">
              <a:avLst>
                <a:gd name="adj" fmla="val 16667"/>
              </a:avLst>
            </a:prstGeom>
            <a:solidFill>
              <a:srgbClr val="BBD6E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2200" b="0" i="0" u="none" strike="noStrike" cap="none">
                <a:solidFill>
                  <a:srgbClr val="3F3F3F"/>
                </a:solidFill>
                <a:latin typeface="Open Sans"/>
                <a:ea typeface="Open Sans"/>
                <a:cs typeface="Open Sans"/>
                <a:sym typeface="Open Sans"/>
              </a:endParaRPr>
            </a:p>
            <a:p>
              <a:pPr marL="0" marR="0" lvl="0" indent="0" algn="ctr" rtl="0">
                <a:lnSpc>
                  <a:spcPct val="100000"/>
                </a:lnSpc>
                <a:spcBef>
                  <a:spcPts val="0"/>
                </a:spcBef>
                <a:spcAft>
                  <a:spcPts val="0"/>
                </a:spcAft>
                <a:buNone/>
              </a:pPr>
              <a:r>
                <a:rPr lang="en-US" sz="2200" b="0" i="0" u="none" strike="noStrike" cap="none">
                  <a:solidFill>
                    <a:srgbClr val="3F3F3F"/>
                  </a:solidFill>
                  <a:latin typeface="Open Sans"/>
                  <a:ea typeface="Open Sans"/>
                  <a:cs typeface="Open Sans"/>
                  <a:sym typeface="Open Sans"/>
                </a:rPr>
                <a:t>695,000</a:t>
              </a:r>
              <a:endParaRPr/>
            </a:p>
            <a:p>
              <a:pPr marL="0" marR="0" lvl="0" indent="0" algn="ctr" rtl="0">
                <a:lnSpc>
                  <a:spcPct val="100000"/>
                </a:lnSpc>
                <a:spcBef>
                  <a:spcPts val="0"/>
                </a:spcBef>
                <a:spcAft>
                  <a:spcPts val="0"/>
                </a:spcAft>
                <a:buNone/>
              </a:pPr>
              <a:r>
                <a:rPr lang="en-US" sz="2200" b="0" i="0" u="none" strike="noStrike" cap="none">
                  <a:solidFill>
                    <a:srgbClr val="3F3F3F"/>
                  </a:solidFill>
                  <a:latin typeface="Open Sans"/>
                  <a:ea typeface="Open Sans"/>
                  <a:cs typeface="Open Sans"/>
                  <a:sym typeface="Open Sans"/>
                </a:rPr>
                <a:t>Stories shared</a:t>
              </a:r>
              <a:endParaRPr sz="2200" b="0" i="0" u="none" strike="noStrike" cap="none">
                <a:solidFill>
                  <a:srgbClr val="3F3F3F"/>
                </a:solidFill>
                <a:latin typeface="Open Sans"/>
                <a:ea typeface="Open Sans"/>
                <a:cs typeface="Open Sans"/>
                <a:sym typeface="Open Sans"/>
              </a:endParaRPr>
            </a:p>
            <a:p>
              <a:pPr marL="0" marR="0" lvl="0" indent="0" algn="ctr" rtl="0">
                <a:lnSpc>
                  <a:spcPct val="100000"/>
                </a:lnSpc>
                <a:spcBef>
                  <a:spcPts val="0"/>
                </a:spcBef>
                <a:spcAft>
                  <a:spcPts val="0"/>
                </a:spcAft>
                <a:buNone/>
              </a:pPr>
              <a:endParaRPr sz="2200" b="0" i="0" u="none" strike="noStrike" cap="none">
                <a:solidFill>
                  <a:schemeClr val="lt1"/>
                </a:solidFill>
                <a:latin typeface="Arial"/>
                <a:ea typeface="Arial"/>
                <a:cs typeface="Arial"/>
                <a:sym typeface="Arial"/>
              </a:endParaRPr>
            </a:p>
          </p:txBody>
        </p:sp>
        <p:sp>
          <p:nvSpPr>
            <p:cNvPr id="341" name="Google Shape;341;p16"/>
            <p:cNvSpPr/>
            <p:nvPr/>
          </p:nvSpPr>
          <p:spPr>
            <a:xfrm>
              <a:off x="1078893" y="4860990"/>
              <a:ext cx="3251424" cy="804865"/>
            </a:xfrm>
            <a:prstGeom prst="roundRect">
              <a:avLst>
                <a:gd name="adj" fmla="val 16667"/>
              </a:avLst>
            </a:prstGeom>
            <a:solidFill>
              <a:srgbClr val="FEE599"/>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2200" b="0" i="0" u="none" strike="noStrike" cap="none">
                <a:solidFill>
                  <a:srgbClr val="3F3F3F"/>
                </a:solidFill>
                <a:latin typeface="Open Sans"/>
                <a:ea typeface="Open Sans"/>
                <a:cs typeface="Open Sans"/>
                <a:sym typeface="Open Sans"/>
              </a:endParaRPr>
            </a:p>
            <a:p>
              <a:pPr marL="0" marR="0" lvl="0" indent="0" algn="ctr" rtl="0">
                <a:lnSpc>
                  <a:spcPct val="100000"/>
                </a:lnSpc>
                <a:spcBef>
                  <a:spcPts val="0"/>
                </a:spcBef>
                <a:spcAft>
                  <a:spcPts val="0"/>
                </a:spcAft>
                <a:buNone/>
              </a:pPr>
              <a:r>
                <a:rPr lang="en-US" sz="2200" b="0" i="0" u="none" strike="noStrike" cap="none">
                  <a:solidFill>
                    <a:srgbClr val="3F3F3F"/>
                  </a:solidFill>
                  <a:latin typeface="Open Sans"/>
                  <a:ea typeface="Open Sans"/>
                  <a:cs typeface="Open Sans"/>
                  <a:sym typeface="Open Sans"/>
                </a:rPr>
                <a:t>9,132</a:t>
              </a:r>
              <a:endParaRPr/>
            </a:p>
            <a:p>
              <a:pPr marL="0" marR="0" lvl="0" indent="0" algn="ctr" rtl="0">
                <a:lnSpc>
                  <a:spcPct val="100000"/>
                </a:lnSpc>
                <a:spcBef>
                  <a:spcPts val="0"/>
                </a:spcBef>
                <a:spcAft>
                  <a:spcPts val="0"/>
                </a:spcAft>
                <a:buNone/>
              </a:pPr>
              <a:r>
                <a:rPr lang="en-US" sz="2200" b="0" i="0" u="none" strike="noStrike" cap="none">
                  <a:solidFill>
                    <a:srgbClr val="3F3F3F"/>
                  </a:solidFill>
                  <a:latin typeface="Open Sans"/>
                  <a:ea typeface="Open Sans"/>
                  <a:cs typeface="Open Sans"/>
                  <a:sym typeface="Open Sans"/>
                </a:rPr>
                <a:t>Connection made</a:t>
              </a:r>
              <a:endParaRPr sz="2200" b="0" i="0" u="none" strike="noStrike" cap="none">
                <a:solidFill>
                  <a:srgbClr val="3F3F3F"/>
                </a:solidFill>
                <a:latin typeface="Open Sans"/>
                <a:ea typeface="Open Sans"/>
                <a:cs typeface="Open Sans"/>
                <a:sym typeface="Open Sans"/>
              </a:endParaRPr>
            </a:p>
            <a:p>
              <a:pPr marL="0" marR="0" lvl="0" indent="0" algn="ctr" rtl="0">
                <a:lnSpc>
                  <a:spcPct val="100000"/>
                </a:lnSpc>
                <a:spcBef>
                  <a:spcPts val="0"/>
                </a:spcBef>
                <a:spcAft>
                  <a:spcPts val="0"/>
                </a:spcAft>
                <a:buNone/>
              </a:pPr>
              <a:endParaRPr sz="2200" b="0" i="0" u="none" strike="noStrike" cap="none">
                <a:solidFill>
                  <a:schemeClr val="lt1"/>
                </a:solidFill>
                <a:latin typeface="Arial"/>
                <a:ea typeface="Arial"/>
                <a:cs typeface="Arial"/>
                <a:sym typeface="Arial"/>
              </a:endParaRPr>
            </a:p>
          </p:txBody>
        </p:sp>
        <p:cxnSp>
          <p:nvCxnSpPr>
            <p:cNvPr id="342" name="Google Shape;342;p16"/>
            <p:cNvCxnSpPr/>
            <p:nvPr/>
          </p:nvCxnSpPr>
          <p:spPr>
            <a:xfrm>
              <a:off x="4527040" y="3907537"/>
              <a:ext cx="1997735" cy="0"/>
            </a:xfrm>
            <a:prstGeom prst="straightConnector1">
              <a:avLst/>
            </a:prstGeom>
            <a:noFill/>
            <a:ln w="12700" cap="flat" cmpd="sng">
              <a:solidFill>
                <a:schemeClr val="dk1"/>
              </a:solidFill>
              <a:prstDash val="solid"/>
              <a:round/>
              <a:headEnd type="none" w="sm" len="sm"/>
              <a:tailEnd type="oval" w="lg" len="lg"/>
            </a:ln>
          </p:spPr>
        </p:cxnSp>
        <p:cxnSp>
          <p:nvCxnSpPr>
            <p:cNvPr id="343" name="Google Shape;343;p16"/>
            <p:cNvCxnSpPr/>
            <p:nvPr/>
          </p:nvCxnSpPr>
          <p:spPr>
            <a:xfrm>
              <a:off x="4477094" y="6429462"/>
              <a:ext cx="2137211" cy="0"/>
            </a:xfrm>
            <a:prstGeom prst="straightConnector1">
              <a:avLst/>
            </a:prstGeom>
            <a:noFill/>
            <a:ln w="12700" cap="flat" cmpd="sng">
              <a:solidFill>
                <a:schemeClr val="dk1"/>
              </a:solidFill>
              <a:prstDash val="solid"/>
              <a:round/>
              <a:headEnd type="none" w="sm" len="sm"/>
              <a:tailEnd type="oval" w="lg" len="lg"/>
            </a:ln>
          </p:spPr>
        </p:cxnSp>
        <p:cxnSp>
          <p:nvCxnSpPr>
            <p:cNvPr id="344" name="Google Shape;344;p16"/>
            <p:cNvCxnSpPr/>
            <p:nvPr/>
          </p:nvCxnSpPr>
          <p:spPr>
            <a:xfrm rot="10800000" flipH="1">
              <a:off x="4926200" y="6962327"/>
              <a:ext cx="2469000" cy="682200"/>
            </a:xfrm>
            <a:prstGeom prst="bentConnector3">
              <a:avLst>
                <a:gd name="adj1" fmla="val 50000"/>
              </a:avLst>
            </a:prstGeom>
            <a:noFill/>
            <a:ln w="12700" cap="flat" cmpd="sng">
              <a:solidFill>
                <a:schemeClr val="dk1"/>
              </a:solidFill>
              <a:prstDash val="solid"/>
              <a:round/>
              <a:headEnd type="none" w="sm" len="sm"/>
              <a:tailEnd type="oval" w="lg" len="lg"/>
            </a:ln>
          </p:spPr>
        </p:cxnSp>
        <p:cxnSp>
          <p:nvCxnSpPr>
            <p:cNvPr id="345" name="Google Shape;345;p16"/>
            <p:cNvCxnSpPr/>
            <p:nvPr/>
          </p:nvCxnSpPr>
          <p:spPr>
            <a:xfrm>
              <a:off x="9588599" y="3907537"/>
              <a:ext cx="1770157" cy="0"/>
            </a:xfrm>
            <a:prstGeom prst="straightConnector1">
              <a:avLst/>
            </a:prstGeom>
            <a:noFill/>
            <a:ln w="12700" cap="flat" cmpd="sng">
              <a:solidFill>
                <a:schemeClr val="dk1"/>
              </a:solidFill>
              <a:prstDash val="solid"/>
              <a:round/>
              <a:headEnd type="oval" w="lg" len="lg"/>
              <a:tailEnd type="none" w="sm" len="sm"/>
            </a:ln>
          </p:spPr>
        </p:cxnSp>
        <p:cxnSp>
          <p:nvCxnSpPr>
            <p:cNvPr id="346" name="Google Shape;346;p16"/>
            <p:cNvCxnSpPr/>
            <p:nvPr/>
          </p:nvCxnSpPr>
          <p:spPr>
            <a:xfrm>
              <a:off x="9509459" y="6429462"/>
              <a:ext cx="1928967" cy="1"/>
            </a:xfrm>
            <a:prstGeom prst="straightConnector1">
              <a:avLst/>
            </a:prstGeom>
            <a:noFill/>
            <a:ln w="12700" cap="flat" cmpd="sng">
              <a:solidFill>
                <a:schemeClr val="dk1"/>
              </a:solidFill>
              <a:prstDash val="solid"/>
              <a:round/>
              <a:headEnd type="oval" w="lg" len="lg"/>
              <a:tailEnd type="none" w="sm" len="sm"/>
            </a:ln>
          </p:spPr>
        </p:cxnSp>
        <p:cxnSp>
          <p:nvCxnSpPr>
            <p:cNvPr id="347" name="Google Shape;347;p16"/>
            <p:cNvCxnSpPr/>
            <p:nvPr/>
          </p:nvCxnSpPr>
          <p:spPr>
            <a:xfrm flipH="1">
              <a:off x="8832714" y="2745096"/>
              <a:ext cx="2056500" cy="594300"/>
            </a:xfrm>
            <a:prstGeom prst="bentConnector3">
              <a:avLst>
                <a:gd name="adj1" fmla="val 50004"/>
              </a:avLst>
            </a:prstGeom>
            <a:noFill/>
            <a:ln w="12700" cap="flat" cmpd="sng">
              <a:solidFill>
                <a:schemeClr val="dk1"/>
              </a:solidFill>
              <a:prstDash val="solid"/>
              <a:round/>
              <a:headEnd type="none" w="sm" len="sm"/>
              <a:tailEnd type="oval" w="lg" len="lg"/>
            </a:ln>
          </p:spPr>
        </p:cxnSp>
        <p:cxnSp>
          <p:nvCxnSpPr>
            <p:cNvPr id="348" name="Google Shape;348;p16"/>
            <p:cNvCxnSpPr/>
            <p:nvPr/>
          </p:nvCxnSpPr>
          <p:spPr>
            <a:xfrm>
              <a:off x="4979426" y="2766863"/>
              <a:ext cx="2336700" cy="547200"/>
            </a:xfrm>
            <a:prstGeom prst="bentConnector3">
              <a:avLst>
                <a:gd name="adj1" fmla="val 50000"/>
              </a:avLst>
            </a:prstGeom>
            <a:noFill/>
            <a:ln w="12700" cap="flat" cmpd="sng">
              <a:solidFill>
                <a:schemeClr val="dk1"/>
              </a:solidFill>
              <a:prstDash val="solid"/>
              <a:round/>
              <a:headEnd type="none" w="sm" len="sm"/>
              <a:tailEnd type="oval" w="lg" len="lg"/>
            </a:ln>
          </p:spPr>
        </p:cxnSp>
        <p:sp>
          <p:nvSpPr>
            <p:cNvPr id="349" name="Google Shape;349;p16"/>
            <p:cNvSpPr/>
            <p:nvPr/>
          </p:nvSpPr>
          <p:spPr>
            <a:xfrm>
              <a:off x="4794739" y="2413876"/>
              <a:ext cx="634217" cy="649652"/>
            </a:xfrm>
            <a:prstGeom prst="ellipse">
              <a:avLst/>
            </a:prstGeom>
            <a:solidFill>
              <a:schemeClr val="lt1"/>
            </a:solidFill>
            <a:ln w="12700"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2200" b="0" i="0" u="none" strike="noStrike" cap="none">
                <a:solidFill>
                  <a:schemeClr val="lt1"/>
                </a:solidFill>
                <a:latin typeface="Arial"/>
                <a:ea typeface="Arial"/>
                <a:cs typeface="Arial"/>
                <a:sym typeface="Arial"/>
              </a:endParaRPr>
            </a:p>
          </p:txBody>
        </p:sp>
        <p:pic>
          <p:nvPicPr>
            <p:cNvPr id="350" name="Google Shape;350;p16" descr="A picture containing text, clock, sign&#10;&#10;Description automatically generated"/>
            <p:cNvPicPr preferRelativeResize="0"/>
            <p:nvPr/>
          </p:nvPicPr>
          <p:blipFill rotWithShape="1">
            <a:blip r:embed="rId3">
              <a:alphaModFix/>
            </a:blip>
            <a:srcRect/>
            <a:stretch/>
          </p:blipFill>
          <p:spPr>
            <a:xfrm>
              <a:off x="4859153" y="2692338"/>
              <a:ext cx="535680" cy="148432"/>
            </a:xfrm>
            <a:prstGeom prst="rect">
              <a:avLst/>
            </a:prstGeom>
            <a:noFill/>
            <a:ln>
              <a:noFill/>
            </a:ln>
          </p:spPr>
        </p:pic>
        <p:sp>
          <p:nvSpPr>
            <p:cNvPr id="351" name="Google Shape;351;p16"/>
            <p:cNvSpPr/>
            <p:nvPr/>
          </p:nvSpPr>
          <p:spPr>
            <a:xfrm>
              <a:off x="4322870" y="3583480"/>
              <a:ext cx="634217" cy="649652"/>
            </a:xfrm>
            <a:prstGeom prst="ellipse">
              <a:avLst/>
            </a:prstGeom>
            <a:solidFill>
              <a:schemeClr val="lt1"/>
            </a:solidFill>
            <a:ln w="12700"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2200" b="0" i="0" u="none" strike="noStrike" cap="none">
                <a:solidFill>
                  <a:schemeClr val="lt1"/>
                </a:solidFill>
                <a:latin typeface="Arial"/>
                <a:ea typeface="Arial"/>
                <a:cs typeface="Arial"/>
                <a:sym typeface="Arial"/>
              </a:endParaRPr>
            </a:p>
          </p:txBody>
        </p:sp>
        <p:pic>
          <p:nvPicPr>
            <p:cNvPr id="352" name="Google Shape;352;p16" descr="Icon&#10;&#10;Description automatically generated"/>
            <p:cNvPicPr preferRelativeResize="0"/>
            <p:nvPr/>
          </p:nvPicPr>
          <p:blipFill rotWithShape="1">
            <a:blip r:embed="rId4">
              <a:alphaModFix/>
            </a:blip>
            <a:srcRect/>
            <a:stretch/>
          </p:blipFill>
          <p:spPr>
            <a:xfrm>
              <a:off x="4429831" y="3712027"/>
              <a:ext cx="420293" cy="427235"/>
            </a:xfrm>
            <a:prstGeom prst="rect">
              <a:avLst/>
            </a:prstGeom>
            <a:noFill/>
            <a:ln>
              <a:noFill/>
            </a:ln>
          </p:spPr>
        </p:pic>
        <p:cxnSp>
          <p:nvCxnSpPr>
            <p:cNvPr id="353" name="Google Shape;353;p16"/>
            <p:cNvCxnSpPr/>
            <p:nvPr/>
          </p:nvCxnSpPr>
          <p:spPr>
            <a:xfrm>
              <a:off x="4251420" y="5214398"/>
              <a:ext cx="1896377" cy="0"/>
            </a:xfrm>
            <a:prstGeom prst="straightConnector1">
              <a:avLst/>
            </a:prstGeom>
            <a:noFill/>
            <a:ln w="12700" cap="flat" cmpd="sng">
              <a:solidFill>
                <a:schemeClr val="dk1"/>
              </a:solidFill>
              <a:prstDash val="solid"/>
              <a:round/>
              <a:headEnd type="none" w="sm" len="sm"/>
              <a:tailEnd type="oval" w="lg" len="lg"/>
            </a:ln>
          </p:spPr>
        </p:cxnSp>
        <p:sp>
          <p:nvSpPr>
            <p:cNvPr id="354" name="Google Shape;354;p16"/>
            <p:cNvSpPr/>
            <p:nvPr/>
          </p:nvSpPr>
          <p:spPr>
            <a:xfrm>
              <a:off x="4054025" y="4917378"/>
              <a:ext cx="634217" cy="649652"/>
            </a:xfrm>
            <a:prstGeom prst="ellipse">
              <a:avLst/>
            </a:prstGeom>
            <a:solidFill>
              <a:schemeClr val="lt1"/>
            </a:solidFill>
            <a:ln w="12700"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2200" b="0" i="0" u="none" strike="noStrike" cap="none">
                <a:solidFill>
                  <a:schemeClr val="lt1"/>
                </a:solidFill>
                <a:latin typeface="Arial"/>
                <a:ea typeface="Arial"/>
                <a:cs typeface="Arial"/>
                <a:sym typeface="Arial"/>
              </a:endParaRPr>
            </a:p>
          </p:txBody>
        </p:sp>
        <p:pic>
          <p:nvPicPr>
            <p:cNvPr id="355" name="Google Shape;355;p16"/>
            <p:cNvPicPr preferRelativeResize="0"/>
            <p:nvPr/>
          </p:nvPicPr>
          <p:blipFill rotWithShape="1">
            <a:blip r:embed="rId5">
              <a:alphaModFix/>
            </a:blip>
            <a:srcRect/>
            <a:stretch/>
          </p:blipFill>
          <p:spPr>
            <a:xfrm>
              <a:off x="4162590" y="5024718"/>
              <a:ext cx="417086" cy="427237"/>
            </a:xfrm>
            <a:prstGeom prst="rect">
              <a:avLst/>
            </a:prstGeom>
            <a:noFill/>
            <a:ln>
              <a:noFill/>
            </a:ln>
          </p:spPr>
        </p:pic>
        <p:sp>
          <p:nvSpPr>
            <p:cNvPr id="356" name="Google Shape;356;p16"/>
            <p:cNvSpPr/>
            <p:nvPr/>
          </p:nvSpPr>
          <p:spPr>
            <a:xfrm>
              <a:off x="4228723" y="6095412"/>
              <a:ext cx="634217" cy="649652"/>
            </a:xfrm>
            <a:prstGeom prst="ellipse">
              <a:avLst/>
            </a:prstGeom>
            <a:solidFill>
              <a:schemeClr val="lt1"/>
            </a:solidFill>
            <a:ln w="12700"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2200" b="0" i="0" u="none" strike="noStrike" cap="none">
                <a:solidFill>
                  <a:schemeClr val="lt1"/>
                </a:solidFill>
                <a:latin typeface="Arial"/>
                <a:ea typeface="Arial"/>
                <a:cs typeface="Arial"/>
                <a:sym typeface="Arial"/>
              </a:endParaRPr>
            </a:p>
          </p:txBody>
        </p:sp>
        <p:sp>
          <p:nvSpPr>
            <p:cNvPr id="357" name="Google Shape;357;p16"/>
            <p:cNvSpPr/>
            <p:nvPr/>
          </p:nvSpPr>
          <p:spPr>
            <a:xfrm>
              <a:off x="4680776" y="6095412"/>
              <a:ext cx="634217" cy="649652"/>
            </a:xfrm>
            <a:prstGeom prst="ellipse">
              <a:avLst/>
            </a:prstGeom>
            <a:solidFill>
              <a:schemeClr val="lt1"/>
            </a:solidFill>
            <a:ln w="12700"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2200" b="0" i="0" u="none" strike="noStrike" cap="none">
                <a:solidFill>
                  <a:schemeClr val="lt1"/>
                </a:solidFill>
                <a:latin typeface="Arial"/>
                <a:ea typeface="Arial"/>
                <a:cs typeface="Arial"/>
                <a:sym typeface="Arial"/>
              </a:endParaRPr>
            </a:p>
          </p:txBody>
        </p:sp>
        <p:pic>
          <p:nvPicPr>
            <p:cNvPr id="358" name="Google Shape;358;p16" descr="Icon&#10;&#10;Description automatically generated"/>
            <p:cNvPicPr preferRelativeResize="0"/>
            <p:nvPr/>
          </p:nvPicPr>
          <p:blipFill rotWithShape="1">
            <a:blip r:embed="rId6">
              <a:alphaModFix/>
            </a:blip>
            <a:srcRect/>
            <a:stretch/>
          </p:blipFill>
          <p:spPr>
            <a:xfrm>
              <a:off x="4296342" y="6235261"/>
              <a:ext cx="379175" cy="388403"/>
            </a:xfrm>
            <a:prstGeom prst="rect">
              <a:avLst/>
            </a:prstGeom>
            <a:noFill/>
            <a:ln>
              <a:noFill/>
            </a:ln>
          </p:spPr>
        </p:pic>
        <p:pic>
          <p:nvPicPr>
            <p:cNvPr id="359" name="Google Shape;359;p16" descr="Icon&#10;&#10;Description automatically generated"/>
            <p:cNvPicPr preferRelativeResize="0"/>
            <p:nvPr/>
          </p:nvPicPr>
          <p:blipFill rotWithShape="1">
            <a:blip r:embed="rId7">
              <a:alphaModFix/>
            </a:blip>
            <a:srcRect/>
            <a:stretch/>
          </p:blipFill>
          <p:spPr>
            <a:xfrm>
              <a:off x="4805640" y="6235261"/>
              <a:ext cx="416565" cy="427237"/>
            </a:xfrm>
            <a:prstGeom prst="rect">
              <a:avLst/>
            </a:prstGeom>
            <a:noFill/>
            <a:ln>
              <a:noFill/>
            </a:ln>
          </p:spPr>
        </p:pic>
        <p:sp>
          <p:nvSpPr>
            <p:cNvPr id="360" name="Google Shape;360;p16"/>
            <p:cNvSpPr/>
            <p:nvPr/>
          </p:nvSpPr>
          <p:spPr>
            <a:xfrm>
              <a:off x="4755289" y="7298127"/>
              <a:ext cx="634217" cy="649652"/>
            </a:xfrm>
            <a:prstGeom prst="ellipse">
              <a:avLst/>
            </a:prstGeom>
            <a:solidFill>
              <a:schemeClr val="lt1"/>
            </a:solidFill>
            <a:ln w="12700"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2200" b="0" i="0" u="none" strike="noStrike" cap="none">
                <a:solidFill>
                  <a:schemeClr val="lt1"/>
                </a:solidFill>
                <a:latin typeface="Arial"/>
                <a:ea typeface="Arial"/>
                <a:cs typeface="Arial"/>
                <a:sym typeface="Arial"/>
              </a:endParaRPr>
            </a:p>
          </p:txBody>
        </p:sp>
        <p:pic>
          <p:nvPicPr>
            <p:cNvPr id="361" name="Google Shape;361;p16" descr="Logo, icon&#10;&#10;Description automatically generated"/>
            <p:cNvPicPr preferRelativeResize="0"/>
            <p:nvPr/>
          </p:nvPicPr>
          <p:blipFill rotWithShape="1">
            <a:blip r:embed="rId8">
              <a:alphaModFix/>
            </a:blip>
            <a:srcRect/>
            <a:stretch/>
          </p:blipFill>
          <p:spPr>
            <a:xfrm>
              <a:off x="4872973" y="7391326"/>
              <a:ext cx="393077" cy="455706"/>
            </a:xfrm>
            <a:prstGeom prst="rect">
              <a:avLst/>
            </a:prstGeom>
            <a:noFill/>
            <a:ln>
              <a:noFill/>
            </a:ln>
          </p:spPr>
        </p:pic>
        <p:sp>
          <p:nvSpPr>
            <p:cNvPr id="362" name="Google Shape;362;p16"/>
            <p:cNvSpPr/>
            <p:nvPr/>
          </p:nvSpPr>
          <p:spPr>
            <a:xfrm>
              <a:off x="10941480" y="3582550"/>
              <a:ext cx="634217" cy="649652"/>
            </a:xfrm>
            <a:prstGeom prst="ellipse">
              <a:avLst/>
            </a:prstGeom>
            <a:solidFill>
              <a:schemeClr val="lt1"/>
            </a:solidFill>
            <a:ln w="12700"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2200" b="0" i="0" u="none" strike="noStrike" cap="none">
                <a:solidFill>
                  <a:schemeClr val="lt1"/>
                </a:solidFill>
                <a:latin typeface="Arial"/>
                <a:ea typeface="Arial"/>
                <a:cs typeface="Arial"/>
                <a:sym typeface="Arial"/>
              </a:endParaRPr>
            </a:p>
          </p:txBody>
        </p:sp>
        <p:sp>
          <p:nvSpPr>
            <p:cNvPr id="363" name="Google Shape;363;p16"/>
            <p:cNvSpPr/>
            <p:nvPr/>
          </p:nvSpPr>
          <p:spPr>
            <a:xfrm>
              <a:off x="10367697" y="2422255"/>
              <a:ext cx="634217" cy="649652"/>
            </a:xfrm>
            <a:prstGeom prst="ellipse">
              <a:avLst/>
            </a:prstGeom>
            <a:solidFill>
              <a:schemeClr val="lt1"/>
            </a:solidFill>
            <a:ln w="12700"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2200" b="0" i="0" u="none" strike="noStrike" cap="none">
                <a:solidFill>
                  <a:schemeClr val="lt1"/>
                </a:solidFill>
                <a:latin typeface="Arial"/>
                <a:ea typeface="Arial"/>
                <a:cs typeface="Arial"/>
                <a:sym typeface="Arial"/>
              </a:endParaRPr>
            </a:p>
          </p:txBody>
        </p:sp>
        <p:pic>
          <p:nvPicPr>
            <p:cNvPr id="364" name="Google Shape;364;p16" descr="Icon&#10;&#10;Description automatically generated"/>
            <p:cNvPicPr preferRelativeResize="0"/>
            <p:nvPr/>
          </p:nvPicPr>
          <p:blipFill rotWithShape="1">
            <a:blip r:embed="rId9">
              <a:alphaModFix/>
            </a:blip>
            <a:srcRect/>
            <a:stretch/>
          </p:blipFill>
          <p:spPr>
            <a:xfrm>
              <a:off x="10457404" y="2588155"/>
              <a:ext cx="454804" cy="394736"/>
            </a:xfrm>
            <a:prstGeom prst="rect">
              <a:avLst/>
            </a:prstGeom>
            <a:noFill/>
            <a:ln>
              <a:noFill/>
            </a:ln>
          </p:spPr>
        </p:pic>
        <p:pic>
          <p:nvPicPr>
            <p:cNvPr id="365" name="Google Shape;365;p16" descr="Icon&#10;&#10;Description automatically generated"/>
            <p:cNvPicPr preferRelativeResize="0"/>
            <p:nvPr/>
          </p:nvPicPr>
          <p:blipFill rotWithShape="1">
            <a:blip r:embed="rId10">
              <a:alphaModFix/>
            </a:blip>
            <a:srcRect/>
            <a:stretch/>
          </p:blipFill>
          <p:spPr>
            <a:xfrm>
              <a:off x="11010129" y="3743009"/>
              <a:ext cx="499494" cy="361878"/>
            </a:xfrm>
            <a:prstGeom prst="rect">
              <a:avLst/>
            </a:prstGeom>
            <a:noFill/>
            <a:ln>
              <a:noFill/>
            </a:ln>
          </p:spPr>
        </p:pic>
        <p:sp>
          <p:nvSpPr>
            <p:cNvPr id="366" name="Google Shape;366;p16"/>
            <p:cNvSpPr/>
            <p:nvPr/>
          </p:nvSpPr>
          <p:spPr>
            <a:xfrm>
              <a:off x="11166188" y="4874719"/>
              <a:ext cx="634217" cy="649652"/>
            </a:xfrm>
            <a:prstGeom prst="ellipse">
              <a:avLst/>
            </a:prstGeom>
            <a:solidFill>
              <a:schemeClr val="lt1"/>
            </a:solidFill>
            <a:ln w="12700"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2200" b="0" i="0" u="none" strike="noStrike" cap="none">
                <a:solidFill>
                  <a:schemeClr val="lt1"/>
                </a:solidFill>
                <a:latin typeface="Arial"/>
                <a:ea typeface="Arial"/>
                <a:cs typeface="Arial"/>
                <a:sym typeface="Arial"/>
              </a:endParaRPr>
            </a:p>
          </p:txBody>
        </p:sp>
        <p:pic>
          <p:nvPicPr>
            <p:cNvPr id="367" name="Google Shape;367;p16" descr="Logo, icon&#10;&#10;Description automatically generated"/>
            <p:cNvPicPr preferRelativeResize="0"/>
            <p:nvPr/>
          </p:nvPicPr>
          <p:blipFill rotWithShape="1">
            <a:blip r:embed="rId11">
              <a:alphaModFix/>
            </a:blip>
            <a:srcRect/>
            <a:stretch/>
          </p:blipFill>
          <p:spPr>
            <a:xfrm>
              <a:off x="11315613" y="4922408"/>
              <a:ext cx="335368" cy="543198"/>
            </a:xfrm>
            <a:prstGeom prst="rect">
              <a:avLst/>
            </a:prstGeom>
            <a:noFill/>
            <a:ln>
              <a:noFill/>
            </a:ln>
          </p:spPr>
        </p:pic>
        <p:sp>
          <p:nvSpPr>
            <p:cNvPr id="368" name="Google Shape;368;p16"/>
            <p:cNvSpPr/>
            <p:nvPr/>
          </p:nvSpPr>
          <p:spPr>
            <a:xfrm>
              <a:off x="10960429" y="6116319"/>
              <a:ext cx="634217" cy="649652"/>
            </a:xfrm>
            <a:prstGeom prst="ellipse">
              <a:avLst/>
            </a:prstGeom>
            <a:solidFill>
              <a:schemeClr val="lt1"/>
            </a:solidFill>
            <a:ln w="12700"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2200" b="0" i="0" u="none" strike="noStrike" cap="none">
                <a:solidFill>
                  <a:schemeClr val="lt1"/>
                </a:solidFill>
                <a:latin typeface="Arial"/>
                <a:ea typeface="Arial"/>
                <a:cs typeface="Arial"/>
                <a:sym typeface="Arial"/>
              </a:endParaRPr>
            </a:p>
          </p:txBody>
        </p:sp>
        <p:pic>
          <p:nvPicPr>
            <p:cNvPr id="369" name="Google Shape;369;p16" descr="Icon&#10;&#10;Description automatically generated"/>
            <p:cNvPicPr preferRelativeResize="0"/>
            <p:nvPr/>
          </p:nvPicPr>
          <p:blipFill rotWithShape="1">
            <a:blip r:embed="rId12">
              <a:alphaModFix/>
            </a:blip>
            <a:srcRect/>
            <a:stretch/>
          </p:blipFill>
          <p:spPr>
            <a:xfrm>
              <a:off x="11089574" y="6293720"/>
              <a:ext cx="393723" cy="271485"/>
            </a:xfrm>
            <a:prstGeom prst="rect">
              <a:avLst/>
            </a:prstGeom>
            <a:noFill/>
            <a:ln>
              <a:noFill/>
            </a:ln>
          </p:spPr>
        </p:pic>
        <p:sp>
          <p:nvSpPr>
            <p:cNvPr id="370" name="Google Shape;370;p16"/>
            <p:cNvSpPr/>
            <p:nvPr/>
          </p:nvSpPr>
          <p:spPr>
            <a:xfrm>
              <a:off x="10577458" y="7298270"/>
              <a:ext cx="634217" cy="649652"/>
            </a:xfrm>
            <a:prstGeom prst="ellipse">
              <a:avLst/>
            </a:prstGeom>
            <a:solidFill>
              <a:schemeClr val="lt1"/>
            </a:solidFill>
            <a:ln w="12700"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2200" b="0" i="0" u="none" strike="noStrike" cap="none">
                <a:solidFill>
                  <a:schemeClr val="lt1"/>
                </a:solidFill>
                <a:latin typeface="Arial"/>
                <a:ea typeface="Arial"/>
                <a:cs typeface="Arial"/>
                <a:sym typeface="Arial"/>
              </a:endParaRPr>
            </a:p>
          </p:txBody>
        </p:sp>
        <p:pic>
          <p:nvPicPr>
            <p:cNvPr id="371" name="Google Shape;371;p16" descr="Logo, icon&#10;&#10;Description automatically generated with medium confidence"/>
            <p:cNvPicPr preferRelativeResize="0"/>
            <p:nvPr/>
          </p:nvPicPr>
          <p:blipFill rotWithShape="1">
            <a:blip r:embed="rId13">
              <a:alphaModFix/>
            </a:blip>
            <a:srcRect/>
            <a:stretch/>
          </p:blipFill>
          <p:spPr>
            <a:xfrm rot="10800000" flipH="1">
              <a:off x="10661187" y="7459177"/>
              <a:ext cx="466758" cy="334988"/>
            </a:xfrm>
            <a:prstGeom prst="rect">
              <a:avLst/>
            </a:prstGeom>
            <a:noFill/>
            <a:ln>
              <a:noFill/>
            </a:ln>
          </p:spPr>
        </p:pic>
        <p:pic>
          <p:nvPicPr>
            <p:cNvPr id="372" name="Google Shape;372;p16"/>
            <p:cNvPicPr preferRelativeResize="0"/>
            <p:nvPr/>
          </p:nvPicPr>
          <p:blipFill rotWithShape="1">
            <a:blip r:embed="rId14">
              <a:alphaModFix/>
            </a:blip>
            <a:srcRect/>
            <a:stretch/>
          </p:blipFill>
          <p:spPr>
            <a:xfrm>
              <a:off x="6743642" y="3796978"/>
              <a:ext cx="2748116" cy="2548771"/>
            </a:xfrm>
            <a:prstGeom prst="rect">
              <a:avLst/>
            </a:prstGeom>
            <a:noFill/>
            <a:ln>
              <a:noFill/>
            </a:ln>
          </p:spPr>
        </p:pic>
        <p:cxnSp>
          <p:nvCxnSpPr>
            <p:cNvPr id="373" name="Google Shape;373;p16"/>
            <p:cNvCxnSpPr>
              <a:stCxn id="370" idx="2"/>
            </p:cNvCxnSpPr>
            <p:nvPr/>
          </p:nvCxnSpPr>
          <p:spPr>
            <a:xfrm rot="10800000">
              <a:off x="8819158" y="6937596"/>
              <a:ext cx="1758300" cy="685500"/>
            </a:xfrm>
            <a:prstGeom prst="bentConnector3">
              <a:avLst>
                <a:gd name="adj1" fmla="val 50000"/>
              </a:avLst>
            </a:prstGeom>
            <a:noFill/>
            <a:ln w="12700" cap="flat" cmpd="sng">
              <a:solidFill>
                <a:schemeClr val="dk1"/>
              </a:solidFill>
              <a:prstDash val="solid"/>
              <a:round/>
              <a:headEnd type="none" w="sm" len="sm"/>
              <a:tailEnd type="oval" w="lg" len="lg"/>
            </a:ln>
          </p:spPr>
        </p:cxnSp>
      </p:grpSp>
      <p:sp>
        <p:nvSpPr>
          <p:cNvPr id="4" name="Brandline_LVC">
            <a:extLst>
              <a:ext uri="{FF2B5EF4-FFF2-40B4-BE49-F238E27FC236}">
                <a16:creationId xmlns:a16="http://schemas.microsoft.com/office/drawing/2014/main" id="{BCDE545D-6F96-8AC3-9F99-900E1BF0423E}"/>
              </a:ext>
            </a:extLst>
          </p:cNvPr>
          <p:cNvSpPr/>
          <p:nvPr/>
        </p:nvSpPr>
        <p:spPr>
          <a:xfrm>
            <a:off x="5905500" y="816324"/>
            <a:ext cx="4439126"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378"/>
        <p:cNvGrpSpPr/>
        <p:nvPr/>
      </p:nvGrpSpPr>
      <p:grpSpPr>
        <a:xfrm>
          <a:off x="0" y="0"/>
          <a:ext cx="0" cy="0"/>
          <a:chOff x="0" y="0"/>
          <a:chExt cx="0" cy="0"/>
        </a:xfrm>
      </p:grpSpPr>
      <p:sp>
        <p:nvSpPr>
          <p:cNvPr id="379" name="Google Shape;379;p89"/>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dirty="0">
                <a:solidFill>
                  <a:srgbClr val="3F3F3F"/>
                </a:solidFill>
                <a:latin typeface="Open Sans"/>
                <a:ea typeface="Open Sans"/>
                <a:cs typeface="Open Sans"/>
                <a:sym typeface="Open Sans"/>
              </a:rPr>
              <a:t>Different Types of Data</a:t>
            </a:r>
            <a:endParaRPr sz="2800" dirty="0">
              <a:solidFill>
                <a:srgbClr val="3F3F3F"/>
              </a:solidFill>
              <a:latin typeface="Open Sans"/>
              <a:ea typeface="Open Sans"/>
              <a:cs typeface="Open Sans"/>
              <a:sym typeface="Open Sans"/>
            </a:endParaRPr>
          </a:p>
        </p:txBody>
      </p:sp>
      <p:grpSp>
        <p:nvGrpSpPr>
          <p:cNvPr id="381" name="Google Shape;381;p89"/>
          <p:cNvGrpSpPr/>
          <p:nvPr/>
        </p:nvGrpSpPr>
        <p:grpSpPr>
          <a:xfrm>
            <a:off x="1680163" y="2488602"/>
            <a:ext cx="12895674" cy="4881732"/>
            <a:chOff x="1620737" y="1856528"/>
            <a:chExt cx="12895674" cy="4881732"/>
          </a:xfrm>
        </p:grpSpPr>
        <p:grpSp>
          <p:nvGrpSpPr>
            <p:cNvPr id="382" name="Google Shape;382;p89"/>
            <p:cNvGrpSpPr/>
            <p:nvPr/>
          </p:nvGrpSpPr>
          <p:grpSpPr>
            <a:xfrm>
              <a:off x="2193499" y="1872856"/>
              <a:ext cx="5250471" cy="4718956"/>
              <a:chOff x="2536399" y="1986644"/>
              <a:chExt cx="5250471" cy="4718956"/>
            </a:xfrm>
          </p:grpSpPr>
          <p:sp>
            <p:nvSpPr>
              <p:cNvPr id="383" name="Google Shape;383;p89"/>
              <p:cNvSpPr/>
              <p:nvPr/>
            </p:nvSpPr>
            <p:spPr>
              <a:xfrm>
                <a:off x="4512150" y="5551275"/>
                <a:ext cx="1266310" cy="1154325"/>
              </a:xfrm>
              <a:custGeom>
                <a:avLst/>
                <a:gdLst/>
                <a:ahLst/>
                <a:cxnLst/>
                <a:rect l="l" t="t" r="r" b="b"/>
                <a:pathLst>
                  <a:path w="10526" h="10000" extrusionOk="0">
                    <a:moveTo>
                      <a:pt x="0" y="0"/>
                    </a:moveTo>
                    <a:lnTo>
                      <a:pt x="10526" y="84"/>
                    </a:lnTo>
                    <a:lnTo>
                      <a:pt x="5243" y="10000"/>
                    </a:lnTo>
                    <a:lnTo>
                      <a:pt x="0" y="0"/>
                    </a:lnTo>
                    <a:close/>
                  </a:path>
                </a:pathLst>
              </a:custGeom>
              <a:solidFill>
                <a:srgbClr val="BBD6E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3F3F3F"/>
                  </a:solidFill>
                  <a:latin typeface="Arial"/>
                  <a:ea typeface="Arial"/>
                  <a:cs typeface="Arial"/>
                  <a:sym typeface="Arial"/>
                </a:endParaRPr>
              </a:p>
            </p:txBody>
          </p:sp>
          <p:sp>
            <p:nvSpPr>
              <p:cNvPr id="384" name="Google Shape;384;p89"/>
              <p:cNvSpPr/>
              <p:nvPr/>
            </p:nvSpPr>
            <p:spPr>
              <a:xfrm>
                <a:off x="3878202" y="4394292"/>
                <a:ext cx="2550471" cy="1092926"/>
              </a:xfrm>
              <a:custGeom>
                <a:avLst/>
                <a:gdLst/>
                <a:ahLst/>
                <a:cxnLst/>
                <a:rect l="l" t="t" r="r" b="b"/>
                <a:pathLst>
                  <a:path w="11359" h="10040" extrusionOk="0">
                    <a:moveTo>
                      <a:pt x="0" y="84"/>
                    </a:moveTo>
                    <a:lnTo>
                      <a:pt x="11359" y="0"/>
                    </a:lnTo>
                    <a:lnTo>
                      <a:pt x="8651" y="10040"/>
                    </a:lnTo>
                    <a:lnTo>
                      <a:pt x="2629" y="9934"/>
                    </a:lnTo>
                    <a:lnTo>
                      <a:pt x="0" y="84"/>
                    </a:lnTo>
                    <a:close/>
                  </a:path>
                </a:pathLst>
              </a:custGeom>
              <a:solidFill>
                <a:srgbClr val="C4E0B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3F3F3F"/>
                  </a:solidFill>
                  <a:latin typeface="Arial"/>
                  <a:ea typeface="Arial"/>
                  <a:cs typeface="Arial"/>
                  <a:sym typeface="Arial"/>
                </a:endParaRPr>
              </a:p>
            </p:txBody>
          </p:sp>
          <p:sp>
            <p:nvSpPr>
              <p:cNvPr id="385" name="Google Shape;385;p89"/>
              <p:cNvSpPr/>
              <p:nvPr/>
            </p:nvSpPr>
            <p:spPr>
              <a:xfrm>
                <a:off x="3208502" y="3175840"/>
                <a:ext cx="3906265" cy="1159184"/>
              </a:xfrm>
              <a:custGeom>
                <a:avLst/>
                <a:gdLst/>
                <a:ahLst/>
                <a:cxnLst/>
                <a:rect l="l" t="t" r="r" b="b"/>
                <a:pathLst>
                  <a:path w="10139" h="10042" extrusionOk="0">
                    <a:moveTo>
                      <a:pt x="0" y="0"/>
                    </a:moveTo>
                    <a:lnTo>
                      <a:pt x="10139" y="70"/>
                    </a:lnTo>
                    <a:lnTo>
                      <a:pt x="8496" y="10042"/>
                    </a:lnTo>
                    <a:lnTo>
                      <a:pt x="1669" y="10000"/>
                    </a:lnTo>
                    <a:cubicBezTo>
                      <a:pt x="1290" y="8255"/>
                      <a:pt x="1138" y="6723"/>
                      <a:pt x="835" y="4978"/>
                    </a:cubicBezTo>
                    <a:lnTo>
                      <a:pt x="0" y="0"/>
                    </a:lnTo>
                    <a:close/>
                  </a:path>
                </a:pathLst>
              </a:custGeom>
              <a:solidFill>
                <a:srgbClr val="FFF2C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3F3F3F"/>
                  </a:solidFill>
                  <a:latin typeface="Arial"/>
                  <a:ea typeface="Arial"/>
                  <a:cs typeface="Arial"/>
                  <a:sym typeface="Arial"/>
                </a:endParaRPr>
              </a:p>
            </p:txBody>
          </p:sp>
          <p:sp>
            <p:nvSpPr>
              <p:cNvPr id="386" name="Google Shape;386;p89"/>
              <p:cNvSpPr/>
              <p:nvPr/>
            </p:nvSpPr>
            <p:spPr>
              <a:xfrm>
                <a:off x="2536399" y="1986644"/>
                <a:ext cx="5250471" cy="1131065"/>
              </a:xfrm>
              <a:custGeom>
                <a:avLst/>
                <a:gdLst/>
                <a:ahLst/>
                <a:cxnLst/>
                <a:rect l="l" t="t" r="r" b="b"/>
                <a:pathLst>
                  <a:path w="10000" h="10954" extrusionOk="0">
                    <a:moveTo>
                      <a:pt x="0" y="0"/>
                    </a:moveTo>
                    <a:lnTo>
                      <a:pt x="10000" y="0"/>
                    </a:lnTo>
                    <a:lnTo>
                      <a:pt x="8817" y="10954"/>
                    </a:lnTo>
                    <a:lnTo>
                      <a:pt x="1230" y="10943"/>
                    </a:lnTo>
                    <a:lnTo>
                      <a:pt x="0" y="0"/>
                    </a:lnTo>
                    <a:close/>
                  </a:path>
                </a:pathLst>
              </a:custGeom>
              <a:solidFill>
                <a:srgbClr val="EDEDED"/>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3F3F3F"/>
                  </a:solidFill>
                  <a:latin typeface="Arial"/>
                  <a:ea typeface="Arial"/>
                  <a:cs typeface="Arial"/>
                  <a:sym typeface="Arial"/>
                </a:endParaRPr>
              </a:p>
            </p:txBody>
          </p:sp>
        </p:grpSp>
        <p:sp>
          <p:nvSpPr>
            <p:cNvPr id="387" name="Google Shape;387;p89"/>
            <p:cNvSpPr/>
            <p:nvPr/>
          </p:nvSpPr>
          <p:spPr>
            <a:xfrm rot="-5400000">
              <a:off x="-353527" y="4109614"/>
              <a:ext cx="4881732" cy="375559"/>
            </a:xfrm>
            <a:prstGeom prst="rightArrow">
              <a:avLst>
                <a:gd name="adj1" fmla="val 50000"/>
                <a:gd name="adj2" fmla="val 89131"/>
              </a:avLst>
            </a:prstGeom>
            <a:solidFill>
              <a:schemeClr val="accent1"/>
            </a:solidFill>
            <a:ln w="25400" cap="flat" cmpd="sng">
              <a:solidFill>
                <a:srgbClr val="42719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3F3F3F"/>
                </a:solidFill>
                <a:latin typeface="Arial"/>
                <a:ea typeface="Arial"/>
                <a:cs typeface="Arial"/>
                <a:sym typeface="Arial"/>
              </a:endParaRPr>
            </a:p>
          </p:txBody>
        </p:sp>
        <p:sp>
          <p:nvSpPr>
            <p:cNvPr id="388" name="Google Shape;388;p89"/>
            <p:cNvSpPr txBox="1"/>
            <p:nvPr/>
          </p:nvSpPr>
          <p:spPr>
            <a:xfrm>
              <a:off x="5887480" y="2432253"/>
              <a:ext cx="1912703" cy="40011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000"/>
                <a:buFont typeface="Arial"/>
                <a:buNone/>
              </a:pPr>
              <a:r>
                <a:rPr lang="en-US" sz="2000" b="1" i="0" u="none" strike="noStrike" cap="none">
                  <a:solidFill>
                    <a:srgbClr val="3F3F3F"/>
                  </a:solidFill>
                  <a:latin typeface="Open Sans"/>
                  <a:ea typeface="Open Sans"/>
                  <a:cs typeface="Open Sans"/>
                  <a:sym typeface="Open Sans"/>
                </a:rPr>
                <a:t>Unstructured</a:t>
              </a:r>
              <a:endParaRPr sz="2000" b="1" i="0" u="none" strike="noStrike" cap="none">
                <a:solidFill>
                  <a:srgbClr val="3F3F3F"/>
                </a:solidFill>
                <a:latin typeface="Open Sans"/>
                <a:ea typeface="Open Sans"/>
                <a:cs typeface="Open Sans"/>
                <a:sym typeface="Open Sans"/>
              </a:endParaRPr>
            </a:p>
          </p:txBody>
        </p:sp>
        <p:sp>
          <p:nvSpPr>
            <p:cNvPr id="389" name="Google Shape;389;p89"/>
            <p:cNvSpPr txBox="1"/>
            <p:nvPr/>
          </p:nvSpPr>
          <p:spPr>
            <a:xfrm>
              <a:off x="5654242" y="3573520"/>
              <a:ext cx="2366353" cy="40011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000"/>
                <a:buFont typeface="Arial"/>
                <a:buNone/>
              </a:pPr>
              <a:r>
                <a:rPr lang="en-US" sz="2000" b="1" i="0" u="none" strike="noStrike" cap="none">
                  <a:solidFill>
                    <a:srgbClr val="3F3F3F"/>
                  </a:solidFill>
                  <a:latin typeface="Open Sans"/>
                  <a:ea typeface="Open Sans"/>
                  <a:cs typeface="Open Sans"/>
                  <a:sym typeface="Open Sans"/>
                </a:rPr>
                <a:t>Quasi-structured</a:t>
              </a:r>
              <a:endParaRPr sz="2000" b="1" i="0" u="none" strike="noStrike" cap="none">
                <a:solidFill>
                  <a:srgbClr val="3F3F3F"/>
                </a:solidFill>
                <a:latin typeface="Open Sans"/>
                <a:ea typeface="Open Sans"/>
                <a:cs typeface="Open Sans"/>
                <a:sym typeface="Open Sans"/>
              </a:endParaRPr>
            </a:p>
          </p:txBody>
        </p:sp>
        <p:sp>
          <p:nvSpPr>
            <p:cNvPr id="390" name="Google Shape;390;p89"/>
            <p:cNvSpPr txBox="1"/>
            <p:nvPr/>
          </p:nvSpPr>
          <p:spPr>
            <a:xfrm>
              <a:off x="5105856" y="5856055"/>
              <a:ext cx="1563248" cy="40011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000"/>
                <a:buFont typeface="Arial"/>
                <a:buNone/>
              </a:pPr>
              <a:r>
                <a:rPr lang="en-US" sz="2000" b="1" i="0" u="none" strike="noStrike" cap="none">
                  <a:solidFill>
                    <a:srgbClr val="3F3F3F"/>
                  </a:solidFill>
                  <a:latin typeface="Open Sans"/>
                  <a:ea typeface="Open Sans"/>
                  <a:cs typeface="Open Sans"/>
                  <a:sym typeface="Open Sans"/>
                </a:rPr>
                <a:t>Structured</a:t>
              </a:r>
              <a:endParaRPr sz="2000" b="1" i="0" u="none" strike="noStrike" cap="none">
                <a:solidFill>
                  <a:srgbClr val="3F3F3F"/>
                </a:solidFill>
                <a:latin typeface="Open Sans"/>
                <a:ea typeface="Open Sans"/>
                <a:cs typeface="Open Sans"/>
                <a:sym typeface="Open Sans"/>
              </a:endParaRPr>
            </a:p>
          </p:txBody>
        </p:sp>
        <p:sp>
          <p:nvSpPr>
            <p:cNvPr id="391" name="Google Shape;391;p89"/>
            <p:cNvSpPr txBox="1"/>
            <p:nvPr/>
          </p:nvSpPr>
          <p:spPr>
            <a:xfrm>
              <a:off x="5406530" y="4714787"/>
              <a:ext cx="2255746" cy="40011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000"/>
                <a:buFont typeface="Arial"/>
                <a:buNone/>
              </a:pPr>
              <a:r>
                <a:rPr lang="en-US" sz="2000" b="1" i="0" u="none" strike="noStrike" cap="none">
                  <a:solidFill>
                    <a:srgbClr val="3F3F3F"/>
                  </a:solidFill>
                  <a:latin typeface="Open Sans"/>
                  <a:ea typeface="Open Sans"/>
                  <a:cs typeface="Open Sans"/>
                  <a:sym typeface="Open Sans"/>
                </a:rPr>
                <a:t>Semi-structured</a:t>
              </a:r>
              <a:endParaRPr sz="2000" b="1" i="0" u="none" strike="noStrike" cap="none">
                <a:solidFill>
                  <a:srgbClr val="3F3F3F"/>
                </a:solidFill>
                <a:latin typeface="Open Sans"/>
                <a:ea typeface="Open Sans"/>
                <a:cs typeface="Open Sans"/>
                <a:sym typeface="Open Sans"/>
              </a:endParaRPr>
            </a:p>
          </p:txBody>
        </p:sp>
        <p:sp>
          <p:nvSpPr>
            <p:cNvPr id="392" name="Google Shape;392;p89"/>
            <p:cNvSpPr txBox="1"/>
            <p:nvPr/>
          </p:nvSpPr>
          <p:spPr>
            <a:xfrm rot="-5400000">
              <a:off x="571091" y="4232785"/>
              <a:ext cx="2499402" cy="40011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000"/>
                <a:buFont typeface="Arial"/>
                <a:buNone/>
              </a:pPr>
              <a:r>
                <a:rPr lang="en-US" sz="2000" b="1" i="0" u="none" strike="noStrike" cap="none">
                  <a:solidFill>
                    <a:srgbClr val="3F3F3F"/>
                  </a:solidFill>
                  <a:latin typeface="Open Sans"/>
                  <a:ea typeface="Open Sans"/>
                  <a:cs typeface="Open Sans"/>
                  <a:sym typeface="Open Sans"/>
                </a:rPr>
                <a:t>Increasing growth</a:t>
              </a:r>
              <a:endParaRPr sz="2000" b="1" i="0" u="none" strike="noStrike" cap="none">
                <a:solidFill>
                  <a:srgbClr val="3F3F3F"/>
                </a:solidFill>
                <a:latin typeface="Open Sans"/>
                <a:ea typeface="Open Sans"/>
                <a:cs typeface="Open Sans"/>
                <a:sym typeface="Open Sans"/>
              </a:endParaRPr>
            </a:p>
          </p:txBody>
        </p:sp>
        <p:sp>
          <p:nvSpPr>
            <p:cNvPr id="393" name="Google Shape;393;p89"/>
            <p:cNvSpPr txBox="1"/>
            <p:nvPr/>
          </p:nvSpPr>
          <p:spPr>
            <a:xfrm>
              <a:off x="8115300" y="3259275"/>
              <a:ext cx="5485797" cy="1015663"/>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000"/>
                <a:buFont typeface="Arial"/>
                <a:buNone/>
              </a:pPr>
              <a:r>
                <a:rPr lang="en-US" sz="2000" b="0" i="0" u="none" strike="noStrike" cap="none">
                  <a:solidFill>
                    <a:srgbClr val="3F3F3F"/>
                  </a:solidFill>
                  <a:latin typeface="Open Sans"/>
                  <a:ea typeface="Open Sans"/>
                  <a:cs typeface="Open Sans"/>
                  <a:sym typeface="Open Sans"/>
                </a:rPr>
                <a:t>Textual data with erratic formats that can be</a:t>
              </a:r>
              <a:endParaRPr sz="14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2000"/>
                <a:buFont typeface="Arial"/>
                <a:buNone/>
              </a:pPr>
              <a:r>
                <a:rPr lang="en-US" sz="2000" b="0" i="0" u="none" strike="noStrike" cap="none">
                  <a:solidFill>
                    <a:srgbClr val="3F3F3F"/>
                  </a:solidFill>
                  <a:latin typeface="Open Sans"/>
                  <a:ea typeface="Open Sans"/>
                  <a:cs typeface="Open Sans"/>
                  <a:sym typeface="Open Sans"/>
                </a:rPr>
                <a:t>formatted with efforts and software tools</a:t>
              </a:r>
              <a:endParaRPr sz="14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2000"/>
                <a:buFont typeface="Arial"/>
                <a:buNone/>
              </a:pPr>
              <a:r>
                <a:rPr lang="en-US" sz="2000" b="0" i="0" u="none" strike="noStrike" cap="none">
                  <a:solidFill>
                    <a:srgbClr val="3F3F3F"/>
                  </a:solidFill>
                  <a:latin typeface="Open Sans"/>
                  <a:ea typeface="Open Sans"/>
                  <a:cs typeface="Open Sans"/>
                  <a:sym typeface="Open Sans"/>
                </a:rPr>
                <a:t>Example: Clickstream data</a:t>
              </a:r>
              <a:endParaRPr sz="2000" b="0" i="0" u="none" strike="noStrike" cap="none">
                <a:solidFill>
                  <a:srgbClr val="3F3F3F"/>
                </a:solidFill>
                <a:latin typeface="Open Sans"/>
                <a:ea typeface="Open Sans"/>
                <a:cs typeface="Open Sans"/>
                <a:sym typeface="Open Sans"/>
              </a:endParaRPr>
            </a:p>
          </p:txBody>
        </p:sp>
        <p:grpSp>
          <p:nvGrpSpPr>
            <p:cNvPr id="394" name="Google Shape;394;p89"/>
            <p:cNvGrpSpPr/>
            <p:nvPr/>
          </p:nvGrpSpPr>
          <p:grpSpPr>
            <a:xfrm>
              <a:off x="8017544" y="2047681"/>
              <a:ext cx="6498867" cy="1015663"/>
              <a:chOff x="8017544" y="2206431"/>
              <a:chExt cx="6498867" cy="1015663"/>
            </a:xfrm>
          </p:grpSpPr>
          <p:sp>
            <p:nvSpPr>
              <p:cNvPr id="395" name="Google Shape;395;p89"/>
              <p:cNvSpPr txBox="1"/>
              <p:nvPr/>
            </p:nvSpPr>
            <p:spPr>
              <a:xfrm>
                <a:off x="8115300" y="2206431"/>
                <a:ext cx="6401111" cy="1015663"/>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000"/>
                  <a:buFont typeface="Arial"/>
                  <a:buNone/>
                </a:pPr>
                <a:r>
                  <a:rPr lang="en-US" sz="2000" b="0" i="0" u="none" strike="noStrike" cap="none" dirty="0">
                    <a:solidFill>
                      <a:srgbClr val="3F3F3F"/>
                    </a:solidFill>
                    <a:latin typeface="Open Sans"/>
                    <a:ea typeface="Open Sans"/>
                    <a:cs typeface="Open Sans"/>
                    <a:sym typeface="Open Sans"/>
                  </a:rPr>
                  <a:t>Data that has no inherent structure and is</a:t>
                </a:r>
                <a:endParaRPr sz="1400" b="0" i="0" u="none" strike="noStrike" cap="none" dirty="0">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2000"/>
                  <a:buFont typeface="Arial"/>
                  <a:buNone/>
                </a:pPr>
                <a:r>
                  <a:rPr lang="en-US" sz="2000" b="0" i="0" u="none" strike="noStrike" cap="none" dirty="0">
                    <a:solidFill>
                      <a:srgbClr val="3F3F3F"/>
                    </a:solidFill>
                    <a:latin typeface="Open Sans"/>
                    <a:ea typeface="Open Sans"/>
                    <a:cs typeface="Open Sans"/>
                    <a:sym typeface="Open Sans"/>
                  </a:rPr>
                  <a:t>usually stored as different types of files</a:t>
                </a:r>
                <a:endParaRPr sz="1400" b="0" i="0" u="none" strike="noStrike" cap="none" dirty="0">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2000"/>
                  <a:buFont typeface="Arial"/>
                  <a:buNone/>
                </a:pPr>
                <a:r>
                  <a:rPr lang="en-US" sz="2000" b="0" i="0" u="none" strike="noStrike" cap="none" dirty="0">
                    <a:solidFill>
                      <a:srgbClr val="3F3F3F"/>
                    </a:solidFill>
                    <a:latin typeface="Open Sans"/>
                    <a:ea typeface="Open Sans"/>
                    <a:cs typeface="Open Sans"/>
                    <a:sym typeface="Open Sans"/>
                  </a:rPr>
                  <a:t>Example: Text documents, PDFs, images, and videos</a:t>
                </a:r>
                <a:endParaRPr sz="2000" b="0" i="0" u="none" strike="noStrike" cap="none" dirty="0">
                  <a:solidFill>
                    <a:srgbClr val="3F3F3F"/>
                  </a:solidFill>
                  <a:latin typeface="Open Sans"/>
                  <a:ea typeface="Open Sans"/>
                  <a:cs typeface="Open Sans"/>
                  <a:sym typeface="Open Sans"/>
                </a:endParaRPr>
              </a:p>
            </p:txBody>
          </p:sp>
          <p:grpSp>
            <p:nvGrpSpPr>
              <p:cNvPr id="396" name="Google Shape;396;p89"/>
              <p:cNvGrpSpPr/>
              <p:nvPr/>
            </p:nvGrpSpPr>
            <p:grpSpPr>
              <a:xfrm>
                <a:off x="8017544" y="2431859"/>
                <a:ext cx="57150" cy="603250"/>
                <a:chOff x="8004844" y="2431859"/>
                <a:chExt cx="57150" cy="603250"/>
              </a:xfrm>
            </p:grpSpPr>
            <p:sp>
              <p:nvSpPr>
                <p:cNvPr id="397" name="Google Shape;397;p89"/>
                <p:cNvSpPr/>
                <p:nvPr/>
              </p:nvSpPr>
              <p:spPr>
                <a:xfrm>
                  <a:off x="8004844" y="2431859"/>
                  <a:ext cx="57150" cy="57150"/>
                </a:xfrm>
                <a:prstGeom prst="flowChartConnector">
                  <a:avLst/>
                </a:prstGeom>
                <a:solidFill>
                  <a:schemeClr val="accent1"/>
                </a:solidFill>
                <a:ln w="25400" cap="flat" cmpd="sng">
                  <a:solidFill>
                    <a:srgbClr val="42719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3F3F3F"/>
                    </a:solidFill>
                    <a:latin typeface="Arial"/>
                    <a:ea typeface="Arial"/>
                    <a:cs typeface="Arial"/>
                    <a:sym typeface="Arial"/>
                  </a:endParaRPr>
                </a:p>
              </p:txBody>
            </p:sp>
            <p:sp>
              <p:nvSpPr>
                <p:cNvPr id="398" name="Google Shape;398;p89"/>
                <p:cNvSpPr/>
                <p:nvPr/>
              </p:nvSpPr>
              <p:spPr>
                <a:xfrm>
                  <a:off x="8004844" y="2977959"/>
                  <a:ext cx="57150" cy="57150"/>
                </a:xfrm>
                <a:prstGeom prst="flowChartConnector">
                  <a:avLst/>
                </a:prstGeom>
                <a:solidFill>
                  <a:schemeClr val="accent1"/>
                </a:solidFill>
                <a:ln w="25400" cap="flat" cmpd="sng">
                  <a:solidFill>
                    <a:srgbClr val="42719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3F3F3F"/>
                    </a:solidFill>
                    <a:latin typeface="Arial"/>
                    <a:ea typeface="Arial"/>
                    <a:cs typeface="Arial"/>
                    <a:sym typeface="Arial"/>
                  </a:endParaRPr>
                </a:p>
              </p:txBody>
            </p:sp>
          </p:grpSp>
        </p:grpSp>
        <p:grpSp>
          <p:nvGrpSpPr>
            <p:cNvPr id="399" name="Google Shape;399;p89"/>
            <p:cNvGrpSpPr/>
            <p:nvPr/>
          </p:nvGrpSpPr>
          <p:grpSpPr>
            <a:xfrm>
              <a:off x="8017544" y="3520752"/>
              <a:ext cx="57150" cy="603250"/>
              <a:chOff x="8004844" y="2431859"/>
              <a:chExt cx="57150" cy="603250"/>
            </a:xfrm>
          </p:grpSpPr>
          <p:sp>
            <p:nvSpPr>
              <p:cNvPr id="400" name="Google Shape;400;p89"/>
              <p:cNvSpPr/>
              <p:nvPr/>
            </p:nvSpPr>
            <p:spPr>
              <a:xfrm>
                <a:off x="8004844" y="2431859"/>
                <a:ext cx="57150" cy="57150"/>
              </a:xfrm>
              <a:prstGeom prst="flowChartConnector">
                <a:avLst/>
              </a:prstGeom>
              <a:solidFill>
                <a:schemeClr val="accent1"/>
              </a:solidFill>
              <a:ln w="25400" cap="flat" cmpd="sng">
                <a:solidFill>
                  <a:srgbClr val="42719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3F3F3F"/>
                  </a:solidFill>
                  <a:latin typeface="Arial"/>
                  <a:ea typeface="Arial"/>
                  <a:cs typeface="Arial"/>
                  <a:sym typeface="Arial"/>
                </a:endParaRPr>
              </a:p>
            </p:txBody>
          </p:sp>
          <p:sp>
            <p:nvSpPr>
              <p:cNvPr id="401" name="Google Shape;401;p89"/>
              <p:cNvSpPr/>
              <p:nvPr/>
            </p:nvSpPr>
            <p:spPr>
              <a:xfrm>
                <a:off x="8004844" y="2977959"/>
                <a:ext cx="57150" cy="57150"/>
              </a:xfrm>
              <a:prstGeom prst="flowChartConnector">
                <a:avLst/>
              </a:prstGeom>
              <a:solidFill>
                <a:schemeClr val="accent1"/>
              </a:solidFill>
              <a:ln w="25400" cap="flat" cmpd="sng">
                <a:solidFill>
                  <a:srgbClr val="42719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3F3F3F"/>
                  </a:solidFill>
                  <a:latin typeface="Arial"/>
                  <a:ea typeface="Arial"/>
                  <a:cs typeface="Arial"/>
                  <a:sym typeface="Arial"/>
                </a:endParaRPr>
              </a:p>
            </p:txBody>
          </p:sp>
        </p:grpSp>
        <p:grpSp>
          <p:nvGrpSpPr>
            <p:cNvPr id="402" name="Google Shape;402;p89"/>
            <p:cNvGrpSpPr/>
            <p:nvPr/>
          </p:nvGrpSpPr>
          <p:grpSpPr>
            <a:xfrm>
              <a:off x="8017544" y="5618964"/>
              <a:ext cx="5851254" cy="1015622"/>
              <a:chOff x="8017544" y="5726914"/>
              <a:chExt cx="5851254" cy="1015622"/>
            </a:xfrm>
          </p:grpSpPr>
          <p:sp>
            <p:nvSpPr>
              <p:cNvPr id="403" name="Google Shape;403;p89"/>
              <p:cNvSpPr txBox="1"/>
              <p:nvPr/>
            </p:nvSpPr>
            <p:spPr>
              <a:xfrm>
                <a:off x="8115300" y="5726914"/>
                <a:ext cx="5753498" cy="1015622"/>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000"/>
                  <a:buFont typeface="Arial"/>
                  <a:buNone/>
                </a:pPr>
                <a:r>
                  <a:rPr lang="en-US" sz="2000" b="0" i="0" u="none" strike="noStrike" cap="none" dirty="0">
                    <a:solidFill>
                      <a:srgbClr val="3F3F3F"/>
                    </a:solidFill>
                    <a:latin typeface="Open Sans"/>
                    <a:ea typeface="Open Sans"/>
                    <a:cs typeface="Open Sans"/>
                    <a:sym typeface="Open Sans"/>
                  </a:rPr>
                  <a:t>Data having a defined data model, format, </a:t>
                </a:r>
                <a:br>
                  <a:rPr lang="en-US" sz="2000" b="0" i="0" u="none" strike="noStrike" cap="none" dirty="0">
                    <a:solidFill>
                      <a:srgbClr val="3F3F3F"/>
                    </a:solidFill>
                    <a:latin typeface="Open Sans"/>
                    <a:ea typeface="Open Sans"/>
                    <a:cs typeface="Open Sans"/>
                    <a:sym typeface="Open Sans"/>
                  </a:rPr>
                </a:br>
                <a:r>
                  <a:rPr lang="en-US" sz="2000" b="0" i="0" u="none" strike="noStrike" cap="none" dirty="0">
                    <a:solidFill>
                      <a:srgbClr val="3F3F3F"/>
                    </a:solidFill>
                    <a:latin typeface="Open Sans"/>
                    <a:ea typeface="Open Sans"/>
                    <a:cs typeface="Open Sans"/>
                    <a:sym typeface="Open Sans"/>
                  </a:rPr>
                  <a:t>and</a:t>
                </a:r>
                <a:r>
                  <a:rPr lang="en-US" dirty="0">
                    <a:ea typeface="Open Sans"/>
                  </a:rPr>
                  <a:t> </a:t>
                </a:r>
                <a:r>
                  <a:rPr lang="en-US" sz="2000" b="0" i="0" u="none" strike="noStrike" cap="none" dirty="0">
                    <a:solidFill>
                      <a:srgbClr val="3F3F3F"/>
                    </a:solidFill>
                    <a:latin typeface="Open Sans"/>
                    <a:ea typeface="Open Sans"/>
                    <a:cs typeface="Open Sans"/>
                    <a:sym typeface="Open Sans"/>
                  </a:rPr>
                  <a:t>structure</a:t>
                </a:r>
                <a:endParaRPr sz="1400" b="0" i="0" u="none" strike="noStrike" cap="none" dirty="0">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2000"/>
                  <a:buFont typeface="Arial"/>
                  <a:buNone/>
                </a:pPr>
                <a:r>
                  <a:rPr lang="en-US" sz="2000" b="0" i="0" u="none" strike="noStrike" cap="none" dirty="0">
                    <a:solidFill>
                      <a:srgbClr val="3F3F3F"/>
                    </a:solidFill>
                    <a:latin typeface="Open Sans"/>
                    <a:ea typeface="Open Sans"/>
                    <a:cs typeface="Open Sans"/>
                    <a:sym typeface="Open Sans"/>
                  </a:rPr>
                  <a:t>Example: Database</a:t>
                </a:r>
                <a:endParaRPr sz="2000" b="0" i="0" u="none" strike="noStrike" cap="none" dirty="0">
                  <a:solidFill>
                    <a:srgbClr val="3F3F3F"/>
                  </a:solidFill>
                  <a:latin typeface="Open Sans"/>
                  <a:ea typeface="Open Sans"/>
                  <a:cs typeface="Open Sans"/>
                  <a:sym typeface="Open Sans"/>
                </a:endParaRPr>
              </a:p>
            </p:txBody>
          </p:sp>
          <p:grpSp>
            <p:nvGrpSpPr>
              <p:cNvPr id="404" name="Google Shape;404;p89"/>
              <p:cNvGrpSpPr/>
              <p:nvPr/>
            </p:nvGrpSpPr>
            <p:grpSpPr>
              <a:xfrm>
                <a:off x="8017544" y="5956109"/>
                <a:ext cx="57150" cy="603250"/>
                <a:chOff x="8004844" y="2431859"/>
                <a:chExt cx="57150" cy="603250"/>
              </a:xfrm>
            </p:grpSpPr>
            <p:sp>
              <p:nvSpPr>
                <p:cNvPr id="405" name="Google Shape;405;p89"/>
                <p:cNvSpPr/>
                <p:nvPr/>
              </p:nvSpPr>
              <p:spPr>
                <a:xfrm>
                  <a:off x="8004844" y="2431859"/>
                  <a:ext cx="57150" cy="57150"/>
                </a:xfrm>
                <a:prstGeom prst="flowChartConnector">
                  <a:avLst/>
                </a:prstGeom>
                <a:solidFill>
                  <a:schemeClr val="accent1"/>
                </a:solidFill>
                <a:ln w="25400" cap="flat" cmpd="sng">
                  <a:solidFill>
                    <a:srgbClr val="42719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3F3F3F"/>
                    </a:solidFill>
                    <a:latin typeface="Arial"/>
                    <a:ea typeface="Arial"/>
                    <a:cs typeface="Arial"/>
                    <a:sym typeface="Arial"/>
                  </a:endParaRPr>
                </a:p>
              </p:txBody>
            </p:sp>
            <p:sp>
              <p:nvSpPr>
                <p:cNvPr id="406" name="Google Shape;406;p89"/>
                <p:cNvSpPr/>
                <p:nvPr/>
              </p:nvSpPr>
              <p:spPr>
                <a:xfrm>
                  <a:off x="8004844" y="2977959"/>
                  <a:ext cx="57150" cy="57150"/>
                </a:xfrm>
                <a:prstGeom prst="flowChartConnector">
                  <a:avLst/>
                </a:prstGeom>
                <a:solidFill>
                  <a:schemeClr val="accent1"/>
                </a:solidFill>
                <a:ln w="25400" cap="flat" cmpd="sng">
                  <a:solidFill>
                    <a:srgbClr val="42719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3F3F3F"/>
                    </a:solidFill>
                    <a:latin typeface="Arial"/>
                    <a:ea typeface="Arial"/>
                    <a:cs typeface="Arial"/>
                    <a:sym typeface="Arial"/>
                  </a:endParaRPr>
                </a:p>
              </p:txBody>
            </p:sp>
          </p:grpSp>
        </p:grpSp>
        <p:grpSp>
          <p:nvGrpSpPr>
            <p:cNvPr id="407" name="Google Shape;407;p89"/>
            <p:cNvGrpSpPr/>
            <p:nvPr/>
          </p:nvGrpSpPr>
          <p:grpSpPr>
            <a:xfrm>
              <a:off x="8017544" y="4407369"/>
              <a:ext cx="5426459" cy="1015663"/>
              <a:chOff x="8017544" y="4553419"/>
              <a:chExt cx="5426459" cy="1015663"/>
            </a:xfrm>
          </p:grpSpPr>
          <p:sp>
            <p:nvSpPr>
              <p:cNvPr id="408" name="Google Shape;408;p89"/>
              <p:cNvSpPr txBox="1"/>
              <p:nvPr/>
            </p:nvSpPr>
            <p:spPr>
              <a:xfrm>
                <a:off x="8115300" y="4553419"/>
                <a:ext cx="5328703" cy="1015663"/>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000"/>
                  <a:buFont typeface="Arial"/>
                  <a:buNone/>
                </a:pPr>
                <a:r>
                  <a:rPr lang="en-US" sz="2000" b="0" i="0" u="none" strike="noStrike" cap="none">
                    <a:solidFill>
                      <a:srgbClr val="3F3F3F"/>
                    </a:solidFill>
                    <a:latin typeface="Open Sans"/>
                    <a:ea typeface="Open Sans"/>
                    <a:cs typeface="Open Sans"/>
                    <a:sym typeface="Open Sans"/>
                  </a:rPr>
                  <a:t>Textual data files with an apparent pattern,</a:t>
                </a:r>
                <a:endParaRPr sz="14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2000"/>
                  <a:buFont typeface="Arial"/>
                  <a:buNone/>
                </a:pPr>
                <a:r>
                  <a:rPr lang="en-US" sz="2000" b="0" i="0" u="none" strike="noStrike" cap="none">
                    <a:solidFill>
                      <a:srgbClr val="3F3F3F"/>
                    </a:solidFill>
                    <a:latin typeface="Open Sans"/>
                    <a:ea typeface="Open Sans"/>
                    <a:cs typeface="Open Sans"/>
                    <a:sym typeface="Open Sans"/>
                  </a:rPr>
                  <a:t>enabling analysis</a:t>
                </a:r>
                <a:endParaRPr sz="14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2000"/>
                  <a:buFont typeface="Arial"/>
                  <a:buNone/>
                </a:pPr>
                <a:r>
                  <a:rPr lang="en-US" sz="2000" b="0" i="0" u="none" strike="noStrike" cap="none">
                    <a:solidFill>
                      <a:srgbClr val="3F3F3F"/>
                    </a:solidFill>
                    <a:latin typeface="Open Sans"/>
                    <a:ea typeface="Open Sans"/>
                    <a:cs typeface="Open Sans"/>
                    <a:sym typeface="Open Sans"/>
                  </a:rPr>
                  <a:t>Example: Spreadsheets and XML files</a:t>
                </a:r>
                <a:endParaRPr sz="2000" b="0" i="0" u="none" strike="noStrike" cap="none">
                  <a:solidFill>
                    <a:srgbClr val="3F3F3F"/>
                  </a:solidFill>
                  <a:latin typeface="Open Sans"/>
                  <a:ea typeface="Open Sans"/>
                  <a:cs typeface="Open Sans"/>
                  <a:sym typeface="Open Sans"/>
                </a:endParaRPr>
              </a:p>
            </p:txBody>
          </p:sp>
          <p:grpSp>
            <p:nvGrpSpPr>
              <p:cNvPr id="409" name="Google Shape;409;p89"/>
              <p:cNvGrpSpPr/>
              <p:nvPr/>
            </p:nvGrpSpPr>
            <p:grpSpPr>
              <a:xfrm>
                <a:off x="8017544" y="4768659"/>
                <a:ext cx="57150" cy="603250"/>
                <a:chOff x="8004844" y="2431859"/>
                <a:chExt cx="57150" cy="603250"/>
              </a:xfrm>
            </p:grpSpPr>
            <p:sp>
              <p:nvSpPr>
                <p:cNvPr id="410" name="Google Shape;410;p89"/>
                <p:cNvSpPr/>
                <p:nvPr/>
              </p:nvSpPr>
              <p:spPr>
                <a:xfrm>
                  <a:off x="8004844" y="2431859"/>
                  <a:ext cx="57150" cy="57150"/>
                </a:xfrm>
                <a:prstGeom prst="flowChartConnector">
                  <a:avLst/>
                </a:prstGeom>
                <a:solidFill>
                  <a:schemeClr val="accent1"/>
                </a:solidFill>
                <a:ln w="25400" cap="flat" cmpd="sng">
                  <a:solidFill>
                    <a:srgbClr val="42719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3F3F3F"/>
                    </a:solidFill>
                    <a:latin typeface="Arial"/>
                    <a:ea typeface="Arial"/>
                    <a:cs typeface="Arial"/>
                    <a:sym typeface="Arial"/>
                  </a:endParaRPr>
                </a:p>
              </p:txBody>
            </p:sp>
            <p:sp>
              <p:nvSpPr>
                <p:cNvPr id="411" name="Google Shape;411;p89"/>
                <p:cNvSpPr/>
                <p:nvPr/>
              </p:nvSpPr>
              <p:spPr>
                <a:xfrm>
                  <a:off x="8004844" y="2977959"/>
                  <a:ext cx="57150" cy="57150"/>
                </a:xfrm>
                <a:prstGeom prst="flowChartConnector">
                  <a:avLst/>
                </a:prstGeom>
                <a:solidFill>
                  <a:schemeClr val="accent1"/>
                </a:solidFill>
                <a:ln w="25400" cap="flat" cmpd="sng">
                  <a:solidFill>
                    <a:srgbClr val="42719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3F3F3F"/>
                    </a:solidFill>
                    <a:latin typeface="Arial"/>
                    <a:ea typeface="Arial"/>
                    <a:cs typeface="Arial"/>
                    <a:sym typeface="Arial"/>
                  </a:endParaRPr>
                </a:p>
              </p:txBody>
            </p:sp>
          </p:grpSp>
        </p:grpSp>
        <p:cxnSp>
          <p:nvCxnSpPr>
            <p:cNvPr id="412" name="Google Shape;412;p89"/>
            <p:cNvCxnSpPr>
              <a:stCxn id="386" idx="2"/>
            </p:cNvCxnSpPr>
            <p:nvPr/>
          </p:nvCxnSpPr>
          <p:spPr>
            <a:xfrm>
              <a:off x="6822839" y="3003921"/>
              <a:ext cx="6759900" cy="0"/>
            </a:xfrm>
            <a:prstGeom prst="straightConnector1">
              <a:avLst/>
            </a:prstGeom>
            <a:noFill/>
            <a:ln w="25400" cap="flat" cmpd="sng">
              <a:solidFill>
                <a:schemeClr val="accent3"/>
              </a:solidFill>
              <a:prstDash val="solid"/>
              <a:round/>
              <a:headEnd type="none" w="sm" len="sm"/>
              <a:tailEnd type="none" w="sm" len="sm"/>
            </a:ln>
          </p:spPr>
        </p:cxnSp>
        <p:cxnSp>
          <p:nvCxnSpPr>
            <p:cNvPr id="413" name="Google Shape;413;p89"/>
            <p:cNvCxnSpPr>
              <a:stCxn id="385" idx="2"/>
            </p:cNvCxnSpPr>
            <p:nvPr/>
          </p:nvCxnSpPr>
          <p:spPr>
            <a:xfrm>
              <a:off x="6138866" y="4221236"/>
              <a:ext cx="7443900" cy="0"/>
            </a:xfrm>
            <a:prstGeom prst="straightConnector1">
              <a:avLst/>
            </a:prstGeom>
            <a:noFill/>
            <a:ln w="25400" cap="flat" cmpd="sng">
              <a:solidFill>
                <a:schemeClr val="accent3"/>
              </a:solidFill>
              <a:prstDash val="solid"/>
              <a:round/>
              <a:headEnd type="none" w="sm" len="sm"/>
              <a:tailEnd type="none" w="sm" len="sm"/>
            </a:ln>
          </p:spPr>
        </p:cxnSp>
        <p:cxnSp>
          <p:nvCxnSpPr>
            <p:cNvPr id="414" name="Google Shape;414;p89"/>
            <p:cNvCxnSpPr>
              <a:stCxn id="384" idx="2"/>
            </p:cNvCxnSpPr>
            <p:nvPr/>
          </p:nvCxnSpPr>
          <p:spPr>
            <a:xfrm>
              <a:off x="5477737" y="5373430"/>
              <a:ext cx="8104800" cy="0"/>
            </a:xfrm>
            <a:prstGeom prst="straightConnector1">
              <a:avLst/>
            </a:prstGeom>
            <a:noFill/>
            <a:ln w="25400" cap="flat" cmpd="sng">
              <a:solidFill>
                <a:schemeClr val="accent3"/>
              </a:solidFill>
              <a:prstDash val="solid"/>
              <a:round/>
              <a:headEnd type="none" w="sm" len="sm"/>
              <a:tailEnd type="none" w="sm" len="sm"/>
            </a:ln>
          </p:spPr>
        </p:cxnSp>
        <p:cxnSp>
          <p:nvCxnSpPr>
            <p:cNvPr id="415" name="Google Shape;415;p89"/>
            <p:cNvCxnSpPr/>
            <p:nvPr/>
          </p:nvCxnSpPr>
          <p:spPr>
            <a:xfrm rot="10800000" flipH="1">
              <a:off x="4802405" y="6591300"/>
              <a:ext cx="8780245" cy="512"/>
            </a:xfrm>
            <a:prstGeom prst="straightConnector1">
              <a:avLst/>
            </a:prstGeom>
            <a:noFill/>
            <a:ln w="25400" cap="flat" cmpd="sng">
              <a:solidFill>
                <a:schemeClr val="accent3"/>
              </a:solidFill>
              <a:prstDash val="solid"/>
              <a:round/>
              <a:headEnd type="none" w="sm" len="sm"/>
              <a:tailEnd type="none" w="sm" len="sm"/>
            </a:ln>
          </p:spPr>
        </p:cxnSp>
      </p:grpSp>
      <p:sp>
        <p:nvSpPr>
          <p:cNvPr id="416" name="Google Shape;416;p89"/>
          <p:cNvSpPr txBox="1"/>
          <p:nvPr/>
        </p:nvSpPr>
        <p:spPr>
          <a:xfrm>
            <a:off x="5815106" y="1242737"/>
            <a:ext cx="4625788" cy="430887"/>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Following are the types of data:</a:t>
            </a:r>
            <a:endParaRPr sz="2200" b="0" i="0" u="none" strike="noStrike" cap="none">
              <a:solidFill>
                <a:srgbClr val="3F3F3F"/>
              </a:solidFill>
              <a:latin typeface="Open Sans"/>
              <a:ea typeface="Open Sans"/>
              <a:cs typeface="Open Sans"/>
              <a:sym typeface="Open Sans"/>
            </a:endParaRPr>
          </a:p>
        </p:txBody>
      </p:sp>
      <p:sp>
        <p:nvSpPr>
          <p:cNvPr id="12" name="Brandline_LVC">
            <a:extLst>
              <a:ext uri="{FF2B5EF4-FFF2-40B4-BE49-F238E27FC236}">
                <a16:creationId xmlns:a16="http://schemas.microsoft.com/office/drawing/2014/main" id="{C11FB282-D2F2-6F41-86F5-CC4CA254A106}"/>
              </a:ext>
            </a:extLst>
          </p:cNvPr>
          <p:cNvSpPr/>
          <p:nvPr/>
        </p:nvSpPr>
        <p:spPr>
          <a:xfrm>
            <a:off x="5562600" y="816324"/>
            <a:ext cx="5145564"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421"/>
        <p:cNvGrpSpPr/>
        <p:nvPr/>
      </p:nvGrpSpPr>
      <p:grpSpPr>
        <a:xfrm>
          <a:off x="0" y="0"/>
          <a:ext cx="0" cy="0"/>
          <a:chOff x="0" y="0"/>
          <a:chExt cx="0" cy="0"/>
        </a:xfrm>
      </p:grpSpPr>
      <p:sp>
        <p:nvSpPr>
          <p:cNvPr id="422" name="Google Shape;422;p44"/>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dirty="0">
                <a:latin typeface="Open Sans"/>
                <a:ea typeface="Open Sans"/>
                <a:cs typeface="Open Sans"/>
                <a:sym typeface="Open Sans"/>
              </a:rPr>
              <a:t>Growth in Data</a:t>
            </a:r>
            <a:endParaRPr sz="2800" dirty="0">
              <a:latin typeface="Open Sans"/>
              <a:ea typeface="Open Sans"/>
              <a:cs typeface="Open Sans"/>
              <a:sym typeface="Open Sans"/>
            </a:endParaRPr>
          </a:p>
        </p:txBody>
      </p:sp>
      <p:sp>
        <p:nvSpPr>
          <p:cNvPr id="423" name="Google Shape;423;p44"/>
          <p:cNvSpPr/>
          <p:nvPr/>
        </p:nvSpPr>
        <p:spPr>
          <a:xfrm>
            <a:off x="3767198" y="1241182"/>
            <a:ext cx="8721604" cy="430887"/>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 It is estimated that the data will rise exponentially by 2025.</a:t>
            </a:r>
            <a:endParaRPr sz="1400" b="0" i="0" u="none" strike="noStrike" cap="none">
              <a:solidFill>
                <a:srgbClr val="3F3F3F"/>
              </a:solidFill>
              <a:latin typeface="Arial"/>
              <a:ea typeface="Arial"/>
              <a:cs typeface="Arial"/>
              <a:sym typeface="Arial"/>
            </a:endParaRPr>
          </a:p>
        </p:txBody>
      </p:sp>
      <p:pic>
        <p:nvPicPr>
          <p:cNvPr id="425" name="Google Shape;425;p44"/>
          <p:cNvPicPr preferRelativeResize="0"/>
          <p:nvPr/>
        </p:nvPicPr>
        <p:blipFill rotWithShape="1">
          <a:blip r:embed="rId3">
            <a:alphaModFix/>
            <a:extLst>
              <a:ext uri="{BEBA8EAE-BF5A-486C-A8C5-ECC9F3942E4B}">
                <a14:imgProps xmlns:a14="http://schemas.microsoft.com/office/drawing/2010/main">
                  <a14:imgLayer r:embed="rId4">
                    <a14:imgEffect>
                      <a14:sharpenSoften amount="25000"/>
                    </a14:imgEffect>
                  </a14:imgLayer>
                </a14:imgProps>
              </a:ext>
            </a:extLst>
          </a:blip>
          <a:srcRect/>
          <a:stretch/>
        </p:blipFill>
        <p:spPr>
          <a:xfrm>
            <a:off x="2833528" y="2224836"/>
            <a:ext cx="10588945" cy="5762182"/>
          </a:xfrm>
          <a:prstGeom prst="rect">
            <a:avLst/>
          </a:prstGeom>
          <a:noFill/>
          <a:ln>
            <a:noFill/>
          </a:ln>
        </p:spPr>
      </p:pic>
      <p:sp>
        <p:nvSpPr>
          <p:cNvPr id="3" name="Brandline_LVC">
            <a:extLst>
              <a:ext uri="{FF2B5EF4-FFF2-40B4-BE49-F238E27FC236}">
                <a16:creationId xmlns:a16="http://schemas.microsoft.com/office/drawing/2014/main" id="{AB6CAD31-5DE8-56B6-1BA7-02FA5945BF4C}"/>
              </a:ext>
            </a:extLst>
          </p:cNvPr>
          <p:cNvSpPr/>
          <p:nvPr/>
        </p:nvSpPr>
        <p:spPr>
          <a:xfrm>
            <a:off x="6438900" y="816324"/>
            <a:ext cx="3379470"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429"/>
        <p:cNvGrpSpPr/>
        <p:nvPr/>
      </p:nvGrpSpPr>
      <p:grpSpPr>
        <a:xfrm>
          <a:off x="0" y="0"/>
          <a:ext cx="0" cy="0"/>
          <a:chOff x="0" y="0"/>
          <a:chExt cx="0" cy="0"/>
        </a:xfrm>
      </p:grpSpPr>
      <p:sp>
        <p:nvSpPr>
          <p:cNvPr id="430" name="Google Shape;430;p45"/>
          <p:cNvSpPr txBox="1">
            <a:spLocks noGrp="1"/>
          </p:cNvSpPr>
          <p:nvPr>
            <p:ph type="body" idx="10"/>
          </p:nvPr>
        </p:nvSpPr>
        <p:spPr>
          <a:xfrm>
            <a:off x="0" y="4114800"/>
            <a:ext cx="16256001" cy="914400"/>
          </a:xfrm>
          <a:noFill/>
          <a:ln>
            <a:noFill/>
          </a:ln>
        </p:spPr>
        <p:txBody>
          <a:bodyPr spcFirstLastPara="1" wrap="square" lIns="91425" tIns="45700" rIns="91425" bIns="45700" anchor="ctr" anchorCtr="0">
            <a:normAutofit/>
          </a:bodyPr>
          <a:lstStyle/>
          <a:p>
            <a:pPr lvl="0"/>
            <a:r>
              <a:rPr lang="en-US">
                <a:sym typeface="Open Sans"/>
              </a:rPr>
              <a:t>Five V’s of Big Data</a:t>
            </a: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435"/>
        <p:cNvGrpSpPr/>
        <p:nvPr/>
      </p:nvGrpSpPr>
      <p:grpSpPr>
        <a:xfrm>
          <a:off x="0" y="0"/>
          <a:ext cx="0" cy="0"/>
          <a:chOff x="0" y="0"/>
          <a:chExt cx="0" cy="0"/>
        </a:xfrm>
      </p:grpSpPr>
      <p:sp>
        <p:nvSpPr>
          <p:cNvPr id="436" name="Google Shape;436;p90"/>
          <p:cNvSpPr txBox="1">
            <a:spLocks noGrp="1"/>
          </p:cNvSpPr>
          <p:nvPr>
            <p:ph type="title"/>
          </p:nvPr>
        </p:nvSpPr>
        <p:spPr>
          <a:prstGeom prst="rect">
            <a:avLst/>
          </a:prstGeom>
          <a:noFill/>
          <a:ln>
            <a:noFill/>
          </a:ln>
        </p:spPr>
        <p:txBody>
          <a:bodyPr spcFirstLastPara="1" wrap="square" lIns="91425" tIns="45700" rIns="91425" bIns="45700" anchor="ctr" anchorCtr="0">
            <a:noAutofit/>
          </a:bodyPr>
          <a:lstStyle/>
          <a:p>
            <a:pPr marL="0" marR="0" lvl="0" indent="0" algn="ctr" rtl="0">
              <a:lnSpc>
                <a:spcPct val="90000"/>
              </a:lnSpc>
              <a:spcBef>
                <a:spcPts val="0"/>
              </a:spcBef>
              <a:spcAft>
                <a:spcPts val="0"/>
              </a:spcAft>
              <a:buClr>
                <a:srgbClr val="3F3F3F"/>
              </a:buClr>
              <a:buSzPts val="3200"/>
              <a:buFont typeface="Open Sans ExtraBold"/>
              <a:buNone/>
            </a:pPr>
            <a:r>
              <a:rPr lang="en-US" sz="2800" dirty="0">
                <a:latin typeface="Open Sans"/>
                <a:ea typeface="Open Sans"/>
                <a:cs typeface="Open Sans"/>
                <a:sym typeface="Open Sans"/>
              </a:rPr>
              <a:t>Five V’s </a:t>
            </a:r>
            <a:endParaRPr dirty="0"/>
          </a:p>
        </p:txBody>
      </p:sp>
      <p:grpSp>
        <p:nvGrpSpPr>
          <p:cNvPr id="438" name="Google Shape;438;p90"/>
          <p:cNvGrpSpPr/>
          <p:nvPr/>
        </p:nvGrpSpPr>
        <p:grpSpPr>
          <a:xfrm>
            <a:off x="1744938" y="6156317"/>
            <a:ext cx="12845315" cy="482207"/>
            <a:chOff x="1759527" y="7548698"/>
            <a:chExt cx="12845315" cy="482207"/>
          </a:xfrm>
        </p:grpSpPr>
        <p:sp>
          <p:nvSpPr>
            <p:cNvPr id="439" name="Google Shape;439;p90"/>
            <p:cNvSpPr txBox="1"/>
            <p:nvPr/>
          </p:nvSpPr>
          <p:spPr>
            <a:xfrm>
              <a:off x="1759527" y="7588352"/>
              <a:ext cx="1331967" cy="430887"/>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200" b="1" i="0" u="none" strike="noStrike" cap="none" dirty="0">
                  <a:solidFill>
                    <a:srgbClr val="3F3F3F"/>
                  </a:solidFill>
                  <a:latin typeface="Open Sans"/>
                  <a:ea typeface="Open Sans"/>
                  <a:cs typeface="Open Sans"/>
                  <a:sym typeface="Open Sans"/>
                </a:rPr>
                <a:t>Volume</a:t>
              </a:r>
              <a:endParaRPr sz="2200" b="1" i="0" u="none" strike="noStrike" cap="none" dirty="0">
                <a:solidFill>
                  <a:srgbClr val="3F3F3F"/>
                </a:solidFill>
                <a:latin typeface="Open Sans"/>
                <a:ea typeface="Open Sans"/>
                <a:cs typeface="Open Sans"/>
                <a:sym typeface="Open Sans"/>
              </a:endParaRPr>
            </a:p>
          </p:txBody>
        </p:sp>
        <p:sp>
          <p:nvSpPr>
            <p:cNvPr id="440" name="Google Shape;440;p90"/>
            <p:cNvSpPr txBox="1"/>
            <p:nvPr/>
          </p:nvSpPr>
          <p:spPr>
            <a:xfrm>
              <a:off x="4471772" y="7600018"/>
              <a:ext cx="1464721" cy="430887"/>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200" b="1" i="0" u="none" strike="noStrike" cap="none" dirty="0">
                  <a:solidFill>
                    <a:srgbClr val="3F3F3F"/>
                  </a:solidFill>
                  <a:latin typeface="Open Sans"/>
                  <a:ea typeface="Open Sans"/>
                  <a:cs typeface="Open Sans"/>
                  <a:sym typeface="Open Sans"/>
                </a:rPr>
                <a:t>Value</a:t>
              </a:r>
              <a:endParaRPr sz="2200" b="1" i="0" u="none" strike="noStrike" cap="none" dirty="0">
                <a:solidFill>
                  <a:srgbClr val="3F3F3F"/>
                </a:solidFill>
                <a:latin typeface="Open Sans"/>
                <a:ea typeface="Open Sans"/>
                <a:cs typeface="Open Sans"/>
                <a:sym typeface="Open Sans"/>
              </a:endParaRPr>
            </a:p>
          </p:txBody>
        </p:sp>
        <p:sp>
          <p:nvSpPr>
            <p:cNvPr id="441" name="Google Shape;441;p90"/>
            <p:cNvSpPr txBox="1"/>
            <p:nvPr/>
          </p:nvSpPr>
          <p:spPr>
            <a:xfrm>
              <a:off x="7450121" y="7567005"/>
              <a:ext cx="1464721" cy="430887"/>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200" b="1" i="0" u="none" strike="noStrike" cap="none" dirty="0">
                  <a:solidFill>
                    <a:srgbClr val="3F3F3F"/>
                  </a:solidFill>
                  <a:latin typeface="Open Sans"/>
                  <a:ea typeface="Open Sans"/>
                  <a:cs typeface="Open Sans"/>
                  <a:sym typeface="Open Sans"/>
                </a:rPr>
                <a:t>Veracity</a:t>
              </a:r>
              <a:endParaRPr sz="2200" b="1" i="0" u="none" strike="noStrike" cap="none" dirty="0">
                <a:solidFill>
                  <a:srgbClr val="3F3F3F"/>
                </a:solidFill>
                <a:latin typeface="Open Sans"/>
                <a:ea typeface="Open Sans"/>
                <a:cs typeface="Open Sans"/>
                <a:sym typeface="Open Sans"/>
              </a:endParaRPr>
            </a:p>
          </p:txBody>
        </p:sp>
        <p:sp>
          <p:nvSpPr>
            <p:cNvPr id="442" name="Google Shape;442;p90"/>
            <p:cNvSpPr txBox="1"/>
            <p:nvPr/>
          </p:nvSpPr>
          <p:spPr>
            <a:xfrm>
              <a:off x="10409420" y="7548698"/>
              <a:ext cx="1464721" cy="430887"/>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200" b="1" i="0" u="none" strike="noStrike" cap="none" dirty="0">
                  <a:solidFill>
                    <a:srgbClr val="3F3F3F"/>
                  </a:solidFill>
                  <a:latin typeface="Open Sans"/>
                  <a:ea typeface="Open Sans"/>
                  <a:cs typeface="Open Sans"/>
                  <a:sym typeface="Open Sans"/>
                </a:rPr>
                <a:t>Variety</a:t>
              </a:r>
              <a:endParaRPr sz="2200" b="1" i="0" u="none" strike="noStrike" cap="none" dirty="0">
                <a:solidFill>
                  <a:srgbClr val="3F3F3F"/>
                </a:solidFill>
                <a:latin typeface="Open Sans"/>
                <a:ea typeface="Open Sans"/>
                <a:cs typeface="Open Sans"/>
                <a:sym typeface="Open Sans"/>
              </a:endParaRPr>
            </a:p>
          </p:txBody>
        </p:sp>
        <p:sp>
          <p:nvSpPr>
            <p:cNvPr id="443" name="Google Shape;443;p90"/>
            <p:cNvSpPr txBox="1"/>
            <p:nvPr/>
          </p:nvSpPr>
          <p:spPr>
            <a:xfrm>
              <a:off x="13140121" y="7567005"/>
              <a:ext cx="1464721" cy="430887"/>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200" b="1" i="0" u="none" strike="noStrike" cap="none" dirty="0">
                  <a:solidFill>
                    <a:srgbClr val="3F3F3F"/>
                  </a:solidFill>
                  <a:latin typeface="Open Sans"/>
                  <a:ea typeface="Open Sans"/>
                  <a:cs typeface="Open Sans"/>
                  <a:sym typeface="Open Sans"/>
                </a:rPr>
                <a:t>Velocity</a:t>
              </a:r>
              <a:endParaRPr sz="2200" b="1" i="0" u="none" strike="noStrike" cap="none" dirty="0">
                <a:solidFill>
                  <a:srgbClr val="3F3F3F"/>
                </a:solidFill>
                <a:latin typeface="Open Sans"/>
                <a:ea typeface="Open Sans"/>
                <a:cs typeface="Open Sans"/>
                <a:sym typeface="Open Sans"/>
              </a:endParaRPr>
            </a:p>
          </p:txBody>
        </p:sp>
      </p:grpSp>
      <p:pic>
        <p:nvPicPr>
          <p:cNvPr id="444" name="Google Shape;444;p90"/>
          <p:cNvPicPr preferRelativeResize="0"/>
          <p:nvPr/>
        </p:nvPicPr>
        <p:blipFill rotWithShape="1">
          <a:blip r:embed="rId3">
            <a:alphaModFix/>
          </a:blip>
          <a:srcRect/>
          <a:stretch/>
        </p:blipFill>
        <p:spPr>
          <a:xfrm>
            <a:off x="1722897" y="2565021"/>
            <a:ext cx="12810206" cy="3307570"/>
          </a:xfrm>
          <a:prstGeom prst="rect">
            <a:avLst/>
          </a:prstGeom>
          <a:noFill/>
          <a:ln>
            <a:noFill/>
          </a:ln>
        </p:spPr>
      </p:pic>
      <p:sp>
        <p:nvSpPr>
          <p:cNvPr id="3" name="Brandline_LVC">
            <a:extLst>
              <a:ext uri="{FF2B5EF4-FFF2-40B4-BE49-F238E27FC236}">
                <a16:creationId xmlns:a16="http://schemas.microsoft.com/office/drawing/2014/main" id="{462EBCE2-45E5-F227-A5C6-B2543B8DB17C}"/>
              </a:ext>
            </a:extLst>
          </p:cNvPr>
          <p:cNvSpPr/>
          <p:nvPr/>
        </p:nvSpPr>
        <p:spPr>
          <a:xfrm>
            <a:off x="7264401" y="816324"/>
            <a:ext cx="1730453"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448"/>
        <p:cNvGrpSpPr/>
        <p:nvPr/>
      </p:nvGrpSpPr>
      <p:grpSpPr>
        <a:xfrm>
          <a:off x="0" y="0"/>
          <a:ext cx="0" cy="0"/>
          <a:chOff x="0" y="0"/>
          <a:chExt cx="0" cy="0"/>
        </a:xfrm>
      </p:grpSpPr>
      <p:sp>
        <p:nvSpPr>
          <p:cNvPr id="449" name="Google Shape;449;p91"/>
          <p:cNvSpPr txBox="1">
            <a:spLocks noGrp="1"/>
          </p:cNvSpPr>
          <p:nvPr>
            <p:ph type="title"/>
          </p:nvPr>
        </p:nvSpPr>
        <p:spPr>
          <a:prstGeom prst="rect">
            <a:avLst/>
          </a:prstGeom>
          <a:noFill/>
          <a:ln>
            <a:noFill/>
          </a:ln>
        </p:spPr>
        <p:txBody>
          <a:bodyPr spcFirstLastPara="1" wrap="square" lIns="91425" tIns="45700" rIns="91425" bIns="45700" anchor="ctr" anchorCtr="0">
            <a:noAutofit/>
          </a:bodyPr>
          <a:lstStyle/>
          <a:p>
            <a:pPr marL="0" marR="0" lvl="0" indent="0" algn="ctr" rtl="0">
              <a:lnSpc>
                <a:spcPct val="90000"/>
              </a:lnSpc>
              <a:spcBef>
                <a:spcPts val="0"/>
              </a:spcBef>
              <a:spcAft>
                <a:spcPts val="0"/>
              </a:spcAft>
              <a:buClr>
                <a:srgbClr val="3F3F3F"/>
              </a:buClr>
              <a:buSzPts val="3200"/>
              <a:buFont typeface="Open Sans ExtraBold"/>
              <a:buNone/>
            </a:pPr>
            <a:r>
              <a:rPr lang="en-US" dirty="0"/>
              <a:t>Volume</a:t>
            </a:r>
            <a:endParaRPr dirty="0"/>
          </a:p>
        </p:txBody>
      </p:sp>
      <p:sp>
        <p:nvSpPr>
          <p:cNvPr id="450" name="Google Shape;450;p91"/>
          <p:cNvSpPr/>
          <p:nvPr/>
        </p:nvSpPr>
        <p:spPr>
          <a:xfrm>
            <a:off x="7402550" y="2926448"/>
            <a:ext cx="6918287" cy="3614755"/>
          </a:xfrm>
          <a:prstGeom prst="roundRect">
            <a:avLst>
              <a:gd name="adj" fmla="val 9755"/>
            </a:avLst>
          </a:prstGeom>
          <a:solidFill>
            <a:schemeClr val="lt1"/>
          </a:solidFill>
          <a:ln w="12700" cap="flat" cmpd="sng">
            <a:solidFill>
              <a:srgbClr val="42719B"/>
            </a:solidFill>
            <a:prstDash val="solid"/>
            <a:miter lim="800000"/>
            <a:headEnd type="none" w="sm" len="sm"/>
            <a:tailEnd type="none" w="sm" len="sm"/>
          </a:ln>
        </p:spPr>
        <p:txBody>
          <a:bodyPr spcFirstLastPara="1" wrap="square" lIns="91425" tIns="45700" rIns="91425" bIns="45700" anchor="ctr" anchorCtr="0">
            <a:noAutofit/>
          </a:bodyPr>
          <a:lstStyle/>
          <a:p>
            <a:pPr marL="342900" marR="0" lvl="0" indent="-342900" algn="l" rtl="0">
              <a:lnSpc>
                <a:spcPct val="115000"/>
              </a:lnSpc>
              <a:spcBef>
                <a:spcPts val="0"/>
              </a:spcBef>
              <a:spcAft>
                <a:spcPts val="0"/>
              </a:spcAft>
              <a:buClr>
                <a:schemeClr val="dk1"/>
              </a:buClr>
              <a:buSzPts val="2200"/>
              <a:buFont typeface="Arial"/>
              <a:buChar char="•"/>
            </a:pPr>
            <a:r>
              <a:rPr lang="en-US" sz="2200" b="0" i="0" u="none" strike="noStrike" cap="none">
                <a:solidFill>
                  <a:srgbClr val="3F3F3F"/>
                </a:solidFill>
                <a:latin typeface="Open Sans"/>
                <a:ea typeface="Open Sans"/>
                <a:cs typeface="Open Sans"/>
                <a:sym typeface="Open Sans"/>
              </a:rPr>
              <a:t>Volume refers to the massive amounts of data generated by social media every second.</a:t>
            </a:r>
            <a:endParaRPr sz="1400" b="0" i="0" u="none" strike="noStrike" cap="none">
              <a:solidFill>
                <a:srgbClr val="000000"/>
              </a:solidFill>
              <a:latin typeface="Arial"/>
              <a:ea typeface="Arial"/>
              <a:cs typeface="Arial"/>
              <a:sym typeface="Arial"/>
            </a:endParaRPr>
          </a:p>
          <a:p>
            <a:pPr marL="342900" marR="0" lvl="0" indent="-203200" algn="l" rtl="0">
              <a:lnSpc>
                <a:spcPct val="115000"/>
              </a:lnSpc>
              <a:spcBef>
                <a:spcPts val="0"/>
              </a:spcBef>
              <a:spcAft>
                <a:spcPts val="0"/>
              </a:spcAft>
              <a:buClr>
                <a:schemeClr val="dk1"/>
              </a:buClr>
              <a:buSzPts val="2200"/>
              <a:buFont typeface="Arial"/>
              <a:buNone/>
            </a:pPr>
            <a:endParaRPr sz="2200" b="0" i="0" u="none" strike="noStrike" cap="none">
              <a:solidFill>
                <a:srgbClr val="3F3F3F"/>
              </a:solidFill>
              <a:latin typeface="Open Sans"/>
              <a:ea typeface="Open Sans"/>
              <a:cs typeface="Open Sans"/>
              <a:sym typeface="Open Sans"/>
            </a:endParaRPr>
          </a:p>
          <a:p>
            <a:pPr marL="342900" marR="0" lvl="0" indent="-342900" algn="l" rtl="0">
              <a:lnSpc>
                <a:spcPct val="115000"/>
              </a:lnSpc>
              <a:spcBef>
                <a:spcPts val="0"/>
              </a:spcBef>
              <a:spcAft>
                <a:spcPts val="0"/>
              </a:spcAft>
              <a:buClr>
                <a:schemeClr val="dk1"/>
              </a:buClr>
              <a:buSzPts val="2200"/>
              <a:buFont typeface="Arial"/>
              <a:buChar char="•"/>
            </a:pPr>
            <a:r>
              <a:rPr lang="en-US" sz="2200" b="0" i="0" u="none" strike="noStrike" cap="none">
                <a:solidFill>
                  <a:srgbClr val="3F3F3F"/>
                </a:solidFill>
                <a:latin typeface="Open Sans"/>
                <a:ea typeface="Open Sans"/>
                <a:cs typeface="Open Sans"/>
                <a:sym typeface="Open Sans"/>
              </a:rPr>
              <a:t>Facebook generates about a billion messages which can only be handled by Big Data Technologies.</a:t>
            </a:r>
            <a:endParaRPr sz="1400" b="0" i="0" u="none" strike="noStrike" cap="none">
              <a:solidFill>
                <a:srgbClr val="000000"/>
              </a:solidFill>
              <a:latin typeface="Arial"/>
              <a:ea typeface="Arial"/>
              <a:cs typeface="Arial"/>
              <a:sym typeface="Arial"/>
            </a:endParaRPr>
          </a:p>
        </p:txBody>
      </p:sp>
      <p:pic>
        <p:nvPicPr>
          <p:cNvPr id="451" name="Google Shape;451;p91"/>
          <p:cNvPicPr preferRelativeResize="0"/>
          <p:nvPr/>
        </p:nvPicPr>
        <p:blipFill rotWithShape="1">
          <a:blip r:embed="rId3">
            <a:alphaModFix/>
          </a:blip>
          <a:srcRect/>
          <a:stretch/>
        </p:blipFill>
        <p:spPr>
          <a:xfrm>
            <a:off x="2452681" y="2978556"/>
            <a:ext cx="3330437" cy="3186887"/>
          </a:xfrm>
          <a:prstGeom prst="rect">
            <a:avLst/>
          </a:prstGeom>
          <a:noFill/>
          <a:ln>
            <a:noFill/>
          </a:ln>
        </p:spPr>
      </p:pic>
      <p:sp>
        <p:nvSpPr>
          <p:cNvPr id="3" name="Brandline_LVC">
            <a:extLst>
              <a:ext uri="{FF2B5EF4-FFF2-40B4-BE49-F238E27FC236}">
                <a16:creationId xmlns:a16="http://schemas.microsoft.com/office/drawing/2014/main" id="{F0D4221C-E6D8-C21C-FB1B-796FF29DBA83}"/>
              </a:ext>
            </a:extLst>
          </p:cNvPr>
          <p:cNvSpPr/>
          <p:nvPr/>
        </p:nvSpPr>
        <p:spPr>
          <a:xfrm>
            <a:off x="7289800" y="816324"/>
            <a:ext cx="1690768"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456"/>
        <p:cNvGrpSpPr/>
        <p:nvPr/>
      </p:nvGrpSpPr>
      <p:grpSpPr>
        <a:xfrm>
          <a:off x="0" y="0"/>
          <a:ext cx="0" cy="0"/>
          <a:chOff x="0" y="0"/>
          <a:chExt cx="0" cy="0"/>
        </a:xfrm>
      </p:grpSpPr>
      <p:sp>
        <p:nvSpPr>
          <p:cNvPr id="457" name="Google Shape;457;p92"/>
          <p:cNvSpPr txBox="1">
            <a:spLocks noGrp="1"/>
          </p:cNvSpPr>
          <p:nvPr>
            <p:ph type="title"/>
          </p:nvPr>
        </p:nvSpPr>
        <p:spPr>
          <a:prstGeom prst="rect">
            <a:avLst/>
          </a:prstGeom>
          <a:noFill/>
          <a:ln>
            <a:noFill/>
          </a:ln>
        </p:spPr>
        <p:txBody>
          <a:bodyPr spcFirstLastPara="1" wrap="square" lIns="91425" tIns="45700" rIns="91425" bIns="45700" anchor="ctr" anchorCtr="0">
            <a:noAutofit/>
          </a:bodyPr>
          <a:lstStyle/>
          <a:p>
            <a:pPr marL="0" marR="0" lvl="0" indent="0" algn="ctr" rtl="0">
              <a:lnSpc>
                <a:spcPct val="90000"/>
              </a:lnSpc>
              <a:spcBef>
                <a:spcPts val="0"/>
              </a:spcBef>
              <a:spcAft>
                <a:spcPts val="0"/>
              </a:spcAft>
              <a:buClr>
                <a:srgbClr val="3F3F3F"/>
              </a:buClr>
              <a:buSzPts val="3200"/>
              <a:buFont typeface="Open Sans ExtraBold"/>
              <a:buNone/>
            </a:pPr>
            <a:r>
              <a:rPr lang="en-US" dirty="0"/>
              <a:t>Velocity</a:t>
            </a:r>
            <a:endParaRPr dirty="0"/>
          </a:p>
        </p:txBody>
      </p:sp>
      <p:pic>
        <p:nvPicPr>
          <p:cNvPr id="458" name="Google Shape;458;p92"/>
          <p:cNvPicPr preferRelativeResize="0"/>
          <p:nvPr/>
        </p:nvPicPr>
        <p:blipFill rotWithShape="1">
          <a:blip r:embed="rId3">
            <a:alphaModFix/>
          </a:blip>
          <a:srcRect/>
          <a:stretch/>
        </p:blipFill>
        <p:spPr>
          <a:xfrm>
            <a:off x="2647065" y="2786074"/>
            <a:ext cx="3136053" cy="3379369"/>
          </a:xfrm>
          <a:prstGeom prst="rect">
            <a:avLst/>
          </a:prstGeom>
          <a:noFill/>
          <a:ln>
            <a:noFill/>
          </a:ln>
        </p:spPr>
      </p:pic>
      <p:sp>
        <p:nvSpPr>
          <p:cNvPr id="460" name="Google Shape;460;p92"/>
          <p:cNvSpPr/>
          <p:nvPr/>
        </p:nvSpPr>
        <p:spPr>
          <a:xfrm>
            <a:off x="7402550" y="2926448"/>
            <a:ext cx="6918287" cy="3614755"/>
          </a:xfrm>
          <a:prstGeom prst="roundRect">
            <a:avLst>
              <a:gd name="adj" fmla="val 9755"/>
            </a:avLst>
          </a:prstGeom>
          <a:solidFill>
            <a:schemeClr val="lt1"/>
          </a:solidFill>
          <a:ln w="12700" cap="flat" cmpd="sng">
            <a:solidFill>
              <a:srgbClr val="42719B"/>
            </a:solidFill>
            <a:prstDash val="solid"/>
            <a:miter lim="800000"/>
            <a:headEnd type="none" w="sm" len="sm"/>
            <a:tailEnd type="none" w="sm" len="sm"/>
          </a:ln>
        </p:spPr>
        <p:txBody>
          <a:bodyPr spcFirstLastPara="1" wrap="square" lIns="91425" tIns="45700" rIns="91425" bIns="45700" anchor="ctr" anchorCtr="0">
            <a:noAutofit/>
          </a:bodyPr>
          <a:lstStyle/>
          <a:p>
            <a:pPr marL="342900" marR="0" lvl="0" indent="-342900" algn="l" rtl="0">
              <a:lnSpc>
                <a:spcPct val="115000"/>
              </a:lnSpc>
              <a:spcBef>
                <a:spcPts val="0"/>
              </a:spcBef>
              <a:spcAft>
                <a:spcPts val="0"/>
              </a:spcAft>
              <a:buClr>
                <a:schemeClr val="dk1"/>
              </a:buClr>
              <a:buSzPts val="2200"/>
              <a:buFont typeface="Arial"/>
              <a:buChar char="•"/>
            </a:pPr>
            <a:r>
              <a:rPr lang="en-US" sz="2200" b="0" i="0" u="none" strike="noStrike" cap="none" dirty="0">
                <a:solidFill>
                  <a:srgbClr val="3F3F3F"/>
                </a:solidFill>
                <a:latin typeface="Open Sans"/>
                <a:ea typeface="Open Sans"/>
                <a:cs typeface="Open Sans"/>
                <a:sym typeface="Open Sans"/>
              </a:rPr>
              <a:t>Velocity is the rate at which data is generated and transferred.</a:t>
            </a:r>
            <a:endParaRPr sz="1400" b="0" i="0" u="none" strike="noStrike" cap="none" dirty="0">
              <a:solidFill>
                <a:srgbClr val="000000"/>
              </a:solidFill>
              <a:latin typeface="Arial"/>
              <a:ea typeface="Arial"/>
              <a:cs typeface="Arial"/>
              <a:sym typeface="Arial"/>
            </a:endParaRPr>
          </a:p>
          <a:p>
            <a:pPr marL="342900" marR="0" lvl="0" indent="-203200" algn="l" rtl="0">
              <a:lnSpc>
                <a:spcPct val="115000"/>
              </a:lnSpc>
              <a:spcBef>
                <a:spcPts val="0"/>
              </a:spcBef>
              <a:spcAft>
                <a:spcPts val="0"/>
              </a:spcAft>
              <a:buClr>
                <a:schemeClr val="dk1"/>
              </a:buClr>
              <a:buSzPts val="2200"/>
              <a:buFont typeface="Arial"/>
              <a:buNone/>
            </a:pPr>
            <a:endParaRPr sz="2200" b="0" i="0" u="none" strike="noStrike" cap="none" dirty="0">
              <a:solidFill>
                <a:srgbClr val="3F3F3F"/>
              </a:solidFill>
              <a:latin typeface="Open Sans"/>
              <a:ea typeface="Open Sans"/>
              <a:cs typeface="Open Sans"/>
              <a:sym typeface="Open Sans"/>
            </a:endParaRPr>
          </a:p>
          <a:p>
            <a:pPr marL="342900" marR="0" lvl="0" indent="-342900" algn="l" rtl="0">
              <a:lnSpc>
                <a:spcPct val="115000"/>
              </a:lnSpc>
              <a:spcBef>
                <a:spcPts val="0"/>
              </a:spcBef>
              <a:spcAft>
                <a:spcPts val="0"/>
              </a:spcAft>
              <a:buClr>
                <a:schemeClr val="dk1"/>
              </a:buClr>
              <a:buSzPts val="2200"/>
              <a:buFont typeface="Arial"/>
              <a:buChar char="•"/>
            </a:pPr>
            <a:r>
              <a:rPr lang="en-US" sz="2200" b="0" i="0" u="none" strike="noStrike" cap="none" dirty="0">
                <a:solidFill>
                  <a:srgbClr val="3F3F3F"/>
                </a:solidFill>
                <a:latin typeface="Open Sans"/>
                <a:ea typeface="Open Sans"/>
                <a:cs typeface="Open Sans"/>
                <a:sym typeface="Open Sans"/>
              </a:rPr>
              <a:t>Big Data provides data on demand and at a faster pace.</a:t>
            </a:r>
            <a:endParaRPr sz="1400" b="0" i="0" u="none" strike="noStrike" cap="none" dirty="0">
              <a:solidFill>
                <a:srgbClr val="000000"/>
              </a:solidFill>
              <a:latin typeface="Arial"/>
              <a:ea typeface="Arial"/>
              <a:cs typeface="Arial"/>
              <a:sym typeface="Arial"/>
            </a:endParaRPr>
          </a:p>
          <a:p>
            <a:pPr marL="342900" marR="0" lvl="0" indent="-203200" algn="l" rtl="0">
              <a:lnSpc>
                <a:spcPct val="115000"/>
              </a:lnSpc>
              <a:spcBef>
                <a:spcPts val="0"/>
              </a:spcBef>
              <a:spcAft>
                <a:spcPts val="0"/>
              </a:spcAft>
              <a:buClr>
                <a:schemeClr val="dk1"/>
              </a:buClr>
              <a:buSzPts val="2200"/>
              <a:buFont typeface="Arial"/>
              <a:buNone/>
            </a:pPr>
            <a:endParaRPr sz="2200" b="0" i="0" u="none" strike="noStrike" cap="none" dirty="0">
              <a:solidFill>
                <a:srgbClr val="3F3F3F"/>
              </a:solidFill>
              <a:latin typeface="Open Sans"/>
              <a:ea typeface="Open Sans"/>
              <a:cs typeface="Open Sans"/>
              <a:sym typeface="Open Sans"/>
            </a:endParaRPr>
          </a:p>
          <a:p>
            <a:pPr marL="342900" marR="0" lvl="0" indent="-342900" algn="l" rtl="0">
              <a:lnSpc>
                <a:spcPct val="115000"/>
              </a:lnSpc>
              <a:spcBef>
                <a:spcPts val="0"/>
              </a:spcBef>
              <a:spcAft>
                <a:spcPts val="0"/>
              </a:spcAft>
              <a:buClr>
                <a:schemeClr val="dk1"/>
              </a:buClr>
              <a:buSzPts val="2200"/>
              <a:buFont typeface="Arial"/>
              <a:buChar char="•"/>
            </a:pPr>
            <a:r>
              <a:rPr lang="en-US" sz="2200" b="0" i="0" u="none" strike="noStrike" cap="none" dirty="0">
                <a:solidFill>
                  <a:srgbClr val="3F3F3F"/>
                </a:solidFill>
                <a:latin typeface="Open Sans"/>
                <a:ea typeface="Open Sans"/>
                <a:cs typeface="Open Sans"/>
                <a:sym typeface="Open Sans"/>
              </a:rPr>
              <a:t>Amazon records every click made when customers browse the website.</a:t>
            </a:r>
            <a:endParaRPr sz="1400" b="0" i="0" u="none" strike="noStrike" cap="none" dirty="0">
              <a:solidFill>
                <a:srgbClr val="000000"/>
              </a:solidFill>
              <a:latin typeface="Arial"/>
              <a:ea typeface="Arial"/>
              <a:cs typeface="Arial"/>
              <a:sym typeface="Arial"/>
            </a:endParaRPr>
          </a:p>
        </p:txBody>
      </p:sp>
      <p:sp>
        <p:nvSpPr>
          <p:cNvPr id="3" name="Brandline_LVC">
            <a:extLst>
              <a:ext uri="{FF2B5EF4-FFF2-40B4-BE49-F238E27FC236}">
                <a16:creationId xmlns:a16="http://schemas.microsoft.com/office/drawing/2014/main" id="{74261165-C89F-6D66-7314-B3BCB8DD3CAE}"/>
              </a:ext>
            </a:extLst>
          </p:cNvPr>
          <p:cNvSpPr/>
          <p:nvPr/>
        </p:nvSpPr>
        <p:spPr>
          <a:xfrm>
            <a:off x="7251701" y="816324"/>
            <a:ext cx="1770143"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464"/>
        <p:cNvGrpSpPr/>
        <p:nvPr/>
      </p:nvGrpSpPr>
      <p:grpSpPr>
        <a:xfrm>
          <a:off x="0" y="0"/>
          <a:ext cx="0" cy="0"/>
          <a:chOff x="0" y="0"/>
          <a:chExt cx="0" cy="0"/>
        </a:xfrm>
      </p:grpSpPr>
      <p:sp>
        <p:nvSpPr>
          <p:cNvPr id="465" name="Google Shape;465;p93"/>
          <p:cNvSpPr txBox="1">
            <a:spLocks noGrp="1"/>
          </p:cNvSpPr>
          <p:nvPr>
            <p:ph type="title"/>
          </p:nvPr>
        </p:nvSpPr>
        <p:spPr>
          <a:prstGeom prst="rect">
            <a:avLst/>
          </a:prstGeom>
          <a:noFill/>
          <a:ln>
            <a:noFill/>
          </a:ln>
        </p:spPr>
        <p:txBody>
          <a:bodyPr spcFirstLastPara="1" wrap="square" lIns="91425" tIns="45700" rIns="91425" bIns="45700" anchor="ctr" anchorCtr="0">
            <a:noAutofit/>
          </a:bodyPr>
          <a:lstStyle/>
          <a:p>
            <a:pPr marL="0" marR="0" lvl="0" indent="0" algn="ctr" rtl="0">
              <a:lnSpc>
                <a:spcPct val="90000"/>
              </a:lnSpc>
              <a:spcBef>
                <a:spcPts val="0"/>
              </a:spcBef>
              <a:spcAft>
                <a:spcPts val="0"/>
              </a:spcAft>
              <a:buClr>
                <a:srgbClr val="3F3F3F"/>
              </a:buClr>
              <a:buSzPts val="3200"/>
              <a:buFont typeface="Open Sans ExtraBold"/>
              <a:buNone/>
            </a:pPr>
            <a:r>
              <a:rPr lang="en-US" dirty="0"/>
              <a:t>Variety</a:t>
            </a:r>
            <a:endParaRPr dirty="0"/>
          </a:p>
        </p:txBody>
      </p:sp>
      <p:pic>
        <p:nvPicPr>
          <p:cNvPr id="466" name="Google Shape;466;p93"/>
          <p:cNvPicPr preferRelativeResize="0"/>
          <p:nvPr/>
        </p:nvPicPr>
        <p:blipFill rotWithShape="1">
          <a:blip r:embed="rId3">
            <a:alphaModFix/>
          </a:blip>
          <a:srcRect/>
          <a:stretch/>
        </p:blipFill>
        <p:spPr>
          <a:xfrm>
            <a:off x="2176921" y="2856191"/>
            <a:ext cx="3188667" cy="3431617"/>
          </a:xfrm>
          <a:prstGeom prst="rect">
            <a:avLst/>
          </a:prstGeom>
          <a:noFill/>
          <a:ln>
            <a:noFill/>
          </a:ln>
        </p:spPr>
      </p:pic>
      <p:sp>
        <p:nvSpPr>
          <p:cNvPr id="468" name="Google Shape;468;p93"/>
          <p:cNvSpPr/>
          <p:nvPr/>
        </p:nvSpPr>
        <p:spPr>
          <a:xfrm>
            <a:off x="7412615" y="2745710"/>
            <a:ext cx="6887190" cy="3976231"/>
          </a:xfrm>
          <a:prstGeom prst="roundRect">
            <a:avLst>
              <a:gd name="adj" fmla="val 9755"/>
            </a:avLst>
          </a:prstGeom>
          <a:solidFill>
            <a:schemeClr val="lt1"/>
          </a:solidFill>
          <a:ln w="12700" cap="flat" cmpd="sng">
            <a:solidFill>
              <a:srgbClr val="42719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l" rtl="0">
              <a:lnSpc>
                <a:spcPct val="115000"/>
              </a:lnSpc>
              <a:spcBef>
                <a:spcPts val="0"/>
              </a:spcBef>
              <a:spcAft>
                <a:spcPts val="0"/>
              </a:spcAft>
              <a:buClr>
                <a:srgbClr val="000000"/>
              </a:buClr>
              <a:buSzPts val="2200"/>
              <a:buFont typeface="Arial"/>
              <a:buNone/>
            </a:pPr>
            <a:endParaRPr sz="2200" b="0" i="0" u="none" strike="noStrike" cap="none">
              <a:solidFill>
                <a:srgbClr val="3F3F3F"/>
              </a:solidFill>
              <a:latin typeface="Open Sans"/>
              <a:ea typeface="Open Sans"/>
              <a:cs typeface="Open Sans"/>
              <a:sym typeface="Open Sans"/>
            </a:endParaRPr>
          </a:p>
          <a:p>
            <a:pPr marL="342900" marR="0" lvl="0" indent="-342900" algn="l" rtl="0">
              <a:lnSpc>
                <a:spcPct val="115000"/>
              </a:lnSpc>
              <a:spcBef>
                <a:spcPts val="0"/>
              </a:spcBef>
              <a:spcAft>
                <a:spcPts val="0"/>
              </a:spcAft>
              <a:buClr>
                <a:schemeClr val="dk1"/>
              </a:buClr>
              <a:buSzPts val="2200"/>
              <a:buFont typeface="Arial"/>
              <a:buChar char="•"/>
            </a:pPr>
            <a:r>
              <a:rPr lang="en-US" sz="2200" b="0" i="0" u="none" strike="noStrike" cap="none">
                <a:solidFill>
                  <a:srgbClr val="3F3F3F"/>
                </a:solidFill>
                <a:latin typeface="Open Sans"/>
                <a:ea typeface="Open Sans"/>
                <a:cs typeface="Open Sans"/>
                <a:sym typeface="Open Sans"/>
              </a:rPr>
              <a:t>Variety refers to all structured and unstructured data that can be generated by humans or machines.</a:t>
            </a:r>
            <a:endParaRPr sz="1400" b="0" i="0" u="none" strike="noStrike" cap="none">
              <a:solidFill>
                <a:srgbClr val="000000"/>
              </a:solidFill>
              <a:latin typeface="Arial"/>
              <a:ea typeface="Arial"/>
              <a:cs typeface="Arial"/>
              <a:sym typeface="Arial"/>
            </a:endParaRPr>
          </a:p>
          <a:p>
            <a:pPr marL="342900" marR="0" lvl="0" indent="-203200" algn="l" rtl="0">
              <a:lnSpc>
                <a:spcPct val="115000"/>
              </a:lnSpc>
              <a:spcBef>
                <a:spcPts val="0"/>
              </a:spcBef>
              <a:spcAft>
                <a:spcPts val="0"/>
              </a:spcAft>
              <a:buClr>
                <a:schemeClr val="dk1"/>
              </a:buClr>
              <a:buSzPts val="2200"/>
              <a:buFont typeface="Arial"/>
              <a:buNone/>
            </a:pPr>
            <a:endParaRPr sz="2200" b="0" i="0" u="none" strike="noStrike" cap="none">
              <a:solidFill>
                <a:srgbClr val="3F3F3F"/>
              </a:solidFill>
              <a:latin typeface="Open Sans"/>
              <a:ea typeface="Open Sans"/>
              <a:cs typeface="Open Sans"/>
              <a:sym typeface="Open Sans"/>
            </a:endParaRPr>
          </a:p>
          <a:p>
            <a:pPr marL="342900" marR="0" lvl="0" indent="-342900" algn="l" rtl="0">
              <a:lnSpc>
                <a:spcPct val="115000"/>
              </a:lnSpc>
              <a:spcBef>
                <a:spcPts val="0"/>
              </a:spcBef>
              <a:spcAft>
                <a:spcPts val="0"/>
              </a:spcAft>
              <a:buClr>
                <a:schemeClr val="dk1"/>
              </a:buClr>
              <a:buSzPts val="2200"/>
              <a:buFont typeface="Arial"/>
              <a:buChar char="•"/>
            </a:pPr>
            <a:r>
              <a:rPr lang="en-US" sz="2200" b="0" i="0" u="none" strike="noStrike" cap="none">
                <a:solidFill>
                  <a:srgbClr val="3F3F3F"/>
                </a:solidFill>
                <a:latin typeface="Open Sans"/>
                <a:ea typeface="Open Sans"/>
                <a:cs typeface="Open Sans"/>
                <a:sym typeface="Open Sans"/>
              </a:rPr>
              <a:t>Social media, CRM systems, e-mails, audio, and video forms produce varied data.</a:t>
            </a:r>
            <a:endParaRPr sz="1400" b="0" i="0" u="none" strike="noStrike" cap="none">
              <a:solidFill>
                <a:srgbClr val="000000"/>
              </a:solidFill>
              <a:latin typeface="Arial"/>
              <a:ea typeface="Arial"/>
              <a:cs typeface="Arial"/>
              <a:sym typeface="Arial"/>
            </a:endParaRPr>
          </a:p>
          <a:p>
            <a:pPr marL="342900" marR="0" lvl="0" indent="-203200" algn="l" rtl="0">
              <a:lnSpc>
                <a:spcPct val="115000"/>
              </a:lnSpc>
              <a:spcBef>
                <a:spcPts val="0"/>
              </a:spcBef>
              <a:spcAft>
                <a:spcPts val="0"/>
              </a:spcAft>
              <a:buClr>
                <a:schemeClr val="dk1"/>
              </a:buClr>
              <a:buSzPts val="2200"/>
              <a:buFont typeface="Arial"/>
              <a:buNone/>
            </a:pPr>
            <a:endParaRPr sz="2200" b="0" i="0" u="none" strike="noStrike" cap="none">
              <a:solidFill>
                <a:srgbClr val="3F3F3F"/>
              </a:solidFill>
              <a:latin typeface="Open Sans"/>
              <a:ea typeface="Open Sans"/>
              <a:cs typeface="Open Sans"/>
              <a:sym typeface="Open Sans"/>
            </a:endParaRPr>
          </a:p>
          <a:p>
            <a:pPr marL="342900" marR="0" lvl="0" indent="-342900" algn="l" rtl="0">
              <a:lnSpc>
                <a:spcPct val="115000"/>
              </a:lnSpc>
              <a:spcBef>
                <a:spcPts val="0"/>
              </a:spcBef>
              <a:spcAft>
                <a:spcPts val="0"/>
              </a:spcAft>
              <a:buClr>
                <a:schemeClr val="dk1"/>
              </a:buClr>
              <a:buSzPts val="2200"/>
              <a:buFont typeface="Arial"/>
              <a:buChar char="•"/>
            </a:pPr>
            <a:r>
              <a:rPr lang="en-US" sz="2200" b="0" i="0" u="none" strike="noStrike" cap="none">
                <a:solidFill>
                  <a:srgbClr val="3F3F3F"/>
                </a:solidFill>
                <a:latin typeface="Open Sans"/>
                <a:ea typeface="Open Sans"/>
                <a:cs typeface="Open Sans"/>
                <a:sym typeface="Open Sans"/>
              </a:rPr>
              <a:t>Analytics tools are used to segregate groups based on the type of data generated.</a:t>
            </a:r>
            <a:endParaRPr sz="1400" b="0" i="0" u="none" strike="noStrike" cap="none">
              <a:solidFill>
                <a:srgbClr val="000000"/>
              </a:solidFill>
              <a:latin typeface="Arial"/>
              <a:ea typeface="Arial"/>
              <a:cs typeface="Arial"/>
              <a:sym typeface="Arial"/>
            </a:endParaRPr>
          </a:p>
          <a:p>
            <a:pPr marL="342900" marR="0" lvl="0" indent="-203200" algn="l" rtl="0">
              <a:lnSpc>
                <a:spcPct val="115000"/>
              </a:lnSpc>
              <a:spcBef>
                <a:spcPts val="0"/>
              </a:spcBef>
              <a:spcAft>
                <a:spcPts val="0"/>
              </a:spcAft>
              <a:buClr>
                <a:schemeClr val="dk1"/>
              </a:buClr>
              <a:buSzPts val="2200"/>
              <a:buFont typeface="Arial"/>
              <a:buNone/>
            </a:pPr>
            <a:endParaRPr sz="2200" b="0" i="0" u="none" strike="noStrike" cap="none">
              <a:solidFill>
                <a:srgbClr val="3F3F3F"/>
              </a:solidFill>
              <a:latin typeface="Open Sans"/>
              <a:ea typeface="Open Sans"/>
              <a:cs typeface="Open Sans"/>
              <a:sym typeface="Open Sans"/>
            </a:endParaRPr>
          </a:p>
        </p:txBody>
      </p:sp>
      <p:sp>
        <p:nvSpPr>
          <p:cNvPr id="3" name="Brandline_LVC">
            <a:extLst>
              <a:ext uri="{FF2B5EF4-FFF2-40B4-BE49-F238E27FC236}">
                <a16:creationId xmlns:a16="http://schemas.microsoft.com/office/drawing/2014/main" id="{E5D36D5E-AAEF-5DA4-F167-84CA22FD8179}"/>
              </a:ext>
            </a:extLst>
          </p:cNvPr>
          <p:cNvSpPr/>
          <p:nvPr/>
        </p:nvSpPr>
        <p:spPr>
          <a:xfrm>
            <a:off x="7327900" y="816324"/>
            <a:ext cx="1601470"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472"/>
        <p:cNvGrpSpPr/>
        <p:nvPr/>
      </p:nvGrpSpPr>
      <p:grpSpPr>
        <a:xfrm>
          <a:off x="0" y="0"/>
          <a:ext cx="0" cy="0"/>
          <a:chOff x="0" y="0"/>
          <a:chExt cx="0" cy="0"/>
        </a:xfrm>
      </p:grpSpPr>
      <p:sp>
        <p:nvSpPr>
          <p:cNvPr id="473" name="Google Shape;473;p94"/>
          <p:cNvSpPr txBox="1">
            <a:spLocks noGrp="1"/>
          </p:cNvSpPr>
          <p:nvPr>
            <p:ph type="title"/>
          </p:nvPr>
        </p:nvSpPr>
        <p:spPr>
          <a:prstGeom prst="rect">
            <a:avLst/>
          </a:prstGeom>
          <a:noFill/>
          <a:ln>
            <a:noFill/>
          </a:ln>
        </p:spPr>
        <p:txBody>
          <a:bodyPr spcFirstLastPara="1" wrap="square" lIns="91425" tIns="45700" rIns="91425" bIns="45700" anchor="ctr" anchorCtr="0">
            <a:noAutofit/>
          </a:bodyPr>
          <a:lstStyle/>
          <a:p>
            <a:pPr marL="0" marR="0" lvl="0" indent="0" algn="ctr" rtl="0">
              <a:lnSpc>
                <a:spcPct val="90000"/>
              </a:lnSpc>
              <a:spcBef>
                <a:spcPts val="0"/>
              </a:spcBef>
              <a:spcAft>
                <a:spcPts val="0"/>
              </a:spcAft>
              <a:buClr>
                <a:srgbClr val="3F3F3F"/>
              </a:buClr>
              <a:buSzPts val="3200"/>
              <a:buFont typeface="Open Sans ExtraBold"/>
              <a:buNone/>
            </a:pPr>
            <a:r>
              <a:rPr lang="en-US" dirty="0"/>
              <a:t>Veracity</a:t>
            </a:r>
            <a:endParaRPr dirty="0"/>
          </a:p>
        </p:txBody>
      </p:sp>
      <p:pic>
        <p:nvPicPr>
          <p:cNvPr id="474" name="Google Shape;474;p94"/>
          <p:cNvPicPr preferRelativeResize="0"/>
          <p:nvPr/>
        </p:nvPicPr>
        <p:blipFill rotWithShape="1">
          <a:blip r:embed="rId3">
            <a:alphaModFix/>
          </a:blip>
          <a:srcRect/>
          <a:stretch/>
        </p:blipFill>
        <p:spPr>
          <a:xfrm>
            <a:off x="2125350" y="3031637"/>
            <a:ext cx="3260189" cy="3080725"/>
          </a:xfrm>
          <a:prstGeom prst="rect">
            <a:avLst/>
          </a:prstGeom>
          <a:noFill/>
          <a:ln>
            <a:noFill/>
          </a:ln>
        </p:spPr>
      </p:pic>
      <p:sp>
        <p:nvSpPr>
          <p:cNvPr id="476" name="Google Shape;476;p94"/>
          <p:cNvSpPr/>
          <p:nvPr/>
        </p:nvSpPr>
        <p:spPr>
          <a:xfrm>
            <a:off x="7407275" y="2928929"/>
            <a:ext cx="6913563" cy="3286141"/>
          </a:xfrm>
          <a:prstGeom prst="roundRect">
            <a:avLst>
              <a:gd name="adj" fmla="val 9755"/>
            </a:avLst>
          </a:prstGeom>
          <a:solidFill>
            <a:schemeClr val="lt1"/>
          </a:solidFill>
          <a:ln w="12700" cap="flat" cmpd="sng">
            <a:solidFill>
              <a:srgbClr val="42719B"/>
            </a:solidFill>
            <a:prstDash val="solid"/>
            <a:miter lim="800000"/>
            <a:headEnd type="none" w="sm" len="sm"/>
            <a:tailEnd type="none" w="sm" len="sm"/>
          </a:ln>
        </p:spPr>
        <p:txBody>
          <a:bodyPr spcFirstLastPara="1" wrap="square" lIns="91425" tIns="45700" rIns="91425" bIns="45700" anchor="ctr" anchorCtr="0">
            <a:noAutofit/>
          </a:bodyPr>
          <a:lstStyle/>
          <a:p>
            <a:pPr marL="342900" marR="0" lvl="0" indent="-203200" algn="l" rtl="0">
              <a:lnSpc>
                <a:spcPct val="100000"/>
              </a:lnSpc>
              <a:spcBef>
                <a:spcPts val="0"/>
              </a:spcBef>
              <a:spcAft>
                <a:spcPts val="0"/>
              </a:spcAft>
              <a:buClr>
                <a:schemeClr val="dk1"/>
              </a:buClr>
              <a:buSzPts val="2200"/>
              <a:buFont typeface="Arial"/>
              <a:buNone/>
            </a:pPr>
            <a:endParaRPr sz="2200" b="0" i="0" u="none" strike="noStrike" cap="none">
              <a:solidFill>
                <a:srgbClr val="3F3F3F"/>
              </a:solidFill>
              <a:latin typeface="Open Sans"/>
              <a:ea typeface="Open Sans"/>
              <a:cs typeface="Open Sans"/>
              <a:sym typeface="Open Sans"/>
            </a:endParaRPr>
          </a:p>
          <a:p>
            <a:pPr marL="342900" marR="0" lvl="0" indent="-342900" algn="l" rtl="0">
              <a:lnSpc>
                <a:spcPct val="100000"/>
              </a:lnSpc>
              <a:spcBef>
                <a:spcPts val="0"/>
              </a:spcBef>
              <a:spcAft>
                <a:spcPts val="0"/>
              </a:spcAft>
              <a:buClr>
                <a:schemeClr val="dk1"/>
              </a:buClr>
              <a:buSzPts val="2200"/>
              <a:buFont typeface="Arial"/>
              <a:buChar char="•"/>
            </a:pPr>
            <a:r>
              <a:rPr lang="en-US" sz="2200" b="0" i="0" u="none" strike="noStrike" cap="none">
                <a:solidFill>
                  <a:srgbClr val="3F3F3F"/>
                </a:solidFill>
                <a:latin typeface="Open Sans"/>
                <a:ea typeface="Open Sans"/>
                <a:cs typeface="Open Sans"/>
                <a:sym typeface="Open Sans"/>
              </a:rPr>
              <a:t>Veracity refers to the consistency, accuracy, and trustworthiness of data.</a:t>
            </a:r>
            <a:endParaRPr sz="1400" b="0" i="0" u="none" strike="noStrike" cap="none">
              <a:solidFill>
                <a:srgbClr val="000000"/>
              </a:solidFill>
              <a:latin typeface="Arial"/>
              <a:ea typeface="Arial"/>
              <a:cs typeface="Arial"/>
              <a:sym typeface="Arial"/>
            </a:endParaRPr>
          </a:p>
          <a:p>
            <a:pPr marL="342900" marR="0" lvl="0" indent="-203200" algn="l" rtl="0">
              <a:lnSpc>
                <a:spcPct val="100000"/>
              </a:lnSpc>
              <a:spcBef>
                <a:spcPts val="0"/>
              </a:spcBef>
              <a:spcAft>
                <a:spcPts val="0"/>
              </a:spcAft>
              <a:buClr>
                <a:schemeClr val="dk1"/>
              </a:buClr>
              <a:buSzPts val="2200"/>
              <a:buFont typeface="Arial"/>
              <a:buNone/>
            </a:pPr>
            <a:endParaRPr sz="2200" b="0" i="0" u="none" strike="noStrike" cap="none">
              <a:solidFill>
                <a:srgbClr val="3F3F3F"/>
              </a:solidFill>
              <a:latin typeface="Open Sans"/>
              <a:ea typeface="Open Sans"/>
              <a:cs typeface="Open Sans"/>
              <a:sym typeface="Open Sans"/>
            </a:endParaRPr>
          </a:p>
          <a:p>
            <a:pPr marL="342900" marR="0" lvl="0" indent="-342900" algn="l" rtl="0">
              <a:lnSpc>
                <a:spcPct val="100000"/>
              </a:lnSpc>
              <a:spcBef>
                <a:spcPts val="0"/>
              </a:spcBef>
              <a:spcAft>
                <a:spcPts val="0"/>
              </a:spcAft>
              <a:buClr>
                <a:schemeClr val="dk1"/>
              </a:buClr>
              <a:buSzPts val="2200"/>
              <a:buFont typeface="Arial"/>
              <a:buChar char="•"/>
            </a:pPr>
            <a:r>
              <a:rPr lang="en-US" sz="2200" b="0" i="0" u="none" strike="noStrike" cap="none">
                <a:solidFill>
                  <a:srgbClr val="3F3F3F"/>
                </a:solidFill>
                <a:latin typeface="Open Sans"/>
                <a:ea typeface="Open Sans"/>
                <a:cs typeface="Open Sans"/>
                <a:sym typeface="Open Sans"/>
              </a:rPr>
              <a:t>It is required to filter and process unstructured and irrelevant data using analytics and algorithms to reveal meaningful information.</a:t>
            </a:r>
            <a:endParaRPr sz="1400" b="0" i="0" u="none" strike="noStrike" cap="none">
              <a:solidFill>
                <a:srgbClr val="000000"/>
              </a:solidFill>
              <a:latin typeface="Arial"/>
              <a:ea typeface="Arial"/>
              <a:cs typeface="Arial"/>
              <a:sym typeface="Arial"/>
            </a:endParaRPr>
          </a:p>
          <a:p>
            <a:pPr marL="342900" marR="0" lvl="0" indent="-203200" algn="l" rtl="0">
              <a:lnSpc>
                <a:spcPct val="100000"/>
              </a:lnSpc>
              <a:spcBef>
                <a:spcPts val="0"/>
              </a:spcBef>
              <a:spcAft>
                <a:spcPts val="0"/>
              </a:spcAft>
              <a:buClr>
                <a:schemeClr val="dk1"/>
              </a:buClr>
              <a:buSzPts val="2200"/>
              <a:buFont typeface="Arial"/>
              <a:buNone/>
            </a:pPr>
            <a:endParaRPr sz="2200" b="0" i="0" u="none" strike="noStrike" cap="none">
              <a:solidFill>
                <a:srgbClr val="3F3F3F"/>
              </a:solidFill>
              <a:latin typeface="Open Sans"/>
              <a:ea typeface="Open Sans"/>
              <a:cs typeface="Open Sans"/>
              <a:sym typeface="Open Sans"/>
            </a:endParaRPr>
          </a:p>
        </p:txBody>
      </p:sp>
      <p:sp>
        <p:nvSpPr>
          <p:cNvPr id="3" name="Brandline_LVC">
            <a:extLst>
              <a:ext uri="{FF2B5EF4-FFF2-40B4-BE49-F238E27FC236}">
                <a16:creationId xmlns:a16="http://schemas.microsoft.com/office/drawing/2014/main" id="{7C8ABB5A-DB67-CAC3-18C0-A7350750C2CA}"/>
              </a:ext>
            </a:extLst>
          </p:cNvPr>
          <p:cNvSpPr/>
          <p:nvPr/>
        </p:nvSpPr>
        <p:spPr>
          <a:xfrm>
            <a:off x="7213601" y="816324"/>
            <a:ext cx="1829671"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480"/>
        <p:cNvGrpSpPr/>
        <p:nvPr/>
      </p:nvGrpSpPr>
      <p:grpSpPr>
        <a:xfrm>
          <a:off x="0" y="0"/>
          <a:ext cx="0" cy="0"/>
          <a:chOff x="0" y="0"/>
          <a:chExt cx="0" cy="0"/>
        </a:xfrm>
      </p:grpSpPr>
      <p:sp>
        <p:nvSpPr>
          <p:cNvPr id="481" name="Google Shape;481;p95"/>
          <p:cNvSpPr txBox="1">
            <a:spLocks noGrp="1"/>
          </p:cNvSpPr>
          <p:nvPr>
            <p:ph type="title"/>
          </p:nvPr>
        </p:nvSpPr>
        <p:spPr>
          <a:prstGeom prst="rect">
            <a:avLst/>
          </a:prstGeom>
          <a:noFill/>
          <a:ln>
            <a:noFill/>
          </a:ln>
        </p:spPr>
        <p:txBody>
          <a:bodyPr spcFirstLastPara="1" wrap="square" lIns="91425" tIns="45700" rIns="91425" bIns="45700" anchor="ctr" anchorCtr="0">
            <a:noAutofit/>
          </a:bodyPr>
          <a:lstStyle/>
          <a:p>
            <a:pPr marL="0" marR="0" lvl="0" indent="0" algn="ctr" rtl="0">
              <a:lnSpc>
                <a:spcPct val="90000"/>
              </a:lnSpc>
              <a:spcBef>
                <a:spcPts val="0"/>
              </a:spcBef>
              <a:spcAft>
                <a:spcPts val="0"/>
              </a:spcAft>
              <a:buClr>
                <a:srgbClr val="3F3F3F"/>
              </a:buClr>
              <a:buSzPts val="3200"/>
              <a:buFont typeface="Open Sans ExtraBold"/>
              <a:buNone/>
            </a:pPr>
            <a:r>
              <a:rPr lang="en-US"/>
              <a:t>Value</a:t>
            </a:r>
            <a:endParaRPr/>
          </a:p>
        </p:txBody>
      </p:sp>
      <p:pic>
        <p:nvPicPr>
          <p:cNvPr id="482" name="Google Shape;482;p95"/>
          <p:cNvPicPr preferRelativeResize="0"/>
          <p:nvPr/>
        </p:nvPicPr>
        <p:blipFill rotWithShape="1">
          <a:blip r:embed="rId3">
            <a:alphaModFix/>
          </a:blip>
          <a:srcRect/>
          <a:stretch/>
        </p:blipFill>
        <p:spPr>
          <a:xfrm>
            <a:off x="2042162" y="3221861"/>
            <a:ext cx="3808813" cy="2700276"/>
          </a:xfrm>
          <a:prstGeom prst="rect">
            <a:avLst/>
          </a:prstGeom>
          <a:noFill/>
          <a:ln>
            <a:noFill/>
          </a:ln>
        </p:spPr>
      </p:pic>
      <p:sp>
        <p:nvSpPr>
          <p:cNvPr id="484" name="Google Shape;484;p95"/>
          <p:cNvSpPr/>
          <p:nvPr/>
        </p:nvSpPr>
        <p:spPr>
          <a:xfrm>
            <a:off x="7429916" y="2583884"/>
            <a:ext cx="6887190" cy="3976231"/>
          </a:xfrm>
          <a:prstGeom prst="roundRect">
            <a:avLst>
              <a:gd name="adj" fmla="val 9755"/>
            </a:avLst>
          </a:prstGeom>
          <a:solidFill>
            <a:schemeClr val="lt1"/>
          </a:solidFill>
          <a:ln w="12700" cap="flat" cmpd="sng">
            <a:solidFill>
              <a:srgbClr val="42719B"/>
            </a:solidFill>
            <a:prstDash val="solid"/>
            <a:miter lim="800000"/>
            <a:headEnd type="none" w="sm" len="sm"/>
            <a:tailEnd type="none" w="sm" len="sm"/>
          </a:ln>
        </p:spPr>
        <p:txBody>
          <a:bodyPr spcFirstLastPara="1" wrap="square" lIns="91425" tIns="45700" rIns="91425" bIns="45700" anchor="ctr" anchorCtr="0">
            <a:noAutofit/>
          </a:bodyPr>
          <a:lstStyle/>
          <a:p>
            <a:pPr marL="342900" marR="0" lvl="0" indent="-203200" algn="l" rtl="0">
              <a:lnSpc>
                <a:spcPct val="115000"/>
              </a:lnSpc>
              <a:spcBef>
                <a:spcPts val="0"/>
              </a:spcBef>
              <a:spcAft>
                <a:spcPts val="0"/>
              </a:spcAft>
              <a:buClr>
                <a:schemeClr val="dk1"/>
              </a:buClr>
              <a:buSzPts val="2200"/>
              <a:buFont typeface="Arial"/>
              <a:buNone/>
            </a:pPr>
            <a:endParaRPr sz="2200" b="0" i="0" u="none" strike="noStrike" cap="none" dirty="0">
              <a:solidFill>
                <a:srgbClr val="3F3F3F"/>
              </a:solidFill>
              <a:latin typeface="Open Sans"/>
              <a:ea typeface="Open Sans"/>
              <a:cs typeface="Open Sans"/>
              <a:sym typeface="Open Sans"/>
            </a:endParaRPr>
          </a:p>
          <a:p>
            <a:pPr marL="342900" marR="0" lvl="0" indent="-342900" algn="l" rtl="0">
              <a:lnSpc>
                <a:spcPct val="115000"/>
              </a:lnSpc>
              <a:spcBef>
                <a:spcPts val="0"/>
              </a:spcBef>
              <a:spcAft>
                <a:spcPts val="0"/>
              </a:spcAft>
              <a:buClr>
                <a:schemeClr val="dk1"/>
              </a:buClr>
              <a:buSzPts val="2200"/>
              <a:buFont typeface="Arial"/>
              <a:buChar char="•"/>
            </a:pPr>
            <a:r>
              <a:rPr lang="en-US" sz="2200" b="0" i="0" u="none" strike="noStrike" cap="none" dirty="0">
                <a:solidFill>
                  <a:srgbClr val="3F3F3F"/>
                </a:solidFill>
                <a:latin typeface="Open Sans"/>
                <a:ea typeface="Open Sans"/>
                <a:cs typeface="Open Sans"/>
                <a:sym typeface="Open Sans"/>
              </a:rPr>
              <a:t>Value refers to the quality and accuracy of data.</a:t>
            </a:r>
            <a:endParaRPr sz="1400" b="0" i="0" u="none" strike="noStrike" cap="none" dirty="0">
              <a:solidFill>
                <a:srgbClr val="000000"/>
              </a:solidFill>
              <a:latin typeface="Arial"/>
              <a:ea typeface="Arial"/>
              <a:cs typeface="Arial"/>
              <a:sym typeface="Arial"/>
            </a:endParaRPr>
          </a:p>
          <a:p>
            <a:pPr marL="342900" marR="0" lvl="0" indent="-203200" algn="l" rtl="0">
              <a:lnSpc>
                <a:spcPct val="115000"/>
              </a:lnSpc>
              <a:spcBef>
                <a:spcPts val="0"/>
              </a:spcBef>
              <a:spcAft>
                <a:spcPts val="0"/>
              </a:spcAft>
              <a:buClr>
                <a:schemeClr val="dk1"/>
              </a:buClr>
              <a:buSzPts val="2200"/>
              <a:buFont typeface="Arial"/>
              <a:buNone/>
            </a:pPr>
            <a:endParaRPr sz="2200" b="0" i="0" u="none" strike="noStrike" cap="none" dirty="0">
              <a:solidFill>
                <a:srgbClr val="3F3F3F"/>
              </a:solidFill>
              <a:latin typeface="Open Sans"/>
              <a:ea typeface="Open Sans"/>
              <a:cs typeface="Open Sans"/>
              <a:sym typeface="Open Sans"/>
            </a:endParaRPr>
          </a:p>
          <a:p>
            <a:pPr marL="342900" marR="0" lvl="0" indent="-342900" algn="l" rtl="0">
              <a:lnSpc>
                <a:spcPct val="115000"/>
              </a:lnSpc>
              <a:spcBef>
                <a:spcPts val="0"/>
              </a:spcBef>
              <a:spcAft>
                <a:spcPts val="0"/>
              </a:spcAft>
              <a:buClr>
                <a:schemeClr val="dk1"/>
              </a:buClr>
              <a:buSzPts val="2200"/>
              <a:buFont typeface="Arial"/>
              <a:buChar char="•"/>
            </a:pPr>
            <a:r>
              <a:rPr lang="en-US" sz="2200" b="0" i="0" u="none" strike="noStrike" cap="none" dirty="0">
                <a:solidFill>
                  <a:srgbClr val="3F3F3F"/>
                </a:solidFill>
                <a:latin typeface="Open Sans"/>
                <a:ea typeface="Open Sans"/>
                <a:cs typeface="Open Sans"/>
                <a:sym typeface="Open Sans"/>
              </a:rPr>
              <a:t>Data could be incomplete, erroneous, or incapable of providing genuine or useful information.</a:t>
            </a:r>
            <a:endParaRPr sz="1400" b="0" i="0" u="none" strike="noStrike" cap="none" dirty="0">
              <a:solidFill>
                <a:srgbClr val="000000"/>
              </a:solidFill>
              <a:latin typeface="Arial"/>
              <a:ea typeface="Arial"/>
              <a:cs typeface="Arial"/>
              <a:sym typeface="Arial"/>
            </a:endParaRPr>
          </a:p>
          <a:p>
            <a:pPr marL="342900" marR="0" lvl="0" indent="-203200" algn="l" rtl="0">
              <a:lnSpc>
                <a:spcPct val="115000"/>
              </a:lnSpc>
              <a:spcBef>
                <a:spcPts val="0"/>
              </a:spcBef>
              <a:spcAft>
                <a:spcPts val="0"/>
              </a:spcAft>
              <a:buClr>
                <a:schemeClr val="dk1"/>
              </a:buClr>
              <a:buSzPts val="2200"/>
              <a:buFont typeface="Arial"/>
              <a:buNone/>
            </a:pPr>
            <a:endParaRPr sz="2200" b="0" i="0" u="none" strike="noStrike" cap="none" dirty="0">
              <a:solidFill>
                <a:srgbClr val="3F3F3F"/>
              </a:solidFill>
              <a:latin typeface="Open Sans"/>
              <a:ea typeface="Open Sans"/>
              <a:cs typeface="Open Sans"/>
              <a:sym typeface="Open Sans"/>
            </a:endParaRPr>
          </a:p>
          <a:p>
            <a:pPr marL="342900" marR="0" lvl="0" indent="-342900" algn="l" rtl="0">
              <a:lnSpc>
                <a:spcPct val="115000"/>
              </a:lnSpc>
              <a:spcBef>
                <a:spcPts val="0"/>
              </a:spcBef>
              <a:spcAft>
                <a:spcPts val="0"/>
              </a:spcAft>
              <a:buClr>
                <a:schemeClr val="dk1"/>
              </a:buClr>
              <a:buSzPts val="2200"/>
              <a:buFont typeface="Arial"/>
              <a:buChar char="•"/>
            </a:pPr>
            <a:r>
              <a:rPr lang="en-US" sz="2200" b="0" i="0" u="none" strike="noStrike" cap="none" dirty="0">
                <a:solidFill>
                  <a:srgbClr val="3F3F3F"/>
                </a:solidFill>
                <a:latin typeface="Open Sans"/>
                <a:ea typeface="Open Sans"/>
                <a:cs typeface="Open Sans"/>
                <a:sym typeface="Open Sans"/>
              </a:rPr>
              <a:t>Due to inherent discrepancies in the data collected, inaccurate predictions are made.</a:t>
            </a:r>
            <a:endParaRPr sz="1400" b="0" i="0" u="none" strike="noStrike" cap="none" dirty="0">
              <a:solidFill>
                <a:srgbClr val="000000"/>
              </a:solidFill>
              <a:latin typeface="Arial"/>
              <a:ea typeface="Arial"/>
              <a:cs typeface="Arial"/>
              <a:sym typeface="Arial"/>
            </a:endParaRPr>
          </a:p>
          <a:p>
            <a:pPr marL="342900" marR="0" lvl="0" indent="-203200" algn="l" rtl="0">
              <a:lnSpc>
                <a:spcPct val="115000"/>
              </a:lnSpc>
              <a:spcBef>
                <a:spcPts val="0"/>
              </a:spcBef>
              <a:spcAft>
                <a:spcPts val="0"/>
              </a:spcAft>
              <a:buClr>
                <a:schemeClr val="dk1"/>
              </a:buClr>
              <a:buSzPts val="2200"/>
              <a:buFont typeface="Arial"/>
              <a:buNone/>
            </a:pPr>
            <a:endParaRPr sz="2200" b="0" i="0" u="none" strike="noStrike" cap="none" dirty="0">
              <a:solidFill>
                <a:srgbClr val="3F3F3F"/>
              </a:solidFill>
              <a:latin typeface="Open Sans"/>
              <a:ea typeface="Open Sans"/>
              <a:cs typeface="Open Sans"/>
              <a:sym typeface="Open Sans"/>
            </a:endParaRPr>
          </a:p>
        </p:txBody>
      </p:sp>
      <p:sp>
        <p:nvSpPr>
          <p:cNvPr id="3" name="Brandline_LVC">
            <a:extLst>
              <a:ext uri="{FF2B5EF4-FFF2-40B4-BE49-F238E27FC236}">
                <a16:creationId xmlns:a16="http://schemas.microsoft.com/office/drawing/2014/main" id="{5E49E273-FBBF-E840-D956-A83DA55D7672}"/>
              </a:ext>
            </a:extLst>
          </p:cNvPr>
          <p:cNvSpPr/>
          <p:nvPr/>
        </p:nvSpPr>
        <p:spPr>
          <a:xfrm>
            <a:off x="7505700" y="816324"/>
            <a:ext cx="1246268"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489"/>
        <p:cNvGrpSpPr/>
        <p:nvPr/>
      </p:nvGrpSpPr>
      <p:grpSpPr>
        <a:xfrm>
          <a:off x="0" y="0"/>
          <a:ext cx="0" cy="0"/>
          <a:chOff x="0" y="0"/>
          <a:chExt cx="0" cy="0"/>
        </a:xfrm>
      </p:grpSpPr>
      <p:sp>
        <p:nvSpPr>
          <p:cNvPr id="490" name="Google Shape;490;p47"/>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a:solidFill>
                  <a:srgbClr val="3F3F3F"/>
                </a:solidFill>
                <a:latin typeface="Open Sans"/>
                <a:ea typeface="Open Sans"/>
                <a:cs typeface="Open Sans"/>
                <a:sym typeface="Open Sans"/>
              </a:rPr>
              <a:t>Unstructured Data Conundrum</a:t>
            </a:r>
            <a:endParaRPr sz="2800">
              <a:solidFill>
                <a:srgbClr val="3F3F3F"/>
              </a:solidFill>
              <a:latin typeface="Open Sans"/>
              <a:ea typeface="Open Sans"/>
              <a:cs typeface="Open Sans"/>
              <a:sym typeface="Open Sans"/>
            </a:endParaRPr>
          </a:p>
        </p:txBody>
      </p:sp>
      <p:grpSp>
        <p:nvGrpSpPr>
          <p:cNvPr id="492" name="Google Shape;492;p47"/>
          <p:cNvGrpSpPr/>
          <p:nvPr/>
        </p:nvGrpSpPr>
        <p:grpSpPr>
          <a:xfrm>
            <a:off x="2851859" y="2464218"/>
            <a:ext cx="10998253" cy="5743231"/>
            <a:chOff x="2215409" y="1663391"/>
            <a:chExt cx="11675078" cy="6177581"/>
          </a:xfrm>
        </p:grpSpPr>
        <p:cxnSp>
          <p:nvCxnSpPr>
            <p:cNvPr id="493" name="Google Shape;493;p47"/>
            <p:cNvCxnSpPr/>
            <p:nvPr/>
          </p:nvCxnSpPr>
          <p:spPr>
            <a:xfrm>
              <a:off x="7822072" y="1663391"/>
              <a:ext cx="0" cy="6177581"/>
            </a:xfrm>
            <a:prstGeom prst="straightConnector1">
              <a:avLst/>
            </a:prstGeom>
            <a:noFill/>
            <a:ln w="9525" cap="flat" cmpd="sng">
              <a:solidFill>
                <a:schemeClr val="bg1">
                  <a:lumMod val="50000"/>
                </a:schemeClr>
              </a:solidFill>
              <a:prstDash val="solid"/>
              <a:miter lim="800000"/>
              <a:headEnd type="oval" w="med" len="med"/>
              <a:tailEnd type="oval" w="med" len="med"/>
            </a:ln>
          </p:spPr>
        </p:cxnSp>
        <p:pic>
          <p:nvPicPr>
            <p:cNvPr id="494" name="Google Shape;494;p47" descr="A close up of a sign&#10;&#10;Description automatically generated"/>
            <p:cNvPicPr preferRelativeResize="0"/>
            <p:nvPr/>
          </p:nvPicPr>
          <p:blipFill rotWithShape="1">
            <a:blip r:embed="rId3">
              <a:alphaModFix/>
            </a:blip>
            <a:srcRect/>
            <a:stretch/>
          </p:blipFill>
          <p:spPr>
            <a:xfrm>
              <a:off x="2467801" y="3418291"/>
              <a:ext cx="1367640" cy="1251434"/>
            </a:xfrm>
            <a:prstGeom prst="rect">
              <a:avLst/>
            </a:prstGeom>
            <a:noFill/>
            <a:ln>
              <a:noFill/>
            </a:ln>
          </p:spPr>
        </p:pic>
        <p:pic>
          <p:nvPicPr>
            <p:cNvPr id="495" name="Google Shape;495;p47"/>
            <p:cNvPicPr preferRelativeResize="0"/>
            <p:nvPr/>
          </p:nvPicPr>
          <p:blipFill rotWithShape="1">
            <a:blip r:embed="rId4">
              <a:alphaModFix/>
            </a:blip>
            <a:srcRect/>
            <a:stretch/>
          </p:blipFill>
          <p:spPr>
            <a:xfrm>
              <a:off x="4942246" y="3228866"/>
              <a:ext cx="1322194" cy="1251434"/>
            </a:xfrm>
            <a:prstGeom prst="rect">
              <a:avLst/>
            </a:prstGeom>
            <a:noFill/>
            <a:ln>
              <a:noFill/>
            </a:ln>
          </p:spPr>
        </p:pic>
        <p:pic>
          <p:nvPicPr>
            <p:cNvPr id="496" name="Google Shape;496;p47" descr="A picture containing vector graphics&#10;&#10;Description automatically generated"/>
            <p:cNvPicPr preferRelativeResize="0"/>
            <p:nvPr/>
          </p:nvPicPr>
          <p:blipFill rotWithShape="1">
            <a:blip r:embed="rId5">
              <a:alphaModFix/>
            </a:blip>
            <a:srcRect/>
            <a:stretch/>
          </p:blipFill>
          <p:spPr>
            <a:xfrm>
              <a:off x="3625122" y="5526191"/>
              <a:ext cx="1111920" cy="967855"/>
            </a:xfrm>
            <a:prstGeom prst="rect">
              <a:avLst/>
            </a:prstGeom>
            <a:noFill/>
            <a:ln>
              <a:noFill/>
            </a:ln>
          </p:spPr>
        </p:pic>
        <p:sp>
          <p:nvSpPr>
            <p:cNvPr id="497" name="Google Shape;497;p47"/>
            <p:cNvSpPr/>
            <p:nvPr/>
          </p:nvSpPr>
          <p:spPr>
            <a:xfrm>
              <a:off x="2320282" y="1829135"/>
              <a:ext cx="4122004" cy="746205"/>
            </a:xfrm>
            <a:prstGeom prst="roundRect">
              <a:avLst>
                <a:gd name="adj" fmla="val 16667"/>
              </a:avLst>
            </a:prstGeom>
            <a:solidFill>
              <a:schemeClr val="lt1"/>
            </a:solidFill>
            <a:ln w="12700" cap="flat" cmpd="sng">
              <a:solidFill>
                <a:srgbClr val="42719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Unstructured Data</a:t>
              </a:r>
              <a:endParaRPr sz="1400" b="0" i="0" u="none" strike="noStrike" cap="none">
                <a:solidFill>
                  <a:srgbClr val="3F3F3F"/>
                </a:solidFill>
                <a:latin typeface="Arial"/>
                <a:ea typeface="Arial"/>
                <a:cs typeface="Arial"/>
                <a:sym typeface="Arial"/>
              </a:endParaRPr>
            </a:p>
          </p:txBody>
        </p:sp>
        <p:sp>
          <p:nvSpPr>
            <p:cNvPr id="498" name="Google Shape;498;p47"/>
            <p:cNvSpPr/>
            <p:nvPr/>
          </p:nvSpPr>
          <p:spPr>
            <a:xfrm>
              <a:off x="9294330" y="1854334"/>
              <a:ext cx="4122003" cy="746205"/>
            </a:xfrm>
            <a:prstGeom prst="roundRect">
              <a:avLst>
                <a:gd name="adj" fmla="val 16667"/>
              </a:avLst>
            </a:prstGeom>
            <a:solidFill>
              <a:schemeClr val="lt1"/>
            </a:solidFill>
            <a:ln w="12700" cap="flat" cmpd="sng">
              <a:solidFill>
                <a:srgbClr val="42719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dirty="0">
                  <a:solidFill>
                    <a:srgbClr val="3F3F3F"/>
                  </a:solidFill>
                  <a:latin typeface="Open Sans"/>
                  <a:ea typeface="Open Sans"/>
                  <a:cs typeface="Open Sans"/>
                  <a:sym typeface="Open Sans"/>
                </a:rPr>
                <a:t>Semi-structured Data</a:t>
              </a:r>
              <a:endParaRPr sz="1400" b="0" i="0" u="none" strike="noStrike" cap="none" dirty="0">
                <a:solidFill>
                  <a:srgbClr val="3F3F3F"/>
                </a:solidFill>
                <a:latin typeface="Arial"/>
                <a:ea typeface="Arial"/>
                <a:cs typeface="Arial"/>
                <a:sym typeface="Arial"/>
              </a:endParaRPr>
            </a:p>
          </p:txBody>
        </p:sp>
        <p:sp>
          <p:nvSpPr>
            <p:cNvPr id="499" name="Google Shape;499;p47"/>
            <p:cNvSpPr/>
            <p:nvPr/>
          </p:nvSpPr>
          <p:spPr>
            <a:xfrm>
              <a:off x="2215409" y="4643283"/>
              <a:ext cx="1835758" cy="430325"/>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000" b="0" i="0" u="none" strike="noStrike" cap="none" dirty="0">
                  <a:solidFill>
                    <a:srgbClr val="3F3F3F"/>
                  </a:solidFill>
                  <a:latin typeface="Open Sans"/>
                  <a:ea typeface="Open Sans"/>
                  <a:cs typeface="Open Sans"/>
                  <a:sym typeface="Open Sans"/>
                </a:rPr>
                <a:t>Web Logs</a:t>
              </a:r>
              <a:endParaRPr sz="2000" b="0" i="0" u="none" strike="noStrike" cap="none" dirty="0">
                <a:solidFill>
                  <a:srgbClr val="3F3F3F"/>
                </a:solidFill>
                <a:latin typeface="Arial"/>
                <a:ea typeface="Arial"/>
                <a:cs typeface="Arial"/>
                <a:sym typeface="Arial"/>
              </a:endParaRPr>
            </a:p>
          </p:txBody>
        </p:sp>
        <p:sp>
          <p:nvSpPr>
            <p:cNvPr id="500" name="Google Shape;500;p47"/>
            <p:cNvSpPr/>
            <p:nvPr/>
          </p:nvSpPr>
          <p:spPr>
            <a:xfrm>
              <a:off x="4737042" y="4669727"/>
              <a:ext cx="1680268" cy="400069"/>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000" b="0" i="0" u="none" strike="noStrike" cap="none">
                  <a:solidFill>
                    <a:srgbClr val="3F3F3F"/>
                  </a:solidFill>
                  <a:latin typeface="Open Sans"/>
                  <a:ea typeface="Open Sans"/>
                  <a:cs typeface="Open Sans"/>
                  <a:sym typeface="Open Sans"/>
                </a:rPr>
                <a:t>Multimedia</a:t>
              </a:r>
              <a:endParaRPr sz="2000" b="0" i="0" u="none" strike="noStrike" cap="none">
                <a:solidFill>
                  <a:srgbClr val="3F3F3F"/>
                </a:solidFill>
                <a:latin typeface="Arial"/>
                <a:ea typeface="Arial"/>
                <a:cs typeface="Arial"/>
                <a:sym typeface="Arial"/>
              </a:endParaRPr>
            </a:p>
          </p:txBody>
        </p:sp>
        <p:sp>
          <p:nvSpPr>
            <p:cNvPr id="501" name="Google Shape;501;p47"/>
            <p:cNvSpPr/>
            <p:nvPr/>
          </p:nvSpPr>
          <p:spPr>
            <a:xfrm>
              <a:off x="3291082" y="6694081"/>
              <a:ext cx="1835759" cy="400069"/>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000" b="0" i="0" u="none" strike="noStrike" cap="none">
                  <a:solidFill>
                    <a:srgbClr val="3F3F3F"/>
                  </a:solidFill>
                  <a:latin typeface="Open Sans"/>
                  <a:ea typeface="Open Sans"/>
                  <a:cs typeface="Open Sans"/>
                  <a:sym typeface="Open Sans"/>
                </a:rPr>
                <a:t>Social Media</a:t>
              </a:r>
              <a:endParaRPr sz="2000" b="0" i="0" u="none" strike="noStrike" cap="none">
                <a:solidFill>
                  <a:srgbClr val="3F3F3F"/>
                </a:solidFill>
                <a:latin typeface="Arial"/>
                <a:ea typeface="Arial"/>
                <a:cs typeface="Arial"/>
                <a:sym typeface="Arial"/>
              </a:endParaRPr>
            </a:p>
          </p:txBody>
        </p:sp>
        <p:grpSp>
          <p:nvGrpSpPr>
            <p:cNvPr id="502" name="Google Shape;502;p47"/>
            <p:cNvGrpSpPr/>
            <p:nvPr/>
          </p:nvGrpSpPr>
          <p:grpSpPr>
            <a:xfrm>
              <a:off x="9072260" y="3228866"/>
              <a:ext cx="4818227" cy="1940757"/>
              <a:chOff x="9275665" y="3985503"/>
              <a:chExt cx="4818227" cy="1940757"/>
            </a:xfrm>
          </p:grpSpPr>
          <p:sp>
            <p:nvSpPr>
              <p:cNvPr id="503" name="Google Shape;503;p47"/>
              <p:cNvSpPr/>
              <p:nvPr/>
            </p:nvSpPr>
            <p:spPr>
              <a:xfrm>
                <a:off x="9275665" y="5526191"/>
                <a:ext cx="1680268" cy="400069"/>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000" b="0" i="0" u="none" strike="noStrike" cap="none">
                    <a:solidFill>
                      <a:srgbClr val="3F3F3F"/>
                    </a:solidFill>
                    <a:latin typeface="Open Sans"/>
                    <a:ea typeface="Open Sans"/>
                    <a:cs typeface="Open Sans"/>
                    <a:sym typeface="Open Sans"/>
                  </a:rPr>
                  <a:t>JSON</a:t>
                </a:r>
                <a:endParaRPr sz="2000" b="0" i="0" u="none" strike="noStrike" cap="none">
                  <a:solidFill>
                    <a:srgbClr val="3F3F3F"/>
                  </a:solidFill>
                  <a:latin typeface="Arial"/>
                  <a:ea typeface="Arial"/>
                  <a:cs typeface="Arial"/>
                  <a:sym typeface="Arial"/>
                </a:endParaRPr>
              </a:p>
            </p:txBody>
          </p:sp>
          <p:sp>
            <p:nvSpPr>
              <p:cNvPr id="504" name="Google Shape;504;p47"/>
              <p:cNvSpPr/>
              <p:nvPr/>
            </p:nvSpPr>
            <p:spPr>
              <a:xfrm>
                <a:off x="12214840" y="5526191"/>
                <a:ext cx="1680268" cy="400069"/>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000" b="0" i="0" u="none" strike="noStrike" cap="none">
                    <a:solidFill>
                      <a:srgbClr val="3F3F3F"/>
                    </a:solidFill>
                    <a:latin typeface="Open Sans"/>
                    <a:ea typeface="Open Sans"/>
                    <a:cs typeface="Open Sans"/>
                    <a:sym typeface="Open Sans"/>
                  </a:rPr>
                  <a:t>XML</a:t>
                </a:r>
                <a:endParaRPr sz="2000" b="0" i="0" u="none" strike="noStrike" cap="none">
                  <a:solidFill>
                    <a:srgbClr val="3F3F3F"/>
                  </a:solidFill>
                  <a:latin typeface="Arial"/>
                  <a:ea typeface="Arial"/>
                  <a:cs typeface="Arial"/>
                  <a:sym typeface="Arial"/>
                </a:endParaRPr>
              </a:p>
            </p:txBody>
          </p:sp>
          <p:pic>
            <p:nvPicPr>
              <p:cNvPr id="505" name="Google Shape;505;p47"/>
              <p:cNvPicPr preferRelativeResize="0"/>
              <p:nvPr/>
            </p:nvPicPr>
            <p:blipFill rotWithShape="1">
              <a:blip r:embed="rId6">
                <a:alphaModFix/>
              </a:blip>
              <a:srcRect/>
              <a:stretch/>
            </p:blipFill>
            <p:spPr>
              <a:xfrm>
                <a:off x="9275667" y="4023561"/>
                <a:ext cx="1747374" cy="1292329"/>
              </a:xfrm>
              <a:prstGeom prst="rect">
                <a:avLst/>
              </a:prstGeom>
              <a:noFill/>
              <a:ln>
                <a:noFill/>
              </a:ln>
            </p:spPr>
          </p:pic>
          <p:pic>
            <p:nvPicPr>
              <p:cNvPr id="506" name="Google Shape;506;p47"/>
              <p:cNvPicPr preferRelativeResize="0"/>
              <p:nvPr/>
            </p:nvPicPr>
            <p:blipFill rotWithShape="1">
              <a:blip r:embed="rId7">
                <a:alphaModFix/>
              </a:blip>
              <a:srcRect/>
              <a:stretch/>
            </p:blipFill>
            <p:spPr>
              <a:xfrm>
                <a:off x="12217028" y="3985503"/>
                <a:ext cx="1876864" cy="1315559"/>
              </a:xfrm>
              <a:prstGeom prst="rect">
                <a:avLst/>
              </a:prstGeom>
              <a:noFill/>
              <a:ln>
                <a:noFill/>
              </a:ln>
            </p:spPr>
          </p:pic>
        </p:grpSp>
      </p:grpSp>
      <p:sp>
        <p:nvSpPr>
          <p:cNvPr id="507" name="Google Shape;507;p47"/>
          <p:cNvSpPr txBox="1"/>
          <p:nvPr/>
        </p:nvSpPr>
        <p:spPr>
          <a:xfrm>
            <a:off x="1754096" y="1238904"/>
            <a:ext cx="12747808" cy="846514"/>
          </a:xfrm>
          <a:prstGeom prst="rect">
            <a:avLst/>
          </a:prstGeom>
          <a:noFill/>
          <a:ln>
            <a:noFill/>
          </a:ln>
        </p:spPr>
        <p:txBody>
          <a:bodyPr spcFirstLastPara="1" wrap="square" lIns="91425" tIns="45700" rIns="91425" bIns="45700" anchor="t" anchorCtr="0">
            <a:spAutoFit/>
          </a:bodyPr>
          <a:lstStyle/>
          <a:p>
            <a:pPr marL="0" marR="0" lvl="0" indent="0" algn="ctr" rtl="0">
              <a:lnSpc>
                <a:spcPct val="115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The advent of big data seemed to rise to a new way of dealing with unstructured data. It allows to centralize the data and apply big data analytics to the problem.</a:t>
            </a:r>
            <a:endParaRPr sz="1400" b="0" i="0" u="none" strike="noStrike" cap="none">
              <a:solidFill>
                <a:srgbClr val="000000"/>
              </a:solidFill>
              <a:latin typeface="Arial"/>
              <a:ea typeface="Arial"/>
              <a:cs typeface="Arial"/>
              <a:sym typeface="Arial"/>
            </a:endParaRPr>
          </a:p>
        </p:txBody>
      </p:sp>
      <p:sp>
        <p:nvSpPr>
          <p:cNvPr id="3" name="Brandline_LVC">
            <a:extLst>
              <a:ext uri="{FF2B5EF4-FFF2-40B4-BE49-F238E27FC236}">
                <a16:creationId xmlns:a16="http://schemas.microsoft.com/office/drawing/2014/main" id="{DAA73435-77CA-73D4-AEDC-F942DA717D68}"/>
              </a:ext>
            </a:extLst>
          </p:cNvPr>
          <p:cNvSpPr/>
          <p:nvPr/>
        </p:nvSpPr>
        <p:spPr>
          <a:xfrm>
            <a:off x="4673600" y="816324"/>
            <a:ext cx="6927532"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511"/>
        <p:cNvGrpSpPr/>
        <p:nvPr/>
      </p:nvGrpSpPr>
      <p:grpSpPr>
        <a:xfrm>
          <a:off x="0" y="0"/>
          <a:ext cx="0" cy="0"/>
          <a:chOff x="0" y="0"/>
          <a:chExt cx="0" cy="0"/>
        </a:xfrm>
      </p:grpSpPr>
      <p:sp>
        <p:nvSpPr>
          <p:cNvPr id="512" name="Google Shape;512;p48"/>
          <p:cNvSpPr txBox="1">
            <a:spLocks noGrp="1"/>
          </p:cNvSpPr>
          <p:nvPr>
            <p:ph type="body" idx="10"/>
          </p:nvPr>
        </p:nvSpPr>
        <p:spPr>
          <a:xfrm>
            <a:off x="0" y="4114800"/>
            <a:ext cx="16256001" cy="914400"/>
          </a:xfrm>
          <a:noFill/>
          <a:ln>
            <a:noFill/>
          </a:ln>
        </p:spPr>
        <p:txBody>
          <a:bodyPr spcFirstLastPara="1" wrap="square" lIns="91425" tIns="45700" rIns="91425" bIns="45700" anchor="ctr" anchorCtr="0">
            <a:normAutofit/>
          </a:bodyPr>
          <a:lstStyle/>
          <a:p>
            <a:pPr lvl="0"/>
            <a:r>
              <a:rPr lang="en-US">
                <a:sym typeface="Open Sans"/>
              </a:rPr>
              <a:t>Case Study: Royal Bank of Scotland</a:t>
            </a: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517"/>
        <p:cNvGrpSpPr/>
        <p:nvPr/>
      </p:nvGrpSpPr>
      <p:grpSpPr>
        <a:xfrm>
          <a:off x="0" y="0"/>
          <a:ext cx="0" cy="0"/>
          <a:chOff x="0" y="0"/>
          <a:chExt cx="0" cy="0"/>
        </a:xfrm>
      </p:grpSpPr>
      <p:sp>
        <p:nvSpPr>
          <p:cNvPr id="518" name="Google Shape;518;p49"/>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dirty="0">
                <a:solidFill>
                  <a:srgbClr val="3F3F3F"/>
                </a:solidFill>
                <a:latin typeface="Open Sans"/>
                <a:ea typeface="Open Sans"/>
                <a:cs typeface="Open Sans"/>
                <a:sym typeface="Open Sans"/>
              </a:rPr>
              <a:t>Case Study: Royal Bank of Scotland</a:t>
            </a:r>
            <a:endParaRPr sz="2800" dirty="0">
              <a:solidFill>
                <a:srgbClr val="3F3F3F"/>
              </a:solidFill>
              <a:latin typeface="Open Sans"/>
              <a:ea typeface="Open Sans"/>
              <a:cs typeface="Open Sans"/>
              <a:sym typeface="Open Sans"/>
            </a:endParaRPr>
          </a:p>
        </p:txBody>
      </p:sp>
      <p:sp>
        <p:nvSpPr>
          <p:cNvPr id="519" name="Google Shape;519;p49"/>
          <p:cNvSpPr/>
          <p:nvPr/>
        </p:nvSpPr>
        <p:spPr>
          <a:xfrm>
            <a:off x="2517081" y="1337397"/>
            <a:ext cx="11221839" cy="1068438"/>
          </a:xfrm>
          <a:prstGeom prst="roundRect">
            <a:avLst>
              <a:gd name="adj" fmla="val 16667"/>
            </a:avLst>
          </a:prstGeom>
          <a:solidFill>
            <a:schemeClr val="lt1"/>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a:solidFill>
                  <a:srgbClr val="262626"/>
                </a:solidFill>
                <a:latin typeface="Open Sans"/>
                <a:ea typeface="Open Sans"/>
                <a:cs typeface="Open Sans"/>
                <a:sym typeface="Open Sans"/>
              </a:rPr>
              <a:t>100% of this data could be processed, whereas only 3% could be processed earlier with traditional systems. </a:t>
            </a:r>
            <a:endParaRPr sz="2200" b="0" i="0" u="none" strike="noStrike" cap="none">
              <a:solidFill>
                <a:srgbClr val="262626"/>
              </a:solidFill>
              <a:latin typeface="Open Sans"/>
              <a:ea typeface="Open Sans"/>
              <a:cs typeface="Open Sans"/>
              <a:sym typeface="Open Sans"/>
            </a:endParaRPr>
          </a:p>
        </p:txBody>
      </p:sp>
      <p:grpSp>
        <p:nvGrpSpPr>
          <p:cNvPr id="521" name="Google Shape;521;p49"/>
          <p:cNvGrpSpPr/>
          <p:nvPr/>
        </p:nvGrpSpPr>
        <p:grpSpPr>
          <a:xfrm>
            <a:off x="2453147" y="3072228"/>
            <a:ext cx="11401133" cy="4362954"/>
            <a:chOff x="2517081" y="2854251"/>
            <a:chExt cx="11401133" cy="4362954"/>
          </a:xfrm>
        </p:grpSpPr>
        <p:grpSp>
          <p:nvGrpSpPr>
            <p:cNvPr id="522" name="Google Shape;522;p49"/>
            <p:cNvGrpSpPr/>
            <p:nvPr/>
          </p:nvGrpSpPr>
          <p:grpSpPr>
            <a:xfrm>
              <a:off x="2517081" y="2854251"/>
              <a:ext cx="11221840" cy="4362954"/>
              <a:chOff x="1623793" y="2362694"/>
              <a:chExt cx="9163782" cy="3536152"/>
            </a:xfrm>
          </p:grpSpPr>
          <p:grpSp>
            <p:nvGrpSpPr>
              <p:cNvPr id="523" name="Google Shape;523;p49"/>
              <p:cNvGrpSpPr/>
              <p:nvPr/>
            </p:nvGrpSpPr>
            <p:grpSpPr>
              <a:xfrm>
                <a:off x="1623793" y="2362694"/>
                <a:ext cx="9163782" cy="1931248"/>
                <a:chOff x="1623793" y="2362694"/>
                <a:chExt cx="9163782" cy="1931248"/>
              </a:xfrm>
            </p:grpSpPr>
            <p:pic>
              <p:nvPicPr>
                <p:cNvPr id="524" name="Google Shape;524;p49"/>
                <p:cNvPicPr preferRelativeResize="0"/>
                <p:nvPr/>
              </p:nvPicPr>
              <p:blipFill rotWithShape="1">
                <a:blip r:embed="rId3">
                  <a:alphaModFix/>
                </a:blip>
                <a:srcRect/>
                <a:stretch/>
              </p:blipFill>
              <p:spPr>
                <a:xfrm>
                  <a:off x="1623793" y="2448537"/>
                  <a:ext cx="3585520" cy="1759561"/>
                </a:xfrm>
                <a:prstGeom prst="rect">
                  <a:avLst/>
                </a:prstGeom>
                <a:noFill/>
                <a:ln>
                  <a:noFill/>
                </a:ln>
              </p:spPr>
            </p:pic>
            <p:pic>
              <p:nvPicPr>
                <p:cNvPr id="525" name="Google Shape;525;p49"/>
                <p:cNvPicPr preferRelativeResize="0"/>
                <p:nvPr/>
              </p:nvPicPr>
              <p:blipFill rotWithShape="1">
                <a:blip r:embed="rId4">
                  <a:alphaModFix/>
                </a:blip>
                <a:srcRect/>
                <a:stretch/>
              </p:blipFill>
              <p:spPr>
                <a:xfrm>
                  <a:off x="5209313" y="2362694"/>
                  <a:ext cx="3371500" cy="1931248"/>
                </a:xfrm>
                <a:prstGeom prst="rect">
                  <a:avLst/>
                </a:prstGeom>
                <a:noFill/>
                <a:ln>
                  <a:noFill/>
                </a:ln>
              </p:spPr>
            </p:pic>
            <p:pic>
              <p:nvPicPr>
                <p:cNvPr id="526" name="Google Shape;526;p49"/>
                <p:cNvPicPr preferRelativeResize="0"/>
                <p:nvPr/>
              </p:nvPicPr>
              <p:blipFill rotWithShape="1">
                <a:blip r:embed="rId5">
                  <a:alphaModFix/>
                </a:blip>
                <a:srcRect/>
                <a:stretch/>
              </p:blipFill>
              <p:spPr>
                <a:xfrm>
                  <a:off x="8806375" y="2599536"/>
                  <a:ext cx="1981200" cy="1285875"/>
                </a:xfrm>
                <a:prstGeom prst="rect">
                  <a:avLst/>
                </a:prstGeom>
                <a:noFill/>
                <a:ln>
                  <a:noFill/>
                </a:ln>
              </p:spPr>
            </p:pic>
          </p:grpSp>
          <p:sp>
            <p:nvSpPr>
              <p:cNvPr id="527" name="Google Shape;527;p49"/>
              <p:cNvSpPr txBox="1"/>
              <p:nvPr/>
            </p:nvSpPr>
            <p:spPr>
              <a:xfrm>
                <a:off x="3832450" y="5542740"/>
                <a:ext cx="5618922" cy="356106"/>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200" b="1" i="0" u="none" strike="noStrike" cap="none">
                    <a:solidFill>
                      <a:srgbClr val="3F3F3F"/>
                    </a:solidFill>
                    <a:latin typeface="Open Sans"/>
                    <a:ea typeface="Open Sans"/>
                    <a:cs typeface="Open Sans"/>
                    <a:sym typeface="Open Sans"/>
                  </a:rPr>
                  <a:t>Previous Web Chat Analysis Approach</a:t>
                </a:r>
                <a:endParaRPr sz="2200" b="1" i="0" u="none" strike="noStrike" cap="none">
                  <a:solidFill>
                    <a:srgbClr val="3F3F3F"/>
                  </a:solidFill>
                  <a:latin typeface="Open Sans"/>
                  <a:ea typeface="Open Sans"/>
                  <a:cs typeface="Open Sans"/>
                  <a:sym typeface="Open Sans"/>
                </a:endParaRPr>
              </a:p>
            </p:txBody>
          </p:sp>
        </p:grpSp>
        <p:grpSp>
          <p:nvGrpSpPr>
            <p:cNvPr id="528" name="Google Shape;528;p49"/>
            <p:cNvGrpSpPr/>
            <p:nvPr/>
          </p:nvGrpSpPr>
          <p:grpSpPr>
            <a:xfrm>
              <a:off x="2517081" y="5334875"/>
              <a:ext cx="11401133" cy="1212521"/>
              <a:chOff x="2583809" y="7037191"/>
              <a:chExt cx="11401133" cy="1212521"/>
            </a:xfrm>
          </p:grpSpPr>
          <p:sp>
            <p:nvSpPr>
              <p:cNvPr id="529" name="Google Shape;529;p49"/>
              <p:cNvSpPr txBox="1"/>
              <p:nvPr/>
            </p:nvSpPr>
            <p:spPr>
              <a:xfrm>
                <a:off x="6665080" y="7326382"/>
                <a:ext cx="3411967" cy="923330"/>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1800"/>
                  <a:buFont typeface="Arial"/>
                  <a:buNone/>
                </a:pPr>
                <a:r>
                  <a:rPr lang="en-US" sz="1800" b="0" i="0" u="none" strike="noStrike" cap="none" dirty="0">
                    <a:solidFill>
                      <a:srgbClr val="3F3F3F"/>
                    </a:solidFill>
                    <a:latin typeface="Open Sans"/>
                    <a:ea typeface="Open Sans"/>
                    <a:cs typeface="Open Sans"/>
                    <a:sym typeface="Open Sans"/>
                  </a:rPr>
                  <a:t>Large volumes of unstructured web chat data</a:t>
                </a:r>
                <a:endParaRPr sz="1800" b="0" i="0" u="none" strike="noStrike" cap="none" dirty="0">
                  <a:solidFill>
                    <a:srgbClr val="3F3F3F"/>
                  </a:solidFill>
                  <a:latin typeface="Open Sans"/>
                  <a:ea typeface="Open Sans"/>
                  <a:cs typeface="Open Sans"/>
                  <a:sym typeface="Open Sans"/>
                </a:endParaRPr>
              </a:p>
            </p:txBody>
          </p:sp>
          <p:sp>
            <p:nvSpPr>
              <p:cNvPr id="530" name="Google Shape;530;p49"/>
              <p:cNvSpPr txBox="1"/>
              <p:nvPr/>
            </p:nvSpPr>
            <p:spPr>
              <a:xfrm>
                <a:off x="2583809" y="7037191"/>
                <a:ext cx="3101788" cy="1200329"/>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1800"/>
                  <a:buFont typeface="Arial"/>
                  <a:buNone/>
                </a:pPr>
                <a:r>
                  <a:rPr lang="en-US" sz="1800" b="1" i="0" u="none" strike="noStrike" cap="none" dirty="0">
                    <a:solidFill>
                      <a:srgbClr val="3F3F3F"/>
                    </a:solidFill>
                    <a:latin typeface="Open Sans"/>
                    <a:ea typeface="Open Sans"/>
                    <a:cs typeface="Open Sans"/>
                    <a:sym typeface="Open Sans"/>
                  </a:rPr>
                  <a:t>250,000</a:t>
                </a:r>
                <a:endParaRPr sz="1400" b="0" i="0" u="none" strike="noStrike" cap="none" dirty="0">
                  <a:solidFill>
                    <a:srgbClr val="000000"/>
                  </a:solidFill>
                  <a:latin typeface="Arial"/>
                  <a:ea typeface="Arial"/>
                  <a:cs typeface="Arial"/>
                  <a:sym typeface="Arial"/>
                </a:endParaRPr>
              </a:p>
              <a:p>
                <a:pPr marL="0" marR="0" lvl="0" indent="0" algn="ctr" rtl="0">
                  <a:lnSpc>
                    <a:spcPct val="100000"/>
                  </a:lnSpc>
                  <a:spcBef>
                    <a:spcPts val="0"/>
                  </a:spcBef>
                  <a:spcAft>
                    <a:spcPts val="0"/>
                  </a:spcAft>
                  <a:buClr>
                    <a:srgbClr val="000000"/>
                  </a:buClr>
                  <a:buSzPts val="1800"/>
                  <a:buFont typeface="Arial"/>
                  <a:buNone/>
                </a:pPr>
                <a:r>
                  <a:rPr lang="en-US" sz="1800" b="0" i="0" u="none" strike="noStrike" cap="none" dirty="0">
                    <a:solidFill>
                      <a:srgbClr val="3F3F3F"/>
                    </a:solidFill>
                    <a:latin typeface="Open Sans"/>
                    <a:ea typeface="Open Sans"/>
                    <a:cs typeface="Open Sans"/>
                    <a:sym typeface="Open Sans"/>
                  </a:rPr>
                  <a:t>Customer chats per month launched for multiple banking needs</a:t>
                </a:r>
                <a:endParaRPr sz="1800" b="0" i="0" u="none" strike="noStrike" cap="none" dirty="0">
                  <a:solidFill>
                    <a:srgbClr val="3F3F3F"/>
                  </a:solidFill>
                  <a:latin typeface="Open Sans"/>
                  <a:ea typeface="Open Sans"/>
                  <a:cs typeface="Open Sans"/>
                  <a:sym typeface="Open Sans"/>
                </a:endParaRPr>
              </a:p>
            </p:txBody>
          </p:sp>
          <p:sp>
            <p:nvSpPr>
              <p:cNvPr id="531" name="Google Shape;531;p49"/>
              <p:cNvSpPr txBox="1"/>
              <p:nvPr/>
            </p:nvSpPr>
            <p:spPr>
              <a:xfrm>
                <a:off x="10883154" y="7037191"/>
                <a:ext cx="3101788" cy="1200329"/>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1800"/>
                  <a:buFont typeface="Arial"/>
                  <a:buNone/>
                </a:pPr>
                <a:r>
                  <a:rPr lang="en-US" sz="1800" b="1" i="0" u="none" strike="noStrike" cap="none" dirty="0">
                    <a:solidFill>
                      <a:srgbClr val="3F3F3F"/>
                    </a:solidFill>
                    <a:latin typeface="Open Sans"/>
                    <a:ea typeface="Open Sans"/>
                    <a:cs typeface="Open Sans"/>
                    <a:sym typeface="Open Sans"/>
                  </a:rPr>
                  <a:t>200</a:t>
                </a:r>
                <a:endParaRPr sz="1400" b="0" i="0" u="none" strike="noStrike" cap="none" dirty="0">
                  <a:solidFill>
                    <a:srgbClr val="000000"/>
                  </a:solidFill>
                  <a:latin typeface="Arial"/>
                  <a:ea typeface="Arial"/>
                  <a:cs typeface="Arial"/>
                  <a:sym typeface="Arial"/>
                </a:endParaRPr>
              </a:p>
              <a:p>
                <a:pPr marL="0" marR="0" lvl="0" indent="0" algn="ctr" rtl="0">
                  <a:lnSpc>
                    <a:spcPct val="100000"/>
                  </a:lnSpc>
                  <a:spcBef>
                    <a:spcPts val="0"/>
                  </a:spcBef>
                  <a:spcAft>
                    <a:spcPts val="0"/>
                  </a:spcAft>
                  <a:buClr>
                    <a:srgbClr val="000000"/>
                  </a:buClr>
                  <a:buSzPts val="1800"/>
                  <a:buFont typeface="Arial"/>
                  <a:buNone/>
                </a:pPr>
                <a:r>
                  <a:rPr lang="en-US" sz="1800" b="0" i="0" u="none" strike="noStrike" cap="none" dirty="0">
                    <a:solidFill>
                      <a:srgbClr val="3F3F3F"/>
                    </a:solidFill>
                    <a:latin typeface="Open Sans"/>
                    <a:ea typeface="Open Sans"/>
                    <a:cs typeface="Open Sans"/>
                    <a:sym typeface="Open Sans"/>
                  </a:rPr>
                  <a:t>Chats manually extracted per month and analyzed for quality assurance </a:t>
                </a:r>
                <a:endParaRPr sz="1800" b="0" i="0" u="none" strike="noStrike" cap="none" dirty="0">
                  <a:solidFill>
                    <a:srgbClr val="3F3F3F"/>
                  </a:solidFill>
                  <a:latin typeface="Open Sans"/>
                  <a:ea typeface="Open Sans"/>
                  <a:cs typeface="Open Sans"/>
                  <a:sym typeface="Open Sans"/>
                </a:endParaRPr>
              </a:p>
            </p:txBody>
          </p:sp>
        </p:grpSp>
      </p:grpSp>
      <p:sp>
        <p:nvSpPr>
          <p:cNvPr id="3" name="Brandline_LVC">
            <a:extLst>
              <a:ext uri="{FF2B5EF4-FFF2-40B4-BE49-F238E27FC236}">
                <a16:creationId xmlns:a16="http://schemas.microsoft.com/office/drawing/2014/main" id="{25637147-D838-02C2-2A5D-84ACF8AF935C}"/>
              </a:ext>
            </a:extLst>
          </p:cNvPr>
          <p:cNvSpPr/>
          <p:nvPr/>
        </p:nvSpPr>
        <p:spPr>
          <a:xfrm>
            <a:off x="4267200" y="816324"/>
            <a:ext cx="7723267"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535"/>
        <p:cNvGrpSpPr/>
        <p:nvPr/>
      </p:nvGrpSpPr>
      <p:grpSpPr>
        <a:xfrm>
          <a:off x="0" y="0"/>
          <a:ext cx="0" cy="0"/>
          <a:chOff x="0" y="0"/>
          <a:chExt cx="0" cy="0"/>
        </a:xfrm>
      </p:grpSpPr>
      <p:sp>
        <p:nvSpPr>
          <p:cNvPr id="536" name="Google Shape;536;p51"/>
          <p:cNvSpPr txBox="1">
            <a:spLocks noGrp="1"/>
          </p:cNvSpPr>
          <p:nvPr>
            <p:ph type="body" idx="10"/>
          </p:nvPr>
        </p:nvSpPr>
        <p:spPr>
          <a:xfrm>
            <a:off x="0" y="4114800"/>
            <a:ext cx="16256001" cy="914400"/>
          </a:xfrm>
          <a:noFill/>
          <a:ln>
            <a:noFill/>
          </a:ln>
        </p:spPr>
        <p:txBody>
          <a:bodyPr spcFirstLastPara="1" wrap="square" lIns="91425" tIns="45700" rIns="91425" bIns="45700" anchor="ctr" anchorCtr="0">
            <a:normAutofit/>
          </a:bodyPr>
          <a:lstStyle/>
          <a:p>
            <a:pPr lvl="0"/>
            <a:r>
              <a:rPr lang="en-US">
                <a:sym typeface="Open Sans"/>
              </a:rPr>
              <a:t>Challenges of Traditional System</a:t>
            </a: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541"/>
        <p:cNvGrpSpPr/>
        <p:nvPr/>
      </p:nvGrpSpPr>
      <p:grpSpPr>
        <a:xfrm>
          <a:off x="0" y="0"/>
          <a:ext cx="0" cy="0"/>
          <a:chOff x="0" y="0"/>
          <a:chExt cx="0" cy="0"/>
        </a:xfrm>
      </p:grpSpPr>
      <p:sp>
        <p:nvSpPr>
          <p:cNvPr id="542" name="Google Shape;542;p52"/>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dirty="0">
                <a:latin typeface="Open Sans"/>
                <a:ea typeface="Open Sans"/>
                <a:cs typeface="Open Sans"/>
                <a:sym typeface="Open Sans"/>
              </a:rPr>
              <a:t>Challenges of Traditional Systems (RDBMS And DWH)</a:t>
            </a:r>
            <a:endParaRPr dirty="0"/>
          </a:p>
        </p:txBody>
      </p:sp>
      <p:sp>
        <p:nvSpPr>
          <p:cNvPr id="544" name="Google Shape;544;p52"/>
          <p:cNvSpPr/>
          <p:nvPr/>
        </p:nvSpPr>
        <p:spPr>
          <a:xfrm>
            <a:off x="8242733" y="2388374"/>
            <a:ext cx="1106153" cy="1142163"/>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FFFFFF"/>
              </a:buClr>
              <a:buSzPts val="4800"/>
              <a:buFont typeface="Calibri"/>
              <a:buNone/>
            </a:pPr>
            <a:r>
              <a:rPr lang="en-US" sz="4800" b="1" i="0" u="none" strike="noStrike" cap="none">
                <a:solidFill>
                  <a:srgbClr val="FFFFFF"/>
                </a:solidFill>
                <a:latin typeface="Calibri"/>
                <a:ea typeface="Calibri"/>
                <a:cs typeface="Calibri"/>
                <a:sym typeface="Calibri"/>
              </a:rPr>
              <a:t>01</a:t>
            </a:r>
            <a:endParaRPr sz="1800" b="0" i="0" u="none" strike="noStrike" cap="none">
              <a:solidFill>
                <a:srgbClr val="000000"/>
              </a:solidFill>
              <a:latin typeface="Calibri"/>
              <a:ea typeface="Calibri"/>
              <a:cs typeface="Calibri"/>
              <a:sym typeface="Calibri"/>
            </a:endParaRPr>
          </a:p>
        </p:txBody>
      </p:sp>
      <p:sp>
        <p:nvSpPr>
          <p:cNvPr id="545" name="Google Shape;545;p52"/>
          <p:cNvSpPr txBox="1"/>
          <p:nvPr/>
        </p:nvSpPr>
        <p:spPr>
          <a:xfrm>
            <a:off x="1310640" y="1247042"/>
            <a:ext cx="13634720" cy="430887"/>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dirty="0">
                <a:solidFill>
                  <a:srgbClr val="3F3F3F"/>
                </a:solidFill>
                <a:latin typeface="Open Sans"/>
                <a:ea typeface="Open Sans"/>
                <a:cs typeface="Open Sans"/>
                <a:sym typeface="Open Sans"/>
              </a:rPr>
              <a:t>There are three challenges in working with a Relational Databases and data warehousing systems:</a:t>
            </a:r>
            <a:endParaRPr sz="1400" b="0" i="0" u="none" strike="noStrike" cap="none" dirty="0">
              <a:solidFill>
                <a:srgbClr val="000000"/>
              </a:solidFill>
              <a:latin typeface="Arial"/>
              <a:ea typeface="Arial"/>
              <a:cs typeface="Arial"/>
              <a:sym typeface="Arial"/>
            </a:endParaRPr>
          </a:p>
        </p:txBody>
      </p:sp>
      <p:grpSp>
        <p:nvGrpSpPr>
          <p:cNvPr id="546" name="Google Shape;546;p52"/>
          <p:cNvGrpSpPr/>
          <p:nvPr/>
        </p:nvGrpSpPr>
        <p:grpSpPr>
          <a:xfrm>
            <a:off x="4571290" y="2368903"/>
            <a:ext cx="6901382" cy="5423619"/>
            <a:chOff x="4558335" y="2658614"/>
            <a:chExt cx="7113420" cy="5423619"/>
          </a:xfrm>
        </p:grpSpPr>
        <p:sp>
          <p:nvSpPr>
            <p:cNvPr id="547" name="Google Shape;547;p52"/>
            <p:cNvSpPr/>
            <p:nvPr/>
          </p:nvSpPr>
          <p:spPr>
            <a:xfrm>
              <a:off x="5701742" y="6940070"/>
              <a:ext cx="1106153" cy="1142163"/>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FFFFFF"/>
                </a:buClr>
                <a:buSzPts val="4800"/>
                <a:buFont typeface="Calibri"/>
                <a:buNone/>
              </a:pPr>
              <a:r>
                <a:rPr lang="en-US" sz="4800" b="1" i="0" u="none" strike="noStrike" cap="none">
                  <a:solidFill>
                    <a:srgbClr val="FFFFFF"/>
                  </a:solidFill>
                  <a:latin typeface="Calibri"/>
                  <a:ea typeface="Calibri"/>
                  <a:cs typeface="Calibri"/>
                  <a:sym typeface="Calibri"/>
                </a:rPr>
                <a:t>03</a:t>
              </a:r>
              <a:endParaRPr sz="1800" b="0" i="0" u="none" strike="noStrike" cap="none">
                <a:solidFill>
                  <a:srgbClr val="000000"/>
                </a:solidFill>
                <a:latin typeface="Calibri"/>
                <a:ea typeface="Calibri"/>
                <a:cs typeface="Calibri"/>
                <a:sym typeface="Calibri"/>
              </a:endParaRPr>
            </a:p>
          </p:txBody>
        </p:sp>
        <p:pic>
          <p:nvPicPr>
            <p:cNvPr id="548" name="Google Shape;548;p52"/>
            <p:cNvPicPr preferRelativeResize="0"/>
            <p:nvPr/>
          </p:nvPicPr>
          <p:blipFill rotWithShape="1">
            <a:blip r:embed="rId3">
              <a:alphaModFix/>
            </a:blip>
            <a:srcRect/>
            <a:stretch/>
          </p:blipFill>
          <p:spPr>
            <a:xfrm>
              <a:off x="8128001" y="3116953"/>
              <a:ext cx="831795" cy="769705"/>
            </a:xfrm>
            <a:prstGeom prst="rect">
              <a:avLst/>
            </a:prstGeom>
            <a:noFill/>
            <a:ln>
              <a:noFill/>
            </a:ln>
          </p:spPr>
        </p:pic>
        <p:pic>
          <p:nvPicPr>
            <p:cNvPr id="549" name="Google Shape;549;p52"/>
            <p:cNvPicPr preferRelativeResize="0"/>
            <p:nvPr/>
          </p:nvPicPr>
          <p:blipFill rotWithShape="1">
            <a:blip r:embed="rId4">
              <a:alphaModFix/>
            </a:blip>
            <a:srcRect/>
            <a:stretch/>
          </p:blipFill>
          <p:spPr>
            <a:xfrm>
              <a:off x="6988495" y="7136251"/>
              <a:ext cx="914975" cy="846676"/>
            </a:xfrm>
            <a:prstGeom prst="rect">
              <a:avLst/>
            </a:prstGeom>
            <a:noFill/>
            <a:ln>
              <a:noFill/>
            </a:ln>
          </p:spPr>
        </p:pic>
        <p:sp>
          <p:nvSpPr>
            <p:cNvPr id="550" name="Google Shape;550;p52"/>
            <p:cNvSpPr txBox="1"/>
            <p:nvPr/>
          </p:nvSpPr>
          <p:spPr>
            <a:xfrm>
              <a:off x="6725676" y="2714498"/>
              <a:ext cx="4946079" cy="1015663"/>
            </a:xfrm>
            <a:prstGeom prst="rect">
              <a:avLst/>
            </a:prstGeom>
            <a:noFill/>
            <a:ln>
              <a:noFill/>
            </a:ln>
          </p:spPr>
          <p:txBody>
            <a:bodyPr spcFirstLastPara="1" wrap="square" lIns="91425" tIns="45700" rIns="91425" bIns="45700" anchor="t" anchorCtr="0">
              <a:spAutoFit/>
            </a:bodyPr>
            <a:lstStyle/>
            <a:p>
              <a:pPr>
                <a:buClr>
                  <a:srgbClr val="013D4D"/>
                </a:buClr>
                <a:buSzPts val="2400"/>
              </a:pPr>
              <a:r>
                <a:rPr lang="en-US" sz="2000" b="1" dirty="0">
                  <a:solidFill>
                    <a:srgbClr val="3F3F3F"/>
                  </a:solidFill>
                  <a:latin typeface="Open Sans"/>
                  <a:ea typeface="Open Sans"/>
                  <a:cs typeface="Open Sans"/>
                  <a:sym typeface="Open Sans"/>
                </a:rPr>
                <a:t>Growth rate</a:t>
              </a:r>
              <a:endParaRPr sz="2000" b="1" dirty="0">
                <a:solidFill>
                  <a:srgbClr val="3F3F3F"/>
                </a:solidFill>
                <a:latin typeface="Open Sans"/>
                <a:ea typeface="Open Sans"/>
                <a:cs typeface="Open Sans"/>
              </a:endParaRPr>
            </a:p>
            <a:p>
              <a:pPr marL="0" marR="0" lvl="0" indent="0" algn="l" rtl="0">
                <a:lnSpc>
                  <a:spcPct val="100000"/>
                </a:lnSpc>
                <a:spcBef>
                  <a:spcPts val="0"/>
                </a:spcBef>
                <a:spcAft>
                  <a:spcPts val="0"/>
                </a:spcAft>
                <a:buClr>
                  <a:srgbClr val="000000"/>
                </a:buClr>
                <a:buSzPts val="2200"/>
                <a:buFont typeface="Arial"/>
                <a:buNone/>
              </a:pPr>
              <a:r>
                <a:rPr lang="en-US" sz="2000" b="0" i="0" u="none" strike="noStrike" cap="none" dirty="0">
                  <a:solidFill>
                    <a:srgbClr val="3F3F3F"/>
                  </a:solidFill>
                  <a:latin typeface="Open Sans"/>
                  <a:ea typeface="Open Sans"/>
                  <a:cs typeface="Open Sans"/>
                  <a:sym typeface="Open Sans"/>
                </a:rPr>
                <a:t>RDBMS systems are designed for steady data retention rather than rapid growth.</a:t>
              </a:r>
              <a:endParaRPr sz="2000" b="0" i="0" u="none" strike="noStrike" cap="none" dirty="0">
                <a:solidFill>
                  <a:srgbClr val="3F3F3F"/>
                </a:solidFill>
                <a:latin typeface="Arial"/>
                <a:ea typeface="Arial"/>
                <a:cs typeface="Arial"/>
                <a:sym typeface="Arial"/>
              </a:endParaRPr>
            </a:p>
          </p:txBody>
        </p:sp>
        <p:grpSp>
          <p:nvGrpSpPr>
            <p:cNvPr id="551" name="Google Shape;551;p52"/>
            <p:cNvGrpSpPr/>
            <p:nvPr/>
          </p:nvGrpSpPr>
          <p:grpSpPr>
            <a:xfrm>
              <a:off x="5058420" y="2688028"/>
              <a:ext cx="542632" cy="450966"/>
              <a:chOff x="5350827" y="1689740"/>
              <a:chExt cx="274320" cy="246370"/>
            </a:xfrm>
          </p:grpSpPr>
          <p:sp>
            <p:nvSpPr>
              <p:cNvPr id="552" name="Google Shape;552;p52"/>
              <p:cNvSpPr/>
              <p:nvPr/>
            </p:nvSpPr>
            <p:spPr>
              <a:xfrm>
                <a:off x="5378776" y="1787046"/>
                <a:ext cx="222561" cy="149064"/>
              </a:xfrm>
              <a:custGeom>
                <a:avLst/>
                <a:gdLst/>
                <a:ahLst/>
                <a:cxnLst/>
                <a:rect l="l" t="t" r="r" b="b"/>
                <a:pathLst>
                  <a:path w="215" h="144" extrusionOk="0">
                    <a:moveTo>
                      <a:pt x="0" y="144"/>
                    </a:moveTo>
                    <a:lnTo>
                      <a:pt x="78" y="66"/>
                    </a:lnTo>
                    <a:lnTo>
                      <a:pt x="114" y="103"/>
                    </a:lnTo>
                    <a:lnTo>
                      <a:pt x="215" y="0"/>
                    </a:lnTo>
                    <a:lnTo>
                      <a:pt x="215" y="144"/>
                    </a:lnTo>
                    <a:lnTo>
                      <a:pt x="0" y="144"/>
                    </a:lnTo>
                    <a:close/>
                  </a:path>
                </a:pathLst>
              </a:custGeom>
              <a:solidFill>
                <a:schemeClr val="lt1"/>
              </a:solidFill>
              <a:ln>
                <a:noFill/>
              </a:ln>
            </p:spPr>
            <p:txBody>
              <a:bodyPr spcFirstLastPara="1" wrap="square" lIns="162550" tIns="81275" rIns="162550" bIns="81275" anchor="t" anchorCtr="0">
                <a:noAutofit/>
              </a:bodyPr>
              <a:lstStyle/>
              <a:p>
                <a:pPr marL="0" marR="0" lvl="0" indent="0" algn="l" rtl="0">
                  <a:lnSpc>
                    <a:spcPct val="100000"/>
                  </a:lnSpc>
                  <a:spcBef>
                    <a:spcPts val="0"/>
                  </a:spcBef>
                  <a:spcAft>
                    <a:spcPts val="0"/>
                  </a:spcAft>
                  <a:buClr>
                    <a:srgbClr val="000000"/>
                  </a:buClr>
                  <a:buSzPts val="3200"/>
                  <a:buFont typeface="Arial"/>
                  <a:buNone/>
                </a:pPr>
                <a:endParaRPr sz="3200" b="0" i="0" u="none" strike="noStrike" cap="none">
                  <a:solidFill>
                    <a:srgbClr val="44494E"/>
                  </a:solidFill>
                  <a:latin typeface="Arial"/>
                  <a:ea typeface="Arial"/>
                  <a:cs typeface="Arial"/>
                  <a:sym typeface="Arial"/>
                </a:endParaRPr>
              </a:p>
            </p:txBody>
          </p:sp>
          <p:sp>
            <p:nvSpPr>
              <p:cNvPr id="553" name="Google Shape;553;p52"/>
              <p:cNvSpPr/>
              <p:nvPr/>
            </p:nvSpPr>
            <p:spPr>
              <a:xfrm>
                <a:off x="5350827" y="1689740"/>
                <a:ext cx="274320" cy="198752"/>
              </a:xfrm>
              <a:custGeom>
                <a:avLst/>
                <a:gdLst/>
                <a:ahLst/>
                <a:cxnLst/>
                <a:rect l="l" t="t" r="r" b="b"/>
                <a:pathLst>
                  <a:path w="198" h="143" extrusionOk="0">
                    <a:moveTo>
                      <a:pt x="191" y="0"/>
                    </a:moveTo>
                    <a:cubicBezTo>
                      <a:pt x="140" y="0"/>
                      <a:pt x="140" y="0"/>
                      <a:pt x="140" y="0"/>
                    </a:cubicBezTo>
                    <a:cubicBezTo>
                      <a:pt x="138" y="0"/>
                      <a:pt x="136" y="1"/>
                      <a:pt x="135" y="4"/>
                    </a:cubicBezTo>
                    <a:cubicBezTo>
                      <a:pt x="134" y="5"/>
                      <a:pt x="134" y="7"/>
                      <a:pt x="135" y="8"/>
                    </a:cubicBezTo>
                    <a:cubicBezTo>
                      <a:pt x="147" y="20"/>
                      <a:pt x="147" y="20"/>
                      <a:pt x="147" y="20"/>
                    </a:cubicBezTo>
                    <a:cubicBezTo>
                      <a:pt x="151" y="23"/>
                      <a:pt x="151" y="23"/>
                      <a:pt x="151" y="23"/>
                    </a:cubicBezTo>
                    <a:cubicBezTo>
                      <a:pt x="150" y="24"/>
                      <a:pt x="149" y="24"/>
                      <a:pt x="148" y="25"/>
                    </a:cubicBezTo>
                    <a:cubicBezTo>
                      <a:pt x="103" y="70"/>
                      <a:pt x="103" y="70"/>
                      <a:pt x="103" y="70"/>
                    </a:cubicBezTo>
                    <a:cubicBezTo>
                      <a:pt x="90" y="56"/>
                      <a:pt x="90" y="56"/>
                      <a:pt x="90" y="56"/>
                    </a:cubicBezTo>
                    <a:cubicBezTo>
                      <a:pt x="84" y="49"/>
                      <a:pt x="73" y="49"/>
                      <a:pt x="66" y="55"/>
                    </a:cubicBezTo>
                    <a:cubicBezTo>
                      <a:pt x="66" y="55"/>
                      <a:pt x="66" y="56"/>
                      <a:pt x="65" y="56"/>
                    </a:cubicBezTo>
                    <a:cubicBezTo>
                      <a:pt x="65" y="56"/>
                      <a:pt x="65" y="56"/>
                      <a:pt x="65" y="56"/>
                    </a:cubicBezTo>
                    <a:cubicBezTo>
                      <a:pt x="7" y="114"/>
                      <a:pt x="7" y="114"/>
                      <a:pt x="7" y="114"/>
                    </a:cubicBezTo>
                    <a:cubicBezTo>
                      <a:pt x="0" y="121"/>
                      <a:pt x="0" y="131"/>
                      <a:pt x="7" y="138"/>
                    </a:cubicBezTo>
                    <a:cubicBezTo>
                      <a:pt x="10" y="141"/>
                      <a:pt x="15" y="143"/>
                      <a:pt x="19" y="143"/>
                    </a:cubicBezTo>
                    <a:cubicBezTo>
                      <a:pt x="23" y="143"/>
                      <a:pt x="27" y="141"/>
                      <a:pt x="31" y="138"/>
                    </a:cubicBezTo>
                    <a:cubicBezTo>
                      <a:pt x="77" y="92"/>
                      <a:pt x="77" y="92"/>
                      <a:pt x="77" y="92"/>
                    </a:cubicBezTo>
                    <a:cubicBezTo>
                      <a:pt x="89" y="105"/>
                      <a:pt x="89" y="105"/>
                      <a:pt x="89" y="105"/>
                    </a:cubicBezTo>
                    <a:cubicBezTo>
                      <a:pt x="89" y="105"/>
                      <a:pt x="90" y="105"/>
                      <a:pt x="90" y="106"/>
                    </a:cubicBezTo>
                    <a:cubicBezTo>
                      <a:pt x="90" y="106"/>
                      <a:pt x="91" y="106"/>
                      <a:pt x="91" y="106"/>
                    </a:cubicBezTo>
                    <a:cubicBezTo>
                      <a:pt x="94" y="110"/>
                      <a:pt x="98" y="111"/>
                      <a:pt x="103" y="111"/>
                    </a:cubicBezTo>
                    <a:cubicBezTo>
                      <a:pt x="107" y="111"/>
                      <a:pt x="111" y="110"/>
                      <a:pt x="115" y="106"/>
                    </a:cubicBezTo>
                    <a:cubicBezTo>
                      <a:pt x="172" y="49"/>
                      <a:pt x="172" y="49"/>
                      <a:pt x="172" y="49"/>
                    </a:cubicBezTo>
                    <a:cubicBezTo>
                      <a:pt x="173" y="48"/>
                      <a:pt x="173" y="47"/>
                      <a:pt x="174" y="47"/>
                    </a:cubicBezTo>
                    <a:cubicBezTo>
                      <a:pt x="177" y="50"/>
                      <a:pt x="177" y="50"/>
                      <a:pt x="177" y="50"/>
                    </a:cubicBezTo>
                    <a:cubicBezTo>
                      <a:pt x="189" y="62"/>
                      <a:pt x="189" y="62"/>
                      <a:pt x="189" y="62"/>
                    </a:cubicBezTo>
                    <a:cubicBezTo>
                      <a:pt x="190" y="63"/>
                      <a:pt x="192" y="63"/>
                      <a:pt x="194" y="63"/>
                    </a:cubicBezTo>
                    <a:cubicBezTo>
                      <a:pt x="196" y="62"/>
                      <a:pt x="198" y="60"/>
                      <a:pt x="198" y="58"/>
                    </a:cubicBezTo>
                    <a:cubicBezTo>
                      <a:pt x="198" y="6"/>
                      <a:pt x="198" y="6"/>
                      <a:pt x="198" y="6"/>
                    </a:cubicBezTo>
                    <a:cubicBezTo>
                      <a:pt x="198" y="3"/>
                      <a:pt x="195" y="0"/>
                      <a:pt x="191" y="0"/>
                    </a:cubicBezTo>
                    <a:close/>
                  </a:path>
                </a:pathLst>
              </a:custGeom>
              <a:solidFill>
                <a:schemeClr val="lt1"/>
              </a:solidFill>
              <a:ln>
                <a:noFill/>
              </a:ln>
            </p:spPr>
            <p:txBody>
              <a:bodyPr spcFirstLastPara="1" wrap="square" lIns="162550" tIns="81275" rIns="162550" bIns="81275" anchor="t" anchorCtr="0">
                <a:noAutofit/>
              </a:bodyPr>
              <a:lstStyle/>
              <a:p>
                <a:pPr marL="0" marR="0" lvl="0" indent="0" algn="l" rtl="0">
                  <a:lnSpc>
                    <a:spcPct val="100000"/>
                  </a:lnSpc>
                  <a:spcBef>
                    <a:spcPts val="0"/>
                  </a:spcBef>
                  <a:spcAft>
                    <a:spcPts val="0"/>
                  </a:spcAft>
                  <a:buClr>
                    <a:srgbClr val="000000"/>
                  </a:buClr>
                  <a:buSzPts val="3200"/>
                  <a:buFont typeface="Arial"/>
                  <a:buNone/>
                </a:pPr>
                <a:endParaRPr sz="3200" b="0" i="0" u="none" strike="noStrike" cap="none">
                  <a:solidFill>
                    <a:srgbClr val="44494E"/>
                  </a:solidFill>
                  <a:latin typeface="Arial"/>
                  <a:ea typeface="Arial"/>
                  <a:cs typeface="Arial"/>
                  <a:sym typeface="Arial"/>
                </a:endParaRPr>
              </a:p>
            </p:txBody>
          </p:sp>
        </p:grpSp>
        <p:sp>
          <p:nvSpPr>
            <p:cNvPr id="554" name="Google Shape;554;p52"/>
            <p:cNvSpPr txBox="1"/>
            <p:nvPr/>
          </p:nvSpPr>
          <p:spPr>
            <a:xfrm>
              <a:off x="6725676" y="4732848"/>
              <a:ext cx="4946079" cy="1015663"/>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13D4D"/>
                </a:buClr>
                <a:buSzPts val="2400"/>
                <a:buFont typeface="Open Sans"/>
                <a:buNone/>
              </a:pPr>
              <a:r>
                <a:rPr lang="en-US" sz="2000" b="1" i="0" u="none" strike="noStrike" cap="none" dirty="0">
                  <a:solidFill>
                    <a:srgbClr val="3F3F3F"/>
                  </a:solidFill>
                  <a:latin typeface="Open Sans"/>
                  <a:ea typeface="Open Sans"/>
                  <a:cs typeface="Open Sans"/>
                  <a:sym typeface="Open Sans"/>
                </a:rPr>
                <a:t>Data size</a:t>
              </a:r>
              <a:endParaRPr sz="2000" b="0" i="0" u="none" strike="noStrike" cap="none" dirty="0">
                <a:solidFill>
                  <a:srgbClr val="3F3F3F"/>
                </a:solidFill>
                <a:latin typeface="Open Sans"/>
                <a:ea typeface="Open Sans"/>
                <a:cs typeface="Open Sans"/>
                <a:sym typeface="Open Sans"/>
              </a:endParaRPr>
            </a:p>
            <a:p>
              <a:pPr marL="0" marR="0" lvl="0" indent="0" algn="l" rtl="0">
                <a:lnSpc>
                  <a:spcPct val="100000"/>
                </a:lnSpc>
                <a:spcBef>
                  <a:spcPts val="0"/>
                </a:spcBef>
                <a:spcAft>
                  <a:spcPts val="0"/>
                </a:spcAft>
                <a:buClr>
                  <a:srgbClr val="000000"/>
                </a:buClr>
                <a:buSzPts val="2000"/>
                <a:buFont typeface="Arial"/>
                <a:buNone/>
              </a:pPr>
              <a:r>
                <a:rPr lang="en-US" sz="2000" b="0" i="0" u="none" strike="noStrike" cap="none" dirty="0">
                  <a:solidFill>
                    <a:srgbClr val="3F3F3F"/>
                  </a:solidFill>
                  <a:latin typeface="Open Sans"/>
                  <a:ea typeface="Open Sans"/>
                  <a:cs typeface="Open Sans"/>
                  <a:sym typeface="Open Sans"/>
                </a:rPr>
                <a:t>Data ranges from terabytes (10^12 bytes) to exabytes (10^18 bytes).</a:t>
              </a:r>
              <a:endParaRPr sz="1400" b="0" i="0" u="none" strike="noStrike" cap="none" dirty="0">
                <a:solidFill>
                  <a:srgbClr val="000000"/>
                </a:solidFill>
                <a:latin typeface="Arial"/>
                <a:ea typeface="Arial"/>
                <a:cs typeface="Arial"/>
                <a:sym typeface="Arial"/>
              </a:endParaRPr>
            </a:p>
          </p:txBody>
        </p:sp>
        <p:grpSp>
          <p:nvGrpSpPr>
            <p:cNvPr id="555" name="Google Shape;555;p52"/>
            <p:cNvGrpSpPr/>
            <p:nvPr/>
          </p:nvGrpSpPr>
          <p:grpSpPr>
            <a:xfrm>
              <a:off x="4633529" y="6775067"/>
              <a:ext cx="1354237" cy="1265363"/>
              <a:chOff x="5029200" y="1352550"/>
              <a:chExt cx="915987" cy="919163"/>
            </a:xfrm>
          </p:grpSpPr>
          <p:sp>
            <p:nvSpPr>
              <p:cNvPr id="556" name="Google Shape;556;p52"/>
              <p:cNvSpPr/>
              <p:nvPr/>
            </p:nvSpPr>
            <p:spPr>
              <a:xfrm>
                <a:off x="5180012" y="1504950"/>
                <a:ext cx="615950" cy="615950"/>
              </a:xfrm>
              <a:prstGeom prst="ellipse">
                <a:avLst/>
              </a:prstGeom>
              <a:solidFill>
                <a:schemeClr val="accent1"/>
              </a:solidFill>
              <a:ln>
                <a:noFill/>
              </a:ln>
            </p:spPr>
            <p:txBody>
              <a:bodyPr spcFirstLastPara="1" wrap="square" lIns="162550" tIns="81275" rIns="162550" bIns="81275" anchor="t" anchorCtr="0">
                <a:noAutofit/>
              </a:bodyPr>
              <a:lstStyle/>
              <a:p>
                <a:pPr marL="0" marR="0" lvl="0" indent="0" algn="l" rtl="0">
                  <a:lnSpc>
                    <a:spcPct val="100000"/>
                  </a:lnSpc>
                  <a:spcBef>
                    <a:spcPts val="0"/>
                  </a:spcBef>
                  <a:spcAft>
                    <a:spcPts val="0"/>
                  </a:spcAft>
                  <a:buClr>
                    <a:srgbClr val="000000"/>
                  </a:buClr>
                  <a:buSzPts val="3200"/>
                  <a:buFont typeface="Arial"/>
                  <a:buNone/>
                </a:pPr>
                <a:endParaRPr sz="3200" b="0" i="0" u="none" strike="noStrike" cap="none">
                  <a:solidFill>
                    <a:srgbClr val="44494E"/>
                  </a:solidFill>
                  <a:latin typeface="Arial"/>
                  <a:ea typeface="Arial"/>
                  <a:cs typeface="Arial"/>
                  <a:sym typeface="Arial"/>
                </a:endParaRPr>
              </a:p>
            </p:txBody>
          </p:sp>
          <p:sp>
            <p:nvSpPr>
              <p:cNvPr id="557" name="Google Shape;557;p52"/>
              <p:cNvSpPr/>
              <p:nvPr/>
            </p:nvSpPr>
            <p:spPr>
              <a:xfrm>
                <a:off x="5029200" y="1844675"/>
                <a:ext cx="425450" cy="427038"/>
              </a:xfrm>
              <a:custGeom>
                <a:avLst/>
                <a:gdLst/>
                <a:ahLst/>
                <a:cxnLst/>
                <a:rect l="l" t="t" r="r" b="b"/>
                <a:pathLst>
                  <a:path w="229" h="230" extrusionOk="0">
                    <a:moveTo>
                      <a:pt x="38" y="0"/>
                    </a:moveTo>
                    <a:cubicBezTo>
                      <a:pt x="0" y="0"/>
                      <a:pt x="0" y="0"/>
                      <a:pt x="0" y="0"/>
                    </a:cubicBezTo>
                    <a:cubicBezTo>
                      <a:pt x="8" y="123"/>
                      <a:pt x="107" y="221"/>
                      <a:pt x="229" y="230"/>
                    </a:cubicBezTo>
                    <a:cubicBezTo>
                      <a:pt x="229" y="192"/>
                      <a:pt x="229" y="192"/>
                      <a:pt x="229" y="192"/>
                    </a:cubicBezTo>
                    <a:cubicBezTo>
                      <a:pt x="127" y="183"/>
                      <a:pt x="46" y="102"/>
                      <a:pt x="38" y="0"/>
                    </a:cubicBezTo>
                  </a:path>
                </a:pathLst>
              </a:custGeom>
              <a:solidFill>
                <a:schemeClr val="accent1"/>
              </a:solidFill>
              <a:ln>
                <a:noFill/>
              </a:ln>
            </p:spPr>
            <p:txBody>
              <a:bodyPr spcFirstLastPara="1" wrap="square" lIns="162550" tIns="81275" rIns="162550" bIns="81275" anchor="t" anchorCtr="0">
                <a:noAutofit/>
              </a:bodyPr>
              <a:lstStyle/>
              <a:p>
                <a:pPr marL="0" marR="0" lvl="0" indent="0" algn="l" rtl="0">
                  <a:lnSpc>
                    <a:spcPct val="100000"/>
                  </a:lnSpc>
                  <a:spcBef>
                    <a:spcPts val="0"/>
                  </a:spcBef>
                  <a:spcAft>
                    <a:spcPts val="0"/>
                  </a:spcAft>
                  <a:buClr>
                    <a:srgbClr val="000000"/>
                  </a:buClr>
                  <a:buSzPts val="3200"/>
                  <a:buFont typeface="Arial"/>
                  <a:buNone/>
                </a:pPr>
                <a:endParaRPr sz="3200" b="0" i="0" u="none" strike="noStrike" cap="none">
                  <a:solidFill>
                    <a:srgbClr val="44494E"/>
                  </a:solidFill>
                  <a:latin typeface="Arial"/>
                  <a:ea typeface="Arial"/>
                  <a:cs typeface="Arial"/>
                  <a:sym typeface="Arial"/>
                </a:endParaRPr>
              </a:p>
            </p:txBody>
          </p:sp>
          <p:sp>
            <p:nvSpPr>
              <p:cNvPr id="558" name="Google Shape;558;p52"/>
              <p:cNvSpPr/>
              <p:nvPr/>
            </p:nvSpPr>
            <p:spPr>
              <a:xfrm>
                <a:off x="5519737" y="1352550"/>
                <a:ext cx="425450" cy="428625"/>
              </a:xfrm>
              <a:custGeom>
                <a:avLst/>
                <a:gdLst/>
                <a:ahLst/>
                <a:cxnLst/>
                <a:rect l="l" t="t" r="r" b="b"/>
                <a:pathLst>
                  <a:path w="229" h="230" extrusionOk="0">
                    <a:moveTo>
                      <a:pt x="191" y="230"/>
                    </a:moveTo>
                    <a:cubicBezTo>
                      <a:pt x="229" y="230"/>
                      <a:pt x="229" y="230"/>
                      <a:pt x="229" y="230"/>
                    </a:cubicBezTo>
                    <a:cubicBezTo>
                      <a:pt x="221" y="107"/>
                      <a:pt x="122" y="9"/>
                      <a:pt x="0" y="0"/>
                    </a:cubicBezTo>
                    <a:cubicBezTo>
                      <a:pt x="0" y="38"/>
                      <a:pt x="0" y="38"/>
                      <a:pt x="0" y="38"/>
                    </a:cubicBezTo>
                    <a:cubicBezTo>
                      <a:pt x="102" y="46"/>
                      <a:pt x="183" y="128"/>
                      <a:pt x="191" y="230"/>
                    </a:cubicBezTo>
                  </a:path>
                </a:pathLst>
              </a:custGeom>
              <a:solidFill>
                <a:schemeClr val="accent1"/>
              </a:solidFill>
              <a:ln>
                <a:noFill/>
              </a:ln>
            </p:spPr>
            <p:txBody>
              <a:bodyPr spcFirstLastPara="1" wrap="square" lIns="162550" tIns="81275" rIns="162550" bIns="81275" anchor="t" anchorCtr="0">
                <a:noAutofit/>
              </a:bodyPr>
              <a:lstStyle/>
              <a:p>
                <a:pPr marL="0" marR="0" lvl="0" indent="0" algn="l" rtl="0">
                  <a:lnSpc>
                    <a:spcPct val="100000"/>
                  </a:lnSpc>
                  <a:spcBef>
                    <a:spcPts val="0"/>
                  </a:spcBef>
                  <a:spcAft>
                    <a:spcPts val="0"/>
                  </a:spcAft>
                  <a:buClr>
                    <a:srgbClr val="000000"/>
                  </a:buClr>
                  <a:buSzPts val="3200"/>
                  <a:buFont typeface="Arial"/>
                  <a:buNone/>
                </a:pPr>
                <a:endParaRPr sz="3200" b="0" i="0" u="none" strike="noStrike" cap="none">
                  <a:solidFill>
                    <a:srgbClr val="44494E"/>
                  </a:solidFill>
                  <a:latin typeface="Arial"/>
                  <a:ea typeface="Arial"/>
                  <a:cs typeface="Arial"/>
                  <a:sym typeface="Arial"/>
                </a:endParaRPr>
              </a:p>
            </p:txBody>
          </p:sp>
          <p:sp>
            <p:nvSpPr>
              <p:cNvPr id="559" name="Google Shape;559;p52"/>
              <p:cNvSpPr/>
              <p:nvPr/>
            </p:nvSpPr>
            <p:spPr>
              <a:xfrm>
                <a:off x="5029200" y="1352550"/>
                <a:ext cx="425450" cy="428625"/>
              </a:xfrm>
              <a:custGeom>
                <a:avLst/>
                <a:gdLst/>
                <a:ahLst/>
                <a:cxnLst/>
                <a:rect l="l" t="t" r="r" b="b"/>
                <a:pathLst>
                  <a:path w="229" h="230" extrusionOk="0">
                    <a:moveTo>
                      <a:pt x="0" y="230"/>
                    </a:moveTo>
                    <a:cubicBezTo>
                      <a:pt x="38" y="230"/>
                      <a:pt x="38" y="230"/>
                      <a:pt x="38" y="230"/>
                    </a:cubicBezTo>
                    <a:cubicBezTo>
                      <a:pt x="46" y="128"/>
                      <a:pt x="127" y="46"/>
                      <a:pt x="229" y="38"/>
                    </a:cubicBezTo>
                    <a:cubicBezTo>
                      <a:pt x="229" y="0"/>
                      <a:pt x="229" y="0"/>
                      <a:pt x="229" y="0"/>
                    </a:cubicBezTo>
                    <a:cubicBezTo>
                      <a:pt x="107" y="9"/>
                      <a:pt x="8" y="107"/>
                      <a:pt x="0" y="230"/>
                    </a:cubicBezTo>
                  </a:path>
                </a:pathLst>
              </a:custGeom>
              <a:solidFill>
                <a:srgbClr val="39475A"/>
              </a:solidFill>
              <a:ln>
                <a:noFill/>
              </a:ln>
            </p:spPr>
            <p:txBody>
              <a:bodyPr spcFirstLastPara="1" wrap="square" lIns="162550" tIns="81275" rIns="162550" bIns="81275" anchor="t" anchorCtr="0">
                <a:noAutofit/>
              </a:bodyPr>
              <a:lstStyle/>
              <a:p>
                <a:pPr marL="0" marR="0" lvl="0" indent="0" algn="l" rtl="0">
                  <a:lnSpc>
                    <a:spcPct val="100000"/>
                  </a:lnSpc>
                  <a:spcBef>
                    <a:spcPts val="0"/>
                  </a:spcBef>
                  <a:spcAft>
                    <a:spcPts val="0"/>
                  </a:spcAft>
                  <a:buClr>
                    <a:srgbClr val="000000"/>
                  </a:buClr>
                  <a:buSzPts val="3200"/>
                  <a:buFont typeface="Arial"/>
                  <a:buNone/>
                </a:pPr>
                <a:endParaRPr sz="3200" b="0" i="0" u="none" strike="noStrike" cap="none">
                  <a:solidFill>
                    <a:srgbClr val="44494E"/>
                  </a:solidFill>
                  <a:latin typeface="Arial"/>
                  <a:ea typeface="Arial"/>
                  <a:cs typeface="Arial"/>
                  <a:sym typeface="Arial"/>
                </a:endParaRPr>
              </a:p>
            </p:txBody>
          </p:sp>
          <p:sp>
            <p:nvSpPr>
              <p:cNvPr id="560" name="Google Shape;560;p52"/>
              <p:cNvSpPr/>
              <p:nvPr/>
            </p:nvSpPr>
            <p:spPr>
              <a:xfrm>
                <a:off x="5519737" y="1844675"/>
                <a:ext cx="425450" cy="427038"/>
              </a:xfrm>
              <a:custGeom>
                <a:avLst/>
                <a:gdLst/>
                <a:ahLst/>
                <a:cxnLst/>
                <a:rect l="l" t="t" r="r" b="b"/>
                <a:pathLst>
                  <a:path w="229" h="230" extrusionOk="0">
                    <a:moveTo>
                      <a:pt x="0" y="192"/>
                    </a:moveTo>
                    <a:cubicBezTo>
                      <a:pt x="0" y="230"/>
                      <a:pt x="0" y="230"/>
                      <a:pt x="0" y="230"/>
                    </a:cubicBezTo>
                    <a:cubicBezTo>
                      <a:pt x="122" y="221"/>
                      <a:pt x="221" y="123"/>
                      <a:pt x="229" y="0"/>
                    </a:cubicBezTo>
                    <a:cubicBezTo>
                      <a:pt x="191" y="0"/>
                      <a:pt x="191" y="0"/>
                      <a:pt x="191" y="0"/>
                    </a:cubicBezTo>
                    <a:cubicBezTo>
                      <a:pt x="183" y="102"/>
                      <a:pt x="102" y="183"/>
                      <a:pt x="0" y="192"/>
                    </a:cubicBezTo>
                  </a:path>
                </a:pathLst>
              </a:custGeom>
              <a:solidFill>
                <a:schemeClr val="accent1"/>
              </a:solidFill>
              <a:ln>
                <a:noFill/>
              </a:ln>
            </p:spPr>
            <p:txBody>
              <a:bodyPr spcFirstLastPara="1" wrap="square" lIns="162550" tIns="81275" rIns="162550" bIns="81275" anchor="t" anchorCtr="0">
                <a:noAutofit/>
              </a:bodyPr>
              <a:lstStyle/>
              <a:p>
                <a:pPr marL="0" marR="0" lvl="0" indent="0" algn="l" rtl="0">
                  <a:lnSpc>
                    <a:spcPct val="100000"/>
                  </a:lnSpc>
                  <a:spcBef>
                    <a:spcPts val="0"/>
                  </a:spcBef>
                  <a:spcAft>
                    <a:spcPts val="0"/>
                  </a:spcAft>
                  <a:buClr>
                    <a:srgbClr val="000000"/>
                  </a:buClr>
                  <a:buSzPts val="3200"/>
                  <a:buFont typeface="Arial"/>
                  <a:buNone/>
                </a:pPr>
                <a:endParaRPr sz="3200" b="0" i="0" u="none" strike="noStrike" cap="none">
                  <a:solidFill>
                    <a:srgbClr val="44494E"/>
                  </a:solidFill>
                  <a:latin typeface="Arial"/>
                  <a:ea typeface="Arial"/>
                  <a:cs typeface="Arial"/>
                  <a:sym typeface="Arial"/>
                </a:endParaRPr>
              </a:p>
            </p:txBody>
          </p:sp>
        </p:grpSp>
        <p:sp>
          <p:nvSpPr>
            <p:cNvPr id="561" name="Google Shape;561;p52"/>
            <p:cNvSpPr txBox="1"/>
            <p:nvPr/>
          </p:nvSpPr>
          <p:spPr>
            <a:xfrm>
              <a:off x="6725675" y="6744554"/>
              <a:ext cx="4946079" cy="1015663"/>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84A40F"/>
                </a:buClr>
                <a:buSzPts val="2400"/>
                <a:buFont typeface="Open Sans"/>
                <a:buNone/>
              </a:pPr>
              <a:r>
                <a:rPr lang="en-US" sz="2000" b="1" i="0" u="none" strike="noStrike" cap="none" dirty="0">
                  <a:solidFill>
                    <a:srgbClr val="3F3F3F"/>
                  </a:solidFill>
                  <a:latin typeface="Open Sans"/>
                  <a:ea typeface="Open Sans"/>
                  <a:cs typeface="Open Sans"/>
                  <a:sym typeface="Open Sans"/>
                </a:rPr>
                <a:t>Unstructured data</a:t>
              </a:r>
              <a:endParaRPr sz="2000" b="1" i="0" u="none" strike="noStrike" cap="none" dirty="0">
                <a:solidFill>
                  <a:srgbClr val="3F3F3F"/>
                </a:solidFill>
                <a:latin typeface="Open Sans"/>
                <a:ea typeface="Open Sans"/>
                <a:cs typeface="Open Sans"/>
                <a:sym typeface="Open Sans"/>
              </a:endParaRPr>
            </a:p>
            <a:p>
              <a:pPr marL="0" marR="0" lvl="0" indent="0" algn="l" rtl="0">
                <a:lnSpc>
                  <a:spcPct val="100000"/>
                </a:lnSpc>
                <a:spcBef>
                  <a:spcPts val="0"/>
                </a:spcBef>
                <a:spcAft>
                  <a:spcPts val="0"/>
                </a:spcAft>
                <a:buClr>
                  <a:srgbClr val="000000"/>
                </a:buClr>
                <a:buSzPts val="2000"/>
                <a:buFont typeface="Arial"/>
                <a:buNone/>
              </a:pPr>
              <a:r>
                <a:rPr lang="en-US" sz="2000" b="0" i="0" u="none" strike="noStrike" cap="none" dirty="0">
                  <a:solidFill>
                    <a:srgbClr val="3F3F3F"/>
                  </a:solidFill>
                  <a:latin typeface="Open Sans"/>
                  <a:ea typeface="Open Sans"/>
                  <a:cs typeface="Open Sans"/>
                  <a:sym typeface="Open Sans"/>
                </a:rPr>
                <a:t>Relational databases can not categorize unstructured data.</a:t>
              </a:r>
              <a:endParaRPr sz="2000" b="0" i="0" u="none" strike="noStrike" cap="none" dirty="0">
                <a:solidFill>
                  <a:srgbClr val="3F3F3F"/>
                </a:solidFill>
                <a:latin typeface="Arial"/>
                <a:ea typeface="Arial"/>
                <a:cs typeface="Arial"/>
                <a:sym typeface="Arial"/>
              </a:endParaRPr>
            </a:p>
          </p:txBody>
        </p:sp>
        <p:pic>
          <p:nvPicPr>
            <p:cNvPr id="562" name="Google Shape;562;p52"/>
            <p:cNvPicPr preferRelativeResize="0"/>
            <p:nvPr/>
          </p:nvPicPr>
          <p:blipFill rotWithShape="1">
            <a:blip r:embed="rId4">
              <a:alphaModFix/>
            </a:blip>
            <a:srcRect/>
            <a:stretch/>
          </p:blipFill>
          <p:spPr>
            <a:xfrm>
              <a:off x="4913356" y="7093890"/>
              <a:ext cx="798891" cy="681870"/>
            </a:xfrm>
            <a:prstGeom prst="rect">
              <a:avLst/>
            </a:prstGeom>
            <a:noFill/>
            <a:ln>
              <a:noFill/>
            </a:ln>
          </p:spPr>
        </p:pic>
        <p:grpSp>
          <p:nvGrpSpPr>
            <p:cNvPr id="563" name="Google Shape;563;p52"/>
            <p:cNvGrpSpPr/>
            <p:nvPr/>
          </p:nvGrpSpPr>
          <p:grpSpPr>
            <a:xfrm>
              <a:off x="4558335" y="2658614"/>
              <a:ext cx="1354237" cy="1265363"/>
              <a:chOff x="2622622" y="2679004"/>
              <a:chExt cx="1354237" cy="1265363"/>
            </a:xfrm>
          </p:grpSpPr>
          <p:grpSp>
            <p:nvGrpSpPr>
              <p:cNvPr id="564" name="Google Shape;564;p52"/>
              <p:cNvGrpSpPr/>
              <p:nvPr/>
            </p:nvGrpSpPr>
            <p:grpSpPr>
              <a:xfrm>
                <a:off x="2622622" y="2679004"/>
                <a:ext cx="1354237" cy="1265363"/>
                <a:chOff x="5029200" y="1352550"/>
                <a:chExt cx="915987" cy="919163"/>
              </a:xfrm>
            </p:grpSpPr>
            <p:sp>
              <p:nvSpPr>
                <p:cNvPr id="565" name="Google Shape;565;p52"/>
                <p:cNvSpPr/>
                <p:nvPr/>
              </p:nvSpPr>
              <p:spPr>
                <a:xfrm>
                  <a:off x="5180012" y="1504950"/>
                  <a:ext cx="615950" cy="615950"/>
                </a:xfrm>
                <a:prstGeom prst="ellipse">
                  <a:avLst/>
                </a:prstGeom>
                <a:solidFill>
                  <a:schemeClr val="accent1"/>
                </a:solidFill>
                <a:ln>
                  <a:noFill/>
                </a:ln>
              </p:spPr>
              <p:txBody>
                <a:bodyPr spcFirstLastPara="1" wrap="square" lIns="162550" tIns="81275" rIns="162550" bIns="81275" anchor="t" anchorCtr="0">
                  <a:noAutofit/>
                </a:bodyPr>
                <a:lstStyle/>
                <a:p>
                  <a:pPr marL="0" marR="0" lvl="0" indent="0" algn="l" rtl="0">
                    <a:lnSpc>
                      <a:spcPct val="100000"/>
                    </a:lnSpc>
                    <a:spcBef>
                      <a:spcPts val="0"/>
                    </a:spcBef>
                    <a:spcAft>
                      <a:spcPts val="0"/>
                    </a:spcAft>
                    <a:buClr>
                      <a:srgbClr val="000000"/>
                    </a:buClr>
                    <a:buSzPts val="3200"/>
                    <a:buFont typeface="Arial"/>
                    <a:buNone/>
                  </a:pPr>
                  <a:endParaRPr sz="3200" b="0" i="0" u="none" strike="noStrike" cap="none">
                    <a:solidFill>
                      <a:srgbClr val="44494E"/>
                    </a:solidFill>
                    <a:latin typeface="Arial"/>
                    <a:ea typeface="Arial"/>
                    <a:cs typeface="Arial"/>
                    <a:sym typeface="Arial"/>
                  </a:endParaRPr>
                </a:p>
              </p:txBody>
            </p:sp>
            <p:sp>
              <p:nvSpPr>
                <p:cNvPr id="566" name="Google Shape;566;p52"/>
                <p:cNvSpPr/>
                <p:nvPr/>
              </p:nvSpPr>
              <p:spPr>
                <a:xfrm>
                  <a:off x="5029200" y="1844675"/>
                  <a:ext cx="425450" cy="427038"/>
                </a:xfrm>
                <a:custGeom>
                  <a:avLst/>
                  <a:gdLst/>
                  <a:ahLst/>
                  <a:cxnLst/>
                  <a:rect l="l" t="t" r="r" b="b"/>
                  <a:pathLst>
                    <a:path w="229" h="230" extrusionOk="0">
                      <a:moveTo>
                        <a:pt x="38" y="0"/>
                      </a:moveTo>
                      <a:cubicBezTo>
                        <a:pt x="0" y="0"/>
                        <a:pt x="0" y="0"/>
                        <a:pt x="0" y="0"/>
                      </a:cubicBezTo>
                      <a:cubicBezTo>
                        <a:pt x="8" y="123"/>
                        <a:pt x="107" y="221"/>
                        <a:pt x="229" y="230"/>
                      </a:cubicBezTo>
                      <a:cubicBezTo>
                        <a:pt x="229" y="192"/>
                        <a:pt x="229" y="192"/>
                        <a:pt x="229" y="192"/>
                      </a:cubicBezTo>
                      <a:cubicBezTo>
                        <a:pt x="127" y="183"/>
                        <a:pt x="46" y="102"/>
                        <a:pt x="38" y="0"/>
                      </a:cubicBezTo>
                    </a:path>
                  </a:pathLst>
                </a:custGeom>
                <a:solidFill>
                  <a:schemeClr val="accent1"/>
                </a:solidFill>
                <a:ln>
                  <a:noFill/>
                </a:ln>
              </p:spPr>
              <p:txBody>
                <a:bodyPr spcFirstLastPara="1" wrap="square" lIns="162550" tIns="81275" rIns="162550" bIns="81275" anchor="t" anchorCtr="0">
                  <a:noAutofit/>
                </a:bodyPr>
                <a:lstStyle/>
                <a:p>
                  <a:pPr marL="0" marR="0" lvl="0" indent="0" algn="l" rtl="0">
                    <a:lnSpc>
                      <a:spcPct val="100000"/>
                    </a:lnSpc>
                    <a:spcBef>
                      <a:spcPts val="0"/>
                    </a:spcBef>
                    <a:spcAft>
                      <a:spcPts val="0"/>
                    </a:spcAft>
                    <a:buClr>
                      <a:srgbClr val="000000"/>
                    </a:buClr>
                    <a:buSzPts val="3200"/>
                    <a:buFont typeface="Arial"/>
                    <a:buNone/>
                  </a:pPr>
                  <a:endParaRPr sz="3200" b="0" i="0" u="none" strike="noStrike" cap="none">
                    <a:solidFill>
                      <a:srgbClr val="44494E"/>
                    </a:solidFill>
                    <a:latin typeface="Arial"/>
                    <a:ea typeface="Arial"/>
                    <a:cs typeface="Arial"/>
                    <a:sym typeface="Arial"/>
                  </a:endParaRPr>
                </a:p>
              </p:txBody>
            </p:sp>
            <p:sp>
              <p:nvSpPr>
                <p:cNvPr id="567" name="Google Shape;567;p52"/>
                <p:cNvSpPr/>
                <p:nvPr/>
              </p:nvSpPr>
              <p:spPr>
                <a:xfrm>
                  <a:off x="5519737" y="1352550"/>
                  <a:ext cx="425450" cy="428625"/>
                </a:xfrm>
                <a:custGeom>
                  <a:avLst/>
                  <a:gdLst/>
                  <a:ahLst/>
                  <a:cxnLst/>
                  <a:rect l="l" t="t" r="r" b="b"/>
                  <a:pathLst>
                    <a:path w="229" h="230" extrusionOk="0">
                      <a:moveTo>
                        <a:pt x="191" y="230"/>
                      </a:moveTo>
                      <a:cubicBezTo>
                        <a:pt x="229" y="230"/>
                        <a:pt x="229" y="230"/>
                        <a:pt x="229" y="230"/>
                      </a:cubicBezTo>
                      <a:cubicBezTo>
                        <a:pt x="221" y="107"/>
                        <a:pt x="122" y="9"/>
                        <a:pt x="0" y="0"/>
                      </a:cubicBezTo>
                      <a:cubicBezTo>
                        <a:pt x="0" y="38"/>
                        <a:pt x="0" y="38"/>
                        <a:pt x="0" y="38"/>
                      </a:cubicBezTo>
                      <a:cubicBezTo>
                        <a:pt x="102" y="46"/>
                        <a:pt x="183" y="128"/>
                        <a:pt x="191" y="230"/>
                      </a:cubicBezTo>
                    </a:path>
                  </a:pathLst>
                </a:custGeom>
                <a:solidFill>
                  <a:schemeClr val="accent1"/>
                </a:solidFill>
                <a:ln>
                  <a:noFill/>
                </a:ln>
              </p:spPr>
              <p:txBody>
                <a:bodyPr spcFirstLastPara="1" wrap="square" lIns="162550" tIns="81275" rIns="162550" bIns="81275" anchor="t" anchorCtr="0">
                  <a:noAutofit/>
                </a:bodyPr>
                <a:lstStyle/>
                <a:p>
                  <a:pPr marL="0" marR="0" lvl="0" indent="0" algn="l" rtl="0">
                    <a:lnSpc>
                      <a:spcPct val="100000"/>
                    </a:lnSpc>
                    <a:spcBef>
                      <a:spcPts val="0"/>
                    </a:spcBef>
                    <a:spcAft>
                      <a:spcPts val="0"/>
                    </a:spcAft>
                    <a:buClr>
                      <a:srgbClr val="000000"/>
                    </a:buClr>
                    <a:buSzPts val="3200"/>
                    <a:buFont typeface="Arial"/>
                    <a:buNone/>
                  </a:pPr>
                  <a:endParaRPr sz="3200" b="0" i="0" u="none" strike="noStrike" cap="none">
                    <a:solidFill>
                      <a:srgbClr val="44494E"/>
                    </a:solidFill>
                    <a:latin typeface="Arial"/>
                    <a:ea typeface="Arial"/>
                    <a:cs typeface="Arial"/>
                    <a:sym typeface="Arial"/>
                  </a:endParaRPr>
                </a:p>
              </p:txBody>
            </p:sp>
            <p:sp>
              <p:nvSpPr>
                <p:cNvPr id="568" name="Google Shape;568;p52"/>
                <p:cNvSpPr/>
                <p:nvPr/>
              </p:nvSpPr>
              <p:spPr>
                <a:xfrm>
                  <a:off x="5029200" y="1352550"/>
                  <a:ext cx="425450" cy="428625"/>
                </a:xfrm>
                <a:custGeom>
                  <a:avLst/>
                  <a:gdLst/>
                  <a:ahLst/>
                  <a:cxnLst/>
                  <a:rect l="l" t="t" r="r" b="b"/>
                  <a:pathLst>
                    <a:path w="229" h="230" extrusionOk="0">
                      <a:moveTo>
                        <a:pt x="0" y="230"/>
                      </a:moveTo>
                      <a:cubicBezTo>
                        <a:pt x="38" y="230"/>
                        <a:pt x="38" y="230"/>
                        <a:pt x="38" y="230"/>
                      </a:cubicBezTo>
                      <a:cubicBezTo>
                        <a:pt x="46" y="128"/>
                        <a:pt x="127" y="46"/>
                        <a:pt x="229" y="38"/>
                      </a:cubicBezTo>
                      <a:cubicBezTo>
                        <a:pt x="229" y="0"/>
                        <a:pt x="229" y="0"/>
                        <a:pt x="229" y="0"/>
                      </a:cubicBezTo>
                      <a:cubicBezTo>
                        <a:pt x="107" y="9"/>
                        <a:pt x="8" y="107"/>
                        <a:pt x="0" y="230"/>
                      </a:cubicBezTo>
                    </a:path>
                  </a:pathLst>
                </a:custGeom>
                <a:solidFill>
                  <a:srgbClr val="39475A"/>
                </a:solidFill>
                <a:ln>
                  <a:noFill/>
                </a:ln>
              </p:spPr>
              <p:txBody>
                <a:bodyPr spcFirstLastPara="1" wrap="square" lIns="162550" tIns="81275" rIns="162550" bIns="81275" anchor="t" anchorCtr="0">
                  <a:noAutofit/>
                </a:bodyPr>
                <a:lstStyle/>
                <a:p>
                  <a:pPr marL="0" marR="0" lvl="0" indent="0" algn="l" rtl="0">
                    <a:lnSpc>
                      <a:spcPct val="100000"/>
                    </a:lnSpc>
                    <a:spcBef>
                      <a:spcPts val="0"/>
                    </a:spcBef>
                    <a:spcAft>
                      <a:spcPts val="0"/>
                    </a:spcAft>
                    <a:buClr>
                      <a:srgbClr val="000000"/>
                    </a:buClr>
                    <a:buSzPts val="3200"/>
                    <a:buFont typeface="Arial"/>
                    <a:buNone/>
                  </a:pPr>
                  <a:endParaRPr sz="3200" b="0" i="0" u="none" strike="noStrike" cap="none">
                    <a:solidFill>
                      <a:srgbClr val="44494E"/>
                    </a:solidFill>
                    <a:latin typeface="Arial"/>
                    <a:ea typeface="Arial"/>
                    <a:cs typeface="Arial"/>
                    <a:sym typeface="Arial"/>
                  </a:endParaRPr>
                </a:p>
              </p:txBody>
            </p:sp>
            <p:sp>
              <p:nvSpPr>
                <p:cNvPr id="569" name="Google Shape;569;p52"/>
                <p:cNvSpPr/>
                <p:nvPr/>
              </p:nvSpPr>
              <p:spPr>
                <a:xfrm>
                  <a:off x="5519737" y="1844675"/>
                  <a:ext cx="425450" cy="427038"/>
                </a:xfrm>
                <a:custGeom>
                  <a:avLst/>
                  <a:gdLst/>
                  <a:ahLst/>
                  <a:cxnLst/>
                  <a:rect l="l" t="t" r="r" b="b"/>
                  <a:pathLst>
                    <a:path w="229" h="230" extrusionOk="0">
                      <a:moveTo>
                        <a:pt x="0" y="192"/>
                      </a:moveTo>
                      <a:cubicBezTo>
                        <a:pt x="0" y="230"/>
                        <a:pt x="0" y="230"/>
                        <a:pt x="0" y="230"/>
                      </a:cubicBezTo>
                      <a:cubicBezTo>
                        <a:pt x="122" y="221"/>
                        <a:pt x="221" y="123"/>
                        <a:pt x="229" y="0"/>
                      </a:cubicBezTo>
                      <a:cubicBezTo>
                        <a:pt x="191" y="0"/>
                        <a:pt x="191" y="0"/>
                        <a:pt x="191" y="0"/>
                      </a:cubicBezTo>
                      <a:cubicBezTo>
                        <a:pt x="183" y="102"/>
                        <a:pt x="102" y="183"/>
                        <a:pt x="0" y="192"/>
                      </a:cubicBezTo>
                    </a:path>
                  </a:pathLst>
                </a:custGeom>
                <a:solidFill>
                  <a:schemeClr val="accent1"/>
                </a:solidFill>
                <a:ln>
                  <a:noFill/>
                </a:ln>
              </p:spPr>
              <p:txBody>
                <a:bodyPr spcFirstLastPara="1" wrap="square" lIns="162550" tIns="81275" rIns="162550" bIns="81275" anchor="t" anchorCtr="0">
                  <a:noAutofit/>
                </a:bodyPr>
                <a:lstStyle/>
                <a:p>
                  <a:pPr marL="0" marR="0" lvl="0" indent="0" algn="l" rtl="0">
                    <a:lnSpc>
                      <a:spcPct val="100000"/>
                    </a:lnSpc>
                    <a:spcBef>
                      <a:spcPts val="0"/>
                    </a:spcBef>
                    <a:spcAft>
                      <a:spcPts val="0"/>
                    </a:spcAft>
                    <a:buClr>
                      <a:srgbClr val="000000"/>
                    </a:buClr>
                    <a:buSzPts val="3200"/>
                    <a:buFont typeface="Arial"/>
                    <a:buNone/>
                  </a:pPr>
                  <a:endParaRPr sz="3200" b="0" i="0" u="none" strike="noStrike" cap="none">
                    <a:solidFill>
                      <a:srgbClr val="44494E"/>
                    </a:solidFill>
                    <a:latin typeface="Arial"/>
                    <a:ea typeface="Arial"/>
                    <a:cs typeface="Arial"/>
                    <a:sym typeface="Arial"/>
                  </a:endParaRPr>
                </a:p>
              </p:txBody>
            </p:sp>
          </p:grpSp>
          <p:grpSp>
            <p:nvGrpSpPr>
              <p:cNvPr id="570" name="Google Shape;570;p52"/>
              <p:cNvGrpSpPr/>
              <p:nvPr/>
            </p:nvGrpSpPr>
            <p:grpSpPr>
              <a:xfrm>
                <a:off x="2996155" y="3107570"/>
                <a:ext cx="542632" cy="450966"/>
                <a:chOff x="5350827" y="1689740"/>
                <a:chExt cx="274320" cy="246370"/>
              </a:xfrm>
            </p:grpSpPr>
            <p:sp>
              <p:nvSpPr>
                <p:cNvPr id="571" name="Google Shape;571;p52"/>
                <p:cNvSpPr/>
                <p:nvPr/>
              </p:nvSpPr>
              <p:spPr>
                <a:xfrm>
                  <a:off x="5378776" y="1787046"/>
                  <a:ext cx="222561" cy="149064"/>
                </a:xfrm>
                <a:custGeom>
                  <a:avLst/>
                  <a:gdLst/>
                  <a:ahLst/>
                  <a:cxnLst/>
                  <a:rect l="l" t="t" r="r" b="b"/>
                  <a:pathLst>
                    <a:path w="215" h="144" extrusionOk="0">
                      <a:moveTo>
                        <a:pt x="0" y="144"/>
                      </a:moveTo>
                      <a:lnTo>
                        <a:pt x="78" y="66"/>
                      </a:lnTo>
                      <a:lnTo>
                        <a:pt x="114" y="103"/>
                      </a:lnTo>
                      <a:lnTo>
                        <a:pt x="215" y="0"/>
                      </a:lnTo>
                      <a:lnTo>
                        <a:pt x="215" y="144"/>
                      </a:lnTo>
                      <a:lnTo>
                        <a:pt x="0" y="144"/>
                      </a:lnTo>
                      <a:close/>
                    </a:path>
                  </a:pathLst>
                </a:custGeom>
                <a:solidFill>
                  <a:schemeClr val="lt1"/>
                </a:solidFill>
                <a:ln>
                  <a:noFill/>
                </a:ln>
              </p:spPr>
              <p:txBody>
                <a:bodyPr spcFirstLastPara="1" wrap="square" lIns="162550" tIns="81275" rIns="162550" bIns="81275" anchor="t" anchorCtr="0">
                  <a:noAutofit/>
                </a:bodyPr>
                <a:lstStyle/>
                <a:p>
                  <a:pPr marL="0" marR="0" lvl="0" indent="0" algn="l" rtl="0">
                    <a:lnSpc>
                      <a:spcPct val="100000"/>
                    </a:lnSpc>
                    <a:spcBef>
                      <a:spcPts val="0"/>
                    </a:spcBef>
                    <a:spcAft>
                      <a:spcPts val="0"/>
                    </a:spcAft>
                    <a:buClr>
                      <a:srgbClr val="000000"/>
                    </a:buClr>
                    <a:buSzPts val="3200"/>
                    <a:buFont typeface="Arial"/>
                    <a:buNone/>
                  </a:pPr>
                  <a:endParaRPr sz="3200" b="0" i="0" u="none" strike="noStrike" cap="none">
                    <a:solidFill>
                      <a:srgbClr val="44494E"/>
                    </a:solidFill>
                    <a:latin typeface="Arial"/>
                    <a:ea typeface="Arial"/>
                    <a:cs typeface="Arial"/>
                    <a:sym typeface="Arial"/>
                  </a:endParaRPr>
                </a:p>
              </p:txBody>
            </p:sp>
            <p:sp>
              <p:nvSpPr>
                <p:cNvPr id="572" name="Google Shape;572;p52"/>
                <p:cNvSpPr/>
                <p:nvPr/>
              </p:nvSpPr>
              <p:spPr>
                <a:xfrm>
                  <a:off x="5350827" y="1689740"/>
                  <a:ext cx="274320" cy="198752"/>
                </a:xfrm>
                <a:custGeom>
                  <a:avLst/>
                  <a:gdLst/>
                  <a:ahLst/>
                  <a:cxnLst/>
                  <a:rect l="l" t="t" r="r" b="b"/>
                  <a:pathLst>
                    <a:path w="198" h="143" extrusionOk="0">
                      <a:moveTo>
                        <a:pt x="191" y="0"/>
                      </a:moveTo>
                      <a:cubicBezTo>
                        <a:pt x="140" y="0"/>
                        <a:pt x="140" y="0"/>
                        <a:pt x="140" y="0"/>
                      </a:cubicBezTo>
                      <a:cubicBezTo>
                        <a:pt x="138" y="0"/>
                        <a:pt x="136" y="1"/>
                        <a:pt x="135" y="4"/>
                      </a:cubicBezTo>
                      <a:cubicBezTo>
                        <a:pt x="134" y="5"/>
                        <a:pt x="134" y="7"/>
                        <a:pt x="135" y="8"/>
                      </a:cubicBezTo>
                      <a:cubicBezTo>
                        <a:pt x="147" y="20"/>
                        <a:pt x="147" y="20"/>
                        <a:pt x="147" y="20"/>
                      </a:cubicBezTo>
                      <a:cubicBezTo>
                        <a:pt x="151" y="23"/>
                        <a:pt x="151" y="23"/>
                        <a:pt x="151" y="23"/>
                      </a:cubicBezTo>
                      <a:cubicBezTo>
                        <a:pt x="150" y="24"/>
                        <a:pt x="149" y="24"/>
                        <a:pt x="148" y="25"/>
                      </a:cubicBezTo>
                      <a:cubicBezTo>
                        <a:pt x="103" y="70"/>
                        <a:pt x="103" y="70"/>
                        <a:pt x="103" y="70"/>
                      </a:cubicBezTo>
                      <a:cubicBezTo>
                        <a:pt x="90" y="56"/>
                        <a:pt x="90" y="56"/>
                        <a:pt x="90" y="56"/>
                      </a:cubicBezTo>
                      <a:cubicBezTo>
                        <a:pt x="84" y="49"/>
                        <a:pt x="73" y="49"/>
                        <a:pt x="66" y="55"/>
                      </a:cubicBezTo>
                      <a:cubicBezTo>
                        <a:pt x="66" y="55"/>
                        <a:pt x="66" y="56"/>
                        <a:pt x="65" y="56"/>
                      </a:cubicBezTo>
                      <a:cubicBezTo>
                        <a:pt x="65" y="56"/>
                        <a:pt x="65" y="56"/>
                        <a:pt x="65" y="56"/>
                      </a:cubicBezTo>
                      <a:cubicBezTo>
                        <a:pt x="7" y="114"/>
                        <a:pt x="7" y="114"/>
                        <a:pt x="7" y="114"/>
                      </a:cubicBezTo>
                      <a:cubicBezTo>
                        <a:pt x="0" y="121"/>
                        <a:pt x="0" y="131"/>
                        <a:pt x="7" y="138"/>
                      </a:cubicBezTo>
                      <a:cubicBezTo>
                        <a:pt x="10" y="141"/>
                        <a:pt x="15" y="143"/>
                        <a:pt x="19" y="143"/>
                      </a:cubicBezTo>
                      <a:cubicBezTo>
                        <a:pt x="23" y="143"/>
                        <a:pt x="27" y="141"/>
                        <a:pt x="31" y="138"/>
                      </a:cubicBezTo>
                      <a:cubicBezTo>
                        <a:pt x="77" y="92"/>
                        <a:pt x="77" y="92"/>
                        <a:pt x="77" y="92"/>
                      </a:cubicBezTo>
                      <a:cubicBezTo>
                        <a:pt x="89" y="105"/>
                        <a:pt x="89" y="105"/>
                        <a:pt x="89" y="105"/>
                      </a:cubicBezTo>
                      <a:cubicBezTo>
                        <a:pt x="89" y="105"/>
                        <a:pt x="90" y="105"/>
                        <a:pt x="90" y="106"/>
                      </a:cubicBezTo>
                      <a:cubicBezTo>
                        <a:pt x="90" y="106"/>
                        <a:pt x="91" y="106"/>
                        <a:pt x="91" y="106"/>
                      </a:cubicBezTo>
                      <a:cubicBezTo>
                        <a:pt x="94" y="110"/>
                        <a:pt x="98" y="111"/>
                        <a:pt x="103" y="111"/>
                      </a:cubicBezTo>
                      <a:cubicBezTo>
                        <a:pt x="107" y="111"/>
                        <a:pt x="111" y="110"/>
                        <a:pt x="115" y="106"/>
                      </a:cubicBezTo>
                      <a:cubicBezTo>
                        <a:pt x="172" y="49"/>
                        <a:pt x="172" y="49"/>
                        <a:pt x="172" y="49"/>
                      </a:cubicBezTo>
                      <a:cubicBezTo>
                        <a:pt x="173" y="48"/>
                        <a:pt x="173" y="47"/>
                        <a:pt x="174" y="47"/>
                      </a:cubicBezTo>
                      <a:cubicBezTo>
                        <a:pt x="177" y="50"/>
                        <a:pt x="177" y="50"/>
                        <a:pt x="177" y="50"/>
                      </a:cubicBezTo>
                      <a:cubicBezTo>
                        <a:pt x="189" y="62"/>
                        <a:pt x="189" y="62"/>
                        <a:pt x="189" y="62"/>
                      </a:cubicBezTo>
                      <a:cubicBezTo>
                        <a:pt x="190" y="63"/>
                        <a:pt x="192" y="63"/>
                        <a:pt x="194" y="63"/>
                      </a:cubicBezTo>
                      <a:cubicBezTo>
                        <a:pt x="196" y="62"/>
                        <a:pt x="198" y="60"/>
                        <a:pt x="198" y="58"/>
                      </a:cubicBezTo>
                      <a:cubicBezTo>
                        <a:pt x="198" y="6"/>
                        <a:pt x="198" y="6"/>
                        <a:pt x="198" y="6"/>
                      </a:cubicBezTo>
                      <a:cubicBezTo>
                        <a:pt x="198" y="3"/>
                        <a:pt x="195" y="0"/>
                        <a:pt x="191" y="0"/>
                      </a:cubicBezTo>
                      <a:close/>
                    </a:path>
                  </a:pathLst>
                </a:custGeom>
                <a:solidFill>
                  <a:schemeClr val="lt1"/>
                </a:solidFill>
                <a:ln>
                  <a:noFill/>
                </a:ln>
              </p:spPr>
              <p:txBody>
                <a:bodyPr spcFirstLastPara="1" wrap="square" lIns="162550" tIns="81275" rIns="162550" bIns="81275" anchor="t" anchorCtr="0">
                  <a:noAutofit/>
                </a:bodyPr>
                <a:lstStyle/>
                <a:p>
                  <a:pPr marL="0" marR="0" lvl="0" indent="0" algn="l" rtl="0">
                    <a:lnSpc>
                      <a:spcPct val="100000"/>
                    </a:lnSpc>
                    <a:spcBef>
                      <a:spcPts val="0"/>
                    </a:spcBef>
                    <a:spcAft>
                      <a:spcPts val="0"/>
                    </a:spcAft>
                    <a:buClr>
                      <a:srgbClr val="000000"/>
                    </a:buClr>
                    <a:buSzPts val="3200"/>
                    <a:buFont typeface="Arial"/>
                    <a:buNone/>
                  </a:pPr>
                  <a:endParaRPr sz="3200" b="0" i="0" u="none" strike="noStrike" cap="none">
                    <a:solidFill>
                      <a:srgbClr val="44494E"/>
                    </a:solidFill>
                    <a:latin typeface="Arial"/>
                    <a:ea typeface="Arial"/>
                    <a:cs typeface="Arial"/>
                    <a:sym typeface="Arial"/>
                  </a:endParaRPr>
                </a:p>
              </p:txBody>
            </p:sp>
          </p:grpSp>
        </p:grpSp>
        <p:grpSp>
          <p:nvGrpSpPr>
            <p:cNvPr id="573" name="Google Shape;573;p52"/>
            <p:cNvGrpSpPr/>
            <p:nvPr/>
          </p:nvGrpSpPr>
          <p:grpSpPr>
            <a:xfrm>
              <a:off x="4585416" y="4708964"/>
              <a:ext cx="1354237" cy="1265363"/>
              <a:chOff x="3814826" y="4604726"/>
              <a:chExt cx="1354237" cy="1265363"/>
            </a:xfrm>
          </p:grpSpPr>
          <p:grpSp>
            <p:nvGrpSpPr>
              <p:cNvPr id="574" name="Google Shape;574;p52"/>
              <p:cNvGrpSpPr/>
              <p:nvPr/>
            </p:nvGrpSpPr>
            <p:grpSpPr>
              <a:xfrm>
                <a:off x="3814826" y="4604726"/>
                <a:ext cx="1354237" cy="1265363"/>
                <a:chOff x="5029200" y="1352550"/>
                <a:chExt cx="915987" cy="919163"/>
              </a:xfrm>
            </p:grpSpPr>
            <p:sp>
              <p:nvSpPr>
                <p:cNvPr id="575" name="Google Shape;575;p52"/>
                <p:cNvSpPr/>
                <p:nvPr/>
              </p:nvSpPr>
              <p:spPr>
                <a:xfrm>
                  <a:off x="5180012" y="1504950"/>
                  <a:ext cx="615950" cy="615950"/>
                </a:xfrm>
                <a:prstGeom prst="ellipse">
                  <a:avLst/>
                </a:prstGeom>
                <a:solidFill>
                  <a:schemeClr val="accent1"/>
                </a:solidFill>
                <a:ln>
                  <a:noFill/>
                </a:ln>
              </p:spPr>
              <p:txBody>
                <a:bodyPr spcFirstLastPara="1" wrap="square" lIns="162550" tIns="81275" rIns="162550" bIns="81275" anchor="t" anchorCtr="0">
                  <a:noAutofit/>
                </a:bodyPr>
                <a:lstStyle/>
                <a:p>
                  <a:pPr marL="0" marR="0" lvl="0" indent="0" algn="l" rtl="0">
                    <a:lnSpc>
                      <a:spcPct val="100000"/>
                    </a:lnSpc>
                    <a:spcBef>
                      <a:spcPts val="0"/>
                    </a:spcBef>
                    <a:spcAft>
                      <a:spcPts val="0"/>
                    </a:spcAft>
                    <a:buClr>
                      <a:srgbClr val="000000"/>
                    </a:buClr>
                    <a:buSzPts val="3200"/>
                    <a:buFont typeface="Arial"/>
                    <a:buNone/>
                  </a:pPr>
                  <a:endParaRPr sz="3200" b="0" i="0" u="none" strike="noStrike" cap="none">
                    <a:solidFill>
                      <a:srgbClr val="44494E"/>
                    </a:solidFill>
                    <a:latin typeface="Arial"/>
                    <a:ea typeface="Arial"/>
                    <a:cs typeface="Arial"/>
                    <a:sym typeface="Arial"/>
                  </a:endParaRPr>
                </a:p>
              </p:txBody>
            </p:sp>
            <p:sp>
              <p:nvSpPr>
                <p:cNvPr id="576" name="Google Shape;576;p52"/>
                <p:cNvSpPr/>
                <p:nvPr/>
              </p:nvSpPr>
              <p:spPr>
                <a:xfrm>
                  <a:off x="5029200" y="1844675"/>
                  <a:ext cx="425450" cy="427038"/>
                </a:xfrm>
                <a:custGeom>
                  <a:avLst/>
                  <a:gdLst/>
                  <a:ahLst/>
                  <a:cxnLst/>
                  <a:rect l="l" t="t" r="r" b="b"/>
                  <a:pathLst>
                    <a:path w="229" h="230" extrusionOk="0">
                      <a:moveTo>
                        <a:pt x="38" y="0"/>
                      </a:moveTo>
                      <a:cubicBezTo>
                        <a:pt x="0" y="0"/>
                        <a:pt x="0" y="0"/>
                        <a:pt x="0" y="0"/>
                      </a:cubicBezTo>
                      <a:cubicBezTo>
                        <a:pt x="8" y="123"/>
                        <a:pt x="107" y="221"/>
                        <a:pt x="229" y="230"/>
                      </a:cubicBezTo>
                      <a:cubicBezTo>
                        <a:pt x="229" y="192"/>
                        <a:pt x="229" y="192"/>
                        <a:pt x="229" y="192"/>
                      </a:cubicBezTo>
                      <a:cubicBezTo>
                        <a:pt x="127" y="183"/>
                        <a:pt x="46" y="102"/>
                        <a:pt x="38" y="0"/>
                      </a:cubicBezTo>
                    </a:path>
                  </a:pathLst>
                </a:custGeom>
                <a:solidFill>
                  <a:schemeClr val="accent1"/>
                </a:solidFill>
                <a:ln>
                  <a:noFill/>
                </a:ln>
              </p:spPr>
              <p:txBody>
                <a:bodyPr spcFirstLastPara="1" wrap="square" lIns="162550" tIns="81275" rIns="162550" bIns="81275" anchor="t" anchorCtr="0">
                  <a:noAutofit/>
                </a:bodyPr>
                <a:lstStyle/>
                <a:p>
                  <a:pPr marL="0" marR="0" lvl="0" indent="0" algn="l" rtl="0">
                    <a:lnSpc>
                      <a:spcPct val="100000"/>
                    </a:lnSpc>
                    <a:spcBef>
                      <a:spcPts val="0"/>
                    </a:spcBef>
                    <a:spcAft>
                      <a:spcPts val="0"/>
                    </a:spcAft>
                    <a:buClr>
                      <a:srgbClr val="000000"/>
                    </a:buClr>
                    <a:buSzPts val="3200"/>
                    <a:buFont typeface="Arial"/>
                    <a:buNone/>
                  </a:pPr>
                  <a:endParaRPr sz="3200" b="0" i="0" u="none" strike="noStrike" cap="none">
                    <a:solidFill>
                      <a:srgbClr val="44494E"/>
                    </a:solidFill>
                    <a:latin typeface="Arial"/>
                    <a:ea typeface="Arial"/>
                    <a:cs typeface="Arial"/>
                    <a:sym typeface="Arial"/>
                  </a:endParaRPr>
                </a:p>
              </p:txBody>
            </p:sp>
            <p:sp>
              <p:nvSpPr>
                <p:cNvPr id="577" name="Google Shape;577;p52"/>
                <p:cNvSpPr/>
                <p:nvPr/>
              </p:nvSpPr>
              <p:spPr>
                <a:xfrm>
                  <a:off x="5519737" y="1352550"/>
                  <a:ext cx="425450" cy="428625"/>
                </a:xfrm>
                <a:custGeom>
                  <a:avLst/>
                  <a:gdLst/>
                  <a:ahLst/>
                  <a:cxnLst/>
                  <a:rect l="l" t="t" r="r" b="b"/>
                  <a:pathLst>
                    <a:path w="229" h="230" extrusionOk="0">
                      <a:moveTo>
                        <a:pt x="191" y="230"/>
                      </a:moveTo>
                      <a:cubicBezTo>
                        <a:pt x="229" y="230"/>
                        <a:pt x="229" y="230"/>
                        <a:pt x="229" y="230"/>
                      </a:cubicBezTo>
                      <a:cubicBezTo>
                        <a:pt x="221" y="107"/>
                        <a:pt x="122" y="9"/>
                        <a:pt x="0" y="0"/>
                      </a:cubicBezTo>
                      <a:cubicBezTo>
                        <a:pt x="0" y="38"/>
                        <a:pt x="0" y="38"/>
                        <a:pt x="0" y="38"/>
                      </a:cubicBezTo>
                      <a:cubicBezTo>
                        <a:pt x="102" y="46"/>
                        <a:pt x="183" y="128"/>
                        <a:pt x="191" y="230"/>
                      </a:cubicBezTo>
                    </a:path>
                  </a:pathLst>
                </a:custGeom>
                <a:solidFill>
                  <a:schemeClr val="accent1"/>
                </a:solidFill>
                <a:ln>
                  <a:noFill/>
                </a:ln>
              </p:spPr>
              <p:txBody>
                <a:bodyPr spcFirstLastPara="1" wrap="square" lIns="162550" tIns="81275" rIns="162550" bIns="81275" anchor="t" anchorCtr="0">
                  <a:noAutofit/>
                </a:bodyPr>
                <a:lstStyle/>
                <a:p>
                  <a:pPr marL="0" marR="0" lvl="0" indent="0" algn="l" rtl="0">
                    <a:lnSpc>
                      <a:spcPct val="100000"/>
                    </a:lnSpc>
                    <a:spcBef>
                      <a:spcPts val="0"/>
                    </a:spcBef>
                    <a:spcAft>
                      <a:spcPts val="0"/>
                    </a:spcAft>
                    <a:buClr>
                      <a:srgbClr val="000000"/>
                    </a:buClr>
                    <a:buSzPts val="3200"/>
                    <a:buFont typeface="Arial"/>
                    <a:buNone/>
                  </a:pPr>
                  <a:endParaRPr sz="3200" b="0" i="0" u="none" strike="noStrike" cap="none">
                    <a:solidFill>
                      <a:srgbClr val="44494E"/>
                    </a:solidFill>
                    <a:latin typeface="Arial"/>
                    <a:ea typeface="Arial"/>
                    <a:cs typeface="Arial"/>
                    <a:sym typeface="Arial"/>
                  </a:endParaRPr>
                </a:p>
              </p:txBody>
            </p:sp>
            <p:sp>
              <p:nvSpPr>
                <p:cNvPr id="578" name="Google Shape;578;p52"/>
                <p:cNvSpPr/>
                <p:nvPr/>
              </p:nvSpPr>
              <p:spPr>
                <a:xfrm>
                  <a:off x="5029200" y="1352550"/>
                  <a:ext cx="425450" cy="428625"/>
                </a:xfrm>
                <a:custGeom>
                  <a:avLst/>
                  <a:gdLst/>
                  <a:ahLst/>
                  <a:cxnLst/>
                  <a:rect l="l" t="t" r="r" b="b"/>
                  <a:pathLst>
                    <a:path w="229" h="230" extrusionOk="0">
                      <a:moveTo>
                        <a:pt x="0" y="230"/>
                      </a:moveTo>
                      <a:cubicBezTo>
                        <a:pt x="38" y="230"/>
                        <a:pt x="38" y="230"/>
                        <a:pt x="38" y="230"/>
                      </a:cubicBezTo>
                      <a:cubicBezTo>
                        <a:pt x="46" y="128"/>
                        <a:pt x="127" y="46"/>
                        <a:pt x="229" y="38"/>
                      </a:cubicBezTo>
                      <a:cubicBezTo>
                        <a:pt x="229" y="0"/>
                        <a:pt x="229" y="0"/>
                        <a:pt x="229" y="0"/>
                      </a:cubicBezTo>
                      <a:cubicBezTo>
                        <a:pt x="107" y="9"/>
                        <a:pt x="8" y="107"/>
                        <a:pt x="0" y="230"/>
                      </a:cubicBezTo>
                    </a:path>
                  </a:pathLst>
                </a:custGeom>
                <a:solidFill>
                  <a:srgbClr val="39475A"/>
                </a:solidFill>
                <a:ln>
                  <a:noFill/>
                </a:ln>
              </p:spPr>
              <p:txBody>
                <a:bodyPr spcFirstLastPara="1" wrap="square" lIns="162550" tIns="81275" rIns="162550" bIns="81275" anchor="t" anchorCtr="0">
                  <a:noAutofit/>
                </a:bodyPr>
                <a:lstStyle/>
                <a:p>
                  <a:pPr marL="0" marR="0" lvl="0" indent="0" algn="l" rtl="0">
                    <a:lnSpc>
                      <a:spcPct val="100000"/>
                    </a:lnSpc>
                    <a:spcBef>
                      <a:spcPts val="0"/>
                    </a:spcBef>
                    <a:spcAft>
                      <a:spcPts val="0"/>
                    </a:spcAft>
                    <a:buClr>
                      <a:srgbClr val="000000"/>
                    </a:buClr>
                    <a:buSzPts val="3200"/>
                    <a:buFont typeface="Arial"/>
                    <a:buNone/>
                  </a:pPr>
                  <a:endParaRPr sz="3200" b="0" i="0" u="none" strike="noStrike" cap="none">
                    <a:solidFill>
                      <a:srgbClr val="44494E"/>
                    </a:solidFill>
                    <a:latin typeface="Arial"/>
                    <a:ea typeface="Arial"/>
                    <a:cs typeface="Arial"/>
                    <a:sym typeface="Arial"/>
                  </a:endParaRPr>
                </a:p>
              </p:txBody>
            </p:sp>
            <p:sp>
              <p:nvSpPr>
                <p:cNvPr id="579" name="Google Shape;579;p52"/>
                <p:cNvSpPr/>
                <p:nvPr/>
              </p:nvSpPr>
              <p:spPr>
                <a:xfrm>
                  <a:off x="5519737" y="1844675"/>
                  <a:ext cx="425450" cy="427038"/>
                </a:xfrm>
                <a:custGeom>
                  <a:avLst/>
                  <a:gdLst/>
                  <a:ahLst/>
                  <a:cxnLst/>
                  <a:rect l="l" t="t" r="r" b="b"/>
                  <a:pathLst>
                    <a:path w="229" h="230" extrusionOk="0">
                      <a:moveTo>
                        <a:pt x="0" y="192"/>
                      </a:moveTo>
                      <a:cubicBezTo>
                        <a:pt x="0" y="230"/>
                        <a:pt x="0" y="230"/>
                        <a:pt x="0" y="230"/>
                      </a:cubicBezTo>
                      <a:cubicBezTo>
                        <a:pt x="122" y="221"/>
                        <a:pt x="221" y="123"/>
                        <a:pt x="229" y="0"/>
                      </a:cubicBezTo>
                      <a:cubicBezTo>
                        <a:pt x="191" y="0"/>
                        <a:pt x="191" y="0"/>
                        <a:pt x="191" y="0"/>
                      </a:cubicBezTo>
                      <a:cubicBezTo>
                        <a:pt x="183" y="102"/>
                        <a:pt x="102" y="183"/>
                        <a:pt x="0" y="192"/>
                      </a:cubicBezTo>
                    </a:path>
                  </a:pathLst>
                </a:custGeom>
                <a:solidFill>
                  <a:schemeClr val="accent1"/>
                </a:solidFill>
                <a:ln>
                  <a:noFill/>
                </a:ln>
              </p:spPr>
              <p:txBody>
                <a:bodyPr spcFirstLastPara="1" wrap="square" lIns="162550" tIns="81275" rIns="162550" bIns="81275" anchor="t" anchorCtr="0">
                  <a:noAutofit/>
                </a:bodyPr>
                <a:lstStyle/>
                <a:p>
                  <a:pPr marL="0" marR="0" lvl="0" indent="0" algn="l" rtl="0">
                    <a:lnSpc>
                      <a:spcPct val="100000"/>
                    </a:lnSpc>
                    <a:spcBef>
                      <a:spcPts val="0"/>
                    </a:spcBef>
                    <a:spcAft>
                      <a:spcPts val="0"/>
                    </a:spcAft>
                    <a:buClr>
                      <a:srgbClr val="000000"/>
                    </a:buClr>
                    <a:buSzPts val="3200"/>
                    <a:buFont typeface="Arial"/>
                    <a:buNone/>
                  </a:pPr>
                  <a:endParaRPr sz="3200" b="0" i="0" u="none" strike="noStrike" cap="none">
                    <a:solidFill>
                      <a:srgbClr val="44494E"/>
                    </a:solidFill>
                    <a:latin typeface="Arial"/>
                    <a:ea typeface="Arial"/>
                    <a:cs typeface="Arial"/>
                    <a:sym typeface="Arial"/>
                  </a:endParaRPr>
                </a:p>
              </p:txBody>
            </p:sp>
          </p:grpSp>
          <p:pic>
            <p:nvPicPr>
              <p:cNvPr id="580" name="Google Shape;580;p52"/>
              <p:cNvPicPr preferRelativeResize="0"/>
              <p:nvPr/>
            </p:nvPicPr>
            <p:blipFill rotWithShape="1">
              <a:blip r:embed="rId5">
                <a:alphaModFix/>
                <a:biLevel thresh="25000"/>
                <a:extLst>
                  <a:ext uri="{BEBA8EAE-BF5A-486C-A8C5-ECC9F3942E4B}">
                    <a14:imgProps xmlns:a14="http://schemas.microsoft.com/office/drawing/2010/main">
                      <a14:imgLayer r:embed="rId6">
                        <a14:imgEffect>
                          <a14:saturation sat="300000"/>
                        </a14:imgEffect>
                      </a14:imgLayer>
                    </a14:imgProps>
                  </a:ext>
                </a:extLst>
              </a:blip>
              <a:srcRect/>
              <a:stretch/>
            </p:blipFill>
            <p:spPr>
              <a:xfrm>
                <a:off x="4203092" y="4973830"/>
                <a:ext cx="523542" cy="535678"/>
              </a:xfrm>
              <a:prstGeom prst="rect">
                <a:avLst/>
              </a:prstGeom>
              <a:noFill/>
              <a:ln>
                <a:noFill/>
              </a:ln>
            </p:spPr>
          </p:pic>
        </p:grpSp>
      </p:grpSp>
      <p:sp>
        <p:nvSpPr>
          <p:cNvPr id="3" name="Brandline_LVC">
            <a:extLst>
              <a:ext uri="{FF2B5EF4-FFF2-40B4-BE49-F238E27FC236}">
                <a16:creationId xmlns:a16="http://schemas.microsoft.com/office/drawing/2014/main" id="{EB1AE1E1-2DF7-174B-245C-9B5459646683}"/>
              </a:ext>
            </a:extLst>
          </p:cNvPr>
          <p:cNvSpPr/>
          <p:nvPr/>
        </p:nvSpPr>
        <p:spPr>
          <a:xfrm>
            <a:off x="2286000" y="816324"/>
            <a:ext cx="11678126"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585"/>
        <p:cNvGrpSpPr/>
        <p:nvPr/>
      </p:nvGrpSpPr>
      <p:grpSpPr>
        <a:xfrm>
          <a:off x="0" y="0"/>
          <a:ext cx="0" cy="0"/>
          <a:chOff x="0" y="0"/>
          <a:chExt cx="0" cy="0"/>
        </a:xfrm>
      </p:grpSpPr>
      <p:sp>
        <p:nvSpPr>
          <p:cNvPr id="586" name="Google Shape;586;p53"/>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a:latin typeface="Open Sans"/>
                <a:ea typeface="Open Sans"/>
                <a:cs typeface="Open Sans"/>
                <a:sym typeface="Open Sans"/>
              </a:rPr>
              <a:t>Advantages of Big Data</a:t>
            </a:r>
            <a:endParaRPr sz="2800">
              <a:latin typeface="Open Sans"/>
              <a:ea typeface="Open Sans"/>
              <a:cs typeface="Open Sans"/>
              <a:sym typeface="Open Sans"/>
            </a:endParaRPr>
          </a:p>
        </p:txBody>
      </p:sp>
      <p:grpSp>
        <p:nvGrpSpPr>
          <p:cNvPr id="588" name="Google Shape;588;p53"/>
          <p:cNvGrpSpPr/>
          <p:nvPr/>
        </p:nvGrpSpPr>
        <p:grpSpPr>
          <a:xfrm>
            <a:off x="4079717" y="2645890"/>
            <a:ext cx="8096563" cy="5250298"/>
            <a:chOff x="4420033" y="2136620"/>
            <a:chExt cx="7682631" cy="4870760"/>
          </a:xfrm>
        </p:grpSpPr>
        <p:sp>
          <p:nvSpPr>
            <p:cNvPr id="589" name="Google Shape;589;p53"/>
            <p:cNvSpPr/>
            <p:nvPr/>
          </p:nvSpPr>
          <p:spPr>
            <a:xfrm>
              <a:off x="6471186" y="2759716"/>
              <a:ext cx="3605724" cy="3605722"/>
            </a:xfrm>
            <a:prstGeom prst="ellipse">
              <a:avLst/>
            </a:prstGeom>
            <a:solidFill>
              <a:schemeClr val="lt1"/>
            </a:solidFill>
            <a:ln w="57150" cap="flat" cmpd="sng">
              <a:solidFill>
                <a:schemeClr val="lt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grpSp>
          <p:nvGrpSpPr>
            <p:cNvPr id="590" name="Google Shape;590;p53"/>
            <p:cNvGrpSpPr/>
            <p:nvPr/>
          </p:nvGrpSpPr>
          <p:grpSpPr>
            <a:xfrm>
              <a:off x="4420033" y="5497290"/>
              <a:ext cx="2932966" cy="1487908"/>
              <a:chOff x="4286016" y="4693687"/>
              <a:chExt cx="2933475" cy="1488166"/>
            </a:xfrm>
          </p:grpSpPr>
          <p:sp>
            <p:nvSpPr>
              <p:cNvPr id="591" name="Google Shape;591;p53"/>
              <p:cNvSpPr/>
              <p:nvPr/>
            </p:nvSpPr>
            <p:spPr>
              <a:xfrm>
                <a:off x="4286016" y="5110265"/>
                <a:ext cx="1152128" cy="1071588"/>
              </a:xfrm>
              <a:prstGeom prst="roundRect">
                <a:avLst>
                  <a:gd name="adj" fmla="val 16667"/>
                </a:avLst>
              </a:prstGeom>
              <a:solidFill>
                <a:srgbClr val="595959"/>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592" name="Google Shape;592;p53"/>
              <p:cNvSpPr/>
              <p:nvPr/>
            </p:nvSpPr>
            <p:spPr>
              <a:xfrm>
                <a:off x="4411179" y="4693687"/>
                <a:ext cx="2808312" cy="1368152"/>
              </a:xfrm>
              <a:prstGeom prst="roundRect">
                <a:avLst>
                  <a:gd name="adj" fmla="val 16667"/>
                </a:avLst>
              </a:prstGeom>
              <a:solidFill>
                <a:srgbClr val="DAA60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dirty="0">
                    <a:solidFill>
                      <a:srgbClr val="FFFFFF"/>
                    </a:solidFill>
                    <a:latin typeface="Open Sans"/>
                    <a:ea typeface="Open Sans"/>
                    <a:cs typeface="Open Sans"/>
                    <a:sym typeface="Open Sans"/>
                  </a:rPr>
                  <a:t> Has better decision-making</a:t>
                </a:r>
                <a:endParaRPr sz="1400" b="0" i="0" u="none" strike="noStrike" cap="none" dirty="0">
                  <a:solidFill>
                    <a:srgbClr val="000000"/>
                  </a:solidFill>
                  <a:latin typeface="Arial"/>
                  <a:ea typeface="Arial"/>
                  <a:cs typeface="Arial"/>
                  <a:sym typeface="Arial"/>
                </a:endParaRPr>
              </a:p>
            </p:txBody>
          </p:sp>
        </p:grpSp>
        <p:grpSp>
          <p:nvGrpSpPr>
            <p:cNvPr id="593" name="Google Shape;593;p53"/>
            <p:cNvGrpSpPr/>
            <p:nvPr/>
          </p:nvGrpSpPr>
          <p:grpSpPr>
            <a:xfrm>
              <a:off x="4462325" y="2139957"/>
              <a:ext cx="2919495" cy="1487908"/>
              <a:chOff x="4328315" y="1335771"/>
              <a:chExt cx="2920002" cy="1488166"/>
            </a:xfrm>
          </p:grpSpPr>
          <p:sp>
            <p:nvSpPr>
              <p:cNvPr id="594" name="Google Shape;594;p53"/>
              <p:cNvSpPr/>
              <p:nvPr/>
            </p:nvSpPr>
            <p:spPr>
              <a:xfrm>
                <a:off x="4328315" y="1335771"/>
                <a:ext cx="1152128" cy="1071588"/>
              </a:xfrm>
              <a:prstGeom prst="roundRect">
                <a:avLst>
                  <a:gd name="adj" fmla="val 16667"/>
                </a:avLst>
              </a:prstGeom>
              <a:solidFill>
                <a:srgbClr val="595959"/>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595" name="Google Shape;595;p53"/>
              <p:cNvSpPr/>
              <p:nvPr/>
            </p:nvSpPr>
            <p:spPr>
              <a:xfrm>
                <a:off x="4440005" y="1455785"/>
                <a:ext cx="2808312" cy="1368152"/>
              </a:xfrm>
              <a:prstGeom prst="roundRect">
                <a:avLst>
                  <a:gd name="adj" fmla="val 16667"/>
                </a:avLst>
              </a:prstGeom>
              <a:solidFill>
                <a:srgbClr val="7EBA5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dirty="0">
                    <a:solidFill>
                      <a:schemeClr val="lt1"/>
                    </a:solidFill>
                    <a:latin typeface="Open Sans"/>
                    <a:ea typeface="Open Sans"/>
                    <a:cs typeface="Open Sans"/>
                    <a:sym typeface="Open Sans"/>
                  </a:rPr>
                  <a:t>Can run anywhere and hardware can be added</a:t>
                </a:r>
                <a:endParaRPr sz="1400" b="0" i="0" u="none" strike="noStrike" cap="none" dirty="0">
                  <a:solidFill>
                    <a:srgbClr val="000000"/>
                  </a:solidFill>
                  <a:latin typeface="Arial"/>
                  <a:ea typeface="Arial"/>
                  <a:cs typeface="Arial"/>
                  <a:sym typeface="Arial"/>
                </a:endParaRPr>
              </a:p>
            </p:txBody>
          </p:sp>
        </p:grpSp>
        <p:grpSp>
          <p:nvGrpSpPr>
            <p:cNvPr id="596" name="Google Shape;596;p53"/>
            <p:cNvGrpSpPr/>
            <p:nvPr/>
          </p:nvGrpSpPr>
          <p:grpSpPr>
            <a:xfrm>
              <a:off x="9123131" y="2136620"/>
              <a:ext cx="2932193" cy="1492133"/>
              <a:chOff x="8989931" y="1332434"/>
              <a:chExt cx="2932702" cy="1492392"/>
            </a:xfrm>
          </p:grpSpPr>
          <p:sp>
            <p:nvSpPr>
              <p:cNvPr id="597" name="Google Shape;597;p53"/>
              <p:cNvSpPr/>
              <p:nvPr/>
            </p:nvSpPr>
            <p:spPr>
              <a:xfrm>
                <a:off x="10770505" y="1332434"/>
                <a:ext cx="1152128" cy="1071588"/>
              </a:xfrm>
              <a:prstGeom prst="roundRect">
                <a:avLst>
                  <a:gd name="adj" fmla="val 16667"/>
                </a:avLst>
              </a:prstGeom>
              <a:solidFill>
                <a:srgbClr val="595959"/>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598" name="Google Shape;598;p53"/>
              <p:cNvSpPr/>
              <p:nvPr/>
            </p:nvSpPr>
            <p:spPr>
              <a:xfrm>
                <a:off x="8989931" y="1456674"/>
                <a:ext cx="2808312" cy="1368152"/>
              </a:xfrm>
              <a:prstGeom prst="roundRect">
                <a:avLst>
                  <a:gd name="adj" fmla="val 16667"/>
                </a:avLst>
              </a:prstGeom>
              <a:solidFill>
                <a:srgbClr val="FF725B"/>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dirty="0">
                    <a:solidFill>
                      <a:schemeClr val="lt1"/>
                    </a:solidFill>
                    <a:latin typeface="Open Sans"/>
                    <a:ea typeface="Open Sans"/>
                    <a:cs typeface="Open Sans"/>
                    <a:sym typeface="Open Sans"/>
                  </a:rPr>
                  <a:t> Processes all types of data</a:t>
                </a:r>
                <a:endParaRPr sz="2200" b="0" i="0" u="none" strike="noStrike" cap="none" dirty="0">
                  <a:solidFill>
                    <a:srgbClr val="FFFFFF"/>
                  </a:solidFill>
                  <a:latin typeface="Open Sans"/>
                  <a:ea typeface="Open Sans"/>
                  <a:cs typeface="Open Sans"/>
                  <a:sym typeface="Open Sans"/>
                </a:endParaRPr>
              </a:p>
            </p:txBody>
          </p:sp>
        </p:grpSp>
        <p:grpSp>
          <p:nvGrpSpPr>
            <p:cNvPr id="599" name="Google Shape;599;p53"/>
            <p:cNvGrpSpPr/>
            <p:nvPr/>
          </p:nvGrpSpPr>
          <p:grpSpPr>
            <a:xfrm>
              <a:off x="9179467" y="5524223"/>
              <a:ext cx="2923197" cy="1483157"/>
              <a:chOff x="9046279" y="4720625"/>
              <a:chExt cx="2923705" cy="1483414"/>
            </a:xfrm>
          </p:grpSpPr>
          <p:sp>
            <p:nvSpPr>
              <p:cNvPr id="600" name="Google Shape;600;p53"/>
              <p:cNvSpPr/>
              <p:nvPr/>
            </p:nvSpPr>
            <p:spPr>
              <a:xfrm>
                <a:off x="10817856" y="5132451"/>
                <a:ext cx="1152128" cy="1071588"/>
              </a:xfrm>
              <a:prstGeom prst="roundRect">
                <a:avLst>
                  <a:gd name="adj" fmla="val 16667"/>
                </a:avLst>
              </a:prstGeom>
              <a:solidFill>
                <a:srgbClr val="595959"/>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601" name="Google Shape;601;p53"/>
              <p:cNvSpPr/>
              <p:nvPr/>
            </p:nvSpPr>
            <p:spPr>
              <a:xfrm>
                <a:off x="9046279" y="4720625"/>
                <a:ext cx="2808312" cy="1368152"/>
              </a:xfrm>
              <a:prstGeom prst="roundRect">
                <a:avLst>
                  <a:gd name="adj" fmla="val 16667"/>
                </a:avLst>
              </a:prstGeom>
              <a:solidFill>
                <a:srgbClr val="29A7C5"/>
              </a:solidFill>
              <a:ln>
                <a:noFill/>
              </a:ln>
            </p:spPr>
            <p:txBody>
              <a:bodyPr spcFirstLastPara="1" wrap="square" lIns="91425" tIns="45700" rIns="91425" bIns="45700" anchor="ctr" anchorCtr="0">
                <a:noAutofit/>
              </a:bodyPr>
              <a:lstStyle/>
              <a:p>
                <a:pPr algn="ctr">
                  <a:buSzPts val="2200"/>
                </a:pPr>
                <a:r>
                  <a:rPr lang="en-US" sz="2200" dirty="0">
                    <a:solidFill>
                      <a:schemeClr val="lt1"/>
                    </a:solidFill>
                    <a:latin typeface="Open Sans"/>
                    <a:ea typeface="Open Sans"/>
                    <a:cs typeface="Open Sans"/>
                    <a:sym typeface="Open Sans"/>
                  </a:rPr>
                  <a:t> Processes huge data quickly in</a:t>
                </a:r>
                <a:endParaRPr sz="2200" dirty="0">
                  <a:solidFill>
                    <a:schemeClr val="lt1"/>
                  </a:solidFill>
                  <a:latin typeface="Open Sans"/>
                  <a:ea typeface="Open Sans"/>
                  <a:cs typeface="Open Sans"/>
                </a:endParaRPr>
              </a:p>
              <a:p>
                <a:pPr algn="ctr">
                  <a:buSzPts val="2200"/>
                </a:pPr>
                <a:r>
                  <a:rPr lang="en-US" sz="2200" dirty="0">
                    <a:solidFill>
                      <a:schemeClr val="lt1"/>
                    </a:solidFill>
                    <a:latin typeface="Open Sans"/>
                    <a:ea typeface="Open Sans"/>
                    <a:cs typeface="Open Sans"/>
                    <a:sym typeface="Open Sans"/>
                  </a:rPr>
                  <a:t> real time</a:t>
                </a:r>
                <a:endParaRPr sz="2200" dirty="0">
                  <a:solidFill>
                    <a:schemeClr val="lt1"/>
                  </a:solidFill>
                  <a:latin typeface="Open Sans"/>
                  <a:ea typeface="Open Sans"/>
                  <a:cs typeface="Open Sans"/>
                  <a:sym typeface="Open Sans"/>
                </a:endParaRPr>
              </a:p>
            </p:txBody>
          </p:sp>
        </p:grpSp>
        <p:pic>
          <p:nvPicPr>
            <p:cNvPr id="602" name="Google Shape;602;p53"/>
            <p:cNvPicPr preferRelativeResize="0"/>
            <p:nvPr/>
          </p:nvPicPr>
          <p:blipFill rotWithShape="1">
            <a:blip r:embed="rId3">
              <a:alphaModFix/>
            </a:blip>
            <a:srcRect/>
            <a:stretch/>
          </p:blipFill>
          <p:spPr>
            <a:xfrm>
              <a:off x="6962955" y="3300921"/>
              <a:ext cx="2748116" cy="2548771"/>
            </a:xfrm>
            <a:prstGeom prst="rect">
              <a:avLst/>
            </a:prstGeom>
            <a:noFill/>
            <a:ln>
              <a:noFill/>
            </a:ln>
          </p:spPr>
        </p:pic>
      </p:grpSp>
      <p:sp>
        <p:nvSpPr>
          <p:cNvPr id="603" name="Google Shape;603;p53"/>
          <p:cNvSpPr txBox="1"/>
          <p:nvPr/>
        </p:nvSpPr>
        <p:spPr>
          <a:xfrm>
            <a:off x="4330416" y="1244246"/>
            <a:ext cx="7595168" cy="769441"/>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Big Data provides users with the following advantages:</a:t>
            </a:r>
            <a:endParaRPr sz="2200" b="0" i="0" u="none" strike="noStrike" cap="none">
              <a:solidFill>
                <a:srgbClr val="3F3F3F"/>
              </a:solidFill>
              <a:latin typeface="Open Sans"/>
              <a:ea typeface="Open Sans"/>
              <a:cs typeface="Open Sans"/>
              <a:sym typeface="Open Sans"/>
            </a:endParaRPr>
          </a:p>
        </p:txBody>
      </p:sp>
      <p:sp>
        <p:nvSpPr>
          <p:cNvPr id="3" name="Brandline_LVC">
            <a:extLst>
              <a:ext uri="{FF2B5EF4-FFF2-40B4-BE49-F238E27FC236}">
                <a16:creationId xmlns:a16="http://schemas.microsoft.com/office/drawing/2014/main" id="{D1E4AE88-8A54-2486-C413-820126D6D311}"/>
              </a:ext>
            </a:extLst>
          </p:cNvPr>
          <p:cNvSpPr/>
          <p:nvPr/>
        </p:nvSpPr>
        <p:spPr>
          <a:xfrm>
            <a:off x="5562600" y="816324"/>
            <a:ext cx="5133658"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608"/>
        <p:cNvGrpSpPr/>
        <p:nvPr/>
      </p:nvGrpSpPr>
      <p:grpSpPr>
        <a:xfrm>
          <a:off x="0" y="0"/>
          <a:ext cx="0" cy="0"/>
          <a:chOff x="0" y="0"/>
          <a:chExt cx="0" cy="0"/>
        </a:xfrm>
      </p:grpSpPr>
      <p:sp>
        <p:nvSpPr>
          <p:cNvPr id="609" name="Google Shape;609;p54"/>
          <p:cNvSpPr txBox="1">
            <a:spLocks noGrp="1"/>
          </p:cNvSpPr>
          <p:nvPr>
            <p:ph type="title"/>
          </p:nvPr>
        </p:nvSpPr>
        <p:spPr>
          <a:prstGeom prst="rect">
            <a:avLst/>
          </a:prstGeom>
          <a:noFill/>
          <a:ln>
            <a:noFill/>
          </a:ln>
        </p:spPr>
        <p:txBody>
          <a:bodyPr spcFirstLastPara="1" wrap="square" lIns="91425" tIns="45700" rIns="91425" bIns="45700" anchor="ctr" anchorCtr="0">
            <a:noAutofit/>
          </a:bodyPr>
          <a:lstStyle/>
          <a:p>
            <a:pPr marL="0" lvl="0" indent="0" algn="ctr" rtl="0">
              <a:lnSpc>
                <a:spcPct val="90000"/>
              </a:lnSpc>
              <a:spcBef>
                <a:spcPts val="0"/>
              </a:spcBef>
              <a:spcAft>
                <a:spcPts val="0"/>
              </a:spcAft>
              <a:buSzPts val="3200"/>
              <a:buNone/>
            </a:pPr>
            <a:r>
              <a:rPr lang="en-US" dirty="0"/>
              <a:t>Companies Using Big Data</a:t>
            </a:r>
            <a:endParaRPr dirty="0"/>
          </a:p>
        </p:txBody>
      </p:sp>
      <p:grpSp>
        <p:nvGrpSpPr>
          <p:cNvPr id="610" name="Google Shape;610;p54"/>
          <p:cNvGrpSpPr/>
          <p:nvPr/>
        </p:nvGrpSpPr>
        <p:grpSpPr>
          <a:xfrm>
            <a:off x="2770980" y="2400349"/>
            <a:ext cx="11096188" cy="5200597"/>
            <a:chOff x="1132678" y="1638350"/>
            <a:chExt cx="13378014" cy="6057262"/>
          </a:xfrm>
        </p:grpSpPr>
        <p:pic>
          <p:nvPicPr>
            <p:cNvPr id="611" name="Google Shape;611;p54" descr="A picture containing building&#10;&#10;Description automatically generated"/>
            <p:cNvPicPr preferRelativeResize="0"/>
            <p:nvPr/>
          </p:nvPicPr>
          <p:blipFill rotWithShape="1">
            <a:blip r:embed="rId3">
              <a:alphaModFix/>
            </a:blip>
            <a:srcRect/>
            <a:stretch/>
          </p:blipFill>
          <p:spPr>
            <a:xfrm>
              <a:off x="1552965" y="1901163"/>
              <a:ext cx="2447535" cy="920336"/>
            </a:xfrm>
            <a:prstGeom prst="rect">
              <a:avLst/>
            </a:prstGeom>
            <a:noFill/>
            <a:ln>
              <a:noFill/>
            </a:ln>
          </p:spPr>
        </p:pic>
        <p:pic>
          <p:nvPicPr>
            <p:cNvPr id="612" name="Google Shape;612;p54" descr="A close up of a logo&#10;&#10;Description automatically generated"/>
            <p:cNvPicPr preferRelativeResize="0"/>
            <p:nvPr/>
          </p:nvPicPr>
          <p:blipFill rotWithShape="1">
            <a:blip r:embed="rId4">
              <a:alphaModFix/>
            </a:blip>
            <a:srcRect t="29899" b="25945"/>
            <a:stretch/>
          </p:blipFill>
          <p:spPr>
            <a:xfrm>
              <a:off x="6036594" y="1638350"/>
              <a:ext cx="3678906" cy="1503786"/>
            </a:xfrm>
            <a:prstGeom prst="rect">
              <a:avLst/>
            </a:prstGeom>
            <a:noFill/>
            <a:ln>
              <a:noFill/>
            </a:ln>
          </p:spPr>
        </p:pic>
        <p:pic>
          <p:nvPicPr>
            <p:cNvPr id="613" name="Google Shape;613;p54"/>
            <p:cNvPicPr preferRelativeResize="0"/>
            <p:nvPr/>
          </p:nvPicPr>
          <p:blipFill rotWithShape="1">
            <a:blip r:embed="rId5">
              <a:alphaModFix/>
            </a:blip>
            <a:srcRect/>
            <a:stretch/>
          </p:blipFill>
          <p:spPr>
            <a:xfrm>
              <a:off x="11730939" y="1666060"/>
              <a:ext cx="2632761" cy="1155439"/>
            </a:xfrm>
            <a:prstGeom prst="rect">
              <a:avLst/>
            </a:prstGeom>
            <a:noFill/>
            <a:ln>
              <a:noFill/>
            </a:ln>
          </p:spPr>
        </p:pic>
        <p:pic>
          <p:nvPicPr>
            <p:cNvPr id="614" name="Google Shape;614;p54"/>
            <p:cNvPicPr preferRelativeResize="0"/>
            <p:nvPr/>
          </p:nvPicPr>
          <p:blipFill rotWithShape="1">
            <a:blip r:embed="rId6">
              <a:alphaModFix/>
            </a:blip>
            <a:srcRect t="25531" b="26322"/>
            <a:stretch/>
          </p:blipFill>
          <p:spPr>
            <a:xfrm>
              <a:off x="1132678" y="4211616"/>
              <a:ext cx="3209858" cy="1354946"/>
            </a:xfrm>
            <a:prstGeom prst="rect">
              <a:avLst/>
            </a:prstGeom>
            <a:noFill/>
            <a:ln>
              <a:noFill/>
            </a:ln>
          </p:spPr>
        </p:pic>
        <p:pic>
          <p:nvPicPr>
            <p:cNvPr id="615" name="Google Shape;615;p54" descr="A close up of a sign&#10;&#10;Description automatically generated"/>
            <p:cNvPicPr preferRelativeResize="0"/>
            <p:nvPr/>
          </p:nvPicPr>
          <p:blipFill rotWithShape="1">
            <a:blip r:embed="rId7">
              <a:alphaModFix/>
            </a:blip>
            <a:srcRect/>
            <a:stretch/>
          </p:blipFill>
          <p:spPr>
            <a:xfrm>
              <a:off x="5811510" y="4211616"/>
              <a:ext cx="4177331" cy="1335626"/>
            </a:xfrm>
            <a:prstGeom prst="rect">
              <a:avLst/>
            </a:prstGeom>
            <a:noFill/>
            <a:ln>
              <a:noFill/>
            </a:ln>
          </p:spPr>
        </p:pic>
        <p:pic>
          <p:nvPicPr>
            <p:cNvPr id="616" name="Google Shape;616;p54"/>
            <p:cNvPicPr preferRelativeResize="0"/>
            <p:nvPr/>
          </p:nvPicPr>
          <p:blipFill rotWithShape="1">
            <a:blip r:embed="rId8"/>
            <a:stretch/>
          </p:blipFill>
          <p:spPr>
            <a:xfrm>
              <a:off x="11730939" y="3659611"/>
              <a:ext cx="1857012" cy="1793990"/>
            </a:xfrm>
            <a:prstGeom prst="rect">
              <a:avLst/>
            </a:prstGeom>
          </p:spPr>
        </p:pic>
        <p:pic>
          <p:nvPicPr>
            <p:cNvPr id="617" name="Google Shape;617;p54" descr="A picture containing object, clock&#10;&#10;Description automatically generated"/>
            <p:cNvPicPr preferRelativeResize="0"/>
            <p:nvPr/>
          </p:nvPicPr>
          <p:blipFill rotWithShape="1">
            <a:blip r:embed="rId9">
              <a:alphaModFix/>
            </a:blip>
            <a:srcRect/>
            <a:stretch/>
          </p:blipFill>
          <p:spPr>
            <a:xfrm>
              <a:off x="1418097" y="6720371"/>
              <a:ext cx="3209858" cy="975241"/>
            </a:xfrm>
            <a:prstGeom prst="rect">
              <a:avLst/>
            </a:prstGeom>
            <a:noFill/>
            <a:ln>
              <a:noFill/>
            </a:ln>
          </p:spPr>
        </p:pic>
        <p:pic>
          <p:nvPicPr>
            <p:cNvPr id="618" name="Google Shape;618;p54"/>
            <p:cNvPicPr preferRelativeResize="0"/>
            <p:nvPr/>
          </p:nvPicPr>
          <p:blipFill rotWithShape="1">
            <a:blip r:embed="rId10"/>
            <a:stretch/>
          </p:blipFill>
          <p:spPr>
            <a:xfrm>
              <a:off x="5899705" y="6951846"/>
              <a:ext cx="3769320" cy="729566"/>
            </a:xfrm>
            <a:prstGeom prst="rect">
              <a:avLst/>
            </a:prstGeom>
          </p:spPr>
        </p:pic>
        <p:pic>
          <p:nvPicPr>
            <p:cNvPr id="619" name="Google Shape;619;p54" descr="A picture containing object&#10;&#10;Description automatically generated"/>
            <p:cNvPicPr preferRelativeResize="0"/>
            <p:nvPr/>
          </p:nvPicPr>
          <p:blipFill rotWithShape="1">
            <a:blip r:embed="rId11"/>
            <a:stretch/>
          </p:blipFill>
          <p:spPr>
            <a:xfrm>
              <a:off x="11300707" y="6706171"/>
              <a:ext cx="3209985" cy="975241"/>
            </a:xfrm>
            <a:prstGeom prst="rect">
              <a:avLst/>
            </a:prstGeom>
          </p:spPr>
        </p:pic>
      </p:grpSp>
      <p:sp>
        <p:nvSpPr>
          <p:cNvPr id="621" name="Google Shape;621;p54"/>
          <p:cNvSpPr txBox="1"/>
          <p:nvPr/>
        </p:nvSpPr>
        <p:spPr>
          <a:xfrm>
            <a:off x="4069763" y="1257300"/>
            <a:ext cx="8116474" cy="430887"/>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200"/>
              <a:buFont typeface="Arial"/>
              <a:buNone/>
            </a:pPr>
            <a:r>
              <a:rPr lang="en-US" sz="2200" b="0" i="0" u="none" strike="noStrike" cap="none" dirty="0">
                <a:solidFill>
                  <a:srgbClr val="3F3F3F"/>
                </a:solidFill>
                <a:latin typeface="Open Sans"/>
                <a:ea typeface="Open Sans"/>
                <a:cs typeface="Open Sans"/>
                <a:sym typeface="Open Sans"/>
              </a:rPr>
              <a:t>Some of the companies which use Big Data are as follows:</a:t>
            </a:r>
            <a:endParaRPr sz="2200" b="0" i="0" u="none" strike="noStrike" cap="none" dirty="0">
              <a:solidFill>
                <a:srgbClr val="3F3F3F"/>
              </a:solidFill>
              <a:latin typeface="Open Sans"/>
              <a:ea typeface="Open Sans"/>
              <a:cs typeface="Open Sans"/>
              <a:sym typeface="Open Sans"/>
            </a:endParaRPr>
          </a:p>
        </p:txBody>
      </p:sp>
      <p:sp>
        <p:nvSpPr>
          <p:cNvPr id="3" name="Brandline_LVC">
            <a:extLst>
              <a:ext uri="{FF2B5EF4-FFF2-40B4-BE49-F238E27FC236}">
                <a16:creationId xmlns:a16="http://schemas.microsoft.com/office/drawing/2014/main" id="{97E0FCE0-68D6-2658-6715-3FDD507F134C}"/>
              </a:ext>
            </a:extLst>
          </p:cNvPr>
          <p:cNvSpPr/>
          <p:nvPr/>
        </p:nvSpPr>
        <p:spPr>
          <a:xfrm>
            <a:off x="5245100" y="816324"/>
            <a:ext cx="5778580"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625"/>
        <p:cNvGrpSpPr/>
        <p:nvPr/>
      </p:nvGrpSpPr>
      <p:grpSpPr>
        <a:xfrm>
          <a:off x="0" y="0"/>
          <a:ext cx="0" cy="0"/>
          <a:chOff x="0" y="0"/>
          <a:chExt cx="0" cy="0"/>
        </a:xfrm>
      </p:grpSpPr>
      <p:sp>
        <p:nvSpPr>
          <p:cNvPr id="626" name="Google Shape;626;p96"/>
          <p:cNvSpPr txBox="1">
            <a:spLocks noGrp="1"/>
          </p:cNvSpPr>
          <p:nvPr>
            <p:ph type="body" idx="10"/>
          </p:nvPr>
        </p:nvSpPr>
        <p:spPr>
          <a:xfrm>
            <a:off x="0" y="4114800"/>
            <a:ext cx="16256001" cy="914400"/>
          </a:xfrm>
          <a:noFill/>
          <a:ln>
            <a:noFill/>
          </a:ln>
        </p:spPr>
        <p:txBody>
          <a:bodyPr spcFirstLastPara="1" wrap="square" lIns="91425" tIns="91425" rIns="91425" bIns="91425" anchor="ctr" anchorCtr="0">
            <a:noAutofit/>
          </a:bodyPr>
          <a:lstStyle/>
          <a:p>
            <a:pPr lvl="0"/>
            <a:r>
              <a:rPr lang="en-US" dirty="0"/>
              <a:t>Case Study: Big Data in Netflix </a:t>
            </a: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631"/>
        <p:cNvGrpSpPr/>
        <p:nvPr/>
      </p:nvGrpSpPr>
      <p:grpSpPr>
        <a:xfrm>
          <a:off x="0" y="0"/>
          <a:ext cx="0" cy="0"/>
          <a:chOff x="0" y="0"/>
          <a:chExt cx="0" cy="0"/>
        </a:xfrm>
      </p:grpSpPr>
      <p:sp>
        <p:nvSpPr>
          <p:cNvPr id="632" name="Google Shape;632;p55"/>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dirty="0">
                <a:latin typeface="Open Sans"/>
                <a:ea typeface="Open Sans"/>
                <a:cs typeface="Open Sans"/>
                <a:sym typeface="Open Sans"/>
              </a:rPr>
              <a:t>Case Study: Big Data in Netflix </a:t>
            </a:r>
            <a:endParaRPr dirty="0"/>
          </a:p>
        </p:txBody>
      </p:sp>
      <p:pic>
        <p:nvPicPr>
          <p:cNvPr id="633" name="Google Shape;633;p55" descr="Image result for netflix"/>
          <p:cNvPicPr preferRelativeResize="0"/>
          <p:nvPr/>
        </p:nvPicPr>
        <p:blipFill rotWithShape="1">
          <a:blip r:embed="rId3">
            <a:alphaModFix/>
          </a:blip>
          <a:srcRect l="9843" r="10326"/>
          <a:stretch/>
        </p:blipFill>
        <p:spPr>
          <a:xfrm>
            <a:off x="1303899" y="3440973"/>
            <a:ext cx="5217098" cy="3267655"/>
          </a:xfrm>
          <a:prstGeom prst="roundRect">
            <a:avLst>
              <a:gd name="adj" fmla="val 5007"/>
            </a:avLst>
          </a:prstGeom>
          <a:noFill/>
          <a:ln>
            <a:noFill/>
          </a:ln>
        </p:spPr>
      </p:pic>
      <p:grpSp>
        <p:nvGrpSpPr>
          <p:cNvPr id="2" name="Group 1">
            <a:extLst>
              <a:ext uri="{FF2B5EF4-FFF2-40B4-BE49-F238E27FC236}">
                <a16:creationId xmlns:a16="http://schemas.microsoft.com/office/drawing/2014/main" id="{FDECFC58-B950-03ED-8AA3-EA1B1C4E5371}"/>
              </a:ext>
            </a:extLst>
          </p:cNvPr>
          <p:cNvGrpSpPr/>
          <p:nvPr/>
        </p:nvGrpSpPr>
        <p:grpSpPr>
          <a:xfrm>
            <a:off x="8234637" y="2538891"/>
            <a:ext cx="5797881" cy="5071818"/>
            <a:chOff x="7460919" y="2538891"/>
            <a:chExt cx="5797881" cy="5071818"/>
          </a:xfrm>
        </p:grpSpPr>
        <p:sp>
          <p:nvSpPr>
            <p:cNvPr id="638" name="Google Shape;638;p55"/>
            <p:cNvSpPr/>
            <p:nvPr/>
          </p:nvSpPr>
          <p:spPr>
            <a:xfrm>
              <a:off x="7619223" y="2538891"/>
              <a:ext cx="5622846" cy="610223"/>
            </a:xfrm>
            <a:prstGeom prst="roundRect">
              <a:avLst>
                <a:gd name="adj" fmla="val 16667"/>
              </a:avLst>
            </a:prstGeom>
            <a:solidFill>
              <a:srgbClr val="FBE4D4"/>
            </a:solidFill>
            <a:ln>
              <a:noFill/>
            </a:ln>
          </p:spPr>
          <p:txBody>
            <a:bodyPr spcFirstLastPara="1" wrap="square" lIns="548625" tIns="60950" rIns="121900" bIns="60950" anchor="ctr" anchorCtr="0">
              <a:noAutofit/>
            </a:bodyPr>
            <a:lstStyle/>
            <a:p>
              <a:pPr marL="0" marR="0" lvl="0" indent="0" algn="l" rtl="0">
                <a:lnSpc>
                  <a:spcPct val="100000"/>
                </a:lnSpc>
                <a:spcBef>
                  <a:spcPts val="0"/>
                </a:spcBef>
                <a:spcAft>
                  <a:spcPts val="0"/>
                </a:spcAft>
                <a:buClr>
                  <a:srgbClr val="000000"/>
                </a:buClr>
                <a:buSzPts val="2000"/>
                <a:buFont typeface="Arial"/>
                <a:buNone/>
              </a:pPr>
              <a:r>
                <a:rPr lang="en-US" sz="2000" b="0" i="0" u="none" strike="noStrike" cap="none">
                  <a:solidFill>
                    <a:srgbClr val="3F3F3F"/>
                  </a:solidFill>
                  <a:latin typeface="Open Sans"/>
                  <a:ea typeface="Open Sans"/>
                  <a:cs typeface="Open Sans"/>
                  <a:sym typeface="Open Sans"/>
                </a:rPr>
                <a:t>When do users watch a show?</a:t>
              </a:r>
              <a:endParaRPr sz="1400" b="0" i="0" u="none" strike="noStrike" cap="none">
                <a:solidFill>
                  <a:srgbClr val="000000"/>
                </a:solidFill>
                <a:latin typeface="Arial"/>
                <a:ea typeface="Arial"/>
                <a:cs typeface="Arial"/>
                <a:sym typeface="Arial"/>
              </a:endParaRPr>
            </a:p>
          </p:txBody>
        </p:sp>
        <p:sp>
          <p:nvSpPr>
            <p:cNvPr id="639" name="Google Shape;639;p55"/>
            <p:cNvSpPr/>
            <p:nvPr/>
          </p:nvSpPr>
          <p:spPr>
            <a:xfrm>
              <a:off x="7460919" y="2648984"/>
              <a:ext cx="432000" cy="432000"/>
            </a:xfrm>
            <a:prstGeom prst="ellipse">
              <a:avLst/>
            </a:prstGeom>
            <a:solidFill>
              <a:srgbClr val="FBE4D4"/>
            </a:solidFill>
            <a:ln w="38100" cap="flat" cmpd="sng">
              <a:solidFill>
                <a:srgbClr val="FF938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000"/>
                <a:buFont typeface="Arial"/>
                <a:buNone/>
              </a:pPr>
              <a:r>
                <a:rPr lang="en-US" sz="2000" b="1" i="0" u="none" strike="noStrike" cap="none" dirty="0">
                  <a:solidFill>
                    <a:srgbClr val="3F3F3F"/>
                  </a:solidFill>
                  <a:latin typeface="Open Sans"/>
                  <a:ea typeface="Open Sans"/>
                  <a:cs typeface="Open Sans"/>
                  <a:sym typeface="Open Sans"/>
                </a:rPr>
                <a:t>1</a:t>
              </a:r>
              <a:endParaRPr sz="1400" b="0" i="0" u="none" strike="noStrike" cap="none" dirty="0">
                <a:solidFill>
                  <a:srgbClr val="000000"/>
                </a:solidFill>
                <a:latin typeface="Arial"/>
                <a:ea typeface="Arial"/>
                <a:cs typeface="Arial"/>
                <a:sym typeface="Arial"/>
              </a:endParaRPr>
            </a:p>
          </p:txBody>
        </p:sp>
        <p:sp>
          <p:nvSpPr>
            <p:cNvPr id="640" name="Google Shape;640;p55"/>
            <p:cNvSpPr/>
            <p:nvPr/>
          </p:nvSpPr>
          <p:spPr>
            <a:xfrm>
              <a:off x="7619224" y="3282491"/>
              <a:ext cx="5621930" cy="610223"/>
            </a:xfrm>
            <a:prstGeom prst="roundRect">
              <a:avLst>
                <a:gd name="adj" fmla="val 16667"/>
              </a:avLst>
            </a:prstGeom>
            <a:solidFill>
              <a:srgbClr val="DDEAF6"/>
            </a:solidFill>
            <a:ln>
              <a:noFill/>
            </a:ln>
          </p:spPr>
          <p:txBody>
            <a:bodyPr spcFirstLastPara="1" wrap="square" lIns="548625" tIns="60950" rIns="121900" bIns="60950" anchor="ctr" anchorCtr="0">
              <a:noAutofit/>
            </a:bodyPr>
            <a:lstStyle/>
            <a:p>
              <a:pPr marL="0" marR="0" lvl="0" indent="0" algn="l" rtl="0">
                <a:lnSpc>
                  <a:spcPct val="100000"/>
                </a:lnSpc>
                <a:spcBef>
                  <a:spcPts val="0"/>
                </a:spcBef>
                <a:spcAft>
                  <a:spcPts val="0"/>
                </a:spcAft>
                <a:buClr>
                  <a:srgbClr val="000000"/>
                </a:buClr>
                <a:buSzPts val="2000"/>
                <a:buFont typeface="Arial"/>
                <a:buNone/>
              </a:pPr>
              <a:r>
                <a:rPr lang="en-US" sz="2000" b="0" i="0" u="none" strike="noStrike" cap="none">
                  <a:solidFill>
                    <a:srgbClr val="3F3F3F"/>
                  </a:solidFill>
                  <a:latin typeface="Open Sans"/>
                  <a:ea typeface="Open Sans"/>
                  <a:cs typeface="Open Sans"/>
                  <a:sym typeface="Open Sans"/>
                </a:rPr>
                <a:t>Where do they watch it?</a:t>
              </a:r>
              <a:endParaRPr sz="1400" b="0" i="0" u="none" strike="noStrike" cap="none">
                <a:solidFill>
                  <a:srgbClr val="000000"/>
                </a:solidFill>
                <a:latin typeface="Arial"/>
                <a:ea typeface="Arial"/>
                <a:cs typeface="Arial"/>
                <a:sym typeface="Arial"/>
              </a:endParaRPr>
            </a:p>
          </p:txBody>
        </p:sp>
        <p:sp>
          <p:nvSpPr>
            <p:cNvPr id="641" name="Google Shape;641;p55"/>
            <p:cNvSpPr/>
            <p:nvPr/>
          </p:nvSpPr>
          <p:spPr>
            <a:xfrm>
              <a:off x="7460919" y="3365230"/>
              <a:ext cx="432000" cy="432000"/>
            </a:xfrm>
            <a:prstGeom prst="ellipse">
              <a:avLst/>
            </a:prstGeom>
            <a:solidFill>
              <a:srgbClr val="F2F2F2"/>
            </a:solidFill>
            <a:ln w="38100" cap="flat" cmpd="sng">
              <a:solidFill>
                <a:srgbClr val="9CC2E5"/>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r>
                <a:rPr lang="en-US" sz="2400" b="1" i="0" u="none" strike="noStrike" cap="none" dirty="0">
                  <a:solidFill>
                    <a:srgbClr val="3F3F3F"/>
                  </a:solidFill>
                  <a:latin typeface="Arial"/>
                  <a:ea typeface="Arial"/>
                  <a:cs typeface="Arial"/>
                  <a:sym typeface="Arial"/>
                </a:rPr>
                <a:t>2</a:t>
              </a:r>
              <a:endParaRPr sz="1400" b="0" i="0" u="none" strike="noStrike" cap="none" dirty="0">
                <a:solidFill>
                  <a:srgbClr val="000000"/>
                </a:solidFill>
                <a:latin typeface="Arial"/>
                <a:ea typeface="Arial"/>
                <a:cs typeface="Arial"/>
                <a:sym typeface="Arial"/>
              </a:endParaRPr>
            </a:p>
          </p:txBody>
        </p:sp>
        <p:sp>
          <p:nvSpPr>
            <p:cNvPr id="644" name="Google Shape;644;p55"/>
            <p:cNvSpPr/>
            <p:nvPr/>
          </p:nvSpPr>
          <p:spPr>
            <a:xfrm>
              <a:off x="7619223" y="4026091"/>
              <a:ext cx="5622846" cy="610222"/>
            </a:xfrm>
            <a:prstGeom prst="roundRect">
              <a:avLst>
                <a:gd name="adj" fmla="val 16667"/>
              </a:avLst>
            </a:prstGeom>
            <a:solidFill>
              <a:srgbClr val="FBE4D4"/>
            </a:solidFill>
            <a:ln>
              <a:noFill/>
            </a:ln>
          </p:spPr>
          <p:txBody>
            <a:bodyPr spcFirstLastPara="1" wrap="square" lIns="548625" tIns="60950" rIns="121900" bIns="60950" anchor="ctr" anchorCtr="0">
              <a:noAutofit/>
            </a:bodyPr>
            <a:lstStyle/>
            <a:p>
              <a:pPr marL="0" marR="0" lvl="0" indent="0" algn="l" rtl="0">
                <a:lnSpc>
                  <a:spcPct val="100000"/>
                </a:lnSpc>
                <a:spcBef>
                  <a:spcPts val="0"/>
                </a:spcBef>
                <a:spcAft>
                  <a:spcPts val="0"/>
                </a:spcAft>
                <a:buClr>
                  <a:srgbClr val="000000"/>
                </a:buClr>
                <a:buSzPts val="2000"/>
                <a:buFont typeface="Arial"/>
                <a:buNone/>
              </a:pPr>
              <a:r>
                <a:rPr lang="en-US" sz="2000" b="0" i="0" u="none" strike="noStrike" cap="none">
                  <a:solidFill>
                    <a:srgbClr val="3F3F3F"/>
                  </a:solidFill>
                  <a:latin typeface="Open Sans"/>
                  <a:ea typeface="Open Sans"/>
                  <a:cs typeface="Open Sans"/>
                  <a:sym typeface="Open Sans"/>
                </a:rPr>
                <a:t>On which device do they watch the show?</a:t>
              </a:r>
              <a:endParaRPr sz="1400" b="0" i="0" u="none" strike="noStrike" cap="none">
                <a:solidFill>
                  <a:srgbClr val="000000"/>
                </a:solidFill>
                <a:latin typeface="Arial"/>
                <a:ea typeface="Arial"/>
                <a:cs typeface="Arial"/>
                <a:sym typeface="Arial"/>
              </a:endParaRPr>
            </a:p>
          </p:txBody>
        </p:sp>
        <p:sp>
          <p:nvSpPr>
            <p:cNvPr id="645" name="Google Shape;645;p55"/>
            <p:cNvSpPr/>
            <p:nvPr/>
          </p:nvSpPr>
          <p:spPr>
            <a:xfrm>
              <a:off x="7460919" y="4104922"/>
              <a:ext cx="432000" cy="432000"/>
            </a:xfrm>
            <a:prstGeom prst="ellipse">
              <a:avLst/>
            </a:prstGeom>
            <a:solidFill>
              <a:srgbClr val="FBE4D4"/>
            </a:solidFill>
            <a:ln w="38100" cap="flat" cmpd="sng">
              <a:solidFill>
                <a:srgbClr val="FF938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r>
                <a:rPr lang="en-US" sz="2400" b="1" i="0" u="none" strike="noStrike" cap="none" dirty="0">
                  <a:solidFill>
                    <a:srgbClr val="3F3F3F"/>
                  </a:solidFill>
                  <a:latin typeface="Arial"/>
                  <a:ea typeface="Arial"/>
                  <a:cs typeface="Arial"/>
                  <a:sym typeface="Arial"/>
                </a:rPr>
                <a:t>3</a:t>
              </a:r>
              <a:endParaRPr sz="1400" b="0" i="0" u="none" strike="noStrike" cap="none" dirty="0">
                <a:solidFill>
                  <a:srgbClr val="000000"/>
                </a:solidFill>
                <a:latin typeface="Arial"/>
                <a:ea typeface="Arial"/>
                <a:cs typeface="Arial"/>
                <a:sym typeface="Arial"/>
              </a:endParaRPr>
            </a:p>
          </p:txBody>
        </p:sp>
        <p:sp>
          <p:nvSpPr>
            <p:cNvPr id="646" name="Google Shape;646;p55"/>
            <p:cNvSpPr/>
            <p:nvPr/>
          </p:nvSpPr>
          <p:spPr>
            <a:xfrm>
              <a:off x="7619224" y="4769690"/>
              <a:ext cx="5621930" cy="610221"/>
            </a:xfrm>
            <a:prstGeom prst="roundRect">
              <a:avLst>
                <a:gd name="adj" fmla="val 16667"/>
              </a:avLst>
            </a:prstGeom>
            <a:solidFill>
              <a:srgbClr val="DDEAF6"/>
            </a:solidFill>
            <a:ln>
              <a:noFill/>
            </a:ln>
          </p:spPr>
          <p:txBody>
            <a:bodyPr spcFirstLastPara="1" wrap="square" lIns="548625" tIns="60950" rIns="121900" bIns="60950" anchor="ctr" anchorCtr="0">
              <a:noAutofit/>
            </a:bodyPr>
            <a:lstStyle/>
            <a:p>
              <a:pPr marL="0" marR="0" lvl="0" indent="0" algn="l" rtl="0">
                <a:lnSpc>
                  <a:spcPct val="100000"/>
                </a:lnSpc>
                <a:spcBef>
                  <a:spcPts val="0"/>
                </a:spcBef>
                <a:spcAft>
                  <a:spcPts val="0"/>
                </a:spcAft>
                <a:buClr>
                  <a:srgbClr val="000000"/>
                </a:buClr>
                <a:buSzPts val="2000"/>
                <a:buFont typeface="Arial"/>
                <a:buNone/>
              </a:pPr>
              <a:r>
                <a:rPr lang="en-US" sz="2000" b="0" i="0" u="none" strike="noStrike" cap="none">
                  <a:solidFill>
                    <a:srgbClr val="3F3F3F"/>
                  </a:solidFill>
                  <a:latin typeface="Open Sans"/>
                  <a:ea typeface="Open Sans"/>
                  <a:cs typeface="Open Sans"/>
                  <a:sym typeface="Open Sans"/>
                </a:rPr>
                <a:t>How often do they pause a program?</a:t>
              </a:r>
              <a:endParaRPr sz="1400" b="0" i="0" u="none" strike="noStrike" cap="none">
                <a:solidFill>
                  <a:srgbClr val="000000"/>
                </a:solidFill>
                <a:latin typeface="Arial"/>
                <a:ea typeface="Arial"/>
                <a:cs typeface="Arial"/>
                <a:sym typeface="Arial"/>
              </a:endParaRPr>
            </a:p>
          </p:txBody>
        </p:sp>
        <p:sp>
          <p:nvSpPr>
            <p:cNvPr id="647" name="Google Shape;647;p55"/>
            <p:cNvSpPr/>
            <p:nvPr/>
          </p:nvSpPr>
          <p:spPr>
            <a:xfrm>
              <a:off x="7460919" y="4844614"/>
              <a:ext cx="432000" cy="432000"/>
            </a:xfrm>
            <a:prstGeom prst="ellipse">
              <a:avLst/>
            </a:prstGeom>
            <a:solidFill>
              <a:srgbClr val="F2F2F2"/>
            </a:solidFill>
            <a:ln w="38100" cap="flat" cmpd="sng">
              <a:solidFill>
                <a:srgbClr val="9CC2E5"/>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r>
                <a:rPr lang="en-US" sz="2400" b="1" i="0" u="none" strike="noStrike" cap="none">
                  <a:solidFill>
                    <a:srgbClr val="3F3F3F"/>
                  </a:solidFill>
                  <a:latin typeface="Arial"/>
                  <a:ea typeface="Arial"/>
                  <a:cs typeface="Arial"/>
                  <a:sym typeface="Arial"/>
                </a:rPr>
                <a:t>4</a:t>
              </a:r>
              <a:endParaRPr sz="1400" b="0" i="0" u="none" strike="noStrike" cap="none">
                <a:solidFill>
                  <a:srgbClr val="000000"/>
                </a:solidFill>
                <a:latin typeface="Arial"/>
                <a:ea typeface="Arial"/>
                <a:cs typeface="Arial"/>
                <a:sym typeface="Arial"/>
              </a:endParaRPr>
            </a:p>
          </p:txBody>
        </p:sp>
        <p:sp>
          <p:nvSpPr>
            <p:cNvPr id="650" name="Google Shape;650;p55"/>
            <p:cNvSpPr/>
            <p:nvPr/>
          </p:nvSpPr>
          <p:spPr>
            <a:xfrm>
              <a:off x="7635955" y="5513288"/>
              <a:ext cx="5622845" cy="610223"/>
            </a:xfrm>
            <a:prstGeom prst="roundRect">
              <a:avLst>
                <a:gd name="adj" fmla="val 16667"/>
              </a:avLst>
            </a:prstGeom>
            <a:solidFill>
              <a:srgbClr val="FBE4D4"/>
            </a:solidFill>
            <a:ln>
              <a:noFill/>
            </a:ln>
          </p:spPr>
          <p:txBody>
            <a:bodyPr spcFirstLastPara="1" wrap="square" lIns="548625" tIns="60950" rIns="121900" bIns="60950" anchor="ctr" anchorCtr="0">
              <a:noAutofit/>
            </a:bodyPr>
            <a:lstStyle/>
            <a:p>
              <a:pPr marL="0" marR="0" lvl="0" indent="0" algn="l" rtl="0">
                <a:lnSpc>
                  <a:spcPct val="100000"/>
                </a:lnSpc>
                <a:spcBef>
                  <a:spcPts val="0"/>
                </a:spcBef>
                <a:spcAft>
                  <a:spcPts val="0"/>
                </a:spcAft>
                <a:buClr>
                  <a:srgbClr val="000000"/>
                </a:buClr>
                <a:buSzPts val="2000"/>
                <a:buFont typeface="Arial"/>
                <a:buNone/>
              </a:pPr>
              <a:r>
                <a:rPr lang="en-US" sz="2000" b="0" i="0" u="none" strike="noStrike" cap="none">
                  <a:solidFill>
                    <a:srgbClr val="3F3F3F"/>
                  </a:solidFill>
                  <a:latin typeface="Open Sans"/>
                  <a:ea typeface="Open Sans"/>
                  <a:cs typeface="Open Sans"/>
                  <a:sym typeface="Open Sans"/>
                </a:rPr>
                <a:t>How often do they re-watch a program?</a:t>
              </a:r>
              <a:endParaRPr sz="1400" b="0" i="0" u="none" strike="noStrike" cap="none">
                <a:solidFill>
                  <a:srgbClr val="000000"/>
                </a:solidFill>
                <a:latin typeface="Arial"/>
                <a:ea typeface="Arial"/>
                <a:cs typeface="Arial"/>
                <a:sym typeface="Arial"/>
              </a:endParaRPr>
            </a:p>
          </p:txBody>
        </p:sp>
        <p:sp>
          <p:nvSpPr>
            <p:cNvPr id="651" name="Google Shape;651;p55"/>
            <p:cNvSpPr/>
            <p:nvPr/>
          </p:nvSpPr>
          <p:spPr>
            <a:xfrm>
              <a:off x="7460919" y="5584306"/>
              <a:ext cx="432000" cy="432000"/>
            </a:xfrm>
            <a:prstGeom prst="ellipse">
              <a:avLst/>
            </a:prstGeom>
            <a:solidFill>
              <a:srgbClr val="FBE4D4"/>
            </a:solidFill>
            <a:ln w="38100" cap="flat" cmpd="sng">
              <a:solidFill>
                <a:srgbClr val="FF938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r>
                <a:rPr lang="en-US" sz="2400" b="1" i="0" u="none" strike="noStrike" cap="none" dirty="0">
                  <a:solidFill>
                    <a:srgbClr val="3F3F3F"/>
                  </a:solidFill>
                  <a:latin typeface="Arial"/>
                  <a:ea typeface="Arial"/>
                  <a:cs typeface="Arial"/>
                  <a:sym typeface="Arial"/>
                </a:rPr>
                <a:t>5</a:t>
              </a:r>
              <a:endParaRPr sz="1400" b="0" i="0" u="none" strike="noStrike" cap="none" dirty="0">
                <a:solidFill>
                  <a:srgbClr val="000000"/>
                </a:solidFill>
                <a:latin typeface="Arial"/>
                <a:ea typeface="Arial"/>
                <a:cs typeface="Arial"/>
                <a:sym typeface="Arial"/>
              </a:endParaRPr>
            </a:p>
          </p:txBody>
        </p:sp>
        <p:sp>
          <p:nvSpPr>
            <p:cNvPr id="652" name="Google Shape;652;p55"/>
            <p:cNvSpPr/>
            <p:nvPr/>
          </p:nvSpPr>
          <p:spPr>
            <a:xfrm>
              <a:off x="7633793" y="6256888"/>
              <a:ext cx="5621930" cy="610222"/>
            </a:xfrm>
            <a:prstGeom prst="roundRect">
              <a:avLst>
                <a:gd name="adj" fmla="val 16667"/>
              </a:avLst>
            </a:prstGeom>
            <a:solidFill>
              <a:srgbClr val="DDEAF6"/>
            </a:solidFill>
            <a:ln>
              <a:noFill/>
            </a:ln>
          </p:spPr>
          <p:txBody>
            <a:bodyPr spcFirstLastPara="1" wrap="square" lIns="548625" tIns="60950" rIns="121900" bIns="60950" anchor="ctr" anchorCtr="0">
              <a:noAutofit/>
            </a:bodyPr>
            <a:lstStyle/>
            <a:p>
              <a:pPr marL="0" marR="0" lvl="0" indent="0" algn="l" rtl="0">
                <a:lnSpc>
                  <a:spcPct val="100000"/>
                </a:lnSpc>
                <a:spcBef>
                  <a:spcPts val="0"/>
                </a:spcBef>
                <a:spcAft>
                  <a:spcPts val="0"/>
                </a:spcAft>
                <a:buClr>
                  <a:srgbClr val="000000"/>
                </a:buClr>
                <a:buSzPts val="2000"/>
                <a:buFont typeface="Arial"/>
                <a:buNone/>
              </a:pPr>
              <a:r>
                <a:rPr lang="en-US" sz="2000" b="0" i="0" u="none" strike="noStrike" cap="none">
                  <a:solidFill>
                    <a:srgbClr val="3F3F3F"/>
                  </a:solidFill>
                  <a:latin typeface="Open Sans"/>
                  <a:ea typeface="Open Sans"/>
                  <a:cs typeface="Open Sans"/>
                  <a:sym typeface="Open Sans"/>
                </a:rPr>
                <a:t>Do they skip the credits?</a:t>
              </a:r>
              <a:endParaRPr sz="1400" b="0" i="0" u="none" strike="noStrike" cap="none">
                <a:solidFill>
                  <a:srgbClr val="000000"/>
                </a:solidFill>
                <a:latin typeface="Arial"/>
                <a:ea typeface="Arial"/>
                <a:cs typeface="Arial"/>
                <a:sym typeface="Arial"/>
              </a:endParaRPr>
            </a:p>
          </p:txBody>
        </p:sp>
        <p:sp>
          <p:nvSpPr>
            <p:cNvPr id="653" name="Google Shape;653;p55"/>
            <p:cNvSpPr/>
            <p:nvPr/>
          </p:nvSpPr>
          <p:spPr>
            <a:xfrm>
              <a:off x="7460919" y="6347444"/>
              <a:ext cx="432000" cy="432000"/>
            </a:xfrm>
            <a:prstGeom prst="ellipse">
              <a:avLst/>
            </a:prstGeom>
            <a:solidFill>
              <a:srgbClr val="F2F2F2"/>
            </a:solidFill>
            <a:ln w="38100" cap="flat" cmpd="sng">
              <a:solidFill>
                <a:srgbClr val="9CC2E5"/>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r>
                <a:rPr lang="en-US" sz="2400" b="1" i="0" u="none" strike="noStrike" cap="none">
                  <a:solidFill>
                    <a:srgbClr val="3F3F3F"/>
                  </a:solidFill>
                  <a:latin typeface="Arial"/>
                  <a:ea typeface="Arial"/>
                  <a:cs typeface="Arial"/>
                  <a:sym typeface="Arial"/>
                </a:rPr>
                <a:t>6</a:t>
              </a:r>
              <a:endParaRPr sz="1400" b="0" i="0" u="none" strike="noStrike" cap="none">
                <a:solidFill>
                  <a:srgbClr val="000000"/>
                </a:solidFill>
                <a:latin typeface="Arial"/>
                <a:ea typeface="Arial"/>
                <a:cs typeface="Arial"/>
                <a:sym typeface="Arial"/>
              </a:endParaRPr>
            </a:p>
          </p:txBody>
        </p:sp>
        <p:sp>
          <p:nvSpPr>
            <p:cNvPr id="659" name="Google Shape;659;p55"/>
            <p:cNvSpPr/>
            <p:nvPr/>
          </p:nvSpPr>
          <p:spPr>
            <a:xfrm>
              <a:off x="7619224" y="7000486"/>
              <a:ext cx="5622845" cy="610223"/>
            </a:xfrm>
            <a:prstGeom prst="roundRect">
              <a:avLst>
                <a:gd name="adj" fmla="val 16667"/>
              </a:avLst>
            </a:prstGeom>
            <a:solidFill>
              <a:srgbClr val="FBE4D4"/>
            </a:solidFill>
            <a:ln>
              <a:noFill/>
            </a:ln>
          </p:spPr>
          <p:txBody>
            <a:bodyPr spcFirstLastPara="1" wrap="square" lIns="548625" tIns="60950" rIns="121900" bIns="60950" anchor="ctr" anchorCtr="0">
              <a:noAutofit/>
            </a:bodyPr>
            <a:lstStyle/>
            <a:p>
              <a:pPr marL="0" marR="0" lvl="0" indent="0" algn="l" rtl="0">
                <a:lnSpc>
                  <a:spcPct val="100000"/>
                </a:lnSpc>
                <a:spcBef>
                  <a:spcPts val="0"/>
                </a:spcBef>
                <a:spcAft>
                  <a:spcPts val="0"/>
                </a:spcAft>
                <a:buClr>
                  <a:srgbClr val="000000"/>
                </a:buClr>
                <a:buSzPts val="2000"/>
                <a:buFont typeface="Arial"/>
                <a:buNone/>
              </a:pPr>
              <a:r>
                <a:rPr lang="en-US" sz="2000" b="0" i="0" u="none" strike="noStrike" cap="none">
                  <a:solidFill>
                    <a:srgbClr val="3F3F3F"/>
                  </a:solidFill>
                  <a:latin typeface="Open Sans"/>
                  <a:ea typeface="Open Sans"/>
                  <a:cs typeface="Open Sans"/>
                  <a:sym typeface="Open Sans"/>
                </a:rPr>
                <a:t>What are the keywords searched?</a:t>
              </a:r>
              <a:endParaRPr sz="1400" b="0" i="0" u="none" strike="noStrike" cap="none">
                <a:solidFill>
                  <a:srgbClr val="000000"/>
                </a:solidFill>
                <a:latin typeface="Arial"/>
                <a:ea typeface="Arial"/>
                <a:cs typeface="Arial"/>
                <a:sym typeface="Arial"/>
              </a:endParaRPr>
            </a:p>
          </p:txBody>
        </p:sp>
        <p:sp>
          <p:nvSpPr>
            <p:cNvPr id="660" name="Google Shape;660;p55"/>
            <p:cNvSpPr/>
            <p:nvPr/>
          </p:nvSpPr>
          <p:spPr>
            <a:xfrm>
              <a:off x="7460919" y="7087133"/>
              <a:ext cx="432000" cy="432000"/>
            </a:xfrm>
            <a:prstGeom prst="ellipse">
              <a:avLst/>
            </a:prstGeom>
            <a:solidFill>
              <a:srgbClr val="FBE4D4"/>
            </a:solidFill>
            <a:ln w="38100" cap="flat" cmpd="sng">
              <a:solidFill>
                <a:srgbClr val="FF938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000"/>
                <a:buFont typeface="Arial"/>
                <a:buNone/>
              </a:pPr>
              <a:r>
                <a:rPr lang="en-US" sz="2000" b="1" i="0" u="none" strike="noStrike" cap="none" dirty="0">
                  <a:solidFill>
                    <a:srgbClr val="3F3F3F"/>
                  </a:solidFill>
                  <a:latin typeface="Open Sans"/>
                  <a:ea typeface="Open Sans"/>
                  <a:cs typeface="Open Sans"/>
                  <a:sym typeface="Open Sans"/>
                </a:rPr>
                <a:t>7</a:t>
              </a:r>
              <a:endParaRPr sz="1400" b="0" i="0" u="none" strike="noStrike" cap="none" dirty="0">
                <a:solidFill>
                  <a:srgbClr val="000000"/>
                </a:solidFill>
                <a:latin typeface="Arial"/>
                <a:ea typeface="Arial"/>
                <a:cs typeface="Arial"/>
                <a:sym typeface="Arial"/>
              </a:endParaRPr>
            </a:p>
          </p:txBody>
        </p:sp>
      </p:grpSp>
      <p:sp>
        <p:nvSpPr>
          <p:cNvPr id="661" name="Google Shape;661;p55"/>
          <p:cNvSpPr txBox="1"/>
          <p:nvPr/>
        </p:nvSpPr>
        <p:spPr>
          <a:xfrm>
            <a:off x="1527175" y="1222999"/>
            <a:ext cx="13201650" cy="846514"/>
          </a:xfrm>
          <a:prstGeom prst="rect">
            <a:avLst/>
          </a:prstGeom>
          <a:noFill/>
          <a:ln>
            <a:noFill/>
          </a:ln>
        </p:spPr>
        <p:txBody>
          <a:bodyPr spcFirstLastPara="1" wrap="square" lIns="91425" tIns="45700" rIns="91425" bIns="45700" anchor="t" anchorCtr="0">
            <a:spAutoFit/>
          </a:bodyPr>
          <a:lstStyle/>
          <a:p>
            <a:pPr marL="0" marR="0" lvl="0" indent="0" algn="ctr" rtl="0">
              <a:lnSpc>
                <a:spcPct val="115000"/>
              </a:lnSpc>
              <a:spcBef>
                <a:spcPts val="0"/>
              </a:spcBef>
              <a:spcAft>
                <a:spcPts val="0"/>
              </a:spcAft>
              <a:buClr>
                <a:srgbClr val="000000"/>
              </a:buClr>
              <a:buSzPts val="2200"/>
              <a:buFont typeface="Arial"/>
              <a:buNone/>
            </a:pPr>
            <a:r>
              <a:rPr lang="en-US" sz="2200" b="0" i="0" u="none" strike="noStrike" cap="none" dirty="0">
                <a:solidFill>
                  <a:srgbClr val="3F3F3F"/>
                </a:solidFill>
                <a:latin typeface="Open Sans"/>
                <a:ea typeface="Open Sans"/>
                <a:cs typeface="Open Sans"/>
                <a:sym typeface="Open Sans"/>
              </a:rPr>
              <a:t>Netflix's enormous user base of over 148 million users offers it a big advantage when it comes to data collection. The following metrics are then focused on:</a:t>
            </a:r>
            <a:endParaRPr sz="1400" b="0" i="0" u="none" strike="noStrike" cap="none" dirty="0">
              <a:solidFill>
                <a:srgbClr val="000000"/>
              </a:solidFill>
              <a:latin typeface="Arial"/>
              <a:ea typeface="Arial"/>
              <a:cs typeface="Arial"/>
              <a:sym typeface="Arial"/>
            </a:endParaRPr>
          </a:p>
        </p:txBody>
      </p:sp>
      <p:sp>
        <p:nvSpPr>
          <p:cNvPr id="3" name="Brandline_LVC">
            <a:extLst>
              <a:ext uri="{FF2B5EF4-FFF2-40B4-BE49-F238E27FC236}">
                <a16:creationId xmlns:a16="http://schemas.microsoft.com/office/drawing/2014/main" id="{323B1B75-95FA-8F79-9BFB-105DCB24C346}"/>
              </a:ext>
            </a:extLst>
          </p:cNvPr>
          <p:cNvSpPr/>
          <p:nvPr/>
        </p:nvSpPr>
        <p:spPr>
          <a:xfrm>
            <a:off x="4737100" y="816324"/>
            <a:ext cx="6800532"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666"/>
        <p:cNvGrpSpPr/>
        <p:nvPr/>
      </p:nvGrpSpPr>
      <p:grpSpPr>
        <a:xfrm>
          <a:off x="0" y="0"/>
          <a:ext cx="0" cy="0"/>
          <a:chOff x="0" y="0"/>
          <a:chExt cx="0" cy="0"/>
        </a:xfrm>
      </p:grpSpPr>
      <p:sp>
        <p:nvSpPr>
          <p:cNvPr id="667" name="Google Shape;667;p97"/>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dirty="0">
                <a:solidFill>
                  <a:srgbClr val="3F3F3F"/>
                </a:solidFill>
                <a:latin typeface="Open Sans"/>
                <a:ea typeface="Open Sans"/>
                <a:cs typeface="Open Sans"/>
                <a:sym typeface="Open Sans"/>
              </a:rPr>
              <a:t>Case Study: Big Data in Netflix </a:t>
            </a:r>
            <a:endParaRPr dirty="0"/>
          </a:p>
        </p:txBody>
      </p:sp>
      <p:sp>
        <p:nvSpPr>
          <p:cNvPr id="668" name="Google Shape;668;p97"/>
          <p:cNvSpPr/>
          <p:nvPr/>
        </p:nvSpPr>
        <p:spPr>
          <a:xfrm>
            <a:off x="8386112" y="2478503"/>
            <a:ext cx="6790968" cy="3993243"/>
          </a:xfrm>
          <a:prstGeom prst="roundRect">
            <a:avLst>
              <a:gd name="adj" fmla="val 6103"/>
            </a:avLst>
          </a:prstGeom>
          <a:solidFill>
            <a:schemeClr val="lt1"/>
          </a:solidFill>
          <a:ln w="12700" cap="flat" cmpd="sng">
            <a:solidFill>
              <a:srgbClr val="9CC2E5"/>
            </a:solidFill>
            <a:prstDash val="solid"/>
            <a:miter lim="800000"/>
            <a:headEnd type="none" w="sm" len="sm"/>
            <a:tailEnd type="none" w="sm" len="sm"/>
          </a:ln>
        </p:spPr>
        <p:txBody>
          <a:bodyPr spcFirstLastPara="1" wrap="square" lIns="91425" tIns="45700" rIns="91425" bIns="45700" anchor="ctr" anchorCtr="0">
            <a:noAutofit/>
          </a:bodyPr>
          <a:lstStyle/>
          <a:p>
            <a:pPr marL="342900" indent="-342900">
              <a:buClr>
                <a:schemeClr val="dk1"/>
              </a:buClr>
              <a:buSzPts val="2200"/>
              <a:buFont typeface="Arial"/>
              <a:buChar char="•"/>
            </a:pPr>
            <a:r>
              <a:rPr lang="en-US" sz="2200" dirty="0">
                <a:solidFill>
                  <a:srgbClr val="3F3F3F"/>
                </a:solidFill>
                <a:latin typeface="Open Sans"/>
                <a:ea typeface="Open Sans"/>
                <a:cs typeface="Open Sans"/>
                <a:sym typeface="Open Sans"/>
              </a:rPr>
              <a:t>Traditionally, the analysis of such data was done using a computer algorithm that was designed to produce a correct solution for any given instance. </a:t>
            </a:r>
            <a:endParaRPr sz="2200" dirty="0">
              <a:solidFill>
                <a:srgbClr val="3F3F3F"/>
              </a:solidFill>
              <a:latin typeface="Open Sans"/>
              <a:ea typeface="Open Sans"/>
              <a:cs typeface="Open Sans"/>
            </a:endParaRPr>
          </a:p>
          <a:p>
            <a:pPr marL="342900" indent="-342900">
              <a:buClr>
                <a:schemeClr val="dk1"/>
              </a:buClr>
              <a:buSzPts val="2200"/>
              <a:buFont typeface="Arial"/>
              <a:buChar char="•"/>
            </a:pPr>
            <a:endParaRPr sz="2200" dirty="0">
              <a:solidFill>
                <a:srgbClr val="3F3F3F"/>
              </a:solidFill>
              <a:latin typeface="Open Sans"/>
              <a:ea typeface="Open Sans"/>
              <a:cs typeface="Open Sans"/>
              <a:sym typeface="Open Sans"/>
            </a:endParaRPr>
          </a:p>
          <a:p>
            <a:pPr marL="342900" indent="-342900">
              <a:buClr>
                <a:schemeClr val="dk1"/>
              </a:buClr>
              <a:buSzPts val="2200"/>
              <a:buFont typeface="Arial"/>
              <a:buChar char="•"/>
            </a:pPr>
            <a:r>
              <a:rPr lang="en-US" sz="2200" dirty="0">
                <a:solidFill>
                  <a:srgbClr val="3F3F3F"/>
                </a:solidFill>
                <a:latin typeface="Open Sans"/>
                <a:ea typeface="Open Sans"/>
                <a:cs typeface="Open Sans"/>
                <a:sym typeface="Open Sans"/>
              </a:rPr>
              <a:t>As the data started to grow, a series of computers were employed to do the analysis.</a:t>
            </a:r>
            <a:endParaRPr sz="2200" dirty="0">
              <a:solidFill>
                <a:srgbClr val="3F3F3F"/>
              </a:solidFill>
              <a:latin typeface="Open Sans"/>
              <a:ea typeface="Open Sans"/>
              <a:cs typeface="Open Sans"/>
            </a:endParaRPr>
          </a:p>
          <a:p>
            <a:pPr>
              <a:buClr>
                <a:schemeClr val="dk1"/>
              </a:buClr>
              <a:buSzPts val="2200"/>
            </a:pPr>
            <a:endParaRPr sz="2200" dirty="0">
              <a:solidFill>
                <a:srgbClr val="3F3F3F"/>
              </a:solidFill>
              <a:latin typeface="Open Sans"/>
              <a:ea typeface="Open Sans"/>
              <a:cs typeface="Open Sans"/>
              <a:sym typeface="Open Sans"/>
            </a:endParaRPr>
          </a:p>
          <a:p>
            <a:pPr marL="342900" indent="-342900">
              <a:buClr>
                <a:schemeClr val="dk1"/>
              </a:buClr>
              <a:buSzPts val="2200"/>
              <a:buFont typeface="Arial"/>
              <a:buChar char="•"/>
            </a:pPr>
            <a:r>
              <a:rPr lang="en-US" sz="2200" dirty="0">
                <a:solidFill>
                  <a:srgbClr val="3F3F3F"/>
                </a:solidFill>
                <a:latin typeface="Open Sans"/>
                <a:ea typeface="Open Sans"/>
                <a:cs typeface="Open Sans"/>
                <a:sym typeface="Open Sans"/>
              </a:rPr>
              <a:t>They are also known as distributed systems. </a:t>
            </a:r>
            <a:endParaRPr sz="2200" dirty="0">
              <a:solidFill>
                <a:srgbClr val="3F3F3F"/>
              </a:solidFill>
              <a:latin typeface="Open Sans"/>
              <a:ea typeface="Open Sans"/>
              <a:cs typeface="Open Sans"/>
              <a:sym typeface="Open Sans"/>
            </a:endParaRPr>
          </a:p>
        </p:txBody>
      </p:sp>
      <p:sp>
        <p:nvSpPr>
          <p:cNvPr id="670" name="Google Shape;670;p97"/>
          <p:cNvSpPr/>
          <p:nvPr/>
        </p:nvSpPr>
        <p:spPr>
          <a:xfrm>
            <a:off x="10808942" y="2552263"/>
            <a:ext cx="1945308" cy="430887"/>
          </a:xfrm>
          <a:prstGeom prst="rect">
            <a:avLst/>
          </a:prstGeom>
          <a:noFill/>
          <a:ln>
            <a:noFill/>
          </a:ln>
          <a:effectLst>
            <a:outerShdw blurRad="63500" sx="102000" sy="102000" algn="ctr" rotWithShape="0">
              <a:srgbClr val="000000">
                <a:alpha val="40000"/>
              </a:srgbClr>
            </a:outerShdw>
          </a:effectLst>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200" b="1" i="0" u="none" strike="noStrike" cap="none" dirty="0">
                <a:solidFill>
                  <a:srgbClr val="3F3F3F"/>
                </a:solidFill>
                <a:latin typeface="Open Sans"/>
                <a:ea typeface="Open Sans"/>
                <a:cs typeface="Open Sans"/>
                <a:sym typeface="Open Sans"/>
              </a:rPr>
              <a:t>Solution</a:t>
            </a:r>
            <a:endParaRPr sz="1400" b="1" i="0" u="none" strike="noStrike" cap="none" dirty="0">
              <a:solidFill>
                <a:srgbClr val="3F3F3F"/>
              </a:solidFill>
              <a:latin typeface="Arial"/>
              <a:ea typeface="Arial"/>
              <a:cs typeface="Arial"/>
              <a:sym typeface="Arial"/>
            </a:endParaRPr>
          </a:p>
        </p:txBody>
      </p:sp>
      <p:grpSp>
        <p:nvGrpSpPr>
          <p:cNvPr id="671" name="Google Shape;671;p97"/>
          <p:cNvGrpSpPr/>
          <p:nvPr/>
        </p:nvGrpSpPr>
        <p:grpSpPr>
          <a:xfrm>
            <a:off x="1219200" y="3008192"/>
            <a:ext cx="6553120" cy="3557683"/>
            <a:chOff x="1188006" y="2893532"/>
            <a:chExt cx="6553120" cy="3557683"/>
          </a:xfrm>
        </p:grpSpPr>
        <p:sp>
          <p:nvSpPr>
            <p:cNvPr id="672" name="Google Shape;672;p97"/>
            <p:cNvSpPr/>
            <p:nvPr/>
          </p:nvSpPr>
          <p:spPr>
            <a:xfrm>
              <a:off x="3019225" y="5816369"/>
              <a:ext cx="2890682" cy="634846"/>
            </a:xfrm>
            <a:prstGeom prst="roundRect">
              <a:avLst>
                <a:gd name="adj" fmla="val 16667"/>
              </a:avLst>
            </a:prstGeom>
            <a:solidFill>
              <a:schemeClr val="lt1"/>
            </a:solidFill>
            <a:ln w="1270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Multiple systems</a:t>
              </a:r>
              <a:endParaRPr sz="1400" b="0" i="0" u="none" strike="noStrike" cap="none">
                <a:solidFill>
                  <a:srgbClr val="3F3F3F"/>
                </a:solidFill>
                <a:latin typeface="Arial"/>
                <a:ea typeface="Arial"/>
                <a:cs typeface="Arial"/>
                <a:sym typeface="Arial"/>
              </a:endParaRPr>
            </a:p>
          </p:txBody>
        </p:sp>
        <p:pic>
          <p:nvPicPr>
            <p:cNvPr id="673" name="Google Shape;673;p97" descr="Monitor with solid fill"/>
            <p:cNvPicPr preferRelativeResize="0"/>
            <p:nvPr/>
          </p:nvPicPr>
          <p:blipFill rotWithShape="1">
            <a:blip r:embed="rId3">
              <a:alphaModFix/>
            </a:blip>
            <a:srcRect/>
            <a:stretch/>
          </p:blipFill>
          <p:spPr>
            <a:xfrm>
              <a:off x="3514116" y="3988736"/>
              <a:ext cx="1900898" cy="1900898"/>
            </a:xfrm>
            <a:prstGeom prst="rect">
              <a:avLst/>
            </a:prstGeom>
            <a:noFill/>
            <a:ln>
              <a:noFill/>
            </a:ln>
          </p:spPr>
        </p:pic>
        <p:pic>
          <p:nvPicPr>
            <p:cNvPr id="674" name="Google Shape;674;p97" descr="Monitor with solid fill"/>
            <p:cNvPicPr preferRelativeResize="0"/>
            <p:nvPr/>
          </p:nvPicPr>
          <p:blipFill rotWithShape="1">
            <a:blip r:embed="rId4">
              <a:alphaModFix/>
            </a:blip>
            <a:srcRect/>
            <a:stretch/>
          </p:blipFill>
          <p:spPr>
            <a:xfrm>
              <a:off x="5212821" y="3361405"/>
              <a:ext cx="1486490" cy="1486490"/>
            </a:xfrm>
            <a:prstGeom prst="rect">
              <a:avLst/>
            </a:prstGeom>
            <a:noFill/>
            <a:ln>
              <a:noFill/>
            </a:ln>
          </p:spPr>
        </p:pic>
        <p:pic>
          <p:nvPicPr>
            <p:cNvPr id="675" name="Google Shape;675;p97" descr="Monitor with solid fill"/>
            <p:cNvPicPr preferRelativeResize="0"/>
            <p:nvPr/>
          </p:nvPicPr>
          <p:blipFill rotWithShape="1">
            <a:blip r:embed="rId3">
              <a:alphaModFix/>
            </a:blip>
            <a:srcRect/>
            <a:stretch/>
          </p:blipFill>
          <p:spPr>
            <a:xfrm>
              <a:off x="6530008" y="2893532"/>
              <a:ext cx="1211118" cy="1211118"/>
            </a:xfrm>
            <a:prstGeom prst="rect">
              <a:avLst/>
            </a:prstGeom>
            <a:noFill/>
            <a:ln>
              <a:noFill/>
            </a:ln>
          </p:spPr>
        </p:pic>
        <p:pic>
          <p:nvPicPr>
            <p:cNvPr id="676" name="Google Shape;676;p97" descr="Monitor with solid fill"/>
            <p:cNvPicPr preferRelativeResize="0"/>
            <p:nvPr/>
          </p:nvPicPr>
          <p:blipFill rotWithShape="1">
            <a:blip r:embed="rId4">
              <a:alphaModFix/>
            </a:blip>
            <a:srcRect/>
            <a:stretch/>
          </p:blipFill>
          <p:spPr>
            <a:xfrm>
              <a:off x="2229820" y="3361405"/>
              <a:ext cx="1486490" cy="1486490"/>
            </a:xfrm>
            <a:prstGeom prst="rect">
              <a:avLst/>
            </a:prstGeom>
            <a:noFill/>
            <a:ln>
              <a:noFill/>
            </a:ln>
          </p:spPr>
        </p:pic>
        <p:pic>
          <p:nvPicPr>
            <p:cNvPr id="677" name="Google Shape;677;p97" descr="Monitor with solid fill"/>
            <p:cNvPicPr preferRelativeResize="0"/>
            <p:nvPr/>
          </p:nvPicPr>
          <p:blipFill rotWithShape="1">
            <a:blip r:embed="rId3">
              <a:alphaModFix/>
            </a:blip>
            <a:srcRect/>
            <a:stretch/>
          </p:blipFill>
          <p:spPr>
            <a:xfrm>
              <a:off x="1188006" y="2893532"/>
              <a:ext cx="1211118" cy="1211118"/>
            </a:xfrm>
            <a:prstGeom prst="rect">
              <a:avLst/>
            </a:prstGeom>
            <a:noFill/>
            <a:ln>
              <a:noFill/>
            </a:ln>
          </p:spPr>
        </p:pic>
      </p:grpSp>
      <p:sp>
        <p:nvSpPr>
          <p:cNvPr id="3" name="Brandline_LVC">
            <a:extLst>
              <a:ext uri="{FF2B5EF4-FFF2-40B4-BE49-F238E27FC236}">
                <a16:creationId xmlns:a16="http://schemas.microsoft.com/office/drawing/2014/main" id="{CE41DFF4-1E34-EA25-16E2-225F0F1EDD07}"/>
              </a:ext>
            </a:extLst>
          </p:cNvPr>
          <p:cNvSpPr/>
          <p:nvPr/>
        </p:nvSpPr>
        <p:spPr>
          <a:xfrm>
            <a:off x="4737100" y="816324"/>
            <a:ext cx="6800532"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681"/>
        <p:cNvGrpSpPr/>
        <p:nvPr/>
      </p:nvGrpSpPr>
      <p:grpSpPr>
        <a:xfrm>
          <a:off x="0" y="0"/>
          <a:ext cx="0" cy="0"/>
          <a:chOff x="0" y="0"/>
          <a:chExt cx="0" cy="0"/>
        </a:xfrm>
      </p:grpSpPr>
      <p:sp>
        <p:nvSpPr>
          <p:cNvPr id="682" name="Google Shape;682;p57"/>
          <p:cNvSpPr txBox="1">
            <a:spLocks noGrp="1"/>
          </p:cNvSpPr>
          <p:nvPr>
            <p:ph type="body" idx="10"/>
          </p:nvPr>
        </p:nvSpPr>
        <p:spPr>
          <a:xfrm>
            <a:off x="0" y="4114800"/>
            <a:ext cx="16256001" cy="914400"/>
          </a:xfrm>
          <a:noFill/>
          <a:ln>
            <a:noFill/>
          </a:ln>
        </p:spPr>
        <p:txBody>
          <a:bodyPr spcFirstLastPara="1" wrap="square" lIns="91425" tIns="45700" rIns="91425" bIns="45700" anchor="ctr" anchorCtr="0">
            <a:normAutofit/>
          </a:bodyPr>
          <a:lstStyle/>
          <a:p>
            <a:pPr lvl="0"/>
            <a:r>
              <a:rPr lang="en-US">
                <a:sym typeface="Open Sans"/>
              </a:rPr>
              <a:t>Distributed Systems</a:t>
            </a: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687"/>
        <p:cNvGrpSpPr/>
        <p:nvPr/>
      </p:nvGrpSpPr>
      <p:grpSpPr>
        <a:xfrm>
          <a:off x="0" y="0"/>
          <a:ext cx="0" cy="0"/>
          <a:chOff x="0" y="0"/>
          <a:chExt cx="0" cy="0"/>
        </a:xfrm>
      </p:grpSpPr>
      <p:sp>
        <p:nvSpPr>
          <p:cNvPr id="688" name="Google Shape;688;p58"/>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a:latin typeface="Open Sans"/>
                <a:ea typeface="Open Sans"/>
                <a:cs typeface="Open Sans"/>
                <a:sym typeface="Open Sans"/>
              </a:rPr>
              <a:t>Distributed Systems</a:t>
            </a:r>
            <a:endParaRPr sz="2800">
              <a:latin typeface="Open Sans"/>
              <a:ea typeface="Open Sans"/>
              <a:cs typeface="Open Sans"/>
              <a:sym typeface="Open Sans"/>
            </a:endParaRPr>
          </a:p>
        </p:txBody>
      </p:sp>
      <p:pic>
        <p:nvPicPr>
          <p:cNvPr id="689" name="Google Shape;689;p58"/>
          <p:cNvPicPr preferRelativeResize="0"/>
          <p:nvPr/>
        </p:nvPicPr>
        <p:blipFill rotWithShape="1">
          <a:blip r:embed="rId3">
            <a:alphaModFix/>
          </a:blip>
          <a:srcRect t="13391" r="9479" b="25060"/>
          <a:stretch/>
        </p:blipFill>
        <p:spPr>
          <a:xfrm>
            <a:off x="2239128" y="3154493"/>
            <a:ext cx="11777745" cy="4502414"/>
          </a:xfrm>
          <a:prstGeom prst="rect">
            <a:avLst/>
          </a:prstGeom>
          <a:noFill/>
          <a:ln>
            <a:noFill/>
          </a:ln>
        </p:spPr>
      </p:pic>
      <p:sp>
        <p:nvSpPr>
          <p:cNvPr id="690" name="Google Shape;690;p58"/>
          <p:cNvSpPr/>
          <p:nvPr/>
        </p:nvSpPr>
        <p:spPr>
          <a:xfrm>
            <a:off x="1768496" y="1324487"/>
            <a:ext cx="12719009" cy="1109239"/>
          </a:xfrm>
          <a:prstGeom prst="roundRect">
            <a:avLst>
              <a:gd name="adj" fmla="val 16667"/>
            </a:avLst>
          </a:prstGeom>
          <a:solidFill>
            <a:schemeClr val="lt1"/>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A distributed system is a model in which components located on networked computers communicate and coordinate their actions by passing messages.</a:t>
            </a:r>
            <a:endParaRPr sz="2200" b="0" i="0" u="none" strike="noStrike" cap="none">
              <a:solidFill>
                <a:srgbClr val="3F3F3F"/>
              </a:solidFill>
              <a:latin typeface="Open Sans"/>
              <a:ea typeface="Open Sans"/>
              <a:cs typeface="Open Sans"/>
              <a:sym typeface="Open Sans"/>
            </a:endParaRPr>
          </a:p>
        </p:txBody>
      </p:sp>
      <p:sp>
        <p:nvSpPr>
          <p:cNvPr id="3" name="Brandline_LVC">
            <a:extLst>
              <a:ext uri="{FF2B5EF4-FFF2-40B4-BE49-F238E27FC236}">
                <a16:creationId xmlns:a16="http://schemas.microsoft.com/office/drawing/2014/main" id="{420AB8A4-B4C7-72F4-8880-0F41938A93F2}"/>
              </a:ext>
            </a:extLst>
          </p:cNvPr>
          <p:cNvSpPr/>
          <p:nvPr/>
        </p:nvSpPr>
        <p:spPr>
          <a:xfrm>
            <a:off x="5892800" y="816324"/>
            <a:ext cx="4466908"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696"/>
        <p:cNvGrpSpPr/>
        <p:nvPr/>
      </p:nvGrpSpPr>
      <p:grpSpPr>
        <a:xfrm>
          <a:off x="0" y="0"/>
          <a:ext cx="0" cy="0"/>
          <a:chOff x="0" y="0"/>
          <a:chExt cx="0" cy="0"/>
        </a:xfrm>
      </p:grpSpPr>
      <p:sp>
        <p:nvSpPr>
          <p:cNvPr id="697" name="Google Shape;697;p98"/>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marR="0" lvl="0" indent="0" algn="ctr" rtl="0">
              <a:lnSpc>
                <a:spcPct val="90000"/>
              </a:lnSpc>
              <a:spcBef>
                <a:spcPts val="0"/>
              </a:spcBef>
              <a:spcAft>
                <a:spcPts val="0"/>
              </a:spcAft>
              <a:buClr>
                <a:srgbClr val="3F3F3F"/>
              </a:buClr>
              <a:buSzPts val="3200"/>
              <a:buFont typeface="Open Sans ExtraBold"/>
              <a:buNone/>
            </a:pPr>
            <a:r>
              <a:rPr lang="en-US" dirty="0"/>
              <a:t>How Does a Distributed System Work?</a:t>
            </a:r>
            <a:endParaRPr dirty="0"/>
          </a:p>
        </p:txBody>
      </p:sp>
      <p:sp>
        <p:nvSpPr>
          <p:cNvPr id="698" name="Google Shape;698;p98"/>
          <p:cNvSpPr/>
          <p:nvPr/>
        </p:nvSpPr>
        <p:spPr>
          <a:xfrm>
            <a:off x="3556533" y="1256723"/>
            <a:ext cx="9142935" cy="430847"/>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In recent times, distributed systems have been replaced by Hadoop.</a:t>
            </a:r>
            <a:endParaRPr sz="2200" b="0" i="0" u="none" strike="sngStrike" cap="none" baseline="-25000">
              <a:solidFill>
                <a:srgbClr val="3F3F3F"/>
              </a:solidFill>
              <a:latin typeface="Open Sans"/>
              <a:ea typeface="Open Sans"/>
              <a:cs typeface="Open Sans"/>
              <a:sym typeface="Open Sans"/>
            </a:endParaRPr>
          </a:p>
        </p:txBody>
      </p:sp>
      <p:grpSp>
        <p:nvGrpSpPr>
          <p:cNvPr id="700" name="Google Shape;700;p98"/>
          <p:cNvGrpSpPr/>
          <p:nvPr/>
        </p:nvGrpSpPr>
        <p:grpSpPr>
          <a:xfrm>
            <a:off x="1887415" y="3367552"/>
            <a:ext cx="12481170" cy="2651442"/>
            <a:chOff x="1452004" y="2929149"/>
            <a:chExt cx="12481170" cy="2651442"/>
          </a:xfrm>
        </p:grpSpPr>
        <p:sp>
          <p:nvSpPr>
            <p:cNvPr id="701" name="Google Shape;701;p98"/>
            <p:cNvSpPr txBox="1"/>
            <p:nvPr/>
          </p:nvSpPr>
          <p:spPr>
            <a:xfrm>
              <a:off x="4476312" y="5149744"/>
              <a:ext cx="2478051" cy="430847"/>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Data =1 Terabyte </a:t>
              </a:r>
              <a:endParaRPr sz="2200" b="0" i="0" u="none" strike="noStrike" cap="none">
                <a:solidFill>
                  <a:srgbClr val="3F3F3F"/>
                </a:solidFill>
                <a:latin typeface="Open Sans"/>
                <a:ea typeface="Open Sans"/>
                <a:cs typeface="Open Sans"/>
                <a:sym typeface="Open Sans"/>
              </a:endParaRPr>
            </a:p>
          </p:txBody>
        </p:sp>
        <p:sp>
          <p:nvSpPr>
            <p:cNvPr id="702" name="Google Shape;702;p98"/>
            <p:cNvSpPr txBox="1"/>
            <p:nvPr/>
          </p:nvSpPr>
          <p:spPr>
            <a:xfrm>
              <a:off x="8138480" y="5149744"/>
              <a:ext cx="2478051" cy="430847"/>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Data =1 Terabyte </a:t>
              </a:r>
              <a:endParaRPr sz="2200" b="0" i="0" u="none" strike="noStrike" cap="none">
                <a:solidFill>
                  <a:srgbClr val="3F3F3F"/>
                </a:solidFill>
                <a:latin typeface="Open Sans"/>
                <a:ea typeface="Open Sans"/>
                <a:cs typeface="Open Sans"/>
                <a:sym typeface="Open Sans"/>
              </a:endParaRPr>
            </a:p>
          </p:txBody>
        </p:sp>
        <p:sp>
          <p:nvSpPr>
            <p:cNvPr id="703" name="Google Shape;703;p98"/>
            <p:cNvSpPr/>
            <p:nvPr/>
          </p:nvSpPr>
          <p:spPr>
            <a:xfrm>
              <a:off x="1452004" y="3471261"/>
              <a:ext cx="3007305" cy="995032"/>
            </a:xfrm>
            <a:prstGeom prst="roundRect">
              <a:avLst>
                <a:gd name="adj" fmla="val 6942"/>
              </a:avLst>
            </a:prstGeom>
            <a:solidFill>
              <a:srgbClr val="EDEDED"/>
            </a:solidFill>
            <a:ln w="25400" cap="flat" cmpd="sng">
              <a:solidFill>
                <a:srgbClr val="C9C9C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2200" b="0" i="0" u="none" strike="noStrike" cap="none" dirty="0">
                  <a:solidFill>
                    <a:srgbClr val="3F3F3F"/>
                  </a:solidFill>
                  <a:latin typeface="Open Sans"/>
                  <a:ea typeface="Open Sans"/>
                  <a:cs typeface="Open Sans"/>
                  <a:sym typeface="Open Sans"/>
                </a:rPr>
                <a:t>1 Machine 4 I/O Channels Each Channel – 100 MB/s</a:t>
              </a:r>
              <a:endParaRPr sz="2200" b="0" i="0" u="none" strike="noStrike" cap="none" dirty="0">
                <a:solidFill>
                  <a:srgbClr val="000000"/>
                </a:solidFill>
                <a:latin typeface="Arial"/>
                <a:ea typeface="Arial"/>
                <a:cs typeface="Arial"/>
                <a:sym typeface="Arial"/>
              </a:endParaRPr>
            </a:p>
          </p:txBody>
        </p:sp>
        <p:sp>
          <p:nvSpPr>
            <p:cNvPr id="704" name="Google Shape;704;p98"/>
            <p:cNvSpPr/>
            <p:nvPr/>
          </p:nvSpPr>
          <p:spPr>
            <a:xfrm>
              <a:off x="10925870" y="3471261"/>
              <a:ext cx="3007304" cy="995032"/>
            </a:xfrm>
            <a:prstGeom prst="roundRect">
              <a:avLst>
                <a:gd name="adj" fmla="val 6942"/>
              </a:avLst>
            </a:prstGeom>
            <a:solidFill>
              <a:srgbClr val="EDEDED"/>
            </a:solidFill>
            <a:ln w="25400" cap="flat" cmpd="sng">
              <a:solidFill>
                <a:srgbClr val="C9C9C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2200" b="0" i="0" u="none" strike="noStrike" cap="none" dirty="0">
                  <a:solidFill>
                    <a:srgbClr val="3F3F3F"/>
                  </a:solidFill>
                  <a:latin typeface="Open Sans"/>
                  <a:ea typeface="Open Sans"/>
                  <a:cs typeface="Open Sans"/>
                  <a:sym typeface="Open Sans"/>
                </a:rPr>
                <a:t>100 Machine 4 I/O Channels Each Channel – 100 MB/s</a:t>
              </a:r>
              <a:endParaRPr sz="2200" b="0" i="0" u="none" strike="noStrike" cap="none" dirty="0">
                <a:solidFill>
                  <a:srgbClr val="000000"/>
                </a:solidFill>
                <a:latin typeface="Arial"/>
                <a:ea typeface="Arial"/>
                <a:cs typeface="Arial"/>
                <a:sym typeface="Arial"/>
              </a:endParaRPr>
            </a:p>
          </p:txBody>
        </p:sp>
        <p:pic>
          <p:nvPicPr>
            <p:cNvPr id="705" name="Google Shape;705;p98"/>
            <p:cNvPicPr preferRelativeResize="0"/>
            <p:nvPr/>
          </p:nvPicPr>
          <p:blipFill rotWithShape="1">
            <a:blip r:embed="rId3">
              <a:alphaModFix/>
            </a:blip>
            <a:srcRect/>
            <a:stretch/>
          </p:blipFill>
          <p:spPr>
            <a:xfrm>
              <a:off x="4918441" y="3494907"/>
              <a:ext cx="1593792" cy="947743"/>
            </a:xfrm>
            <a:prstGeom prst="rect">
              <a:avLst/>
            </a:prstGeom>
            <a:noFill/>
            <a:ln>
              <a:noFill/>
            </a:ln>
          </p:spPr>
        </p:pic>
        <p:pic>
          <p:nvPicPr>
            <p:cNvPr id="706" name="Google Shape;706;p98"/>
            <p:cNvPicPr preferRelativeResize="0"/>
            <p:nvPr/>
          </p:nvPicPr>
          <p:blipFill rotWithShape="1">
            <a:blip r:embed="rId4">
              <a:alphaModFix/>
            </a:blip>
            <a:srcRect/>
            <a:stretch/>
          </p:blipFill>
          <p:spPr>
            <a:xfrm>
              <a:off x="8138480" y="2929149"/>
              <a:ext cx="2322285" cy="2079256"/>
            </a:xfrm>
            <a:prstGeom prst="rect">
              <a:avLst/>
            </a:prstGeom>
            <a:noFill/>
            <a:ln>
              <a:noFill/>
            </a:ln>
          </p:spPr>
        </p:pic>
      </p:grpSp>
      <p:sp>
        <p:nvSpPr>
          <p:cNvPr id="3" name="Brandline_LVC">
            <a:extLst>
              <a:ext uri="{FF2B5EF4-FFF2-40B4-BE49-F238E27FC236}">
                <a16:creationId xmlns:a16="http://schemas.microsoft.com/office/drawing/2014/main" id="{CB04A5FC-D151-7BA1-BF57-80A6E102908A}"/>
              </a:ext>
            </a:extLst>
          </p:cNvPr>
          <p:cNvSpPr/>
          <p:nvPr/>
        </p:nvSpPr>
        <p:spPr>
          <a:xfrm>
            <a:off x="3898900" y="816324"/>
            <a:ext cx="8455501"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711"/>
        <p:cNvGrpSpPr/>
        <p:nvPr/>
      </p:nvGrpSpPr>
      <p:grpSpPr>
        <a:xfrm>
          <a:off x="0" y="0"/>
          <a:ext cx="0" cy="0"/>
          <a:chOff x="0" y="0"/>
          <a:chExt cx="0" cy="0"/>
        </a:xfrm>
      </p:grpSpPr>
      <p:sp>
        <p:nvSpPr>
          <p:cNvPr id="712" name="Google Shape;712;p60"/>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dirty="0">
                <a:solidFill>
                  <a:srgbClr val="3F3F3F"/>
                </a:solidFill>
                <a:latin typeface="Open Sans"/>
                <a:ea typeface="Open Sans"/>
                <a:cs typeface="Open Sans"/>
                <a:sym typeface="Open Sans"/>
              </a:rPr>
              <a:t>Challenges of Distributed Systems</a:t>
            </a:r>
            <a:endParaRPr sz="2800" dirty="0">
              <a:solidFill>
                <a:srgbClr val="3F3F3F"/>
              </a:solidFill>
              <a:latin typeface="Open Sans"/>
              <a:ea typeface="Open Sans"/>
              <a:cs typeface="Open Sans"/>
              <a:sym typeface="Open Sans"/>
            </a:endParaRPr>
          </a:p>
        </p:txBody>
      </p:sp>
      <p:grpSp>
        <p:nvGrpSpPr>
          <p:cNvPr id="713" name="Google Shape;713;p60"/>
          <p:cNvGrpSpPr/>
          <p:nvPr/>
        </p:nvGrpSpPr>
        <p:grpSpPr>
          <a:xfrm>
            <a:off x="2068807" y="3088978"/>
            <a:ext cx="12118387" cy="3548410"/>
            <a:chOff x="2140768" y="3059845"/>
            <a:chExt cx="12118387" cy="3548410"/>
          </a:xfrm>
        </p:grpSpPr>
        <p:pic>
          <p:nvPicPr>
            <p:cNvPr id="714" name="Google Shape;714;p60"/>
            <p:cNvPicPr preferRelativeResize="0"/>
            <p:nvPr/>
          </p:nvPicPr>
          <p:blipFill rotWithShape="1">
            <a:blip r:embed="rId3">
              <a:alphaModFix/>
            </a:blip>
            <a:srcRect/>
            <a:stretch/>
          </p:blipFill>
          <p:spPr>
            <a:xfrm>
              <a:off x="2140768" y="3306908"/>
              <a:ext cx="2077184" cy="2043062"/>
            </a:xfrm>
            <a:prstGeom prst="rect">
              <a:avLst/>
            </a:prstGeom>
            <a:noFill/>
            <a:ln>
              <a:noFill/>
            </a:ln>
          </p:spPr>
        </p:pic>
        <p:sp>
          <p:nvSpPr>
            <p:cNvPr id="715" name="Google Shape;715;p60"/>
            <p:cNvSpPr/>
            <p:nvPr/>
          </p:nvSpPr>
          <p:spPr>
            <a:xfrm>
              <a:off x="2140768" y="5837092"/>
              <a:ext cx="2436191" cy="430847"/>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System failure</a:t>
              </a:r>
              <a:endParaRPr sz="1400" b="0" i="0" u="none" strike="noStrike" cap="none">
                <a:solidFill>
                  <a:srgbClr val="3F3F3F"/>
                </a:solidFill>
                <a:latin typeface="Arial"/>
                <a:ea typeface="Arial"/>
                <a:cs typeface="Arial"/>
                <a:sym typeface="Arial"/>
              </a:endParaRPr>
            </a:p>
          </p:txBody>
        </p:sp>
        <p:sp>
          <p:nvSpPr>
            <p:cNvPr id="716" name="Google Shape;716;p60"/>
            <p:cNvSpPr/>
            <p:nvPr/>
          </p:nvSpPr>
          <p:spPr>
            <a:xfrm>
              <a:off x="11602659" y="5843548"/>
              <a:ext cx="2656496" cy="430887"/>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3F3F3F"/>
                </a:buClr>
                <a:buSzPts val="2200"/>
                <a:buFont typeface="Open Sans"/>
                <a:buNone/>
              </a:pPr>
              <a:r>
                <a:rPr lang="en-US" sz="2200" b="0" i="0" u="none" strike="noStrike" cap="none">
                  <a:solidFill>
                    <a:srgbClr val="3F3F3F"/>
                  </a:solidFill>
                  <a:latin typeface="Open Sans"/>
                  <a:ea typeface="Open Sans"/>
                  <a:cs typeface="Open Sans"/>
                  <a:sym typeface="Open Sans"/>
                </a:rPr>
                <a:t>Limited bandwidth</a:t>
              </a:r>
              <a:endParaRPr sz="1400" b="0" i="0" u="none" strike="noStrike" cap="none">
                <a:solidFill>
                  <a:srgbClr val="3F3F3F"/>
                </a:solidFill>
                <a:latin typeface="Arial"/>
                <a:ea typeface="Arial"/>
                <a:cs typeface="Arial"/>
                <a:sym typeface="Arial"/>
              </a:endParaRPr>
            </a:p>
          </p:txBody>
        </p:sp>
        <p:pic>
          <p:nvPicPr>
            <p:cNvPr id="717" name="Google Shape;717;p60"/>
            <p:cNvPicPr preferRelativeResize="0"/>
            <p:nvPr/>
          </p:nvPicPr>
          <p:blipFill rotWithShape="1">
            <a:blip r:embed="rId4">
              <a:alphaModFix/>
            </a:blip>
            <a:srcRect/>
            <a:stretch/>
          </p:blipFill>
          <p:spPr>
            <a:xfrm>
              <a:off x="11470563" y="3059845"/>
              <a:ext cx="2788592" cy="2187854"/>
            </a:xfrm>
            <a:prstGeom prst="rect">
              <a:avLst/>
            </a:prstGeom>
            <a:noFill/>
            <a:ln>
              <a:noFill/>
            </a:ln>
          </p:spPr>
        </p:pic>
        <p:sp>
          <p:nvSpPr>
            <p:cNvPr id="718" name="Google Shape;718;p60"/>
            <p:cNvSpPr/>
            <p:nvPr/>
          </p:nvSpPr>
          <p:spPr>
            <a:xfrm>
              <a:off x="6718686" y="5837092"/>
              <a:ext cx="2750851" cy="771163"/>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High programming complexity</a:t>
              </a:r>
              <a:endParaRPr sz="1400" b="0" i="0" u="none" strike="noStrike" cap="none">
                <a:solidFill>
                  <a:srgbClr val="3F3F3F"/>
                </a:solidFill>
                <a:latin typeface="Arial"/>
                <a:ea typeface="Arial"/>
                <a:cs typeface="Arial"/>
                <a:sym typeface="Arial"/>
              </a:endParaRPr>
            </a:p>
          </p:txBody>
        </p:sp>
        <p:pic>
          <p:nvPicPr>
            <p:cNvPr id="719" name="Google Shape;719;p60"/>
            <p:cNvPicPr preferRelativeResize="0"/>
            <p:nvPr/>
          </p:nvPicPr>
          <p:blipFill rotWithShape="1">
            <a:blip r:embed="rId5">
              <a:alphaModFix/>
            </a:blip>
            <a:srcRect l="30175" t="26934" r="28732" b="29384"/>
            <a:stretch/>
          </p:blipFill>
          <p:spPr>
            <a:xfrm>
              <a:off x="6190366" y="3100485"/>
              <a:ext cx="3813524" cy="2478903"/>
            </a:xfrm>
            <a:prstGeom prst="rect">
              <a:avLst/>
            </a:prstGeom>
            <a:noFill/>
            <a:ln>
              <a:noFill/>
            </a:ln>
          </p:spPr>
        </p:pic>
      </p:grpSp>
      <p:sp>
        <p:nvSpPr>
          <p:cNvPr id="720" name="Google Shape;720;p60"/>
          <p:cNvSpPr/>
          <p:nvPr/>
        </p:nvSpPr>
        <p:spPr>
          <a:xfrm>
            <a:off x="1837189" y="1043592"/>
            <a:ext cx="12581622" cy="828678"/>
          </a:xfrm>
          <a:prstGeom prst="roundRect">
            <a:avLst>
              <a:gd name="adj" fmla="val 16667"/>
            </a:avLst>
          </a:prstGeom>
          <a:solidFill>
            <a:schemeClr val="lt1"/>
          </a:solidFill>
          <a:ln w="1270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Since multiple computers are used in a distributed system, there are high chances of:</a:t>
            </a:r>
            <a:endParaRPr sz="2200" b="0" i="0" u="none" strike="noStrike" cap="none">
              <a:solidFill>
                <a:srgbClr val="3F3F3F"/>
              </a:solidFill>
              <a:latin typeface="Open Sans"/>
              <a:ea typeface="Open Sans"/>
              <a:cs typeface="Open Sans"/>
              <a:sym typeface="Open Sans"/>
            </a:endParaRPr>
          </a:p>
        </p:txBody>
      </p:sp>
      <p:sp>
        <p:nvSpPr>
          <p:cNvPr id="3" name="Brandline_LVC">
            <a:extLst>
              <a:ext uri="{FF2B5EF4-FFF2-40B4-BE49-F238E27FC236}">
                <a16:creationId xmlns:a16="http://schemas.microsoft.com/office/drawing/2014/main" id="{72F3C534-D364-E54F-819C-0835E65D1205}"/>
              </a:ext>
            </a:extLst>
          </p:cNvPr>
          <p:cNvSpPr/>
          <p:nvPr/>
        </p:nvSpPr>
        <p:spPr>
          <a:xfrm>
            <a:off x="4356100" y="816324"/>
            <a:ext cx="7546657"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726"/>
        <p:cNvGrpSpPr/>
        <p:nvPr/>
      </p:nvGrpSpPr>
      <p:grpSpPr>
        <a:xfrm>
          <a:off x="0" y="0"/>
          <a:ext cx="0" cy="0"/>
          <a:chOff x="0" y="0"/>
          <a:chExt cx="0" cy="0"/>
        </a:xfrm>
      </p:grpSpPr>
      <p:sp>
        <p:nvSpPr>
          <p:cNvPr id="727" name="Google Shape;727;p99"/>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dirty="0">
                <a:solidFill>
                  <a:srgbClr val="3F3F3F"/>
                </a:solidFill>
              </a:rPr>
              <a:t>Solution</a:t>
            </a:r>
            <a:endParaRPr sz="2800" dirty="0">
              <a:solidFill>
                <a:srgbClr val="3F3F3F"/>
              </a:solidFill>
              <a:latin typeface="Open Sans"/>
              <a:ea typeface="Open Sans"/>
              <a:cs typeface="Open Sans"/>
              <a:sym typeface="Open Sans"/>
            </a:endParaRPr>
          </a:p>
        </p:txBody>
      </p:sp>
      <p:sp>
        <p:nvSpPr>
          <p:cNvPr id="729" name="Google Shape;729;p99"/>
          <p:cNvSpPr txBox="1"/>
          <p:nvPr/>
        </p:nvSpPr>
        <p:spPr>
          <a:xfrm>
            <a:off x="4203700" y="1257300"/>
            <a:ext cx="7848600" cy="769441"/>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dirty="0">
                <a:solidFill>
                  <a:srgbClr val="3F3F3F"/>
                </a:solidFill>
                <a:latin typeface="Open Sans"/>
                <a:ea typeface="Open Sans"/>
                <a:cs typeface="Open Sans"/>
                <a:sym typeface="Open Sans"/>
              </a:rPr>
              <a:t>Hadoop overcomes these challenges.</a:t>
            </a:r>
            <a:endParaRPr sz="2200" b="0" i="0" u="none" strike="noStrike" cap="none" dirty="0">
              <a:solidFill>
                <a:srgbClr val="3F3F3F"/>
              </a:solidFill>
              <a:latin typeface="Open Sans"/>
              <a:ea typeface="Open Sans"/>
              <a:cs typeface="Open Sans"/>
              <a:sym typeface="Open Sans"/>
            </a:endParaRPr>
          </a:p>
          <a:p>
            <a:pPr marL="0" marR="0" lvl="0" indent="0" algn="ctr" rtl="0">
              <a:lnSpc>
                <a:spcPct val="100000"/>
              </a:lnSpc>
              <a:spcBef>
                <a:spcPts val="0"/>
              </a:spcBef>
              <a:spcAft>
                <a:spcPts val="0"/>
              </a:spcAft>
              <a:buClr>
                <a:srgbClr val="000000"/>
              </a:buClr>
              <a:buSzPts val="2200"/>
              <a:buFont typeface="Arial"/>
              <a:buNone/>
            </a:pPr>
            <a:endParaRPr sz="2200" b="0" i="0" u="none" strike="noStrike" cap="none" dirty="0">
              <a:solidFill>
                <a:srgbClr val="3F3F3F"/>
              </a:solidFill>
              <a:latin typeface="Open Sans"/>
              <a:ea typeface="Open Sans"/>
              <a:cs typeface="Open Sans"/>
              <a:sym typeface="Open Sans"/>
            </a:endParaRPr>
          </a:p>
        </p:txBody>
      </p:sp>
      <p:grpSp>
        <p:nvGrpSpPr>
          <p:cNvPr id="730" name="Google Shape;730;p99"/>
          <p:cNvGrpSpPr/>
          <p:nvPr/>
        </p:nvGrpSpPr>
        <p:grpSpPr>
          <a:xfrm>
            <a:off x="4724638" y="2026741"/>
            <a:ext cx="6806725" cy="5243995"/>
            <a:chOff x="4294138" y="2617291"/>
            <a:chExt cx="6806725" cy="5243995"/>
          </a:xfrm>
        </p:grpSpPr>
        <p:sp>
          <p:nvSpPr>
            <p:cNvPr id="731" name="Google Shape;731;p99"/>
            <p:cNvSpPr/>
            <p:nvPr/>
          </p:nvSpPr>
          <p:spPr>
            <a:xfrm>
              <a:off x="4294138" y="2617291"/>
              <a:ext cx="6806725" cy="5243995"/>
            </a:xfrm>
            <a:prstGeom prst="roundRect">
              <a:avLst>
                <a:gd name="adj" fmla="val 8119"/>
              </a:avLst>
            </a:prstGeom>
            <a:solidFill>
              <a:srgbClr val="833C0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32" name="Google Shape;732;p99"/>
            <p:cNvGrpSpPr/>
            <p:nvPr/>
          </p:nvGrpSpPr>
          <p:grpSpPr>
            <a:xfrm>
              <a:off x="5098513" y="3065326"/>
              <a:ext cx="5412975" cy="4263829"/>
              <a:chOff x="8233309" y="3502152"/>
              <a:chExt cx="5930645" cy="4492657"/>
            </a:xfrm>
          </p:grpSpPr>
          <p:grpSp>
            <p:nvGrpSpPr>
              <p:cNvPr id="733" name="Google Shape;733;p99"/>
              <p:cNvGrpSpPr/>
              <p:nvPr/>
            </p:nvGrpSpPr>
            <p:grpSpPr>
              <a:xfrm>
                <a:off x="8296459" y="5268945"/>
                <a:ext cx="3746849" cy="845628"/>
                <a:chOff x="3043141" y="2987040"/>
                <a:chExt cx="3746849" cy="845628"/>
              </a:xfrm>
            </p:grpSpPr>
            <p:sp>
              <p:nvSpPr>
                <p:cNvPr id="734" name="Google Shape;734;p99"/>
                <p:cNvSpPr/>
                <p:nvPr/>
              </p:nvSpPr>
              <p:spPr>
                <a:xfrm>
                  <a:off x="3043141" y="3089814"/>
                  <a:ext cx="590931" cy="742854"/>
                </a:xfrm>
                <a:custGeom>
                  <a:avLst/>
                  <a:gdLst/>
                  <a:ahLst/>
                  <a:cxnLst/>
                  <a:rect l="l" t="t" r="r" b="b"/>
                  <a:pathLst>
                    <a:path w="590931" h="742854" extrusionOk="0">
                      <a:moveTo>
                        <a:pt x="0" y="343186"/>
                      </a:moveTo>
                      <a:lnTo>
                        <a:pt x="5048" y="343186"/>
                      </a:lnTo>
                      <a:cubicBezTo>
                        <a:pt x="2762" y="344329"/>
                        <a:pt x="1048" y="344329"/>
                        <a:pt x="0" y="343186"/>
                      </a:cubicBezTo>
                      <a:close/>
                      <a:moveTo>
                        <a:pt x="5048" y="343186"/>
                      </a:moveTo>
                      <a:lnTo>
                        <a:pt x="11811" y="340805"/>
                      </a:lnTo>
                      <a:cubicBezTo>
                        <a:pt x="12383" y="342424"/>
                        <a:pt x="11811" y="343471"/>
                        <a:pt x="10097" y="344043"/>
                      </a:cubicBezTo>
                      <a:cubicBezTo>
                        <a:pt x="9525" y="344043"/>
                        <a:pt x="7906" y="343757"/>
                        <a:pt x="5048" y="343186"/>
                      </a:cubicBezTo>
                      <a:close/>
                      <a:moveTo>
                        <a:pt x="44672" y="441960"/>
                      </a:moveTo>
                      <a:lnTo>
                        <a:pt x="42196" y="444341"/>
                      </a:lnTo>
                      <a:lnTo>
                        <a:pt x="44672" y="433197"/>
                      </a:lnTo>
                      <a:lnTo>
                        <a:pt x="44672" y="441960"/>
                      </a:lnTo>
                      <a:close/>
                      <a:moveTo>
                        <a:pt x="530352" y="306609"/>
                      </a:moveTo>
                      <a:lnTo>
                        <a:pt x="563309" y="361569"/>
                      </a:lnTo>
                      <a:cubicBezTo>
                        <a:pt x="561594" y="373284"/>
                        <a:pt x="560261" y="417576"/>
                        <a:pt x="559118" y="494538"/>
                      </a:cubicBezTo>
                      <a:cubicBezTo>
                        <a:pt x="551212" y="498729"/>
                        <a:pt x="547021" y="504349"/>
                        <a:pt x="546449" y="511207"/>
                      </a:cubicBezTo>
                      <a:lnTo>
                        <a:pt x="546449" y="534257"/>
                      </a:lnTo>
                      <a:lnTo>
                        <a:pt x="537210" y="525494"/>
                      </a:lnTo>
                      <a:cubicBezTo>
                        <a:pt x="532638" y="526542"/>
                        <a:pt x="530447" y="528638"/>
                        <a:pt x="530447" y="531876"/>
                      </a:cubicBezTo>
                      <a:cubicBezTo>
                        <a:pt x="530447" y="532924"/>
                        <a:pt x="531019" y="535114"/>
                        <a:pt x="532162" y="538258"/>
                      </a:cubicBezTo>
                      <a:cubicBezTo>
                        <a:pt x="533305" y="541401"/>
                        <a:pt x="533590" y="543782"/>
                        <a:pt x="533019" y="545497"/>
                      </a:cubicBezTo>
                      <a:cubicBezTo>
                        <a:pt x="527399" y="544925"/>
                        <a:pt x="523399" y="547878"/>
                        <a:pt x="521208" y="554164"/>
                      </a:cubicBezTo>
                      <a:lnTo>
                        <a:pt x="516922" y="567690"/>
                      </a:lnTo>
                      <a:lnTo>
                        <a:pt x="467963" y="610648"/>
                      </a:lnTo>
                      <a:lnTo>
                        <a:pt x="461201" y="604266"/>
                      </a:lnTo>
                      <a:cubicBezTo>
                        <a:pt x="460629" y="607981"/>
                        <a:pt x="458629" y="609695"/>
                        <a:pt x="455295" y="609409"/>
                      </a:cubicBezTo>
                      <a:cubicBezTo>
                        <a:pt x="451961" y="609219"/>
                        <a:pt x="449961" y="609505"/>
                        <a:pt x="449390" y="610648"/>
                      </a:cubicBezTo>
                      <a:lnTo>
                        <a:pt x="439198" y="632936"/>
                      </a:lnTo>
                      <a:lnTo>
                        <a:pt x="429101" y="610648"/>
                      </a:lnTo>
                      <a:cubicBezTo>
                        <a:pt x="426815" y="611695"/>
                        <a:pt x="425768" y="613600"/>
                        <a:pt x="425768" y="616172"/>
                      </a:cubicBezTo>
                      <a:lnTo>
                        <a:pt x="425768" y="622554"/>
                      </a:lnTo>
                      <a:cubicBezTo>
                        <a:pt x="423577" y="621506"/>
                        <a:pt x="421577" y="620935"/>
                        <a:pt x="419862" y="620935"/>
                      </a:cubicBezTo>
                      <a:cubicBezTo>
                        <a:pt x="416528" y="620935"/>
                        <a:pt x="414147" y="623983"/>
                        <a:pt x="412718" y="630079"/>
                      </a:cubicBezTo>
                      <a:cubicBezTo>
                        <a:pt x="411385" y="636175"/>
                        <a:pt x="409480" y="640080"/>
                        <a:pt x="407289" y="641604"/>
                      </a:cubicBezTo>
                      <a:cubicBezTo>
                        <a:pt x="401669" y="645890"/>
                        <a:pt x="396526" y="647986"/>
                        <a:pt x="392049" y="647986"/>
                      </a:cubicBezTo>
                      <a:cubicBezTo>
                        <a:pt x="386334" y="647986"/>
                        <a:pt x="379762" y="644366"/>
                        <a:pt x="372142" y="637222"/>
                      </a:cubicBezTo>
                      <a:cubicBezTo>
                        <a:pt x="364617" y="630079"/>
                        <a:pt x="358807" y="626459"/>
                        <a:pt x="354806" y="626459"/>
                      </a:cubicBezTo>
                      <a:cubicBezTo>
                        <a:pt x="349758" y="626459"/>
                        <a:pt x="344138" y="630650"/>
                        <a:pt x="337852" y="639127"/>
                      </a:cubicBezTo>
                      <a:cubicBezTo>
                        <a:pt x="333947" y="632746"/>
                        <a:pt x="329946" y="629602"/>
                        <a:pt x="326041" y="629602"/>
                      </a:cubicBezTo>
                      <a:cubicBezTo>
                        <a:pt x="324898" y="629602"/>
                        <a:pt x="320421" y="631698"/>
                        <a:pt x="312515" y="635984"/>
                      </a:cubicBezTo>
                      <a:cubicBezTo>
                        <a:pt x="306324" y="639127"/>
                        <a:pt x="300704" y="638937"/>
                        <a:pt x="295656" y="635127"/>
                      </a:cubicBezTo>
                      <a:cubicBezTo>
                        <a:pt x="280416" y="631984"/>
                        <a:pt x="275082" y="622078"/>
                        <a:pt x="279559" y="605695"/>
                      </a:cubicBezTo>
                      <a:cubicBezTo>
                        <a:pt x="284702" y="587121"/>
                        <a:pt x="283750" y="575405"/>
                        <a:pt x="277082" y="570738"/>
                      </a:cubicBezTo>
                      <a:cubicBezTo>
                        <a:pt x="279844" y="564832"/>
                        <a:pt x="280226" y="553212"/>
                        <a:pt x="277940" y="535686"/>
                      </a:cubicBezTo>
                      <a:cubicBezTo>
                        <a:pt x="276320" y="523494"/>
                        <a:pt x="282131" y="514731"/>
                        <a:pt x="295751" y="509397"/>
                      </a:cubicBezTo>
                      <a:lnTo>
                        <a:pt x="293275" y="515017"/>
                      </a:lnTo>
                      <a:cubicBezTo>
                        <a:pt x="308991" y="519779"/>
                        <a:pt x="320802" y="518922"/>
                        <a:pt x="328708" y="512635"/>
                      </a:cubicBezTo>
                      <a:lnTo>
                        <a:pt x="335471" y="506254"/>
                      </a:lnTo>
                      <a:cubicBezTo>
                        <a:pt x="332613" y="503682"/>
                        <a:pt x="330422" y="502539"/>
                        <a:pt x="328708" y="503110"/>
                      </a:cubicBezTo>
                      <a:cubicBezTo>
                        <a:pt x="328136" y="501015"/>
                        <a:pt x="330422" y="498062"/>
                        <a:pt x="335471" y="494443"/>
                      </a:cubicBezTo>
                      <a:cubicBezTo>
                        <a:pt x="333756" y="496538"/>
                        <a:pt x="336042" y="500539"/>
                        <a:pt x="342233" y="506349"/>
                      </a:cubicBezTo>
                      <a:cubicBezTo>
                        <a:pt x="342805" y="506349"/>
                        <a:pt x="348425" y="504825"/>
                        <a:pt x="359093" y="501586"/>
                      </a:cubicBezTo>
                      <a:cubicBezTo>
                        <a:pt x="365284" y="499967"/>
                        <a:pt x="368998" y="496348"/>
                        <a:pt x="370142" y="490442"/>
                      </a:cubicBezTo>
                      <a:lnTo>
                        <a:pt x="367570" y="488061"/>
                      </a:lnTo>
                      <a:cubicBezTo>
                        <a:pt x="368046" y="487584"/>
                        <a:pt x="368713" y="487299"/>
                        <a:pt x="369189" y="487299"/>
                      </a:cubicBezTo>
                      <a:cubicBezTo>
                        <a:pt x="370332" y="487299"/>
                        <a:pt x="372618" y="487775"/>
                        <a:pt x="375952" y="488918"/>
                      </a:cubicBezTo>
                      <a:cubicBezTo>
                        <a:pt x="379286" y="490061"/>
                        <a:pt x="382143" y="490538"/>
                        <a:pt x="384334" y="490538"/>
                      </a:cubicBezTo>
                      <a:cubicBezTo>
                        <a:pt x="388239" y="490538"/>
                        <a:pt x="391478" y="488442"/>
                        <a:pt x="393668" y="484156"/>
                      </a:cubicBezTo>
                      <a:lnTo>
                        <a:pt x="386906" y="479393"/>
                      </a:lnTo>
                      <a:cubicBezTo>
                        <a:pt x="389668" y="476250"/>
                        <a:pt x="392811" y="473011"/>
                        <a:pt x="396145" y="469868"/>
                      </a:cubicBezTo>
                      <a:cubicBezTo>
                        <a:pt x="399478" y="466725"/>
                        <a:pt x="403193" y="465677"/>
                        <a:pt x="407098" y="466725"/>
                      </a:cubicBezTo>
                      <a:cubicBezTo>
                        <a:pt x="407098" y="468344"/>
                        <a:pt x="404813" y="471297"/>
                        <a:pt x="400336" y="475488"/>
                      </a:cubicBezTo>
                      <a:lnTo>
                        <a:pt x="407098" y="481870"/>
                      </a:lnTo>
                      <a:cubicBezTo>
                        <a:pt x="408242" y="481298"/>
                        <a:pt x="410051" y="479774"/>
                        <a:pt x="412528" y="477107"/>
                      </a:cubicBezTo>
                      <a:cubicBezTo>
                        <a:pt x="415100" y="474440"/>
                        <a:pt x="417195" y="473107"/>
                        <a:pt x="418910" y="473107"/>
                      </a:cubicBezTo>
                      <a:lnTo>
                        <a:pt x="423101" y="475488"/>
                      </a:lnTo>
                      <a:cubicBezTo>
                        <a:pt x="422529" y="474440"/>
                        <a:pt x="422243" y="473107"/>
                        <a:pt x="422243" y="471488"/>
                      </a:cubicBezTo>
                      <a:cubicBezTo>
                        <a:pt x="422243" y="468344"/>
                        <a:pt x="425768" y="464820"/>
                        <a:pt x="432816" y="461105"/>
                      </a:cubicBezTo>
                      <a:cubicBezTo>
                        <a:pt x="439865" y="457390"/>
                        <a:pt x="443389" y="453961"/>
                        <a:pt x="443389" y="450818"/>
                      </a:cubicBezTo>
                      <a:cubicBezTo>
                        <a:pt x="443389" y="449770"/>
                        <a:pt x="443103" y="448437"/>
                        <a:pt x="442532" y="446818"/>
                      </a:cubicBezTo>
                      <a:cubicBezTo>
                        <a:pt x="446532" y="448437"/>
                        <a:pt x="451866" y="448723"/>
                        <a:pt x="458629" y="447580"/>
                      </a:cubicBezTo>
                      <a:cubicBezTo>
                        <a:pt x="467582" y="445484"/>
                        <a:pt x="473011" y="444341"/>
                        <a:pt x="474631" y="444341"/>
                      </a:cubicBezTo>
                      <a:lnTo>
                        <a:pt x="483965" y="433197"/>
                      </a:lnTo>
                      <a:cubicBezTo>
                        <a:pt x="482822" y="431101"/>
                        <a:pt x="481679" y="430054"/>
                        <a:pt x="480632" y="430054"/>
                      </a:cubicBezTo>
                      <a:cubicBezTo>
                        <a:pt x="479489" y="430054"/>
                        <a:pt x="476631" y="431959"/>
                        <a:pt x="472154" y="435578"/>
                      </a:cubicBezTo>
                      <a:lnTo>
                        <a:pt x="458629" y="422815"/>
                      </a:lnTo>
                      <a:lnTo>
                        <a:pt x="456152" y="426815"/>
                      </a:lnTo>
                      <a:cubicBezTo>
                        <a:pt x="456724" y="424720"/>
                        <a:pt x="457010" y="423100"/>
                        <a:pt x="457010" y="422053"/>
                      </a:cubicBezTo>
                      <a:cubicBezTo>
                        <a:pt x="457010" y="419957"/>
                        <a:pt x="455867" y="418814"/>
                        <a:pt x="453581" y="418814"/>
                      </a:cubicBezTo>
                      <a:cubicBezTo>
                        <a:pt x="452533" y="418814"/>
                        <a:pt x="450818" y="419100"/>
                        <a:pt x="448532" y="419671"/>
                      </a:cubicBezTo>
                      <a:lnTo>
                        <a:pt x="442627" y="419671"/>
                      </a:lnTo>
                      <a:cubicBezTo>
                        <a:pt x="437578" y="419671"/>
                        <a:pt x="434245" y="417766"/>
                        <a:pt x="432435" y="414147"/>
                      </a:cubicBezTo>
                      <a:lnTo>
                        <a:pt x="442627" y="411766"/>
                      </a:lnTo>
                      <a:cubicBezTo>
                        <a:pt x="437578" y="401669"/>
                        <a:pt x="433102" y="397383"/>
                        <a:pt x="429101" y="399002"/>
                      </a:cubicBezTo>
                      <a:cubicBezTo>
                        <a:pt x="427958" y="400050"/>
                        <a:pt x="426815" y="401955"/>
                        <a:pt x="425768" y="404526"/>
                      </a:cubicBezTo>
                      <a:cubicBezTo>
                        <a:pt x="424053" y="402431"/>
                        <a:pt x="417862" y="397669"/>
                        <a:pt x="407194" y="390144"/>
                      </a:cubicBezTo>
                      <a:cubicBezTo>
                        <a:pt x="398717" y="384334"/>
                        <a:pt x="394526" y="378523"/>
                        <a:pt x="394526" y="372618"/>
                      </a:cubicBezTo>
                      <a:cubicBezTo>
                        <a:pt x="394526" y="370522"/>
                        <a:pt x="395097" y="368141"/>
                        <a:pt x="396240" y="365379"/>
                      </a:cubicBezTo>
                      <a:lnTo>
                        <a:pt x="387001" y="371761"/>
                      </a:lnTo>
                      <a:cubicBezTo>
                        <a:pt x="387572" y="364903"/>
                        <a:pt x="383857" y="360045"/>
                        <a:pt x="376047" y="357378"/>
                      </a:cubicBezTo>
                      <a:cubicBezTo>
                        <a:pt x="365951" y="354806"/>
                        <a:pt x="359950" y="352330"/>
                        <a:pt x="358235" y="350234"/>
                      </a:cubicBezTo>
                      <a:lnTo>
                        <a:pt x="360807" y="346234"/>
                      </a:lnTo>
                      <a:lnTo>
                        <a:pt x="311753" y="346234"/>
                      </a:lnTo>
                      <a:lnTo>
                        <a:pt x="316040" y="342995"/>
                      </a:lnTo>
                      <a:cubicBezTo>
                        <a:pt x="312611" y="344138"/>
                        <a:pt x="309467" y="344614"/>
                        <a:pt x="306705" y="344614"/>
                      </a:cubicBezTo>
                      <a:cubicBezTo>
                        <a:pt x="301657" y="344614"/>
                        <a:pt x="296609" y="341947"/>
                        <a:pt x="291465" y="336613"/>
                      </a:cubicBezTo>
                      <a:cubicBezTo>
                        <a:pt x="284131" y="328136"/>
                        <a:pt x="279368" y="323088"/>
                        <a:pt x="277082" y="321469"/>
                      </a:cubicBezTo>
                      <a:cubicBezTo>
                        <a:pt x="279844" y="317754"/>
                        <a:pt x="280702" y="313563"/>
                        <a:pt x="279559" y="308800"/>
                      </a:cubicBezTo>
                      <a:cubicBezTo>
                        <a:pt x="277368" y="303466"/>
                        <a:pt x="276511" y="299751"/>
                        <a:pt x="277082" y="297656"/>
                      </a:cubicBezTo>
                      <a:cubicBezTo>
                        <a:pt x="268605" y="294513"/>
                        <a:pt x="262985" y="298704"/>
                        <a:pt x="260223" y="310420"/>
                      </a:cubicBezTo>
                      <a:cubicBezTo>
                        <a:pt x="261366" y="313087"/>
                        <a:pt x="261938" y="315563"/>
                        <a:pt x="261938" y="317563"/>
                      </a:cubicBezTo>
                      <a:cubicBezTo>
                        <a:pt x="261938" y="323945"/>
                        <a:pt x="256699" y="330327"/>
                        <a:pt x="246317" y="336709"/>
                      </a:cubicBezTo>
                      <a:cubicBezTo>
                        <a:pt x="235839" y="343090"/>
                        <a:pt x="230696" y="348901"/>
                        <a:pt x="230696" y="354234"/>
                      </a:cubicBezTo>
                      <a:cubicBezTo>
                        <a:pt x="227267" y="345757"/>
                        <a:pt x="223076" y="339852"/>
                        <a:pt x="218027" y="336709"/>
                      </a:cubicBezTo>
                      <a:cubicBezTo>
                        <a:pt x="207931" y="337185"/>
                        <a:pt x="200311" y="341471"/>
                        <a:pt x="195263" y="349472"/>
                      </a:cubicBezTo>
                      <a:cubicBezTo>
                        <a:pt x="189071" y="359569"/>
                        <a:pt x="183737" y="365665"/>
                        <a:pt x="179165" y="367760"/>
                      </a:cubicBezTo>
                      <a:cubicBezTo>
                        <a:pt x="179737" y="370427"/>
                        <a:pt x="181451" y="371761"/>
                        <a:pt x="184214" y="371761"/>
                      </a:cubicBezTo>
                      <a:lnTo>
                        <a:pt x="190976" y="371761"/>
                      </a:lnTo>
                      <a:lnTo>
                        <a:pt x="195263" y="420338"/>
                      </a:lnTo>
                      <a:lnTo>
                        <a:pt x="172402" y="413956"/>
                      </a:lnTo>
                      <a:cubicBezTo>
                        <a:pt x="172402" y="416623"/>
                        <a:pt x="171260" y="419005"/>
                        <a:pt x="169069" y="421100"/>
                      </a:cubicBezTo>
                      <a:cubicBezTo>
                        <a:pt x="165164" y="424243"/>
                        <a:pt x="163163" y="426148"/>
                        <a:pt x="163163" y="426720"/>
                      </a:cubicBezTo>
                      <a:lnTo>
                        <a:pt x="171545" y="434721"/>
                      </a:lnTo>
                      <a:cubicBezTo>
                        <a:pt x="169259" y="433673"/>
                        <a:pt x="167354" y="433959"/>
                        <a:pt x="165640" y="435483"/>
                      </a:cubicBezTo>
                      <a:cubicBezTo>
                        <a:pt x="164021" y="435007"/>
                        <a:pt x="158591" y="431768"/>
                        <a:pt x="149638" y="425863"/>
                      </a:cubicBezTo>
                      <a:cubicBezTo>
                        <a:pt x="142875" y="422243"/>
                        <a:pt x="136398" y="420338"/>
                        <a:pt x="130207" y="420338"/>
                      </a:cubicBezTo>
                      <a:cubicBezTo>
                        <a:pt x="129064" y="421386"/>
                        <a:pt x="128588" y="422434"/>
                        <a:pt x="128588" y="423481"/>
                      </a:cubicBezTo>
                      <a:cubicBezTo>
                        <a:pt x="128588" y="425101"/>
                        <a:pt x="130302" y="427291"/>
                        <a:pt x="134017" y="430244"/>
                      </a:cubicBezTo>
                      <a:cubicBezTo>
                        <a:pt x="137731" y="433101"/>
                        <a:pt x="139541" y="435197"/>
                        <a:pt x="139541" y="436245"/>
                      </a:cubicBezTo>
                      <a:cubicBezTo>
                        <a:pt x="139541" y="438340"/>
                        <a:pt x="137255" y="440245"/>
                        <a:pt x="132779" y="441865"/>
                      </a:cubicBezTo>
                      <a:cubicBezTo>
                        <a:pt x="133922" y="443960"/>
                        <a:pt x="136208" y="445103"/>
                        <a:pt x="139541" y="445103"/>
                      </a:cubicBezTo>
                      <a:lnTo>
                        <a:pt x="146304" y="444246"/>
                      </a:lnTo>
                      <a:lnTo>
                        <a:pt x="153067" y="437864"/>
                      </a:lnTo>
                      <a:lnTo>
                        <a:pt x="161449" y="447389"/>
                      </a:lnTo>
                      <a:cubicBezTo>
                        <a:pt x="159829" y="445770"/>
                        <a:pt x="158972" y="444722"/>
                        <a:pt x="158972" y="444151"/>
                      </a:cubicBezTo>
                      <a:lnTo>
                        <a:pt x="153067" y="450532"/>
                      </a:lnTo>
                      <a:cubicBezTo>
                        <a:pt x="153638" y="452628"/>
                        <a:pt x="157829" y="453676"/>
                        <a:pt x="165735" y="453676"/>
                      </a:cubicBezTo>
                      <a:cubicBezTo>
                        <a:pt x="165735" y="457867"/>
                        <a:pt x="166878" y="461486"/>
                        <a:pt x="169164" y="464439"/>
                      </a:cubicBezTo>
                      <a:cubicBezTo>
                        <a:pt x="171450" y="467392"/>
                        <a:pt x="172498" y="469582"/>
                        <a:pt x="172498" y="471201"/>
                      </a:cubicBezTo>
                      <a:cubicBezTo>
                        <a:pt x="172498" y="473392"/>
                        <a:pt x="171641" y="475964"/>
                        <a:pt x="170021" y="479203"/>
                      </a:cubicBezTo>
                      <a:cubicBezTo>
                        <a:pt x="170021" y="480250"/>
                        <a:pt x="170593" y="481013"/>
                        <a:pt x="171736" y="481584"/>
                      </a:cubicBezTo>
                      <a:cubicBezTo>
                        <a:pt x="172307" y="481584"/>
                        <a:pt x="173927" y="480726"/>
                        <a:pt x="176784" y="479203"/>
                      </a:cubicBezTo>
                      <a:cubicBezTo>
                        <a:pt x="179070" y="478155"/>
                        <a:pt x="180213" y="478441"/>
                        <a:pt x="180213" y="480060"/>
                      </a:cubicBezTo>
                      <a:cubicBezTo>
                        <a:pt x="180213" y="481108"/>
                        <a:pt x="179927" y="482441"/>
                        <a:pt x="179356" y="484060"/>
                      </a:cubicBezTo>
                      <a:lnTo>
                        <a:pt x="191167" y="481679"/>
                      </a:lnTo>
                      <a:cubicBezTo>
                        <a:pt x="191643" y="488061"/>
                        <a:pt x="192310" y="494443"/>
                        <a:pt x="192881" y="500729"/>
                      </a:cubicBezTo>
                      <a:cubicBezTo>
                        <a:pt x="194596" y="508730"/>
                        <a:pt x="198501" y="513493"/>
                        <a:pt x="204692" y="515112"/>
                      </a:cubicBezTo>
                      <a:lnTo>
                        <a:pt x="197929" y="521494"/>
                      </a:lnTo>
                      <a:cubicBezTo>
                        <a:pt x="195644" y="521494"/>
                        <a:pt x="201835" y="521017"/>
                        <a:pt x="216503" y="519874"/>
                      </a:cubicBezTo>
                      <a:cubicBezTo>
                        <a:pt x="224314" y="519398"/>
                        <a:pt x="230600" y="521208"/>
                        <a:pt x="235077" y="525399"/>
                      </a:cubicBezTo>
                      <a:lnTo>
                        <a:pt x="240221" y="512635"/>
                      </a:lnTo>
                      <a:cubicBezTo>
                        <a:pt x="244126" y="512635"/>
                        <a:pt x="246983" y="515017"/>
                        <a:pt x="248602" y="519779"/>
                      </a:cubicBezTo>
                      <a:cubicBezTo>
                        <a:pt x="250317" y="524542"/>
                        <a:pt x="252222" y="526923"/>
                        <a:pt x="254508" y="526923"/>
                      </a:cubicBezTo>
                      <a:cubicBezTo>
                        <a:pt x="256127" y="526923"/>
                        <a:pt x="258127" y="526351"/>
                        <a:pt x="260414" y="525304"/>
                      </a:cubicBezTo>
                      <a:cubicBezTo>
                        <a:pt x="262604" y="527399"/>
                        <a:pt x="263747" y="529304"/>
                        <a:pt x="263747" y="530923"/>
                      </a:cubicBezTo>
                      <a:cubicBezTo>
                        <a:pt x="263747" y="532543"/>
                        <a:pt x="262319" y="534067"/>
                        <a:pt x="259556" y="535686"/>
                      </a:cubicBezTo>
                      <a:cubicBezTo>
                        <a:pt x="256699" y="537210"/>
                        <a:pt x="255365" y="538924"/>
                        <a:pt x="255365" y="540448"/>
                      </a:cubicBezTo>
                      <a:cubicBezTo>
                        <a:pt x="255365" y="541020"/>
                        <a:pt x="255651" y="541782"/>
                        <a:pt x="256223" y="542830"/>
                      </a:cubicBezTo>
                      <a:lnTo>
                        <a:pt x="262985" y="542830"/>
                      </a:lnTo>
                      <a:cubicBezTo>
                        <a:pt x="263557" y="545973"/>
                        <a:pt x="263462" y="552069"/>
                        <a:pt x="262604" y="561118"/>
                      </a:cubicBezTo>
                      <a:cubicBezTo>
                        <a:pt x="261747" y="570166"/>
                        <a:pt x="261842" y="576263"/>
                        <a:pt x="262985" y="579406"/>
                      </a:cubicBezTo>
                      <a:cubicBezTo>
                        <a:pt x="264128" y="584740"/>
                        <a:pt x="267462" y="587121"/>
                        <a:pt x="273177" y="586549"/>
                      </a:cubicBezTo>
                      <a:lnTo>
                        <a:pt x="256223" y="597694"/>
                      </a:lnTo>
                      <a:lnTo>
                        <a:pt x="262985" y="604075"/>
                      </a:lnTo>
                      <a:cubicBezTo>
                        <a:pt x="262985" y="604647"/>
                        <a:pt x="261747" y="605980"/>
                        <a:pt x="259175" y="608076"/>
                      </a:cubicBezTo>
                      <a:cubicBezTo>
                        <a:pt x="256699" y="610172"/>
                        <a:pt x="255651" y="611791"/>
                        <a:pt x="256223" y="612838"/>
                      </a:cubicBezTo>
                      <a:lnTo>
                        <a:pt x="244412" y="641509"/>
                      </a:lnTo>
                      <a:cubicBezTo>
                        <a:pt x="226981" y="637222"/>
                        <a:pt x="202216" y="637222"/>
                        <a:pt x="170117" y="641509"/>
                      </a:cubicBezTo>
                      <a:lnTo>
                        <a:pt x="163449" y="632746"/>
                      </a:lnTo>
                      <a:cubicBezTo>
                        <a:pt x="154972" y="637508"/>
                        <a:pt x="147066" y="636175"/>
                        <a:pt x="139732" y="628745"/>
                      </a:cubicBezTo>
                      <a:lnTo>
                        <a:pt x="132969" y="641509"/>
                      </a:lnTo>
                      <a:cubicBezTo>
                        <a:pt x="128397" y="639985"/>
                        <a:pt x="123730" y="639127"/>
                        <a:pt x="118586" y="639127"/>
                      </a:cubicBezTo>
                      <a:cubicBezTo>
                        <a:pt x="116300" y="639127"/>
                        <a:pt x="112871" y="639413"/>
                        <a:pt x="108014" y="639985"/>
                      </a:cubicBezTo>
                      <a:cubicBezTo>
                        <a:pt x="103251" y="640461"/>
                        <a:pt x="99727" y="640842"/>
                        <a:pt x="97441" y="640842"/>
                      </a:cubicBezTo>
                      <a:cubicBezTo>
                        <a:pt x="90106" y="640842"/>
                        <a:pt x="83344" y="638175"/>
                        <a:pt x="77152" y="632841"/>
                      </a:cubicBezTo>
                      <a:lnTo>
                        <a:pt x="83915" y="626459"/>
                      </a:lnTo>
                      <a:cubicBezTo>
                        <a:pt x="81629" y="624364"/>
                        <a:pt x="78581" y="623316"/>
                        <a:pt x="74581" y="623316"/>
                      </a:cubicBezTo>
                      <a:lnTo>
                        <a:pt x="65342" y="623316"/>
                      </a:lnTo>
                      <a:cubicBezTo>
                        <a:pt x="62008" y="622744"/>
                        <a:pt x="59722" y="620649"/>
                        <a:pt x="58579" y="616934"/>
                      </a:cubicBezTo>
                      <a:lnTo>
                        <a:pt x="58579" y="597884"/>
                      </a:lnTo>
                      <a:cubicBezTo>
                        <a:pt x="58007" y="590455"/>
                        <a:pt x="60198" y="584644"/>
                        <a:pt x="65342" y="580358"/>
                      </a:cubicBezTo>
                      <a:lnTo>
                        <a:pt x="51911" y="570833"/>
                      </a:lnTo>
                      <a:lnTo>
                        <a:pt x="61151" y="555688"/>
                      </a:lnTo>
                      <a:cubicBezTo>
                        <a:pt x="61151" y="518541"/>
                        <a:pt x="62579" y="462343"/>
                        <a:pt x="65342" y="386905"/>
                      </a:cubicBezTo>
                      <a:lnTo>
                        <a:pt x="58579" y="382905"/>
                      </a:lnTo>
                      <a:cubicBezTo>
                        <a:pt x="58007" y="365950"/>
                        <a:pt x="57722" y="346805"/>
                        <a:pt x="57722" y="325564"/>
                      </a:cubicBezTo>
                      <a:cubicBezTo>
                        <a:pt x="57722" y="300133"/>
                        <a:pt x="58483" y="259651"/>
                        <a:pt x="59817" y="204216"/>
                      </a:cubicBezTo>
                      <a:cubicBezTo>
                        <a:pt x="61246" y="148780"/>
                        <a:pt x="61913" y="106966"/>
                        <a:pt x="61913" y="78772"/>
                      </a:cubicBezTo>
                      <a:cubicBezTo>
                        <a:pt x="61913" y="57055"/>
                        <a:pt x="61627" y="36862"/>
                        <a:pt x="61055" y="18288"/>
                      </a:cubicBezTo>
                      <a:cubicBezTo>
                        <a:pt x="78486" y="6096"/>
                        <a:pt x="102394" y="0"/>
                        <a:pt x="132874" y="0"/>
                      </a:cubicBezTo>
                      <a:cubicBezTo>
                        <a:pt x="143066" y="0"/>
                        <a:pt x="158210" y="381"/>
                        <a:pt x="178499" y="1238"/>
                      </a:cubicBezTo>
                      <a:cubicBezTo>
                        <a:pt x="198787" y="2000"/>
                        <a:pt x="213360" y="2476"/>
                        <a:pt x="222409" y="2476"/>
                      </a:cubicBezTo>
                      <a:lnTo>
                        <a:pt x="246983" y="2476"/>
                      </a:lnTo>
                      <a:cubicBezTo>
                        <a:pt x="257651" y="16764"/>
                        <a:pt x="262985" y="35242"/>
                        <a:pt x="262985" y="57531"/>
                      </a:cubicBezTo>
                      <a:cubicBezTo>
                        <a:pt x="262985" y="62865"/>
                        <a:pt x="262604" y="72199"/>
                        <a:pt x="261747" y="85534"/>
                      </a:cubicBezTo>
                      <a:cubicBezTo>
                        <a:pt x="260985" y="98869"/>
                        <a:pt x="260509" y="109251"/>
                        <a:pt x="260509" y="116681"/>
                      </a:cubicBezTo>
                      <a:cubicBezTo>
                        <a:pt x="236887" y="133731"/>
                        <a:pt x="218218" y="142018"/>
                        <a:pt x="204788" y="141446"/>
                      </a:cubicBezTo>
                      <a:cubicBezTo>
                        <a:pt x="198025" y="149447"/>
                        <a:pt x="194691" y="161449"/>
                        <a:pt x="194691" y="177451"/>
                      </a:cubicBezTo>
                      <a:cubicBezTo>
                        <a:pt x="195263" y="207264"/>
                        <a:pt x="195548" y="220789"/>
                        <a:pt x="195548" y="218122"/>
                      </a:cubicBezTo>
                      <a:cubicBezTo>
                        <a:pt x="196691" y="218599"/>
                        <a:pt x="216884" y="219456"/>
                        <a:pt x="256318" y="220504"/>
                      </a:cubicBezTo>
                      <a:cubicBezTo>
                        <a:pt x="255175" y="223742"/>
                        <a:pt x="254699" y="226885"/>
                        <a:pt x="254699" y="230029"/>
                      </a:cubicBezTo>
                      <a:cubicBezTo>
                        <a:pt x="254699" y="235363"/>
                        <a:pt x="256318" y="242316"/>
                        <a:pt x="259747" y="250793"/>
                      </a:cubicBezTo>
                      <a:cubicBezTo>
                        <a:pt x="263081" y="259270"/>
                        <a:pt x="264795" y="265938"/>
                        <a:pt x="264795" y="270796"/>
                      </a:cubicBezTo>
                      <a:cubicBezTo>
                        <a:pt x="264795" y="274510"/>
                        <a:pt x="264224" y="278225"/>
                        <a:pt x="263081" y="281940"/>
                      </a:cubicBezTo>
                      <a:lnTo>
                        <a:pt x="253841" y="291560"/>
                      </a:lnTo>
                      <a:cubicBezTo>
                        <a:pt x="256032" y="293656"/>
                        <a:pt x="258318" y="294799"/>
                        <a:pt x="260604" y="294799"/>
                      </a:cubicBezTo>
                      <a:cubicBezTo>
                        <a:pt x="262890" y="294799"/>
                        <a:pt x="266129" y="293656"/>
                        <a:pt x="270320" y="291560"/>
                      </a:cubicBezTo>
                      <a:cubicBezTo>
                        <a:pt x="274511" y="289465"/>
                        <a:pt x="277844" y="288322"/>
                        <a:pt x="280035" y="288322"/>
                      </a:cubicBezTo>
                      <a:cubicBezTo>
                        <a:pt x="275558" y="285655"/>
                        <a:pt x="273272" y="279559"/>
                        <a:pt x="273272" y="270034"/>
                      </a:cubicBezTo>
                      <a:cubicBezTo>
                        <a:pt x="273272" y="264223"/>
                        <a:pt x="274415" y="255365"/>
                        <a:pt x="276701" y="243364"/>
                      </a:cubicBezTo>
                      <a:cubicBezTo>
                        <a:pt x="278892" y="231362"/>
                        <a:pt x="280035" y="223838"/>
                        <a:pt x="280035" y="220694"/>
                      </a:cubicBezTo>
                      <a:lnTo>
                        <a:pt x="342519" y="218313"/>
                      </a:lnTo>
                      <a:lnTo>
                        <a:pt x="374618" y="178498"/>
                      </a:lnTo>
                      <a:cubicBezTo>
                        <a:pt x="356044" y="150400"/>
                        <a:pt x="331280" y="136303"/>
                        <a:pt x="300323" y="136303"/>
                      </a:cubicBezTo>
                      <a:cubicBezTo>
                        <a:pt x="294132" y="136303"/>
                        <a:pt x="287369" y="136874"/>
                        <a:pt x="280035" y="137922"/>
                      </a:cubicBezTo>
                      <a:cubicBezTo>
                        <a:pt x="281178" y="133159"/>
                        <a:pt x="281750" y="127635"/>
                        <a:pt x="281750" y="121253"/>
                      </a:cubicBezTo>
                      <a:cubicBezTo>
                        <a:pt x="281750" y="114871"/>
                        <a:pt x="280892" y="104680"/>
                        <a:pt x="279273" y="90583"/>
                      </a:cubicBezTo>
                      <a:cubicBezTo>
                        <a:pt x="277559" y="76581"/>
                        <a:pt x="276701" y="66008"/>
                        <a:pt x="276701" y="59150"/>
                      </a:cubicBezTo>
                      <a:cubicBezTo>
                        <a:pt x="276701" y="43243"/>
                        <a:pt x="280035" y="29718"/>
                        <a:pt x="286798" y="18478"/>
                      </a:cubicBezTo>
                      <a:lnTo>
                        <a:pt x="280035" y="18478"/>
                      </a:lnTo>
                      <a:cubicBezTo>
                        <a:pt x="282321" y="7334"/>
                        <a:pt x="290989" y="2000"/>
                        <a:pt x="306229" y="2572"/>
                      </a:cubicBezTo>
                      <a:cubicBezTo>
                        <a:pt x="329279" y="3619"/>
                        <a:pt x="341376" y="3905"/>
                        <a:pt x="342519" y="3334"/>
                      </a:cubicBezTo>
                      <a:cubicBezTo>
                        <a:pt x="346424" y="2286"/>
                        <a:pt x="350806" y="3334"/>
                        <a:pt x="355664" y="6477"/>
                      </a:cubicBezTo>
                      <a:cubicBezTo>
                        <a:pt x="360426" y="9620"/>
                        <a:pt x="363093" y="11239"/>
                        <a:pt x="363665" y="11239"/>
                      </a:cubicBezTo>
                      <a:cubicBezTo>
                        <a:pt x="366427" y="11239"/>
                        <a:pt x="368713" y="8382"/>
                        <a:pt x="370427" y="2476"/>
                      </a:cubicBezTo>
                      <a:cubicBezTo>
                        <a:pt x="377190" y="9906"/>
                        <a:pt x="390335" y="13716"/>
                        <a:pt x="410147" y="13716"/>
                      </a:cubicBezTo>
                      <a:cubicBezTo>
                        <a:pt x="427577" y="14288"/>
                        <a:pt x="437483" y="18764"/>
                        <a:pt x="439674" y="27337"/>
                      </a:cubicBezTo>
                      <a:cubicBezTo>
                        <a:pt x="454343" y="39719"/>
                        <a:pt x="469297" y="52006"/>
                        <a:pt x="484442" y="64198"/>
                      </a:cubicBezTo>
                      <a:cubicBezTo>
                        <a:pt x="501301" y="78105"/>
                        <a:pt x="511493" y="92297"/>
                        <a:pt x="514826" y="106775"/>
                      </a:cubicBezTo>
                      <a:lnTo>
                        <a:pt x="524161" y="106775"/>
                      </a:lnTo>
                      <a:cubicBezTo>
                        <a:pt x="519684" y="140779"/>
                        <a:pt x="517398" y="180022"/>
                        <a:pt x="517398" y="224599"/>
                      </a:cubicBezTo>
                      <a:cubicBezTo>
                        <a:pt x="509016" y="225647"/>
                        <a:pt x="504730" y="227743"/>
                        <a:pt x="504730" y="230981"/>
                      </a:cubicBezTo>
                      <a:cubicBezTo>
                        <a:pt x="504730" y="231553"/>
                        <a:pt x="505206" y="232981"/>
                        <a:pt x="506349" y="235363"/>
                      </a:cubicBezTo>
                      <a:cubicBezTo>
                        <a:pt x="507492" y="237744"/>
                        <a:pt x="508064" y="239744"/>
                        <a:pt x="508064" y="241268"/>
                      </a:cubicBezTo>
                      <a:cubicBezTo>
                        <a:pt x="508064" y="243935"/>
                        <a:pt x="505778" y="246602"/>
                        <a:pt x="501301" y="249174"/>
                      </a:cubicBezTo>
                      <a:lnTo>
                        <a:pt x="501301" y="257937"/>
                      </a:lnTo>
                      <a:cubicBezTo>
                        <a:pt x="498539" y="255270"/>
                        <a:pt x="496253" y="253936"/>
                        <a:pt x="494538" y="253936"/>
                      </a:cubicBezTo>
                      <a:cubicBezTo>
                        <a:pt x="488918" y="259270"/>
                        <a:pt x="486061" y="264319"/>
                        <a:pt x="486061" y="269081"/>
                      </a:cubicBezTo>
                      <a:cubicBezTo>
                        <a:pt x="486061" y="274415"/>
                        <a:pt x="492347" y="281178"/>
                        <a:pt x="505015" y="289369"/>
                      </a:cubicBezTo>
                      <a:cubicBezTo>
                        <a:pt x="517684" y="297561"/>
                        <a:pt x="524828" y="304609"/>
                        <a:pt x="526542" y="310420"/>
                      </a:cubicBezTo>
                      <a:lnTo>
                        <a:pt x="530733" y="306419"/>
                      </a:lnTo>
                      <a:close/>
                      <a:moveTo>
                        <a:pt x="74200" y="444341"/>
                      </a:moveTo>
                      <a:lnTo>
                        <a:pt x="80963" y="437959"/>
                      </a:lnTo>
                      <a:lnTo>
                        <a:pt x="64865" y="441960"/>
                      </a:lnTo>
                      <a:lnTo>
                        <a:pt x="74104" y="444341"/>
                      </a:lnTo>
                      <a:close/>
                      <a:moveTo>
                        <a:pt x="80963" y="359188"/>
                      </a:moveTo>
                      <a:lnTo>
                        <a:pt x="100394" y="371856"/>
                      </a:lnTo>
                      <a:lnTo>
                        <a:pt x="100394" y="361474"/>
                      </a:lnTo>
                      <a:lnTo>
                        <a:pt x="97822" y="365379"/>
                      </a:lnTo>
                      <a:cubicBezTo>
                        <a:pt x="93917" y="365379"/>
                        <a:pt x="91345" y="363855"/>
                        <a:pt x="90297" y="360616"/>
                      </a:cubicBezTo>
                      <a:cubicBezTo>
                        <a:pt x="89154" y="357378"/>
                        <a:pt x="88011" y="355854"/>
                        <a:pt x="86868" y="355854"/>
                      </a:cubicBezTo>
                      <a:cubicBezTo>
                        <a:pt x="85725" y="355854"/>
                        <a:pt x="83725" y="356901"/>
                        <a:pt x="80963" y="358997"/>
                      </a:cubicBezTo>
                      <a:close/>
                      <a:moveTo>
                        <a:pt x="83439" y="494538"/>
                      </a:moveTo>
                      <a:cubicBezTo>
                        <a:pt x="85154" y="495014"/>
                        <a:pt x="89916" y="492919"/>
                        <a:pt x="97727" y="488156"/>
                      </a:cubicBezTo>
                      <a:cubicBezTo>
                        <a:pt x="96107" y="487680"/>
                        <a:pt x="94679" y="487394"/>
                        <a:pt x="93536" y="487394"/>
                      </a:cubicBezTo>
                      <a:cubicBezTo>
                        <a:pt x="92393" y="487394"/>
                        <a:pt x="91250" y="488728"/>
                        <a:pt x="90202" y="491395"/>
                      </a:cubicBezTo>
                      <a:cubicBezTo>
                        <a:pt x="89059" y="494062"/>
                        <a:pt x="86773" y="495109"/>
                        <a:pt x="83439" y="494633"/>
                      </a:cubicBezTo>
                      <a:close/>
                      <a:moveTo>
                        <a:pt x="120587" y="555784"/>
                      </a:moveTo>
                      <a:lnTo>
                        <a:pt x="120587" y="545497"/>
                      </a:lnTo>
                      <a:cubicBezTo>
                        <a:pt x="114967" y="545973"/>
                        <a:pt x="108776" y="551307"/>
                        <a:pt x="102013" y="561403"/>
                      </a:cubicBezTo>
                      <a:lnTo>
                        <a:pt x="97727" y="567785"/>
                      </a:lnTo>
                      <a:cubicBezTo>
                        <a:pt x="98870" y="566166"/>
                        <a:pt x="100298" y="564070"/>
                        <a:pt x="102013" y="561403"/>
                      </a:cubicBezTo>
                      <a:lnTo>
                        <a:pt x="109538" y="551878"/>
                      </a:lnTo>
                      <a:cubicBezTo>
                        <a:pt x="111252" y="554545"/>
                        <a:pt x="114872" y="555879"/>
                        <a:pt x="120491" y="555879"/>
                      </a:cubicBezTo>
                      <a:close/>
                      <a:moveTo>
                        <a:pt x="149257" y="597980"/>
                      </a:moveTo>
                      <a:lnTo>
                        <a:pt x="136589" y="604361"/>
                      </a:lnTo>
                      <a:lnTo>
                        <a:pt x="145923" y="604361"/>
                      </a:lnTo>
                      <a:lnTo>
                        <a:pt x="149257" y="597980"/>
                      </a:lnTo>
                      <a:close/>
                      <a:moveTo>
                        <a:pt x="149257" y="490538"/>
                      </a:moveTo>
                      <a:cubicBezTo>
                        <a:pt x="148685" y="492157"/>
                        <a:pt x="148400" y="493490"/>
                        <a:pt x="148400" y="494538"/>
                      </a:cubicBezTo>
                      <a:cubicBezTo>
                        <a:pt x="148400" y="496062"/>
                        <a:pt x="151733" y="496919"/>
                        <a:pt x="158591" y="496919"/>
                      </a:cubicBezTo>
                      <a:lnTo>
                        <a:pt x="149257" y="490538"/>
                      </a:lnTo>
                      <a:close/>
                      <a:moveTo>
                        <a:pt x="161068" y="447484"/>
                      </a:moveTo>
                      <a:cubicBezTo>
                        <a:pt x="163354" y="447961"/>
                        <a:pt x="163925" y="448246"/>
                        <a:pt x="162782" y="448246"/>
                      </a:cubicBezTo>
                      <a:lnTo>
                        <a:pt x="161068" y="447484"/>
                      </a:lnTo>
                      <a:close/>
                      <a:moveTo>
                        <a:pt x="172022" y="435578"/>
                      </a:moveTo>
                      <a:lnTo>
                        <a:pt x="171164" y="434816"/>
                      </a:lnTo>
                      <a:cubicBezTo>
                        <a:pt x="171736" y="434816"/>
                        <a:pt x="172022" y="435102"/>
                        <a:pt x="172022" y="435578"/>
                      </a:cubicBezTo>
                      <a:close/>
                      <a:moveTo>
                        <a:pt x="178784" y="437959"/>
                      </a:moveTo>
                      <a:lnTo>
                        <a:pt x="179642" y="441960"/>
                      </a:lnTo>
                      <a:cubicBezTo>
                        <a:pt x="179070" y="441960"/>
                        <a:pt x="177927" y="441007"/>
                        <a:pt x="176213" y="439198"/>
                      </a:cubicBezTo>
                      <a:cubicBezTo>
                        <a:pt x="174498" y="437293"/>
                        <a:pt x="173165" y="436150"/>
                        <a:pt x="171926" y="435578"/>
                      </a:cubicBezTo>
                      <a:lnTo>
                        <a:pt x="178689" y="426815"/>
                      </a:lnTo>
                      <a:cubicBezTo>
                        <a:pt x="179832" y="430054"/>
                        <a:pt x="181261" y="431578"/>
                        <a:pt x="182880" y="431578"/>
                      </a:cubicBezTo>
                      <a:cubicBezTo>
                        <a:pt x="183452" y="431578"/>
                        <a:pt x="184309" y="431292"/>
                        <a:pt x="185452" y="430816"/>
                      </a:cubicBezTo>
                      <a:cubicBezTo>
                        <a:pt x="186595" y="430244"/>
                        <a:pt x="187452" y="429958"/>
                        <a:pt x="187928" y="429958"/>
                      </a:cubicBezTo>
                      <a:cubicBezTo>
                        <a:pt x="189643" y="429958"/>
                        <a:pt x="190500" y="431863"/>
                        <a:pt x="190500" y="435483"/>
                      </a:cubicBezTo>
                      <a:lnTo>
                        <a:pt x="174403" y="435483"/>
                      </a:lnTo>
                      <a:lnTo>
                        <a:pt x="178689" y="437864"/>
                      </a:lnTo>
                      <a:close/>
                      <a:moveTo>
                        <a:pt x="188024" y="473011"/>
                      </a:moveTo>
                      <a:lnTo>
                        <a:pt x="190595" y="463486"/>
                      </a:lnTo>
                      <a:cubicBezTo>
                        <a:pt x="193358" y="464534"/>
                        <a:pt x="194881" y="467677"/>
                        <a:pt x="194881" y="473011"/>
                      </a:cubicBezTo>
                      <a:lnTo>
                        <a:pt x="188119" y="473011"/>
                      </a:lnTo>
                      <a:close/>
                      <a:moveTo>
                        <a:pt x="230315" y="354330"/>
                      </a:moveTo>
                      <a:cubicBezTo>
                        <a:pt x="230886" y="355378"/>
                        <a:pt x="230886" y="356235"/>
                        <a:pt x="230315" y="356711"/>
                      </a:cubicBezTo>
                      <a:lnTo>
                        <a:pt x="230315" y="354330"/>
                      </a:lnTo>
                      <a:close/>
                      <a:moveTo>
                        <a:pt x="259842" y="365474"/>
                      </a:moveTo>
                      <a:lnTo>
                        <a:pt x="246317" y="359188"/>
                      </a:lnTo>
                      <a:lnTo>
                        <a:pt x="259842" y="361569"/>
                      </a:lnTo>
                      <a:lnTo>
                        <a:pt x="259842" y="365474"/>
                      </a:lnTo>
                      <a:close/>
                      <a:moveTo>
                        <a:pt x="255651" y="336899"/>
                      </a:moveTo>
                      <a:lnTo>
                        <a:pt x="262414" y="356806"/>
                      </a:lnTo>
                      <a:cubicBezTo>
                        <a:pt x="256223" y="353568"/>
                        <a:pt x="253175" y="349091"/>
                        <a:pt x="253175" y="343281"/>
                      </a:cubicBezTo>
                      <a:cubicBezTo>
                        <a:pt x="253175" y="340614"/>
                        <a:pt x="254032" y="338518"/>
                        <a:pt x="255746" y="336899"/>
                      </a:cubicBezTo>
                      <a:close/>
                      <a:moveTo>
                        <a:pt x="283559" y="457105"/>
                      </a:moveTo>
                      <a:lnTo>
                        <a:pt x="292894" y="460248"/>
                      </a:lnTo>
                      <a:lnTo>
                        <a:pt x="283559" y="463486"/>
                      </a:lnTo>
                      <a:lnTo>
                        <a:pt x="283559" y="457105"/>
                      </a:lnTo>
                      <a:close/>
                      <a:moveTo>
                        <a:pt x="311372" y="597980"/>
                      </a:moveTo>
                      <a:lnTo>
                        <a:pt x="318230" y="574072"/>
                      </a:lnTo>
                      <a:cubicBezTo>
                        <a:pt x="311372" y="579406"/>
                        <a:pt x="308039" y="584740"/>
                        <a:pt x="308039" y="589978"/>
                      </a:cubicBezTo>
                      <a:cubicBezTo>
                        <a:pt x="308039" y="592645"/>
                        <a:pt x="309182" y="595217"/>
                        <a:pt x="311372" y="597980"/>
                      </a:cubicBezTo>
                      <a:close/>
                      <a:moveTo>
                        <a:pt x="331756" y="742855"/>
                      </a:moveTo>
                      <a:lnTo>
                        <a:pt x="328327" y="733234"/>
                      </a:lnTo>
                      <a:lnTo>
                        <a:pt x="337566" y="733234"/>
                      </a:lnTo>
                      <a:lnTo>
                        <a:pt x="337566" y="740473"/>
                      </a:lnTo>
                      <a:cubicBezTo>
                        <a:pt x="336423" y="739426"/>
                        <a:pt x="334518" y="740188"/>
                        <a:pt x="331756" y="742855"/>
                      </a:cubicBezTo>
                      <a:close/>
                      <a:moveTo>
                        <a:pt x="357854" y="610648"/>
                      </a:moveTo>
                      <a:lnTo>
                        <a:pt x="357854" y="604266"/>
                      </a:lnTo>
                      <a:cubicBezTo>
                        <a:pt x="352235" y="604266"/>
                        <a:pt x="349091" y="605123"/>
                        <a:pt x="348615" y="606647"/>
                      </a:cubicBezTo>
                      <a:lnTo>
                        <a:pt x="357854" y="610648"/>
                      </a:lnTo>
                      <a:close/>
                      <a:moveTo>
                        <a:pt x="402622" y="582739"/>
                      </a:moveTo>
                      <a:cubicBezTo>
                        <a:pt x="403765" y="582263"/>
                        <a:pt x="405098" y="581025"/>
                        <a:pt x="406813" y="579120"/>
                      </a:cubicBezTo>
                      <a:cubicBezTo>
                        <a:pt x="408527" y="577310"/>
                        <a:pt x="410147" y="576358"/>
                        <a:pt x="411861" y="576358"/>
                      </a:cubicBezTo>
                      <a:lnTo>
                        <a:pt x="395764" y="573976"/>
                      </a:lnTo>
                      <a:lnTo>
                        <a:pt x="402527" y="582739"/>
                      </a:lnTo>
                      <a:close/>
                      <a:moveTo>
                        <a:pt x="409385" y="534162"/>
                      </a:moveTo>
                      <a:cubicBezTo>
                        <a:pt x="416147" y="527875"/>
                        <a:pt x="420624" y="524923"/>
                        <a:pt x="422910" y="525399"/>
                      </a:cubicBezTo>
                      <a:lnTo>
                        <a:pt x="418719" y="521398"/>
                      </a:lnTo>
                      <a:lnTo>
                        <a:pt x="409480" y="534162"/>
                      </a:lnTo>
                      <a:close/>
                      <a:moveTo>
                        <a:pt x="418624" y="358997"/>
                      </a:moveTo>
                      <a:lnTo>
                        <a:pt x="432054" y="358997"/>
                      </a:lnTo>
                      <a:lnTo>
                        <a:pt x="425386" y="346234"/>
                      </a:lnTo>
                      <a:cubicBezTo>
                        <a:pt x="428244" y="352615"/>
                        <a:pt x="425958" y="356901"/>
                        <a:pt x="418624" y="358997"/>
                      </a:cubicBezTo>
                      <a:lnTo>
                        <a:pt x="411861" y="358997"/>
                      </a:lnTo>
                      <a:cubicBezTo>
                        <a:pt x="414623" y="360045"/>
                        <a:pt x="416909" y="360045"/>
                        <a:pt x="418624" y="358997"/>
                      </a:cubicBezTo>
                      <a:close/>
                      <a:moveTo>
                        <a:pt x="432054" y="453771"/>
                      </a:moveTo>
                      <a:cubicBezTo>
                        <a:pt x="428720" y="455390"/>
                        <a:pt x="426053" y="454628"/>
                        <a:pt x="424053" y="451390"/>
                      </a:cubicBezTo>
                      <a:cubicBezTo>
                        <a:pt x="422053" y="448151"/>
                        <a:pt x="421672" y="445008"/>
                        <a:pt x="422815" y="441769"/>
                      </a:cubicBezTo>
                      <a:lnTo>
                        <a:pt x="432054" y="453676"/>
                      </a:lnTo>
                      <a:close/>
                      <a:moveTo>
                        <a:pt x="444722" y="441865"/>
                      </a:moveTo>
                      <a:cubicBezTo>
                        <a:pt x="443008" y="441293"/>
                        <a:pt x="441579" y="441865"/>
                        <a:pt x="440531" y="443484"/>
                      </a:cubicBezTo>
                      <a:cubicBezTo>
                        <a:pt x="438245" y="441388"/>
                        <a:pt x="436626" y="439483"/>
                        <a:pt x="435483" y="437864"/>
                      </a:cubicBezTo>
                      <a:lnTo>
                        <a:pt x="438817" y="435483"/>
                      </a:lnTo>
                      <a:lnTo>
                        <a:pt x="422815" y="433101"/>
                      </a:lnTo>
                      <a:lnTo>
                        <a:pt x="444818" y="435483"/>
                      </a:lnTo>
                      <a:lnTo>
                        <a:pt x="444818" y="441865"/>
                      </a:lnTo>
                      <a:close/>
                      <a:moveTo>
                        <a:pt x="425291" y="420338"/>
                      </a:moveTo>
                      <a:lnTo>
                        <a:pt x="425291" y="404431"/>
                      </a:lnTo>
                      <a:cubicBezTo>
                        <a:pt x="429197" y="408718"/>
                        <a:pt x="429197" y="413956"/>
                        <a:pt x="425291" y="420338"/>
                      </a:cubicBezTo>
                      <a:close/>
                      <a:moveTo>
                        <a:pt x="438817" y="382905"/>
                      </a:moveTo>
                      <a:lnTo>
                        <a:pt x="438817" y="376523"/>
                      </a:lnTo>
                      <a:lnTo>
                        <a:pt x="428720" y="386905"/>
                      </a:lnTo>
                      <a:lnTo>
                        <a:pt x="438817" y="382905"/>
                      </a:lnTo>
                      <a:close/>
                      <a:moveTo>
                        <a:pt x="438817" y="444246"/>
                      </a:moveTo>
                      <a:cubicBezTo>
                        <a:pt x="439388" y="444246"/>
                        <a:pt x="439674" y="444055"/>
                        <a:pt x="439674" y="443484"/>
                      </a:cubicBezTo>
                      <a:lnTo>
                        <a:pt x="440531" y="443484"/>
                      </a:lnTo>
                      <a:cubicBezTo>
                        <a:pt x="441674" y="444532"/>
                        <a:pt x="442246" y="445580"/>
                        <a:pt x="442246" y="446627"/>
                      </a:cubicBezTo>
                      <a:cubicBezTo>
                        <a:pt x="440531" y="445580"/>
                        <a:pt x="439484" y="444722"/>
                        <a:pt x="438817" y="444246"/>
                      </a:cubicBezTo>
                      <a:close/>
                      <a:moveTo>
                        <a:pt x="438817" y="561308"/>
                      </a:moveTo>
                      <a:cubicBezTo>
                        <a:pt x="445008" y="565594"/>
                        <a:pt x="448437" y="567690"/>
                        <a:pt x="449009" y="567690"/>
                      </a:cubicBezTo>
                      <a:cubicBezTo>
                        <a:pt x="443389" y="563975"/>
                        <a:pt x="441389" y="559403"/>
                        <a:pt x="443103" y="554164"/>
                      </a:cubicBezTo>
                      <a:lnTo>
                        <a:pt x="444818" y="551783"/>
                      </a:lnTo>
                      <a:cubicBezTo>
                        <a:pt x="444246" y="552831"/>
                        <a:pt x="443675" y="553688"/>
                        <a:pt x="443103" y="554164"/>
                      </a:cubicBezTo>
                      <a:lnTo>
                        <a:pt x="438817" y="561308"/>
                      </a:lnTo>
                      <a:close/>
                      <a:moveTo>
                        <a:pt x="451580" y="257937"/>
                      </a:moveTo>
                      <a:lnTo>
                        <a:pt x="451580" y="245173"/>
                      </a:lnTo>
                      <a:lnTo>
                        <a:pt x="449009" y="245173"/>
                      </a:lnTo>
                      <a:lnTo>
                        <a:pt x="449009" y="257937"/>
                      </a:lnTo>
                      <a:lnTo>
                        <a:pt x="451580" y="257937"/>
                      </a:lnTo>
                      <a:close/>
                      <a:moveTo>
                        <a:pt x="471869" y="463391"/>
                      </a:moveTo>
                      <a:lnTo>
                        <a:pt x="474345" y="453866"/>
                      </a:lnTo>
                      <a:cubicBezTo>
                        <a:pt x="473773" y="455962"/>
                        <a:pt x="470726" y="457009"/>
                        <a:pt x="465106" y="457009"/>
                      </a:cubicBezTo>
                      <a:lnTo>
                        <a:pt x="460915" y="450628"/>
                      </a:lnTo>
                      <a:lnTo>
                        <a:pt x="449104" y="466534"/>
                      </a:lnTo>
                      <a:lnTo>
                        <a:pt x="455009" y="466534"/>
                      </a:lnTo>
                      <a:cubicBezTo>
                        <a:pt x="454438" y="466058"/>
                        <a:pt x="453295" y="464915"/>
                        <a:pt x="451676" y="463391"/>
                      </a:cubicBezTo>
                      <a:cubicBezTo>
                        <a:pt x="453295" y="459676"/>
                        <a:pt x="455581" y="457771"/>
                        <a:pt x="458438" y="457771"/>
                      </a:cubicBezTo>
                      <a:cubicBezTo>
                        <a:pt x="456724" y="457771"/>
                        <a:pt x="461296" y="459676"/>
                        <a:pt x="471964" y="463391"/>
                      </a:cubicBezTo>
                      <a:close/>
                      <a:moveTo>
                        <a:pt x="455867" y="558165"/>
                      </a:moveTo>
                      <a:lnTo>
                        <a:pt x="474440" y="564547"/>
                      </a:lnTo>
                      <a:lnTo>
                        <a:pt x="467678" y="558165"/>
                      </a:lnTo>
                      <a:lnTo>
                        <a:pt x="455867" y="558165"/>
                      </a:lnTo>
                      <a:close/>
                      <a:moveTo>
                        <a:pt x="483680" y="506349"/>
                      </a:moveTo>
                      <a:lnTo>
                        <a:pt x="483680" y="496824"/>
                      </a:lnTo>
                      <a:lnTo>
                        <a:pt x="476917" y="509492"/>
                      </a:lnTo>
                      <a:cubicBezTo>
                        <a:pt x="479679" y="507397"/>
                        <a:pt x="481965" y="506254"/>
                        <a:pt x="483680" y="506254"/>
                      </a:cubicBezTo>
                      <a:close/>
                      <a:moveTo>
                        <a:pt x="539401" y="589216"/>
                      </a:moveTo>
                      <a:cubicBezTo>
                        <a:pt x="538829" y="593979"/>
                        <a:pt x="539686" y="599789"/>
                        <a:pt x="541973" y="606742"/>
                      </a:cubicBezTo>
                      <a:lnTo>
                        <a:pt x="536924" y="606742"/>
                      </a:lnTo>
                      <a:cubicBezTo>
                        <a:pt x="537496" y="605695"/>
                        <a:pt x="536639" y="604171"/>
                        <a:pt x="534353" y="602361"/>
                      </a:cubicBezTo>
                      <a:cubicBezTo>
                        <a:pt x="532067" y="600551"/>
                        <a:pt x="530638" y="599027"/>
                        <a:pt x="530161" y="597980"/>
                      </a:cubicBezTo>
                      <a:lnTo>
                        <a:pt x="539401" y="589216"/>
                      </a:lnTo>
                      <a:close/>
                      <a:moveTo>
                        <a:pt x="581692" y="163258"/>
                      </a:moveTo>
                      <a:lnTo>
                        <a:pt x="590931" y="165640"/>
                      </a:lnTo>
                      <a:lnTo>
                        <a:pt x="569786" y="165640"/>
                      </a:lnTo>
                      <a:lnTo>
                        <a:pt x="581597" y="163258"/>
                      </a:lnTo>
                      <a:close/>
                    </a:path>
                  </a:pathLst>
                </a:custGeom>
                <a:solidFill>
                  <a:srgbClr val="F6EF85"/>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 name="Google Shape;735;p99"/>
                <p:cNvSpPr/>
                <p:nvPr/>
              </p:nvSpPr>
              <p:spPr>
                <a:xfrm>
                  <a:off x="3669791" y="3086861"/>
                  <a:ext cx="151066" cy="644080"/>
                </a:xfrm>
                <a:custGeom>
                  <a:avLst/>
                  <a:gdLst/>
                  <a:ahLst/>
                  <a:cxnLst/>
                  <a:rect l="l" t="t" r="r" b="b"/>
                  <a:pathLst>
                    <a:path w="151066" h="644080" extrusionOk="0">
                      <a:moveTo>
                        <a:pt x="140303" y="559594"/>
                      </a:moveTo>
                      <a:cubicBezTo>
                        <a:pt x="140875" y="575025"/>
                        <a:pt x="140017" y="584550"/>
                        <a:pt x="137827" y="588264"/>
                      </a:cubicBezTo>
                      <a:cubicBezTo>
                        <a:pt x="143446" y="609981"/>
                        <a:pt x="142304" y="626174"/>
                        <a:pt x="134493" y="636842"/>
                      </a:cubicBezTo>
                      <a:cubicBezTo>
                        <a:pt x="129350" y="639509"/>
                        <a:pt x="122968" y="640842"/>
                        <a:pt x="114967" y="640842"/>
                      </a:cubicBezTo>
                      <a:lnTo>
                        <a:pt x="90488" y="640842"/>
                      </a:lnTo>
                      <a:cubicBezTo>
                        <a:pt x="90488" y="632936"/>
                        <a:pt x="89630" y="628650"/>
                        <a:pt x="87916" y="628079"/>
                      </a:cubicBezTo>
                      <a:cubicBezTo>
                        <a:pt x="87916" y="638747"/>
                        <a:pt x="83725" y="644081"/>
                        <a:pt x="75247" y="644081"/>
                      </a:cubicBezTo>
                      <a:cubicBezTo>
                        <a:pt x="72390" y="644081"/>
                        <a:pt x="67628" y="643223"/>
                        <a:pt x="60865" y="641700"/>
                      </a:cubicBezTo>
                      <a:cubicBezTo>
                        <a:pt x="54102" y="640080"/>
                        <a:pt x="49340" y="639318"/>
                        <a:pt x="46482" y="639318"/>
                      </a:cubicBezTo>
                      <a:cubicBezTo>
                        <a:pt x="43148" y="639318"/>
                        <a:pt x="40576" y="639890"/>
                        <a:pt x="38862" y="640937"/>
                      </a:cubicBezTo>
                      <a:cubicBezTo>
                        <a:pt x="36576" y="638842"/>
                        <a:pt x="34290" y="637794"/>
                        <a:pt x="32099" y="637794"/>
                      </a:cubicBezTo>
                      <a:cubicBezTo>
                        <a:pt x="30385" y="637794"/>
                        <a:pt x="28289" y="638175"/>
                        <a:pt x="25717" y="638937"/>
                      </a:cubicBezTo>
                      <a:cubicBezTo>
                        <a:pt x="23146" y="639794"/>
                        <a:pt x="21336" y="640175"/>
                        <a:pt x="20193" y="640175"/>
                      </a:cubicBezTo>
                      <a:cubicBezTo>
                        <a:pt x="17431" y="640175"/>
                        <a:pt x="14859" y="639128"/>
                        <a:pt x="12573" y="637032"/>
                      </a:cubicBezTo>
                      <a:cubicBezTo>
                        <a:pt x="6953" y="612077"/>
                        <a:pt x="4191" y="585692"/>
                        <a:pt x="4191" y="557594"/>
                      </a:cubicBezTo>
                      <a:cubicBezTo>
                        <a:pt x="4191" y="535400"/>
                        <a:pt x="7049" y="499301"/>
                        <a:pt x="12573" y="449580"/>
                      </a:cubicBezTo>
                      <a:cubicBezTo>
                        <a:pt x="5810" y="412528"/>
                        <a:pt x="4382" y="351663"/>
                        <a:pt x="8382" y="266891"/>
                      </a:cubicBezTo>
                      <a:cubicBezTo>
                        <a:pt x="2762" y="261652"/>
                        <a:pt x="0" y="257366"/>
                        <a:pt x="0" y="254222"/>
                      </a:cubicBezTo>
                      <a:cubicBezTo>
                        <a:pt x="0" y="252603"/>
                        <a:pt x="1238" y="250317"/>
                        <a:pt x="3810" y="247460"/>
                      </a:cubicBezTo>
                      <a:cubicBezTo>
                        <a:pt x="6382" y="244507"/>
                        <a:pt x="7620" y="241745"/>
                        <a:pt x="7620" y="239173"/>
                      </a:cubicBezTo>
                      <a:cubicBezTo>
                        <a:pt x="7620" y="236029"/>
                        <a:pt x="6191" y="232029"/>
                        <a:pt x="3334" y="227267"/>
                      </a:cubicBezTo>
                      <a:cubicBezTo>
                        <a:pt x="6763" y="223552"/>
                        <a:pt x="6763" y="213741"/>
                        <a:pt x="3334" y="197834"/>
                      </a:cubicBezTo>
                      <a:cubicBezTo>
                        <a:pt x="476" y="184118"/>
                        <a:pt x="4763" y="176117"/>
                        <a:pt x="16002" y="174022"/>
                      </a:cubicBezTo>
                      <a:lnTo>
                        <a:pt x="3334" y="154115"/>
                      </a:lnTo>
                      <a:cubicBezTo>
                        <a:pt x="7811" y="151448"/>
                        <a:pt x="10096" y="146971"/>
                        <a:pt x="10096" y="140684"/>
                      </a:cubicBezTo>
                      <a:cubicBezTo>
                        <a:pt x="10096" y="136398"/>
                        <a:pt x="8668" y="129064"/>
                        <a:pt x="5810" y="118396"/>
                      </a:cubicBezTo>
                      <a:cubicBezTo>
                        <a:pt x="3048" y="107823"/>
                        <a:pt x="1619" y="99917"/>
                        <a:pt x="1619" y="94583"/>
                      </a:cubicBezTo>
                      <a:cubicBezTo>
                        <a:pt x="1619" y="87154"/>
                        <a:pt x="3810" y="81058"/>
                        <a:pt x="8382" y="76295"/>
                      </a:cubicBezTo>
                      <a:cubicBezTo>
                        <a:pt x="6667" y="58293"/>
                        <a:pt x="5810" y="48006"/>
                        <a:pt x="5810" y="45339"/>
                      </a:cubicBezTo>
                      <a:cubicBezTo>
                        <a:pt x="5810" y="24670"/>
                        <a:pt x="13716" y="11430"/>
                        <a:pt x="29528" y="5620"/>
                      </a:cubicBezTo>
                      <a:lnTo>
                        <a:pt x="44672" y="5620"/>
                      </a:lnTo>
                      <a:cubicBezTo>
                        <a:pt x="50292" y="5620"/>
                        <a:pt x="59341" y="4667"/>
                        <a:pt x="71723" y="2762"/>
                      </a:cubicBezTo>
                      <a:cubicBezTo>
                        <a:pt x="84106" y="953"/>
                        <a:pt x="93440" y="0"/>
                        <a:pt x="99632" y="0"/>
                      </a:cubicBezTo>
                      <a:cubicBezTo>
                        <a:pt x="117062" y="0"/>
                        <a:pt x="129730" y="6668"/>
                        <a:pt x="137636" y="19908"/>
                      </a:cubicBezTo>
                      <a:cubicBezTo>
                        <a:pt x="138779" y="66580"/>
                        <a:pt x="138779" y="136684"/>
                        <a:pt x="137636" y="230124"/>
                      </a:cubicBezTo>
                      <a:cubicBezTo>
                        <a:pt x="137160" y="229648"/>
                        <a:pt x="134588" y="230410"/>
                        <a:pt x="130016" y="232505"/>
                      </a:cubicBezTo>
                      <a:cubicBezTo>
                        <a:pt x="128873" y="236220"/>
                        <a:pt x="130969" y="239744"/>
                        <a:pt x="136398" y="242888"/>
                      </a:cubicBezTo>
                      <a:cubicBezTo>
                        <a:pt x="141732" y="246126"/>
                        <a:pt x="144399" y="248412"/>
                        <a:pt x="144399" y="250031"/>
                      </a:cubicBezTo>
                      <a:cubicBezTo>
                        <a:pt x="144399" y="252222"/>
                        <a:pt x="142208" y="254603"/>
                        <a:pt x="137636" y="257175"/>
                      </a:cubicBezTo>
                      <a:lnTo>
                        <a:pt x="130016" y="263557"/>
                      </a:lnTo>
                      <a:cubicBezTo>
                        <a:pt x="136779" y="272034"/>
                        <a:pt x="140113" y="282131"/>
                        <a:pt x="140113" y="293846"/>
                      </a:cubicBezTo>
                      <a:cubicBezTo>
                        <a:pt x="140113" y="299180"/>
                        <a:pt x="139160" y="307562"/>
                        <a:pt x="137160" y="318897"/>
                      </a:cubicBezTo>
                      <a:cubicBezTo>
                        <a:pt x="135160" y="330327"/>
                        <a:pt x="134207" y="338995"/>
                        <a:pt x="134207" y="344805"/>
                      </a:cubicBezTo>
                      <a:cubicBezTo>
                        <a:pt x="134207" y="352235"/>
                        <a:pt x="135255" y="359188"/>
                        <a:pt x="137541" y="365475"/>
                      </a:cubicBezTo>
                      <a:cubicBezTo>
                        <a:pt x="138684" y="404241"/>
                        <a:pt x="137541" y="459962"/>
                        <a:pt x="134207" y="532638"/>
                      </a:cubicBezTo>
                      <a:cubicBezTo>
                        <a:pt x="135255" y="534734"/>
                        <a:pt x="137827" y="535591"/>
                        <a:pt x="141732" y="535019"/>
                      </a:cubicBezTo>
                      <a:lnTo>
                        <a:pt x="151067" y="535019"/>
                      </a:lnTo>
                      <a:cubicBezTo>
                        <a:pt x="143732" y="538734"/>
                        <a:pt x="140017" y="546926"/>
                        <a:pt x="140017" y="559689"/>
                      </a:cubicBezTo>
                      <a:close/>
                      <a:moveTo>
                        <a:pt x="29718" y="159068"/>
                      </a:moveTo>
                      <a:cubicBezTo>
                        <a:pt x="28004" y="159639"/>
                        <a:pt x="27146" y="160401"/>
                        <a:pt x="27146" y="161449"/>
                      </a:cubicBezTo>
                      <a:cubicBezTo>
                        <a:pt x="27146" y="163544"/>
                        <a:pt x="28575" y="165450"/>
                        <a:pt x="31337" y="167069"/>
                      </a:cubicBezTo>
                      <a:cubicBezTo>
                        <a:pt x="34195" y="168688"/>
                        <a:pt x="36671" y="168974"/>
                        <a:pt x="38957" y="167831"/>
                      </a:cubicBezTo>
                      <a:cubicBezTo>
                        <a:pt x="36195" y="164116"/>
                        <a:pt x="33052" y="161163"/>
                        <a:pt x="29718" y="159068"/>
                      </a:cubicBezTo>
                      <a:close/>
                      <a:moveTo>
                        <a:pt x="32290" y="145542"/>
                      </a:moveTo>
                      <a:lnTo>
                        <a:pt x="41529" y="132779"/>
                      </a:lnTo>
                      <a:lnTo>
                        <a:pt x="29718" y="136779"/>
                      </a:lnTo>
                      <a:cubicBezTo>
                        <a:pt x="31433" y="137255"/>
                        <a:pt x="32290" y="140208"/>
                        <a:pt x="32290" y="145542"/>
                      </a:cubicBezTo>
                      <a:close/>
                      <a:moveTo>
                        <a:pt x="29718" y="572262"/>
                      </a:moveTo>
                      <a:lnTo>
                        <a:pt x="41529" y="572262"/>
                      </a:lnTo>
                      <a:cubicBezTo>
                        <a:pt x="40958" y="569691"/>
                        <a:pt x="39053" y="568357"/>
                        <a:pt x="35624" y="568357"/>
                      </a:cubicBezTo>
                      <a:cubicBezTo>
                        <a:pt x="32195" y="568357"/>
                        <a:pt x="30194" y="569691"/>
                        <a:pt x="29718" y="572262"/>
                      </a:cubicBezTo>
                      <a:close/>
                      <a:moveTo>
                        <a:pt x="128492" y="251365"/>
                      </a:moveTo>
                      <a:cubicBezTo>
                        <a:pt x="125730" y="255651"/>
                        <a:pt x="126206" y="258604"/>
                        <a:pt x="130207" y="260128"/>
                      </a:cubicBezTo>
                      <a:cubicBezTo>
                        <a:pt x="135255" y="256413"/>
                        <a:pt x="137827" y="253270"/>
                        <a:pt x="137827" y="250603"/>
                      </a:cubicBezTo>
                      <a:cubicBezTo>
                        <a:pt x="137827" y="248508"/>
                        <a:pt x="134493" y="245459"/>
                        <a:pt x="127635" y="241364"/>
                      </a:cubicBezTo>
                      <a:cubicBezTo>
                        <a:pt x="120872" y="237458"/>
                        <a:pt x="117824" y="233553"/>
                        <a:pt x="118396" y="229838"/>
                      </a:cubicBezTo>
                      <a:lnTo>
                        <a:pt x="114205" y="232220"/>
                      </a:lnTo>
                      <a:lnTo>
                        <a:pt x="120967" y="238601"/>
                      </a:lnTo>
                      <a:lnTo>
                        <a:pt x="114205" y="244983"/>
                      </a:lnTo>
                      <a:cubicBezTo>
                        <a:pt x="111919" y="243364"/>
                        <a:pt x="109633" y="240221"/>
                        <a:pt x="107442" y="235458"/>
                      </a:cubicBezTo>
                      <a:cubicBezTo>
                        <a:pt x="105156" y="230696"/>
                        <a:pt x="102013" y="228314"/>
                        <a:pt x="98108" y="228314"/>
                      </a:cubicBezTo>
                      <a:cubicBezTo>
                        <a:pt x="96488" y="228314"/>
                        <a:pt x="93917" y="228791"/>
                        <a:pt x="90583" y="229934"/>
                      </a:cubicBezTo>
                      <a:lnTo>
                        <a:pt x="101537" y="241078"/>
                      </a:lnTo>
                      <a:cubicBezTo>
                        <a:pt x="98679" y="244793"/>
                        <a:pt x="93917" y="247460"/>
                        <a:pt x="87154" y="249079"/>
                      </a:cubicBezTo>
                      <a:cubicBezTo>
                        <a:pt x="78105" y="251746"/>
                        <a:pt x="73057" y="253270"/>
                        <a:pt x="71914" y="253841"/>
                      </a:cubicBezTo>
                      <a:cubicBezTo>
                        <a:pt x="94488" y="260223"/>
                        <a:pt x="107728" y="257366"/>
                        <a:pt x="111633" y="245078"/>
                      </a:cubicBezTo>
                      <a:cubicBezTo>
                        <a:pt x="114967" y="251460"/>
                        <a:pt x="117253" y="254413"/>
                        <a:pt x="118396" y="253841"/>
                      </a:cubicBezTo>
                      <a:cubicBezTo>
                        <a:pt x="117824" y="251746"/>
                        <a:pt x="119539" y="248793"/>
                        <a:pt x="123444" y="245078"/>
                      </a:cubicBezTo>
                      <a:cubicBezTo>
                        <a:pt x="129730" y="245078"/>
                        <a:pt x="131350" y="247174"/>
                        <a:pt x="128492" y="251460"/>
                      </a:cubicBezTo>
                      <a:close/>
                    </a:path>
                  </a:pathLst>
                </a:custGeom>
                <a:solidFill>
                  <a:srgbClr val="F6EF85"/>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 name="Google Shape;736;p99"/>
                <p:cNvSpPr/>
                <p:nvPr/>
              </p:nvSpPr>
              <p:spPr>
                <a:xfrm>
                  <a:off x="3880359" y="3019901"/>
                  <a:ext cx="516760" cy="769905"/>
                </a:xfrm>
                <a:custGeom>
                  <a:avLst/>
                  <a:gdLst/>
                  <a:ahLst/>
                  <a:cxnLst/>
                  <a:rect l="l" t="t" r="r" b="b"/>
                  <a:pathLst>
                    <a:path w="516760" h="769905" extrusionOk="0">
                      <a:moveTo>
                        <a:pt x="467802" y="232410"/>
                      </a:moveTo>
                      <a:cubicBezTo>
                        <a:pt x="481232" y="238792"/>
                        <a:pt x="489138" y="241935"/>
                        <a:pt x="491424" y="241935"/>
                      </a:cubicBezTo>
                      <a:cubicBezTo>
                        <a:pt x="480089" y="253651"/>
                        <a:pt x="475327" y="262128"/>
                        <a:pt x="477041" y="267462"/>
                      </a:cubicBezTo>
                      <a:cubicBezTo>
                        <a:pt x="475899" y="266891"/>
                        <a:pt x="474184" y="266700"/>
                        <a:pt x="471993" y="266700"/>
                      </a:cubicBezTo>
                      <a:cubicBezTo>
                        <a:pt x="469803" y="266700"/>
                        <a:pt x="465611" y="267748"/>
                        <a:pt x="459706" y="269843"/>
                      </a:cubicBezTo>
                      <a:cubicBezTo>
                        <a:pt x="453800" y="271939"/>
                        <a:pt x="449419" y="272986"/>
                        <a:pt x="446657" y="272986"/>
                      </a:cubicBezTo>
                      <a:cubicBezTo>
                        <a:pt x="441513" y="272986"/>
                        <a:pt x="437894" y="269843"/>
                        <a:pt x="435608" y="263461"/>
                      </a:cubicBezTo>
                      <a:cubicBezTo>
                        <a:pt x="434465" y="265081"/>
                        <a:pt x="433322" y="270129"/>
                        <a:pt x="432274" y="278606"/>
                      </a:cubicBezTo>
                      <a:cubicBezTo>
                        <a:pt x="431131" y="284417"/>
                        <a:pt x="427797" y="288703"/>
                        <a:pt x="422178" y="291370"/>
                      </a:cubicBezTo>
                      <a:lnTo>
                        <a:pt x="395984" y="293751"/>
                      </a:lnTo>
                      <a:lnTo>
                        <a:pt x="400270" y="297751"/>
                      </a:lnTo>
                      <a:cubicBezTo>
                        <a:pt x="388459" y="301466"/>
                        <a:pt x="375219" y="303371"/>
                        <a:pt x="360551" y="303371"/>
                      </a:cubicBezTo>
                      <a:lnTo>
                        <a:pt x="363980" y="300133"/>
                      </a:lnTo>
                      <a:cubicBezTo>
                        <a:pt x="365123" y="294227"/>
                        <a:pt x="362837" y="291370"/>
                        <a:pt x="357217" y="291370"/>
                      </a:cubicBezTo>
                      <a:cubicBezTo>
                        <a:pt x="349883" y="290893"/>
                        <a:pt x="345692" y="289560"/>
                        <a:pt x="344549" y="287369"/>
                      </a:cubicBezTo>
                      <a:lnTo>
                        <a:pt x="331023" y="287369"/>
                      </a:lnTo>
                      <a:cubicBezTo>
                        <a:pt x="337786" y="285274"/>
                        <a:pt x="341120" y="282131"/>
                        <a:pt x="341120" y="277844"/>
                      </a:cubicBezTo>
                      <a:cubicBezTo>
                        <a:pt x="341120" y="276225"/>
                        <a:pt x="340262" y="273463"/>
                        <a:pt x="338643" y="269462"/>
                      </a:cubicBezTo>
                      <a:cubicBezTo>
                        <a:pt x="336929" y="265462"/>
                        <a:pt x="336071" y="262700"/>
                        <a:pt x="336071" y="261080"/>
                      </a:cubicBezTo>
                      <a:cubicBezTo>
                        <a:pt x="336071" y="259461"/>
                        <a:pt x="336643" y="258127"/>
                        <a:pt x="337786" y="257080"/>
                      </a:cubicBezTo>
                      <a:lnTo>
                        <a:pt x="324260" y="252317"/>
                      </a:lnTo>
                      <a:cubicBezTo>
                        <a:pt x="325403" y="249650"/>
                        <a:pt x="325975" y="246983"/>
                        <a:pt x="325975" y="244316"/>
                      </a:cubicBezTo>
                      <a:cubicBezTo>
                        <a:pt x="325975" y="238982"/>
                        <a:pt x="321689" y="233743"/>
                        <a:pt x="313307" y="228409"/>
                      </a:cubicBezTo>
                      <a:cubicBezTo>
                        <a:pt x="303210" y="222028"/>
                        <a:pt x="297305" y="217551"/>
                        <a:pt x="295590" y="214884"/>
                      </a:cubicBezTo>
                      <a:cubicBezTo>
                        <a:pt x="291590" y="216503"/>
                        <a:pt x="288256" y="217265"/>
                        <a:pt x="285494" y="217265"/>
                      </a:cubicBezTo>
                      <a:cubicBezTo>
                        <a:pt x="279874" y="217265"/>
                        <a:pt x="274349" y="213646"/>
                        <a:pt x="269016" y="206502"/>
                      </a:cubicBezTo>
                      <a:cubicBezTo>
                        <a:pt x="263682" y="199358"/>
                        <a:pt x="259300" y="195739"/>
                        <a:pt x="255871" y="195739"/>
                      </a:cubicBezTo>
                      <a:cubicBezTo>
                        <a:pt x="252442" y="195739"/>
                        <a:pt x="248632" y="197834"/>
                        <a:pt x="244060" y="202120"/>
                      </a:cubicBezTo>
                      <a:lnTo>
                        <a:pt x="233106" y="192595"/>
                      </a:lnTo>
                      <a:cubicBezTo>
                        <a:pt x="228058" y="197929"/>
                        <a:pt x="219200" y="203359"/>
                        <a:pt x="206532" y="208883"/>
                      </a:cubicBezTo>
                      <a:cubicBezTo>
                        <a:pt x="193863" y="214408"/>
                        <a:pt x="184719" y="221456"/>
                        <a:pt x="179099" y="229934"/>
                      </a:cubicBezTo>
                      <a:cubicBezTo>
                        <a:pt x="177957" y="227267"/>
                        <a:pt x="176051" y="225933"/>
                        <a:pt x="173194" y="225933"/>
                      </a:cubicBezTo>
                      <a:lnTo>
                        <a:pt x="165574" y="225933"/>
                      </a:lnTo>
                      <a:cubicBezTo>
                        <a:pt x="159954" y="231172"/>
                        <a:pt x="152049" y="250603"/>
                        <a:pt x="141952" y="284035"/>
                      </a:cubicBezTo>
                      <a:cubicBezTo>
                        <a:pt x="134046" y="308419"/>
                        <a:pt x="120330" y="320611"/>
                        <a:pt x="100613" y="320611"/>
                      </a:cubicBezTo>
                      <a:cubicBezTo>
                        <a:pt x="96041" y="320611"/>
                        <a:pt x="90993" y="320135"/>
                        <a:pt x="85374" y="318992"/>
                      </a:cubicBezTo>
                      <a:cubicBezTo>
                        <a:pt x="92136" y="320135"/>
                        <a:pt x="102042" y="321945"/>
                        <a:pt x="114901" y="324612"/>
                      </a:cubicBezTo>
                      <a:lnTo>
                        <a:pt x="114044" y="324612"/>
                      </a:lnTo>
                      <a:cubicBezTo>
                        <a:pt x="111758" y="330517"/>
                        <a:pt x="105566" y="333661"/>
                        <a:pt x="95470" y="334232"/>
                      </a:cubicBezTo>
                      <a:lnTo>
                        <a:pt x="71848" y="334232"/>
                      </a:lnTo>
                      <a:cubicBezTo>
                        <a:pt x="67276" y="334804"/>
                        <a:pt x="63657" y="335756"/>
                        <a:pt x="60894" y="337375"/>
                      </a:cubicBezTo>
                      <a:cubicBezTo>
                        <a:pt x="60323" y="340042"/>
                        <a:pt x="60037" y="342424"/>
                        <a:pt x="60037" y="344519"/>
                      </a:cubicBezTo>
                      <a:cubicBezTo>
                        <a:pt x="60037" y="350425"/>
                        <a:pt x="63657" y="353282"/>
                        <a:pt x="71086" y="353282"/>
                      </a:cubicBezTo>
                      <a:cubicBezTo>
                        <a:pt x="72229" y="353282"/>
                        <a:pt x="74134" y="352996"/>
                        <a:pt x="76991" y="352520"/>
                      </a:cubicBezTo>
                      <a:lnTo>
                        <a:pt x="83754" y="352520"/>
                      </a:lnTo>
                      <a:cubicBezTo>
                        <a:pt x="88898" y="352520"/>
                        <a:pt x="92232" y="353568"/>
                        <a:pt x="93851" y="355664"/>
                      </a:cubicBezTo>
                      <a:lnTo>
                        <a:pt x="93851" y="348520"/>
                      </a:lnTo>
                      <a:lnTo>
                        <a:pt x="114139" y="367665"/>
                      </a:lnTo>
                      <a:lnTo>
                        <a:pt x="119187" y="358140"/>
                      </a:lnTo>
                      <a:lnTo>
                        <a:pt x="116615" y="355759"/>
                      </a:lnTo>
                      <a:lnTo>
                        <a:pt x="119187" y="352616"/>
                      </a:lnTo>
                      <a:lnTo>
                        <a:pt x="126807" y="367760"/>
                      </a:lnTo>
                      <a:cubicBezTo>
                        <a:pt x="133570" y="360331"/>
                        <a:pt x="132427" y="351853"/>
                        <a:pt x="123378" y="342328"/>
                      </a:cubicBezTo>
                      <a:cubicBezTo>
                        <a:pt x="127283" y="341852"/>
                        <a:pt x="131570" y="343091"/>
                        <a:pt x="136046" y="346329"/>
                      </a:cubicBezTo>
                      <a:cubicBezTo>
                        <a:pt x="130427" y="349472"/>
                        <a:pt x="130427" y="360617"/>
                        <a:pt x="136046" y="379762"/>
                      </a:cubicBezTo>
                      <a:lnTo>
                        <a:pt x="133475" y="493681"/>
                      </a:lnTo>
                      <a:cubicBezTo>
                        <a:pt x="137951" y="500062"/>
                        <a:pt x="143285" y="513302"/>
                        <a:pt x="149572" y="533495"/>
                      </a:cubicBezTo>
                      <a:cubicBezTo>
                        <a:pt x="175480" y="556832"/>
                        <a:pt x="215675" y="574358"/>
                        <a:pt x="270349" y="585978"/>
                      </a:cubicBezTo>
                      <a:cubicBezTo>
                        <a:pt x="274826" y="574834"/>
                        <a:pt x="286065" y="568357"/>
                        <a:pt x="304067" y="566452"/>
                      </a:cubicBezTo>
                      <a:cubicBezTo>
                        <a:pt x="322070" y="564642"/>
                        <a:pt x="332547" y="557784"/>
                        <a:pt x="335405" y="546164"/>
                      </a:cubicBezTo>
                      <a:cubicBezTo>
                        <a:pt x="338738" y="544544"/>
                        <a:pt x="342739" y="541687"/>
                        <a:pt x="347216" y="537401"/>
                      </a:cubicBezTo>
                      <a:lnTo>
                        <a:pt x="340453" y="527114"/>
                      </a:lnTo>
                      <a:cubicBezTo>
                        <a:pt x="341596" y="527114"/>
                        <a:pt x="346168" y="524161"/>
                        <a:pt x="353978" y="518350"/>
                      </a:cubicBezTo>
                      <a:cubicBezTo>
                        <a:pt x="350073" y="499300"/>
                        <a:pt x="339596" y="489680"/>
                        <a:pt x="322736" y="489680"/>
                      </a:cubicBezTo>
                      <a:cubicBezTo>
                        <a:pt x="317688" y="489680"/>
                        <a:pt x="309211" y="490823"/>
                        <a:pt x="297400" y="493300"/>
                      </a:cubicBezTo>
                      <a:cubicBezTo>
                        <a:pt x="285589" y="495681"/>
                        <a:pt x="276826" y="496919"/>
                        <a:pt x="271206" y="496919"/>
                      </a:cubicBezTo>
                      <a:cubicBezTo>
                        <a:pt x="265586" y="496919"/>
                        <a:pt x="260824" y="495871"/>
                        <a:pt x="256824" y="493776"/>
                      </a:cubicBezTo>
                      <a:lnTo>
                        <a:pt x="230630" y="493776"/>
                      </a:lnTo>
                      <a:cubicBezTo>
                        <a:pt x="231201" y="492728"/>
                        <a:pt x="229010" y="489775"/>
                        <a:pt x="223867" y="485013"/>
                      </a:cubicBezTo>
                      <a:cubicBezTo>
                        <a:pt x="219866" y="488728"/>
                        <a:pt x="217009" y="490633"/>
                        <a:pt x="215390" y="490633"/>
                      </a:cubicBezTo>
                      <a:cubicBezTo>
                        <a:pt x="213770" y="490633"/>
                        <a:pt x="212628" y="489585"/>
                        <a:pt x="212056" y="487490"/>
                      </a:cubicBezTo>
                      <a:cubicBezTo>
                        <a:pt x="205865" y="483203"/>
                        <a:pt x="203960" y="475678"/>
                        <a:pt x="206532" y="464820"/>
                      </a:cubicBezTo>
                      <a:cubicBezTo>
                        <a:pt x="209103" y="453961"/>
                        <a:pt x="208627" y="446151"/>
                        <a:pt x="205293" y="441293"/>
                      </a:cubicBezTo>
                      <a:cubicBezTo>
                        <a:pt x="205293" y="424339"/>
                        <a:pt x="205579" y="414718"/>
                        <a:pt x="206150" y="412623"/>
                      </a:cubicBezTo>
                      <a:cubicBezTo>
                        <a:pt x="207770" y="400907"/>
                        <a:pt x="212913" y="393001"/>
                        <a:pt x="221390" y="388715"/>
                      </a:cubicBezTo>
                      <a:cubicBezTo>
                        <a:pt x="242822" y="382905"/>
                        <a:pt x="267587" y="379952"/>
                        <a:pt x="295685" y="379952"/>
                      </a:cubicBezTo>
                      <a:cubicBezTo>
                        <a:pt x="309211" y="379952"/>
                        <a:pt x="329880" y="380714"/>
                        <a:pt x="357788" y="382334"/>
                      </a:cubicBezTo>
                      <a:cubicBezTo>
                        <a:pt x="385697" y="383953"/>
                        <a:pt x="406937" y="384715"/>
                        <a:pt x="421606" y="384715"/>
                      </a:cubicBezTo>
                      <a:cubicBezTo>
                        <a:pt x="433417" y="384715"/>
                        <a:pt x="444371" y="384524"/>
                        <a:pt x="454562" y="383953"/>
                      </a:cubicBezTo>
                      <a:lnTo>
                        <a:pt x="485042" y="386334"/>
                      </a:lnTo>
                      <a:lnTo>
                        <a:pt x="485042" y="555117"/>
                      </a:lnTo>
                      <a:cubicBezTo>
                        <a:pt x="475994" y="562546"/>
                        <a:pt x="471517" y="568357"/>
                        <a:pt x="471517" y="572643"/>
                      </a:cubicBezTo>
                      <a:cubicBezTo>
                        <a:pt x="471517" y="575310"/>
                        <a:pt x="472660" y="577691"/>
                        <a:pt x="474946" y="579787"/>
                      </a:cubicBezTo>
                      <a:cubicBezTo>
                        <a:pt x="467612" y="594646"/>
                        <a:pt x="451324" y="612743"/>
                        <a:pt x="425892" y="633984"/>
                      </a:cubicBezTo>
                      <a:cubicBezTo>
                        <a:pt x="398365" y="657320"/>
                        <a:pt x="380839" y="674084"/>
                        <a:pt x="373505" y="684181"/>
                      </a:cubicBezTo>
                      <a:cubicBezTo>
                        <a:pt x="371219" y="682561"/>
                        <a:pt x="369028" y="681704"/>
                        <a:pt x="366742" y="681704"/>
                      </a:cubicBezTo>
                      <a:cubicBezTo>
                        <a:pt x="363884" y="681704"/>
                        <a:pt x="359408" y="684181"/>
                        <a:pt x="353216" y="688943"/>
                      </a:cubicBezTo>
                      <a:cubicBezTo>
                        <a:pt x="347025" y="693706"/>
                        <a:pt x="341977" y="696087"/>
                        <a:pt x="337976" y="696087"/>
                      </a:cubicBezTo>
                      <a:cubicBezTo>
                        <a:pt x="307020" y="705136"/>
                        <a:pt x="284160" y="709612"/>
                        <a:pt x="269587" y="709612"/>
                      </a:cubicBezTo>
                      <a:cubicBezTo>
                        <a:pt x="264539" y="709612"/>
                        <a:pt x="259395" y="709422"/>
                        <a:pt x="254347" y="708851"/>
                      </a:cubicBezTo>
                      <a:cubicBezTo>
                        <a:pt x="253204" y="704564"/>
                        <a:pt x="251489" y="702469"/>
                        <a:pt x="249299" y="702469"/>
                      </a:cubicBezTo>
                      <a:cubicBezTo>
                        <a:pt x="248156" y="702469"/>
                        <a:pt x="246060" y="703612"/>
                        <a:pt x="242917" y="705993"/>
                      </a:cubicBezTo>
                      <a:cubicBezTo>
                        <a:pt x="239774" y="708469"/>
                        <a:pt x="237202" y="709612"/>
                        <a:pt x="234916" y="709612"/>
                      </a:cubicBezTo>
                      <a:lnTo>
                        <a:pt x="219771" y="709612"/>
                      </a:lnTo>
                      <a:cubicBezTo>
                        <a:pt x="214151" y="709612"/>
                        <a:pt x="205960" y="707612"/>
                        <a:pt x="195292" y="703707"/>
                      </a:cubicBezTo>
                      <a:cubicBezTo>
                        <a:pt x="184529" y="699707"/>
                        <a:pt x="176718" y="697706"/>
                        <a:pt x="171670" y="697706"/>
                      </a:cubicBezTo>
                      <a:cubicBezTo>
                        <a:pt x="167098" y="697706"/>
                        <a:pt x="162907" y="698564"/>
                        <a:pt x="159002" y="700087"/>
                      </a:cubicBezTo>
                      <a:cubicBezTo>
                        <a:pt x="157287" y="692086"/>
                        <a:pt x="149762" y="687515"/>
                        <a:pt x="136237" y="686086"/>
                      </a:cubicBezTo>
                      <a:cubicBezTo>
                        <a:pt x="122711" y="684752"/>
                        <a:pt x="115377" y="679894"/>
                        <a:pt x="114234" y="671417"/>
                      </a:cubicBezTo>
                      <a:cubicBezTo>
                        <a:pt x="105757" y="663988"/>
                        <a:pt x="95946" y="661035"/>
                        <a:pt x="84611" y="662654"/>
                      </a:cubicBezTo>
                      <a:cubicBezTo>
                        <a:pt x="85183" y="661035"/>
                        <a:pt x="85469" y="659701"/>
                        <a:pt x="85469" y="658654"/>
                      </a:cubicBezTo>
                      <a:cubicBezTo>
                        <a:pt x="85469" y="654368"/>
                        <a:pt x="80706" y="649129"/>
                        <a:pt x="71086" y="642747"/>
                      </a:cubicBezTo>
                      <a:cubicBezTo>
                        <a:pt x="61466" y="636365"/>
                        <a:pt x="56703" y="630269"/>
                        <a:pt x="56703" y="624364"/>
                      </a:cubicBezTo>
                      <a:cubicBezTo>
                        <a:pt x="56703" y="621697"/>
                        <a:pt x="57179" y="619030"/>
                        <a:pt x="58418" y="616363"/>
                      </a:cubicBezTo>
                      <a:cubicBezTo>
                        <a:pt x="28604" y="598360"/>
                        <a:pt x="13650" y="573691"/>
                        <a:pt x="13650" y="542353"/>
                      </a:cubicBezTo>
                      <a:cubicBezTo>
                        <a:pt x="13650" y="535972"/>
                        <a:pt x="14507" y="529876"/>
                        <a:pt x="16222" y="523970"/>
                      </a:cubicBezTo>
                      <a:cubicBezTo>
                        <a:pt x="17841" y="518065"/>
                        <a:pt x="16222" y="511778"/>
                        <a:pt x="11078" y="504825"/>
                      </a:cubicBezTo>
                      <a:cubicBezTo>
                        <a:pt x="4316" y="496824"/>
                        <a:pt x="696" y="491014"/>
                        <a:pt x="125" y="487299"/>
                      </a:cubicBezTo>
                      <a:cubicBezTo>
                        <a:pt x="2887" y="468154"/>
                        <a:pt x="3268" y="435769"/>
                        <a:pt x="982" y="390144"/>
                      </a:cubicBezTo>
                      <a:cubicBezTo>
                        <a:pt x="-1304" y="348710"/>
                        <a:pt x="410" y="316611"/>
                        <a:pt x="6030" y="293846"/>
                      </a:cubicBezTo>
                      <a:cubicBezTo>
                        <a:pt x="11650" y="286988"/>
                        <a:pt x="15079" y="269748"/>
                        <a:pt x="16222" y="242125"/>
                      </a:cubicBezTo>
                      <a:cubicBezTo>
                        <a:pt x="16793" y="219266"/>
                        <a:pt x="25461" y="203930"/>
                        <a:pt x="42320" y="195929"/>
                      </a:cubicBezTo>
                      <a:cubicBezTo>
                        <a:pt x="44511" y="182690"/>
                        <a:pt x="54417" y="168021"/>
                        <a:pt x="71943" y="152114"/>
                      </a:cubicBezTo>
                      <a:cubicBezTo>
                        <a:pt x="75849" y="148400"/>
                        <a:pt x="91660" y="135636"/>
                        <a:pt x="119282" y="113919"/>
                      </a:cubicBezTo>
                      <a:cubicBezTo>
                        <a:pt x="122045" y="115538"/>
                        <a:pt x="124902" y="116300"/>
                        <a:pt x="127760" y="116300"/>
                      </a:cubicBezTo>
                      <a:cubicBezTo>
                        <a:pt x="131665" y="116300"/>
                        <a:pt x="136713" y="113252"/>
                        <a:pt x="142904" y="107156"/>
                      </a:cubicBezTo>
                      <a:cubicBezTo>
                        <a:pt x="149096" y="101060"/>
                        <a:pt x="154715" y="98012"/>
                        <a:pt x="159764" y="98012"/>
                      </a:cubicBezTo>
                      <a:cubicBezTo>
                        <a:pt x="161383" y="98012"/>
                        <a:pt x="163383" y="98298"/>
                        <a:pt x="165669" y="98774"/>
                      </a:cubicBezTo>
                      <a:cubicBezTo>
                        <a:pt x="164526" y="93440"/>
                        <a:pt x="166241" y="90297"/>
                        <a:pt x="170717" y="89249"/>
                      </a:cubicBezTo>
                      <a:cubicBezTo>
                        <a:pt x="175194" y="88201"/>
                        <a:pt x="179671" y="87154"/>
                        <a:pt x="184243" y="86106"/>
                      </a:cubicBezTo>
                      <a:lnTo>
                        <a:pt x="191006" y="94869"/>
                      </a:lnTo>
                      <a:cubicBezTo>
                        <a:pt x="206246" y="81629"/>
                        <a:pt x="223391" y="74962"/>
                        <a:pt x="242536" y="74962"/>
                      </a:cubicBezTo>
                      <a:cubicBezTo>
                        <a:pt x="261681" y="74962"/>
                        <a:pt x="277683" y="82963"/>
                        <a:pt x="289018" y="98869"/>
                      </a:cubicBezTo>
                      <a:lnTo>
                        <a:pt x="295781" y="86106"/>
                      </a:lnTo>
                      <a:cubicBezTo>
                        <a:pt x="308163" y="88773"/>
                        <a:pt x="321212" y="91631"/>
                        <a:pt x="335024" y="94869"/>
                      </a:cubicBezTo>
                      <a:cubicBezTo>
                        <a:pt x="348835" y="98108"/>
                        <a:pt x="360741" y="103156"/>
                        <a:pt x="370933" y="110014"/>
                      </a:cubicBezTo>
                      <a:cubicBezTo>
                        <a:pt x="369790" y="111061"/>
                        <a:pt x="367218" y="112109"/>
                        <a:pt x="363313" y="113157"/>
                      </a:cubicBezTo>
                      <a:cubicBezTo>
                        <a:pt x="359408" y="114205"/>
                        <a:pt x="357407" y="116110"/>
                        <a:pt x="357407" y="118777"/>
                      </a:cubicBezTo>
                      <a:lnTo>
                        <a:pt x="370933" y="118777"/>
                      </a:lnTo>
                      <a:cubicBezTo>
                        <a:pt x="377029" y="118205"/>
                        <a:pt x="380172" y="115348"/>
                        <a:pt x="380172" y="110014"/>
                      </a:cubicBezTo>
                      <a:lnTo>
                        <a:pt x="409700" y="125158"/>
                      </a:lnTo>
                      <a:cubicBezTo>
                        <a:pt x="408557" y="127254"/>
                        <a:pt x="407985" y="129445"/>
                        <a:pt x="407985" y="131540"/>
                      </a:cubicBezTo>
                      <a:cubicBezTo>
                        <a:pt x="407985" y="136303"/>
                        <a:pt x="411891" y="141065"/>
                        <a:pt x="419891" y="145923"/>
                      </a:cubicBezTo>
                      <a:cubicBezTo>
                        <a:pt x="429988" y="152305"/>
                        <a:pt x="435322" y="155734"/>
                        <a:pt x="435893" y="156210"/>
                      </a:cubicBezTo>
                      <a:cubicBezTo>
                        <a:pt x="433607" y="157258"/>
                        <a:pt x="432560" y="160210"/>
                        <a:pt x="432560" y="164973"/>
                      </a:cubicBezTo>
                      <a:lnTo>
                        <a:pt x="445228" y="171355"/>
                      </a:lnTo>
                      <a:cubicBezTo>
                        <a:pt x="446942" y="175069"/>
                        <a:pt x="445037" y="179832"/>
                        <a:pt x="439703" y="185642"/>
                      </a:cubicBezTo>
                      <a:cubicBezTo>
                        <a:pt x="434370" y="191452"/>
                        <a:pt x="431703" y="194882"/>
                        <a:pt x="431703" y="196025"/>
                      </a:cubicBezTo>
                      <a:cubicBezTo>
                        <a:pt x="431703" y="198120"/>
                        <a:pt x="436179" y="199453"/>
                        <a:pt x="445228" y="200025"/>
                      </a:cubicBezTo>
                      <a:lnTo>
                        <a:pt x="449419" y="186500"/>
                      </a:lnTo>
                      <a:cubicBezTo>
                        <a:pt x="449991" y="189643"/>
                        <a:pt x="452848" y="191548"/>
                        <a:pt x="457896" y="192024"/>
                      </a:cubicBezTo>
                      <a:cubicBezTo>
                        <a:pt x="462945" y="192595"/>
                        <a:pt x="465516" y="195167"/>
                        <a:pt x="465516" y="200025"/>
                      </a:cubicBezTo>
                      <a:lnTo>
                        <a:pt x="449419" y="206407"/>
                      </a:lnTo>
                      <a:cubicBezTo>
                        <a:pt x="451133" y="209645"/>
                        <a:pt x="457325" y="211169"/>
                        <a:pt x="468088" y="211169"/>
                      </a:cubicBezTo>
                      <a:lnTo>
                        <a:pt x="470564" y="208788"/>
                      </a:lnTo>
                      <a:cubicBezTo>
                        <a:pt x="470564" y="223075"/>
                        <a:pt x="469707" y="231076"/>
                        <a:pt x="468088" y="232696"/>
                      </a:cubicBezTo>
                      <a:close/>
                      <a:moveTo>
                        <a:pt x="114710" y="324802"/>
                      </a:moveTo>
                      <a:cubicBezTo>
                        <a:pt x="117568" y="323755"/>
                        <a:pt x="119187" y="324041"/>
                        <a:pt x="119759" y="325660"/>
                      </a:cubicBezTo>
                      <a:cubicBezTo>
                        <a:pt x="118616" y="325088"/>
                        <a:pt x="116901" y="324802"/>
                        <a:pt x="114710" y="324802"/>
                      </a:cubicBezTo>
                      <a:close/>
                      <a:moveTo>
                        <a:pt x="133284" y="327184"/>
                      </a:moveTo>
                      <a:cubicBezTo>
                        <a:pt x="130427" y="329851"/>
                        <a:pt x="128236" y="331184"/>
                        <a:pt x="126521" y="331184"/>
                      </a:cubicBezTo>
                      <a:cubicBezTo>
                        <a:pt x="128712" y="331184"/>
                        <a:pt x="126521" y="329279"/>
                        <a:pt x="119759" y="325660"/>
                      </a:cubicBezTo>
                      <a:cubicBezTo>
                        <a:pt x="123188" y="325660"/>
                        <a:pt x="127664" y="326231"/>
                        <a:pt x="133284" y="327279"/>
                      </a:cubicBezTo>
                      <a:close/>
                      <a:moveTo>
                        <a:pt x="263396" y="134493"/>
                      </a:moveTo>
                      <a:lnTo>
                        <a:pt x="272635" y="134493"/>
                      </a:lnTo>
                      <a:cubicBezTo>
                        <a:pt x="271016" y="133445"/>
                        <a:pt x="269301" y="132112"/>
                        <a:pt x="267587" y="130492"/>
                      </a:cubicBezTo>
                      <a:cubicBezTo>
                        <a:pt x="265872" y="128968"/>
                        <a:pt x="265396" y="127064"/>
                        <a:pt x="265872" y="124968"/>
                      </a:cubicBezTo>
                      <a:lnTo>
                        <a:pt x="263300" y="124968"/>
                      </a:lnTo>
                      <a:lnTo>
                        <a:pt x="263300" y="134493"/>
                      </a:lnTo>
                      <a:close/>
                      <a:moveTo>
                        <a:pt x="292923" y="162401"/>
                      </a:moveTo>
                      <a:lnTo>
                        <a:pt x="292923" y="149638"/>
                      </a:lnTo>
                      <a:lnTo>
                        <a:pt x="286160" y="149638"/>
                      </a:lnTo>
                      <a:lnTo>
                        <a:pt x="292923" y="162401"/>
                      </a:lnTo>
                      <a:close/>
                      <a:moveTo>
                        <a:pt x="321593" y="257175"/>
                      </a:moveTo>
                      <a:lnTo>
                        <a:pt x="324165" y="251650"/>
                      </a:lnTo>
                      <a:lnTo>
                        <a:pt x="324165" y="252412"/>
                      </a:lnTo>
                      <a:lnTo>
                        <a:pt x="321593" y="257175"/>
                      </a:lnTo>
                      <a:close/>
                      <a:moveTo>
                        <a:pt x="351216" y="48577"/>
                      </a:moveTo>
                      <a:lnTo>
                        <a:pt x="357122" y="54959"/>
                      </a:lnTo>
                      <a:lnTo>
                        <a:pt x="337691" y="46196"/>
                      </a:lnTo>
                      <a:lnTo>
                        <a:pt x="351216" y="48577"/>
                      </a:lnTo>
                      <a:close/>
                      <a:moveTo>
                        <a:pt x="367218" y="0"/>
                      </a:moveTo>
                      <a:lnTo>
                        <a:pt x="373124" y="0"/>
                      </a:lnTo>
                      <a:lnTo>
                        <a:pt x="363789" y="8763"/>
                      </a:lnTo>
                      <a:lnTo>
                        <a:pt x="367218" y="0"/>
                      </a:lnTo>
                      <a:close/>
                      <a:moveTo>
                        <a:pt x="379886" y="98679"/>
                      </a:moveTo>
                      <a:lnTo>
                        <a:pt x="373124" y="98679"/>
                      </a:lnTo>
                      <a:lnTo>
                        <a:pt x="389126" y="92297"/>
                      </a:lnTo>
                      <a:lnTo>
                        <a:pt x="379886" y="98679"/>
                      </a:lnTo>
                      <a:close/>
                      <a:moveTo>
                        <a:pt x="386649" y="223647"/>
                      </a:moveTo>
                      <a:lnTo>
                        <a:pt x="393412" y="221266"/>
                      </a:lnTo>
                      <a:cubicBezTo>
                        <a:pt x="391697" y="218694"/>
                        <a:pt x="388649" y="217265"/>
                        <a:pt x="384078" y="217265"/>
                      </a:cubicBezTo>
                      <a:lnTo>
                        <a:pt x="386649" y="223647"/>
                      </a:lnTo>
                      <a:close/>
                      <a:moveTo>
                        <a:pt x="420368" y="183833"/>
                      </a:moveTo>
                      <a:cubicBezTo>
                        <a:pt x="423797" y="184404"/>
                        <a:pt x="427416" y="183547"/>
                        <a:pt x="431321" y="181451"/>
                      </a:cubicBezTo>
                      <a:cubicBezTo>
                        <a:pt x="435227" y="179356"/>
                        <a:pt x="436655" y="178022"/>
                        <a:pt x="435512" y="177451"/>
                      </a:cubicBezTo>
                      <a:cubicBezTo>
                        <a:pt x="432179" y="179070"/>
                        <a:pt x="427035" y="181166"/>
                        <a:pt x="420272" y="183833"/>
                      </a:cubicBezTo>
                      <a:cubicBezTo>
                        <a:pt x="417415" y="183833"/>
                        <a:pt x="414653" y="182499"/>
                        <a:pt x="411891" y="179832"/>
                      </a:cubicBezTo>
                      <a:cubicBezTo>
                        <a:pt x="414653" y="182499"/>
                        <a:pt x="417510" y="183833"/>
                        <a:pt x="420272" y="183833"/>
                      </a:cubicBezTo>
                      <a:close/>
                      <a:moveTo>
                        <a:pt x="422082" y="208502"/>
                      </a:moveTo>
                      <a:lnTo>
                        <a:pt x="422082" y="199739"/>
                      </a:lnTo>
                      <a:lnTo>
                        <a:pt x="419606" y="195739"/>
                      </a:lnTo>
                      <a:lnTo>
                        <a:pt x="422082" y="208502"/>
                      </a:lnTo>
                      <a:close/>
                      <a:moveTo>
                        <a:pt x="428845" y="769906"/>
                      </a:moveTo>
                      <a:lnTo>
                        <a:pt x="425416" y="761143"/>
                      </a:lnTo>
                      <a:lnTo>
                        <a:pt x="428845" y="761143"/>
                      </a:lnTo>
                      <a:lnTo>
                        <a:pt x="428845" y="769906"/>
                      </a:lnTo>
                      <a:close/>
                      <a:moveTo>
                        <a:pt x="509998" y="230029"/>
                      </a:moveTo>
                      <a:lnTo>
                        <a:pt x="516761" y="236410"/>
                      </a:lnTo>
                      <a:lnTo>
                        <a:pt x="500663" y="230029"/>
                      </a:lnTo>
                      <a:lnTo>
                        <a:pt x="509998" y="230029"/>
                      </a:lnTo>
                      <a:close/>
                    </a:path>
                  </a:pathLst>
                </a:custGeom>
                <a:solidFill>
                  <a:srgbClr val="F6EF85"/>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 name="Google Shape;737;p99"/>
                <p:cNvSpPr/>
                <p:nvPr/>
              </p:nvSpPr>
              <p:spPr>
                <a:xfrm>
                  <a:off x="4506753" y="3090862"/>
                  <a:ext cx="575405" cy="741140"/>
                </a:xfrm>
                <a:custGeom>
                  <a:avLst/>
                  <a:gdLst/>
                  <a:ahLst/>
                  <a:cxnLst/>
                  <a:rect l="l" t="t" r="r" b="b"/>
                  <a:pathLst>
                    <a:path w="575405" h="741140" extrusionOk="0">
                      <a:moveTo>
                        <a:pt x="487585" y="357283"/>
                      </a:moveTo>
                      <a:cubicBezTo>
                        <a:pt x="488156" y="354616"/>
                        <a:pt x="487013" y="352520"/>
                        <a:pt x="484156" y="350901"/>
                      </a:cubicBezTo>
                      <a:lnTo>
                        <a:pt x="481679" y="350901"/>
                      </a:lnTo>
                      <a:cubicBezTo>
                        <a:pt x="482822" y="352520"/>
                        <a:pt x="483299" y="354044"/>
                        <a:pt x="483299" y="355663"/>
                      </a:cubicBezTo>
                      <a:cubicBezTo>
                        <a:pt x="483299" y="357759"/>
                        <a:pt x="481775" y="361188"/>
                        <a:pt x="478631" y="366046"/>
                      </a:cubicBezTo>
                      <a:cubicBezTo>
                        <a:pt x="475488" y="370808"/>
                        <a:pt x="473964" y="374523"/>
                        <a:pt x="473964" y="377190"/>
                      </a:cubicBezTo>
                      <a:cubicBezTo>
                        <a:pt x="473964" y="380905"/>
                        <a:pt x="476441" y="384429"/>
                        <a:pt x="481584" y="387572"/>
                      </a:cubicBezTo>
                      <a:cubicBezTo>
                        <a:pt x="481584" y="388620"/>
                        <a:pt x="480155" y="391192"/>
                        <a:pt x="477393" y="395192"/>
                      </a:cubicBezTo>
                      <a:cubicBezTo>
                        <a:pt x="474631" y="399097"/>
                        <a:pt x="473678" y="402717"/>
                        <a:pt x="474821" y="405955"/>
                      </a:cubicBezTo>
                      <a:lnTo>
                        <a:pt x="477393" y="408337"/>
                      </a:lnTo>
                      <a:cubicBezTo>
                        <a:pt x="474631" y="411004"/>
                        <a:pt x="470630" y="412337"/>
                        <a:pt x="465582" y="412337"/>
                      </a:cubicBezTo>
                      <a:lnTo>
                        <a:pt x="452056" y="412337"/>
                      </a:lnTo>
                      <a:cubicBezTo>
                        <a:pt x="450342" y="409670"/>
                        <a:pt x="448628" y="407194"/>
                        <a:pt x="446913" y="404813"/>
                      </a:cubicBezTo>
                      <a:cubicBezTo>
                        <a:pt x="445199" y="402336"/>
                        <a:pt x="442436" y="401764"/>
                        <a:pt x="438531" y="402812"/>
                      </a:cubicBezTo>
                      <a:cubicBezTo>
                        <a:pt x="434054" y="407098"/>
                        <a:pt x="431768" y="410528"/>
                        <a:pt x="431768" y="413195"/>
                      </a:cubicBezTo>
                      <a:cubicBezTo>
                        <a:pt x="431768" y="415862"/>
                        <a:pt x="436912" y="417862"/>
                        <a:pt x="447389" y="419195"/>
                      </a:cubicBezTo>
                      <a:cubicBezTo>
                        <a:pt x="457771" y="420529"/>
                        <a:pt x="463868" y="423291"/>
                        <a:pt x="465582" y="427577"/>
                      </a:cubicBezTo>
                      <a:lnTo>
                        <a:pt x="474917" y="418814"/>
                      </a:lnTo>
                      <a:lnTo>
                        <a:pt x="470726" y="465011"/>
                      </a:lnTo>
                      <a:cubicBezTo>
                        <a:pt x="470726" y="459200"/>
                        <a:pt x="469868" y="455771"/>
                        <a:pt x="468154" y="454723"/>
                      </a:cubicBezTo>
                      <a:cubicBezTo>
                        <a:pt x="468630" y="454723"/>
                        <a:pt x="465582" y="456819"/>
                        <a:pt x="458819" y="461105"/>
                      </a:cubicBezTo>
                      <a:cubicBezTo>
                        <a:pt x="462725" y="464820"/>
                        <a:pt x="470345" y="479107"/>
                        <a:pt x="481679" y="504063"/>
                      </a:cubicBezTo>
                      <a:cubicBezTo>
                        <a:pt x="478250" y="503587"/>
                        <a:pt x="473774" y="500634"/>
                        <a:pt x="468154" y="495300"/>
                      </a:cubicBezTo>
                      <a:cubicBezTo>
                        <a:pt x="468630" y="503301"/>
                        <a:pt x="469392" y="511493"/>
                        <a:pt x="470249" y="519970"/>
                      </a:cubicBezTo>
                      <a:cubicBezTo>
                        <a:pt x="471106" y="528447"/>
                        <a:pt x="473488" y="536448"/>
                        <a:pt x="477393" y="543878"/>
                      </a:cubicBezTo>
                      <a:cubicBezTo>
                        <a:pt x="471773" y="552355"/>
                        <a:pt x="466154" y="553403"/>
                        <a:pt x="460534" y="547116"/>
                      </a:cubicBezTo>
                      <a:cubicBezTo>
                        <a:pt x="456629" y="542354"/>
                        <a:pt x="453771" y="545497"/>
                        <a:pt x="452152" y="556641"/>
                      </a:cubicBezTo>
                      <a:cubicBezTo>
                        <a:pt x="453295" y="560356"/>
                        <a:pt x="455676" y="562451"/>
                        <a:pt x="459296" y="563023"/>
                      </a:cubicBezTo>
                      <a:cubicBezTo>
                        <a:pt x="462915" y="563499"/>
                        <a:pt x="464725" y="564071"/>
                        <a:pt x="464725" y="564642"/>
                      </a:cubicBezTo>
                      <a:cubicBezTo>
                        <a:pt x="464725" y="565690"/>
                        <a:pt x="463582" y="568071"/>
                        <a:pt x="461296" y="571786"/>
                      </a:cubicBezTo>
                      <a:cubicBezTo>
                        <a:pt x="448342" y="576548"/>
                        <a:pt x="439960" y="584073"/>
                        <a:pt x="435959" y="594455"/>
                      </a:cubicBezTo>
                      <a:cubicBezTo>
                        <a:pt x="432054" y="604838"/>
                        <a:pt x="423291" y="612648"/>
                        <a:pt x="409766" y="617887"/>
                      </a:cubicBezTo>
                      <a:cubicBezTo>
                        <a:pt x="407480" y="621125"/>
                        <a:pt x="403098" y="624173"/>
                        <a:pt x="396716" y="627126"/>
                      </a:cubicBezTo>
                      <a:cubicBezTo>
                        <a:pt x="390239" y="629984"/>
                        <a:pt x="384715" y="630936"/>
                        <a:pt x="380238" y="629888"/>
                      </a:cubicBezTo>
                      <a:lnTo>
                        <a:pt x="367570" y="644938"/>
                      </a:lnTo>
                      <a:lnTo>
                        <a:pt x="370046" y="648938"/>
                      </a:lnTo>
                      <a:cubicBezTo>
                        <a:pt x="352616" y="642556"/>
                        <a:pt x="333470" y="639128"/>
                        <a:pt x="312611" y="638556"/>
                      </a:cubicBezTo>
                      <a:lnTo>
                        <a:pt x="291560" y="638556"/>
                      </a:lnTo>
                      <a:cubicBezTo>
                        <a:pt x="277463" y="638556"/>
                        <a:pt x="264795" y="637794"/>
                        <a:pt x="253460" y="636175"/>
                      </a:cubicBezTo>
                      <a:cubicBezTo>
                        <a:pt x="248984" y="627697"/>
                        <a:pt x="243935" y="623411"/>
                        <a:pt x="238316" y="623411"/>
                      </a:cubicBezTo>
                      <a:cubicBezTo>
                        <a:pt x="234315" y="623411"/>
                        <a:pt x="228410" y="625983"/>
                        <a:pt x="220504" y="631031"/>
                      </a:cubicBezTo>
                      <a:cubicBezTo>
                        <a:pt x="212598" y="636080"/>
                        <a:pt x="206121" y="638556"/>
                        <a:pt x="201073" y="638556"/>
                      </a:cubicBezTo>
                      <a:cubicBezTo>
                        <a:pt x="198787" y="638556"/>
                        <a:pt x="196882" y="638365"/>
                        <a:pt x="195167" y="637794"/>
                      </a:cubicBezTo>
                      <a:cubicBezTo>
                        <a:pt x="99441" y="637794"/>
                        <a:pt x="40577" y="636937"/>
                        <a:pt x="18574" y="635413"/>
                      </a:cubicBezTo>
                      <a:cubicBezTo>
                        <a:pt x="10192" y="626936"/>
                        <a:pt x="5906" y="612362"/>
                        <a:pt x="5906" y="591693"/>
                      </a:cubicBezTo>
                      <a:lnTo>
                        <a:pt x="5906" y="562356"/>
                      </a:lnTo>
                      <a:cubicBezTo>
                        <a:pt x="5906" y="548069"/>
                        <a:pt x="3905" y="537401"/>
                        <a:pt x="0" y="530543"/>
                      </a:cubicBezTo>
                      <a:cubicBezTo>
                        <a:pt x="6191" y="510349"/>
                        <a:pt x="9239" y="487299"/>
                        <a:pt x="9239" y="461296"/>
                      </a:cubicBezTo>
                      <a:cubicBezTo>
                        <a:pt x="9239" y="448056"/>
                        <a:pt x="7811" y="423672"/>
                        <a:pt x="5048" y="388144"/>
                      </a:cubicBezTo>
                      <a:cubicBezTo>
                        <a:pt x="2191" y="357378"/>
                        <a:pt x="1333" y="333280"/>
                        <a:pt x="2477" y="315754"/>
                      </a:cubicBezTo>
                      <a:lnTo>
                        <a:pt x="2477" y="305467"/>
                      </a:lnTo>
                      <a:cubicBezTo>
                        <a:pt x="2477" y="300133"/>
                        <a:pt x="4763" y="295656"/>
                        <a:pt x="9239" y="291941"/>
                      </a:cubicBezTo>
                      <a:cubicBezTo>
                        <a:pt x="8763" y="286131"/>
                        <a:pt x="8477" y="279749"/>
                        <a:pt x="8477" y="272891"/>
                      </a:cubicBezTo>
                      <a:cubicBezTo>
                        <a:pt x="8477" y="266033"/>
                        <a:pt x="8858" y="256032"/>
                        <a:pt x="9716" y="243078"/>
                      </a:cubicBezTo>
                      <a:cubicBezTo>
                        <a:pt x="10478" y="230124"/>
                        <a:pt x="10954" y="220980"/>
                        <a:pt x="10954" y="215646"/>
                      </a:cubicBezTo>
                      <a:cubicBezTo>
                        <a:pt x="10954" y="201835"/>
                        <a:pt x="8954" y="191548"/>
                        <a:pt x="5048" y="184595"/>
                      </a:cubicBezTo>
                      <a:cubicBezTo>
                        <a:pt x="2762" y="174498"/>
                        <a:pt x="1619" y="163449"/>
                        <a:pt x="1619" y="151162"/>
                      </a:cubicBezTo>
                      <a:cubicBezTo>
                        <a:pt x="1619" y="138874"/>
                        <a:pt x="3239" y="121348"/>
                        <a:pt x="6287" y="96679"/>
                      </a:cubicBezTo>
                      <a:cubicBezTo>
                        <a:pt x="9430" y="72009"/>
                        <a:pt x="10954" y="53054"/>
                        <a:pt x="10954" y="39814"/>
                      </a:cubicBezTo>
                      <a:cubicBezTo>
                        <a:pt x="10954" y="31337"/>
                        <a:pt x="10382" y="23336"/>
                        <a:pt x="9239" y="15907"/>
                      </a:cubicBezTo>
                      <a:cubicBezTo>
                        <a:pt x="15431" y="11144"/>
                        <a:pt x="31814" y="5810"/>
                        <a:pt x="58293" y="0"/>
                      </a:cubicBezTo>
                      <a:lnTo>
                        <a:pt x="204406" y="4001"/>
                      </a:lnTo>
                      <a:cubicBezTo>
                        <a:pt x="213931" y="7144"/>
                        <a:pt x="218408" y="15716"/>
                        <a:pt x="217932" y="29432"/>
                      </a:cubicBezTo>
                      <a:cubicBezTo>
                        <a:pt x="217361" y="45911"/>
                        <a:pt x="218408" y="55721"/>
                        <a:pt x="221266" y="58960"/>
                      </a:cubicBezTo>
                      <a:cubicBezTo>
                        <a:pt x="228029" y="61055"/>
                        <a:pt x="233363" y="56864"/>
                        <a:pt x="237268" y="46196"/>
                      </a:cubicBezTo>
                      <a:cubicBezTo>
                        <a:pt x="237268" y="44577"/>
                        <a:pt x="236411" y="41148"/>
                        <a:pt x="234791" y="35814"/>
                      </a:cubicBezTo>
                      <a:cubicBezTo>
                        <a:pt x="233172" y="30480"/>
                        <a:pt x="232315" y="26575"/>
                        <a:pt x="232315" y="23908"/>
                      </a:cubicBezTo>
                      <a:cubicBezTo>
                        <a:pt x="232315" y="17050"/>
                        <a:pt x="237077" y="13335"/>
                        <a:pt x="246697" y="12763"/>
                      </a:cubicBezTo>
                      <a:cubicBezTo>
                        <a:pt x="248984" y="14859"/>
                        <a:pt x="251174" y="16002"/>
                        <a:pt x="253460" y="16002"/>
                      </a:cubicBezTo>
                      <a:cubicBezTo>
                        <a:pt x="259652" y="16002"/>
                        <a:pt x="263938" y="12002"/>
                        <a:pt x="266129" y="4001"/>
                      </a:cubicBezTo>
                      <a:lnTo>
                        <a:pt x="384334" y="6382"/>
                      </a:lnTo>
                      <a:cubicBezTo>
                        <a:pt x="386620" y="11716"/>
                        <a:pt x="390144" y="14097"/>
                        <a:pt x="394906" y="13526"/>
                      </a:cubicBezTo>
                      <a:cubicBezTo>
                        <a:pt x="399669" y="13049"/>
                        <a:pt x="403193" y="13811"/>
                        <a:pt x="405479" y="15907"/>
                      </a:cubicBezTo>
                      <a:cubicBezTo>
                        <a:pt x="423481" y="21241"/>
                        <a:pt x="438150" y="31813"/>
                        <a:pt x="449389" y="47720"/>
                      </a:cubicBezTo>
                      <a:cubicBezTo>
                        <a:pt x="458438" y="61531"/>
                        <a:pt x="467678" y="75629"/>
                        <a:pt x="477298" y="89916"/>
                      </a:cubicBezTo>
                      <a:cubicBezTo>
                        <a:pt x="472821" y="104299"/>
                        <a:pt x="470535" y="119920"/>
                        <a:pt x="470535" y="136874"/>
                      </a:cubicBezTo>
                      <a:cubicBezTo>
                        <a:pt x="470535" y="151733"/>
                        <a:pt x="473297" y="174403"/>
                        <a:pt x="478917" y="204978"/>
                      </a:cubicBezTo>
                      <a:cubicBezTo>
                        <a:pt x="484537" y="235553"/>
                        <a:pt x="487394" y="258794"/>
                        <a:pt x="487394" y="274701"/>
                      </a:cubicBezTo>
                      <a:cubicBezTo>
                        <a:pt x="487394" y="290608"/>
                        <a:pt x="485394" y="305753"/>
                        <a:pt x="481489" y="320040"/>
                      </a:cubicBezTo>
                      <a:lnTo>
                        <a:pt x="494157" y="326422"/>
                      </a:lnTo>
                      <a:cubicBezTo>
                        <a:pt x="490252" y="326898"/>
                        <a:pt x="484632" y="329851"/>
                        <a:pt x="477298" y="335185"/>
                      </a:cubicBezTo>
                      <a:cubicBezTo>
                        <a:pt x="476155" y="337280"/>
                        <a:pt x="475583" y="339185"/>
                        <a:pt x="475583" y="340805"/>
                      </a:cubicBezTo>
                      <a:cubicBezTo>
                        <a:pt x="475583" y="344043"/>
                        <a:pt x="478346" y="346234"/>
                        <a:pt x="483965" y="347567"/>
                      </a:cubicBezTo>
                      <a:cubicBezTo>
                        <a:pt x="489585" y="348901"/>
                        <a:pt x="493014" y="350139"/>
                        <a:pt x="494157" y="351187"/>
                      </a:cubicBezTo>
                      <a:lnTo>
                        <a:pt x="487394" y="357569"/>
                      </a:lnTo>
                      <a:close/>
                      <a:moveTo>
                        <a:pt x="51721" y="213931"/>
                      </a:moveTo>
                      <a:cubicBezTo>
                        <a:pt x="56197" y="210407"/>
                        <a:pt x="59341" y="208883"/>
                        <a:pt x="60960" y="209360"/>
                      </a:cubicBezTo>
                      <a:cubicBezTo>
                        <a:pt x="59341" y="207836"/>
                        <a:pt x="58484" y="205549"/>
                        <a:pt x="58484" y="202502"/>
                      </a:cubicBezTo>
                      <a:cubicBezTo>
                        <a:pt x="59055" y="198406"/>
                        <a:pt x="59055" y="195834"/>
                        <a:pt x="58484" y="194881"/>
                      </a:cubicBezTo>
                      <a:cubicBezTo>
                        <a:pt x="53912" y="197929"/>
                        <a:pt x="51721" y="204311"/>
                        <a:pt x="51721" y="214027"/>
                      </a:cubicBezTo>
                      <a:close/>
                      <a:moveTo>
                        <a:pt x="452152" y="430530"/>
                      </a:moveTo>
                      <a:cubicBezTo>
                        <a:pt x="443103" y="425196"/>
                        <a:pt x="434435" y="419862"/>
                        <a:pt x="425958" y="414623"/>
                      </a:cubicBezTo>
                      <a:cubicBezTo>
                        <a:pt x="414623" y="408241"/>
                        <a:pt x="404813" y="406146"/>
                        <a:pt x="396335" y="408241"/>
                      </a:cubicBezTo>
                      <a:cubicBezTo>
                        <a:pt x="392430" y="402431"/>
                        <a:pt x="383572" y="399002"/>
                        <a:pt x="369761" y="397955"/>
                      </a:cubicBezTo>
                      <a:cubicBezTo>
                        <a:pt x="355949" y="396907"/>
                        <a:pt x="346234" y="392049"/>
                        <a:pt x="340614" y="383667"/>
                      </a:cubicBezTo>
                      <a:lnTo>
                        <a:pt x="347377" y="377285"/>
                      </a:lnTo>
                      <a:lnTo>
                        <a:pt x="338042" y="368522"/>
                      </a:lnTo>
                      <a:cubicBezTo>
                        <a:pt x="338042" y="345186"/>
                        <a:pt x="338328" y="321564"/>
                        <a:pt x="338900" y="297656"/>
                      </a:cubicBezTo>
                      <a:cubicBezTo>
                        <a:pt x="338900" y="269557"/>
                        <a:pt x="340900" y="246221"/>
                        <a:pt x="344805" y="227552"/>
                      </a:cubicBezTo>
                      <a:cubicBezTo>
                        <a:pt x="342614" y="223266"/>
                        <a:pt x="341471" y="217741"/>
                        <a:pt x="341471" y="210884"/>
                      </a:cubicBezTo>
                      <a:cubicBezTo>
                        <a:pt x="341471" y="204502"/>
                        <a:pt x="342614" y="199168"/>
                        <a:pt x="344805" y="194977"/>
                      </a:cubicBezTo>
                      <a:cubicBezTo>
                        <a:pt x="345377" y="188119"/>
                        <a:pt x="351568" y="186499"/>
                        <a:pt x="363379" y="190214"/>
                      </a:cubicBezTo>
                      <a:lnTo>
                        <a:pt x="363379" y="190976"/>
                      </a:lnTo>
                      <a:cubicBezTo>
                        <a:pt x="364522" y="191453"/>
                        <a:pt x="364522" y="191262"/>
                        <a:pt x="363379" y="190214"/>
                      </a:cubicBezTo>
                      <a:lnTo>
                        <a:pt x="370142" y="181451"/>
                      </a:lnTo>
                      <a:cubicBezTo>
                        <a:pt x="368427" y="177737"/>
                        <a:pt x="365379" y="177165"/>
                        <a:pt x="360902" y="179832"/>
                      </a:cubicBezTo>
                      <a:cubicBezTo>
                        <a:pt x="356426" y="182499"/>
                        <a:pt x="354139" y="180880"/>
                        <a:pt x="354139" y="175070"/>
                      </a:cubicBezTo>
                      <a:lnTo>
                        <a:pt x="340614" y="179070"/>
                      </a:lnTo>
                      <a:cubicBezTo>
                        <a:pt x="340614" y="158972"/>
                        <a:pt x="339757" y="147542"/>
                        <a:pt x="338042" y="144875"/>
                      </a:cubicBezTo>
                      <a:cubicBezTo>
                        <a:pt x="316039" y="132112"/>
                        <a:pt x="291560" y="125825"/>
                        <a:pt x="264605" y="125825"/>
                      </a:cubicBezTo>
                      <a:cubicBezTo>
                        <a:pt x="259556" y="125825"/>
                        <a:pt x="254413" y="126111"/>
                        <a:pt x="249364" y="126587"/>
                      </a:cubicBezTo>
                      <a:cubicBezTo>
                        <a:pt x="238696" y="124492"/>
                        <a:pt x="233363" y="117348"/>
                        <a:pt x="233363" y="105061"/>
                      </a:cubicBezTo>
                      <a:lnTo>
                        <a:pt x="233363" y="95536"/>
                      </a:lnTo>
                      <a:cubicBezTo>
                        <a:pt x="233934" y="90773"/>
                        <a:pt x="234220" y="87344"/>
                        <a:pt x="234220" y="85154"/>
                      </a:cubicBezTo>
                      <a:cubicBezTo>
                        <a:pt x="234220" y="79343"/>
                        <a:pt x="233077" y="74866"/>
                        <a:pt x="230791" y="71628"/>
                      </a:cubicBezTo>
                      <a:cubicBezTo>
                        <a:pt x="226886" y="77438"/>
                        <a:pt x="224123" y="86773"/>
                        <a:pt x="222409" y="99441"/>
                      </a:cubicBezTo>
                      <a:cubicBezTo>
                        <a:pt x="220694" y="112204"/>
                        <a:pt x="218218" y="122301"/>
                        <a:pt x="214789" y="129730"/>
                      </a:cubicBezTo>
                      <a:cubicBezTo>
                        <a:pt x="202883" y="130302"/>
                        <a:pt x="187452" y="129159"/>
                        <a:pt x="168307" y="126587"/>
                      </a:cubicBezTo>
                      <a:cubicBezTo>
                        <a:pt x="148495" y="123920"/>
                        <a:pt x="138684" y="131636"/>
                        <a:pt x="138684" y="149638"/>
                      </a:cubicBezTo>
                      <a:cubicBezTo>
                        <a:pt x="138684" y="153924"/>
                        <a:pt x="139351" y="160211"/>
                        <a:pt x="140779" y="168688"/>
                      </a:cubicBezTo>
                      <a:cubicBezTo>
                        <a:pt x="142208" y="177165"/>
                        <a:pt x="142875" y="182499"/>
                        <a:pt x="142875" y="184595"/>
                      </a:cubicBezTo>
                      <a:cubicBezTo>
                        <a:pt x="138398" y="192119"/>
                        <a:pt x="136112" y="198120"/>
                        <a:pt x="136112" y="202978"/>
                      </a:cubicBezTo>
                      <a:cubicBezTo>
                        <a:pt x="136112" y="207836"/>
                        <a:pt x="138398" y="211741"/>
                        <a:pt x="142875" y="214884"/>
                      </a:cubicBezTo>
                      <a:cubicBezTo>
                        <a:pt x="136684" y="216979"/>
                        <a:pt x="133636" y="221552"/>
                        <a:pt x="133636" y="228410"/>
                      </a:cubicBezTo>
                      <a:lnTo>
                        <a:pt x="132779" y="245936"/>
                      </a:lnTo>
                      <a:cubicBezTo>
                        <a:pt x="127730" y="243269"/>
                        <a:pt x="125444" y="237554"/>
                        <a:pt x="126016" y="228410"/>
                      </a:cubicBezTo>
                      <a:cubicBezTo>
                        <a:pt x="126587" y="219361"/>
                        <a:pt x="125730" y="213265"/>
                        <a:pt x="123539" y="210121"/>
                      </a:cubicBezTo>
                      <a:cubicBezTo>
                        <a:pt x="117920" y="207454"/>
                        <a:pt x="105823" y="206121"/>
                        <a:pt x="87154" y="206121"/>
                      </a:cubicBezTo>
                      <a:lnTo>
                        <a:pt x="114205" y="230791"/>
                      </a:lnTo>
                      <a:cubicBezTo>
                        <a:pt x="120396" y="229267"/>
                        <a:pt x="123539" y="231077"/>
                        <a:pt x="123539" y="236411"/>
                      </a:cubicBezTo>
                      <a:lnTo>
                        <a:pt x="123539" y="242030"/>
                      </a:lnTo>
                      <a:cubicBezTo>
                        <a:pt x="122968" y="244697"/>
                        <a:pt x="122682" y="246793"/>
                        <a:pt x="122682" y="248317"/>
                      </a:cubicBezTo>
                      <a:cubicBezTo>
                        <a:pt x="122682" y="252603"/>
                        <a:pt x="123825" y="256032"/>
                        <a:pt x="126016" y="258699"/>
                      </a:cubicBezTo>
                      <a:lnTo>
                        <a:pt x="130302" y="254698"/>
                      </a:lnTo>
                      <a:cubicBezTo>
                        <a:pt x="139255" y="259461"/>
                        <a:pt x="143828" y="269557"/>
                        <a:pt x="143828" y="284988"/>
                      </a:cubicBezTo>
                      <a:lnTo>
                        <a:pt x="142970" y="319945"/>
                      </a:lnTo>
                      <a:cubicBezTo>
                        <a:pt x="142399" y="327946"/>
                        <a:pt x="142113" y="336709"/>
                        <a:pt x="142113" y="346234"/>
                      </a:cubicBezTo>
                      <a:cubicBezTo>
                        <a:pt x="142113" y="355759"/>
                        <a:pt x="142685" y="370332"/>
                        <a:pt x="143828" y="389668"/>
                      </a:cubicBezTo>
                      <a:cubicBezTo>
                        <a:pt x="144971" y="409099"/>
                        <a:pt x="145447" y="423481"/>
                        <a:pt x="145447" y="433006"/>
                      </a:cubicBezTo>
                      <a:cubicBezTo>
                        <a:pt x="145447" y="452056"/>
                        <a:pt x="143542" y="469392"/>
                        <a:pt x="139541" y="484727"/>
                      </a:cubicBezTo>
                      <a:cubicBezTo>
                        <a:pt x="137827" y="488442"/>
                        <a:pt x="139637" y="493490"/>
                        <a:pt x="144971" y="499872"/>
                      </a:cubicBezTo>
                      <a:cubicBezTo>
                        <a:pt x="150304" y="506254"/>
                        <a:pt x="152971" y="510540"/>
                        <a:pt x="152971" y="512636"/>
                      </a:cubicBezTo>
                      <a:cubicBezTo>
                        <a:pt x="152971" y="515303"/>
                        <a:pt x="149543" y="517684"/>
                        <a:pt x="142780" y="519779"/>
                      </a:cubicBezTo>
                      <a:cubicBezTo>
                        <a:pt x="149543" y="519779"/>
                        <a:pt x="154877" y="517684"/>
                        <a:pt x="158877" y="513397"/>
                      </a:cubicBezTo>
                      <a:cubicBezTo>
                        <a:pt x="162211" y="513397"/>
                        <a:pt x="167830" y="513016"/>
                        <a:pt x="175736" y="512255"/>
                      </a:cubicBezTo>
                      <a:cubicBezTo>
                        <a:pt x="183547" y="511493"/>
                        <a:pt x="189547" y="511016"/>
                        <a:pt x="193453" y="511016"/>
                      </a:cubicBezTo>
                      <a:cubicBezTo>
                        <a:pt x="207074" y="511016"/>
                        <a:pt x="216313" y="514731"/>
                        <a:pt x="221361" y="522161"/>
                      </a:cubicBezTo>
                      <a:cubicBezTo>
                        <a:pt x="216313" y="528066"/>
                        <a:pt x="217170" y="533019"/>
                        <a:pt x="223933" y="537305"/>
                      </a:cubicBezTo>
                      <a:cubicBezTo>
                        <a:pt x="222218" y="545782"/>
                        <a:pt x="221361" y="565404"/>
                        <a:pt x="221361" y="596265"/>
                      </a:cubicBezTo>
                      <a:cubicBezTo>
                        <a:pt x="217456" y="596265"/>
                        <a:pt x="214503" y="594170"/>
                        <a:pt x="212503" y="589883"/>
                      </a:cubicBezTo>
                      <a:cubicBezTo>
                        <a:pt x="210503" y="585597"/>
                        <a:pt x="207836" y="583502"/>
                        <a:pt x="204502" y="583502"/>
                      </a:cubicBezTo>
                      <a:cubicBezTo>
                        <a:pt x="205645" y="588264"/>
                        <a:pt x="210312" y="593217"/>
                        <a:pt x="218408" y="598170"/>
                      </a:cubicBezTo>
                      <a:cubicBezTo>
                        <a:pt x="226600" y="603218"/>
                        <a:pt x="230600" y="607886"/>
                        <a:pt x="230600" y="612172"/>
                      </a:cubicBezTo>
                      <a:cubicBezTo>
                        <a:pt x="230600" y="614839"/>
                        <a:pt x="229743" y="617696"/>
                        <a:pt x="228124" y="620935"/>
                      </a:cubicBezTo>
                      <a:cubicBezTo>
                        <a:pt x="233267" y="617696"/>
                        <a:pt x="238601" y="614553"/>
                        <a:pt x="244126" y="611314"/>
                      </a:cubicBezTo>
                      <a:lnTo>
                        <a:pt x="239935" y="611314"/>
                      </a:lnTo>
                      <a:cubicBezTo>
                        <a:pt x="236506" y="597598"/>
                        <a:pt x="231172" y="575024"/>
                        <a:pt x="223933" y="543687"/>
                      </a:cubicBezTo>
                      <a:cubicBezTo>
                        <a:pt x="227838" y="532066"/>
                        <a:pt x="236887" y="522446"/>
                        <a:pt x="250888" y="515017"/>
                      </a:cubicBezTo>
                      <a:cubicBezTo>
                        <a:pt x="254794" y="513397"/>
                        <a:pt x="267557" y="508635"/>
                        <a:pt x="288988" y="500729"/>
                      </a:cubicBezTo>
                      <a:cubicBezTo>
                        <a:pt x="291179" y="503872"/>
                        <a:pt x="292037" y="505968"/>
                        <a:pt x="291560" y="507111"/>
                      </a:cubicBezTo>
                      <a:lnTo>
                        <a:pt x="315182" y="510254"/>
                      </a:lnTo>
                      <a:cubicBezTo>
                        <a:pt x="316325" y="505015"/>
                        <a:pt x="316039" y="500539"/>
                        <a:pt x="314325" y="497110"/>
                      </a:cubicBezTo>
                      <a:cubicBezTo>
                        <a:pt x="312611" y="493681"/>
                        <a:pt x="311849" y="490919"/>
                        <a:pt x="311849" y="488728"/>
                      </a:cubicBezTo>
                      <a:cubicBezTo>
                        <a:pt x="316325" y="483965"/>
                        <a:pt x="324231" y="477584"/>
                        <a:pt x="335471" y="469582"/>
                      </a:cubicBezTo>
                      <a:lnTo>
                        <a:pt x="335471" y="482346"/>
                      </a:lnTo>
                      <a:cubicBezTo>
                        <a:pt x="341662" y="479679"/>
                        <a:pt x="344710" y="476250"/>
                        <a:pt x="344710" y="471964"/>
                      </a:cubicBezTo>
                      <a:cubicBezTo>
                        <a:pt x="344710" y="469868"/>
                        <a:pt x="343471" y="466535"/>
                        <a:pt x="340900" y="462058"/>
                      </a:cubicBezTo>
                      <a:cubicBezTo>
                        <a:pt x="338328" y="457581"/>
                        <a:pt x="337090" y="454819"/>
                        <a:pt x="337090" y="453771"/>
                      </a:cubicBezTo>
                      <a:cubicBezTo>
                        <a:pt x="337090" y="451580"/>
                        <a:pt x="338233" y="449961"/>
                        <a:pt x="340519" y="448913"/>
                      </a:cubicBezTo>
                      <a:lnTo>
                        <a:pt x="335375" y="427387"/>
                      </a:lnTo>
                      <a:cubicBezTo>
                        <a:pt x="331946" y="426339"/>
                        <a:pt x="327470" y="427101"/>
                        <a:pt x="321850" y="429768"/>
                      </a:cubicBezTo>
                      <a:cubicBezTo>
                        <a:pt x="313372" y="422910"/>
                        <a:pt x="310039" y="417005"/>
                        <a:pt x="311753" y="412242"/>
                      </a:cubicBezTo>
                      <a:cubicBezTo>
                        <a:pt x="312325" y="410718"/>
                        <a:pt x="315659" y="409289"/>
                        <a:pt x="321850" y="408241"/>
                      </a:cubicBezTo>
                      <a:cubicBezTo>
                        <a:pt x="323564" y="413004"/>
                        <a:pt x="324421" y="415099"/>
                        <a:pt x="324421" y="414623"/>
                      </a:cubicBezTo>
                      <a:cubicBezTo>
                        <a:pt x="344138" y="413004"/>
                        <a:pt x="360521" y="415957"/>
                        <a:pt x="373380" y="423386"/>
                      </a:cubicBezTo>
                      <a:cubicBezTo>
                        <a:pt x="373952" y="425005"/>
                        <a:pt x="374237" y="426530"/>
                        <a:pt x="374237" y="428244"/>
                      </a:cubicBezTo>
                      <a:cubicBezTo>
                        <a:pt x="374237" y="430339"/>
                        <a:pt x="372332" y="431959"/>
                        <a:pt x="368332" y="433006"/>
                      </a:cubicBezTo>
                      <a:cubicBezTo>
                        <a:pt x="364427" y="434054"/>
                        <a:pt x="361855" y="435102"/>
                        <a:pt x="360712" y="436150"/>
                      </a:cubicBezTo>
                      <a:lnTo>
                        <a:pt x="373380" y="436150"/>
                      </a:lnTo>
                      <a:cubicBezTo>
                        <a:pt x="376238" y="437769"/>
                        <a:pt x="377571" y="440627"/>
                        <a:pt x="377571" y="444913"/>
                      </a:cubicBezTo>
                      <a:cubicBezTo>
                        <a:pt x="382048" y="440150"/>
                        <a:pt x="385763" y="437769"/>
                        <a:pt x="388525" y="437769"/>
                      </a:cubicBezTo>
                      <a:cubicBezTo>
                        <a:pt x="390716" y="437769"/>
                        <a:pt x="393097" y="441388"/>
                        <a:pt x="395669" y="448532"/>
                      </a:cubicBezTo>
                      <a:cubicBezTo>
                        <a:pt x="398145" y="455771"/>
                        <a:pt x="401384" y="459867"/>
                        <a:pt x="405384" y="460915"/>
                      </a:cubicBezTo>
                      <a:lnTo>
                        <a:pt x="405384" y="436245"/>
                      </a:lnTo>
                      <a:cubicBezTo>
                        <a:pt x="407575" y="438340"/>
                        <a:pt x="409861" y="439388"/>
                        <a:pt x="412147" y="439388"/>
                      </a:cubicBezTo>
                      <a:cubicBezTo>
                        <a:pt x="414433" y="439388"/>
                        <a:pt x="417767" y="438245"/>
                        <a:pt x="422243" y="436245"/>
                      </a:cubicBezTo>
                      <a:cubicBezTo>
                        <a:pt x="426720" y="434149"/>
                        <a:pt x="430149" y="433388"/>
                        <a:pt x="432340" y="433864"/>
                      </a:cubicBezTo>
                      <a:cubicBezTo>
                        <a:pt x="434626" y="435483"/>
                        <a:pt x="435769" y="437293"/>
                        <a:pt x="435769" y="439388"/>
                      </a:cubicBezTo>
                      <a:cubicBezTo>
                        <a:pt x="435769" y="441007"/>
                        <a:pt x="434054" y="443389"/>
                        <a:pt x="430721" y="446532"/>
                      </a:cubicBezTo>
                      <a:cubicBezTo>
                        <a:pt x="427387" y="449771"/>
                        <a:pt x="425672" y="452342"/>
                        <a:pt x="425672" y="454533"/>
                      </a:cubicBezTo>
                      <a:lnTo>
                        <a:pt x="435769" y="454533"/>
                      </a:lnTo>
                      <a:lnTo>
                        <a:pt x="438341" y="427387"/>
                      </a:lnTo>
                      <a:lnTo>
                        <a:pt x="449294" y="436150"/>
                      </a:lnTo>
                      <a:cubicBezTo>
                        <a:pt x="449294" y="434054"/>
                        <a:pt x="450152" y="432149"/>
                        <a:pt x="451866" y="430625"/>
                      </a:cubicBezTo>
                      <a:cubicBezTo>
                        <a:pt x="453580" y="431102"/>
                        <a:pt x="455486" y="431959"/>
                        <a:pt x="457771" y="433006"/>
                      </a:cubicBezTo>
                      <a:cubicBezTo>
                        <a:pt x="461105" y="436150"/>
                        <a:pt x="462344" y="436531"/>
                        <a:pt x="461105" y="433769"/>
                      </a:cubicBezTo>
                      <a:cubicBezTo>
                        <a:pt x="460534" y="433769"/>
                        <a:pt x="459962" y="433483"/>
                        <a:pt x="459486" y="433006"/>
                      </a:cubicBezTo>
                      <a:lnTo>
                        <a:pt x="457771" y="433006"/>
                      </a:lnTo>
                      <a:cubicBezTo>
                        <a:pt x="454914" y="430339"/>
                        <a:pt x="453009" y="429578"/>
                        <a:pt x="451866" y="430625"/>
                      </a:cubicBezTo>
                      <a:close/>
                      <a:moveTo>
                        <a:pt x="244316" y="513302"/>
                      </a:moveTo>
                      <a:lnTo>
                        <a:pt x="244316" y="506921"/>
                      </a:lnTo>
                      <a:lnTo>
                        <a:pt x="249460" y="506921"/>
                      </a:lnTo>
                      <a:lnTo>
                        <a:pt x="244316" y="513302"/>
                      </a:lnTo>
                      <a:close/>
                      <a:moveTo>
                        <a:pt x="263747" y="587407"/>
                      </a:moveTo>
                      <a:lnTo>
                        <a:pt x="263747" y="581025"/>
                      </a:lnTo>
                      <a:cubicBezTo>
                        <a:pt x="261461" y="579977"/>
                        <a:pt x="258128" y="578644"/>
                        <a:pt x="253555" y="577024"/>
                      </a:cubicBezTo>
                      <a:cubicBezTo>
                        <a:pt x="252413" y="580168"/>
                        <a:pt x="252984" y="582930"/>
                        <a:pt x="255270" y="585406"/>
                      </a:cubicBezTo>
                      <a:cubicBezTo>
                        <a:pt x="257461" y="587788"/>
                        <a:pt x="260318" y="588455"/>
                        <a:pt x="263747" y="587407"/>
                      </a:cubicBezTo>
                      <a:close/>
                      <a:moveTo>
                        <a:pt x="266319" y="627221"/>
                      </a:moveTo>
                      <a:lnTo>
                        <a:pt x="273082" y="620839"/>
                      </a:lnTo>
                      <a:lnTo>
                        <a:pt x="266319" y="613696"/>
                      </a:lnTo>
                      <a:lnTo>
                        <a:pt x="266319" y="627221"/>
                      </a:lnTo>
                      <a:close/>
                      <a:moveTo>
                        <a:pt x="298418" y="604933"/>
                      </a:moveTo>
                      <a:cubicBezTo>
                        <a:pt x="299561" y="597503"/>
                        <a:pt x="298133" y="593788"/>
                        <a:pt x="294227" y="593788"/>
                      </a:cubicBezTo>
                      <a:cubicBezTo>
                        <a:pt x="291370" y="593788"/>
                        <a:pt x="286893" y="595598"/>
                        <a:pt x="280702" y="599408"/>
                      </a:cubicBezTo>
                      <a:cubicBezTo>
                        <a:pt x="274415" y="603123"/>
                        <a:pt x="271081" y="604933"/>
                        <a:pt x="270510" y="604933"/>
                      </a:cubicBezTo>
                      <a:cubicBezTo>
                        <a:pt x="273368" y="607600"/>
                        <a:pt x="275844" y="608933"/>
                        <a:pt x="278130" y="608933"/>
                      </a:cubicBezTo>
                      <a:cubicBezTo>
                        <a:pt x="279845" y="608933"/>
                        <a:pt x="282035" y="607790"/>
                        <a:pt x="284893" y="605314"/>
                      </a:cubicBezTo>
                      <a:cubicBezTo>
                        <a:pt x="287655" y="602932"/>
                        <a:pt x="289941" y="601694"/>
                        <a:pt x="291655" y="601694"/>
                      </a:cubicBezTo>
                      <a:cubicBezTo>
                        <a:pt x="293942" y="601694"/>
                        <a:pt x="296132" y="602742"/>
                        <a:pt x="298418" y="604838"/>
                      </a:cubicBezTo>
                      <a:close/>
                      <a:moveTo>
                        <a:pt x="289179" y="482346"/>
                      </a:moveTo>
                      <a:cubicBezTo>
                        <a:pt x="281273" y="475964"/>
                        <a:pt x="280416" y="470916"/>
                        <a:pt x="286607" y="467201"/>
                      </a:cubicBezTo>
                      <a:lnTo>
                        <a:pt x="295846" y="479965"/>
                      </a:lnTo>
                      <a:cubicBezTo>
                        <a:pt x="294132" y="478917"/>
                        <a:pt x="291941" y="479774"/>
                        <a:pt x="289084" y="482346"/>
                      </a:cubicBezTo>
                      <a:close/>
                      <a:moveTo>
                        <a:pt x="318706" y="679037"/>
                      </a:moveTo>
                      <a:cubicBezTo>
                        <a:pt x="315849" y="676370"/>
                        <a:pt x="314420" y="673989"/>
                        <a:pt x="314420" y="671894"/>
                      </a:cubicBezTo>
                      <a:cubicBezTo>
                        <a:pt x="314420" y="669227"/>
                        <a:pt x="317945" y="666560"/>
                        <a:pt x="324993" y="663893"/>
                      </a:cubicBezTo>
                      <a:cubicBezTo>
                        <a:pt x="332042" y="661226"/>
                        <a:pt x="336328" y="659035"/>
                        <a:pt x="338042" y="657511"/>
                      </a:cubicBezTo>
                      <a:cubicBezTo>
                        <a:pt x="337471" y="659606"/>
                        <a:pt x="334423" y="661988"/>
                        <a:pt x="328803" y="664655"/>
                      </a:cubicBezTo>
                      <a:cubicBezTo>
                        <a:pt x="323183" y="667322"/>
                        <a:pt x="320421" y="669893"/>
                        <a:pt x="320421" y="672560"/>
                      </a:cubicBezTo>
                      <a:cubicBezTo>
                        <a:pt x="320421" y="674180"/>
                        <a:pt x="321850" y="676275"/>
                        <a:pt x="324612" y="678942"/>
                      </a:cubicBezTo>
                      <a:lnTo>
                        <a:pt x="318706" y="678942"/>
                      </a:lnTo>
                      <a:close/>
                      <a:moveTo>
                        <a:pt x="344900" y="402717"/>
                      </a:moveTo>
                      <a:cubicBezTo>
                        <a:pt x="350520" y="402717"/>
                        <a:pt x="353568" y="403765"/>
                        <a:pt x="354235" y="405955"/>
                      </a:cubicBezTo>
                      <a:lnTo>
                        <a:pt x="347472" y="408337"/>
                      </a:lnTo>
                      <a:lnTo>
                        <a:pt x="344900" y="402812"/>
                      </a:lnTo>
                      <a:close/>
                      <a:moveTo>
                        <a:pt x="351663" y="546068"/>
                      </a:moveTo>
                      <a:lnTo>
                        <a:pt x="373571" y="543687"/>
                      </a:lnTo>
                      <a:lnTo>
                        <a:pt x="373571" y="537305"/>
                      </a:lnTo>
                      <a:cubicBezTo>
                        <a:pt x="373571" y="527209"/>
                        <a:pt x="375761" y="521398"/>
                        <a:pt x="380333" y="519779"/>
                      </a:cubicBezTo>
                      <a:lnTo>
                        <a:pt x="367665" y="515779"/>
                      </a:lnTo>
                      <a:cubicBezTo>
                        <a:pt x="367094" y="520541"/>
                        <a:pt x="366236" y="527685"/>
                        <a:pt x="365093" y="537305"/>
                      </a:cubicBezTo>
                      <a:cubicBezTo>
                        <a:pt x="364522" y="542068"/>
                        <a:pt x="359950" y="545021"/>
                        <a:pt x="351568" y="546068"/>
                      </a:cubicBezTo>
                      <a:close/>
                      <a:moveTo>
                        <a:pt x="363474" y="587502"/>
                      </a:moveTo>
                      <a:lnTo>
                        <a:pt x="363474" y="571595"/>
                      </a:lnTo>
                      <a:lnTo>
                        <a:pt x="360902" y="571595"/>
                      </a:lnTo>
                      <a:lnTo>
                        <a:pt x="360902" y="587502"/>
                      </a:lnTo>
                      <a:lnTo>
                        <a:pt x="363474" y="587502"/>
                      </a:lnTo>
                      <a:close/>
                      <a:moveTo>
                        <a:pt x="387096" y="322326"/>
                      </a:moveTo>
                      <a:lnTo>
                        <a:pt x="367665" y="319945"/>
                      </a:lnTo>
                      <a:lnTo>
                        <a:pt x="363474" y="331089"/>
                      </a:lnTo>
                      <a:cubicBezTo>
                        <a:pt x="371951" y="337471"/>
                        <a:pt x="379000" y="340614"/>
                        <a:pt x="384524" y="340614"/>
                      </a:cubicBezTo>
                      <a:cubicBezTo>
                        <a:pt x="387953" y="340614"/>
                        <a:pt x="391001" y="339566"/>
                        <a:pt x="393859" y="337376"/>
                      </a:cubicBezTo>
                      <a:cubicBezTo>
                        <a:pt x="380905" y="340043"/>
                        <a:pt x="374142" y="337090"/>
                        <a:pt x="373571" y="328613"/>
                      </a:cubicBezTo>
                      <a:lnTo>
                        <a:pt x="387096" y="322231"/>
                      </a:lnTo>
                      <a:close/>
                      <a:moveTo>
                        <a:pt x="363474" y="451295"/>
                      </a:moveTo>
                      <a:lnTo>
                        <a:pt x="370237" y="451295"/>
                      </a:lnTo>
                      <a:lnTo>
                        <a:pt x="370237" y="444913"/>
                      </a:lnTo>
                      <a:lnTo>
                        <a:pt x="363474" y="444913"/>
                      </a:lnTo>
                      <a:lnTo>
                        <a:pt x="363474" y="451295"/>
                      </a:lnTo>
                      <a:close/>
                      <a:moveTo>
                        <a:pt x="384524" y="617696"/>
                      </a:moveTo>
                      <a:cubicBezTo>
                        <a:pt x="387382" y="612934"/>
                        <a:pt x="392716" y="606552"/>
                        <a:pt x="400621" y="598551"/>
                      </a:cubicBezTo>
                      <a:lnTo>
                        <a:pt x="396335" y="596170"/>
                      </a:lnTo>
                      <a:lnTo>
                        <a:pt x="389572" y="598551"/>
                      </a:lnTo>
                      <a:lnTo>
                        <a:pt x="387001" y="587407"/>
                      </a:lnTo>
                      <a:cubicBezTo>
                        <a:pt x="376333" y="592741"/>
                        <a:pt x="371856" y="598551"/>
                        <a:pt x="373475" y="604933"/>
                      </a:cubicBezTo>
                      <a:lnTo>
                        <a:pt x="384429" y="602552"/>
                      </a:lnTo>
                      <a:lnTo>
                        <a:pt x="384429" y="617696"/>
                      </a:lnTo>
                      <a:close/>
                      <a:moveTo>
                        <a:pt x="384524" y="571500"/>
                      </a:moveTo>
                      <a:lnTo>
                        <a:pt x="389572" y="552355"/>
                      </a:lnTo>
                      <a:lnTo>
                        <a:pt x="387001" y="552355"/>
                      </a:lnTo>
                      <a:lnTo>
                        <a:pt x="384429" y="571500"/>
                      </a:lnTo>
                      <a:close/>
                      <a:moveTo>
                        <a:pt x="403098" y="383572"/>
                      </a:moveTo>
                      <a:cubicBezTo>
                        <a:pt x="402527" y="381953"/>
                        <a:pt x="399479" y="381190"/>
                        <a:pt x="393859" y="381190"/>
                      </a:cubicBezTo>
                      <a:lnTo>
                        <a:pt x="393859" y="389954"/>
                      </a:lnTo>
                      <a:lnTo>
                        <a:pt x="400621" y="389954"/>
                      </a:lnTo>
                      <a:cubicBezTo>
                        <a:pt x="402812" y="387858"/>
                        <a:pt x="403670" y="385667"/>
                        <a:pt x="403098" y="383572"/>
                      </a:cubicBezTo>
                      <a:close/>
                      <a:moveTo>
                        <a:pt x="412433" y="254603"/>
                      </a:moveTo>
                      <a:cubicBezTo>
                        <a:pt x="415195" y="256699"/>
                        <a:pt x="416624" y="258889"/>
                        <a:pt x="416624" y="260985"/>
                      </a:cubicBezTo>
                      <a:cubicBezTo>
                        <a:pt x="416624" y="266795"/>
                        <a:pt x="413004" y="269748"/>
                        <a:pt x="405670" y="269748"/>
                      </a:cubicBezTo>
                      <a:lnTo>
                        <a:pt x="412433" y="269748"/>
                      </a:lnTo>
                      <a:cubicBezTo>
                        <a:pt x="414052" y="267653"/>
                        <a:pt x="415957" y="265366"/>
                        <a:pt x="417862" y="262985"/>
                      </a:cubicBezTo>
                      <a:cubicBezTo>
                        <a:pt x="419862" y="260604"/>
                        <a:pt x="420243" y="257746"/>
                        <a:pt x="419100" y="254603"/>
                      </a:cubicBezTo>
                      <a:lnTo>
                        <a:pt x="412337" y="254603"/>
                      </a:lnTo>
                      <a:close/>
                      <a:moveTo>
                        <a:pt x="429292" y="383572"/>
                      </a:moveTo>
                      <a:cubicBezTo>
                        <a:pt x="428149" y="381953"/>
                        <a:pt x="422529" y="379000"/>
                        <a:pt x="412433" y="374809"/>
                      </a:cubicBezTo>
                      <a:lnTo>
                        <a:pt x="409861" y="381190"/>
                      </a:lnTo>
                      <a:lnTo>
                        <a:pt x="429292" y="383572"/>
                      </a:lnTo>
                      <a:close/>
                      <a:moveTo>
                        <a:pt x="416624" y="83439"/>
                      </a:moveTo>
                      <a:lnTo>
                        <a:pt x="416624" y="89821"/>
                      </a:lnTo>
                      <a:lnTo>
                        <a:pt x="425958" y="87439"/>
                      </a:lnTo>
                      <a:cubicBezTo>
                        <a:pt x="424244" y="84772"/>
                        <a:pt x="421196" y="83439"/>
                        <a:pt x="416624" y="83439"/>
                      </a:cubicBezTo>
                      <a:close/>
                      <a:moveTo>
                        <a:pt x="422529" y="475964"/>
                      </a:moveTo>
                      <a:lnTo>
                        <a:pt x="445294" y="473583"/>
                      </a:lnTo>
                      <a:cubicBezTo>
                        <a:pt x="441388" y="470916"/>
                        <a:pt x="436912" y="469582"/>
                        <a:pt x="431863" y="469582"/>
                      </a:cubicBezTo>
                      <a:cubicBezTo>
                        <a:pt x="426244" y="469106"/>
                        <a:pt x="423101" y="471202"/>
                        <a:pt x="422529" y="475964"/>
                      </a:cubicBezTo>
                      <a:close/>
                      <a:moveTo>
                        <a:pt x="445294" y="254603"/>
                      </a:moveTo>
                      <a:lnTo>
                        <a:pt x="458819" y="267271"/>
                      </a:lnTo>
                      <a:lnTo>
                        <a:pt x="458819" y="260890"/>
                      </a:lnTo>
                      <a:cubicBezTo>
                        <a:pt x="450913" y="256604"/>
                        <a:pt x="446437" y="254508"/>
                        <a:pt x="445294" y="254508"/>
                      </a:cubicBezTo>
                      <a:close/>
                      <a:moveTo>
                        <a:pt x="461296" y="334994"/>
                      </a:moveTo>
                      <a:lnTo>
                        <a:pt x="470630" y="326231"/>
                      </a:lnTo>
                      <a:cubicBezTo>
                        <a:pt x="468344" y="323564"/>
                        <a:pt x="461296" y="320135"/>
                        <a:pt x="449485" y="315849"/>
                      </a:cubicBezTo>
                      <a:lnTo>
                        <a:pt x="461296" y="334994"/>
                      </a:lnTo>
                      <a:close/>
                      <a:moveTo>
                        <a:pt x="465582" y="381190"/>
                      </a:moveTo>
                      <a:lnTo>
                        <a:pt x="465582" y="368427"/>
                      </a:lnTo>
                      <a:lnTo>
                        <a:pt x="461296" y="368427"/>
                      </a:lnTo>
                      <a:lnTo>
                        <a:pt x="461296" y="381190"/>
                      </a:lnTo>
                      <a:lnTo>
                        <a:pt x="465582" y="381190"/>
                      </a:lnTo>
                      <a:close/>
                      <a:moveTo>
                        <a:pt x="470726" y="725138"/>
                      </a:moveTo>
                      <a:cubicBezTo>
                        <a:pt x="477488" y="728281"/>
                        <a:pt x="479679" y="732282"/>
                        <a:pt x="477488" y="737140"/>
                      </a:cubicBezTo>
                      <a:lnTo>
                        <a:pt x="474917" y="741140"/>
                      </a:lnTo>
                      <a:cubicBezTo>
                        <a:pt x="472059" y="739616"/>
                        <a:pt x="470726" y="737426"/>
                        <a:pt x="470726" y="734759"/>
                      </a:cubicBezTo>
                      <a:lnTo>
                        <a:pt x="470726" y="725234"/>
                      </a:lnTo>
                      <a:close/>
                      <a:moveTo>
                        <a:pt x="487585" y="627221"/>
                      </a:moveTo>
                      <a:cubicBezTo>
                        <a:pt x="492062" y="626173"/>
                        <a:pt x="497491" y="626936"/>
                        <a:pt x="503587" y="629603"/>
                      </a:cubicBezTo>
                      <a:cubicBezTo>
                        <a:pt x="505301" y="633222"/>
                        <a:pt x="504444" y="635984"/>
                        <a:pt x="501110" y="637508"/>
                      </a:cubicBezTo>
                      <a:cubicBezTo>
                        <a:pt x="497681" y="639128"/>
                        <a:pt x="494347" y="640652"/>
                        <a:pt x="491014" y="642271"/>
                      </a:cubicBezTo>
                      <a:lnTo>
                        <a:pt x="487680" y="642271"/>
                      </a:lnTo>
                      <a:lnTo>
                        <a:pt x="487680" y="627126"/>
                      </a:lnTo>
                      <a:close/>
                      <a:moveTo>
                        <a:pt x="490919" y="488632"/>
                      </a:moveTo>
                      <a:cubicBezTo>
                        <a:pt x="493109" y="484346"/>
                        <a:pt x="495681" y="482251"/>
                        <a:pt x="498538" y="482251"/>
                      </a:cubicBezTo>
                      <a:cubicBezTo>
                        <a:pt x="497967" y="482822"/>
                        <a:pt x="496824" y="483870"/>
                        <a:pt x="495205" y="485394"/>
                      </a:cubicBezTo>
                      <a:cubicBezTo>
                        <a:pt x="493490" y="487013"/>
                        <a:pt x="492062" y="488061"/>
                        <a:pt x="490919" y="488537"/>
                      </a:cubicBezTo>
                      <a:close/>
                      <a:moveTo>
                        <a:pt x="510350" y="482251"/>
                      </a:moveTo>
                      <a:cubicBezTo>
                        <a:pt x="510921" y="482251"/>
                        <a:pt x="513207" y="483013"/>
                        <a:pt x="517112" y="484632"/>
                      </a:cubicBezTo>
                      <a:cubicBezTo>
                        <a:pt x="514255" y="486251"/>
                        <a:pt x="510921" y="486251"/>
                        <a:pt x="506921" y="484632"/>
                      </a:cubicBezTo>
                      <a:cubicBezTo>
                        <a:pt x="502444" y="483013"/>
                        <a:pt x="499586" y="482251"/>
                        <a:pt x="498443" y="482251"/>
                      </a:cubicBezTo>
                      <a:cubicBezTo>
                        <a:pt x="502920" y="477964"/>
                        <a:pt x="506921" y="477964"/>
                        <a:pt x="510254" y="482251"/>
                      </a:cubicBezTo>
                      <a:close/>
                      <a:moveTo>
                        <a:pt x="514636" y="433673"/>
                      </a:moveTo>
                      <a:lnTo>
                        <a:pt x="514636" y="438436"/>
                      </a:lnTo>
                      <a:lnTo>
                        <a:pt x="503587" y="433673"/>
                      </a:lnTo>
                      <a:lnTo>
                        <a:pt x="514636" y="433673"/>
                      </a:lnTo>
                      <a:close/>
                      <a:moveTo>
                        <a:pt x="563594" y="396240"/>
                      </a:moveTo>
                      <a:lnTo>
                        <a:pt x="575405" y="408146"/>
                      </a:lnTo>
                      <a:lnTo>
                        <a:pt x="559403" y="405765"/>
                      </a:lnTo>
                      <a:lnTo>
                        <a:pt x="563594" y="396145"/>
                      </a:lnTo>
                      <a:close/>
                    </a:path>
                  </a:pathLst>
                </a:custGeom>
                <a:solidFill>
                  <a:srgbClr val="F6EF85"/>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 name="Google Shape;738;p99"/>
                <p:cNvSpPr/>
                <p:nvPr/>
              </p:nvSpPr>
              <p:spPr>
                <a:xfrm>
                  <a:off x="5055202" y="2987040"/>
                  <a:ext cx="663225" cy="747902"/>
                </a:xfrm>
                <a:custGeom>
                  <a:avLst/>
                  <a:gdLst/>
                  <a:ahLst/>
                  <a:cxnLst/>
                  <a:rect l="l" t="t" r="r" b="b"/>
                  <a:pathLst>
                    <a:path w="663225" h="747902" extrusionOk="0">
                      <a:moveTo>
                        <a:pt x="516922" y="609981"/>
                      </a:moveTo>
                      <a:cubicBezTo>
                        <a:pt x="514636" y="617982"/>
                        <a:pt x="513588" y="625412"/>
                        <a:pt x="513588" y="632270"/>
                      </a:cubicBezTo>
                      <a:cubicBezTo>
                        <a:pt x="513588" y="642938"/>
                        <a:pt x="516350" y="655130"/>
                        <a:pt x="521970" y="668846"/>
                      </a:cubicBezTo>
                      <a:cubicBezTo>
                        <a:pt x="529876" y="685895"/>
                        <a:pt x="534352" y="697039"/>
                        <a:pt x="535496" y="702278"/>
                      </a:cubicBezTo>
                      <a:cubicBezTo>
                        <a:pt x="538258" y="705422"/>
                        <a:pt x="539687" y="708660"/>
                        <a:pt x="539687" y="711803"/>
                      </a:cubicBezTo>
                      <a:cubicBezTo>
                        <a:pt x="539687" y="715518"/>
                        <a:pt x="537210" y="720090"/>
                        <a:pt x="532066" y="725329"/>
                      </a:cubicBezTo>
                      <a:cubicBezTo>
                        <a:pt x="524732" y="733330"/>
                        <a:pt x="520541" y="738092"/>
                        <a:pt x="519398" y="739712"/>
                      </a:cubicBezTo>
                      <a:cubicBezTo>
                        <a:pt x="513779" y="738664"/>
                        <a:pt x="507587" y="738092"/>
                        <a:pt x="500824" y="738092"/>
                      </a:cubicBezTo>
                      <a:cubicBezTo>
                        <a:pt x="494062" y="738092"/>
                        <a:pt x="483870" y="738759"/>
                        <a:pt x="470344" y="740092"/>
                      </a:cubicBezTo>
                      <a:cubicBezTo>
                        <a:pt x="456819" y="741426"/>
                        <a:pt x="446913" y="742093"/>
                        <a:pt x="440817" y="742093"/>
                      </a:cubicBezTo>
                      <a:cubicBezTo>
                        <a:pt x="417195" y="742093"/>
                        <a:pt x="399955" y="735235"/>
                        <a:pt x="389382" y="721423"/>
                      </a:cubicBezTo>
                      <a:cubicBezTo>
                        <a:pt x="392716" y="714565"/>
                        <a:pt x="394430" y="708184"/>
                        <a:pt x="394430" y="702278"/>
                      </a:cubicBezTo>
                      <a:cubicBezTo>
                        <a:pt x="394430" y="693801"/>
                        <a:pt x="389668" y="684276"/>
                        <a:pt x="380143" y="673608"/>
                      </a:cubicBezTo>
                      <a:cubicBezTo>
                        <a:pt x="366617" y="659225"/>
                        <a:pt x="358712" y="649700"/>
                        <a:pt x="356425" y="644938"/>
                      </a:cubicBezTo>
                      <a:cubicBezTo>
                        <a:pt x="353568" y="643795"/>
                        <a:pt x="350520" y="643319"/>
                        <a:pt x="347091" y="643319"/>
                      </a:cubicBezTo>
                      <a:cubicBezTo>
                        <a:pt x="342614" y="643319"/>
                        <a:pt x="334994" y="644462"/>
                        <a:pt x="324326" y="646938"/>
                      </a:cubicBezTo>
                      <a:cubicBezTo>
                        <a:pt x="313563" y="649319"/>
                        <a:pt x="306038" y="650557"/>
                        <a:pt x="301562" y="650557"/>
                      </a:cubicBezTo>
                      <a:cubicBezTo>
                        <a:pt x="290322" y="650557"/>
                        <a:pt x="282988" y="645795"/>
                        <a:pt x="279559" y="636270"/>
                      </a:cubicBezTo>
                      <a:lnTo>
                        <a:pt x="272796" y="636270"/>
                      </a:lnTo>
                      <a:cubicBezTo>
                        <a:pt x="272796" y="632555"/>
                        <a:pt x="271939" y="627602"/>
                        <a:pt x="270224" y="621601"/>
                      </a:cubicBezTo>
                      <a:cubicBezTo>
                        <a:pt x="268510" y="615505"/>
                        <a:pt x="267748" y="611410"/>
                        <a:pt x="267748" y="609219"/>
                      </a:cubicBezTo>
                      <a:cubicBezTo>
                        <a:pt x="267748" y="605028"/>
                        <a:pt x="269367" y="601504"/>
                        <a:pt x="272796" y="598837"/>
                      </a:cubicBezTo>
                      <a:cubicBezTo>
                        <a:pt x="269938" y="595122"/>
                        <a:pt x="268510" y="591407"/>
                        <a:pt x="268510" y="587692"/>
                      </a:cubicBezTo>
                      <a:cubicBezTo>
                        <a:pt x="268510" y="584549"/>
                        <a:pt x="269938" y="579882"/>
                        <a:pt x="272796" y="573786"/>
                      </a:cubicBezTo>
                      <a:cubicBezTo>
                        <a:pt x="275558" y="567690"/>
                        <a:pt x="276987" y="563023"/>
                        <a:pt x="276987" y="559880"/>
                      </a:cubicBezTo>
                      <a:cubicBezTo>
                        <a:pt x="276987" y="557784"/>
                        <a:pt x="276415" y="555403"/>
                        <a:pt x="275368" y="552736"/>
                      </a:cubicBezTo>
                      <a:cubicBezTo>
                        <a:pt x="280416" y="544830"/>
                        <a:pt x="295275" y="540544"/>
                        <a:pt x="320135" y="539972"/>
                      </a:cubicBezTo>
                      <a:cubicBezTo>
                        <a:pt x="342709" y="539496"/>
                        <a:pt x="353949" y="535686"/>
                        <a:pt x="353949" y="528828"/>
                      </a:cubicBezTo>
                      <a:cubicBezTo>
                        <a:pt x="353949" y="524637"/>
                        <a:pt x="350806" y="518255"/>
                        <a:pt x="344614" y="509778"/>
                      </a:cubicBezTo>
                      <a:lnTo>
                        <a:pt x="356425" y="509778"/>
                      </a:lnTo>
                      <a:cubicBezTo>
                        <a:pt x="355854" y="514064"/>
                        <a:pt x="357283" y="519017"/>
                        <a:pt x="360712" y="524923"/>
                      </a:cubicBezTo>
                      <a:cubicBezTo>
                        <a:pt x="362426" y="523304"/>
                        <a:pt x="363474" y="519017"/>
                        <a:pt x="364046" y="512159"/>
                      </a:cubicBezTo>
                      <a:cubicBezTo>
                        <a:pt x="364617" y="506921"/>
                        <a:pt x="367760" y="503968"/>
                        <a:pt x="373285" y="503396"/>
                      </a:cubicBezTo>
                      <a:lnTo>
                        <a:pt x="363188" y="493871"/>
                      </a:lnTo>
                      <a:lnTo>
                        <a:pt x="373285" y="491490"/>
                      </a:lnTo>
                      <a:lnTo>
                        <a:pt x="365760" y="485108"/>
                      </a:lnTo>
                      <a:cubicBezTo>
                        <a:pt x="366903" y="486156"/>
                        <a:pt x="368237" y="486728"/>
                        <a:pt x="369951" y="486728"/>
                      </a:cubicBezTo>
                      <a:cubicBezTo>
                        <a:pt x="372142" y="486728"/>
                        <a:pt x="375475" y="485584"/>
                        <a:pt x="379666" y="483108"/>
                      </a:cubicBezTo>
                      <a:cubicBezTo>
                        <a:pt x="383857" y="480727"/>
                        <a:pt x="386905" y="479488"/>
                        <a:pt x="388525" y="479488"/>
                      </a:cubicBezTo>
                      <a:cubicBezTo>
                        <a:pt x="391287" y="479488"/>
                        <a:pt x="393001" y="482155"/>
                        <a:pt x="393573" y="487489"/>
                      </a:cubicBezTo>
                      <a:cubicBezTo>
                        <a:pt x="391858" y="487489"/>
                        <a:pt x="385191" y="489585"/>
                        <a:pt x="373285" y="493871"/>
                      </a:cubicBezTo>
                      <a:cubicBezTo>
                        <a:pt x="373856" y="494443"/>
                        <a:pt x="378333" y="497014"/>
                        <a:pt x="386810" y="501872"/>
                      </a:cubicBezTo>
                      <a:cubicBezTo>
                        <a:pt x="391858" y="505015"/>
                        <a:pt x="394430" y="508254"/>
                        <a:pt x="394430" y="511397"/>
                      </a:cubicBezTo>
                      <a:cubicBezTo>
                        <a:pt x="394430" y="513016"/>
                        <a:pt x="394144" y="514636"/>
                        <a:pt x="393573" y="516160"/>
                      </a:cubicBezTo>
                      <a:cubicBezTo>
                        <a:pt x="396430" y="514636"/>
                        <a:pt x="398335" y="511683"/>
                        <a:pt x="399479" y="507397"/>
                      </a:cubicBezTo>
                      <a:cubicBezTo>
                        <a:pt x="400621" y="503206"/>
                        <a:pt x="400336" y="499967"/>
                        <a:pt x="398621" y="497872"/>
                      </a:cubicBezTo>
                      <a:lnTo>
                        <a:pt x="409575" y="487585"/>
                      </a:lnTo>
                      <a:lnTo>
                        <a:pt x="386810" y="467678"/>
                      </a:lnTo>
                      <a:lnTo>
                        <a:pt x="389382" y="463677"/>
                      </a:lnTo>
                      <a:cubicBezTo>
                        <a:pt x="387572" y="461581"/>
                        <a:pt x="385667" y="460438"/>
                        <a:pt x="383381" y="460438"/>
                      </a:cubicBezTo>
                      <a:cubicBezTo>
                        <a:pt x="382238" y="460438"/>
                        <a:pt x="379857" y="461772"/>
                        <a:pt x="376238" y="464439"/>
                      </a:cubicBezTo>
                      <a:cubicBezTo>
                        <a:pt x="372523" y="467106"/>
                        <a:pt x="368998" y="468154"/>
                        <a:pt x="365665" y="467678"/>
                      </a:cubicBezTo>
                      <a:cubicBezTo>
                        <a:pt x="364522" y="467201"/>
                        <a:pt x="357188" y="466820"/>
                        <a:pt x="343757" y="466820"/>
                      </a:cubicBezTo>
                      <a:cubicBezTo>
                        <a:pt x="335851" y="466820"/>
                        <a:pt x="331660" y="461772"/>
                        <a:pt x="331089" y="451675"/>
                      </a:cubicBezTo>
                      <a:cubicBezTo>
                        <a:pt x="326517" y="450056"/>
                        <a:pt x="324326" y="446913"/>
                        <a:pt x="324326" y="442150"/>
                      </a:cubicBezTo>
                      <a:cubicBezTo>
                        <a:pt x="324326" y="440055"/>
                        <a:pt x="324898" y="436626"/>
                        <a:pt x="326041" y="431768"/>
                      </a:cubicBezTo>
                      <a:cubicBezTo>
                        <a:pt x="327184" y="427006"/>
                        <a:pt x="327755" y="423291"/>
                        <a:pt x="327755" y="420624"/>
                      </a:cubicBezTo>
                      <a:cubicBezTo>
                        <a:pt x="327755" y="413766"/>
                        <a:pt x="323279" y="409765"/>
                        <a:pt x="314230" y="408718"/>
                      </a:cubicBezTo>
                      <a:cubicBezTo>
                        <a:pt x="312610" y="406051"/>
                        <a:pt x="311658" y="402907"/>
                        <a:pt x="311658" y="399097"/>
                      </a:cubicBezTo>
                      <a:cubicBezTo>
                        <a:pt x="311658" y="397573"/>
                        <a:pt x="311944" y="395002"/>
                        <a:pt x="312515" y="391573"/>
                      </a:cubicBezTo>
                      <a:cubicBezTo>
                        <a:pt x="313087" y="388144"/>
                        <a:pt x="313372" y="385667"/>
                        <a:pt x="313372" y="384048"/>
                      </a:cubicBezTo>
                      <a:cubicBezTo>
                        <a:pt x="313372" y="378714"/>
                        <a:pt x="310515" y="374523"/>
                        <a:pt x="304895" y="371284"/>
                      </a:cubicBezTo>
                      <a:lnTo>
                        <a:pt x="295656" y="368903"/>
                      </a:lnTo>
                      <a:cubicBezTo>
                        <a:pt x="300133" y="363664"/>
                        <a:pt x="302419" y="358045"/>
                        <a:pt x="302419" y="352139"/>
                      </a:cubicBezTo>
                      <a:cubicBezTo>
                        <a:pt x="302419" y="346900"/>
                        <a:pt x="300418" y="340233"/>
                        <a:pt x="296513" y="332232"/>
                      </a:cubicBezTo>
                      <a:cubicBezTo>
                        <a:pt x="293180" y="326422"/>
                        <a:pt x="289750" y="320326"/>
                        <a:pt x="286321" y="313944"/>
                      </a:cubicBezTo>
                      <a:cubicBezTo>
                        <a:pt x="289179" y="312325"/>
                        <a:pt x="290893" y="309944"/>
                        <a:pt x="291370" y="306800"/>
                      </a:cubicBezTo>
                      <a:cubicBezTo>
                        <a:pt x="291941" y="303086"/>
                        <a:pt x="290227" y="300419"/>
                        <a:pt x="286321" y="298799"/>
                      </a:cubicBezTo>
                      <a:lnTo>
                        <a:pt x="272891" y="301180"/>
                      </a:lnTo>
                      <a:lnTo>
                        <a:pt x="269462" y="278892"/>
                      </a:lnTo>
                      <a:cubicBezTo>
                        <a:pt x="264985" y="279940"/>
                        <a:pt x="262604" y="283083"/>
                        <a:pt x="262318" y="288417"/>
                      </a:cubicBezTo>
                      <a:cubicBezTo>
                        <a:pt x="262033" y="293751"/>
                        <a:pt x="259080" y="297180"/>
                        <a:pt x="253460" y="298799"/>
                      </a:cubicBezTo>
                      <a:cubicBezTo>
                        <a:pt x="254603" y="302038"/>
                        <a:pt x="255079" y="304895"/>
                        <a:pt x="255079" y="307562"/>
                      </a:cubicBezTo>
                      <a:cubicBezTo>
                        <a:pt x="255079" y="312325"/>
                        <a:pt x="252889" y="318992"/>
                        <a:pt x="248317" y="327470"/>
                      </a:cubicBezTo>
                      <a:cubicBezTo>
                        <a:pt x="243745" y="335947"/>
                        <a:pt x="241840" y="344710"/>
                        <a:pt x="242411" y="353758"/>
                      </a:cubicBezTo>
                      <a:cubicBezTo>
                        <a:pt x="233934" y="358045"/>
                        <a:pt x="229076" y="365188"/>
                        <a:pt x="228029" y="375285"/>
                      </a:cubicBezTo>
                      <a:cubicBezTo>
                        <a:pt x="226314" y="389668"/>
                        <a:pt x="224980" y="397573"/>
                        <a:pt x="223838" y="399193"/>
                      </a:cubicBezTo>
                      <a:cubicBezTo>
                        <a:pt x="221075" y="398716"/>
                        <a:pt x="217360" y="402336"/>
                        <a:pt x="212884" y="410337"/>
                      </a:cubicBezTo>
                      <a:cubicBezTo>
                        <a:pt x="207931" y="420433"/>
                        <a:pt x="202787" y="427006"/>
                        <a:pt x="197739" y="430244"/>
                      </a:cubicBezTo>
                      <a:cubicBezTo>
                        <a:pt x="197739" y="431292"/>
                        <a:pt x="199930" y="434245"/>
                        <a:pt x="204502" y="439007"/>
                      </a:cubicBezTo>
                      <a:lnTo>
                        <a:pt x="210407" y="432625"/>
                      </a:lnTo>
                      <a:cubicBezTo>
                        <a:pt x="211455" y="433197"/>
                        <a:pt x="212122" y="433959"/>
                        <a:pt x="212122" y="435007"/>
                      </a:cubicBezTo>
                      <a:cubicBezTo>
                        <a:pt x="212122" y="436626"/>
                        <a:pt x="210883" y="439483"/>
                        <a:pt x="208312" y="443770"/>
                      </a:cubicBezTo>
                      <a:cubicBezTo>
                        <a:pt x="205740" y="448056"/>
                        <a:pt x="204597" y="450628"/>
                        <a:pt x="204597" y="451771"/>
                      </a:cubicBezTo>
                      <a:cubicBezTo>
                        <a:pt x="200025" y="457676"/>
                        <a:pt x="197834" y="460820"/>
                        <a:pt x="197834" y="461296"/>
                      </a:cubicBezTo>
                      <a:lnTo>
                        <a:pt x="204597" y="467678"/>
                      </a:lnTo>
                      <a:cubicBezTo>
                        <a:pt x="206216" y="465011"/>
                        <a:pt x="208216" y="463677"/>
                        <a:pt x="210502" y="463677"/>
                      </a:cubicBezTo>
                      <a:lnTo>
                        <a:pt x="210502" y="470059"/>
                      </a:lnTo>
                      <a:cubicBezTo>
                        <a:pt x="208216" y="469011"/>
                        <a:pt x="206216" y="468439"/>
                        <a:pt x="204597" y="468439"/>
                      </a:cubicBezTo>
                      <a:cubicBezTo>
                        <a:pt x="200025" y="468439"/>
                        <a:pt x="196691" y="473773"/>
                        <a:pt x="194405" y="484441"/>
                      </a:cubicBezTo>
                      <a:cubicBezTo>
                        <a:pt x="191548" y="496633"/>
                        <a:pt x="188214" y="504063"/>
                        <a:pt x="184309" y="506730"/>
                      </a:cubicBezTo>
                      <a:cubicBezTo>
                        <a:pt x="187738" y="509397"/>
                        <a:pt x="190214" y="515112"/>
                        <a:pt x="191929" y="523875"/>
                      </a:cubicBezTo>
                      <a:cubicBezTo>
                        <a:pt x="193643" y="532733"/>
                        <a:pt x="197834" y="538067"/>
                        <a:pt x="204597" y="540258"/>
                      </a:cubicBezTo>
                      <a:cubicBezTo>
                        <a:pt x="208026" y="538163"/>
                        <a:pt x="215837" y="537400"/>
                        <a:pt x="228219" y="537877"/>
                      </a:cubicBezTo>
                      <a:cubicBezTo>
                        <a:pt x="238982" y="537877"/>
                        <a:pt x="245173" y="536543"/>
                        <a:pt x="246888" y="533876"/>
                      </a:cubicBezTo>
                      <a:cubicBezTo>
                        <a:pt x="247364" y="539687"/>
                        <a:pt x="249364" y="552450"/>
                        <a:pt x="252698" y="572072"/>
                      </a:cubicBezTo>
                      <a:cubicBezTo>
                        <a:pt x="255460" y="587502"/>
                        <a:pt x="256889" y="599980"/>
                        <a:pt x="256889" y="609409"/>
                      </a:cubicBezTo>
                      <a:cubicBezTo>
                        <a:pt x="256889" y="624269"/>
                        <a:pt x="254413" y="638365"/>
                        <a:pt x="249364" y="651605"/>
                      </a:cubicBezTo>
                      <a:cubicBezTo>
                        <a:pt x="241459" y="653701"/>
                        <a:pt x="228314" y="654558"/>
                        <a:pt x="210026" y="653987"/>
                      </a:cubicBezTo>
                      <a:cubicBezTo>
                        <a:pt x="191738" y="653415"/>
                        <a:pt x="177832" y="655511"/>
                        <a:pt x="168212" y="660368"/>
                      </a:cubicBezTo>
                      <a:lnTo>
                        <a:pt x="172402" y="662749"/>
                      </a:lnTo>
                      <a:cubicBezTo>
                        <a:pt x="158877" y="665893"/>
                        <a:pt x="150971" y="675227"/>
                        <a:pt x="148780" y="690563"/>
                      </a:cubicBezTo>
                      <a:cubicBezTo>
                        <a:pt x="147638" y="703326"/>
                        <a:pt x="146209" y="715804"/>
                        <a:pt x="144589" y="727996"/>
                      </a:cubicBezTo>
                      <a:cubicBezTo>
                        <a:pt x="140684" y="740188"/>
                        <a:pt x="129159" y="745522"/>
                        <a:pt x="109918" y="743998"/>
                      </a:cubicBezTo>
                      <a:cubicBezTo>
                        <a:pt x="108299" y="746570"/>
                        <a:pt x="106013" y="747903"/>
                        <a:pt x="103156" y="747903"/>
                      </a:cubicBezTo>
                      <a:cubicBezTo>
                        <a:pt x="100965" y="747903"/>
                        <a:pt x="97060" y="746570"/>
                        <a:pt x="91726" y="743998"/>
                      </a:cubicBezTo>
                      <a:cubicBezTo>
                        <a:pt x="86392" y="741331"/>
                        <a:pt x="82487" y="739807"/>
                        <a:pt x="79915" y="739616"/>
                      </a:cubicBezTo>
                      <a:cubicBezTo>
                        <a:pt x="77343" y="739426"/>
                        <a:pt x="73914" y="739235"/>
                        <a:pt x="69342" y="739235"/>
                      </a:cubicBezTo>
                      <a:cubicBezTo>
                        <a:pt x="65437" y="739235"/>
                        <a:pt x="59531" y="739807"/>
                        <a:pt x="51530" y="740855"/>
                      </a:cubicBezTo>
                      <a:cubicBezTo>
                        <a:pt x="43624" y="741902"/>
                        <a:pt x="37719" y="742474"/>
                        <a:pt x="33814" y="742474"/>
                      </a:cubicBezTo>
                      <a:cubicBezTo>
                        <a:pt x="16383" y="742474"/>
                        <a:pt x="5905" y="737235"/>
                        <a:pt x="2572" y="726567"/>
                      </a:cubicBezTo>
                      <a:cubicBezTo>
                        <a:pt x="952" y="721709"/>
                        <a:pt x="0" y="717232"/>
                        <a:pt x="0" y="713041"/>
                      </a:cubicBezTo>
                      <a:cubicBezTo>
                        <a:pt x="0" y="706660"/>
                        <a:pt x="2857" y="697897"/>
                        <a:pt x="8477" y="686657"/>
                      </a:cubicBezTo>
                      <a:cubicBezTo>
                        <a:pt x="14097" y="675513"/>
                        <a:pt x="16097" y="665893"/>
                        <a:pt x="14383" y="657892"/>
                      </a:cubicBezTo>
                      <a:cubicBezTo>
                        <a:pt x="23908" y="655225"/>
                        <a:pt x="28765" y="649129"/>
                        <a:pt x="28765" y="639508"/>
                      </a:cubicBezTo>
                      <a:cubicBezTo>
                        <a:pt x="28765" y="637889"/>
                        <a:pt x="28384" y="635603"/>
                        <a:pt x="27908" y="632365"/>
                      </a:cubicBezTo>
                      <a:lnTo>
                        <a:pt x="27908" y="624364"/>
                      </a:lnTo>
                      <a:cubicBezTo>
                        <a:pt x="27908" y="619125"/>
                        <a:pt x="29051" y="614839"/>
                        <a:pt x="31242" y="611600"/>
                      </a:cubicBezTo>
                      <a:cubicBezTo>
                        <a:pt x="40291" y="608457"/>
                        <a:pt x="44767" y="602551"/>
                        <a:pt x="44767" y="594074"/>
                      </a:cubicBezTo>
                      <a:cubicBezTo>
                        <a:pt x="44767" y="591407"/>
                        <a:pt x="44291" y="587121"/>
                        <a:pt x="43148" y="581311"/>
                      </a:cubicBezTo>
                      <a:cubicBezTo>
                        <a:pt x="42005" y="575500"/>
                        <a:pt x="41434" y="570929"/>
                        <a:pt x="41434" y="567690"/>
                      </a:cubicBezTo>
                      <a:cubicBezTo>
                        <a:pt x="41434" y="558641"/>
                        <a:pt x="45625" y="551974"/>
                        <a:pt x="54102" y="547783"/>
                      </a:cubicBezTo>
                      <a:cubicBezTo>
                        <a:pt x="52959" y="544068"/>
                        <a:pt x="52388" y="540639"/>
                        <a:pt x="52388" y="537400"/>
                      </a:cubicBezTo>
                      <a:cubicBezTo>
                        <a:pt x="52388" y="530542"/>
                        <a:pt x="55721" y="521970"/>
                        <a:pt x="62484" y="511873"/>
                      </a:cubicBezTo>
                      <a:cubicBezTo>
                        <a:pt x="69247" y="501777"/>
                        <a:pt x="72580" y="494062"/>
                        <a:pt x="72580" y="488728"/>
                      </a:cubicBezTo>
                      <a:cubicBezTo>
                        <a:pt x="72580" y="483870"/>
                        <a:pt x="70961" y="478822"/>
                        <a:pt x="67532" y="473583"/>
                      </a:cubicBezTo>
                      <a:cubicBezTo>
                        <a:pt x="77057" y="462915"/>
                        <a:pt x="83820" y="447199"/>
                        <a:pt x="87725" y="426434"/>
                      </a:cubicBezTo>
                      <a:cubicBezTo>
                        <a:pt x="90011" y="410432"/>
                        <a:pt x="92012" y="394525"/>
                        <a:pt x="93631" y="378523"/>
                      </a:cubicBezTo>
                      <a:cubicBezTo>
                        <a:pt x="102584" y="374809"/>
                        <a:pt x="108394" y="365474"/>
                        <a:pt x="110966" y="350615"/>
                      </a:cubicBezTo>
                      <a:cubicBezTo>
                        <a:pt x="113538" y="335661"/>
                        <a:pt x="118396" y="325850"/>
                        <a:pt x="125730" y="320992"/>
                      </a:cubicBezTo>
                      <a:cubicBezTo>
                        <a:pt x="123444" y="316230"/>
                        <a:pt x="122396" y="310896"/>
                        <a:pt x="122396" y="305086"/>
                      </a:cubicBezTo>
                      <a:cubicBezTo>
                        <a:pt x="122396" y="299752"/>
                        <a:pt x="123349" y="292894"/>
                        <a:pt x="125349" y="284321"/>
                      </a:cubicBezTo>
                      <a:cubicBezTo>
                        <a:pt x="127254" y="275844"/>
                        <a:pt x="128302" y="270510"/>
                        <a:pt x="128302" y="268319"/>
                      </a:cubicBezTo>
                      <a:cubicBezTo>
                        <a:pt x="135064" y="264605"/>
                        <a:pt x="138398" y="259842"/>
                        <a:pt x="138398" y="253937"/>
                      </a:cubicBezTo>
                      <a:lnTo>
                        <a:pt x="138398" y="244412"/>
                      </a:lnTo>
                      <a:cubicBezTo>
                        <a:pt x="138398" y="236411"/>
                        <a:pt x="142970" y="229743"/>
                        <a:pt x="151924" y="224409"/>
                      </a:cubicBezTo>
                      <a:cubicBezTo>
                        <a:pt x="147352" y="216979"/>
                        <a:pt x="147352" y="203930"/>
                        <a:pt x="151924" y="185356"/>
                      </a:cubicBezTo>
                      <a:cubicBezTo>
                        <a:pt x="164878" y="183261"/>
                        <a:pt x="169926" y="174974"/>
                        <a:pt x="167068" y="160591"/>
                      </a:cubicBezTo>
                      <a:cubicBezTo>
                        <a:pt x="163735" y="143542"/>
                        <a:pt x="164021" y="133445"/>
                        <a:pt x="167926" y="130207"/>
                      </a:cubicBezTo>
                      <a:cubicBezTo>
                        <a:pt x="183642" y="113252"/>
                        <a:pt x="196310" y="104680"/>
                        <a:pt x="205930" y="104680"/>
                      </a:cubicBezTo>
                      <a:cubicBezTo>
                        <a:pt x="212693" y="104680"/>
                        <a:pt x="218599" y="107823"/>
                        <a:pt x="223742" y="114205"/>
                      </a:cubicBezTo>
                      <a:cubicBezTo>
                        <a:pt x="225457" y="113157"/>
                        <a:pt x="226314" y="110204"/>
                        <a:pt x="226314" y="105442"/>
                      </a:cubicBezTo>
                      <a:cubicBezTo>
                        <a:pt x="228029" y="104394"/>
                        <a:pt x="229933" y="103822"/>
                        <a:pt x="232219" y="103822"/>
                      </a:cubicBezTo>
                      <a:cubicBezTo>
                        <a:pt x="234505" y="103822"/>
                        <a:pt x="238220" y="104489"/>
                        <a:pt x="243554" y="105823"/>
                      </a:cubicBezTo>
                      <a:cubicBezTo>
                        <a:pt x="248983" y="107156"/>
                        <a:pt x="252793" y="107823"/>
                        <a:pt x="254984" y="107823"/>
                      </a:cubicBezTo>
                      <a:cubicBezTo>
                        <a:pt x="261747" y="107823"/>
                        <a:pt x="266509" y="104965"/>
                        <a:pt x="269367" y="99060"/>
                      </a:cubicBezTo>
                      <a:cubicBezTo>
                        <a:pt x="272224" y="101155"/>
                        <a:pt x="277939" y="104870"/>
                        <a:pt x="286226" y="110204"/>
                      </a:cubicBezTo>
                      <a:cubicBezTo>
                        <a:pt x="288512" y="106013"/>
                        <a:pt x="291846" y="103822"/>
                        <a:pt x="296418" y="103822"/>
                      </a:cubicBezTo>
                      <a:cubicBezTo>
                        <a:pt x="299180" y="103822"/>
                        <a:pt x="303847" y="104775"/>
                        <a:pt x="310324" y="106585"/>
                      </a:cubicBezTo>
                      <a:cubicBezTo>
                        <a:pt x="316801" y="108395"/>
                        <a:pt x="322040" y="109347"/>
                        <a:pt x="325946" y="109347"/>
                      </a:cubicBezTo>
                      <a:cubicBezTo>
                        <a:pt x="328803" y="109347"/>
                        <a:pt x="331280" y="108871"/>
                        <a:pt x="333565" y="107728"/>
                      </a:cubicBezTo>
                      <a:cubicBezTo>
                        <a:pt x="340805" y="112014"/>
                        <a:pt x="348234" y="116491"/>
                        <a:pt x="355473" y="121253"/>
                      </a:cubicBezTo>
                      <a:cubicBezTo>
                        <a:pt x="362807" y="126016"/>
                        <a:pt x="366427" y="132397"/>
                        <a:pt x="366427" y="140398"/>
                      </a:cubicBezTo>
                      <a:cubicBezTo>
                        <a:pt x="366427" y="142494"/>
                        <a:pt x="366141" y="144971"/>
                        <a:pt x="365569" y="147638"/>
                      </a:cubicBezTo>
                      <a:lnTo>
                        <a:pt x="379952" y="145256"/>
                      </a:lnTo>
                      <a:cubicBezTo>
                        <a:pt x="377666" y="152209"/>
                        <a:pt x="376523" y="159353"/>
                        <a:pt x="376523" y="166783"/>
                      </a:cubicBezTo>
                      <a:cubicBezTo>
                        <a:pt x="376523" y="182689"/>
                        <a:pt x="383000" y="201073"/>
                        <a:pt x="395954" y="221742"/>
                      </a:cubicBezTo>
                      <a:lnTo>
                        <a:pt x="379857" y="228124"/>
                      </a:lnTo>
                      <a:lnTo>
                        <a:pt x="395954" y="233744"/>
                      </a:lnTo>
                      <a:cubicBezTo>
                        <a:pt x="393668" y="233172"/>
                        <a:pt x="389191" y="235363"/>
                        <a:pt x="382429" y="240125"/>
                      </a:cubicBezTo>
                      <a:lnTo>
                        <a:pt x="382429" y="243269"/>
                      </a:lnTo>
                      <a:cubicBezTo>
                        <a:pt x="386905" y="241649"/>
                        <a:pt x="394525" y="242792"/>
                        <a:pt x="405193" y="246507"/>
                      </a:cubicBezTo>
                      <a:lnTo>
                        <a:pt x="393382" y="264033"/>
                      </a:lnTo>
                      <a:cubicBezTo>
                        <a:pt x="406337" y="278892"/>
                        <a:pt x="417862" y="286321"/>
                        <a:pt x="428054" y="286321"/>
                      </a:cubicBezTo>
                      <a:lnTo>
                        <a:pt x="428054" y="292703"/>
                      </a:lnTo>
                      <a:cubicBezTo>
                        <a:pt x="424148" y="287369"/>
                        <a:pt x="421005" y="285274"/>
                        <a:pt x="418719" y="286321"/>
                      </a:cubicBezTo>
                      <a:cubicBezTo>
                        <a:pt x="416528" y="293751"/>
                        <a:pt x="415385" y="301752"/>
                        <a:pt x="415385" y="310229"/>
                      </a:cubicBezTo>
                      <a:cubicBezTo>
                        <a:pt x="415385" y="327755"/>
                        <a:pt x="419576" y="340995"/>
                        <a:pt x="428054" y="350044"/>
                      </a:cubicBezTo>
                      <a:cubicBezTo>
                        <a:pt x="425767" y="352234"/>
                        <a:pt x="424720" y="354330"/>
                        <a:pt x="424720" y="356425"/>
                      </a:cubicBezTo>
                      <a:cubicBezTo>
                        <a:pt x="424720" y="358521"/>
                        <a:pt x="426815" y="361474"/>
                        <a:pt x="431006" y="365188"/>
                      </a:cubicBezTo>
                      <a:cubicBezTo>
                        <a:pt x="435197" y="368903"/>
                        <a:pt x="437293" y="372142"/>
                        <a:pt x="437293" y="374713"/>
                      </a:cubicBezTo>
                      <a:cubicBezTo>
                        <a:pt x="437293" y="376333"/>
                        <a:pt x="436435" y="378142"/>
                        <a:pt x="434816" y="380333"/>
                      </a:cubicBezTo>
                      <a:lnTo>
                        <a:pt x="444913" y="384334"/>
                      </a:lnTo>
                      <a:cubicBezTo>
                        <a:pt x="450532" y="414623"/>
                        <a:pt x="454247" y="432911"/>
                        <a:pt x="455866" y="439293"/>
                      </a:cubicBezTo>
                      <a:cubicBezTo>
                        <a:pt x="460915" y="460057"/>
                        <a:pt x="467963" y="477488"/>
                        <a:pt x="476917" y="491871"/>
                      </a:cubicBezTo>
                      <a:cubicBezTo>
                        <a:pt x="470154" y="502444"/>
                        <a:pt x="472440" y="510730"/>
                        <a:pt x="483680" y="516541"/>
                      </a:cubicBezTo>
                      <a:cubicBezTo>
                        <a:pt x="482537" y="543115"/>
                        <a:pt x="486823" y="561404"/>
                        <a:pt x="496348" y="571500"/>
                      </a:cubicBezTo>
                      <a:cubicBezTo>
                        <a:pt x="496348" y="597027"/>
                        <a:pt x="503110" y="609981"/>
                        <a:pt x="516636" y="610553"/>
                      </a:cubicBezTo>
                      <a:close/>
                      <a:moveTo>
                        <a:pt x="27908" y="113919"/>
                      </a:moveTo>
                      <a:lnTo>
                        <a:pt x="21146" y="120301"/>
                      </a:lnTo>
                      <a:lnTo>
                        <a:pt x="11811" y="109919"/>
                      </a:lnTo>
                      <a:lnTo>
                        <a:pt x="27908" y="113919"/>
                      </a:lnTo>
                      <a:close/>
                      <a:moveTo>
                        <a:pt x="42291" y="233363"/>
                      </a:moveTo>
                      <a:lnTo>
                        <a:pt x="47339" y="248507"/>
                      </a:lnTo>
                      <a:lnTo>
                        <a:pt x="34671" y="267653"/>
                      </a:lnTo>
                      <a:lnTo>
                        <a:pt x="42291" y="233363"/>
                      </a:lnTo>
                      <a:close/>
                      <a:moveTo>
                        <a:pt x="53245" y="162496"/>
                      </a:moveTo>
                      <a:cubicBezTo>
                        <a:pt x="52102" y="162496"/>
                        <a:pt x="49339" y="164592"/>
                        <a:pt x="44767" y="168878"/>
                      </a:cubicBezTo>
                      <a:lnTo>
                        <a:pt x="42291" y="160115"/>
                      </a:lnTo>
                      <a:lnTo>
                        <a:pt x="53245" y="162496"/>
                      </a:lnTo>
                      <a:close/>
                      <a:moveTo>
                        <a:pt x="125921" y="178403"/>
                      </a:moveTo>
                      <a:cubicBezTo>
                        <a:pt x="121920" y="169926"/>
                        <a:pt x="114300" y="166688"/>
                        <a:pt x="103060" y="168878"/>
                      </a:cubicBezTo>
                      <a:lnTo>
                        <a:pt x="100584" y="172021"/>
                      </a:lnTo>
                      <a:cubicBezTo>
                        <a:pt x="100584" y="166688"/>
                        <a:pt x="102298" y="164021"/>
                        <a:pt x="105632" y="164021"/>
                      </a:cubicBezTo>
                      <a:cubicBezTo>
                        <a:pt x="106204" y="164021"/>
                        <a:pt x="109252" y="164782"/>
                        <a:pt x="114967" y="166402"/>
                      </a:cubicBezTo>
                      <a:cubicBezTo>
                        <a:pt x="119539" y="167449"/>
                        <a:pt x="123063" y="167449"/>
                        <a:pt x="125921" y="166402"/>
                      </a:cubicBezTo>
                      <a:lnTo>
                        <a:pt x="125921" y="178403"/>
                      </a:lnTo>
                      <a:close/>
                      <a:moveTo>
                        <a:pt x="112395" y="436340"/>
                      </a:moveTo>
                      <a:lnTo>
                        <a:pt x="112395" y="421196"/>
                      </a:lnTo>
                      <a:lnTo>
                        <a:pt x="109823" y="421196"/>
                      </a:lnTo>
                      <a:lnTo>
                        <a:pt x="109823" y="436340"/>
                      </a:lnTo>
                      <a:lnTo>
                        <a:pt x="112395" y="436340"/>
                      </a:lnTo>
                      <a:close/>
                      <a:moveTo>
                        <a:pt x="158877" y="191071"/>
                      </a:moveTo>
                      <a:lnTo>
                        <a:pt x="177451" y="181546"/>
                      </a:lnTo>
                      <a:lnTo>
                        <a:pt x="174974" y="172021"/>
                      </a:lnTo>
                      <a:lnTo>
                        <a:pt x="158972" y="191167"/>
                      </a:lnTo>
                      <a:close/>
                      <a:moveTo>
                        <a:pt x="177451" y="300990"/>
                      </a:moveTo>
                      <a:lnTo>
                        <a:pt x="193548" y="304895"/>
                      </a:lnTo>
                      <a:lnTo>
                        <a:pt x="191071" y="300990"/>
                      </a:lnTo>
                      <a:lnTo>
                        <a:pt x="177546" y="300990"/>
                      </a:lnTo>
                      <a:close/>
                      <a:moveTo>
                        <a:pt x="190976" y="285845"/>
                      </a:moveTo>
                      <a:lnTo>
                        <a:pt x="197739" y="282607"/>
                      </a:lnTo>
                      <a:lnTo>
                        <a:pt x="190976" y="276225"/>
                      </a:lnTo>
                      <a:lnTo>
                        <a:pt x="190976" y="285750"/>
                      </a:lnTo>
                      <a:close/>
                      <a:moveTo>
                        <a:pt x="197739" y="153638"/>
                      </a:moveTo>
                      <a:lnTo>
                        <a:pt x="207931" y="151257"/>
                      </a:lnTo>
                      <a:lnTo>
                        <a:pt x="193548" y="147256"/>
                      </a:lnTo>
                      <a:lnTo>
                        <a:pt x="197834" y="153543"/>
                      </a:lnTo>
                      <a:close/>
                      <a:moveTo>
                        <a:pt x="200215" y="54959"/>
                      </a:moveTo>
                      <a:lnTo>
                        <a:pt x="204502" y="64484"/>
                      </a:lnTo>
                      <a:lnTo>
                        <a:pt x="197739" y="64484"/>
                      </a:lnTo>
                      <a:lnTo>
                        <a:pt x="200215" y="54959"/>
                      </a:lnTo>
                      <a:close/>
                      <a:moveTo>
                        <a:pt x="230600" y="33433"/>
                      </a:moveTo>
                      <a:cubicBezTo>
                        <a:pt x="226123" y="31813"/>
                        <a:pt x="223838" y="28670"/>
                        <a:pt x="223838" y="23908"/>
                      </a:cubicBezTo>
                      <a:lnTo>
                        <a:pt x="223838" y="12763"/>
                      </a:lnTo>
                      <a:lnTo>
                        <a:pt x="246697" y="0"/>
                      </a:lnTo>
                      <a:cubicBezTo>
                        <a:pt x="246697" y="2096"/>
                        <a:pt x="243649" y="4667"/>
                        <a:pt x="237744" y="7525"/>
                      </a:cubicBezTo>
                      <a:cubicBezTo>
                        <a:pt x="231838" y="10382"/>
                        <a:pt x="228886" y="13240"/>
                        <a:pt x="228886" y="15907"/>
                      </a:cubicBezTo>
                      <a:cubicBezTo>
                        <a:pt x="228886" y="17526"/>
                        <a:pt x="230219" y="19621"/>
                        <a:pt x="233077" y="22288"/>
                      </a:cubicBezTo>
                      <a:cubicBezTo>
                        <a:pt x="234124" y="25432"/>
                        <a:pt x="233363" y="29146"/>
                        <a:pt x="230505" y="33433"/>
                      </a:cubicBezTo>
                      <a:close/>
                      <a:moveTo>
                        <a:pt x="253460" y="74009"/>
                      </a:moveTo>
                      <a:lnTo>
                        <a:pt x="259366" y="74009"/>
                      </a:lnTo>
                      <a:lnTo>
                        <a:pt x="249269" y="89916"/>
                      </a:lnTo>
                      <a:lnTo>
                        <a:pt x="253460" y="74009"/>
                      </a:lnTo>
                      <a:close/>
                      <a:moveTo>
                        <a:pt x="253460" y="184690"/>
                      </a:moveTo>
                      <a:lnTo>
                        <a:pt x="253460" y="175165"/>
                      </a:lnTo>
                      <a:lnTo>
                        <a:pt x="249269" y="175165"/>
                      </a:lnTo>
                      <a:lnTo>
                        <a:pt x="249269" y="184690"/>
                      </a:lnTo>
                      <a:lnTo>
                        <a:pt x="253460" y="184690"/>
                      </a:lnTo>
                      <a:close/>
                      <a:moveTo>
                        <a:pt x="295751" y="61341"/>
                      </a:moveTo>
                      <a:lnTo>
                        <a:pt x="295751" y="74104"/>
                      </a:lnTo>
                      <a:lnTo>
                        <a:pt x="286417" y="52578"/>
                      </a:lnTo>
                      <a:cubicBezTo>
                        <a:pt x="292608" y="52578"/>
                        <a:pt x="295751" y="55531"/>
                        <a:pt x="295751" y="61341"/>
                      </a:cubicBezTo>
                      <a:close/>
                      <a:moveTo>
                        <a:pt x="311753" y="178403"/>
                      </a:moveTo>
                      <a:lnTo>
                        <a:pt x="331184" y="172021"/>
                      </a:lnTo>
                      <a:lnTo>
                        <a:pt x="320992" y="172021"/>
                      </a:lnTo>
                      <a:lnTo>
                        <a:pt x="311658" y="178403"/>
                      </a:lnTo>
                      <a:close/>
                      <a:moveTo>
                        <a:pt x="311753" y="239649"/>
                      </a:moveTo>
                      <a:lnTo>
                        <a:pt x="314325" y="230124"/>
                      </a:lnTo>
                      <a:lnTo>
                        <a:pt x="311753" y="227743"/>
                      </a:lnTo>
                      <a:lnTo>
                        <a:pt x="311753" y="239649"/>
                      </a:lnTo>
                      <a:close/>
                      <a:moveTo>
                        <a:pt x="340519" y="491299"/>
                      </a:moveTo>
                      <a:cubicBezTo>
                        <a:pt x="341090" y="491299"/>
                        <a:pt x="343376" y="492062"/>
                        <a:pt x="347281" y="493681"/>
                      </a:cubicBezTo>
                      <a:lnTo>
                        <a:pt x="349853" y="491299"/>
                      </a:lnTo>
                      <a:lnTo>
                        <a:pt x="340519" y="482537"/>
                      </a:lnTo>
                      <a:lnTo>
                        <a:pt x="354044" y="487299"/>
                      </a:lnTo>
                      <a:cubicBezTo>
                        <a:pt x="346710" y="494157"/>
                        <a:pt x="342233" y="497586"/>
                        <a:pt x="340519" y="497586"/>
                      </a:cubicBezTo>
                      <a:lnTo>
                        <a:pt x="340519" y="491204"/>
                      </a:lnTo>
                      <a:close/>
                      <a:moveTo>
                        <a:pt x="365855" y="337661"/>
                      </a:moveTo>
                      <a:cubicBezTo>
                        <a:pt x="372046" y="334994"/>
                        <a:pt x="374618" y="329946"/>
                        <a:pt x="373380" y="322516"/>
                      </a:cubicBezTo>
                      <a:cubicBezTo>
                        <a:pt x="364998" y="324612"/>
                        <a:pt x="360712" y="328898"/>
                        <a:pt x="360712" y="335280"/>
                      </a:cubicBezTo>
                      <a:cubicBezTo>
                        <a:pt x="362902" y="337375"/>
                        <a:pt x="364617" y="338233"/>
                        <a:pt x="365760" y="337661"/>
                      </a:cubicBezTo>
                      <a:close/>
                      <a:moveTo>
                        <a:pt x="373380" y="217456"/>
                      </a:moveTo>
                      <a:lnTo>
                        <a:pt x="363283" y="217456"/>
                      </a:lnTo>
                      <a:lnTo>
                        <a:pt x="365855" y="239744"/>
                      </a:lnTo>
                      <a:lnTo>
                        <a:pt x="373380" y="217456"/>
                      </a:lnTo>
                      <a:close/>
                      <a:moveTo>
                        <a:pt x="373380" y="298704"/>
                      </a:moveTo>
                      <a:cubicBezTo>
                        <a:pt x="372237" y="296608"/>
                        <a:pt x="371665" y="294704"/>
                        <a:pt x="371665" y="293180"/>
                      </a:cubicBezTo>
                      <a:cubicBezTo>
                        <a:pt x="371665" y="288988"/>
                        <a:pt x="374713" y="286798"/>
                        <a:pt x="381000" y="286798"/>
                      </a:cubicBezTo>
                      <a:lnTo>
                        <a:pt x="386905" y="285940"/>
                      </a:lnTo>
                      <a:lnTo>
                        <a:pt x="386905" y="282702"/>
                      </a:lnTo>
                      <a:cubicBezTo>
                        <a:pt x="385191" y="282226"/>
                        <a:pt x="383476" y="281940"/>
                        <a:pt x="381857" y="281940"/>
                      </a:cubicBezTo>
                      <a:cubicBezTo>
                        <a:pt x="377952" y="281940"/>
                        <a:pt x="374237" y="283750"/>
                        <a:pt x="370808" y="287464"/>
                      </a:cubicBezTo>
                      <a:cubicBezTo>
                        <a:pt x="367474" y="291179"/>
                        <a:pt x="365760" y="294894"/>
                        <a:pt x="365760" y="298609"/>
                      </a:cubicBezTo>
                      <a:lnTo>
                        <a:pt x="373285" y="298609"/>
                      </a:lnTo>
                      <a:close/>
                      <a:moveTo>
                        <a:pt x="376809" y="432435"/>
                      </a:moveTo>
                      <a:cubicBezTo>
                        <a:pt x="376809" y="431959"/>
                        <a:pt x="377952" y="429768"/>
                        <a:pt x="380238" y="426053"/>
                      </a:cubicBezTo>
                      <a:cubicBezTo>
                        <a:pt x="376809" y="425577"/>
                        <a:pt x="374713" y="426339"/>
                        <a:pt x="373856" y="428434"/>
                      </a:cubicBezTo>
                      <a:cubicBezTo>
                        <a:pt x="372999" y="430625"/>
                        <a:pt x="371761" y="431959"/>
                        <a:pt x="370046" y="432435"/>
                      </a:cubicBezTo>
                      <a:lnTo>
                        <a:pt x="376809" y="432435"/>
                      </a:lnTo>
                      <a:close/>
                      <a:moveTo>
                        <a:pt x="380238" y="92488"/>
                      </a:moveTo>
                      <a:lnTo>
                        <a:pt x="387001" y="86106"/>
                      </a:lnTo>
                      <a:lnTo>
                        <a:pt x="376904" y="77343"/>
                      </a:lnTo>
                      <a:lnTo>
                        <a:pt x="382810" y="70961"/>
                      </a:lnTo>
                      <a:lnTo>
                        <a:pt x="393763" y="90011"/>
                      </a:lnTo>
                      <a:lnTo>
                        <a:pt x="380238" y="92392"/>
                      </a:lnTo>
                      <a:close/>
                      <a:moveTo>
                        <a:pt x="421576" y="482632"/>
                      </a:moveTo>
                      <a:lnTo>
                        <a:pt x="421576" y="472345"/>
                      </a:lnTo>
                      <a:cubicBezTo>
                        <a:pt x="422719" y="472345"/>
                        <a:pt x="420433" y="473678"/>
                        <a:pt x="414814" y="476345"/>
                      </a:cubicBezTo>
                      <a:cubicBezTo>
                        <a:pt x="413194" y="475297"/>
                        <a:pt x="411289" y="473488"/>
                        <a:pt x="409384" y="470725"/>
                      </a:cubicBezTo>
                      <a:cubicBezTo>
                        <a:pt x="407384" y="468058"/>
                        <a:pt x="405860" y="466725"/>
                        <a:pt x="404717" y="466725"/>
                      </a:cubicBezTo>
                      <a:cubicBezTo>
                        <a:pt x="403003" y="466725"/>
                        <a:pt x="401002" y="467773"/>
                        <a:pt x="398812" y="469963"/>
                      </a:cubicBezTo>
                      <a:lnTo>
                        <a:pt x="421576" y="482727"/>
                      </a:lnTo>
                      <a:close/>
                      <a:moveTo>
                        <a:pt x="441865" y="478726"/>
                      </a:moveTo>
                      <a:cubicBezTo>
                        <a:pt x="443008" y="478726"/>
                        <a:pt x="443008" y="478155"/>
                        <a:pt x="441865" y="477107"/>
                      </a:cubicBezTo>
                      <a:lnTo>
                        <a:pt x="438436" y="457200"/>
                      </a:lnTo>
                      <a:cubicBezTo>
                        <a:pt x="436245" y="459296"/>
                        <a:pt x="435102" y="461486"/>
                        <a:pt x="435102" y="463582"/>
                      </a:cubicBezTo>
                      <a:cubicBezTo>
                        <a:pt x="435102" y="462058"/>
                        <a:pt x="437388" y="466534"/>
                        <a:pt x="441865" y="477107"/>
                      </a:cubicBezTo>
                      <a:lnTo>
                        <a:pt x="441865" y="478726"/>
                      </a:lnTo>
                      <a:close/>
                      <a:moveTo>
                        <a:pt x="479869" y="2572"/>
                      </a:moveTo>
                      <a:lnTo>
                        <a:pt x="479869" y="9715"/>
                      </a:lnTo>
                      <a:lnTo>
                        <a:pt x="468058" y="9715"/>
                      </a:lnTo>
                      <a:lnTo>
                        <a:pt x="479869" y="2572"/>
                      </a:lnTo>
                      <a:close/>
                      <a:moveTo>
                        <a:pt x="486727" y="130016"/>
                      </a:moveTo>
                      <a:lnTo>
                        <a:pt x="477393" y="138779"/>
                      </a:lnTo>
                      <a:lnTo>
                        <a:pt x="486727" y="126016"/>
                      </a:lnTo>
                      <a:lnTo>
                        <a:pt x="486727" y="130016"/>
                      </a:lnTo>
                      <a:close/>
                      <a:moveTo>
                        <a:pt x="535686" y="270129"/>
                      </a:moveTo>
                      <a:lnTo>
                        <a:pt x="528923" y="276511"/>
                      </a:lnTo>
                      <a:lnTo>
                        <a:pt x="523875" y="276511"/>
                      </a:lnTo>
                      <a:lnTo>
                        <a:pt x="535686" y="270129"/>
                      </a:lnTo>
                      <a:close/>
                      <a:moveTo>
                        <a:pt x="533114" y="136398"/>
                      </a:moveTo>
                      <a:cubicBezTo>
                        <a:pt x="531495" y="137446"/>
                        <a:pt x="530447" y="135922"/>
                        <a:pt x="530162" y="132016"/>
                      </a:cubicBezTo>
                      <a:cubicBezTo>
                        <a:pt x="529876" y="128016"/>
                        <a:pt x="529399" y="126016"/>
                        <a:pt x="528923" y="126016"/>
                      </a:cubicBezTo>
                      <a:lnTo>
                        <a:pt x="533114" y="126016"/>
                      </a:lnTo>
                      <a:lnTo>
                        <a:pt x="533114" y="136398"/>
                      </a:lnTo>
                      <a:close/>
                      <a:moveTo>
                        <a:pt x="656463" y="71152"/>
                      </a:moveTo>
                      <a:cubicBezTo>
                        <a:pt x="655891" y="69056"/>
                        <a:pt x="656368" y="66770"/>
                        <a:pt x="657701" y="64389"/>
                      </a:cubicBezTo>
                      <a:cubicBezTo>
                        <a:pt x="659035" y="62008"/>
                        <a:pt x="660940" y="61055"/>
                        <a:pt x="663226" y="61627"/>
                      </a:cubicBezTo>
                      <a:lnTo>
                        <a:pt x="663226" y="71152"/>
                      </a:lnTo>
                      <a:lnTo>
                        <a:pt x="656463" y="71152"/>
                      </a:lnTo>
                      <a:close/>
                    </a:path>
                  </a:pathLst>
                </a:custGeom>
                <a:solidFill>
                  <a:srgbClr val="F6EF85"/>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 name="Google Shape;739;p99"/>
                <p:cNvSpPr/>
                <p:nvPr/>
              </p:nvSpPr>
              <p:spPr>
                <a:xfrm>
                  <a:off x="5629179" y="3093176"/>
                  <a:ext cx="457295" cy="642243"/>
                </a:xfrm>
                <a:custGeom>
                  <a:avLst/>
                  <a:gdLst/>
                  <a:ahLst/>
                  <a:cxnLst/>
                  <a:rect l="l" t="t" r="r" b="b"/>
                  <a:pathLst>
                    <a:path w="457295" h="642243" extrusionOk="0">
                      <a:moveTo>
                        <a:pt x="450533" y="22165"/>
                      </a:moveTo>
                      <a:lnTo>
                        <a:pt x="457295" y="135227"/>
                      </a:lnTo>
                      <a:cubicBezTo>
                        <a:pt x="443198" y="139514"/>
                        <a:pt x="424053" y="140561"/>
                        <a:pt x="399860" y="138466"/>
                      </a:cubicBezTo>
                      <a:cubicBezTo>
                        <a:pt x="371094" y="135799"/>
                        <a:pt x="352330" y="135037"/>
                        <a:pt x="343281" y="136084"/>
                      </a:cubicBezTo>
                      <a:cubicBezTo>
                        <a:pt x="322993" y="138751"/>
                        <a:pt x="306705" y="147705"/>
                        <a:pt x="294227" y="163135"/>
                      </a:cubicBezTo>
                      <a:cubicBezTo>
                        <a:pt x="295370" y="166850"/>
                        <a:pt x="295942" y="170851"/>
                        <a:pt x="295942" y="175042"/>
                      </a:cubicBezTo>
                      <a:cubicBezTo>
                        <a:pt x="295942" y="179233"/>
                        <a:pt x="295085" y="185519"/>
                        <a:pt x="293370" y="193711"/>
                      </a:cubicBezTo>
                      <a:cubicBezTo>
                        <a:pt x="291655" y="201998"/>
                        <a:pt x="290798" y="208189"/>
                        <a:pt x="290798" y="212475"/>
                      </a:cubicBezTo>
                      <a:cubicBezTo>
                        <a:pt x="290798" y="218857"/>
                        <a:pt x="291941" y="224952"/>
                        <a:pt x="294132" y="230763"/>
                      </a:cubicBezTo>
                      <a:cubicBezTo>
                        <a:pt x="295846" y="233906"/>
                        <a:pt x="296704" y="236859"/>
                        <a:pt x="296704" y="239526"/>
                      </a:cubicBezTo>
                      <a:cubicBezTo>
                        <a:pt x="296704" y="243241"/>
                        <a:pt x="295561" y="247432"/>
                        <a:pt x="293370" y="252289"/>
                      </a:cubicBezTo>
                      <a:cubicBezTo>
                        <a:pt x="291084" y="257052"/>
                        <a:pt x="289941" y="260481"/>
                        <a:pt x="289941" y="262576"/>
                      </a:cubicBezTo>
                      <a:cubicBezTo>
                        <a:pt x="289941" y="265815"/>
                        <a:pt x="291370" y="268768"/>
                        <a:pt x="294132" y="271340"/>
                      </a:cubicBezTo>
                      <a:lnTo>
                        <a:pt x="291655" y="307153"/>
                      </a:lnTo>
                      <a:cubicBezTo>
                        <a:pt x="291084" y="302962"/>
                        <a:pt x="288036" y="300295"/>
                        <a:pt x="282321" y="299152"/>
                      </a:cubicBezTo>
                      <a:cubicBezTo>
                        <a:pt x="274415" y="297057"/>
                        <a:pt x="269938" y="295723"/>
                        <a:pt x="268796" y="295152"/>
                      </a:cubicBezTo>
                      <a:cubicBezTo>
                        <a:pt x="266605" y="296771"/>
                        <a:pt x="265652" y="298771"/>
                        <a:pt x="266319" y="301153"/>
                      </a:cubicBezTo>
                      <a:cubicBezTo>
                        <a:pt x="266891" y="303534"/>
                        <a:pt x="266605" y="305820"/>
                        <a:pt x="265462" y="307915"/>
                      </a:cubicBezTo>
                      <a:cubicBezTo>
                        <a:pt x="268796" y="306296"/>
                        <a:pt x="271653" y="305534"/>
                        <a:pt x="273939" y="305534"/>
                      </a:cubicBezTo>
                      <a:cubicBezTo>
                        <a:pt x="277940" y="305534"/>
                        <a:pt x="280988" y="309535"/>
                        <a:pt x="283274" y="317440"/>
                      </a:cubicBezTo>
                      <a:cubicBezTo>
                        <a:pt x="285560" y="327537"/>
                        <a:pt x="287465" y="333442"/>
                        <a:pt x="289179" y="334966"/>
                      </a:cubicBezTo>
                      <a:lnTo>
                        <a:pt x="284893" y="334966"/>
                      </a:lnTo>
                      <a:cubicBezTo>
                        <a:pt x="291655" y="352492"/>
                        <a:pt x="295275" y="376876"/>
                        <a:pt x="295846" y="408309"/>
                      </a:cubicBezTo>
                      <a:cubicBezTo>
                        <a:pt x="295275" y="433741"/>
                        <a:pt x="294989" y="458982"/>
                        <a:pt x="294989" y="483937"/>
                      </a:cubicBezTo>
                      <a:cubicBezTo>
                        <a:pt x="295561" y="498796"/>
                        <a:pt x="296609" y="512131"/>
                        <a:pt x="298323" y="523752"/>
                      </a:cubicBezTo>
                      <a:cubicBezTo>
                        <a:pt x="298799" y="523752"/>
                        <a:pt x="300990" y="524800"/>
                        <a:pt x="304610" y="526895"/>
                      </a:cubicBezTo>
                      <a:cubicBezTo>
                        <a:pt x="308229" y="528991"/>
                        <a:pt x="311563" y="529562"/>
                        <a:pt x="314325" y="528515"/>
                      </a:cubicBezTo>
                      <a:cubicBezTo>
                        <a:pt x="310325" y="536420"/>
                        <a:pt x="307848" y="556899"/>
                        <a:pt x="306705" y="589760"/>
                      </a:cubicBezTo>
                      <a:cubicBezTo>
                        <a:pt x="306134" y="607762"/>
                        <a:pt x="300228" y="620335"/>
                        <a:pt x="288988" y="627193"/>
                      </a:cubicBezTo>
                      <a:cubicBezTo>
                        <a:pt x="290608" y="628241"/>
                        <a:pt x="291465" y="631099"/>
                        <a:pt x="291465" y="635861"/>
                      </a:cubicBezTo>
                      <a:cubicBezTo>
                        <a:pt x="285274" y="636433"/>
                        <a:pt x="266129" y="636433"/>
                        <a:pt x="234029" y="635861"/>
                      </a:cubicBezTo>
                      <a:cubicBezTo>
                        <a:pt x="210407" y="635385"/>
                        <a:pt x="191548" y="637481"/>
                        <a:pt x="177451" y="642243"/>
                      </a:cubicBezTo>
                      <a:cubicBezTo>
                        <a:pt x="165545" y="632718"/>
                        <a:pt x="159639" y="618431"/>
                        <a:pt x="159639" y="599285"/>
                      </a:cubicBezTo>
                      <a:cubicBezTo>
                        <a:pt x="160211" y="582807"/>
                        <a:pt x="160496" y="566329"/>
                        <a:pt x="160496" y="549946"/>
                      </a:cubicBezTo>
                      <a:cubicBezTo>
                        <a:pt x="163354" y="488890"/>
                        <a:pt x="164687" y="425168"/>
                        <a:pt x="164687" y="358874"/>
                      </a:cubicBezTo>
                      <a:cubicBezTo>
                        <a:pt x="164687" y="292580"/>
                        <a:pt x="163259" y="224857"/>
                        <a:pt x="160496" y="154277"/>
                      </a:cubicBezTo>
                      <a:cubicBezTo>
                        <a:pt x="157067" y="143133"/>
                        <a:pt x="148114" y="137513"/>
                        <a:pt x="133445" y="137513"/>
                      </a:cubicBezTo>
                      <a:cubicBezTo>
                        <a:pt x="130588" y="137513"/>
                        <a:pt x="126683" y="137799"/>
                        <a:pt x="121634" y="138275"/>
                      </a:cubicBezTo>
                      <a:lnTo>
                        <a:pt x="110585" y="138275"/>
                      </a:lnTo>
                      <a:cubicBezTo>
                        <a:pt x="103251" y="138275"/>
                        <a:pt x="97346" y="137227"/>
                        <a:pt x="92869" y="135037"/>
                      </a:cubicBezTo>
                      <a:cubicBezTo>
                        <a:pt x="97917" y="135513"/>
                        <a:pt x="80963" y="135894"/>
                        <a:pt x="42196" y="135894"/>
                      </a:cubicBezTo>
                      <a:cubicBezTo>
                        <a:pt x="24670" y="135894"/>
                        <a:pt x="10573" y="131608"/>
                        <a:pt x="0" y="123131"/>
                      </a:cubicBezTo>
                      <a:lnTo>
                        <a:pt x="0" y="11688"/>
                      </a:lnTo>
                      <a:cubicBezTo>
                        <a:pt x="2762" y="14355"/>
                        <a:pt x="6191" y="15689"/>
                        <a:pt x="10096" y="15689"/>
                      </a:cubicBezTo>
                      <a:cubicBezTo>
                        <a:pt x="16859" y="15689"/>
                        <a:pt x="23622" y="11402"/>
                        <a:pt x="30385" y="2925"/>
                      </a:cubicBezTo>
                      <a:cubicBezTo>
                        <a:pt x="64770" y="829"/>
                        <a:pt x="115538" y="544"/>
                        <a:pt x="182880" y="2163"/>
                      </a:cubicBezTo>
                      <a:cubicBezTo>
                        <a:pt x="250127" y="3782"/>
                        <a:pt x="301847" y="3211"/>
                        <a:pt x="337852" y="544"/>
                      </a:cubicBezTo>
                      <a:cubicBezTo>
                        <a:pt x="339566" y="3687"/>
                        <a:pt x="342138" y="5306"/>
                        <a:pt x="345472" y="5306"/>
                      </a:cubicBezTo>
                      <a:cubicBezTo>
                        <a:pt x="347663" y="5306"/>
                        <a:pt x="350806" y="4544"/>
                        <a:pt x="354711" y="2925"/>
                      </a:cubicBezTo>
                      <a:cubicBezTo>
                        <a:pt x="358616" y="1306"/>
                        <a:pt x="361474" y="544"/>
                        <a:pt x="363188" y="544"/>
                      </a:cubicBezTo>
                      <a:cubicBezTo>
                        <a:pt x="369951" y="4258"/>
                        <a:pt x="387668" y="4258"/>
                        <a:pt x="416433" y="544"/>
                      </a:cubicBezTo>
                      <a:cubicBezTo>
                        <a:pt x="437769" y="-2123"/>
                        <a:pt x="449009" y="5020"/>
                        <a:pt x="450152" y="22070"/>
                      </a:cubicBezTo>
                      <a:close/>
                      <a:moveTo>
                        <a:pt x="72962" y="46835"/>
                      </a:moveTo>
                      <a:cubicBezTo>
                        <a:pt x="78581" y="38358"/>
                        <a:pt x="85916" y="34072"/>
                        <a:pt x="94964" y="34072"/>
                      </a:cubicBezTo>
                      <a:cubicBezTo>
                        <a:pt x="98393" y="34072"/>
                        <a:pt x="103823" y="34929"/>
                        <a:pt x="111443" y="36453"/>
                      </a:cubicBezTo>
                      <a:cubicBezTo>
                        <a:pt x="119063" y="38072"/>
                        <a:pt x="125063" y="38834"/>
                        <a:pt x="129635" y="38834"/>
                      </a:cubicBezTo>
                      <a:cubicBezTo>
                        <a:pt x="134207" y="38834"/>
                        <a:pt x="138303" y="38358"/>
                        <a:pt x="142304" y="37215"/>
                      </a:cubicBezTo>
                      <a:lnTo>
                        <a:pt x="128778" y="24451"/>
                      </a:lnTo>
                      <a:cubicBezTo>
                        <a:pt x="123730" y="24451"/>
                        <a:pt x="121539" y="22356"/>
                        <a:pt x="122015" y="18070"/>
                      </a:cubicBezTo>
                      <a:cubicBezTo>
                        <a:pt x="123063" y="12736"/>
                        <a:pt x="123063" y="9878"/>
                        <a:pt x="122015" y="9307"/>
                      </a:cubicBezTo>
                      <a:cubicBezTo>
                        <a:pt x="120301" y="12450"/>
                        <a:pt x="118301" y="14355"/>
                        <a:pt x="116110" y="14831"/>
                      </a:cubicBezTo>
                      <a:cubicBezTo>
                        <a:pt x="114967" y="14355"/>
                        <a:pt x="113538" y="14069"/>
                        <a:pt x="111824" y="14069"/>
                      </a:cubicBezTo>
                      <a:cubicBezTo>
                        <a:pt x="111252" y="14641"/>
                        <a:pt x="111252" y="17212"/>
                        <a:pt x="111824" y="22070"/>
                      </a:cubicBezTo>
                      <a:cubicBezTo>
                        <a:pt x="105061" y="26261"/>
                        <a:pt x="96298" y="28928"/>
                        <a:pt x="85630" y="30071"/>
                      </a:cubicBezTo>
                      <a:cubicBezTo>
                        <a:pt x="72676" y="31119"/>
                        <a:pt x="64199" y="32452"/>
                        <a:pt x="60293" y="34072"/>
                      </a:cubicBezTo>
                      <a:lnTo>
                        <a:pt x="77153" y="34072"/>
                      </a:lnTo>
                      <a:cubicBezTo>
                        <a:pt x="73819" y="38834"/>
                        <a:pt x="70390" y="42073"/>
                        <a:pt x="66961" y="43597"/>
                      </a:cubicBezTo>
                      <a:cubicBezTo>
                        <a:pt x="66389" y="43597"/>
                        <a:pt x="66104" y="43311"/>
                        <a:pt x="66104" y="42835"/>
                      </a:cubicBezTo>
                      <a:cubicBezTo>
                        <a:pt x="64961" y="43406"/>
                        <a:pt x="63818" y="44168"/>
                        <a:pt x="62770" y="45216"/>
                      </a:cubicBezTo>
                      <a:cubicBezTo>
                        <a:pt x="59341" y="46264"/>
                        <a:pt x="56864" y="46835"/>
                        <a:pt x="55150" y="46835"/>
                      </a:cubicBezTo>
                      <a:cubicBezTo>
                        <a:pt x="52864" y="45787"/>
                        <a:pt x="49721" y="45787"/>
                        <a:pt x="45815" y="46835"/>
                      </a:cubicBezTo>
                      <a:cubicBezTo>
                        <a:pt x="33909" y="45787"/>
                        <a:pt x="25813" y="45787"/>
                        <a:pt x="21241" y="46835"/>
                      </a:cubicBezTo>
                      <a:lnTo>
                        <a:pt x="21241" y="42835"/>
                      </a:lnTo>
                      <a:lnTo>
                        <a:pt x="11144" y="53217"/>
                      </a:lnTo>
                      <a:cubicBezTo>
                        <a:pt x="14002" y="54265"/>
                        <a:pt x="17050" y="54836"/>
                        <a:pt x="20384" y="54836"/>
                      </a:cubicBezTo>
                      <a:cubicBezTo>
                        <a:pt x="21527" y="54836"/>
                        <a:pt x="29909" y="52169"/>
                        <a:pt x="45815" y="46835"/>
                      </a:cubicBezTo>
                      <a:lnTo>
                        <a:pt x="55150" y="46835"/>
                      </a:lnTo>
                      <a:cubicBezTo>
                        <a:pt x="56864" y="47883"/>
                        <a:pt x="58198" y="49312"/>
                        <a:pt x="59341" y="51217"/>
                      </a:cubicBezTo>
                      <a:cubicBezTo>
                        <a:pt x="60484" y="53026"/>
                        <a:pt x="61627" y="55312"/>
                        <a:pt x="62770" y="57979"/>
                      </a:cubicBezTo>
                      <a:cubicBezTo>
                        <a:pt x="62198" y="56360"/>
                        <a:pt x="61341" y="54550"/>
                        <a:pt x="60198" y="52455"/>
                      </a:cubicBezTo>
                      <a:cubicBezTo>
                        <a:pt x="60198" y="49312"/>
                        <a:pt x="61055" y="46931"/>
                        <a:pt x="62770" y="45311"/>
                      </a:cubicBezTo>
                      <a:cubicBezTo>
                        <a:pt x="63818" y="45311"/>
                        <a:pt x="65246" y="44740"/>
                        <a:pt x="66961" y="43692"/>
                      </a:cubicBezTo>
                      <a:cubicBezTo>
                        <a:pt x="70866" y="49026"/>
                        <a:pt x="72866" y="52169"/>
                        <a:pt x="72866" y="53217"/>
                      </a:cubicBezTo>
                      <a:lnTo>
                        <a:pt x="95726" y="49216"/>
                      </a:lnTo>
                      <a:lnTo>
                        <a:pt x="72866" y="46835"/>
                      </a:lnTo>
                      <a:close/>
                      <a:moveTo>
                        <a:pt x="56102" y="83506"/>
                      </a:moveTo>
                      <a:lnTo>
                        <a:pt x="69628" y="77125"/>
                      </a:lnTo>
                      <a:lnTo>
                        <a:pt x="62865" y="77125"/>
                      </a:lnTo>
                      <a:lnTo>
                        <a:pt x="56102" y="83506"/>
                      </a:lnTo>
                      <a:close/>
                      <a:moveTo>
                        <a:pt x="160877" y="22165"/>
                      </a:moveTo>
                      <a:lnTo>
                        <a:pt x="171069" y="11783"/>
                      </a:lnTo>
                      <a:cubicBezTo>
                        <a:pt x="167640" y="11212"/>
                        <a:pt x="163449" y="9688"/>
                        <a:pt x="158401" y="7021"/>
                      </a:cubicBezTo>
                      <a:lnTo>
                        <a:pt x="147447" y="22165"/>
                      </a:lnTo>
                      <a:lnTo>
                        <a:pt x="135636" y="15784"/>
                      </a:lnTo>
                      <a:lnTo>
                        <a:pt x="151733" y="30928"/>
                      </a:lnTo>
                      <a:cubicBezTo>
                        <a:pt x="151733" y="20356"/>
                        <a:pt x="153924" y="13974"/>
                        <a:pt x="158496" y="11783"/>
                      </a:cubicBezTo>
                      <a:cubicBezTo>
                        <a:pt x="160211" y="12831"/>
                        <a:pt x="161068" y="16260"/>
                        <a:pt x="161068" y="22165"/>
                      </a:cubicBezTo>
                      <a:close/>
                      <a:moveTo>
                        <a:pt x="193834" y="341443"/>
                      </a:moveTo>
                      <a:cubicBezTo>
                        <a:pt x="203930" y="342491"/>
                        <a:pt x="208407" y="341729"/>
                        <a:pt x="207359" y="339062"/>
                      </a:cubicBezTo>
                      <a:cubicBezTo>
                        <a:pt x="205073" y="337919"/>
                        <a:pt x="200596" y="338776"/>
                        <a:pt x="193834" y="341443"/>
                      </a:cubicBezTo>
                      <a:cubicBezTo>
                        <a:pt x="190976" y="340396"/>
                        <a:pt x="188690" y="340396"/>
                        <a:pt x="187071" y="341443"/>
                      </a:cubicBezTo>
                      <a:cubicBezTo>
                        <a:pt x="189833" y="342491"/>
                        <a:pt x="192215" y="342491"/>
                        <a:pt x="193834" y="341443"/>
                      </a:cubicBezTo>
                      <a:close/>
                      <a:moveTo>
                        <a:pt x="282512" y="328680"/>
                      </a:moveTo>
                      <a:cubicBezTo>
                        <a:pt x="276225" y="324394"/>
                        <a:pt x="267367" y="322298"/>
                        <a:pt x="255461" y="322298"/>
                      </a:cubicBezTo>
                      <a:cubicBezTo>
                        <a:pt x="241363" y="322298"/>
                        <a:pt x="231838" y="321536"/>
                        <a:pt x="226695" y="319917"/>
                      </a:cubicBezTo>
                      <a:lnTo>
                        <a:pt x="249555" y="332681"/>
                      </a:lnTo>
                      <a:cubicBezTo>
                        <a:pt x="246698" y="333728"/>
                        <a:pt x="245364" y="335919"/>
                        <a:pt x="245364" y="339062"/>
                      </a:cubicBezTo>
                      <a:lnTo>
                        <a:pt x="252127" y="339062"/>
                      </a:lnTo>
                      <a:cubicBezTo>
                        <a:pt x="254413" y="340110"/>
                        <a:pt x="255461" y="341158"/>
                        <a:pt x="255461" y="342206"/>
                      </a:cubicBezTo>
                      <a:cubicBezTo>
                        <a:pt x="255461" y="342777"/>
                        <a:pt x="254603" y="344301"/>
                        <a:pt x="252984" y="346968"/>
                      </a:cubicBezTo>
                      <a:cubicBezTo>
                        <a:pt x="251270" y="349635"/>
                        <a:pt x="250984" y="352016"/>
                        <a:pt x="252127" y="354112"/>
                      </a:cubicBezTo>
                      <a:lnTo>
                        <a:pt x="265652" y="354112"/>
                      </a:lnTo>
                      <a:cubicBezTo>
                        <a:pt x="258890" y="347730"/>
                        <a:pt x="255461" y="343253"/>
                        <a:pt x="255461" y="340586"/>
                      </a:cubicBezTo>
                      <a:cubicBezTo>
                        <a:pt x="255461" y="338491"/>
                        <a:pt x="256985" y="336681"/>
                        <a:pt x="260128" y="335348"/>
                      </a:cubicBezTo>
                      <a:cubicBezTo>
                        <a:pt x="263176" y="334014"/>
                        <a:pt x="266986" y="332585"/>
                        <a:pt x="271463" y="330966"/>
                      </a:cubicBezTo>
                      <a:cubicBezTo>
                        <a:pt x="275368" y="330490"/>
                        <a:pt x="279083" y="331728"/>
                        <a:pt x="282512" y="334966"/>
                      </a:cubicBezTo>
                      <a:lnTo>
                        <a:pt x="282512" y="328585"/>
                      </a:lnTo>
                      <a:close/>
                      <a:moveTo>
                        <a:pt x="249555" y="273721"/>
                      </a:moveTo>
                      <a:cubicBezTo>
                        <a:pt x="252984" y="278007"/>
                        <a:pt x="257366" y="280102"/>
                        <a:pt x="263080" y="280102"/>
                      </a:cubicBezTo>
                      <a:cubicBezTo>
                        <a:pt x="271558" y="280102"/>
                        <a:pt x="278892" y="277150"/>
                        <a:pt x="285083" y="271340"/>
                      </a:cubicBezTo>
                      <a:lnTo>
                        <a:pt x="272415" y="267434"/>
                      </a:lnTo>
                      <a:cubicBezTo>
                        <a:pt x="271844" y="273816"/>
                        <a:pt x="270415" y="276959"/>
                        <a:pt x="268224" y="276959"/>
                      </a:cubicBezTo>
                      <a:cubicBezTo>
                        <a:pt x="267653" y="276959"/>
                        <a:pt x="265271" y="275054"/>
                        <a:pt x="260985" y="271340"/>
                      </a:cubicBezTo>
                      <a:cubicBezTo>
                        <a:pt x="256794" y="267720"/>
                        <a:pt x="252984" y="266291"/>
                        <a:pt x="249555" y="267434"/>
                      </a:cubicBezTo>
                      <a:lnTo>
                        <a:pt x="249555" y="273816"/>
                      </a:lnTo>
                      <a:close/>
                      <a:moveTo>
                        <a:pt x="280797" y="349349"/>
                      </a:moveTo>
                      <a:lnTo>
                        <a:pt x="282512" y="350111"/>
                      </a:lnTo>
                      <a:lnTo>
                        <a:pt x="280797" y="349349"/>
                      </a:lnTo>
                      <a:lnTo>
                        <a:pt x="265652" y="338967"/>
                      </a:lnTo>
                      <a:cubicBezTo>
                        <a:pt x="263938" y="343729"/>
                        <a:pt x="265652" y="346587"/>
                        <a:pt x="270701" y="347730"/>
                      </a:cubicBezTo>
                      <a:cubicBezTo>
                        <a:pt x="274034" y="348301"/>
                        <a:pt x="277463" y="348778"/>
                        <a:pt x="280797" y="349349"/>
                      </a:cubicBezTo>
                      <a:close/>
                    </a:path>
                  </a:pathLst>
                </a:custGeom>
                <a:solidFill>
                  <a:srgbClr val="F6EF85"/>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 name="Google Shape;740;p99"/>
                <p:cNvSpPr/>
                <p:nvPr/>
              </p:nvSpPr>
              <p:spPr>
                <a:xfrm>
                  <a:off x="6126574" y="2987040"/>
                  <a:ext cx="663416" cy="747902"/>
                </a:xfrm>
                <a:custGeom>
                  <a:avLst/>
                  <a:gdLst/>
                  <a:ahLst/>
                  <a:cxnLst/>
                  <a:rect l="l" t="t" r="r" b="b"/>
                  <a:pathLst>
                    <a:path w="663416" h="747902" extrusionOk="0">
                      <a:moveTo>
                        <a:pt x="517303" y="609981"/>
                      </a:moveTo>
                      <a:cubicBezTo>
                        <a:pt x="515017" y="617982"/>
                        <a:pt x="513969" y="625412"/>
                        <a:pt x="513969" y="632270"/>
                      </a:cubicBezTo>
                      <a:cubicBezTo>
                        <a:pt x="513969" y="642938"/>
                        <a:pt x="516827" y="655130"/>
                        <a:pt x="522446" y="668846"/>
                      </a:cubicBezTo>
                      <a:cubicBezTo>
                        <a:pt x="530352" y="685895"/>
                        <a:pt x="534829" y="697039"/>
                        <a:pt x="535972" y="702278"/>
                      </a:cubicBezTo>
                      <a:cubicBezTo>
                        <a:pt x="538734" y="705422"/>
                        <a:pt x="540163" y="708660"/>
                        <a:pt x="540163" y="711803"/>
                      </a:cubicBezTo>
                      <a:cubicBezTo>
                        <a:pt x="540163" y="715518"/>
                        <a:pt x="537591" y="720090"/>
                        <a:pt x="532543" y="725329"/>
                      </a:cubicBezTo>
                      <a:cubicBezTo>
                        <a:pt x="525209" y="733330"/>
                        <a:pt x="521018" y="738092"/>
                        <a:pt x="519875" y="739712"/>
                      </a:cubicBezTo>
                      <a:cubicBezTo>
                        <a:pt x="514255" y="738664"/>
                        <a:pt x="508063" y="738092"/>
                        <a:pt x="501301" y="738092"/>
                      </a:cubicBezTo>
                      <a:cubicBezTo>
                        <a:pt x="494538" y="738092"/>
                        <a:pt x="484442" y="738759"/>
                        <a:pt x="470916" y="740092"/>
                      </a:cubicBezTo>
                      <a:cubicBezTo>
                        <a:pt x="457391" y="741426"/>
                        <a:pt x="447485" y="742093"/>
                        <a:pt x="441293" y="742093"/>
                      </a:cubicBezTo>
                      <a:cubicBezTo>
                        <a:pt x="417671" y="742093"/>
                        <a:pt x="400431" y="735235"/>
                        <a:pt x="389763" y="721423"/>
                      </a:cubicBezTo>
                      <a:cubicBezTo>
                        <a:pt x="393192" y="714565"/>
                        <a:pt x="394811" y="708184"/>
                        <a:pt x="394811" y="702278"/>
                      </a:cubicBezTo>
                      <a:cubicBezTo>
                        <a:pt x="394811" y="693801"/>
                        <a:pt x="390049" y="684276"/>
                        <a:pt x="380524" y="673608"/>
                      </a:cubicBezTo>
                      <a:cubicBezTo>
                        <a:pt x="366998" y="659225"/>
                        <a:pt x="359093" y="649700"/>
                        <a:pt x="356807" y="644938"/>
                      </a:cubicBezTo>
                      <a:cubicBezTo>
                        <a:pt x="353949" y="643795"/>
                        <a:pt x="350901" y="643319"/>
                        <a:pt x="347567" y="643319"/>
                      </a:cubicBezTo>
                      <a:cubicBezTo>
                        <a:pt x="342995" y="643319"/>
                        <a:pt x="335471" y="644462"/>
                        <a:pt x="324707" y="646938"/>
                      </a:cubicBezTo>
                      <a:cubicBezTo>
                        <a:pt x="313944" y="649319"/>
                        <a:pt x="306419" y="650557"/>
                        <a:pt x="301847" y="650557"/>
                      </a:cubicBezTo>
                      <a:cubicBezTo>
                        <a:pt x="290608" y="650557"/>
                        <a:pt x="283274" y="645795"/>
                        <a:pt x="279940" y="636270"/>
                      </a:cubicBezTo>
                      <a:lnTo>
                        <a:pt x="273177" y="636270"/>
                      </a:lnTo>
                      <a:cubicBezTo>
                        <a:pt x="273177" y="632555"/>
                        <a:pt x="272320" y="627602"/>
                        <a:pt x="270605" y="621601"/>
                      </a:cubicBezTo>
                      <a:cubicBezTo>
                        <a:pt x="268986" y="615505"/>
                        <a:pt x="268129" y="611410"/>
                        <a:pt x="268129" y="609219"/>
                      </a:cubicBezTo>
                      <a:cubicBezTo>
                        <a:pt x="268129" y="605028"/>
                        <a:pt x="269843" y="601504"/>
                        <a:pt x="273177" y="598837"/>
                      </a:cubicBezTo>
                      <a:cubicBezTo>
                        <a:pt x="270320" y="595122"/>
                        <a:pt x="268986" y="591407"/>
                        <a:pt x="268986" y="587692"/>
                      </a:cubicBezTo>
                      <a:cubicBezTo>
                        <a:pt x="268986" y="584549"/>
                        <a:pt x="270415" y="579882"/>
                        <a:pt x="273177" y="573786"/>
                      </a:cubicBezTo>
                      <a:cubicBezTo>
                        <a:pt x="275939" y="567690"/>
                        <a:pt x="277368" y="563023"/>
                        <a:pt x="277368" y="559880"/>
                      </a:cubicBezTo>
                      <a:cubicBezTo>
                        <a:pt x="277368" y="557784"/>
                        <a:pt x="276796" y="555403"/>
                        <a:pt x="275654" y="552736"/>
                      </a:cubicBezTo>
                      <a:cubicBezTo>
                        <a:pt x="280797" y="544830"/>
                        <a:pt x="295561" y="540544"/>
                        <a:pt x="320421" y="539972"/>
                      </a:cubicBezTo>
                      <a:cubicBezTo>
                        <a:pt x="342900" y="539496"/>
                        <a:pt x="354235" y="535686"/>
                        <a:pt x="354235" y="528828"/>
                      </a:cubicBezTo>
                      <a:cubicBezTo>
                        <a:pt x="354235" y="524637"/>
                        <a:pt x="351092" y="518255"/>
                        <a:pt x="344996" y="509778"/>
                      </a:cubicBezTo>
                      <a:lnTo>
                        <a:pt x="356807" y="509778"/>
                      </a:lnTo>
                      <a:cubicBezTo>
                        <a:pt x="356235" y="514064"/>
                        <a:pt x="357664" y="519017"/>
                        <a:pt x="360997" y="524923"/>
                      </a:cubicBezTo>
                      <a:cubicBezTo>
                        <a:pt x="362712" y="523304"/>
                        <a:pt x="363855" y="519017"/>
                        <a:pt x="364427" y="512159"/>
                      </a:cubicBezTo>
                      <a:cubicBezTo>
                        <a:pt x="364903" y="506921"/>
                        <a:pt x="368046" y="503968"/>
                        <a:pt x="373666" y="503396"/>
                      </a:cubicBezTo>
                      <a:lnTo>
                        <a:pt x="363474" y="493871"/>
                      </a:lnTo>
                      <a:lnTo>
                        <a:pt x="373666" y="491490"/>
                      </a:lnTo>
                      <a:lnTo>
                        <a:pt x="366046" y="485108"/>
                      </a:lnTo>
                      <a:cubicBezTo>
                        <a:pt x="367189" y="486156"/>
                        <a:pt x="368522" y="486728"/>
                        <a:pt x="370237" y="486728"/>
                      </a:cubicBezTo>
                      <a:cubicBezTo>
                        <a:pt x="372428" y="486728"/>
                        <a:pt x="375761" y="485584"/>
                        <a:pt x="379952" y="483108"/>
                      </a:cubicBezTo>
                      <a:cubicBezTo>
                        <a:pt x="384143" y="480727"/>
                        <a:pt x="387191" y="479488"/>
                        <a:pt x="388811" y="479488"/>
                      </a:cubicBezTo>
                      <a:cubicBezTo>
                        <a:pt x="391573" y="479488"/>
                        <a:pt x="393287" y="482155"/>
                        <a:pt x="393954" y="487489"/>
                      </a:cubicBezTo>
                      <a:cubicBezTo>
                        <a:pt x="392240" y="487489"/>
                        <a:pt x="385477" y="489585"/>
                        <a:pt x="373666" y="493871"/>
                      </a:cubicBezTo>
                      <a:cubicBezTo>
                        <a:pt x="374237" y="494443"/>
                        <a:pt x="378714" y="497014"/>
                        <a:pt x="387191" y="501872"/>
                      </a:cubicBezTo>
                      <a:cubicBezTo>
                        <a:pt x="392240" y="505015"/>
                        <a:pt x="394716" y="508254"/>
                        <a:pt x="394716" y="511397"/>
                      </a:cubicBezTo>
                      <a:cubicBezTo>
                        <a:pt x="394716" y="513016"/>
                        <a:pt x="394430" y="514636"/>
                        <a:pt x="393954" y="516160"/>
                      </a:cubicBezTo>
                      <a:cubicBezTo>
                        <a:pt x="396716" y="514636"/>
                        <a:pt x="398717" y="511683"/>
                        <a:pt x="399860" y="507397"/>
                      </a:cubicBezTo>
                      <a:cubicBezTo>
                        <a:pt x="401003" y="503206"/>
                        <a:pt x="400717" y="499967"/>
                        <a:pt x="399002" y="497872"/>
                      </a:cubicBezTo>
                      <a:lnTo>
                        <a:pt x="409956" y="487585"/>
                      </a:lnTo>
                      <a:lnTo>
                        <a:pt x="387191" y="467678"/>
                      </a:lnTo>
                      <a:lnTo>
                        <a:pt x="389668" y="463677"/>
                      </a:lnTo>
                      <a:cubicBezTo>
                        <a:pt x="388049" y="461581"/>
                        <a:pt x="386048" y="460438"/>
                        <a:pt x="383762" y="460438"/>
                      </a:cubicBezTo>
                      <a:cubicBezTo>
                        <a:pt x="382619" y="460438"/>
                        <a:pt x="380238" y="461772"/>
                        <a:pt x="376619" y="464439"/>
                      </a:cubicBezTo>
                      <a:cubicBezTo>
                        <a:pt x="372999" y="467106"/>
                        <a:pt x="369380" y="468154"/>
                        <a:pt x="366046" y="467678"/>
                      </a:cubicBezTo>
                      <a:cubicBezTo>
                        <a:pt x="364903" y="467201"/>
                        <a:pt x="357569" y="466820"/>
                        <a:pt x="344043" y="466820"/>
                      </a:cubicBezTo>
                      <a:cubicBezTo>
                        <a:pt x="336137" y="466820"/>
                        <a:pt x="331946" y="461772"/>
                        <a:pt x="331375" y="451675"/>
                      </a:cubicBezTo>
                      <a:cubicBezTo>
                        <a:pt x="326803" y="450056"/>
                        <a:pt x="324612" y="446913"/>
                        <a:pt x="324612" y="442150"/>
                      </a:cubicBezTo>
                      <a:cubicBezTo>
                        <a:pt x="324612" y="440055"/>
                        <a:pt x="325184" y="436626"/>
                        <a:pt x="326327" y="431768"/>
                      </a:cubicBezTo>
                      <a:cubicBezTo>
                        <a:pt x="327470" y="427006"/>
                        <a:pt x="328041" y="423291"/>
                        <a:pt x="328041" y="420624"/>
                      </a:cubicBezTo>
                      <a:cubicBezTo>
                        <a:pt x="328041" y="413766"/>
                        <a:pt x="323564" y="409765"/>
                        <a:pt x="314516" y="408718"/>
                      </a:cubicBezTo>
                      <a:cubicBezTo>
                        <a:pt x="312801" y="406051"/>
                        <a:pt x="312039" y="402907"/>
                        <a:pt x="312039" y="399097"/>
                      </a:cubicBezTo>
                      <a:cubicBezTo>
                        <a:pt x="312039" y="397573"/>
                        <a:pt x="312325" y="395002"/>
                        <a:pt x="312896" y="391573"/>
                      </a:cubicBezTo>
                      <a:cubicBezTo>
                        <a:pt x="313468" y="388144"/>
                        <a:pt x="313754" y="385667"/>
                        <a:pt x="313754" y="384048"/>
                      </a:cubicBezTo>
                      <a:cubicBezTo>
                        <a:pt x="313754" y="378714"/>
                        <a:pt x="310896" y="374523"/>
                        <a:pt x="305276" y="371284"/>
                      </a:cubicBezTo>
                      <a:lnTo>
                        <a:pt x="295942" y="368903"/>
                      </a:lnTo>
                      <a:cubicBezTo>
                        <a:pt x="300419" y="363664"/>
                        <a:pt x="302705" y="358045"/>
                        <a:pt x="302705" y="352139"/>
                      </a:cubicBezTo>
                      <a:cubicBezTo>
                        <a:pt x="302705" y="346900"/>
                        <a:pt x="300704" y="340233"/>
                        <a:pt x="296704" y="332232"/>
                      </a:cubicBezTo>
                      <a:cubicBezTo>
                        <a:pt x="293370" y="326422"/>
                        <a:pt x="290036" y="320326"/>
                        <a:pt x="286607" y="313944"/>
                      </a:cubicBezTo>
                      <a:cubicBezTo>
                        <a:pt x="289465" y="312325"/>
                        <a:pt x="291084" y="309944"/>
                        <a:pt x="291655" y="306800"/>
                      </a:cubicBezTo>
                      <a:cubicBezTo>
                        <a:pt x="292227" y="303086"/>
                        <a:pt x="290513" y="300419"/>
                        <a:pt x="286607" y="298799"/>
                      </a:cubicBezTo>
                      <a:lnTo>
                        <a:pt x="273082" y="301180"/>
                      </a:lnTo>
                      <a:lnTo>
                        <a:pt x="269653" y="278892"/>
                      </a:lnTo>
                      <a:cubicBezTo>
                        <a:pt x="265176" y="279940"/>
                        <a:pt x="262700" y="283083"/>
                        <a:pt x="262509" y="288417"/>
                      </a:cubicBezTo>
                      <a:cubicBezTo>
                        <a:pt x="262223" y="293751"/>
                        <a:pt x="259271" y="297180"/>
                        <a:pt x="253651" y="298799"/>
                      </a:cubicBezTo>
                      <a:cubicBezTo>
                        <a:pt x="254794" y="302038"/>
                        <a:pt x="255270" y="304895"/>
                        <a:pt x="255270" y="307562"/>
                      </a:cubicBezTo>
                      <a:cubicBezTo>
                        <a:pt x="255270" y="312325"/>
                        <a:pt x="253079" y="318992"/>
                        <a:pt x="248507" y="327470"/>
                      </a:cubicBezTo>
                      <a:cubicBezTo>
                        <a:pt x="244030" y="335947"/>
                        <a:pt x="242030" y="344710"/>
                        <a:pt x="242602" y="353758"/>
                      </a:cubicBezTo>
                      <a:cubicBezTo>
                        <a:pt x="234125" y="358045"/>
                        <a:pt x="229362" y="365188"/>
                        <a:pt x="228219" y="375285"/>
                      </a:cubicBezTo>
                      <a:cubicBezTo>
                        <a:pt x="226504" y="389668"/>
                        <a:pt x="225076" y="397573"/>
                        <a:pt x="223933" y="399193"/>
                      </a:cubicBezTo>
                      <a:cubicBezTo>
                        <a:pt x="221075" y="398716"/>
                        <a:pt x="217456" y="402336"/>
                        <a:pt x="212979" y="410337"/>
                      </a:cubicBezTo>
                      <a:cubicBezTo>
                        <a:pt x="207931" y="420433"/>
                        <a:pt x="202883" y="427006"/>
                        <a:pt x="197739" y="430244"/>
                      </a:cubicBezTo>
                      <a:cubicBezTo>
                        <a:pt x="197739" y="431292"/>
                        <a:pt x="200025" y="434245"/>
                        <a:pt x="204502" y="439007"/>
                      </a:cubicBezTo>
                      <a:lnTo>
                        <a:pt x="210407" y="432625"/>
                      </a:lnTo>
                      <a:cubicBezTo>
                        <a:pt x="211550" y="433197"/>
                        <a:pt x="212122" y="433959"/>
                        <a:pt x="212122" y="435007"/>
                      </a:cubicBezTo>
                      <a:cubicBezTo>
                        <a:pt x="212122" y="436626"/>
                        <a:pt x="210788" y="439483"/>
                        <a:pt x="208312" y="443770"/>
                      </a:cubicBezTo>
                      <a:cubicBezTo>
                        <a:pt x="205740" y="448056"/>
                        <a:pt x="204502" y="450628"/>
                        <a:pt x="204502" y="451771"/>
                      </a:cubicBezTo>
                      <a:cubicBezTo>
                        <a:pt x="200025" y="457676"/>
                        <a:pt x="197739" y="460820"/>
                        <a:pt x="197739" y="461296"/>
                      </a:cubicBezTo>
                      <a:lnTo>
                        <a:pt x="204502" y="467678"/>
                      </a:lnTo>
                      <a:cubicBezTo>
                        <a:pt x="206216" y="465011"/>
                        <a:pt x="208121" y="463677"/>
                        <a:pt x="210407" y="463677"/>
                      </a:cubicBezTo>
                      <a:lnTo>
                        <a:pt x="210407" y="470059"/>
                      </a:lnTo>
                      <a:cubicBezTo>
                        <a:pt x="208121" y="469011"/>
                        <a:pt x="206216" y="468439"/>
                        <a:pt x="204502" y="468439"/>
                      </a:cubicBezTo>
                      <a:cubicBezTo>
                        <a:pt x="200025" y="468439"/>
                        <a:pt x="196596" y="473773"/>
                        <a:pt x="194405" y="484441"/>
                      </a:cubicBezTo>
                      <a:cubicBezTo>
                        <a:pt x="191548" y="496633"/>
                        <a:pt x="188214" y="504063"/>
                        <a:pt x="184213" y="506730"/>
                      </a:cubicBezTo>
                      <a:cubicBezTo>
                        <a:pt x="187643" y="509397"/>
                        <a:pt x="190119" y="515112"/>
                        <a:pt x="191834" y="523875"/>
                      </a:cubicBezTo>
                      <a:cubicBezTo>
                        <a:pt x="193548" y="532733"/>
                        <a:pt x="197739" y="538067"/>
                        <a:pt x="204502" y="540258"/>
                      </a:cubicBezTo>
                      <a:cubicBezTo>
                        <a:pt x="207931" y="538163"/>
                        <a:pt x="215741" y="537400"/>
                        <a:pt x="228219" y="537877"/>
                      </a:cubicBezTo>
                      <a:cubicBezTo>
                        <a:pt x="238887" y="537877"/>
                        <a:pt x="245078" y="536543"/>
                        <a:pt x="246793" y="533876"/>
                      </a:cubicBezTo>
                      <a:cubicBezTo>
                        <a:pt x="247364" y="539687"/>
                        <a:pt x="249269" y="552450"/>
                        <a:pt x="252698" y="572072"/>
                      </a:cubicBezTo>
                      <a:cubicBezTo>
                        <a:pt x="255556" y="587502"/>
                        <a:pt x="256889" y="599980"/>
                        <a:pt x="256889" y="609409"/>
                      </a:cubicBezTo>
                      <a:cubicBezTo>
                        <a:pt x="256889" y="624269"/>
                        <a:pt x="254318" y="638365"/>
                        <a:pt x="249269" y="651605"/>
                      </a:cubicBezTo>
                      <a:cubicBezTo>
                        <a:pt x="241363" y="653701"/>
                        <a:pt x="228314" y="654558"/>
                        <a:pt x="210026" y="653987"/>
                      </a:cubicBezTo>
                      <a:cubicBezTo>
                        <a:pt x="191738" y="653415"/>
                        <a:pt x="177832" y="655511"/>
                        <a:pt x="168212" y="660368"/>
                      </a:cubicBezTo>
                      <a:lnTo>
                        <a:pt x="172403" y="662749"/>
                      </a:lnTo>
                      <a:cubicBezTo>
                        <a:pt x="158877" y="665893"/>
                        <a:pt x="150971" y="675227"/>
                        <a:pt x="148780" y="690563"/>
                      </a:cubicBezTo>
                      <a:cubicBezTo>
                        <a:pt x="147638" y="703326"/>
                        <a:pt x="146209" y="715804"/>
                        <a:pt x="144590" y="727996"/>
                      </a:cubicBezTo>
                      <a:cubicBezTo>
                        <a:pt x="140589" y="740188"/>
                        <a:pt x="129064" y="745522"/>
                        <a:pt x="109919" y="743998"/>
                      </a:cubicBezTo>
                      <a:cubicBezTo>
                        <a:pt x="108204" y="746570"/>
                        <a:pt x="105918" y="747903"/>
                        <a:pt x="103156" y="747903"/>
                      </a:cubicBezTo>
                      <a:cubicBezTo>
                        <a:pt x="100870" y="747903"/>
                        <a:pt x="97155" y="746570"/>
                        <a:pt x="91726" y="743998"/>
                      </a:cubicBezTo>
                      <a:cubicBezTo>
                        <a:pt x="86392" y="741331"/>
                        <a:pt x="82391" y="739807"/>
                        <a:pt x="79915" y="739616"/>
                      </a:cubicBezTo>
                      <a:cubicBezTo>
                        <a:pt x="77343" y="739426"/>
                        <a:pt x="73819" y="739235"/>
                        <a:pt x="69342" y="739235"/>
                      </a:cubicBezTo>
                      <a:cubicBezTo>
                        <a:pt x="65342" y="739235"/>
                        <a:pt x="59436" y="739807"/>
                        <a:pt x="51530" y="740855"/>
                      </a:cubicBezTo>
                      <a:cubicBezTo>
                        <a:pt x="43625" y="741902"/>
                        <a:pt x="37719" y="742474"/>
                        <a:pt x="33814" y="742474"/>
                      </a:cubicBezTo>
                      <a:cubicBezTo>
                        <a:pt x="16383" y="742474"/>
                        <a:pt x="6001" y="737235"/>
                        <a:pt x="2572" y="726567"/>
                      </a:cubicBezTo>
                      <a:cubicBezTo>
                        <a:pt x="953" y="721709"/>
                        <a:pt x="0" y="717232"/>
                        <a:pt x="0" y="713041"/>
                      </a:cubicBezTo>
                      <a:cubicBezTo>
                        <a:pt x="0" y="706660"/>
                        <a:pt x="2762" y="697897"/>
                        <a:pt x="8477" y="686657"/>
                      </a:cubicBezTo>
                      <a:cubicBezTo>
                        <a:pt x="14097" y="675513"/>
                        <a:pt x="16097" y="665893"/>
                        <a:pt x="14383" y="657892"/>
                      </a:cubicBezTo>
                      <a:cubicBezTo>
                        <a:pt x="23908" y="655225"/>
                        <a:pt x="28670" y="649129"/>
                        <a:pt x="28670" y="639508"/>
                      </a:cubicBezTo>
                      <a:cubicBezTo>
                        <a:pt x="28670" y="637889"/>
                        <a:pt x="28385" y="635603"/>
                        <a:pt x="27813" y="632365"/>
                      </a:cubicBezTo>
                      <a:lnTo>
                        <a:pt x="27813" y="624364"/>
                      </a:lnTo>
                      <a:cubicBezTo>
                        <a:pt x="27813" y="619125"/>
                        <a:pt x="28956" y="614839"/>
                        <a:pt x="31147" y="611600"/>
                      </a:cubicBezTo>
                      <a:cubicBezTo>
                        <a:pt x="40196" y="608457"/>
                        <a:pt x="44672" y="602551"/>
                        <a:pt x="44672" y="594074"/>
                      </a:cubicBezTo>
                      <a:cubicBezTo>
                        <a:pt x="44672" y="591407"/>
                        <a:pt x="44101" y="587121"/>
                        <a:pt x="42958" y="581311"/>
                      </a:cubicBezTo>
                      <a:cubicBezTo>
                        <a:pt x="41815" y="575500"/>
                        <a:pt x="41243" y="570929"/>
                        <a:pt x="41243" y="567690"/>
                      </a:cubicBezTo>
                      <a:cubicBezTo>
                        <a:pt x="41243" y="558641"/>
                        <a:pt x="45434" y="551974"/>
                        <a:pt x="53912" y="547783"/>
                      </a:cubicBezTo>
                      <a:cubicBezTo>
                        <a:pt x="52769" y="544068"/>
                        <a:pt x="52197" y="540639"/>
                        <a:pt x="52197" y="537400"/>
                      </a:cubicBezTo>
                      <a:cubicBezTo>
                        <a:pt x="52197" y="530542"/>
                        <a:pt x="55626" y="521970"/>
                        <a:pt x="62389" y="511873"/>
                      </a:cubicBezTo>
                      <a:cubicBezTo>
                        <a:pt x="69152" y="501777"/>
                        <a:pt x="72485" y="494062"/>
                        <a:pt x="72485" y="488728"/>
                      </a:cubicBezTo>
                      <a:cubicBezTo>
                        <a:pt x="72485" y="483870"/>
                        <a:pt x="70866" y="478822"/>
                        <a:pt x="67437" y="473583"/>
                      </a:cubicBezTo>
                      <a:cubicBezTo>
                        <a:pt x="76962" y="462915"/>
                        <a:pt x="83725" y="447199"/>
                        <a:pt x="87725" y="426434"/>
                      </a:cubicBezTo>
                      <a:cubicBezTo>
                        <a:pt x="90011" y="410432"/>
                        <a:pt x="92012" y="394525"/>
                        <a:pt x="93631" y="378523"/>
                      </a:cubicBezTo>
                      <a:cubicBezTo>
                        <a:pt x="102679" y="374809"/>
                        <a:pt x="108490" y="365474"/>
                        <a:pt x="110966" y="350615"/>
                      </a:cubicBezTo>
                      <a:cubicBezTo>
                        <a:pt x="113443" y="335661"/>
                        <a:pt x="118396" y="325850"/>
                        <a:pt x="125730" y="320992"/>
                      </a:cubicBezTo>
                      <a:cubicBezTo>
                        <a:pt x="123539" y="316230"/>
                        <a:pt x="122396" y="310896"/>
                        <a:pt x="122396" y="305086"/>
                      </a:cubicBezTo>
                      <a:cubicBezTo>
                        <a:pt x="122396" y="299752"/>
                        <a:pt x="123349" y="292894"/>
                        <a:pt x="125349" y="284321"/>
                      </a:cubicBezTo>
                      <a:cubicBezTo>
                        <a:pt x="127349" y="275844"/>
                        <a:pt x="128302" y="270510"/>
                        <a:pt x="128302" y="268319"/>
                      </a:cubicBezTo>
                      <a:cubicBezTo>
                        <a:pt x="135065" y="264605"/>
                        <a:pt x="138494" y="259842"/>
                        <a:pt x="138494" y="253937"/>
                      </a:cubicBezTo>
                      <a:lnTo>
                        <a:pt x="138494" y="244412"/>
                      </a:lnTo>
                      <a:cubicBezTo>
                        <a:pt x="138494" y="236411"/>
                        <a:pt x="142970" y="229743"/>
                        <a:pt x="152019" y="224409"/>
                      </a:cubicBezTo>
                      <a:cubicBezTo>
                        <a:pt x="147447" y="216979"/>
                        <a:pt x="147447" y="203930"/>
                        <a:pt x="152019" y="185356"/>
                      </a:cubicBezTo>
                      <a:cubicBezTo>
                        <a:pt x="164973" y="183261"/>
                        <a:pt x="170021" y="174974"/>
                        <a:pt x="167164" y="160591"/>
                      </a:cubicBezTo>
                      <a:cubicBezTo>
                        <a:pt x="163830" y="143542"/>
                        <a:pt x="164116" y="133445"/>
                        <a:pt x="168021" y="130207"/>
                      </a:cubicBezTo>
                      <a:cubicBezTo>
                        <a:pt x="183737" y="113252"/>
                        <a:pt x="196405" y="104680"/>
                        <a:pt x="206026" y="104680"/>
                      </a:cubicBezTo>
                      <a:cubicBezTo>
                        <a:pt x="212788" y="104680"/>
                        <a:pt x="218789" y="107823"/>
                        <a:pt x="223742" y="114205"/>
                      </a:cubicBezTo>
                      <a:cubicBezTo>
                        <a:pt x="225457" y="113157"/>
                        <a:pt x="226314" y="110204"/>
                        <a:pt x="226314" y="105442"/>
                      </a:cubicBezTo>
                      <a:cubicBezTo>
                        <a:pt x="228029" y="104394"/>
                        <a:pt x="229934" y="103822"/>
                        <a:pt x="232220" y="103822"/>
                      </a:cubicBezTo>
                      <a:cubicBezTo>
                        <a:pt x="234505" y="103822"/>
                        <a:pt x="238220" y="104489"/>
                        <a:pt x="243650" y="105823"/>
                      </a:cubicBezTo>
                      <a:cubicBezTo>
                        <a:pt x="248984" y="107156"/>
                        <a:pt x="252794" y="107823"/>
                        <a:pt x="254984" y="107823"/>
                      </a:cubicBezTo>
                      <a:cubicBezTo>
                        <a:pt x="261747" y="107823"/>
                        <a:pt x="266510" y="104965"/>
                        <a:pt x="269367" y="99060"/>
                      </a:cubicBezTo>
                      <a:cubicBezTo>
                        <a:pt x="272225" y="101155"/>
                        <a:pt x="277749" y="104870"/>
                        <a:pt x="286321" y="110204"/>
                      </a:cubicBezTo>
                      <a:cubicBezTo>
                        <a:pt x="288512" y="106013"/>
                        <a:pt x="291941" y="103822"/>
                        <a:pt x="296418" y="103822"/>
                      </a:cubicBezTo>
                      <a:cubicBezTo>
                        <a:pt x="299276" y="103822"/>
                        <a:pt x="303943" y="104775"/>
                        <a:pt x="310325" y="106585"/>
                      </a:cubicBezTo>
                      <a:cubicBezTo>
                        <a:pt x="316802" y="108395"/>
                        <a:pt x="322040" y="109347"/>
                        <a:pt x="325946" y="109347"/>
                      </a:cubicBezTo>
                      <a:cubicBezTo>
                        <a:pt x="328803" y="109347"/>
                        <a:pt x="331280" y="108871"/>
                        <a:pt x="333566" y="107728"/>
                      </a:cubicBezTo>
                      <a:cubicBezTo>
                        <a:pt x="340900" y="112014"/>
                        <a:pt x="348234" y="116491"/>
                        <a:pt x="355473" y="121253"/>
                      </a:cubicBezTo>
                      <a:cubicBezTo>
                        <a:pt x="362807" y="126016"/>
                        <a:pt x="366427" y="132397"/>
                        <a:pt x="366427" y="140398"/>
                      </a:cubicBezTo>
                      <a:cubicBezTo>
                        <a:pt x="366427" y="142494"/>
                        <a:pt x="366141" y="144971"/>
                        <a:pt x="365570" y="147638"/>
                      </a:cubicBezTo>
                      <a:lnTo>
                        <a:pt x="379952" y="145256"/>
                      </a:lnTo>
                      <a:cubicBezTo>
                        <a:pt x="377666" y="152209"/>
                        <a:pt x="376619" y="159353"/>
                        <a:pt x="376619" y="166783"/>
                      </a:cubicBezTo>
                      <a:cubicBezTo>
                        <a:pt x="376619" y="182689"/>
                        <a:pt x="383000" y="201073"/>
                        <a:pt x="396050" y="221742"/>
                      </a:cubicBezTo>
                      <a:lnTo>
                        <a:pt x="380047" y="228124"/>
                      </a:lnTo>
                      <a:lnTo>
                        <a:pt x="396050" y="233744"/>
                      </a:lnTo>
                      <a:cubicBezTo>
                        <a:pt x="393763" y="233172"/>
                        <a:pt x="389287" y="235363"/>
                        <a:pt x="382524" y="240125"/>
                      </a:cubicBezTo>
                      <a:lnTo>
                        <a:pt x="382524" y="243269"/>
                      </a:lnTo>
                      <a:cubicBezTo>
                        <a:pt x="387001" y="241649"/>
                        <a:pt x="394621" y="242792"/>
                        <a:pt x="405289" y="246507"/>
                      </a:cubicBezTo>
                      <a:lnTo>
                        <a:pt x="393478" y="264033"/>
                      </a:lnTo>
                      <a:cubicBezTo>
                        <a:pt x="406432" y="278892"/>
                        <a:pt x="417957" y="286321"/>
                        <a:pt x="428054" y="286321"/>
                      </a:cubicBezTo>
                      <a:lnTo>
                        <a:pt x="428054" y="292703"/>
                      </a:lnTo>
                      <a:cubicBezTo>
                        <a:pt x="424148" y="287369"/>
                        <a:pt x="421005" y="285274"/>
                        <a:pt x="418814" y="286321"/>
                      </a:cubicBezTo>
                      <a:cubicBezTo>
                        <a:pt x="416528" y="293751"/>
                        <a:pt x="415385" y="301752"/>
                        <a:pt x="415385" y="310229"/>
                      </a:cubicBezTo>
                      <a:cubicBezTo>
                        <a:pt x="415385" y="327755"/>
                        <a:pt x="419576" y="340995"/>
                        <a:pt x="428054" y="350044"/>
                      </a:cubicBezTo>
                      <a:cubicBezTo>
                        <a:pt x="425863" y="352234"/>
                        <a:pt x="424720" y="354330"/>
                        <a:pt x="424720" y="356425"/>
                      </a:cubicBezTo>
                      <a:cubicBezTo>
                        <a:pt x="424720" y="358521"/>
                        <a:pt x="426815" y="361474"/>
                        <a:pt x="431006" y="365188"/>
                      </a:cubicBezTo>
                      <a:cubicBezTo>
                        <a:pt x="435293" y="368903"/>
                        <a:pt x="437388" y="372142"/>
                        <a:pt x="437388" y="374713"/>
                      </a:cubicBezTo>
                      <a:cubicBezTo>
                        <a:pt x="437388" y="376333"/>
                        <a:pt x="436531" y="378142"/>
                        <a:pt x="434816" y="380333"/>
                      </a:cubicBezTo>
                      <a:lnTo>
                        <a:pt x="445008" y="384334"/>
                      </a:lnTo>
                      <a:cubicBezTo>
                        <a:pt x="450628" y="414623"/>
                        <a:pt x="454247" y="432911"/>
                        <a:pt x="455962" y="439293"/>
                      </a:cubicBezTo>
                      <a:cubicBezTo>
                        <a:pt x="461010" y="460057"/>
                        <a:pt x="468059" y="477488"/>
                        <a:pt x="477107" y="491871"/>
                      </a:cubicBezTo>
                      <a:cubicBezTo>
                        <a:pt x="470345" y="502444"/>
                        <a:pt x="472630" y="510730"/>
                        <a:pt x="483870" y="516541"/>
                      </a:cubicBezTo>
                      <a:cubicBezTo>
                        <a:pt x="482727" y="543115"/>
                        <a:pt x="487013" y="561404"/>
                        <a:pt x="496634" y="571500"/>
                      </a:cubicBezTo>
                      <a:cubicBezTo>
                        <a:pt x="496634" y="597027"/>
                        <a:pt x="503301" y="609981"/>
                        <a:pt x="516827" y="610553"/>
                      </a:cubicBezTo>
                      <a:close/>
                      <a:moveTo>
                        <a:pt x="28289" y="113919"/>
                      </a:moveTo>
                      <a:lnTo>
                        <a:pt x="21527" y="120301"/>
                      </a:lnTo>
                      <a:lnTo>
                        <a:pt x="12192" y="109919"/>
                      </a:lnTo>
                      <a:lnTo>
                        <a:pt x="28289" y="113919"/>
                      </a:lnTo>
                      <a:close/>
                      <a:moveTo>
                        <a:pt x="42672" y="233363"/>
                      </a:moveTo>
                      <a:lnTo>
                        <a:pt x="47720" y="248507"/>
                      </a:lnTo>
                      <a:lnTo>
                        <a:pt x="35052" y="267653"/>
                      </a:lnTo>
                      <a:lnTo>
                        <a:pt x="42672" y="233363"/>
                      </a:lnTo>
                      <a:close/>
                      <a:moveTo>
                        <a:pt x="53626" y="162496"/>
                      </a:moveTo>
                      <a:cubicBezTo>
                        <a:pt x="52483" y="162496"/>
                        <a:pt x="49625" y="164592"/>
                        <a:pt x="45149" y="168878"/>
                      </a:cubicBezTo>
                      <a:lnTo>
                        <a:pt x="42672" y="160115"/>
                      </a:lnTo>
                      <a:lnTo>
                        <a:pt x="53626" y="162496"/>
                      </a:lnTo>
                      <a:close/>
                      <a:moveTo>
                        <a:pt x="126206" y="178403"/>
                      </a:moveTo>
                      <a:cubicBezTo>
                        <a:pt x="122301" y="169926"/>
                        <a:pt x="114681" y="166688"/>
                        <a:pt x="103442" y="168878"/>
                      </a:cubicBezTo>
                      <a:lnTo>
                        <a:pt x="100870" y="172021"/>
                      </a:lnTo>
                      <a:cubicBezTo>
                        <a:pt x="100870" y="166688"/>
                        <a:pt x="102489" y="164021"/>
                        <a:pt x="105918" y="164021"/>
                      </a:cubicBezTo>
                      <a:cubicBezTo>
                        <a:pt x="106490" y="164021"/>
                        <a:pt x="109633" y="164782"/>
                        <a:pt x="115157" y="166402"/>
                      </a:cubicBezTo>
                      <a:cubicBezTo>
                        <a:pt x="119634" y="167449"/>
                        <a:pt x="123254" y="167449"/>
                        <a:pt x="126111" y="166402"/>
                      </a:cubicBezTo>
                      <a:lnTo>
                        <a:pt x="126111" y="178403"/>
                      </a:lnTo>
                      <a:close/>
                      <a:moveTo>
                        <a:pt x="112681" y="436340"/>
                      </a:moveTo>
                      <a:lnTo>
                        <a:pt x="112681" y="421196"/>
                      </a:lnTo>
                      <a:lnTo>
                        <a:pt x="110109" y="421196"/>
                      </a:lnTo>
                      <a:lnTo>
                        <a:pt x="110109" y="436340"/>
                      </a:lnTo>
                      <a:lnTo>
                        <a:pt x="112681" y="436340"/>
                      </a:lnTo>
                      <a:close/>
                      <a:moveTo>
                        <a:pt x="159163" y="191071"/>
                      </a:moveTo>
                      <a:lnTo>
                        <a:pt x="177737" y="181546"/>
                      </a:lnTo>
                      <a:lnTo>
                        <a:pt x="175165" y="172021"/>
                      </a:lnTo>
                      <a:lnTo>
                        <a:pt x="159163" y="191167"/>
                      </a:lnTo>
                      <a:close/>
                      <a:moveTo>
                        <a:pt x="177737" y="300990"/>
                      </a:moveTo>
                      <a:lnTo>
                        <a:pt x="193834" y="304895"/>
                      </a:lnTo>
                      <a:lnTo>
                        <a:pt x="191262" y="300990"/>
                      </a:lnTo>
                      <a:lnTo>
                        <a:pt x="177737" y="300990"/>
                      </a:lnTo>
                      <a:close/>
                      <a:moveTo>
                        <a:pt x="191262" y="285845"/>
                      </a:moveTo>
                      <a:lnTo>
                        <a:pt x="198025" y="282607"/>
                      </a:lnTo>
                      <a:lnTo>
                        <a:pt x="191262" y="276225"/>
                      </a:lnTo>
                      <a:lnTo>
                        <a:pt x="191262" y="285750"/>
                      </a:lnTo>
                      <a:close/>
                      <a:moveTo>
                        <a:pt x="198025" y="153638"/>
                      </a:moveTo>
                      <a:lnTo>
                        <a:pt x="208217" y="151257"/>
                      </a:lnTo>
                      <a:lnTo>
                        <a:pt x="193834" y="147256"/>
                      </a:lnTo>
                      <a:lnTo>
                        <a:pt x="198025" y="153543"/>
                      </a:lnTo>
                      <a:close/>
                      <a:moveTo>
                        <a:pt x="200596" y="54959"/>
                      </a:moveTo>
                      <a:lnTo>
                        <a:pt x="204788" y="64484"/>
                      </a:lnTo>
                      <a:lnTo>
                        <a:pt x="198025" y="64484"/>
                      </a:lnTo>
                      <a:lnTo>
                        <a:pt x="200596" y="54959"/>
                      </a:lnTo>
                      <a:close/>
                      <a:moveTo>
                        <a:pt x="230981" y="33433"/>
                      </a:moveTo>
                      <a:cubicBezTo>
                        <a:pt x="226409" y="31813"/>
                        <a:pt x="224219" y="28670"/>
                        <a:pt x="224219" y="23908"/>
                      </a:cubicBezTo>
                      <a:lnTo>
                        <a:pt x="224219" y="12763"/>
                      </a:lnTo>
                      <a:lnTo>
                        <a:pt x="247079" y="0"/>
                      </a:lnTo>
                      <a:cubicBezTo>
                        <a:pt x="247079" y="2096"/>
                        <a:pt x="244126" y="4667"/>
                        <a:pt x="238220" y="7525"/>
                      </a:cubicBezTo>
                      <a:cubicBezTo>
                        <a:pt x="232315" y="10382"/>
                        <a:pt x="229362" y="13240"/>
                        <a:pt x="229362" y="15907"/>
                      </a:cubicBezTo>
                      <a:cubicBezTo>
                        <a:pt x="229362" y="17526"/>
                        <a:pt x="230791" y="19621"/>
                        <a:pt x="233648" y="22288"/>
                      </a:cubicBezTo>
                      <a:cubicBezTo>
                        <a:pt x="234791" y="25432"/>
                        <a:pt x="233934" y="29146"/>
                        <a:pt x="231172" y="33433"/>
                      </a:cubicBezTo>
                      <a:close/>
                      <a:moveTo>
                        <a:pt x="253841" y="74009"/>
                      </a:moveTo>
                      <a:lnTo>
                        <a:pt x="259747" y="74009"/>
                      </a:lnTo>
                      <a:lnTo>
                        <a:pt x="249555" y="89916"/>
                      </a:lnTo>
                      <a:lnTo>
                        <a:pt x="253841" y="74009"/>
                      </a:lnTo>
                      <a:close/>
                      <a:moveTo>
                        <a:pt x="253841" y="184690"/>
                      </a:moveTo>
                      <a:lnTo>
                        <a:pt x="253841" y="175165"/>
                      </a:lnTo>
                      <a:lnTo>
                        <a:pt x="249555" y="175165"/>
                      </a:lnTo>
                      <a:lnTo>
                        <a:pt x="249555" y="184690"/>
                      </a:lnTo>
                      <a:lnTo>
                        <a:pt x="253841" y="184690"/>
                      </a:lnTo>
                      <a:close/>
                      <a:moveTo>
                        <a:pt x="296037" y="61341"/>
                      </a:moveTo>
                      <a:lnTo>
                        <a:pt x="296037" y="74104"/>
                      </a:lnTo>
                      <a:lnTo>
                        <a:pt x="286798" y="52578"/>
                      </a:lnTo>
                      <a:cubicBezTo>
                        <a:pt x="292989" y="52578"/>
                        <a:pt x="296037" y="55531"/>
                        <a:pt x="296037" y="61341"/>
                      </a:cubicBezTo>
                      <a:close/>
                      <a:moveTo>
                        <a:pt x="312134" y="178403"/>
                      </a:moveTo>
                      <a:lnTo>
                        <a:pt x="331565" y="172021"/>
                      </a:lnTo>
                      <a:lnTo>
                        <a:pt x="321469" y="172021"/>
                      </a:lnTo>
                      <a:lnTo>
                        <a:pt x="312134" y="178403"/>
                      </a:lnTo>
                      <a:close/>
                      <a:moveTo>
                        <a:pt x="312134" y="239649"/>
                      </a:moveTo>
                      <a:lnTo>
                        <a:pt x="314611" y="230124"/>
                      </a:lnTo>
                      <a:lnTo>
                        <a:pt x="312134" y="227743"/>
                      </a:lnTo>
                      <a:lnTo>
                        <a:pt x="312134" y="239649"/>
                      </a:lnTo>
                      <a:close/>
                      <a:moveTo>
                        <a:pt x="340805" y="491299"/>
                      </a:moveTo>
                      <a:cubicBezTo>
                        <a:pt x="341376" y="491299"/>
                        <a:pt x="343662" y="492062"/>
                        <a:pt x="347567" y="493681"/>
                      </a:cubicBezTo>
                      <a:lnTo>
                        <a:pt x="350044" y="491299"/>
                      </a:lnTo>
                      <a:lnTo>
                        <a:pt x="340709" y="482537"/>
                      </a:lnTo>
                      <a:lnTo>
                        <a:pt x="354235" y="487299"/>
                      </a:lnTo>
                      <a:cubicBezTo>
                        <a:pt x="346901" y="494157"/>
                        <a:pt x="342424" y="497586"/>
                        <a:pt x="340709" y="497586"/>
                      </a:cubicBezTo>
                      <a:lnTo>
                        <a:pt x="340709" y="491204"/>
                      </a:lnTo>
                      <a:close/>
                      <a:moveTo>
                        <a:pt x="366141" y="337661"/>
                      </a:moveTo>
                      <a:cubicBezTo>
                        <a:pt x="372332" y="334994"/>
                        <a:pt x="374809" y="329946"/>
                        <a:pt x="373761" y="322516"/>
                      </a:cubicBezTo>
                      <a:cubicBezTo>
                        <a:pt x="365284" y="324612"/>
                        <a:pt x="361093" y="328898"/>
                        <a:pt x="361093" y="335280"/>
                      </a:cubicBezTo>
                      <a:cubicBezTo>
                        <a:pt x="363379" y="337375"/>
                        <a:pt x="364998" y="338233"/>
                        <a:pt x="366141" y="337661"/>
                      </a:cubicBezTo>
                      <a:close/>
                      <a:moveTo>
                        <a:pt x="373761" y="217456"/>
                      </a:moveTo>
                      <a:lnTo>
                        <a:pt x="363569" y="217456"/>
                      </a:lnTo>
                      <a:lnTo>
                        <a:pt x="366141" y="239744"/>
                      </a:lnTo>
                      <a:lnTo>
                        <a:pt x="373761" y="217456"/>
                      </a:lnTo>
                      <a:close/>
                      <a:moveTo>
                        <a:pt x="373761" y="298704"/>
                      </a:moveTo>
                      <a:cubicBezTo>
                        <a:pt x="372618" y="296608"/>
                        <a:pt x="372046" y="294704"/>
                        <a:pt x="372046" y="293180"/>
                      </a:cubicBezTo>
                      <a:cubicBezTo>
                        <a:pt x="372046" y="288988"/>
                        <a:pt x="375190" y="286798"/>
                        <a:pt x="381381" y="286798"/>
                      </a:cubicBezTo>
                      <a:lnTo>
                        <a:pt x="387287" y="285940"/>
                      </a:lnTo>
                      <a:lnTo>
                        <a:pt x="387287" y="282702"/>
                      </a:lnTo>
                      <a:cubicBezTo>
                        <a:pt x="385572" y="282226"/>
                        <a:pt x="383858" y="281940"/>
                        <a:pt x="382238" y="281940"/>
                      </a:cubicBezTo>
                      <a:cubicBezTo>
                        <a:pt x="378333" y="281940"/>
                        <a:pt x="374618" y="283750"/>
                        <a:pt x="371189" y="287464"/>
                      </a:cubicBezTo>
                      <a:cubicBezTo>
                        <a:pt x="367855" y="291179"/>
                        <a:pt x="366141" y="294894"/>
                        <a:pt x="366141" y="298609"/>
                      </a:cubicBezTo>
                      <a:lnTo>
                        <a:pt x="373761" y="298609"/>
                      </a:lnTo>
                      <a:close/>
                      <a:moveTo>
                        <a:pt x="377190" y="432435"/>
                      </a:moveTo>
                      <a:cubicBezTo>
                        <a:pt x="377190" y="431959"/>
                        <a:pt x="378333" y="429768"/>
                        <a:pt x="380524" y="426053"/>
                      </a:cubicBezTo>
                      <a:cubicBezTo>
                        <a:pt x="377190" y="425577"/>
                        <a:pt x="374999" y="426339"/>
                        <a:pt x="374142" y="428434"/>
                      </a:cubicBezTo>
                      <a:cubicBezTo>
                        <a:pt x="373285" y="430625"/>
                        <a:pt x="371951" y="431959"/>
                        <a:pt x="370332" y="432435"/>
                      </a:cubicBezTo>
                      <a:lnTo>
                        <a:pt x="377095" y="432435"/>
                      </a:lnTo>
                      <a:close/>
                      <a:moveTo>
                        <a:pt x="380524" y="92488"/>
                      </a:moveTo>
                      <a:lnTo>
                        <a:pt x="387287" y="86106"/>
                      </a:lnTo>
                      <a:lnTo>
                        <a:pt x="377190" y="77343"/>
                      </a:lnTo>
                      <a:lnTo>
                        <a:pt x="383096" y="70961"/>
                      </a:lnTo>
                      <a:lnTo>
                        <a:pt x="394049" y="90011"/>
                      </a:lnTo>
                      <a:lnTo>
                        <a:pt x="380524" y="92392"/>
                      </a:lnTo>
                      <a:close/>
                      <a:moveTo>
                        <a:pt x="421862" y="482632"/>
                      </a:moveTo>
                      <a:lnTo>
                        <a:pt x="421862" y="472345"/>
                      </a:lnTo>
                      <a:cubicBezTo>
                        <a:pt x="423005" y="472345"/>
                        <a:pt x="420719" y="473678"/>
                        <a:pt x="415100" y="476345"/>
                      </a:cubicBezTo>
                      <a:cubicBezTo>
                        <a:pt x="413385" y="475297"/>
                        <a:pt x="411575" y="473488"/>
                        <a:pt x="409575" y="470725"/>
                      </a:cubicBezTo>
                      <a:cubicBezTo>
                        <a:pt x="407670" y="468058"/>
                        <a:pt x="406051" y="466725"/>
                        <a:pt x="404908" y="466725"/>
                      </a:cubicBezTo>
                      <a:cubicBezTo>
                        <a:pt x="403288" y="466725"/>
                        <a:pt x="401288" y="467773"/>
                        <a:pt x="399002" y="469963"/>
                      </a:cubicBezTo>
                      <a:lnTo>
                        <a:pt x="421862" y="482727"/>
                      </a:lnTo>
                      <a:close/>
                      <a:moveTo>
                        <a:pt x="442151" y="478726"/>
                      </a:moveTo>
                      <a:cubicBezTo>
                        <a:pt x="443198" y="478726"/>
                        <a:pt x="443198" y="478155"/>
                        <a:pt x="442151" y="477107"/>
                      </a:cubicBezTo>
                      <a:lnTo>
                        <a:pt x="438721" y="457200"/>
                      </a:lnTo>
                      <a:cubicBezTo>
                        <a:pt x="436436" y="459296"/>
                        <a:pt x="435293" y="461486"/>
                        <a:pt x="435293" y="463582"/>
                      </a:cubicBezTo>
                      <a:cubicBezTo>
                        <a:pt x="435293" y="462058"/>
                        <a:pt x="437579" y="466534"/>
                        <a:pt x="442151" y="477107"/>
                      </a:cubicBezTo>
                      <a:lnTo>
                        <a:pt x="442151" y="478726"/>
                      </a:lnTo>
                      <a:close/>
                      <a:moveTo>
                        <a:pt x="480155" y="2572"/>
                      </a:moveTo>
                      <a:lnTo>
                        <a:pt x="480155" y="9715"/>
                      </a:lnTo>
                      <a:lnTo>
                        <a:pt x="468344" y="9715"/>
                      </a:lnTo>
                      <a:lnTo>
                        <a:pt x="480155" y="2572"/>
                      </a:lnTo>
                      <a:close/>
                      <a:moveTo>
                        <a:pt x="486918" y="130016"/>
                      </a:moveTo>
                      <a:lnTo>
                        <a:pt x="477584" y="138779"/>
                      </a:lnTo>
                      <a:lnTo>
                        <a:pt x="486918" y="126016"/>
                      </a:lnTo>
                      <a:lnTo>
                        <a:pt x="486918" y="130016"/>
                      </a:lnTo>
                      <a:close/>
                      <a:moveTo>
                        <a:pt x="535972" y="270129"/>
                      </a:moveTo>
                      <a:lnTo>
                        <a:pt x="529209" y="276511"/>
                      </a:lnTo>
                      <a:lnTo>
                        <a:pt x="524161" y="276511"/>
                      </a:lnTo>
                      <a:lnTo>
                        <a:pt x="536067" y="270129"/>
                      </a:lnTo>
                      <a:close/>
                      <a:moveTo>
                        <a:pt x="533400" y="136398"/>
                      </a:moveTo>
                      <a:cubicBezTo>
                        <a:pt x="531686" y="137446"/>
                        <a:pt x="530733" y="135922"/>
                        <a:pt x="530447" y="132016"/>
                      </a:cubicBezTo>
                      <a:cubicBezTo>
                        <a:pt x="530162" y="128016"/>
                        <a:pt x="529780" y="126016"/>
                        <a:pt x="529209" y="126016"/>
                      </a:cubicBezTo>
                      <a:lnTo>
                        <a:pt x="533400" y="126016"/>
                      </a:lnTo>
                      <a:lnTo>
                        <a:pt x="533400" y="136398"/>
                      </a:lnTo>
                      <a:close/>
                      <a:moveTo>
                        <a:pt x="656749" y="71152"/>
                      </a:moveTo>
                      <a:cubicBezTo>
                        <a:pt x="656177" y="69056"/>
                        <a:pt x="656559" y="66770"/>
                        <a:pt x="657987" y="64389"/>
                      </a:cubicBezTo>
                      <a:cubicBezTo>
                        <a:pt x="659416" y="62008"/>
                        <a:pt x="661226" y="61055"/>
                        <a:pt x="663416" y="61627"/>
                      </a:cubicBezTo>
                      <a:lnTo>
                        <a:pt x="663416" y="71152"/>
                      </a:lnTo>
                      <a:lnTo>
                        <a:pt x="656654" y="71152"/>
                      </a:lnTo>
                      <a:close/>
                    </a:path>
                  </a:pathLst>
                </a:custGeom>
                <a:solidFill>
                  <a:srgbClr val="F6EF85"/>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41" name="Google Shape;741;p99"/>
              <p:cNvGrpSpPr/>
              <p:nvPr/>
            </p:nvGrpSpPr>
            <p:grpSpPr>
              <a:xfrm>
                <a:off x="8233309" y="4893659"/>
                <a:ext cx="1841277" cy="484727"/>
                <a:chOff x="2979991" y="2611754"/>
                <a:chExt cx="1841277" cy="484727"/>
              </a:xfrm>
            </p:grpSpPr>
            <p:sp>
              <p:nvSpPr>
                <p:cNvPr id="742" name="Google Shape;742;p99"/>
                <p:cNvSpPr/>
                <p:nvPr/>
              </p:nvSpPr>
              <p:spPr>
                <a:xfrm>
                  <a:off x="2979991" y="2672429"/>
                  <a:ext cx="325740" cy="367855"/>
                </a:xfrm>
                <a:custGeom>
                  <a:avLst/>
                  <a:gdLst/>
                  <a:ahLst/>
                  <a:cxnLst/>
                  <a:rect l="l" t="t" r="r" b="b"/>
                  <a:pathLst>
                    <a:path w="325740" h="367855" extrusionOk="0">
                      <a:moveTo>
                        <a:pt x="0" y="205645"/>
                      </a:moveTo>
                      <a:lnTo>
                        <a:pt x="1810" y="198310"/>
                      </a:lnTo>
                      <a:lnTo>
                        <a:pt x="3619" y="198310"/>
                      </a:lnTo>
                      <a:lnTo>
                        <a:pt x="0" y="205645"/>
                      </a:lnTo>
                      <a:close/>
                      <a:moveTo>
                        <a:pt x="8668" y="202025"/>
                      </a:moveTo>
                      <a:lnTo>
                        <a:pt x="8668" y="195167"/>
                      </a:lnTo>
                      <a:lnTo>
                        <a:pt x="16002" y="198406"/>
                      </a:lnTo>
                      <a:lnTo>
                        <a:pt x="8668" y="202025"/>
                      </a:lnTo>
                      <a:close/>
                      <a:moveTo>
                        <a:pt x="32004" y="203835"/>
                      </a:moveTo>
                      <a:cubicBezTo>
                        <a:pt x="32956" y="203549"/>
                        <a:pt x="33909" y="203835"/>
                        <a:pt x="34957" y="204978"/>
                      </a:cubicBezTo>
                      <a:cubicBezTo>
                        <a:pt x="36004" y="206026"/>
                        <a:pt x="36862" y="206692"/>
                        <a:pt x="37433" y="207073"/>
                      </a:cubicBezTo>
                      <a:lnTo>
                        <a:pt x="37433" y="210693"/>
                      </a:lnTo>
                      <a:lnTo>
                        <a:pt x="32004" y="203835"/>
                      </a:lnTo>
                      <a:close/>
                      <a:moveTo>
                        <a:pt x="33814" y="166878"/>
                      </a:moveTo>
                      <a:lnTo>
                        <a:pt x="37433" y="166878"/>
                      </a:lnTo>
                      <a:cubicBezTo>
                        <a:pt x="37719" y="168402"/>
                        <a:pt x="36481" y="170783"/>
                        <a:pt x="33814" y="174212"/>
                      </a:cubicBezTo>
                      <a:lnTo>
                        <a:pt x="33814" y="166878"/>
                      </a:lnTo>
                      <a:close/>
                      <a:moveTo>
                        <a:pt x="46196" y="292036"/>
                      </a:moveTo>
                      <a:lnTo>
                        <a:pt x="43910" y="283369"/>
                      </a:lnTo>
                      <a:lnTo>
                        <a:pt x="46196" y="286131"/>
                      </a:lnTo>
                      <a:lnTo>
                        <a:pt x="46196" y="292132"/>
                      </a:lnTo>
                      <a:close/>
                      <a:moveTo>
                        <a:pt x="63532" y="129921"/>
                      </a:moveTo>
                      <a:cubicBezTo>
                        <a:pt x="64770" y="127444"/>
                        <a:pt x="66580" y="127444"/>
                        <a:pt x="69056" y="129921"/>
                      </a:cubicBezTo>
                      <a:lnTo>
                        <a:pt x="63532" y="129921"/>
                      </a:lnTo>
                      <a:close/>
                      <a:moveTo>
                        <a:pt x="63532" y="298894"/>
                      </a:moveTo>
                      <a:lnTo>
                        <a:pt x="65342" y="297085"/>
                      </a:lnTo>
                      <a:lnTo>
                        <a:pt x="67151" y="298894"/>
                      </a:lnTo>
                      <a:lnTo>
                        <a:pt x="63436" y="298894"/>
                      </a:lnTo>
                      <a:close/>
                      <a:moveTo>
                        <a:pt x="69056" y="129921"/>
                      </a:moveTo>
                      <a:cubicBezTo>
                        <a:pt x="69056" y="129921"/>
                        <a:pt x="69818" y="130397"/>
                        <a:pt x="70390" y="131254"/>
                      </a:cubicBezTo>
                      <a:lnTo>
                        <a:pt x="69056" y="129921"/>
                      </a:lnTo>
                      <a:close/>
                      <a:moveTo>
                        <a:pt x="324326" y="177832"/>
                      </a:moveTo>
                      <a:cubicBezTo>
                        <a:pt x="325469" y="189071"/>
                        <a:pt x="325946" y="211360"/>
                        <a:pt x="325660" y="244507"/>
                      </a:cubicBezTo>
                      <a:lnTo>
                        <a:pt x="324326" y="356902"/>
                      </a:lnTo>
                      <a:cubicBezTo>
                        <a:pt x="317563" y="364236"/>
                        <a:pt x="308896" y="367855"/>
                        <a:pt x="298228" y="367855"/>
                      </a:cubicBezTo>
                      <a:cubicBezTo>
                        <a:pt x="294323" y="367855"/>
                        <a:pt x="287465" y="367093"/>
                        <a:pt x="277654" y="365570"/>
                      </a:cubicBezTo>
                      <a:cubicBezTo>
                        <a:pt x="269081" y="364046"/>
                        <a:pt x="262414" y="363569"/>
                        <a:pt x="257556" y="364236"/>
                      </a:cubicBezTo>
                      <a:cubicBezTo>
                        <a:pt x="255461" y="362712"/>
                        <a:pt x="254413" y="360521"/>
                        <a:pt x="254413" y="357854"/>
                      </a:cubicBezTo>
                      <a:cubicBezTo>
                        <a:pt x="254413" y="356616"/>
                        <a:pt x="254603" y="354901"/>
                        <a:pt x="255079" y="352615"/>
                      </a:cubicBezTo>
                      <a:cubicBezTo>
                        <a:pt x="255556" y="350330"/>
                        <a:pt x="255746" y="348615"/>
                        <a:pt x="255746" y="347377"/>
                      </a:cubicBezTo>
                      <a:cubicBezTo>
                        <a:pt x="255746" y="346519"/>
                        <a:pt x="255556" y="345662"/>
                        <a:pt x="255270" y="345091"/>
                      </a:cubicBezTo>
                      <a:cubicBezTo>
                        <a:pt x="255270" y="278987"/>
                        <a:pt x="254889" y="239554"/>
                        <a:pt x="253936" y="226790"/>
                      </a:cubicBezTo>
                      <a:cubicBezTo>
                        <a:pt x="250888" y="227076"/>
                        <a:pt x="247364" y="227266"/>
                        <a:pt x="243459" y="227266"/>
                      </a:cubicBezTo>
                      <a:cubicBezTo>
                        <a:pt x="239173" y="227266"/>
                        <a:pt x="232410" y="226885"/>
                        <a:pt x="223075" y="226123"/>
                      </a:cubicBezTo>
                      <a:cubicBezTo>
                        <a:pt x="213836" y="225361"/>
                        <a:pt x="206692" y="224980"/>
                        <a:pt x="201835" y="224980"/>
                      </a:cubicBezTo>
                      <a:cubicBezTo>
                        <a:pt x="193072" y="224980"/>
                        <a:pt x="185452" y="226028"/>
                        <a:pt x="178975" y="228124"/>
                      </a:cubicBezTo>
                      <a:cubicBezTo>
                        <a:pt x="178117" y="227838"/>
                        <a:pt x="175069" y="227362"/>
                        <a:pt x="169831" y="226790"/>
                      </a:cubicBezTo>
                      <a:cubicBezTo>
                        <a:pt x="166211" y="226504"/>
                        <a:pt x="163544" y="225266"/>
                        <a:pt x="162115" y="223171"/>
                      </a:cubicBezTo>
                      <a:cubicBezTo>
                        <a:pt x="158115" y="226219"/>
                        <a:pt x="155162" y="231267"/>
                        <a:pt x="152971" y="238220"/>
                      </a:cubicBezTo>
                      <a:cubicBezTo>
                        <a:pt x="150495" y="246793"/>
                        <a:pt x="148400" y="252222"/>
                        <a:pt x="146590" y="254698"/>
                      </a:cubicBezTo>
                      <a:cubicBezTo>
                        <a:pt x="149923" y="255651"/>
                        <a:pt x="151638" y="257461"/>
                        <a:pt x="151638" y="260128"/>
                      </a:cubicBezTo>
                      <a:cubicBezTo>
                        <a:pt x="151638" y="260794"/>
                        <a:pt x="151543" y="261747"/>
                        <a:pt x="151257" y="263080"/>
                      </a:cubicBezTo>
                      <a:cubicBezTo>
                        <a:pt x="150971" y="264414"/>
                        <a:pt x="150781" y="265462"/>
                        <a:pt x="150781" y="266033"/>
                      </a:cubicBezTo>
                      <a:cubicBezTo>
                        <a:pt x="150781" y="267843"/>
                        <a:pt x="152781" y="268795"/>
                        <a:pt x="156686" y="268795"/>
                      </a:cubicBezTo>
                      <a:cubicBezTo>
                        <a:pt x="152114" y="269367"/>
                        <a:pt x="149638" y="272605"/>
                        <a:pt x="149352" y="278416"/>
                      </a:cubicBezTo>
                      <a:lnTo>
                        <a:pt x="149352" y="292132"/>
                      </a:lnTo>
                      <a:lnTo>
                        <a:pt x="152971" y="295370"/>
                      </a:lnTo>
                      <a:cubicBezTo>
                        <a:pt x="150876" y="295370"/>
                        <a:pt x="149828" y="296989"/>
                        <a:pt x="149828" y="300418"/>
                      </a:cubicBezTo>
                      <a:cubicBezTo>
                        <a:pt x="149828" y="303847"/>
                        <a:pt x="149161" y="305752"/>
                        <a:pt x="148019" y="306324"/>
                      </a:cubicBezTo>
                      <a:cubicBezTo>
                        <a:pt x="147447" y="308419"/>
                        <a:pt x="147066" y="310896"/>
                        <a:pt x="147066" y="313658"/>
                      </a:cubicBezTo>
                      <a:cubicBezTo>
                        <a:pt x="147066" y="316420"/>
                        <a:pt x="147542" y="320326"/>
                        <a:pt x="148400" y="325564"/>
                      </a:cubicBezTo>
                      <a:cubicBezTo>
                        <a:pt x="149352" y="330708"/>
                        <a:pt x="149828" y="334518"/>
                        <a:pt x="149828" y="336994"/>
                      </a:cubicBezTo>
                      <a:cubicBezTo>
                        <a:pt x="149828" y="343662"/>
                        <a:pt x="147542" y="349282"/>
                        <a:pt x="142970" y="353854"/>
                      </a:cubicBezTo>
                      <a:cubicBezTo>
                        <a:pt x="144209" y="359664"/>
                        <a:pt x="141637" y="362998"/>
                        <a:pt x="135255" y="363855"/>
                      </a:cubicBezTo>
                      <a:cubicBezTo>
                        <a:pt x="130397" y="364426"/>
                        <a:pt x="125444" y="365093"/>
                        <a:pt x="120396" y="365665"/>
                      </a:cubicBezTo>
                      <a:cubicBezTo>
                        <a:pt x="115348" y="366236"/>
                        <a:pt x="111061" y="366617"/>
                        <a:pt x="107442" y="366617"/>
                      </a:cubicBezTo>
                      <a:cubicBezTo>
                        <a:pt x="96488" y="366617"/>
                        <a:pt x="87058" y="363379"/>
                        <a:pt x="79058" y="356997"/>
                      </a:cubicBezTo>
                      <a:cubicBezTo>
                        <a:pt x="79629" y="354901"/>
                        <a:pt x="80010" y="352615"/>
                        <a:pt x="80010" y="350139"/>
                      </a:cubicBezTo>
                      <a:cubicBezTo>
                        <a:pt x="80010" y="347663"/>
                        <a:pt x="79629" y="344329"/>
                        <a:pt x="78867" y="339852"/>
                      </a:cubicBezTo>
                      <a:cubicBezTo>
                        <a:pt x="78105" y="335470"/>
                        <a:pt x="77724" y="332137"/>
                        <a:pt x="77724" y="330041"/>
                      </a:cubicBezTo>
                      <a:cubicBezTo>
                        <a:pt x="77724" y="325755"/>
                        <a:pt x="78962" y="321945"/>
                        <a:pt x="81344" y="318611"/>
                      </a:cubicBezTo>
                      <a:cubicBezTo>
                        <a:pt x="82296" y="317087"/>
                        <a:pt x="82772" y="315277"/>
                        <a:pt x="82772" y="313087"/>
                      </a:cubicBezTo>
                      <a:cubicBezTo>
                        <a:pt x="82772" y="310324"/>
                        <a:pt x="81820" y="306229"/>
                        <a:pt x="80010" y="300799"/>
                      </a:cubicBezTo>
                      <a:cubicBezTo>
                        <a:pt x="78200" y="295370"/>
                        <a:pt x="77248" y="291465"/>
                        <a:pt x="77248" y="289369"/>
                      </a:cubicBezTo>
                      <a:cubicBezTo>
                        <a:pt x="77248" y="284512"/>
                        <a:pt x="80296" y="281749"/>
                        <a:pt x="86392" y="281178"/>
                      </a:cubicBezTo>
                      <a:cubicBezTo>
                        <a:pt x="85820" y="280321"/>
                        <a:pt x="84106" y="279844"/>
                        <a:pt x="81344" y="279844"/>
                      </a:cubicBezTo>
                      <a:lnTo>
                        <a:pt x="81344" y="261080"/>
                      </a:lnTo>
                      <a:cubicBezTo>
                        <a:pt x="81344" y="253460"/>
                        <a:pt x="80105" y="247269"/>
                        <a:pt x="77724" y="242316"/>
                      </a:cubicBezTo>
                      <a:lnTo>
                        <a:pt x="70390" y="242316"/>
                      </a:lnTo>
                      <a:cubicBezTo>
                        <a:pt x="70390" y="239839"/>
                        <a:pt x="71438" y="238982"/>
                        <a:pt x="73628" y="239554"/>
                      </a:cubicBezTo>
                      <a:cubicBezTo>
                        <a:pt x="76105" y="240125"/>
                        <a:pt x="77438" y="240125"/>
                        <a:pt x="77724" y="239554"/>
                      </a:cubicBezTo>
                      <a:lnTo>
                        <a:pt x="74104" y="226790"/>
                      </a:lnTo>
                      <a:cubicBezTo>
                        <a:pt x="74676" y="225838"/>
                        <a:pt x="76676" y="225266"/>
                        <a:pt x="80010" y="224980"/>
                      </a:cubicBezTo>
                      <a:cubicBezTo>
                        <a:pt x="82106" y="224695"/>
                        <a:pt x="83058" y="222885"/>
                        <a:pt x="82772" y="219456"/>
                      </a:cubicBezTo>
                      <a:lnTo>
                        <a:pt x="79058" y="215836"/>
                      </a:lnTo>
                      <a:cubicBezTo>
                        <a:pt x="80867" y="215170"/>
                        <a:pt x="82486" y="215646"/>
                        <a:pt x="83820" y="217170"/>
                      </a:cubicBezTo>
                      <a:cubicBezTo>
                        <a:pt x="85154" y="218694"/>
                        <a:pt x="86487" y="220218"/>
                        <a:pt x="87725" y="221742"/>
                      </a:cubicBezTo>
                      <a:cubicBezTo>
                        <a:pt x="91059" y="218408"/>
                        <a:pt x="92297" y="215932"/>
                        <a:pt x="91345" y="214408"/>
                      </a:cubicBezTo>
                      <a:lnTo>
                        <a:pt x="86296" y="209359"/>
                      </a:lnTo>
                      <a:cubicBezTo>
                        <a:pt x="86011" y="210598"/>
                        <a:pt x="85249" y="211169"/>
                        <a:pt x="84011" y="211169"/>
                      </a:cubicBezTo>
                      <a:cubicBezTo>
                        <a:pt x="82772" y="211169"/>
                        <a:pt x="81820" y="210598"/>
                        <a:pt x="81248" y="209359"/>
                      </a:cubicBezTo>
                      <a:lnTo>
                        <a:pt x="76200" y="203930"/>
                      </a:lnTo>
                      <a:cubicBezTo>
                        <a:pt x="79534" y="203930"/>
                        <a:pt x="81248" y="202692"/>
                        <a:pt x="81248" y="200311"/>
                      </a:cubicBezTo>
                      <a:cubicBezTo>
                        <a:pt x="81629" y="196691"/>
                        <a:pt x="82010" y="194215"/>
                        <a:pt x="82677" y="192976"/>
                      </a:cubicBezTo>
                      <a:lnTo>
                        <a:pt x="87725" y="198501"/>
                      </a:lnTo>
                      <a:lnTo>
                        <a:pt x="90964" y="195739"/>
                      </a:lnTo>
                      <a:cubicBezTo>
                        <a:pt x="90964" y="197263"/>
                        <a:pt x="91154" y="198215"/>
                        <a:pt x="91440" y="198501"/>
                      </a:cubicBezTo>
                      <a:cubicBezTo>
                        <a:pt x="92392" y="197263"/>
                        <a:pt x="94298" y="196882"/>
                        <a:pt x="97441" y="197167"/>
                      </a:cubicBezTo>
                      <a:cubicBezTo>
                        <a:pt x="101060" y="197453"/>
                        <a:pt x="103251" y="197453"/>
                        <a:pt x="103823" y="197167"/>
                      </a:cubicBezTo>
                      <a:cubicBezTo>
                        <a:pt x="105632" y="196596"/>
                        <a:pt x="106204" y="194691"/>
                        <a:pt x="105632" y="191643"/>
                      </a:cubicBezTo>
                      <a:lnTo>
                        <a:pt x="116586" y="198501"/>
                      </a:lnTo>
                      <a:cubicBezTo>
                        <a:pt x="117824" y="197929"/>
                        <a:pt x="118396" y="196501"/>
                        <a:pt x="118396" y="194405"/>
                      </a:cubicBezTo>
                      <a:lnTo>
                        <a:pt x="117919" y="189357"/>
                      </a:lnTo>
                      <a:cubicBezTo>
                        <a:pt x="120301" y="190881"/>
                        <a:pt x="122206" y="191643"/>
                        <a:pt x="123349" y="191643"/>
                      </a:cubicBezTo>
                      <a:cubicBezTo>
                        <a:pt x="124873" y="191643"/>
                        <a:pt x="126683" y="190881"/>
                        <a:pt x="128873" y="189357"/>
                      </a:cubicBezTo>
                      <a:cubicBezTo>
                        <a:pt x="127921" y="189071"/>
                        <a:pt x="125349" y="187738"/>
                        <a:pt x="121158" y="185261"/>
                      </a:cubicBezTo>
                      <a:cubicBezTo>
                        <a:pt x="118110" y="183166"/>
                        <a:pt x="115538" y="182023"/>
                        <a:pt x="113348" y="182023"/>
                      </a:cubicBezTo>
                      <a:cubicBezTo>
                        <a:pt x="111823" y="182023"/>
                        <a:pt x="110490" y="182309"/>
                        <a:pt x="109252" y="182880"/>
                      </a:cubicBezTo>
                      <a:cubicBezTo>
                        <a:pt x="106775" y="183451"/>
                        <a:pt x="104870" y="181832"/>
                        <a:pt x="103537" y="177832"/>
                      </a:cubicBezTo>
                      <a:cubicBezTo>
                        <a:pt x="102108" y="173831"/>
                        <a:pt x="100870" y="171926"/>
                        <a:pt x="99631" y="171926"/>
                      </a:cubicBezTo>
                      <a:cubicBezTo>
                        <a:pt x="98393" y="171926"/>
                        <a:pt x="96869" y="173164"/>
                        <a:pt x="95059" y="175546"/>
                      </a:cubicBezTo>
                      <a:lnTo>
                        <a:pt x="96869" y="177832"/>
                      </a:lnTo>
                      <a:lnTo>
                        <a:pt x="93726" y="180594"/>
                      </a:lnTo>
                      <a:cubicBezTo>
                        <a:pt x="94298" y="182118"/>
                        <a:pt x="96107" y="182880"/>
                        <a:pt x="99250" y="182880"/>
                      </a:cubicBezTo>
                      <a:lnTo>
                        <a:pt x="99250" y="186976"/>
                      </a:lnTo>
                      <a:cubicBezTo>
                        <a:pt x="97441" y="185738"/>
                        <a:pt x="94679" y="184975"/>
                        <a:pt x="90964" y="184690"/>
                      </a:cubicBezTo>
                      <a:cubicBezTo>
                        <a:pt x="86677" y="184118"/>
                        <a:pt x="83534" y="184690"/>
                        <a:pt x="81344" y="186499"/>
                      </a:cubicBezTo>
                      <a:lnTo>
                        <a:pt x="77724" y="186499"/>
                      </a:lnTo>
                      <a:lnTo>
                        <a:pt x="77724" y="160020"/>
                      </a:lnTo>
                      <a:lnTo>
                        <a:pt x="82772" y="165068"/>
                      </a:lnTo>
                      <a:cubicBezTo>
                        <a:pt x="84296" y="164497"/>
                        <a:pt x="85058" y="163354"/>
                        <a:pt x="85058" y="161925"/>
                      </a:cubicBezTo>
                      <a:lnTo>
                        <a:pt x="85058" y="157829"/>
                      </a:lnTo>
                      <a:cubicBezTo>
                        <a:pt x="84487" y="156972"/>
                        <a:pt x="82486" y="156496"/>
                        <a:pt x="79058" y="156496"/>
                      </a:cubicBezTo>
                      <a:cubicBezTo>
                        <a:pt x="77533" y="151352"/>
                        <a:pt x="76771" y="145351"/>
                        <a:pt x="76771" y="138684"/>
                      </a:cubicBezTo>
                      <a:cubicBezTo>
                        <a:pt x="76771" y="132874"/>
                        <a:pt x="77533" y="123825"/>
                        <a:pt x="79058" y="111538"/>
                      </a:cubicBezTo>
                      <a:cubicBezTo>
                        <a:pt x="80581" y="99250"/>
                        <a:pt x="81344" y="89821"/>
                        <a:pt x="81344" y="83439"/>
                      </a:cubicBezTo>
                      <a:cubicBezTo>
                        <a:pt x="81344" y="74295"/>
                        <a:pt x="80105" y="66389"/>
                        <a:pt x="77724" y="59722"/>
                      </a:cubicBezTo>
                      <a:lnTo>
                        <a:pt x="77724" y="27337"/>
                      </a:lnTo>
                      <a:cubicBezTo>
                        <a:pt x="78296" y="14573"/>
                        <a:pt x="82867" y="6477"/>
                        <a:pt x="91440" y="3143"/>
                      </a:cubicBezTo>
                      <a:lnTo>
                        <a:pt x="130683" y="5429"/>
                      </a:lnTo>
                      <a:lnTo>
                        <a:pt x="130683" y="10477"/>
                      </a:lnTo>
                      <a:lnTo>
                        <a:pt x="140684" y="6763"/>
                      </a:lnTo>
                      <a:cubicBezTo>
                        <a:pt x="146780" y="13144"/>
                        <a:pt x="149828" y="22955"/>
                        <a:pt x="149828" y="36004"/>
                      </a:cubicBezTo>
                      <a:cubicBezTo>
                        <a:pt x="149828" y="52768"/>
                        <a:pt x="150400" y="63151"/>
                        <a:pt x="151638" y="67056"/>
                      </a:cubicBezTo>
                      <a:lnTo>
                        <a:pt x="146590" y="68389"/>
                      </a:lnTo>
                      <a:cubicBezTo>
                        <a:pt x="146018" y="69342"/>
                        <a:pt x="145637" y="70390"/>
                        <a:pt x="145637" y="71628"/>
                      </a:cubicBezTo>
                      <a:cubicBezTo>
                        <a:pt x="145637" y="72866"/>
                        <a:pt x="146304" y="74295"/>
                        <a:pt x="147447" y="76009"/>
                      </a:cubicBezTo>
                      <a:cubicBezTo>
                        <a:pt x="148685" y="77724"/>
                        <a:pt x="149257" y="78867"/>
                        <a:pt x="149257" y="79438"/>
                      </a:cubicBezTo>
                      <a:cubicBezTo>
                        <a:pt x="149257" y="80677"/>
                        <a:pt x="147542" y="81724"/>
                        <a:pt x="144209" y="82677"/>
                      </a:cubicBezTo>
                      <a:cubicBezTo>
                        <a:pt x="148781" y="82677"/>
                        <a:pt x="149542" y="86296"/>
                        <a:pt x="146494" y="93631"/>
                      </a:cubicBezTo>
                      <a:lnTo>
                        <a:pt x="131921" y="102298"/>
                      </a:lnTo>
                      <a:lnTo>
                        <a:pt x="144209" y="110966"/>
                      </a:lnTo>
                      <a:cubicBezTo>
                        <a:pt x="144209" y="110966"/>
                        <a:pt x="142970" y="112204"/>
                        <a:pt x="141446" y="113728"/>
                      </a:cubicBezTo>
                      <a:cubicBezTo>
                        <a:pt x="139922" y="115252"/>
                        <a:pt x="139160" y="116586"/>
                        <a:pt x="139160" y="117824"/>
                      </a:cubicBezTo>
                      <a:cubicBezTo>
                        <a:pt x="139732" y="119063"/>
                        <a:pt x="141065" y="119729"/>
                        <a:pt x="143065" y="119920"/>
                      </a:cubicBezTo>
                      <a:cubicBezTo>
                        <a:pt x="144971" y="120110"/>
                        <a:pt x="146209" y="120110"/>
                        <a:pt x="146494" y="120110"/>
                      </a:cubicBezTo>
                      <a:lnTo>
                        <a:pt x="149257" y="114205"/>
                      </a:lnTo>
                      <a:cubicBezTo>
                        <a:pt x="153257" y="116586"/>
                        <a:pt x="155162" y="120301"/>
                        <a:pt x="155162" y="125158"/>
                      </a:cubicBezTo>
                      <a:cubicBezTo>
                        <a:pt x="155162" y="126682"/>
                        <a:pt x="154877" y="129064"/>
                        <a:pt x="154210" y="132302"/>
                      </a:cubicBezTo>
                      <a:cubicBezTo>
                        <a:pt x="153638" y="135445"/>
                        <a:pt x="153257" y="137731"/>
                        <a:pt x="153257" y="138874"/>
                      </a:cubicBezTo>
                      <a:cubicBezTo>
                        <a:pt x="153257" y="144399"/>
                        <a:pt x="157353" y="147447"/>
                        <a:pt x="165544" y="148018"/>
                      </a:cubicBezTo>
                      <a:cubicBezTo>
                        <a:pt x="169831" y="147447"/>
                        <a:pt x="174403" y="147066"/>
                        <a:pt x="179261" y="147066"/>
                      </a:cubicBezTo>
                      <a:cubicBezTo>
                        <a:pt x="184118" y="147066"/>
                        <a:pt x="191357" y="147542"/>
                        <a:pt x="200977" y="148399"/>
                      </a:cubicBezTo>
                      <a:cubicBezTo>
                        <a:pt x="210598" y="149352"/>
                        <a:pt x="217646" y="149828"/>
                        <a:pt x="222218" y="149828"/>
                      </a:cubicBezTo>
                      <a:cubicBezTo>
                        <a:pt x="235648" y="149828"/>
                        <a:pt x="246602" y="146780"/>
                        <a:pt x="255079" y="140684"/>
                      </a:cubicBezTo>
                      <a:cubicBezTo>
                        <a:pt x="255365" y="144304"/>
                        <a:pt x="255556" y="132016"/>
                        <a:pt x="255556" y="103727"/>
                      </a:cubicBezTo>
                      <a:cubicBezTo>
                        <a:pt x="255556" y="88487"/>
                        <a:pt x="254222" y="76771"/>
                        <a:pt x="251555" y="68580"/>
                      </a:cubicBezTo>
                      <a:cubicBezTo>
                        <a:pt x="253936" y="65818"/>
                        <a:pt x="255175" y="61531"/>
                        <a:pt x="255175" y="55626"/>
                      </a:cubicBezTo>
                      <a:cubicBezTo>
                        <a:pt x="255175" y="49720"/>
                        <a:pt x="256413" y="45244"/>
                        <a:pt x="258794" y="42100"/>
                      </a:cubicBezTo>
                      <a:cubicBezTo>
                        <a:pt x="254508" y="31432"/>
                        <a:pt x="252889" y="20955"/>
                        <a:pt x="253746" y="10573"/>
                      </a:cubicBezTo>
                      <a:cubicBezTo>
                        <a:pt x="258985" y="3524"/>
                        <a:pt x="266795" y="0"/>
                        <a:pt x="277463" y="0"/>
                      </a:cubicBezTo>
                      <a:cubicBezTo>
                        <a:pt x="281083" y="0"/>
                        <a:pt x="286703" y="476"/>
                        <a:pt x="294418" y="1429"/>
                      </a:cubicBezTo>
                      <a:cubicBezTo>
                        <a:pt x="302038" y="2286"/>
                        <a:pt x="307658" y="2762"/>
                        <a:pt x="311277" y="2762"/>
                      </a:cubicBezTo>
                      <a:cubicBezTo>
                        <a:pt x="314611" y="2762"/>
                        <a:pt x="317659" y="2476"/>
                        <a:pt x="320421" y="1905"/>
                      </a:cubicBezTo>
                      <a:lnTo>
                        <a:pt x="325469" y="12382"/>
                      </a:lnTo>
                      <a:cubicBezTo>
                        <a:pt x="326041" y="51625"/>
                        <a:pt x="325565" y="106870"/>
                        <a:pt x="324136" y="178117"/>
                      </a:cubicBezTo>
                      <a:close/>
                      <a:moveTo>
                        <a:pt x="95059" y="237172"/>
                      </a:moveTo>
                      <a:cubicBezTo>
                        <a:pt x="94107" y="235648"/>
                        <a:pt x="92773" y="235172"/>
                        <a:pt x="90964" y="235839"/>
                      </a:cubicBezTo>
                      <a:cubicBezTo>
                        <a:pt x="89154" y="236410"/>
                        <a:pt x="87630" y="237649"/>
                        <a:pt x="86392" y="239459"/>
                      </a:cubicBezTo>
                      <a:lnTo>
                        <a:pt x="95059" y="237172"/>
                      </a:lnTo>
                      <a:close/>
                      <a:moveTo>
                        <a:pt x="87725" y="189166"/>
                      </a:moveTo>
                      <a:cubicBezTo>
                        <a:pt x="90773" y="189166"/>
                        <a:pt x="92011" y="190976"/>
                        <a:pt x="91345" y="194691"/>
                      </a:cubicBezTo>
                      <a:cubicBezTo>
                        <a:pt x="88868" y="191357"/>
                        <a:pt x="87725" y="189547"/>
                        <a:pt x="87725" y="189166"/>
                      </a:cubicBezTo>
                      <a:close/>
                      <a:moveTo>
                        <a:pt x="87725" y="206978"/>
                      </a:moveTo>
                      <a:lnTo>
                        <a:pt x="95059" y="212884"/>
                      </a:lnTo>
                      <a:lnTo>
                        <a:pt x="95059" y="209169"/>
                      </a:lnTo>
                      <a:cubicBezTo>
                        <a:pt x="94393" y="207645"/>
                        <a:pt x="93536" y="206883"/>
                        <a:pt x="92392" y="206883"/>
                      </a:cubicBezTo>
                      <a:lnTo>
                        <a:pt x="87821" y="206883"/>
                      </a:lnTo>
                      <a:close/>
                      <a:moveTo>
                        <a:pt x="91345" y="194596"/>
                      </a:moveTo>
                      <a:lnTo>
                        <a:pt x="91345" y="195072"/>
                      </a:lnTo>
                      <a:lnTo>
                        <a:pt x="90869" y="195548"/>
                      </a:lnTo>
                      <a:cubicBezTo>
                        <a:pt x="90869" y="195548"/>
                        <a:pt x="91059" y="194977"/>
                        <a:pt x="91345" y="194596"/>
                      </a:cubicBezTo>
                      <a:close/>
                      <a:moveTo>
                        <a:pt x="99155" y="254413"/>
                      </a:moveTo>
                      <a:lnTo>
                        <a:pt x="99155" y="253079"/>
                      </a:lnTo>
                      <a:lnTo>
                        <a:pt x="93631" y="253079"/>
                      </a:lnTo>
                      <a:lnTo>
                        <a:pt x="99155" y="254413"/>
                      </a:lnTo>
                      <a:close/>
                      <a:moveTo>
                        <a:pt x="99155" y="186785"/>
                      </a:moveTo>
                      <a:cubicBezTo>
                        <a:pt x="99727" y="187357"/>
                        <a:pt x="99727" y="187738"/>
                        <a:pt x="99155" y="187738"/>
                      </a:cubicBezTo>
                      <a:lnTo>
                        <a:pt x="99155" y="186785"/>
                      </a:lnTo>
                      <a:close/>
                      <a:moveTo>
                        <a:pt x="106013" y="303657"/>
                      </a:moveTo>
                      <a:lnTo>
                        <a:pt x="111442" y="303657"/>
                      </a:lnTo>
                      <a:cubicBezTo>
                        <a:pt x="110300" y="301847"/>
                        <a:pt x="108394" y="301847"/>
                        <a:pt x="106013" y="303657"/>
                      </a:cubicBezTo>
                      <a:lnTo>
                        <a:pt x="102775" y="303657"/>
                      </a:lnTo>
                      <a:cubicBezTo>
                        <a:pt x="103442" y="304324"/>
                        <a:pt x="104489" y="304324"/>
                        <a:pt x="106013" y="303657"/>
                      </a:cubicBezTo>
                      <a:close/>
                      <a:moveTo>
                        <a:pt x="105537" y="113728"/>
                      </a:moveTo>
                      <a:lnTo>
                        <a:pt x="105537" y="110490"/>
                      </a:lnTo>
                      <a:cubicBezTo>
                        <a:pt x="105537" y="110490"/>
                        <a:pt x="104394" y="111442"/>
                        <a:pt x="103251" y="112300"/>
                      </a:cubicBezTo>
                      <a:cubicBezTo>
                        <a:pt x="104204" y="112585"/>
                        <a:pt x="104965" y="113062"/>
                        <a:pt x="105537" y="113633"/>
                      </a:cubicBezTo>
                      <a:close/>
                      <a:moveTo>
                        <a:pt x="132017" y="192691"/>
                      </a:moveTo>
                      <a:lnTo>
                        <a:pt x="134302" y="191357"/>
                      </a:lnTo>
                      <a:lnTo>
                        <a:pt x="128873" y="192691"/>
                      </a:lnTo>
                      <a:lnTo>
                        <a:pt x="132112" y="192691"/>
                      </a:lnTo>
                      <a:close/>
                      <a:moveTo>
                        <a:pt x="130683" y="32861"/>
                      </a:moveTo>
                      <a:lnTo>
                        <a:pt x="130683" y="40195"/>
                      </a:lnTo>
                      <a:lnTo>
                        <a:pt x="135731" y="40195"/>
                      </a:lnTo>
                      <a:cubicBezTo>
                        <a:pt x="134493" y="39624"/>
                        <a:pt x="133921" y="38576"/>
                        <a:pt x="133921" y="37052"/>
                      </a:cubicBezTo>
                      <a:lnTo>
                        <a:pt x="134398" y="32956"/>
                      </a:lnTo>
                      <a:lnTo>
                        <a:pt x="130778" y="32956"/>
                      </a:lnTo>
                      <a:close/>
                      <a:moveTo>
                        <a:pt x="138017" y="351187"/>
                      </a:moveTo>
                      <a:lnTo>
                        <a:pt x="138017" y="344805"/>
                      </a:lnTo>
                      <a:lnTo>
                        <a:pt x="135731" y="344805"/>
                      </a:lnTo>
                      <a:lnTo>
                        <a:pt x="135731" y="351187"/>
                      </a:lnTo>
                      <a:lnTo>
                        <a:pt x="138017" y="351187"/>
                      </a:lnTo>
                      <a:close/>
                      <a:moveTo>
                        <a:pt x="162211" y="285845"/>
                      </a:moveTo>
                      <a:lnTo>
                        <a:pt x="162211" y="279463"/>
                      </a:lnTo>
                      <a:lnTo>
                        <a:pt x="164021" y="279463"/>
                      </a:lnTo>
                      <a:lnTo>
                        <a:pt x="164021" y="285845"/>
                      </a:lnTo>
                      <a:lnTo>
                        <a:pt x="162211" y="285845"/>
                      </a:lnTo>
                      <a:close/>
                      <a:moveTo>
                        <a:pt x="183166" y="231553"/>
                      </a:moveTo>
                      <a:lnTo>
                        <a:pt x="178213" y="227838"/>
                      </a:lnTo>
                      <a:lnTo>
                        <a:pt x="179070" y="227838"/>
                      </a:lnTo>
                      <a:cubicBezTo>
                        <a:pt x="180880" y="228124"/>
                        <a:pt x="182309" y="229362"/>
                        <a:pt x="183166" y="231553"/>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 name="Google Shape;743;p99"/>
                <p:cNvSpPr/>
                <p:nvPr/>
              </p:nvSpPr>
              <p:spPr>
                <a:xfrm>
                  <a:off x="3345941" y="2611754"/>
                  <a:ext cx="358330" cy="428625"/>
                </a:xfrm>
                <a:custGeom>
                  <a:avLst/>
                  <a:gdLst/>
                  <a:ahLst/>
                  <a:cxnLst/>
                  <a:rect l="l" t="t" r="r" b="b"/>
                  <a:pathLst>
                    <a:path w="358330" h="428625" extrusionOk="0">
                      <a:moveTo>
                        <a:pt x="279368" y="349949"/>
                      </a:moveTo>
                      <a:cubicBezTo>
                        <a:pt x="278130" y="354521"/>
                        <a:pt x="277559" y="358807"/>
                        <a:pt x="277559" y="362712"/>
                      </a:cubicBezTo>
                      <a:cubicBezTo>
                        <a:pt x="277559" y="368808"/>
                        <a:pt x="279083" y="375857"/>
                        <a:pt x="282130" y="383762"/>
                      </a:cubicBezTo>
                      <a:cubicBezTo>
                        <a:pt x="286417" y="393478"/>
                        <a:pt x="288798" y="399955"/>
                        <a:pt x="289370" y="403003"/>
                      </a:cubicBezTo>
                      <a:cubicBezTo>
                        <a:pt x="290894" y="404813"/>
                        <a:pt x="291655" y="406622"/>
                        <a:pt x="291655" y="408527"/>
                      </a:cubicBezTo>
                      <a:cubicBezTo>
                        <a:pt x="291655" y="410623"/>
                        <a:pt x="290322" y="413195"/>
                        <a:pt x="287560" y="416242"/>
                      </a:cubicBezTo>
                      <a:cubicBezTo>
                        <a:pt x="283559" y="420815"/>
                        <a:pt x="281273" y="423577"/>
                        <a:pt x="280702" y="424434"/>
                      </a:cubicBezTo>
                      <a:cubicBezTo>
                        <a:pt x="277654" y="423863"/>
                        <a:pt x="274320" y="423577"/>
                        <a:pt x="270700" y="423577"/>
                      </a:cubicBezTo>
                      <a:cubicBezTo>
                        <a:pt x="267081" y="423577"/>
                        <a:pt x="261557" y="423958"/>
                        <a:pt x="254222" y="424720"/>
                      </a:cubicBezTo>
                      <a:cubicBezTo>
                        <a:pt x="246888" y="425482"/>
                        <a:pt x="241554" y="425863"/>
                        <a:pt x="238220" y="425863"/>
                      </a:cubicBezTo>
                      <a:cubicBezTo>
                        <a:pt x="225457" y="425863"/>
                        <a:pt x="216122" y="421958"/>
                        <a:pt x="210312" y="413957"/>
                      </a:cubicBezTo>
                      <a:cubicBezTo>
                        <a:pt x="212122" y="409956"/>
                        <a:pt x="213074" y="406337"/>
                        <a:pt x="213074" y="403003"/>
                      </a:cubicBezTo>
                      <a:cubicBezTo>
                        <a:pt x="213074" y="398145"/>
                        <a:pt x="210503" y="392621"/>
                        <a:pt x="205359" y="386525"/>
                      </a:cubicBezTo>
                      <a:cubicBezTo>
                        <a:pt x="198025" y="378333"/>
                        <a:pt x="193738" y="372809"/>
                        <a:pt x="192596" y="370046"/>
                      </a:cubicBezTo>
                      <a:cubicBezTo>
                        <a:pt x="191071" y="369475"/>
                        <a:pt x="189357" y="369094"/>
                        <a:pt x="187547" y="369094"/>
                      </a:cubicBezTo>
                      <a:cubicBezTo>
                        <a:pt x="185071" y="369094"/>
                        <a:pt x="180975" y="369761"/>
                        <a:pt x="175260" y="371189"/>
                      </a:cubicBezTo>
                      <a:cubicBezTo>
                        <a:pt x="169450" y="372523"/>
                        <a:pt x="165354" y="373190"/>
                        <a:pt x="162878" y="373190"/>
                      </a:cubicBezTo>
                      <a:cubicBezTo>
                        <a:pt x="156782" y="373190"/>
                        <a:pt x="152876" y="370427"/>
                        <a:pt x="150971" y="364998"/>
                      </a:cubicBezTo>
                      <a:lnTo>
                        <a:pt x="147352" y="364998"/>
                      </a:lnTo>
                      <a:cubicBezTo>
                        <a:pt x="147352" y="362903"/>
                        <a:pt x="146875" y="360045"/>
                        <a:pt x="146018" y="356521"/>
                      </a:cubicBezTo>
                      <a:cubicBezTo>
                        <a:pt x="145161" y="352996"/>
                        <a:pt x="144685" y="350711"/>
                        <a:pt x="144685" y="349472"/>
                      </a:cubicBezTo>
                      <a:cubicBezTo>
                        <a:pt x="144685" y="346996"/>
                        <a:pt x="145637" y="345091"/>
                        <a:pt x="147447" y="343567"/>
                      </a:cubicBezTo>
                      <a:cubicBezTo>
                        <a:pt x="145923" y="341471"/>
                        <a:pt x="145161" y="339281"/>
                        <a:pt x="145161" y="337185"/>
                      </a:cubicBezTo>
                      <a:cubicBezTo>
                        <a:pt x="145161" y="335375"/>
                        <a:pt x="145923" y="332708"/>
                        <a:pt x="147447" y="329184"/>
                      </a:cubicBezTo>
                      <a:cubicBezTo>
                        <a:pt x="148971" y="325660"/>
                        <a:pt x="149733" y="322993"/>
                        <a:pt x="149733" y="321183"/>
                      </a:cubicBezTo>
                      <a:cubicBezTo>
                        <a:pt x="149733" y="319945"/>
                        <a:pt x="149447" y="318611"/>
                        <a:pt x="148780" y="317087"/>
                      </a:cubicBezTo>
                      <a:cubicBezTo>
                        <a:pt x="151543" y="312515"/>
                        <a:pt x="159544" y="310134"/>
                        <a:pt x="172974" y="309753"/>
                      </a:cubicBezTo>
                      <a:cubicBezTo>
                        <a:pt x="185166" y="309467"/>
                        <a:pt x="191262" y="307277"/>
                        <a:pt x="191262" y="303371"/>
                      </a:cubicBezTo>
                      <a:cubicBezTo>
                        <a:pt x="191262" y="300895"/>
                        <a:pt x="189547" y="297275"/>
                        <a:pt x="186214" y="292417"/>
                      </a:cubicBezTo>
                      <a:lnTo>
                        <a:pt x="192691" y="292417"/>
                      </a:lnTo>
                      <a:cubicBezTo>
                        <a:pt x="192405" y="294799"/>
                        <a:pt x="193167" y="297752"/>
                        <a:pt x="194977" y="301085"/>
                      </a:cubicBezTo>
                      <a:cubicBezTo>
                        <a:pt x="195929" y="300228"/>
                        <a:pt x="196501" y="297752"/>
                        <a:pt x="196787" y="293751"/>
                      </a:cubicBezTo>
                      <a:cubicBezTo>
                        <a:pt x="197072" y="290703"/>
                        <a:pt x="198787" y="289084"/>
                        <a:pt x="201835" y="288703"/>
                      </a:cubicBezTo>
                      <a:lnTo>
                        <a:pt x="196405" y="283178"/>
                      </a:lnTo>
                      <a:lnTo>
                        <a:pt x="201835" y="281845"/>
                      </a:lnTo>
                      <a:lnTo>
                        <a:pt x="197739" y="278225"/>
                      </a:lnTo>
                      <a:cubicBezTo>
                        <a:pt x="198311" y="278892"/>
                        <a:pt x="199168" y="279178"/>
                        <a:pt x="200025" y="279178"/>
                      </a:cubicBezTo>
                      <a:cubicBezTo>
                        <a:pt x="201263" y="279178"/>
                        <a:pt x="202978" y="278511"/>
                        <a:pt x="205264" y="277082"/>
                      </a:cubicBezTo>
                      <a:cubicBezTo>
                        <a:pt x="207550" y="275749"/>
                        <a:pt x="209169" y="274987"/>
                        <a:pt x="210026" y="274987"/>
                      </a:cubicBezTo>
                      <a:cubicBezTo>
                        <a:pt x="211550" y="274987"/>
                        <a:pt x="212408" y="276511"/>
                        <a:pt x="212788" y="279559"/>
                      </a:cubicBezTo>
                      <a:cubicBezTo>
                        <a:pt x="211931" y="279559"/>
                        <a:pt x="208217" y="280797"/>
                        <a:pt x="201835" y="283178"/>
                      </a:cubicBezTo>
                      <a:cubicBezTo>
                        <a:pt x="202121" y="283464"/>
                        <a:pt x="204597" y="284988"/>
                        <a:pt x="209169" y="287750"/>
                      </a:cubicBezTo>
                      <a:cubicBezTo>
                        <a:pt x="211931" y="289560"/>
                        <a:pt x="213265" y="291370"/>
                        <a:pt x="213265" y="293275"/>
                      </a:cubicBezTo>
                      <a:cubicBezTo>
                        <a:pt x="213265" y="294227"/>
                        <a:pt x="213170" y="295084"/>
                        <a:pt x="212788" y="296037"/>
                      </a:cubicBezTo>
                      <a:cubicBezTo>
                        <a:pt x="214313" y="295084"/>
                        <a:pt x="215360" y="293465"/>
                        <a:pt x="216027" y="290989"/>
                      </a:cubicBezTo>
                      <a:cubicBezTo>
                        <a:pt x="216599" y="288512"/>
                        <a:pt x="216503" y="286703"/>
                        <a:pt x="215551" y="285464"/>
                      </a:cubicBezTo>
                      <a:lnTo>
                        <a:pt x="221551" y="279559"/>
                      </a:lnTo>
                      <a:lnTo>
                        <a:pt x="209169" y="268129"/>
                      </a:lnTo>
                      <a:lnTo>
                        <a:pt x="210503" y="265843"/>
                      </a:lnTo>
                      <a:cubicBezTo>
                        <a:pt x="209550" y="264605"/>
                        <a:pt x="208502" y="264033"/>
                        <a:pt x="207264" y="264033"/>
                      </a:cubicBezTo>
                      <a:cubicBezTo>
                        <a:pt x="206597" y="264033"/>
                        <a:pt x="205359" y="264795"/>
                        <a:pt x="203359" y="266319"/>
                      </a:cubicBezTo>
                      <a:cubicBezTo>
                        <a:pt x="201359" y="267843"/>
                        <a:pt x="199454" y="268510"/>
                        <a:pt x="197644" y="268129"/>
                      </a:cubicBezTo>
                      <a:cubicBezTo>
                        <a:pt x="196977" y="267843"/>
                        <a:pt x="193072" y="267653"/>
                        <a:pt x="185738" y="267653"/>
                      </a:cubicBezTo>
                      <a:cubicBezTo>
                        <a:pt x="181451" y="267653"/>
                        <a:pt x="179165" y="264700"/>
                        <a:pt x="178879" y="258985"/>
                      </a:cubicBezTo>
                      <a:cubicBezTo>
                        <a:pt x="176498" y="258032"/>
                        <a:pt x="175260" y="256223"/>
                        <a:pt x="175260" y="253460"/>
                      </a:cubicBezTo>
                      <a:cubicBezTo>
                        <a:pt x="175260" y="252222"/>
                        <a:pt x="175546" y="250222"/>
                        <a:pt x="176117" y="247555"/>
                      </a:cubicBezTo>
                      <a:cubicBezTo>
                        <a:pt x="176689" y="244792"/>
                        <a:pt x="177070" y="242697"/>
                        <a:pt x="177070" y="241173"/>
                      </a:cubicBezTo>
                      <a:cubicBezTo>
                        <a:pt x="177070" y="237173"/>
                        <a:pt x="174593" y="234982"/>
                        <a:pt x="169736" y="234315"/>
                      </a:cubicBezTo>
                      <a:cubicBezTo>
                        <a:pt x="168783" y="232791"/>
                        <a:pt x="168402" y="230981"/>
                        <a:pt x="168402" y="228791"/>
                      </a:cubicBezTo>
                      <a:cubicBezTo>
                        <a:pt x="168402" y="227933"/>
                        <a:pt x="168592" y="226409"/>
                        <a:pt x="168878" y="224409"/>
                      </a:cubicBezTo>
                      <a:cubicBezTo>
                        <a:pt x="169164" y="222409"/>
                        <a:pt x="169354" y="220980"/>
                        <a:pt x="169354" y="220028"/>
                      </a:cubicBezTo>
                      <a:cubicBezTo>
                        <a:pt x="169354" y="216979"/>
                        <a:pt x="167830" y="214503"/>
                        <a:pt x="164783" y="212693"/>
                      </a:cubicBezTo>
                      <a:lnTo>
                        <a:pt x="159734" y="211360"/>
                      </a:lnTo>
                      <a:cubicBezTo>
                        <a:pt x="162211" y="208312"/>
                        <a:pt x="163449" y="205169"/>
                        <a:pt x="163449" y="201835"/>
                      </a:cubicBezTo>
                      <a:cubicBezTo>
                        <a:pt x="163449" y="198787"/>
                        <a:pt x="162401" y="194977"/>
                        <a:pt x="160211" y="190405"/>
                      </a:cubicBezTo>
                      <a:cubicBezTo>
                        <a:pt x="158401" y="187071"/>
                        <a:pt x="156591" y="183547"/>
                        <a:pt x="154686" y="179927"/>
                      </a:cubicBezTo>
                      <a:cubicBezTo>
                        <a:pt x="156210" y="178975"/>
                        <a:pt x="157163" y="177641"/>
                        <a:pt x="157448" y="175832"/>
                      </a:cubicBezTo>
                      <a:cubicBezTo>
                        <a:pt x="157734" y="173736"/>
                        <a:pt x="156782" y="172212"/>
                        <a:pt x="154686" y="171259"/>
                      </a:cubicBezTo>
                      <a:lnTo>
                        <a:pt x="147352" y="172593"/>
                      </a:lnTo>
                      <a:lnTo>
                        <a:pt x="145542" y="159829"/>
                      </a:lnTo>
                      <a:cubicBezTo>
                        <a:pt x="143066" y="160401"/>
                        <a:pt x="141732" y="162211"/>
                        <a:pt x="141637" y="165259"/>
                      </a:cubicBezTo>
                      <a:cubicBezTo>
                        <a:pt x="141446" y="168307"/>
                        <a:pt x="139922" y="170307"/>
                        <a:pt x="136874" y="171164"/>
                      </a:cubicBezTo>
                      <a:cubicBezTo>
                        <a:pt x="137446" y="172974"/>
                        <a:pt x="137732" y="174688"/>
                        <a:pt x="137732" y="176213"/>
                      </a:cubicBezTo>
                      <a:cubicBezTo>
                        <a:pt x="137732" y="178975"/>
                        <a:pt x="136588" y="182785"/>
                        <a:pt x="134112" y="187642"/>
                      </a:cubicBezTo>
                      <a:cubicBezTo>
                        <a:pt x="131731" y="192500"/>
                        <a:pt x="130588" y="197549"/>
                        <a:pt x="130874" y="202692"/>
                      </a:cubicBezTo>
                      <a:cubicBezTo>
                        <a:pt x="126301" y="205169"/>
                        <a:pt x="123730" y="209264"/>
                        <a:pt x="123158" y="214979"/>
                      </a:cubicBezTo>
                      <a:cubicBezTo>
                        <a:pt x="122206" y="223171"/>
                        <a:pt x="121444" y="227743"/>
                        <a:pt x="120872" y="228695"/>
                      </a:cubicBezTo>
                      <a:cubicBezTo>
                        <a:pt x="119348" y="228409"/>
                        <a:pt x="117348" y="230505"/>
                        <a:pt x="114967" y="235077"/>
                      </a:cubicBezTo>
                      <a:cubicBezTo>
                        <a:pt x="112204" y="240887"/>
                        <a:pt x="109538" y="244697"/>
                        <a:pt x="106775" y="246507"/>
                      </a:cubicBezTo>
                      <a:cubicBezTo>
                        <a:pt x="106775" y="247174"/>
                        <a:pt x="108013" y="248793"/>
                        <a:pt x="110395" y="251555"/>
                      </a:cubicBezTo>
                      <a:lnTo>
                        <a:pt x="113633" y="247936"/>
                      </a:lnTo>
                      <a:cubicBezTo>
                        <a:pt x="114205" y="248221"/>
                        <a:pt x="114586" y="248698"/>
                        <a:pt x="114586" y="249269"/>
                      </a:cubicBezTo>
                      <a:cubicBezTo>
                        <a:pt x="114586" y="250222"/>
                        <a:pt x="113824" y="251841"/>
                        <a:pt x="112490" y="254317"/>
                      </a:cubicBezTo>
                      <a:cubicBezTo>
                        <a:pt x="111062" y="256699"/>
                        <a:pt x="110395" y="258318"/>
                        <a:pt x="110395" y="258890"/>
                      </a:cubicBezTo>
                      <a:cubicBezTo>
                        <a:pt x="107918" y="262223"/>
                        <a:pt x="106775" y="264033"/>
                        <a:pt x="106775" y="264414"/>
                      </a:cubicBezTo>
                      <a:lnTo>
                        <a:pt x="110395" y="268034"/>
                      </a:lnTo>
                      <a:cubicBezTo>
                        <a:pt x="111347" y="266509"/>
                        <a:pt x="112395" y="265748"/>
                        <a:pt x="113633" y="265748"/>
                      </a:cubicBezTo>
                      <a:lnTo>
                        <a:pt x="113633" y="269367"/>
                      </a:lnTo>
                      <a:cubicBezTo>
                        <a:pt x="112395" y="268796"/>
                        <a:pt x="111347" y="268415"/>
                        <a:pt x="110395" y="268415"/>
                      </a:cubicBezTo>
                      <a:cubicBezTo>
                        <a:pt x="107918" y="268415"/>
                        <a:pt x="106108" y="271463"/>
                        <a:pt x="104966" y="277559"/>
                      </a:cubicBezTo>
                      <a:cubicBezTo>
                        <a:pt x="103442" y="284607"/>
                        <a:pt x="101632" y="288798"/>
                        <a:pt x="99536" y="290417"/>
                      </a:cubicBezTo>
                      <a:cubicBezTo>
                        <a:pt x="101346" y="291941"/>
                        <a:pt x="102679" y="295180"/>
                        <a:pt x="103632" y="300228"/>
                      </a:cubicBezTo>
                      <a:cubicBezTo>
                        <a:pt x="104584" y="305276"/>
                        <a:pt x="106775" y="308324"/>
                        <a:pt x="110490" y="309563"/>
                      </a:cubicBezTo>
                      <a:cubicBezTo>
                        <a:pt x="112300" y="308324"/>
                        <a:pt x="116586" y="307848"/>
                        <a:pt x="123254" y="308229"/>
                      </a:cubicBezTo>
                      <a:cubicBezTo>
                        <a:pt x="128969" y="308229"/>
                        <a:pt x="132397" y="307467"/>
                        <a:pt x="133255" y="305943"/>
                      </a:cubicBezTo>
                      <a:cubicBezTo>
                        <a:pt x="133541" y="309277"/>
                        <a:pt x="134588" y="316611"/>
                        <a:pt x="136493" y="327850"/>
                      </a:cubicBezTo>
                      <a:cubicBezTo>
                        <a:pt x="138017" y="336709"/>
                        <a:pt x="138779" y="343853"/>
                        <a:pt x="138779" y="349282"/>
                      </a:cubicBezTo>
                      <a:cubicBezTo>
                        <a:pt x="138779" y="357759"/>
                        <a:pt x="137446" y="365855"/>
                        <a:pt x="134684" y="373475"/>
                      </a:cubicBezTo>
                      <a:cubicBezTo>
                        <a:pt x="130397" y="374713"/>
                        <a:pt x="123349" y="375190"/>
                        <a:pt x="113443" y="374809"/>
                      </a:cubicBezTo>
                      <a:cubicBezTo>
                        <a:pt x="103537" y="374523"/>
                        <a:pt x="96012" y="375761"/>
                        <a:pt x="90869" y="378428"/>
                      </a:cubicBezTo>
                      <a:lnTo>
                        <a:pt x="93154" y="379762"/>
                      </a:lnTo>
                      <a:cubicBezTo>
                        <a:pt x="85820" y="381571"/>
                        <a:pt x="81534" y="386906"/>
                        <a:pt x="80391" y="395764"/>
                      </a:cubicBezTo>
                      <a:cubicBezTo>
                        <a:pt x="79820" y="403003"/>
                        <a:pt x="79058" y="410242"/>
                        <a:pt x="78105" y="417195"/>
                      </a:cubicBezTo>
                      <a:cubicBezTo>
                        <a:pt x="76009" y="424243"/>
                        <a:pt x="69723" y="427196"/>
                        <a:pt x="59341" y="426339"/>
                      </a:cubicBezTo>
                      <a:cubicBezTo>
                        <a:pt x="58483" y="427863"/>
                        <a:pt x="57245" y="428625"/>
                        <a:pt x="55721" y="428625"/>
                      </a:cubicBezTo>
                      <a:cubicBezTo>
                        <a:pt x="54483" y="428625"/>
                        <a:pt x="52483" y="427863"/>
                        <a:pt x="49530" y="426339"/>
                      </a:cubicBezTo>
                      <a:cubicBezTo>
                        <a:pt x="46577" y="424815"/>
                        <a:pt x="44482" y="423958"/>
                        <a:pt x="43148" y="423863"/>
                      </a:cubicBezTo>
                      <a:cubicBezTo>
                        <a:pt x="41720" y="423672"/>
                        <a:pt x="39910" y="423577"/>
                        <a:pt x="37433" y="423577"/>
                      </a:cubicBezTo>
                      <a:cubicBezTo>
                        <a:pt x="35338" y="423577"/>
                        <a:pt x="32099" y="423863"/>
                        <a:pt x="27813" y="424529"/>
                      </a:cubicBezTo>
                      <a:cubicBezTo>
                        <a:pt x="23527" y="425101"/>
                        <a:pt x="20383" y="425386"/>
                        <a:pt x="18193" y="425386"/>
                      </a:cubicBezTo>
                      <a:cubicBezTo>
                        <a:pt x="8763" y="425386"/>
                        <a:pt x="3143" y="422339"/>
                        <a:pt x="1333" y="416242"/>
                      </a:cubicBezTo>
                      <a:cubicBezTo>
                        <a:pt x="476" y="413480"/>
                        <a:pt x="0" y="410909"/>
                        <a:pt x="0" y="408432"/>
                      </a:cubicBezTo>
                      <a:cubicBezTo>
                        <a:pt x="0" y="404813"/>
                        <a:pt x="1524" y="399764"/>
                        <a:pt x="4572" y="393287"/>
                      </a:cubicBezTo>
                      <a:cubicBezTo>
                        <a:pt x="7620" y="386906"/>
                        <a:pt x="8668" y="381381"/>
                        <a:pt x="7811" y="376809"/>
                      </a:cubicBezTo>
                      <a:cubicBezTo>
                        <a:pt x="12954" y="375285"/>
                        <a:pt x="15526" y="371761"/>
                        <a:pt x="15526" y="366236"/>
                      </a:cubicBezTo>
                      <a:cubicBezTo>
                        <a:pt x="15526" y="365284"/>
                        <a:pt x="15335" y="363950"/>
                        <a:pt x="15050" y="362141"/>
                      </a:cubicBezTo>
                      <a:lnTo>
                        <a:pt x="15050" y="357569"/>
                      </a:lnTo>
                      <a:cubicBezTo>
                        <a:pt x="15050" y="354521"/>
                        <a:pt x="15621" y="352044"/>
                        <a:pt x="16859" y="350234"/>
                      </a:cubicBezTo>
                      <a:cubicBezTo>
                        <a:pt x="21717" y="348425"/>
                        <a:pt x="24194" y="344996"/>
                        <a:pt x="24194" y="340138"/>
                      </a:cubicBezTo>
                      <a:cubicBezTo>
                        <a:pt x="24194" y="338614"/>
                        <a:pt x="23908" y="336137"/>
                        <a:pt x="23336" y="332804"/>
                      </a:cubicBezTo>
                      <a:cubicBezTo>
                        <a:pt x="22670" y="329470"/>
                        <a:pt x="22384" y="326803"/>
                        <a:pt x="22384" y="324993"/>
                      </a:cubicBezTo>
                      <a:cubicBezTo>
                        <a:pt x="22384" y="319754"/>
                        <a:pt x="24670" y="315944"/>
                        <a:pt x="29242" y="313563"/>
                      </a:cubicBezTo>
                      <a:cubicBezTo>
                        <a:pt x="28575" y="311467"/>
                        <a:pt x="28289" y="309467"/>
                        <a:pt x="28289" y="307658"/>
                      </a:cubicBezTo>
                      <a:cubicBezTo>
                        <a:pt x="28289" y="303657"/>
                        <a:pt x="30099" y="298799"/>
                        <a:pt x="33719" y="292989"/>
                      </a:cubicBezTo>
                      <a:cubicBezTo>
                        <a:pt x="37338" y="287179"/>
                        <a:pt x="39243" y="282797"/>
                        <a:pt x="39243" y="279749"/>
                      </a:cubicBezTo>
                      <a:cubicBezTo>
                        <a:pt x="39243" y="276987"/>
                        <a:pt x="38386" y="274034"/>
                        <a:pt x="36481" y="270986"/>
                      </a:cubicBezTo>
                      <a:cubicBezTo>
                        <a:pt x="41624" y="264890"/>
                        <a:pt x="45339" y="255937"/>
                        <a:pt x="47434" y="244031"/>
                      </a:cubicBezTo>
                      <a:cubicBezTo>
                        <a:pt x="48673" y="234887"/>
                        <a:pt x="49721" y="225742"/>
                        <a:pt x="50673" y="216599"/>
                      </a:cubicBezTo>
                      <a:cubicBezTo>
                        <a:pt x="55531" y="214503"/>
                        <a:pt x="58674" y="209074"/>
                        <a:pt x="60008" y="200596"/>
                      </a:cubicBezTo>
                      <a:cubicBezTo>
                        <a:pt x="61341" y="192024"/>
                        <a:pt x="64008" y="186404"/>
                        <a:pt x="68008" y="183642"/>
                      </a:cubicBezTo>
                      <a:cubicBezTo>
                        <a:pt x="66770" y="180880"/>
                        <a:pt x="66199" y="177832"/>
                        <a:pt x="66199" y="174498"/>
                      </a:cubicBezTo>
                      <a:cubicBezTo>
                        <a:pt x="66199" y="171450"/>
                        <a:pt x="66770" y="167545"/>
                        <a:pt x="67818" y="162592"/>
                      </a:cubicBezTo>
                      <a:cubicBezTo>
                        <a:pt x="68866" y="157734"/>
                        <a:pt x="69437" y="154686"/>
                        <a:pt x="69437" y="153448"/>
                      </a:cubicBezTo>
                      <a:cubicBezTo>
                        <a:pt x="73057" y="151257"/>
                        <a:pt x="74867" y="148590"/>
                        <a:pt x="74867" y="145161"/>
                      </a:cubicBezTo>
                      <a:lnTo>
                        <a:pt x="74867" y="139637"/>
                      </a:lnTo>
                      <a:cubicBezTo>
                        <a:pt x="74867" y="135065"/>
                        <a:pt x="77248" y="131254"/>
                        <a:pt x="82105" y="128207"/>
                      </a:cubicBezTo>
                      <a:cubicBezTo>
                        <a:pt x="79724" y="123920"/>
                        <a:pt x="79724" y="116491"/>
                        <a:pt x="82105" y="105728"/>
                      </a:cubicBezTo>
                      <a:cubicBezTo>
                        <a:pt x="89154" y="104489"/>
                        <a:pt x="91916" y="99822"/>
                        <a:pt x="90297" y="91535"/>
                      </a:cubicBezTo>
                      <a:cubicBezTo>
                        <a:pt x="88487" y="81820"/>
                        <a:pt x="88678" y="76009"/>
                        <a:pt x="90773" y="74104"/>
                      </a:cubicBezTo>
                      <a:cubicBezTo>
                        <a:pt x="99250" y="64294"/>
                        <a:pt x="106108" y="59436"/>
                        <a:pt x="111347" y="59436"/>
                      </a:cubicBezTo>
                      <a:cubicBezTo>
                        <a:pt x="114967" y="59436"/>
                        <a:pt x="118205" y="61246"/>
                        <a:pt x="120967" y="64961"/>
                      </a:cubicBezTo>
                      <a:cubicBezTo>
                        <a:pt x="121920" y="64389"/>
                        <a:pt x="122301" y="62675"/>
                        <a:pt x="122301" y="59912"/>
                      </a:cubicBezTo>
                      <a:cubicBezTo>
                        <a:pt x="123254" y="59341"/>
                        <a:pt x="124301" y="59055"/>
                        <a:pt x="125540" y="59055"/>
                      </a:cubicBezTo>
                      <a:cubicBezTo>
                        <a:pt x="126778" y="59055"/>
                        <a:pt x="128778" y="59436"/>
                        <a:pt x="131731" y="60198"/>
                      </a:cubicBezTo>
                      <a:cubicBezTo>
                        <a:pt x="134588" y="60960"/>
                        <a:pt x="136684" y="61341"/>
                        <a:pt x="137922" y="61341"/>
                      </a:cubicBezTo>
                      <a:cubicBezTo>
                        <a:pt x="141542" y="61341"/>
                        <a:pt x="144113" y="59722"/>
                        <a:pt x="145733" y="56293"/>
                      </a:cubicBezTo>
                      <a:cubicBezTo>
                        <a:pt x="147257" y="57531"/>
                        <a:pt x="150304" y="59627"/>
                        <a:pt x="154876" y="62675"/>
                      </a:cubicBezTo>
                      <a:cubicBezTo>
                        <a:pt x="156115" y="60293"/>
                        <a:pt x="157925" y="59055"/>
                        <a:pt x="160401" y="59055"/>
                      </a:cubicBezTo>
                      <a:cubicBezTo>
                        <a:pt x="161925" y="59055"/>
                        <a:pt x="164497" y="59627"/>
                        <a:pt x="167926" y="60674"/>
                      </a:cubicBezTo>
                      <a:cubicBezTo>
                        <a:pt x="171450" y="61722"/>
                        <a:pt x="174212" y="62294"/>
                        <a:pt x="176308" y="62294"/>
                      </a:cubicBezTo>
                      <a:cubicBezTo>
                        <a:pt x="177832" y="62294"/>
                        <a:pt x="179261" y="62008"/>
                        <a:pt x="180404" y="61436"/>
                      </a:cubicBezTo>
                      <a:cubicBezTo>
                        <a:pt x="184404" y="63817"/>
                        <a:pt x="188309" y="66484"/>
                        <a:pt x="192310" y="69152"/>
                      </a:cubicBezTo>
                      <a:cubicBezTo>
                        <a:pt x="196215" y="71914"/>
                        <a:pt x="198215" y="75533"/>
                        <a:pt x="198215" y="80105"/>
                      </a:cubicBezTo>
                      <a:cubicBezTo>
                        <a:pt x="198215" y="81344"/>
                        <a:pt x="198025" y="82677"/>
                        <a:pt x="197739" y="84201"/>
                      </a:cubicBezTo>
                      <a:lnTo>
                        <a:pt x="205550" y="82772"/>
                      </a:lnTo>
                      <a:cubicBezTo>
                        <a:pt x="204311" y="86773"/>
                        <a:pt x="203740" y="90869"/>
                        <a:pt x="203740" y="95059"/>
                      </a:cubicBezTo>
                      <a:cubicBezTo>
                        <a:pt x="203740" y="104204"/>
                        <a:pt x="207264" y="114681"/>
                        <a:pt x="214217" y="126587"/>
                      </a:cubicBezTo>
                      <a:lnTo>
                        <a:pt x="205550" y="130207"/>
                      </a:lnTo>
                      <a:lnTo>
                        <a:pt x="214217" y="133350"/>
                      </a:lnTo>
                      <a:cubicBezTo>
                        <a:pt x="212979" y="133064"/>
                        <a:pt x="210598" y="134303"/>
                        <a:pt x="206883" y="136970"/>
                      </a:cubicBezTo>
                      <a:lnTo>
                        <a:pt x="206883" y="138779"/>
                      </a:lnTo>
                      <a:cubicBezTo>
                        <a:pt x="209264" y="137827"/>
                        <a:pt x="213360" y="138494"/>
                        <a:pt x="219170" y="140589"/>
                      </a:cubicBezTo>
                      <a:lnTo>
                        <a:pt x="212788" y="150590"/>
                      </a:lnTo>
                      <a:cubicBezTo>
                        <a:pt x="219837" y="159163"/>
                        <a:pt x="226028" y="163354"/>
                        <a:pt x="231458" y="163354"/>
                      </a:cubicBezTo>
                      <a:lnTo>
                        <a:pt x="231458" y="166973"/>
                      </a:lnTo>
                      <a:cubicBezTo>
                        <a:pt x="229362" y="163925"/>
                        <a:pt x="227647" y="162687"/>
                        <a:pt x="226504" y="163354"/>
                      </a:cubicBezTo>
                      <a:cubicBezTo>
                        <a:pt x="225266" y="167640"/>
                        <a:pt x="224695" y="172212"/>
                        <a:pt x="224695" y="177070"/>
                      </a:cubicBezTo>
                      <a:cubicBezTo>
                        <a:pt x="224695" y="187071"/>
                        <a:pt x="226981" y="194691"/>
                        <a:pt x="231553" y="199930"/>
                      </a:cubicBezTo>
                      <a:cubicBezTo>
                        <a:pt x="230315" y="201168"/>
                        <a:pt x="229743" y="202406"/>
                        <a:pt x="229743" y="203549"/>
                      </a:cubicBezTo>
                      <a:cubicBezTo>
                        <a:pt x="229743" y="204692"/>
                        <a:pt x="230886" y="206407"/>
                        <a:pt x="233172" y="208598"/>
                      </a:cubicBezTo>
                      <a:cubicBezTo>
                        <a:pt x="235458" y="210693"/>
                        <a:pt x="236601" y="212598"/>
                        <a:pt x="236601" y="214027"/>
                      </a:cubicBezTo>
                      <a:cubicBezTo>
                        <a:pt x="236601" y="214979"/>
                        <a:pt x="236125" y="216027"/>
                        <a:pt x="235267" y="217265"/>
                      </a:cubicBezTo>
                      <a:lnTo>
                        <a:pt x="240697" y="219551"/>
                      </a:lnTo>
                      <a:cubicBezTo>
                        <a:pt x="243745" y="236887"/>
                        <a:pt x="245745" y="247459"/>
                        <a:pt x="246602" y="251079"/>
                      </a:cubicBezTo>
                      <a:cubicBezTo>
                        <a:pt x="249365" y="262890"/>
                        <a:pt x="253175" y="272987"/>
                        <a:pt x="258032" y="281178"/>
                      </a:cubicBezTo>
                      <a:cubicBezTo>
                        <a:pt x="254413" y="287274"/>
                        <a:pt x="255556" y="291941"/>
                        <a:pt x="261652" y="295370"/>
                      </a:cubicBezTo>
                      <a:cubicBezTo>
                        <a:pt x="261080" y="310610"/>
                        <a:pt x="263271" y="321088"/>
                        <a:pt x="268510" y="326898"/>
                      </a:cubicBezTo>
                      <a:cubicBezTo>
                        <a:pt x="268510" y="341567"/>
                        <a:pt x="272129" y="348996"/>
                        <a:pt x="279463" y="349282"/>
                      </a:cubicBezTo>
                      <a:close/>
                      <a:moveTo>
                        <a:pt x="14954" y="65437"/>
                      </a:moveTo>
                      <a:lnTo>
                        <a:pt x="11240" y="69056"/>
                      </a:lnTo>
                      <a:lnTo>
                        <a:pt x="6191" y="63151"/>
                      </a:lnTo>
                      <a:lnTo>
                        <a:pt x="14859" y="65437"/>
                      </a:lnTo>
                      <a:close/>
                      <a:moveTo>
                        <a:pt x="22670" y="133921"/>
                      </a:moveTo>
                      <a:lnTo>
                        <a:pt x="25432" y="142589"/>
                      </a:lnTo>
                      <a:lnTo>
                        <a:pt x="18574" y="153543"/>
                      </a:lnTo>
                      <a:lnTo>
                        <a:pt x="22670" y="133921"/>
                      </a:lnTo>
                      <a:close/>
                      <a:moveTo>
                        <a:pt x="28670" y="93250"/>
                      </a:moveTo>
                      <a:cubicBezTo>
                        <a:pt x="28004" y="93250"/>
                        <a:pt x="26575" y="94488"/>
                        <a:pt x="24098" y="96869"/>
                      </a:cubicBezTo>
                      <a:lnTo>
                        <a:pt x="22765" y="91821"/>
                      </a:lnTo>
                      <a:lnTo>
                        <a:pt x="28766" y="93154"/>
                      </a:lnTo>
                      <a:close/>
                      <a:moveTo>
                        <a:pt x="67913" y="102394"/>
                      </a:moveTo>
                      <a:cubicBezTo>
                        <a:pt x="65722" y="97536"/>
                        <a:pt x="61627" y="95726"/>
                        <a:pt x="55531" y="96869"/>
                      </a:cubicBezTo>
                      <a:lnTo>
                        <a:pt x="54197" y="98679"/>
                      </a:lnTo>
                      <a:cubicBezTo>
                        <a:pt x="54197" y="95631"/>
                        <a:pt x="55150" y="94107"/>
                        <a:pt x="56864" y="94107"/>
                      </a:cubicBezTo>
                      <a:cubicBezTo>
                        <a:pt x="57245" y="94107"/>
                        <a:pt x="58865" y="94583"/>
                        <a:pt x="61913" y="95441"/>
                      </a:cubicBezTo>
                      <a:cubicBezTo>
                        <a:pt x="64294" y="96107"/>
                        <a:pt x="66389" y="96107"/>
                        <a:pt x="67913" y="95441"/>
                      </a:cubicBezTo>
                      <a:lnTo>
                        <a:pt x="67913" y="102299"/>
                      </a:lnTo>
                      <a:close/>
                      <a:moveTo>
                        <a:pt x="60579" y="250317"/>
                      </a:moveTo>
                      <a:lnTo>
                        <a:pt x="60579" y="241649"/>
                      </a:lnTo>
                      <a:lnTo>
                        <a:pt x="59246" y="241649"/>
                      </a:lnTo>
                      <a:lnTo>
                        <a:pt x="59246" y="250317"/>
                      </a:lnTo>
                      <a:lnTo>
                        <a:pt x="60579" y="250317"/>
                      </a:lnTo>
                      <a:close/>
                      <a:moveTo>
                        <a:pt x="85725" y="109633"/>
                      </a:moveTo>
                      <a:lnTo>
                        <a:pt x="95726" y="104204"/>
                      </a:lnTo>
                      <a:lnTo>
                        <a:pt x="94393" y="98679"/>
                      </a:lnTo>
                      <a:lnTo>
                        <a:pt x="85725" y="109633"/>
                      </a:lnTo>
                      <a:close/>
                      <a:moveTo>
                        <a:pt x="95726" y="172688"/>
                      </a:moveTo>
                      <a:lnTo>
                        <a:pt x="104394" y="174974"/>
                      </a:lnTo>
                      <a:lnTo>
                        <a:pt x="102965" y="172688"/>
                      </a:lnTo>
                      <a:lnTo>
                        <a:pt x="95631" y="172688"/>
                      </a:lnTo>
                      <a:close/>
                      <a:moveTo>
                        <a:pt x="103061" y="164021"/>
                      </a:moveTo>
                      <a:lnTo>
                        <a:pt x="106680" y="162211"/>
                      </a:lnTo>
                      <a:lnTo>
                        <a:pt x="103061" y="158591"/>
                      </a:lnTo>
                      <a:lnTo>
                        <a:pt x="103061" y="164116"/>
                      </a:lnTo>
                      <a:close/>
                      <a:moveTo>
                        <a:pt x="106680" y="88202"/>
                      </a:moveTo>
                      <a:lnTo>
                        <a:pt x="112109" y="86868"/>
                      </a:lnTo>
                      <a:lnTo>
                        <a:pt x="104394" y="84582"/>
                      </a:lnTo>
                      <a:lnTo>
                        <a:pt x="106680" y="88202"/>
                      </a:lnTo>
                      <a:close/>
                      <a:moveTo>
                        <a:pt x="108109" y="31623"/>
                      </a:moveTo>
                      <a:lnTo>
                        <a:pt x="110395" y="37052"/>
                      </a:lnTo>
                      <a:lnTo>
                        <a:pt x="106775" y="37052"/>
                      </a:lnTo>
                      <a:lnTo>
                        <a:pt x="108204" y="31623"/>
                      </a:lnTo>
                      <a:close/>
                      <a:moveTo>
                        <a:pt x="124587" y="19241"/>
                      </a:moveTo>
                      <a:cubicBezTo>
                        <a:pt x="122111" y="18288"/>
                        <a:pt x="120967" y="16478"/>
                        <a:pt x="120967" y="13716"/>
                      </a:cubicBezTo>
                      <a:lnTo>
                        <a:pt x="120967" y="7334"/>
                      </a:lnTo>
                      <a:lnTo>
                        <a:pt x="133255" y="0"/>
                      </a:lnTo>
                      <a:cubicBezTo>
                        <a:pt x="133255" y="1238"/>
                        <a:pt x="131636" y="2667"/>
                        <a:pt x="128492" y="4382"/>
                      </a:cubicBezTo>
                      <a:cubicBezTo>
                        <a:pt x="125349" y="6001"/>
                        <a:pt x="123730" y="7620"/>
                        <a:pt x="123730" y="9144"/>
                      </a:cubicBezTo>
                      <a:cubicBezTo>
                        <a:pt x="123730" y="10096"/>
                        <a:pt x="124492" y="11240"/>
                        <a:pt x="126016" y="12763"/>
                      </a:cubicBezTo>
                      <a:cubicBezTo>
                        <a:pt x="126683" y="14573"/>
                        <a:pt x="126206" y="16764"/>
                        <a:pt x="124682" y="19145"/>
                      </a:cubicBezTo>
                      <a:close/>
                      <a:moveTo>
                        <a:pt x="136970" y="42577"/>
                      </a:moveTo>
                      <a:lnTo>
                        <a:pt x="140113" y="42577"/>
                      </a:lnTo>
                      <a:lnTo>
                        <a:pt x="134588" y="51721"/>
                      </a:lnTo>
                      <a:lnTo>
                        <a:pt x="136874" y="42577"/>
                      </a:lnTo>
                      <a:close/>
                      <a:moveTo>
                        <a:pt x="136970" y="106013"/>
                      </a:moveTo>
                      <a:lnTo>
                        <a:pt x="136970" y="100489"/>
                      </a:lnTo>
                      <a:lnTo>
                        <a:pt x="134684" y="100489"/>
                      </a:lnTo>
                      <a:lnTo>
                        <a:pt x="134684" y="106013"/>
                      </a:lnTo>
                      <a:lnTo>
                        <a:pt x="136970" y="106013"/>
                      </a:lnTo>
                      <a:close/>
                      <a:moveTo>
                        <a:pt x="159734" y="35242"/>
                      </a:moveTo>
                      <a:lnTo>
                        <a:pt x="159734" y="42577"/>
                      </a:lnTo>
                      <a:lnTo>
                        <a:pt x="154686" y="30194"/>
                      </a:lnTo>
                      <a:cubicBezTo>
                        <a:pt x="158020" y="30194"/>
                        <a:pt x="159734" y="31909"/>
                        <a:pt x="159734" y="35242"/>
                      </a:cubicBezTo>
                      <a:close/>
                      <a:moveTo>
                        <a:pt x="168402" y="102394"/>
                      </a:moveTo>
                      <a:lnTo>
                        <a:pt x="178879" y="98774"/>
                      </a:lnTo>
                      <a:lnTo>
                        <a:pt x="173355" y="98774"/>
                      </a:lnTo>
                      <a:lnTo>
                        <a:pt x="168402" y="102394"/>
                      </a:lnTo>
                      <a:close/>
                      <a:moveTo>
                        <a:pt x="168402" y="137541"/>
                      </a:moveTo>
                      <a:lnTo>
                        <a:pt x="169736" y="132017"/>
                      </a:lnTo>
                      <a:lnTo>
                        <a:pt x="168402" y="130683"/>
                      </a:lnTo>
                      <a:lnTo>
                        <a:pt x="168402" y="137541"/>
                      </a:lnTo>
                      <a:close/>
                      <a:moveTo>
                        <a:pt x="183928" y="281845"/>
                      </a:moveTo>
                      <a:cubicBezTo>
                        <a:pt x="183928" y="281845"/>
                        <a:pt x="185452" y="282321"/>
                        <a:pt x="187547" y="283178"/>
                      </a:cubicBezTo>
                      <a:lnTo>
                        <a:pt x="188881" y="281845"/>
                      </a:lnTo>
                      <a:lnTo>
                        <a:pt x="183833" y="276796"/>
                      </a:lnTo>
                      <a:lnTo>
                        <a:pt x="191167" y="279559"/>
                      </a:lnTo>
                      <a:cubicBezTo>
                        <a:pt x="187166" y="283559"/>
                        <a:pt x="184690" y="285464"/>
                        <a:pt x="183833" y="285464"/>
                      </a:cubicBezTo>
                      <a:lnTo>
                        <a:pt x="183833" y="281845"/>
                      </a:lnTo>
                      <a:close/>
                      <a:moveTo>
                        <a:pt x="197644" y="193738"/>
                      </a:moveTo>
                      <a:cubicBezTo>
                        <a:pt x="200978" y="192215"/>
                        <a:pt x="202406" y="189357"/>
                        <a:pt x="201740" y="185071"/>
                      </a:cubicBezTo>
                      <a:cubicBezTo>
                        <a:pt x="197167" y="186309"/>
                        <a:pt x="194882" y="188690"/>
                        <a:pt x="194882" y="192405"/>
                      </a:cubicBezTo>
                      <a:cubicBezTo>
                        <a:pt x="196120" y="193643"/>
                        <a:pt x="196977" y="194120"/>
                        <a:pt x="197644" y="193738"/>
                      </a:cubicBezTo>
                      <a:close/>
                      <a:moveTo>
                        <a:pt x="201740" y="124778"/>
                      </a:moveTo>
                      <a:lnTo>
                        <a:pt x="196310" y="124778"/>
                      </a:lnTo>
                      <a:lnTo>
                        <a:pt x="197644" y="137541"/>
                      </a:lnTo>
                      <a:lnTo>
                        <a:pt x="201740" y="124778"/>
                      </a:lnTo>
                      <a:close/>
                      <a:moveTo>
                        <a:pt x="201740" y="171355"/>
                      </a:moveTo>
                      <a:cubicBezTo>
                        <a:pt x="201168" y="170117"/>
                        <a:pt x="200882" y="169069"/>
                        <a:pt x="200882" y="168116"/>
                      </a:cubicBezTo>
                      <a:cubicBezTo>
                        <a:pt x="200882" y="165735"/>
                        <a:pt x="202597" y="164497"/>
                        <a:pt x="205835" y="164497"/>
                      </a:cubicBezTo>
                      <a:lnTo>
                        <a:pt x="209074" y="164021"/>
                      </a:lnTo>
                      <a:lnTo>
                        <a:pt x="209074" y="162211"/>
                      </a:lnTo>
                      <a:cubicBezTo>
                        <a:pt x="208217" y="161925"/>
                        <a:pt x="207264" y="161734"/>
                        <a:pt x="206312" y="161734"/>
                      </a:cubicBezTo>
                      <a:cubicBezTo>
                        <a:pt x="204216" y="161734"/>
                        <a:pt x="202216" y="162782"/>
                        <a:pt x="200406" y="164973"/>
                      </a:cubicBezTo>
                      <a:cubicBezTo>
                        <a:pt x="198596" y="167069"/>
                        <a:pt x="197644" y="169259"/>
                        <a:pt x="197644" y="171355"/>
                      </a:cubicBezTo>
                      <a:lnTo>
                        <a:pt x="201740" y="171355"/>
                      </a:lnTo>
                      <a:close/>
                      <a:moveTo>
                        <a:pt x="203549" y="248126"/>
                      </a:moveTo>
                      <a:cubicBezTo>
                        <a:pt x="203549" y="248126"/>
                        <a:pt x="204121" y="246602"/>
                        <a:pt x="205359" y="244507"/>
                      </a:cubicBezTo>
                      <a:cubicBezTo>
                        <a:pt x="203549" y="244221"/>
                        <a:pt x="202406" y="244697"/>
                        <a:pt x="201930" y="245840"/>
                      </a:cubicBezTo>
                      <a:cubicBezTo>
                        <a:pt x="201454" y="247079"/>
                        <a:pt x="200787" y="247841"/>
                        <a:pt x="199834" y="248126"/>
                      </a:cubicBezTo>
                      <a:lnTo>
                        <a:pt x="203454" y="248126"/>
                      </a:lnTo>
                      <a:close/>
                      <a:moveTo>
                        <a:pt x="205359" y="53150"/>
                      </a:moveTo>
                      <a:lnTo>
                        <a:pt x="208979" y="49435"/>
                      </a:lnTo>
                      <a:lnTo>
                        <a:pt x="203549" y="44387"/>
                      </a:lnTo>
                      <a:lnTo>
                        <a:pt x="206788" y="40767"/>
                      </a:lnTo>
                      <a:lnTo>
                        <a:pt x="212693" y="51721"/>
                      </a:lnTo>
                      <a:lnTo>
                        <a:pt x="205359" y="53150"/>
                      </a:lnTo>
                      <a:close/>
                      <a:moveTo>
                        <a:pt x="227743" y="276892"/>
                      </a:moveTo>
                      <a:lnTo>
                        <a:pt x="227743" y="270986"/>
                      </a:lnTo>
                      <a:cubicBezTo>
                        <a:pt x="228409" y="270986"/>
                        <a:pt x="227171" y="271748"/>
                        <a:pt x="224123" y="273272"/>
                      </a:cubicBezTo>
                      <a:cubicBezTo>
                        <a:pt x="223171" y="272701"/>
                        <a:pt x="222218" y="271558"/>
                        <a:pt x="221075" y="270034"/>
                      </a:cubicBezTo>
                      <a:cubicBezTo>
                        <a:pt x="220028" y="268510"/>
                        <a:pt x="219170" y="267748"/>
                        <a:pt x="218599" y="267748"/>
                      </a:cubicBezTo>
                      <a:cubicBezTo>
                        <a:pt x="217742" y="267748"/>
                        <a:pt x="216599" y="268319"/>
                        <a:pt x="215360" y="269558"/>
                      </a:cubicBezTo>
                      <a:lnTo>
                        <a:pt x="227647" y="276892"/>
                      </a:lnTo>
                      <a:close/>
                      <a:moveTo>
                        <a:pt x="238696" y="274606"/>
                      </a:moveTo>
                      <a:cubicBezTo>
                        <a:pt x="239268" y="274606"/>
                        <a:pt x="239268" y="274320"/>
                        <a:pt x="238696" y="273653"/>
                      </a:cubicBezTo>
                      <a:lnTo>
                        <a:pt x="236887" y="262223"/>
                      </a:lnTo>
                      <a:cubicBezTo>
                        <a:pt x="235649" y="263462"/>
                        <a:pt x="235077" y="264605"/>
                        <a:pt x="235077" y="265843"/>
                      </a:cubicBezTo>
                      <a:cubicBezTo>
                        <a:pt x="235077" y="264890"/>
                        <a:pt x="236220" y="267557"/>
                        <a:pt x="238696" y="273653"/>
                      </a:cubicBezTo>
                      <a:lnTo>
                        <a:pt x="238696" y="274606"/>
                      </a:lnTo>
                      <a:close/>
                      <a:moveTo>
                        <a:pt x="259271" y="1524"/>
                      </a:moveTo>
                      <a:lnTo>
                        <a:pt x="259271" y="5620"/>
                      </a:lnTo>
                      <a:lnTo>
                        <a:pt x="252889" y="5620"/>
                      </a:lnTo>
                      <a:lnTo>
                        <a:pt x="259271" y="1524"/>
                      </a:lnTo>
                      <a:close/>
                      <a:moveTo>
                        <a:pt x="262890" y="74581"/>
                      </a:moveTo>
                      <a:lnTo>
                        <a:pt x="257842" y="79629"/>
                      </a:lnTo>
                      <a:lnTo>
                        <a:pt x="262890" y="72295"/>
                      </a:lnTo>
                      <a:lnTo>
                        <a:pt x="262890" y="74581"/>
                      </a:lnTo>
                      <a:close/>
                      <a:moveTo>
                        <a:pt x="289370" y="154972"/>
                      </a:moveTo>
                      <a:lnTo>
                        <a:pt x="285750" y="158591"/>
                      </a:lnTo>
                      <a:lnTo>
                        <a:pt x="282988" y="158591"/>
                      </a:lnTo>
                      <a:lnTo>
                        <a:pt x="289370" y="154972"/>
                      </a:lnTo>
                      <a:close/>
                      <a:moveTo>
                        <a:pt x="288036" y="78296"/>
                      </a:moveTo>
                      <a:cubicBezTo>
                        <a:pt x="287084" y="78867"/>
                        <a:pt x="286607" y="78105"/>
                        <a:pt x="286417" y="75819"/>
                      </a:cubicBezTo>
                      <a:cubicBezTo>
                        <a:pt x="286226" y="73533"/>
                        <a:pt x="286036" y="72390"/>
                        <a:pt x="285750" y="72390"/>
                      </a:cubicBezTo>
                      <a:lnTo>
                        <a:pt x="288036" y="72390"/>
                      </a:lnTo>
                      <a:lnTo>
                        <a:pt x="288036" y="78296"/>
                      </a:lnTo>
                      <a:close/>
                      <a:moveTo>
                        <a:pt x="354711" y="40862"/>
                      </a:moveTo>
                      <a:cubicBezTo>
                        <a:pt x="354425" y="39624"/>
                        <a:pt x="354711" y="38386"/>
                        <a:pt x="355378" y="36957"/>
                      </a:cubicBezTo>
                      <a:cubicBezTo>
                        <a:pt x="356140" y="35624"/>
                        <a:pt x="357092" y="35052"/>
                        <a:pt x="358330" y="35338"/>
                      </a:cubicBezTo>
                      <a:lnTo>
                        <a:pt x="358330" y="40862"/>
                      </a:lnTo>
                      <a:lnTo>
                        <a:pt x="354711" y="40862"/>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 name="Google Shape;744;p99"/>
                <p:cNvSpPr/>
                <p:nvPr/>
              </p:nvSpPr>
              <p:spPr>
                <a:xfrm>
                  <a:off x="3654075" y="2670905"/>
                  <a:ext cx="311086" cy="425576"/>
                </a:xfrm>
                <a:custGeom>
                  <a:avLst/>
                  <a:gdLst/>
                  <a:ahLst/>
                  <a:cxnLst/>
                  <a:rect l="l" t="t" r="r" b="b"/>
                  <a:pathLst>
                    <a:path w="311086" h="425576" extrusionOk="0">
                      <a:moveTo>
                        <a:pt x="263461" y="205359"/>
                      </a:moveTo>
                      <a:cubicBezTo>
                        <a:pt x="263747" y="203835"/>
                        <a:pt x="263176" y="202597"/>
                        <a:pt x="261652" y="201739"/>
                      </a:cubicBezTo>
                      <a:lnTo>
                        <a:pt x="260318" y="201739"/>
                      </a:lnTo>
                      <a:cubicBezTo>
                        <a:pt x="260985" y="202597"/>
                        <a:pt x="261271" y="203549"/>
                        <a:pt x="261271" y="204406"/>
                      </a:cubicBezTo>
                      <a:cubicBezTo>
                        <a:pt x="261271" y="205645"/>
                        <a:pt x="260413" y="207645"/>
                        <a:pt x="258794" y="210312"/>
                      </a:cubicBezTo>
                      <a:cubicBezTo>
                        <a:pt x="257080" y="213074"/>
                        <a:pt x="256318" y="215170"/>
                        <a:pt x="256318" y="216694"/>
                      </a:cubicBezTo>
                      <a:cubicBezTo>
                        <a:pt x="256318" y="218884"/>
                        <a:pt x="257651" y="220789"/>
                        <a:pt x="260413" y="222599"/>
                      </a:cubicBezTo>
                      <a:cubicBezTo>
                        <a:pt x="260413" y="223171"/>
                        <a:pt x="259651" y="224695"/>
                        <a:pt x="258127" y="226981"/>
                      </a:cubicBezTo>
                      <a:cubicBezTo>
                        <a:pt x="256604" y="229267"/>
                        <a:pt x="256127" y="231362"/>
                        <a:pt x="256794" y="233172"/>
                      </a:cubicBezTo>
                      <a:lnTo>
                        <a:pt x="258127" y="234505"/>
                      </a:lnTo>
                      <a:cubicBezTo>
                        <a:pt x="256604" y="236029"/>
                        <a:pt x="254508" y="236792"/>
                        <a:pt x="251746" y="236792"/>
                      </a:cubicBezTo>
                      <a:lnTo>
                        <a:pt x="244411" y="236792"/>
                      </a:lnTo>
                      <a:cubicBezTo>
                        <a:pt x="243459" y="235267"/>
                        <a:pt x="242602" y="233839"/>
                        <a:pt x="241649" y="232410"/>
                      </a:cubicBezTo>
                      <a:cubicBezTo>
                        <a:pt x="240697" y="231076"/>
                        <a:pt x="239173" y="230696"/>
                        <a:pt x="237077" y="231267"/>
                      </a:cubicBezTo>
                      <a:cubicBezTo>
                        <a:pt x="234601" y="233648"/>
                        <a:pt x="233363" y="235648"/>
                        <a:pt x="233363" y="237172"/>
                      </a:cubicBezTo>
                      <a:cubicBezTo>
                        <a:pt x="233363" y="238696"/>
                        <a:pt x="236125" y="239839"/>
                        <a:pt x="241840" y="240601"/>
                      </a:cubicBezTo>
                      <a:cubicBezTo>
                        <a:pt x="247459" y="241363"/>
                        <a:pt x="250793" y="242983"/>
                        <a:pt x="251650" y="245364"/>
                      </a:cubicBezTo>
                      <a:lnTo>
                        <a:pt x="256699" y="240316"/>
                      </a:lnTo>
                      <a:lnTo>
                        <a:pt x="254413" y="266795"/>
                      </a:lnTo>
                      <a:cubicBezTo>
                        <a:pt x="254413" y="263462"/>
                        <a:pt x="253936" y="261461"/>
                        <a:pt x="252984" y="260890"/>
                      </a:cubicBezTo>
                      <a:cubicBezTo>
                        <a:pt x="253270" y="260890"/>
                        <a:pt x="251650" y="262128"/>
                        <a:pt x="248031" y="264509"/>
                      </a:cubicBezTo>
                      <a:cubicBezTo>
                        <a:pt x="250126" y="266700"/>
                        <a:pt x="254222" y="274892"/>
                        <a:pt x="260318" y="289179"/>
                      </a:cubicBezTo>
                      <a:cubicBezTo>
                        <a:pt x="258509" y="288893"/>
                        <a:pt x="256032" y="287179"/>
                        <a:pt x="252984" y="284131"/>
                      </a:cubicBezTo>
                      <a:cubicBezTo>
                        <a:pt x="253270" y="288703"/>
                        <a:pt x="253651" y="293465"/>
                        <a:pt x="254127" y="298323"/>
                      </a:cubicBezTo>
                      <a:cubicBezTo>
                        <a:pt x="254508" y="303181"/>
                        <a:pt x="255842" y="307753"/>
                        <a:pt x="258032" y="312039"/>
                      </a:cubicBezTo>
                      <a:cubicBezTo>
                        <a:pt x="254984" y="316897"/>
                        <a:pt x="251936" y="317563"/>
                        <a:pt x="248888" y="313849"/>
                      </a:cubicBezTo>
                      <a:cubicBezTo>
                        <a:pt x="246793" y="311087"/>
                        <a:pt x="245269" y="312896"/>
                        <a:pt x="244316" y="319373"/>
                      </a:cubicBezTo>
                      <a:cubicBezTo>
                        <a:pt x="244888" y="321469"/>
                        <a:pt x="246221" y="322707"/>
                        <a:pt x="248221" y="322993"/>
                      </a:cubicBezTo>
                      <a:cubicBezTo>
                        <a:pt x="250222" y="323279"/>
                        <a:pt x="251174" y="323659"/>
                        <a:pt x="251174" y="323945"/>
                      </a:cubicBezTo>
                      <a:cubicBezTo>
                        <a:pt x="251174" y="324517"/>
                        <a:pt x="250603" y="325946"/>
                        <a:pt x="249364" y="328041"/>
                      </a:cubicBezTo>
                      <a:cubicBezTo>
                        <a:pt x="242316" y="330803"/>
                        <a:pt x="237744" y="335089"/>
                        <a:pt x="235648" y="341090"/>
                      </a:cubicBezTo>
                      <a:cubicBezTo>
                        <a:pt x="233458" y="346996"/>
                        <a:pt x="228790" y="351472"/>
                        <a:pt x="221456" y="354616"/>
                      </a:cubicBezTo>
                      <a:cubicBezTo>
                        <a:pt x="220218" y="356425"/>
                        <a:pt x="217837" y="358140"/>
                        <a:pt x="214313" y="359855"/>
                      </a:cubicBezTo>
                      <a:cubicBezTo>
                        <a:pt x="210884" y="361569"/>
                        <a:pt x="207835" y="362045"/>
                        <a:pt x="205454" y="361474"/>
                      </a:cubicBezTo>
                      <a:lnTo>
                        <a:pt x="198596" y="370141"/>
                      </a:lnTo>
                      <a:lnTo>
                        <a:pt x="200025" y="372428"/>
                      </a:lnTo>
                      <a:cubicBezTo>
                        <a:pt x="190595" y="368808"/>
                        <a:pt x="180213" y="366808"/>
                        <a:pt x="168973" y="366522"/>
                      </a:cubicBezTo>
                      <a:lnTo>
                        <a:pt x="157543" y="366522"/>
                      </a:lnTo>
                      <a:cubicBezTo>
                        <a:pt x="149923" y="366522"/>
                        <a:pt x="143065" y="366046"/>
                        <a:pt x="136969" y="365188"/>
                      </a:cubicBezTo>
                      <a:cubicBezTo>
                        <a:pt x="134588" y="360331"/>
                        <a:pt x="131826" y="357854"/>
                        <a:pt x="128778" y="357854"/>
                      </a:cubicBezTo>
                      <a:cubicBezTo>
                        <a:pt x="126682" y="357854"/>
                        <a:pt x="123444" y="359283"/>
                        <a:pt x="119158" y="362236"/>
                      </a:cubicBezTo>
                      <a:cubicBezTo>
                        <a:pt x="114871" y="365188"/>
                        <a:pt x="111347" y="366522"/>
                        <a:pt x="108680" y="366522"/>
                      </a:cubicBezTo>
                      <a:cubicBezTo>
                        <a:pt x="107442" y="366522"/>
                        <a:pt x="106394" y="366427"/>
                        <a:pt x="105537" y="366046"/>
                      </a:cubicBezTo>
                      <a:cubicBezTo>
                        <a:pt x="53816" y="366046"/>
                        <a:pt x="21907" y="365570"/>
                        <a:pt x="10096" y="364712"/>
                      </a:cubicBezTo>
                      <a:cubicBezTo>
                        <a:pt x="5525" y="359855"/>
                        <a:pt x="3238" y="351472"/>
                        <a:pt x="3238" y="339662"/>
                      </a:cubicBezTo>
                      <a:lnTo>
                        <a:pt x="3238" y="322802"/>
                      </a:lnTo>
                      <a:cubicBezTo>
                        <a:pt x="3238" y="314611"/>
                        <a:pt x="2191" y="308515"/>
                        <a:pt x="0" y="304514"/>
                      </a:cubicBezTo>
                      <a:cubicBezTo>
                        <a:pt x="3334" y="292989"/>
                        <a:pt x="5048" y="279749"/>
                        <a:pt x="5048" y="264795"/>
                      </a:cubicBezTo>
                      <a:cubicBezTo>
                        <a:pt x="5048" y="257175"/>
                        <a:pt x="4286" y="243173"/>
                        <a:pt x="2762" y="222790"/>
                      </a:cubicBezTo>
                      <a:cubicBezTo>
                        <a:pt x="1238" y="205168"/>
                        <a:pt x="762" y="191357"/>
                        <a:pt x="1429" y="181261"/>
                      </a:cubicBezTo>
                      <a:lnTo>
                        <a:pt x="1429" y="175355"/>
                      </a:lnTo>
                      <a:cubicBezTo>
                        <a:pt x="1429" y="172307"/>
                        <a:pt x="2667" y="169735"/>
                        <a:pt x="5048" y="167545"/>
                      </a:cubicBezTo>
                      <a:cubicBezTo>
                        <a:pt x="4763" y="164211"/>
                        <a:pt x="4572" y="160592"/>
                        <a:pt x="4572" y="156591"/>
                      </a:cubicBezTo>
                      <a:cubicBezTo>
                        <a:pt x="4572" y="152590"/>
                        <a:pt x="4858" y="146971"/>
                        <a:pt x="5239" y="139446"/>
                      </a:cubicBezTo>
                      <a:cubicBezTo>
                        <a:pt x="5715" y="132017"/>
                        <a:pt x="5905" y="126778"/>
                        <a:pt x="5905" y="123730"/>
                      </a:cubicBezTo>
                      <a:cubicBezTo>
                        <a:pt x="5905" y="115824"/>
                        <a:pt x="4858" y="109918"/>
                        <a:pt x="2667" y="105918"/>
                      </a:cubicBezTo>
                      <a:cubicBezTo>
                        <a:pt x="1429" y="100108"/>
                        <a:pt x="857" y="93726"/>
                        <a:pt x="857" y="86773"/>
                      </a:cubicBezTo>
                      <a:cubicBezTo>
                        <a:pt x="857" y="79819"/>
                        <a:pt x="1714" y="69723"/>
                        <a:pt x="3334" y="55531"/>
                      </a:cubicBezTo>
                      <a:cubicBezTo>
                        <a:pt x="5048" y="41338"/>
                        <a:pt x="5810" y="30575"/>
                        <a:pt x="5810" y="22860"/>
                      </a:cubicBezTo>
                      <a:cubicBezTo>
                        <a:pt x="5810" y="18002"/>
                        <a:pt x="5525" y="13430"/>
                        <a:pt x="4858" y="9144"/>
                      </a:cubicBezTo>
                      <a:cubicBezTo>
                        <a:pt x="8192" y="6382"/>
                        <a:pt x="17050" y="3334"/>
                        <a:pt x="31337" y="0"/>
                      </a:cubicBezTo>
                      <a:lnTo>
                        <a:pt x="110395" y="2286"/>
                      </a:lnTo>
                      <a:cubicBezTo>
                        <a:pt x="115538" y="4096"/>
                        <a:pt x="118015" y="8954"/>
                        <a:pt x="117634" y="16859"/>
                      </a:cubicBezTo>
                      <a:cubicBezTo>
                        <a:pt x="117348" y="26289"/>
                        <a:pt x="117919" y="31909"/>
                        <a:pt x="119539" y="33814"/>
                      </a:cubicBezTo>
                      <a:cubicBezTo>
                        <a:pt x="123158" y="35052"/>
                        <a:pt x="126016" y="32575"/>
                        <a:pt x="128206" y="26479"/>
                      </a:cubicBezTo>
                      <a:cubicBezTo>
                        <a:pt x="128206" y="25622"/>
                        <a:pt x="127730" y="23622"/>
                        <a:pt x="126778" y="20574"/>
                      </a:cubicBezTo>
                      <a:cubicBezTo>
                        <a:pt x="125825" y="17526"/>
                        <a:pt x="125444" y="15240"/>
                        <a:pt x="125444" y="13716"/>
                      </a:cubicBezTo>
                      <a:cubicBezTo>
                        <a:pt x="125444" y="9715"/>
                        <a:pt x="128016" y="7620"/>
                        <a:pt x="133255" y="7334"/>
                      </a:cubicBezTo>
                      <a:cubicBezTo>
                        <a:pt x="134493" y="8572"/>
                        <a:pt x="135731" y="9144"/>
                        <a:pt x="136874" y="9144"/>
                      </a:cubicBezTo>
                      <a:cubicBezTo>
                        <a:pt x="140303" y="9144"/>
                        <a:pt x="142494" y="6858"/>
                        <a:pt x="143732" y="2286"/>
                      </a:cubicBezTo>
                      <a:lnTo>
                        <a:pt x="207645" y="3619"/>
                      </a:lnTo>
                      <a:cubicBezTo>
                        <a:pt x="208883" y="6667"/>
                        <a:pt x="210788" y="8096"/>
                        <a:pt x="213360" y="7715"/>
                      </a:cubicBezTo>
                      <a:cubicBezTo>
                        <a:pt x="215932" y="7429"/>
                        <a:pt x="217837" y="7906"/>
                        <a:pt x="219075" y="9049"/>
                      </a:cubicBezTo>
                      <a:cubicBezTo>
                        <a:pt x="228790" y="12097"/>
                        <a:pt x="236696" y="18193"/>
                        <a:pt x="242792" y="27337"/>
                      </a:cubicBezTo>
                      <a:cubicBezTo>
                        <a:pt x="247650" y="35242"/>
                        <a:pt x="252698" y="43339"/>
                        <a:pt x="257842" y="51530"/>
                      </a:cubicBezTo>
                      <a:cubicBezTo>
                        <a:pt x="255365" y="59722"/>
                        <a:pt x="254222" y="68771"/>
                        <a:pt x="254222" y="78486"/>
                      </a:cubicBezTo>
                      <a:cubicBezTo>
                        <a:pt x="254222" y="87058"/>
                        <a:pt x="255746" y="100013"/>
                        <a:pt x="258794" y="117538"/>
                      </a:cubicBezTo>
                      <a:cubicBezTo>
                        <a:pt x="261842" y="135064"/>
                        <a:pt x="263366" y="148400"/>
                        <a:pt x="263366" y="157448"/>
                      </a:cubicBezTo>
                      <a:cubicBezTo>
                        <a:pt x="263366" y="166497"/>
                        <a:pt x="262318" y="175260"/>
                        <a:pt x="260128" y="183451"/>
                      </a:cubicBezTo>
                      <a:lnTo>
                        <a:pt x="266986" y="187071"/>
                      </a:lnTo>
                      <a:cubicBezTo>
                        <a:pt x="264890" y="187357"/>
                        <a:pt x="261842" y="189071"/>
                        <a:pt x="257842" y="192119"/>
                      </a:cubicBezTo>
                      <a:cubicBezTo>
                        <a:pt x="257175" y="193358"/>
                        <a:pt x="256889" y="194405"/>
                        <a:pt x="256889" y="195263"/>
                      </a:cubicBezTo>
                      <a:cubicBezTo>
                        <a:pt x="256889" y="197072"/>
                        <a:pt x="258413" y="198406"/>
                        <a:pt x="261461" y="199168"/>
                      </a:cubicBezTo>
                      <a:cubicBezTo>
                        <a:pt x="264509" y="199930"/>
                        <a:pt x="266319" y="200596"/>
                        <a:pt x="266986" y="201263"/>
                      </a:cubicBezTo>
                      <a:lnTo>
                        <a:pt x="263366" y="204883"/>
                      </a:lnTo>
                      <a:close/>
                      <a:moveTo>
                        <a:pt x="27813" y="123158"/>
                      </a:moveTo>
                      <a:cubicBezTo>
                        <a:pt x="30194" y="121063"/>
                        <a:pt x="31909" y="120205"/>
                        <a:pt x="32861" y="120491"/>
                      </a:cubicBezTo>
                      <a:cubicBezTo>
                        <a:pt x="31909" y="119634"/>
                        <a:pt x="31432" y="118300"/>
                        <a:pt x="31432" y="116586"/>
                      </a:cubicBezTo>
                      <a:cubicBezTo>
                        <a:pt x="31718" y="114300"/>
                        <a:pt x="31718" y="112776"/>
                        <a:pt x="31432" y="112204"/>
                      </a:cubicBezTo>
                      <a:cubicBezTo>
                        <a:pt x="28956" y="114014"/>
                        <a:pt x="27813" y="117634"/>
                        <a:pt x="27813" y="123158"/>
                      </a:cubicBezTo>
                      <a:close/>
                      <a:moveTo>
                        <a:pt x="244316" y="247364"/>
                      </a:moveTo>
                      <a:cubicBezTo>
                        <a:pt x="239459" y="244316"/>
                        <a:pt x="234696" y="241268"/>
                        <a:pt x="230124" y="238220"/>
                      </a:cubicBezTo>
                      <a:cubicBezTo>
                        <a:pt x="224028" y="234601"/>
                        <a:pt x="218694" y="233363"/>
                        <a:pt x="214122" y="234601"/>
                      </a:cubicBezTo>
                      <a:cubicBezTo>
                        <a:pt x="212026" y="231267"/>
                        <a:pt x="207169" y="229267"/>
                        <a:pt x="199739" y="228695"/>
                      </a:cubicBezTo>
                      <a:cubicBezTo>
                        <a:pt x="192310" y="228124"/>
                        <a:pt x="187071" y="225362"/>
                        <a:pt x="184023" y="220504"/>
                      </a:cubicBezTo>
                      <a:lnTo>
                        <a:pt x="187642" y="216884"/>
                      </a:lnTo>
                      <a:lnTo>
                        <a:pt x="182594" y="211836"/>
                      </a:lnTo>
                      <a:cubicBezTo>
                        <a:pt x="182594" y="198406"/>
                        <a:pt x="182785" y="184880"/>
                        <a:pt x="183071" y="171164"/>
                      </a:cubicBezTo>
                      <a:cubicBezTo>
                        <a:pt x="183071" y="155067"/>
                        <a:pt x="184118" y="141637"/>
                        <a:pt x="186309" y="130969"/>
                      </a:cubicBezTo>
                      <a:cubicBezTo>
                        <a:pt x="185071" y="128588"/>
                        <a:pt x="184499" y="125349"/>
                        <a:pt x="184499" y="121444"/>
                      </a:cubicBezTo>
                      <a:cubicBezTo>
                        <a:pt x="184499" y="117824"/>
                        <a:pt x="185166" y="114776"/>
                        <a:pt x="186309" y="112300"/>
                      </a:cubicBezTo>
                      <a:cubicBezTo>
                        <a:pt x="186595" y="108394"/>
                        <a:pt x="189929" y="107442"/>
                        <a:pt x="196310" y="109538"/>
                      </a:cubicBezTo>
                      <a:lnTo>
                        <a:pt x="196310" y="110014"/>
                      </a:lnTo>
                      <a:cubicBezTo>
                        <a:pt x="196882" y="110300"/>
                        <a:pt x="196882" y="110204"/>
                        <a:pt x="196310" y="109538"/>
                      </a:cubicBezTo>
                      <a:lnTo>
                        <a:pt x="200025" y="104489"/>
                      </a:lnTo>
                      <a:cubicBezTo>
                        <a:pt x="199072" y="102394"/>
                        <a:pt x="197453" y="102108"/>
                        <a:pt x="194977" y="103632"/>
                      </a:cubicBezTo>
                      <a:cubicBezTo>
                        <a:pt x="192500" y="105156"/>
                        <a:pt x="191262" y="104204"/>
                        <a:pt x="191262" y="100870"/>
                      </a:cubicBezTo>
                      <a:lnTo>
                        <a:pt x="184023" y="103156"/>
                      </a:lnTo>
                      <a:cubicBezTo>
                        <a:pt x="184023" y="91630"/>
                        <a:pt x="183547" y="85058"/>
                        <a:pt x="182594" y="83534"/>
                      </a:cubicBezTo>
                      <a:cubicBezTo>
                        <a:pt x="170688" y="76200"/>
                        <a:pt x="157448" y="72580"/>
                        <a:pt x="142875" y="72580"/>
                      </a:cubicBezTo>
                      <a:cubicBezTo>
                        <a:pt x="140113" y="72580"/>
                        <a:pt x="137350" y="72771"/>
                        <a:pt x="134684" y="73057"/>
                      </a:cubicBezTo>
                      <a:cubicBezTo>
                        <a:pt x="128873" y="71818"/>
                        <a:pt x="126016" y="67723"/>
                        <a:pt x="126016" y="60769"/>
                      </a:cubicBezTo>
                      <a:lnTo>
                        <a:pt x="126016" y="55245"/>
                      </a:lnTo>
                      <a:cubicBezTo>
                        <a:pt x="126301" y="52483"/>
                        <a:pt x="126492" y="50578"/>
                        <a:pt x="126492" y="49339"/>
                      </a:cubicBezTo>
                      <a:cubicBezTo>
                        <a:pt x="126492" y="46006"/>
                        <a:pt x="125921" y="43434"/>
                        <a:pt x="124682" y="41529"/>
                      </a:cubicBezTo>
                      <a:cubicBezTo>
                        <a:pt x="122492" y="44863"/>
                        <a:pt x="120967" y="50197"/>
                        <a:pt x="120110" y="57531"/>
                      </a:cubicBezTo>
                      <a:cubicBezTo>
                        <a:pt x="119253" y="64865"/>
                        <a:pt x="117824" y="70675"/>
                        <a:pt x="116014" y="74867"/>
                      </a:cubicBezTo>
                      <a:cubicBezTo>
                        <a:pt x="109633" y="75247"/>
                        <a:pt x="101251" y="74581"/>
                        <a:pt x="90868" y="73057"/>
                      </a:cubicBezTo>
                      <a:cubicBezTo>
                        <a:pt x="80200" y="71533"/>
                        <a:pt x="74867" y="75914"/>
                        <a:pt x="74867" y="86296"/>
                      </a:cubicBezTo>
                      <a:cubicBezTo>
                        <a:pt x="74867" y="88678"/>
                        <a:pt x="75247" y="92392"/>
                        <a:pt x="76009" y="97250"/>
                      </a:cubicBezTo>
                      <a:cubicBezTo>
                        <a:pt x="76771" y="102108"/>
                        <a:pt x="77152" y="105156"/>
                        <a:pt x="77152" y="106394"/>
                      </a:cubicBezTo>
                      <a:cubicBezTo>
                        <a:pt x="74771" y="110680"/>
                        <a:pt x="73533" y="114205"/>
                        <a:pt x="73533" y="116872"/>
                      </a:cubicBezTo>
                      <a:cubicBezTo>
                        <a:pt x="73533" y="119539"/>
                        <a:pt x="74771" y="121920"/>
                        <a:pt x="77152" y="123730"/>
                      </a:cubicBezTo>
                      <a:cubicBezTo>
                        <a:pt x="73819" y="124968"/>
                        <a:pt x="72104" y="127540"/>
                        <a:pt x="72104" y="131540"/>
                      </a:cubicBezTo>
                      <a:lnTo>
                        <a:pt x="71628" y="141542"/>
                      </a:lnTo>
                      <a:cubicBezTo>
                        <a:pt x="68866" y="140017"/>
                        <a:pt x="67627" y="136684"/>
                        <a:pt x="68008" y="131540"/>
                      </a:cubicBezTo>
                      <a:cubicBezTo>
                        <a:pt x="68294" y="126397"/>
                        <a:pt x="67818" y="122872"/>
                        <a:pt x="66675" y="121063"/>
                      </a:cubicBezTo>
                      <a:cubicBezTo>
                        <a:pt x="63627" y="119539"/>
                        <a:pt x="57055" y="118777"/>
                        <a:pt x="47054" y="118777"/>
                      </a:cubicBezTo>
                      <a:lnTo>
                        <a:pt x="61627" y="132969"/>
                      </a:lnTo>
                      <a:cubicBezTo>
                        <a:pt x="64960" y="132017"/>
                        <a:pt x="66675" y="133159"/>
                        <a:pt x="66675" y="136208"/>
                      </a:cubicBezTo>
                      <a:lnTo>
                        <a:pt x="66675" y="139446"/>
                      </a:lnTo>
                      <a:cubicBezTo>
                        <a:pt x="66294" y="140970"/>
                        <a:pt x="66199" y="142208"/>
                        <a:pt x="66199" y="143161"/>
                      </a:cubicBezTo>
                      <a:cubicBezTo>
                        <a:pt x="66199" y="145542"/>
                        <a:pt x="66770" y="147542"/>
                        <a:pt x="68008" y="149066"/>
                      </a:cubicBezTo>
                      <a:lnTo>
                        <a:pt x="70294" y="146780"/>
                      </a:lnTo>
                      <a:cubicBezTo>
                        <a:pt x="75152" y="149542"/>
                        <a:pt x="77629" y="155353"/>
                        <a:pt x="77629" y="164116"/>
                      </a:cubicBezTo>
                      <a:lnTo>
                        <a:pt x="77152" y="184213"/>
                      </a:lnTo>
                      <a:cubicBezTo>
                        <a:pt x="76867" y="188785"/>
                        <a:pt x="76676" y="193834"/>
                        <a:pt x="76676" y="199263"/>
                      </a:cubicBezTo>
                      <a:cubicBezTo>
                        <a:pt x="76676" y="204692"/>
                        <a:pt x="76962" y="213074"/>
                        <a:pt x="77533" y="224123"/>
                      </a:cubicBezTo>
                      <a:cubicBezTo>
                        <a:pt x="78105" y="235267"/>
                        <a:pt x="78486" y="243554"/>
                        <a:pt x="78486" y="249079"/>
                      </a:cubicBezTo>
                      <a:cubicBezTo>
                        <a:pt x="78486" y="260033"/>
                        <a:pt x="77438" y="269938"/>
                        <a:pt x="75343" y="278797"/>
                      </a:cubicBezTo>
                      <a:cubicBezTo>
                        <a:pt x="74390" y="280892"/>
                        <a:pt x="75343" y="283845"/>
                        <a:pt x="78296" y="287464"/>
                      </a:cubicBezTo>
                      <a:cubicBezTo>
                        <a:pt x="81153" y="291084"/>
                        <a:pt x="82582" y="293560"/>
                        <a:pt x="82582" y="294799"/>
                      </a:cubicBezTo>
                      <a:cubicBezTo>
                        <a:pt x="82582" y="296323"/>
                        <a:pt x="80772" y="297751"/>
                        <a:pt x="77152" y="298894"/>
                      </a:cubicBezTo>
                      <a:cubicBezTo>
                        <a:pt x="80772" y="298894"/>
                        <a:pt x="83725" y="297751"/>
                        <a:pt x="85820" y="295275"/>
                      </a:cubicBezTo>
                      <a:cubicBezTo>
                        <a:pt x="87630" y="295275"/>
                        <a:pt x="90678" y="294989"/>
                        <a:pt x="94964" y="294608"/>
                      </a:cubicBezTo>
                      <a:cubicBezTo>
                        <a:pt x="99250" y="294132"/>
                        <a:pt x="102394" y="293942"/>
                        <a:pt x="104584" y="293942"/>
                      </a:cubicBezTo>
                      <a:cubicBezTo>
                        <a:pt x="111919" y="293942"/>
                        <a:pt x="116967" y="296132"/>
                        <a:pt x="119729" y="300323"/>
                      </a:cubicBezTo>
                      <a:cubicBezTo>
                        <a:pt x="116967" y="303657"/>
                        <a:pt x="117443" y="306610"/>
                        <a:pt x="121063" y="308991"/>
                      </a:cubicBezTo>
                      <a:cubicBezTo>
                        <a:pt x="120110" y="313849"/>
                        <a:pt x="119729" y="325088"/>
                        <a:pt x="119729" y="342709"/>
                      </a:cubicBezTo>
                      <a:cubicBezTo>
                        <a:pt x="117538" y="342709"/>
                        <a:pt x="116014" y="341567"/>
                        <a:pt x="114871" y="339090"/>
                      </a:cubicBezTo>
                      <a:cubicBezTo>
                        <a:pt x="113824" y="336613"/>
                        <a:pt x="112395" y="335471"/>
                        <a:pt x="110585" y="335471"/>
                      </a:cubicBezTo>
                      <a:cubicBezTo>
                        <a:pt x="111157" y="338233"/>
                        <a:pt x="113633" y="340995"/>
                        <a:pt x="118110" y="343948"/>
                      </a:cubicBezTo>
                      <a:cubicBezTo>
                        <a:pt x="122492" y="346805"/>
                        <a:pt x="124777" y="349472"/>
                        <a:pt x="124777" y="351949"/>
                      </a:cubicBezTo>
                      <a:cubicBezTo>
                        <a:pt x="124777" y="353473"/>
                        <a:pt x="124301" y="355187"/>
                        <a:pt x="123349" y="356997"/>
                      </a:cubicBezTo>
                      <a:cubicBezTo>
                        <a:pt x="126111" y="355187"/>
                        <a:pt x="128968" y="353377"/>
                        <a:pt x="132017" y="351568"/>
                      </a:cubicBezTo>
                      <a:lnTo>
                        <a:pt x="129730" y="351568"/>
                      </a:lnTo>
                      <a:cubicBezTo>
                        <a:pt x="127921" y="343662"/>
                        <a:pt x="124968" y="330708"/>
                        <a:pt x="121063" y="312706"/>
                      </a:cubicBezTo>
                      <a:cubicBezTo>
                        <a:pt x="123158" y="306038"/>
                        <a:pt x="128016" y="300514"/>
                        <a:pt x="135636" y="296323"/>
                      </a:cubicBezTo>
                      <a:cubicBezTo>
                        <a:pt x="137731" y="295370"/>
                        <a:pt x="144589" y="292703"/>
                        <a:pt x="156210" y="288036"/>
                      </a:cubicBezTo>
                      <a:cubicBezTo>
                        <a:pt x="157448" y="289846"/>
                        <a:pt x="157925" y="291084"/>
                        <a:pt x="157543" y="291751"/>
                      </a:cubicBezTo>
                      <a:lnTo>
                        <a:pt x="170307" y="293560"/>
                      </a:lnTo>
                      <a:cubicBezTo>
                        <a:pt x="170974" y="290513"/>
                        <a:pt x="170783" y="288036"/>
                        <a:pt x="169831" y="286036"/>
                      </a:cubicBezTo>
                      <a:cubicBezTo>
                        <a:pt x="168973" y="284035"/>
                        <a:pt x="168497" y="282416"/>
                        <a:pt x="168497" y="281273"/>
                      </a:cubicBezTo>
                      <a:cubicBezTo>
                        <a:pt x="170974" y="278511"/>
                        <a:pt x="175165" y="274892"/>
                        <a:pt x="181261" y="270319"/>
                      </a:cubicBezTo>
                      <a:lnTo>
                        <a:pt x="181261" y="277654"/>
                      </a:lnTo>
                      <a:cubicBezTo>
                        <a:pt x="184594" y="276130"/>
                        <a:pt x="186309" y="274130"/>
                        <a:pt x="186309" y="271748"/>
                      </a:cubicBezTo>
                      <a:cubicBezTo>
                        <a:pt x="186309" y="270510"/>
                        <a:pt x="185642" y="268605"/>
                        <a:pt x="184213" y="266033"/>
                      </a:cubicBezTo>
                      <a:cubicBezTo>
                        <a:pt x="182880" y="263462"/>
                        <a:pt x="182118" y="261842"/>
                        <a:pt x="182118" y="261271"/>
                      </a:cubicBezTo>
                      <a:cubicBezTo>
                        <a:pt x="182118" y="260033"/>
                        <a:pt x="182785" y="259175"/>
                        <a:pt x="183928" y="258509"/>
                      </a:cubicBezTo>
                      <a:lnTo>
                        <a:pt x="181165" y="246221"/>
                      </a:lnTo>
                      <a:cubicBezTo>
                        <a:pt x="179356" y="245650"/>
                        <a:pt x="176879" y="246031"/>
                        <a:pt x="173831" y="247650"/>
                      </a:cubicBezTo>
                      <a:cubicBezTo>
                        <a:pt x="169259" y="243745"/>
                        <a:pt x="167450" y="240316"/>
                        <a:pt x="168402" y="237649"/>
                      </a:cubicBezTo>
                      <a:cubicBezTo>
                        <a:pt x="168688" y="236696"/>
                        <a:pt x="170497" y="235934"/>
                        <a:pt x="173831" y="235363"/>
                      </a:cubicBezTo>
                      <a:cubicBezTo>
                        <a:pt x="174688" y="238125"/>
                        <a:pt x="175165" y="239363"/>
                        <a:pt x="175165" y="238982"/>
                      </a:cubicBezTo>
                      <a:cubicBezTo>
                        <a:pt x="185833" y="238030"/>
                        <a:pt x="194691" y="239744"/>
                        <a:pt x="201644" y="244030"/>
                      </a:cubicBezTo>
                      <a:cubicBezTo>
                        <a:pt x="201930" y="244983"/>
                        <a:pt x="202121" y="245840"/>
                        <a:pt x="202121" y="246793"/>
                      </a:cubicBezTo>
                      <a:cubicBezTo>
                        <a:pt x="202121" y="248031"/>
                        <a:pt x="201073" y="248984"/>
                        <a:pt x="198882" y="249555"/>
                      </a:cubicBezTo>
                      <a:cubicBezTo>
                        <a:pt x="196691" y="250126"/>
                        <a:pt x="195358" y="250793"/>
                        <a:pt x="194786" y="251365"/>
                      </a:cubicBezTo>
                      <a:lnTo>
                        <a:pt x="201644" y="251365"/>
                      </a:lnTo>
                      <a:cubicBezTo>
                        <a:pt x="203168" y="252317"/>
                        <a:pt x="203930" y="253937"/>
                        <a:pt x="203930" y="256413"/>
                      </a:cubicBezTo>
                      <a:cubicBezTo>
                        <a:pt x="206407" y="253651"/>
                        <a:pt x="208312" y="252317"/>
                        <a:pt x="209836" y="252317"/>
                      </a:cubicBezTo>
                      <a:cubicBezTo>
                        <a:pt x="211074" y="252317"/>
                        <a:pt x="212312" y="254317"/>
                        <a:pt x="213741" y="258509"/>
                      </a:cubicBezTo>
                      <a:cubicBezTo>
                        <a:pt x="215170" y="262604"/>
                        <a:pt x="216884" y="264985"/>
                        <a:pt x="218980" y="265557"/>
                      </a:cubicBezTo>
                      <a:lnTo>
                        <a:pt x="218980" y="251365"/>
                      </a:lnTo>
                      <a:cubicBezTo>
                        <a:pt x="220218" y="252603"/>
                        <a:pt x="221456" y="253175"/>
                        <a:pt x="222694" y="253175"/>
                      </a:cubicBezTo>
                      <a:cubicBezTo>
                        <a:pt x="223933" y="253175"/>
                        <a:pt x="225742" y="252508"/>
                        <a:pt x="228124" y="251365"/>
                      </a:cubicBezTo>
                      <a:cubicBezTo>
                        <a:pt x="230600" y="250126"/>
                        <a:pt x="232410" y="249650"/>
                        <a:pt x="233553" y="250031"/>
                      </a:cubicBezTo>
                      <a:cubicBezTo>
                        <a:pt x="234791" y="250984"/>
                        <a:pt x="235458" y="252031"/>
                        <a:pt x="235458" y="253270"/>
                      </a:cubicBezTo>
                      <a:cubicBezTo>
                        <a:pt x="235458" y="254222"/>
                        <a:pt x="234505" y="255556"/>
                        <a:pt x="232696" y="257365"/>
                      </a:cubicBezTo>
                      <a:cubicBezTo>
                        <a:pt x="230791" y="259175"/>
                        <a:pt x="229934" y="260699"/>
                        <a:pt x="229934" y="261938"/>
                      </a:cubicBezTo>
                      <a:lnTo>
                        <a:pt x="235458" y="261938"/>
                      </a:lnTo>
                      <a:lnTo>
                        <a:pt x="236792" y="246412"/>
                      </a:lnTo>
                      <a:lnTo>
                        <a:pt x="242697" y="251460"/>
                      </a:lnTo>
                      <a:cubicBezTo>
                        <a:pt x="242697" y="250222"/>
                        <a:pt x="243173" y="249174"/>
                        <a:pt x="244030" y="248221"/>
                      </a:cubicBezTo>
                      <a:cubicBezTo>
                        <a:pt x="244983" y="248507"/>
                        <a:pt x="246031" y="248984"/>
                        <a:pt x="247269" y="249650"/>
                      </a:cubicBezTo>
                      <a:cubicBezTo>
                        <a:pt x="249079" y="251460"/>
                        <a:pt x="249650" y="251650"/>
                        <a:pt x="249079" y="250126"/>
                      </a:cubicBezTo>
                      <a:cubicBezTo>
                        <a:pt x="248793" y="250126"/>
                        <a:pt x="248412" y="249936"/>
                        <a:pt x="248126" y="249650"/>
                      </a:cubicBezTo>
                      <a:lnTo>
                        <a:pt x="247269" y="249650"/>
                      </a:lnTo>
                      <a:cubicBezTo>
                        <a:pt x="245745" y="248126"/>
                        <a:pt x="244697" y="247650"/>
                        <a:pt x="244030" y="248221"/>
                      </a:cubicBezTo>
                      <a:close/>
                      <a:moveTo>
                        <a:pt x="132017" y="294894"/>
                      </a:moveTo>
                      <a:lnTo>
                        <a:pt x="132017" y="291275"/>
                      </a:lnTo>
                      <a:lnTo>
                        <a:pt x="134779" y="291275"/>
                      </a:lnTo>
                      <a:lnTo>
                        <a:pt x="132017" y="294894"/>
                      </a:lnTo>
                      <a:close/>
                      <a:moveTo>
                        <a:pt x="142494" y="337375"/>
                      </a:moveTo>
                      <a:lnTo>
                        <a:pt x="142494" y="333756"/>
                      </a:lnTo>
                      <a:cubicBezTo>
                        <a:pt x="141256" y="333184"/>
                        <a:pt x="139446" y="332422"/>
                        <a:pt x="136969" y="331470"/>
                      </a:cubicBezTo>
                      <a:cubicBezTo>
                        <a:pt x="136398" y="333280"/>
                        <a:pt x="136684" y="334899"/>
                        <a:pt x="137922" y="336233"/>
                      </a:cubicBezTo>
                      <a:cubicBezTo>
                        <a:pt x="139065" y="337566"/>
                        <a:pt x="140684" y="337947"/>
                        <a:pt x="142494" y="337375"/>
                      </a:cubicBezTo>
                      <a:close/>
                      <a:moveTo>
                        <a:pt x="143923" y="360236"/>
                      </a:moveTo>
                      <a:lnTo>
                        <a:pt x="147542" y="356616"/>
                      </a:lnTo>
                      <a:lnTo>
                        <a:pt x="143923" y="352520"/>
                      </a:lnTo>
                      <a:lnTo>
                        <a:pt x="143923" y="360331"/>
                      </a:lnTo>
                      <a:close/>
                      <a:moveTo>
                        <a:pt x="161258" y="347472"/>
                      </a:moveTo>
                      <a:cubicBezTo>
                        <a:pt x="161830" y="343186"/>
                        <a:pt x="161068" y="341090"/>
                        <a:pt x="158972" y="341090"/>
                      </a:cubicBezTo>
                      <a:cubicBezTo>
                        <a:pt x="157448" y="341090"/>
                        <a:pt x="155067" y="342138"/>
                        <a:pt x="151733" y="344329"/>
                      </a:cubicBezTo>
                      <a:cubicBezTo>
                        <a:pt x="148400" y="346519"/>
                        <a:pt x="146590" y="347472"/>
                        <a:pt x="146209" y="347472"/>
                      </a:cubicBezTo>
                      <a:cubicBezTo>
                        <a:pt x="147733" y="348996"/>
                        <a:pt x="149161" y="349758"/>
                        <a:pt x="150304" y="349758"/>
                      </a:cubicBezTo>
                      <a:cubicBezTo>
                        <a:pt x="151162" y="349758"/>
                        <a:pt x="152495" y="349091"/>
                        <a:pt x="153924" y="347663"/>
                      </a:cubicBezTo>
                      <a:cubicBezTo>
                        <a:pt x="155448" y="346329"/>
                        <a:pt x="156686" y="345662"/>
                        <a:pt x="157543" y="345662"/>
                      </a:cubicBezTo>
                      <a:cubicBezTo>
                        <a:pt x="158782" y="345662"/>
                        <a:pt x="160020" y="346234"/>
                        <a:pt x="161258" y="347472"/>
                      </a:cubicBezTo>
                      <a:close/>
                      <a:moveTo>
                        <a:pt x="156210" y="277177"/>
                      </a:moveTo>
                      <a:cubicBezTo>
                        <a:pt x="151924" y="273558"/>
                        <a:pt x="151543" y="270605"/>
                        <a:pt x="154876" y="268510"/>
                      </a:cubicBezTo>
                      <a:lnTo>
                        <a:pt x="159925" y="275844"/>
                      </a:lnTo>
                      <a:cubicBezTo>
                        <a:pt x="158972" y="275272"/>
                        <a:pt x="157734" y="275654"/>
                        <a:pt x="156210" y="277177"/>
                      </a:cubicBezTo>
                      <a:close/>
                      <a:moveTo>
                        <a:pt x="172212" y="389954"/>
                      </a:moveTo>
                      <a:cubicBezTo>
                        <a:pt x="170688" y="388430"/>
                        <a:pt x="169926" y="387001"/>
                        <a:pt x="169926" y="385858"/>
                      </a:cubicBezTo>
                      <a:cubicBezTo>
                        <a:pt x="169926" y="384334"/>
                        <a:pt x="171831" y="382810"/>
                        <a:pt x="175641" y="381286"/>
                      </a:cubicBezTo>
                      <a:cubicBezTo>
                        <a:pt x="179451" y="379762"/>
                        <a:pt x="181832" y="378523"/>
                        <a:pt x="182689" y="377666"/>
                      </a:cubicBezTo>
                      <a:cubicBezTo>
                        <a:pt x="182404" y="378905"/>
                        <a:pt x="180689" y="380238"/>
                        <a:pt x="177641" y="381762"/>
                      </a:cubicBezTo>
                      <a:cubicBezTo>
                        <a:pt x="174593" y="383286"/>
                        <a:pt x="173069" y="384810"/>
                        <a:pt x="173069" y="386334"/>
                      </a:cubicBezTo>
                      <a:cubicBezTo>
                        <a:pt x="173069" y="387191"/>
                        <a:pt x="173831" y="388430"/>
                        <a:pt x="175355" y="389954"/>
                      </a:cubicBezTo>
                      <a:lnTo>
                        <a:pt x="172212" y="389954"/>
                      </a:lnTo>
                      <a:close/>
                      <a:moveTo>
                        <a:pt x="186404" y="231458"/>
                      </a:moveTo>
                      <a:cubicBezTo>
                        <a:pt x="189452" y="231458"/>
                        <a:pt x="191167" y="232029"/>
                        <a:pt x="191452" y="233267"/>
                      </a:cubicBezTo>
                      <a:lnTo>
                        <a:pt x="187833" y="234601"/>
                      </a:lnTo>
                      <a:lnTo>
                        <a:pt x="186500" y="231458"/>
                      </a:lnTo>
                      <a:close/>
                      <a:moveTo>
                        <a:pt x="190024" y="313658"/>
                      </a:moveTo>
                      <a:lnTo>
                        <a:pt x="201930" y="312230"/>
                      </a:lnTo>
                      <a:lnTo>
                        <a:pt x="201930" y="308610"/>
                      </a:lnTo>
                      <a:cubicBezTo>
                        <a:pt x="201930" y="302800"/>
                        <a:pt x="203168" y="299466"/>
                        <a:pt x="205550" y="298513"/>
                      </a:cubicBezTo>
                      <a:lnTo>
                        <a:pt x="198692" y="296227"/>
                      </a:lnTo>
                      <a:cubicBezTo>
                        <a:pt x="198406" y="298990"/>
                        <a:pt x="197929" y="303085"/>
                        <a:pt x="197358" y="308515"/>
                      </a:cubicBezTo>
                      <a:cubicBezTo>
                        <a:pt x="197072" y="311277"/>
                        <a:pt x="194596" y="312896"/>
                        <a:pt x="190024" y="313563"/>
                      </a:cubicBezTo>
                      <a:close/>
                      <a:moveTo>
                        <a:pt x="196405" y="337471"/>
                      </a:moveTo>
                      <a:lnTo>
                        <a:pt x="196405" y="328327"/>
                      </a:lnTo>
                      <a:lnTo>
                        <a:pt x="195072" y="328327"/>
                      </a:lnTo>
                      <a:lnTo>
                        <a:pt x="195072" y="337471"/>
                      </a:lnTo>
                      <a:lnTo>
                        <a:pt x="196405" y="337471"/>
                      </a:lnTo>
                      <a:close/>
                      <a:moveTo>
                        <a:pt x="209169" y="185356"/>
                      </a:moveTo>
                      <a:lnTo>
                        <a:pt x="198692" y="184023"/>
                      </a:lnTo>
                      <a:lnTo>
                        <a:pt x="196405" y="190405"/>
                      </a:lnTo>
                      <a:cubicBezTo>
                        <a:pt x="200977" y="194119"/>
                        <a:pt x="204788" y="195929"/>
                        <a:pt x="207835" y="195929"/>
                      </a:cubicBezTo>
                      <a:cubicBezTo>
                        <a:pt x="209740" y="195929"/>
                        <a:pt x="211360" y="195358"/>
                        <a:pt x="212884" y="194119"/>
                      </a:cubicBezTo>
                      <a:cubicBezTo>
                        <a:pt x="205835" y="195643"/>
                        <a:pt x="202216" y="193929"/>
                        <a:pt x="201930" y="189071"/>
                      </a:cubicBezTo>
                      <a:lnTo>
                        <a:pt x="209169" y="185452"/>
                      </a:lnTo>
                      <a:close/>
                      <a:moveTo>
                        <a:pt x="196405" y="259366"/>
                      </a:moveTo>
                      <a:lnTo>
                        <a:pt x="200120" y="259366"/>
                      </a:lnTo>
                      <a:lnTo>
                        <a:pt x="200120" y="255746"/>
                      </a:lnTo>
                      <a:lnTo>
                        <a:pt x="196405" y="255746"/>
                      </a:lnTo>
                      <a:lnTo>
                        <a:pt x="196405" y="259366"/>
                      </a:lnTo>
                      <a:close/>
                      <a:moveTo>
                        <a:pt x="207835" y="354806"/>
                      </a:moveTo>
                      <a:cubicBezTo>
                        <a:pt x="209359" y="352044"/>
                        <a:pt x="212312" y="348425"/>
                        <a:pt x="216503" y="343852"/>
                      </a:cubicBezTo>
                      <a:lnTo>
                        <a:pt x="214217" y="342424"/>
                      </a:lnTo>
                      <a:lnTo>
                        <a:pt x="210598" y="343852"/>
                      </a:lnTo>
                      <a:lnTo>
                        <a:pt x="209169" y="337471"/>
                      </a:lnTo>
                      <a:cubicBezTo>
                        <a:pt x="203454" y="340519"/>
                        <a:pt x="200977" y="343852"/>
                        <a:pt x="201930" y="347472"/>
                      </a:cubicBezTo>
                      <a:lnTo>
                        <a:pt x="207835" y="346138"/>
                      </a:lnTo>
                      <a:lnTo>
                        <a:pt x="207835" y="354806"/>
                      </a:lnTo>
                      <a:close/>
                      <a:moveTo>
                        <a:pt x="207835" y="328327"/>
                      </a:moveTo>
                      <a:lnTo>
                        <a:pt x="210598" y="317373"/>
                      </a:lnTo>
                      <a:lnTo>
                        <a:pt x="209169" y="317373"/>
                      </a:lnTo>
                      <a:lnTo>
                        <a:pt x="207835" y="328327"/>
                      </a:lnTo>
                      <a:close/>
                      <a:moveTo>
                        <a:pt x="217837" y="220599"/>
                      </a:moveTo>
                      <a:cubicBezTo>
                        <a:pt x="217551" y="219742"/>
                        <a:pt x="215836" y="219265"/>
                        <a:pt x="212884" y="219265"/>
                      </a:cubicBezTo>
                      <a:lnTo>
                        <a:pt x="212884" y="224314"/>
                      </a:lnTo>
                      <a:lnTo>
                        <a:pt x="216503" y="224314"/>
                      </a:lnTo>
                      <a:cubicBezTo>
                        <a:pt x="217742" y="223075"/>
                        <a:pt x="218218" y="221837"/>
                        <a:pt x="217837" y="220694"/>
                      </a:cubicBezTo>
                      <a:close/>
                      <a:moveTo>
                        <a:pt x="222885" y="146590"/>
                      </a:moveTo>
                      <a:cubicBezTo>
                        <a:pt x="224409" y="147828"/>
                        <a:pt x="225171" y="149066"/>
                        <a:pt x="225171" y="150304"/>
                      </a:cubicBezTo>
                      <a:cubicBezTo>
                        <a:pt x="225171" y="153638"/>
                        <a:pt x="223171" y="155258"/>
                        <a:pt x="219265" y="155258"/>
                      </a:cubicBezTo>
                      <a:lnTo>
                        <a:pt x="222980" y="155258"/>
                      </a:lnTo>
                      <a:cubicBezTo>
                        <a:pt x="223838" y="154114"/>
                        <a:pt x="224885" y="152781"/>
                        <a:pt x="225933" y="151352"/>
                      </a:cubicBezTo>
                      <a:cubicBezTo>
                        <a:pt x="226981" y="150019"/>
                        <a:pt x="227267" y="148400"/>
                        <a:pt x="226600" y="146590"/>
                      </a:cubicBezTo>
                      <a:lnTo>
                        <a:pt x="222980" y="146590"/>
                      </a:lnTo>
                      <a:close/>
                      <a:moveTo>
                        <a:pt x="232029" y="220599"/>
                      </a:moveTo>
                      <a:cubicBezTo>
                        <a:pt x="231457" y="219742"/>
                        <a:pt x="228409" y="218027"/>
                        <a:pt x="222885" y="215551"/>
                      </a:cubicBezTo>
                      <a:lnTo>
                        <a:pt x="221456" y="219170"/>
                      </a:lnTo>
                      <a:lnTo>
                        <a:pt x="231934" y="220504"/>
                      </a:lnTo>
                      <a:close/>
                      <a:moveTo>
                        <a:pt x="225171" y="48387"/>
                      </a:moveTo>
                      <a:lnTo>
                        <a:pt x="225171" y="52006"/>
                      </a:lnTo>
                      <a:lnTo>
                        <a:pt x="230219" y="50673"/>
                      </a:lnTo>
                      <a:cubicBezTo>
                        <a:pt x="229362" y="49149"/>
                        <a:pt x="227647" y="48387"/>
                        <a:pt x="225171" y="48387"/>
                      </a:cubicBezTo>
                      <a:close/>
                      <a:moveTo>
                        <a:pt x="228409" y="273558"/>
                      </a:moveTo>
                      <a:lnTo>
                        <a:pt x="240792" y="272225"/>
                      </a:lnTo>
                      <a:cubicBezTo>
                        <a:pt x="238601" y="270700"/>
                        <a:pt x="236220" y="269938"/>
                        <a:pt x="233458" y="269938"/>
                      </a:cubicBezTo>
                      <a:cubicBezTo>
                        <a:pt x="230505" y="269653"/>
                        <a:pt x="228695" y="270891"/>
                        <a:pt x="228409" y="273558"/>
                      </a:cubicBezTo>
                      <a:close/>
                      <a:moveTo>
                        <a:pt x="240792" y="146590"/>
                      </a:moveTo>
                      <a:lnTo>
                        <a:pt x="248126" y="153924"/>
                      </a:lnTo>
                      <a:lnTo>
                        <a:pt x="248126" y="150304"/>
                      </a:lnTo>
                      <a:cubicBezTo>
                        <a:pt x="243840" y="147828"/>
                        <a:pt x="241363" y="146590"/>
                        <a:pt x="240792" y="146590"/>
                      </a:cubicBezTo>
                      <a:close/>
                      <a:moveTo>
                        <a:pt x="249460" y="192691"/>
                      </a:moveTo>
                      <a:lnTo>
                        <a:pt x="254508" y="187642"/>
                      </a:lnTo>
                      <a:cubicBezTo>
                        <a:pt x="253270" y="186118"/>
                        <a:pt x="249460" y="184118"/>
                        <a:pt x="243078" y="181642"/>
                      </a:cubicBezTo>
                      <a:lnTo>
                        <a:pt x="249460" y="192596"/>
                      </a:lnTo>
                      <a:close/>
                      <a:moveTo>
                        <a:pt x="251746" y="219170"/>
                      </a:moveTo>
                      <a:lnTo>
                        <a:pt x="251746" y="211836"/>
                      </a:lnTo>
                      <a:lnTo>
                        <a:pt x="249460" y="211836"/>
                      </a:lnTo>
                      <a:lnTo>
                        <a:pt x="249460" y="219170"/>
                      </a:lnTo>
                      <a:lnTo>
                        <a:pt x="251746" y="219170"/>
                      </a:lnTo>
                      <a:close/>
                      <a:moveTo>
                        <a:pt x="254508" y="416433"/>
                      </a:moveTo>
                      <a:cubicBezTo>
                        <a:pt x="258127" y="418243"/>
                        <a:pt x="259366" y="420529"/>
                        <a:pt x="258127" y="423291"/>
                      </a:cubicBezTo>
                      <a:lnTo>
                        <a:pt x="256794" y="425577"/>
                      </a:lnTo>
                      <a:cubicBezTo>
                        <a:pt x="255270" y="424624"/>
                        <a:pt x="254508" y="423386"/>
                        <a:pt x="254508" y="421957"/>
                      </a:cubicBezTo>
                      <a:lnTo>
                        <a:pt x="254508" y="416433"/>
                      </a:lnTo>
                      <a:close/>
                      <a:moveTo>
                        <a:pt x="263652" y="360236"/>
                      </a:moveTo>
                      <a:cubicBezTo>
                        <a:pt x="266129" y="359664"/>
                        <a:pt x="268986" y="360045"/>
                        <a:pt x="272320" y="361569"/>
                      </a:cubicBezTo>
                      <a:cubicBezTo>
                        <a:pt x="273272" y="363664"/>
                        <a:pt x="272796" y="365188"/>
                        <a:pt x="270986" y="366141"/>
                      </a:cubicBezTo>
                      <a:cubicBezTo>
                        <a:pt x="269176" y="367094"/>
                        <a:pt x="267367" y="367951"/>
                        <a:pt x="265557" y="368903"/>
                      </a:cubicBezTo>
                      <a:lnTo>
                        <a:pt x="263747" y="368903"/>
                      </a:lnTo>
                      <a:lnTo>
                        <a:pt x="263747" y="360236"/>
                      </a:lnTo>
                      <a:close/>
                      <a:moveTo>
                        <a:pt x="265462" y="280797"/>
                      </a:moveTo>
                      <a:cubicBezTo>
                        <a:pt x="266700" y="278416"/>
                        <a:pt x="268034" y="277177"/>
                        <a:pt x="269557" y="277177"/>
                      </a:cubicBezTo>
                      <a:cubicBezTo>
                        <a:pt x="269176" y="277463"/>
                        <a:pt x="268605" y="278130"/>
                        <a:pt x="267748" y="278987"/>
                      </a:cubicBezTo>
                      <a:cubicBezTo>
                        <a:pt x="266795" y="279940"/>
                        <a:pt x="266033" y="280511"/>
                        <a:pt x="265462" y="280797"/>
                      </a:cubicBezTo>
                      <a:close/>
                      <a:moveTo>
                        <a:pt x="275939" y="277177"/>
                      </a:moveTo>
                      <a:cubicBezTo>
                        <a:pt x="275939" y="277177"/>
                        <a:pt x="277463" y="277654"/>
                        <a:pt x="279559" y="278511"/>
                      </a:cubicBezTo>
                      <a:cubicBezTo>
                        <a:pt x="278035" y="279368"/>
                        <a:pt x="276225" y="279368"/>
                        <a:pt x="274034" y="278511"/>
                      </a:cubicBezTo>
                      <a:cubicBezTo>
                        <a:pt x="271558" y="277559"/>
                        <a:pt x="270129" y="277177"/>
                        <a:pt x="269462" y="277177"/>
                      </a:cubicBezTo>
                      <a:cubicBezTo>
                        <a:pt x="271843" y="274701"/>
                        <a:pt x="274034" y="274701"/>
                        <a:pt x="275844" y="277177"/>
                      </a:cubicBezTo>
                      <a:close/>
                      <a:moveTo>
                        <a:pt x="278225" y="249269"/>
                      </a:moveTo>
                      <a:lnTo>
                        <a:pt x="278225" y="252031"/>
                      </a:lnTo>
                      <a:lnTo>
                        <a:pt x="272320" y="249269"/>
                      </a:lnTo>
                      <a:lnTo>
                        <a:pt x="278225" y="249269"/>
                      </a:lnTo>
                      <a:close/>
                      <a:moveTo>
                        <a:pt x="304705" y="227838"/>
                      </a:moveTo>
                      <a:lnTo>
                        <a:pt x="311086" y="234696"/>
                      </a:lnTo>
                      <a:lnTo>
                        <a:pt x="302419" y="233363"/>
                      </a:lnTo>
                      <a:lnTo>
                        <a:pt x="304705" y="227838"/>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 name="Google Shape;745;p99"/>
                <p:cNvSpPr/>
                <p:nvPr/>
              </p:nvSpPr>
              <p:spPr>
                <a:xfrm>
                  <a:off x="3928014" y="2668904"/>
                  <a:ext cx="288131" cy="390048"/>
                </a:xfrm>
                <a:custGeom>
                  <a:avLst/>
                  <a:gdLst/>
                  <a:ahLst/>
                  <a:cxnLst/>
                  <a:rect l="l" t="t" r="r" b="b"/>
                  <a:pathLst>
                    <a:path w="288131" h="390048" extrusionOk="0">
                      <a:moveTo>
                        <a:pt x="5525" y="390049"/>
                      </a:moveTo>
                      <a:lnTo>
                        <a:pt x="0" y="386429"/>
                      </a:lnTo>
                      <a:lnTo>
                        <a:pt x="5525" y="387763"/>
                      </a:lnTo>
                      <a:lnTo>
                        <a:pt x="5525" y="390049"/>
                      </a:lnTo>
                      <a:close/>
                      <a:moveTo>
                        <a:pt x="281368" y="149828"/>
                      </a:moveTo>
                      <a:cubicBezTo>
                        <a:pt x="280511" y="153162"/>
                        <a:pt x="281368" y="156686"/>
                        <a:pt x="283845" y="160306"/>
                      </a:cubicBezTo>
                      <a:cubicBezTo>
                        <a:pt x="286512" y="163925"/>
                        <a:pt x="287750" y="166402"/>
                        <a:pt x="287750" y="167640"/>
                      </a:cubicBezTo>
                      <a:cubicBezTo>
                        <a:pt x="287750" y="169831"/>
                        <a:pt x="286512" y="172212"/>
                        <a:pt x="284036" y="174974"/>
                      </a:cubicBezTo>
                      <a:cubicBezTo>
                        <a:pt x="285559" y="187166"/>
                        <a:pt x="286321" y="200216"/>
                        <a:pt x="286321" y="214217"/>
                      </a:cubicBezTo>
                      <a:cubicBezTo>
                        <a:pt x="286321" y="228219"/>
                        <a:pt x="285464" y="241173"/>
                        <a:pt x="284036" y="253937"/>
                      </a:cubicBezTo>
                      <a:cubicBezTo>
                        <a:pt x="278225" y="255746"/>
                        <a:pt x="275368" y="258699"/>
                        <a:pt x="275368" y="262604"/>
                      </a:cubicBezTo>
                      <a:cubicBezTo>
                        <a:pt x="275368" y="263842"/>
                        <a:pt x="275749" y="265938"/>
                        <a:pt x="276701" y="268986"/>
                      </a:cubicBezTo>
                      <a:cubicBezTo>
                        <a:pt x="277654" y="272034"/>
                        <a:pt x="278130" y="274511"/>
                        <a:pt x="278130" y="276320"/>
                      </a:cubicBezTo>
                      <a:cubicBezTo>
                        <a:pt x="278130" y="277844"/>
                        <a:pt x="277749" y="279273"/>
                        <a:pt x="277178" y="280416"/>
                      </a:cubicBezTo>
                      <a:lnTo>
                        <a:pt x="278987" y="293180"/>
                      </a:lnTo>
                      <a:cubicBezTo>
                        <a:pt x="274987" y="295275"/>
                        <a:pt x="271939" y="299371"/>
                        <a:pt x="269653" y="305276"/>
                      </a:cubicBezTo>
                      <a:cubicBezTo>
                        <a:pt x="267367" y="311277"/>
                        <a:pt x="265367" y="316992"/>
                        <a:pt x="263462" y="322421"/>
                      </a:cubicBezTo>
                      <a:cubicBezTo>
                        <a:pt x="257651" y="324803"/>
                        <a:pt x="248126" y="331565"/>
                        <a:pt x="234696" y="342519"/>
                      </a:cubicBezTo>
                      <a:lnTo>
                        <a:pt x="239744" y="347567"/>
                      </a:lnTo>
                      <a:cubicBezTo>
                        <a:pt x="222980" y="348139"/>
                        <a:pt x="210788" y="352330"/>
                        <a:pt x="203168" y="359855"/>
                      </a:cubicBezTo>
                      <a:cubicBezTo>
                        <a:pt x="201930" y="359569"/>
                        <a:pt x="200692" y="359378"/>
                        <a:pt x="199549" y="359378"/>
                      </a:cubicBezTo>
                      <a:cubicBezTo>
                        <a:pt x="196787" y="359378"/>
                        <a:pt x="194310" y="360521"/>
                        <a:pt x="192024" y="362807"/>
                      </a:cubicBezTo>
                      <a:cubicBezTo>
                        <a:pt x="189738" y="365093"/>
                        <a:pt x="188786" y="367570"/>
                        <a:pt x="189071" y="370332"/>
                      </a:cubicBezTo>
                      <a:cubicBezTo>
                        <a:pt x="185166" y="367856"/>
                        <a:pt x="180689" y="366713"/>
                        <a:pt x="175832" y="366713"/>
                      </a:cubicBezTo>
                      <a:lnTo>
                        <a:pt x="161258" y="366713"/>
                      </a:lnTo>
                      <a:cubicBezTo>
                        <a:pt x="161830" y="364617"/>
                        <a:pt x="160877" y="362902"/>
                        <a:pt x="158305" y="361664"/>
                      </a:cubicBezTo>
                      <a:cubicBezTo>
                        <a:pt x="155734" y="360426"/>
                        <a:pt x="154210" y="359092"/>
                        <a:pt x="153924" y="357569"/>
                      </a:cubicBezTo>
                      <a:cubicBezTo>
                        <a:pt x="150304" y="363379"/>
                        <a:pt x="144971" y="366522"/>
                        <a:pt x="137922" y="367189"/>
                      </a:cubicBezTo>
                      <a:cubicBezTo>
                        <a:pt x="136684" y="367475"/>
                        <a:pt x="130778" y="367379"/>
                        <a:pt x="120110" y="366713"/>
                      </a:cubicBezTo>
                      <a:cubicBezTo>
                        <a:pt x="112490" y="363665"/>
                        <a:pt x="104775" y="360426"/>
                        <a:pt x="96774" y="357092"/>
                      </a:cubicBezTo>
                      <a:cubicBezTo>
                        <a:pt x="87630" y="353092"/>
                        <a:pt x="80582" y="348710"/>
                        <a:pt x="75724" y="343853"/>
                      </a:cubicBezTo>
                      <a:cubicBezTo>
                        <a:pt x="73914" y="345948"/>
                        <a:pt x="70104" y="345567"/>
                        <a:pt x="64294" y="342519"/>
                      </a:cubicBezTo>
                      <a:cubicBezTo>
                        <a:pt x="56959" y="333375"/>
                        <a:pt x="49530" y="324136"/>
                        <a:pt x="41910" y="314611"/>
                      </a:cubicBezTo>
                      <a:cubicBezTo>
                        <a:pt x="34004" y="303657"/>
                        <a:pt x="29623" y="293465"/>
                        <a:pt x="28670" y="284036"/>
                      </a:cubicBezTo>
                      <a:cubicBezTo>
                        <a:pt x="24384" y="278892"/>
                        <a:pt x="22479" y="271367"/>
                        <a:pt x="22765" y="261652"/>
                      </a:cubicBezTo>
                      <a:cubicBezTo>
                        <a:pt x="23050" y="247364"/>
                        <a:pt x="23050" y="239459"/>
                        <a:pt x="22765" y="237934"/>
                      </a:cubicBezTo>
                      <a:cubicBezTo>
                        <a:pt x="22479" y="235744"/>
                        <a:pt x="22288" y="233458"/>
                        <a:pt x="22288" y="231077"/>
                      </a:cubicBezTo>
                      <a:cubicBezTo>
                        <a:pt x="22288" y="227743"/>
                        <a:pt x="22765" y="222599"/>
                        <a:pt x="23622" y="215741"/>
                      </a:cubicBezTo>
                      <a:cubicBezTo>
                        <a:pt x="24575" y="208883"/>
                        <a:pt x="24955" y="203645"/>
                        <a:pt x="24955" y="200025"/>
                      </a:cubicBezTo>
                      <a:cubicBezTo>
                        <a:pt x="24955" y="193643"/>
                        <a:pt x="23717" y="188119"/>
                        <a:pt x="21336" y="183547"/>
                      </a:cubicBezTo>
                      <a:cubicBezTo>
                        <a:pt x="24384" y="182404"/>
                        <a:pt x="25241" y="180023"/>
                        <a:pt x="23908" y="176689"/>
                      </a:cubicBezTo>
                      <a:cubicBezTo>
                        <a:pt x="22479" y="173355"/>
                        <a:pt x="22860" y="170879"/>
                        <a:pt x="25051" y="169354"/>
                      </a:cubicBezTo>
                      <a:cubicBezTo>
                        <a:pt x="23241" y="154400"/>
                        <a:pt x="22288" y="141923"/>
                        <a:pt x="22288" y="131921"/>
                      </a:cubicBezTo>
                      <a:cubicBezTo>
                        <a:pt x="22288" y="113919"/>
                        <a:pt x="24860" y="98774"/>
                        <a:pt x="30099" y="86296"/>
                      </a:cubicBezTo>
                      <a:cubicBezTo>
                        <a:pt x="32480" y="75914"/>
                        <a:pt x="34480" y="69056"/>
                        <a:pt x="36004" y="65723"/>
                      </a:cubicBezTo>
                      <a:cubicBezTo>
                        <a:pt x="39624" y="58388"/>
                        <a:pt x="44863" y="54007"/>
                        <a:pt x="51530" y="52483"/>
                      </a:cubicBezTo>
                      <a:cubicBezTo>
                        <a:pt x="55531" y="41815"/>
                        <a:pt x="64294" y="32575"/>
                        <a:pt x="78010" y="24575"/>
                      </a:cubicBezTo>
                      <a:lnTo>
                        <a:pt x="75724" y="23241"/>
                      </a:lnTo>
                      <a:cubicBezTo>
                        <a:pt x="80010" y="22288"/>
                        <a:pt x="86106" y="18955"/>
                        <a:pt x="94012" y="13240"/>
                      </a:cubicBezTo>
                      <a:cubicBezTo>
                        <a:pt x="100679" y="8382"/>
                        <a:pt x="107061" y="6287"/>
                        <a:pt x="113157" y="6858"/>
                      </a:cubicBezTo>
                      <a:cubicBezTo>
                        <a:pt x="113157" y="2286"/>
                        <a:pt x="114967" y="0"/>
                        <a:pt x="118682" y="0"/>
                      </a:cubicBezTo>
                      <a:cubicBezTo>
                        <a:pt x="119920" y="0"/>
                        <a:pt x="122111" y="381"/>
                        <a:pt x="125540" y="1143"/>
                      </a:cubicBezTo>
                      <a:cubicBezTo>
                        <a:pt x="128873" y="1905"/>
                        <a:pt x="131159" y="2191"/>
                        <a:pt x="132397" y="1810"/>
                      </a:cubicBezTo>
                      <a:cubicBezTo>
                        <a:pt x="137255" y="8858"/>
                        <a:pt x="143637" y="12287"/>
                        <a:pt x="151543" y="12287"/>
                      </a:cubicBezTo>
                      <a:cubicBezTo>
                        <a:pt x="155162" y="12287"/>
                        <a:pt x="161258" y="11049"/>
                        <a:pt x="169831" y="8668"/>
                      </a:cubicBezTo>
                      <a:cubicBezTo>
                        <a:pt x="176213" y="10478"/>
                        <a:pt x="184309" y="10478"/>
                        <a:pt x="194024" y="8668"/>
                      </a:cubicBezTo>
                      <a:lnTo>
                        <a:pt x="194024" y="10478"/>
                      </a:lnTo>
                      <a:cubicBezTo>
                        <a:pt x="196787" y="9239"/>
                        <a:pt x="199454" y="8668"/>
                        <a:pt x="202311" y="8668"/>
                      </a:cubicBezTo>
                      <a:cubicBezTo>
                        <a:pt x="206216" y="8668"/>
                        <a:pt x="211265" y="11144"/>
                        <a:pt x="217361" y="16192"/>
                      </a:cubicBezTo>
                      <a:cubicBezTo>
                        <a:pt x="223457" y="21241"/>
                        <a:pt x="228791" y="24003"/>
                        <a:pt x="233363" y="24670"/>
                      </a:cubicBezTo>
                      <a:cubicBezTo>
                        <a:pt x="234505" y="29528"/>
                        <a:pt x="238506" y="34385"/>
                        <a:pt x="244983" y="39338"/>
                      </a:cubicBezTo>
                      <a:cubicBezTo>
                        <a:pt x="251555" y="44196"/>
                        <a:pt x="255270" y="47720"/>
                        <a:pt x="256222" y="49816"/>
                      </a:cubicBezTo>
                      <a:cubicBezTo>
                        <a:pt x="260795" y="49816"/>
                        <a:pt x="263557" y="53054"/>
                        <a:pt x="264414" y="59436"/>
                      </a:cubicBezTo>
                      <a:cubicBezTo>
                        <a:pt x="265367" y="65818"/>
                        <a:pt x="267938" y="69056"/>
                        <a:pt x="272129" y="69056"/>
                      </a:cubicBezTo>
                      <a:cubicBezTo>
                        <a:pt x="275558" y="73057"/>
                        <a:pt x="277178" y="78677"/>
                        <a:pt x="277178" y="86011"/>
                      </a:cubicBezTo>
                      <a:lnTo>
                        <a:pt x="277178" y="92392"/>
                      </a:lnTo>
                      <a:cubicBezTo>
                        <a:pt x="276892" y="95441"/>
                        <a:pt x="276701" y="97536"/>
                        <a:pt x="276701" y="98774"/>
                      </a:cubicBezTo>
                      <a:cubicBezTo>
                        <a:pt x="276701" y="107633"/>
                        <a:pt x="279940" y="114014"/>
                        <a:pt x="286321" y="117920"/>
                      </a:cubicBezTo>
                      <a:cubicBezTo>
                        <a:pt x="285083" y="120110"/>
                        <a:pt x="284417" y="122492"/>
                        <a:pt x="284417" y="125254"/>
                      </a:cubicBezTo>
                      <a:cubicBezTo>
                        <a:pt x="284417" y="127730"/>
                        <a:pt x="285083" y="130874"/>
                        <a:pt x="286321" y="134874"/>
                      </a:cubicBezTo>
                      <a:cubicBezTo>
                        <a:pt x="287560" y="138875"/>
                        <a:pt x="288131" y="141542"/>
                        <a:pt x="288131" y="143066"/>
                      </a:cubicBezTo>
                      <a:cubicBezTo>
                        <a:pt x="288131" y="146685"/>
                        <a:pt x="285845" y="148971"/>
                        <a:pt x="281273" y="149924"/>
                      </a:cubicBezTo>
                      <a:close/>
                      <a:moveTo>
                        <a:pt x="233458" y="174974"/>
                      </a:moveTo>
                      <a:cubicBezTo>
                        <a:pt x="234982" y="174974"/>
                        <a:pt x="241935" y="177165"/>
                        <a:pt x="254508" y="181356"/>
                      </a:cubicBezTo>
                      <a:lnTo>
                        <a:pt x="254508" y="171355"/>
                      </a:lnTo>
                      <a:cubicBezTo>
                        <a:pt x="244507" y="167735"/>
                        <a:pt x="239840" y="165830"/>
                        <a:pt x="240792" y="165830"/>
                      </a:cubicBezTo>
                      <a:cubicBezTo>
                        <a:pt x="238696" y="165830"/>
                        <a:pt x="237934" y="167640"/>
                        <a:pt x="238506" y="171355"/>
                      </a:cubicBezTo>
                      <a:lnTo>
                        <a:pt x="233458" y="165830"/>
                      </a:lnTo>
                      <a:lnTo>
                        <a:pt x="231172" y="167164"/>
                      </a:lnTo>
                      <a:cubicBezTo>
                        <a:pt x="228981" y="163830"/>
                        <a:pt x="225933" y="161258"/>
                        <a:pt x="222028" y="159353"/>
                      </a:cubicBezTo>
                      <a:cubicBezTo>
                        <a:pt x="215360" y="156877"/>
                        <a:pt x="211455" y="155353"/>
                        <a:pt x="210598" y="154781"/>
                      </a:cubicBezTo>
                      <a:cubicBezTo>
                        <a:pt x="211741" y="153257"/>
                        <a:pt x="212217" y="150876"/>
                        <a:pt x="211931" y="147447"/>
                      </a:cubicBezTo>
                      <a:lnTo>
                        <a:pt x="211931" y="139256"/>
                      </a:lnTo>
                      <a:cubicBezTo>
                        <a:pt x="210979" y="137732"/>
                        <a:pt x="207550" y="129826"/>
                        <a:pt x="201454" y="115538"/>
                      </a:cubicBezTo>
                      <a:cubicBezTo>
                        <a:pt x="197549" y="105823"/>
                        <a:pt x="193834" y="99536"/>
                        <a:pt x="190500" y="96774"/>
                      </a:cubicBezTo>
                      <a:lnTo>
                        <a:pt x="192786" y="95345"/>
                      </a:lnTo>
                      <a:cubicBezTo>
                        <a:pt x="189452" y="91154"/>
                        <a:pt x="184880" y="88011"/>
                        <a:pt x="179070" y="86201"/>
                      </a:cubicBezTo>
                      <a:cubicBezTo>
                        <a:pt x="173355" y="84392"/>
                        <a:pt x="167830" y="82677"/>
                        <a:pt x="162592" y="81153"/>
                      </a:cubicBezTo>
                      <a:cubicBezTo>
                        <a:pt x="162878" y="76295"/>
                        <a:pt x="160972" y="73819"/>
                        <a:pt x="156686" y="73819"/>
                      </a:cubicBezTo>
                      <a:cubicBezTo>
                        <a:pt x="150876" y="73819"/>
                        <a:pt x="147066" y="76295"/>
                        <a:pt x="145256" y="81153"/>
                      </a:cubicBezTo>
                      <a:cubicBezTo>
                        <a:pt x="141922" y="81439"/>
                        <a:pt x="137446" y="83439"/>
                        <a:pt x="131826" y="87058"/>
                      </a:cubicBezTo>
                      <a:cubicBezTo>
                        <a:pt x="126111" y="90678"/>
                        <a:pt x="121825" y="92297"/>
                        <a:pt x="118777" y="91631"/>
                      </a:cubicBezTo>
                      <a:cubicBezTo>
                        <a:pt x="112681" y="93440"/>
                        <a:pt x="108395" y="98488"/>
                        <a:pt x="106013" y="106680"/>
                      </a:cubicBezTo>
                      <a:cubicBezTo>
                        <a:pt x="103537" y="115824"/>
                        <a:pt x="100679" y="121349"/>
                        <a:pt x="97346" y="123158"/>
                      </a:cubicBezTo>
                      <a:cubicBezTo>
                        <a:pt x="97631" y="127730"/>
                        <a:pt x="97250" y="133826"/>
                        <a:pt x="96203" y="141446"/>
                      </a:cubicBezTo>
                      <a:cubicBezTo>
                        <a:pt x="95155" y="149066"/>
                        <a:pt x="94583" y="154400"/>
                        <a:pt x="94583" y="157448"/>
                      </a:cubicBezTo>
                      <a:cubicBezTo>
                        <a:pt x="94583" y="162687"/>
                        <a:pt x="95536" y="167259"/>
                        <a:pt x="97346" y="171164"/>
                      </a:cubicBezTo>
                      <a:cubicBezTo>
                        <a:pt x="94012" y="173641"/>
                        <a:pt x="93536" y="178499"/>
                        <a:pt x="95917" y="185738"/>
                      </a:cubicBezTo>
                      <a:cubicBezTo>
                        <a:pt x="98012" y="191834"/>
                        <a:pt x="96869" y="195167"/>
                        <a:pt x="92297" y="195834"/>
                      </a:cubicBezTo>
                      <a:cubicBezTo>
                        <a:pt x="95631" y="210407"/>
                        <a:pt x="97346" y="221552"/>
                        <a:pt x="97346" y="229171"/>
                      </a:cubicBezTo>
                      <a:cubicBezTo>
                        <a:pt x="97346" y="234696"/>
                        <a:pt x="96869" y="239935"/>
                        <a:pt x="95917" y="245174"/>
                      </a:cubicBezTo>
                      <a:cubicBezTo>
                        <a:pt x="98012" y="246983"/>
                        <a:pt x="102299" y="255842"/>
                        <a:pt x="108680" y="271653"/>
                      </a:cubicBezTo>
                      <a:cubicBezTo>
                        <a:pt x="113252" y="283274"/>
                        <a:pt x="120682" y="288417"/>
                        <a:pt x="131064" y="287179"/>
                      </a:cubicBezTo>
                      <a:cubicBezTo>
                        <a:pt x="132017" y="287465"/>
                        <a:pt x="133064" y="286988"/>
                        <a:pt x="134303" y="285750"/>
                      </a:cubicBezTo>
                      <a:cubicBezTo>
                        <a:pt x="135541" y="284512"/>
                        <a:pt x="136398" y="283940"/>
                        <a:pt x="137065" y="283940"/>
                      </a:cubicBezTo>
                      <a:cubicBezTo>
                        <a:pt x="138017" y="283940"/>
                        <a:pt x="138875" y="284512"/>
                        <a:pt x="139827" y="285750"/>
                      </a:cubicBezTo>
                      <a:lnTo>
                        <a:pt x="138017" y="287179"/>
                      </a:lnTo>
                      <a:cubicBezTo>
                        <a:pt x="138017" y="288703"/>
                        <a:pt x="138779" y="290036"/>
                        <a:pt x="140303" y="291275"/>
                      </a:cubicBezTo>
                      <a:lnTo>
                        <a:pt x="143446" y="294513"/>
                      </a:lnTo>
                      <a:cubicBezTo>
                        <a:pt x="145542" y="297275"/>
                        <a:pt x="148304" y="298609"/>
                        <a:pt x="151638" y="298609"/>
                      </a:cubicBezTo>
                      <a:cubicBezTo>
                        <a:pt x="156210" y="298609"/>
                        <a:pt x="158687" y="296799"/>
                        <a:pt x="158972" y="293084"/>
                      </a:cubicBezTo>
                      <a:cubicBezTo>
                        <a:pt x="161068" y="294894"/>
                        <a:pt x="163068" y="295846"/>
                        <a:pt x="164878" y="295846"/>
                      </a:cubicBezTo>
                      <a:cubicBezTo>
                        <a:pt x="166688" y="295846"/>
                        <a:pt x="168783" y="293846"/>
                        <a:pt x="171069" y="289941"/>
                      </a:cubicBezTo>
                      <a:cubicBezTo>
                        <a:pt x="173355" y="285941"/>
                        <a:pt x="175355" y="284036"/>
                        <a:pt x="177260" y="284036"/>
                      </a:cubicBezTo>
                      <a:cubicBezTo>
                        <a:pt x="179165" y="284036"/>
                        <a:pt x="181356" y="285083"/>
                        <a:pt x="184118" y="287274"/>
                      </a:cubicBezTo>
                      <a:cubicBezTo>
                        <a:pt x="184690" y="286036"/>
                        <a:pt x="187642" y="284226"/>
                        <a:pt x="192786" y="281750"/>
                      </a:cubicBezTo>
                      <a:cubicBezTo>
                        <a:pt x="197072" y="279940"/>
                        <a:pt x="199263" y="277368"/>
                        <a:pt x="199263" y="273939"/>
                      </a:cubicBezTo>
                      <a:cubicBezTo>
                        <a:pt x="199263" y="272701"/>
                        <a:pt x="198977" y="271177"/>
                        <a:pt x="198311" y="269367"/>
                      </a:cubicBezTo>
                      <a:cubicBezTo>
                        <a:pt x="202597" y="267271"/>
                        <a:pt x="205168" y="262509"/>
                        <a:pt x="206026" y="255175"/>
                      </a:cubicBezTo>
                      <a:cubicBezTo>
                        <a:pt x="206978" y="247841"/>
                        <a:pt x="208883" y="243269"/>
                        <a:pt x="212026" y="241459"/>
                      </a:cubicBezTo>
                      <a:lnTo>
                        <a:pt x="212026" y="211360"/>
                      </a:lnTo>
                      <a:cubicBezTo>
                        <a:pt x="212598" y="209264"/>
                        <a:pt x="212884" y="206788"/>
                        <a:pt x="212884" y="204121"/>
                      </a:cubicBezTo>
                      <a:cubicBezTo>
                        <a:pt x="212884" y="201454"/>
                        <a:pt x="212503" y="197453"/>
                        <a:pt x="211550" y="192215"/>
                      </a:cubicBezTo>
                      <a:cubicBezTo>
                        <a:pt x="210693" y="187071"/>
                        <a:pt x="210217" y="183356"/>
                        <a:pt x="210217" y="181261"/>
                      </a:cubicBezTo>
                      <a:cubicBezTo>
                        <a:pt x="210217" y="177927"/>
                        <a:pt x="210884" y="174974"/>
                        <a:pt x="212026" y="172593"/>
                      </a:cubicBezTo>
                      <a:cubicBezTo>
                        <a:pt x="211741" y="169259"/>
                        <a:pt x="212598" y="167259"/>
                        <a:pt x="214789" y="166688"/>
                      </a:cubicBezTo>
                      <a:cubicBezTo>
                        <a:pt x="215741" y="166688"/>
                        <a:pt x="218313" y="166973"/>
                        <a:pt x="222504" y="167640"/>
                      </a:cubicBezTo>
                      <a:cubicBezTo>
                        <a:pt x="225838" y="168307"/>
                        <a:pt x="228314" y="168116"/>
                        <a:pt x="229838" y="167164"/>
                      </a:cubicBezTo>
                      <a:cubicBezTo>
                        <a:pt x="232600" y="169926"/>
                        <a:pt x="233743" y="172498"/>
                        <a:pt x="233458" y="174879"/>
                      </a:cubicBezTo>
                      <a:close/>
                      <a:moveTo>
                        <a:pt x="272225" y="149828"/>
                      </a:moveTo>
                      <a:cubicBezTo>
                        <a:pt x="269748" y="148590"/>
                        <a:pt x="267367" y="148019"/>
                        <a:pt x="264890" y="148019"/>
                      </a:cubicBezTo>
                      <a:cubicBezTo>
                        <a:pt x="263366" y="148019"/>
                        <a:pt x="260985" y="148400"/>
                        <a:pt x="257556" y="149162"/>
                      </a:cubicBezTo>
                      <a:cubicBezTo>
                        <a:pt x="254222" y="149924"/>
                        <a:pt x="251365" y="150114"/>
                        <a:pt x="248888" y="149828"/>
                      </a:cubicBezTo>
                      <a:lnTo>
                        <a:pt x="259842" y="157163"/>
                      </a:lnTo>
                      <a:lnTo>
                        <a:pt x="261175" y="149828"/>
                      </a:lnTo>
                      <a:cubicBezTo>
                        <a:pt x="261842" y="149828"/>
                        <a:pt x="265367" y="151067"/>
                        <a:pt x="272129" y="153448"/>
                      </a:cubicBezTo>
                      <a:lnTo>
                        <a:pt x="272129" y="149828"/>
                      </a:lnTo>
                      <a:close/>
                      <a:moveTo>
                        <a:pt x="261271" y="264414"/>
                      </a:moveTo>
                      <a:cubicBezTo>
                        <a:pt x="261938" y="264128"/>
                        <a:pt x="262223" y="263842"/>
                        <a:pt x="262223" y="263462"/>
                      </a:cubicBezTo>
                      <a:cubicBezTo>
                        <a:pt x="262223" y="263176"/>
                        <a:pt x="261461" y="262604"/>
                        <a:pt x="259937" y="261842"/>
                      </a:cubicBezTo>
                      <a:cubicBezTo>
                        <a:pt x="258413" y="261080"/>
                        <a:pt x="257651" y="260413"/>
                        <a:pt x="257651" y="259747"/>
                      </a:cubicBezTo>
                      <a:cubicBezTo>
                        <a:pt x="257651" y="259175"/>
                        <a:pt x="258413" y="258413"/>
                        <a:pt x="259937" y="257461"/>
                      </a:cubicBezTo>
                      <a:cubicBezTo>
                        <a:pt x="258128" y="256889"/>
                        <a:pt x="256318" y="256984"/>
                        <a:pt x="254508" y="257937"/>
                      </a:cubicBezTo>
                      <a:cubicBezTo>
                        <a:pt x="251746" y="259747"/>
                        <a:pt x="250222" y="260699"/>
                        <a:pt x="249936" y="260699"/>
                      </a:cubicBezTo>
                      <a:cubicBezTo>
                        <a:pt x="250793" y="260699"/>
                        <a:pt x="254603" y="261938"/>
                        <a:pt x="261366" y="264319"/>
                      </a:cubicBezTo>
                      <a:close/>
                      <a:moveTo>
                        <a:pt x="273653" y="171259"/>
                      </a:moveTo>
                      <a:lnTo>
                        <a:pt x="279083" y="171259"/>
                      </a:lnTo>
                      <a:cubicBezTo>
                        <a:pt x="276320" y="169450"/>
                        <a:pt x="274511" y="169259"/>
                        <a:pt x="273653" y="170783"/>
                      </a:cubicBezTo>
                      <a:cubicBezTo>
                        <a:pt x="270320" y="169831"/>
                        <a:pt x="265557" y="168497"/>
                        <a:pt x="259461" y="166688"/>
                      </a:cubicBezTo>
                      <a:cubicBezTo>
                        <a:pt x="258794" y="164592"/>
                        <a:pt x="257175" y="163449"/>
                        <a:pt x="254413" y="163449"/>
                      </a:cubicBezTo>
                      <a:cubicBezTo>
                        <a:pt x="255651" y="164116"/>
                        <a:pt x="257270" y="165163"/>
                        <a:pt x="259461" y="166688"/>
                      </a:cubicBezTo>
                      <a:cubicBezTo>
                        <a:pt x="259747" y="167926"/>
                        <a:pt x="259937" y="169450"/>
                        <a:pt x="259937" y="171259"/>
                      </a:cubicBezTo>
                      <a:cubicBezTo>
                        <a:pt x="259651" y="173736"/>
                        <a:pt x="259651" y="175070"/>
                        <a:pt x="259937" y="175355"/>
                      </a:cubicBezTo>
                      <a:cubicBezTo>
                        <a:pt x="259937" y="176213"/>
                        <a:pt x="260413" y="176594"/>
                        <a:pt x="261271" y="176213"/>
                      </a:cubicBezTo>
                      <a:lnTo>
                        <a:pt x="266319" y="171164"/>
                      </a:lnTo>
                      <a:lnTo>
                        <a:pt x="268605" y="172498"/>
                      </a:lnTo>
                      <a:cubicBezTo>
                        <a:pt x="268891" y="173736"/>
                        <a:pt x="268605" y="174974"/>
                        <a:pt x="267748" y="176403"/>
                      </a:cubicBezTo>
                      <a:cubicBezTo>
                        <a:pt x="266795" y="177832"/>
                        <a:pt x="266319" y="178879"/>
                        <a:pt x="266319" y="179832"/>
                      </a:cubicBezTo>
                      <a:cubicBezTo>
                        <a:pt x="269081" y="180404"/>
                        <a:pt x="270796" y="179546"/>
                        <a:pt x="271558" y="177356"/>
                      </a:cubicBezTo>
                      <a:cubicBezTo>
                        <a:pt x="272320" y="175070"/>
                        <a:pt x="272987" y="172879"/>
                        <a:pt x="273653" y="170783"/>
                      </a:cubicBezTo>
                      <a:lnTo>
                        <a:pt x="273653" y="171259"/>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 name="Google Shape;746;p99"/>
                <p:cNvSpPr/>
                <p:nvPr/>
              </p:nvSpPr>
              <p:spPr>
                <a:xfrm>
                  <a:off x="4231766" y="2668904"/>
                  <a:ext cx="287845" cy="390048"/>
                </a:xfrm>
                <a:custGeom>
                  <a:avLst/>
                  <a:gdLst/>
                  <a:ahLst/>
                  <a:cxnLst/>
                  <a:rect l="l" t="t" r="r" b="b"/>
                  <a:pathLst>
                    <a:path w="287845" h="390048" extrusionOk="0">
                      <a:moveTo>
                        <a:pt x="5525" y="390049"/>
                      </a:moveTo>
                      <a:lnTo>
                        <a:pt x="0" y="386429"/>
                      </a:lnTo>
                      <a:lnTo>
                        <a:pt x="5525" y="387763"/>
                      </a:lnTo>
                      <a:lnTo>
                        <a:pt x="5525" y="390049"/>
                      </a:lnTo>
                      <a:close/>
                      <a:moveTo>
                        <a:pt x="281273" y="149828"/>
                      </a:moveTo>
                      <a:cubicBezTo>
                        <a:pt x="280416" y="153162"/>
                        <a:pt x="281273" y="156686"/>
                        <a:pt x="283845" y="160306"/>
                      </a:cubicBezTo>
                      <a:cubicBezTo>
                        <a:pt x="286417" y="163925"/>
                        <a:pt x="287750" y="166402"/>
                        <a:pt x="287750" y="167640"/>
                      </a:cubicBezTo>
                      <a:cubicBezTo>
                        <a:pt x="287750" y="169831"/>
                        <a:pt x="286512" y="172212"/>
                        <a:pt x="284036" y="174974"/>
                      </a:cubicBezTo>
                      <a:cubicBezTo>
                        <a:pt x="285559" y="187166"/>
                        <a:pt x="286321" y="200216"/>
                        <a:pt x="286321" y="214217"/>
                      </a:cubicBezTo>
                      <a:cubicBezTo>
                        <a:pt x="286321" y="228219"/>
                        <a:pt x="285559" y="241173"/>
                        <a:pt x="284036" y="253937"/>
                      </a:cubicBezTo>
                      <a:cubicBezTo>
                        <a:pt x="278225" y="255746"/>
                        <a:pt x="275368" y="258699"/>
                        <a:pt x="275368" y="262604"/>
                      </a:cubicBezTo>
                      <a:cubicBezTo>
                        <a:pt x="275368" y="263842"/>
                        <a:pt x="275844" y="265938"/>
                        <a:pt x="276701" y="268986"/>
                      </a:cubicBezTo>
                      <a:cubicBezTo>
                        <a:pt x="277654" y="272034"/>
                        <a:pt x="278130" y="274511"/>
                        <a:pt x="278130" y="276320"/>
                      </a:cubicBezTo>
                      <a:cubicBezTo>
                        <a:pt x="278130" y="277844"/>
                        <a:pt x="277844" y="279273"/>
                        <a:pt x="277178" y="280416"/>
                      </a:cubicBezTo>
                      <a:lnTo>
                        <a:pt x="278987" y="293180"/>
                      </a:lnTo>
                      <a:cubicBezTo>
                        <a:pt x="274987" y="295275"/>
                        <a:pt x="271844" y="299371"/>
                        <a:pt x="269653" y="305276"/>
                      </a:cubicBezTo>
                      <a:cubicBezTo>
                        <a:pt x="267367" y="311277"/>
                        <a:pt x="265271" y="316992"/>
                        <a:pt x="263462" y="322421"/>
                      </a:cubicBezTo>
                      <a:cubicBezTo>
                        <a:pt x="257651" y="324803"/>
                        <a:pt x="248031" y="331565"/>
                        <a:pt x="234696" y="342519"/>
                      </a:cubicBezTo>
                      <a:lnTo>
                        <a:pt x="239744" y="347567"/>
                      </a:lnTo>
                      <a:cubicBezTo>
                        <a:pt x="222980" y="348139"/>
                        <a:pt x="210788" y="352330"/>
                        <a:pt x="203168" y="359855"/>
                      </a:cubicBezTo>
                      <a:cubicBezTo>
                        <a:pt x="201930" y="359569"/>
                        <a:pt x="200692" y="359378"/>
                        <a:pt x="199549" y="359378"/>
                      </a:cubicBezTo>
                      <a:cubicBezTo>
                        <a:pt x="196787" y="359378"/>
                        <a:pt x="194310" y="360521"/>
                        <a:pt x="192024" y="362807"/>
                      </a:cubicBezTo>
                      <a:cubicBezTo>
                        <a:pt x="189738" y="365093"/>
                        <a:pt x="188690" y="367570"/>
                        <a:pt x="189071" y="370332"/>
                      </a:cubicBezTo>
                      <a:cubicBezTo>
                        <a:pt x="185166" y="367856"/>
                        <a:pt x="180689" y="366713"/>
                        <a:pt x="175832" y="366713"/>
                      </a:cubicBezTo>
                      <a:lnTo>
                        <a:pt x="161163" y="366713"/>
                      </a:lnTo>
                      <a:cubicBezTo>
                        <a:pt x="161830" y="364617"/>
                        <a:pt x="160782" y="362902"/>
                        <a:pt x="158210" y="361664"/>
                      </a:cubicBezTo>
                      <a:cubicBezTo>
                        <a:pt x="155638" y="360426"/>
                        <a:pt x="154210" y="359092"/>
                        <a:pt x="153829" y="357569"/>
                      </a:cubicBezTo>
                      <a:cubicBezTo>
                        <a:pt x="150209" y="363379"/>
                        <a:pt x="144875" y="366522"/>
                        <a:pt x="137827" y="367189"/>
                      </a:cubicBezTo>
                      <a:cubicBezTo>
                        <a:pt x="136684" y="367475"/>
                        <a:pt x="130683" y="367379"/>
                        <a:pt x="120015" y="366713"/>
                      </a:cubicBezTo>
                      <a:cubicBezTo>
                        <a:pt x="112395" y="363665"/>
                        <a:pt x="104680" y="360426"/>
                        <a:pt x="96774" y="357092"/>
                      </a:cubicBezTo>
                      <a:cubicBezTo>
                        <a:pt x="87630" y="353092"/>
                        <a:pt x="80582" y="348710"/>
                        <a:pt x="75724" y="343853"/>
                      </a:cubicBezTo>
                      <a:cubicBezTo>
                        <a:pt x="73914" y="345948"/>
                        <a:pt x="70104" y="345567"/>
                        <a:pt x="64294" y="342519"/>
                      </a:cubicBezTo>
                      <a:cubicBezTo>
                        <a:pt x="56959" y="333375"/>
                        <a:pt x="49530" y="324136"/>
                        <a:pt x="41910" y="314611"/>
                      </a:cubicBezTo>
                      <a:cubicBezTo>
                        <a:pt x="34004" y="303657"/>
                        <a:pt x="29528" y="293465"/>
                        <a:pt x="28670" y="284036"/>
                      </a:cubicBezTo>
                      <a:cubicBezTo>
                        <a:pt x="24384" y="278892"/>
                        <a:pt x="22384" y="271367"/>
                        <a:pt x="22670" y="261652"/>
                      </a:cubicBezTo>
                      <a:cubicBezTo>
                        <a:pt x="22955" y="247364"/>
                        <a:pt x="22955" y="239459"/>
                        <a:pt x="22670" y="237934"/>
                      </a:cubicBezTo>
                      <a:cubicBezTo>
                        <a:pt x="22384" y="235744"/>
                        <a:pt x="22193" y="233458"/>
                        <a:pt x="22193" y="231077"/>
                      </a:cubicBezTo>
                      <a:cubicBezTo>
                        <a:pt x="22193" y="227743"/>
                        <a:pt x="22670" y="222599"/>
                        <a:pt x="23622" y="215741"/>
                      </a:cubicBezTo>
                      <a:cubicBezTo>
                        <a:pt x="24575" y="208883"/>
                        <a:pt x="24955" y="203645"/>
                        <a:pt x="24955" y="200025"/>
                      </a:cubicBezTo>
                      <a:cubicBezTo>
                        <a:pt x="24955" y="193643"/>
                        <a:pt x="23717" y="188119"/>
                        <a:pt x="21336" y="183547"/>
                      </a:cubicBezTo>
                      <a:cubicBezTo>
                        <a:pt x="24289" y="182404"/>
                        <a:pt x="25146" y="180023"/>
                        <a:pt x="23813" y="176689"/>
                      </a:cubicBezTo>
                      <a:cubicBezTo>
                        <a:pt x="22479" y="173355"/>
                        <a:pt x="22860" y="170879"/>
                        <a:pt x="24955" y="169354"/>
                      </a:cubicBezTo>
                      <a:cubicBezTo>
                        <a:pt x="23146" y="154400"/>
                        <a:pt x="22193" y="141923"/>
                        <a:pt x="22193" y="131921"/>
                      </a:cubicBezTo>
                      <a:cubicBezTo>
                        <a:pt x="22193" y="113919"/>
                        <a:pt x="24765" y="98774"/>
                        <a:pt x="30004" y="86296"/>
                      </a:cubicBezTo>
                      <a:cubicBezTo>
                        <a:pt x="32480" y="75914"/>
                        <a:pt x="34385" y="69056"/>
                        <a:pt x="35909" y="65723"/>
                      </a:cubicBezTo>
                      <a:cubicBezTo>
                        <a:pt x="39624" y="58388"/>
                        <a:pt x="44767" y="54007"/>
                        <a:pt x="51435" y="52483"/>
                      </a:cubicBezTo>
                      <a:cubicBezTo>
                        <a:pt x="55340" y="41815"/>
                        <a:pt x="64199" y="32575"/>
                        <a:pt x="77915" y="24575"/>
                      </a:cubicBezTo>
                      <a:lnTo>
                        <a:pt x="75629" y="23241"/>
                      </a:lnTo>
                      <a:cubicBezTo>
                        <a:pt x="79915" y="22288"/>
                        <a:pt x="85916" y="18955"/>
                        <a:pt x="93917" y="13240"/>
                      </a:cubicBezTo>
                      <a:cubicBezTo>
                        <a:pt x="100584" y="8382"/>
                        <a:pt x="107061" y="6287"/>
                        <a:pt x="113157" y="6858"/>
                      </a:cubicBezTo>
                      <a:cubicBezTo>
                        <a:pt x="113157" y="2286"/>
                        <a:pt x="114967" y="0"/>
                        <a:pt x="118586" y="0"/>
                      </a:cubicBezTo>
                      <a:cubicBezTo>
                        <a:pt x="119825" y="0"/>
                        <a:pt x="122111" y="381"/>
                        <a:pt x="125444" y="1143"/>
                      </a:cubicBezTo>
                      <a:cubicBezTo>
                        <a:pt x="128778" y="1905"/>
                        <a:pt x="131064" y="2191"/>
                        <a:pt x="132302" y="1810"/>
                      </a:cubicBezTo>
                      <a:cubicBezTo>
                        <a:pt x="137160" y="8858"/>
                        <a:pt x="143542" y="12287"/>
                        <a:pt x="151447" y="12287"/>
                      </a:cubicBezTo>
                      <a:cubicBezTo>
                        <a:pt x="155162" y="12287"/>
                        <a:pt x="161258" y="11049"/>
                        <a:pt x="169736" y="8668"/>
                      </a:cubicBezTo>
                      <a:cubicBezTo>
                        <a:pt x="176117" y="10478"/>
                        <a:pt x="184213" y="10478"/>
                        <a:pt x="193929" y="8668"/>
                      </a:cubicBezTo>
                      <a:lnTo>
                        <a:pt x="193929" y="10478"/>
                      </a:lnTo>
                      <a:cubicBezTo>
                        <a:pt x="196691" y="9239"/>
                        <a:pt x="199358" y="8668"/>
                        <a:pt x="202121" y="8668"/>
                      </a:cubicBezTo>
                      <a:cubicBezTo>
                        <a:pt x="206026" y="8668"/>
                        <a:pt x="211074" y="11144"/>
                        <a:pt x="217170" y="16192"/>
                      </a:cubicBezTo>
                      <a:cubicBezTo>
                        <a:pt x="223266" y="21241"/>
                        <a:pt x="228600" y="24003"/>
                        <a:pt x="233077" y="24670"/>
                      </a:cubicBezTo>
                      <a:cubicBezTo>
                        <a:pt x="234315" y="29528"/>
                        <a:pt x="238125" y="34385"/>
                        <a:pt x="244697" y="39338"/>
                      </a:cubicBezTo>
                      <a:cubicBezTo>
                        <a:pt x="251270" y="44196"/>
                        <a:pt x="254984" y="47720"/>
                        <a:pt x="255937" y="49816"/>
                      </a:cubicBezTo>
                      <a:cubicBezTo>
                        <a:pt x="260509" y="49816"/>
                        <a:pt x="263271" y="53054"/>
                        <a:pt x="264128" y="59436"/>
                      </a:cubicBezTo>
                      <a:cubicBezTo>
                        <a:pt x="265081" y="65818"/>
                        <a:pt x="267653" y="69056"/>
                        <a:pt x="271844" y="69056"/>
                      </a:cubicBezTo>
                      <a:cubicBezTo>
                        <a:pt x="275177" y="73057"/>
                        <a:pt x="276892" y="78677"/>
                        <a:pt x="276892" y="86011"/>
                      </a:cubicBezTo>
                      <a:lnTo>
                        <a:pt x="276892" y="92392"/>
                      </a:lnTo>
                      <a:cubicBezTo>
                        <a:pt x="276511" y="95441"/>
                        <a:pt x="276416" y="97536"/>
                        <a:pt x="276416" y="98774"/>
                      </a:cubicBezTo>
                      <a:cubicBezTo>
                        <a:pt x="276416" y="107633"/>
                        <a:pt x="279654" y="114014"/>
                        <a:pt x="286036" y="117920"/>
                      </a:cubicBezTo>
                      <a:cubicBezTo>
                        <a:pt x="284797" y="120110"/>
                        <a:pt x="284226" y="122492"/>
                        <a:pt x="284226" y="125254"/>
                      </a:cubicBezTo>
                      <a:cubicBezTo>
                        <a:pt x="284226" y="127730"/>
                        <a:pt x="284797" y="130874"/>
                        <a:pt x="286036" y="134874"/>
                      </a:cubicBezTo>
                      <a:cubicBezTo>
                        <a:pt x="287274" y="138875"/>
                        <a:pt x="287846" y="141542"/>
                        <a:pt x="287846" y="143066"/>
                      </a:cubicBezTo>
                      <a:cubicBezTo>
                        <a:pt x="287846" y="146685"/>
                        <a:pt x="285559" y="148971"/>
                        <a:pt x="280988" y="149924"/>
                      </a:cubicBezTo>
                      <a:close/>
                      <a:moveTo>
                        <a:pt x="233267" y="174974"/>
                      </a:moveTo>
                      <a:cubicBezTo>
                        <a:pt x="234791" y="174974"/>
                        <a:pt x="241840" y="177165"/>
                        <a:pt x="254317" y="181356"/>
                      </a:cubicBezTo>
                      <a:lnTo>
                        <a:pt x="254317" y="171355"/>
                      </a:lnTo>
                      <a:cubicBezTo>
                        <a:pt x="244221" y="167735"/>
                        <a:pt x="239649" y="165830"/>
                        <a:pt x="240601" y="165830"/>
                      </a:cubicBezTo>
                      <a:cubicBezTo>
                        <a:pt x="238506" y="165830"/>
                        <a:pt x="237744" y="167640"/>
                        <a:pt x="238316" y="171355"/>
                      </a:cubicBezTo>
                      <a:lnTo>
                        <a:pt x="233267" y="165830"/>
                      </a:lnTo>
                      <a:lnTo>
                        <a:pt x="231076" y="167164"/>
                      </a:lnTo>
                      <a:cubicBezTo>
                        <a:pt x="228886" y="163830"/>
                        <a:pt x="225838" y="161258"/>
                        <a:pt x="221933" y="159353"/>
                      </a:cubicBezTo>
                      <a:cubicBezTo>
                        <a:pt x="215265" y="156877"/>
                        <a:pt x="211455" y="155353"/>
                        <a:pt x="210503" y="154781"/>
                      </a:cubicBezTo>
                      <a:cubicBezTo>
                        <a:pt x="211741" y="153257"/>
                        <a:pt x="212217" y="150876"/>
                        <a:pt x="211836" y="147447"/>
                      </a:cubicBezTo>
                      <a:lnTo>
                        <a:pt x="211836" y="139256"/>
                      </a:lnTo>
                      <a:cubicBezTo>
                        <a:pt x="210884" y="137732"/>
                        <a:pt x="207359" y="129826"/>
                        <a:pt x="201359" y="115538"/>
                      </a:cubicBezTo>
                      <a:cubicBezTo>
                        <a:pt x="197453" y="105823"/>
                        <a:pt x="193738" y="99536"/>
                        <a:pt x="190405" y="96774"/>
                      </a:cubicBezTo>
                      <a:lnTo>
                        <a:pt x="192691" y="95345"/>
                      </a:lnTo>
                      <a:cubicBezTo>
                        <a:pt x="189357" y="91154"/>
                        <a:pt x="184785" y="88011"/>
                        <a:pt x="178975" y="86201"/>
                      </a:cubicBezTo>
                      <a:cubicBezTo>
                        <a:pt x="173165" y="84392"/>
                        <a:pt x="167735" y="82677"/>
                        <a:pt x="162592" y="81153"/>
                      </a:cubicBezTo>
                      <a:cubicBezTo>
                        <a:pt x="162878" y="76295"/>
                        <a:pt x="160877" y="73819"/>
                        <a:pt x="156591" y="73819"/>
                      </a:cubicBezTo>
                      <a:cubicBezTo>
                        <a:pt x="150876" y="73819"/>
                        <a:pt x="147066" y="76295"/>
                        <a:pt x="145161" y="81153"/>
                      </a:cubicBezTo>
                      <a:cubicBezTo>
                        <a:pt x="141827" y="81439"/>
                        <a:pt x="137350" y="83439"/>
                        <a:pt x="131731" y="87058"/>
                      </a:cubicBezTo>
                      <a:cubicBezTo>
                        <a:pt x="126016" y="90678"/>
                        <a:pt x="121729" y="92297"/>
                        <a:pt x="118682" y="91631"/>
                      </a:cubicBezTo>
                      <a:cubicBezTo>
                        <a:pt x="112586" y="93440"/>
                        <a:pt x="108395" y="98488"/>
                        <a:pt x="105918" y="106680"/>
                      </a:cubicBezTo>
                      <a:cubicBezTo>
                        <a:pt x="103442" y="115824"/>
                        <a:pt x="100489" y="121349"/>
                        <a:pt x="97250" y="123158"/>
                      </a:cubicBezTo>
                      <a:cubicBezTo>
                        <a:pt x="97631" y="127730"/>
                        <a:pt x="97250" y="133826"/>
                        <a:pt x="96107" y="141446"/>
                      </a:cubicBezTo>
                      <a:cubicBezTo>
                        <a:pt x="95059" y="149066"/>
                        <a:pt x="94488" y="154400"/>
                        <a:pt x="94488" y="157448"/>
                      </a:cubicBezTo>
                      <a:cubicBezTo>
                        <a:pt x="94488" y="162687"/>
                        <a:pt x="95441" y="167259"/>
                        <a:pt x="97250" y="171164"/>
                      </a:cubicBezTo>
                      <a:cubicBezTo>
                        <a:pt x="93917" y="173641"/>
                        <a:pt x="93440" y="178499"/>
                        <a:pt x="95917" y="185738"/>
                      </a:cubicBezTo>
                      <a:cubicBezTo>
                        <a:pt x="98108" y="191834"/>
                        <a:pt x="96869" y="195167"/>
                        <a:pt x="92297" y="195834"/>
                      </a:cubicBezTo>
                      <a:cubicBezTo>
                        <a:pt x="95631" y="210407"/>
                        <a:pt x="97346" y="221552"/>
                        <a:pt x="97346" y="229171"/>
                      </a:cubicBezTo>
                      <a:cubicBezTo>
                        <a:pt x="97346" y="234696"/>
                        <a:pt x="96869" y="239935"/>
                        <a:pt x="96012" y="245174"/>
                      </a:cubicBezTo>
                      <a:cubicBezTo>
                        <a:pt x="98203" y="246983"/>
                        <a:pt x="102394" y="255842"/>
                        <a:pt x="108775" y="271653"/>
                      </a:cubicBezTo>
                      <a:cubicBezTo>
                        <a:pt x="113347" y="283274"/>
                        <a:pt x="120777" y="288417"/>
                        <a:pt x="131159" y="287179"/>
                      </a:cubicBezTo>
                      <a:cubicBezTo>
                        <a:pt x="132112" y="287465"/>
                        <a:pt x="133159" y="286988"/>
                        <a:pt x="134398" y="285750"/>
                      </a:cubicBezTo>
                      <a:cubicBezTo>
                        <a:pt x="135636" y="284512"/>
                        <a:pt x="136493" y="283940"/>
                        <a:pt x="137160" y="283940"/>
                      </a:cubicBezTo>
                      <a:cubicBezTo>
                        <a:pt x="138017" y="283940"/>
                        <a:pt x="138970" y="284512"/>
                        <a:pt x="139922" y="285750"/>
                      </a:cubicBezTo>
                      <a:lnTo>
                        <a:pt x="138017" y="287179"/>
                      </a:lnTo>
                      <a:cubicBezTo>
                        <a:pt x="138017" y="288703"/>
                        <a:pt x="138779" y="290036"/>
                        <a:pt x="140303" y="291275"/>
                      </a:cubicBezTo>
                      <a:lnTo>
                        <a:pt x="143542" y="294513"/>
                      </a:lnTo>
                      <a:cubicBezTo>
                        <a:pt x="145637" y="297275"/>
                        <a:pt x="148400" y="298609"/>
                        <a:pt x="151733" y="298609"/>
                      </a:cubicBezTo>
                      <a:cubicBezTo>
                        <a:pt x="156305" y="298609"/>
                        <a:pt x="158782" y="296799"/>
                        <a:pt x="159067" y="293084"/>
                      </a:cubicBezTo>
                      <a:cubicBezTo>
                        <a:pt x="161163" y="294894"/>
                        <a:pt x="163163" y="295846"/>
                        <a:pt x="164973" y="295846"/>
                      </a:cubicBezTo>
                      <a:cubicBezTo>
                        <a:pt x="166783" y="295846"/>
                        <a:pt x="168878" y="293846"/>
                        <a:pt x="171164" y="289941"/>
                      </a:cubicBezTo>
                      <a:cubicBezTo>
                        <a:pt x="173450" y="285941"/>
                        <a:pt x="175546" y="284036"/>
                        <a:pt x="177355" y="284036"/>
                      </a:cubicBezTo>
                      <a:cubicBezTo>
                        <a:pt x="179165" y="284036"/>
                        <a:pt x="181451" y="285083"/>
                        <a:pt x="184213" y="287274"/>
                      </a:cubicBezTo>
                      <a:cubicBezTo>
                        <a:pt x="184880" y="286036"/>
                        <a:pt x="187738" y="284226"/>
                        <a:pt x="192881" y="281750"/>
                      </a:cubicBezTo>
                      <a:cubicBezTo>
                        <a:pt x="197167" y="279940"/>
                        <a:pt x="199263" y="277368"/>
                        <a:pt x="199263" y="273939"/>
                      </a:cubicBezTo>
                      <a:cubicBezTo>
                        <a:pt x="199263" y="272701"/>
                        <a:pt x="198977" y="271177"/>
                        <a:pt x="198311" y="269367"/>
                      </a:cubicBezTo>
                      <a:cubicBezTo>
                        <a:pt x="202597" y="267271"/>
                        <a:pt x="205169" y="262509"/>
                        <a:pt x="206121" y="255175"/>
                      </a:cubicBezTo>
                      <a:cubicBezTo>
                        <a:pt x="207074" y="247841"/>
                        <a:pt x="208979" y="243269"/>
                        <a:pt x="212026" y="241459"/>
                      </a:cubicBezTo>
                      <a:lnTo>
                        <a:pt x="212026" y="211360"/>
                      </a:lnTo>
                      <a:cubicBezTo>
                        <a:pt x="212598" y="209264"/>
                        <a:pt x="212884" y="206788"/>
                        <a:pt x="212884" y="204121"/>
                      </a:cubicBezTo>
                      <a:cubicBezTo>
                        <a:pt x="212884" y="201454"/>
                        <a:pt x="212408" y="197453"/>
                        <a:pt x="211550" y="192215"/>
                      </a:cubicBezTo>
                      <a:cubicBezTo>
                        <a:pt x="210598" y="187071"/>
                        <a:pt x="210217" y="183356"/>
                        <a:pt x="210217" y="181261"/>
                      </a:cubicBezTo>
                      <a:cubicBezTo>
                        <a:pt x="210217" y="177927"/>
                        <a:pt x="210884" y="174974"/>
                        <a:pt x="212026" y="172593"/>
                      </a:cubicBezTo>
                      <a:cubicBezTo>
                        <a:pt x="211741" y="169259"/>
                        <a:pt x="212598" y="167259"/>
                        <a:pt x="214789" y="166688"/>
                      </a:cubicBezTo>
                      <a:cubicBezTo>
                        <a:pt x="215741" y="166688"/>
                        <a:pt x="218313" y="166973"/>
                        <a:pt x="222599" y="167640"/>
                      </a:cubicBezTo>
                      <a:cubicBezTo>
                        <a:pt x="225933" y="168307"/>
                        <a:pt x="228409" y="168116"/>
                        <a:pt x="229934" y="167164"/>
                      </a:cubicBezTo>
                      <a:cubicBezTo>
                        <a:pt x="232696" y="169926"/>
                        <a:pt x="233934" y="172498"/>
                        <a:pt x="233553" y="174879"/>
                      </a:cubicBezTo>
                      <a:close/>
                      <a:moveTo>
                        <a:pt x="272129" y="149828"/>
                      </a:moveTo>
                      <a:cubicBezTo>
                        <a:pt x="269653" y="148590"/>
                        <a:pt x="267271" y="148019"/>
                        <a:pt x="264890" y="148019"/>
                      </a:cubicBezTo>
                      <a:cubicBezTo>
                        <a:pt x="263366" y="148019"/>
                        <a:pt x="260890" y="148400"/>
                        <a:pt x="257556" y="149162"/>
                      </a:cubicBezTo>
                      <a:cubicBezTo>
                        <a:pt x="254222" y="149924"/>
                        <a:pt x="251365" y="150114"/>
                        <a:pt x="248888" y="149828"/>
                      </a:cubicBezTo>
                      <a:lnTo>
                        <a:pt x="259937" y="157163"/>
                      </a:lnTo>
                      <a:lnTo>
                        <a:pt x="261271" y="149828"/>
                      </a:lnTo>
                      <a:cubicBezTo>
                        <a:pt x="261938" y="149828"/>
                        <a:pt x="265557" y="151067"/>
                        <a:pt x="272225" y="153448"/>
                      </a:cubicBezTo>
                      <a:lnTo>
                        <a:pt x="272225" y="149828"/>
                      </a:lnTo>
                      <a:close/>
                      <a:moveTo>
                        <a:pt x="261175" y="264414"/>
                      </a:moveTo>
                      <a:cubicBezTo>
                        <a:pt x="261842" y="264128"/>
                        <a:pt x="262128" y="263842"/>
                        <a:pt x="262128" y="263462"/>
                      </a:cubicBezTo>
                      <a:cubicBezTo>
                        <a:pt x="262128" y="263176"/>
                        <a:pt x="261461" y="262604"/>
                        <a:pt x="259842" y="261842"/>
                      </a:cubicBezTo>
                      <a:cubicBezTo>
                        <a:pt x="258318" y="261080"/>
                        <a:pt x="257556" y="260413"/>
                        <a:pt x="257556" y="259747"/>
                      </a:cubicBezTo>
                      <a:cubicBezTo>
                        <a:pt x="257556" y="259175"/>
                        <a:pt x="258318" y="258413"/>
                        <a:pt x="259842" y="257461"/>
                      </a:cubicBezTo>
                      <a:cubicBezTo>
                        <a:pt x="258032" y="256889"/>
                        <a:pt x="256222" y="256984"/>
                        <a:pt x="254413" y="257937"/>
                      </a:cubicBezTo>
                      <a:cubicBezTo>
                        <a:pt x="251650" y="259747"/>
                        <a:pt x="250126" y="260699"/>
                        <a:pt x="249841" y="260699"/>
                      </a:cubicBezTo>
                      <a:cubicBezTo>
                        <a:pt x="250793" y="260699"/>
                        <a:pt x="254603" y="261938"/>
                        <a:pt x="261271" y="264319"/>
                      </a:cubicBezTo>
                      <a:close/>
                      <a:moveTo>
                        <a:pt x="273558" y="171259"/>
                      </a:moveTo>
                      <a:lnTo>
                        <a:pt x="279083" y="171259"/>
                      </a:lnTo>
                      <a:cubicBezTo>
                        <a:pt x="276320" y="169450"/>
                        <a:pt x="274511" y="169259"/>
                        <a:pt x="273558" y="170783"/>
                      </a:cubicBezTo>
                      <a:cubicBezTo>
                        <a:pt x="270224" y="169831"/>
                        <a:pt x="265462" y="168497"/>
                        <a:pt x="259461" y="166688"/>
                      </a:cubicBezTo>
                      <a:cubicBezTo>
                        <a:pt x="258794" y="164592"/>
                        <a:pt x="257175" y="163449"/>
                        <a:pt x="254413" y="163449"/>
                      </a:cubicBezTo>
                      <a:cubicBezTo>
                        <a:pt x="255651" y="164116"/>
                        <a:pt x="257270" y="165163"/>
                        <a:pt x="259461" y="166688"/>
                      </a:cubicBezTo>
                      <a:cubicBezTo>
                        <a:pt x="259747" y="167926"/>
                        <a:pt x="259937" y="169450"/>
                        <a:pt x="259937" y="171259"/>
                      </a:cubicBezTo>
                      <a:cubicBezTo>
                        <a:pt x="259651" y="173736"/>
                        <a:pt x="259651" y="175070"/>
                        <a:pt x="259937" y="175355"/>
                      </a:cubicBezTo>
                      <a:cubicBezTo>
                        <a:pt x="259937" y="176213"/>
                        <a:pt x="260413" y="176594"/>
                        <a:pt x="261271" y="176213"/>
                      </a:cubicBezTo>
                      <a:lnTo>
                        <a:pt x="266319" y="171164"/>
                      </a:lnTo>
                      <a:lnTo>
                        <a:pt x="268605" y="172498"/>
                      </a:lnTo>
                      <a:cubicBezTo>
                        <a:pt x="268891" y="173736"/>
                        <a:pt x="268605" y="174974"/>
                        <a:pt x="267653" y="176403"/>
                      </a:cubicBezTo>
                      <a:cubicBezTo>
                        <a:pt x="266795" y="177832"/>
                        <a:pt x="266319" y="178879"/>
                        <a:pt x="266319" y="179832"/>
                      </a:cubicBezTo>
                      <a:cubicBezTo>
                        <a:pt x="269081" y="180404"/>
                        <a:pt x="270796" y="179546"/>
                        <a:pt x="271558" y="177356"/>
                      </a:cubicBezTo>
                      <a:cubicBezTo>
                        <a:pt x="272320" y="175070"/>
                        <a:pt x="272987" y="172879"/>
                        <a:pt x="273653" y="170783"/>
                      </a:cubicBezTo>
                      <a:lnTo>
                        <a:pt x="273653" y="171259"/>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 name="Google Shape;747;p99"/>
                <p:cNvSpPr/>
                <p:nvPr/>
              </p:nvSpPr>
              <p:spPr>
                <a:xfrm>
                  <a:off x="4557997" y="2670048"/>
                  <a:ext cx="263271" cy="368808"/>
                </a:xfrm>
                <a:custGeom>
                  <a:avLst/>
                  <a:gdLst/>
                  <a:ahLst/>
                  <a:cxnLst/>
                  <a:rect l="l" t="t" r="r" b="b"/>
                  <a:pathLst>
                    <a:path w="263271" h="368808" extrusionOk="0">
                      <a:moveTo>
                        <a:pt x="263271" y="79248"/>
                      </a:moveTo>
                      <a:lnTo>
                        <a:pt x="261938" y="149638"/>
                      </a:lnTo>
                      <a:cubicBezTo>
                        <a:pt x="258318" y="150495"/>
                        <a:pt x="256508" y="153638"/>
                        <a:pt x="256508" y="158782"/>
                      </a:cubicBezTo>
                      <a:cubicBezTo>
                        <a:pt x="256508" y="165449"/>
                        <a:pt x="255937" y="169545"/>
                        <a:pt x="254698" y="171164"/>
                      </a:cubicBezTo>
                      <a:cubicBezTo>
                        <a:pt x="233363" y="197929"/>
                        <a:pt x="209931" y="215170"/>
                        <a:pt x="184404" y="222790"/>
                      </a:cubicBezTo>
                      <a:cubicBezTo>
                        <a:pt x="180404" y="227076"/>
                        <a:pt x="175260" y="229171"/>
                        <a:pt x="168878" y="229171"/>
                      </a:cubicBezTo>
                      <a:cubicBezTo>
                        <a:pt x="165830" y="229171"/>
                        <a:pt x="160877" y="228505"/>
                        <a:pt x="154019" y="227171"/>
                      </a:cubicBezTo>
                      <a:cubicBezTo>
                        <a:pt x="147161" y="225838"/>
                        <a:pt x="142113" y="225266"/>
                        <a:pt x="138779" y="225552"/>
                      </a:cubicBezTo>
                      <a:cubicBezTo>
                        <a:pt x="133921" y="220409"/>
                        <a:pt x="131445" y="214789"/>
                        <a:pt x="131445" y="208693"/>
                      </a:cubicBezTo>
                      <a:cubicBezTo>
                        <a:pt x="131445" y="206597"/>
                        <a:pt x="133255" y="199072"/>
                        <a:pt x="136874" y="186309"/>
                      </a:cubicBezTo>
                      <a:cubicBezTo>
                        <a:pt x="139351" y="176879"/>
                        <a:pt x="138684" y="168973"/>
                        <a:pt x="135064" y="162496"/>
                      </a:cubicBezTo>
                      <a:cubicBezTo>
                        <a:pt x="138113" y="157353"/>
                        <a:pt x="143923" y="154305"/>
                        <a:pt x="152400" y="153352"/>
                      </a:cubicBezTo>
                      <a:cubicBezTo>
                        <a:pt x="153067" y="150876"/>
                        <a:pt x="155162" y="149733"/>
                        <a:pt x="158782" y="149733"/>
                      </a:cubicBezTo>
                      <a:cubicBezTo>
                        <a:pt x="159734" y="149733"/>
                        <a:pt x="161163" y="149923"/>
                        <a:pt x="163354" y="150209"/>
                      </a:cubicBezTo>
                      <a:lnTo>
                        <a:pt x="167926" y="150209"/>
                      </a:lnTo>
                      <a:cubicBezTo>
                        <a:pt x="174307" y="150209"/>
                        <a:pt x="177546" y="147161"/>
                        <a:pt x="177546" y="141065"/>
                      </a:cubicBezTo>
                      <a:cubicBezTo>
                        <a:pt x="187928" y="136207"/>
                        <a:pt x="193072" y="128588"/>
                        <a:pt x="193072" y="118205"/>
                      </a:cubicBezTo>
                      <a:cubicBezTo>
                        <a:pt x="194310" y="107251"/>
                        <a:pt x="191548" y="98584"/>
                        <a:pt x="184880" y="92202"/>
                      </a:cubicBezTo>
                      <a:cubicBezTo>
                        <a:pt x="177546" y="86677"/>
                        <a:pt x="170402" y="81343"/>
                        <a:pt x="163449" y="76200"/>
                      </a:cubicBezTo>
                      <a:cubicBezTo>
                        <a:pt x="160687" y="74104"/>
                        <a:pt x="156686" y="72961"/>
                        <a:pt x="151543" y="72961"/>
                      </a:cubicBezTo>
                      <a:lnTo>
                        <a:pt x="147447" y="72961"/>
                      </a:lnTo>
                      <a:cubicBezTo>
                        <a:pt x="145637" y="73247"/>
                        <a:pt x="144209" y="73438"/>
                        <a:pt x="143351" y="73438"/>
                      </a:cubicBezTo>
                      <a:cubicBezTo>
                        <a:pt x="135731" y="73438"/>
                        <a:pt x="131921" y="69437"/>
                        <a:pt x="131921" y="61627"/>
                      </a:cubicBezTo>
                      <a:cubicBezTo>
                        <a:pt x="132779" y="55531"/>
                        <a:pt x="136303" y="52006"/>
                        <a:pt x="142399" y="51149"/>
                      </a:cubicBezTo>
                      <a:cubicBezTo>
                        <a:pt x="135064" y="49625"/>
                        <a:pt x="131445" y="45339"/>
                        <a:pt x="131445" y="38386"/>
                      </a:cubicBezTo>
                      <a:cubicBezTo>
                        <a:pt x="131445" y="37147"/>
                        <a:pt x="131636" y="36100"/>
                        <a:pt x="131921" y="35147"/>
                      </a:cubicBezTo>
                      <a:cubicBezTo>
                        <a:pt x="133445" y="34195"/>
                        <a:pt x="133921" y="33338"/>
                        <a:pt x="133255" y="32385"/>
                      </a:cubicBezTo>
                      <a:cubicBezTo>
                        <a:pt x="132302" y="30861"/>
                        <a:pt x="130683" y="30099"/>
                        <a:pt x="128206" y="30099"/>
                      </a:cubicBezTo>
                      <a:cubicBezTo>
                        <a:pt x="125159" y="45910"/>
                        <a:pt x="123920" y="55531"/>
                        <a:pt x="124587" y="58864"/>
                      </a:cubicBezTo>
                      <a:cubicBezTo>
                        <a:pt x="125159" y="60388"/>
                        <a:pt x="125444" y="61722"/>
                        <a:pt x="125444" y="62960"/>
                      </a:cubicBezTo>
                      <a:cubicBezTo>
                        <a:pt x="125444" y="68389"/>
                        <a:pt x="120587" y="72866"/>
                        <a:pt x="110871" y="76200"/>
                      </a:cubicBezTo>
                      <a:cubicBezTo>
                        <a:pt x="108109" y="72199"/>
                        <a:pt x="104013" y="70199"/>
                        <a:pt x="98488" y="70199"/>
                      </a:cubicBezTo>
                      <a:cubicBezTo>
                        <a:pt x="99727" y="70199"/>
                        <a:pt x="94202" y="70961"/>
                        <a:pt x="82105" y="72485"/>
                      </a:cubicBezTo>
                      <a:cubicBezTo>
                        <a:pt x="72295" y="78581"/>
                        <a:pt x="67437" y="87249"/>
                        <a:pt x="67437" y="98488"/>
                      </a:cubicBezTo>
                      <a:cubicBezTo>
                        <a:pt x="67437" y="102489"/>
                        <a:pt x="68104" y="108299"/>
                        <a:pt x="69532" y="116110"/>
                      </a:cubicBezTo>
                      <a:cubicBezTo>
                        <a:pt x="70866" y="123825"/>
                        <a:pt x="71533" y="129540"/>
                        <a:pt x="71533" y="133159"/>
                      </a:cubicBezTo>
                      <a:cubicBezTo>
                        <a:pt x="71533" y="136779"/>
                        <a:pt x="71056" y="140208"/>
                        <a:pt x="70199" y="143256"/>
                      </a:cubicBezTo>
                      <a:cubicBezTo>
                        <a:pt x="73914" y="151828"/>
                        <a:pt x="81344" y="157448"/>
                        <a:pt x="92583" y="160210"/>
                      </a:cubicBezTo>
                      <a:cubicBezTo>
                        <a:pt x="97155" y="161449"/>
                        <a:pt x="107347" y="162687"/>
                        <a:pt x="123158" y="163830"/>
                      </a:cubicBezTo>
                      <a:cubicBezTo>
                        <a:pt x="121348" y="168973"/>
                        <a:pt x="120396" y="174784"/>
                        <a:pt x="120396" y="181165"/>
                      </a:cubicBezTo>
                      <a:cubicBezTo>
                        <a:pt x="120396" y="185166"/>
                        <a:pt x="122968" y="198215"/>
                        <a:pt x="128111" y="220409"/>
                      </a:cubicBezTo>
                      <a:cubicBezTo>
                        <a:pt x="126873" y="218884"/>
                        <a:pt x="125635" y="218122"/>
                        <a:pt x="124492" y="218122"/>
                      </a:cubicBezTo>
                      <a:cubicBezTo>
                        <a:pt x="122968" y="218122"/>
                        <a:pt x="121063" y="219646"/>
                        <a:pt x="118967" y="222694"/>
                      </a:cubicBezTo>
                      <a:cubicBezTo>
                        <a:pt x="116777" y="225742"/>
                        <a:pt x="115253" y="227457"/>
                        <a:pt x="114395" y="227743"/>
                      </a:cubicBezTo>
                      <a:cubicBezTo>
                        <a:pt x="112300" y="224980"/>
                        <a:pt x="107728" y="223647"/>
                        <a:pt x="100679" y="223647"/>
                      </a:cubicBezTo>
                      <a:cubicBezTo>
                        <a:pt x="90011" y="223933"/>
                        <a:pt x="84487" y="224123"/>
                        <a:pt x="84201" y="224123"/>
                      </a:cubicBezTo>
                      <a:cubicBezTo>
                        <a:pt x="73247" y="233553"/>
                        <a:pt x="67723" y="246221"/>
                        <a:pt x="67723" y="262033"/>
                      </a:cubicBezTo>
                      <a:cubicBezTo>
                        <a:pt x="67723" y="266033"/>
                        <a:pt x="68294" y="272415"/>
                        <a:pt x="69342" y="281178"/>
                      </a:cubicBezTo>
                      <a:cubicBezTo>
                        <a:pt x="70390" y="290036"/>
                        <a:pt x="70866" y="296704"/>
                        <a:pt x="70866" y="301276"/>
                      </a:cubicBezTo>
                      <a:cubicBezTo>
                        <a:pt x="70866" y="305276"/>
                        <a:pt x="70580" y="308896"/>
                        <a:pt x="69913" y="312230"/>
                      </a:cubicBezTo>
                      <a:cubicBezTo>
                        <a:pt x="73247" y="332327"/>
                        <a:pt x="74962" y="344043"/>
                        <a:pt x="74962" y="347377"/>
                      </a:cubicBezTo>
                      <a:cubicBezTo>
                        <a:pt x="74962" y="354711"/>
                        <a:pt x="73723" y="361093"/>
                        <a:pt x="71247" y="366522"/>
                      </a:cubicBezTo>
                      <a:cubicBezTo>
                        <a:pt x="68199" y="365950"/>
                        <a:pt x="65056" y="365570"/>
                        <a:pt x="61722" y="365570"/>
                      </a:cubicBezTo>
                      <a:cubicBezTo>
                        <a:pt x="57436" y="365570"/>
                        <a:pt x="51340" y="366141"/>
                        <a:pt x="43148" y="367189"/>
                      </a:cubicBezTo>
                      <a:cubicBezTo>
                        <a:pt x="35147" y="368237"/>
                        <a:pt x="29242" y="368808"/>
                        <a:pt x="25622" y="368808"/>
                      </a:cubicBezTo>
                      <a:cubicBezTo>
                        <a:pt x="14954" y="368808"/>
                        <a:pt x="7144" y="365188"/>
                        <a:pt x="2286" y="357854"/>
                      </a:cubicBezTo>
                      <a:cubicBezTo>
                        <a:pt x="762" y="353282"/>
                        <a:pt x="0" y="348710"/>
                        <a:pt x="0" y="344138"/>
                      </a:cubicBezTo>
                      <a:cubicBezTo>
                        <a:pt x="0" y="339566"/>
                        <a:pt x="953" y="333375"/>
                        <a:pt x="2762" y="325374"/>
                      </a:cubicBezTo>
                      <a:cubicBezTo>
                        <a:pt x="4572" y="317468"/>
                        <a:pt x="5524" y="311563"/>
                        <a:pt x="5524" y="307562"/>
                      </a:cubicBezTo>
                      <a:cubicBezTo>
                        <a:pt x="5524" y="304895"/>
                        <a:pt x="5144" y="302228"/>
                        <a:pt x="4572" y="299847"/>
                      </a:cubicBezTo>
                      <a:cubicBezTo>
                        <a:pt x="6763" y="298990"/>
                        <a:pt x="7715" y="297751"/>
                        <a:pt x="7715" y="296227"/>
                      </a:cubicBezTo>
                      <a:cubicBezTo>
                        <a:pt x="7715" y="295275"/>
                        <a:pt x="7048" y="293656"/>
                        <a:pt x="5905" y="291179"/>
                      </a:cubicBezTo>
                      <a:cubicBezTo>
                        <a:pt x="4667" y="288703"/>
                        <a:pt x="4191" y="286893"/>
                        <a:pt x="4572" y="285655"/>
                      </a:cubicBezTo>
                      <a:cubicBezTo>
                        <a:pt x="6763" y="275939"/>
                        <a:pt x="7715" y="263461"/>
                        <a:pt x="7715" y="248221"/>
                      </a:cubicBezTo>
                      <a:cubicBezTo>
                        <a:pt x="7715" y="242125"/>
                        <a:pt x="7429" y="232696"/>
                        <a:pt x="7048" y="219932"/>
                      </a:cubicBezTo>
                      <a:cubicBezTo>
                        <a:pt x="6572" y="207169"/>
                        <a:pt x="6382" y="197548"/>
                        <a:pt x="6382" y="191167"/>
                      </a:cubicBezTo>
                      <a:cubicBezTo>
                        <a:pt x="6382" y="175641"/>
                        <a:pt x="7429" y="162592"/>
                        <a:pt x="9525" y="151924"/>
                      </a:cubicBezTo>
                      <a:lnTo>
                        <a:pt x="4477" y="139636"/>
                      </a:lnTo>
                      <a:cubicBezTo>
                        <a:pt x="10287" y="136874"/>
                        <a:pt x="17240" y="137350"/>
                        <a:pt x="25527" y="140970"/>
                      </a:cubicBezTo>
                      <a:cubicBezTo>
                        <a:pt x="25813" y="137922"/>
                        <a:pt x="26861" y="136398"/>
                        <a:pt x="28670" y="136398"/>
                      </a:cubicBezTo>
                      <a:cubicBezTo>
                        <a:pt x="29623" y="136398"/>
                        <a:pt x="31052" y="136969"/>
                        <a:pt x="33242" y="138017"/>
                      </a:cubicBezTo>
                      <a:cubicBezTo>
                        <a:pt x="35338" y="139160"/>
                        <a:pt x="36767" y="139636"/>
                        <a:pt x="37338" y="139636"/>
                      </a:cubicBezTo>
                      <a:lnTo>
                        <a:pt x="39624" y="140970"/>
                      </a:lnTo>
                      <a:cubicBezTo>
                        <a:pt x="40577" y="140684"/>
                        <a:pt x="40957" y="138970"/>
                        <a:pt x="40957" y="135922"/>
                      </a:cubicBezTo>
                      <a:cubicBezTo>
                        <a:pt x="40672" y="134684"/>
                        <a:pt x="38957" y="134112"/>
                        <a:pt x="35909" y="134112"/>
                      </a:cubicBezTo>
                      <a:cubicBezTo>
                        <a:pt x="36290" y="131064"/>
                        <a:pt x="35623" y="129445"/>
                        <a:pt x="34099" y="129159"/>
                      </a:cubicBezTo>
                      <a:cubicBezTo>
                        <a:pt x="33814" y="129159"/>
                        <a:pt x="32290" y="129254"/>
                        <a:pt x="29528" y="129635"/>
                      </a:cubicBezTo>
                      <a:cubicBezTo>
                        <a:pt x="27432" y="129921"/>
                        <a:pt x="26003" y="129635"/>
                        <a:pt x="25432" y="128683"/>
                      </a:cubicBezTo>
                      <a:lnTo>
                        <a:pt x="23527" y="134207"/>
                      </a:lnTo>
                      <a:lnTo>
                        <a:pt x="5715" y="130588"/>
                      </a:lnTo>
                      <a:cubicBezTo>
                        <a:pt x="6668" y="127540"/>
                        <a:pt x="7525" y="124301"/>
                        <a:pt x="8477" y="120777"/>
                      </a:cubicBezTo>
                      <a:cubicBezTo>
                        <a:pt x="9430" y="117253"/>
                        <a:pt x="11335" y="115252"/>
                        <a:pt x="14383" y="114586"/>
                      </a:cubicBezTo>
                      <a:cubicBezTo>
                        <a:pt x="10096" y="115157"/>
                        <a:pt x="8001" y="113824"/>
                        <a:pt x="8001" y="110490"/>
                      </a:cubicBezTo>
                      <a:cubicBezTo>
                        <a:pt x="8001" y="109823"/>
                        <a:pt x="8192" y="108490"/>
                        <a:pt x="8477" y="106394"/>
                      </a:cubicBezTo>
                      <a:cubicBezTo>
                        <a:pt x="8763" y="104299"/>
                        <a:pt x="8954" y="102775"/>
                        <a:pt x="8954" y="101822"/>
                      </a:cubicBezTo>
                      <a:cubicBezTo>
                        <a:pt x="8954" y="98774"/>
                        <a:pt x="7906" y="96583"/>
                        <a:pt x="5810" y="95440"/>
                      </a:cubicBezTo>
                      <a:cubicBezTo>
                        <a:pt x="6953" y="93345"/>
                        <a:pt x="7620" y="90868"/>
                        <a:pt x="7620" y="88106"/>
                      </a:cubicBezTo>
                      <a:cubicBezTo>
                        <a:pt x="7620" y="82582"/>
                        <a:pt x="5334" y="78676"/>
                        <a:pt x="762" y="76295"/>
                      </a:cubicBezTo>
                      <a:cubicBezTo>
                        <a:pt x="5620" y="72009"/>
                        <a:pt x="8096" y="66103"/>
                        <a:pt x="8096" y="58483"/>
                      </a:cubicBezTo>
                      <a:cubicBezTo>
                        <a:pt x="8096" y="55721"/>
                        <a:pt x="7620" y="51340"/>
                        <a:pt x="6763" y="45244"/>
                      </a:cubicBezTo>
                      <a:cubicBezTo>
                        <a:pt x="5810" y="39148"/>
                        <a:pt x="5429" y="34576"/>
                        <a:pt x="5429" y="31528"/>
                      </a:cubicBezTo>
                      <a:cubicBezTo>
                        <a:pt x="5429" y="25146"/>
                        <a:pt x="6763" y="19526"/>
                        <a:pt x="9525" y="14668"/>
                      </a:cubicBezTo>
                      <a:lnTo>
                        <a:pt x="4477" y="10954"/>
                      </a:lnTo>
                      <a:cubicBezTo>
                        <a:pt x="6382" y="11239"/>
                        <a:pt x="9430" y="10668"/>
                        <a:pt x="13811" y="9144"/>
                      </a:cubicBezTo>
                      <a:cubicBezTo>
                        <a:pt x="18193" y="7620"/>
                        <a:pt x="21527" y="6858"/>
                        <a:pt x="23622" y="6858"/>
                      </a:cubicBezTo>
                      <a:cubicBezTo>
                        <a:pt x="25718" y="6858"/>
                        <a:pt x="27432" y="7429"/>
                        <a:pt x="28670" y="8668"/>
                      </a:cubicBezTo>
                      <a:cubicBezTo>
                        <a:pt x="30766" y="7429"/>
                        <a:pt x="33814" y="6858"/>
                        <a:pt x="37814" y="6858"/>
                      </a:cubicBezTo>
                      <a:cubicBezTo>
                        <a:pt x="38957" y="6858"/>
                        <a:pt x="40767" y="7048"/>
                        <a:pt x="43339" y="7334"/>
                      </a:cubicBezTo>
                      <a:lnTo>
                        <a:pt x="49244" y="7334"/>
                      </a:lnTo>
                      <a:cubicBezTo>
                        <a:pt x="55054" y="7334"/>
                        <a:pt x="58960" y="5620"/>
                        <a:pt x="61151" y="2286"/>
                      </a:cubicBezTo>
                      <a:cubicBezTo>
                        <a:pt x="61151" y="2953"/>
                        <a:pt x="60579" y="3810"/>
                        <a:pt x="59341" y="5048"/>
                      </a:cubicBezTo>
                      <a:cubicBezTo>
                        <a:pt x="58103" y="6286"/>
                        <a:pt x="57531" y="7048"/>
                        <a:pt x="57531" y="7334"/>
                      </a:cubicBezTo>
                      <a:cubicBezTo>
                        <a:pt x="56293" y="7620"/>
                        <a:pt x="61246" y="7810"/>
                        <a:pt x="72199" y="7810"/>
                      </a:cubicBezTo>
                      <a:cubicBezTo>
                        <a:pt x="77343" y="7810"/>
                        <a:pt x="81344" y="5239"/>
                        <a:pt x="84011" y="0"/>
                      </a:cubicBezTo>
                      <a:lnTo>
                        <a:pt x="115538" y="5905"/>
                      </a:lnTo>
                      <a:cubicBezTo>
                        <a:pt x="116110" y="7144"/>
                        <a:pt x="117348" y="8096"/>
                        <a:pt x="119158" y="8668"/>
                      </a:cubicBezTo>
                      <a:lnTo>
                        <a:pt x="124206" y="8668"/>
                      </a:lnTo>
                      <a:cubicBezTo>
                        <a:pt x="124206" y="14764"/>
                        <a:pt x="125349" y="18383"/>
                        <a:pt x="127826" y="19621"/>
                      </a:cubicBezTo>
                      <a:cubicBezTo>
                        <a:pt x="130873" y="19621"/>
                        <a:pt x="132874" y="17240"/>
                        <a:pt x="133731" y="12287"/>
                      </a:cubicBezTo>
                      <a:cubicBezTo>
                        <a:pt x="134684" y="7429"/>
                        <a:pt x="136970" y="4572"/>
                        <a:pt x="140589" y="3619"/>
                      </a:cubicBezTo>
                      <a:cubicBezTo>
                        <a:pt x="144494" y="1143"/>
                        <a:pt x="148304" y="0"/>
                        <a:pt x="152019" y="0"/>
                      </a:cubicBezTo>
                      <a:cubicBezTo>
                        <a:pt x="156210" y="0"/>
                        <a:pt x="161639" y="2476"/>
                        <a:pt x="168212" y="7525"/>
                      </a:cubicBezTo>
                      <a:cubicBezTo>
                        <a:pt x="174784" y="12573"/>
                        <a:pt x="180308" y="15049"/>
                        <a:pt x="184880" y="15049"/>
                      </a:cubicBezTo>
                      <a:cubicBezTo>
                        <a:pt x="187928" y="15049"/>
                        <a:pt x="191262" y="14097"/>
                        <a:pt x="194881" y="12287"/>
                      </a:cubicBezTo>
                      <a:cubicBezTo>
                        <a:pt x="202787" y="15335"/>
                        <a:pt x="213265" y="21241"/>
                        <a:pt x="226409" y="30099"/>
                      </a:cubicBezTo>
                      <a:cubicBezTo>
                        <a:pt x="234410" y="33433"/>
                        <a:pt x="241649" y="41338"/>
                        <a:pt x="248317" y="53816"/>
                      </a:cubicBezTo>
                      <a:cubicBezTo>
                        <a:pt x="255937" y="68770"/>
                        <a:pt x="260795" y="77248"/>
                        <a:pt x="262985" y="79343"/>
                      </a:cubicBezTo>
                      <a:close/>
                      <a:moveTo>
                        <a:pt x="40005" y="130397"/>
                      </a:moveTo>
                      <a:lnTo>
                        <a:pt x="48673" y="134017"/>
                      </a:lnTo>
                      <a:lnTo>
                        <a:pt x="46387" y="132207"/>
                      </a:lnTo>
                      <a:lnTo>
                        <a:pt x="40005" y="130397"/>
                      </a:lnTo>
                      <a:close/>
                      <a:moveTo>
                        <a:pt x="166973" y="260509"/>
                      </a:moveTo>
                      <a:lnTo>
                        <a:pt x="165163" y="246793"/>
                      </a:lnTo>
                      <a:cubicBezTo>
                        <a:pt x="168212" y="252889"/>
                        <a:pt x="169450" y="256984"/>
                        <a:pt x="168783" y="259175"/>
                      </a:cubicBezTo>
                      <a:lnTo>
                        <a:pt x="166973" y="260509"/>
                      </a:lnTo>
                      <a:close/>
                      <a:moveTo>
                        <a:pt x="249650" y="211645"/>
                      </a:moveTo>
                      <a:lnTo>
                        <a:pt x="249650" y="197548"/>
                      </a:lnTo>
                      <a:lnTo>
                        <a:pt x="251936" y="197548"/>
                      </a:lnTo>
                      <a:lnTo>
                        <a:pt x="251936" y="211645"/>
                      </a:lnTo>
                      <a:lnTo>
                        <a:pt x="249650" y="211645"/>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48" name="Google Shape;748;p99"/>
              <p:cNvGrpSpPr/>
              <p:nvPr/>
            </p:nvGrpSpPr>
            <p:grpSpPr>
              <a:xfrm>
                <a:off x="10718667" y="6729984"/>
                <a:ext cx="859249" cy="226123"/>
                <a:chOff x="5465349" y="4448079"/>
                <a:chExt cx="859249" cy="226123"/>
              </a:xfrm>
            </p:grpSpPr>
            <p:sp>
              <p:nvSpPr>
                <p:cNvPr id="749" name="Google Shape;749;p99"/>
                <p:cNvSpPr/>
                <p:nvPr/>
              </p:nvSpPr>
              <p:spPr>
                <a:xfrm>
                  <a:off x="5465349" y="4476464"/>
                  <a:ext cx="152042" cy="171545"/>
                </a:xfrm>
                <a:custGeom>
                  <a:avLst/>
                  <a:gdLst/>
                  <a:ahLst/>
                  <a:cxnLst/>
                  <a:rect l="l" t="t" r="r" b="b"/>
                  <a:pathLst>
                    <a:path w="152042" h="171545" extrusionOk="0">
                      <a:moveTo>
                        <a:pt x="0" y="95821"/>
                      </a:moveTo>
                      <a:lnTo>
                        <a:pt x="857" y="92393"/>
                      </a:lnTo>
                      <a:lnTo>
                        <a:pt x="1714" y="92393"/>
                      </a:lnTo>
                      <a:lnTo>
                        <a:pt x="0" y="95821"/>
                      </a:lnTo>
                      <a:close/>
                      <a:moveTo>
                        <a:pt x="4096" y="94107"/>
                      </a:moveTo>
                      <a:lnTo>
                        <a:pt x="4096" y="90869"/>
                      </a:lnTo>
                      <a:lnTo>
                        <a:pt x="7525" y="92393"/>
                      </a:lnTo>
                      <a:lnTo>
                        <a:pt x="4096" y="94107"/>
                      </a:lnTo>
                      <a:close/>
                      <a:moveTo>
                        <a:pt x="14954" y="94964"/>
                      </a:moveTo>
                      <a:cubicBezTo>
                        <a:pt x="14954" y="94964"/>
                        <a:pt x="15812" y="94964"/>
                        <a:pt x="16288" y="95536"/>
                      </a:cubicBezTo>
                      <a:cubicBezTo>
                        <a:pt x="16764" y="96012"/>
                        <a:pt x="17145" y="96298"/>
                        <a:pt x="17431" y="96488"/>
                      </a:cubicBezTo>
                      <a:lnTo>
                        <a:pt x="17431" y="98203"/>
                      </a:lnTo>
                      <a:lnTo>
                        <a:pt x="14859" y="94964"/>
                      </a:lnTo>
                      <a:close/>
                      <a:moveTo>
                        <a:pt x="15812" y="77724"/>
                      </a:moveTo>
                      <a:lnTo>
                        <a:pt x="17526" y="77724"/>
                      </a:lnTo>
                      <a:cubicBezTo>
                        <a:pt x="17621" y="78486"/>
                        <a:pt x="17145" y="79534"/>
                        <a:pt x="15812" y="81153"/>
                      </a:cubicBezTo>
                      <a:lnTo>
                        <a:pt x="15812" y="77724"/>
                      </a:lnTo>
                      <a:close/>
                      <a:moveTo>
                        <a:pt x="21622" y="136112"/>
                      </a:moveTo>
                      <a:lnTo>
                        <a:pt x="20574" y="132016"/>
                      </a:lnTo>
                      <a:lnTo>
                        <a:pt x="21622" y="133350"/>
                      </a:lnTo>
                      <a:lnTo>
                        <a:pt x="21622" y="136112"/>
                      </a:lnTo>
                      <a:close/>
                      <a:moveTo>
                        <a:pt x="29718" y="60484"/>
                      </a:moveTo>
                      <a:cubicBezTo>
                        <a:pt x="30289" y="59341"/>
                        <a:pt x="31147" y="59341"/>
                        <a:pt x="32290" y="60484"/>
                      </a:cubicBezTo>
                      <a:lnTo>
                        <a:pt x="29718" y="60484"/>
                      </a:lnTo>
                      <a:close/>
                      <a:moveTo>
                        <a:pt x="29718" y="139351"/>
                      </a:moveTo>
                      <a:lnTo>
                        <a:pt x="30575" y="138494"/>
                      </a:lnTo>
                      <a:lnTo>
                        <a:pt x="31432" y="139351"/>
                      </a:lnTo>
                      <a:lnTo>
                        <a:pt x="29718" y="139351"/>
                      </a:lnTo>
                      <a:close/>
                      <a:moveTo>
                        <a:pt x="32290" y="60484"/>
                      </a:moveTo>
                      <a:cubicBezTo>
                        <a:pt x="32290" y="60484"/>
                        <a:pt x="32671" y="60674"/>
                        <a:pt x="32956" y="61151"/>
                      </a:cubicBezTo>
                      <a:lnTo>
                        <a:pt x="32290" y="60484"/>
                      </a:lnTo>
                      <a:close/>
                      <a:moveTo>
                        <a:pt x="151352" y="82868"/>
                      </a:moveTo>
                      <a:cubicBezTo>
                        <a:pt x="151924" y="88106"/>
                        <a:pt x="152114" y="98488"/>
                        <a:pt x="152019" y="113919"/>
                      </a:cubicBezTo>
                      <a:lnTo>
                        <a:pt x="151352" y="166402"/>
                      </a:lnTo>
                      <a:cubicBezTo>
                        <a:pt x="148209" y="169831"/>
                        <a:pt x="144208" y="171545"/>
                        <a:pt x="139160" y="171545"/>
                      </a:cubicBezTo>
                      <a:cubicBezTo>
                        <a:pt x="137350" y="171545"/>
                        <a:pt x="134112" y="171164"/>
                        <a:pt x="129540" y="170497"/>
                      </a:cubicBezTo>
                      <a:cubicBezTo>
                        <a:pt x="125539" y="169831"/>
                        <a:pt x="122396" y="169545"/>
                        <a:pt x="120205" y="169831"/>
                      </a:cubicBezTo>
                      <a:cubicBezTo>
                        <a:pt x="119253" y="169164"/>
                        <a:pt x="118681" y="168116"/>
                        <a:pt x="118681" y="166878"/>
                      </a:cubicBezTo>
                      <a:cubicBezTo>
                        <a:pt x="118681" y="166306"/>
                        <a:pt x="118681" y="165449"/>
                        <a:pt x="118967" y="164402"/>
                      </a:cubicBezTo>
                      <a:cubicBezTo>
                        <a:pt x="119158" y="163354"/>
                        <a:pt x="119253" y="162496"/>
                        <a:pt x="119253" y="161925"/>
                      </a:cubicBezTo>
                      <a:cubicBezTo>
                        <a:pt x="119253" y="161544"/>
                        <a:pt x="119253" y="161163"/>
                        <a:pt x="119063" y="160877"/>
                      </a:cubicBezTo>
                      <a:cubicBezTo>
                        <a:pt x="119063" y="130112"/>
                        <a:pt x="118872" y="111633"/>
                        <a:pt x="118396" y="105728"/>
                      </a:cubicBezTo>
                      <a:cubicBezTo>
                        <a:pt x="116967" y="105823"/>
                        <a:pt x="115348" y="105918"/>
                        <a:pt x="113538" y="105918"/>
                      </a:cubicBezTo>
                      <a:cubicBezTo>
                        <a:pt x="111538" y="105918"/>
                        <a:pt x="108395" y="105728"/>
                        <a:pt x="104013" y="105442"/>
                      </a:cubicBezTo>
                      <a:cubicBezTo>
                        <a:pt x="99727" y="105061"/>
                        <a:pt x="96393" y="104870"/>
                        <a:pt x="94107" y="104870"/>
                      </a:cubicBezTo>
                      <a:cubicBezTo>
                        <a:pt x="90011" y="104870"/>
                        <a:pt x="86392" y="105346"/>
                        <a:pt x="83439" y="106394"/>
                      </a:cubicBezTo>
                      <a:cubicBezTo>
                        <a:pt x="83058" y="106204"/>
                        <a:pt x="81629" y="106013"/>
                        <a:pt x="79153" y="105728"/>
                      </a:cubicBezTo>
                      <a:cubicBezTo>
                        <a:pt x="77438" y="105537"/>
                        <a:pt x="76200" y="105061"/>
                        <a:pt x="75533" y="104013"/>
                      </a:cubicBezTo>
                      <a:cubicBezTo>
                        <a:pt x="73723" y="105442"/>
                        <a:pt x="72295" y="107823"/>
                        <a:pt x="71247" y="111062"/>
                      </a:cubicBezTo>
                      <a:cubicBezTo>
                        <a:pt x="70104" y="115062"/>
                        <a:pt x="69151" y="117634"/>
                        <a:pt x="68294" y="118681"/>
                      </a:cubicBezTo>
                      <a:cubicBezTo>
                        <a:pt x="69913" y="119158"/>
                        <a:pt x="70675" y="119920"/>
                        <a:pt x="70675" y="121253"/>
                      </a:cubicBezTo>
                      <a:cubicBezTo>
                        <a:pt x="70675" y="121539"/>
                        <a:pt x="70675" y="122015"/>
                        <a:pt x="70485" y="122587"/>
                      </a:cubicBezTo>
                      <a:cubicBezTo>
                        <a:pt x="70390" y="123254"/>
                        <a:pt x="70295" y="123730"/>
                        <a:pt x="70295" y="124015"/>
                      </a:cubicBezTo>
                      <a:cubicBezTo>
                        <a:pt x="70295" y="124873"/>
                        <a:pt x="71152" y="125254"/>
                        <a:pt x="73057" y="125254"/>
                      </a:cubicBezTo>
                      <a:cubicBezTo>
                        <a:pt x="70961" y="125539"/>
                        <a:pt x="69818" y="127063"/>
                        <a:pt x="69628" y="129730"/>
                      </a:cubicBezTo>
                      <a:lnTo>
                        <a:pt x="69628" y="136112"/>
                      </a:lnTo>
                      <a:lnTo>
                        <a:pt x="71342" y="137636"/>
                      </a:lnTo>
                      <a:cubicBezTo>
                        <a:pt x="70390" y="137636"/>
                        <a:pt x="69818" y="138398"/>
                        <a:pt x="69818" y="140018"/>
                      </a:cubicBezTo>
                      <a:cubicBezTo>
                        <a:pt x="69818" y="141637"/>
                        <a:pt x="69532" y="142494"/>
                        <a:pt x="68961" y="142780"/>
                      </a:cubicBezTo>
                      <a:cubicBezTo>
                        <a:pt x="68675" y="143732"/>
                        <a:pt x="68485" y="144875"/>
                        <a:pt x="68485" y="146209"/>
                      </a:cubicBezTo>
                      <a:cubicBezTo>
                        <a:pt x="68485" y="147447"/>
                        <a:pt x="68675" y="149352"/>
                        <a:pt x="69151" y="151733"/>
                      </a:cubicBezTo>
                      <a:cubicBezTo>
                        <a:pt x="69532" y="154114"/>
                        <a:pt x="69818" y="155924"/>
                        <a:pt x="69818" y="157067"/>
                      </a:cubicBezTo>
                      <a:cubicBezTo>
                        <a:pt x="69818" y="160211"/>
                        <a:pt x="68771" y="162782"/>
                        <a:pt x="66580" y="164973"/>
                      </a:cubicBezTo>
                      <a:cubicBezTo>
                        <a:pt x="67151" y="167640"/>
                        <a:pt x="65913" y="169259"/>
                        <a:pt x="62960" y="169640"/>
                      </a:cubicBezTo>
                      <a:cubicBezTo>
                        <a:pt x="60674" y="169926"/>
                        <a:pt x="58388" y="170212"/>
                        <a:pt x="56007" y="170497"/>
                      </a:cubicBezTo>
                      <a:cubicBezTo>
                        <a:pt x="53626" y="170783"/>
                        <a:pt x="51625" y="170879"/>
                        <a:pt x="49911" y="170879"/>
                      </a:cubicBezTo>
                      <a:cubicBezTo>
                        <a:pt x="44767" y="170879"/>
                        <a:pt x="40386" y="169354"/>
                        <a:pt x="36671" y="166402"/>
                      </a:cubicBezTo>
                      <a:cubicBezTo>
                        <a:pt x="36957" y="165354"/>
                        <a:pt x="37147" y="164306"/>
                        <a:pt x="37147" y="163163"/>
                      </a:cubicBezTo>
                      <a:cubicBezTo>
                        <a:pt x="37147" y="162020"/>
                        <a:pt x="36957" y="160401"/>
                        <a:pt x="36576" y="158401"/>
                      </a:cubicBezTo>
                      <a:cubicBezTo>
                        <a:pt x="36195" y="156305"/>
                        <a:pt x="36004" y="154781"/>
                        <a:pt x="36004" y="153829"/>
                      </a:cubicBezTo>
                      <a:cubicBezTo>
                        <a:pt x="36004" y="151829"/>
                        <a:pt x="36576" y="150019"/>
                        <a:pt x="37719" y="148495"/>
                      </a:cubicBezTo>
                      <a:cubicBezTo>
                        <a:pt x="38100" y="147733"/>
                        <a:pt x="38386" y="146971"/>
                        <a:pt x="38386" y="145923"/>
                      </a:cubicBezTo>
                      <a:cubicBezTo>
                        <a:pt x="38386" y="144685"/>
                        <a:pt x="37909" y="142780"/>
                        <a:pt x="37147" y="140208"/>
                      </a:cubicBezTo>
                      <a:cubicBezTo>
                        <a:pt x="36290" y="137636"/>
                        <a:pt x="35814" y="135827"/>
                        <a:pt x="35814" y="134874"/>
                      </a:cubicBezTo>
                      <a:cubicBezTo>
                        <a:pt x="35814" y="132588"/>
                        <a:pt x="37243" y="131350"/>
                        <a:pt x="40100" y="131064"/>
                      </a:cubicBezTo>
                      <a:cubicBezTo>
                        <a:pt x="39814" y="130588"/>
                        <a:pt x="39053" y="130397"/>
                        <a:pt x="37719" y="130397"/>
                      </a:cubicBezTo>
                      <a:lnTo>
                        <a:pt x="37719" y="121634"/>
                      </a:lnTo>
                      <a:cubicBezTo>
                        <a:pt x="37719" y="118110"/>
                        <a:pt x="37147" y="115157"/>
                        <a:pt x="36004" y="112871"/>
                      </a:cubicBezTo>
                      <a:lnTo>
                        <a:pt x="32575" y="112871"/>
                      </a:lnTo>
                      <a:cubicBezTo>
                        <a:pt x="32575" y="111728"/>
                        <a:pt x="33052" y="111252"/>
                        <a:pt x="34099" y="111633"/>
                      </a:cubicBezTo>
                      <a:cubicBezTo>
                        <a:pt x="35242" y="111919"/>
                        <a:pt x="35909" y="111919"/>
                        <a:pt x="36004" y="111633"/>
                      </a:cubicBezTo>
                      <a:lnTo>
                        <a:pt x="34290" y="105728"/>
                      </a:lnTo>
                      <a:cubicBezTo>
                        <a:pt x="34290" y="105728"/>
                        <a:pt x="35528" y="105061"/>
                        <a:pt x="37052" y="104870"/>
                      </a:cubicBezTo>
                      <a:cubicBezTo>
                        <a:pt x="38005" y="104680"/>
                        <a:pt x="38481" y="103822"/>
                        <a:pt x="38290" y="102298"/>
                      </a:cubicBezTo>
                      <a:lnTo>
                        <a:pt x="36576" y="100584"/>
                      </a:lnTo>
                      <a:cubicBezTo>
                        <a:pt x="37433" y="100298"/>
                        <a:pt x="38195" y="100584"/>
                        <a:pt x="38862" y="101251"/>
                      </a:cubicBezTo>
                      <a:cubicBezTo>
                        <a:pt x="39529" y="102013"/>
                        <a:pt x="40100" y="102679"/>
                        <a:pt x="40672" y="103346"/>
                      </a:cubicBezTo>
                      <a:cubicBezTo>
                        <a:pt x="42196" y="101822"/>
                        <a:pt x="42767" y="100584"/>
                        <a:pt x="42386" y="99917"/>
                      </a:cubicBezTo>
                      <a:lnTo>
                        <a:pt x="40005" y="97536"/>
                      </a:lnTo>
                      <a:cubicBezTo>
                        <a:pt x="39814" y="98107"/>
                        <a:pt x="39529" y="98393"/>
                        <a:pt x="38957" y="98393"/>
                      </a:cubicBezTo>
                      <a:cubicBezTo>
                        <a:pt x="38386" y="98393"/>
                        <a:pt x="37909" y="98107"/>
                        <a:pt x="37624" y="97536"/>
                      </a:cubicBezTo>
                      <a:lnTo>
                        <a:pt x="35242" y="94964"/>
                      </a:lnTo>
                      <a:cubicBezTo>
                        <a:pt x="36862" y="94964"/>
                        <a:pt x="37624" y="94393"/>
                        <a:pt x="37624" y="93250"/>
                      </a:cubicBezTo>
                      <a:cubicBezTo>
                        <a:pt x="37814" y="91535"/>
                        <a:pt x="38005" y="90392"/>
                        <a:pt x="38290" y="89821"/>
                      </a:cubicBezTo>
                      <a:lnTo>
                        <a:pt x="40672" y="92393"/>
                      </a:lnTo>
                      <a:lnTo>
                        <a:pt x="42196" y="91154"/>
                      </a:lnTo>
                      <a:cubicBezTo>
                        <a:pt x="42196" y="91916"/>
                        <a:pt x="42196" y="92297"/>
                        <a:pt x="42386" y="92393"/>
                      </a:cubicBezTo>
                      <a:cubicBezTo>
                        <a:pt x="42863" y="91821"/>
                        <a:pt x="43720" y="91630"/>
                        <a:pt x="45148" y="91726"/>
                      </a:cubicBezTo>
                      <a:cubicBezTo>
                        <a:pt x="46863" y="91916"/>
                        <a:pt x="47815" y="91916"/>
                        <a:pt x="48101" y="91726"/>
                      </a:cubicBezTo>
                      <a:cubicBezTo>
                        <a:pt x="48958" y="91440"/>
                        <a:pt x="49244" y="90583"/>
                        <a:pt x="48958" y="89154"/>
                      </a:cubicBezTo>
                      <a:lnTo>
                        <a:pt x="54102" y="92393"/>
                      </a:lnTo>
                      <a:cubicBezTo>
                        <a:pt x="54673" y="92107"/>
                        <a:pt x="54959" y="91440"/>
                        <a:pt x="54959" y="90488"/>
                      </a:cubicBezTo>
                      <a:lnTo>
                        <a:pt x="54769" y="88106"/>
                      </a:lnTo>
                      <a:cubicBezTo>
                        <a:pt x="55912" y="88868"/>
                        <a:pt x="56769" y="89154"/>
                        <a:pt x="57340" y="89154"/>
                      </a:cubicBezTo>
                      <a:cubicBezTo>
                        <a:pt x="58007" y="89154"/>
                        <a:pt x="58864" y="88773"/>
                        <a:pt x="59912" y="88106"/>
                      </a:cubicBezTo>
                      <a:cubicBezTo>
                        <a:pt x="59531" y="88011"/>
                        <a:pt x="58293" y="87344"/>
                        <a:pt x="56293" y="86201"/>
                      </a:cubicBezTo>
                      <a:cubicBezTo>
                        <a:pt x="54864" y="85154"/>
                        <a:pt x="53626" y="84677"/>
                        <a:pt x="52673" y="84677"/>
                      </a:cubicBezTo>
                      <a:cubicBezTo>
                        <a:pt x="51911" y="84677"/>
                        <a:pt x="51340" y="84868"/>
                        <a:pt x="50768" y="85058"/>
                      </a:cubicBezTo>
                      <a:cubicBezTo>
                        <a:pt x="49625" y="85344"/>
                        <a:pt x="48768" y="84582"/>
                        <a:pt x="48101" y="82772"/>
                      </a:cubicBezTo>
                      <a:cubicBezTo>
                        <a:pt x="47434" y="80867"/>
                        <a:pt x="46863" y="80010"/>
                        <a:pt x="46291" y="80010"/>
                      </a:cubicBezTo>
                      <a:cubicBezTo>
                        <a:pt x="45720" y="80010"/>
                        <a:pt x="45053" y="80581"/>
                        <a:pt x="44196" y="81724"/>
                      </a:cubicBezTo>
                      <a:lnTo>
                        <a:pt x="45053" y="82868"/>
                      </a:lnTo>
                      <a:lnTo>
                        <a:pt x="43529" y="84106"/>
                      </a:lnTo>
                      <a:cubicBezTo>
                        <a:pt x="43815" y="84772"/>
                        <a:pt x="44672" y="85154"/>
                        <a:pt x="46101" y="85154"/>
                      </a:cubicBezTo>
                      <a:lnTo>
                        <a:pt x="46101" y="87058"/>
                      </a:lnTo>
                      <a:cubicBezTo>
                        <a:pt x="45244" y="86487"/>
                        <a:pt x="44005" y="86106"/>
                        <a:pt x="42291" y="86011"/>
                      </a:cubicBezTo>
                      <a:cubicBezTo>
                        <a:pt x="40291" y="85725"/>
                        <a:pt x="38862" y="86011"/>
                        <a:pt x="37814" y="86868"/>
                      </a:cubicBezTo>
                      <a:lnTo>
                        <a:pt x="36100" y="86868"/>
                      </a:lnTo>
                      <a:lnTo>
                        <a:pt x="36100" y="74486"/>
                      </a:lnTo>
                      <a:lnTo>
                        <a:pt x="38481" y="76867"/>
                      </a:lnTo>
                      <a:cubicBezTo>
                        <a:pt x="39148" y="76581"/>
                        <a:pt x="39529" y="76105"/>
                        <a:pt x="39529" y="75438"/>
                      </a:cubicBezTo>
                      <a:lnTo>
                        <a:pt x="39529" y="73533"/>
                      </a:lnTo>
                      <a:cubicBezTo>
                        <a:pt x="39529" y="73533"/>
                        <a:pt x="38290" y="72866"/>
                        <a:pt x="36766" y="72866"/>
                      </a:cubicBezTo>
                      <a:cubicBezTo>
                        <a:pt x="36100" y="70485"/>
                        <a:pt x="35719" y="67723"/>
                        <a:pt x="35719" y="64579"/>
                      </a:cubicBezTo>
                      <a:cubicBezTo>
                        <a:pt x="35719" y="61913"/>
                        <a:pt x="36100" y="57626"/>
                        <a:pt x="36766" y="51911"/>
                      </a:cubicBezTo>
                      <a:cubicBezTo>
                        <a:pt x="37529" y="46196"/>
                        <a:pt x="37814" y="41815"/>
                        <a:pt x="37814" y="38767"/>
                      </a:cubicBezTo>
                      <a:cubicBezTo>
                        <a:pt x="37814" y="34480"/>
                        <a:pt x="37243" y="30861"/>
                        <a:pt x="36100" y="27718"/>
                      </a:cubicBezTo>
                      <a:lnTo>
                        <a:pt x="36100" y="12573"/>
                      </a:lnTo>
                      <a:cubicBezTo>
                        <a:pt x="36385" y="6668"/>
                        <a:pt x="38481" y="2857"/>
                        <a:pt x="42481" y="1333"/>
                      </a:cubicBezTo>
                      <a:lnTo>
                        <a:pt x="60770" y="2381"/>
                      </a:lnTo>
                      <a:lnTo>
                        <a:pt x="60770" y="4763"/>
                      </a:lnTo>
                      <a:lnTo>
                        <a:pt x="65437" y="3048"/>
                      </a:lnTo>
                      <a:cubicBezTo>
                        <a:pt x="68294" y="6001"/>
                        <a:pt x="69723" y="10573"/>
                        <a:pt x="69723" y="16669"/>
                      </a:cubicBezTo>
                      <a:cubicBezTo>
                        <a:pt x="69723" y="24479"/>
                        <a:pt x="70009" y="29242"/>
                        <a:pt x="70580" y="31147"/>
                      </a:cubicBezTo>
                      <a:lnTo>
                        <a:pt x="68199" y="31813"/>
                      </a:lnTo>
                      <a:cubicBezTo>
                        <a:pt x="68199" y="31813"/>
                        <a:pt x="67818" y="32766"/>
                        <a:pt x="67818" y="33338"/>
                      </a:cubicBezTo>
                      <a:cubicBezTo>
                        <a:pt x="67818" y="33909"/>
                        <a:pt x="68104" y="34576"/>
                        <a:pt x="68675" y="35338"/>
                      </a:cubicBezTo>
                      <a:cubicBezTo>
                        <a:pt x="69247" y="36100"/>
                        <a:pt x="69532" y="36671"/>
                        <a:pt x="69532" y="36957"/>
                      </a:cubicBezTo>
                      <a:cubicBezTo>
                        <a:pt x="69532" y="37529"/>
                        <a:pt x="68771" y="38005"/>
                        <a:pt x="67246" y="38481"/>
                      </a:cubicBezTo>
                      <a:cubicBezTo>
                        <a:pt x="69342" y="38481"/>
                        <a:pt x="69723" y="40196"/>
                        <a:pt x="68294" y="43624"/>
                      </a:cubicBezTo>
                      <a:lnTo>
                        <a:pt x="61436" y="47720"/>
                      </a:lnTo>
                      <a:lnTo>
                        <a:pt x="67151" y="51721"/>
                      </a:lnTo>
                      <a:cubicBezTo>
                        <a:pt x="67151" y="51721"/>
                        <a:pt x="66580" y="52292"/>
                        <a:pt x="65913" y="53054"/>
                      </a:cubicBezTo>
                      <a:cubicBezTo>
                        <a:pt x="65151" y="53721"/>
                        <a:pt x="64865" y="54388"/>
                        <a:pt x="64865" y="54959"/>
                      </a:cubicBezTo>
                      <a:cubicBezTo>
                        <a:pt x="65151" y="55531"/>
                        <a:pt x="65722" y="55816"/>
                        <a:pt x="66675" y="55912"/>
                      </a:cubicBezTo>
                      <a:cubicBezTo>
                        <a:pt x="67532" y="55912"/>
                        <a:pt x="68104" y="56007"/>
                        <a:pt x="68294" y="56007"/>
                      </a:cubicBezTo>
                      <a:lnTo>
                        <a:pt x="69532" y="53245"/>
                      </a:lnTo>
                      <a:cubicBezTo>
                        <a:pt x="71438" y="54388"/>
                        <a:pt x="72295" y="56102"/>
                        <a:pt x="72295" y="58388"/>
                      </a:cubicBezTo>
                      <a:cubicBezTo>
                        <a:pt x="72295" y="59150"/>
                        <a:pt x="72104" y="60198"/>
                        <a:pt x="71914" y="61722"/>
                      </a:cubicBezTo>
                      <a:cubicBezTo>
                        <a:pt x="71628" y="63246"/>
                        <a:pt x="71438" y="64294"/>
                        <a:pt x="71438" y="64770"/>
                      </a:cubicBezTo>
                      <a:cubicBezTo>
                        <a:pt x="71438" y="67342"/>
                        <a:pt x="73342" y="68771"/>
                        <a:pt x="77153" y="69056"/>
                      </a:cubicBezTo>
                      <a:cubicBezTo>
                        <a:pt x="79153" y="68771"/>
                        <a:pt x="81248" y="68675"/>
                        <a:pt x="83534" y="68675"/>
                      </a:cubicBezTo>
                      <a:cubicBezTo>
                        <a:pt x="85820" y="68675"/>
                        <a:pt x="89154" y="68866"/>
                        <a:pt x="93631" y="69247"/>
                      </a:cubicBezTo>
                      <a:cubicBezTo>
                        <a:pt x="98107" y="69723"/>
                        <a:pt x="101441" y="69913"/>
                        <a:pt x="103537" y="69913"/>
                      </a:cubicBezTo>
                      <a:cubicBezTo>
                        <a:pt x="109823" y="69913"/>
                        <a:pt x="114871" y="68485"/>
                        <a:pt x="118872" y="65627"/>
                      </a:cubicBezTo>
                      <a:cubicBezTo>
                        <a:pt x="118967" y="67342"/>
                        <a:pt x="119063" y="61531"/>
                        <a:pt x="119063" y="48387"/>
                      </a:cubicBezTo>
                      <a:cubicBezTo>
                        <a:pt x="119063" y="41243"/>
                        <a:pt x="118491" y="35814"/>
                        <a:pt x="117157" y="32004"/>
                      </a:cubicBezTo>
                      <a:cubicBezTo>
                        <a:pt x="118300" y="30766"/>
                        <a:pt x="118872" y="28670"/>
                        <a:pt x="118872" y="25908"/>
                      </a:cubicBezTo>
                      <a:cubicBezTo>
                        <a:pt x="118872" y="23146"/>
                        <a:pt x="119443" y="21050"/>
                        <a:pt x="120587" y="19621"/>
                      </a:cubicBezTo>
                      <a:cubicBezTo>
                        <a:pt x="118586" y="14669"/>
                        <a:pt x="117824" y="9715"/>
                        <a:pt x="118205" y="4953"/>
                      </a:cubicBezTo>
                      <a:cubicBezTo>
                        <a:pt x="120587" y="1714"/>
                        <a:pt x="124301" y="0"/>
                        <a:pt x="129254" y="0"/>
                      </a:cubicBezTo>
                      <a:cubicBezTo>
                        <a:pt x="130969" y="0"/>
                        <a:pt x="133540" y="190"/>
                        <a:pt x="137160" y="667"/>
                      </a:cubicBezTo>
                      <a:cubicBezTo>
                        <a:pt x="140684" y="1048"/>
                        <a:pt x="143351" y="1333"/>
                        <a:pt x="145066" y="1333"/>
                      </a:cubicBezTo>
                      <a:cubicBezTo>
                        <a:pt x="146590" y="1333"/>
                        <a:pt x="148018" y="1143"/>
                        <a:pt x="149352" y="953"/>
                      </a:cubicBezTo>
                      <a:lnTo>
                        <a:pt x="151733" y="5810"/>
                      </a:lnTo>
                      <a:cubicBezTo>
                        <a:pt x="152019" y="24098"/>
                        <a:pt x="151733" y="49911"/>
                        <a:pt x="151066" y="83153"/>
                      </a:cubicBezTo>
                      <a:close/>
                      <a:moveTo>
                        <a:pt x="44387" y="110585"/>
                      </a:moveTo>
                      <a:cubicBezTo>
                        <a:pt x="44005" y="109919"/>
                        <a:pt x="43339" y="109633"/>
                        <a:pt x="42481" y="109919"/>
                      </a:cubicBezTo>
                      <a:cubicBezTo>
                        <a:pt x="41624" y="110204"/>
                        <a:pt x="40957" y="110776"/>
                        <a:pt x="40386" y="111633"/>
                      </a:cubicBezTo>
                      <a:lnTo>
                        <a:pt x="44387" y="110585"/>
                      </a:lnTo>
                      <a:close/>
                      <a:moveTo>
                        <a:pt x="40957" y="88202"/>
                      </a:moveTo>
                      <a:cubicBezTo>
                        <a:pt x="42386" y="88202"/>
                        <a:pt x="42958" y="89059"/>
                        <a:pt x="42672" y="90773"/>
                      </a:cubicBezTo>
                      <a:cubicBezTo>
                        <a:pt x="41529" y="89249"/>
                        <a:pt x="40957" y="88392"/>
                        <a:pt x="40957" y="88202"/>
                      </a:cubicBezTo>
                      <a:close/>
                      <a:moveTo>
                        <a:pt x="40957" y="96488"/>
                      </a:moveTo>
                      <a:lnTo>
                        <a:pt x="44387" y="99251"/>
                      </a:lnTo>
                      <a:lnTo>
                        <a:pt x="44387" y="97536"/>
                      </a:lnTo>
                      <a:cubicBezTo>
                        <a:pt x="44101" y="96869"/>
                        <a:pt x="43624" y="96488"/>
                        <a:pt x="43148" y="96488"/>
                      </a:cubicBezTo>
                      <a:lnTo>
                        <a:pt x="41053" y="96488"/>
                      </a:lnTo>
                      <a:close/>
                      <a:moveTo>
                        <a:pt x="42672" y="90773"/>
                      </a:moveTo>
                      <a:lnTo>
                        <a:pt x="42672" y="90964"/>
                      </a:lnTo>
                      <a:lnTo>
                        <a:pt x="42481" y="91154"/>
                      </a:lnTo>
                      <a:cubicBezTo>
                        <a:pt x="42481" y="91154"/>
                        <a:pt x="42481" y="90869"/>
                        <a:pt x="42672" y="90678"/>
                      </a:cubicBezTo>
                      <a:close/>
                      <a:moveTo>
                        <a:pt x="46291" y="118681"/>
                      </a:moveTo>
                      <a:lnTo>
                        <a:pt x="46291" y="118015"/>
                      </a:lnTo>
                      <a:lnTo>
                        <a:pt x="43720" y="118015"/>
                      </a:lnTo>
                      <a:lnTo>
                        <a:pt x="46291" y="118681"/>
                      </a:lnTo>
                      <a:close/>
                      <a:moveTo>
                        <a:pt x="46291" y="87154"/>
                      </a:moveTo>
                      <a:cubicBezTo>
                        <a:pt x="46291" y="87154"/>
                        <a:pt x="46577" y="87535"/>
                        <a:pt x="46291" y="87535"/>
                      </a:cubicBezTo>
                      <a:lnTo>
                        <a:pt x="46291" y="87154"/>
                      </a:lnTo>
                      <a:close/>
                      <a:moveTo>
                        <a:pt x="49435" y="141732"/>
                      </a:moveTo>
                      <a:lnTo>
                        <a:pt x="52006" y="141732"/>
                      </a:lnTo>
                      <a:cubicBezTo>
                        <a:pt x="51435" y="140875"/>
                        <a:pt x="50578" y="140875"/>
                        <a:pt x="49435" y="141732"/>
                      </a:cubicBezTo>
                      <a:lnTo>
                        <a:pt x="47911" y="141732"/>
                      </a:lnTo>
                      <a:cubicBezTo>
                        <a:pt x="47911" y="141732"/>
                        <a:pt x="48673" y="142018"/>
                        <a:pt x="49435" y="141732"/>
                      </a:cubicBezTo>
                      <a:close/>
                      <a:moveTo>
                        <a:pt x="49244" y="53149"/>
                      </a:moveTo>
                      <a:lnTo>
                        <a:pt x="49244" y="51626"/>
                      </a:lnTo>
                      <a:cubicBezTo>
                        <a:pt x="49244" y="51626"/>
                        <a:pt x="48768" y="52006"/>
                        <a:pt x="48196" y="52483"/>
                      </a:cubicBezTo>
                      <a:cubicBezTo>
                        <a:pt x="48673" y="52578"/>
                        <a:pt x="48958" y="52864"/>
                        <a:pt x="49244" y="53149"/>
                      </a:cubicBezTo>
                      <a:close/>
                      <a:moveTo>
                        <a:pt x="61627" y="90011"/>
                      </a:moveTo>
                      <a:lnTo>
                        <a:pt x="62674" y="89345"/>
                      </a:lnTo>
                      <a:lnTo>
                        <a:pt x="60103" y="90011"/>
                      </a:lnTo>
                      <a:lnTo>
                        <a:pt x="61627" y="90011"/>
                      </a:lnTo>
                      <a:close/>
                      <a:moveTo>
                        <a:pt x="60960" y="15430"/>
                      </a:moveTo>
                      <a:lnTo>
                        <a:pt x="60960" y="18860"/>
                      </a:lnTo>
                      <a:lnTo>
                        <a:pt x="63341" y="18860"/>
                      </a:lnTo>
                      <a:cubicBezTo>
                        <a:pt x="62770" y="18574"/>
                        <a:pt x="62484" y="18097"/>
                        <a:pt x="62484" y="17336"/>
                      </a:cubicBezTo>
                      <a:lnTo>
                        <a:pt x="62674" y="15430"/>
                      </a:lnTo>
                      <a:lnTo>
                        <a:pt x="60960" y="15430"/>
                      </a:lnTo>
                      <a:close/>
                      <a:moveTo>
                        <a:pt x="64389" y="163925"/>
                      </a:moveTo>
                      <a:lnTo>
                        <a:pt x="64389" y="160972"/>
                      </a:lnTo>
                      <a:lnTo>
                        <a:pt x="63341" y="160972"/>
                      </a:lnTo>
                      <a:lnTo>
                        <a:pt x="63341" y="163925"/>
                      </a:lnTo>
                      <a:lnTo>
                        <a:pt x="64389" y="163925"/>
                      </a:lnTo>
                      <a:close/>
                      <a:moveTo>
                        <a:pt x="75724" y="133445"/>
                      </a:moveTo>
                      <a:lnTo>
                        <a:pt x="75724" y="130493"/>
                      </a:lnTo>
                      <a:lnTo>
                        <a:pt x="76581" y="130493"/>
                      </a:lnTo>
                      <a:lnTo>
                        <a:pt x="76581" y="133445"/>
                      </a:lnTo>
                      <a:lnTo>
                        <a:pt x="75724" y="133445"/>
                      </a:lnTo>
                      <a:close/>
                      <a:moveTo>
                        <a:pt x="85534" y="108109"/>
                      </a:moveTo>
                      <a:lnTo>
                        <a:pt x="83248" y="106394"/>
                      </a:lnTo>
                      <a:lnTo>
                        <a:pt x="83629" y="106394"/>
                      </a:lnTo>
                      <a:cubicBezTo>
                        <a:pt x="84487" y="106585"/>
                        <a:pt x="85154" y="107061"/>
                        <a:pt x="85534" y="108109"/>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 name="Google Shape;750;p99"/>
                <p:cNvSpPr/>
                <p:nvPr/>
              </p:nvSpPr>
              <p:spPr>
                <a:xfrm>
                  <a:off x="5635370" y="4448079"/>
                  <a:ext cx="168020" cy="200310"/>
                </a:xfrm>
                <a:custGeom>
                  <a:avLst/>
                  <a:gdLst/>
                  <a:ahLst/>
                  <a:cxnLst/>
                  <a:rect l="l" t="t" r="r" b="b"/>
                  <a:pathLst>
                    <a:path w="168020" h="200310" extrusionOk="0">
                      <a:moveTo>
                        <a:pt x="131064" y="163163"/>
                      </a:moveTo>
                      <a:cubicBezTo>
                        <a:pt x="130492" y="165259"/>
                        <a:pt x="130207" y="167259"/>
                        <a:pt x="130207" y="169164"/>
                      </a:cubicBezTo>
                      <a:cubicBezTo>
                        <a:pt x="130207" y="172021"/>
                        <a:pt x="130873" y="175260"/>
                        <a:pt x="132397" y="178975"/>
                      </a:cubicBezTo>
                      <a:cubicBezTo>
                        <a:pt x="134398" y="183547"/>
                        <a:pt x="135541" y="186500"/>
                        <a:pt x="135731" y="187928"/>
                      </a:cubicBezTo>
                      <a:cubicBezTo>
                        <a:pt x="136493" y="188786"/>
                        <a:pt x="136779" y="189643"/>
                        <a:pt x="136779" y="190500"/>
                      </a:cubicBezTo>
                      <a:cubicBezTo>
                        <a:pt x="136779" y="191453"/>
                        <a:pt x="136112" y="192691"/>
                        <a:pt x="134874" y="194120"/>
                      </a:cubicBezTo>
                      <a:cubicBezTo>
                        <a:pt x="133064" y="196215"/>
                        <a:pt x="131921" y="197549"/>
                        <a:pt x="131635" y="197929"/>
                      </a:cubicBezTo>
                      <a:cubicBezTo>
                        <a:pt x="130207" y="197644"/>
                        <a:pt x="128683" y="197549"/>
                        <a:pt x="126968" y="197549"/>
                      </a:cubicBezTo>
                      <a:cubicBezTo>
                        <a:pt x="125254" y="197549"/>
                        <a:pt x="122682" y="197739"/>
                        <a:pt x="119253" y="198120"/>
                      </a:cubicBezTo>
                      <a:cubicBezTo>
                        <a:pt x="115824" y="198501"/>
                        <a:pt x="113347" y="198596"/>
                        <a:pt x="111823" y="198596"/>
                      </a:cubicBezTo>
                      <a:cubicBezTo>
                        <a:pt x="105918" y="198596"/>
                        <a:pt x="101536" y="196787"/>
                        <a:pt x="98774" y="193072"/>
                      </a:cubicBezTo>
                      <a:cubicBezTo>
                        <a:pt x="99631" y="191262"/>
                        <a:pt x="100013" y="189452"/>
                        <a:pt x="100013" y="187928"/>
                      </a:cubicBezTo>
                      <a:cubicBezTo>
                        <a:pt x="100013" y="185642"/>
                        <a:pt x="98774" y="183071"/>
                        <a:pt x="96393" y="180213"/>
                      </a:cubicBezTo>
                      <a:cubicBezTo>
                        <a:pt x="92964" y="176403"/>
                        <a:pt x="90964" y="173831"/>
                        <a:pt x="90392" y="172593"/>
                      </a:cubicBezTo>
                      <a:cubicBezTo>
                        <a:pt x="89725" y="172307"/>
                        <a:pt x="88868" y="172212"/>
                        <a:pt x="88011" y="172212"/>
                      </a:cubicBezTo>
                      <a:cubicBezTo>
                        <a:pt x="86868" y="172212"/>
                        <a:pt x="84963" y="172498"/>
                        <a:pt x="82296" y="173165"/>
                      </a:cubicBezTo>
                      <a:cubicBezTo>
                        <a:pt x="79629" y="173831"/>
                        <a:pt x="77724" y="174117"/>
                        <a:pt x="76486" y="174117"/>
                      </a:cubicBezTo>
                      <a:cubicBezTo>
                        <a:pt x="73628" y="174117"/>
                        <a:pt x="71818" y="172879"/>
                        <a:pt x="70961" y="170307"/>
                      </a:cubicBezTo>
                      <a:lnTo>
                        <a:pt x="69247" y="170307"/>
                      </a:lnTo>
                      <a:cubicBezTo>
                        <a:pt x="69247" y="169259"/>
                        <a:pt x="69056" y="168021"/>
                        <a:pt x="68580" y="166402"/>
                      </a:cubicBezTo>
                      <a:cubicBezTo>
                        <a:pt x="68199" y="164783"/>
                        <a:pt x="67913" y="163640"/>
                        <a:pt x="67913" y="163068"/>
                      </a:cubicBezTo>
                      <a:cubicBezTo>
                        <a:pt x="67913" y="161925"/>
                        <a:pt x="68294" y="161068"/>
                        <a:pt x="69151" y="160306"/>
                      </a:cubicBezTo>
                      <a:cubicBezTo>
                        <a:pt x="68389" y="159258"/>
                        <a:pt x="68104" y="158305"/>
                        <a:pt x="68104" y="157353"/>
                      </a:cubicBezTo>
                      <a:cubicBezTo>
                        <a:pt x="68104" y="156496"/>
                        <a:pt x="68484" y="155258"/>
                        <a:pt x="69151" y="153638"/>
                      </a:cubicBezTo>
                      <a:cubicBezTo>
                        <a:pt x="69913" y="152019"/>
                        <a:pt x="70199" y="150781"/>
                        <a:pt x="70199" y="149924"/>
                      </a:cubicBezTo>
                      <a:cubicBezTo>
                        <a:pt x="70199" y="149352"/>
                        <a:pt x="70104" y="148780"/>
                        <a:pt x="69723" y="148019"/>
                      </a:cubicBezTo>
                      <a:cubicBezTo>
                        <a:pt x="70961" y="145923"/>
                        <a:pt x="74771" y="144780"/>
                        <a:pt x="81058" y="144590"/>
                      </a:cubicBezTo>
                      <a:cubicBezTo>
                        <a:pt x="86677" y="144494"/>
                        <a:pt x="89630" y="143446"/>
                        <a:pt x="89630" y="141637"/>
                      </a:cubicBezTo>
                      <a:cubicBezTo>
                        <a:pt x="89630" y="140494"/>
                        <a:pt x="88868" y="138779"/>
                        <a:pt x="87249" y="136588"/>
                      </a:cubicBezTo>
                      <a:lnTo>
                        <a:pt x="90297" y="136588"/>
                      </a:lnTo>
                      <a:cubicBezTo>
                        <a:pt x="90201" y="137732"/>
                        <a:pt x="90488" y="139065"/>
                        <a:pt x="91345" y="140589"/>
                      </a:cubicBezTo>
                      <a:cubicBezTo>
                        <a:pt x="91821" y="140113"/>
                        <a:pt x="92011" y="139065"/>
                        <a:pt x="92202" y="137160"/>
                      </a:cubicBezTo>
                      <a:cubicBezTo>
                        <a:pt x="92297" y="135731"/>
                        <a:pt x="93154" y="134969"/>
                        <a:pt x="94488" y="134779"/>
                      </a:cubicBezTo>
                      <a:lnTo>
                        <a:pt x="91916" y="132207"/>
                      </a:lnTo>
                      <a:lnTo>
                        <a:pt x="94488" y="131540"/>
                      </a:lnTo>
                      <a:lnTo>
                        <a:pt x="92583" y="129826"/>
                      </a:lnTo>
                      <a:cubicBezTo>
                        <a:pt x="92583" y="129826"/>
                        <a:pt x="93250" y="130207"/>
                        <a:pt x="93631" y="130207"/>
                      </a:cubicBezTo>
                      <a:cubicBezTo>
                        <a:pt x="94202" y="130207"/>
                        <a:pt x="94964" y="129921"/>
                        <a:pt x="96107" y="129254"/>
                      </a:cubicBezTo>
                      <a:cubicBezTo>
                        <a:pt x="97155" y="128588"/>
                        <a:pt x="97917" y="128302"/>
                        <a:pt x="98298" y="128302"/>
                      </a:cubicBezTo>
                      <a:cubicBezTo>
                        <a:pt x="98965" y="128302"/>
                        <a:pt x="99441" y="128969"/>
                        <a:pt x="99536" y="130397"/>
                      </a:cubicBezTo>
                      <a:cubicBezTo>
                        <a:pt x="99155" y="130397"/>
                        <a:pt x="97441" y="130969"/>
                        <a:pt x="94392" y="132112"/>
                      </a:cubicBezTo>
                      <a:cubicBezTo>
                        <a:pt x="94583" y="132207"/>
                        <a:pt x="95726" y="132969"/>
                        <a:pt x="97822" y="134207"/>
                      </a:cubicBezTo>
                      <a:cubicBezTo>
                        <a:pt x="99155" y="135065"/>
                        <a:pt x="99726" y="135922"/>
                        <a:pt x="99726" y="136779"/>
                      </a:cubicBezTo>
                      <a:cubicBezTo>
                        <a:pt x="99726" y="137160"/>
                        <a:pt x="99726" y="137636"/>
                        <a:pt x="99536" y="138017"/>
                      </a:cubicBezTo>
                      <a:cubicBezTo>
                        <a:pt x="100298" y="137636"/>
                        <a:pt x="100679" y="136779"/>
                        <a:pt x="101060" y="135636"/>
                      </a:cubicBezTo>
                      <a:cubicBezTo>
                        <a:pt x="101346" y="134493"/>
                        <a:pt x="101251" y="133636"/>
                        <a:pt x="100870" y="133064"/>
                      </a:cubicBezTo>
                      <a:lnTo>
                        <a:pt x="103632" y="130302"/>
                      </a:lnTo>
                      <a:lnTo>
                        <a:pt x="97822" y="124968"/>
                      </a:lnTo>
                      <a:lnTo>
                        <a:pt x="98488" y="123920"/>
                      </a:lnTo>
                      <a:cubicBezTo>
                        <a:pt x="98107" y="123349"/>
                        <a:pt x="97536" y="123063"/>
                        <a:pt x="96964" y="123063"/>
                      </a:cubicBezTo>
                      <a:cubicBezTo>
                        <a:pt x="96679" y="123063"/>
                        <a:pt x="96107" y="123444"/>
                        <a:pt x="95155" y="124111"/>
                      </a:cubicBezTo>
                      <a:cubicBezTo>
                        <a:pt x="94202" y="124778"/>
                        <a:pt x="93345" y="125063"/>
                        <a:pt x="92488" y="124968"/>
                      </a:cubicBezTo>
                      <a:cubicBezTo>
                        <a:pt x="92202" y="124873"/>
                        <a:pt x="90392" y="124778"/>
                        <a:pt x="86963" y="124778"/>
                      </a:cubicBezTo>
                      <a:cubicBezTo>
                        <a:pt x="84963" y="124778"/>
                        <a:pt x="83915" y="123444"/>
                        <a:pt x="83725" y="120777"/>
                      </a:cubicBezTo>
                      <a:cubicBezTo>
                        <a:pt x="82582" y="120301"/>
                        <a:pt x="82010" y="119539"/>
                        <a:pt x="82010" y="118205"/>
                      </a:cubicBezTo>
                      <a:cubicBezTo>
                        <a:pt x="82010" y="117634"/>
                        <a:pt x="82105" y="116681"/>
                        <a:pt x="82391" y="115443"/>
                      </a:cubicBezTo>
                      <a:cubicBezTo>
                        <a:pt x="82677" y="114205"/>
                        <a:pt x="82867" y="113157"/>
                        <a:pt x="82867" y="112490"/>
                      </a:cubicBezTo>
                      <a:cubicBezTo>
                        <a:pt x="82867" y="110585"/>
                        <a:pt x="81724" y="109538"/>
                        <a:pt x="79438" y="109252"/>
                      </a:cubicBezTo>
                      <a:cubicBezTo>
                        <a:pt x="78962" y="108585"/>
                        <a:pt x="78772" y="107728"/>
                        <a:pt x="78772" y="106680"/>
                      </a:cubicBezTo>
                      <a:cubicBezTo>
                        <a:pt x="78772" y="106204"/>
                        <a:pt x="78772" y="105537"/>
                        <a:pt x="78962" y="104680"/>
                      </a:cubicBezTo>
                      <a:cubicBezTo>
                        <a:pt x="79153" y="103727"/>
                        <a:pt x="79153" y="103061"/>
                        <a:pt x="79153" y="102679"/>
                      </a:cubicBezTo>
                      <a:cubicBezTo>
                        <a:pt x="79153" y="101251"/>
                        <a:pt x="78391" y="100108"/>
                        <a:pt x="76962" y="99251"/>
                      </a:cubicBezTo>
                      <a:lnTo>
                        <a:pt x="74581" y="98584"/>
                      </a:lnTo>
                      <a:cubicBezTo>
                        <a:pt x="75724" y="97155"/>
                        <a:pt x="76295" y="95726"/>
                        <a:pt x="76295" y="94107"/>
                      </a:cubicBezTo>
                      <a:cubicBezTo>
                        <a:pt x="76295" y="92678"/>
                        <a:pt x="75819" y="90869"/>
                        <a:pt x="74771" y="88773"/>
                      </a:cubicBezTo>
                      <a:cubicBezTo>
                        <a:pt x="73914" y="87154"/>
                        <a:pt x="73057" y="85535"/>
                        <a:pt x="72199" y="83915"/>
                      </a:cubicBezTo>
                      <a:cubicBezTo>
                        <a:pt x="72961" y="83534"/>
                        <a:pt x="73342" y="82868"/>
                        <a:pt x="73533" y="82010"/>
                      </a:cubicBezTo>
                      <a:cubicBezTo>
                        <a:pt x="73628" y="80963"/>
                        <a:pt x="73247" y="80296"/>
                        <a:pt x="72199" y="79915"/>
                      </a:cubicBezTo>
                      <a:lnTo>
                        <a:pt x="68770" y="80582"/>
                      </a:lnTo>
                      <a:lnTo>
                        <a:pt x="67913" y="74581"/>
                      </a:lnTo>
                      <a:cubicBezTo>
                        <a:pt x="66770" y="74867"/>
                        <a:pt x="66199" y="75724"/>
                        <a:pt x="66103" y="77153"/>
                      </a:cubicBezTo>
                      <a:cubicBezTo>
                        <a:pt x="66103" y="78581"/>
                        <a:pt x="65246" y="79534"/>
                        <a:pt x="63913" y="79915"/>
                      </a:cubicBezTo>
                      <a:cubicBezTo>
                        <a:pt x="64198" y="80772"/>
                        <a:pt x="64294" y="81534"/>
                        <a:pt x="64294" y="82296"/>
                      </a:cubicBezTo>
                      <a:cubicBezTo>
                        <a:pt x="64294" y="83534"/>
                        <a:pt x="63722" y="85344"/>
                        <a:pt x="62579" y="87630"/>
                      </a:cubicBezTo>
                      <a:cubicBezTo>
                        <a:pt x="61436" y="89916"/>
                        <a:pt x="60960" y="92297"/>
                        <a:pt x="61055" y="94679"/>
                      </a:cubicBezTo>
                      <a:cubicBezTo>
                        <a:pt x="58959" y="95821"/>
                        <a:pt x="57721" y="97727"/>
                        <a:pt x="57436" y="100394"/>
                      </a:cubicBezTo>
                      <a:cubicBezTo>
                        <a:pt x="56959" y="104204"/>
                        <a:pt x="56578" y="106394"/>
                        <a:pt x="56388" y="106775"/>
                      </a:cubicBezTo>
                      <a:cubicBezTo>
                        <a:pt x="55721" y="106585"/>
                        <a:pt x="54769" y="107633"/>
                        <a:pt x="53626" y="109728"/>
                      </a:cubicBezTo>
                      <a:cubicBezTo>
                        <a:pt x="52388" y="112395"/>
                        <a:pt x="51054" y="114205"/>
                        <a:pt x="49816" y="115062"/>
                      </a:cubicBezTo>
                      <a:cubicBezTo>
                        <a:pt x="49816" y="115348"/>
                        <a:pt x="50387" y="116110"/>
                        <a:pt x="51530" y="117443"/>
                      </a:cubicBezTo>
                      <a:lnTo>
                        <a:pt x="53054" y="115729"/>
                      </a:lnTo>
                      <a:cubicBezTo>
                        <a:pt x="53054" y="115729"/>
                        <a:pt x="53435" y="116110"/>
                        <a:pt x="53435" y="116396"/>
                      </a:cubicBezTo>
                      <a:cubicBezTo>
                        <a:pt x="53435" y="116777"/>
                        <a:pt x="53054" y="117634"/>
                        <a:pt x="52483" y="118777"/>
                      </a:cubicBezTo>
                      <a:cubicBezTo>
                        <a:pt x="51816" y="119920"/>
                        <a:pt x="51530" y="120682"/>
                        <a:pt x="51530" y="120872"/>
                      </a:cubicBezTo>
                      <a:cubicBezTo>
                        <a:pt x="50387" y="122396"/>
                        <a:pt x="49816" y="123254"/>
                        <a:pt x="49816" y="123444"/>
                      </a:cubicBezTo>
                      <a:lnTo>
                        <a:pt x="51530" y="125159"/>
                      </a:lnTo>
                      <a:cubicBezTo>
                        <a:pt x="51911" y="124492"/>
                        <a:pt x="52483" y="124111"/>
                        <a:pt x="53054" y="124111"/>
                      </a:cubicBezTo>
                      <a:lnTo>
                        <a:pt x="53054" y="125825"/>
                      </a:lnTo>
                      <a:cubicBezTo>
                        <a:pt x="52483" y="125540"/>
                        <a:pt x="52006" y="125444"/>
                        <a:pt x="51530" y="125444"/>
                      </a:cubicBezTo>
                      <a:cubicBezTo>
                        <a:pt x="50387" y="125444"/>
                        <a:pt x="49530" y="126873"/>
                        <a:pt x="48958" y="129730"/>
                      </a:cubicBezTo>
                      <a:cubicBezTo>
                        <a:pt x="48292" y="132969"/>
                        <a:pt x="47434" y="134969"/>
                        <a:pt x="46387" y="135731"/>
                      </a:cubicBezTo>
                      <a:cubicBezTo>
                        <a:pt x="47244" y="136398"/>
                        <a:pt x="47911" y="137922"/>
                        <a:pt x="48292" y="140303"/>
                      </a:cubicBezTo>
                      <a:cubicBezTo>
                        <a:pt x="48768" y="142685"/>
                        <a:pt x="49816" y="144113"/>
                        <a:pt x="51530" y="144685"/>
                      </a:cubicBezTo>
                      <a:cubicBezTo>
                        <a:pt x="52388" y="144113"/>
                        <a:pt x="54388" y="143923"/>
                        <a:pt x="57531" y="144018"/>
                      </a:cubicBezTo>
                      <a:cubicBezTo>
                        <a:pt x="60198" y="144018"/>
                        <a:pt x="61817" y="143637"/>
                        <a:pt x="62198" y="142970"/>
                      </a:cubicBezTo>
                      <a:cubicBezTo>
                        <a:pt x="62293" y="144590"/>
                        <a:pt x="62865" y="147923"/>
                        <a:pt x="63722" y="153162"/>
                      </a:cubicBezTo>
                      <a:cubicBezTo>
                        <a:pt x="64389" y="157258"/>
                        <a:pt x="64770" y="160592"/>
                        <a:pt x="64770" y="163163"/>
                      </a:cubicBezTo>
                      <a:cubicBezTo>
                        <a:pt x="64770" y="167164"/>
                        <a:pt x="64103" y="170879"/>
                        <a:pt x="62865" y="174498"/>
                      </a:cubicBezTo>
                      <a:cubicBezTo>
                        <a:pt x="60865" y="175070"/>
                        <a:pt x="57626" y="175260"/>
                        <a:pt x="52959" y="175165"/>
                      </a:cubicBezTo>
                      <a:cubicBezTo>
                        <a:pt x="48387" y="174974"/>
                        <a:pt x="44863" y="175546"/>
                        <a:pt x="42386" y="176879"/>
                      </a:cubicBezTo>
                      <a:lnTo>
                        <a:pt x="43434" y="177546"/>
                      </a:lnTo>
                      <a:cubicBezTo>
                        <a:pt x="40005" y="178403"/>
                        <a:pt x="38005" y="180880"/>
                        <a:pt x="37528" y="184976"/>
                      </a:cubicBezTo>
                      <a:cubicBezTo>
                        <a:pt x="37242" y="188404"/>
                        <a:pt x="36862" y="191738"/>
                        <a:pt x="36481" y="194977"/>
                      </a:cubicBezTo>
                      <a:cubicBezTo>
                        <a:pt x="35528" y="198215"/>
                        <a:pt x="32575" y="199644"/>
                        <a:pt x="27717" y="199263"/>
                      </a:cubicBezTo>
                      <a:cubicBezTo>
                        <a:pt x="27337" y="199930"/>
                        <a:pt x="26765" y="200311"/>
                        <a:pt x="26003" y="200311"/>
                      </a:cubicBezTo>
                      <a:cubicBezTo>
                        <a:pt x="25432" y="200311"/>
                        <a:pt x="24479" y="199930"/>
                        <a:pt x="23146" y="199263"/>
                      </a:cubicBezTo>
                      <a:cubicBezTo>
                        <a:pt x="21812" y="198596"/>
                        <a:pt x="20764" y="198120"/>
                        <a:pt x="20193" y="198120"/>
                      </a:cubicBezTo>
                      <a:cubicBezTo>
                        <a:pt x="19526" y="198120"/>
                        <a:pt x="18669" y="198025"/>
                        <a:pt x="17526" y="198025"/>
                      </a:cubicBezTo>
                      <a:cubicBezTo>
                        <a:pt x="16573" y="198025"/>
                        <a:pt x="15049" y="198215"/>
                        <a:pt x="13049" y="198501"/>
                      </a:cubicBezTo>
                      <a:cubicBezTo>
                        <a:pt x="11049" y="198787"/>
                        <a:pt x="9620" y="198882"/>
                        <a:pt x="8572" y="198882"/>
                      </a:cubicBezTo>
                      <a:cubicBezTo>
                        <a:pt x="4191" y="198882"/>
                        <a:pt x="1524" y="197453"/>
                        <a:pt x="667" y="194596"/>
                      </a:cubicBezTo>
                      <a:cubicBezTo>
                        <a:pt x="286" y="193358"/>
                        <a:pt x="0" y="192119"/>
                        <a:pt x="0" y="190976"/>
                      </a:cubicBezTo>
                      <a:cubicBezTo>
                        <a:pt x="0" y="189262"/>
                        <a:pt x="762" y="186880"/>
                        <a:pt x="2095" y="183928"/>
                      </a:cubicBezTo>
                      <a:cubicBezTo>
                        <a:pt x="3524" y="180975"/>
                        <a:pt x="4000" y="178403"/>
                        <a:pt x="3619" y="176213"/>
                      </a:cubicBezTo>
                      <a:cubicBezTo>
                        <a:pt x="6001" y="175451"/>
                        <a:pt x="7239" y="173831"/>
                        <a:pt x="7239" y="171260"/>
                      </a:cubicBezTo>
                      <a:cubicBezTo>
                        <a:pt x="7239" y="170879"/>
                        <a:pt x="7239" y="170212"/>
                        <a:pt x="7048" y="169354"/>
                      </a:cubicBezTo>
                      <a:lnTo>
                        <a:pt x="7048" y="167259"/>
                      </a:lnTo>
                      <a:cubicBezTo>
                        <a:pt x="7048" y="165830"/>
                        <a:pt x="7334" y="164687"/>
                        <a:pt x="7906" y="163830"/>
                      </a:cubicBezTo>
                      <a:cubicBezTo>
                        <a:pt x="10192" y="162973"/>
                        <a:pt x="11334" y="161354"/>
                        <a:pt x="11334" y="159163"/>
                      </a:cubicBezTo>
                      <a:cubicBezTo>
                        <a:pt x="11334" y="158496"/>
                        <a:pt x="11239" y="157353"/>
                        <a:pt x="10954" y="155734"/>
                      </a:cubicBezTo>
                      <a:cubicBezTo>
                        <a:pt x="10668" y="154210"/>
                        <a:pt x="10477" y="152971"/>
                        <a:pt x="10477" y="152114"/>
                      </a:cubicBezTo>
                      <a:cubicBezTo>
                        <a:pt x="10477" y="149733"/>
                        <a:pt x="11525" y="147923"/>
                        <a:pt x="13716" y="146780"/>
                      </a:cubicBezTo>
                      <a:cubicBezTo>
                        <a:pt x="13430" y="145733"/>
                        <a:pt x="13240" y="144875"/>
                        <a:pt x="13240" y="144018"/>
                      </a:cubicBezTo>
                      <a:cubicBezTo>
                        <a:pt x="13240" y="142113"/>
                        <a:pt x="14097" y="139922"/>
                        <a:pt x="15811" y="137160"/>
                      </a:cubicBezTo>
                      <a:cubicBezTo>
                        <a:pt x="17526" y="134493"/>
                        <a:pt x="18383" y="132398"/>
                        <a:pt x="18383" y="130969"/>
                      </a:cubicBezTo>
                      <a:cubicBezTo>
                        <a:pt x="18383" y="129730"/>
                        <a:pt x="18002" y="128302"/>
                        <a:pt x="17145" y="126873"/>
                      </a:cubicBezTo>
                      <a:cubicBezTo>
                        <a:pt x="19526" y="124016"/>
                        <a:pt x="21241" y="119825"/>
                        <a:pt x="22288" y="114300"/>
                      </a:cubicBezTo>
                      <a:cubicBezTo>
                        <a:pt x="22860" y="110014"/>
                        <a:pt x="23336" y="105728"/>
                        <a:pt x="23813" y="101441"/>
                      </a:cubicBezTo>
                      <a:cubicBezTo>
                        <a:pt x="26098" y="100394"/>
                        <a:pt x="27527" y="97917"/>
                        <a:pt x="28194" y="93917"/>
                      </a:cubicBezTo>
                      <a:cubicBezTo>
                        <a:pt x="28861" y="89916"/>
                        <a:pt x="30099" y="87249"/>
                        <a:pt x="31909" y="86011"/>
                      </a:cubicBezTo>
                      <a:cubicBezTo>
                        <a:pt x="31337" y="84773"/>
                        <a:pt x="31051" y="83344"/>
                        <a:pt x="31051" y="81725"/>
                      </a:cubicBezTo>
                      <a:cubicBezTo>
                        <a:pt x="31051" y="80296"/>
                        <a:pt x="31337" y="78486"/>
                        <a:pt x="31813" y="76200"/>
                      </a:cubicBezTo>
                      <a:cubicBezTo>
                        <a:pt x="32290" y="73914"/>
                        <a:pt x="32575" y="72485"/>
                        <a:pt x="32575" y="71914"/>
                      </a:cubicBezTo>
                      <a:cubicBezTo>
                        <a:pt x="34290" y="70866"/>
                        <a:pt x="35147" y="69628"/>
                        <a:pt x="35147" y="68104"/>
                      </a:cubicBezTo>
                      <a:lnTo>
                        <a:pt x="35147" y="65532"/>
                      </a:lnTo>
                      <a:cubicBezTo>
                        <a:pt x="35147" y="63341"/>
                        <a:pt x="36290" y="61627"/>
                        <a:pt x="38481" y="60198"/>
                      </a:cubicBezTo>
                      <a:cubicBezTo>
                        <a:pt x="37338" y="58198"/>
                        <a:pt x="37338" y="54674"/>
                        <a:pt x="38481" y="49721"/>
                      </a:cubicBezTo>
                      <a:cubicBezTo>
                        <a:pt x="41815" y="49149"/>
                        <a:pt x="43053" y="46958"/>
                        <a:pt x="42386" y="43148"/>
                      </a:cubicBezTo>
                      <a:cubicBezTo>
                        <a:pt x="41529" y="38576"/>
                        <a:pt x="41624" y="35909"/>
                        <a:pt x="42576" y="35052"/>
                      </a:cubicBezTo>
                      <a:cubicBezTo>
                        <a:pt x="46577" y="30480"/>
                        <a:pt x="49720" y="28194"/>
                        <a:pt x="52197" y="28194"/>
                      </a:cubicBezTo>
                      <a:cubicBezTo>
                        <a:pt x="53911" y="28194"/>
                        <a:pt x="55435" y="29051"/>
                        <a:pt x="56674" y="30766"/>
                      </a:cubicBezTo>
                      <a:cubicBezTo>
                        <a:pt x="57055" y="30480"/>
                        <a:pt x="57340" y="29718"/>
                        <a:pt x="57340" y="28385"/>
                      </a:cubicBezTo>
                      <a:cubicBezTo>
                        <a:pt x="57817" y="28099"/>
                        <a:pt x="58293" y="28004"/>
                        <a:pt x="58864" y="28004"/>
                      </a:cubicBezTo>
                      <a:cubicBezTo>
                        <a:pt x="59436" y="28004"/>
                        <a:pt x="60388" y="28194"/>
                        <a:pt x="61722" y="28480"/>
                      </a:cubicBezTo>
                      <a:cubicBezTo>
                        <a:pt x="63055" y="28766"/>
                        <a:pt x="64008" y="29051"/>
                        <a:pt x="64579" y="29051"/>
                      </a:cubicBezTo>
                      <a:cubicBezTo>
                        <a:pt x="66294" y="29051"/>
                        <a:pt x="67532" y="28289"/>
                        <a:pt x="68199" y="26670"/>
                      </a:cubicBezTo>
                      <a:cubicBezTo>
                        <a:pt x="68866" y="27242"/>
                        <a:pt x="70294" y="28289"/>
                        <a:pt x="72485" y="29623"/>
                      </a:cubicBezTo>
                      <a:cubicBezTo>
                        <a:pt x="73057" y="28480"/>
                        <a:pt x="73914" y="27908"/>
                        <a:pt x="75057" y="27908"/>
                      </a:cubicBezTo>
                      <a:cubicBezTo>
                        <a:pt x="75724" y="27908"/>
                        <a:pt x="76962" y="28194"/>
                        <a:pt x="78581" y="28670"/>
                      </a:cubicBezTo>
                      <a:cubicBezTo>
                        <a:pt x="80200" y="29146"/>
                        <a:pt x="81534" y="29432"/>
                        <a:pt x="82486" y="29432"/>
                      </a:cubicBezTo>
                      <a:cubicBezTo>
                        <a:pt x="83153" y="29432"/>
                        <a:pt x="83820" y="29337"/>
                        <a:pt x="84391" y="29051"/>
                      </a:cubicBezTo>
                      <a:cubicBezTo>
                        <a:pt x="86201" y="30194"/>
                        <a:pt x="88106" y="31337"/>
                        <a:pt x="89916" y="32671"/>
                      </a:cubicBezTo>
                      <a:cubicBezTo>
                        <a:pt x="91821" y="33909"/>
                        <a:pt x="92678" y="35624"/>
                        <a:pt x="92678" y="37814"/>
                      </a:cubicBezTo>
                      <a:cubicBezTo>
                        <a:pt x="92678" y="38386"/>
                        <a:pt x="92678" y="39053"/>
                        <a:pt x="92488" y="39719"/>
                      </a:cubicBezTo>
                      <a:lnTo>
                        <a:pt x="96107" y="39053"/>
                      </a:lnTo>
                      <a:cubicBezTo>
                        <a:pt x="95536" y="40958"/>
                        <a:pt x="95250" y="42863"/>
                        <a:pt x="95250" y="44863"/>
                      </a:cubicBezTo>
                      <a:cubicBezTo>
                        <a:pt x="95250" y="49149"/>
                        <a:pt x="96869" y="54007"/>
                        <a:pt x="100108" y="59531"/>
                      </a:cubicBezTo>
                      <a:lnTo>
                        <a:pt x="96107" y="61246"/>
                      </a:lnTo>
                      <a:lnTo>
                        <a:pt x="100108" y="62770"/>
                      </a:lnTo>
                      <a:cubicBezTo>
                        <a:pt x="99536" y="62579"/>
                        <a:pt x="98393" y="63151"/>
                        <a:pt x="96679" y="64484"/>
                      </a:cubicBezTo>
                      <a:lnTo>
                        <a:pt x="96679" y="65342"/>
                      </a:lnTo>
                      <a:cubicBezTo>
                        <a:pt x="97822" y="64865"/>
                        <a:pt x="99726" y="65151"/>
                        <a:pt x="102394" y="66199"/>
                      </a:cubicBezTo>
                      <a:lnTo>
                        <a:pt x="99441" y="70866"/>
                      </a:lnTo>
                      <a:cubicBezTo>
                        <a:pt x="102679" y="74867"/>
                        <a:pt x="105632" y="76867"/>
                        <a:pt x="108204" y="76867"/>
                      </a:cubicBezTo>
                      <a:lnTo>
                        <a:pt x="108204" y="78581"/>
                      </a:lnTo>
                      <a:cubicBezTo>
                        <a:pt x="107251" y="77153"/>
                        <a:pt x="106394" y="76581"/>
                        <a:pt x="105918" y="76867"/>
                      </a:cubicBezTo>
                      <a:cubicBezTo>
                        <a:pt x="105346" y="78867"/>
                        <a:pt x="105061" y="80963"/>
                        <a:pt x="105061" y="83249"/>
                      </a:cubicBezTo>
                      <a:cubicBezTo>
                        <a:pt x="105061" y="87916"/>
                        <a:pt x="106108" y="91535"/>
                        <a:pt x="108204" y="93917"/>
                      </a:cubicBezTo>
                      <a:cubicBezTo>
                        <a:pt x="107632" y="94488"/>
                        <a:pt x="107347" y="95060"/>
                        <a:pt x="107347" y="95631"/>
                      </a:cubicBezTo>
                      <a:cubicBezTo>
                        <a:pt x="107347" y="96203"/>
                        <a:pt x="107918" y="96965"/>
                        <a:pt x="108966" y="98012"/>
                      </a:cubicBezTo>
                      <a:cubicBezTo>
                        <a:pt x="110014" y="98965"/>
                        <a:pt x="110585" y="99822"/>
                        <a:pt x="110585" y="100584"/>
                      </a:cubicBezTo>
                      <a:cubicBezTo>
                        <a:pt x="110585" y="100965"/>
                        <a:pt x="110395" y="101537"/>
                        <a:pt x="109918" y="102108"/>
                      </a:cubicBezTo>
                      <a:lnTo>
                        <a:pt x="112490" y="103156"/>
                      </a:lnTo>
                      <a:cubicBezTo>
                        <a:pt x="113919" y="111252"/>
                        <a:pt x="114871" y="116205"/>
                        <a:pt x="115252" y="117824"/>
                      </a:cubicBezTo>
                      <a:cubicBezTo>
                        <a:pt x="116491" y="123349"/>
                        <a:pt x="118300" y="128016"/>
                        <a:pt x="120586" y="131921"/>
                      </a:cubicBezTo>
                      <a:cubicBezTo>
                        <a:pt x="118872" y="134779"/>
                        <a:pt x="119443" y="136970"/>
                        <a:pt x="122301" y="138589"/>
                      </a:cubicBezTo>
                      <a:cubicBezTo>
                        <a:pt x="122015" y="145733"/>
                        <a:pt x="123063" y="150590"/>
                        <a:pt x="125444" y="153257"/>
                      </a:cubicBezTo>
                      <a:cubicBezTo>
                        <a:pt x="125444" y="160115"/>
                        <a:pt x="127159" y="163544"/>
                        <a:pt x="130588" y="163735"/>
                      </a:cubicBezTo>
                      <a:close/>
                      <a:moveTo>
                        <a:pt x="7715" y="30385"/>
                      </a:moveTo>
                      <a:lnTo>
                        <a:pt x="6001" y="32099"/>
                      </a:lnTo>
                      <a:lnTo>
                        <a:pt x="3619" y="29337"/>
                      </a:lnTo>
                      <a:lnTo>
                        <a:pt x="7715" y="30385"/>
                      </a:lnTo>
                      <a:close/>
                      <a:moveTo>
                        <a:pt x="11334" y="62389"/>
                      </a:moveTo>
                      <a:lnTo>
                        <a:pt x="12573" y="66389"/>
                      </a:lnTo>
                      <a:lnTo>
                        <a:pt x="9430" y="71533"/>
                      </a:lnTo>
                      <a:lnTo>
                        <a:pt x="11334" y="62389"/>
                      </a:lnTo>
                      <a:close/>
                      <a:moveTo>
                        <a:pt x="14097" y="43434"/>
                      </a:moveTo>
                      <a:cubicBezTo>
                        <a:pt x="14097" y="43434"/>
                        <a:pt x="13144" y="44005"/>
                        <a:pt x="12001" y="45149"/>
                      </a:cubicBezTo>
                      <a:lnTo>
                        <a:pt x="11334" y="42767"/>
                      </a:lnTo>
                      <a:lnTo>
                        <a:pt x="14097" y="43434"/>
                      </a:lnTo>
                      <a:close/>
                      <a:moveTo>
                        <a:pt x="32385" y="47720"/>
                      </a:moveTo>
                      <a:cubicBezTo>
                        <a:pt x="31432" y="45434"/>
                        <a:pt x="29432" y="44577"/>
                        <a:pt x="26575" y="45149"/>
                      </a:cubicBezTo>
                      <a:lnTo>
                        <a:pt x="25908" y="46006"/>
                      </a:lnTo>
                      <a:cubicBezTo>
                        <a:pt x="25908" y="44577"/>
                        <a:pt x="26384" y="43910"/>
                        <a:pt x="27146" y="43910"/>
                      </a:cubicBezTo>
                      <a:cubicBezTo>
                        <a:pt x="27241" y="43910"/>
                        <a:pt x="28099" y="44101"/>
                        <a:pt x="29527" y="44577"/>
                      </a:cubicBezTo>
                      <a:cubicBezTo>
                        <a:pt x="30670" y="44863"/>
                        <a:pt x="31623" y="44863"/>
                        <a:pt x="32290" y="44577"/>
                      </a:cubicBezTo>
                      <a:lnTo>
                        <a:pt x="32290" y="47816"/>
                      </a:lnTo>
                      <a:close/>
                      <a:moveTo>
                        <a:pt x="28956" y="116777"/>
                      </a:moveTo>
                      <a:lnTo>
                        <a:pt x="28956" y="112681"/>
                      </a:lnTo>
                      <a:lnTo>
                        <a:pt x="28289" y="112681"/>
                      </a:lnTo>
                      <a:lnTo>
                        <a:pt x="28289" y="116777"/>
                      </a:lnTo>
                      <a:lnTo>
                        <a:pt x="28956" y="116777"/>
                      </a:lnTo>
                      <a:close/>
                      <a:moveTo>
                        <a:pt x="40672" y="51149"/>
                      </a:moveTo>
                      <a:lnTo>
                        <a:pt x="45339" y="48578"/>
                      </a:lnTo>
                      <a:lnTo>
                        <a:pt x="44672" y="46006"/>
                      </a:lnTo>
                      <a:lnTo>
                        <a:pt x="40672" y="51149"/>
                      </a:lnTo>
                      <a:close/>
                      <a:moveTo>
                        <a:pt x="45339" y="80582"/>
                      </a:moveTo>
                      <a:lnTo>
                        <a:pt x="49434" y="81629"/>
                      </a:lnTo>
                      <a:lnTo>
                        <a:pt x="48768" y="80582"/>
                      </a:lnTo>
                      <a:lnTo>
                        <a:pt x="45339" y="80582"/>
                      </a:lnTo>
                      <a:close/>
                      <a:moveTo>
                        <a:pt x="48768" y="76486"/>
                      </a:moveTo>
                      <a:lnTo>
                        <a:pt x="50482" y="75629"/>
                      </a:lnTo>
                      <a:lnTo>
                        <a:pt x="48768" y="73914"/>
                      </a:lnTo>
                      <a:lnTo>
                        <a:pt x="48768" y="76486"/>
                      </a:lnTo>
                      <a:close/>
                      <a:moveTo>
                        <a:pt x="50482" y="41148"/>
                      </a:moveTo>
                      <a:lnTo>
                        <a:pt x="53054" y="40481"/>
                      </a:lnTo>
                      <a:lnTo>
                        <a:pt x="49434" y="39434"/>
                      </a:lnTo>
                      <a:lnTo>
                        <a:pt x="50482" y="41148"/>
                      </a:lnTo>
                      <a:close/>
                      <a:moveTo>
                        <a:pt x="51149" y="14764"/>
                      </a:moveTo>
                      <a:lnTo>
                        <a:pt x="52197" y="17336"/>
                      </a:lnTo>
                      <a:lnTo>
                        <a:pt x="50482" y="17336"/>
                      </a:lnTo>
                      <a:lnTo>
                        <a:pt x="51149" y="14764"/>
                      </a:lnTo>
                      <a:close/>
                      <a:moveTo>
                        <a:pt x="58864" y="8954"/>
                      </a:moveTo>
                      <a:cubicBezTo>
                        <a:pt x="57721" y="8573"/>
                        <a:pt x="57150" y="7715"/>
                        <a:pt x="57150" y="6382"/>
                      </a:cubicBezTo>
                      <a:lnTo>
                        <a:pt x="57150" y="3429"/>
                      </a:lnTo>
                      <a:lnTo>
                        <a:pt x="62865" y="0"/>
                      </a:lnTo>
                      <a:cubicBezTo>
                        <a:pt x="62865" y="571"/>
                        <a:pt x="62103" y="1238"/>
                        <a:pt x="60579" y="2000"/>
                      </a:cubicBezTo>
                      <a:cubicBezTo>
                        <a:pt x="59055" y="2762"/>
                        <a:pt x="58388" y="3524"/>
                        <a:pt x="58388" y="4191"/>
                      </a:cubicBezTo>
                      <a:cubicBezTo>
                        <a:pt x="58388" y="4667"/>
                        <a:pt x="58769" y="5239"/>
                        <a:pt x="59436" y="5905"/>
                      </a:cubicBezTo>
                      <a:cubicBezTo>
                        <a:pt x="59722" y="6763"/>
                        <a:pt x="59436" y="7715"/>
                        <a:pt x="58769" y="8858"/>
                      </a:cubicBezTo>
                      <a:close/>
                      <a:moveTo>
                        <a:pt x="64579" y="19812"/>
                      </a:moveTo>
                      <a:lnTo>
                        <a:pt x="66103" y="19812"/>
                      </a:lnTo>
                      <a:lnTo>
                        <a:pt x="63532" y="24098"/>
                      </a:lnTo>
                      <a:lnTo>
                        <a:pt x="64579" y="19812"/>
                      </a:lnTo>
                      <a:close/>
                      <a:moveTo>
                        <a:pt x="64579" y="49435"/>
                      </a:moveTo>
                      <a:lnTo>
                        <a:pt x="64579" y="46863"/>
                      </a:lnTo>
                      <a:lnTo>
                        <a:pt x="63532" y="46863"/>
                      </a:lnTo>
                      <a:lnTo>
                        <a:pt x="63532" y="49435"/>
                      </a:lnTo>
                      <a:lnTo>
                        <a:pt x="64579" y="49435"/>
                      </a:lnTo>
                      <a:close/>
                      <a:moveTo>
                        <a:pt x="75247" y="16383"/>
                      </a:moveTo>
                      <a:lnTo>
                        <a:pt x="75247" y="19812"/>
                      </a:lnTo>
                      <a:lnTo>
                        <a:pt x="72866" y="14002"/>
                      </a:lnTo>
                      <a:cubicBezTo>
                        <a:pt x="74485" y="14002"/>
                        <a:pt x="75247" y="14764"/>
                        <a:pt x="75247" y="16383"/>
                      </a:cubicBezTo>
                      <a:close/>
                      <a:moveTo>
                        <a:pt x="79343" y="47720"/>
                      </a:moveTo>
                      <a:lnTo>
                        <a:pt x="84201" y="46006"/>
                      </a:lnTo>
                      <a:lnTo>
                        <a:pt x="81629" y="46006"/>
                      </a:lnTo>
                      <a:lnTo>
                        <a:pt x="79343" y="47720"/>
                      </a:lnTo>
                      <a:close/>
                      <a:moveTo>
                        <a:pt x="79343" y="64103"/>
                      </a:moveTo>
                      <a:lnTo>
                        <a:pt x="80010" y="61532"/>
                      </a:lnTo>
                      <a:lnTo>
                        <a:pt x="79343" y="60865"/>
                      </a:lnTo>
                      <a:lnTo>
                        <a:pt x="79343" y="64103"/>
                      </a:lnTo>
                      <a:close/>
                      <a:moveTo>
                        <a:pt x="86582" y="131445"/>
                      </a:moveTo>
                      <a:cubicBezTo>
                        <a:pt x="86582" y="131445"/>
                        <a:pt x="87249" y="131636"/>
                        <a:pt x="88297" y="132112"/>
                      </a:cubicBezTo>
                      <a:lnTo>
                        <a:pt x="88963" y="131445"/>
                      </a:lnTo>
                      <a:lnTo>
                        <a:pt x="86677" y="129064"/>
                      </a:lnTo>
                      <a:lnTo>
                        <a:pt x="90106" y="130302"/>
                      </a:lnTo>
                      <a:cubicBezTo>
                        <a:pt x="88201" y="132112"/>
                        <a:pt x="87058" y="133064"/>
                        <a:pt x="86677" y="133064"/>
                      </a:cubicBezTo>
                      <a:lnTo>
                        <a:pt x="86677" y="131350"/>
                      </a:lnTo>
                      <a:close/>
                      <a:moveTo>
                        <a:pt x="92964" y="90297"/>
                      </a:moveTo>
                      <a:cubicBezTo>
                        <a:pt x="94488" y="89630"/>
                        <a:pt x="95155" y="88297"/>
                        <a:pt x="94869" y="86296"/>
                      </a:cubicBezTo>
                      <a:cubicBezTo>
                        <a:pt x="92773" y="86868"/>
                        <a:pt x="91726" y="88011"/>
                        <a:pt x="91726" y="89726"/>
                      </a:cubicBezTo>
                      <a:cubicBezTo>
                        <a:pt x="92297" y="90297"/>
                        <a:pt x="92678" y="90488"/>
                        <a:pt x="92964" y="90392"/>
                      </a:cubicBezTo>
                      <a:close/>
                      <a:moveTo>
                        <a:pt x="94869" y="58103"/>
                      </a:moveTo>
                      <a:lnTo>
                        <a:pt x="92297" y="58103"/>
                      </a:lnTo>
                      <a:lnTo>
                        <a:pt x="92964" y="64008"/>
                      </a:lnTo>
                      <a:lnTo>
                        <a:pt x="94869" y="58103"/>
                      </a:lnTo>
                      <a:close/>
                      <a:moveTo>
                        <a:pt x="94869" y="79820"/>
                      </a:moveTo>
                      <a:cubicBezTo>
                        <a:pt x="94583" y="79248"/>
                        <a:pt x="94488" y="78772"/>
                        <a:pt x="94488" y="78296"/>
                      </a:cubicBezTo>
                      <a:cubicBezTo>
                        <a:pt x="94488" y="77153"/>
                        <a:pt x="95250" y="76581"/>
                        <a:pt x="96869" y="76581"/>
                      </a:cubicBezTo>
                      <a:lnTo>
                        <a:pt x="98393" y="76391"/>
                      </a:lnTo>
                      <a:lnTo>
                        <a:pt x="98393" y="75533"/>
                      </a:lnTo>
                      <a:cubicBezTo>
                        <a:pt x="98393" y="75533"/>
                        <a:pt x="97536" y="75343"/>
                        <a:pt x="97155" y="75343"/>
                      </a:cubicBezTo>
                      <a:cubicBezTo>
                        <a:pt x="96202" y="75343"/>
                        <a:pt x="95250" y="75819"/>
                        <a:pt x="94392" y="76771"/>
                      </a:cubicBezTo>
                      <a:cubicBezTo>
                        <a:pt x="93535" y="77819"/>
                        <a:pt x="93154" y="78772"/>
                        <a:pt x="93154" y="79724"/>
                      </a:cubicBezTo>
                      <a:lnTo>
                        <a:pt x="95059" y="79724"/>
                      </a:lnTo>
                      <a:close/>
                      <a:moveTo>
                        <a:pt x="95726" y="115634"/>
                      </a:moveTo>
                      <a:cubicBezTo>
                        <a:pt x="95726" y="115634"/>
                        <a:pt x="96012" y="114967"/>
                        <a:pt x="96583" y="113919"/>
                      </a:cubicBezTo>
                      <a:cubicBezTo>
                        <a:pt x="95726" y="113729"/>
                        <a:pt x="95155" y="113919"/>
                        <a:pt x="94964" y="114586"/>
                      </a:cubicBezTo>
                      <a:cubicBezTo>
                        <a:pt x="94774" y="115157"/>
                        <a:pt x="94392" y="115538"/>
                        <a:pt x="94012" y="115634"/>
                      </a:cubicBezTo>
                      <a:lnTo>
                        <a:pt x="95726" y="115634"/>
                      </a:lnTo>
                      <a:close/>
                      <a:moveTo>
                        <a:pt x="96583" y="24670"/>
                      </a:moveTo>
                      <a:lnTo>
                        <a:pt x="98298" y="22955"/>
                      </a:lnTo>
                      <a:lnTo>
                        <a:pt x="95726" y="20574"/>
                      </a:lnTo>
                      <a:lnTo>
                        <a:pt x="97250" y="18860"/>
                      </a:lnTo>
                      <a:lnTo>
                        <a:pt x="100013" y="24003"/>
                      </a:lnTo>
                      <a:lnTo>
                        <a:pt x="96583" y="24670"/>
                      </a:lnTo>
                      <a:close/>
                      <a:moveTo>
                        <a:pt x="106966" y="129064"/>
                      </a:moveTo>
                      <a:lnTo>
                        <a:pt x="106966" y="126302"/>
                      </a:lnTo>
                      <a:cubicBezTo>
                        <a:pt x="106966" y="126302"/>
                        <a:pt x="106680" y="126683"/>
                        <a:pt x="105251" y="127349"/>
                      </a:cubicBezTo>
                      <a:cubicBezTo>
                        <a:pt x="104775" y="127063"/>
                        <a:pt x="104394" y="126587"/>
                        <a:pt x="103822" y="125825"/>
                      </a:cubicBezTo>
                      <a:cubicBezTo>
                        <a:pt x="103346" y="125159"/>
                        <a:pt x="102965" y="124778"/>
                        <a:pt x="102679" y="124778"/>
                      </a:cubicBezTo>
                      <a:cubicBezTo>
                        <a:pt x="102298" y="124778"/>
                        <a:pt x="101727" y="125063"/>
                        <a:pt x="101155" y="125635"/>
                      </a:cubicBezTo>
                      <a:lnTo>
                        <a:pt x="106870" y="129064"/>
                      </a:lnTo>
                      <a:close/>
                      <a:moveTo>
                        <a:pt x="112109" y="128016"/>
                      </a:moveTo>
                      <a:cubicBezTo>
                        <a:pt x="112109" y="128016"/>
                        <a:pt x="112395" y="127921"/>
                        <a:pt x="112109" y="127635"/>
                      </a:cubicBezTo>
                      <a:lnTo>
                        <a:pt x="111252" y="122301"/>
                      </a:lnTo>
                      <a:cubicBezTo>
                        <a:pt x="110680" y="122873"/>
                        <a:pt x="110395" y="123444"/>
                        <a:pt x="110395" y="124016"/>
                      </a:cubicBezTo>
                      <a:cubicBezTo>
                        <a:pt x="110395" y="123635"/>
                        <a:pt x="110966" y="124778"/>
                        <a:pt x="112109" y="127635"/>
                      </a:cubicBezTo>
                      <a:lnTo>
                        <a:pt x="112109" y="128016"/>
                      </a:lnTo>
                      <a:close/>
                      <a:moveTo>
                        <a:pt x="121729" y="571"/>
                      </a:moveTo>
                      <a:lnTo>
                        <a:pt x="121729" y="2477"/>
                      </a:lnTo>
                      <a:lnTo>
                        <a:pt x="118776" y="2477"/>
                      </a:lnTo>
                      <a:lnTo>
                        <a:pt x="121729" y="571"/>
                      </a:lnTo>
                      <a:close/>
                      <a:moveTo>
                        <a:pt x="123444" y="34671"/>
                      </a:moveTo>
                      <a:lnTo>
                        <a:pt x="121158" y="37052"/>
                      </a:lnTo>
                      <a:lnTo>
                        <a:pt x="123444" y="33623"/>
                      </a:lnTo>
                      <a:lnTo>
                        <a:pt x="123444" y="34671"/>
                      </a:lnTo>
                      <a:close/>
                      <a:moveTo>
                        <a:pt x="135826" y="72200"/>
                      </a:moveTo>
                      <a:lnTo>
                        <a:pt x="134112" y="73914"/>
                      </a:lnTo>
                      <a:lnTo>
                        <a:pt x="132874" y="73914"/>
                      </a:lnTo>
                      <a:lnTo>
                        <a:pt x="135826" y="72200"/>
                      </a:lnTo>
                      <a:close/>
                      <a:moveTo>
                        <a:pt x="135159" y="36386"/>
                      </a:moveTo>
                      <a:cubicBezTo>
                        <a:pt x="135159" y="36386"/>
                        <a:pt x="134493" y="36290"/>
                        <a:pt x="134398" y="35243"/>
                      </a:cubicBezTo>
                      <a:cubicBezTo>
                        <a:pt x="134398" y="34195"/>
                        <a:pt x="134207" y="33623"/>
                        <a:pt x="134112" y="33623"/>
                      </a:cubicBezTo>
                      <a:lnTo>
                        <a:pt x="135159" y="33623"/>
                      </a:lnTo>
                      <a:lnTo>
                        <a:pt x="135159" y="36386"/>
                      </a:lnTo>
                      <a:close/>
                      <a:moveTo>
                        <a:pt x="166306" y="18860"/>
                      </a:moveTo>
                      <a:cubicBezTo>
                        <a:pt x="166211" y="18288"/>
                        <a:pt x="166306" y="17717"/>
                        <a:pt x="166592" y="17050"/>
                      </a:cubicBezTo>
                      <a:cubicBezTo>
                        <a:pt x="166973" y="16383"/>
                        <a:pt x="167354" y="16193"/>
                        <a:pt x="168021" y="16288"/>
                      </a:cubicBezTo>
                      <a:lnTo>
                        <a:pt x="168021" y="18860"/>
                      </a:lnTo>
                      <a:lnTo>
                        <a:pt x="166306" y="18860"/>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 name="Google Shape;751;p99"/>
                <p:cNvSpPr/>
                <p:nvPr/>
              </p:nvSpPr>
              <p:spPr>
                <a:xfrm>
                  <a:off x="5779674" y="4475416"/>
                  <a:ext cx="145065" cy="198786"/>
                </a:xfrm>
                <a:custGeom>
                  <a:avLst/>
                  <a:gdLst/>
                  <a:ahLst/>
                  <a:cxnLst/>
                  <a:rect l="l" t="t" r="r" b="b"/>
                  <a:pathLst>
                    <a:path w="145065" h="198786" extrusionOk="0">
                      <a:moveTo>
                        <a:pt x="123063" y="96012"/>
                      </a:moveTo>
                      <a:cubicBezTo>
                        <a:pt x="123158" y="95345"/>
                        <a:pt x="122872" y="94774"/>
                        <a:pt x="122206" y="94298"/>
                      </a:cubicBezTo>
                      <a:lnTo>
                        <a:pt x="121539" y="94298"/>
                      </a:lnTo>
                      <a:cubicBezTo>
                        <a:pt x="121539" y="94298"/>
                        <a:pt x="122015" y="95155"/>
                        <a:pt x="122015" y="95536"/>
                      </a:cubicBezTo>
                      <a:cubicBezTo>
                        <a:pt x="122015" y="96108"/>
                        <a:pt x="121634" y="97060"/>
                        <a:pt x="120872" y="98298"/>
                      </a:cubicBezTo>
                      <a:cubicBezTo>
                        <a:pt x="120110" y="99536"/>
                        <a:pt x="119729" y="100584"/>
                        <a:pt x="119729" y="101251"/>
                      </a:cubicBezTo>
                      <a:cubicBezTo>
                        <a:pt x="119729" y="102203"/>
                        <a:pt x="120396" y="103156"/>
                        <a:pt x="121634" y="104013"/>
                      </a:cubicBezTo>
                      <a:cubicBezTo>
                        <a:pt x="121634" y="104299"/>
                        <a:pt x="121253" y="104966"/>
                        <a:pt x="120587" y="106013"/>
                      </a:cubicBezTo>
                      <a:cubicBezTo>
                        <a:pt x="119824" y="107061"/>
                        <a:pt x="119634" y="108014"/>
                        <a:pt x="119920" y="108871"/>
                      </a:cubicBezTo>
                      <a:lnTo>
                        <a:pt x="120587" y="109442"/>
                      </a:lnTo>
                      <a:cubicBezTo>
                        <a:pt x="119824" y="110109"/>
                        <a:pt x="118872" y="110490"/>
                        <a:pt x="117538" y="110490"/>
                      </a:cubicBezTo>
                      <a:lnTo>
                        <a:pt x="114109" y="110490"/>
                      </a:lnTo>
                      <a:cubicBezTo>
                        <a:pt x="113729" y="109728"/>
                        <a:pt x="113252" y="109061"/>
                        <a:pt x="112871" y="108490"/>
                      </a:cubicBezTo>
                      <a:cubicBezTo>
                        <a:pt x="112490" y="107823"/>
                        <a:pt x="111728" y="107728"/>
                        <a:pt x="110776" y="108014"/>
                      </a:cubicBezTo>
                      <a:cubicBezTo>
                        <a:pt x="109633" y="109157"/>
                        <a:pt x="109061" y="110109"/>
                        <a:pt x="109061" y="110776"/>
                      </a:cubicBezTo>
                      <a:cubicBezTo>
                        <a:pt x="109061" y="111443"/>
                        <a:pt x="110395" y="112014"/>
                        <a:pt x="112966" y="112395"/>
                      </a:cubicBezTo>
                      <a:cubicBezTo>
                        <a:pt x="115538" y="112776"/>
                        <a:pt x="117157" y="113538"/>
                        <a:pt x="117538" y="114586"/>
                      </a:cubicBezTo>
                      <a:lnTo>
                        <a:pt x="119920" y="112205"/>
                      </a:lnTo>
                      <a:lnTo>
                        <a:pt x="118872" y="124587"/>
                      </a:lnTo>
                      <a:cubicBezTo>
                        <a:pt x="118872" y="123063"/>
                        <a:pt x="118681" y="122111"/>
                        <a:pt x="118205" y="121825"/>
                      </a:cubicBezTo>
                      <a:cubicBezTo>
                        <a:pt x="118300" y="121825"/>
                        <a:pt x="117538" y="122396"/>
                        <a:pt x="115824" y="123539"/>
                      </a:cubicBezTo>
                      <a:cubicBezTo>
                        <a:pt x="116776" y="124587"/>
                        <a:pt x="118777" y="128397"/>
                        <a:pt x="121539" y="135065"/>
                      </a:cubicBezTo>
                      <a:cubicBezTo>
                        <a:pt x="120682" y="134969"/>
                        <a:pt x="119539" y="134112"/>
                        <a:pt x="118110" y="132779"/>
                      </a:cubicBezTo>
                      <a:cubicBezTo>
                        <a:pt x="118205" y="134874"/>
                        <a:pt x="118396" y="137065"/>
                        <a:pt x="118681" y="139351"/>
                      </a:cubicBezTo>
                      <a:cubicBezTo>
                        <a:pt x="118872" y="141637"/>
                        <a:pt x="119539" y="143733"/>
                        <a:pt x="120491" y="145733"/>
                      </a:cubicBezTo>
                      <a:cubicBezTo>
                        <a:pt x="119063" y="148019"/>
                        <a:pt x="117634" y="148304"/>
                        <a:pt x="116205" y="146590"/>
                      </a:cubicBezTo>
                      <a:cubicBezTo>
                        <a:pt x="115253" y="145352"/>
                        <a:pt x="114490" y="146209"/>
                        <a:pt x="114109" y="149162"/>
                      </a:cubicBezTo>
                      <a:cubicBezTo>
                        <a:pt x="114395" y="150209"/>
                        <a:pt x="114967" y="150686"/>
                        <a:pt x="115919" y="150876"/>
                      </a:cubicBezTo>
                      <a:cubicBezTo>
                        <a:pt x="116872" y="150971"/>
                        <a:pt x="117253" y="151162"/>
                        <a:pt x="117253" y="151257"/>
                      </a:cubicBezTo>
                      <a:cubicBezTo>
                        <a:pt x="117253" y="151543"/>
                        <a:pt x="116967" y="152210"/>
                        <a:pt x="116396" y="153162"/>
                      </a:cubicBezTo>
                      <a:cubicBezTo>
                        <a:pt x="113157" y="154400"/>
                        <a:pt x="110966" y="156496"/>
                        <a:pt x="110014" y="159258"/>
                      </a:cubicBezTo>
                      <a:cubicBezTo>
                        <a:pt x="108966" y="162020"/>
                        <a:pt x="106775" y="164116"/>
                        <a:pt x="103441" y="165545"/>
                      </a:cubicBezTo>
                      <a:cubicBezTo>
                        <a:pt x="102870" y="166402"/>
                        <a:pt x="101727" y="167164"/>
                        <a:pt x="100108" y="168021"/>
                      </a:cubicBezTo>
                      <a:cubicBezTo>
                        <a:pt x="98488" y="168783"/>
                        <a:pt x="97060" y="169069"/>
                        <a:pt x="96012" y="168783"/>
                      </a:cubicBezTo>
                      <a:lnTo>
                        <a:pt x="92773" y="172879"/>
                      </a:lnTo>
                      <a:lnTo>
                        <a:pt x="93440" y="173927"/>
                      </a:lnTo>
                      <a:cubicBezTo>
                        <a:pt x="89059" y="172212"/>
                        <a:pt x="84201" y="171260"/>
                        <a:pt x="78962" y="171164"/>
                      </a:cubicBezTo>
                      <a:lnTo>
                        <a:pt x="73628" y="171164"/>
                      </a:lnTo>
                      <a:cubicBezTo>
                        <a:pt x="70104" y="171164"/>
                        <a:pt x="66865" y="170974"/>
                        <a:pt x="64008" y="170498"/>
                      </a:cubicBezTo>
                      <a:cubicBezTo>
                        <a:pt x="62865" y="168212"/>
                        <a:pt x="61627" y="167069"/>
                        <a:pt x="60198" y="167069"/>
                      </a:cubicBezTo>
                      <a:cubicBezTo>
                        <a:pt x="59150" y="167069"/>
                        <a:pt x="57721" y="167735"/>
                        <a:pt x="55721" y="169069"/>
                      </a:cubicBezTo>
                      <a:cubicBezTo>
                        <a:pt x="53721" y="170402"/>
                        <a:pt x="52102" y="171069"/>
                        <a:pt x="50863" y="171069"/>
                      </a:cubicBezTo>
                      <a:cubicBezTo>
                        <a:pt x="50292" y="171069"/>
                        <a:pt x="49816" y="171069"/>
                        <a:pt x="49339" y="170879"/>
                      </a:cubicBezTo>
                      <a:cubicBezTo>
                        <a:pt x="25146" y="170879"/>
                        <a:pt x="10382" y="170688"/>
                        <a:pt x="4763" y="170212"/>
                      </a:cubicBezTo>
                      <a:cubicBezTo>
                        <a:pt x="2667" y="167926"/>
                        <a:pt x="1524" y="164021"/>
                        <a:pt x="1524" y="158496"/>
                      </a:cubicBezTo>
                      <a:lnTo>
                        <a:pt x="1524" y="150591"/>
                      </a:lnTo>
                      <a:cubicBezTo>
                        <a:pt x="1524" y="146780"/>
                        <a:pt x="1048" y="143923"/>
                        <a:pt x="0" y="142018"/>
                      </a:cubicBezTo>
                      <a:cubicBezTo>
                        <a:pt x="1524" y="136684"/>
                        <a:pt x="2381" y="130493"/>
                        <a:pt x="2381" y="123539"/>
                      </a:cubicBezTo>
                      <a:cubicBezTo>
                        <a:pt x="2381" y="120015"/>
                        <a:pt x="2000" y="113443"/>
                        <a:pt x="1333" y="103918"/>
                      </a:cubicBezTo>
                      <a:cubicBezTo>
                        <a:pt x="571" y="95726"/>
                        <a:pt x="381" y="89249"/>
                        <a:pt x="667" y="84582"/>
                      </a:cubicBezTo>
                      <a:lnTo>
                        <a:pt x="667" y="81820"/>
                      </a:lnTo>
                      <a:cubicBezTo>
                        <a:pt x="667" y="80391"/>
                        <a:pt x="1238" y="79153"/>
                        <a:pt x="2381" y="78200"/>
                      </a:cubicBezTo>
                      <a:cubicBezTo>
                        <a:pt x="2191" y="76676"/>
                        <a:pt x="2191" y="74962"/>
                        <a:pt x="2191" y="73057"/>
                      </a:cubicBezTo>
                      <a:cubicBezTo>
                        <a:pt x="2191" y="71152"/>
                        <a:pt x="2286" y="68580"/>
                        <a:pt x="2572" y="65056"/>
                      </a:cubicBezTo>
                      <a:cubicBezTo>
                        <a:pt x="2762" y="61532"/>
                        <a:pt x="2857" y="59150"/>
                        <a:pt x="2857" y="57722"/>
                      </a:cubicBezTo>
                      <a:cubicBezTo>
                        <a:pt x="2857" y="54007"/>
                        <a:pt x="2381" y="51245"/>
                        <a:pt x="1333" y="49435"/>
                      </a:cubicBezTo>
                      <a:cubicBezTo>
                        <a:pt x="762" y="46768"/>
                        <a:pt x="476" y="43720"/>
                        <a:pt x="476" y="40481"/>
                      </a:cubicBezTo>
                      <a:cubicBezTo>
                        <a:pt x="476" y="37243"/>
                        <a:pt x="857" y="32480"/>
                        <a:pt x="1619" y="25908"/>
                      </a:cubicBezTo>
                      <a:cubicBezTo>
                        <a:pt x="2381" y="19336"/>
                        <a:pt x="2762" y="14288"/>
                        <a:pt x="2762" y="10668"/>
                      </a:cubicBezTo>
                      <a:cubicBezTo>
                        <a:pt x="2762" y="8382"/>
                        <a:pt x="2667" y="6287"/>
                        <a:pt x="2381" y="4286"/>
                      </a:cubicBezTo>
                      <a:cubicBezTo>
                        <a:pt x="3905" y="3048"/>
                        <a:pt x="8001" y="1619"/>
                        <a:pt x="14764" y="0"/>
                      </a:cubicBezTo>
                      <a:lnTo>
                        <a:pt x="51625" y="1048"/>
                      </a:lnTo>
                      <a:cubicBezTo>
                        <a:pt x="54007" y="1905"/>
                        <a:pt x="55150" y="4191"/>
                        <a:pt x="55054" y="7811"/>
                      </a:cubicBezTo>
                      <a:cubicBezTo>
                        <a:pt x="54959" y="12192"/>
                        <a:pt x="55245" y="14859"/>
                        <a:pt x="55912" y="15716"/>
                      </a:cubicBezTo>
                      <a:cubicBezTo>
                        <a:pt x="57531" y="16288"/>
                        <a:pt x="58960" y="15145"/>
                        <a:pt x="59912" y="12287"/>
                      </a:cubicBezTo>
                      <a:cubicBezTo>
                        <a:pt x="59912" y="11906"/>
                        <a:pt x="59722" y="10954"/>
                        <a:pt x="59246" y="9525"/>
                      </a:cubicBezTo>
                      <a:cubicBezTo>
                        <a:pt x="58769" y="8096"/>
                        <a:pt x="58579" y="7049"/>
                        <a:pt x="58579" y="6287"/>
                      </a:cubicBezTo>
                      <a:cubicBezTo>
                        <a:pt x="58579" y="4477"/>
                        <a:pt x="59817" y="3429"/>
                        <a:pt x="62198" y="3334"/>
                      </a:cubicBezTo>
                      <a:cubicBezTo>
                        <a:pt x="62770" y="3905"/>
                        <a:pt x="63341" y="4191"/>
                        <a:pt x="63913" y="4191"/>
                      </a:cubicBezTo>
                      <a:cubicBezTo>
                        <a:pt x="65532" y="4191"/>
                        <a:pt x="66580" y="3143"/>
                        <a:pt x="67151" y="1048"/>
                      </a:cubicBezTo>
                      <a:lnTo>
                        <a:pt x="96964" y="1715"/>
                      </a:lnTo>
                      <a:cubicBezTo>
                        <a:pt x="97536" y="3143"/>
                        <a:pt x="98488" y="3810"/>
                        <a:pt x="99631" y="3620"/>
                      </a:cubicBezTo>
                      <a:cubicBezTo>
                        <a:pt x="100870" y="3524"/>
                        <a:pt x="101727" y="3620"/>
                        <a:pt x="102298" y="4286"/>
                      </a:cubicBezTo>
                      <a:cubicBezTo>
                        <a:pt x="106871" y="5715"/>
                        <a:pt x="110585" y="8573"/>
                        <a:pt x="113347" y="12859"/>
                      </a:cubicBezTo>
                      <a:cubicBezTo>
                        <a:pt x="115633" y="16574"/>
                        <a:pt x="117920" y="20288"/>
                        <a:pt x="120396" y="24099"/>
                      </a:cubicBezTo>
                      <a:cubicBezTo>
                        <a:pt x="119253" y="27908"/>
                        <a:pt x="118681" y="32099"/>
                        <a:pt x="118681" y="36671"/>
                      </a:cubicBezTo>
                      <a:cubicBezTo>
                        <a:pt x="118681" y="40672"/>
                        <a:pt x="119348" y="46768"/>
                        <a:pt x="120777" y="54864"/>
                      </a:cubicBezTo>
                      <a:cubicBezTo>
                        <a:pt x="122206" y="63056"/>
                        <a:pt x="122872" y="69247"/>
                        <a:pt x="122872" y="73533"/>
                      </a:cubicBezTo>
                      <a:cubicBezTo>
                        <a:pt x="122872" y="77819"/>
                        <a:pt x="122396" y="81820"/>
                        <a:pt x="121348" y="85725"/>
                      </a:cubicBezTo>
                      <a:lnTo>
                        <a:pt x="124587" y="87440"/>
                      </a:lnTo>
                      <a:cubicBezTo>
                        <a:pt x="123634" y="87630"/>
                        <a:pt x="122206" y="88392"/>
                        <a:pt x="120301" y="89821"/>
                      </a:cubicBezTo>
                      <a:cubicBezTo>
                        <a:pt x="120015" y="90392"/>
                        <a:pt x="119920" y="90869"/>
                        <a:pt x="119920" y="91345"/>
                      </a:cubicBezTo>
                      <a:cubicBezTo>
                        <a:pt x="119920" y="92202"/>
                        <a:pt x="120587" y="92774"/>
                        <a:pt x="122015" y="93155"/>
                      </a:cubicBezTo>
                      <a:cubicBezTo>
                        <a:pt x="123444" y="93536"/>
                        <a:pt x="124301" y="93821"/>
                        <a:pt x="124587" y="94107"/>
                      </a:cubicBezTo>
                      <a:lnTo>
                        <a:pt x="122872" y="95822"/>
                      </a:lnTo>
                      <a:close/>
                      <a:moveTo>
                        <a:pt x="13145" y="57626"/>
                      </a:moveTo>
                      <a:cubicBezTo>
                        <a:pt x="14288" y="56674"/>
                        <a:pt x="15049" y="56293"/>
                        <a:pt x="15526" y="56388"/>
                      </a:cubicBezTo>
                      <a:cubicBezTo>
                        <a:pt x="15145" y="56007"/>
                        <a:pt x="14859" y="55341"/>
                        <a:pt x="14859" y="54578"/>
                      </a:cubicBezTo>
                      <a:cubicBezTo>
                        <a:pt x="15049" y="53531"/>
                        <a:pt x="15049" y="52769"/>
                        <a:pt x="14859" y="52578"/>
                      </a:cubicBezTo>
                      <a:cubicBezTo>
                        <a:pt x="13716" y="53435"/>
                        <a:pt x="13145" y="55150"/>
                        <a:pt x="13145" y="57722"/>
                      </a:cubicBezTo>
                      <a:close/>
                      <a:moveTo>
                        <a:pt x="114109" y="115538"/>
                      </a:moveTo>
                      <a:cubicBezTo>
                        <a:pt x="111823" y="114110"/>
                        <a:pt x="109633" y="112681"/>
                        <a:pt x="107537" y="111252"/>
                      </a:cubicBezTo>
                      <a:cubicBezTo>
                        <a:pt x="104680" y="109538"/>
                        <a:pt x="102203" y="108966"/>
                        <a:pt x="100108" y="109538"/>
                      </a:cubicBezTo>
                      <a:cubicBezTo>
                        <a:pt x="99155" y="108014"/>
                        <a:pt x="96869" y="107061"/>
                        <a:pt x="93345" y="106775"/>
                      </a:cubicBezTo>
                      <a:cubicBezTo>
                        <a:pt x="89821" y="106490"/>
                        <a:pt x="87439" y="105251"/>
                        <a:pt x="86011" y="102966"/>
                      </a:cubicBezTo>
                      <a:lnTo>
                        <a:pt x="87725" y="101251"/>
                      </a:lnTo>
                      <a:lnTo>
                        <a:pt x="85344" y="98870"/>
                      </a:lnTo>
                      <a:cubicBezTo>
                        <a:pt x="85344" y="92583"/>
                        <a:pt x="85439" y="86297"/>
                        <a:pt x="85534" y="79915"/>
                      </a:cubicBezTo>
                      <a:cubicBezTo>
                        <a:pt x="85534" y="72390"/>
                        <a:pt x="86011" y="66104"/>
                        <a:pt x="87058" y="61151"/>
                      </a:cubicBezTo>
                      <a:cubicBezTo>
                        <a:pt x="86487" y="60008"/>
                        <a:pt x="86201" y="58484"/>
                        <a:pt x="86201" y="56674"/>
                      </a:cubicBezTo>
                      <a:cubicBezTo>
                        <a:pt x="86201" y="54959"/>
                        <a:pt x="86487" y="53531"/>
                        <a:pt x="87058" y="52388"/>
                      </a:cubicBezTo>
                      <a:cubicBezTo>
                        <a:pt x="87154" y="50578"/>
                        <a:pt x="88773" y="50102"/>
                        <a:pt x="91726" y="51149"/>
                      </a:cubicBezTo>
                      <a:lnTo>
                        <a:pt x="91726" y="51340"/>
                      </a:lnTo>
                      <a:cubicBezTo>
                        <a:pt x="91726" y="51340"/>
                        <a:pt x="92012" y="51340"/>
                        <a:pt x="91726" y="51149"/>
                      </a:cubicBezTo>
                      <a:lnTo>
                        <a:pt x="93440" y="48768"/>
                      </a:lnTo>
                      <a:cubicBezTo>
                        <a:pt x="92964" y="47816"/>
                        <a:pt x="92202" y="47625"/>
                        <a:pt x="91059" y="48387"/>
                      </a:cubicBezTo>
                      <a:cubicBezTo>
                        <a:pt x="89916" y="49054"/>
                        <a:pt x="89345" y="48673"/>
                        <a:pt x="89345" y="47149"/>
                      </a:cubicBezTo>
                      <a:lnTo>
                        <a:pt x="85915" y="48197"/>
                      </a:lnTo>
                      <a:cubicBezTo>
                        <a:pt x="85915" y="42767"/>
                        <a:pt x="85725" y="39719"/>
                        <a:pt x="85249" y="39053"/>
                      </a:cubicBezTo>
                      <a:cubicBezTo>
                        <a:pt x="79724" y="35624"/>
                        <a:pt x="73533" y="33909"/>
                        <a:pt x="66770" y="33909"/>
                      </a:cubicBezTo>
                      <a:cubicBezTo>
                        <a:pt x="65437" y="33909"/>
                        <a:pt x="64198" y="33909"/>
                        <a:pt x="62960" y="34100"/>
                      </a:cubicBezTo>
                      <a:cubicBezTo>
                        <a:pt x="60198" y="33528"/>
                        <a:pt x="58864" y="31623"/>
                        <a:pt x="58864" y="28385"/>
                      </a:cubicBezTo>
                      <a:lnTo>
                        <a:pt x="58864" y="25813"/>
                      </a:lnTo>
                      <a:cubicBezTo>
                        <a:pt x="58960" y="24575"/>
                        <a:pt x="59055" y="23622"/>
                        <a:pt x="59055" y="23051"/>
                      </a:cubicBezTo>
                      <a:cubicBezTo>
                        <a:pt x="59055" y="21527"/>
                        <a:pt x="58769" y="20288"/>
                        <a:pt x="58198" y="19431"/>
                      </a:cubicBezTo>
                      <a:cubicBezTo>
                        <a:pt x="57245" y="20955"/>
                        <a:pt x="56483" y="23432"/>
                        <a:pt x="56102" y="26861"/>
                      </a:cubicBezTo>
                      <a:cubicBezTo>
                        <a:pt x="55721" y="30290"/>
                        <a:pt x="55054" y="32957"/>
                        <a:pt x="54197" y="34957"/>
                      </a:cubicBezTo>
                      <a:cubicBezTo>
                        <a:pt x="51245" y="35052"/>
                        <a:pt x="47339" y="34766"/>
                        <a:pt x="42481" y="34100"/>
                      </a:cubicBezTo>
                      <a:cubicBezTo>
                        <a:pt x="37529" y="33433"/>
                        <a:pt x="35052" y="35433"/>
                        <a:pt x="35052" y="40291"/>
                      </a:cubicBezTo>
                      <a:cubicBezTo>
                        <a:pt x="35052" y="41434"/>
                        <a:pt x="35242" y="43149"/>
                        <a:pt x="35623" y="45434"/>
                      </a:cubicBezTo>
                      <a:cubicBezTo>
                        <a:pt x="36004" y="47720"/>
                        <a:pt x="36100" y="49149"/>
                        <a:pt x="36100" y="49721"/>
                      </a:cubicBezTo>
                      <a:cubicBezTo>
                        <a:pt x="34957" y="51721"/>
                        <a:pt x="34385" y="53340"/>
                        <a:pt x="34385" y="54674"/>
                      </a:cubicBezTo>
                      <a:cubicBezTo>
                        <a:pt x="34385" y="56007"/>
                        <a:pt x="34957" y="57055"/>
                        <a:pt x="36100" y="57912"/>
                      </a:cubicBezTo>
                      <a:cubicBezTo>
                        <a:pt x="34576" y="58484"/>
                        <a:pt x="33718" y="59722"/>
                        <a:pt x="33718" y="61532"/>
                      </a:cubicBezTo>
                      <a:lnTo>
                        <a:pt x="33528" y="66199"/>
                      </a:lnTo>
                      <a:cubicBezTo>
                        <a:pt x="32290" y="65532"/>
                        <a:pt x="31718" y="63913"/>
                        <a:pt x="31813" y="61532"/>
                      </a:cubicBezTo>
                      <a:cubicBezTo>
                        <a:pt x="31909" y="59150"/>
                        <a:pt x="31813" y="57436"/>
                        <a:pt x="31147" y="56674"/>
                      </a:cubicBezTo>
                      <a:cubicBezTo>
                        <a:pt x="29718" y="55912"/>
                        <a:pt x="26670" y="55626"/>
                        <a:pt x="22003" y="55626"/>
                      </a:cubicBezTo>
                      <a:lnTo>
                        <a:pt x="28861" y="62199"/>
                      </a:lnTo>
                      <a:cubicBezTo>
                        <a:pt x="30480" y="61722"/>
                        <a:pt x="31242" y="62199"/>
                        <a:pt x="31242" y="63722"/>
                      </a:cubicBezTo>
                      <a:lnTo>
                        <a:pt x="31242" y="65246"/>
                      </a:lnTo>
                      <a:cubicBezTo>
                        <a:pt x="31051" y="66008"/>
                        <a:pt x="31051" y="66485"/>
                        <a:pt x="31051" y="66961"/>
                      </a:cubicBezTo>
                      <a:cubicBezTo>
                        <a:pt x="31051" y="68104"/>
                        <a:pt x="31337" y="69056"/>
                        <a:pt x="31909" y="69723"/>
                      </a:cubicBezTo>
                      <a:lnTo>
                        <a:pt x="32956" y="68675"/>
                      </a:lnTo>
                      <a:cubicBezTo>
                        <a:pt x="35242" y="69914"/>
                        <a:pt x="36385" y="72676"/>
                        <a:pt x="36385" y="76772"/>
                      </a:cubicBezTo>
                      <a:lnTo>
                        <a:pt x="36195" y="86106"/>
                      </a:lnTo>
                      <a:cubicBezTo>
                        <a:pt x="36100" y="88202"/>
                        <a:pt x="36004" y="90583"/>
                        <a:pt x="36004" y="93155"/>
                      </a:cubicBezTo>
                      <a:cubicBezTo>
                        <a:pt x="36004" y="95726"/>
                        <a:pt x="36195" y="99632"/>
                        <a:pt x="36385" y="104775"/>
                      </a:cubicBezTo>
                      <a:cubicBezTo>
                        <a:pt x="36671" y="109919"/>
                        <a:pt x="36862" y="113824"/>
                        <a:pt x="36862" y="116396"/>
                      </a:cubicBezTo>
                      <a:cubicBezTo>
                        <a:pt x="36862" y="121539"/>
                        <a:pt x="36385" y="126111"/>
                        <a:pt x="35338" y="130207"/>
                      </a:cubicBezTo>
                      <a:cubicBezTo>
                        <a:pt x="34862" y="131159"/>
                        <a:pt x="35338" y="132588"/>
                        <a:pt x="36766" y="134303"/>
                      </a:cubicBezTo>
                      <a:cubicBezTo>
                        <a:pt x="38100" y="136017"/>
                        <a:pt x="38767" y="137160"/>
                        <a:pt x="38767" y="137732"/>
                      </a:cubicBezTo>
                      <a:cubicBezTo>
                        <a:pt x="38767" y="138494"/>
                        <a:pt x="37909" y="139065"/>
                        <a:pt x="36195" y="139637"/>
                      </a:cubicBezTo>
                      <a:cubicBezTo>
                        <a:pt x="37909" y="139637"/>
                        <a:pt x="39243" y="139065"/>
                        <a:pt x="40196" y="137922"/>
                      </a:cubicBezTo>
                      <a:cubicBezTo>
                        <a:pt x="41053" y="137922"/>
                        <a:pt x="42481" y="137827"/>
                        <a:pt x="44482" y="137636"/>
                      </a:cubicBezTo>
                      <a:cubicBezTo>
                        <a:pt x="46482" y="137351"/>
                        <a:pt x="48006" y="137255"/>
                        <a:pt x="48958" y="137255"/>
                      </a:cubicBezTo>
                      <a:cubicBezTo>
                        <a:pt x="52388" y="137255"/>
                        <a:pt x="54769" y="138303"/>
                        <a:pt x="56007" y="140208"/>
                      </a:cubicBezTo>
                      <a:cubicBezTo>
                        <a:pt x="54673" y="141732"/>
                        <a:pt x="54959" y="143161"/>
                        <a:pt x="56674" y="144304"/>
                      </a:cubicBezTo>
                      <a:cubicBezTo>
                        <a:pt x="56293" y="146590"/>
                        <a:pt x="56007" y="151829"/>
                        <a:pt x="56007" y="160020"/>
                      </a:cubicBezTo>
                      <a:cubicBezTo>
                        <a:pt x="55054" y="160020"/>
                        <a:pt x="54292" y="159449"/>
                        <a:pt x="53721" y="158306"/>
                      </a:cubicBezTo>
                      <a:cubicBezTo>
                        <a:pt x="53245" y="157163"/>
                        <a:pt x="52578" y="156591"/>
                        <a:pt x="51721" y="156591"/>
                      </a:cubicBezTo>
                      <a:cubicBezTo>
                        <a:pt x="52006" y="157829"/>
                        <a:pt x="53149" y="159163"/>
                        <a:pt x="55245" y="160496"/>
                      </a:cubicBezTo>
                      <a:cubicBezTo>
                        <a:pt x="57340" y="161830"/>
                        <a:pt x="58293" y="163068"/>
                        <a:pt x="58293" y="164211"/>
                      </a:cubicBezTo>
                      <a:cubicBezTo>
                        <a:pt x="58293" y="164973"/>
                        <a:pt x="58103" y="165735"/>
                        <a:pt x="57626" y="166592"/>
                      </a:cubicBezTo>
                      <a:cubicBezTo>
                        <a:pt x="58960" y="165735"/>
                        <a:pt x="60293" y="164878"/>
                        <a:pt x="61722" y="164021"/>
                      </a:cubicBezTo>
                      <a:lnTo>
                        <a:pt x="60674" y="164021"/>
                      </a:lnTo>
                      <a:cubicBezTo>
                        <a:pt x="59817" y="160306"/>
                        <a:pt x="58483" y="154305"/>
                        <a:pt x="56579" y="145923"/>
                      </a:cubicBezTo>
                      <a:cubicBezTo>
                        <a:pt x="57531" y="142780"/>
                        <a:pt x="59817" y="140208"/>
                        <a:pt x="63341" y="138303"/>
                      </a:cubicBezTo>
                      <a:cubicBezTo>
                        <a:pt x="64389" y="137922"/>
                        <a:pt x="67532" y="136589"/>
                        <a:pt x="72962" y="134493"/>
                      </a:cubicBezTo>
                      <a:cubicBezTo>
                        <a:pt x="73533" y="135350"/>
                        <a:pt x="73723" y="135922"/>
                        <a:pt x="73628" y="136208"/>
                      </a:cubicBezTo>
                      <a:lnTo>
                        <a:pt x="79629" y="137065"/>
                      </a:lnTo>
                      <a:cubicBezTo>
                        <a:pt x="79915" y="135636"/>
                        <a:pt x="79820" y="134493"/>
                        <a:pt x="79438" y="133541"/>
                      </a:cubicBezTo>
                      <a:cubicBezTo>
                        <a:pt x="79057" y="132588"/>
                        <a:pt x="78772" y="131826"/>
                        <a:pt x="78772" y="131350"/>
                      </a:cubicBezTo>
                      <a:cubicBezTo>
                        <a:pt x="79915" y="130112"/>
                        <a:pt x="81915" y="128397"/>
                        <a:pt x="84677" y="126206"/>
                      </a:cubicBezTo>
                      <a:lnTo>
                        <a:pt x="84677" y="129635"/>
                      </a:lnTo>
                      <a:cubicBezTo>
                        <a:pt x="86201" y="128874"/>
                        <a:pt x="87058" y="128016"/>
                        <a:pt x="87058" y="126873"/>
                      </a:cubicBezTo>
                      <a:cubicBezTo>
                        <a:pt x="87058" y="126302"/>
                        <a:pt x="86773" y="125444"/>
                        <a:pt x="86106" y="124206"/>
                      </a:cubicBezTo>
                      <a:cubicBezTo>
                        <a:pt x="85439" y="122968"/>
                        <a:pt x="85154" y="122206"/>
                        <a:pt x="85154" y="122016"/>
                      </a:cubicBezTo>
                      <a:cubicBezTo>
                        <a:pt x="85154" y="121444"/>
                        <a:pt x="85439" y="120968"/>
                        <a:pt x="86011" y="120682"/>
                      </a:cubicBezTo>
                      <a:lnTo>
                        <a:pt x="84772" y="114967"/>
                      </a:lnTo>
                      <a:cubicBezTo>
                        <a:pt x="83915" y="114681"/>
                        <a:pt x="82772" y="114967"/>
                        <a:pt x="81343" y="115634"/>
                      </a:cubicBezTo>
                      <a:cubicBezTo>
                        <a:pt x="79248" y="113824"/>
                        <a:pt x="78391" y="112205"/>
                        <a:pt x="78772" y="110966"/>
                      </a:cubicBezTo>
                      <a:cubicBezTo>
                        <a:pt x="78867" y="110585"/>
                        <a:pt x="79724" y="110204"/>
                        <a:pt x="81343" y="109919"/>
                      </a:cubicBezTo>
                      <a:cubicBezTo>
                        <a:pt x="81724" y="111157"/>
                        <a:pt x="82010" y="111824"/>
                        <a:pt x="82010" y="111633"/>
                      </a:cubicBezTo>
                      <a:cubicBezTo>
                        <a:pt x="86963" y="111252"/>
                        <a:pt x="91059" y="112014"/>
                        <a:pt x="94393" y="114014"/>
                      </a:cubicBezTo>
                      <a:cubicBezTo>
                        <a:pt x="94488" y="114395"/>
                        <a:pt x="94583" y="114872"/>
                        <a:pt x="94583" y="115253"/>
                      </a:cubicBezTo>
                      <a:cubicBezTo>
                        <a:pt x="94583" y="115824"/>
                        <a:pt x="94107" y="116300"/>
                        <a:pt x="93059" y="116586"/>
                      </a:cubicBezTo>
                      <a:cubicBezTo>
                        <a:pt x="92012" y="116872"/>
                        <a:pt x="91440" y="117158"/>
                        <a:pt x="91154" y="117443"/>
                      </a:cubicBezTo>
                      <a:lnTo>
                        <a:pt x="94393" y="117443"/>
                      </a:lnTo>
                      <a:cubicBezTo>
                        <a:pt x="95059" y="117824"/>
                        <a:pt x="95440" y="118682"/>
                        <a:pt x="95440" y="119729"/>
                      </a:cubicBezTo>
                      <a:cubicBezTo>
                        <a:pt x="96583" y="118491"/>
                        <a:pt x="97536" y="117824"/>
                        <a:pt x="98203" y="117824"/>
                      </a:cubicBezTo>
                      <a:cubicBezTo>
                        <a:pt x="98774" y="117824"/>
                        <a:pt x="99346" y="118777"/>
                        <a:pt x="100013" y="120682"/>
                      </a:cubicBezTo>
                      <a:cubicBezTo>
                        <a:pt x="100679" y="122587"/>
                        <a:pt x="101441" y="123730"/>
                        <a:pt x="102489" y="124016"/>
                      </a:cubicBezTo>
                      <a:lnTo>
                        <a:pt x="102489" y="117443"/>
                      </a:lnTo>
                      <a:cubicBezTo>
                        <a:pt x="103060" y="118015"/>
                        <a:pt x="103632" y="118301"/>
                        <a:pt x="104204" y="118301"/>
                      </a:cubicBezTo>
                      <a:cubicBezTo>
                        <a:pt x="104775" y="118301"/>
                        <a:pt x="105632" y="118015"/>
                        <a:pt x="106775" y="117443"/>
                      </a:cubicBezTo>
                      <a:cubicBezTo>
                        <a:pt x="107918" y="116872"/>
                        <a:pt x="108775" y="116681"/>
                        <a:pt x="109347" y="116777"/>
                      </a:cubicBezTo>
                      <a:cubicBezTo>
                        <a:pt x="109918" y="117158"/>
                        <a:pt x="110204" y="117729"/>
                        <a:pt x="110204" y="118301"/>
                      </a:cubicBezTo>
                      <a:cubicBezTo>
                        <a:pt x="110204" y="118682"/>
                        <a:pt x="109728" y="119349"/>
                        <a:pt x="108966" y="120206"/>
                      </a:cubicBezTo>
                      <a:cubicBezTo>
                        <a:pt x="108109" y="121063"/>
                        <a:pt x="107728" y="121730"/>
                        <a:pt x="107728" y="122301"/>
                      </a:cubicBezTo>
                      <a:lnTo>
                        <a:pt x="110299" y="122301"/>
                      </a:lnTo>
                      <a:lnTo>
                        <a:pt x="110966" y="115062"/>
                      </a:lnTo>
                      <a:lnTo>
                        <a:pt x="113729" y="117443"/>
                      </a:lnTo>
                      <a:cubicBezTo>
                        <a:pt x="113729" y="116872"/>
                        <a:pt x="113919" y="116396"/>
                        <a:pt x="114395" y="115919"/>
                      </a:cubicBezTo>
                      <a:cubicBezTo>
                        <a:pt x="114776" y="116110"/>
                        <a:pt x="115348" y="116300"/>
                        <a:pt x="115919" y="116586"/>
                      </a:cubicBezTo>
                      <a:cubicBezTo>
                        <a:pt x="116776" y="117443"/>
                        <a:pt x="117062" y="117443"/>
                        <a:pt x="116776" y="116777"/>
                      </a:cubicBezTo>
                      <a:cubicBezTo>
                        <a:pt x="116586" y="116777"/>
                        <a:pt x="116491" y="116777"/>
                        <a:pt x="116300" y="116586"/>
                      </a:cubicBezTo>
                      <a:lnTo>
                        <a:pt x="115919" y="116586"/>
                      </a:lnTo>
                      <a:cubicBezTo>
                        <a:pt x="115253" y="115824"/>
                        <a:pt x="114681" y="115634"/>
                        <a:pt x="114395" y="115919"/>
                      </a:cubicBezTo>
                      <a:close/>
                      <a:moveTo>
                        <a:pt x="61722" y="137732"/>
                      </a:moveTo>
                      <a:lnTo>
                        <a:pt x="61722" y="136017"/>
                      </a:lnTo>
                      <a:lnTo>
                        <a:pt x="62960" y="136017"/>
                      </a:lnTo>
                      <a:lnTo>
                        <a:pt x="61722" y="137732"/>
                      </a:lnTo>
                      <a:close/>
                      <a:moveTo>
                        <a:pt x="66580" y="157544"/>
                      </a:moveTo>
                      <a:lnTo>
                        <a:pt x="66580" y="155829"/>
                      </a:lnTo>
                      <a:cubicBezTo>
                        <a:pt x="66008" y="155543"/>
                        <a:pt x="65151" y="155162"/>
                        <a:pt x="64008" y="154781"/>
                      </a:cubicBezTo>
                      <a:cubicBezTo>
                        <a:pt x="63722" y="155639"/>
                        <a:pt x="63913" y="156401"/>
                        <a:pt x="64484" y="156972"/>
                      </a:cubicBezTo>
                      <a:cubicBezTo>
                        <a:pt x="65056" y="157639"/>
                        <a:pt x="65722" y="157734"/>
                        <a:pt x="66580" y="157544"/>
                      </a:cubicBezTo>
                      <a:close/>
                      <a:moveTo>
                        <a:pt x="67246" y="168212"/>
                      </a:moveTo>
                      <a:lnTo>
                        <a:pt x="68961" y="166497"/>
                      </a:lnTo>
                      <a:lnTo>
                        <a:pt x="67246" y="164592"/>
                      </a:lnTo>
                      <a:lnTo>
                        <a:pt x="67246" y="168212"/>
                      </a:lnTo>
                      <a:close/>
                      <a:moveTo>
                        <a:pt x="75343" y="162211"/>
                      </a:moveTo>
                      <a:cubicBezTo>
                        <a:pt x="75629" y="160211"/>
                        <a:pt x="75343" y="159258"/>
                        <a:pt x="74295" y="159258"/>
                      </a:cubicBezTo>
                      <a:cubicBezTo>
                        <a:pt x="73628" y="159258"/>
                        <a:pt x="72485" y="159734"/>
                        <a:pt x="70961" y="160782"/>
                      </a:cubicBezTo>
                      <a:cubicBezTo>
                        <a:pt x="69342" y="161830"/>
                        <a:pt x="68485" y="162306"/>
                        <a:pt x="68389" y="162306"/>
                      </a:cubicBezTo>
                      <a:cubicBezTo>
                        <a:pt x="69056" y="162973"/>
                        <a:pt x="69723" y="163354"/>
                        <a:pt x="70295" y="163354"/>
                      </a:cubicBezTo>
                      <a:cubicBezTo>
                        <a:pt x="70771" y="163354"/>
                        <a:pt x="71247" y="162973"/>
                        <a:pt x="72009" y="162401"/>
                      </a:cubicBezTo>
                      <a:cubicBezTo>
                        <a:pt x="72676" y="161735"/>
                        <a:pt x="73247" y="161449"/>
                        <a:pt x="73723" y="161449"/>
                      </a:cubicBezTo>
                      <a:cubicBezTo>
                        <a:pt x="74295" y="161449"/>
                        <a:pt x="74866" y="161735"/>
                        <a:pt x="75438" y="162306"/>
                      </a:cubicBezTo>
                      <a:close/>
                      <a:moveTo>
                        <a:pt x="72962" y="129445"/>
                      </a:moveTo>
                      <a:cubicBezTo>
                        <a:pt x="70961" y="127730"/>
                        <a:pt x="70771" y="126397"/>
                        <a:pt x="72295" y="125349"/>
                      </a:cubicBezTo>
                      <a:lnTo>
                        <a:pt x="74676" y="128778"/>
                      </a:lnTo>
                      <a:cubicBezTo>
                        <a:pt x="74676" y="128778"/>
                        <a:pt x="73628" y="128778"/>
                        <a:pt x="72962" y="129445"/>
                      </a:cubicBezTo>
                      <a:close/>
                      <a:moveTo>
                        <a:pt x="80391" y="182023"/>
                      </a:moveTo>
                      <a:cubicBezTo>
                        <a:pt x="79724" y="181356"/>
                        <a:pt x="79343" y="180689"/>
                        <a:pt x="79343" y="180118"/>
                      </a:cubicBezTo>
                      <a:cubicBezTo>
                        <a:pt x="79343" y="179451"/>
                        <a:pt x="80200" y="178689"/>
                        <a:pt x="82010" y="178022"/>
                      </a:cubicBezTo>
                      <a:cubicBezTo>
                        <a:pt x="83820" y="177356"/>
                        <a:pt x="84868" y="176784"/>
                        <a:pt x="85344" y="176308"/>
                      </a:cubicBezTo>
                      <a:cubicBezTo>
                        <a:pt x="85154" y="176879"/>
                        <a:pt x="84391" y="177546"/>
                        <a:pt x="82963" y="178213"/>
                      </a:cubicBezTo>
                      <a:cubicBezTo>
                        <a:pt x="81534" y="178975"/>
                        <a:pt x="80867" y="179642"/>
                        <a:pt x="80867" y="180404"/>
                      </a:cubicBezTo>
                      <a:cubicBezTo>
                        <a:pt x="80867" y="180785"/>
                        <a:pt x="81248" y="181356"/>
                        <a:pt x="81915" y="182118"/>
                      </a:cubicBezTo>
                      <a:lnTo>
                        <a:pt x="80391" y="182118"/>
                      </a:lnTo>
                      <a:close/>
                      <a:moveTo>
                        <a:pt x="86963" y="108109"/>
                      </a:moveTo>
                      <a:cubicBezTo>
                        <a:pt x="88392" y="108109"/>
                        <a:pt x="89154" y="108395"/>
                        <a:pt x="89345" y="108966"/>
                      </a:cubicBezTo>
                      <a:lnTo>
                        <a:pt x="87630" y="109538"/>
                      </a:lnTo>
                      <a:lnTo>
                        <a:pt x="86963" y="108014"/>
                      </a:lnTo>
                      <a:close/>
                      <a:moveTo>
                        <a:pt x="88678" y="146495"/>
                      </a:moveTo>
                      <a:lnTo>
                        <a:pt x="94202" y="145828"/>
                      </a:lnTo>
                      <a:lnTo>
                        <a:pt x="94202" y="144113"/>
                      </a:lnTo>
                      <a:cubicBezTo>
                        <a:pt x="94202" y="141351"/>
                        <a:pt x="94774" y="139827"/>
                        <a:pt x="95917" y="139446"/>
                      </a:cubicBezTo>
                      <a:lnTo>
                        <a:pt x="92678" y="138399"/>
                      </a:lnTo>
                      <a:cubicBezTo>
                        <a:pt x="92583" y="139637"/>
                        <a:pt x="92297" y="141637"/>
                        <a:pt x="92012" y="144209"/>
                      </a:cubicBezTo>
                      <a:cubicBezTo>
                        <a:pt x="91821" y="145447"/>
                        <a:pt x="90773" y="146209"/>
                        <a:pt x="88582" y="146495"/>
                      </a:cubicBezTo>
                      <a:close/>
                      <a:moveTo>
                        <a:pt x="91630" y="157639"/>
                      </a:moveTo>
                      <a:lnTo>
                        <a:pt x="91630" y="153353"/>
                      </a:lnTo>
                      <a:lnTo>
                        <a:pt x="90964" y="153353"/>
                      </a:lnTo>
                      <a:lnTo>
                        <a:pt x="90964" y="157639"/>
                      </a:lnTo>
                      <a:lnTo>
                        <a:pt x="91630" y="157639"/>
                      </a:lnTo>
                      <a:close/>
                      <a:moveTo>
                        <a:pt x="97536" y="86678"/>
                      </a:moveTo>
                      <a:lnTo>
                        <a:pt x="92678" y="86011"/>
                      </a:lnTo>
                      <a:lnTo>
                        <a:pt x="91630" y="88964"/>
                      </a:lnTo>
                      <a:cubicBezTo>
                        <a:pt x="93726" y="90678"/>
                        <a:pt x="95536" y="91535"/>
                        <a:pt x="96964" y="91535"/>
                      </a:cubicBezTo>
                      <a:cubicBezTo>
                        <a:pt x="97822" y="91535"/>
                        <a:pt x="98584" y="91250"/>
                        <a:pt x="99346" y="90678"/>
                      </a:cubicBezTo>
                      <a:cubicBezTo>
                        <a:pt x="96012" y="91345"/>
                        <a:pt x="94393" y="90678"/>
                        <a:pt x="94202" y="88297"/>
                      </a:cubicBezTo>
                      <a:lnTo>
                        <a:pt x="97631" y="86583"/>
                      </a:lnTo>
                      <a:close/>
                      <a:moveTo>
                        <a:pt x="91630" y="121158"/>
                      </a:moveTo>
                      <a:lnTo>
                        <a:pt x="93345" y="121158"/>
                      </a:lnTo>
                      <a:lnTo>
                        <a:pt x="93345" y="119444"/>
                      </a:lnTo>
                      <a:lnTo>
                        <a:pt x="91630" y="119444"/>
                      </a:lnTo>
                      <a:lnTo>
                        <a:pt x="91630" y="121158"/>
                      </a:lnTo>
                      <a:close/>
                      <a:moveTo>
                        <a:pt x="96964" y="165735"/>
                      </a:moveTo>
                      <a:cubicBezTo>
                        <a:pt x="97631" y="164497"/>
                        <a:pt x="99060" y="162783"/>
                        <a:pt x="100965" y="160592"/>
                      </a:cubicBezTo>
                      <a:lnTo>
                        <a:pt x="99917" y="159925"/>
                      </a:lnTo>
                      <a:lnTo>
                        <a:pt x="98203" y="160592"/>
                      </a:lnTo>
                      <a:lnTo>
                        <a:pt x="97536" y="157639"/>
                      </a:lnTo>
                      <a:cubicBezTo>
                        <a:pt x="94869" y="159068"/>
                        <a:pt x="93726" y="160592"/>
                        <a:pt x="94107" y="162306"/>
                      </a:cubicBezTo>
                      <a:lnTo>
                        <a:pt x="96869" y="161639"/>
                      </a:lnTo>
                      <a:lnTo>
                        <a:pt x="96869" y="165735"/>
                      </a:lnTo>
                      <a:close/>
                      <a:moveTo>
                        <a:pt x="96964" y="153353"/>
                      </a:moveTo>
                      <a:lnTo>
                        <a:pt x="98203" y="148209"/>
                      </a:lnTo>
                      <a:lnTo>
                        <a:pt x="97536" y="148209"/>
                      </a:lnTo>
                      <a:lnTo>
                        <a:pt x="96869" y="153353"/>
                      </a:lnTo>
                      <a:close/>
                      <a:moveTo>
                        <a:pt x="101632" y="103061"/>
                      </a:moveTo>
                      <a:cubicBezTo>
                        <a:pt x="101632" y="103061"/>
                        <a:pt x="100679" y="102394"/>
                        <a:pt x="99346" y="102394"/>
                      </a:cubicBezTo>
                      <a:lnTo>
                        <a:pt x="99346" y="104775"/>
                      </a:lnTo>
                      <a:lnTo>
                        <a:pt x="101060" y="104775"/>
                      </a:lnTo>
                      <a:cubicBezTo>
                        <a:pt x="101632" y="104204"/>
                        <a:pt x="101822" y="103632"/>
                        <a:pt x="101727" y="103061"/>
                      </a:cubicBezTo>
                      <a:close/>
                      <a:moveTo>
                        <a:pt x="104013" y="68580"/>
                      </a:moveTo>
                      <a:cubicBezTo>
                        <a:pt x="104680" y="69152"/>
                        <a:pt x="105061" y="69723"/>
                        <a:pt x="105061" y="70295"/>
                      </a:cubicBezTo>
                      <a:cubicBezTo>
                        <a:pt x="105061" y="71819"/>
                        <a:pt x="104108" y="72581"/>
                        <a:pt x="102298" y="72581"/>
                      </a:cubicBezTo>
                      <a:lnTo>
                        <a:pt x="104013" y="72581"/>
                      </a:lnTo>
                      <a:cubicBezTo>
                        <a:pt x="104394" y="72009"/>
                        <a:pt x="104870" y="71438"/>
                        <a:pt x="105346" y="70771"/>
                      </a:cubicBezTo>
                      <a:cubicBezTo>
                        <a:pt x="105823" y="70104"/>
                        <a:pt x="105918" y="69437"/>
                        <a:pt x="105632" y="68485"/>
                      </a:cubicBezTo>
                      <a:lnTo>
                        <a:pt x="103918" y="68485"/>
                      </a:lnTo>
                      <a:close/>
                      <a:moveTo>
                        <a:pt x="108299" y="103061"/>
                      </a:moveTo>
                      <a:cubicBezTo>
                        <a:pt x="108299" y="103061"/>
                        <a:pt x="106585" y="101822"/>
                        <a:pt x="104013" y="100679"/>
                      </a:cubicBezTo>
                      <a:lnTo>
                        <a:pt x="103346" y="102394"/>
                      </a:lnTo>
                      <a:lnTo>
                        <a:pt x="108204" y="103061"/>
                      </a:lnTo>
                      <a:close/>
                      <a:moveTo>
                        <a:pt x="105061" y="22765"/>
                      </a:moveTo>
                      <a:lnTo>
                        <a:pt x="105061" y="24479"/>
                      </a:lnTo>
                      <a:lnTo>
                        <a:pt x="107442" y="23908"/>
                      </a:lnTo>
                      <a:cubicBezTo>
                        <a:pt x="107061" y="23146"/>
                        <a:pt x="106204" y="22860"/>
                        <a:pt x="105061" y="22860"/>
                      </a:cubicBezTo>
                      <a:close/>
                      <a:moveTo>
                        <a:pt x="106585" y="127826"/>
                      </a:moveTo>
                      <a:lnTo>
                        <a:pt x="112300" y="127159"/>
                      </a:lnTo>
                      <a:cubicBezTo>
                        <a:pt x="111252" y="126492"/>
                        <a:pt x="110204" y="126111"/>
                        <a:pt x="108871" y="126111"/>
                      </a:cubicBezTo>
                      <a:cubicBezTo>
                        <a:pt x="107442" y="125921"/>
                        <a:pt x="106680" y="126492"/>
                        <a:pt x="106489" y="127826"/>
                      </a:cubicBezTo>
                      <a:close/>
                      <a:moveTo>
                        <a:pt x="112300" y="68580"/>
                      </a:moveTo>
                      <a:lnTo>
                        <a:pt x="115729" y="72009"/>
                      </a:lnTo>
                      <a:lnTo>
                        <a:pt x="115729" y="70295"/>
                      </a:lnTo>
                      <a:cubicBezTo>
                        <a:pt x="113729" y="69152"/>
                        <a:pt x="112585" y="68580"/>
                        <a:pt x="112300" y="68580"/>
                      </a:cubicBezTo>
                      <a:close/>
                      <a:moveTo>
                        <a:pt x="116300" y="90107"/>
                      </a:moveTo>
                      <a:lnTo>
                        <a:pt x="118681" y="87725"/>
                      </a:lnTo>
                      <a:cubicBezTo>
                        <a:pt x="118110" y="87059"/>
                        <a:pt x="116300" y="86106"/>
                        <a:pt x="113347" y="84963"/>
                      </a:cubicBezTo>
                      <a:lnTo>
                        <a:pt x="116300" y="90107"/>
                      </a:lnTo>
                      <a:close/>
                      <a:moveTo>
                        <a:pt x="117348" y="102489"/>
                      </a:moveTo>
                      <a:lnTo>
                        <a:pt x="117348" y="99060"/>
                      </a:lnTo>
                      <a:lnTo>
                        <a:pt x="116300" y="99060"/>
                      </a:lnTo>
                      <a:lnTo>
                        <a:pt x="116300" y="102489"/>
                      </a:lnTo>
                      <a:lnTo>
                        <a:pt x="117348" y="102489"/>
                      </a:lnTo>
                      <a:close/>
                      <a:moveTo>
                        <a:pt x="118681" y="194501"/>
                      </a:moveTo>
                      <a:cubicBezTo>
                        <a:pt x="120396" y="195358"/>
                        <a:pt x="120967" y="196406"/>
                        <a:pt x="120396" y="197739"/>
                      </a:cubicBezTo>
                      <a:lnTo>
                        <a:pt x="119729" y="198787"/>
                      </a:lnTo>
                      <a:cubicBezTo>
                        <a:pt x="118967" y="198311"/>
                        <a:pt x="118681" y="197739"/>
                        <a:pt x="118681" y="197072"/>
                      </a:cubicBezTo>
                      <a:lnTo>
                        <a:pt x="118681" y="194501"/>
                      </a:lnTo>
                      <a:close/>
                      <a:moveTo>
                        <a:pt x="122968" y="168307"/>
                      </a:moveTo>
                      <a:cubicBezTo>
                        <a:pt x="124111" y="168021"/>
                        <a:pt x="125444" y="168307"/>
                        <a:pt x="126968" y="168974"/>
                      </a:cubicBezTo>
                      <a:cubicBezTo>
                        <a:pt x="127349" y="170021"/>
                        <a:pt x="127159" y="170688"/>
                        <a:pt x="126301" y="171069"/>
                      </a:cubicBezTo>
                      <a:cubicBezTo>
                        <a:pt x="125444" y="171450"/>
                        <a:pt x="124587" y="171926"/>
                        <a:pt x="123730" y="172308"/>
                      </a:cubicBezTo>
                      <a:lnTo>
                        <a:pt x="122872" y="172308"/>
                      </a:lnTo>
                      <a:lnTo>
                        <a:pt x="122872" y="168307"/>
                      </a:lnTo>
                      <a:close/>
                      <a:moveTo>
                        <a:pt x="123825" y="131255"/>
                      </a:moveTo>
                      <a:cubicBezTo>
                        <a:pt x="124396" y="130112"/>
                        <a:pt x="125063" y="129540"/>
                        <a:pt x="125730" y="129540"/>
                      </a:cubicBezTo>
                      <a:cubicBezTo>
                        <a:pt x="125539" y="129635"/>
                        <a:pt x="125254" y="129921"/>
                        <a:pt x="124873" y="130397"/>
                      </a:cubicBezTo>
                      <a:cubicBezTo>
                        <a:pt x="124492" y="130874"/>
                        <a:pt x="124111" y="131159"/>
                        <a:pt x="123825" y="131255"/>
                      </a:cubicBezTo>
                      <a:close/>
                      <a:moveTo>
                        <a:pt x="128683" y="129540"/>
                      </a:moveTo>
                      <a:cubicBezTo>
                        <a:pt x="128683" y="129540"/>
                        <a:pt x="129349" y="129731"/>
                        <a:pt x="130397" y="130207"/>
                      </a:cubicBezTo>
                      <a:cubicBezTo>
                        <a:pt x="129730" y="130588"/>
                        <a:pt x="128778" y="130588"/>
                        <a:pt x="127825" y="130207"/>
                      </a:cubicBezTo>
                      <a:cubicBezTo>
                        <a:pt x="126682" y="129826"/>
                        <a:pt x="126016" y="129540"/>
                        <a:pt x="125730" y="129540"/>
                      </a:cubicBezTo>
                      <a:cubicBezTo>
                        <a:pt x="126873" y="128397"/>
                        <a:pt x="127825" y="128397"/>
                        <a:pt x="128683" y="129540"/>
                      </a:cubicBezTo>
                      <a:close/>
                      <a:moveTo>
                        <a:pt x="129730" y="116491"/>
                      </a:moveTo>
                      <a:lnTo>
                        <a:pt x="129730" y="117729"/>
                      </a:lnTo>
                      <a:lnTo>
                        <a:pt x="126968" y="116491"/>
                      </a:lnTo>
                      <a:lnTo>
                        <a:pt x="129730" y="116491"/>
                      </a:lnTo>
                      <a:close/>
                      <a:moveTo>
                        <a:pt x="142113" y="106490"/>
                      </a:moveTo>
                      <a:lnTo>
                        <a:pt x="145066" y="109633"/>
                      </a:lnTo>
                      <a:lnTo>
                        <a:pt x="141065" y="109061"/>
                      </a:lnTo>
                      <a:lnTo>
                        <a:pt x="142113" y="106490"/>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 name="Google Shape;752;p99"/>
                <p:cNvSpPr/>
                <p:nvPr/>
              </p:nvSpPr>
              <p:spPr>
                <a:xfrm>
                  <a:off x="5907690" y="4474559"/>
                  <a:ext cx="134969" cy="182118"/>
                </a:xfrm>
                <a:custGeom>
                  <a:avLst/>
                  <a:gdLst/>
                  <a:ahLst/>
                  <a:cxnLst/>
                  <a:rect l="l" t="t" r="r" b="b"/>
                  <a:pathLst>
                    <a:path w="134969" h="182118" extrusionOk="0">
                      <a:moveTo>
                        <a:pt x="2572" y="182118"/>
                      </a:moveTo>
                      <a:lnTo>
                        <a:pt x="0" y="180404"/>
                      </a:lnTo>
                      <a:lnTo>
                        <a:pt x="2572" y="181070"/>
                      </a:lnTo>
                      <a:lnTo>
                        <a:pt x="2572" y="182118"/>
                      </a:lnTo>
                      <a:close/>
                      <a:moveTo>
                        <a:pt x="131254" y="70009"/>
                      </a:moveTo>
                      <a:cubicBezTo>
                        <a:pt x="130873" y="71533"/>
                        <a:pt x="131254" y="73247"/>
                        <a:pt x="132397" y="74962"/>
                      </a:cubicBezTo>
                      <a:cubicBezTo>
                        <a:pt x="133636" y="76676"/>
                        <a:pt x="134207" y="77819"/>
                        <a:pt x="134207" y="78391"/>
                      </a:cubicBezTo>
                      <a:cubicBezTo>
                        <a:pt x="134207" y="79438"/>
                        <a:pt x="133636" y="80486"/>
                        <a:pt x="132493" y="81820"/>
                      </a:cubicBezTo>
                      <a:cubicBezTo>
                        <a:pt x="133255" y="87535"/>
                        <a:pt x="133636" y="93631"/>
                        <a:pt x="133636" y="100108"/>
                      </a:cubicBezTo>
                      <a:cubicBezTo>
                        <a:pt x="133636" y="106585"/>
                        <a:pt x="133255" y="112681"/>
                        <a:pt x="132493" y="118682"/>
                      </a:cubicBezTo>
                      <a:cubicBezTo>
                        <a:pt x="129826" y="119539"/>
                        <a:pt x="128492" y="120872"/>
                        <a:pt x="128492" y="122777"/>
                      </a:cubicBezTo>
                      <a:cubicBezTo>
                        <a:pt x="128492" y="123349"/>
                        <a:pt x="128683" y="124301"/>
                        <a:pt x="129159" y="125730"/>
                      </a:cubicBezTo>
                      <a:cubicBezTo>
                        <a:pt x="129540" y="127159"/>
                        <a:pt x="129826" y="128302"/>
                        <a:pt x="129826" y="129159"/>
                      </a:cubicBezTo>
                      <a:cubicBezTo>
                        <a:pt x="129826" y="129826"/>
                        <a:pt x="129635" y="130493"/>
                        <a:pt x="129445" y="131064"/>
                      </a:cubicBezTo>
                      <a:lnTo>
                        <a:pt x="130302" y="136970"/>
                      </a:lnTo>
                      <a:cubicBezTo>
                        <a:pt x="128492" y="137922"/>
                        <a:pt x="126968" y="139827"/>
                        <a:pt x="125921" y="142589"/>
                      </a:cubicBezTo>
                      <a:cubicBezTo>
                        <a:pt x="124873" y="145352"/>
                        <a:pt x="123920" y="148019"/>
                        <a:pt x="123063" y="150590"/>
                      </a:cubicBezTo>
                      <a:cubicBezTo>
                        <a:pt x="120396" y="151733"/>
                        <a:pt x="115919" y="154877"/>
                        <a:pt x="109633" y="159925"/>
                      </a:cubicBezTo>
                      <a:lnTo>
                        <a:pt x="112014" y="162306"/>
                      </a:lnTo>
                      <a:cubicBezTo>
                        <a:pt x="104204" y="162592"/>
                        <a:pt x="98488" y="164497"/>
                        <a:pt x="94964" y="168116"/>
                      </a:cubicBezTo>
                      <a:cubicBezTo>
                        <a:pt x="94393" y="167926"/>
                        <a:pt x="93821" y="167926"/>
                        <a:pt x="93250" y="167926"/>
                      </a:cubicBezTo>
                      <a:cubicBezTo>
                        <a:pt x="92012" y="167926"/>
                        <a:pt x="90868" y="168402"/>
                        <a:pt x="89725" y="169545"/>
                      </a:cubicBezTo>
                      <a:cubicBezTo>
                        <a:pt x="88678" y="170593"/>
                        <a:pt x="88201" y="171736"/>
                        <a:pt x="88392" y="173069"/>
                      </a:cubicBezTo>
                      <a:cubicBezTo>
                        <a:pt x="86582" y="171926"/>
                        <a:pt x="84487" y="171355"/>
                        <a:pt x="82201" y="171355"/>
                      </a:cubicBezTo>
                      <a:lnTo>
                        <a:pt x="75438" y="171355"/>
                      </a:lnTo>
                      <a:cubicBezTo>
                        <a:pt x="75724" y="170402"/>
                        <a:pt x="75247" y="169545"/>
                        <a:pt x="74009" y="168974"/>
                      </a:cubicBezTo>
                      <a:cubicBezTo>
                        <a:pt x="72771" y="168402"/>
                        <a:pt x="72104" y="167735"/>
                        <a:pt x="72009" y="167069"/>
                      </a:cubicBezTo>
                      <a:cubicBezTo>
                        <a:pt x="70294" y="169736"/>
                        <a:pt x="67818" y="171260"/>
                        <a:pt x="64579" y="171545"/>
                      </a:cubicBezTo>
                      <a:cubicBezTo>
                        <a:pt x="64008" y="171736"/>
                        <a:pt x="61246" y="171545"/>
                        <a:pt x="56293" y="171355"/>
                      </a:cubicBezTo>
                      <a:cubicBezTo>
                        <a:pt x="52768" y="169926"/>
                        <a:pt x="49149" y="168402"/>
                        <a:pt x="45434" y="166878"/>
                      </a:cubicBezTo>
                      <a:cubicBezTo>
                        <a:pt x="41148" y="165068"/>
                        <a:pt x="37909" y="162973"/>
                        <a:pt x="35623" y="160687"/>
                      </a:cubicBezTo>
                      <a:cubicBezTo>
                        <a:pt x="34766" y="161735"/>
                        <a:pt x="33052" y="161449"/>
                        <a:pt x="30289" y="160020"/>
                      </a:cubicBezTo>
                      <a:cubicBezTo>
                        <a:pt x="26860" y="155734"/>
                        <a:pt x="23431" y="151448"/>
                        <a:pt x="19907" y="146971"/>
                      </a:cubicBezTo>
                      <a:cubicBezTo>
                        <a:pt x="16192" y="141827"/>
                        <a:pt x="14192" y="137065"/>
                        <a:pt x="13716" y="132683"/>
                      </a:cubicBezTo>
                      <a:cubicBezTo>
                        <a:pt x="11716" y="130207"/>
                        <a:pt x="10858" y="126778"/>
                        <a:pt x="10954" y="122206"/>
                      </a:cubicBezTo>
                      <a:cubicBezTo>
                        <a:pt x="11144" y="115538"/>
                        <a:pt x="11144" y="111824"/>
                        <a:pt x="10954" y="111157"/>
                      </a:cubicBezTo>
                      <a:cubicBezTo>
                        <a:pt x="10858" y="110109"/>
                        <a:pt x="10763" y="109061"/>
                        <a:pt x="10763" y="107918"/>
                      </a:cubicBezTo>
                      <a:cubicBezTo>
                        <a:pt x="10763" y="106394"/>
                        <a:pt x="10954" y="104013"/>
                        <a:pt x="11430" y="100775"/>
                      </a:cubicBezTo>
                      <a:cubicBezTo>
                        <a:pt x="11906" y="97536"/>
                        <a:pt x="12097" y="95155"/>
                        <a:pt x="12097" y="93440"/>
                      </a:cubicBezTo>
                      <a:cubicBezTo>
                        <a:pt x="12097" y="90488"/>
                        <a:pt x="11525" y="87916"/>
                        <a:pt x="10382" y="85725"/>
                      </a:cubicBezTo>
                      <a:cubicBezTo>
                        <a:pt x="11811" y="85154"/>
                        <a:pt x="12192" y="84106"/>
                        <a:pt x="11525" y="82582"/>
                      </a:cubicBezTo>
                      <a:cubicBezTo>
                        <a:pt x="10858" y="81058"/>
                        <a:pt x="11049" y="79915"/>
                        <a:pt x="12001" y="79153"/>
                      </a:cubicBezTo>
                      <a:cubicBezTo>
                        <a:pt x="11144" y="72200"/>
                        <a:pt x="10763" y="66389"/>
                        <a:pt x="10763" y="61722"/>
                      </a:cubicBezTo>
                      <a:cubicBezTo>
                        <a:pt x="10763" y="53340"/>
                        <a:pt x="12001" y="46196"/>
                        <a:pt x="14383" y="40386"/>
                      </a:cubicBezTo>
                      <a:cubicBezTo>
                        <a:pt x="15526" y="35528"/>
                        <a:pt x="16383" y="32385"/>
                        <a:pt x="17145" y="30766"/>
                      </a:cubicBezTo>
                      <a:cubicBezTo>
                        <a:pt x="18859" y="27337"/>
                        <a:pt x="21241" y="25337"/>
                        <a:pt x="24384" y="24575"/>
                      </a:cubicBezTo>
                      <a:cubicBezTo>
                        <a:pt x="26194" y="19621"/>
                        <a:pt x="30289" y="15240"/>
                        <a:pt x="36766" y="11525"/>
                      </a:cubicBezTo>
                      <a:lnTo>
                        <a:pt x="35719" y="10859"/>
                      </a:lnTo>
                      <a:cubicBezTo>
                        <a:pt x="37719" y="10478"/>
                        <a:pt x="40576" y="8858"/>
                        <a:pt x="44291" y="6191"/>
                      </a:cubicBezTo>
                      <a:cubicBezTo>
                        <a:pt x="47339" y="3905"/>
                        <a:pt x="50387" y="2953"/>
                        <a:pt x="53245" y="3238"/>
                      </a:cubicBezTo>
                      <a:cubicBezTo>
                        <a:pt x="53245" y="1143"/>
                        <a:pt x="54102" y="0"/>
                        <a:pt x="55816" y="0"/>
                      </a:cubicBezTo>
                      <a:cubicBezTo>
                        <a:pt x="56388" y="0"/>
                        <a:pt x="57436" y="191"/>
                        <a:pt x="59055" y="571"/>
                      </a:cubicBezTo>
                      <a:cubicBezTo>
                        <a:pt x="60579" y="953"/>
                        <a:pt x="61722" y="1048"/>
                        <a:pt x="62198" y="857"/>
                      </a:cubicBezTo>
                      <a:cubicBezTo>
                        <a:pt x="64484" y="4096"/>
                        <a:pt x="67437" y="5715"/>
                        <a:pt x="71152" y="5715"/>
                      </a:cubicBezTo>
                      <a:cubicBezTo>
                        <a:pt x="72866" y="5715"/>
                        <a:pt x="75724" y="5144"/>
                        <a:pt x="79629" y="4001"/>
                      </a:cubicBezTo>
                      <a:cubicBezTo>
                        <a:pt x="82582" y="4858"/>
                        <a:pt x="86392" y="4858"/>
                        <a:pt x="90964" y="4001"/>
                      </a:cubicBezTo>
                      <a:lnTo>
                        <a:pt x="90964" y="4858"/>
                      </a:lnTo>
                      <a:cubicBezTo>
                        <a:pt x="92202" y="4286"/>
                        <a:pt x="93535" y="4001"/>
                        <a:pt x="94774" y="4001"/>
                      </a:cubicBezTo>
                      <a:cubicBezTo>
                        <a:pt x="96583" y="4001"/>
                        <a:pt x="98965" y="5144"/>
                        <a:pt x="101822" y="7525"/>
                      </a:cubicBezTo>
                      <a:cubicBezTo>
                        <a:pt x="104680" y="9906"/>
                        <a:pt x="107156" y="11240"/>
                        <a:pt x="109347" y="11430"/>
                      </a:cubicBezTo>
                      <a:cubicBezTo>
                        <a:pt x="109918" y="13716"/>
                        <a:pt x="111728" y="16002"/>
                        <a:pt x="114776" y="18288"/>
                      </a:cubicBezTo>
                      <a:cubicBezTo>
                        <a:pt x="117824" y="20574"/>
                        <a:pt x="119539" y="22193"/>
                        <a:pt x="120015" y="23146"/>
                      </a:cubicBezTo>
                      <a:cubicBezTo>
                        <a:pt x="122110" y="23146"/>
                        <a:pt x="123444" y="24670"/>
                        <a:pt x="123825" y="27623"/>
                      </a:cubicBezTo>
                      <a:cubicBezTo>
                        <a:pt x="124206" y="30575"/>
                        <a:pt x="125444" y="32099"/>
                        <a:pt x="127444" y="32099"/>
                      </a:cubicBezTo>
                      <a:cubicBezTo>
                        <a:pt x="129064" y="34004"/>
                        <a:pt x="129826" y="36576"/>
                        <a:pt x="129826" y="40005"/>
                      </a:cubicBezTo>
                      <a:lnTo>
                        <a:pt x="129826" y="42958"/>
                      </a:lnTo>
                      <a:cubicBezTo>
                        <a:pt x="129730" y="44387"/>
                        <a:pt x="129635" y="45434"/>
                        <a:pt x="129635" y="46006"/>
                      </a:cubicBezTo>
                      <a:cubicBezTo>
                        <a:pt x="129635" y="50102"/>
                        <a:pt x="131159" y="53054"/>
                        <a:pt x="134112" y="54959"/>
                      </a:cubicBezTo>
                      <a:cubicBezTo>
                        <a:pt x="133540" y="55912"/>
                        <a:pt x="133255" y="57055"/>
                        <a:pt x="133255" y="58388"/>
                      </a:cubicBezTo>
                      <a:cubicBezTo>
                        <a:pt x="133255" y="59531"/>
                        <a:pt x="133540" y="61055"/>
                        <a:pt x="134112" y="62865"/>
                      </a:cubicBezTo>
                      <a:cubicBezTo>
                        <a:pt x="134683" y="64770"/>
                        <a:pt x="134969" y="66008"/>
                        <a:pt x="134969" y="66675"/>
                      </a:cubicBezTo>
                      <a:cubicBezTo>
                        <a:pt x="134969" y="68390"/>
                        <a:pt x="133921" y="69437"/>
                        <a:pt x="131731" y="69913"/>
                      </a:cubicBezTo>
                      <a:close/>
                      <a:moveTo>
                        <a:pt x="108871" y="81725"/>
                      </a:moveTo>
                      <a:cubicBezTo>
                        <a:pt x="109538" y="81725"/>
                        <a:pt x="112776" y="82772"/>
                        <a:pt x="118681" y="84677"/>
                      </a:cubicBezTo>
                      <a:lnTo>
                        <a:pt x="118681" y="80010"/>
                      </a:lnTo>
                      <a:cubicBezTo>
                        <a:pt x="114014" y="78296"/>
                        <a:pt x="111823" y="77438"/>
                        <a:pt x="112300" y="77438"/>
                      </a:cubicBezTo>
                      <a:cubicBezTo>
                        <a:pt x="111347" y="77438"/>
                        <a:pt x="110966" y="78296"/>
                        <a:pt x="111252" y="80010"/>
                      </a:cubicBezTo>
                      <a:lnTo>
                        <a:pt x="108966" y="77438"/>
                      </a:lnTo>
                      <a:lnTo>
                        <a:pt x="107918" y="78105"/>
                      </a:lnTo>
                      <a:cubicBezTo>
                        <a:pt x="106871" y="76581"/>
                        <a:pt x="105442" y="75343"/>
                        <a:pt x="103632" y="74486"/>
                      </a:cubicBezTo>
                      <a:cubicBezTo>
                        <a:pt x="100489" y="73343"/>
                        <a:pt x="98679" y="72676"/>
                        <a:pt x="98298" y="72390"/>
                      </a:cubicBezTo>
                      <a:cubicBezTo>
                        <a:pt x="98869" y="71723"/>
                        <a:pt x="99060" y="70580"/>
                        <a:pt x="98965" y="68961"/>
                      </a:cubicBezTo>
                      <a:lnTo>
                        <a:pt x="98965" y="65151"/>
                      </a:lnTo>
                      <a:cubicBezTo>
                        <a:pt x="98584" y="64484"/>
                        <a:pt x="96869" y="60770"/>
                        <a:pt x="94107" y="54102"/>
                      </a:cubicBezTo>
                      <a:cubicBezTo>
                        <a:pt x="92297" y="49530"/>
                        <a:pt x="90583" y="46673"/>
                        <a:pt x="88963" y="45339"/>
                      </a:cubicBezTo>
                      <a:lnTo>
                        <a:pt x="90011" y="44768"/>
                      </a:lnTo>
                      <a:cubicBezTo>
                        <a:pt x="88487" y="42767"/>
                        <a:pt x="86392" y="41338"/>
                        <a:pt x="83629" y="40481"/>
                      </a:cubicBezTo>
                      <a:cubicBezTo>
                        <a:pt x="80963" y="39624"/>
                        <a:pt x="78391" y="38862"/>
                        <a:pt x="76009" y="38100"/>
                      </a:cubicBezTo>
                      <a:cubicBezTo>
                        <a:pt x="76105" y="35814"/>
                        <a:pt x="75247" y="34671"/>
                        <a:pt x="73247" y="34671"/>
                      </a:cubicBezTo>
                      <a:cubicBezTo>
                        <a:pt x="70580" y="34671"/>
                        <a:pt x="68771" y="35814"/>
                        <a:pt x="67913" y="38100"/>
                      </a:cubicBezTo>
                      <a:cubicBezTo>
                        <a:pt x="66389" y="38291"/>
                        <a:pt x="64294" y="39148"/>
                        <a:pt x="61627" y="40862"/>
                      </a:cubicBezTo>
                      <a:cubicBezTo>
                        <a:pt x="58960" y="42577"/>
                        <a:pt x="56959" y="43339"/>
                        <a:pt x="55531" y="42958"/>
                      </a:cubicBezTo>
                      <a:cubicBezTo>
                        <a:pt x="52673" y="43815"/>
                        <a:pt x="50673" y="46196"/>
                        <a:pt x="49530" y="50006"/>
                      </a:cubicBezTo>
                      <a:cubicBezTo>
                        <a:pt x="48387" y="54293"/>
                        <a:pt x="47054" y="56864"/>
                        <a:pt x="45529" y="57721"/>
                      </a:cubicBezTo>
                      <a:cubicBezTo>
                        <a:pt x="45625" y="59817"/>
                        <a:pt x="45529" y="62675"/>
                        <a:pt x="44958" y="66199"/>
                      </a:cubicBezTo>
                      <a:cubicBezTo>
                        <a:pt x="44482" y="69723"/>
                        <a:pt x="44196" y="72200"/>
                        <a:pt x="44196" y="73628"/>
                      </a:cubicBezTo>
                      <a:cubicBezTo>
                        <a:pt x="44196" y="76105"/>
                        <a:pt x="44577" y="78200"/>
                        <a:pt x="45529" y="80010"/>
                      </a:cubicBezTo>
                      <a:cubicBezTo>
                        <a:pt x="44005" y="81153"/>
                        <a:pt x="43720" y="83439"/>
                        <a:pt x="44863" y="86868"/>
                      </a:cubicBezTo>
                      <a:cubicBezTo>
                        <a:pt x="45910" y="89726"/>
                        <a:pt x="45339" y="91250"/>
                        <a:pt x="43148" y="91535"/>
                      </a:cubicBezTo>
                      <a:cubicBezTo>
                        <a:pt x="44672" y="98298"/>
                        <a:pt x="45529" y="103537"/>
                        <a:pt x="45529" y="107061"/>
                      </a:cubicBezTo>
                      <a:cubicBezTo>
                        <a:pt x="45529" y="109633"/>
                        <a:pt x="45339" y="112109"/>
                        <a:pt x="44863" y="114491"/>
                      </a:cubicBezTo>
                      <a:cubicBezTo>
                        <a:pt x="45910" y="115348"/>
                        <a:pt x="47815" y="119444"/>
                        <a:pt x="50863" y="126873"/>
                      </a:cubicBezTo>
                      <a:cubicBezTo>
                        <a:pt x="52959" y="132302"/>
                        <a:pt x="56483" y="134684"/>
                        <a:pt x="61341" y="134112"/>
                      </a:cubicBezTo>
                      <a:cubicBezTo>
                        <a:pt x="61722" y="134303"/>
                        <a:pt x="62293" y="134112"/>
                        <a:pt x="62865" y="133445"/>
                      </a:cubicBezTo>
                      <a:cubicBezTo>
                        <a:pt x="63437" y="132874"/>
                        <a:pt x="63817" y="132588"/>
                        <a:pt x="64103" y="132588"/>
                      </a:cubicBezTo>
                      <a:cubicBezTo>
                        <a:pt x="64484" y="132588"/>
                        <a:pt x="64960" y="132874"/>
                        <a:pt x="65341" y="133445"/>
                      </a:cubicBezTo>
                      <a:lnTo>
                        <a:pt x="64484" y="134112"/>
                      </a:lnTo>
                      <a:cubicBezTo>
                        <a:pt x="64484" y="134874"/>
                        <a:pt x="64865" y="135446"/>
                        <a:pt x="65532" y="136017"/>
                      </a:cubicBezTo>
                      <a:lnTo>
                        <a:pt x="67056" y="137541"/>
                      </a:lnTo>
                      <a:cubicBezTo>
                        <a:pt x="68104" y="138779"/>
                        <a:pt x="69342" y="139446"/>
                        <a:pt x="70866" y="139446"/>
                      </a:cubicBezTo>
                      <a:cubicBezTo>
                        <a:pt x="72962" y="139446"/>
                        <a:pt x="74104" y="138589"/>
                        <a:pt x="74295" y="136875"/>
                      </a:cubicBezTo>
                      <a:cubicBezTo>
                        <a:pt x="75247" y="137732"/>
                        <a:pt x="76200" y="138113"/>
                        <a:pt x="77057" y="138113"/>
                      </a:cubicBezTo>
                      <a:cubicBezTo>
                        <a:pt x="77914" y="138113"/>
                        <a:pt x="78867" y="137160"/>
                        <a:pt x="79915" y="135350"/>
                      </a:cubicBezTo>
                      <a:cubicBezTo>
                        <a:pt x="80963" y="133445"/>
                        <a:pt x="81915" y="132588"/>
                        <a:pt x="82772" y="132588"/>
                      </a:cubicBezTo>
                      <a:cubicBezTo>
                        <a:pt x="83629" y="132588"/>
                        <a:pt x="84677" y="133064"/>
                        <a:pt x="86011" y="134017"/>
                      </a:cubicBezTo>
                      <a:cubicBezTo>
                        <a:pt x="86296" y="133445"/>
                        <a:pt x="87630" y="132588"/>
                        <a:pt x="90011" y="131445"/>
                      </a:cubicBezTo>
                      <a:cubicBezTo>
                        <a:pt x="92012" y="130588"/>
                        <a:pt x="93059" y="129350"/>
                        <a:pt x="93059" y="127826"/>
                      </a:cubicBezTo>
                      <a:cubicBezTo>
                        <a:pt x="93059" y="127254"/>
                        <a:pt x="92869" y="126587"/>
                        <a:pt x="92583" y="125730"/>
                      </a:cubicBezTo>
                      <a:cubicBezTo>
                        <a:pt x="94583" y="124778"/>
                        <a:pt x="95821" y="122587"/>
                        <a:pt x="96202" y="119063"/>
                      </a:cubicBezTo>
                      <a:cubicBezTo>
                        <a:pt x="96583" y="115634"/>
                        <a:pt x="97536" y="113538"/>
                        <a:pt x="98965" y="112681"/>
                      </a:cubicBezTo>
                      <a:lnTo>
                        <a:pt x="98965" y="98584"/>
                      </a:lnTo>
                      <a:cubicBezTo>
                        <a:pt x="99250" y="97536"/>
                        <a:pt x="99346" y="96488"/>
                        <a:pt x="99346" y="95155"/>
                      </a:cubicBezTo>
                      <a:cubicBezTo>
                        <a:pt x="99346" y="93821"/>
                        <a:pt x="99155" y="92012"/>
                        <a:pt x="98679" y="89630"/>
                      </a:cubicBezTo>
                      <a:cubicBezTo>
                        <a:pt x="98298" y="87249"/>
                        <a:pt x="98012" y="85535"/>
                        <a:pt x="98012" y="84487"/>
                      </a:cubicBezTo>
                      <a:cubicBezTo>
                        <a:pt x="98012" y="82868"/>
                        <a:pt x="98298" y="81534"/>
                        <a:pt x="98869" y="80391"/>
                      </a:cubicBezTo>
                      <a:cubicBezTo>
                        <a:pt x="98679" y="78867"/>
                        <a:pt x="99155" y="77915"/>
                        <a:pt x="100108" y="77629"/>
                      </a:cubicBezTo>
                      <a:cubicBezTo>
                        <a:pt x="100584" y="77629"/>
                        <a:pt x="101727" y="77819"/>
                        <a:pt x="103727" y="78010"/>
                      </a:cubicBezTo>
                      <a:cubicBezTo>
                        <a:pt x="105346" y="78296"/>
                        <a:pt x="106489" y="78200"/>
                        <a:pt x="107156" y="77819"/>
                      </a:cubicBezTo>
                      <a:cubicBezTo>
                        <a:pt x="108394" y="79058"/>
                        <a:pt x="108966" y="80296"/>
                        <a:pt x="108871" y="81439"/>
                      </a:cubicBezTo>
                      <a:close/>
                      <a:moveTo>
                        <a:pt x="126968" y="70009"/>
                      </a:moveTo>
                      <a:cubicBezTo>
                        <a:pt x="125825" y="69437"/>
                        <a:pt x="124682" y="69152"/>
                        <a:pt x="123539" y="69152"/>
                      </a:cubicBezTo>
                      <a:cubicBezTo>
                        <a:pt x="122777" y="69152"/>
                        <a:pt x="121729" y="69342"/>
                        <a:pt x="120110" y="69628"/>
                      </a:cubicBezTo>
                      <a:cubicBezTo>
                        <a:pt x="118586" y="70009"/>
                        <a:pt x="117253" y="70104"/>
                        <a:pt x="116110" y="70009"/>
                      </a:cubicBezTo>
                      <a:lnTo>
                        <a:pt x="121253" y="73438"/>
                      </a:lnTo>
                      <a:lnTo>
                        <a:pt x="121920" y="70009"/>
                      </a:lnTo>
                      <a:cubicBezTo>
                        <a:pt x="121920" y="70009"/>
                        <a:pt x="123920" y="70580"/>
                        <a:pt x="127063" y="71723"/>
                      </a:cubicBezTo>
                      <a:lnTo>
                        <a:pt x="127063" y="70009"/>
                      </a:lnTo>
                      <a:close/>
                      <a:moveTo>
                        <a:pt x="121825" y="123444"/>
                      </a:moveTo>
                      <a:cubicBezTo>
                        <a:pt x="121825" y="123444"/>
                        <a:pt x="122206" y="123158"/>
                        <a:pt x="122206" y="123063"/>
                      </a:cubicBezTo>
                      <a:cubicBezTo>
                        <a:pt x="122206" y="122968"/>
                        <a:pt x="121825" y="122682"/>
                        <a:pt x="121158" y="122301"/>
                      </a:cubicBezTo>
                      <a:cubicBezTo>
                        <a:pt x="120491" y="121920"/>
                        <a:pt x="120110" y="121634"/>
                        <a:pt x="120110" y="121349"/>
                      </a:cubicBezTo>
                      <a:cubicBezTo>
                        <a:pt x="120110" y="121063"/>
                        <a:pt x="120491" y="120777"/>
                        <a:pt x="121158" y="120301"/>
                      </a:cubicBezTo>
                      <a:cubicBezTo>
                        <a:pt x="120301" y="120015"/>
                        <a:pt x="119443" y="120110"/>
                        <a:pt x="118586" y="120491"/>
                      </a:cubicBezTo>
                      <a:cubicBezTo>
                        <a:pt x="117348" y="121349"/>
                        <a:pt x="116586" y="121729"/>
                        <a:pt x="116491" y="121729"/>
                      </a:cubicBezTo>
                      <a:cubicBezTo>
                        <a:pt x="116872" y="121729"/>
                        <a:pt x="118681" y="122301"/>
                        <a:pt x="121825" y="123444"/>
                      </a:cubicBezTo>
                      <a:close/>
                      <a:moveTo>
                        <a:pt x="127635" y="80010"/>
                      </a:moveTo>
                      <a:lnTo>
                        <a:pt x="130207" y="80010"/>
                      </a:lnTo>
                      <a:cubicBezTo>
                        <a:pt x="128873" y="79153"/>
                        <a:pt x="128111" y="79058"/>
                        <a:pt x="127635" y="79820"/>
                      </a:cubicBezTo>
                      <a:cubicBezTo>
                        <a:pt x="126016" y="79438"/>
                        <a:pt x="123825" y="78772"/>
                        <a:pt x="121063" y="77915"/>
                      </a:cubicBezTo>
                      <a:cubicBezTo>
                        <a:pt x="120777" y="76962"/>
                        <a:pt x="120015" y="76391"/>
                        <a:pt x="118681" y="76391"/>
                      </a:cubicBezTo>
                      <a:cubicBezTo>
                        <a:pt x="119253" y="76676"/>
                        <a:pt x="120015" y="77153"/>
                        <a:pt x="121063" y="77915"/>
                      </a:cubicBezTo>
                      <a:cubicBezTo>
                        <a:pt x="121158" y="78486"/>
                        <a:pt x="121253" y="79153"/>
                        <a:pt x="121253" y="80010"/>
                      </a:cubicBezTo>
                      <a:cubicBezTo>
                        <a:pt x="121158" y="81153"/>
                        <a:pt x="121158" y="81820"/>
                        <a:pt x="121253" y="81915"/>
                      </a:cubicBezTo>
                      <a:cubicBezTo>
                        <a:pt x="121253" y="82296"/>
                        <a:pt x="121444" y="82487"/>
                        <a:pt x="121920" y="82296"/>
                      </a:cubicBezTo>
                      <a:lnTo>
                        <a:pt x="124301" y="80010"/>
                      </a:lnTo>
                      <a:lnTo>
                        <a:pt x="125349" y="80677"/>
                      </a:lnTo>
                      <a:cubicBezTo>
                        <a:pt x="125444" y="81248"/>
                        <a:pt x="125349" y="81820"/>
                        <a:pt x="124968" y="82487"/>
                      </a:cubicBezTo>
                      <a:cubicBezTo>
                        <a:pt x="124492" y="83153"/>
                        <a:pt x="124301" y="83629"/>
                        <a:pt x="124301" y="84106"/>
                      </a:cubicBezTo>
                      <a:cubicBezTo>
                        <a:pt x="125539" y="84392"/>
                        <a:pt x="126397" y="84011"/>
                        <a:pt x="126778" y="82963"/>
                      </a:cubicBezTo>
                      <a:cubicBezTo>
                        <a:pt x="127159" y="81915"/>
                        <a:pt x="127444" y="80867"/>
                        <a:pt x="127730" y="79915"/>
                      </a:cubicBezTo>
                      <a:lnTo>
                        <a:pt x="127730" y="80105"/>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 name="Google Shape;753;p99"/>
                <p:cNvSpPr/>
                <p:nvPr/>
              </p:nvSpPr>
              <p:spPr>
                <a:xfrm>
                  <a:off x="6049327" y="4474559"/>
                  <a:ext cx="134588" cy="182118"/>
                </a:xfrm>
                <a:custGeom>
                  <a:avLst/>
                  <a:gdLst/>
                  <a:ahLst/>
                  <a:cxnLst/>
                  <a:rect l="l" t="t" r="r" b="b"/>
                  <a:pathLst>
                    <a:path w="134588" h="182118" extrusionOk="0">
                      <a:moveTo>
                        <a:pt x="2572" y="182118"/>
                      </a:moveTo>
                      <a:lnTo>
                        <a:pt x="0" y="180404"/>
                      </a:lnTo>
                      <a:lnTo>
                        <a:pt x="2572" y="181070"/>
                      </a:lnTo>
                      <a:lnTo>
                        <a:pt x="2572" y="182118"/>
                      </a:lnTo>
                      <a:close/>
                      <a:moveTo>
                        <a:pt x="131254" y="70009"/>
                      </a:moveTo>
                      <a:cubicBezTo>
                        <a:pt x="130873" y="71533"/>
                        <a:pt x="131254" y="73247"/>
                        <a:pt x="132397" y="74962"/>
                      </a:cubicBezTo>
                      <a:cubicBezTo>
                        <a:pt x="133636" y="76676"/>
                        <a:pt x="134207" y="77819"/>
                        <a:pt x="134207" y="78391"/>
                      </a:cubicBezTo>
                      <a:cubicBezTo>
                        <a:pt x="134207" y="79438"/>
                        <a:pt x="133636" y="80486"/>
                        <a:pt x="132493" y="81820"/>
                      </a:cubicBezTo>
                      <a:cubicBezTo>
                        <a:pt x="133255" y="87535"/>
                        <a:pt x="133540" y="93631"/>
                        <a:pt x="133540" y="100108"/>
                      </a:cubicBezTo>
                      <a:cubicBezTo>
                        <a:pt x="133540" y="106585"/>
                        <a:pt x="133159" y="112681"/>
                        <a:pt x="132493" y="118682"/>
                      </a:cubicBezTo>
                      <a:cubicBezTo>
                        <a:pt x="129826" y="119539"/>
                        <a:pt x="128492" y="120872"/>
                        <a:pt x="128492" y="122777"/>
                      </a:cubicBezTo>
                      <a:cubicBezTo>
                        <a:pt x="128492" y="123349"/>
                        <a:pt x="128683" y="124301"/>
                        <a:pt x="129159" y="125730"/>
                      </a:cubicBezTo>
                      <a:cubicBezTo>
                        <a:pt x="129540" y="127159"/>
                        <a:pt x="129826" y="128302"/>
                        <a:pt x="129826" y="129159"/>
                      </a:cubicBezTo>
                      <a:cubicBezTo>
                        <a:pt x="129826" y="129826"/>
                        <a:pt x="129635" y="130493"/>
                        <a:pt x="129349" y="131064"/>
                      </a:cubicBezTo>
                      <a:lnTo>
                        <a:pt x="130207" y="136970"/>
                      </a:lnTo>
                      <a:cubicBezTo>
                        <a:pt x="128397" y="137922"/>
                        <a:pt x="126873" y="139827"/>
                        <a:pt x="125825" y="142589"/>
                      </a:cubicBezTo>
                      <a:cubicBezTo>
                        <a:pt x="124778" y="145352"/>
                        <a:pt x="123825" y="148019"/>
                        <a:pt x="122968" y="150590"/>
                      </a:cubicBezTo>
                      <a:cubicBezTo>
                        <a:pt x="120301" y="151733"/>
                        <a:pt x="115824" y="154877"/>
                        <a:pt x="109538" y="159925"/>
                      </a:cubicBezTo>
                      <a:lnTo>
                        <a:pt x="111919" y="162306"/>
                      </a:lnTo>
                      <a:cubicBezTo>
                        <a:pt x="104108" y="162592"/>
                        <a:pt x="98393" y="164497"/>
                        <a:pt x="94869" y="168116"/>
                      </a:cubicBezTo>
                      <a:cubicBezTo>
                        <a:pt x="94297" y="167926"/>
                        <a:pt x="93726" y="167926"/>
                        <a:pt x="93154" y="167926"/>
                      </a:cubicBezTo>
                      <a:cubicBezTo>
                        <a:pt x="91916" y="167926"/>
                        <a:pt x="90678" y="168402"/>
                        <a:pt x="89630" y="169545"/>
                      </a:cubicBezTo>
                      <a:cubicBezTo>
                        <a:pt x="88582" y="170593"/>
                        <a:pt x="88106" y="171736"/>
                        <a:pt x="88297" y="173069"/>
                      </a:cubicBezTo>
                      <a:cubicBezTo>
                        <a:pt x="86487" y="171926"/>
                        <a:pt x="84391" y="171355"/>
                        <a:pt x="82105" y="171355"/>
                      </a:cubicBezTo>
                      <a:lnTo>
                        <a:pt x="75247" y="171355"/>
                      </a:lnTo>
                      <a:cubicBezTo>
                        <a:pt x="75533" y="170402"/>
                        <a:pt x="75057" y="169545"/>
                        <a:pt x="73914" y="168974"/>
                      </a:cubicBezTo>
                      <a:cubicBezTo>
                        <a:pt x="72676" y="168402"/>
                        <a:pt x="72009" y="167735"/>
                        <a:pt x="71914" y="167069"/>
                      </a:cubicBezTo>
                      <a:cubicBezTo>
                        <a:pt x="70199" y="169736"/>
                        <a:pt x="67723" y="171260"/>
                        <a:pt x="64484" y="171545"/>
                      </a:cubicBezTo>
                      <a:cubicBezTo>
                        <a:pt x="63913" y="171736"/>
                        <a:pt x="61150" y="171545"/>
                        <a:pt x="56197" y="171355"/>
                      </a:cubicBezTo>
                      <a:cubicBezTo>
                        <a:pt x="52673" y="169926"/>
                        <a:pt x="49054" y="168402"/>
                        <a:pt x="45339" y="166878"/>
                      </a:cubicBezTo>
                      <a:cubicBezTo>
                        <a:pt x="41053" y="165068"/>
                        <a:pt x="37814" y="162973"/>
                        <a:pt x="35528" y="160687"/>
                      </a:cubicBezTo>
                      <a:cubicBezTo>
                        <a:pt x="34671" y="161735"/>
                        <a:pt x="32861" y="161449"/>
                        <a:pt x="30194" y="160020"/>
                      </a:cubicBezTo>
                      <a:cubicBezTo>
                        <a:pt x="26765" y="155734"/>
                        <a:pt x="23336" y="151448"/>
                        <a:pt x="19717" y="146971"/>
                      </a:cubicBezTo>
                      <a:cubicBezTo>
                        <a:pt x="16002" y="141827"/>
                        <a:pt x="13906" y="137065"/>
                        <a:pt x="13525" y="132683"/>
                      </a:cubicBezTo>
                      <a:cubicBezTo>
                        <a:pt x="11525" y="130207"/>
                        <a:pt x="10573" y="126778"/>
                        <a:pt x="10763" y="122206"/>
                      </a:cubicBezTo>
                      <a:cubicBezTo>
                        <a:pt x="10954" y="115538"/>
                        <a:pt x="10954" y="111824"/>
                        <a:pt x="10763" y="111157"/>
                      </a:cubicBezTo>
                      <a:cubicBezTo>
                        <a:pt x="10668" y="110109"/>
                        <a:pt x="10573" y="109061"/>
                        <a:pt x="10573" y="107918"/>
                      </a:cubicBezTo>
                      <a:cubicBezTo>
                        <a:pt x="10573" y="106394"/>
                        <a:pt x="10763" y="104013"/>
                        <a:pt x="11239" y="100775"/>
                      </a:cubicBezTo>
                      <a:cubicBezTo>
                        <a:pt x="11716" y="97536"/>
                        <a:pt x="11906" y="95155"/>
                        <a:pt x="11906" y="93440"/>
                      </a:cubicBezTo>
                      <a:cubicBezTo>
                        <a:pt x="11906" y="90488"/>
                        <a:pt x="11335" y="87916"/>
                        <a:pt x="10192" y="85725"/>
                      </a:cubicBezTo>
                      <a:cubicBezTo>
                        <a:pt x="11621" y="85154"/>
                        <a:pt x="11906" y="84106"/>
                        <a:pt x="11335" y="82582"/>
                      </a:cubicBezTo>
                      <a:cubicBezTo>
                        <a:pt x="10763" y="81058"/>
                        <a:pt x="10858" y="79915"/>
                        <a:pt x="11906" y="79153"/>
                      </a:cubicBezTo>
                      <a:cubicBezTo>
                        <a:pt x="11049" y="72200"/>
                        <a:pt x="10573" y="66389"/>
                        <a:pt x="10573" y="61722"/>
                      </a:cubicBezTo>
                      <a:cubicBezTo>
                        <a:pt x="10573" y="53340"/>
                        <a:pt x="11811" y="46196"/>
                        <a:pt x="14192" y="40386"/>
                      </a:cubicBezTo>
                      <a:cubicBezTo>
                        <a:pt x="15335" y="35528"/>
                        <a:pt x="16288" y="32385"/>
                        <a:pt x="16954" y="30766"/>
                      </a:cubicBezTo>
                      <a:cubicBezTo>
                        <a:pt x="18669" y="27337"/>
                        <a:pt x="21050" y="25337"/>
                        <a:pt x="24194" y="24575"/>
                      </a:cubicBezTo>
                      <a:cubicBezTo>
                        <a:pt x="26003" y="19621"/>
                        <a:pt x="30194" y="15240"/>
                        <a:pt x="36481" y="11525"/>
                      </a:cubicBezTo>
                      <a:lnTo>
                        <a:pt x="35433" y="10859"/>
                      </a:lnTo>
                      <a:cubicBezTo>
                        <a:pt x="37433" y="10478"/>
                        <a:pt x="40291" y="8858"/>
                        <a:pt x="43910" y="6191"/>
                      </a:cubicBezTo>
                      <a:cubicBezTo>
                        <a:pt x="47054" y="3905"/>
                        <a:pt x="50006" y="2953"/>
                        <a:pt x="52864" y="3238"/>
                      </a:cubicBezTo>
                      <a:cubicBezTo>
                        <a:pt x="52864" y="1143"/>
                        <a:pt x="53721" y="0"/>
                        <a:pt x="55436" y="0"/>
                      </a:cubicBezTo>
                      <a:cubicBezTo>
                        <a:pt x="56007" y="0"/>
                        <a:pt x="57055" y="191"/>
                        <a:pt x="58674" y="571"/>
                      </a:cubicBezTo>
                      <a:cubicBezTo>
                        <a:pt x="60198" y="953"/>
                        <a:pt x="61341" y="1048"/>
                        <a:pt x="61817" y="857"/>
                      </a:cubicBezTo>
                      <a:cubicBezTo>
                        <a:pt x="64103" y="4096"/>
                        <a:pt x="67056" y="5715"/>
                        <a:pt x="70771" y="5715"/>
                      </a:cubicBezTo>
                      <a:cubicBezTo>
                        <a:pt x="72485" y="5715"/>
                        <a:pt x="75343" y="5144"/>
                        <a:pt x="79343" y="4001"/>
                      </a:cubicBezTo>
                      <a:cubicBezTo>
                        <a:pt x="82296" y="4858"/>
                        <a:pt x="86106" y="4858"/>
                        <a:pt x="90678" y="4001"/>
                      </a:cubicBezTo>
                      <a:lnTo>
                        <a:pt x="90678" y="4858"/>
                      </a:lnTo>
                      <a:cubicBezTo>
                        <a:pt x="91916" y="4286"/>
                        <a:pt x="93250" y="4001"/>
                        <a:pt x="94488" y="4001"/>
                      </a:cubicBezTo>
                      <a:cubicBezTo>
                        <a:pt x="96298" y="4001"/>
                        <a:pt x="98679" y="5144"/>
                        <a:pt x="101537" y="7525"/>
                      </a:cubicBezTo>
                      <a:cubicBezTo>
                        <a:pt x="104394" y="9906"/>
                        <a:pt x="106871" y="11240"/>
                        <a:pt x="108966" y="11430"/>
                      </a:cubicBezTo>
                      <a:cubicBezTo>
                        <a:pt x="109538" y="13716"/>
                        <a:pt x="111347" y="16002"/>
                        <a:pt x="114395" y="18288"/>
                      </a:cubicBezTo>
                      <a:cubicBezTo>
                        <a:pt x="117443" y="20574"/>
                        <a:pt x="119158" y="22193"/>
                        <a:pt x="119634" y="23146"/>
                      </a:cubicBezTo>
                      <a:cubicBezTo>
                        <a:pt x="121729" y="23146"/>
                        <a:pt x="123063" y="24670"/>
                        <a:pt x="123444" y="27623"/>
                      </a:cubicBezTo>
                      <a:cubicBezTo>
                        <a:pt x="123825" y="30575"/>
                        <a:pt x="125063" y="32099"/>
                        <a:pt x="127063" y="32099"/>
                      </a:cubicBezTo>
                      <a:cubicBezTo>
                        <a:pt x="128588" y="34004"/>
                        <a:pt x="129445" y="36576"/>
                        <a:pt x="129445" y="40005"/>
                      </a:cubicBezTo>
                      <a:lnTo>
                        <a:pt x="129445" y="42958"/>
                      </a:lnTo>
                      <a:cubicBezTo>
                        <a:pt x="129254" y="44387"/>
                        <a:pt x="129254" y="45434"/>
                        <a:pt x="129254" y="46006"/>
                      </a:cubicBezTo>
                      <a:cubicBezTo>
                        <a:pt x="129254" y="50102"/>
                        <a:pt x="130778" y="53054"/>
                        <a:pt x="133731" y="54959"/>
                      </a:cubicBezTo>
                      <a:cubicBezTo>
                        <a:pt x="133159" y="55912"/>
                        <a:pt x="132874" y="57055"/>
                        <a:pt x="132874" y="58388"/>
                      </a:cubicBezTo>
                      <a:cubicBezTo>
                        <a:pt x="132874" y="59531"/>
                        <a:pt x="133159" y="61055"/>
                        <a:pt x="133731" y="62865"/>
                      </a:cubicBezTo>
                      <a:cubicBezTo>
                        <a:pt x="134303" y="64770"/>
                        <a:pt x="134588" y="66008"/>
                        <a:pt x="134588" y="66675"/>
                      </a:cubicBezTo>
                      <a:cubicBezTo>
                        <a:pt x="134588" y="68390"/>
                        <a:pt x="133540" y="69437"/>
                        <a:pt x="131350" y="69913"/>
                      </a:cubicBezTo>
                      <a:close/>
                      <a:moveTo>
                        <a:pt x="108871" y="81725"/>
                      </a:moveTo>
                      <a:cubicBezTo>
                        <a:pt x="109633" y="81725"/>
                        <a:pt x="112871" y="82772"/>
                        <a:pt x="118681" y="84677"/>
                      </a:cubicBezTo>
                      <a:lnTo>
                        <a:pt x="118681" y="80010"/>
                      </a:lnTo>
                      <a:cubicBezTo>
                        <a:pt x="114014" y="78296"/>
                        <a:pt x="111823" y="77438"/>
                        <a:pt x="112300" y="77438"/>
                      </a:cubicBezTo>
                      <a:cubicBezTo>
                        <a:pt x="111347" y="77438"/>
                        <a:pt x="110966" y="78296"/>
                        <a:pt x="111252" y="80010"/>
                      </a:cubicBezTo>
                      <a:lnTo>
                        <a:pt x="108871" y="77438"/>
                      </a:lnTo>
                      <a:lnTo>
                        <a:pt x="107823" y="78105"/>
                      </a:lnTo>
                      <a:cubicBezTo>
                        <a:pt x="106775" y="76581"/>
                        <a:pt x="105346" y="75343"/>
                        <a:pt x="103537" y="74486"/>
                      </a:cubicBezTo>
                      <a:cubicBezTo>
                        <a:pt x="100394" y="73343"/>
                        <a:pt x="98584" y="72676"/>
                        <a:pt x="98203" y="72390"/>
                      </a:cubicBezTo>
                      <a:cubicBezTo>
                        <a:pt x="98774" y="71723"/>
                        <a:pt x="98965" y="70580"/>
                        <a:pt x="98870" y="68961"/>
                      </a:cubicBezTo>
                      <a:lnTo>
                        <a:pt x="98870" y="65151"/>
                      </a:lnTo>
                      <a:cubicBezTo>
                        <a:pt x="98393" y="64484"/>
                        <a:pt x="96774" y="60770"/>
                        <a:pt x="93916" y="54102"/>
                      </a:cubicBezTo>
                      <a:cubicBezTo>
                        <a:pt x="92107" y="49530"/>
                        <a:pt x="90392" y="46673"/>
                        <a:pt x="88868" y="45339"/>
                      </a:cubicBezTo>
                      <a:lnTo>
                        <a:pt x="89916" y="44768"/>
                      </a:lnTo>
                      <a:cubicBezTo>
                        <a:pt x="88297" y="42767"/>
                        <a:pt x="86201" y="41338"/>
                        <a:pt x="83534" y="40481"/>
                      </a:cubicBezTo>
                      <a:cubicBezTo>
                        <a:pt x="80772" y="39624"/>
                        <a:pt x="78296" y="38862"/>
                        <a:pt x="75914" y="38100"/>
                      </a:cubicBezTo>
                      <a:cubicBezTo>
                        <a:pt x="76009" y="35814"/>
                        <a:pt x="75057" y="34671"/>
                        <a:pt x="73152" y="34671"/>
                      </a:cubicBezTo>
                      <a:cubicBezTo>
                        <a:pt x="70485" y="34671"/>
                        <a:pt x="68675" y="35814"/>
                        <a:pt x="67818" y="38100"/>
                      </a:cubicBezTo>
                      <a:cubicBezTo>
                        <a:pt x="66199" y="38291"/>
                        <a:pt x="64103" y="39148"/>
                        <a:pt x="61531" y="40862"/>
                      </a:cubicBezTo>
                      <a:cubicBezTo>
                        <a:pt x="58864" y="42577"/>
                        <a:pt x="56864" y="43339"/>
                        <a:pt x="55436" y="42958"/>
                      </a:cubicBezTo>
                      <a:cubicBezTo>
                        <a:pt x="52578" y="43815"/>
                        <a:pt x="50578" y="46196"/>
                        <a:pt x="49530" y="50006"/>
                      </a:cubicBezTo>
                      <a:cubicBezTo>
                        <a:pt x="48387" y="54293"/>
                        <a:pt x="47054" y="56864"/>
                        <a:pt x="45434" y="57721"/>
                      </a:cubicBezTo>
                      <a:cubicBezTo>
                        <a:pt x="45625" y="59817"/>
                        <a:pt x="45434" y="62675"/>
                        <a:pt x="44863" y="66199"/>
                      </a:cubicBezTo>
                      <a:cubicBezTo>
                        <a:pt x="44387" y="69723"/>
                        <a:pt x="44101" y="72200"/>
                        <a:pt x="44101" y="73628"/>
                      </a:cubicBezTo>
                      <a:cubicBezTo>
                        <a:pt x="44101" y="76105"/>
                        <a:pt x="44482" y="78200"/>
                        <a:pt x="45339" y="80010"/>
                      </a:cubicBezTo>
                      <a:cubicBezTo>
                        <a:pt x="43815" y="81153"/>
                        <a:pt x="43529" y="83439"/>
                        <a:pt x="44672" y="86868"/>
                      </a:cubicBezTo>
                      <a:cubicBezTo>
                        <a:pt x="45625" y="89726"/>
                        <a:pt x="45053" y="91250"/>
                        <a:pt x="42958" y="91535"/>
                      </a:cubicBezTo>
                      <a:cubicBezTo>
                        <a:pt x="44482" y="98298"/>
                        <a:pt x="45339" y="103537"/>
                        <a:pt x="45339" y="107061"/>
                      </a:cubicBezTo>
                      <a:cubicBezTo>
                        <a:pt x="45339" y="109633"/>
                        <a:pt x="45148" y="112109"/>
                        <a:pt x="44672" y="114491"/>
                      </a:cubicBezTo>
                      <a:cubicBezTo>
                        <a:pt x="45625" y="115348"/>
                        <a:pt x="47625" y="119444"/>
                        <a:pt x="50578" y="126873"/>
                      </a:cubicBezTo>
                      <a:cubicBezTo>
                        <a:pt x="52673" y="132302"/>
                        <a:pt x="56197" y="134684"/>
                        <a:pt x="60960" y="134112"/>
                      </a:cubicBezTo>
                      <a:cubicBezTo>
                        <a:pt x="61436" y="134303"/>
                        <a:pt x="61913" y="134112"/>
                        <a:pt x="62484" y="133445"/>
                      </a:cubicBezTo>
                      <a:cubicBezTo>
                        <a:pt x="63055" y="132874"/>
                        <a:pt x="63532" y="132588"/>
                        <a:pt x="63722" y="132588"/>
                      </a:cubicBezTo>
                      <a:cubicBezTo>
                        <a:pt x="64103" y="132588"/>
                        <a:pt x="64579" y="132874"/>
                        <a:pt x="64961" y="133445"/>
                      </a:cubicBezTo>
                      <a:lnTo>
                        <a:pt x="64103" y="134112"/>
                      </a:lnTo>
                      <a:cubicBezTo>
                        <a:pt x="64103" y="134874"/>
                        <a:pt x="64484" y="135446"/>
                        <a:pt x="65151" y="136017"/>
                      </a:cubicBezTo>
                      <a:lnTo>
                        <a:pt x="66675" y="137541"/>
                      </a:lnTo>
                      <a:cubicBezTo>
                        <a:pt x="67628" y="138779"/>
                        <a:pt x="68961" y="139446"/>
                        <a:pt x="70485" y="139446"/>
                      </a:cubicBezTo>
                      <a:cubicBezTo>
                        <a:pt x="72580" y="139446"/>
                        <a:pt x="73723" y="138589"/>
                        <a:pt x="73914" y="136875"/>
                      </a:cubicBezTo>
                      <a:cubicBezTo>
                        <a:pt x="74866" y="137732"/>
                        <a:pt x="75819" y="138113"/>
                        <a:pt x="76676" y="138113"/>
                      </a:cubicBezTo>
                      <a:cubicBezTo>
                        <a:pt x="77533" y="138113"/>
                        <a:pt x="78486" y="137160"/>
                        <a:pt x="79534" y="135350"/>
                      </a:cubicBezTo>
                      <a:cubicBezTo>
                        <a:pt x="80581" y="133445"/>
                        <a:pt x="81534" y="132588"/>
                        <a:pt x="82391" y="132588"/>
                      </a:cubicBezTo>
                      <a:cubicBezTo>
                        <a:pt x="83248" y="132588"/>
                        <a:pt x="84296" y="133064"/>
                        <a:pt x="85534" y="134017"/>
                      </a:cubicBezTo>
                      <a:cubicBezTo>
                        <a:pt x="85820" y="133445"/>
                        <a:pt x="87154" y="132588"/>
                        <a:pt x="89535" y="131445"/>
                      </a:cubicBezTo>
                      <a:cubicBezTo>
                        <a:pt x="91535" y="130588"/>
                        <a:pt x="92488" y="129350"/>
                        <a:pt x="92488" y="127826"/>
                      </a:cubicBezTo>
                      <a:cubicBezTo>
                        <a:pt x="92488" y="127254"/>
                        <a:pt x="92297" y="126587"/>
                        <a:pt x="92012" y="125730"/>
                      </a:cubicBezTo>
                      <a:cubicBezTo>
                        <a:pt x="94012" y="124778"/>
                        <a:pt x="95250" y="122587"/>
                        <a:pt x="95631" y="119063"/>
                      </a:cubicBezTo>
                      <a:cubicBezTo>
                        <a:pt x="96012" y="115634"/>
                        <a:pt x="96964" y="113538"/>
                        <a:pt x="98393" y="112681"/>
                      </a:cubicBezTo>
                      <a:lnTo>
                        <a:pt x="98393" y="98584"/>
                      </a:lnTo>
                      <a:cubicBezTo>
                        <a:pt x="98679" y="97536"/>
                        <a:pt x="98774" y="96488"/>
                        <a:pt x="98774" y="95155"/>
                      </a:cubicBezTo>
                      <a:cubicBezTo>
                        <a:pt x="98774" y="93821"/>
                        <a:pt x="98584" y="92012"/>
                        <a:pt x="98107" y="89630"/>
                      </a:cubicBezTo>
                      <a:cubicBezTo>
                        <a:pt x="97631" y="87249"/>
                        <a:pt x="97441" y="85535"/>
                        <a:pt x="97441" y="84487"/>
                      </a:cubicBezTo>
                      <a:cubicBezTo>
                        <a:pt x="97441" y="82868"/>
                        <a:pt x="97726" y="81534"/>
                        <a:pt x="98298" y="80391"/>
                      </a:cubicBezTo>
                      <a:cubicBezTo>
                        <a:pt x="98203" y="78867"/>
                        <a:pt x="98584" y="77915"/>
                        <a:pt x="99536" y="77629"/>
                      </a:cubicBezTo>
                      <a:cubicBezTo>
                        <a:pt x="100013" y="77629"/>
                        <a:pt x="101155" y="77819"/>
                        <a:pt x="103156" y="78010"/>
                      </a:cubicBezTo>
                      <a:cubicBezTo>
                        <a:pt x="104680" y="78296"/>
                        <a:pt x="105823" y="78200"/>
                        <a:pt x="106585" y="77819"/>
                      </a:cubicBezTo>
                      <a:cubicBezTo>
                        <a:pt x="107823" y="79058"/>
                        <a:pt x="108395" y="80296"/>
                        <a:pt x="108299" y="81439"/>
                      </a:cubicBezTo>
                      <a:close/>
                      <a:moveTo>
                        <a:pt x="126968" y="70009"/>
                      </a:moveTo>
                      <a:cubicBezTo>
                        <a:pt x="125825" y="69437"/>
                        <a:pt x="124682" y="69152"/>
                        <a:pt x="123539" y="69152"/>
                      </a:cubicBezTo>
                      <a:cubicBezTo>
                        <a:pt x="122777" y="69152"/>
                        <a:pt x="121634" y="69342"/>
                        <a:pt x="120110" y="69628"/>
                      </a:cubicBezTo>
                      <a:cubicBezTo>
                        <a:pt x="118586" y="70009"/>
                        <a:pt x="117157" y="70104"/>
                        <a:pt x="116110" y="70009"/>
                      </a:cubicBezTo>
                      <a:lnTo>
                        <a:pt x="121253" y="73438"/>
                      </a:lnTo>
                      <a:lnTo>
                        <a:pt x="121825" y="70009"/>
                      </a:lnTo>
                      <a:cubicBezTo>
                        <a:pt x="121825" y="70009"/>
                        <a:pt x="123825" y="70580"/>
                        <a:pt x="126968" y="71723"/>
                      </a:cubicBezTo>
                      <a:lnTo>
                        <a:pt x="126968" y="70009"/>
                      </a:lnTo>
                      <a:close/>
                      <a:moveTo>
                        <a:pt x="121825" y="123444"/>
                      </a:moveTo>
                      <a:cubicBezTo>
                        <a:pt x="121825" y="123444"/>
                        <a:pt x="122206" y="123158"/>
                        <a:pt x="122206" y="123063"/>
                      </a:cubicBezTo>
                      <a:cubicBezTo>
                        <a:pt x="122206" y="122968"/>
                        <a:pt x="121920" y="122682"/>
                        <a:pt x="121158" y="122301"/>
                      </a:cubicBezTo>
                      <a:cubicBezTo>
                        <a:pt x="120396" y="121920"/>
                        <a:pt x="120015" y="121634"/>
                        <a:pt x="120015" y="121349"/>
                      </a:cubicBezTo>
                      <a:cubicBezTo>
                        <a:pt x="120015" y="121063"/>
                        <a:pt x="120396" y="120777"/>
                        <a:pt x="121158" y="120301"/>
                      </a:cubicBezTo>
                      <a:cubicBezTo>
                        <a:pt x="120301" y="120015"/>
                        <a:pt x="119444" y="120110"/>
                        <a:pt x="118586" y="120491"/>
                      </a:cubicBezTo>
                      <a:cubicBezTo>
                        <a:pt x="117348" y="121349"/>
                        <a:pt x="116586" y="121729"/>
                        <a:pt x="116491" y="121729"/>
                      </a:cubicBezTo>
                      <a:cubicBezTo>
                        <a:pt x="116872" y="121729"/>
                        <a:pt x="118681" y="122301"/>
                        <a:pt x="121825" y="123444"/>
                      </a:cubicBezTo>
                      <a:close/>
                      <a:moveTo>
                        <a:pt x="127540" y="80010"/>
                      </a:moveTo>
                      <a:lnTo>
                        <a:pt x="130112" y="80010"/>
                      </a:lnTo>
                      <a:cubicBezTo>
                        <a:pt x="128873" y="79153"/>
                        <a:pt x="127921" y="79058"/>
                        <a:pt x="127540" y="79820"/>
                      </a:cubicBezTo>
                      <a:cubicBezTo>
                        <a:pt x="126016" y="79438"/>
                        <a:pt x="123730" y="78772"/>
                        <a:pt x="120967" y="77915"/>
                      </a:cubicBezTo>
                      <a:cubicBezTo>
                        <a:pt x="120682" y="76962"/>
                        <a:pt x="119920" y="76391"/>
                        <a:pt x="118586" y="76391"/>
                      </a:cubicBezTo>
                      <a:cubicBezTo>
                        <a:pt x="119158" y="76676"/>
                        <a:pt x="119920" y="77153"/>
                        <a:pt x="120967" y="77915"/>
                      </a:cubicBezTo>
                      <a:cubicBezTo>
                        <a:pt x="121063" y="78486"/>
                        <a:pt x="121158" y="79153"/>
                        <a:pt x="121158" y="80010"/>
                      </a:cubicBezTo>
                      <a:cubicBezTo>
                        <a:pt x="120967" y="81153"/>
                        <a:pt x="120967" y="81820"/>
                        <a:pt x="121158" y="81915"/>
                      </a:cubicBezTo>
                      <a:cubicBezTo>
                        <a:pt x="121158" y="82296"/>
                        <a:pt x="121348" y="82487"/>
                        <a:pt x="121729" y="82296"/>
                      </a:cubicBezTo>
                      <a:lnTo>
                        <a:pt x="124111" y="80010"/>
                      </a:lnTo>
                      <a:lnTo>
                        <a:pt x="125158" y="80677"/>
                      </a:lnTo>
                      <a:cubicBezTo>
                        <a:pt x="125254" y="81248"/>
                        <a:pt x="125158" y="81820"/>
                        <a:pt x="124682" y="82487"/>
                      </a:cubicBezTo>
                      <a:cubicBezTo>
                        <a:pt x="124301" y="83153"/>
                        <a:pt x="124015" y="83629"/>
                        <a:pt x="124015" y="84106"/>
                      </a:cubicBezTo>
                      <a:cubicBezTo>
                        <a:pt x="125254" y="84392"/>
                        <a:pt x="126111" y="84011"/>
                        <a:pt x="126492" y="82963"/>
                      </a:cubicBezTo>
                      <a:cubicBezTo>
                        <a:pt x="126873" y="81915"/>
                        <a:pt x="127159" y="80867"/>
                        <a:pt x="127445" y="79915"/>
                      </a:cubicBezTo>
                      <a:lnTo>
                        <a:pt x="127445" y="80105"/>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 name="Google Shape;754;p99"/>
                <p:cNvSpPr/>
                <p:nvPr/>
              </p:nvSpPr>
              <p:spPr>
                <a:xfrm>
                  <a:off x="6201631" y="4475130"/>
                  <a:ext cx="122967" cy="172116"/>
                </a:xfrm>
                <a:custGeom>
                  <a:avLst/>
                  <a:gdLst/>
                  <a:ahLst/>
                  <a:cxnLst/>
                  <a:rect l="l" t="t" r="r" b="b"/>
                  <a:pathLst>
                    <a:path w="122967" h="172116" extrusionOk="0">
                      <a:moveTo>
                        <a:pt x="122777" y="37052"/>
                      </a:moveTo>
                      <a:lnTo>
                        <a:pt x="122111" y="69914"/>
                      </a:lnTo>
                      <a:cubicBezTo>
                        <a:pt x="120396" y="70295"/>
                        <a:pt x="119539" y="71723"/>
                        <a:pt x="119539" y="74200"/>
                      </a:cubicBezTo>
                      <a:cubicBezTo>
                        <a:pt x="119539" y="77343"/>
                        <a:pt x="119253" y="79248"/>
                        <a:pt x="118681" y="79915"/>
                      </a:cubicBezTo>
                      <a:cubicBezTo>
                        <a:pt x="108776" y="92393"/>
                        <a:pt x="97822" y="100489"/>
                        <a:pt x="85915" y="104013"/>
                      </a:cubicBezTo>
                      <a:cubicBezTo>
                        <a:pt x="84011" y="106013"/>
                        <a:pt x="81629" y="106966"/>
                        <a:pt x="78677" y="106966"/>
                      </a:cubicBezTo>
                      <a:cubicBezTo>
                        <a:pt x="77248" y="106966"/>
                        <a:pt x="74962" y="106680"/>
                        <a:pt x="71723" y="106013"/>
                      </a:cubicBezTo>
                      <a:cubicBezTo>
                        <a:pt x="68485" y="105347"/>
                        <a:pt x="66199" y="105156"/>
                        <a:pt x="64579" y="105251"/>
                      </a:cubicBezTo>
                      <a:cubicBezTo>
                        <a:pt x="62294" y="102870"/>
                        <a:pt x="61151" y="100203"/>
                        <a:pt x="61151" y="97346"/>
                      </a:cubicBezTo>
                      <a:cubicBezTo>
                        <a:pt x="61151" y="96298"/>
                        <a:pt x="62008" y="92869"/>
                        <a:pt x="63722" y="86868"/>
                      </a:cubicBezTo>
                      <a:cubicBezTo>
                        <a:pt x="64865" y="82487"/>
                        <a:pt x="64579" y="78772"/>
                        <a:pt x="62865" y="75819"/>
                      </a:cubicBezTo>
                      <a:cubicBezTo>
                        <a:pt x="64294" y="73438"/>
                        <a:pt x="66961" y="72009"/>
                        <a:pt x="70961" y="71533"/>
                      </a:cubicBezTo>
                      <a:cubicBezTo>
                        <a:pt x="71247" y="70390"/>
                        <a:pt x="72295" y="69818"/>
                        <a:pt x="74009" y="69818"/>
                      </a:cubicBezTo>
                      <a:cubicBezTo>
                        <a:pt x="74390" y="69818"/>
                        <a:pt x="75152" y="69818"/>
                        <a:pt x="76105" y="70009"/>
                      </a:cubicBezTo>
                      <a:lnTo>
                        <a:pt x="78200" y="70009"/>
                      </a:lnTo>
                      <a:cubicBezTo>
                        <a:pt x="81153" y="70009"/>
                        <a:pt x="82677" y="68580"/>
                        <a:pt x="82677" y="65723"/>
                      </a:cubicBezTo>
                      <a:cubicBezTo>
                        <a:pt x="87535" y="63437"/>
                        <a:pt x="89916" y="59912"/>
                        <a:pt x="89916" y="55054"/>
                      </a:cubicBezTo>
                      <a:cubicBezTo>
                        <a:pt x="90488" y="49911"/>
                        <a:pt x="89154" y="45911"/>
                        <a:pt x="86106" y="42863"/>
                      </a:cubicBezTo>
                      <a:cubicBezTo>
                        <a:pt x="82677" y="40291"/>
                        <a:pt x="79343" y="37814"/>
                        <a:pt x="76105" y="35433"/>
                      </a:cubicBezTo>
                      <a:cubicBezTo>
                        <a:pt x="74867" y="34385"/>
                        <a:pt x="72962" y="33909"/>
                        <a:pt x="70580" y="33909"/>
                      </a:cubicBezTo>
                      <a:lnTo>
                        <a:pt x="68675" y="33909"/>
                      </a:lnTo>
                      <a:cubicBezTo>
                        <a:pt x="67818" y="34004"/>
                        <a:pt x="67151" y="34100"/>
                        <a:pt x="66770" y="34100"/>
                      </a:cubicBezTo>
                      <a:cubicBezTo>
                        <a:pt x="63246" y="34100"/>
                        <a:pt x="61436" y="32195"/>
                        <a:pt x="61436" y="28575"/>
                      </a:cubicBezTo>
                      <a:cubicBezTo>
                        <a:pt x="61817" y="25718"/>
                        <a:pt x="63437" y="24098"/>
                        <a:pt x="66294" y="23622"/>
                      </a:cubicBezTo>
                      <a:cubicBezTo>
                        <a:pt x="62865" y="22955"/>
                        <a:pt x="61151" y="20955"/>
                        <a:pt x="61151" y="17717"/>
                      </a:cubicBezTo>
                      <a:cubicBezTo>
                        <a:pt x="61151" y="17145"/>
                        <a:pt x="61151" y="16669"/>
                        <a:pt x="61341" y="16193"/>
                      </a:cubicBezTo>
                      <a:cubicBezTo>
                        <a:pt x="62008" y="15812"/>
                        <a:pt x="62294" y="15335"/>
                        <a:pt x="61913" y="14954"/>
                      </a:cubicBezTo>
                      <a:cubicBezTo>
                        <a:pt x="61531" y="14192"/>
                        <a:pt x="60770" y="13907"/>
                        <a:pt x="59531" y="13907"/>
                      </a:cubicBezTo>
                      <a:cubicBezTo>
                        <a:pt x="58103" y="21336"/>
                        <a:pt x="57531" y="25718"/>
                        <a:pt x="57817" y="27337"/>
                      </a:cubicBezTo>
                      <a:cubicBezTo>
                        <a:pt x="58103" y="28099"/>
                        <a:pt x="58198" y="28670"/>
                        <a:pt x="58198" y="29242"/>
                      </a:cubicBezTo>
                      <a:cubicBezTo>
                        <a:pt x="58198" y="31814"/>
                        <a:pt x="55912" y="33909"/>
                        <a:pt x="51435" y="35433"/>
                      </a:cubicBezTo>
                      <a:cubicBezTo>
                        <a:pt x="50102" y="33528"/>
                        <a:pt x="48196" y="32671"/>
                        <a:pt x="45720" y="32671"/>
                      </a:cubicBezTo>
                      <a:cubicBezTo>
                        <a:pt x="46292" y="32671"/>
                        <a:pt x="43720" y="33052"/>
                        <a:pt x="38100" y="33719"/>
                      </a:cubicBezTo>
                      <a:cubicBezTo>
                        <a:pt x="33528" y="36576"/>
                        <a:pt x="31242" y="40577"/>
                        <a:pt x="31242" y="45911"/>
                      </a:cubicBezTo>
                      <a:cubicBezTo>
                        <a:pt x="31242" y="47720"/>
                        <a:pt x="31528" y="50483"/>
                        <a:pt x="32195" y="54102"/>
                      </a:cubicBezTo>
                      <a:cubicBezTo>
                        <a:pt x="32861" y="57722"/>
                        <a:pt x="33147" y="60389"/>
                        <a:pt x="33147" y="62103"/>
                      </a:cubicBezTo>
                      <a:cubicBezTo>
                        <a:pt x="33147" y="63818"/>
                        <a:pt x="32956" y="65342"/>
                        <a:pt x="32480" y="66770"/>
                      </a:cubicBezTo>
                      <a:cubicBezTo>
                        <a:pt x="34195" y="70771"/>
                        <a:pt x="37719" y="73343"/>
                        <a:pt x="42958" y="74676"/>
                      </a:cubicBezTo>
                      <a:cubicBezTo>
                        <a:pt x="45053" y="75248"/>
                        <a:pt x="49816" y="75819"/>
                        <a:pt x="57245" y="76391"/>
                      </a:cubicBezTo>
                      <a:cubicBezTo>
                        <a:pt x="56388" y="78772"/>
                        <a:pt x="56007" y="81534"/>
                        <a:pt x="56007" y="84487"/>
                      </a:cubicBezTo>
                      <a:cubicBezTo>
                        <a:pt x="56007" y="86392"/>
                        <a:pt x="57245" y="92488"/>
                        <a:pt x="59627" y="102870"/>
                      </a:cubicBezTo>
                      <a:cubicBezTo>
                        <a:pt x="59055" y="102203"/>
                        <a:pt x="58484" y="101822"/>
                        <a:pt x="57912" y="101822"/>
                      </a:cubicBezTo>
                      <a:cubicBezTo>
                        <a:pt x="57150" y="101822"/>
                        <a:pt x="56293" y="102489"/>
                        <a:pt x="55340" y="103918"/>
                      </a:cubicBezTo>
                      <a:cubicBezTo>
                        <a:pt x="54293" y="105347"/>
                        <a:pt x="53626" y="106109"/>
                        <a:pt x="53245" y="106299"/>
                      </a:cubicBezTo>
                      <a:cubicBezTo>
                        <a:pt x="52197" y="105061"/>
                        <a:pt x="50102" y="104394"/>
                        <a:pt x="46863" y="104394"/>
                      </a:cubicBezTo>
                      <a:cubicBezTo>
                        <a:pt x="41910" y="104585"/>
                        <a:pt x="39338" y="104585"/>
                        <a:pt x="39148" y="104585"/>
                      </a:cubicBezTo>
                      <a:cubicBezTo>
                        <a:pt x="34004" y="108966"/>
                        <a:pt x="31433" y="114872"/>
                        <a:pt x="31433" y="122301"/>
                      </a:cubicBezTo>
                      <a:cubicBezTo>
                        <a:pt x="31433" y="124206"/>
                        <a:pt x="31718" y="127159"/>
                        <a:pt x="32195" y="131254"/>
                      </a:cubicBezTo>
                      <a:cubicBezTo>
                        <a:pt x="32671" y="135350"/>
                        <a:pt x="32956" y="138494"/>
                        <a:pt x="32956" y="140589"/>
                      </a:cubicBezTo>
                      <a:cubicBezTo>
                        <a:pt x="32956" y="142399"/>
                        <a:pt x="32861" y="144113"/>
                        <a:pt x="32576" y="145733"/>
                      </a:cubicBezTo>
                      <a:cubicBezTo>
                        <a:pt x="34100" y="155162"/>
                        <a:pt x="34957" y="160592"/>
                        <a:pt x="34957" y="162116"/>
                      </a:cubicBezTo>
                      <a:cubicBezTo>
                        <a:pt x="34957" y="165545"/>
                        <a:pt x="34385" y="168497"/>
                        <a:pt x="33242" y="171069"/>
                      </a:cubicBezTo>
                      <a:cubicBezTo>
                        <a:pt x="31813" y="170783"/>
                        <a:pt x="30385" y="170593"/>
                        <a:pt x="28765" y="170593"/>
                      </a:cubicBezTo>
                      <a:cubicBezTo>
                        <a:pt x="26765" y="170593"/>
                        <a:pt x="23908" y="170879"/>
                        <a:pt x="20098" y="171355"/>
                      </a:cubicBezTo>
                      <a:cubicBezTo>
                        <a:pt x="16383" y="171831"/>
                        <a:pt x="13621" y="172117"/>
                        <a:pt x="11906" y="172117"/>
                      </a:cubicBezTo>
                      <a:cubicBezTo>
                        <a:pt x="6953" y="172117"/>
                        <a:pt x="3334" y="170402"/>
                        <a:pt x="1048" y="166973"/>
                      </a:cubicBezTo>
                      <a:cubicBezTo>
                        <a:pt x="381" y="164878"/>
                        <a:pt x="0" y="162687"/>
                        <a:pt x="0" y="160592"/>
                      </a:cubicBezTo>
                      <a:cubicBezTo>
                        <a:pt x="0" y="158496"/>
                        <a:pt x="476" y="155543"/>
                        <a:pt x="1334" y="151829"/>
                      </a:cubicBezTo>
                      <a:cubicBezTo>
                        <a:pt x="2191" y="148114"/>
                        <a:pt x="2572" y="145352"/>
                        <a:pt x="2572" y="143542"/>
                      </a:cubicBezTo>
                      <a:cubicBezTo>
                        <a:pt x="2572" y="142304"/>
                        <a:pt x="2381" y="141066"/>
                        <a:pt x="2191" y="139922"/>
                      </a:cubicBezTo>
                      <a:cubicBezTo>
                        <a:pt x="3238" y="139541"/>
                        <a:pt x="3715" y="138970"/>
                        <a:pt x="3715" y="138208"/>
                      </a:cubicBezTo>
                      <a:cubicBezTo>
                        <a:pt x="3715" y="137732"/>
                        <a:pt x="3429" y="137065"/>
                        <a:pt x="2858" y="135827"/>
                      </a:cubicBezTo>
                      <a:cubicBezTo>
                        <a:pt x="2286" y="134684"/>
                        <a:pt x="2096" y="133826"/>
                        <a:pt x="2191" y="133255"/>
                      </a:cubicBezTo>
                      <a:cubicBezTo>
                        <a:pt x="3238" y="128683"/>
                        <a:pt x="3715" y="122873"/>
                        <a:pt x="3715" y="115824"/>
                      </a:cubicBezTo>
                      <a:cubicBezTo>
                        <a:pt x="3715" y="112967"/>
                        <a:pt x="3620" y="108585"/>
                        <a:pt x="3429" y="102679"/>
                      </a:cubicBezTo>
                      <a:cubicBezTo>
                        <a:pt x="3238" y="96679"/>
                        <a:pt x="3143" y="92202"/>
                        <a:pt x="3143" y="89249"/>
                      </a:cubicBezTo>
                      <a:cubicBezTo>
                        <a:pt x="3143" y="82010"/>
                        <a:pt x="3620" y="75914"/>
                        <a:pt x="4667" y="70961"/>
                      </a:cubicBezTo>
                      <a:lnTo>
                        <a:pt x="2286" y="65246"/>
                      </a:lnTo>
                      <a:cubicBezTo>
                        <a:pt x="4953" y="64008"/>
                        <a:pt x="8287" y="64199"/>
                        <a:pt x="12097" y="65913"/>
                      </a:cubicBezTo>
                      <a:cubicBezTo>
                        <a:pt x="12192" y="64484"/>
                        <a:pt x="12763" y="63818"/>
                        <a:pt x="13621" y="63818"/>
                      </a:cubicBezTo>
                      <a:cubicBezTo>
                        <a:pt x="14002" y="63818"/>
                        <a:pt x="14764" y="64103"/>
                        <a:pt x="15716" y="64579"/>
                      </a:cubicBezTo>
                      <a:cubicBezTo>
                        <a:pt x="16669" y="65056"/>
                        <a:pt x="17336" y="65342"/>
                        <a:pt x="17621" y="65342"/>
                      </a:cubicBezTo>
                      <a:lnTo>
                        <a:pt x="18669" y="66008"/>
                      </a:lnTo>
                      <a:cubicBezTo>
                        <a:pt x="18669" y="66008"/>
                        <a:pt x="19336" y="65056"/>
                        <a:pt x="19336" y="63627"/>
                      </a:cubicBezTo>
                      <a:cubicBezTo>
                        <a:pt x="19145" y="63056"/>
                        <a:pt x="18383" y="62770"/>
                        <a:pt x="16954" y="62770"/>
                      </a:cubicBezTo>
                      <a:cubicBezTo>
                        <a:pt x="17145" y="61341"/>
                        <a:pt x="16859" y="60579"/>
                        <a:pt x="16097" y="60389"/>
                      </a:cubicBezTo>
                      <a:cubicBezTo>
                        <a:pt x="16002" y="60389"/>
                        <a:pt x="15240" y="60389"/>
                        <a:pt x="14002" y="60579"/>
                      </a:cubicBezTo>
                      <a:cubicBezTo>
                        <a:pt x="13049" y="60770"/>
                        <a:pt x="12383" y="60579"/>
                        <a:pt x="12097" y="60198"/>
                      </a:cubicBezTo>
                      <a:lnTo>
                        <a:pt x="11239" y="62770"/>
                      </a:lnTo>
                      <a:lnTo>
                        <a:pt x="2953" y="61055"/>
                      </a:lnTo>
                      <a:cubicBezTo>
                        <a:pt x="3334" y="59627"/>
                        <a:pt x="3810" y="58103"/>
                        <a:pt x="4191" y="56483"/>
                      </a:cubicBezTo>
                      <a:cubicBezTo>
                        <a:pt x="4667" y="54864"/>
                        <a:pt x="5525" y="53912"/>
                        <a:pt x="6953" y="53626"/>
                      </a:cubicBezTo>
                      <a:cubicBezTo>
                        <a:pt x="4953" y="53912"/>
                        <a:pt x="4001" y="53245"/>
                        <a:pt x="4001" y="51721"/>
                      </a:cubicBezTo>
                      <a:cubicBezTo>
                        <a:pt x="4001" y="51435"/>
                        <a:pt x="4001" y="50768"/>
                        <a:pt x="4191" y="49816"/>
                      </a:cubicBezTo>
                      <a:cubicBezTo>
                        <a:pt x="4381" y="48768"/>
                        <a:pt x="4381" y="48101"/>
                        <a:pt x="4381" y="47720"/>
                      </a:cubicBezTo>
                      <a:cubicBezTo>
                        <a:pt x="4381" y="46292"/>
                        <a:pt x="3905" y="45339"/>
                        <a:pt x="2953" y="44768"/>
                      </a:cubicBezTo>
                      <a:cubicBezTo>
                        <a:pt x="3524" y="43720"/>
                        <a:pt x="3810" y="42672"/>
                        <a:pt x="3810" y="41339"/>
                      </a:cubicBezTo>
                      <a:cubicBezTo>
                        <a:pt x="3810" y="38767"/>
                        <a:pt x="2762" y="36957"/>
                        <a:pt x="667" y="35814"/>
                      </a:cubicBezTo>
                      <a:cubicBezTo>
                        <a:pt x="2953" y="33814"/>
                        <a:pt x="4096" y="31052"/>
                        <a:pt x="4096" y="27432"/>
                      </a:cubicBezTo>
                      <a:cubicBezTo>
                        <a:pt x="4096" y="26194"/>
                        <a:pt x="3905" y="24098"/>
                        <a:pt x="3429" y="21241"/>
                      </a:cubicBezTo>
                      <a:cubicBezTo>
                        <a:pt x="3048" y="18383"/>
                        <a:pt x="2762" y="16288"/>
                        <a:pt x="2762" y="14859"/>
                      </a:cubicBezTo>
                      <a:cubicBezTo>
                        <a:pt x="2762" y="11906"/>
                        <a:pt x="3429" y="9239"/>
                        <a:pt x="4667" y="6953"/>
                      </a:cubicBezTo>
                      <a:lnTo>
                        <a:pt x="2286" y="5239"/>
                      </a:lnTo>
                      <a:cubicBezTo>
                        <a:pt x="3143" y="5429"/>
                        <a:pt x="4572" y="5144"/>
                        <a:pt x="6668" y="4382"/>
                      </a:cubicBezTo>
                      <a:cubicBezTo>
                        <a:pt x="8763" y="3715"/>
                        <a:pt x="10287" y="3334"/>
                        <a:pt x="11239" y="3334"/>
                      </a:cubicBezTo>
                      <a:cubicBezTo>
                        <a:pt x="12192" y="3334"/>
                        <a:pt x="13049" y="3620"/>
                        <a:pt x="13621" y="4191"/>
                      </a:cubicBezTo>
                      <a:cubicBezTo>
                        <a:pt x="14573" y="3620"/>
                        <a:pt x="16002" y="3334"/>
                        <a:pt x="17907" y="3334"/>
                      </a:cubicBezTo>
                      <a:cubicBezTo>
                        <a:pt x="18479" y="3334"/>
                        <a:pt x="19336" y="3334"/>
                        <a:pt x="20479" y="3524"/>
                      </a:cubicBezTo>
                      <a:lnTo>
                        <a:pt x="23241" y="3524"/>
                      </a:lnTo>
                      <a:cubicBezTo>
                        <a:pt x="25908" y="3524"/>
                        <a:pt x="27718" y="2762"/>
                        <a:pt x="28765" y="1143"/>
                      </a:cubicBezTo>
                      <a:cubicBezTo>
                        <a:pt x="28765" y="1429"/>
                        <a:pt x="28480" y="1905"/>
                        <a:pt x="27908" y="2381"/>
                      </a:cubicBezTo>
                      <a:cubicBezTo>
                        <a:pt x="27337" y="2953"/>
                        <a:pt x="27051" y="3334"/>
                        <a:pt x="27051" y="3429"/>
                      </a:cubicBezTo>
                      <a:cubicBezTo>
                        <a:pt x="26479" y="3620"/>
                        <a:pt x="28765" y="3620"/>
                        <a:pt x="33909" y="3620"/>
                      </a:cubicBezTo>
                      <a:cubicBezTo>
                        <a:pt x="36290" y="3620"/>
                        <a:pt x="38195" y="2381"/>
                        <a:pt x="39434" y="0"/>
                      </a:cubicBezTo>
                      <a:lnTo>
                        <a:pt x="54102" y="2762"/>
                      </a:lnTo>
                      <a:cubicBezTo>
                        <a:pt x="54388" y="3334"/>
                        <a:pt x="54959" y="3810"/>
                        <a:pt x="55817" y="4001"/>
                      </a:cubicBezTo>
                      <a:lnTo>
                        <a:pt x="58198" y="4001"/>
                      </a:lnTo>
                      <a:cubicBezTo>
                        <a:pt x="58198" y="6858"/>
                        <a:pt x="58769" y="8573"/>
                        <a:pt x="59912" y="9144"/>
                      </a:cubicBezTo>
                      <a:cubicBezTo>
                        <a:pt x="61341" y="9144"/>
                        <a:pt x="62294" y="8001"/>
                        <a:pt x="62675" y="5715"/>
                      </a:cubicBezTo>
                      <a:cubicBezTo>
                        <a:pt x="63151" y="3429"/>
                        <a:pt x="64198" y="2096"/>
                        <a:pt x="65913" y="1715"/>
                      </a:cubicBezTo>
                      <a:cubicBezTo>
                        <a:pt x="67723" y="572"/>
                        <a:pt x="69533" y="0"/>
                        <a:pt x="71247" y="0"/>
                      </a:cubicBezTo>
                      <a:cubicBezTo>
                        <a:pt x="73247" y="0"/>
                        <a:pt x="75724" y="1143"/>
                        <a:pt x="78772" y="3524"/>
                      </a:cubicBezTo>
                      <a:cubicBezTo>
                        <a:pt x="81820" y="5906"/>
                        <a:pt x="84392" y="7049"/>
                        <a:pt x="86582" y="7049"/>
                      </a:cubicBezTo>
                      <a:cubicBezTo>
                        <a:pt x="88011" y="7049"/>
                        <a:pt x="89535" y="6572"/>
                        <a:pt x="91250" y="5810"/>
                      </a:cubicBezTo>
                      <a:cubicBezTo>
                        <a:pt x="94964" y="7239"/>
                        <a:pt x="99822" y="10001"/>
                        <a:pt x="105918" y="14097"/>
                      </a:cubicBezTo>
                      <a:cubicBezTo>
                        <a:pt x="109633" y="15621"/>
                        <a:pt x="113062" y="19336"/>
                        <a:pt x="116110" y="25146"/>
                      </a:cubicBezTo>
                      <a:cubicBezTo>
                        <a:pt x="119634" y="32099"/>
                        <a:pt x="121920" y="36100"/>
                        <a:pt x="122968" y="37052"/>
                      </a:cubicBezTo>
                      <a:close/>
                      <a:moveTo>
                        <a:pt x="18574" y="60865"/>
                      </a:moveTo>
                      <a:lnTo>
                        <a:pt x="22574" y="62579"/>
                      </a:lnTo>
                      <a:lnTo>
                        <a:pt x="21527" y="61722"/>
                      </a:lnTo>
                      <a:lnTo>
                        <a:pt x="18574" y="60865"/>
                      </a:lnTo>
                      <a:close/>
                      <a:moveTo>
                        <a:pt x="77819" y="121634"/>
                      </a:moveTo>
                      <a:lnTo>
                        <a:pt x="76962" y="115253"/>
                      </a:lnTo>
                      <a:cubicBezTo>
                        <a:pt x="78391" y="118110"/>
                        <a:pt x="78962" y="120015"/>
                        <a:pt x="78677" y="120968"/>
                      </a:cubicBezTo>
                      <a:lnTo>
                        <a:pt x="77819" y="121634"/>
                      </a:lnTo>
                      <a:close/>
                      <a:moveTo>
                        <a:pt x="116396" y="98870"/>
                      </a:moveTo>
                      <a:lnTo>
                        <a:pt x="116396" y="92297"/>
                      </a:lnTo>
                      <a:lnTo>
                        <a:pt x="117443" y="92297"/>
                      </a:lnTo>
                      <a:lnTo>
                        <a:pt x="117443" y="98870"/>
                      </a:lnTo>
                      <a:lnTo>
                        <a:pt x="116396" y="98870"/>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55" name="Google Shape;755;p99"/>
              <p:cNvGrpSpPr/>
              <p:nvPr/>
            </p:nvGrpSpPr>
            <p:grpSpPr>
              <a:xfrm>
                <a:off x="9333160" y="7790593"/>
                <a:ext cx="777525" cy="204216"/>
                <a:chOff x="4079842" y="5508688"/>
                <a:chExt cx="777525" cy="204216"/>
              </a:xfrm>
            </p:grpSpPr>
            <p:sp>
              <p:nvSpPr>
                <p:cNvPr id="756" name="Google Shape;756;p99"/>
                <p:cNvSpPr/>
                <p:nvPr/>
              </p:nvSpPr>
              <p:spPr>
                <a:xfrm>
                  <a:off x="4079842" y="5534311"/>
                  <a:ext cx="137564" cy="155066"/>
                </a:xfrm>
                <a:custGeom>
                  <a:avLst/>
                  <a:gdLst/>
                  <a:ahLst/>
                  <a:cxnLst/>
                  <a:rect l="l" t="t" r="r" b="b"/>
                  <a:pathLst>
                    <a:path w="137564" h="155066" extrusionOk="0">
                      <a:moveTo>
                        <a:pt x="0" y="86582"/>
                      </a:moveTo>
                      <a:lnTo>
                        <a:pt x="762" y="83534"/>
                      </a:lnTo>
                      <a:lnTo>
                        <a:pt x="1524" y="83534"/>
                      </a:lnTo>
                      <a:lnTo>
                        <a:pt x="0" y="86582"/>
                      </a:lnTo>
                      <a:close/>
                      <a:moveTo>
                        <a:pt x="3715" y="85058"/>
                      </a:moveTo>
                      <a:lnTo>
                        <a:pt x="3715" y="82200"/>
                      </a:lnTo>
                      <a:lnTo>
                        <a:pt x="6763" y="83534"/>
                      </a:lnTo>
                      <a:lnTo>
                        <a:pt x="3715" y="85058"/>
                      </a:lnTo>
                      <a:close/>
                      <a:moveTo>
                        <a:pt x="13525" y="85820"/>
                      </a:moveTo>
                      <a:cubicBezTo>
                        <a:pt x="13525" y="85820"/>
                        <a:pt x="14288" y="85820"/>
                        <a:pt x="14764" y="86296"/>
                      </a:cubicBezTo>
                      <a:cubicBezTo>
                        <a:pt x="15240" y="86677"/>
                        <a:pt x="15526" y="86963"/>
                        <a:pt x="15812" y="87153"/>
                      </a:cubicBezTo>
                      <a:lnTo>
                        <a:pt x="15812" y="88678"/>
                      </a:lnTo>
                      <a:lnTo>
                        <a:pt x="13525" y="85820"/>
                      </a:lnTo>
                      <a:close/>
                      <a:moveTo>
                        <a:pt x="14288" y="70199"/>
                      </a:moveTo>
                      <a:lnTo>
                        <a:pt x="15812" y="70199"/>
                      </a:lnTo>
                      <a:cubicBezTo>
                        <a:pt x="15907" y="70865"/>
                        <a:pt x="15430" y="71818"/>
                        <a:pt x="14288" y="73247"/>
                      </a:cubicBezTo>
                      <a:lnTo>
                        <a:pt x="14288" y="70199"/>
                      </a:lnTo>
                      <a:close/>
                      <a:moveTo>
                        <a:pt x="19526" y="123063"/>
                      </a:moveTo>
                      <a:lnTo>
                        <a:pt x="18574" y="119443"/>
                      </a:lnTo>
                      <a:lnTo>
                        <a:pt x="19526" y="120586"/>
                      </a:lnTo>
                      <a:lnTo>
                        <a:pt x="19526" y="123063"/>
                      </a:lnTo>
                      <a:close/>
                      <a:moveTo>
                        <a:pt x="26860" y="54578"/>
                      </a:moveTo>
                      <a:cubicBezTo>
                        <a:pt x="27337" y="53530"/>
                        <a:pt x="28099" y="53530"/>
                        <a:pt x="29146" y="54578"/>
                      </a:cubicBezTo>
                      <a:lnTo>
                        <a:pt x="26860" y="54578"/>
                      </a:lnTo>
                      <a:close/>
                      <a:moveTo>
                        <a:pt x="26860" y="125920"/>
                      </a:moveTo>
                      <a:lnTo>
                        <a:pt x="27622" y="125158"/>
                      </a:lnTo>
                      <a:lnTo>
                        <a:pt x="28384" y="125920"/>
                      </a:lnTo>
                      <a:lnTo>
                        <a:pt x="26860" y="125920"/>
                      </a:lnTo>
                      <a:close/>
                      <a:moveTo>
                        <a:pt x="29146" y="54578"/>
                      </a:moveTo>
                      <a:cubicBezTo>
                        <a:pt x="29146" y="54578"/>
                        <a:pt x="29432" y="54769"/>
                        <a:pt x="29718" y="55150"/>
                      </a:cubicBezTo>
                      <a:lnTo>
                        <a:pt x="29146" y="54578"/>
                      </a:lnTo>
                      <a:close/>
                      <a:moveTo>
                        <a:pt x="136970" y="74771"/>
                      </a:moveTo>
                      <a:cubicBezTo>
                        <a:pt x="137446" y="79534"/>
                        <a:pt x="137636" y="88868"/>
                        <a:pt x="137541" y="102965"/>
                      </a:cubicBezTo>
                      <a:lnTo>
                        <a:pt x="136970" y="150400"/>
                      </a:lnTo>
                      <a:cubicBezTo>
                        <a:pt x="134112" y="153448"/>
                        <a:pt x="130492" y="155067"/>
                        <a:pt x="126016" y="155067"/>
                      </a:cubicBezTo>
                      <a:cubicBezTo>
                        <a:pt x="124396" y="155067"/>
                        <a:pt x="121444" y="154781"/>
                        <a:pt x="117348" y="154114"/>
                      </a:cubicBezTo>
                      <a:cubicBezTo>
                        <a:pt x="113729" y="153448"/>
                        <a:pt x="110966" y="153257"/>
                        <a:pt x="108871" y="153543"/>
                      </a:cubicBezTo>
                      <a:cubicBezTo>
                        <a:pt x="108013" y="152876"/>
                        <a:pt x="107537" y="152019"/>
                        <a:pt x="107537" y="150876"/>
                      </a:cubicBezTo>
                      <a:cubicBezTo>
                        <a:pt x="107537" y="150400"/>
                        <a:pt x="107537" y="149637"/>
                        <a:pt x="107823" y="148685"/>
                      </a:cubicBezTo>
                      <a:cubicBezTo>
                        <a:pt x="108013" y="147732"/>
                        <a:pt x="108109" y="146971"/>
                        <a:pt x="108109" y="146494"/>
                      </a:cubicBezTo>
                      <a:cubicBezTo>
                        <a:pt x="108109" y="146113"/>
                        <a:pt x="108109" y="145828"/>
                        <a:pt x="107918" y="145542"/>
                      </a:cubicBezTo>
                      <a:cubicBezTo>
                        <a:pt x="107918" y="117634"/>
                        <a:pt x="107728" y="100965"/>
                        <a:pt x="107347" y="95631"/>
                      </a:cubicBezTo>
                      <a:cubicBezTo>
                        <a:pt x="106013" y="95726"/>
                        <a:pt x="104584" y="95821"/>
                        <a:pt x="102870" y="95821"/>
                      </a:cubicBezTo>
                      <a:cubicBezTo>
                        <a:pt x="101060" y="95821"/>
                        <a:pt x="98203" y="95631"/>
                        <a:pt x="94297" y="95345"/>
                      </a:cubicBezTo>
                      <a:cubicBezTo>
                        <a:pt x="90392" y="94964"/>
                        <a:pt x="87439" y="94869"/>
                        <a:pt x="85344" y="94869"/>
                      </a:cubicBezTo>
                      <a:cubicBezTo>
                        <a:pt x="81629" y="94869"/>
                        <a:pt x="78391" y="95250"/>
                        <a:pt x="75724" y="96202"/>
                      </a:cubicBezTo>
                      <a:cubicBezTo>
                        <a:pt x="75343" y="96107"/>
                        <a:pt x="74104" y="95821"/>
                        <a:pt x="71818" y="95631"/>
                      </a:cubicBezTo>
                      <a:cubicBezTo>
                        <a:pt x="70295" y="95535"/>
                        <a:pt x="69151" y="94964"/>
                        <a:pt x="68580" y="94106"/>
                      </a:cubicBezTo>
                      <a:cubicBezTo>
                        <a:pt x="66866" y="95440"/>
                        <a:pt x="65627" y="97536"/>
                        <a:pt x="64675" y="100489"/>
                      </a:cubicBezTo>
                      <a:cubicBezTo>
                        <a:pt x="63627" y="104108"/>
                        <a:pt x="62770" y="106394"/>
                        <a:pt x="62008" y="107442"/>
                      </a:cubicBezTo>
                      <a:cubicBezTo>
                        <a:pt x="63437" y="107822"/>
                        <a:pt x="64103" y="108585"/>
                        <a:pt x="64103" y="109728"/>
                      </a:cubicBezTo>
                      <a:cubicBezTo>
                        <a:pt x="64103" y="110014"/>
                        <a:pt x="64103" y="110394"/>
                        <a:pt x="63913" y="110966"/>
                      </a:cubicBezTo>
                      <a:cubicBezTo>
                        <a:pt x="63817" y="111537"/>
                        <a:pt x="63722" y="112014"/>
                        <a:pt x="63722" y="112204"/>
                      </a:cubicBezTo>
                      <a:cubicBezTo>
                        <a:pt x="63722" y="112966"/>
                        <a:pt x="64579" y="113347"/>
                        <a:pt x="66199" y="113347"/>
                      </a:cubicBezTo>
                      <a:cubicBezTo>
                        <a:pt x="64294" y="113633"/>
                        <a:pt x="63246" y="114966"/>
                        <a:pt x="63055" y="117443"/>
                      </a:cubicBezTo>
                      <a:lnTo>
                        <a:pt x="63055" y="123253"/>
                      </a:lnTo>
                      <a:lnTo>
                        <a:pt x="64579" y="124587"/>
                      </a:lnTo>
                      <a:cubicBezTo>
                        <a:pt x="63722" y="124587"/>
                        <a:pt x="63246" y="125253"/>
                        <a:pt x="63246" y="126682"/>
                      </a:cubicBezTo>
                      <a:cubicBezTo>
                        <a:pt x="63246" y="128111"/>
                        <a:pt x="62960" y="128968"/>
                        <a:pt x="62484" y="129159"/>
                      </a:cubicBezTo>
                      <a:cubicBezTo>
                        <a:pt x="62293" y="130016"/>
                        <a:pt x="62103" y="131064"/>
                        <a:pt x="62103" y="132302"/>
                      </a:cubicBezTo>
                      <a:cubicBezTo>
                        <a:pt x="62103" y="133540"/>
                        <a:pt x="62293" y="135159"/>
                        <a:pt x="62675" y="137350"/>
                      </a:cubicBezTo>
                      <a:cubicBezTo>
                        <a:pt x="63055" y="139541"/>
                        <a:pt x="63246" y="141160"/>
                        <a:pt x="63246" y="142208"/>
                      </a:cubicBezTo>
                      <a:cubicBezTo>
                        <a:pt x="63246" y="144970"/>
                        <a:pt x="62293" y="147351"/>
                        <a:pt x="60388" y="149352"/>
                      </a:cubicBezTo>
                      <a:cubicBezTo>
                        <a:pt x="60865" y="151828"/>
                        <a:pt x="59817" y="153162"/>
                        <a:pt x="57150" y="153638"/>
                      </a:cubicBezTo>
                      <a:cubicBezTo>
                        <a:pt x="55054" y="153924"/>
                        <a:pt x="52959" y="154114"/>
                        <a:pt x="50863" y="154400"/>
                      </a:cubicBezTo>
                      <a:cubicBezTo>
                        <a:pt x="48768" y="154686"/>
                        <a:pt x="46958" y="154781"/>
                        <a:pt x="45339" y="154781"/>
                      </a:cubicBezTo>
                      <a:cubicBezTo>
                        <a:pt x="40672" y="154781"/>
                        <a:pt x="36671" y="153448"/>
                        <a:pt x="33338" y="150780"/>
                      </a:cubicBezTo>
                      <a:cubicBezTo>
                        <a:pt x="33623" y="149923"/>
                        <a:pt x="33718" y="148875"/>
                        <a:pt x="33718" y="147923"/>
                      </a:cubicBezTo>
                      <a:cubicBezTo>
                        <a:pt x="33718" y="146971"/>
                        <a:pt x="33528" y="145446"/>
                        <a:pt x="33242" y="143637"/>
                      </a:cubicBezTo>
                      <a:cubicBezTo>
                        <a:pt x="32956" y="141731"/>
                        <a:pt x="32766" y="140398"/>
                        <a:pt x="32766" y="139541"/>
                      </a:cubicBezTo>
                      <a:cubicBezTo>
                        <a:pt x="32766" y="137731"/>
                        <a:pt x="33338" y="136112"/>
                        <a:pt x="34290" y="134683"/>
                      </a:cubicBezTo>
                      <a:cubicBezTo>
                        <a:pt x="34671" y="134016"/>
                        <a:pt x="34862" y="133255"/>
                        <a:pt x="34862" y="132397"/>
                      </a:cubicBezTo>
                      <a:cubicBezTo>
                        <a:pt x="34862" y="131254"/>
                        <a:pt x="34480" y="129540"/>
                        <a:pt x="33718" y="127159"/>
                      </a:cubicBezTo>
                      <a:cubicBezTo>
                        <a:pt x="32956" y="124873"/>
                        <a:pt x="32575" y="123253"/>
                        <a:pt x="32575" y="122301"/>
                      </a:cubicBezTo>
                      <a:cubicBezTo>
                        <a:pt x="32575" y="120300"/>
                        <a:pt x="33814" y="119063"/>
                        <a:pt x="36385" y="118872"/>
                      </a:cubicBezTo>
                      <a:cubicBezTo>
                        <a:pt x="36100" y="118490"/>
                        <a:pt x="35433" y="118300"/>
                        <a:pt x="34290" y="118300"/>
                      </a:cubicBezTo>
                      <a:lnTo>
                        <a:pt x="34290" y="110394"/>
                      </a:lnTo>
                      <a:cubicBezTo>
                        <a:pt x="34290" y="107156"/>
                        <a:pt x="33814" y="104584"/>
                        <a:pt x="32766" y="102489"/>
                      </a:cubicBezTo>
                      <a:lnTo>
                        <a:pt x="29718" y="102489"/>
                      </a:lnTo>
                      <a:cubicBezTo>
                        <a:pt x="29718" y="101441"/>
                        <a:pt x="30194" y="101060"/>
                        <a:pt x="31051" y="101346"/>
                      </a:cubicBezTo>
                      <a:cubicBezTo>
                        <a:pt x="32099" y="101632"/>
                        <a:pt x="32671" y="101632"/>
                        <a:pt x="32766" y="101346"/>
                      </a:cubicBezTo>
                      <a:lnTo>
                        <a:pt x="31242" y="95916"/>
                      </a:lnTo>
                      <a:cubicBezTo>
                        <a:pt x="31242" y="95916"/>
                        <a:pt x="32290" y="95250"/>
                        <a:pt x="33718" y="95155"/>
                      </a:cubicBezTo>
                      <a:cubicBezTo>
                        <a:pt x="34576" y="95059"/>
                        <a:pt x="35052" y="94202"/>
                        <a:pt x="34862" y="92869"/>
                      </a:cubicBezTo>
                      <a:lnTo>
                        <a:pt x="33338" y="91344"/>
                      </a:lnTo>
                      <a:cubicBezTo>
                        <a:pt x="34100" y="91059"/>
                        <a:pt x="34766" y="91344"/>
                        <a:pt x="35338" y="91916"/>
                      </a:cubicBezTo>
                      <a:cubicBezTo>
                        <a:pt x="35909" y="92583"/>
                        <a:pt x="36481" y="93154"/>
                        <a:pt x="36957" y="93821"/>
                      </a:cubicBezTo>
                      <a:cubicBezTo>
                        <a:pt x="38386" y="92392"/>
                        <a:pt x="38862" y="91344"/>
                        <a:pt x="38481" y="90773"/>
                      </a:cubicBezTo>
                      <a:lnTo>
                        <a:pt x="36385" y="88678"/>
                      </a:lnTo>
                      <a:cubicBezTo>
                        <a:pt x="36290" y="89154"/>
                        <a:pt x="35909" y="89439"/>
                        <a:pt x="35433" y="89439"/>
                      </a:cubicBezTo>
                      <a:cubicBezTo>
                        <a:pt x="34957" y="89439"/>
                        <a:pt x="34480" y="89154"/>
                        <a:pt x="34290" y="88678"/>
                      </a:cubicBezTo>
                      <a:lnTo>
                        <a:pt x="32195" y="86391"/>
                      </a:lnTo>
                      <a:cubicBezTo>
                        <a:pt x="33623" y="86391"/>
                        <a:pt x="34290" y="85915"/>
                        <a:pt x="34290" y="84867"/>
                      </a:cubicBezTo>
                      <a:cubicBezTo>
                        <a:pt x="34385" y="83344"/>
                        <a:pt x="34576" y="82296"/>
                        <a:pt x="34862" y="81819"/>
                      </a:cubicBezTo>
                      <a:lnTo>
                        <a:pt x="36957" y="84105"/>
                      </a:lnTo>
                      <a:lnTo>
                        <a:pt x="38291" y="82962"/>
                      </a:lnTo>
                      <a:cubicBezTo>
                        <a:pt x="38291" y="83629"/>
                        <a:pt x="38291" y="84010"/>
                        <a:pt x="38481" y="84105"/>
                      </a:cubicBezTo>
                      <a:cubicBezTo>
                        <a:pt x="38862" y="83629"/>
                        <a:pt x="39719" y="83439"/>
                        <a:pt x="41053" y="83534"/>
                      </a:cubicBezTo>
                      <a:cubicBezTo>
                        <a:pt x="42577" y="83629"/>
                        <a:pt x="43434" y="83629"/>
                        <a:pt x="43720" y="83534"/>
                      </a:cubicBezTo>
                      <a:cubicBezTo>
                        <a:pt x="44482" y="83248"/>
                        <a:pt x="44767" y="82486"/>
                        <a:pt x="44482" y="81248"/>
                      </a:cubicBezTo>
                      <a:lnTo>
                        <a:pt x="49149" y="84105"/>
                      </a:lnTo>
                      <a:cubicBezTo>
                        <a:pt x="49625" y="83820"/>
                        <a:pt x="49911" y="83248"/>
                        <a:pt x="49911" y="82391"/>
                      </a:cubicBezTo>
                      <a:lnTo>
                        <a:pt x="49721" y="80296"/>
                      </a:lnTo>
                      <a:cubicBezTo>
                        <a:pt x="50768" y="80963"/>
                        <a:pt x="51530" y="81248"/>
                        <a:pt x="52006" y="81248"/>
                      </a:cubicBezTo>
                      <a:cubicBezTo>
                        <a:pt x="52673" y="81248"/>
                        <a:pt x="53435" y="80963"/>
                        <a:pt x="54292" y="80296"/>
                      </a:cubicBezTo>
                      <a:cubicBezTo>
                        <a:pt x="53912" y="80200"/>
                        <a:pt x="52768" y="79629"/>
                        <a:pt x="51054" y="78581"/>
                      </a:cubicBezTo>
                      <a:cubicBezTo>
                        <a:pt x="49721" y="77628"/>
                        <a:pt x="48673" y="77248"/>
                        <a:pt x="47720" y="77248"/>
                      </a:cubicBezTo>
                      <a:cubicBezTo>
                        <a:pt x="47054" y="77248"/>
                        <a:pt x="46482" y="77343"/>
                        <a:pt x="46006" y="77628"/>
                      </a:cubicBezTo>
                      <a:cubicBezTo>
                        <a:pt x="44958" y="77914"/>
                        <a:pt x="44196" y="77152"/>
                        <a:pt x="43625" y="75533"/>
                      </a:cubicBezTo>
                      <a:cubicBezTo>
                        <a:pt x="43053" y="73819"/>
                        <a:pt x="42481" y="73057"/>
                        <a:pt x="41910" y="73057"/>
                      </a:cubicBezTo>
                      <a:cubicBezTo>
                        <a:pt x="41338" y="73057"/>
                        <a:pt x="40767" y="73533"/>
                        <a:pt x="40005" y="74580"/>
                      </a:cubicBezTo>
                      <a:lnTo>
                        <a:pt x="40767" y="75533"/>
                      </a:lnTo>
                      <a:lnTo>
                        <a:pt x="39433" y="76676"/>
                      </a:lnTo>
                      <a:cubicBezTo>
                        <a:pt x="39624" y="77343"/>
                        <a:pt x="40481" y="77628"/>
                        <a:pt x="41720" y="77628"/>
                      </a:cubicBezTo>
                      <a:lnTo>
                        <a:pt x="41720" y="79343"/>
                      </a:lnTo>
                      <a:cubicBezTo>
                        <a:pt x="40958" y="78867"/>
                        <a:pt x="39814" y="78486"/>
                        <a:pt x="38195" y="78391"/>
                      </a:cubicBezTo>
                      <a:cubicBezTo>
                        <a:pt x="36385" y="78200"/>
                        <a:pt x="35052" y="78391"/>
                        <a:pt x="34100" y="79153"/>
                      </a:cubicBezTo>
                      <a:lnTo>
                        <a:pt x="32575" y="79153"/>
                      </a:lnTo>
                      <a:lnTo>
                        <a:pt x="32575" y="67913"/>
                      </a:lnTo>
                      <a:lnTo>
                        <a:pt x="34671" y="70009"/>
                      </a:lnTo>
                      <a:cubicBezTo>
                        <a:pt x="35242" y="69722"/>
                        <a:pt x="35624" y="69342"/>
                        <a:pt x="35624" y="68675"/>
                      </a:cubicBezTo>
                      <a:lnTo>
                        <a:pt x="35624" y="66960"/>
                      </a:lnTo>
                      <a:cubicBezTo>
                        <a:pt x="35624" y="66960"/>
                        <a:pt x="34480" y="66389"/>
                        <a:pt x="33052" y="66389"/>
                      </a:cubicBezTo>
                      <a:cubicBezTo>
                        <a:pt x="32385" y="64198"/>
                        <a:pt x="32099" y="61722"/>
                        <a:pt x="32099" y="58864"/>
                      </a:cubicBezTo>
                      <a:cubicBezTo>
                        <a:pt x="32099" y="56388"/>
                        <a:pt x="32385" y="52578"/>
                        <a:pt x="33052" y="47339"/>
                      </a:cubicBezTo>
                      <a:cubicBezTo>
                        <a:pt x="33718" y="42196"/>
                        <a:pt x="34004" y="38195"/>
                        <a:pt x="34004" y="35528"/>
                      </a:cubicBezTo>
                      <a:cubicBezTo>
                        <a:pt x="34004" y="31718"/>
                        <a:pt x="33528" y="28384"/>
                        <a:pt x="32480" y="25527"/>
                      </a:cubicBezTo>
                      <a:lnTo>
                        <a:pt x="32480" y="11811"/>
                      </a:lnTo>
                      <a:cubicBezTo>
                        <a:pt x="32766" y="6382"/>
                        <a:pt x="34671" y="3047"/>
                        <a:pt x="38291" y="1619"/>
                      </a:cubicBezTo>
                      <a:lnTo>
                        <a:pt x="54864" y="2571"/>
                      </a:lnTo>
                      <a:lnTo>
                        <a:pt x="54864" y="4667"/>
                      </a:lnTo>
                      <a:lnTo>
                        <a:pt x="59150" y="3047"/>
                      </a:lnTo>
                      <a:cubicBezTo>
                        <a:pt x="61722" y="5715"/>
                        <a:pt x="63055" y="9906"/>
                        <a:pt x="63055" y="15430"/>
                      </a:cubicBezTo>
                      <a:cubicBezTo>
                        <a:pt x="63055" y="22479"/>
                        <a:pt x="63341" y="26860"/>
                        <a:pt x="63817" y="28575"/>
                      </a:cubicBezTo>
                      <a:lnTo>
                        <a:pt x="61722" y="29146"/>
                      </a:lnTo>
                      <a:cubicBezTo>
                        <a:pt x="61722" y="29146"/>
                        <a:pt x="61341" y="30003"/>
                        <a:pt x="61341" y="30480"/>
                      </a:cubicBezTo>
                      <a:cubicBezTo>
                        <a:pt x="61341" y="30956"/>
                        <a:pt x="61627" y="31622"/>
                        <a:pt x="62103" y="32289"/>
                      </a:cubicBezTo>
                      <a:cubicBezTo>
                        <a:pt x="62579" y="32956"/>
                        <a:pt x="62865" y="33432"/>
                        <a:pt x="62865" y="33718"/>
                      </a:cubicBezTo>
                      <a:cubicBezTo>
                        <a:pt x="62865" y="34194"/>
                        <a:pt x="62198" y="34671"/>
                        <a:pt x="60770" y="35052"/>
                      </a:cubicBezTo>
                      <a:cubicBezTo>
                        <a:pt x="62675" y="35052"/>
                        <a:pt x="63055" y="36576"/>
                        <a:pt x="61722" y="39624"/>
                      </a:cubicBezTo>
                      <a:lnTo>
                        <a:pt x="55531" y="43339"/>
                      </a:lnTo>
                      <a:lnTo>
                        <a:pt x="60770" y="46958"/>
                      </a:lnTo>
                      <a:cubicBezTo>
                        <a:pt x="60770" y="46958"/>
                        <a:pt x="60293" y="47434"/>
                        <a:pt x="59626" y="48101"/>
                      </a:cubicBezTo>
                      <a:cubicBezTo>
                        <a:pt x="58960" y="48768"/>
                        <a:pt x="58674" y="49339"/>
                        <a:pt x="58674" y="49816"/>
                      </a:cubicBezTo>
                      <a:cubicBezTo>
                        <a:pt x="58960" y="50292"/>
                        <a:pt x="59436" y="50578"/>
                        <a:pt x="60293" y="50672"/>
                      </a:cubicBezTo>
                      <a:cubicBezTo>
                        <a:pt x="61150" y="50672"/>
                        <a:pt x="61627" y="50768"/>
                        <a:pt x="61722" y="50768"/>
                      </a:cubicBezTo>
                      <a:lnTo>
                        <a:pt x="62865" y="48196"/>
                      </a:lnTo>
                      <a:cubicBezTo>
                        <a:pt x="64579" y="49244"/>
                        <a:pt x="65437" y="50768"/>
                        <a:pt x="65437" y="52864"/>
                      </a:cubicBezTo>
                      <a:cubicBezTo>
                        <a:pt x="65437" y="53530"/>
                        <a:pt x="65246" y="54483"/>
                        <a:pt x="65056" y="55816"/>
                      </a:cubicBezTo>
                      <a:cubicBezTo>
                        <a:pt x="64770" y="57150"/>
                        <a:pt x="64675" y="58102"/>
                        <a:pt x="64675" y="58578"/>
                      </a:cubicBezTo>
                      <a:cubicBezTo>
                        <a:pt x="64675" y="60864"/>
                        <a:pt x="66389" y="62198"/>
                        <a:pt x="69913" y="62484"/>
                      </a:cubicBezTo>
                      <a:cubicBezTo>
                        <a:pt x="71723" y="62198"/>
                        <a:pt x="73628" y="62103"/>
                        <a:pt x="75724" y="62103"/>
                      </a:cubicBezTo>
                      <a:cubicBezTo>
                        <a:pt x="77819" y="62103"/>
                        <a:pt x="80867" y="62293"/>
                        <a:pt x="84868" y="62674"/>
                      </a:cubicBezTo>
                      <a:cubicBezTo>
                        <a:pt x="88868" y="63055"/>
                        <a:pt x="91916" y="63246"/>
                        <a:pt x="93821" y="63246"/>
                      </a:cubicBezTo>
                      <a:cubicBezTo>
                        <a:pt x="99441" y="63246"/>
                        <a:pt x="104108" y="61913"/>
                        <a:pt x="107728" y="59436"/>
                      </a:cubicBezTo>
                      <a:cubicBezTo>
                        <a:pt x="107823" y="60960"/>
                        <a:pt x="107918" y="55816"/>
                        <a:pt x="107918" y="43815"/>
                      </a:cubicBezTo>
                      <a:cubicBezTo>
                        <a:pt x="107918" y="37433"/>
                        <a:pt x="107347" y="32385"/>
                        <a:pt x="106204" y="28956"/>
                      </a:cubicBezTo>
                      <a:cubicBezTo>
                        <a:pt x="107251" y="27813"/>
                        <a:pt x="107728" y="26003"/>
                        <a:pt x="107728" y="23431"/>
                      </a:cubicBezTo>
                      <a:cubicBezTo>
                        <a:pt x="107728" y="20859"/>
                        <a:pt x="108204" y="19050"/>
                        <a:pt x="109252" y="17716"/>
                      </a:cubicBezTo>
                      <a:cubicBezTo>
                        <a:pt x="107442" y="13239"/>
                        <a:pt x="106775" y="8763"/>
                        <a:pt x="107156" y="4476"/>
                      </a:cubicBezTo>
                      <a:cubicBezTo>
                        <a:pt x="109347" y="1524"/>
                        <a:pt x="112681" y="0"/>
                        <a:pt x="117158" y="0"/>
                      </a:cubicBezTo>
                      <a:cubicBezTo>
                        <a:pt x="118681" y="0"/>
                        <a:pt x="121063" y="190"/>
                        <a:pt x="124301" y="571"/>
                      </a:cubicBezTo>
                      <a:cubicBezTo>
                        <a:pt x="127445" y="952"/>
                        <a:pt x="129826" y="1143"/>
                        <a:pt x="131445" y="1143"/>
                      </a:cubicBezTo>
                      <a:cubicBezTo>
                        <a:pt x="132874" y="1143"/>
                        <a:pt x="134207" y="1048"/>
                        <a:pt x="135350" y="762"/>
                      </a:cubicBezTo>
                      <a:lnTo>
                        <a:pt x="137446" y="5143"/>
                      </a:lnTo>
                      <a:cubicBezTo>
                        <a:pt x="137636" y="21717"/>
                        <a:pt x="137446" y="45053"/>
                        <a:pt x="136874" y="75152"/>
                      </a:cubicBezTo>
                      <a:close/>
                      <a:moveTo>
                        <a:pt x="40196" y="99822"/>
                      </a:moveTo>
                      <a:cubicBezTo>
                        <a:pt x="39814" y="99155"/>
                        <a:pt x="39243" y="98964"/>
                        <a:pt x="38481" y="99250"/>
                      </a:cubicBezTo>
                      <a:cubicBezTo>
                        <a:pt x="37719" y="99536"/>
                        <a:pt x="37052" y="100013"/>
                        <a:pt x="36576" y="100774"/>
                      </a:cubicBezTo>
                      <a:lnTo>
                        <a:pt x="40196" y="99822"/>
                      </a:lnTo>
                      <a:close/>
                      <a:moveTo>
                        <a:pt x="37147" y="79534"/>
                      </a:moveTo>
                      <a:cubicBezTo>
                        <a:pt x="38386" y="79534"/>
                        <a:pt x="38957" y="80296"/>
                        <a:pt x="38671" y="81819"/>
                      </a:cubicBezTo>
                      <a:cubicBezTo>
                        <a:pt x="37624" y="80390"/>
                        <a:pt x="37147" y="79629"/>
                        <a:pt x="37147" y="79534"/>
                      </a:cubicBezTo>
                      <a:close/>
                      <a:moveTo>
                        <a:pt x="37147" y="87058"/>
                      </a:moveTo>
                      <a:lnTo>
                        <a:pt x="40196" y="89535"/>
                      </a:lnTo>
                      <a:lnTo>
                        <a:pt x="40196" y="88011"/>
                      </a:lnTo>
                      <a:cubicBezTo>
                        <a:pt x="39910" y="87344"/>
                        <a:pt x="39529" y="87058"/>
                        <a:pt x="39052" y="87058"/>
                      </a:cubicBezTo>
                      <a:lnTo>
                        <a:pt x="37147" y="87058"/>
                      </a:lnTo>
                      <a:close/>
                      <a:moveTo>
                        <a:pt x="38671" y="81819"/>
                      </a:moveTo>
                      <a:lnTo>
                        <a:pt x="38671" y="82010"/>
                      </a:lnTo>
                      <a:lnTo>
                        <a:pt x="38481" y="82200"/>
                      </a:lnTo>
                      <a:cubicBezTo>
                        <a:pt x="38481" y="82200"/>
                        <a:pt x="38481" y="81915"/>
                        <a:pt x="38671" y="81819"/>
                      </a:cubicBezTo>
                      <a:close/>
                      <a:moveTo>
                        <a:pt x="42005" y="107061"/>
                      </a:moveTo>
                      <a:lnTo>
                        <a:pt x="42005" y="106489"/>
                      </a:lnTo>
                      <a:lnTo>
                        <a:pt x="39719" y="106489"/>
                      </a:lnTo>
                      <a:lnTo>
                        <a:pt x="42005" y="107061"/>
                      </a:lnTo>
                      <a:close/>
                      <a:moveTo>
                        <a:pt x="42005" y="78486"/>
                      </a:moveTo>
                      <a:cubicBezTo>
                        <a:pt x="42005" y="78486"/>
                        <a:pt x="42291" y="78867"/>
                        <a:pt x="42005" y="78867"/>
                      </a:cubicBezTo>
                      <a:lnTo>
                        <a:pt x="42005" y="78486"/>
                      </a:lnTo>
                      <a:close/>
                      <a:moveTo>
                        <a:pt x="44863" y="127825"/>
                      </a:moveTo>
                      <a:lnTo>
                        <a:pt x="47149" y="127825"/>
                      </a:lnTo>
                      <a:cubicBezTo>
                        <a:pt x="46672" y="127063"/>
                        <a:pt x="45815" y="127063"/>
                        <a:pt x="44863" y="127825"/>
                      </a:cubicBezTo>
                      <a:lnTo>
                        <a:pt x="43529" y="127825"/>
                      </a:lnTo>
                      <a:cubicBezTo>
                        <a:pt x="43529" y="127825"/>
                        <a:pt x="44196" y="128111"/>
                        <a:pt x="44863" y="127825"/>
                      </a:cubicBezTo>
                      <a:close/>
                      <a:moveTo>
                        <a:pt x="44672" y="47625"/>
                      </a:moveTo>
                      <a:lnTo>
                        <a:pt x="44672" y="46291"/>
                      </a:lnTo>
                      <a:cubicBezTo>
                        <a:pt x="44672" y="46291"/>
                        <a:pt x="44196" y="46672"/>
                        <a:pt x="43720" y="47053"/>
                      </a:cubicBezTo>
                      <a:cubicBezTo>
                        <a:pt x="44101" y="47148"/>
                        <a:pt x="44482" y="47339"/>
                        <a:pt x="44672" y="47625"/>
                      </a:cubicBezTo>
                      <a:close/>
                      <a:moveTo>
                        <a:pt x="55817" y="80963"/>
                      </a:moveTo>
                      <a:lnTo>
                        <a:pt x="56769" y="80390"/>
                      </a:lnTo>
                      <a:lnTo>
                        <a:pt x="54483" y="80963"/>
                      </a:lnTo>
                      <a:lnTo>
                        <a:pt x="55817" y="80963"/>
                      </a:lnTo>
                      <a:close/>
                      <a:moveTo>
                        <a:pt x="55245" y="13430"/>
                      </a:moveTo>
                      <a:lnTo>
                        <a:pt x="55245" y="16478"/>
                      </a:lnTo>
                      <a:lnTo>
                        <a:pt x="57341" y="16478"/>
                      </a:lnTo>
                      <a:cubicBezTo>
                        <a:pt x="56769" y="16192"/>
                        <a:pt x="56579" y="15811"/>
                        <a:pt x="56579" y="15144"/>
                      </a:cubicBezTo>
                      <a:lnTo>
                        <a:pt x="56769" y="13430"/>
                      </a:lnTo>
                      <a:lnTo>
                        <a:pt x="55245" y="13430"/>
                      </a:lnTo>
                      <a:close/>
                      <a:moveTo>
                        <a:pt x="58293" y="147828"/>
                      </a:moveTo>
                      <a:lnTo>
                        <a:pt x="58293" y="145161"/>
                      </a:lnTo>
                      <a:lnTo>
                        <a:pt x="57341" y="145161"/>
                      </a:lnTo>
                      <a:lnTo>
                        <a:pt x="57341" y="147828"/>
                      </a:lnTo>
                      <a:lnTo>
                        <a:pt x="58293" y="147828"/>
                      </a:lnTo>
                      <a:close/>
                      <a:moveTo>
                        <a:pt x="68485" y="120300"/>
                      </a:moveTo>
                      <a:lnTo>
                        <a:pt x="68485" y="117538"/>
                      </a:lnTo>
                      <a:lnTo>
                        <a:pt x="69247" y="117538"/>
                      </a:lnTo>
                      <a:lnTo>
                        <a:pt x="69247" y="120300"/>
                      </a:lnTo>
                      <a:lnTo>
                        <a:pt x="68485" y="120300"/>
                      </a:lnTo>
                      <a:close/>
                      <a:moveTo>
                        <a:pt x="77343" y="97345"/>
                      </a:moveTo>
                      <a:lnTo>
                        <a:pt x="75247" y="95821"/>
                      </a:lnTo>
                      <a:lnTo>
                        <a:pt x="75629" y="95821"/>
                      </a:lnTo>
                      <a:cubicBezTo>
                        <a:pt x="76391" y="95916"/>
                        <a:pt x="76962" y="96488"/>
                        <a:pt x="77343" y="97345"/>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 name="Google Shape;757;p99"/>
                <p:cNvSpPr/>
                <p:nvPr/>
              </p:nvSpPr>
              <p:spPr>
                <a:xfrm>
                  <a:off x="4234433" y="5508688"/>
                  <a:ext cx="150971" cy="181069"/>
                </a:xfrm>
                <a:custGeom>
                  <a:avLst/>
                  <a:gdLst/>
                  <a:ahLst/>
                  <a:cxnLst/>
                  <a:rect l="l" t="t" r="r" b="b"/>
                  <a:pathLst>
                    <a:path w="150971" h="181069" extrusionOk="0">
                      <a:moveTo>
                        <a:pt x="117920" y="147542"/>
                      </a:moveTo>
                      <a:cubicBezTo>
                        <a:pt x="117443" y="149447"/>
                        <a:pt x="117158" y="151256"/>
                        <a:pt x="117158" y="152971"/>
                      </a:cubicBezTo>
                      <a:cubicBezTo>
                        <a:pt x="117158" y="155543"/>
                        <a:pt x="117824" y="158496"/>
                        <a:pt x="119158" y="161830"/>
                      </a:cubicBezTo>
                      <a:cubicBezTo>
                        <a:pt x="120967" y="165925"/>
                        <a:pt x="121920" y="168687"/>
                        <a:pt x="122206" y="169926"/>
                      </a:cubicBezTo>
                      <a:cubicBezTo>
                        <a:pt x="122873" y="170688"/>
                        <a:pt x="123158" y="171450"/>
                        <a:pt x="123158" y="172212"/>
                      </a:cubicBezTo>
                      <a:cubicBezTo>
                        <a:pt x="123158" y="173069"/>
                        <a:pt x="122587" y="174212"/>
                        <a:pt x="121444" y="175450"/>
                      </a:cubicBezTo>
                      <a:cubicBezTo>
                        <a:pt x="119729" y="177355"/>
                        <a:pt x="118777" y="178594"/>
                        <a:pt x="118491" y="178975"/>
                      </a:cubicBezTo>
                      <a:cubicBezTo>
                        <a:pt x="117253" y="178689"/>
                        <a:pt x="115824" y="178594"/>
                        <a:pt x="114300" y="178594"/>
                      </a:cubicBezTo>
                      <a:cubicBezTo>
                        <a:pt x="112776" y="178594"/>
                        <a:pt x="110395" y="178784"/>
                        <a:pt x="107347" y="179070"/>
                      </a:cubicBezTo>
                      <a:cubicBezTo>
                        <a:pt x="104204" y="179355"/>
                        <a:pt x="102013" y="179546"/>
                        <a:pt x="100584" y="179546"/>
                      </a:cubicBezTo>
                      <a:cubicBezTo>
                        <a:pt x="95155" y="179546"/>
                        <a:pt x="91250" y="177927"/>
                        <a:pt x="88773" y="174593"/>
                      </a:cubicBezTo>
                      <a:cubicBezTo>
                        <a:pt x="89535" y="172878"/>
                        <a:pt x="89916" y="171355"/>
                        <a:pt x="89916" y="169926"/>
                      </a:cubicBezTo>
                      <a:cubicBezTo>
                        <a:pt x="89916" y="167830"/>
                        <a:pt x="88773" y="165544"/>
                        <a:pt x="86678" y="162973"/>
                      </a:cubicBezTo>
                      <a:cubicBezTo>
                        <a:pt x="83534" y="159544"/>
                        <a:pt x="81725" y="157163"/>
                        <a:pt x="81248" y="156019"/>
                      </a:cubicBezTo>
                      <a:cubicBezTo>
                        <a:pt x="80582" y="155734"/>
                        <a:pt x="79915" y="155638"/>
                        <a:pt x="79153" y="155638"/>
                      </a:cubicBezTo>
                      <a:cubicBezTo>
                        <a:pt x="78105" y="155638"/>
                        <a:pt x="76391" y="155924"/>
                        <a:pt x="74009" y="156496"/>
                      </a:cubicBezTo>
                      <a:cubicBezTo>
                        <a:pt x="71533" y="157067"/>
                        <a:pt x="69818" y="157353"/>
                        <a:pt x="68771" y="157353"/>
                      </a:cubicBezTo>
                      <a:cubicBezTo>
                        <a:pt x="66199" y="157353"/>
                        <a:pt x="64484" y="156210"/>
                        <a:pt x="63722" y="153924"/>
                      </a:cubicBezTo>
                      <a:lnTo>
                        <a:pt x="62198" y="153924"/>
                      </a:lnTo>
                      <a:cubicBezTo>
                        <a:pt x="62198" y="152971"/>
                        <a:pt x="62008" y="151829"/>
                        <a:pt x="61627" y="150304"/>
                      </a:cubicBezTo>
                      <a:cubicBezTo>
                        <a:pt x="61246" y="148780"/>
                        <a:pt x="61055" y="147828"/>
                        <a:pt x="61055" y="147351"/>
                      </a:cubicBezTo>
                      <a:cubicBezTo>
                        <a:pt x="61055" y="146304"/>
                        <a:pt x="61436" y="145446"/>
                        <a:pt x="62198" y="144875"/>
                      </a:cubicBezTo>
                      <a:cubicBezTo>
                        <a:pt x="61532" y="144018"/>
                        <a:pt x="61246" y="143065"/>
                        <a:pt x="61246" y="142208"/>
                      </a:cubicBezTo>
                      <a:cubicBezTo>
                        <a:pt x="61246" y="141446"/>
                        <a:pt x="61532" y="140303"/>
                        <a:pt x="62198" y="138779"/>
                      </a:cubicBezTo>
                      <a:cubicBezTo>
                        <a:pt x="62865" y="137255"/>
                        <a:pt x="63151" y="136112"/>
                        <a:pt x="63151" y="135445"/>
                      </a:cubicBezTo>
                      <a:cubicBezTo>
                        <a:pt x="63151" y="134969"/>
                        <a:pt x="63055" y="134398"/>
                        <a:pt x="62770" y="133731"/>
                      </a:cubicBezTo>
                      <a:cubicBezTo>
                        <a:pt x="63913" y="131826"/>
                        <a:pt x="67342" y="130778"/>
                        <a:pt x="72962" y="130683"/>
                      </a:cubicBezTo>
                      <a:cubicBezTo>
                        <a:pt x="78105" y="130587"/>
                        <a:pt x="80677" y="129635"/>
                        <a:pt x="80677" y="128016"/>
                      </a:cubicBezTo>
                      <a:cubicBezTo>
                        <a:pt x="80677" y="126968"/>
                        <a:pt x="79915" y="125444"/>
                        <a:pt x="78486" y="123444"/>
                      </a:cubicBezTo>
                      <a:lnTo>
                        <a:pt x="81248" y="123444"/>
                      </a:lnTo>
                      <a:cubicBezTo>
                        <a:pt x="81153" y="124491"/>
                        <a:pt x="81439" y="125635"/>
                        <a:pt x="82201" y="127063"/>
                      </a:cubicBezTo>
                      <a:cubicBezTo>
                        <a:pt x="82582" y="126682"/>
                        <a:pt x="82867" y="125635"/>
                        <a:pt x="82963" y="124015"/>
                      </a:cubicBezTo>
                      <a:cubicBezTo>
                        <a:pt x="83058" y="122777"/>
                        <a:pt x="83820" y="122015"/>
                        <a:pt x="85058" y="121920"/>
                      </a:cubicBezTo>
                      <a:lnTo>
                        <a:pt x="82772" y="119634"/>
                      </a:lnTo>
                      <a:lnTo>
                        <a:pt x="85058" y="119063"/>
                      </a:lnTo>
                      <a:lnTo>
                        <a:pt x="83344" y="117538"/>
                      </a:lnTo>
                      <a:cubicBezTo>
                        <a:pt x="83344" y="117538"/>
                        <a:pt x="83915" y="117919"/>
                        <a:pt x="84296" y="117919"/>
                      </a:cubicBezTo>
                      <a:cubicBezTo>
                        <a:pt x="84773" y="117919"/>
                        <a:pt x="85534" y="117634"/>
                        <a:pt x="86487" y="117062"/>
                      </a:cubicBezTo>
                      <a:cubicBezTo>
                        <a:pt x="87440" y="116491"/>
                        <a:pt x="88106" y="116205"/>
                        <a:pt x="88487" y="116205"/>
                      </a:cubicBezTo>
                      <a:cubicBezTo>
                        <a:pt x="89059" y="116205"/>
                        <a:pt x="89535" y="116871"/>
                        <a:pt x="89630" y="118110"/>
                      </a:cubicBezTo>
                      <a:cubicBezTo>
                        <a:pt x="89249" y="118110"/>
                        <a:pt x="87725" y="118586"/>
                        <a:pt x="84963" y="119634"/>
                      </a:cubicBezTo>
                      <a:cubicBezTo>
                        <a:pt x="85058" y="119729"/>
                        <a:pt x="86106" y="120396"/>
                        <a:pt x="88011" y="121539"/>
                      </a:cubicBezTo>
                      <a:cubicBezTo>
                        <a:pt x="89154" y="122301"/>
                        <a:pt x="89725" y="123063"/>
                        <a:pt x="89725" y="123825"/>
                      </a:cubicBezTo>
                      <a:cubicBezTo>
                        <a:pt x="89725" y="124206"/>
                        <a:pt x="89725" y="124587"/>
                        <a:pt x="89535" y="124968"/>
                      </a:cubicBezTo>
                      <a:cubicBezTo>
                        <a:pt x="90202" y="124587"/>
                        <a:pt x="90678" y="123825"/>
                        <a:pt x="90869" y="122872"/>
                      </a:cubicBezTo>
                      <a:cubicBezTo>
                        <a:pt x="91154" y="121825"/>
                        <a:pt x="91059" y="121062"/>
                        <a:pt x="90678" y="120586"/>
                      </a:cubicBezTo>
                      <a:lnTo>
                        <a:pt x="93154" y="118014"/>
                      </a:lnTo>
                      <a:lnTo>
                        <a:pt x="87916" y="113156"/>
                      </a:lnTo>
                      <a:lnTo>
                        <a:pt x="88487" y="112204"/>
                      </a:lnTo>
                      <a:cubicBezTo>
                        <a:pt x="88106" y="111728"/>
                        <a:pt x="87630" y="111442"/>
                        <a:pt x="87154" y="111442"/>
                      </a:cubicBezTo>
                      <a:cubicBezTo>
                        <a:pt x="86868" y="111442"/>
                        <a:pt x="86392" y="111728"/>
                        <a:pt x="85534" y="112395"/>
                      </a:cubicBezTo>
                      <a:cubicBezTo>
                        <a:pt x="84677" y="113062"/>
                        <a:pt x="83915" y="113252"/>
                        <a:pt x="83153" y="113156"/>
                      </a:cubicBezTo>
                      <a:cubicBezTo>
                        <a:pt x="82867" y="113062"/>
                        <a:pt x="81248" y="112966"/>
                        <a:pt x="78200" y="112966"/>
                      </a:cubicBezTo>
                      <a:cubicBezTo>
                        <a:pt x="76391" y="112966"/>
                        <a:pt x="75438" y="111728"/>
                        <a:pt x="75343" y="109347"/>
                      </a:cubicBezTo>
                      <a:cubicBezTo>
                        <a:pt x="74295" y="108966"/>
                        <a:pt x="73819" y="108204"/>
                        <a:pt x="73819" y="107061"/>
                      </a:cubicBezTo>
                      <a:cubicBezTo>
                        <a:pt x="73819" y="106585"/>
                        <a:pt x="73914" y="105727"/>
                        <a:pt x="74200" y="104584"/>
                      </a:cubicBezTo>
                      <a:cubicBezTo>
                        <a:pt x="74486" y="103441"/>
                        <a:pt x="74581" y="102489"/>
                        <a:pt x="74581" y="101917"/>
                      </a:cubicBezTo>
                      <a:cubicBezTo>
                        <a:pt x="74581" y="100203"/>
                        <a:pt x="73533" y="99250"/>
                        <a:pt x="71533" y="99060"/>
                      </a:cubicBezTo>
                      <a:cubicBezTo>
                        <a:pt x="71152" y="98393"/>
                        <a:pt x="70961" y="97631"/>
                        <a:pt x="70961" y="96774"/>
                      </a:cubicBezTo>
                      <a:cubicBezTo>
                        <a:pt x="70961" y="96393"/>
                        <a:pt x="70961" y="95726"/>
                        <a:pt x="71152" y="94964"/>
                      </a:cubicBezTo>
                      <a:cubicBezTo>
                        <a:pt x="71247" y="94106"/>
                        <a:pt x="71342" y="93535"/>
                        <a:pt x="71342" y="93154"/>
                      </a:cubicBezTo>
                      <a:cubicBezTo>
                        <a:pt x="71342" y="91916"/>
                        <a:pt x="70675" y="90868"/>
                        <a:pt x="69437" y="90106"/>
                      </a:cubicBezTo>
                      <a:lnTo>
                        <a:pt x="67342" y="89535"/>
                      </a:lnTo>
                      <a:cubicBezTo>
                        <a:pt x="68390" y="88296"/>
                        <a:pt x="68866" y="86868"/>
                        <a:pt x="68866" y="85534"/>
                      </a:cubicBezTo>
                      <a:cubicBezTo>
                        <a:pt x="68866" y="84201"/>
                        <a:pt x="68390" y="82677"/>
                        <a:pt x="67532" y="80676"/>
                      </a:cubicBezTo>
                      <a:cubicBezTo>
                        <a:pt x="66770" y="79247"/>
                        <a:pt x="66008" y="77819"/>
                        <a:pt x="65246" y="76200"/>
                      </a:cubicBezTo>
                      <a:cubicBezTo>
                        <a:pt x="65913" y="75819"/>
                        <a:pt x="66294" y="75247"/>
                        <a:pt x="66389" y="74485"/>
                      </a:cubicBezTo>
                      <a:cubicBezTo>
                        <a:pt x="66484" y="73628"/>
                        <a:pt x="66104" y="72961"/>
                        <a:pt x="65246" y="72580"/>
                      </a:cubicBezTo>
                      <a:lnTo>
                        <a:pt x="62103" y="73152"/>
                      </a:lnTo>
                      <a:lnTo>
                        <a:pt x="61341" y="67723"/>
                      </a:lnTo>
                      <a:cubicBezTo>
                        <a:pt x="60293" y="68008"/>
                        <a:pt x="59722" y="68770"/>
                        <a:pt x="59722" y="70009"/>
                      </a:cubicBezTo>
                      <a:cubicBezTo>
                        <a:pt x="59722" y="71342"/>
                        <a:pt x="58960" y="72104"/>
                        <a:pt x="57721" y="72485"/>
                      </a:cubicBezTo>
                      <a:cubicBezTo>
                        <a:pt x="58007" y="73247"/>
                        <a:pt x="58103" y="74009"/>
                        <a:pt x="58103" y="74580"/>
                      </a:cubicBezTo>
                      <a:cubicBezTo>
                        <a:pt x="58103" y="75723"/>
                        <a:pt x="57626" y="77343"/>
                        <a:pt x="56579" y="79438"/>
                      </a:cubicBezTo>
                      <a:cubicBezTo>
                        <a:pt x="55531" y="81534"/>
                        <a:pt x="55054" y="83629"/>
                        <a:pt x="55245" y="85820"/>
                      </a:cubicBezTo>
                      <a:cubicBezTo>
                        <a:pt x="53340" y="86868"/>
                        <a:pt x="52197" y="88582"/>
                        <a:pt x="52007" y="91059"/>
                      </a:cubicBezTo>
                      <a:cubicBezTo>
                        <a:pt x="51625" y="94488"/>
                        <a:pt x="51245" y="96488"/>
                        <a:pt x="51054" y="96869"/>
                      </a:cubicBezTo>
                      <a:cubicBezTo>
                        <a:pt x="50387" y="96774"/>
                        <a:pt x="49625" y="97631"/>
                        <a:pt x="48578" y="99536"/>
                      </a:cubicBezTo>
                      <a:cubicBezTo>
                        <a:pt x="47434" y="102012"/>
                        <a:pt x="46292" y="103631"/>
                        <a:pt x="45053" y="104394"/>
                      </a:cubicBezTo>
                      <a:cubicBezTo>
                        <a:pt x="45053" y="104680"/>
                        <a:pt x="45529" y="105346"/>
                        <a:pt x="46577" y="106489"/>
                      </a:cubicBezTo>
                      <a:lnTo>
                        <a:pt x="47911" y="104965"/>
                      </a:lnTo>
                      <a:cubicBezTo>
                        <a:pt x="47911" y="104965"/>
                        <a:pt x="48292" y="105251"/>
                        <a:pt x="48292" y="105537"/>
                      </a:cubicBezTo>
                      <a:cubicBezTo>
                        <a:pt x="48292" y="105918"/>
                        <a:pt x="48006" y="106680"/>
                        <a:pt x="47434" y="107632"/>
                      </a:cubicBezTo>
                      <a:cubicBezTo>
                        <a:pt x="46863" y="108680"/>
                        <a:pt x="46577" y="109347"/>
                        <a:pt x="46577" y="109538"/>
                      </a:cubicBezTo>
                      <a:cubicBezTo>
                        <a:pt x="45529" y="110966"/>
                        <a:pt x="45053" y="111728"/>
                        <a:pt x="45053" y="111823"/>
                      </a:cubicBezTo>
                      <a:lnTo>
                        <a:pt x="46577" y="113347"/>
                      </a:lnTo>
                      <a:cubicBezTo>
                        <a:pt x="46958" y="112680"/>
                        <a:pt x="47434" y="112395"/>
                        <a:pt x="47911" y="112395"/>
                      </a:cubicBezTo>
                      <a:lnTo>
                        <a:pt x="47911" y="113919"/>
                      </a:lnTo>
                      <a:cubicBezTo>
                        <a:pt x="47434" y="113633"/>
                        <a:pt x="46958" y="113538"/>
                        <a:pt x="46577" y="113538"/>
                      </a:cubicBezTo>
                      <a:cubicBezTo>
                        <a:pt x="45529" y="113538"/>
                        <a:pt x="44767" y="114776"/>
                        <a:pt x="44291" y="117347"/>
                      </a:cubicBezTo>
                      <a:cubicBezTo>
                        <a:pt x="43625" y="120300"/>
                        <a:pt x="42863" y="122110"/>
                        <a:pt x="42005" y="122777"/>
                      </a:cubicBezTo>
                      <a:cubicBezTo>
                        <a:pt x="42767" y="123444"/>
                        <a:pt x="43339" y="124777"/>
                        <a:pt x="43720" y="126968"/>
                      </a:cubicBezTo>
                      <a:cubicBezTo>
                        <a:pt x="44101" y="129064"/>
                        <a:pt x="45053" y="130397"/>
                        <a:pt x="46577" y="130873"/>
                      </a:cubicBezTo>
                      <a:cubicBezTo>
                        <a:pt x="47339" y="130397"/>
                        <a:pt x="49149" y="130207"/>
                        <a:pt x="52007" y="130302"/>
                      </a:cubicBezTo>
                      <a:cubicBezTo>
                        <a:pt x="54388" y="130302"/>
                        <a:pt x="55817" y="130016"/>
                        <a:pt x="56198" y="129349"/>
                      </a:cubicBezTo>
                      <a:cubicBezTo>
                        <a:pt x="56293" y="130778"/>
                        <a:pt x="56769" y="133826"/>
                        <a:pt x="57531" y="138589"/>
                      </a:cubicBezTo>
                      <a:cubicBezTo>
                        <a:pt x="58198" y="142304"/>
                        <a:pt x="58483" y="145351"/>
                        <a:pt x="58483" y="147638"/>
                      </a:cubicBezTo>
                      <a:cubicBezTo>
                        <a:pt x="58483" y="151256"/>
                        <a:pt x="57912" y="154591"/>
                        <a:pt x="56769" y="157829"/>
                      </a:cubicBezTo>
                      <a:cubicBezTo>
                        <a:pt x="54959" y="158305"/>
                        <a:pt x="52007" y="158496"/>
                        <a:pt x="47816" y="158400"/>
                      </a:cubicBezTo>
                      <a:cubicBezTo>
                        <a:pt x="43625" y="158305"/>
                        <a:pt x="40481" y="158782"/>
                        <a:pt x="38291" y="159925"/>
                      </a:cubicBezTo>
                      <a:lnTo>
                        <a:pt x="39243" y="160496"/>
                      </a:lnTo>
                      <a:cubicBezTo>
                        <a:pt x="36195" y="161258"/>
                        <a:pt x="34385" y="163544"/>
                        <a:pt x="33814" y="167259"/>
                      </a:cubicBezTo>
                      <a:cubicBezTo>
                        <a:pt x="33528" y="170306"/>
                        <a:pt x="33242" y="173355"/>
                        <a:pt x="32861" y="176307"/>
                      </a:cubicBezTo>
                      <a:cubicBezTo>
                        <a:pt x="32004" y="179260"/>
                        <a:pt x="29337" y="180594"/>
                        <a:pt x="24955" y="180118"/>
                      </a:cubicBezTo>
                      <a:cubicBezTo>
                        <a:pt x="24575" y="180784"/>
                        <a:pt x="24098" y="181070"/>
                        <a:pt x="23432" y="181070"/>
                      </a:cubicBezTo>
                      <a:cubicBezTo>
                        <a:pt x="22860" y="181070"/>
                        <a:pt x="22003" y="180689"/>
                        <a:pt x="20860" y="180118"/>
                      </a:cubicBezTo>
                      <a:cubicBezTo>
                        <a:pt x="19621" y="179451"/>
                        <a:pt x="18764" y="179165"/>
                        <a:pt x="18193" y="179070"/>
                      </a:cubicBezTo>
                      <a:cubicBezTo>
                        <a:pt x="17621" y="179070"/>
                        <a:pt x="16859" y="178975"/>
                        <a:pt x="15812" y="178975"/>
                      </a:cubicBezTo>
                      <a:cubicBezTo>
                        <a:pt x="14954" y="178975"/>
                        <a:pt x="13525" y="179070"/>
                        <a:pt x="11716" y="179355"/>
                      </a:cubicBezTo>
                      <a:cubicBezTo>
                        <a:pt x="9906" y="179641"/>
                        <a:pt x="8573" y="179737"/>
                        <a:pt x="7715" y="179737"/>
                      </a:cubicBezTo>
                      <a:cubicBezTo>
                        <a:pt x="3715" y="179737"/>
                        <a:pt x="1333" y="178498"/>
                        <a:pt x="571" y="175831"/>
                      </a:cubicBezTo>
                      <a:cubicBezTo>
                        <a:pt x="191" y="174688"/>
                        <a:pt x="0" y="173641"/>
                        <a:pt x="0" y="172593"/>
                      </a:cubicBezTo>
                      <a:cubicBezTo>
                        <a:pt x="0" y="171069"/>
                        <a:pt x="667" y="168973"/>
                        <a:pt x="1905" y="166211"/>
                      </a:cubicBezTo>
                      <a:cubicBezTo>
                        <a:pt x="3143" y="163449"/>
                        <a:pt x="3620" y="161163"/>
                        <a:pt x="3238" y="159258"/>
                      </a:cubicBezTo>
                      <a:cubicBezTo>
                        <a:pt x="5429" y="158591"/>
                        <a:pt x="6477" y="157163"/>
                        <a:pt x="6477" y="154781"/>
                      </a:cubicBezTo>
                      <a:cubicBezTo>
                        <a:pt x="6477" y="154400"/>
                        <a:pt x="6477" y="153828"/>
                        <a:pt x="6287" y="153066"/>
                      </a:cubicBezTo>
                      <a:lnTo>
                        <a:pt x="6287" y="151162"/>
                      </a:lnTo>
                      <a:cubicBezTo>
                        <a:pt x="6287" y="149828"/>
                        <a:pt x="6572" y="148875"/>
                        <a:pt x="7049" y="148114"/>
                      </a:cubicBezTo>
                      <a:cubicBezTo>
                        <a:pt x="9144" y="147351"/>
                        <a:pt x="10096" y="145922"/>
                        <a:pt x="10096" y="143827"/>
                      </a:cubicBezTo>
                      <a:cubicBezTo>
                        <a:pt x="10096" y="143256"/>
                        <a:pt x="10001" y="142113"/>
                        <a:pt x="9716" y="140779"/>
                      </a:cubicBezTo>
                      <a:cubicBezTo>
                        <a:pt x="9430" y="139350"/>
                        <a:pt x="9334" y="138303"/>
                        <a:pt x="9334" y="137541"/>
                      </a:cubicBezTo>
                      <a:cubicBezTo>
                        <a:pt x="9334" y="135350"/>
                        <a:pt x="10287" y="133731"/>
                        <a:pt x="12192" y="132683"/>
                      </a:cubicBezTo>
                      <a:cubicBezTo>
                        <a:pt x="11906" y="131730"/>
                        <a:pt x="11811" y="130969"/>
                        <a:pt x="11811" y="130207"/>
                      </a:cubicBezTo>
                      <a:cubicBezTo>
                        <a:pt x="11811" y="128492"/>
                        <a:pt x="12573" y="126492"/>
                        <a:pt x="14097" y="124015"/>
                      </a:cubicBezTo>
                      <a:cubicBezTo>
                        <a:pt x="15621" y="121539"/>
                        <a:pt x="16383" y="119634"/>
                        <a:pt x="16383" y="118396"/>
                      </a:cubicBezTo>
                      <a:cubicBezTo>
                        <a:pt x="16383" y="117253"/>
                        <a:pt x="16002" y="116014"/>
                        <a:pt x="15240" y="114681"/>
                      </a:cubicBezTo>
                      <a:cubicBezTo>
                        <a:pt x="17431" y="112109"/>
                        <a:pt x="18955" y="108299"/>
                        <a:pt x="19812" y="103251"/>
                      </a:cubicBezTo>
                      <a:cubicBezTo>
                        <a:pt x="20288" y="99346"/>
                        <a:pt x="20765" y="95535"/>
                        <a:pt x="21146" y="91630"/>
                      </a:cubicBezTo>
                      <a:cubicBezTo>
                        <a:pt x="23241" y="90678"/>
                        <a:pt x="24479" y="88487"/>
                        <a:pt x="25051" y="84867"/>
                      </a:cubicBezTo>
                      <a:cubicBezTo>
                        <a:pt x="25622" y="81248"/>
                        <a:pt x="26765" y="78867"/>
                        <a:pt x="28384" y="77724"/>
                      </a:cubicBezTo>
                      <a:cubicBezTo>
                        <a:pt x="27908" y="76581"/>
                        <a:pt x="27623" y="75247"/>
                        <a:pt x="27623" y="73819"/>
                      </a:cubicBezTo>
                      <a:cubicBezTo>
                        <a:pt x="27623" y="72580"/>
                        <a:pt x="27813" y="70866"/>
                        <a:pt x="28289" y="68770"/>
                      </a:cubicBezTo>
                      <a:cubicBezTo>
                        <a:pt x="28766" y="66675"/>
                        <a:pt x="28956" y="65437"/>
                        <a:pt x="28956" y="64960"/>
                      </a:cubicBezTo>
                      <a:cubicBezTo>
                        <a:pt x="30480" y="64008"/>
                        <a:pt x="31242" y="62865"/>
                        <a:pt x="31242" y="61436"/>
                      </a:cubicBezTo>
                      <a:lnTo>
                        <a:pt x="31242" y="59055"/>
                      </a:lnTo>
                      <a:cubicBezTo>
                        <a:pt x="31242" y="57150"/>
                        <a:pt x="32290" y="55530"/>
                        <a:pt x="34290" y="54197"/>
                      </a:cubicBezTo>
                      <a:cubicBezTo>
                        <a:pt x="33242" y="52388"/>
                        <a:pt x="33242" y="49244"/>
                        <a:pt x="34290" y="44767"/>
                      </a:cubicBezTo>
                      <a:cubicBezTo>
                        <a:pt x="37243" y="44291"/>
                        <a:pt x="38386" y="42291"/>
                        <a:pt x="37814" y="38766"/>
                      </a:cubicBezTo>
                      <a:cubicBezTo>
                        <a:pt x="37052" y="34671"/>
                        <a:pt x="37148" y="32194"/>
                        <a:pt x="38005" y="31432"/>
                      </a:cubicBezTo>
                      <a:cubicBezTo>
                        <a:pt x="41624" y="27337"/>
                        <a:pt x="44482" y="25241"/>
                        <a:pt x="46673" y="25241"/>
                      </a:cubicBezTo>
                      <a:cubicBezTo>
                        <a:pt x="48196" y="25241"/>
                        <a:pt x="49530" y="26003"/>
                        <a:pt x="50768" y="27527"/>
                      </a:cubicBezTo>
                      <a:cubicBezTo>
                        <a:pt x="51149" y="27241"/>
                        <a:pt x="51340" y="26575"/>
                        <a:pt x="51340" y="25432"/>
                      </a:cubicBezTo>
                      <a:cubicBezTo>
                        <a:pt x="51721" y="25146"/>
                        <a:pt x="52197" y="25050"/>
                        <a:pt x="52673" y="25050"/>
                      </a:cubicBezTo>
                      <a:cubicBezTo>
                        <a:pt x="53150" y="25050"/>
                        <a:pt x="54007" y="25241"/>
                        <a:pt x="55245" y="25527"/>
                      </a:cubicBezTo>
                      <a:cubicBezTo>
                        <a:pt x="56483" y="25908"/>
                        <a:pt x="57341" y="26003"/>
                        <a:pt x="57817" y="26003"/>
                      </a:cubicBezTo>
                      <a:cubicBezTo>
                        <a:pt x="59341" y="26003"/>
                        <a:pt x="60484" y="25336"/>
                        <a:pt x="61150" y="23907"/>
                      </a:cubicBezTo>
                      <a:cubicBezTo>
                        <a:pt x="61817" y="24384"/>
                        <a:pt x="63055" y="25336"/>
                        <a:pt x="64961" y="26575"/>
                      </a:cubicBezTo>
                      <a:cubicBezTo>
                        <a:pt x="65437" y="25527"/>
                        <a:pt x="66199" y="25050"/>
                        <a:pt x="67246" y="25050"/>
                      </a:cubicBezTo>
                      <a:cubicBezTo>
                        <a:pt x="67913" y="25050"/>
                        <a:pt x="68961" y="25241"/>
                        <a:pt x="70390" y="25717"/>
                      </a:cubicBezTo>
                      <a:cubicBezTo>
                        <a:pt x="71914" y="26194"/>
                        <a:pt x="73057" y="26384"/>
                        <a:pt x="73914" y="26384"/>
                      </a:cubicBezTo>
                      <a:cubicBezTo>
                        <a:pt x="74581" y="26384"/>
                        <a:pt x="75152" y="26289"/>
                        <a:pt x="75629" y="26003"/>
                      </a:cubicBezTo>
                      <a:cubicBezTo>
                        <a:pt x="77343" y="27051"/>
                        <a:pt x="78962" y="28098"/>
                        <a:pt x="80677" y="29337"/>
                      </a:cubicBezTo>
                      <a:cubicBezTo>
                        <a:pt x="82391" y="30480"/>
                        <a:pt x="83153" y="32004"/>
                        <a:pt x="83153" y="33909"/>
                      </a:cubicBezTo>
                      <a:cubicBezTo>
                        <a:pt x="83153" y="34385"/>
                        <a:pt x="83153" y="35052"/>
                        <a:pt x="82963" y="35623"/>
                      </a:cubicBezTo>
                      <a:lnTo>
                        <a:pt x="86296" y="35052"/>
                      </a:lnTo>
                      <a:cubicBezTo>
                        <a:pt x="85725" y="36766"/>
                        <a:pt x="85534" y="38481"/>
                        <a:pt x="85534" y="40291"/>
                      </a:cubicBezTo>
                      <a:cubicBezTo>
                        <a:pt x="85534" y="44100"/>
                        <a:pt x="86963" y="48577"/>
                        <a:pt x="89916" y="53625"/>
                      </a:cubicBezTo>
                      <a:lnTo>
                        <a:pt x="86296" y="55150"/>
                      </a:lnTo>
                      <a:lnTo>
                        <a:pt x="89916" y="56483"/>
                      </a:lnTo>
                      <a:cubicBezTo>
                        <a:pt x="89440" y="56388"/>
                        <a:pt x="88392" y="56864"/>
                        <a:pt x="86868" y="58007"/>
                      </a:cubicBezTo>
                      <a:lnTo>
                        <a:pt x="86868" y="58769"/>
                      </a:lnTo>
                      <a:cubicBezTo>
                        <a:pt x="87916" y="58388"/>
                        <a:pt x="89630" y="58578"/>
                        <a:pt x="92012" y="59531"/>
                      </a:cubicBezTo>
                      <a:lnTo>
                        <a:pt x="89345" y="63817"/>
                      </a:lnTo>
                      <a:cubicBezTo>
                        <a:pt x="92297" y="67437"/>
                        <a:pt x="94964" y="69246"/>
                        <a:pt x="97250" y="69246"/>
                      </a:cubicBezTo>
                      <a:lnTo>
                        <a:pt x="97250" y="70771"/>
                      </a:lnTo>
                      <a:cubicBezTo>
                        <a:pt x="96393" y="69532"/>
                        <a:pt x="95631" y="68961"/>
                        <a:pt x="95155" y="69246"/>
                      </a:cubicBezTo>
                      <a:cubicBezTo>
                        <a:pt x="94583" y="71056"/>
                        <a:pt x="94393" y="72961"/>
                        <a:pt x="94393" y="75056"/>
                      </a:cubicBezTo>
                      <a:cubicBezTo>
                        <a:pt x="94393" y="79247"/>
                        <a:pt x="95345" y="82486"/>
                        <a:pt x="97250" y="84677"/>
                      </a:cubicBezTo>
                      <a:cubicBezTo>
                        <a:pt x="96774" y="85154"/>
                        <a:pt x="96488" y="85725"/>
                        <a:pt x="96488" y="86201"/>
                      </a:cubicBezTo>
                      <a:cubicBezTo>
                        <a:pt x="96488" y="86677"/>
                        <a:pt x="96965" y="87439"/>
                        <a:pt x="97917" y="88296"/>
                      </a:cubicBezTo>
                      <a:cubicBezTo>
                        <a:pt x="98870" y="89154"/>
                        <a:pt x="99346" y="90011"/>
                        <a:pt x="99346" y="90582"/>
                      </a:cubicBezTo>
                      <a:cubicBezTo>
                        <a:pt x="99346" y="90964"/>
                        <a:pt x="99155" y="91440"/>
                        <a:pt x="98774" y="91916"/>
                      </a:cubicBezTo>
                      <a:lnTo>
                        <a:pt x="101060" y="92869"/>
                      </a:lnTo>
                      <a:cubicBezTo>
                        <a:pt x="102394" y="100203"/>
                        <a:pt x="103156" y="104680"/>
                        <a:pt x="103537" y="106203"/>
                      </a:cubicBezTo>
                      <a:cubicBezTo>
                        <a:pt x="104680" y="111157"/>
                        <a:pt x="106299" y="115443"/>
                        <a:pt x="108395" y="118967"/>
                      </a:cubicBezTo>
                      <a:cubicBezTo>
                        <a:pt x="106871" y="121539"/>
                        <a:pt x="107347" y="123539"/>
                        <a:pt x="109919" y="124968"/>
                      </a:cubicBezTo>
                      <a:cubicBezTo>
                        <a:pt x="109633" y="131350"/>
                        <a:pt x="110585" y="135826"/>
                        <a:pt x="112776" y="138207"/>
                      </a:cubicBezTo>
                      <a:cubicBezTo>
                        <a:pt x="112776" y="144399"/>
                        <a:pt x="114300" y="147542"/>
                        <a:pt x="117443" y="147638"/>
                      </a:cubicBezTo>
                      <a:close/>
                      <a:moveTo>
                        <a:pt x="6287" y="27431"/>
                      </a:moveTo>
                      <a:lnTo>
                        <a:pt x="4763" y="28956"/>
                      </a:lnTo>
                      <a:lnTo>
                        <a:pt x="2667" y="26479"/>
                      </a:lnTo>
                      <a:lnTo>
                        <a:pt x="6287" y="27431"/>
                      </a:lnTo>
                      <a:close/>
                      <a:moveTo>
                        <a:pt x="9525" y="56388"/>
                      </a:moveTo>
                      <a:lnTo>
                        <a:pt x="10668" y="60007"/>
                      </a:lnTo>
                      <a:lnTo>
                        <a:pt x="7811" y="64579"/>
                      </a:lnTo>
                      <a:lnTo>
                        <a:pt x="9525" y="56292"/>
                      </a:lnTo>
                      <a:close/>
                      <a:moveTo>
                        <a:pt x="12002" y="39243"/>
                      </a:moveTo>
                      <a:cubicBezTo>
                        <a:pt x="12002" y="39243"/>
                        <a:pt x="11144" y="39719"/>
                        <a:pt x="10096" y="40767"/>
                      </a:cubicBezTo>
                      <a:lnTo>
                        <a:pt x="9525" y="38671"/>
                      </a:lnTo>
                      <a:lnTo>
                        <a:pt x="12002" y="39243"/>
                      </a:lnTo>
                      <a:close/>
                      <a:moveTo>
                        <a:pt x="28575" y="43053"/>
                      </a:moveTo>
                      <a:cubicBezTo>
                        <a:pt x="27718" y="40957"/>
                        <a:pt x="25908" y="40195"/>
                        <a:pt x="23336" y="40767"/>
                      </a:cubicBezTo>
                      <a:lnTo>
                        <a:pt x="22765" y="41529"/>
                      </a:lnTo>
                      <a:cubicBezTo>
                        <a:pt x="22765" y="40291"/>
                        <a:pt x="23146" y="39624"/>
                        <a:pt x="23908" y="39624"/>
                      </a:cubicBezTo>
                      <a:cubicBezTo>
                        <a:pt x="24003" y="39624"/>
                        <a:pt x="24765" y="39814"/>
                        <a:pt x="26003" y="40195"/>
                      </a:cubicBezTo>
                      <a:cubicBezTo>
                        <a:pt x="27051" y="40481"/>
                        <a:pt x="27908" y="40481"/>
                        <a:pt x="28480" y="40195"/>
                      </a:cubicBezTo>
                      <a:lnTo>
                        <a:pt x="28480" y="43053"/>
                      </a:lnTo>
                      <a:close/>
                      <a:moveTo>
                        <a:pt x="25527" y="105537"/>
                      </a:moveTo>
                      <a:lnTo>
                        <a:pt x="25527" y="101917"/>
                      </a:lnTo>
                      <a:lnTo>
                        <a:pt x="24955" y="101917"/>
                      </a:lnTo>
                      <a:lnTo>
                        <a:pt x="24955" y="105537"/>
                      </a:lnTo>
                      <a:lnTo>
                        <a:pt x="25527" y="105537"/>
                      </a:lnTo>
                      <a:close/>
                      <a:moveTo>
                        <a:pt x="36100" y="46196"/>
                      </a:moveTo>
                      <a:lnTo>
                        <a:pt x="40386" y="43910"/>
                      </a:lnTo>
                      <a:lnTo>
                        <a:pt x="39815" y="41624"/>
                      </a:lnTo>
                      <a:lnTo>
                        <a:pt x="36195" y="46291"/>
                      </a:lnTo>
                      <a:close/>
                      <a:moveTo>
                        <a:pt x="40386" y="72771"/>
                      </a:moveTo>
                      <a:lnTo>
                        <a:pt x="44101" y="73723"/>
                      </a:lnTo>
                      <a:lnTo>
                        <a:pt x="43529" y="72771"/>
                      </a:lnTo>
                      <a:lnTo>
                        <a:pt x="40481" y="72771"/>
                      </a:lnTo>
                      <a:close/>
                      <a:moveTo>
                        <a:pt x="43434" y="69151"/>
                      </a:moveTo>
                      <a:lnTo>
                        <a:pt x="44958" y="68389"/>
                      </a:lnTo>
                      <a:lnTo>
                        <a:pt x="43434" y="66865"/>
                      </a:lnTo>
                      <a:lnTo>
                        <a:pt x="43434" y="69151"/>
                      </a:lnTo>
                      <a:close/>
                      <a:moveTo>
                        <a:pt x="44958" y="37147"/>
                      </a:moveTo>
                      <a:lnTo>
                        <a:pt x="47244" y="36576"/>
                      </a:lnTo>
                      <a:lnTo>
                        <a:pt x="44005" y="35623"/>
                      </a:lnTo>
                      <a:lnTo>
                        <a:pt x="44958" y="37147"/>
                      </a:lnTo>
                      <a:close/>
                      <a:moveTo>
                        <a:pt x="45529" y="13239"/>
                      </a:moveTo>
                      <a:lnTo>
                        <a:pt x="46482" y="15525"/>
                      </a:lnTo>
                      <a:lnTo>
                        <a:pt x="44958" y="15525"/>
                      </a:lnTo>
                      <a:lnTo>
                        <a:pt x="45529" y="13239"/>
                      </a:lnTo>
                      <a:close/>
                      <a:moveTo>
                        <a:pt x="52483" y="8001"/>
                      </a:moveTo>
                      <a:cubicBezTo>
                        <a:pt x="51435" y="7620"/>
                        <a:pt x="50959" y="6858"/>
                        <a:pt x="50959" y="5715"/>
                      </a:cubicBezTo>
                      <a:lnTo>
                        <a:pt x="50959" y="3047"/>
                      </a:lnTo>
                      <a:lnTo>
                        <a:pt x="56198" y="0"/>
                      </a:lnTo>
                      <a:cubicBezTo>
                        <a:pt x="56198" y="476"/>
                        <a:pt x="55531" y="1143"/>
                        <a:pt x="54197" y="1810"/>
                      </a:cubicBezTo>
                      <a:cubicBezTo>
                        <a:pt x="52864" y="2476"/>
                        <a:pt x="52197" y="3238"/>
                        <a:pt x="52197" y="3810"/>
                      </a:cubicBezTo>
                      <a:cubicBezTo>
                        <a:pt x="52197" y="4191"/>
                        <a:pt x="52483" y="4763"/>
                        <a:pt x="53150" y="5334"/>
                      </a:cubicBezTo>
                      <a:cubicBezTo>
                        <a:pt x="53435" y="6096"/>
                        <a:pt x="53150" y="7048"/>
                        <a:pt x="52578" y="8001"/>
                      </a:cubicBezTo>
                      <a:close/>
                      <a:moveTo>
                        <a:pt x="57721" y="17812"/>
                      </a:moveTo>
                      <a:lnTo>
                        <a:pt x="59055" y="17812"/>
                      </a:lnTo>
                      <a:lnTo>
                        <a:pt x="56769" y="21621"/>
                      </a:lnTo>
                      <a:lnTo>
                        <a:pt x="57721" y="17812"/>
                      </a:lnTo>
                      <a:close/>
                      <a:moveTo>
                        <a:pt x="57721" y="44577"/>
                      </a:moveTo>
                      <a:lnTo>
                        <a:pt x="57721" y="42291"/>
                      </a:lnTo>
                      <a:lnTo>
                        <a:pt x="56769" y="42291"/>
                      </a:lnTo>
                      <a:lnTo>
                        <a:pt x="56769" y="44577"/>
                      </a:lnTo>
                      <a:lnTo>
                        <a:pt x="57721" y="44577"/>
                      </a:lnTo>
                      <a:close/>
                      <a:moveTo>
                        <a:pt x="67342" y="14668"/>
                      </a:moveTo>
                      <a:lnTo>
                        <a:pt x="67342" y="17716"/>
                      </a:lnTo>
                      <a:lnTo>
                        <a:pt x="65246" y="12478"/>
                      </a:lnTo>
                      <a:cubicBezTo>
                        <a:pt x="66675" y="12478"/>
                        <a:pt x="67342" y="13239"/>
                        <a:pt x="67342" y="14573"/>
                      </a:cubicBezTo>
                      <a:close/>
                      <a:moveTo>
                        <a:pt x="70961" y="43053"/>
                      </a:moveTo>
                      <a:lnTo>
                        <a:pt x="75438" y="41529"/>
                      </a:lnTo>
                      <a:lnTo>
                        <a:pt x="73057" y="41529"/>
                      </a:lnTo>
                      <a:lnTo>
                        <a:pt x="70961" y="43053"/>
                      </a:lnTo>
                      <a:close/>
                      <a:moveTo>
                        <a:pt x="70961" y="57912"/>
                      </a:moveTo>
                      <a:lnTo>
                        <a:pt x="71533" y="55626"/>
                      </a:lnTo>
                      <a:lnTo>
                        <a:pt x="70961" y="55054"/>
                      </a:lnTo>
                      <a:lnTo>
                        <a:pt x="70961" y="57912"/>
                      </a:lnTo>
                      <a:close/>
                      <a:moveTo>
                        <a:pt x="77533" y="118872"/>
                      </a:moveTo>
                      <a:cubicBezTo>
                        <a:pt x="77533" y="118872"/>
                        <a:pt x="78200" y="119063"/>
                        <a:pt x="79058" y="119443"/>
                      </a:cubicBezTo>
                      <a:lnTo>
                        <a:pt x="79629" y="118872"/>
                      </a:lnTo>
                      <a:lnTo>
                        <a:pt x="77533" y="116776"/>
                      </a:lnTo>
                      <a:lnTo>
                        <a:pt x="80582" y="117919"/>
                      </a:lnTo>
                      <a:cubicBezTo>
                        <a:pt x="78867" y="119634"/>
                        <a:pt x="77819" y="120491"/>
                        <a:pt x="77533" y="120491"/>
                      </a:cubicBezTo>
                      <a:lnTo>
                        <a:pt x="77533" y="118967"/>
                      </a:lnTo>
                      <a:close/>
                      <a:moveTo>
                        <a:pt x="83249" y="81629"/>
                      </a:moveTo>
                      <a:cubicBezTo>
                        <a:pt x="84677" y="80963"/>
                        <a:pt x="85249" y="79724"/>
                        <a:pt x="84963" y="78010"/>
                      </a:cubicBezTo>
                      <a:cubicBezTo>
                        <a:pt x="83058" y="78486"/>
                        <a:pt x="82105" y="79534"/>
                        <a:pt x="82105" y="81057"/>
                      </a:cubicBezTo>
                      <a:cubicBezTo>
                        <a:pt x="82582" y="81534"/>
                        <a:pt x="82963" y="81724"/>
                        <a:pt x="83249" y="81629"/>
                      </a:cubicBezTo>
                      <a:close/>
                      <a:moveTo>
                        <a:pt x="84963" y="52482"/>
                      </a:moveTo>
                      <a:lnTo>
                        <a:pt x="82677" y="52482"/>
                      </a:lnTo>
                      <a:lnTo>
                        <a:pt x="83249" y="57912"/>
                      </a:lnTo>
                      <a:lnTo>
                        <a:pt x="84963" y="52482"/>
                      </a:lnTo>
                      <a:close/>
                      <a:moveTo>
                        <a:pt x="84963" y="72104"/>
                      </a:moveTo>
                      <a:cubicBezTo>
                        <a:pt x="84677" y="71628"/>
                        <a:pt x="84582" y="71151"/>
                        <a:pt x="84582" y="70771"/>
                      </a:cubicBezTo>
                      <a:cubicBezTo>
                        <a:pt x="84582" y="69722"/>
                        <a:pt x="85344" y="69246"/>
                        <a:pt x="86678" y="69246"/>
                      </a:cubicBezTo>
                      <a:lnTo>
                        <a:pt x="88011" y="69056"/>
                      </a:lnTo>
                      <a:lnTo>
                        <a:pt x="88011" y="68294"/>
                      </a:lnTo>
                      <a:cubicBezTo>
                        <a:pt x="88011" y="68294"/>
                        <a:pt x="87249" y="68103"/>
                        <a:pt x="86868" y="68103"/>
                      </a:cubicBezTo>
                      <a:cubicBezTo>
                        <a:pt x="86011" y="68103"/>
                        <a:pt x="85154" y="68485"/>
                        <a:pt x="84392" y="69437"/>
                      </a:cubicBezTo>
                      <a:cubicBezTo>
                        <a:pt x="83629" y="70294"/>
                        <a:pt x="83249" y="71247"/>
                        <a:pt x="83249" y="72104"/>
                      </a:cubicBezTo>
                      <a:lnTo>
                        <a:pt x="84963" y="72104"/>
                      </a:lnTo>
                      <a:close/>
                      <a:moveTo>
                        <a:pt x="85725" y="104489"/>
                      </a:moveTo>
                      <a:cubicBezTo>
                        <a:pt x="85725" y="104489"/>
                        <a:pt x="85916" y="103822"/>
                        <a:pt x="86487" y="102965"/>
                      </a:cubicBezTo>
                      <a:cubicBezTo>
                        <a:pt x="85725" y="102775"/>
                        <a:pt x="85249" y="102965"/>
                        <a:pt x="85058" y="103537"/>
                      </a:cubicBezTo>
                      <a:cubicBezTo>
                        <a:pt x="84868" y="104013"/>
                        <a:pt x="84582" y="104394"/>
                        <a:pt x="84201" y="104489"/>
                      </a:cubicBezTo>
                      <a:lnTo>
                        <a:pt x="85725" y="104489"/>
                      </a:lnTo>
                      <a:close/>
                      <a:moveTo>
                        <a:pt x="86487" y="22193"/>
                      </a:moveTo>
                      <a:lnTo>
                        <a:pt x="88011" y="20669"/>
                      </a:lnTo>
                      <a:lnTo>
                        <a:pt x="85725" y="18573"/>
                      </a:lnTo>
                      <a:lnTo>
                        <a:pt x="87058" y="17050"/>
                      </a:lnTo>
                      <a:lnTo>
                        <a:pt x="89535" y="21717"/>
                      </a:lnTo>
                      <a:lnTo>
                        <a:pt x="86487" y="22288"/>
                      </a:lnTo>
                      <a:close/>
                      <a:moveTo>
                        <a:pt x="95917" y="116681"/>
                      </a:moveTo>
                      <a:lnTo>
                        <a:pt x="95917" y="114205"/>
                      </a:lnTo>
                      <a:cubicBezTo>
                        <a:pt x="95917" y="114205"/>
                        <a:pt x="95631" y="114585"/>
                        <a:pt x="94393" y="115157"/>
                      </a:cubicBezTo>
                      <a:cubicBezTo>
                        <a:pt x="94012" y="114871"/>
                        <a:pt x="93631" y="114395"/>
                        <a:pt x="93154" y="113823"/>
                      </a:cubicBezTo>
                      <a:cubicBezTo>
                        <a:pt x="92678" y="113156"/>
                        <a:pt x="92392" y="112871"/>
                        <a:pt x="92107" y="112871"/>
                      </a:cubicBezTo>
                      <a:cubicBezTo>
                        <a:pt x="91726" y="112871"/>
                        <a:pt x="91250" y="113156"/>
                        <a:pt x="90773" y="113633"/>
                      </a:cubicBezTo>
                      <a:lnTo>
                        <a:pt x="96012" y="116681"/>
                      </a:lnTo>
                      <a:close/>
                      <a:moveTo>
                        <a:pt x="100584" y="115728"/>
                      </a:moveTo>
                      <a:cubicBezTo>
                        <a:pt x="100584" y="115728"/>
                        <a:pt x="100775" y="115728"/>
                        <a:pt x="100584" y="115348"/>
                      </a:cubicBezTo>
                      <a:lnTo>
                        <a:pt x="99822" y="110585"/>
                      </a:lnTo>
                      <a:cubicBezTo>
                        <a:pt x="99346" y="111061"/>
                        <a:pt x="99060" y="111633"/>
                        <a:pt x="99060" y="112109"/>
                      </a:cubicBezTo>
                      <a:cubicBezTo>
                        <a:pt x="99060" y="111728"/>
                        <a:pt x="99536" y="112776"/>
                        <a:pt x="100584" y="115348"/>
                      </a:cubicBezTo>
                      <a:lnTo>
                        <a:pt x="100584" y="115728"/>
                      </a:lnTo>
                      <a:close/>
                      <a:moveTo>
                        <a:pt x="109252" y="476"/>
                      </a:moveTo>
                      <a:lnTo>
                        <a:pt x="109252" y="2191"/>
                      </a:lnTo>
                      <a:lnTo>
                        <a:pt x="106585" y="2191"/>
                      </a:lnTo>
                      <a:lnTo>
                        <a:pt x="109252" y="476"/>
                      </a:lnTo>
                      <a:close/>
                      <a:moveTo>
                        <a:pt x="110776" y="31337"/>
                      </a:moveTo>
                      <a:lnTo>
                        <a:pt x="108680" y="33432"/>
                      </a:lnTo>
                      <a:lnTo>
                        <a:pt x="110776" y="30385"/>
                      </a:lnTo>
                      <a:lnTo>
                        <a:pt x="110776" y="31337"/>
                      </a:lnTo>
                      <a:close/>
                      <a:moveTo>
                        <a:pt x="121920" y="65246"/>
                      </a:moveTo>
                      <a:lnTo>
                        <a:pt x="120396" y="66770"/>
                      </a:lnTo>
                      <a:lnTo>
                        <a:pt x="119253" y="66770"/>
                      </a:lnTo>
                      <a:lnTo>
                        <a:pt x="121920" y="65246"/>
                      </a:lnTo>
                      <a:close/>
                      <a:moveTo>
                        <a:pt x="121349" y="32861"/>
                      </a:moveTo>
                      <a:cubicBezTo>
                        <a:pt x="121349" y="32861"/>
                        <a:pt x="120777" y="32861"/>
                        <a:pt x="120682" y="31813"/>
                      </a:cubicBezTo>
                      <a:cubicBezTo>
                        <a:pt x="120682" y="30861"/>
                        <a:pt x="120491" y="30385"/>
                        <a:pt x="120396" y="30385"/>
                      </a:cubicBezTo>
                      <a:lnTo>
                        <a:pt x="121349" y="30385"/>
                      </a:lnTo>
                      <a:lnTo>
                        <a:pt x="121349" y="32861"/>
                      </a:lnTo>
                      <a:close/>
                      <a:moveTo>
                        <a:pt x="149447" y="17050"/>
                      </a:moveTo>
                      <a:cubicBezTo>
                        <a:pt x="149352" y="16573"/>
                        <a:pt x="149447" y="16002"/>
                        <a:pt x="149733" y="15430"/>
                      </a:cubicBezTo>
                      <a:cubicBezTo>
                        <a:pt x="150019" y="14859"/>
                        <a:pt x="150495" y="14668"/>
                        <a:pt x="150971" y="14764"/>
                      </a:cubicBezTo>
                      <a:lnTo>
                        <a:pt x="150971" y="17050"/>
                      </a:lnTo>
                      <a:lnTo>
                        <a:pt x="149447" y="17050"/>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 name="Google Shape;758;p99"/>
                <p:cNvSpPr/>
                <p:nvPr/>
              </p:nvSpPr>
              <p:spPr>
                <a:xfrm>
                  <a:off x="4364640" y="5533358"/>
                  <a:ext cx="131064" cy="179546"/>
                </a:xfrm>
                <a:custGeom>
                  <a:avLst/>
                  <a:gdLst/>
                  <a:ahLst/>
                  <a:cxnLst/>
                  <a:rect l="l" t="t" r="r" b="b"/>
                  <a:pathLst>
                    <a:path w="131064" h="179546" extrusionOk="0">
                      <a:moveTo>
                        <a:pt x="111157" y="86773"/>
                      </a:moveTo>
                      <a:cubicBezTo>
                        <a:pt x="111252" y="86106"/>
                        <a:pt x="111062" y="85630"/>
                        <a:pt x="110395" y="85249"/>
                      </a:cubicBezTo>
                      <a:lnTo>
                        <a:pt x="109823" y="85249"/>
                      </a:lnTo>
                      <a:cubicBezTo>
                        <a:pt x="109823" y="85249"/>
                        <a:pt x="110204" y="86011"/>
                        <a:pt x="110204" y="86392"/>
                      </a:cubicBezTo>
                      <a:cubicBezTo>
                        <a:pt x="110204" y="86868"/>
                        <a:pt x="109823" y="87725"/>
                        <a:pt x="109157" y="88868"/>
                      </a:cubicBezTo>
                      <a:cubicBezTo>
                        <a:pt x="108490" y="90011"/>
                        <a:pt x="108109" y="90964"/>
                        <a:pt x="108109" y="91535"/>
                      </a:cubicBezTo>
                      <a:cubicBezTo>
                        <a:pt x="108109" y="92488"/>
                        <a:pt x="108680" y="93250"/>
                        <a:pt x="109823" y="94107"/>
                      </a:cubicBezTo>
                      <a:cubicBezTo>
                        <a:pt x="109823" y="94393"/>
                        <a:pt x="109538" y="94965"/>
                        <a:pt x="108871" y="95917"/>
                      </a:cubicBezTo>
                      <a:cubicBezTo>
                        <a:pt x="108204" y="96869"/>
                        <a:pt x="108014" y="97727"/>
                        <a:pt x="108299" y="98489"/>
                      </a:cubicBezTo>
                      <a:lnTo>
                        <a:pt x="108871" y="99060"/>
                      </a:lnTo>
                      <a:cubicBezTo>
                        <a:pt x="108204" y="99727"/>
                        <a:pt x="107347" y="100013"/>
                        <a:pt x="106108" y="100013"/>
                      </a:cubicBezTo>
                      <a:lnTo>
                        <a:pt x="103061" y="100013"/>
                      </a:lnTo>
                      <a:cubicBezTo>
                        <a:pt x="102679" y="99346"/>
                        <a:pt x="102299" y="98774"/>
                        <a:pt x="101917" y="98107"/>
                      </a:cubicBezTo>
                      <a:cubicBezTo>
                        <a:pt x="101537" y="97536"/>
                        <a:pt x="100870" y="97346"/>
                        <a:pt x="100013" y="97631"/>
                      </a:cubicBezTo>
                      <a:cubicBezTo>
                        <a:pt x="98965" y="98679"/>
                        <a:pt x="98489" y="99536"/>
                        <a:pt x="98489" y="100203"/>
                      </a:cubicBezTo>
                      <a:cubicBezTo>
                        <a:pt x="98489" y="100775"/>
                        <a:pt x="99632" y="101346"/>
                        <a:pt x="102108" y="101632"/>
                      </a:cubicBezTo>
                      <a:cubicBezTo>
                        <a:pt x="104489" y="101918"/>
                        <a:pt x="105823" y="102680"/>
                        <a:pt x="106204" y="103632"/>
                      </a:cubicBezTo>
                      <a:lnTo>
                        <a:pt x="108395" y="101537"/>
                      </a:lnTo>
                      <a:lnTo>
                        <a:pt x="107442" y="112776"/>
                      </a:lnTo>
                      <a:cubicBezTo>
                        <a:pt x="107442" y="111347"/>
                        <a:pt x="107252" y="110490"/>
                        <a:pt x="106871" y="110300"/>
                      </a:cubicBezTo>
                      <a:cubicBezTo>
                        <a:pt x="106966" y="110300"/>
                        <a:pt x="106299" y="110776"/>
                        <a:pt x="104775" y="111823"/>
                      </a:cubicBezTo>
                      <a:cubicBezTo>
                        <a:pt x="105632" y="112681"/>
                        <a:pt x="107442" y="116205"/>
                        <a:pt x="109919" y="122206"/>
                      </a:cubicBezTo>
                      <a:cubicBezTo>
                        <a:pt x="109157" y="122111"/>
                        <a:pt x="108109" y="121348"/>
                        <a:pt x="106871" y="120110"/>
                      </a:cubicBezTo>
                      <a:cubicBezTo>
                        <a:pt x="106966" y="122015"/>
                        <a:pt x="107156" y="124016"/>
                        <a:pt x="107347" y="126016"/>
                      </a:cubicBezTo>
                      <a:cubicBezTo>
                        <a:pt x="107537" y="128111"/>
                        <a:pt x="108109" y="130016"/>
                        <a:pt x="108966" y="131826"/>
                      </a:cubicBezTo>
                      <a:cubicBezTo>
                        <a:pt x="107633" y="133921"/>
                        <a:pt x="106394" y="134112"/>
                        <a:pt x="105061" y="132588"/>
                      </a:cubicBezTo>
                      <a:cubicBezTo>
                        <a:pt x="104204" y="131445"/>
                        <a:pt x="103537" y="132207"/>
                        <a:pt x="103156" y="134874"/>
                      </a:cubicBezTo>
                      <a:cubicBezTo>
                        <a:pt x="103442" y="135827"/>
                        <a:pt x="104013" y="136303"/>
                        <a:pt x="104775" y="136398"/>
                      </a:cubicBezTo>
                      <a:cubicBezTo>
                        <a:pt x="105632" y="136493"/>
                        <a:pt x="106013" y="136684"/>
                        <a:pt x="106013" y="136779"/>
                      </a:cubicBezTo>
                      <a:cubicBezTo>
                        <a:pt x="106013" y="137065"/>
                        <a:pt x="105728" y="137636"/>
                        <a:pt x="105251" y="138493"/>
                      </a:cubicBezTo>
                      <a:cubicBezTo>
                        <a:pt x="102299" y="139637"/>
                        <a:pt x="100298" y="141541"/>
                        <a:pt x="99441" y="144018"/>
                      </a:cubicBezTo>
                      <a:cubicBezTo>
                        <a:pt x="98584" y="146495"/>
                        <a:pt x="96583" y="148400"/>
                        <a:pt x="93440" y="149733"/>
                      </a:cubicBezTo>
                      <a:cubicBezTo>
                        <a:pt x="92964" y="150495"/>
                        <a:pt x="91916" y="151257"/>
                        <a:pt x="90488" y="151924"/>
                      </a:cubicBezTo>
                      <a:cubicBezTo>
                        <a:pt x="89059" y="152591"/>
                        <a:pt x="87725" y="152876"/>
                        <a:pt x="86773" y="152591"/>
                      </a:cubicBezTo>
                      <a:lnTo>
                        <a:pt x="83820" y="156306"/>
                      </a:lnTo>
                      <a:lnTo>
                        <a:pt x="84392" y="157258"/>
                      </a:lnTo>
                      <a:cubicBezTo>
                        <a:pt x="80391" y="155734"/>
                        <a:pt x="76010" y="154877"/>
                        <a:pt x="71247" y="154781"/>
                      </a:cubicBezTo>
                      <a:lnTo>
                        <a:pt x="66389" y="154781"/>
                      </a:lnTo>
                      <a:cubicBezTo>
                        <a:pt x="63151" y="154781"/>
                        <a:pt x="60293" y="154591"/>
                        <a:pt x="57721" y="154210"/>
                      </a:cubicBezTo>
                      <a:cubicBezTo>
                        <a:pt x="56674" y="152115"/>
                        <a:pt x="55531" y="151066"/>
                        <a:pt x="54292" y="151066"/>
                      </a:cubicBezTo>
                      <a:cubicBezTo>
                        <a:pt x="53435" y="151066"/>
                        <a:pt x="52007" y="151638"/>
                        <a:pt x="50292" y="152876"/>
                      </a:cubicBezTo>
                      <a:cubicBezTo>
                        <a:pt x="48578" y="154114"/>
                        <a:pt x="47054" y="154686"/>
                        <a:pt x="45815" y="154686"/>
                      </a:cubicBezTo>
                      <a:cubicBezTo>
                        <a:pt x="45339" y="154686"/>
                        <a:pt x="44863" y="154686"/>
                        <a:pt x="44482" y="154496"/>
                      </a:cubicBezTo>
                      <a:cubicBezTo>
                        <a:pt x="22574" y="154496"/>
                        <a:pt x="9144" y="154305"/>
                        <a:pt x="4191" y="153924"/>
                      </a:cubicBezTo>
                      <a:cubicBezTo>
                        <a:pt x="2286" y="151924"/>
                        <a:pt x="1333" y="148304"/>
                        <a:pt x="1333" y="143351"/>
                      </a:cubicBezTo>
                      <a:lnTo>
                        <a:pt x="1333" y="136207"/>
                      </a:lnTo>
                      <a:cubicBezTo>
                        <a:pt x="1333" y="132683"/>
                        <a:pt x="857" y="130207"/>
                        <a:pt x="0" y="128492"/>
                      </a:cubicBezTo>
                      <a:cubicBezTo>
                        <a:pt x="1429" y="123634"/>
                        <a:pt x="2096" y="118015"/>
                        <a:pt x="2096" y="111728"/>
                      </a:cubicBezTo>
                      <a:cubicBezTo>
                        <a:pt x="2096" y="108490"/>
                        <a:pt x="1810" y="102584"/>
                        <a:pt x="1143" y="94012"/>
                      </a:cubicBezTo>
                      <a:cubicBezTo>
                        <a:pt x="476" y="86583"/>
                        <a:pt x="286" y="80772"/>
                        <a:pt x="571" y="76486"/>
                      </a:cubicBezTo>
                      <a:lnTo>
                        <a:pt x="571" y="74009"/>
                      </a:lnTo>
                      <a:cubicBezTo>
                        <a:pt x="571" y="72771"/>
                        <a:pt x="1048" y="71628"/>
                        <a:pt x="2096" y="70771"/>
                      </a:cubicBezTo>
                      <a:cubicBezTo>
                        <a:pt x="2000" y="69342"/>
                        <a:pt x="1905" y="67818"/>
                        <a:pt x="1905" y="66104"/>
                      </a:cubicBezTo>
                      <a:cubicBezTo>
                        <a:pt x="1905" y="64389"/>
                        <a:pt x="2000" y="62008"/>
                        <a:pt x="2191" y="58864"/>
                      </a:cubicBezTo>
                      <a:cubicBezTo>
                        <a:pt x="2381" y="55722"/>
                        <a:pt x="2477" y="53530"/>
                        <a:pt x="2477" y="52197"/>
                      </a:cubicBezTo>
                      <a:cubicBezTo>
                        <a:pt x="2477" y="48863"/>
                        <a:pt x="2000" y="46387"/>
                        <a:pt x="1143" y="44672"/>
                      </a:cubicBezTo>
                      <a:cubicBezTo>
                        <a:pt x="667" y="42196"/>
                        <a:pt x="381" y="39529"/>
                        <a:pt x="381" y="36576"/>
                      </a:cubicBezTo>
                      <a:cubicBezTo>
                        <a:pt x="381" y="33624"/>
                        <a:pt x="762" y="29337"/>
                        <a:pt x="1429" y="23432"/>
                      </a:cubicBezTo>
                      <a:cubicBezTo>
                        <a:pt x="2096" y="17431"/>
                        <a:pt x="2477" y="12859"/>
                        <a:pt x="2477" y="9620"/>
                      </a:cubicBezTo>
                      <a:cubicBezTo>
                        <a:pt x="2477" y="7620"/>
                        <a:pt x="2381" y="5620"/>
                        <a:pt x="2096" y="3810"/>
                      </a:cubicBezTo>
                      <a:cubicBezTo>
                        <a:pt x="3524" y="2667"/>
                        <a:pt x="7239" y="1334"/>
                        <a:pt x="13240" y="0"/>
                      </a:cubicBezTo>
                      <a:lnTo>
                        <a:pt x="46577" y="953"/>
                      </a:lnTo>
                      <a:cubicBezTo>
                        <a:pt x="48768" y="1714"/>
                        <a:pt x="49816" y="3810"/>
                        <a:pt x="49625" y="7144"/>
                      </a:cubicBezTo>
                      <a:cubicBezTo>
                        <a:pt x="49530" y="11144"/>
                        <a:pt x="49721" y="13525"/>
                        <a:pt x="50387" y="14288"/>
                      </a:cubicBezTo>
                      <a:cubicBezTo>
                        <a:pt x="51911" y="14764"/>
                        <a:pt x="53150" y="13811"/>
                        <a:pt x="54007" y="11239"/>
                      </a:cubicBezTo>
                      <a:cubicBezTo>
                        <a:pt x="54007" y="10859"/>
                        <a:pt x="53816" y="10001"/>
                        <a:pt x="53435" y="8763"/>
                      </a:cubicBezTo>
                      <a:cubicBezTo>
                        <a:pt x="53054" y="7525"/>
                        <a:pt x="52864" y="6477"/>
                        <a:pt x="52864" y="5905"/>
                      </a:cubicBezTo>
                      <a:cubicBezTo>
                        <a:pt x="52864" y="4286"/>
                        <a:pt x="54007" y="3334"/>
                        <a:pt x="56102" y="3239"/>
                      </a:cubicBezTo>
                      <a:cubicBezTo>
                        <a:pt x="56674" y="3715"/>
                        <a:pt x="57150" y="4000"/>
                        <a:pt x="57626" y="4000"/>
                      </a:cubicBezTo>
                      <a:cubicBezTo>
                        <a:pt x="59055" y="4000"/>
                        <a:pt x="60008" y="3048"/>
                        <a:pt x="60484" y="1143"/>
                      </a:cubicBezTo>
                      <a:lnTo>
                        <a:pt x="87440" y="1714"/>
                      </a:lnTo>
                      <a:cubicBezTo>
                        <a:pt x="87916" y="3048"/>
                        <a:pt x="88773" y="3620"/>
                        <a:pt x="89821" y="3429"/>
                      </a:cubicBezTo>
                      <a:cubicBezTo>
                        <a:pt x="90869" y="3334"/>
                        <a:pt x="91726" y="3429"/>
                        <a:pt x="92202" y="4000"/>
                      </a:cubicBezTo>
                      <a:cubicBezTo>
                        <a:pt x="96298" y="5334"/>
                        <a:pt x="99632" y="7811"/>
                        <a:pt x="102203" y="11716"/>
                      </a:cubicBezTo>
                      <a:cubicBezTo>
                        <a:pt x="104299" y="15050"/>
                        <a:pt x="106394" y="18479"/>
                        <a:pt x="108585" y="21907"/>
                      </a:cubicBezTo>
                      <a:cubicBezTo>
                        <a:pt x="107537" y="25432"/>
                        <a:pt x="107061" y="29146"/>
                        <a:pt x="107061" y="33338"/>
                      </a:cubicBezTo>
                      <a:cubicBezTo>
                        <a:pt x="107061" y="36957"/>
                        <a:pt x="107728" y="42482"/>
                        <a:pt x="108966" y="49816"/>
                      </a:cubicBezTo>
                      <a:cubicBezTo>
                        <a:pt x="110300" y="57245"/>
                        <a:pt x="110871" y="62865"/>
                        <a:pt x="110871" y="66675"/>
                      </a:cubicBezTo>
                      <a:cubicBezTo>
                        <a:pt x="110871" y="70485"/>
                        <a:pt x="110395" y="74200"/>
                        <a:pt x="109538" y="77629"/>
                      </a:cubicBezTo>
                      <a:lnTo>
                        <a:pt x="112490" y="79153"/>
                      </a:lnTo>
                      <a:cubicBezTo>
                        <a:pt x="111633" y="79248"/>
                        <a:pt x="110300" y="80010"/>
                        <a:pt x="108680" y="81249"/>
                      </a:cubicBezTo>
                      <a:cubicBezTo>
                        <a:pt x="108395" y="81725"/>
                        <a:pt x="108299" y="82201"/>
                        <a:pt x="108299" y="82582"/>
                      </a:cubicBezTo>
                      <a:cubicBezTo>
                        <a:pt x="108299" y="83344"/>
                        <a:pt x="108966" y="83915"/>
                        <a:pt x="110204" y="84201"/>
                      </a:cubicBezTo>
                      <a:cubicBezTo>
                        <a:pt x="111538" y="84582"/>
                        <a:pt x="112300" y="84773"/>
                        <a:pt x="112586" y="85058"/>
                      </a:cubicBezTo>
                      <a:lnTo>
                        <a:pt x="111062" y="86583"/>
                      </a:lnTo>
                      <a:close/>
                      <a:moveTo>
                        <a:pt x="11621" y="52102"/>
                      </a:moveTo>
                      <a:cubicBezTo>
                        <a:pt x="12668" y="51245"/>
                        <a:pt x="13335" y="50864"/>
                        <a:pt x="13716" y="50959"/>
                      </a:cubicBezTo>
                      <a:cubicBezTo>
                        <a:pt x="13335" y="50578"/>
                        <a:pt x="13145" y="50006"/>
                        <a:pt x="13145" y="49244"/>
                      </a:cubicBezTo>
                      <a:cubicBezTo>
                        <a:pt x="13240" y="48292"/>
                        <a:pt x="13240" y="47625"/>
                        <a:pt x="13145" y="47340"/>
                      </a:cubicBezTo>
                      <a:cubicBezTo>
                        <a:pt x="12097" y="48101"/>
                        <a:pt x="11621" y="49625"/>
                        <a:pt x="11621" y="52007"/>
                      </a:cubicBezTo>
                      <a:close/>
                      <a:moveTo>
                        <a:pt x="102965" y="104584"/>
                      </a:moveTo>
                      <a:cubicBezTo>
                        <a:pt x="100870" y="103347"/>
                        <a:pt x="98965" y="102013"/>
                        <a:pt x="96965" y="100775"/>
                      </a:cubicBezTo>
                      <a:cubicBezTo>
                        <a:pt x="94393" y="99250"/>
                        <a:pt x="92107" y="98679"/>
                        <a:pt x="90202" y="99250"/>
                      </a:cubicBezTo>
                      <a:cubicBezTo>
                        <a:pt x="89345" y="97822"/>
                        <a:pt x="87249" y="96964"/>
                        <a:pt x="84106" y="96774"/>
                      </a:cubicBezTo>
                      <a:cubicBezTo>
                        <a:pt x="80963" y="96488"/>
                        <a:pt x="78772" y="95345"/>
                        <a:pt x="77438" y="93250"/>
                      </a:cubicBezTo>
                      <a:lnTo>
                        <a:pt x="78962" y="91726"/>
                      </a:lnTo>
                      <a:lnTo>
                        <a:pt x="76867" y="89631"/>
                      </a:lnTo>
                      <a:cubicBezTo>
                        <a:pt x="76867" y="84011"/>
                        <a:pt x="76867" y="78296"/>
                        <a:pt x="77057" y="72485"/>
                      </a:cubicBezTo>
                      <a:cubicBezTo>
                        <a:pt x="77057" y="65723"/>
                        <a:pt x="77533" y="60007"/>
                        <a:pt x="78391" y="55531"/>
                      </a:cubicBezTo>
                      <a:cubicBezTo>
                        <a:pt x="77915" y="54483"/>
                        <a:pt x="77629" y="53150"/>
                        <a:pt x="77629" y="51531"/>
                      </a:cubicBezTo>
                      <a:cubicBezTo>
                        <a:pt x="77629" y="50006"/>
                        <a:pt x="77915" y="48673"/>
                        <a:pt x="78391" y="47625"/>
                      </a:cubicBezTo>
                      <a:cubicBezTo>
                        <a:pt x="78486" y="46006"/>
                        <a:pt x="79915" y="45625"/>
                        <a:pt x="82677" y="46482"/>
                      </a:cubicBezTo>
                      <a:lnTo>
                        <a:pt x="82677" y="46673"/>
                      </a:lnTo>
                      <a:cubicBezTo>
                        <a:pt x="82677" y="46673"/>
                        <a:pt x="82867" y="46673"/>
                        <a:pt x="82677" y="46482"/>
                      </a:cubicBezTo>
                      <a:lnTo>
                        <a:pt x="84201" y="44387"/>
                      </a:lnTo>
                      <a:cubicBezTo>
                        <a:pt x="83820" y="43529"/>
                        <a:pt x="83058" y="43339"/>
                        <a:pt x="82106" y="44005"/>
                      </a:cubicBezTo>
                      <a:cubicBezTo>
                        <a:pt x="81058" y="44577"/>
                        <a:pt x="80582" y="44196"/>
                        <a:pt x="80582" y="42863"/>
                      </a:cubicBezTo>
                      <a:lnTo>
                        <a:pt x="77533" y="43815"/>
                      </a:lnTo>
                      <a:cubicBezTo>
                        <a:pt x="77533" y="38958"/>
                        <a:pt x="77343" y="36195"/>
                        <a:pt x="76962" y="35528"/>
                      </a:cubicBezTo>
                      <a:cubicBezTo>
                        <a:pt x="71914" y="32481"/>
                        <a:pt x="66389" y="30861"/>
                        <a:pt x="60198" y="30861"/>
                      </a:cubicBezTo>
                      <a:cubicBezTo>
                        <a:pt x="59055" y="30861"/>
                        <a:pt x="57912" y="30861"/>
                        <a:pt x="56769" y="31052"/>
                      </a:cubicBezTo>
                      <a:cubicBezTo>
                        <a:pt x="54292" y="30575"/>
                        <a:pt x="53054" y="28861"/>
                        <a:pt x="53054" y="25908"/>
                      </a:cubicBezTo>
                      <a:lnTo>
                        <a:pt x="53054" y="23622"/>
                      </a:lnTo>
                      <a:cubicBezTo>
                        <a:pt x="53150" y="22479"/>
                        <a:pt x="53245" y="21622"/>
                        <a:pt x="53245" y="21146"/>
                      </a:cubicBezTo>
                      <a:cubicBezTo>
                        <a:pt x="53245" y="19717"/>
                        <a:pt x="52959" y="18669"/>
                        <a:pt x="52483" y="17907"/>
                      </a:cubicBezTo>
                      <a:cubicBezTo>
                        <a:pt x="51625" y="19336"/>
                        <a:pt x="50959" y="21527"/>
                        <a:pt x="50578" y="24670"/>
                      </a:cubicBezTo>
                      <a:cubicBezTo>
                        <a:pt x="50197" y="27813"/>
                        <a:pt x="49625" y="30194"/>
                        <a:pt x="48863" y="32004"/>
                      </a:cubicBezTo>
                      <a:cubicBezTo>
                        <a:pt x="46196" y="32099"/>
                        <a:pt x="42577" y="31909"/>
                        <a:pt x="38291" y="31242"/>
                      </a:cubicBezTo>
                      <a:cubicBezTo>
                        <a:pt x="33814" y="30671"/>
                        <a:pt x="31528" y="32481"/>
                        <a:pt x="31528" y="36862"/>
                      </a:cubicBezTo>
                      <a:cubicBezTo>
                        <a:pt x="31528" y="37909"/>
                        <a:pt x="31718" y="39434"/>
                        <a:pt x="32004" y="41434"/>
                      </a:cubicBezTo>
                      <a:cubicBezTo>
                        <a:pt x="32290" y="43529"/>
                        <a:pt x="32480" y="44768"/>
                        <a:pt x="32480" y="45244"/>
                      </a:cubicBezTo>
                      <a:cubicBezTo>
                        <a:pt x="31433" y="47054"/>
                        <a:pt x="30956" y="48578"/>
                        <a:pt x="30956" y="49721"/>
                      </a:cubicBezTo>
                      <a:cubicBezTo>
                        <a:pt x="30956" y="50864"/>
                        <a:pt x="31433" y="51816"/>
                        <a:pt x="32480" y="52578"/>
                      </a:cubicBezTo>
                      <a:cubicBezTo>
                        <a:pt x="31052" y="53054"/>
                        <a:pt x="30385" y="54197"/>
                        <a:pt x="30385" y="55912"/>
                      </a:cubicBezTo>
                      <a:lnTo>
                        <a:pt x="30194" y="60103"/>
                      </a:lnTo>
                      <a:cubicBezTo>
                        <a:pt x="29051" y="59436"/>
                        <a:pt x="28480" y="58103"/>
                        <a:pt x="28670" y="55912"/>
                      </a:cubicBezTo>
                      <a:cubicBezTo>
                        <a:pt x="28766" y="53721"/>
                        <a:pt x="28670" y="52197"/>
                        <a:pt x="28099" y="51435"/>
                      </a:cubicBezTo>
                      <a:cubicBezTo>
                        <a:pt x="26861" y="50768"/>
                        <a:pt x="24003" y="50482"/>
                        <a:pt x="19812" y="50482"/>
                      </a:cubicBezTo>
                      <a:lnTo>
                        <a:pt x="26003" y="56388"/>
                      </a:lnTo>
                      <a:cubicBezTo>
                        <a:pt x="27432" y="56007"/>
                        <a:pt x="28099" y="56388"/>
                        <a:pt x="28099" y="57721"/>
                      </a:cubicBezTo>
                      <a:lnTo>
                        <a:pt x="28099" y="59055"/>
                      </a:lnTo>
                      <a:cubicBezTo>
                        <a:pt x="27908" y="59722"/>
                        <a:pt x="27908" y="60198"/>
                        <a:pt x="27908" y="60579"/>
                      </a:cubicBezTo>
                      <a:cubicBezTo>
                        <a:pt x="27908" y="61627"/>
                        <a:pt x="28194" y="62484"/>
                        <a:pt x="28670" y="63055"/>
                      </a:cubicBezTo>
                      <a:lnTo>
                        <a:pt x="29623" y="62103"/>
                      </a:lnTo>
                      <a:cubicBezTo>
                        <a:pt x="31623" y="63246"/>
                        <a:pt x="32671" y="65723"/>
                        <a:pt x="32671" y="69437"/>
                      </a:cubicBezTo>
                      <a:lnTo>
                        <a:pt x="32480" y="77914"/>
                      </a:lnTo>
                      <a:cubicBezTo>
                        <a:pt x="32385" y="79820"/>
                        <a:pt x="32290" y="82010"/>
                        <a:pt x="32290" y="84297"/>
                      </a:cubicBezTo>
                      <a:cubicBezTo>
                        <a:pt x="32290" y="86583"/>
                        <a:pt x="32385" y="90107"/>
                        <a:pt x="32671" y="94774"/>
                      </a:cubicBezTo>
                      <a:cubicBezTo>
                        <a:pt x="32957" y="99441"/>
                        <a:pt x="33052" y="102965"/>
                        <a:pt x="33052" y="105346"/>
                      </a:cubicBezTo>
                      <a:cubicBezTo>
                        <a:pt x="33052" y="109918"/>
                        <a:pt x="32575" y="114109"/>
                        <a:pt x="31718" y="117824"/>
                      </a:cubicBezTo>
                      <a:cubicBezTo>
                        <a:pt x="31337" y="118682"/>
                        <a:pt x="31718" y="119920"/>
                        <a:pt x="32957" y="121539"/>
                      </a:cubicBezTo>
                      <a:cubicBezTo>
                        <a:pt x="34195" y="123063"/>
                        <a:pt x="34766" y="124111"/>
                        <a:pt x="34766" y="124587"/>
                      </a:cubicBezTo>
                      <a:cubicBezTo>
                        <a:pt x="34766" y="125254"/>
                        <a:pt x="34004" y="125825"/>
                        <a:pt x="32480" y="126302"/>
                      </a:cubicBezTo>
                      <a:cubicBezTo>
                        <a:pt x="34004" y="126302"/>
                        <a:pt x="35242" y="125825"/>
                        <a:pt x="36100" y="124778"/>
                      </a:cubicBezTo>
                      <a:cubicBezTo>
                        <a:pt x="36862" y="124778"/>
                        <a:pt x="38195" y="124778"/>
                        <a:pt x="39910" y="124492"/>
                      </a:cubicBezTo>
                      <a:cubicBezTo>
                        <a:pt x="41720" y="124301"/>
                        <a:pt x="43053" y="124206"/>
                        <a:pt x="43910" y="124206"/>
                      </a:cubicBezTo>
                      <a:cubicBezTo>
                        <a:pt x="47054" y="124206"/>
                        <a:pt x="49149" y="125159"/>
                        <a:pt x="50292" y="126873"/>
                      </a:cubicBezTo>
                      <a:cubicBezTo>
                        <a:pt x="49149" y="128302"/>
                        <a:pt x="49340" y="129540"/>
                        <a:pt x="50864" y="130493"/>
                      </a:cubicBezTo>
                      <a:cubicBezTo>
                        <a:pt x="50483" y="132588"/>
                        <a:pt x="50292" y="137256"/>
                        <a:pt x="50292" y="144780"/>
                      </a:cubicBezTo>
                      <a:cubicBezTo>
                        <a:pt x="49340" y="144780"/>
                        <a:pt x="48673" y="144304"/>
                        <a:pt x="48292" y="143256"/>
                      </a:cubicBezTo>
                      <a:cubicBezTo>
                        <a:pt x="47816" y="142208"/>
                        <a:pt x="47244" y="141732"/>
                        <a:pt x="46482" y="141732"/>
                      </a:cubicBezTo>
                      <a:cubicBezTo>
                        <a:pt x="46768" y="142875"/>
                        <a:pt x="47816" y="144018"/>
                        <a:pt x="49721" y="145256"/>
                      </a:cubicBezTo>
                      <a:cubicBezTo>
                        <a:pt x="51530" y="146495"/>
                        <a:pt x="52483" y="147638"/>
                        <a:pt x="52483" y="148590"/>
                      </a:cubicBezTo>
                      <a:cubicBezTo>
                        <a:pt x="52483" y="149257"/>
                        <a:pt x="52292" y="149923"/>
                        <a:pt x="51911" y="150686"/>
                      </a:cubicBezTo>
                      <a:cubicBezTo>
                        <a:pt x="53054" y="149923"/>
                        <a:pt x="54292" y="149162"/>
                        <a:pt x="55626" y="148400"/>
                      </a:cubicBezTo>
                      <a:lnTo>
                        <a:pt x="54674" y="148400"/>
                      </a:lnTo>
                      <a:cubicBezTo>
                        <a:pt x="53912" y="145066"/>
                        <a:pt x="52673" y="139637"/>
                        <a:pt x="51054" y="132016"/>
                      </a:cubicBezTo>
                      <a:cubicBezTo>
                        <a:pt x="51911" y="129159"/>
                        <a:pt x="54007" y="126873"/>
                        <a:pt x="57245" y="125063"/>
                      </a:cubicBezTo>
                      <a:cubicBezTo>
                        <a:pt x="58198" y="124683"/>
                        <a:pt x="61055" y="123540"/>
                        <a:pt x="65913" y="121634"/>
                      </a:cubicBezTo>
                      <a:cubicBezTo>
                        <a:pt x="66389" y="122397"/>
                        <a:pt x="66580" y="122873"/>
                        <a:pt x="66485" y="123158"/>
                      </a:cubicBezTo>
                      <a:lnTo>
                        <a:pt x="71914" y="123920"/>
                      </a:lnTo>
                      <a:cubicBezTo>
                        <a:pt x="72200" y="122682"/>
                        <a:pt x="72104" y="121539"/>
                        <a:pt x="71723" y="120777"/>
                      </a:cubicBezTo>
                      <a:cubicBezTo>
                        <a:pt x="71342" y="119920"/>
                        <a:pt x="71152" y="119253"/>
                        <a:pt x="71152" y="118777"/>
                      </a:cubicBezTo>
                      <a:cubicBezTo>
                        <a:pt x="72200" y="117634"/>
                        <a:pt x="73914" y="116014"/>
                        <a:pt x="76581" y="114109"/>
                      </a:cubicBezTo>
                      <a:lnTo>
                        <a:pt x="76581" y="117253"/>
                      </a:lnTo>
                      <a:cubicBezTo>
                        <a:pt x="78010" y="116586"/>
                        <a:pt x="78677" y="115729"/>
                        <a:pt x="78677" y="114776"/>
                      </a:cubicBezTo>
                      <a:cubicBezTo>
                        <a:pt x="78677" y="114205"/>
                        <a:pt x="78391" y="113443"/>
                        <a:pt x="77819" y="112395"/>
                      </a:cubicBezTo>
                      <a:cubicBezTo>
                        <a:pt x="77248" y="111252"/>
                        <a:pt x="76962" y="110585"/>
                        <a:pt x="76962" y="110395"/>
                      </a:cubicBezTo>
                      <a:cubicBezTo>
                        <a:pt x="76962" y="109918"/>
                        <a:pt x="77248" y="109538"/>
                        <a:pt x="77724" y="109252"/>
                      </a:cubicBezTo>
                      <a:lnTo>
                        <a:pt x="76581" y="104013"/>
                      </a:lnTo>
                      <a:cubicBezTo>
                        <a:pt x="75819" y="103727"/>
                        <a:pt x="74771" y="104013"/>
                        <a:pt x="73533" y="104584"/>
                      </a:cubicBezTo>
                      <a:cubicBezTo>
                        <a:pt x="71533" y="102965"/>
                        <a:pt x="70771" y="101537"/>
                        <a:pt x="71247" y="100393"/>
                      </a:cubicBezTo>
                      <a:cubicBezTo>
                        <a:pt x="71342" y="100013"/>
                        <a:pt x="72104" y="99632"/>
                        <a:pt x="73533" y="99441"/>
                      </a:cubicBezTo>
                      <a:cubicBezTo>
                        <a:pt x="73914" y="100584"/>
                        <a:pt x="74104" y="101155"/>
                        <a:pt x="74104" y="100965"/>
                      </a:cubicBezTo>
                      <a:cubicBezTo>
                        <a:pt x="78581" y="100584"/>
                        <a:pt x="82296" y="101251"/>
                        <a:pt x="85249" y="103061"/>
                      </a:cubicBezTo>
                      <a:cubicBezTo>
                        <a:pt x="85344" y="103441"/>
                        <a:pt x="85439" y="103823"/>
                        <a:pt x="85439" y="104204"/>
                      </a:cubicBezTo>
                      <a:cubicBezTo>
                        <a:pt x="85439" y="104680"/>
                        <a:pt x="84963" y="105156"/>
                        <a:pt x="84106" y="105346"/>
                      </a:cubicBezTo>
                      <a:cubicBezTo>
                        <a:pt x="83153" y="105633"/>
                        <a:pt x="82582" y="105823"/>
                        <a:pt x="82391" y="106109"/>
                      </a:cubicBezTo>
                      <a:lnTo>
                        <a:pt x="85344" y="106109"/>
                      </a:lnTo>
                      <a:cubicBezTo>
                        <a:pt x="86011" y="106489"/>
                        <a:pt x="86296" y="107252"/>
                        <a:pt x="86296" y="108204"/>
                      </a:cubicBezTo>
                      <a:cubicBezTo>
                        <a:pt x="87344" y="107061"/>
                        <a:pt x="88106" y="106489"/>
                        <a:pt x="88773" y="106489"/>
                      </a:cubicBezTo>
                      <a:cubicBezTo>
                        <a:pt x="89249" y="106489"/>
                        <a:pt x="89821" y="107347"/>
                        <a:pt x="90392" y="109061"/>
                      </a:cubicBezTo>
                      <a:cubicBezTo>
                        <a:pt x="90964" y="110776"/>
                        <a:pt x="91726" y="111823"/>
                        <a:pt x="92583" y="112014"/>
                      </a:cubicBezTo>
                      <a:lnTo>
                        <a:pt x="92583" y="106013"/>
                      </a:lnTo>
                      <a:cubicBezTo>
                        <a:pt x="93059" y="106489"/>
                        <a:pt x="93631" y="106775"/>
                        <a:pt x="94107" y="106775"/>
                      </a:cubicBezTo>
                      <a:cubicBezTo>
                        <a:pt x="94583" y="106775"/>
                        <a:pt x="95345" y="106489"/>
                        <a:pt x="96393" y="106013"/>
                      </a:cubicBezTo>
                      <a:cubicBezTo>
                        <a:pt x="97441" y="105537"/>
                        <a:pt x="98203" y="105346"/>
                        <a:pt x="98679" y="105442"/>
                      </a:cubicBezTo>
                      <a:cubicBezTo>
                        <a:pt x="99250" y="105823"/>
                        <a:pt x="99441" y="106299"/>
                        <a:pt x="99441" y="106775"/>
                      </a:cubicBezTo>
                      <a:cubicBezTo>
                        <a:pt x="99441" y="107156"/>
                        <a:pt x="99060" y="107728"/>
                        <a:pt x="98298" y="108490"/>
                      </a:cubicBezTo>
                      <a:cubicBezTo>
                        <a:pt x="97536" y="109252"/>
                        <a:pt x="97155" y="109918"/>
                        <a:pt x="97155" y="110395"/>
                      </a:cubicBezTo>
                      <a:lnTo>
                        <a:pt x="99441" y="110395"/>
                      </a:lnTo>
                      <a:lnTo>
                        <a:pt x="100013" y="103823"/>
                      </a:lnTo>
                      <a:lnTo>
                        <a:pt x="102489" y="105918"/>
                      </a:lnTo>
                      <a:cubicBezTo>
                        <a:pt x="102489" y="105442"/>
                        <a:pt x="102679" y="104966"/>
                        <a:pt x="103061" y="104584"/>
                      </a:cubicBezTo>
                      <a:cubicBezTo>
                        <a:pt x="103442" y="104680"/>
                        <a:pt x="103918" y="104966"/>
                        <a:pt x="104394" y="105156"/>
                      </a:cubicBezTo>
                      <a:cubicBezTo>
                        <a:pt x="105156" y="105918"/>
                        <a:pt x="105442" y="106013"/>
                        <a:pt x="105156" y="105346"/>
                      </a:cubicBezTo>
                      <a:cubicBezTo>
                        <a:pt x="105061" y="105346"/>
                        <a:pt x="104870" y="105346"/>
                        <a:pt x="104775" y="105156"/>
                      </a:cubicBezTo>
                      <a:lnTo>
                        <a:pt x="104394" y="105156"/>
                      </a:lnTo>
                      <a:cubicBezTo>
                        <a:pt x="103727" y="104490"/>
                        <a:pt x="103251" y="104299"/>
                        <a:pt x="103061" y="104584"/>
                      </a:cubicBezTo>
                      <a:close/>
                      <a:moveTo>
                        <a:pt x="55531" y="124683"/>
                      </a:moveTo>
                      <a:lnTo>
                        <a:pt x="55531" y="123158"/>
                      </a:lnTo>
                      <a:lnTo>
                        <a:pt x="56674" y="123158"/>
                      </a:lnTo>
                      <a:lnTo>
                        <a:pt x="55531" y="124683"/>
                      </a:lnTo>
                      <a:close/>
                      <a:moveTo>
                        <a:pt x="60008" y="142590"/>
                      </a:moveTo>
                      <a:lnTo>
                        <a:pt x="60008" y="141065"/>
                      </a:lnTo>
                      <a:cubicBezTo>
                        <a:pt x="59531" y="140780"/>
                        <a:pt x="58674" y="140494"/>
                        <a:pt x="57721" y="140113"/>
                      </a:cubicBezTo>
                      <a:cubicBezTo>
                        <a:pt x="57436" y="140875"/>
                        <a:pt x="57626" y="141541"/>
                        <a:pt x="58103" y="142113"/>
                      </a:cubicBezTo>
                      <a:cubicBezTo>
                        <a:pt x="58579" y="142684"/>
                        <a:pt x="59246" y="142875"/>
                        <a:pt x="60008" y="142590"/>
                      </a:cubicBezTo>
                      <a:close/>
                      <a:moveTo>
                        <a:pt x="60579" y="152209"/>
                      </a:moveTo>
                      <a:lnTo>
                        <a:pt x="62103" y="150686"/>
                      </a:lnTo>
                      <a:lnTo>
                        <a:pt x="60579" y="148971"/>
                      </a:lnTo>
                      <a:lnTo>
                        <a:pt x="60579" y="152305"/>
                      </a:lnTo>
                      <a:close/>
                      <a:moveTo>
                        <a:pt x="67913" y="146781"/>
                      </a:moveTo>
                      <a:cubicBezTo>
                        <a:pt x="68199" y="144971"/>
                        <a:pt x="67913" y="144113"/>
                        <a:pt x="66961" y="144113"/>
                      </a:cubicBezTo>
                      <a:cubicBezTo>
                        <a:pt x="66294" y="144113"/>
                        <a:pt x="65342" y="144589"/>
                        <a:pt x="63913" y="145447"/>
                      </a:cubicBezTo>
                      <a:cubicBezTo>
                        <a:pt x="62484" y="146304"/>
                        <a:pt x="61722" y="146781"/>
                        <a:pt x="61627" y="146781"/>
                      </a:cubicBezTo>
                      <a:cubicBezTo>
                        <a:pt x="62294" y="147447"/>
                        <a:pt x="62865" y="147733"/>
                        <a:pt x="63341" y="147733"/>
                      </a:cubicBezTo>
                      <a:cubicBezTo>
                        <a:pt x="63722" y="147733"/>
                        <a:pt x="64294" y="147447"/>
                        <a:pt x="64865" y="146875"/>
                      </a:cubicBezTo>
                      <a:cubicBezTo>
                        <a:pt x="65532" y="146304"/>
                        <a:pt x="66008" y="146018"/>
                        <a:pt x="66389" y="146018"/>
                      </a:cubicBezTo>
                      <a:cubicBezTo>
                        <a:pt x="66866" y="146018"/>
                        <a:pt x="67437" y="146304"/>
                        <a:pt x="67913" y="146781"/>
                      </a:cubicBezTo>
                      <a:close/>
                      <a:moveTo>
                        <a:pt x="65818" y="117062"/>
                      </a:moveTo>
                      <a:cubicBezTo>
                        <a:pt x="64008" y="115443"/>
                        <a:pt x="63817" y="114300"/>
                        <a:pt x="65246" y="113348"/>
                      </a:cubicBezTo>
                      <a:lnTo>
                        <a:pt x="67342" y="116396"/>
                      </a:lnTo>
                      <a:cubicBezTo>
                        <a:pt x="67342" y="116396"/>
                        <a:pt x="66485" y="116396"/>
                        <a:pt x="65818" y="116967"/>
                      </a:cubicBezTo>
                      <a:close/>
                      <a:moveTo>
                        <a:pt x="72581" y="164687"/>
                      </a:moveTo>
                      <a:cubicBezTo>
                        <a:pt x="71914" y="164021"/>
                        <a:pt x="71628" y="163449"/>
                        <a:pt x="71628" y="162973"/>
                      </a:cubicBezTo>
                      <a:cubicBezTo>
                        <a:pt x="71628" y="162306"/>
                        <a:pt x="72390" y="161734"/>
                        <a:pt x="74009" y="161068"/>
                      </a:cubicBezTo>
                      <a:cubicBezTo>
                        <a:pt x="75629" y="160401"/>
                        <a:pt x="76581" y="159925"/>
                        <a:pt x="76962" y="159544"/>
                      </a:cubicBezTo>
                      <a:cubicBezTo>
                        <a:pt x="76867" y="160020"/>
                        <a:pt x="76105" y="160687"/>
                        <a:pt x="74867" y="161258"/>
                      </a:cubicBezTo>
                      <a:cubicBezTo>
                        <a:pt x="73628" y="161925"/>
                        <a:pt x="72962" y="162496"/>
                        <a:pt x="72962" y="163163"/>
                      </a:cubicBezTo>
                      <a:cubicBezTo>
                        <a:pt x="72962" y="163544"/>
                        <a:pt x="73247" y="164021"/>
                        <a:pt x="73914" y="164687"/>
                      </a:cubicBezTo>
                      <a:lnTo>
                        <a:pt x="72581" y="164687"/>
                      </a:lnTo>
                      <a:close/>
                      <a:moveTo>
                        <a:pt x="78581" y="97727"/>
                      </a:moveTo>
                      <a:cubicBezTo>
                        <a:pt x="79820" y="97727"/>
                        <a:pt x="80582" y="98012"/>
                        <a:pt x="80677" y="98489"/>
                      </a:cubicBezTo>
                      <a:lnTo>
                        <a:pt x="79153" y="99060"/>
                      </a:lnTo>
                      <a:lnTo>
                        <a:pt x="78581" y="97727"/>
                      </a:lnTo>
                      <a:close/>
                      <a:moveTo>
                        <a:pt x="80105" y="132398"/>
                      </a:moveTo>
                      <a:lnTo>
                        <a:pt x="85154" y="131826"/>
                      </a:lnTo>
                      <a:lnTo>
                        <a:pt x="85154" y="130302"/>
                      </a:lnTo>
                      <a:cubicBezTo>
                        <a:pt x="85154" y="127825"/>
                        <a:pt x="85630" y="126492"/>
                        <a:pt x="86678" y="126016"/>
                      </a:cubicBezTo>
                      <a:lnTo>
                        <a:pt x="83725" y="125063"/>
                      </a:lnTo>
                      <a:cubicBezTo>
                        <a:pt x="83629" y="126206"/>
                        <a:pt x="83439" y="127921"/>
                        <a:pt x="83153" y="130207"/>
                      </a:cubicBezTo>
                      <a:cubicBezTo>
                        <a:pt x="82963" y="131350"/>
                        <a:pt x="82010" y="132112"/>
                        <a:pt x="80105" y="132302"/>
                      </a:cubicBezTo>
                      <a:close/>
                      <a:moveTo>
                        <a:pt x="82772" y="142399"/>
                      </a:moveTo>
                      <a:lnTo>
                        <a:pt x="82772" y="138493"/>
                      </a:lnTo>
                      <a:lnTo>
                        <a:pt x="82201" y="138493"/>
                      </a:lnTo>
                      <a:lnTo>
                        <a:pt x="82201" y="142399"/>
                      </a:lnTo>
                      <a:lnTo>
                        <a:pt x="82772" y="142399"/>
                      </a:lnTo>
                      <a:close/>
                      <a:moveTo>
                        <a:pt x="88106" y="78200"/>
                      </a:moveTo>
                      <a:lnTo>
                        <a:pt x="83725" y="77629"/>
                      </a:lnTo>
                      <a:lnTo>
                        <a:pt x="82772" y="80296"/>
                      </a:lnTo>
                      <a:cubicBezTo>
                        <a:pt x="84677" y="81820"/>
                        <a:pt x="86296" y="82582"/>
                        <a:pt x="87535" y="82582"/>
                      </a:cubicBezTo>
                      <a:cubicBezTo>
                        <a:pt x="88297" y="82582"/>
                        <a:pt x="89059" y="82296"/>
                        <a:pt x="89630" y="81820"/>
                      </a:cubicBezTo>
                      <a:cubicBezTo>
                        <a:pt x="86678" y="82487"/>
                        <a:pt x="85154" y="81820"/>
                        <a:pt x="84963" y="79724"/>
                      </a:cubicBezTo>
                      <a:lnTo>
                        <a:pt x="88011" y="78200"/>
                      </a:lnTo>
                      <a:close/>
                      <a:moveTo>
                        <a:pt x="82772" y="109442"/>
                      </a:moveTo>
                      <a:lnTo>
                        <a:pt x="84296" y="109442"/>
                      </a:lnTo>
                      <a:lnTo>
                        <a:pt x="84296" y="107918"/>
                      </a:lnTo>
                      <a:lnTo>
                        <a:pt x="82772" y="107918"/>
                      </a:lnTo>
                      <a:lnTo>
                        <a:pt x="82772" y="109442"/>
                      </a:lnTo>
                      <a:close/>
                      <a:moveTo>
                        <a:pt x="87535" y="149733"/>
                      </a:moveTo>
                      <a:cubicBezTo>
                        <a:pt x="88202" y="148590"/>
                        <a:pt x="89440" y="146971"/>
                        <a:pt x="91250" y="145066"/>
                      </a:cubicBezTo>
                      <a:lnTo>
                        <a:pt x="90297" y="144494"/>
                      </a:lnTo>
                      <a:lnTo>
                        <a:pt x="88773" y="145066"/>
                      </a:lnTo>
                      <a:lnTo>
                        <a:pt x="88202" y="142304"/>
                      </a:lnTo>
                      <a:cubicBezTo>
                        <a:pt x="85820" y="143637"/>
                        <a:pt x="84773" y="145066"/>
                        <a:pt x="85154" y="146590"/>
                      </a:cubicBezTo>
                      <a:lnTo>
                        <a:pt x="87630" y="146018"/>
                      </a:lnTo>
                      <a:lnTo>
                        <a:pt x="87630" y="149733"/>
                      </a:lnTo>
                      <a:close/>
                      <a:moveTo>
                        <a:pt x="87535" y="138493"/>
                      </a:moveTo>
                      <a:lnTo>
                        <a:pt x="88678" y="133921"/>
                      </a:lnTo>
                      <a:lnTo>
                        <a:pt x="88106" y="133921"/>
                      </a:lnTo>
                      <a:lnTo>
                        <a:pt x="87535" y="138493"/>
                      </a:lnTo>
                      <a:close/>
                      <a:moveTo>
                        <a:pt x="91821" y="92964"/>
                      </a:moveTo>
                      <a:cubicBezTo>
                        <a:pt x="91821" y="92964"/>
                        <a:pt x="90964" y="92393"/>
                        <a:pt x="89725" y="92393"/>
                      </a:cubicBezTo>
                      <a:lnTo>
                        <a:pt x="89725" y="94488"/>
                      </a:lnTo>
                      <a:lnTo>
                        <a:pt x="91250" y="94488"/>
                      </a:lnTo>
                      <a:cubicBezTo>
                        <a:pt x="91726" y="94012"/>
                        <a:pt x="91916" y="93440"/>
                        <a:pt x="91821" y="92964"/>
                      </a:cubicBezTo>
                      <a:close/>
                      <a:moveTo>
                        <a:pt x="94012" y="61722"/>
                      </a:moveTo>
                      <a:cubicBezTo>
                        <a:pt x="94679" y="62199"/>
                        <a:pt x="94964" y="62770"/>
                        <a:pt x="94964" y="63246"/>
                      </a:cubicBezTo>
                      <a:cubicBezTo>
                        <a:pt x="94964" y="64675"/>
                        <a:pt x="94107" y="65341"/>
                        <a:pt x="92488" y="65341"/>
                      </a:cubicBezTo>
                      <a:lnTo>
                        <a:pt x="94012" y="65341"/>
                      </a:lnTo>
                      <a:cubicBezTo>
                        <a:pt x="94393" y="64865"/>
                        <a:pt x="94774" y="64294"/>
                        <a:pt x="95250" y="63722"/>
                      </a:cubicBezTo>
                      <a:cubicBezTo>
                        <a:pt x="95726" y="63151"/>
                        <a:pt x="95821" y="62484"/>
                        <a:pt x="95536" y="61722"/>
                      </a:cubicBezTo>
                      <a:lnTo>
                        <a:pt x="94012" y="61722"/>
                      </a:lnTo>
                      <a:close/>
                      <a:moveTo>
                        <a:pt x="97822" y="92964"/>
                      </a:moveTo>
                      <a:cubicBezTo>
                        <a:pt x="97822" y="92964"/>
                        <a:pt x="96298" y="91821"/>
                        <a:pt x="94012" y="90868"/>
                      </a:cubicBezTo>
                      <a:lnTo>
                        <a:pt x="93440" y="92393"/>
                      </a:lnTo>
                      <a:lnTo>
                        <a:pt x="97822" y="92964"/>
                      </a:lnTo>
                      <a:close/>
                      <a:moveTo>
                        <a:pt x="94964" y="20288"/>
                      </a:moveTo>
                      <a:lnTo>
                        <a:pt x="94964" y="21812"/>
                      </a:lnTo>
                      <a:lnTo>
                        <a:pt x="97060" y="21241"/>
                      </a:lnTo>
                      <a:cubicBezTo>
                        <a:pt x="96679" y="20574"/>
                        <a:pt x="95917" y="20288"/>
                        <a:pt x="94964" y="20288"/>
                      </a:cubicBezTo>
                      <a:close/>
                      <a:moveTo>
                        <a:pt x="96298" y="115348"/>
                      </a:moveTo>
                      <a:lnTo>
                        <a:pt x="101537" y="114776"/>
                      </a:lnTo>
                      <a:cubicBezTo>
                        <a:pt x="100584" y="114109"/>
                        <a:pt x="99632" y="113824"/>
                        <a:pt x="98393" y="113824"/>
                      </a:cubicBezTo>
                      <a:cubicBezTo>
                        <a:pt x="97155" y="113729"/>
                        <a:pt x="96393" y="114205"/>
                        <a:pt x="96298" y="115348"/>
                      </a:cubicBezTo>
                      <a:close/>
                      <a:moveTo>
                        <a:pt x="101537" y="61722"/>
                      </a:moveTo>
                      <a:lnTo>
                        <a:pt x="104585" y="64770"/>
                      </a:lnTo>
                      <a:lnTo>
                        <a:pt x="104585" y="63246"/>
                      </a:lnTo>
                      <a:cubicBezTo>
                        <a:pt x="102775" y="62199"/>
                        <a:pt x="101727" y="61722"/>
                        <a:pt x="101537" y="61722"/>
                      </a:cubicBezTo>
                      <a:close/>
                      <a:moveTo>
                        <a:pt x="105156" y="81249"/>
                      </a:moveTo>
                      <a:lnTo>
                        <a:pt x="107252" y="79153"/>
                      </a:lnTo>
                      <a:cubicBezTo>
                        <a:pt x="106775" y="78486"/>
                        <a:pt x="105156" y="77629"/>
                        <a:pt x="102394" y="76581"/>
                      </a:cubicBezTo>
                      <a:lnTo>
                        <a:pt x="105156" y="81249"/>
                      </a:lnTo>
                      <a:close/>
                      <a:moveTo>
                        <a:pt x="106108" y="92393"/>
                      </a:moveTo>
                      <a:lnTo>
                        <a:pt x="106108" y="89345"/>
                      </a:lnTo>
                      <a:lnTo>
                        <a:pt x="105156" y="89345"/>
                      </a:lnTo>
                      <a:lnTo>
                        <a:pt x="105156" y="92393"/>
                      </a:lnTo>
                      <a:lnTo>
                        <a:pt x="106108" y="92393"/>
                      </a:lnTo>
                      <a:close/>
                      <a:moveTo>
                        <a:pt x="107252" y="175736"/>
                      </a:moveTo>
                      <a:cubicBezTo>
                        <a:pt x="108775" y="176499"/>
                        <a:pt x="109347" y="177451"/>
                        <a:pt x="108775" y="178594"/>
                      </a:cubicBezTo>
                      <a:lnTo>
                        <a:pt x="108204" y="179547"/>
                      </a:lnTo>
                      <a:cubicBezTo>
                        <a:pt x="107537" y="179165"/>
                        <a:pt x="107252" y="178594"/>
                        <a:pt x="107252" y="178022"/>
                      </a:cubicBezTo>
                      <a:lnTo>
                        <a:pt x="107252" y="175736"/>
                      </a:lnTo>
                      <a:close/>
                      <a:moveTo>
                        <a:pt x="111157" y="152019"/>
                      </a:moveTo>
                      <a:cubicBezTo>
                        <a:pt x="112204" y="151733"/>
                        <a:pt x="113348" y="152019"/>
                        <a:pt x="114776" y="152591"/>
                      </a:cubicBezTo>
                      <a:cubicBezTo>
                        <a:pt x="115157" y="153543"/>
                        <a:pt x="114967" y="154114"/>
                        <a:pt x="114205" y="154496"/>
                      </a:cubicBezTo>
                      <a:cubicBezTo>
                        <a:pt x="113443" y="154877"/>
                        <a:pt x="112681" y="155257"/>
                        <a:pt x="111919" y="155639"/>
                      </a:cubicBezTo>
                      <a:lnTo>
                        <a:pt x="111157" y="155639"/>
                      </a:lnTo>
                      <a:lnTo>
                        <a:pt x="111157" y="152019"/>
                      </a:lnTo>
                      <a:close/>
                      <a:moveTo>
                        <a:pt x="111919" y="118491"/>
                      </a:moveTo>
                      <a:cubicBezTo>
                        <a:pt x="112395" y="117443"/>
                        <a:pt x="112967" y="116967"/>
                        <a:pt x="113633" y="116967"/>
                      </a:cubicBezTo>
                      <a:cubicBezTo>
                        <a:pt x="113443" y="117062"/>
                        <a:pt x="113252" y="117348"/>
                        <a:pt x="112871" y="117729"/>
                      </a:cubicBezTo>
                      <a:cubicBezTo>
                        <a:pt x="112490" y="118110"/>
                        <a:pt x="112204" y="118396"/>
                        <a:pt x="111919" y="118491"/>
                      </a:cubicBezTo>
                      <a:close/>
                      <a:moveTo>
                        <a:pt x="116300" y="116967"/>
                      </a:moveTo>
                      <a:cubicBezTo>
                        <a:pt x="116300" y="116967"/>
                        <a:pt x="116967" y="117157"/>
                        <a:pt x="117824" y="117539"/>
                      </a:cubicBezTo>
                      <a:cubicBezTo>
                        <a:pt x="117158" y="117920"/>
                        <a:pt x="116396" y="117920"/>
                        <a:pt x="115538" y="117539"/>
                      </a:cubicBezTo>
                      <a:cubicBezTo>
                        <a:pt x="114491" y="117157"/>
                        <a:pt x="113824" y="116967"/>
                        <a:pt x="113633" y="116967"/>
                      </a:cubicBezTo>
                      <a:cubicBezTo>
                        <a:pt x="114681" y="115919"/>
                        <a:pt x="115538" y="115919"/>
                        <a:pt x="116300" y="116967"/>
                      </a:cubicBezTo>
                      <a:close/>
                      <a:moveTo>
                        <a:pt x="117253" y="105156"/>
                      </a:moveTo>
                      <a:lnTo>
                        <a:pt x="117253" y="106299"/>
                      </a:lnTo>
                      <a:lnTo>
                        <a:pt x="114776" y="105156"/>
                      </a:lnTo>
                      <a:lnTo>
                        <a:pt x="117253" y="105156"/>
                      </a:lnTo>
                      <a:close/>
                      <a:moveTo>
                        <a:pt x="128397" y="96108"/>
                      </a:moveTo>
                      <a:lnTo>
                        <a:pt x="131064" y="98965"/>
                      </a:lnTo>
                      <a:lnTo>
                        <a:pt x="127445" y="98393"/>
                      </a:lnTo>
                      <a:lnTo>
                        <a:pt x="128397" y="96108"/>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 name="Google Shape;759;p99"/>
                <p:cNvSpPr/>
                <p:nvPr/>
              </p:nvSpPr>
              <p:spPr>
                <a:xfrm>
                  <a:off x="4480178" y="5532405"/>
                  <a:ext cx="121443" cy="164877"/>
                </a:xfrm>
                <a:custGeom>
                  <a:avLst/>
                  <a:gdLst/>
                  <a:ahLst/>
                  <a:cxnLst/>
                  <a:rect l="l" t="t" r="r" b="b"/>
                  <a:pathLst>
                    <a:path w="121443" h="164877" extrusionOk="0">
                      <a:moveTo>
                        <a:pt x="2286" y="164878"/>
                      </a:moveTo>
                      <a:lnTo>
                        <a:pt x="0" y="163353"/>
                      </a:lnTo>
                      <a:lnTo>
                        <a:pt x="2286" y="163925"/>
                      </a:lnTo>
                      <a:lnTo>
                        <a:pt x="2286" y="164878"/>
                      </a:lnTo>
                      <a:close/>
                      <a:moveTo>
                        <a:pt x="118777" y="63436"/>
                      </a:moveTo>
                      <a:cubicBezTo>
                        <a:pt x="118396" y="64865"/>
                        <a:pt x="118777" y="66294"/>
                        <a:pt x="119825" y="67818"/>
                      </a:cubicBezTo>
                      <a:cubicBezTo>
                        <a:pt x="120967" y="69342"/>
                        <a:pt x="121444" y="70389"/>
                        <a:pt x="121444" y="70866"/>
                      </a:cubicBezTo>
                      <a:cubicBezTo>
                        <a:pt x="121444" y="71818"/>
                        <a:pt x="120967" y="72771"/>
                        <a:pt x="119920" y="74009"/>
                      </a:cubicBezTo>
                      <a:cubicBezTo>
                        <a:pt x="120586" y="79153"/>
                        <a:pt x="120872" y="84677"/>
                        <a:pt x="120872" y="90583"/>
                      </a:cubicBezTo>
                      <a:cubicBezTo>
                        <a:pt x="120872" y="96488"/>
                        <a:pt x="120491" y="102012"/>
                        <a:pt x="119920" y="107346"/>
                      </a:cubicBezTo>
                      <a:cubicBezTo>
                        <a:pt x="117443" y="108109"/>
                        <a:pt x="116300" y="109347"/>
                        <a:pt x="116300" y="110966"/>
                      </a:cubicBezTo>
                      <a:cubicBezTo>
                        <a:pt x="116300" y="111443"/>
                        <a:pt x="116491" y="112395"/>
                        <a:pt x="116872" y="113633"/>
                      </a:cubicBezTo>
                      <a:cubicBezTo>
                        <a:pt x="117253" y="114871"/>
                        <a:pt x="117443" y="115919"/>
                        <a:pt x="117443" y="116681"/>
                      </a:cubicBezTo>
                      <a:cubicBezTo>
                        <a:pt x="117443" y="117348"/>
                        <a:pt x="117348" y="117920"/>
                        <a:pt x="117062" y="118396"/>
                      </a:cubicBezTo>
                      <a:lnTo>
                        <a:pt x="117824" y="123825"/>
                      </a:lnTo>
                      <a:cubicBezTo>
                        <a:pt x="116205" y="124682"/>
                        <a:pt x="114872" y="126396"/>
                        <a:pt x="113919" y="128968"/>
                      </a:cubicBezTo>
                      <a:cubicBezTo>
                        <a:pt x="112967" y="131445"/>
                        <a:pt x="112109" y="133921"/>
                        <a:pt x="111347" y="136207"/>
                      </a:cubicBezTo>
                      <a:cubicBezTo>
                        <a:pt x="108871" y="137255"/>
                        <a:pt x="104870" y="140018"/>
                        <a:pt x="99155" y="144685"/>
                      </a:cubicBezTo>
                      <a:lnTo>
                        <a:pt x="101251" y="146780"/>
                      </a:lnTo>
                      <a:cubicBezTo>
                        <a:pt x="94107" y="147066"/>
                        <a:pt x="89059" y="148780"/>
                        <a:pt x="85820" y="151924"/>
                      </a:cubicBezTo>
                      <a:cubicBezTo>
                        <a:pt x="85344" y="151829"/>
                        <a:pt x="84773" y="151733"/>
                        <a:pt x="84296" y="151733"/>
                      </a:cubicBezTo>
                      <a:cubicBezTo>
                        <a:pt x="83153" y="151733"/>
                        <a:pt x="82106" y="152209"/>
                        <a:pt x="81058" y="153162"/>
                      </a:cubicBezTo>
                      <a:cubicBezTo>
                        <a:pt x="80105" y="154114"/>
                        <a:pt x="79724" y="155162"/>
                        <a:pt x="79819" y="156305"/>
                      </a:cubicBezTo>
                      <a:cubicBezTo>
                        <a:pt x="78200" y="155257"/>
                        <a:pt x="76295" y="154781"/>
                        <a:pt x="74200" y="154781"/>
                      </a:cubicBezTo>
                      <a:lnTo>
                        <a:pt x="68008" y="154781"/>
                      </a:lnTo>
                      <a:cubicBezTo>
                        <a:pt x="68294" y="153924"/>
                        <a:pt x="67818" y="153162"/>
                        <a:pt x="66770" y="152685"/>
                      </a:cubicBezTo>
                      <a:cubicBezTo>
                        <a:pt x="65627" y="152209"/>
                        <a:pt x="65056" y="151638"/>
                        <a:pt x="64960" y="150971"/>
                      </a:cubicBezTo>
                      <a:cubicBezTo>
                        <a:pt x="63436" y="153448"/>
                        <a:pt x="61150" y="154686"/>
                        <a:pt x="58198" y="154971"/>
                      </a:cubicBezTo>
                      <a:cubicBezTo>
                        <a:pt x="57721" y="155067"/>
                        <a:pt x="55150" y="154971"/>
                        <a:pt x="50673" y="154781"/>
                      </a:cubicBezTo>
                      <a:cubicBezTo>
                        <a:pt x="47434" y="153543"/>
                        <a:pt x="44196" y="152114"/>
                        <a:pt x="40862" y="150780"/>
                      </a:cubicBezTo>
                      <a:cubicBezTo>
                        <a:pt x="36957" y="149066"/>
                        <a:pt x="34100" y="147256"/>
                        <a:pt x="32004" y="145161"/>
                      </a:cubicBezTo>
                      <a:cubicBezTo>
                        <a:pt x="31242" y="146113"/>
                        <a:pt x="29623" y="145923"/>
                        <a:pt x="27242" y="144589"/>
                      </a:cubicBezTo>
                      <a:cubicBezTo>
                        <a:pt x="24193" y="140779"/>
                        <a:pt x="20955" y="136779"/>
                        <a:pt x="17812" y="132779"/>
                      </a:cubicBezTo>
                      <a:cubicBezTo>
                        <a:pt x="14478" y="128206"/>
                        <a:pt x="12573" y="123825"/>
                        <a:pt x="12192" y="119824"/>
                      </a:cubicBezTo>
                      <a:cubicBezTo>
                        <a:pt x="10382" y="117634"/>
                        <a:pt x="9525" y="114490"/>
                        <a:pt x="9716" y="110394"/>
                      </a:cubicBezTo>
                      <a:cubicBezTo>
                        <a:pt x="9906" y="104394"/>
                        <a:pt x="9906" y="100965"/>
                        <a:pt x="9716" y="100393"/>
                      </a:cubicBezTo>
                      <a:cubicBezTo>
                        <a:pt x="9620" y="99441"/>
                        <a:pt x="9525" y="98488"/>
                        <a:pt x="9525" y="97536"/>
                      </a:cubicBezTo>
                      <a:cubicBezTo>
                        <a:pt x="9525" y="96107"/>
                        <a:pt x="9716" y="93916"/>
                        <a:pt x="10096" y="91059"/>
                      </a:cubicBezTo>
                      <a:cubicBezTo>
                        <a:pt x="10478" y="88202"/>
                        <a:pt x="10668" y="85915"/>
                        <a:pt x="10668" y="84391"/>
                      </a:cubicBezTo>
                      <a:cubicBezTo>
                        <a:pt x="10668" y="81629"/>
                        <a:pt x="10192" y="79343"/>
                        <a:pt x="9144" y="77438"/>
                      </a:cubicBezTo>
                      <a:cubicBezTo>
                        <a:pt x="10382" y="76962"/>
                        <a:pt x="10763" y="76009"/>
                        <a:pt x="10192" y="74580"/>
                      </a:cubicBezTo>
                      <a:cubicBezTo>
                        <a:pt x="9620" y="73152"/>
                        <a:pt x="9811" y="72104"/>
                        <a:pt x="10668" y="71533"/>
                      </a:cubicBezTo>
                      <a:cubicBezTo>
                        <a:pt x="9906" y="65246"/>
                        <a:pt x="9525" y="60007"/>
                        <a:pt x="9525" y="55721"/>
                      </a:cubicBezTo>
                      <a:cubicBezTo>
                        <a:pt x="9525" y="48196"/>
                        <a:pt x="10573" y="41720"/>
                        <a:pt x="12763" y="36480"/>
                      </a:cubicBezTo>
                      <a:cubicBezTo>
                        <a:pt x="13811" y="32099"/>
                        <a:pt x="14573" y="29242"/>
                        <a:pt x="15240" y="27813"/>
                      </a:cubicBezTo>
                      <a:cubicBezTo>
                        <a:pt x="16764" y="24669"/>
                        <a:pt x="18955" y="22860"/>
                        <a:pt x="21812" y="22193"/>
                      </a:cubicBezTo>
                      <a:cubicBezTo>
                        <a:pt x="23432" y="17716"/>
                        <a:pt x="27242" y="13811"/>
                        <a:pt x="32957" y="10382"/>
                      </a:cubicBezTo>
                      <a:lnTo>
                        <a:pt x="32004" y="9810"/>
                      </a:lnTo>
                      <a:cubicBezTo>
                        <a:pt x="33814" y="9430"/>
                        <a:pt x="36385" y="8001"/>
                        <a:pt x="39719" y="5524"/>
                      </a:cubicBezTo>
                      <a:cubicBezTo>
                        <a:pt x="42482" y="3429"/>
                        <a:pt x="45244" y="2571"/>
                        <a:pt x="47816" y="2857"/>
                      </a:cubicBezTo>
                      <a:cubicBezTo>
                        <a:pt x="47816" y="952"/>
                        <a:pt x="48578" y="0"/>
                        <a:pt x="50101" y="0"/>
                      </a:cubicBezTo>
                      <a:cubicBezTo>
                        <a:pt x="50578" y="0"/>
                        <a:pt x="51530" y="190"/>
                        <a:pt x="52959" y="476"/>
                      </a:cubicBezTo>
                      <a:cubicBezTo>
                        <a:pt x="54388" y="857"/>
                        <a:pt x="55340" y="857"/>
                        <a:pt x="55817" y="762"/>
                      </a:cubicBezTo>
                      <a:cubicBezTo>
                        <a:pt x="57817" y="3714"/>
                        <a:pt x="60579" y="5239"/>
                        <a:pt x="63913" y="5239"/>
                      </a:cubicBezTo>
                      <a:cubicBezTo>
                        <a:pt x="65437" y="5239"/>
                        <a:pt x="68008" y="4763"/>
                        <a:pt x="71628" y="3714"/>
                      </a:cubicBezTo>
                      <a:cubicBezTo>
                        <a:pt x="74295" y="4476"/>
                        <a:pt x="77724" y="4476"/>
                        <a:pt x="81820" y="3714"/>
                      </a:cubicBezTo>
                      <a:lnTo>
                        <a:pt x="81820" y="4476"/>
                      </a:lnTo>
                      <a:cubicBezTo>
                        <a:pt x="82963" y="4000"/>
                        <a:pt x="84106" y="3714"/>
                        <a:pt x="85249" y="3714"/>
                      </a:cubicBezTo>
                      <a:cubicBezTo>
                        <a:pt x="86868" y="3714"/>
                        <a:pt x="89059" y="4763"/>
                        <a:pt x="91631" y="6858"/>
                      </a:cubicBezTo>
                      <a:cubicBezTo>
                        <a:pt x="94202" y="8954"/>
                        <a:pt x="96393" y="10192"/>
                        <a:pt x="98393" y="10477"/>
                      </a:cubicBezTo>
                      <a:cubicBezTo>
                        <a:pt x="98869" y="12573"/>
                        <a:pt x="100584" y="14573"/>
                        <a:pt x="103251" y="16669"/>
                      </a:cubicBezTo>
                      <a:cubicBezTo>
                        <a:pt x="106013" y="18669"/>
                        <a:pt x="107633" y="20193"/>
                        <a:pt x="108014" y="21050"/>
                      </a:cubicBezTo>
                      <a:cubicBezTo>
                        <a:pt x="109918" y="21050"/>
                        <a:pt x="111061" y="22384"/>
                        <a:pt x="111442" y="25146"/>
                      </a:cubicBezTo>
                      <a:cubicBezTo>
                        <a:pt x="111824" y="27908"/>
                        <a:pt x="112967" y="29242"/>
                        <a:pt x="114681" y="29242"/>
                      </a:cubicBezTo>
                      <a:cubicBezTo>
                        <a:pt x="116110" y="30956"/>
                        <a:pt x="116776" y="33338"/>
                        <a:pt x="116776" y="36386"/>
                      </a:cubicBezTo>
                      <a:lnTo>
                        <a:pt x="116776" y="39052"/>
                      </a:lnTo>
                      <a:cubicBezTo>
                        <a:pt x="116681" y="40291"/>
                        <a:pt x="116586" y="41243"/>
                        <a:pt x="116586" y="41814"/>
                      </a:cubicBezTo>
                      <a:cubicBezTo>
                        <a:pt x="116586" y="45529"/>
                        <a:pt x="117919" y="48292"/>
                        <a:pt x="120682" y="49911"/>
                      </a:cubicBezTo>
                      <a:cubicBezTo>
                        <a:pt x="120206" y="50768"/>
                        <a:pt x="119920" y="51816"/>
                        <a:pt x="119920" y="52959"/>
                      </a:cubicBezTo>
                      <a:cubicBezTo>
                        <a:pt x="119920" y="54007"/>
                        <a:pt x="120206" y="55340"/>
                        <a:pt x="120682" y="57055"/>
                      </a:cubicBezTo>
                      <a:cubicBezTo>
                        <a:pt x="121158" y="58769"/>
                        <a:pt x="121444" y="59912"/>
                        <a:pt x="121444" y="60579"/>
                      </a:cubicBezTo>
                      <a:cubicBezTo>
                        <a:pt x="121444" y="62103"/>
                        <a:pt x="120491" y="63055"/>
                        <a:pt x="118586" y="63436"/>
                      </a:cubicBezTo>
                      <a:close/>
                      <a:moveTo>
                        <a:pt x="98584" y="74009"/>
                      </a:moveTo>
                      <a:cubicBezTo>
                        <a:pt x="99155" y="74009"/>
                        <a:pt x="102108" y="74962"/>
                        <a:pt x="107442" y="76676"/>
                      </a:cubicBezTo>
                      <a:lnTo>
                        <a:pt x="107442" y="72390"/>
                      </a:lnTo>
                      <a:cubicBezTo>
                        <a:pt x="103251" y="70866"/>
                        <a:pt x="101251" y="70104"/>
                        <a:pt x="101632" y="70104"/>
                      </a:cubicBezTo>
                      <a:cubicBezTo>
                        <a:pt x="100775" y="70104"/>
                        <a:pt x="100393" y="70866"/>
                        <a:pt x="100679" y="72390"/>
                      </a:cubicBezTo>
                      <a:lnTo>
                        <a:pt x="98584" y="70104"/>
                      </a:lnTo>
                      <a:lnTo>
                        <a:pt x="97631" y="70675"/>
                      </a:lnTo>
                      <a:cubicBezTo>
                        <a:pt x="96679" y="69246"/>
                        <a:pt x="95441" y="68199"/>
                        <a:pt x="93726" y="67437"/>
                      </a:cubicBezTo>
                      <a:cubicBezTo>
                        <a:pt x="90868" y="66389"/>
                        <a:pt x="89249" y="65722"/>
                        <a:pt x="88868" y="65532"/>
                      </a:cubicBezTo>
                      <a:cubicBezTo>
                        <a:pt x="89344" y="64865"/>
                        <a:pt x="89535" y="63818"/>
                        <a:pt x="89440" y="62389"/>
                      </a:cubicBezTo>
                      <a:lnTo>
                        <a:pt x="89440" y="58960"/>
                      </a:lnTo>
                      <a:cubicBezTo>
                        <a:pt x="89059" y="58293"/>
                        <a:pt x="87535" y="54959"/>
                        <a:pt x="84963" y="48958"/>
                      </a:cubicBezTo>
                      <a:cubicBezTo>
                        <a:pt x="83344" y="44862"/>
                        <a:pt x="81725" y="42196"/>
                        <a:pt x="80391" y="41053"/>
                      </a:cubicBezTo>
                      <a:lnTo>
                        <a:pt x="81343" y="40481"/>
                      </a:lnTo>
                      <a:cubicBezTo>
                        <a:pt x="79915" y="38671"/>
                        <a:pt x="78010" y="37433"/>
                        <a:pt x="75533" y="36671"/>
                      </a:cubicBezTo>
                      <a:cubicBezTo>
                        <a:pt x="73057" y="35909"/>
                        <a:pt x="70771" y="35147"/>
                        <a:pt x="68580" y="34576"/>
                      </a:cubicBezTo>
                      <a:cubicBezTo>
                        <a:pt x="68675" y="32480"/>
                        <a:pt x="67913" y="31432"/>
                        <a:pt x="66103" y="31432"/>
                      </a:cubicBezTo>
                      <a:cubicBezTo>
                        <a:pt x="63627" y="31432"/>
                        <a:pt x="62008" y="32480"/>
                        <a:pt x="61246" y="34576"/>
                      </a:cubicBezTo>
                      <a:cubicBezTo>
                        <a:pt x="59817" y="34671"/>
                        <a:pt x="57912" y="35528"/>
                        <a:pt x="55531" y="37052"/>
                      </a:cubicBezTo>
                      <a:cubicBezTo>
                        <a:pt x="53150" y="38576"/>
                        <a:pt x="51340" y="39243"/>
                        <a:pt x="50006" y="38957"/>
                      </a:cubicBezTo>
                      <a:cubicBezTo>
                        <a:pt x="47434" y="39719"/>
                        <a:pt x="45625" y="41814"/>
                        <a:pt x="44577" y="45339"/>
                      </a:cubicBezTo>
                      <a:cubicBezTo>
                        <a:pt x="43529" y="49244"/>
                        <a:pt x="42291" y="51530"/>
                        <a:pt x="40958" y="52292"/>
                      </a:cubicBezTo>
                      <a:cubicBezTo>
                        <a:pt x="41053" y="54197"/>
                        <a:pt x="40958" y="56769"/>
                        <a:pt x="40481" y="60007"/>
                      </a:cubicBezTo>
                      <a:cubicBezTo>
                        <a:pt x="40005" y="63246"/>
                        <a:pt x="39814" y="65437"/>
                        <a:pt x="39814" y="66770"/>
                      </a:cubicBezTo>
                      <a:cubicBezTo>
                        <a:pt x="39814" y="68961"/>
                        <a:pt x="40196" y="70866"/>
                        <a:pt x="40958" y="72580"/>
                      </a:cubicBezTo>
                      <a:cubicBezTo>
                        <a:pt x="39529" y="73628"/>
                        <a:pt x="39338" y="75629"/>
                        <a:pt x="40386" y="78771"/>
                      </a:cubicBezTo>
                      <a:cubicBezTo>
                        <a:pt x="41243" y="81343"/>
                        <a:pt x="40767" y="82772"/>
                        <a:pt x="38862" y="83058"/>
                      </a:cubicBezTo>
                      <a:cubicBezTo>
                        <a:pt x="40291" y="89249"/>
                        <a:pt x="40958" y="93916"/>
                        <a:pt x="40958" y="97155"/>
                      </a:cubicBezTo>
                      <a:cubicBezTo>
                        <a:pt x="40958" y="99441"/>
                        <a:pt x="40767" y="101727"/>
                        <a:pt x="40386" y="103917"/>
                      </a:cubicBezTo>
                      <a:cubicBezTo>
                        <a:pt x="41243" y="104680"/>
                        <a:pt x="43053" y="108395"/>
                        <a:pt x="45815" y="115062"/>
                      </a:cubicBezTo>
                      <a:cubicBezTo>
                        <a:pt x="47720" y="119919"/>
                        <a:pt x="50863" y="122111"/>
                        <a:pt x="55245" y="121634"/>
                      </a:cubicBezTo>
                      <a:cubicBezTo>
                        <a:pt x="55626" y="121729"/>
                        <a:pt x="56102" y="121634"/>
                        <a:pt x="56579" y="121062"/>
                      </a:cubicBezTo>
                      <a:cubicBezTo>
                        <a:pt x="57055" y="120586"/>
                        <a:pt x="57436" y="120301"/>
                        <a:pt x="57721" y="120301"/>
                      </a:cubicBezTo>
                      <a:cubicBezTo>
                        <a:pt x="58103" y="120301"/>
                        <a:pt x="58483" y="120586"/>
                        <a:pt x="58865" y="121062"/>
                      </a:cubicBezTo>
                      <a:lnTo>
                        <a:pt x="58103" y="121634"/>
                      </a:lnTo>
                      <a:cubicBezTo>
                        <a:pt x="58103" y="122301"/>
                        <a:pt x="58388" y="122872"/>
                        <a:pt x="59055" y="123349"/>
                      </a:cubicBezTo>
                      <a:lnTo>
                        <a:pt x="60389" y="124682"/>
                      </a:lnTo>
                      <a:cubicBezTo>
                        <a:pt x="61246" y="125825"/>
                        <a:pt x="62389" y="126396"/>
                        <a:pt x="63817" y="126396"/>
                      </a:cubicBezTo>
                      <a:cubicBezTo>
                        <a:pt x="65723" y="126396"/>
                        <a:pt x="66770" y="125635"/>
                        <a:pt x="66961" y="124110"/>
                      </a:cubicBezTo>
                      <a:cubicBezTo>
                        <a:pt x="67818" y="124873"/>
                        <a:pt x="68675" y="125253"/>
                        <a:pt x="69437" y="125253"/>
                      </a:cubicBezTo>
                      <a:cubicBezTo>
                        <a:pt x="70199" y="125253"/>
                        <a:pt x="71057" y="124396"/>
                        <a:pt x="72009" y="122777"/>
                      </a:cubicBezTo>
                      <a:cubicBezTo>
                        <a:pt x="72961" y="121158"/>
                        <a:pt x="73819" y="120301"/>
                        <a:pt x="74581" y="120301"/>
                      </a:cubicBezTo>
                      <a:cubicBezTo>
                        <a:pt x="75343" y="120301"/>
                        <a:pt x="76295" y="120777"/>
                        <a:pt x="77533" y="121634"/>
                      </a:cubicBezTo>
                      <a:cubicBezTo>
                        <a:pt x="77724" y="121158"/>
                        <a:pt x="78962" y="120396"/>
                        <a:pt x="81153" y="119348"/>
                      </a:cubicBezTo>
                      <a:cubicBezTo>
                        <a:pt x="82963" y="118586"/>
                        <a:pt x="83915" y="117443"/>
                        <a:pt x="83915" y="116110"/>
                      </a:cubicBezTo>
                      <a:cubicBezTo>
                        <a:pt x="83915" y="115633"/>
                        <a:pt x="83820" y="114967"/>
                        <a:pt x="83534" y="114205"/>
                      </a:cubicBezTo>
                      <a:cubicBezTo>
                        <a:pt x="85344" y="113347"/>
                        <a:pt x="86392" y="111347"/>
                        <a:pt x="86773" y="108204"/>
                      </a:cubicBezTo>
                      <a:cubicBezTo>
                        <a:pt x="87154" y="105156"/>
                        <a:pt x="88011" y="103251"/>
                        <a:pt x="89249" y="102394"/>
                      </a:cubicBezTo>
                      <a:lnTo>
                        <a:pt x="89249" y="89725"/>
                      </a:lnTo>
                      <a:cubicBezTo>
                        <a:pt x="89535" y="88773"/>
                        <a:pt x="89630" y="87820"/>
                        <a:pt x="89630" y="86677"/>
                      </a:cubicBezTo>
                      <a:cubicBezTo>
                        <a:pt x="89630" y="85534"/>
                        <a:pt x="89440" y="83820"/>
                        <a:pt x="89059" y="81629"/>
                      </a:cubicBezTo>
                      <a:cubicBezTo>
                        <a:pt x="88678" y="79438"/>
                        <a:pt x="88487" y="77914"/>
                        <a:pt x="88487" y="77057"/>
                      </a:cubicBezTo>
                      <a:cubicBezTo>
                        <a:pt x="88487" y="75629"/>
                        <a:pt x="88773" y="74390"/>
                        <a:pt x="89249" y="73343"/>
                      </a:cubicBezTo>
                      <a:cubicBezTo>
                        <a:pt x="89154" y="71914"/>
                        <a:pt x="89535" y="71151"/>
                        <a:pt x="90392" y="70866"/>
                      </a:cubicBezTo>
                      <a:cubicBezTo>
                        <a:pt x="90773" y="70866"/>
                        <a:pt x="91821" y="70961"/>
                        <a:pt x="93631" y="71247"/>
                      </a:cubicBezTo>
                      <a:cubicBezTo>
                        <a:pt x="95059" y="71533"/>
                        <a:pt x="96107" y="71438"/>
                        <a:pt x="96774" y="71056"/>
                      </a:cubicBezTo>
                      <a:cubicBezTo>
                        <a:pt x="97917" y="72199"/>
                        <a:pt x="98393" y="73343"/>
                        <a:pt x="98298" y="74390"/>
                      </a:cubicBezTo>
                      <a:close/>
                      <a:moveTo>
                        <a:pt x="114967" y="63436"/>
                      </a:moveTo>
                      <a:cubicBezTo>
                        <a:pt x="113919" y="62865"/>
                        <a:pt x="112871" y="62674"/>
                        <a:pt x="111919" y="62674"/>
                      </a:cubicBezTo>
                      <a:cubicBezTo>
                        <a:pt x="111252" y="62674"/>
                        <a:pt x="110300" y="62865"/>
                        <a:pt x="108871" y="63151"/>
                      </a:cubicBezTo>
                      <a:cubicBezTo>
                        <a:pt x="107442" y="63532"/>
                        <a:pt x="106204" y="63627"/>
                        <a:pt x="105251" y="63436"/>
                      </a:cubicBezTo>
                      <a:lnTo>
                        <a:pt x="109918" y="66484"/>
                      </a:lnTo>
                      <a:lnTo>
                        <a:pt x="110490" y="63436"/>
                      </a:lnTo>
                      <a:cubicBezTo>
                        <a:pt x="110490" y="63436"/>
                        <a:pt x="112300" y="63912"/>
                        <a:pt x="115062" y="64961"/>
                      </a:cubicBezTo>
                      <a:lnTo>
                        <a:pt x="115062" y="63436"/>
                      </a:lnTo>
                      <a:close/>
                      <a:moveTo>
                        <a:pt x="110395" y="111823"/>
                      </a:moveTo>
                      <a:cubicBezTo>
                        <a:pt x="110395" y="111823"/>
                        <a:pt x="110776" y="111537"/>
                        <a:pt x="110776" y="111443"/>
                      </a:cubicBezTo>
                      <a:cubicBezTo>
                        <a:pt x="110776" y="111252"/>
                        <a:pt x="110490" y="111061"/>
                        <a:pt x="109823" y="110776"/>
                      </a:cubicBezTo>
                      <a:cubicBezTo>
                        <a:pt x="109157" y="110490"/>
                        <a:pt x="108871" y="110204"/>
                        <a:pt x="108871" y="109918"/>
                      </a:cubicBezTo>
                      <a:cubicBezTo>
                        <a:pt x="108871" y="109633"/>
                        <a:pt x="109157" y="109347"/>
                        <a:pt x="109823" y="108966"/>
                      </a:cubicBezTo>
                      <a:cubicBezTo>
                        <a:pt x="109061" y="108680"/>
                        <a:pt x="108299" y="108775"/>
                        <a:pt x="107537" y="109156"/>
                      </a:cubicBezTo>
                      <a:cubicBezTo>
                        <a:pt x="106394" y="109918"/>
                        <a:pt x="105727" y="110299"/>
                        <a:pt x="105632" y="110299"/>
                      </a:cubicBezTo>
                      <a:cubicBezTo>
                        <a:pt x="106013" y="110299"/>
                        <a:pt x="107633" y="110776"/>
                        <a:pt x="110490" y="111823"/>
                      </a:cubicBezTo>
                      <a:close/>
                      <a:moveTo>
                        <a:pt x="115633" y="72485"/>
                      </a:moveTo>
                      <a:lnTo>
                        <a:pt x="117919" y="72485"/>
                      </a:lnTo>
                      <a:cubicBezTo>
                        <a:pt x="116776" y="71723"/>
                        <a:pt x="116015" y="71628"/>
                        <a:pt x="115633" y="72294"/>
                      </a:cubicBezTo>
                      <a:cubicBezTo>
                        <a:pt x="114205" y="71914"/>
                        <a:pt x="112205" y="71342"/>
                        <a:pt x="109633" y="70580"/>
                      </a:cubicBezTo>
                      <a:cubicBezTo>
                        <a:pt x="109347" y="69723"/>
                        <a:pt x="108680" y="69246"/>
                        <a:pt x="107537" y="69246"/>
                      </a:cubicBezTo>
                      <a:cubicBezTo>
                        <a:pt x="108014" y="69532"/>
                        <a:pt x="108775" y="69913"/>
                        <a:pt x="109633" y="70580"/>
                      </a:cubicBezTo>
                      <a:cubicBezTo>
                        <a:pt x="109633" y="71056"/>
                        <a:pt x="109823" y="71723"/>
                        <a:pt x="109823" y="72485"/>
                      </a:cubicBezTo>
                      <a:cubicBezTo>
                        <a:pt x="109728" y="73533"/>
                        <a:pt x="109728" y="74104"/>
                        <a:pt x="109823" y="74200"/>
                      </a:cubicBezTo>
                      <a:cubicBezTo>
                        <a:pt x="109823" y="74580"/>
                        <a:pt x="110014" y="74676"/>
                        <a:pt x="110395" y="74580"/>
                      </a:cubicBezTo>
                      <a:lnTo>
                        <a:pt x="112490" y="72485"/>
                      </a:lnTo>
                      <a:lnTo>
                        <a:pt x="113443" y="73057"/>
                      </a:lnTo>
                      <a:cubicBezTo>
                        <a:pt x="113538" y="73628"/>
                        <a:pt x="113443" y="74104"/>
                        <a:pt x="113062" y="74676"/>
                      </a:cubicBezTo>
                      <a:cubicBezTo>
                        <a:pt x="112681" y="75247"/>
                        <a:pt x="112490" y="75724"/>
                        <a:pt x="112490" y="76105"/>
                      </a:cubicBezTo>
                      <a:cubicBezTo>
                        <a:pt x="113633" y="76390"/>
                        <a:pt x="114395" y="76009"/>
                        <a:pt x="114681" y="75057"/>
                      </a:cubicBezTo>
                      <a:cubicBezTo>
                        <a:pt x="114967" y="74104"/>
                        <a:pt x="115252" y="73152"/>
                        <a:pt x="115538" y="72294"/>
                      </a:cubicBezTo>
                      <a:lnTo>
                        <a:pt x="115538" y="72485"/>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 name="Google Shape;760;p99"/>
                <p:cNvSpPr/>
                <p:nvPr/>
              </p:nvSpPr>
              <p:spPr>
                <a:xfrm>
                  <a:off x="4608385" y="5532405"/>
                  <a:ext cx="121443" cy="164877"/>
                </a:xfrm>
                <a:custGeom>
                  <a:avLst/>
                  <a:gdLst/>
                  <a:ahLst/>
                  <a:cxnLst/>
                  <a:rect l="l" t="t" r="r" b="b"/>
                  <a:pathLst>
                    <a:path w="121443" h="164877" extrusionOk="0">
                      <a:moveTo>
                        <a:pt x="2381" y="164878"/>
                      </a:moveTo>
                      <a:lnTo>
                        <a:pt x="0" y="163353"/>
                      </a:lnTo>
                      <a:lnTo>
                        <a:pt x="2381" y="163925"/>
                      </a:lnTo>
                      <a:lnTo>
                        <a:pt x="2381" y="164878"/>
                      </a:lnTo>
                      <a:close/>
                      <a:moveTo>
                        <a:pt x="118777" y="63436"/>
                      </a:moveTo>
                      <a:cubicBezTo>
                        <a:pt x="118396" y="64865"/>
                        <a:pt x="118777" y="66294"/>
                        <a:pt x="119824" y="67818"/>
                      </a:cubicBezTo>
                      <a:cubicBezTo>
                        <a:pt x="120872" y="69342"/>
                        <a:pt x="121444" y="70389"/>
                        <a:pt x="121444" y="70866"/>
                      </a:cubicBezTo>
                      <a:cubicBezTo>
                        <a:pt x="121444" y="71818"/>
                        <a:pt x="120967" y="72771"/>
                        <a:pt x="119824" y="74009"/>
                      </a:cubicBezTo>
                      <a:cubicBezTo>
                        <a:pt x="120491" y="79153"/>
                        <a:pt x="120777" y="84677"/>
                        <a:pt x="120777" y="90583"/>
                      </a:cubicBezTo>
                      <a:cubicBezTo>
                        <a:pt x="120777" y="96488"/>
                        <a:pt x="120491" y="102012"/>
                        <a:pt x="119824" y="107346"/>
                      </a:cubicBezTo>
                      <a:cubicBezTo>
                        <a:pt x="117443" y="108109"/>
                        <a:pt x="116205" y="109347"/>
                        <a:pt x="116205" y="110966"/>
                      </a:cubicBezTo>
                      <a:cubicBezTo>
                        <a:pt x="116205" y="111443"/>
                        <a:pt x="116396" y="112395"/>
                        <a:pt x="116776" y="113633"/>
                      </a:cubicBezTo>
                      <a:cubicBezTo>
                        <a:pt x="117157" y="114871"/>
                        <a:pt x="117348" y="115919"/>
                        <a:pt x="117348" y="116681"/>
                      </a:cubicBezTo>
                      <a:cubicBezTo>
                        <a:pt x="117348" y="117348"/>
                        <a:pt x="117253" y="117920"/>
                        <a:pt x="116967" y="118396"/>
                      </a:cubicBezTo>
                      <a:lnTo>
                        <a:pt x="117729" y="123825"/>
                      </a:lnTo>
                      <a:cubicBezTo>
                        <a:pt x="116014" y="124682"/>
                        <a:pt x="114776" y="126396"/>
                        <a:pt x="113729" y="128968"/>
                      </a:cubicBezTo>
                      <a:cubicBezTo>
                        <a:pt x="112776" y="131445"/>
                        <a:pt x="111919" y="133921"/>
                        <a:pt x="111157" y="136207"/>
                      </a:cubicBezTo>
                      <a:cubicBezTo>
                        <a:pt x="108680" y="137255"/>
                        <a:pt x="104680" y="140018"/>
                        <a:pt x="98965" y="144685"/>
                      </a:cubicBezTo>
                      <a:lnTo>
                        <a:pt x="101155" y="146780"/>
                      </a:lnTo>
                      <a:cubicBezTo>
                        <a:pt x="94107" y="147066"/>
                        <a:pt x="88963" y="148780"/>
                        <a:pt x="85725" y="151924"/>
                      </a:cubicBezTo>
                      <a:cubicBezTo>
                        <a:pt x="85154" y="151829"/>
                        <a:pt x="84677" y="151733"/>
                        <a:pt x="84201" y="151733"/>
                      </a:cubicBezTo>
                      <a:cubicBezTo>
                        <a:pt x="83058" y="151733"/>
                        <a:pt x="82010" y="152209"/>
                        <a:pt x="80963" y="153162"/>
                      </a:cubicBezTo>
                      <a:cubicBezTo>
                        <a:pt x="80010" y="154114"/>
                        <a:pt x="79534" y="155162"/>
                        <a:pt x="79724" y="156305"/>
                      </a:cubicBezTo>
                      <a:cubicBezTo>
                        <a:pt x="78010" y="155257"/>
                        <a:pt x="76200" y="154781"/>
                        <a:pt x="74104" y="154781"/>
                      </a:cubicBezTo>
                      <a:lnTo>
                        <a:pt x="67913" y="154781"/>
                      </a:lnTo>
                      <a:cubicBezTo>
                        <a:pt x="68199" y="153924"/>
                        <a:pt x="67723" y="153162"/>
                        <a:pt x="66675" y="152685"/>
                      </a:cubicBezTo>
                      <a:cubicBezTo>
                        <a:pt x="65532" y="152209"/>
                        <a:pt x="64961" y="151638"/>
                        <a:pt x="64865" y="150971"/>
                      </a:cubicBezTo>
                      <a:cubicBezTo>
                        <a:pt x="63341" y="153448"/>
                        <a:pt x="61055" y="154686"/>
                        <a:pt x="58103" y="154971"/>
                      </a:cubicBezTo>
                      <a:cubicBezTo>
                        <a:pt x="57626" y="155067"/>
                        <a:pt x="55054" y="154971"/>
                        <a:pt x="50578" y="154781"/>
                      </a:cubicBezTo>
                      <a:cubicBezTo>
                        <a:pt x="47339" y="153543"/>
                        <a:pt x="44101" y="152114"/>
                        <a:pt x="40767" y="150780"/>
                      </a:cubicBezTo>
                      <a:cubicBezTo>
                        <a:pt x="36862" y="149066"/>
                        <a:pt x="33909" y="147256"/>
                        <a:pt x="31909" y="145161"/>
                      </a:cubicBezTo>
                      <a:cubicBezTo>
                        <a:pt x="31147" y="146113"/>
                        <a:pt x="29528" y="145923"/>
                        <a:pt x="27146" y="144589"/>
                      </a:cubicBezTo>
                      <a:cubicBezTo>
                        <a:pt x="24098" y="140779"/>
                        <a:pt x="20955" y="136779"/>
                        <a:pt x="17716" y="132779"/>
                      </a:cubicBezTo>
                      <a:cubicBezTo>
                        <a:pt x="14383" y="128206"/>
                        <a:pt x="12478" y="123825"/>
                        <a:pt x="12097" y="119824"/>
                      </a:cubicBezTo>
                      <a:cubicBezTo>
                        <a:pt x="10287" y="117634"/>
                        <a:pt x="9430" y="114490"/>
                        <a:pt x="9620" y="110394"/>
                      </a:cubicBezTo>
                      <a:cubicBezTo>
                        <a:pt x="9715" y="104394"/>
                        <a:pt x="9715" y="100965"/>
                        <a:pt x="9620" y="100393"/>
                      </a:cubicBezTo>
                      <a:cubicBezTo>
                        <a:pt x="9525" y="99441"/>
                        <a:pt x="9430" y="98488"/>
                        <a:pt x="9430" y="97536"/>
                      </a:cubicBezTo>
                      <a:cubicBezTo>
                        <a:pt x="9430" y="96107"/>
                        <a:pt x="9620" y="93916"/>
                        <a:pt x="10001" y="91059"/>
                      </a:cubicBezTo>
                      <a:cubicBezTo>
                        <a:pt x="10382" y="88202"/>
                        <a:pt x="10573" y="85915"/>
                        <a:pt x="10573" y="84391"/>
                      </a:cubicBezTo>
                      <a:cubicBezTo>
                        <a:pt x="10573" y="81629"/>
                        <a:pt x="10096" y="79343"/>
                        <a:pt x="9049" y="77438"/>
                      </a:cubicBezTo>
                      <a:cubicBezTo>
                        <a:pt x="10287" y="76962"/>
                        <a:pt x="10668" y="76009"/>
                        <a:pt x="10096" y="74580"/>
                      </a:cubicBezTo>
                      <a:cubicBezTo>
                        <a:pt x="9525" y="73152"/>
                        <a:pt x="9715" y="72104"/>
                        <a:pt x="10573" y="71533"/>
                      </a:cubicBezTo>
                      <a:cubicBezTo>
                        <a:pt x="9811" y="65246"/>
                        <a:pt x="9430" y="60007"/>
                        <a:pt x="9430" y="55721"/>
                      </a:cubicBezTo>
                      <a:cubicBezTo>
                        <a:pt x="9430" y="48196"/>
                        <a:pt x="10478" y="41720"/>
                        <a:pt x="12668" y="36480"/>
                      </a:cubicBezTo>
                      <a:cubicBezTo>
                        <a:pt x="13716" y="32099"/>
                        <a:pt x="14573" y="29242"/>
                        <a:pt x="15145" y="27813"/>
                      </a:cubicBezTo>
                      <a:cubicBezTo>
                        <a:pt x="16669" y="24669"/>
                        <a:pt x="18859" y="22860"/>
                        <a:pt x="21717" y="22193"/>
                      </a:cubicBezTo>
                      <a:cubicBezTo>
                        <a:pt x="23336" y="17716"/>
                        <a:pt x="27146" y="13811"/>
                        <a:pt x="32861" y="10382"/>
                      </a:cubicBezTo>
                      <a:lnTo>
                        <a:pt x="31909" y="9810"/>
                      </a:lnTo>
                      <a:cubicBezTo>
                        <a:pt x="33718" y="9430"/>
                        <a:pt x="36290" y="8001"/>
                        <a:pt x="39624" y="5524"/>
                      </a:cubicBezTo>
                      <a:cubicBezTo>
                        <a:pt x="42481" y="3429"/>
                        <a:pt x="45148" y="2571"/>
                        <a:pt x="47720" y="2857"/>
                      </a:cubicBezTo>
                      <a:cubicBezTo>
                        <a:pt x="47720" y="952"/>
                        <a:pt x="48482" y="0"/>
                        <a:pt x="50006" y="0"/>
                      </a:cubicBezTo>
                      <a:cubicBezTo>
                        <a:pt x="50482" y="0"/>
                        <a:pt x="51435" y="190"/>
                        <a:pt x="52864" y="476"/>
                      </a:cubicBezTo>
                      <a:cubicBezTo>
                        <a:pt x="54292" y="857"/>
                        <a:pt x="55245" y="857"/>
                        <a:pt x="55721" y="762"/>
                      </a:cubicBezTo>
                      <a:cubicBezTo>
                        <a:pt x="57817" y="3714"/>
                        <a:pt x="60484" y="5239"/>
                        <a:pt x="63817" y="5239"/>
                      </a:cubicBezTo>
                      <a:cubicBezTo>
                        <a:pt x="65341" y="5239"/>
                        <a:pt x="67913" y="4763"/>
                        <a:pt x="71533" y="3714"/>
                      </a:cubicBezTo>
                      <a:cubicBezTo>
                        <a:pt x="74200" y="4476"/>
                        <a:pt x="77629" y="4476"/>
                        <a:pt x="81724" y="3714"/>
                      </a:cubicBezTo>
                      <a:lnTo>
                        <a:pt x="81724" y="4476"/>
                      </a:lnTo>
                      <a:cubicBezTo>
                        <a:pt x="82867" y="4000"/>
                        <a:pt x="84011" y="3714"/>
                        <a:pt x="85154" y="3714"/>
                      </a:cubicBezTo>
                      <a:cubicBezTo>
                        <a:pt x="86868" y="3714"/>
                        <a:pt x="88963" y="4763"/>
                        <a:pt x="91535" y="6858"/>
                      </a:cubicBezTo>
                      <a:cubicBezTo>
                        <a:pt x="94107" y="8954"/>
                        <a:pt x="96393" y="10192"/>
                        <a:pt x="98298" y="10477"/>
                      </a:cubicBezTo>
                      <a:cubicBezTo>
                        <a:pt x="98774" y="12573"/>
                        <a:pt x="100489" y="14573"/>
                        <a:pt x="103251" y="16669"/>
                      </a:cubicBezTo>
                      <a:cubicBezTo>
                        <a:pt x="106013" y="18669"/>
                        <a:pt x="107632" y="20193"/>
                        <a:pt x="108013" y="21050"/>
                      </a:cubicBezTo>
                      <a:cubicBezTo>
                        <a:pt x="109918" y="21050"/>
                        <a:pt x="111062" y="22384"/>
                        <a:pt x="111442" y="25146"/>
                      </a:cubicBezTo>
                      <a:cubicBezTo>
                        <a:pt x="111823" y="27908"/>
                        <a:pt x="112871" y="29242"/>
                        <a:pt x="114681" y="29242"/>
                      </a:cubicBezTo>
                      <a:cubicBezTo>
                        <a:pt x="116110" y="30956"/>
                        <a:pt x="116776" y="33338"/>
                        <a:pt x="116776" y="36386"/>
                      </a:cubicBezTo>
                      <a:lnTo>
                        <a:pt x="116776" y="39052"/>
                      </a:lnTo>
                      <a:cubicBezTo>
                        <a:pt x="116681" y="40291"/>
                        <a:pt x="116586" y="41243"/>
                        <a:pt x="116586" y="41814"/>
                      </a:cubicBezTo>
                      <a:cubicBezTo>
                        <a:pt x="116586" y="45529"/>
                        <a:pt x="117920" y="48292"/>
                        <a:pt x="120587" y="49911"/>
                      </a:cubicBezTo>
                      <a:cubicBezTo>
                        <a:pt x="120110" y="50768"/>
                        <a:pt x="119824" y="51816"/>
                        <a:pt x="119824" y="52959"/>
                      </a:cubicBezTo>
                      <a:cubicBezTo>
                        <a:pt x="119824" y="54007"/>
                        <a:pt x="120110" y="55340"/>
                        <a:pt x="120587" y="57055"/>
                      </a:cubicBezTo>
                      <a:cubicBezTo>
                        <a:pt x="121158" y="58769"/>
                        <a:pt x="121348" y="59912"/>
                        <a:pt x="121348" y="60579"/>
                      </a:cubicBezTo>
                      <a:cubicBezTo>
                        <a:pt x="121348" y="62103"/>
                        <a:pt x="120396" y="63055"/>
                        <a:pt x="118396" y="63436"/>
                      </a:cubicBezTo>
                      <a:close/>
                      <a:moveTo>
                        <a:pt x="98584" y="74009"/>
                      </a:moveTo>
                      <a:cubicBezTo>
                        <a:pt x="99250" y="74009"/>
                        <a:pt x="102203" y="74962"/>
                        <a:pt x="107442" y="76676"/>
                      </a:cubicBezTo>
                      <a:lnTo>
                        <a:pt x="107442" y="72390"/>
                      </a:lnTo>
                      <a:cubicBezTo>
                        <a:pt x="103156" y="70866"/>
                        <a:pt x="101251" y="70104"/>
                        <a:pt x="101632" y="70104"/>
                      </a:cubicBezTo>
                      <a:cubicBezTo>
                        <a:pt x="100774" y="70104"/>
                        <a:pt x="100393" y="70866"/>
                        <a:pt x="100679" y="72390"/>
                      </a:cubicBezTo>
                      <a:lnTo>
                        <a:pt x="98584" y="70104"/>
                      </a:lnTo>
                      <a:lnTo>
                        <a:pt x="97631" y="70675"/>
                      </a:lnTo>
                      <a:cubicBezTo>
                        <a:pt x="96679" y="69246"/>
                        <a:pt x="95440" y="68199"/>
                        <a:pt x="93726" y="67437"/>
                      </a:cubicBezTo>
                      <a:cubicBezTo>
                        <a:pt x="90868" y="66389"/>
                        <a:pt x="89249" y="65722"/>
                        <a:pt x="88868" y="65532"/>
                      </a:cubicBezTo>
                      <a:cubicBezTo>
                        <a:pt x="89345" y="64865"/>
                        <a:pt x="89535" y="63818"/>
                        <a:pt x="89440" y="62389"/>
                      </a:cubicBezTo>
                      <a:lnTo>
                        <a:pt x="89440" y="58960"/>
                      </a:lnTo>
                      <a:cubicBezTo>
                        <a:pt x="89059" y="58293"/>
                        <a:pt x="87535" y="54959"/>
                        <a:pt x="84963" y="48958"/>
                      </a:cubicBezTo>
                      <a:cubicBezTo>
                        <a:pt x="83344" y="44862"/>
                        <a:pt x="81820" y="42196"/>
                        <a:pt x="80391" y="41053"/>
                      </a:cubicBezTo>
                      <a:lnTo>
                        <a:pt x="81343" y="40481"/>
                      </a:lnTo>
                      <a:cubicBezTo>
                        <a:pt x="79915" y="38671"/>
                        <a:pt x="78010" y="37433"/>
                        <a:pt x="75629" y="36671"/>
                      </a:cubicBezTo>
                      <a:cubicBezTo>
                        <a:pt x="73152" y="35909"/>
                        <a:pt x="70866" y="35147"/>
                        <a:pt x="68675" y="34576"/>
                      </a:cubicBezTo>
                      <a:cubicBezTo>
                        <a:pt x="68771" y="32480"/>
                        <a:pt x="67913" y="31432"/>
                        <a:pt x="66199" y="31432"/>
                      </a:cubicBezTo>
                      <a:cubicBezTo>
                        <a:pt x="63817" y="31432"/>
                        <a:pt x="62198" y="32480"/>
                        <a:pt x="61436" y="34576"/>
                      </a:cubicBezTo>
                      <a:cubicBezTo>
                        <a:pt x="60007" y="34671"/>
                        <a:pt x="58103" y="35528"/>
                        <a:pt x="55721" y="37052"/>
                      </a:cubicBezTo>
                      <a:cubicBezTo>
                        <a:pt x="53340" y="38576"/>
                        <a:pt x="51530" y="39243"/>
                        <a:pt x="50197" y="38957"/>
                      </a:cubicBezTo>
                      <a:cubicBezTo>
                        <a:pt x="47625" y="39719"/>
                        <a:pt x="45815" y="41814"/>
                        <a:pt x="44767" y="45339"/>
                      </a:cubicBezTo>
                      <a:cubicBezTo>
                        <a:pt x="43720" y="49244"/>
                        <a:pt x="42481" y="51530"/>
                        <a:pt x="41053" y="52292"/>
                      </a:cubicBezTo>
                      <a:cubicBezTo>
                        <a:pt x="41148" y="54197"/>
                        <a:pt x="41053" y="56769"/>
                        <a:pt x="40576" y="60007"/>
                      </a:cubicBezTo>
                      <a:cubicBezTo>
                        <a:pt x="40100" y="63246"/>
                        <a:pt x="39910" y="65437"/>
                        <a:pt x="39910" y="66770"/>
                      </a:cubicBezTo>
                      <a:cubicBezTo>
                        <a:pt x="39910" y="68961"/>
                        <a:pt x="40291" y="70866"/>
                        <a:pt x="41053" y="72580"/>
                      </a:cubicBezTo>
                      <a:cubicBezTo>
                        <a:pt x="39624" y="73628"/>
                        <a:pt x="39433" y="75629"/>
                        <a:pt x="40481" y="78771"/>
                      </a:cubicBezTo>
                      <a:cubicBezTo>
                        <a:pt x="41338" y="81343"/>
                        <a:pt x="40862" y="82772"/>
                        <a:pt x="38957" y="83058"/>
                      </a:cubicBezTo>
                      <a:cubicBezTo>
                        <a:pt x="40386" y="89249"/>
                        <a:pt x="41053" y="93916"/>
                        <a:pt x="41053" y="97155"/>
                      </a:cubicBezTo>
                      <a:cubicBezTo>
                        <a:pt x="41053" y="99441"/>
                        <a:pt x="40862" y="101727"/>
                        <a:pt x="40481" y="103917"/>
                      </a:cubicBezTo>
                      <a:cubicBezTo>
                        <a:pt x="41338" y="104680"/>
                        <a:pt x="43148" y="108395"/>
                        <a:pt x="45911" y="115062"/>
                      </a:cubicBezTo>
                      <a:cubicBezTo>
                        <a:pt x="47815" y="119919"/>
                        <a:pt x="50959" y="122111"/>
                        <a:pt x="55340" y="121634"/>
                      </a:cubicBezTo>
                      <a:cubicBezTo>
                        <a:pt x="55721" y="121729"/>
                        <a:pt x="56197" y="121634"/>
                        <a:pt x="56674" y="121062"/>
                      </a:cubicBezTo>
                      <a:cubicBezTo>
                        <a:pt x="57150" y="120586"/>
                        <a:pt x="57531" y="120301"/>
                        <a:pt x="57817" y="120301"/>
                      </a:cubicBezTo>
                      <a:cubicBezTo>
                        <a:pt x="58198" y="120301"/>
                        <a:pt x="58579" y="120586"/>
                        <a:pt x="58960" y="121062"/>
                      </a:cubicBezTo>
                      <a:lnTo>
                        <a:pt x="58198" y="121634"/>
                      </a:lnTo>
                      <a:cubicBezTo>
                        <a:pt x="58198" y="122301"/>
                        <a:pt x="58483" y="122872"/>
                        <a:pt x="59150" y="123349"/>
                      </a:cubicBezTo>
                      <a:lnTo>
                        <a:pt x="60484" y="124682"/>
                      </a:lnTo>
                      <a:cubicBezTo>
                        <a:pt x="61341" y="125825"/>
                        <a:pt x="62484" y="126396"/>
                        <a:pt x="63913" y="126396"/>
                      </a:cubicBezTo>
                      <a:cubicBezTo>
                        <a:pt x="65818" y="126396"/>
                        <a:pt x="66865" y="125635"/>
                        <a:pt x="66961" y="124110"/>
                      </a:cubicBezTo>
                      <a:cubicBezTo>
                        <a:pt x="67818" y="124873"/>
                        <a:pt x="68675" y="125253"/>
                        <a:pt x="69437" y="125253"/>
                      </a:cubicBezTo>
                      <a:cubicBezTo>
                        <a:pt x="70199" y="125253"/>
                        <a:pt x="71056" y="124396"/>
                        <a:pt x="72009" y="122777"/>
                      </a:cubicBezTo>
                      <a:cubicBezTo>
                        <a:pt x="72962" y="121158"/>
                        <a:pt x="73819" y="120301"/>
                        <a:pt x="74581" y="120301"/>
                      </a:cubicBezTo>
                      <a:cubicBezTo>
                        <a:pt x="75343" y="120301"/>
                        <a:pt x="76295" y="120777"/>
                        <a:pt x="77438" y="121634"/>
                      </a:cubicBezTo>
                      <a:cubicBezTo>
                        <a:pt x="77724" y="121158"/>
                        <a:pt x="78867" y="120396"/>
                        <a:pt x="81058" y="119348"/>
                      </a:cubicBezTo>
                      <a:cubicBezTo>
                        <a:pt x="82867" y="118586"/>
                        <a:pt x="83820" y="117443"/>
                        <a:pt x="83820" y="116110"/>
                      </a:cubicBezTo>
                      <a:cubicBezTo>
                        <a:pt x="83820" y="115633"/>
                        <a:pt x="83725" y="114967"/>
                        <a:pt x="83439" y="114205"/>
                      </a:cubicBezTo>
                      <a:cubicBezTo>
                        <a:pt x="85249" y="113347"/>
                        <a:pt x="86296" y="111347"/>
                        <a:pt x="86773" y="108204"/>
                      </a:cubicBezTo>
                      <a:cubicBezTo>
                        <a:pt x="87154" y="105156"/>
                        <a:pt x="88011" y="103251"/>
                        <a:pt x="89249" y="102394"/>
                      </a:cubicBezTo>
                      <a:lnTo>
                        <a:pt x="89249" y="89725"/>
                      </a:lnTo>
                      <a:cubicBezTo>
                        <a:pt x="89535" y="88773"/>
                        <a:pt x="89630" y="87820"/>
                        <a:pt x="89630" y="86677"/>
                      </a:cubicBezTo>
                      <a:cubicBezTo>
                        <a:pt x="89630" y="85534"/>
                        <a:pt x="89440" y="83820"/>
                        <a:pt x="89059" y="81629"/>
                      </a:cubicBezTo>
                      <a:cubicBezTo>
                        <a:pt x="88678" y="79438"/>
                        <a:pt x="88487" y="77914"/>
                        <a:pt x="88487" y="77057"/>
                      </a:cubicBezTo>
                      <a:cubicBezTo>
                        <a:pt x="88487" y="75629"/>
                        <a:pt x="88773" y="74390"/>
                        <a:pt x="89249" y="73343"/>
                      </a:cubicBezTo>
                      <a:cubicBezTo>
                        <a:pt x="89154" y="71914"/>
                        <a:pt x="89535" y="71151"/>
                        <a:pt x="90392" y="70866"/>
                      </a:cubicBezTo>
                      <a:cubicBezTo>
                        <a:pt x="90773" y="70866"/>
                        <a:pt x="91916" y="70961"/>
                        <a:pt x="93726" y="71247"/>
                      </a:cubicBezTo>
                      <a:cubicBezTo>
                        <a:pt x="95155" y="71533"/>
                        <a:pt x="96107" y="71438"/>
                        <a:pt x="96774" y="71056"/>
                      </a:cubicBezTo>
                      <a:cubicBezTo>
                        <a:pt x="97917" y="72199"/>
                        <a:pt x="98488" y="73343"/>
                        <a:pt x="98298" y="74390"/>
                      </a:cubicBezTo>
                      <a:close/>
                      <a:moveTo>
                        <a:pt x="114967" y="63436"/>
                      </a:moveTo>
                      <a:cubicBezTo>
                        <a:pt x="113919" y="62865"/>
                        <a:pt x="112871" y="62674"/>
                        <a:pt x="111919" y="62674"/>
                      </a:cubicBezTo>
                      <a:cubicBezTo>
                        <a:pt x="111252" y="62674"/>
                        <a:pt x="110204" y="62865"/>
                        <a:pt x="108775" y="63151"/>
                      </a:cubicBezTo>
                      <a:cubicBezTo>
                        <a:pt x="107347" y="63532"/>
                        <a:pt x="106108" y="63627"/>
                        <a:pt x="105061" y="63436"/>
                      </a:cubicBezTo>
                      <a:lnTo>
                        <a:pt x="109728" y="66484"/>
                      </a:lnTo>
                      <a:lnTo>
                        <a:pt x="110299" y="63436"/>
                      </a:lnTo>
                      <a:cubicBezTo>
                        <a:pt x="110299" y="63436"/>
                        <a:pt x="112109" y="63912"/>
                        <a:pt x="114967" y="64961"/>
                      </a:cubicBezTo>
                      <a:lnTo>
                        <a:pt x="114967" y="63436"/>
                      </a:lnTo>
                      <a:close/>
                      <a:moveTo>
                        <a:pt x="110299" y="111823"/>
                      </a:moveTo>
                      <a:cubicBezTo>
                        <a:pt x="110299" y="111823"/>
                        <a:pt x="110680" y="111537"/>
                        <a:pt x="110680" y="111443"/>
                      </a:cubicBezTo>
                      <a:cubicBezTo>
                        <a:pt x="110680" y="111252"/>
                        <a:pt x="110395" y="111061"/>
                        <a:pt x="109728" y="110776"/>
                      </a:cubicBezTo>
                      <a:cubicBezTo>
                        <a:pt x="109061" y="110490"/>
                        <a:pt x="108775" y="110204"/>
                        <a:pt x="108775" y="109918"/>
                      </a:cubicBezTo>
                      <a:cubicBezTo>
                        <a:pt x="108775" y="109633"/>
                        <a:pt x="109061" y="109347"/>
                        <a:pt x="109728" y="108966"/>
                      </a:cubicBezTo>
                      <a:cubicBezTo>
                        <a:pt x="108966" y="108680"/>
                        <a:pt x="108204" y="108775"/>
                        <a:pt x="107442" y="109156"/>
                      </a:cubicBezTo>
                      <a:cubicBezTo>
                        <a:pt x="106299" y="109918"/>
                        <a:pt x="105632" y="110299"/>
                        <a:pt x="105537" y="110299"/>
                      </a:cubicBezTo>
                      <a:cubicBezTo>
                        <a:pt x="105918" y="110299"/>
                        <a:pt x="107537" y="110776"/>
                        <a:pt x="110299" y="111823"/>
                      </a:cubicBezTo>
                      <a:close/>
                      <a:moveTo>
                        <a:pt x="115538" y="72485"/>
                      </a:moveTo>
                      <a:lnTo>
                        <a:pt x="117824" y="72485"/>
                      </a:lnTo>
                      <a:cubicBezTo>
                        <a:pt x="116681" y="71723"/>
                        <a:pt x="115919" y="71628"/>
                        <a:pt x="115538" y="72294"/>
                      </a:cubicBezTo>
                      <a:cubicBezTo>
                        <a:pt x="114109" y="71914"/>
                        <a:pt x="112109" y="71342"/>
                        <a:pt x="109538" y="70580"/>
                      </a:cubicBezTo>
                      <a:cubicBezTo>
                        <a:pt x="109252" y="69723"/>
                        <a:pt x="108585" y="69246"/>
                        <a:pt x="107442" y="69246"/>
                      </a:cubicBezTo>
                      <a:cubicBezTo>
                        <a:pt x="107918" y="69532"/>
                        <a:pt x="108680" y="69913"/>
                        <a:pt x="109538" y="70580"/>
                      </a:cubicBezTo>
                      <a:cubicBezTo>
                        <a:pt x="109633" y="71056"/>
                        <a:pt x="109728" y="71723"/>
                        <a:pt x="109728" y="72485"/>
                      </a:cubicBezTo>
                      <a:cubicBezTo>
                        <a:pt x="109633" y="73533"/>
                        <a:pt x="109633" y="74104"/>
                        <a:pt x="109728" y="74200"/>
                      </a:cubicBezTo>
                      <a:cubicBezTo>
                        <a:pt x="109728" y="74580"/>
                        <a:pt x="109918" y="74676"/>
                        <a:pt x="110299" y="74580"/>
                      </a:cubicBezTo>
                      <a:lnTo>
                        <a:pt x="112395" y="72485"/>
                      </a:lnTo>
                      <a:lnTo>
                        <a:pt x="113347" y="73057"/>
                      </a:lnTo>
                      <a:cubicBezTo>
                        <a:pt x="113443" y="73628"/>
                        <a:pt x="113347" y="74104"/>
                        <a:pt x="112966" y="74676"/>
                      </a:cubicBezTo>
                      <a:cubicBezTo>
                        <a:pt x="112586" y="75247"/>
                        <a:pt x="112395" y="75724"/>
                        <a:pt x="112395" y="76105"/>
                      </a:cubicBezTo>
                      <a:cubicBezTo>
                        <a:pt x="113538" y="76390"/>
                        <a:pt x="114300" y="76009"/>
                        <a:pt x="114586" y="75057"/>
                      </a:cubicBezTo>
                      <a:cubicBezTo>
                        <a:pt x="114871" y="74104"/>
                        <a:pt x="115253" y="73152"/>
                        <a:pt x="115443" y="72294"/>
                      </a:cubicBezTo>
                      <a:lnTo>
                        <a:pt x="115443" y="72485"/>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 name="Google Shape;761;p99"/>
                <p:cNvSpPr/>
                <p:nvPr/>
              </p:nvSpPr>
              <p:spPr>
                <a:xfrm>
                  <a:off x="4746116" y="5533167"/>
                  <a:ext cx="111251" cy="155829"/>
                </a:xfrm>
                <a:custGeom>
                  <a:avLst/>
                  <a:gdLst/>
                  <a:ahLst/>
                  <a:cxnLst/>
                  <a:rect l="l" t="t" r="r" b="b"/>
                  <a:pathLst>
                    <a:path w="111251" h="155829" extrusionOk="0">
                      <a:moveTo>
                        <a:pt x="111252" y="33433"/>
                      </a:moveTo>
                      <a:lnTo>
                        <a:pt x="110680" y="63151"/>
                      </a:lnTo>
                      <a:cubicBezTo>
                        <a:pt x="109156" y="63532"/>
                        <a:pt x="108395" y="64865"/>
                        <a:pt x="108395" y="66961"/>
                      </a:cubicBezTo>
                      <a:cubicBezTo>
                        <a:pt x="108395" y="69818"/>
                        <a:pt x="108109" y="71533"/>
                        <a:pt x="107632" y="72200"/>
                      </a:cubicBezTo>
                      <a:cubicBezTo>
                        <a:pt x="98584" y="83534"/>
                        <a:pt x="88773" y="90774"/>
                        <a:pt x="77914" y="94012"/>
                      </a:cubicBezTo>
                      <a:cubicBezTo>
                        <a:pt x="76200" y="95821"/>
                        <a:pt x="74009" y="96774"/>
                        <a:pt x="71342" y="96774"/>
                      </a:cubicBezTo>
                      <a:cubicBezTo>
                        <a:pt x="70009" y="96774"/>
                        <a:pt x="67913" y="96488"/>
                        <a:pt x="65056" y="95917"/>
                      </a:cubicBezTo>
                      <a:cubicBezTo>
                        <a:pt x="62198" y="95345"/>
                        <a:pt x="60007" y="95155"/>
                        <a:pt x="58579" y="95250"/>
                      </a:cubicBezTo>
                      <a:cubicBezTo>
                        <a:pt x="56579" y="93059"/>
                        <a:pt x="55531" y="90678"/>
                        <a:pt x="55531" y="88106"/>
                      </a:cubicBezTo>
                      <a:cubicBezTo>
                        <a:pt x="55531" y="87249"/>
                        <a:pt x="56293" y="84106"/>
                        <a:pt x="57817" y="78677"/>
                      </a:cubicBezTo>
                      <a:cubicBezTo>
                        <a:pt x="58864" y="74676"/>
                        <a:pt x="58579" y="71343"/>
                        <a:pt x="57055" y="68675"/>
                      </a:cubicBezTo>
                      <a:cubicBezTo>
                        <a:pt x="58293" y="66485"/>
                        <a:pt x="60770" y="65247"/>
                        <a:pt x="64389" y="64865"/>
                      </a:cubicBezTo>
                      <a:cubicBezTo>
                        <a:pt x="64675" y="63818"/>
                        <a:pt x="65532" y="63341"/>
                        <a:pt x="67151" y="63341"/>
                      </a:cubicBezTo>
                      <a:cubicBezTo>
                        <a:pt x="67532" y="63341"/>
                        <a:pt x="68199" y="63341"/>
                        <a:pt x="69056" y="63532"/>
                      </a:cubicBezTo>
                      <a:lnTo>
                        <a:pt x="70961" y="63532"/>
                      </a:lnTo>
                      <a:cubicBezTo>
                        <a:pt x="73723" y="63532"/>
                        <a:pt x="75057" y="62294"/>
                        <a:pt x="75057" y="59627"/>
                      </a:cubicBezTo>
                      <a:cubicBezTo>
                        <a:pt x="79438" y="57531"/>
                        <a:pt x="81629" y="54388"/>
                        <a:pt x="81629" y="50006"/>
                      </a:cubicBezTo>
                      <a:cubicBezTo>
                        <a:pt x="82201" y="45339"/>
                        <a:pt x="80963" y="41720"/>
                        <a:pt x="78200" y="39053"/>
                      </a:cubicBezTo>
                      <a:cubicBezTo>
                        <a:pt x="75057" y="36767"/>
                        <a:pt x="72104" y="34481"/>
                        <a:pt x="69152" y="32290"/>
                      </a:cubicBezTo>
                      <a:cubicBezTo>
                        <a:pt x="68009" y="31433"/>
                        <a:pt x="66294" y="30956"/>
                        <a:pt x="64103" y="30956"/>
                      </a:cubicBezTo>
                      <a:lnTo>
                        <a:pt x="62389" y="30956"/>
                      </a:lnTo>
                      <a:cubicBezTo>
                        <a:pt x="61627" y="31147"/>
                        <a:pt x="61055" y="31147"/>
                        <a:pt x="60674" y="31147"/>
                      </a:cubicBezTo>
                      <a:cubicBezTo>
                        <a:pt x="57436" y="31147"/>
                        <a:pt x="55912" y="29433"/>
                        <a:pt x="55912" y="26099"/>
                      </a:cubicBezTo>
                      <a:cubicBezTo>
                        <a:pt x="56293" y="23527"/>
                        <a:pt x="57721" y="22003"/>
                        <a:pt x="60293" y="21622"/>
                      </a:cubicBezTo>
                      <a:cubicBezTo>
                        <a:pt x="57245" y="20955"/>
                        <a:pt x="55626" y="19145"/>
                        <a:pt x="55626" y="16288"/>
                      </a:cubicBezTo>
                      <a:cubicBezTo>
                        <a:pt x="55626" y="15716"/>
                        <a:pt x="55626" y="15336"/>
                        <a:pt x="55817" y="14954"/>
                      </a:cubicBezTo>
                      <a:cubicBezTo>
                        <a:pt x="56483" y="14574"/>
                        <a:pt x="56674" y="14193"/>
                        <a:pt x="56388" y="13811"/>
                      </a:cubicBezTo>
                      <a:cubicBezTo>
                        <a:pt x="56007" y="13145"/>
                        <a:pt x="55245" y="12859"/>
                        <a:pt x="54293" y="12859"/>
                      </a:cubicBezTo>
                      <a:cubicBezTo>
                        <a:pt x="53054" y="19527"/>
                        <a:pt x="52483" y="23527"/>
                        <a:pt x="52769" y="24956"/>
                      </a:cubicBezTo>
                      <a:cubicBezTo>
                        <a:pt x="52959" y="25622"/>
                        <a:pt x="53149" y="26194"/>
                        <a:pt x="53149" y="26670"/>
                      </a:cubicBezTo>
                      <a:cubicBezTo>
                        <a:pt x="53149" y="28956"/>
                        <a:pt x="51149" y="30861"/>
                        <a:pt x="46958" y="32290"/>
                      </a:cubicBezTo>
                      <a:cubicBezTo>
                        <a:pt x="45815" y="30575"/>
                        <a:pt x="44101" y="29813"/>
                        <a:pt x="41720" y="29813"/>
                      </a:cubicBezTo>
                      <a:cubicBezTo>
                        <a:pt x="42291" y="29813"/>
                        <a:pt x="39910" y="30099"/>
                        <a:pt x="34766" y="30766"/>
                      </a:cubicBezTo>
                      <a:cubicBezTo>
                        <a:pt x="30671" y="33338"/>
                        <a:pt x="28575" y="37052"/>
                        <a:pt x="28575" y="41720"/>
                      </a:cubicBezTo>
                      <a:cubicBezTo>
                        <a:pt x="28575" y="43434"/>
                        <a:pt x="28861" y="45911"/>
                        <a:pt x="29432" y="49149"/>
                      </a:cubicBezTo>
                      <a:cubicBezTo>
                        <a:pt x="30004" y="52388"/>
                        <a:pt x="30289" y="54864"/>
                        <a:pt x="30289" y="56388"/>
                      </a:cubicBezTo>
                      <a:cubicBezTo>
                        <a:pt x="30289" y="57912"/>
                        <a:pt x="30099" y="59341"/>
                        <a:pt x="29718" y="60675"/>
                      </a:cubicBezTo>
                      <a:cubicBezTo>
                        <a:pt x="31242" y="64294"/>
                        <a:pt x="34385" y="66675"/>
                        <a:pt x="39148" y="67819"/>
                      </a:cubicBezTo>
                      <a:cubicBezTo>
                        <a:pt x="41053" y="68295"/>
                        <a:pt x="45434" y="68866"/>
                        <a:pt x="52102" y="69342"/>
                      </a:cubicBezTo>
                      <a:cubicBezTo>
                        <a:pt x="51340" y="71533"/>
                        <a:pt x="50959" y="73914"/>
                        <a:pt x="50959" y="76677"/>
                      </a:cubicBezTo>
                      <a:cubicBezTo>
                        <a:pt x="50959" y="78391"/>
                        <a:pt x="52006" y="83915"/>
                        <a:pt x="54197" y="93250"/>
                      </a:cubicBezTo>
                      <a:cubicBezTo>
                        <a:pt x="53721" y="92583"/>
                        <a:pt x="53149" y="92297"/>
                        <a:pt x="52673" y="92297"/>
                      </a:cubicBezTo>
                      <a:cubicBezTo>
                        <a:pt x="52006" y="92297"/>
                        <a:pt x="51245" y="92869"/>
                        <a:pt x="50292" y="94202"/>
                      </a:cubicBezTo>
                      <a:cubicBezTo>
                        <a:pt x="49435" y="95536"/>
                        <a:pt x="48768" y="96203"/>
                        <a:pt x="48387" y="96298"/>
                      </a:cubicBezTo>
                      <a:cubicBezTo>
                        <a:pt x="47435" y="95155"/>
                        <a:pt x="45529" y="94584"/>
                        <a:pt x="42577" y="94584"/>
                      </a:cubicBezTo>
                      <a:cubicBezTo>
                        <a:pt x="38100" y="94679"/>
                        <a:pt x="35719" y="94774"/>
                        <a:pt x="35623" y="94774"/>
                      </a:cubicBezTo>
                      <a:cubicBezTo>
                        <a:pt x="30956" y="98775"/>
                        <a:pt x="28670" y="104109"/>
                        <a:pt x="28670" y="110776"/>
                      </a:cubicBezTo>
                      <a:cubicBezTo>
                        <a:pt x="28670" y="112490"/>
                        <a:pt x="28956" y="115158"/>
                        <a:pt x="29337" y="118872"/>
                      </a:cubicBezTo>
                      <a:cubicBezTo>
                        <a:pt x="29718" y="122587"/>
                        <a:pt x="30004" y="125445"/>
                        <a:pt x="30004" y="127350"/>
                      </a:cubicBezTo>
                      <a:cubicBezTo>
                        <a:pt x="30004" y="129064"/>
                        <a:pt x="29909" y="130588"/>
                        <a:pt x="29623" y="131922"/>
                      </a:cubicBezTo>
                      <a:cubicBezTo>
                        <a:pt x="31052" y="140399"/>
                        <a:pt x="31718" y="145352"/>
                        <a:pt x="31718" y="146781"/>
                      </a:cubicBezTo>
                      <a:cubicBezTo>
                        <a:pt x="31718" y="149829"/>
                        <a:pt x="31147" y="152591"/>
                        <a:pt x="30099" y="154877"/>
                      </a:cubicBezTo>
                      <a:cubicBezTo>
                        <a:pt x="28861" y="154591"/>
                        <a:pt x="27527" y="154496"/>
                        <a:pt x="26098" y="154496"/>
                      </a:cubicBezTo>
                      <a:cubicBezTo>
                        <a:pt x="24289" y="154496"/>
                        <a:pt x="21717" y="154686"/>
                        <a:pt x="18288" y="155163"/>
                      </a:cubicBezTo>
                      <a:cubicBezTo>
                        <a:pt x="14859" y="155639"/>
                        <a:pt x="12382" y="155829"/>
                        <a:pt x="10859" y="155829"/>
                      </a:cubicBezTo>
                      <a:cubicBezTo>
                        <a:pt x="6382" y="155829"/>
                        <a:pt x="3048" y="154305"/>
                        <a:pt x="953" y="151162"/>
                      </a:cubicBezTo>
                      <a:cubicBezTo>
                        <a:pt x="286" y="149257"/>
                        <a:pt x="0" y="147352"/>
                        <a:pt x="0" y="145352"/>
                      </a:cubicBezTo>
                      <a:cubicBezTo>
                        <a:pt x="0" y="143352"/>
                        <a:pt x="381" y="140780"/>
                        <a:pt x="1143" y="137446"/>
                      </a:cubicBezTo>
                      <a:cubicBezTo>
                        <a:pt x="1905" y="134112"/>
                        <a:pt x="2286" y="131540"/>
                        <a:pt x="2286" y="129921"/>
                      </a:cubicBezTo>
                      <a:cubicBezTo>
                        <a:pt x="2286" y="128778"/>
                        <a:pt x="2096" y="127731"/>
                        <a:pt x="1905" y="126683"/>
                      </a:cubicBezTo>
                      <a:cubicBezTo>
                        <a:pt x="2857" y="126302"/>
                        <a:pt x="3238" y="125825"/>
                        <a:pt x="3238" y="125159"/>
                      </a:cubicBezTo>
                      <a:cubicBezTo>
                        <a:pt x="3238" y="124778"/>
                        <a:pt x="3048" y="124111"/>
                        <a:pt x="2477" y="123063"/>
                      </a:cubicBezTo>
                      <a:cubicBezTo>
                        <a:pt x="1905" y="122015"/>
                        <a:pt x="1714" y="121254"/>
                        <a:pt x="1905" y="120778"/>
                      </a:cubicBezTo>
                      <a:cubicBezTo>
                        <a:pt x="2857" y="116681"/>
                        <a:pt x="3238" y="111347"/>
                        <a:pt x="3238" y="104966"/>
                      </a:cubicBezTo>
                      <a:cubicBezTo>
                        <a:pt x="3238" y="102394"/>
                        <a:pt x="3143" y="98393"/>
                        <a:pt x="2953" y="92964"/>
                      </a:cubicBezTo>
                      <a:cubicBezTo>
                        <a:pt x="2762" y="87535"/>
                        <a:pt x="2667" y="83534"/>
                        <a:pt x="2667" y="80772"/>
                      </a:cubicBezTo>
                      <a:cubicBezTo>
                        <a:pt x="2667" y="74200"/>
                        <a:pt x="3048" y="68675"/>
                        <a:pt x="4001" y="64199"/>
                      </a:cubicBezTo>
                      <a:lnTo>
                        <a:pt x="1905" y="58960"/>
                      </a:lnTo>
                      <a:cubicBezTo>
                        <a:pt x="4286" y="57817"/>
                        <a:pt x="7334" y="58008"/>
                        <a:pt x="10763" y="59531"/>
                      </a:cubicBezTo>
                      <a:cubicBezTo>
                        <a:pt x="10859" y="58294"/>
                        <a:pt x="11335" y="57627"/>
                        <a:pt x="12097" y="57627"/>
                      </a:cubicBezTo>
                      <a:cubicBezTo>
                        <a:pt x="12478" y="57627"/>
                        <a:pt x="13145" y="57912"/>
                        <a:pt x="14002" y="58294"/>
                      </a:cubicBezTo>
                      <a:cubicBezTo>
                        <a:pt x="14859" y="58770"/>
                        <a:pt x="15526" y="58960"/>
                        <a:pt x="15716" y="58960"/>
                      </a:cubicBezTo>
                      <a:lnTo>
                        <a:pt x="16669" y="59531"/>
                      </a:lnTo>
                      <a:cubicBezTo>
                        <a:pt x="16669" y="59531"/>
                        <a:pt x="17240" y="58674"/>
                        <a:pt x="17240" y="57436"/>
                      </a:cubicBezTo>
                      <a:cubicBezTo>
                        <a:pt x="17050" y="56960"/>
                        <a:pt x="16383" y="56674"/>
                        <a:pt x="15145" y="56674"/>
                      </a:cubicBezTo>
                      <a:cubicBezTo>
                        <a:pt x="15240" y="55436"/>
                        <a:pt x="15049" y="54674"/>
                        <a:pt x="14383" y="54579"/>
                      </a:cubicBezTo>
                      <a:cubicBezTo>
                        <a:pt x="14288" y="54579"/>
                        <a:pt x="13621" y="54579"/>
                        <a:pt x="12478" y="54769"/>
                      </a:cubicBezTo>
                      <a:cubicBezTo>
                        <a:pt x="11621" y="54864"/>
                        <a:pt x="11049" y="54769"/>
                        <a:pt x="10763" y="54388"/>
                      </a:cubicBezTo>
                      <a:lnTo>
                        <a:pt x="10001" y="56674"/>
                      </a:lnTo>
                      <a:lnTo>
                        <a:pt x="2477" y="55150"/>
                      </a:lnTo>
                      <a:cubicBezTo>
                        <a:pt x="2857" y="53816"/>
                        <a:pt x="3238" y="52483"/>
                        <a:pt x="3620" y="50959"/>
                      </a:cubicBezTo>
                      <a:cubicBezTo>
                        <a:pt x="4001" y="49530"/>
                        <a:pt x="4858" y="48578"/>
                        <a:pt x="6191" y="48387"/>
                      </a:cubicBezTo>
                      <a:cubicBezTo>
                        <a:pt x="4381" y="48673"/>
                        <a:pt x="3524" y="48102"/>
                        <a:pt x="3524" y="46673"/>
                      </a:cubicBezTo>
                      <a:cubicBezTo>
                        <a:pt x="3524" y="46387"/>
                        <a:pt x="3524" y="45815"/>
                        <a:pt x="3715" y="44958"/>
                      </a:cubicBezTo>
                      <a:cubicBezTo>
                        <a:pt x="3905" y="44006"/>
                        <a:pt x="3905" y="43434"/>
                        <a:pt x="3905" y="43053"/>
                      </a:cubicBezTo>
                      <a:cubicBezTo>
                        <a:pt x="3905" y="41815"/>
                        <a:pt x="3524" y="40863"/>
                        <a:pt x="2572" y="40291"/>
                      </a:cubicBezTo>
                      <a:cubicBezTo>
                        <a:pt x="3048" y="39434"/>
                        <a:pt x="3334" y="38386"/>
                        <a:pt x="3334" y="37243"/>
                      </a:cubicBezTo>
                      <a:cubicBezTo>
                        <a:pt x="3334" y="34957"/>
                        <a:pt x="2381" y="33243"/>
                        <a:pt x="476" y="32290"/>
                      </a:cubicBezTo>
                      <a:cubicBezTo>
                        <a:pt x="2477" y="30480"/>
                        <a:pt x="3524" y="28004"/>
                        <a:pt x="3524" y="24765"/>
                      </a:cubicBezTo>
                      <a:cubicBezTo>
                        <a:pt x="3524" y="23622"/>
                        <a:pt x="3334" y="21717"/>
                        <a:pt x="2953" y="19145"/>
                      </a:cubicBezTo>
                      <a:cubicBezTo>
                        <a:pt x="2572" y="16574"/>
                        <a:pt x="2381" y="14669"/>
                        <a:pt x="2381" y="13335"/>
                      </a:cubicBezTo>
                      <a:cubicBezTo>
                        <a:pt x="2381" y="10669"/>
                        <a:pt x="2953" y="8287"/>
                        <a:pt x="4096" y="6191"/>
                      </a:cubicBezTo>
                      <a:lnTo>
                        <a:pt x="2000" y="4668"/>
                      </a:lnTo>
                      <a:cubicBezTo>
                        <a:pt x="2762" y="4763"/>
                        <a:pt x="4096" y="4572"/>
                        <a:pt x="5905" y="3906"/>
                      </a:cubicBezTo>
                      <a:cubicBezTo>
                        <a:pt x="7811" y="3239"/>
                        <a:pt x="9144" y="2953"/>
                        <a:pt x="10096" y="2953"/>
                      </a:cubicBezTo>
                      <a:cubicBezTo>
                        <a:pt x="11049" y="2953"/>
                        <a:pt x="11716" y="3239"/>
                        <a:pt x="12192" y="3715"/>
                      </a:cubicBezTo>
                      <a:cubicBezTo>
                        <a:pt x="13049" y="3239"/>
                        <a:pt x="14383" y="2953"/>
                        <a:pt x="16097" y="2953"/>
                      </a:cubicBezTo>
                      <a:cubicBezTo>
                        <a:pt x="16573" y="2953"/>
                        <a:pt x="17336" y="2953"/>
                        <a:pt x="18383" y="3143"/>
                      </a:cubicBezTo>
                      <a:lnTo>
                        <a:pt x="20860" y="3143"/>
                      </a:lnTo>
                      <a:cubicBezTo>
                        <a:pt x="23336" y="3143"/>
                        <a:pt x="24955" y="2477"/>
                        <a:pt x="25908" y="1048"/>
                      </a:cubicBezTo>
                      <a:cubicBezTo>
                        <a:pt x="25908" y="1334"/>
                        <a:pt x="25718" y="1715"/>
                        <a:pt x="25146" y="2191"/>
                      </a:cubicBezTo>
                      <a:cubicBezTo>
                        <a:pt x="24670" y="2667"/>
                        <a:pt x="24384" y="3048"/>
                        <a:pt x="24384" y="3143"/>
                      </a:cubicBezTo>
                      <a:cubicBezTo>
                        <a:pt x="23908" y="3239"/>
                        <a:pt x="25908" y="3334"/>
                        <a:pt x="30575" y="3334"/>
                      </a:cubicBezTo>
                      <a:cubicBezTo>
                        <a:pt x="32766" y="3334"/>
                        <a:pt x="34385" y="2286"/>
                        <a:pt x="35623" y="0"/>
                      </a:cubicBezTo>
                      <a:lnTo>
                        <a:pt x="48959" y="2477"/>
                      </a:lnTo>
                      <a:cubicBezTo>
                        <a:pt x="49244" y="2953"/>
                        <a:pt x="49721" y="3429"/>
                        <a:pt x="50482" y="3620"/>
                      </a:cubicBezTo>
                      <a:lnTo>
                        <a:pt x="52578" y="3620"/>
                      </a:lnTo>
                      <a:cubicBezTo>
                        <a:pt x="52578" y="6191"/>
                        <a:pt x="53054" y="7715"/>
                        <a:pt x="54102" y="8192"/>
                      </a:cubicBezTo>
                      <a:cubicBezTo>
                        <a:pt x="55340" y="8192"/>
                        <a:pt x="56197" y="7144"/>
                        <a:pt x="56579" y="5144"/>
                      </a:cubicBezTo>
                      <a:cubicBezTo>
                        <a:pt x="56960" y="3048"/>
                        <a:pt x="57912" y="1905"/>
                        <a:pt x="59436" y="1524"/>
                      </a:cubicBezTo>
                      <a:cubicBezTo>
                        <a:pt x="61055" y="477"/>
                        <a:pt x="62674" y="0"/>
                        <a:pt x="64198" y="0"/>
                      </a:cubicBezTo>
                      <a:cubicBezTo>
                        <a:pt x="66008" y="0"/>
                        <a:pt x="68294" y="1048"/>
                        <a:pt x="71056" y="3239"/>
                      </a:cubicBezTo>
                      <a:cubicBezTo>
                        <a:pt x="73819" y="5334"/>
                        <a:pt x="76200" y="6382"/>
                        <a:pt x="78105" y="6382"/>
                      </a:cubicBezTo>
                      <a:cubicBezTo>
                        <a:pt x="79343" y="6382"/>
                        <a:pt x="80772" y="6001"/>
                        <a:pt x="82391" y="5239"/>
                      </a:cubicBezTo>
                      <a:cubicBezTo>
                        <a:pt x="85725" y="6572"/>
                        <a:pt x="90202" y="9049"/>
                        <a:pt x="95726" y="12764"/>
                      </a:cubicBezTo>
                      <a:cubicBezTo>
                        <a:pt x="99060" y="14193"/>
                        <a:pt x="102108" y="17526"/>
                        <a:pt x="104965" y="22765"/>
                      </a:cubicBezTo>
                      <a:cubicBezTo>
                        <a:pt x="108204" y="29052"/>
                        <a:pt x="110204" y="32671"/>
                        <a:pt x="111157" y="33528"/>
                      </a:cubicBezTo>
                      <a:close/>
                      <a:moveTo>
                        <a:pt x="16954" y="55055"/>
                      </a:moveTo>
                      <a:lnTo>
                        <a:pt x="20574" y="56579"/>
                      </a:lnTo>
                      <a:lnTo>
                        <a:pt x="19621" y="55817"/>
                      </a:lnTo>
                      <a:lnTo>
                        <a:pt x="16954" y="55055"/>
                      </a:lnTo>
                      <a:close/>
                      <a:moveTo>
                        <a:pt x="70485" y="110014"/>
                      </a:moveTo>
                      <a:lnTo>
                        <a:pt x="69723" y="104204"/>
                      </a:lnTo>
                      <a:cubicBezTo>
                        <a:pt x="70961" y="106775"/>
                        <a:pt x="71533" y="108490"/>
                        <a:pt x="71247" y="109347"/>
                      </a:cubicBezTo>
                      <a:lnTo>
                        <a:pt x="70485" y="109919"/>
                      </a:lnTo>
                      <a:close/>
                      <a:moveTo>
                        <a:pt x="105442" y="89345"/>
                      </a:moveTo>
                      <a:lnTo>
                        <a:pt x="105442" y="83344"/>
                      </a:lnTo>
                      <a:lnTo>
                        <a:pt x="106394" y="83344"/>
                      </a:lnTo>
                      <a:lnTo>
                        <a:pt x="106394" y="89345"/>
                      </a:lnTo>
                      <a:lnTo>
                        <a:pt x="105442" y="89345"/>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62" name="Google Shape;762;p99"/>
              <p:cNvGrpSpPr/>
              <p:nvPr/>
            </p:nvGrpSpPr>
            <p:grpSpPr>
              <a:xfrm>
                <a:off x="10223462" y="3591211"/>
                <a:ext cx="2519172" cy="662845"/>
                <a:chOff x="4970144" y="1309306"/>
                <a:chExt cx="2519172" cy="662845"/>
              </a:xfrm>
            </p:grpSpPr>
            <p:sp>
              <p:nvSpPr>
                <p:cNvPr id="763" name="Google Shape;763;p99"/>
                <p:cNvSpPr/>
                <p:nvPr/>
              </p:nvSpPr>
              <p:spPr>
                <a:xfrm>
                  <a:off x="4970144" y="1391602"/>
                  <a:ext cx="445808" cy="503872"/>
                </a:xfrm>
                <a:custGeom>
                  <a:avLst/>
                  <a:gdLst/>
                  <a:ahLst/>
                  <a:cxnLst/>
                  <a:rect l="l" t="t" r="r" b="b"/>
                  <a:pathLst>
                    <a:path w="445808" h="503872" extrusionOk="0">
                      <a:moveTo>
                        <a:pt x="95" y="282035"/>
                      </a:moveTo>
                      <a:lnTo>
                        <a:pt x="2572" y="272034"/>
                      </a:lnTo>
                      <a:lnTo>
                        <a:pt x="5048" y="272034"/>
                      </a:lnTo>
                      <a:lnTo>
                        <a:pt x="0" y="282035"/>
                      </a:lnTo>
                      <a:close/>
                      <a:moveTo>
                        <a:pt x="12002" y="277082"/>
                      </a:moveTo>
                      <a:lnTo>
                        <a:pt x="12002" y="267748"/>
                      </a:lnTo>
                      <a:lnTo>
                        <a:pt x="22003" y="272129"/>
                      </a:lnTo>
                      <a:lnTo>
                        <a:pt x="12002" y="277082"/>
                      </a:lnTo>
                      <a:close/>
                      <a:moveTo>
                        <a:pt x="43910" y="279559"/>
                      </a:moveTo>
                      <a:cubicBezTo>
                        <a:pt x="45149" y="279178"/>
                        <a:pt x="46482" y="279654"/>
                        <a:pt x="47911" y="281083"/>
                      </a:cubicBezTo>
                      <a:cubicBezTo>
                        <a:pt x="49340" y="282512"/>
                        <a:pt x="50483" y="283464"/>
                        <a:pt x="51340" y="283940"/>
                      </a:cubicBezTo>
                      <a:lnTo>
                        <a:pt x="51340" y="288989"/>
                      </a:lnTo>
                      <a:lnTo>
                        <a:pt x="43815" y="279559"/>
                      </a:lnTo>
                      <a:close/>
                      <a:moveTo>
                        <a:pt x="46387" y="228981"/>
                      </a:moveTo>
                      <a:lnTo>
                        <a:pt x="51435" y="228981"/>
                      </a:lnTo>
                      <a:cubicBezTo>
                        <a:pt x="51816" y="231077"/>
                        <a:pt x="50197" y="234410"/>
                        <a:pt x="46387" y="238982"/>
                      </a:cubicBezTo>
                      <a:lnTo>
                        <a:pt x="46387" y="228981"/>
                      </a:lnTo>
                      <a:close/>
                      <a:moveTo>
                        <a:pt x="63246" y="400145"/>
                      </a:moveTo>
                      <a:lnTo>
                        <a:pt x="60103" y="388239"/>
                      </a:lnTo>
                      <a:lnTo>
                        <a:pt x="63246" y="391954"/>
                      </a:lnTo>
                      <a:lnTo>
                        <a:pt x="63246" y="400145"/>
                      </a:lnTo>
                      <a:close/>
                      <a:moveTo>
                        <a:pt x="86963" y="178403"/>
                      </a:moveTo>
                      <a:cubicBezTo>
                        <a:pt x="88583" y="175070"/>
                        <a:pt x="91154" y="175070"/>
                        <a:pt x="94488" y="178403"/>
                      </a:cubicBezTo>
                      <a:lnTo>
                        <a:pt x="86963" y="178403"/>
                      </a:lnTo>
                      <a:close/>
                      <a:moveTo>
                        <a:pt x="86963" y="409575"/>
                      </a:moveTo>
                      <a:lnTo>
                        <a:pt x="89440" y="407098"/>
                      </a:lnTo>
                      <a:lnTo>
                        <a:pt x="91916" y="409575"/>
                      </a:lnTo>
                      <a:lnTo>
                        <a:pt x="86868" y="409575"/>
                      </a:lnTo>
                      <a:close/>
                      <a:moveTo>
                        <a:pt x="94488" y="178403"/>
                      </a:moveTo>
                      <a:cubicBezTo>
                        <a:pt x="94488" y="178403"/>
                        <a:pt x="95536" y="178975"/>
                        <a:pt x="96393" y="180213"/>
                      </a:cubicBezTo>
                      <a:lnTo>
                        <a:pt x="94488" y="178403"/>
                      </a:lnTo>
                      <a:close/>
                      <a:moveTo>
                        <a:pt x="443770" y="244031"/>
                      </a:moveTo>
                      <a:cubicBezTo>
                        <a:pt x="445294" y="259461"/>
                        <a:pt x="445961" y="289846"/>
                        <a:pt x="445580" y="335185"/>
                      </a:cubicBezTo>
                      <a:lnTo>
                        <a:pt x="443770" y="488918"/>
                      </a:lnTo>
                      <a:cubicBezTo>
                        <a:pt x="434531" y="498919"/>
                        <a:pt x="422625" y="503873"/>
                        <a:pt x="408051" y="503873"/>
                      </a:cubicBezTo>
                      <a:cubicBezTo>
                        <a:pt x="402622" y="503873"/>
                        <a:pt x="393192" y="502825"/>
                        <a:pt x="379952" y="500729"/>
                      </a:cubicBezTo>
                      <a:cubicBezTo>
                        <a:pt x="368237" y="498634"/>
                        <a:pt x="359093" y="498062"/>
                        <a:pt x="352425" y="498824"/>
                      </a:cubicBezTo>
                      <a:cubicBezTo>
                        <a:pt x="349568" y="496729"/>
                        <a:pt x="348139" y="493776"/>
                        <a:pt x="348139" y="490061"/>
                      </a:cubicBezTo>
                      <a:cubicBezTo>
                        <a:pt x="348139" y="488347"/>
                        <a:pt x="348425" y="485965"/>
                        <a:pt x="348996" y="482822"/>
                      </a:cubicBezTo>
                      <a:cubicBezTo>
                        <a:pt x="349663" y="479679"/>
                        <a:pt x="349853" y="477298"/>
                        <a:pt x="349853" y="475678"/>
                      </a:cubicBezTo>
                      <a:cubicBezTo>
                        <a:pt x="349853" y="474440"/>
                        <a:pt x="349663" y="473393"/>
                        <a:pt x="349282" y="472535"/>
                      </a:cubicBezTo>
                      <a:cubicBezTo>
                        <a:pt x="349282" y="382143"/>
                        <a:pt x="348710" y="328232"/>
                        <a:pt x="347472" y="310706"/>
                      </a:cubicBezTo>
                      <a:cubicBezTo>
                        <a:pt x="343281" y="311087"/>
                        <a:pt x="338519" y="311372"/>
                        <a:pt x="333089" y="311372"/>
                      </a:cubicBezTo>
                      <a:cubicBezTo>
                        <a:pt x="327279" y="311372"/>
                        <a:pt x="318040" y="310896"/>
                        <a:pt x="305276" y="309753"/>
                      </a:cubicBezTo>
                      <a:cubicBezTo>
                        <a:pt x="292608" y="308705"/>
                        <a:pt x="282893" y="308229"/>
                        <a:pt x="276225" y="308229"/>
                      </a:cubicBezTo>
                      <a:cubicBezTo>
                        <a:pt x="264224" y="308229"/>
                        <a:pt x="253746" y="309658"/>
                        <a:pt x="244983" y="312611"/>
                      </a:cubicBezTo>
                      <a:cubicBezTo>
                        <a:pt x="243745" y="312230"/>
                        <a:pt x="239554" y="311563"/>
                        <a:pt x="232505" y="310706"/>
                      </a:cubicBezTo>
                      <a:cubicBezTo>
                        <a:pt x="227552" y="310325"/>
                        <a:pt x="223933" y="308610"/>
                        <a:pt x="221933" y="305657"/>
                      </a:cubicBezTo>
                      <a:cubicBezTo>
                        <a:pt x="216503" y="309848"/>
                        <a:pt x="212408" y="316706"/>
                        <a:pt x="209455" y="326231"/>
                      </a:cubicBezTo>
                      <a:cubicBezTo>
                        <a:pt x="206121" y="337947"/>
                        <a:pt x="203168" y="345377"/>
                        <a:pt x="200692" y="348710"/>
                      </a:cubicBezTo>
                      <a:cubicBezTo>
                        <a:pt x="205264" y="349948"/>
                        <a:pt x="207550" y="352425"/>
                        <a:pt x="207550" y="356235"/>
                      </a:cubicBezTo>
                      <a:cubicBezTo>
                        <a:pt x="207550" y="357092"/>
                        <a:pt x="207359" y="358426"/>
                        <a:pt x="206978" y="360331"/>
                      </a:cubicBezTo>
                      <a:cubicBezTo>
                        <a:pt x="206597" y="362236"/>
                        <a:pt x="206407" y="363569"/>
                        <a:pt x="206407" y="364427"/>
                      </a:cubicBezTo>
                      <a:cubicBezTo>
                        <a:pt x="206407" y="366903"/>
                        <a:pt x="209074" y="368141"/>
                        <a:pt x="214503" y="368141"/>
                      </a:cubicBezTo>
                      <a:cubicBezTo>
                        <a:pt x="208312" y="368998"/>
                        <a:pt x="204978" y="373380"/>
                        <a:pt x="204502" y="381286"/>
                      </a:cubicBezTo>
                      <a:lnTo>
                        <a:pt x="204502" y="400050"/>
                      </a:lnTo>
                      <a:lnTo>
                        <a:pt x="209550" y="404432"/>
                      </a:lnTo>
                      <a:cubicBezTo>
                        <a:pt x="206693" y="404432"/>
                        <a:pt x="205169" y="406718"/>
                        <a:pt x="205169" y="411290"/>
                      </a:cubicBezTo>
                      <a:cubicBezTo>
                        <a:pt x="205169" y="415862"/>
                        <a:pt x="204216" y="418624"/>
                        <a:pt x="202692" y="419386"/>
                      </a:cubicBezTo>
                      <a:cubicBezTo>
                        <a:pt x="201835" y="422339"/>
                        <a:pt x="201359" y="425577"/>
                        <a:pt x="201359" y="429387"/>
                      </a:cubicBezTo>
                      <a:cubicBezTo>
                        <a:pt x="201359" y="433197"/>
                        <a:pt x="202025" y="438531"/>
                        <a:pt x="203264" y="445580"/>
                      </a:cubicBezTo>
                      <a:cubicBezTo>
                        <a:pt x="204502" y="452628"/>
                        <a:pt x="205169" y="457867"/>
                        <a:pt x="205169" y="461201"/>
                      </a:cubicBezTo>
                      <a:cubicBezTo>
                        <a:pt x="205169" y="470344"/>
                        <a:pt x="202025" y="478060"/>
                        <a:pt x="195739" y="484346"/>
                      </a:cubicBezTo>
                      <a:cubicBezTo>
                        <a:pt x="197453" y="492252"/>
                        <a:pt x="193834" y="496824"/>
                        <a:pt x="185166" y="498062"/>
                      </a:cubicBezTo>
                      <a:cubicBezTo>
                        <a:pt x="178499" y="498919"/>
                        <a:pt x="171736" y="499682"/>
                        <a:pt x="164878" y="500539"/>
                      </a:cubicBezTo>
                      <a:cubicBezTo>
                        <a:pt x="158020" y="501396"/>
                        <a:pt x="152114" y="501777"/>
                        <a:pt x="147066" y="501777"/>
                      </a:cubicBezTo>
                      <a:cubicBezTo>
                        <a:pt x="132017" y="501777"/>
                        <a:pt x="119158" y="497396"/>
                        <a:pt x="108299" y="488632"/>
                      </a:cubicBezTo>
                      <a:cubicBezTo>
                        <a:pt x="109157" y="485680"/>
                        <a:pt x="109538" y="482632"/>
                        <a:pt x="109538" y="479298"/>
                      </a:cubicBezTo>
                      <a:cubicBezTo>
                        <a:pt x="109538" y="475964"/>
                        <a:pt x="108966" y="471297"/>
                        <a:pt x="107918" y="465201"/>
                      </a:cubicBezTo>
                      <a:cubicBezTo>
                        <a:pt x="106871" y="459200"/>
                        <a:pt x="106394" y="454723"/>
                        <a:pt x="106394" y="451771"/>
                      </a:cubicBezTo>
                      <a:cubicBezTo>
                        <a:pt x="106394" y="445865"/>
                        <a:pt x="108014" y="440722"/>
                        <a:pt x="111347" y="436150"/>
                      </a:cubicBezTo>
                      <a:cubicBezTo>
                        <a:pt x="112586" y="434054"/>
                        <a:pt x="113252" y="431578"/>
                        <a:pt x="113252" y="428625"/>
                      </a:cubicBezTo>
                      <a:cubicBezTo>
                        <a:pt x="113252" y="424910"/>
                        <a:pt x="112014" y="419290"/>
                        <a:pt x="109538" y="411766"/>
                      </a:cubicBezTo>
                      <a:cubicBezTo>
                        <a:pt x="107061" y="404241"/>
                        <a:pt x="105823" y="399002"/>
                        <a:pt x="105823" y="396145"/>
                      </a:cubicBezTo>
                      <a:cubicBezTo>
                        <a:pt x="105823" y="389477"/>
                        <a:pt x="110014" y="385763"/>
                        <a:pt x="118301" y="384905"/>
                      </a:cubicBezTo>
                      <a:cubicBezTo>
                        <a:pt x="117443" y="383667"/>
                        <a:pt x="115158" y="383096"/>
                        <a:pt x="111443" y="383096"/>
                      </a:cubicBezTo>
                      <a:lnTo>
                        <a:pt x="111443" y="357473"/>
                      </a:lnTo>
                      <a:cubicBezTo>
                        <a:pt x="111443" y="347091"/>
                        <a:pt x="109823" y="338519"/>
                        <a:pt x="106490" y="331851"/>
                      </a:cubicBezTo>
                      <a:lnTo>
                        <a:pt x="96488" y="331851"/>
                      </a:lnTo>
                      <a:cubicBezTo>
                        <a:pt x="96488" y="328517"/>
                        <a:pt x="97917" y="327279"/>
                        <a:pt x="100870" y="328136"/>
                      </a:cubicBezTo>
                      <a:cubicBezTo>
                        <a:pt x="104204" y="328898"/>
                        <a:pt x="106013" y="328898"/>
                        <a:pt x="106490" y="328136"/>
                      </a:cubicBezTo>
                      <a:lnTo>
                        <a:pt x="101537" y="310610"/>
                      </a:lnTo>
                      <a:cubicBezTo>
                        <a:pt x="102299" y="309372"/>
                        <a:pt x="105061" y="308515"/>
                        <a:pt x="109633" y="308134"/>
                      </a:cubicBezTo>
                      <a:cubicBezTo>
                        <a:pt x="112490" y="307658"/>
                        <a:pt x="113824" y="305181"/>
                        <a:pt x="113348" y="300609"/>
                      </a:cubicBezTo>
                      <a:lnTo>
                        <a:pt x="108395" y="295656"/>
                      </a:lnTo>
                      <a:cubicBezTo>
                        <a:pt x="110871" y="294799"/>
                        <a:pt x="113062" y="295466"/>
                        <a:pt x="114967" y="297561"/>
                      </a:cubicBezTo>
                      <a:cubicBezTo>
                        <a:pt x="116872" y="299657"/>
                        <a:pt x="118586" y="301752"/>
                        <a:pt x="120301" y="303752"/>
                      </a:cubicBezTo>
                      <a:cubicBezTo>
                        <a:pt x="124873" y="299180"/>
                        <a:pt x="126587" y="295847"/>
                        <a:pt x="125254" y="293751"/>
                      </a:cubicBezTo>
                      <a:lnTo>
                        <a:pt x="118396" y="286893"/>
                      </a:lnTo>
                      <a:cubicBezTo>
                        <a:pt x="118015" y="288608"/>
                        <a:pt x="116967" y="289370"/>
                        <a:pt x="115253" y="289370"/>
                      </a:cubicBezTo>
                      <a:cubicBezTo>
                        <a:pt x="113538" y="289370"/>
                        <a:pt x="112300" y="288608"/>
                        <a:pt x="111443" y="286893"/>
                      </a:cubicBezTo>
                      <a:lnTo>
                        <a:pt x="104585" y="279464"/>
                      </a:lnTo>
                      <a:cubicBezTo>
                        <a:pt x="109157" y="279464"/>
                        <a:pt x="111443" y="277844"/>
                        <a:pt x="111443" y="274511"/>
                      </a:cubicBezTo>
                      <a:cubicBezTo>
                        <a:pt x="111919" y="269462"/>
                        <a:pt x="112490" y="266129"/>
                        <a:pt x="113348" y="264509"/>
                      </a:cubicBezTo>
                      <a:lnTo>
                        <a:pt x="120206" y="272034"/>
                      </a:lnTo>
                      <a:lnTo>
                        <a:pt x="124587" y="268224"/>
                      </a:lnTo>
                      <a:cubicBezTo>
                        <a:pt x="124587" y="270320"/>
                        <a:pt x="124778" y="271558"/>
                        <a:pt x="125159" y="272034"/>
                      </a:cubicBezTo>
                      <a:cubicBezTo>
                        <a:pt x="126492" y="270320"/>
                        <a:pt x="129159" y="269748"/>
                        <a:pt x="133350" y="270129"/>
                      </a:cubicBezTo>
                      <a:cubicBezTo>
                        <a:pt x="138303" y="270510"/>
                        <a:pt x="141256" y="270510"/>
                        <a:pt x="142018" y="270129"/>
                      </a:cubicBezTo>
                      <a:cubicBezTo>
                        <a:pt x="144494" y="269272"/>
                        <a:pt x="145352" y="266795"/>
                        <a:pt x="144494" y="262604"/>
                      </a:cubicBezTo>
                      <a:lnTo>
                        <a:pt x="159449" y="271939"/>
                      </a:lnTo>
                      <a:cubicBezTo>
                        <a:pt x="161068" y="271082"/>
                        <a:pt x="161925" y="269272"/>
                        <a:pt x="161925" y="266319"/>
                      </a:cubicBezTo>
                      <a:lnTo>
                        <a:pt x="161258" y="259461"/>
                      </a:lnTo>
                      <a:cubicBezTo>
                        <a:pt x="164592" y="261556"/>
                        <a:pt x="167164" y="262604"/>
                        <a:pt x="168783" y="262604"/>
                      </a:cubicBezTo>
                      <a:cubicBezTo>
                        <a:pt x="170879" y="262604"/>
                        <a:pt x="173450" y="261556"/>
                        <a:pt x="176308" y="259461"/>
                      </a:cubicBezTo>
                      <a:cubicBezTo>
                        <a:pt x="175070" y="259080"/>
                        <a:pt x="171545" y="257175"/>
                        <a:pt x="165735" y="253841"/>
                      </a:cubicBezTo>
                      <a:cubicBezTo>
                        <a:pt x="161544" y="250889"/>
                        <a:pt x="157925" y="249460"/>
                        <a:pt x="155067" y="249460"/>
                      </a:cubicBezTo>
                      <a:cubicBezTo>
                        <a:pt x="152971" y="249460"/>
                        <a:pt x="151067" y="249841"/>
                        <a:pt x="149447" y="250698"/>
                      </a:cubicBezTo>
                      <a:cubicBezTo>
                        <a:pt x="146114" y="251555"/>
                        <a:pt x="143542" y="249269"/>
                        <a:pt x="141637" y="243840"/>
                      </a:cubicBezTo>
                      <a:cubicBezTo>
                        <a:pt x="139732" y="238411"/>
                        <a:pt x="137922" y="235744"/>
                        <a:pt x="136303" y="235744"/>
                      </a:cubicBezTo>
                      <a:cubicBezTo>
                        <a:pt x="134684" y="235744"/>
                        <a:pt x="132588" y="237363"/>
                        <a:pt x="130016" y="240697"/>
                      </a:cubicBezTo>
                      <a:lnTo>
                        <a:pt x="132588" y="243840"/>
                      </a:lnTo>
                      <a:lnTo>
                        <a:pt x="128207" y="247555"/>
                      </a:lnTo>
                      <a:cubicBezTo>
                        <a:pt x="129064" y="249650"/>
                        <a:pt x="131540" y="250698"/>
                        <a:pt x="135731" y="250698"/>
                      </a:cubicBezTo>
                      <a:lnTo>
                        <a:pt x="135731" y="256318"/>
                      </a:lnTo>
                      <a:cubicBezTo>
                        <a:pt x="133255" y="254698"/>
                        <a:pt x="129540" y="253651"/>
                        <a:pt x="124492" y="253175"/>
                      </a:cubicBezTo>
                      <a:cubicBezTo>
                        <a:pt x="118682" y="252317"/>
                        <a:pt x="114300" y="253175"/>
                        <a:pt x="111347" y="255746"/>
                      </a:cubicBezTo>
                      <a:lnTo>
                        <a:pt x="106394" y="255746"/>
                      </a:lnTo>
                      <a:lnTo>
                        <a:pt x="106394" y="219456"/>
                      </a:lnTo>
                      <a:lnTo>
                        <a:pt x="113252" y="226314"/>
                      </a:lnTo>
                      <a:cubicBezTo>
                        <a:pt x="115348" y="225457"/>
                        <a:pt x="116396" y="224028"/>
                        <a:pt x="116396" y="221933"/>
                      </a:cubicBezTo>
                      <a:lnTo>
                        <a:pt x="116396" y="216313"/>
                      </a:lnTo>
                      <a:cubicBezTo>
                        <a:pt x="115538" y="215075"/>
                        <a:pt x="112776" y="214408"/>
                        <a:pt x="108204" y="214408"/>
                      </a:cubicBezTo>
                      <a:cubicBezTo>
                        <a:pt x="106109" y="207359"/>
                        <a:pt x="105156" y="199263"/>
                        <a:pt x="105156" y="190024"/>
                      </a:cubicBezTo>
                      <a:cubicBezTo>
                        <a:pt x="105156" y="182118"/>
                        <a:pt x="106204" y="169736"/>
                        <a:pt x="108204" y="152876"/>
                      </a:cubicBezTo>
                      <a:cubicBezTo>
                        <a:pt x="110300" y="136017"/>
                        <a:pt x="111347" y="123254"/>
                        <a:pt x="111347" y="114491"/>
                      </a:cubicBezTo>
                      <a:cubicBezTo>
                        <a:pt x="111347" y="101918"/>
                        <a:pt x="109728" y="91154"/>
                        <a:pt x="106394" y="82010"/>
                      </a:cubicBezTo>
                      <a:lnTo>
                        <a:pt x="106394" y="37624"/>
                      </a:lnTo>
                      <a:cubicBezTo>
                        <a:pt x="107252" y="20098"/>
                        <a:pt x="113443" y="9049"/>
                        <a:pt x="125159" y="4477"/>
                      </a:cubicBezTo>
                      <a:lnTo>
                        <a:pt x="178879" y="7620"/>
                      </a:lnTo>
                      <a:lnTo>
                        <a:pt x="178879" y="14478"/>
                      </a:lnTo>
                      <a:lnTo>
                        <a:pt x="192596" y="9430"/>
                      </a:lnTo>
                      <a:cubicBezTo>
                        <a:pt x="200978" y="18193"/>
                        <a:pt x="205169" y="31528"/>
                        <a:pt x="205169" y="49435"/>
                      </a:cubicBezTo>
                      <a:cubicBezTo>
                        <a:pt x="205169" y="72295"/>
                        <a:pt x="205931" y="86487"/>
                        <a:pt x="207550" y="91916"/>
                      </a:cubicBezTo>
                      <a:lnTo>
                        <a:pt x="200692" y="93726"/>
                      </a:lnTo>
                      <a:cubicBezTo>
                        <a:pt x="199930" y="94964"/>
                        <a:pt x="199454" y="96488"/>
                        <a:pt x="199454" y="98108"/>
                      </a:cubicBezTo>
                      <a:cubicBezTo>
                        <a:pt x="199454" y="99727"/>
                        <a:pt x="200311" y="101727"/>
                        <a:pt x="201930" y="104013"/>
                      </a:cubicBezTo>
                      <a:cubicBezTo>
                        <a:pt x="203645" y="106299"/>
                        <a:pt x="204407" y="107823"/>
                        <a:pt x="204407" y="108680"/>
                      </a:cubicBezTo>
                      <a:cubicBezTo>
                        <a:pt x="204407" y="110395"/>
                        <a:pt x="202121" y="111823"/>
                        <a:pt x="197549" y="113062"/>
                      </a:cubicBezTo>
                      <a:cubicBezTo>
                        <a:pt x="203740" y="113062"/>
                        <a:pt x="204788" y="118015"/>
                        <a:pt x="200596" y="128016"/>
                      </a:cubicBezTo>
                      <a:lnTo>
                        <a:pt x="180594" y="139922"/>
                      </a:lnTo>
                      <a:lnTo>
                        <a:pt x="197453" y="151733"/>
                      </a:lnTo>
                      <a:cubicBezTo>
                        <a:pt x="197453" y="151733"/>
                        <a:pt x="195739" y="153352"/>
                        <a:pt x="193643" y="155543"/>
                      </a:cubicBezTo>
                      <a:cubicBezTo>
                        <a:pt x="191643" y="157639"/>
                        <a:pt x="190500" y="159448"/>
                        <a:pt x="190500" y="161163"/>
                      </a:cubicBezTo>
                      <a:cubicBezTo>
                        <a:pt x="191358" y="162877"/>
                        <a:pt x="193167" y="163735"/>
                        <a:pt x="195834" y="163925"/>
                      </a:cubicBezTo>
                      <a:cubicBezTo>
                        <a:pt x="198501" y="164211"/>
                        <a:pt x="200120" y="164306"/>
                        <a:pt x="200501" y="164306"/>
                      </a:cubicBezTo>
                      <a:lnTo>
                        <a:pt x="204216" y="156210"/>
                      </a:lnTo>
                      <a:cubicBezTo>
                        <a:pt x="209645" y="159544"/>
                        <a:pt x="212408" y="164497"/>
                        <a:pt x="212408" y="171164"/>
                      </a:cubicBezTo>
                      <a:cubicBezTo>
                        <a:pt x="212408" y="173260"/>
                        <a:pt x="211931" y="176498"/>
                        <a:pt x="211169" y="180880"/>
                      </a:cubicBezTo>
                      <a:cubicBezTo>
                        <a:pt x="210312" y="185261"/>
                        <a:pt x="209931" y="188214"/>
                        <a:pt x="209931" y="189929"/>
                      </a:cubicBezTo>
                      <a:cubicBezTo>
                        <a:pt x="209931" y="197453"/>
                        <a:pt x="215456" y="201644"/>
                        <a:pt x="226790" y="202406"/>
                      </a:cubicBezTo>
                      <a:cubicBezTo>
                        <a:pt x="232601" y="201549"/>
                        <a:pt x="238887" y="201168"/>
                        <a:pt x="245554" y="201168"/>
                      </a:cubicBezTo>
                      <a:cubicBezTo>
                        <a:pt x="252222" y="201168"/>
                        <a:pt x="262128" y="201835"/>
                        <a:pt x="275273" y="202978"/>
                      </a:cubicBezTo>
                      <a:cubicBezTo>
                        <a:pt x="288417" y="204216"/>
                        <a:pt x="298037" y="204883"/>
                        <a:pt x="304324" y="204883"/>
                      </a:cubicBezTo>
                      <a:cubicBezTo>
                        <a:pt x="322612" y="204883"/>
                        <a:pt x="337661" y="200692"/>
                        <a:pt x="349282" y="192405"/>
                      </a:cubicBezTo>
                      <a:cubicBezTo>
                        <a:pt x="349663" y="197358"/>
                        <a:pt x="349853" y="180499"/>
                        <a:pt x="349853" y="141827"/>
                      </a:cubicBezTo>
                      <a:cubicBezTo>
                        <a:pt x="349853" y="120968"/>
                        <a:pt x="348044" y="104966"/>
                        <a:pt x="344329" y="93726"/>
                      </a:cubicBezTo>
                      <a:cubicBezTo>
                        <a:pt x="347567" y="90011"/>
                        <a:pt x="349187" y="84011"/>
                        <a:pt x="349187" y="75914"/>
                      </a:cubicBezTo>
                      <a:cubicBezTo>
                        <a:pt x="349187" y="67818"/>
                        <a:pt x="350901" y="61627"/>
                        <a:pt x="354235" y="57436"/>
                      </a:cubicBezTo>
                      <a:cubicBezTo>
                        <a:pt x="348425" y="42863"/>
                        <a:pt x="346139" y="28480"/>
                        <a:pt x="347377" y="14383"/>
                      </a:cubicBezTo>
                      <a:cubicBezTo>
                        <a:pt x="354521" y="4763"/>
                        <a:pt x="365284" y="0"/>
                        <a:pt x="379857" y="0"/>
                      </a:cubicBezTo>
                      <a:cubicBezTo>
                        <a:pt x="384905" y="0"/>
                        <a:pt x="392525" y="667"/>
                        <a:pt x="403003" y="1905"/>
                      </a:cubicBezTo>
                      <a:cubicBezTo>
                        <a:pt x="413385" y="3143"/>
                        <a:pt x="421100" y="3715"/>
                        <a:pt x="426053" y="3715"/>
                      </a:cubicBezTo>
                      <a:cubicBezTo>
                        <a:pt x="430530" y="3715"/>
                        <a:pt x="434721" y="3334"/>
                        <a:pt x="438531" y="2477"/>
                      </a:cubicBezTo>
                      <a:lnTo>
                        <a:pt x="445484" y="16859"/>
                      </a:lnTo>
                      <a:cubicBezTo>
                        <a:pt x="446246" y="70580"/>
                        <a:pt x="445675" y="146209"/>
                        <a:pt x="443675" y="243650"/>
                      </a:cubicBezTo>
                      <a:close/>
                      <a:moveTo>
                        <a:pt x="130112" y="325279"/>
                      </a:moveTo>
                      <a:cubicBezTo>
                        <a:pt x="128873" y="323183"/>
                        <a:pt x="127064" y="322517"/>
                        <a:pt x="124492" y="323374"/>
                      </a:cubicBezTo>
                      <a:cubicBezTo>
                        <a:pt x="122015" y="324231"/>
                        <a:pt x="119920" y="325850"/>
                        <a:pt x="118205" y="328327"/>
                      </a:cubicBezTo>
                      <a:lnTo>
                        <a:pt x="130016" y="325184"/>
                      </a:lnTo>
                      <a:close/>
                      <a:moveTo>
                        <a:pt x="120110" y="259652"/>
                      </a:moveTo>
                      <a:cubicBezTo>
                        <a:pt x="124206" y="259652"/>
                        <a:pt x="125921" y="262128"/>
                        <a:pt x="125063" y="267176"/>
                      </a:cubicBezTo>
                      <a:cubicBezTo>
                        <a:pt x="121729" y="262604"/>
                        <a:pt x="120110" y="260128"/>
                        <a:pt x="120110" y="259652"/>
                      </a:cubicBezTo>
                      <a:close/>
                      <a:moveTo>
                        <a:pt x="120110" y="284036"/>
                      </a:moveTo>
                      <a:lnTo>
                        <a:pt x="130112" y="292132"/>
                      </a:lnTo>
                      <a:lnTo>
                        <a:pt x="130112" y="287084"/>
                      </a:lnTo>
                      <a:cubicBezTo>
                        <a:pt x="129254" y="285083"/>
                        <a:pt x="128016" y="284036"/>
                        <a:pt x="126397" y="284036"/>
                      </a:cubicBezTo>
                      <a:lnTo>
                        <a:pt x="120110" y="284036"/>
                      </a:lnTo>
                      <a:close/>
                      <a:moveTo>
                        <a:pt x="125063" y="267176"/>
                      </a:moveTo>
                      <a:lnTo>
                        <a:pt x="125063" y="267843"/>
                      </a:lnTo>
                      <a:lnTo>
                        <a:pt x="124492" y="268415"/>
                      </a:lnTo>
                      <a:cubicBezTo>
                        <a:pt x="124492" y="268415"/>
                        <a:pt x="124683" y="267557"/>
                        <a:pt x="125063" y="267176"/>
                      </a:cubicBezTo>
                      <a:close/>
                      <a:moveTo>
                        <a:pt x="135731" y="348996"/>
                      </a:moveTo>
                      <a:lnTo>
                        <a:pt x="135731" y="347091"/>
                      </a:lnTo>
                      <a:lnTo>
                        <a:pt x="128207" y="347091"/>
                      </a:lnTo>
                      <a:lnTo>
                        <a:pt x="135731" y="348996"/>
                      </a:lnTo>
                      <a:close/>
                      <a:moveTo>
                        <a:pt x="135731" y="256508"/>
                      </a:moveTo>
                      <a:cubicBezTo>
                        <a:pt x="136589" y="257366"/>
                        <a:pt x="136589" y="257747"/>
                        <a:pt x="135731" y="257747"/>
                      </a:cubicBezTo>
                      <a:lnTo>
                        <a:pt x="135731" y="256508"/>
                      </a:lnTo>
                      <a:close/>
                      <a:moveTo>
                        <a:pt x="145066" y="416433"/>
                      </a:moveTo>
                      <a:lnTo>
                        <a:pt x="152495" y="416433"/>
                      </a:lnTo>
                      <a:cubicBezTo>
                        <a:pt x="150876" y="413957"/>
                        <a:pt x="148400" y="413957"/>
                        <a:pt x="145066" y="416433"/>
                      </a:cubicBezTo>
                      <a:lnTo>
                        <a:pt x="140589" y="416433"/>
                      </a:lnTo>
                      <a:cubicBezTo>
                        <a:pt x="141446" y="417290"/>
                        <a:pt x="142875" y="417290"/>
                        <a:pt x="145066" y="416433"/>
                      </a:cubicBezTo>
                      <a:close/>
                      <a:moveTo>
                        <a:pt x="144399" y="156591"/>
                      </a:moveTo>
                      <a:lnTo>
                        <a:pt x="144399" y="152210"/>
                      </a:lnTo>
                      <a:cubicBezTo>
                        <a:pt x="144399" y="152210"/>
                        <a:pt x="142875" y="153448"/>
                        <a:pt x="141256" y="154686"/>
                      </a:cubicBezTo>
                      <a:cubicBezTo>
                        <a:pt x="142494" y="155162"/>
                        <a:pt x="143542" y="155734"/>
                        <a:pt x="144399" y="156591"/>
                      </a:cubicBezTo>
                      <a:close/>
                      <a:moveTo>
                        <a:pt x="180594" y="264700"/>
                      </a:moveTo>
                      <a:lnTo>
                        <a:pt x="183642" y="262795"/>
                      </a:lnTo>
                      <a:lnTo>
                        <a:pt x="176117" y="264700"/>
                      </a:lnTo>
                      <a:lnTo>
                        <a:pt x="180499" y="264700"/>
                      </a:lnTo>
                      <a:close/>
                      <a:moveTo>
                        <a:pt x="178689" y="46006"/>
                      </a:moveTo>
                      <a:lnTo>
                        <a:pt x="178689" y="56007"/>
                      </a:lnTo>
                      <a:lnTo>
                        <a:pt x="185547" y="56007"/>
                      </a:lnTo>
                      <a:cubicBezTo>
                        <a:pt x="183833" y="55150"/>
                        <a:pt x="183071" y="53721"/>
                        <a:pt x="183071" y="51625"/>
                      </a:cubicBezTo>
                      <a:lnTo>
                        <a:pt x="183642" y="46006"/>
                      </a:lnTo>
                      <a:lnTo>
                        <a:pt x="178689" y="46006"/>
                      </a:lnTo>
                      <a:close/>
                      <a:moveTo>
                        <a:pt x="188690" y="481394"/>
                      </a:moveTo>
                      <a:lnTo>
                        <a:pt x="188690" y="472631"/>
                      </a:lnTo>
                      <a:lnTo>
                        <a:pt x="185547" y="472631"/>
                      </a:lnTo>
                      <a:lnTo>
                        <a:pt x="185547" y="481394"/>
                      </a:lnTo>
                      <a:lnTo>
                        <a:pt x="188690" y="481394"/>
                      </a:lnTo>
                      <a:close/>
                      <a:moveTo>
                        <a:pt x="221837" y="392049"/>
                      </a:moveTo>
                      <a:lnTo>
                        <a:pt x="221837" y="383381"/>
                      </a:lnTo>
                      <a:lnTo>
                        <a:pt x="224314" y="383381"/>
                      </a:lnTo>
                      <a:lnTo>
                        <a:pt x="224314" y="392049"/>
                      </a:lnTo>
                      <a:lnTo>
                        <a:pt x="221837" y="392049"/>
                      </a:lnTo>
                      <a:close/>
                      <a:moveTo>
                        <a:pt x="250603" y="317754"/>
                      </a:moveTo>
                      <a:lnTo>
                        <a:pt x="243745" y="312706"/>
                      </a:lnTo>
                      <a:lnTo>
                        <a:pt x="244983" y="312706"/>
                      </a:lnTo>
                      <a:cubicBezTo>
                        <a:pt x="247460" y="313087"/>
                        <a:pt x="249365" y="314801"/>
                        <a:pt x="250603" y="317754"/>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 name="Google Shape;764;p99"/>
                <p:cNvSpPr/>
                <p:nvPr/>
              </p:nvSpPr>
              <p:spPr>
                <a:xfrm>
                  <a:off x="5471064" y="1309306"/>
                  <a:ext cx="489870" cy="586359"/>
                </a:xfrm>
                <a:custGeom>
                  <a:avLst/>
                  <a:gdLst/>
                  <a:ahLst/>
                  <a:cxnLst/>
                  <a:rect l="l" t="t" r="r" b="b"/>
                  <a:pathLst>
                    <a:path w="489870" h="586359" extrusionOk="0">
                      <a:moveTo>
                        <a:pt x="381952" y="478727"/>
                      </a:moveTo>
                      <a:cubicBezTo>
                        <a:pt x="380333" y="484918"/>
                        <a:pt x="379476" y="490728"/>
                        <a:pt x="379476" y="496157"/>
                      </a:cubicBezTo>
                      <a:cubicBezTo>
                        <a:pt x="379476" y="504539"/>
                        <a:pt x="381571" y="514064"/>
                        <a:pt x="385667" y="524923"/>
                      </a:cubicBezTo>
                      <a:cubicBezTo>
                        <a:pt x="391573" y="538258"/>
                        <a:pt x="394811" y="547021"/>
                        <a:pt x="395668" y="551212"/>
                      </a:cubicBezTo>
                      <a:cubicBezTo>
                        <a:pt x="397764" y="553688"/>
                        <a:pt x="398812" y="556165"/>
                        <a:pt x="398812" y="558736"/>
                      </a:cubicBezTo>
                      <a:cubicBezTo>
                        <a:pt x="398812" y="561594"/>
                        <a:pt x="396907" y="565214"/>
                        <a:pt x="393192" y="569309"/>
                      </a:cubicBezTo>
                      <a:cubicBezTo>
                        <a:pt x="387763" y="575596"/>
                        <a:pt x="384715" y="579311"/>
                        <a:pt x="383857" y="580549"/>
                      </a:cubicBezTo>
                      <a:cubicBezTo>
                        <a:pt x="379666" y="579692"/>
                        <a:pt x="375094" y="579311"/>
                        <a:pt x="370141" y="579311"/>
                      </a:cubicBezTo>
                      <a:cubicBezTo>
                        <a:pt x="365188" y="579311"/>
                        <a:pt x="357664" y="579787"/>
                        <a:pt x="347663" y="580835"/>
                      </a:cubicBezTo>
                      <a:cubicBezTo>
                        <a:pt x="337661" y="581882"/>
                        <a:pt x="330327" y="582359"/>
                        <a:pt x="325850" y="582359"/>
                      </a:cubicBezTo>
                      <a:cubicBezTo>
                        <a:pt x="308324" y="582359"/>
                        <a:pt x="295656" y="576929"/>
                        <a:pt x="287750" y="566166"/>
                      </a:cubicBezTo>
                      <a:cubicBezTo>
                        <a:pt x="290226" y="560737"/>
                        <a:pt x="291465" y="555784"/>
                        <a:pt x="291465" y="551117"/>
                      </a:cubicBezTo>
                      <a:cubicBezTo>
                        <a:pt x="291465" y="544449"/>
                        <a:pt x="287941" y="537020"/>
                        <a:pt x="280892" y="528638"/>
                      </a:cubicBezTo>
                      <a:cubicBezTo>
                        <a:pt x="270891" y="517398"/>
                        <a:pt x="264985" y="509873"/>
                        <a:pt x="263366" y="506159"/>
                      </a:cubicBezTo>
                      <a:cubicBezTo>
                        <a:pt x="261271" y="505301"/>
                        <a:pt x="258984" y="504920"/>
                        <a:pt x="256508" y="504920"/>
                      </a:cubicBezTo>
                      <a:cubicBezTo>
                        <a:pt x="253174" y="504920"/>
                        <a:pt x="247555" y="505873"/>
                        <a:pt x="239649" y="507682"/>
                      </a:cubicBezTo>
                      <a:cubicBezTo>
                        <a:pt x="231743" y="509588"/>
                        <a:pt x="226123" y="510445"/>
                        <a:pt x="222790" y="510445"/>
                      </a:cubicBezTo>
                      <a:cubicBezTo>
                        <a:pt x="214408" y="510445"/>
                        <a:pt x="209074" y="506730"/>
                        <a:pt x="206597" y="499205"/>
                      </a:cubicBezTo>
                      <a:lnTo>
                        <a:pt x="201549" y="499205"/>
                      </a:lnTo>
                      <a:cubicBezTo>
                        <a:pt x="201549" y="496253"/>
                        <a:pt x="200882" y="492443"/>
                        <a:pt x="199739" y="487680"/>
                      </a:cubicBezTo>
                      <a:cubicBezTo>
                        <a:pt x="198501" y="482918"/>
                        <a:pt x="197834" y="479679"/>
                        <a:pt x="197834" y="477965"/>
                      </a:cubicBezTo>
                      <a:cubicBezTo>
                        <a:pt x="197834" y="474631"/>
                        <a:pt x="199072" y="471869"/>
                        <a:pt x="201549" y="469868"/>
                      </a:cubicBezTo>
                      <a:cubicBezTo>
                        <a:pt x="199549" y="467011"/>
                        <a:pt x="198501" y="464058"/>
                        <a:pt x="198501" y="461105"/>
                      </a:cubicBezTo>
                      <a:cubicBezTo>
                        <a:pt x="198501" y="458629"/>
                        <a:pt x="199549" y="455009"/>
                        <a:pt x="201549" y="450152"/>
                      </a:cubicBezTo>
                      <a:cubicBezTo>
                        <a:pt x="203644" y="445389"/>
                        <a:pt x="204692" y="441674"/>
                        <a:pt x="204692" y="439198"/>
                      </a:cubicBezTo>
                      <a:cubicBezTo>
                        <a:pt x="204692" y="437579"/>
                        <a:pt x="204311" y="435673"/>
                        <a:pt x="203454" y="433578"/>
                      </a:cubicBezTo>
                      <a:cubicBezTo>
                        <a:pt x="207169" y="427387"/>
                        <a:pt x="218218" y="423958"/>
                        <a:pt x="236506" y="423577"/>
                      </a:cubicBezTo>
                      <a:cubicBezTo>
                        <a:pt x="253174" y="423196"/>
                        <a:pt x="261556" y="420243"/>
                        <a:pt x="261556" y="414814"/>
                      </a:cubicBezTo>
                      <a:cubicBezTo>
                        <a:pt x="261556" y="411480"/>
                        <a:pt x="259175" y="406432"/>
                        <a:pt x="254603" y="399860"/>
                      </a:cubicBezTo>
                      <a:lnTo>
                        <a:pt x="263366" y="399860"/>
                      </a:lnTo>
                      <a:cubicBezTo>
                        <a:pt x="262890" y="403193"/>
                        <a:pt x="263938" y="407098"/>
                        <a:pt x="266509" y="411671"/>
                      </a:cubicBezTo>
                      <a:cubicBezTo>
                        <a:pt x="267748" y="410432"/>
                        <a:pt x="268605" y="407098"/>
                        <a:pt x="268986" y="401669"/>
                      </a:cubicBezTo>
                      <a:cubicBezTo>
                        <a:pt x="269367" y="397478"/>
                        <a:pt x="271748" y="395192"/>
                        <a:pt x="275844" y="394811"/>
                      </a:cubicBezTo>
                      <a:lnTo>
                        <a:pt x="268319" y="387287"/>
                      </a:lnTo>
                      <a:lnTo>
                        <a:pt x="275844" y="385477"/>
                      </a:lnTo>
                      <a:lnTo>
                        <a:pt x="270224" y="380429"/>
                      </a:lnTo>
                      <a:cubicBezTo>
                        <a:pt x="271081" y="381286"/>
                        <a:pt x="272129" y="381667"/>
                        <a:pt x="273463" y="381667"/>
                      </a:cubicBezTo>
                      <a:cubicBezTo>
                        <a:pt x="275082" y="381667"/>
                        <a:pt x="277463" y="380714"/>
                        <a:pt x="280606" y="378809"/>
                      </a:cubicBezTo>
                      <a:cubicBezTo>
                        <a:pt x="283750" y="376904"/>
                        <a:pt x="285845" y="375952"/>
                        <a:pt x="287179" y="375952"/>
                      </a:cubicBezTo>
                      <a:cubicBezTo>
                        <a:pt x="289274" y="375952"/>
                        <a:pt x="290513" y="378047"/>
                        <a:pt x="290989" y="382238"/>
                      </a:cubicBezTo>
                      <a:cubicBezTo>
                        <a:pt x="289750" y="382238"/>
                        <a:pt x="284702" y="383953"/>
                        <a:pt x="275939" y="387191"/>
                      </a:cubicBezTo>
                      <a:cubicBezTo>
                        <a:pt x="276415" y="387572"/>
                        <a:pt x="279749" y="389668"/>
                        <a:pt x="285940" y="393478"/>
                      </a:cubicBezTo>
                      <a:cubicBezTo>
                        <a:pt x="289750" y="395954"/>
                        <a:pt x="291560" y="398526"/>
                        <a:pt x="291560" y="401003"/>
                      </a:cubicBezTo>
                      <a:cubicBezTo>
                        <a:pt x="291560" y="402241"/>
                        <a:pt x="291370" y="403479"/>
                        <a:pt x="290989" y="404813"/>
                      </a:cubicBezTo>
                      <a:cubicBezTo>
                        <a:pt x="293084" y="403574"/>
                        <a:pt x="294513" y="401288"/>
                        <a:pt x="295370" y="397955"/>
                      </a:cubicBezTo>
                      <a:cubicBezTo>
                        <a:pt x="296132" y="394621"/>
                        <a:pt x="295942" y="392144"/>
                        <a:pt x="294703" y="390430"/>
                      </a:cubicBezTo>
                      <a:lnTo>
                        <a:pt x="302895" y="382334"/>
                      </a:lnTo>
                      <a:lnTo>
                        <a:pt x="285940" y="366713"/>
                      </a:lnTo>
                      <a:lnTo>
                        <a:pt x="287845" y="363569"/>
                      </a:lnTo>
                      <a:cubicBezTo>
                        <a:pt x="286607" y="361855"/>
                        <a:pt x="285178" y="361093"/>
                        <a:pt x="283464" y="361093"/>
                      </a:cubicBezTo>
                      <a:cubicBezTo>
                        <a:pt x="282607" y="361093"/>
                        <a:pt x="280892" y="362141"/>
                        <a:pt x="278130" y="364236"/>
                      </a:cubicBezTo>
                      <a:cubicBezTo>
                        <a:pt x="275368" y="366332"/>
                        <a:pt x="272796" y="367189"/>
                        <a:pt x="270319" y="366713"/>
                      </a:cubicBezTo>
                      <a:cubicBezTo>
                        <a:pt x="269462" y="366332"/>
                        <a:pt x="264128" y="366141"/>
                        <a:pt x="254127" y="366141"/>
                      </a:cubicBezTo>
                      <a:cubicBezTo>
                        <a:pt x="248317" y="366141"/>
                        <a:pt x="245173" y="362141"/>
                        <a:pt x="244697" y="354235"/>
                      </a:cubicBezTo>
                      <a:cubicBezTo>
                        <a:pt x="241363" y="352996"/>
                        <a:pt x="239744" y="350425"/>
                        <a:pt x="239744" y="346710"/>
                      </a:cubicBezTo>
                      <a:cubicBezTo>
                        <a:pt x="239744" y="345091"/>
                        <a:pt x="240125" y="342329"/>
                        <a:pt x="240982" y="338614"/>
                      </a:cubicBezTo>
                      <a:cubicBezTo>
                        <a:pt x="241840" y="334899"/>
                        <a:pt x="242316" y="331946"/>
                        <a:pt x="242316" y="329851"/>
                      </a:cubicBezTo>
                      <a:cubicBezTo>
                        <a:pt x="242316" y="324421"/>
                        <a:pt x="238982" y="321278"/>
                        <a:pt x="232315" y="320421"/>
                      </a:cubicBezTo>
                      <a:cubicBezTo>
                        <a:pt x="231076" y="318325"/>
                        <a:pt x="230409" y="315849"/>
                        <a:pt x="230409" y="312896"/>
                      </a:cubicBezTo>
                      <a:cubicBezTo>
                        <a:pt x="230409" y="311658"/>
                        <a:pt x="230600" y="309658"/>
                        <a:pt x="231076" y="306991"/>
                      </a:cubicBezTo>
                      <a:cubicBezTo>
                        <a:pt x="231457" y="304229"/>
                        <a:pt x="231743" y="302323"/>
                        <a:pt x="231743" y="301085"/>
                      </a:cubicBezTo>
                      <a:cubicBezTo>
                        <a:pt x="231743" y="296990"/>
                        <a:pt x="229648" y="293561"/>
                        <a:pt x="225457" y="291084"/>
                      </a:cubicBezTo>
                      <a:lnTo>
                        <a:pt x="218599" y="289179"/>
                      </a:lnTo>
                      <a:cubicBezTo>
                        <a:pt x="221932" y="284988"/>
                        <a:pt x="223647" y="280702"/>
                        <a:pt x="223647" y="276130"/>
                      </a:cubicBezTo>
                      <a:cubicBezTo>
                        <a:pt x="223647" y="271939"/>
                        <a:pt x="222123" y="266700"/>
                        <a:pt x="219265" y="260509"/>
                      </a:cubicBezTo>
                      <a:cubicBezTo>
                        <a:pt x="216789" y="255937"/>
                        <a:pt x="214217" y="251079"/>
                        <a:pt x="211741" y="246126"/>
                      </a:cubicBezTo>
                      <a:cubicBezTo>
                        <a:pt x="213836" y="244888"/>
                        <a:pt x="215074" y="242983"/>
                        <a:pt x="215551" y="240506"/>
                      </a:cubicBezTo>
                      <a:cubicBezTo>
                        <a:pt x="215932" y="237554"/>
                        <a:pt x="214598" y="235458"/>
                        <a:pt x="211741" y="234220"/>
                      </a:cubicBezTo>
                      <a:lnTo>
                        <a:pt x="201739" y="236125"/>
                      </a:lnTo>
                      <a:lnTo>
                        <a:pt x="199263" y="218694"/>
                      </a:lnTo>
                      <a:cubicBezTo>
                        <a:pt x="195929" y="219551"/>
                        <a:pt x="194119" y="222028"/>
                        <a:pt x="193929" y="226123"/>
                      </a:cubicBezTo>
                      <a:cubicBezTo>
                        <a:pt x="193738" y="230315"/>
                        <a:pt x="191548" y="232981"/>
                        <a:pt x="187452" y="234220"/>
                      </a:cubicBezTo>
                      <a:cubicBezTo>
                        <a:pt x="188214" y="236696"/>
                        <a:pt x="188595" y="238982"/>
                        <a:pt x="188595" y="241078"/>
                      </a:cubicBezTo>
                      <a:cubicBezTo>
                        <a:pt x="188595" y="244793"/>
                        <a:pt x="186976" y="250031"/>
                        <a:pt x="183642" y="256699"/>
                      </a:cubicBezTo>
                      <a:cubicBezTo>
                        <a:pt x="180308" y="263366"/>
                        <a:pt x="178879" y="270224"/>
                        <a:pt x="179260" y="277273"/>
                      </a:cubicBezTo>
                      <a:cubicBezTo>
                        <a:pt x="173069" y="280607"/>
                        <a:pt x="169450" y="286226"/>
                        <a:pt x="168688" y="294132"/>
                      </a:cubicBezTo>
                      <a:cubicBezTo>
                        <a:pt x="167449" y="305371"/>
                        <a:pt x="166306" y="311658"/>
                        <a:pt x="165544" y="312896"/>
                      </a:cubicBezTo>
                      <a:cubicBezTo>
                        <a:pt x="163449" y="312515"/>
                        <a:pt x="160782" y="315373"/>
                        <a:pt x="157448" y="321659"/>
                      </a:cubicBezTo>
                      <a:cubicBezTo>
                        <a:pt x="153638" y="329565"/>
                        <a:pt x="149923" y="334804"/>
                        <a:pt x="146209" y="337280"/>
                      </a:cubicBezTo>
                      <a:cubicBezTo>
                        <a:pt x="146209" y="338138"/>
                        <a:pt x="147828" y="340423"/>
                        <a:pt x="151162" y="344138"/>
                      </a:cubicBezTo>
                      <a:lnTo>
                        <a:pt x="155543" y="339185"/>
                      </a:lnTo>
                      <a:cubicBezTo>
                        <a:pt x="156400" y="339566"/>
                        <a:pt x="156781" y="340233"/>
                        <a:pt x="156781" y="340995"/>
                      </a:cubicBezTo>
                      <a:cubicBezTo>
                        <a:pt x="156781" y="342233"/>
                        <a:pt x="155829" y="344519"/>
                        <a:pt x="154019" y="347853"/>
                      </a:cubicBezTo>
                      <a:cubicBezTo>
                        <a:pt x="152114" y="351187"/>
                        <a:pt x="151162" y="353282"/>
                        <a:pt x="151162" y="354044"/>
                      </a:cubicBezTo>
                      <a:cubicBezTo>
                        <a:pt x="147828" y="358616"/>
                        <a:pt x="146209" y="361093"/>
                        <a:pt x="146209" y="361569"/>
                      </a:cubicBezTo>
                      <a:lnTo>
                        <a:pt x="151162" y="366522"/>
                      </a:lnTo>
                      <a:cubicBezTo>
                        <a:pt x="152400" y="364427"/>
                        <a:pt x="153924" y="363379"/>
                        <a:pt x="155543" y="363379"/>
                      </a:cubicBezTo>
                      <a:lnTo>
                        <a:pt x="155543" y="368332"/>
                      </a:lnTo>
                      <a:cubicBezTo>
                        <a:pt x="153924" y="367475"/>
                        <a:pt x="152400" y="367094"/>
                        <a:pt x="151162" y="367094"/>
                      </a:cubicBezTo>
                      <a:cubicBezTo>
                        <a:pt x="147828" y="367094"/>
                        <a:pt x="145256" y="371285"/>
                        <a:pt x="143637" y="379571"/>
                      </a:cubicBezTo>
                      <a:cubicBezTo>
                        <a:pt x="141541" y="389192"/>
                        <a:pt x="139065" y="395002"/>
                        <a:pt x="136112" y="397097"/>
                      </a:cubicBezTo>
                      <a:cubicBezTo>
                        <a:pt x="138589" y="399098"/>
                        <a:pt x="140494" y="403574"/>
                        <a:pt x="141732" y="410528"/>
                      </a:cubicBezTo>
                      <a:cubicBezTo>
                        <a:pt x="142970" y="417386"/>
                        <a:pt x="146113" y="421672"/>
                        <a:pt x="151066" y="423291"/>
                      </a:cubicBezTo>
                      <a:cubicBezTo>
                        <a:pt x="153543" y="421672"/>
                        <a:pt x="159353" y="421005"/>
                        <a:pt x="168592" y="421386"/>
                      </a:cubicBezTo>
                      <a:cubicBezTo>
                        <a:pt x="176403" y="421386"/>
                        <a:pt x="181070" y="420338"/>
                        <a:pt x="182308" y="418243"/>
                      </a:cubicBezTo>
                      <a:cubicBezTo>
                        <a:pt x="182784" y="422815"/>
                        <a:pt x="184213" y="432816"/>
                        <a:pt x="186690" y="448246"/>
                      </a:cubicBezTo>
                      <a:cubicBezTo>
                        <a:pt x="188785" y="460343"/>
                        <a:pt x="189833" y="470059"/>
                        <a:pt x="189833" y="477584"/>
                      </a:cubicBezTo>
                      <a:cubicBezTo>
                        <a:pt x="189833" y="489204"/>
                        <a:pt x="188023" y="500253"/>
                        <a:pt x="184213" y="510635"/>
                      </a:cubicBezTo>
                      <a:cubicBezTo>
                        <a:pt x="178403" y="512350"/>
                        <a:pt x="168688" y="512921"/>
                        <a:pt x="155162" y="512540"/>
                      </a:cubicBezTo>
                      <a:cubicBezTo>
                        <a:pt x="141637" y="512159"/>
                        <a:pt x="131350" y="513778"/>
                        <a:pt x="124301" y="517589"/>
                      </a:cubicBezTo>
                      <a:lnTo>
                        <a:pt x="127349" y="519494"/>
                      </a:lnTo>
                      <a:cubicBezTo>
                        <a:pt x="117443" y="521970"/>
                        <a:pt x="111538" y="529304"/>
                        <a:pt x="109918" y="541401"/>
                      </a:cubicBezTo>
                      <a:cubicBezTo>
                        <a:pt x="109061" y="551402"/>
                        <a:pt x="108013" y="561118"/>
                        <a:pt x="106775" y="570738"/>
                      </a:cubicBezTo>
                      <a:cubicBezTo>
                        <a:pt x="103917" y="580358"/>
                        <a:pt x="95345" y="584454"/>
                        <a:pt x="81153" y="583216"/>
                      </a:cubicBezTo>
                      <a:cubicBezTo>
                        <a:pt x="79915" y="585311"/>
                        <a:pt x="78295" y="586359"/>
                        <a:pt x="76200" y="586359"/>
                      </a:cubicBezTo>
                      <a:cubicBezTo>
                        <a:pt x="74485" y="586359"/>
                        <a:pt x="71723" y="585311"/>
                        <a:pt x="67723" y="583216"/>
                      </a:cubicBezTo>
                      <a:cubicBezTo>
                        <a:pt x="63722" y="581120"/>
                        <a:pt x="60865" y="579977"/>
                        <a:pt x="58959" y="579787"/>
                      </a:cubicBezTo>
                      <a:cubicBezTo>
                        <a:pt x="57055" y="579596"/>
                        <a:pt x="54483" y="579406"/>
                        <a:pt x="51149" y="579406"/>
                      </a:cubicBezTo>
                      <a:cubicBezTo>
                        <a:pt x="48196" y="579406"/>
                        <a:pt x="43910" y="579787"/>
                        <a:pt x="38005" y="580644"/>
                      </a:cubicBezTo>
                      <a:cubicBezTo>
                        <a:pt x="32194" y="581501"/>
                        <a:pt x="27813" y="581882"/>
                        <a:pt x="24955" y="581882"/>
                      </a:cubicBezTo>
                      <a:cubicBezTo>
                        <a:pt x="12001" y="581882"/>
                        <a:pt x="4381" y="577691"/>
                        <a:pt x="1809" y="569309"/>
                      </a:cubicBezTo>
                      <a:cubicBezTo>
                        <a:pt x="571" y="565595"/>
                        <a:pt x="0" y="561975"/>
                        <a:pt x="0" y="558641"/>
                      </a:cubicBezTo>
                      <a:cubicBezTo>
                        <a:pt x="0" y="553688"/>
                        <a:pt x="2095" y="546735"/>
                        <a:pt x="6191" y="537972"/>
                      </a:cubicBezTo>
                      <a:cubicBezTo>
                        <a:pt x="10382" y="529209"/>
                        <a:pt x="11811" y="521684"/>
                        <a:pt x="10573" y="515493"/>
                      </a:cubicBezTo>
                      <a:cubicBezTo>
                        <a:pt x="17621" y="513302"/>
                        <a:pt x="21145" y="508540"/>
                        <a:pt x="21145" y="501110"/>
                      </a:cubicBezTo>
                      <a:cubicBezTo>
                        <a:pt x="21145" y="499872"/>
                        <a:pt x="20955" y="497967"/>
                        <a:pt x="20574" y="495491"/>
                      </a:cubicBezTo>
                      <a:lnTo>
                        <a:pt x="20574" y="489204"/>
                      </a:lnTo>
                      <a:cubicBezTo>
                        <a:pt x="20574" y="485013"/>
                        <a:pt x="21431" y="481679"/>
                        <a:pt x="23050" y="479203"/>
                      </a:cubicBezTo>
                      <a:cubicBezTo>
                        <a:pt x="29718" y="476726"/>
                        <a:pt x="33051" y="472059"/>
                        <a:pt x="33051" y="465392"/>
                      </a:cubicBezTo>
                      <a:cubicBezTo>
                        <a:pt x="33051" y="463296"/>
                        <a:pt x="32671" y="459962"/>
                        <a:pt x="31813" y="455390"/>
                      </a:cubicBezTo>
                      <a:cubicBezTo>
                        <a:pt x="30956" y="450818"/>
                        <a:pt x="30575" y="447199"/>
                        <a:pt x="30575" y="444722"/>
                      </a:cubicBezTo>
                      <a:cubicBezTo>
                        <a:pt x="30575" y="437579"/>
                        <a:pt x="33718" y="432435"/>
                        <a:pt x="39909" y="429006"/>
                      </a:cubicBezTo>
                      <a:cubicBezTo>
                        <a:pt x="39052" y="426053"/>
                        <a:pt x="38671" y="423386"/>
                        <a:pt x="38671" y="420910"/>
                      </a:cubicBezTo>
                      <a:cubicBezTo>
                        <a:pt x="38671" y="415481"/>
                        <a:pt x="41148" y="408813"/>
                        <a:pt x="46101" y="400812"/>
                      </a:cubicBezTo>
                      <a:cubicBezTo>
                        <a:pt x="51149" y="392906"/>
                        <a:pt x="53626" y="386810"/>
                        <a:pt x="53626" y="382715"/>
                      </a:cubicBezTo>
                      <a:cubicBezTo>
                        <a:pt x="53626" y="378905"/>
                        <a:pt x="52388" y="374904"/>
                        <a:pt x="49911" y="370808"/>
                      </a:cubicBezTo>
                      <a:cubicBezTo>
                        <a:pt x="56959" y="362426"/>
                        <a:pt x="62008" y="350139"/>
                        <a:pt x="64865" y="333851"/>
                      </a:cubicBezTo>
                      <a:cubicBezTo>
                        <a:pt x="66580" y="321278"/>
                        <a:pt x="68008" y="308800"/>
                        <a:pt x="69247" y="296228"/>
                      </a:cubicBezTo>
                      <a:cubicBezTo>
                        <a:pt x="75914" y="293275"/>
                        <a:pt x="80200" y="286036"/>
                        <a:pt x="82105" y="274320"/>
                      </a:cubicBezTo>
                      <a:cubicBezTo>
                        <a:pt x="83915" y="262604"/>
                        <a:pt x="87630" y="254889"/>
                        <a:pt x="93059" y="251174"/>
                      </a:cubicBezTo>
                      <a:cubicBezTo>
                        <a:pt x="91345" y="247364"/>
                        <a:pt x="90488" y="243269"/>
                        <a:pt x="90488" y="238601"/>
                      </a:cubicBezTo>
                      <a:cubicBezTo>
                        <a:pt x="90488" y="234410"/>
                        <a:pt x="91249" y="228981"/>
                        <a:pt x="92678" y="222314"/>
                      </a:cubicBezTo>
                      <a:cubicBezTo>
                        <a:pt x="94107" y="215646"/>
                        <a:pt x="94869" y="211455"/>
                        <a:pt x="94869" y="209836"/>
                      </a:cubicBezTo>
                      <a:cubicBezTo>
                        <a:pt x="99822" y="206883"/>
                        <a:pt x="102394" y="203168"/>
                        <a:pt x="102394" y="198596"/>
                      </a:cubicBezTo>
                      <a:lnTo>
                        <a:pt x="102394" y="191071"/>
                      </a:lnTo>
                      <a:cubicBezTo>
                        <a:pt x="102394" y="184785"/>
                        <a:pt x="105727" y="179546"/>
                        <a:pt x="112300" y="175355"/>
                      </a:cubicBezTo>
                      <a:cubicBezTo>
                        <a:pt x="109061" y="169545"/>
                        <a:pt x="109061" y="159258"/>
                        <a:pt x="112300" y="144685"/>
                      </a:cubicBezTo>
                      <a:cubicBezTo>
                        <a:pt x="121920" y="143066"/>
                        <a:pt x="125730" y="136589"/>
                        <a:pt x="123539" y="125254"/>
                      </a:cubicBezTo>
                      <a:cubicBezTo>
                        <a:pt x="121063" y="111919"/>
                        <a:pt x="121253" y="104013"/>
                        <a:pt x="124206" y="101441"/>
                      </a:cubicBezTo>
                      <a:cubicBezTo>
                        <a:pt x="135826" y="88106"/>
                        <a:pt x="145161" y="81439"/>
                        <a:pt x="152305" y="81439"/>
                      </a:cubicBezTo>
                      <a:cubicBezTo>
                        <a:pt x="157258" y="81439"/>
                        <a:pt x="161639" y="83915"/>
                        <a:pt x="165449" y="88964"/>
                      </a:cubicBezTo>
                      <a:cubicBezTo>
                        <a:pt x="166688" y="88106"/>
                        <a:pt x="167354" y="85820"/>
                        <a:pt x="167354" y="82106"/>
                      </a:cubicBezTo>
                      <a:cubicBezTo>
                        <a:pt x="168592" y="81248"/>
                        <a:pt x="170021" y="80867"/>
                        <a:pt x="171736" y="80867"/>
                      </a:cubicBezTo>
                      <a:cubicBezTo>
                        <a:pt x="173450" y="80867"/>
                        <a:pt x="176213" y="81439"/>
                        <a:pt x="180118" y="82391"/>
                      </a:cubicBezTo>
                      <a:cubicBezTo>
                        <a:pt x="184118" y="83439"/>
                        <a:pt x="186976" y="84011"/>
                        <a:pt x="188500" y="84011"/>
                      </a:cubicBezTo>
                      <a:cubicBezTo>
                        <a:pt x="193548" y="84011"/>
                        <a:pt x="197072" y="81725"/>
                        <a:pt x="199168" y="77152"/>
                      </a:cubicBezTo>
                      <a:cubicBezTo>
                        <a:pt x="201263" y="78772"/>
                        <a:pt x="205454" y="81725"/>
                        <a:pt x="211645" y="85820"/>
                      </a:cubicBezTo>
                      <a:cubicBezTo>
                        <a:pt x="213360" y="82487"/>
                        <a:pt x="215836" y="80867"/>
                        <a:pt x="219170" y="80867"/>
                      </a:cubicBezTo>
                      <a:cubicBezTo>
                        <a:pt x="221266" y="80867"/>
                        <a:pt x="224695" y="81629"/>
                        <a:pt x="229457" y="83058"/>
                      </a:cubicBezTo>
                      <a:cubicBezTo>
                        <a:pt x="234220" y="84487"/>
                        <a:pt x="238030" y="85249"/>
                        <a:pt x="240982" y="85249"/>
                      </a:cubicBezTo>
                      <a:cubicBezTo>
                        <a:pt x="243078" y="85249"/>
                        <a:pt x="244983" y="84868"/>
                        <a:pt x="246602" y="84011"/>
                      </a:cubicBezTo>
                      <a:cubicBezTo>
                        <a:pt x="252031" y="87344"/>
                        <a:pt x="257365" y="90869"/>
                        <a:pt x="262890" y="94583"/>
                      </a:cubicBezTo>
                      <a:cubicBezTo>
                        <a:pt x="268319" y="98298"/>
                        <a:pt x="270986" y="103346"/>
                        <a:pt x="270986" y="109538"/>
                      </a:cubicBezTo>
                      <a:cubicBezTo>
                        <a:pt x="270986" y="111252"/>
                        <a:pt x="270796" y="113062"/>
                        <a:pt x="270319" y="115157"/>
                      </a:cubicBezTo>
                      <a:lnTo>
                        <a:pt x="280988" y="113252"/>
                      </a:lnTo>
                      <a:cubicBezTo>
                        <a:pt x="279273" y="118681"/>
                        <a:pt x="278511" y="124301"/>
                        <a:pt x="278511" y="130112"/>
                      </a:cubicBezTo>
                      <a:cubicBezTo>
                        <a:pt x="278511" y="142589"/>
                        <a:pt x="283273" y="156972"/>
                        <a:pt x="292894" y="173260"/>
                      </a:cubicBezTo>
                      <a:lnTo>
                        <a:pt x="281083" y="178213"/>
                      </a:lnTo>
                      <a:lnTo>
                        <a:pt x="292894" y="182594"/>
                      </a:lnTo>
                      <a:cubicBezTo>
                        <a:pt x="291274" y="182213"/>
                        <a:pt x="287845" y="183833"/>
                        <a:pt x="282892" y="187643"/>
                      </a:cubicBezTo>
                      <a:lnTo>
                        <a:pt x="282892" y="190119"/>
                      </a:lnTo>
                      <a:cubicBezTo>
                        <a:pt x="286226" y="188881"/>
                        <a:pt x="291846" y="189643"/>
                        <a:pt x="299751" y="192596"/>
                      </a:cubicBezTo>
                      <a:lnTo>
                        <a:pt x="291084" y="206312"/>
                      </a:lnTo>
                      <a:cubicBezTo>
                        <a:pt x="300609" y="218027"/>
                        <a:pt x="309181" y="223838"/>
                        <a:pt x="316611" y="223838"/>
                      </a:cubicBezTo>
                      <a:lnTo>
                        <a:pt x="316611" y="228791"/>
                      </a:lnTo>
                      <a:cubicBezTo>
                        <a:pt x="313658" y="224695"/>
                        <a:pt x="311467" y="222980"/>
                        <a:pt x="309753" y="223838"/>
                      </a:cubicBezTo>
                      <a:cubicBezTo>
                        <a:pt x="308038" y="229648"/>
                        <a:pt x="307276" y="235934"/>
                        <a:pt x="307276" y="242602"/>
                      </a:cubicBezTo>
                      <a:cubicBezTo>
                        <a:pt x="307276" y="256318"/>
                        <a:pt x="310420" y="266795"/>
                        <a:pt x="316611" y="273844"/>
                      </a:cubicBezTo>
                      <a:cubicBezTo>
                        <a:pt x="314992" y="275463"/>
                        <a:pt x="314134" y="277178"/>
                        <a:pt x="314134" y="278892"/>
                      </a:cubicBezTo>
                      <a:cubicBezTo>
                        <a:pt x="314134" y="280607"/>
                        <a:pt x="315658" y="282797"/>
                        <a:pt x="318801" y="285750"/>
                      </a:cubicBezTo>
                      <a:cubicBezTo>
                        <a:pt x="321945" y="288608"/>
                        <a:pt x="323469" y="291179"/>
                        <a:pt x="323469" y="293180"/>
                      </a:cubicBezTo>
                      <a:cubicBezTo>
                        <a:pt x="323469" y="294418"/>
                        <a:pt x="322802" y="295942"/>
                        <a:pt x="321564" y="297561"/>
                      </a:cubicBezTo>
                      <a:lnTo>
                        <a:pt x="329089" y="300704"/>
                      </a:lnTo>
                      <a:cubicBezTo>
                        <a:pt x="333280" y="324421"/>
                        <a:pt x="335947" y="338804"/>
                        <a:pt x="337185" y="343853"/>
                      </a:cubicBezTo>
                      <a:cubicBezTo>
                        <a:pt x="340900" y="360045"/>
                        <a:pt x="346138" y="373856"/>
                        <a:pt x="352806" y="385096"/>
                      </a:cubicBezTo>
                      <a:cubicBezTo>
                        <a:pt x="347758" y="393383"/>
                        <a:pt x="349472" y="399860"/>
                        <a:pt x="357854" y="404527"/>
                      </a:cubicBezTo>
                      <a:cubicBezTo>
                        <a:pt x="356997" y="425387"/>
                        <a:pt x="360140" y="439674"/>
                        <a:pt x="367189" y="447580"/>
                      </a:cubicBezTo>
                      <a:cubicBezTo>
                        <a:pt x="367189" y="467582"/>
                        <a:pt x="372142" y="477774"/>
                        <a:pt x="382143" y="478250"/>
                      </a:cubicBezTo>
                      <a:close/>
                      <a:moveTo>
                        <a:pt x="20288" y="89535"/>
                      </a:moveTo>
                      <a:lnTo>
                        <a:pt x="15240" y="94488"/>
                      </a:lnTo>
                      <a:lnTo>
                        <a:pt x="8382" y="86392"/>
                      </a:lnTo>
                      <a:lnTo>
                        <a:pt x="20288" y="89535"/>
                      </a:lnTo>
                      <a:close/>
                      <a:moveTo>
                        <a:pt x="30861" y="183261"/>
                      </a:moveTo>
                      <a:lnTo>
                        <a:pt x="34576" y="195167"/>
                      </a:lnTo>
                      <a:lnTo>
                        <a:pt x="25241" y="210121"/>
                      </a:lnTo>
                      <a:lnTo>
                        <a:pt x="30861" y="183261"/>
                      </a:lnTo>
                      <a:close/>
                      <a:moveTo>
                        <a:pt x="38957" y="127635"/>
                      </a:moveTo>
                      <a:cubicBezTo>
                        <a:pt x="38100" y="127635"/>
                        <a:pt x="36100" y="129254"/>
                        <a:pt x="32671" y="132683"/>
                      </a:cubicBezTo>
                      <a:lnTo>
                        <a:pt x="30861" y="125825"/>
                      </a:lnTo>
                      <a:lnTo>
                        <a:pt x="38957" y="127730"/>
                      </a:lnTo>
                      <a:close/>
                      <a:moveTo>
                        <a:pt x="92678" y="140113"/>
                      </a:moveTo>
                      <a:cubicBezTo>
                        <a:pt x="89725" y="133445"/>
                        <a:pt x="84106" y="130969"/>
                        <a:pt x="75819" y="132588"/>
                      </a:cubicBezTo>
                      <a:lnTo>
                        <a:pt x="73914" y="135065"/>
                      </a:lnTo>
                      <a:cubicBezTo>
                        <a:pt x="73914" y="130873"/>
                        <a:pt x="75152" y="128873"/>
                        <a:pt x="77629" y="128873"/>
                      </a:cubicBezTo>
                      <a:cubicBezTo>
                        <a:pt x="78105" y="128873"/>
                        <a:pt x="80391" y="129445"/>
                        <a:pt x="84487" y="130683"/>
                      </a:cubicBezTo>
                      <a:cubicBezTo>
                        <a:pt x="87820" y="131540"/>
                        <a:pt x="90583" y="131540"/>
                        <a:pt x="92678" y="130683"/>
                      </a:cubicBezTo>
                      <a:lnTo>
                        <a:pt x="92678" y="140018"/>
                      </a:lnTo>
                      <a:close/>
                      <a:moveTo>
                        <a:pt x="82582" y="342519"/>
                      </a:moveTo>
                      <a:lnTo>
                        <a:pt x="82582" y="330613"/>
                      </a:lnTo>
                      <a:lnTo>
                        <a:pt x="80772" y="330613"/>
                      </a:lnTo>
                      <a:lnTo>
                        <a:pt x="80772" y="342519"/>
                      </a:lnTo>
                      <a:lnTo>
                        <a:pt x="82582" y="342519"/>
                      </a:lnTo>
                      <a:close/>
                      <a:moveTo>
                        <a:pt x="116967" y="150114"/>
                      </a:moveTo>
                      <a:lnTo>
                        <a:pt x="130683" y="142685"/>
                      </a:lnTo>
                      <a:lnTo>
                        <a:pt x="128778" y="135160"/>
                      </a:lnTo>
                      <a:lnTo>
                        <a:pt x="116967" y="150114"/>
                      </a:lnTo>
                      <a:close/>
                      <a:moveTo>
                        <a:pt x="130683" y="236315"/>
                      </a:moveTo>
                      <a:lnTo>
                        <a:pt x="142589" y="239459"/>
                      </a:lnTo>
                      <a:lnTo>
                        <a:pt x="140684" y="236315"/>
                      </a:lnTo>
                      <a:lnTo>
                        <a:pt x="130683" y="236315"/>
                      </a:lnTo>
                      <a:close/>
                      <a:moveTo>
                        <a:pt x="140684" y="224409"/>
                      </a:moveTo>
                      <a:lnTo>
                        <a:pt x="145732" y="221933"/>
                      </a:lnTo>
                      <a:lnTo>
                        <a:pt x="140684" y="216884"/>
                      </a:lnTo>
                      <a:lnTo>
                        <a:pt x="140684" y="224409"/>
                      </a:lnTo>
                      <a:close/>
                      <a:moveTo>
                        <a:pt x="145732" y="120682"/>
                      </a:moveTo>
                      <a:lnTo>
                        <a:pt x="153162" y="118777"/>
                      </a:lnTo>
                      <a:lnTo>
                        <a:pt x="142589" y="115633"/>
                      </a:lnTo>
                      <a:lnTo>
                        <a:pt x="145637" y="120587"/>
                      </a:lnTo>
                      <a:close/>
                      <a:moveTo>
                        <a:pt x="147542" y="43244"/>
                      </a:moveTo>
                      <a:lnTo>
                        <a:pt x="150685" y="50768"/>
                      </a:lnTo>
                      <a:lnTo>
                        <a:pt x="145732" y="50768"/>
                      </a:lnTo>
                      <a:lnTo>
                        <a:pt x="147542" y="43244"/>
                      </a:lnTo>
                      <a:close/>
                      <a:moveTo>
                        <a:pt x="170116" y="26289"/>
                      </a:moveTo>
                      <a:cubicBezTo>
                        <a:pt x="166783" y="25051"/>
                        <a:pt x="165068" y="22479"/>
                        <a:pt x="165068" y="18764"/>
                      </a:cubicBezTo>
                      <a:lnTo>
                        <a:pt x="165068" y="10001"/>
                      </a:lnTo>
                      <a:lnTo>
                        <a:pt x="181927" y="0"/>
                      </a:lnTo>
                      <a:cubicBezTo>
                        <a:pt x="181927" y="1619"/>
                        <a:pt x="179737" y="3619"/>
                        <a:pt x="175355" y="5906"/>
                      </a:cubicBezTo>
                      <a:cubicBezTo>
                        <a:pt x="170974" y="8192"/>
                        <a:pt x="168783" y="10382"/>
                        <a:pt x="168783" y="12478"/>
                      </a:cubicBezTo>
                      <a:cubicBezTo>
                        <a:pt x="168783" y="13716"/>
                        <a:pt x="169831" y="15431"/>
                        <a:pt x="171831" y="17431"/>
                      </a:cubicBezTo>
                      <a:cubicBezTo>
                        <a:pt x="172688" y="19907"/>
                        <a:pt x="172117" y="22860"/>
                        <a:pt x="170021" y="26194"/>
                      </a:cubicBezTo>
                      <a:close/>
                      <a:moveTo>
                        <a:pt x="186976" y="58198"/>
                      </a:moveTo>
                      <a:lnTo>
                        <a:pt x="191357" y="58198"/>
                      </a:lnTo>
                      <a:lnTo>
                        <a:pt x="183832" y="70675"/>
                      </a:lnTo>
                      <a:lnTo>
                        <a:pt x="186976" y="58198"/>
                      </a:lnTo>
                      <a:close/>
                      <a:moveTo>
                        <a:pt x="186976" y="145066"/>
                      </a:moveTo>
                      <a:lnTo>
                        <a:pt x="186976" y="137541"/>
                      </a:lnTo>
                      <a:lnTo>
                        <a:pt x="183832" y="137541"/>
                      </a:lnTo>
                      <a:lnTo>
                        <a:pt x="183832" y="145066"/>
                      </a:lnTo>
                      <a:lnTo>
                        <a:pt x="186976" y="145066"/>
                      </a:lnTo>
                      <a:close/>
                      <a:moveTo>
                        <a:pt x="218218" y="48196"/>
                      </a:moveTo>
                      <a:lnTo>
                        <a:pt x="218218" y="58198"/>
                      </a:lnTo>
                      <a:lnTo>
                        <a:pt x="211359" y="41339"/>
                      </a:lnTo>
                      <a:cubicBezTo>
                        <a:pt x="215932" y="41339"/>
                        <a:pt x="218218" y="43625"/>
                        <a:pt x="218218" y="48196"/>
                      </a:cubicBezTo>
                      <a:close/>
                      <a:moveTo>
                        <a:pt x="230029" y="140018"/>
                      </a:moveTo>
                      <a:lnTo>
                        <a:pt x="244411" y="135065"/>
                      </a:lnTo>
                      <a:lnTo>
                        <a:pt x="236887" y="135065"/>
                      </a:lnTo>
                      <a:lnTo>
                        <a:pt x="230029" y="140018"/>
                      </a:lnTo>
                      <a:close/>
                      <a:moveTo>
                        <a:pt x="230029" y="188119"/>
                      </a:moveTo>
                      <a:lnTo>
                        <a:pt x="231934" y="180594"/>
                      </a:lnTo>
                      <a:lnTo>
                        <a:pt x="230029" y="178784"/>
                      </a:lnTo>
                      <a:lnTo>
                        <a:pt x="230029" y="188119"/>
                      </a:lnTo>
                      <a:close/>
                      <a:moveTo>
                        <a:pt x="251269" y="385572"/>
                      </a:moveTo>
                      <a:cubicBezTo>
                        <a:pt x="251269" y="385572"/>
                        <a:pt x="253365" y="386144"/>
                        <a:pt x="256222" y="387382"/>
                      </a:cubicBezTo>
                      <a:lnTo>
                        <a:pt x="258127" y="385572"/>
                      </a:lnTo>
                      <a:lnTo>
                        <a:pt x="251269" y="378714"/>
                      </a:lnTo>
                      <a:lnTo>
                        <a:pt x="261271" y="382429"/>
                      </a:lnTo>
                      <a:cubicBezTo>
                        <a:pt x="255841" y="387858"/>
                        <a:pt x="252508" y="390525"/>
                        <a:pt x="251269" y="390525"/>
                      </a:cubicBezTo>
                      <a:lnTo>
                        <a:pt x="251269" y="385572"/>
                      </a:lnTo>
                      <a:close/>
                      <a:moveTo>
                        <a:pt x="269938" y="264986"/>
                      </a:moveTo>
                      <a:cubicBezTo>
                        <a:pt x="274510" y="262890"/>
                        <a:pt x="276415" y="258985"/>
                        <a:pt x="275558" y="253175"/>
                      </a:cubicBezTo>
                      <a:cubicBezTo>
                        <a:pt x="269367" y="254889"/>
                        <a:pt x="266224" y="258127"/>
                        <a:pt x="266224" y="263176"/>
                      </a:cubicBezTo>
                      <a:cubicBezTo>
                        <a:pt x="267843" y="264890"/>
                        <a:pt x="269081" y="265462"/>
                        <a:pt x="269938" y="265081"/>
                      </a:cubicBezTo>
                      <a:close/>
                      <a:moveTo>
                        <a:pt x="275558" y="170688"/>
                      </a:moveTo>
                      <a:lnTo>
                        <a:pt x="268033" y="170688"/>
                      </a:lnTo>
                      <a:lnTo>
                        <a:pt x="269938" y="188214"/>
                      </a:lnTo>
                      <a:lnTo>
                        <a:pt x="275558" y="170688"/>
                      </a:lnTo>
                      <a:close/>
                      <a:moveTo>
                        <a:pt x="275558" y="234410"/>
                      </a:moveTo>
                      <a:cubicBezTo>
                        <a:pt x="274796" y="232791"/>
                        <a:pt x="274320" y="231267"/>
                        <a:pt x="274320" y="230029"/>
                      </a:cubicBezTo>
                      <a:cubicBezTo>
                        <a:pt x="274320" y="226695"/>
                        <a:pt x="276606" y="225076"/>
                        <a:pt x="281178" y="225076"/>
                      </a:cubicBezTo>
                      <a:lnTo>
                        <a:pt x="285559" y="224409"/>
                      </a:lnTo>
                      <a:lnTo>
                        <a:pt x="285559" y="221933"/>
                      </a:lnTo>
                      <a:cubicBezTo>
                        <a:pt x="284321" y="221552"/>
                        <a:pt x="283083" y="221361"/>
                        <a:pt x="281845" y="221361"/>
                      </a:cubicBezTo>
                      <a:cubicBezTo>
                        <a:pt x="278987" y="221361"/>
                        <a:pt x="276225" y="222790"/>
                        <a:pt x="273748" y="225743"/>
                      </a:cubicBezTo>
                      <a:cubicBezTo>
                        <a:pt x="271272" y="228695"/>
                        <a:pt x="270034" y="231553"/>
                        <a:pt x="270034" y="234506"/>
                      </a:cubicBezTo>
                      <a:lnTo>
                        <a:pt x="275653" y="234506"/>
                      </a:lnTo>
                      <a:close/>
                      <a:moveTo>
                        <a:pt x="278130" y="339376"/>
                      </a:moveTo>
                      <a:cubicBezTo>
                        <a:pt x="278130" y="339376"/>
                        <a:pt x="278987" y="337280"/>
                        <a:pt x="280606" y="334328"/>
                      </a:cubicBezTo>
                      <a:cubicBezTo>
                        <a:pt x="278130" y="333946"/>
                        <a:pt x="276511" y="334518"/>
                        <a:pt x="275939" y="336233"/>
                      </a:cubicBezTo>
                      <a:cubicBezTo>
                        <a:pt x="275272" y="337852"/>
                        <a:pt x="274320" y="338900"/>
                        <a:pt x="273177" y="339376"/>
                      </a:cubicBezTo>
                      <a:lnTo>
                        <a:pt x="278130" y="339376"/>
                      </a:lnTo>
                      <a:close/>
                      <a:moveTo>
                        <a:pt x="280606" y="72581"/>
                      </a:moveTo>
                      <a:lnTo>
                        <a:pt x="285559" y="67532"/>
                      </a:lnTo>
                      <a:lnTo>
                        <a:pt x="278130" y="60674"/>
                      </a:lnTo>
                      <a:lnTo>
                        <a:pt x="282511" y="55626"/>
                      </a:lnTo>
                      <a:lnTo>
                        <a:pt x="290608" y="70580"/>
                      </a:lnTo>
                      <a:lnTo>
                        <a:pt x="280606" y="72485"/>
                      </a:lnTo>
                      <a:close/>
                      <a:moveTo>
                        <a:pt x="311182" y="378714"/>
                      </a:moveTo>
                      <a:lnTo>
                        <a:pt x="311182" y="370618"/>
                      </a:lnTo>
                      <a:cubicBezTo>
                        <a:pt x="312039" y="370618"/>
                        <a:pt x="310420" y="371666"/>
                        <a:pt x="306229" y="373761"/>
                      </a:cubicBezTo>
                      <a:cubicBezTo>
                        <a:pt x="304990" y="372904"/>
                        <a:pt x="303562" y="371475"/>
                        <a:pt x="302133" y="369380"/>
                      </a:cubicBezTo>
                      <a:cubicBezTo>
                        <a:pt x="300704" y="367379"/>
                        <a:pt x="299561" y="366332"/>
                        <a:pt x="298704" y="366332"/>
                      </a:cubicBezTo>
                      <a:cubicBezTo>
                        <a:pt x="297466" y="366332"/>
                        <a:pt x="296037" y="367189"/>
                        <a:pt x="294322" y="368808"/>
                      </a:cubicBezTo>
                      <a:lnTo>
                        <a:pt x="311182" y="378809"/>
                      </a:lnTo>
                      <a:close/>
                      <a:moveTo>
                        <a:pt x="326231" y="375571"/>
                      </a:moveTo>
                      <a:cubicBezTo>
                        <a:pt x="326993" y="375571"/>
                        <a:pt x="326993" y="375190"/>
                        <a:pt x="326231" y="374333"/>
                      </a:cubicBezTo>
                      <a:lnTo>
                        <a:pt x="323755" y="358712"/>
                      </a:lnTo>
                      <a:cubicBezTo>
                        <a:pt x="322040" y="360331"/>
                        <a:pt x="321278" y="362045"/>
                        <a:pt x="321278" y="363665"/>
                      </a:cubicBezTo>
                      <a:cubicBezTo>
                        <a:pt x="321278" y="362426"/>
                        <a:pt x="322897" y="365950"/>
                        <a:pt x="326326" y="374333"/>
                      </a:cubicBezTo>
                      <a:lnTo>
                        <a:pt x="326326" y="375571"/>
                      </a:lnTo>
                      <a:close/>
                      <a:moveTo>
                        <a:pt x="354330" y="2000"/>
                      </a:moveTo>
                      <a:lnTo>
                        <a:pt x="354330" y="7620"/>
                      </a:lnTo>
                      <a:lnTo>
                        <a:pt x="345567" y="7620"/>
                      </a:lnTo>
                      <a:lnTo>
                        <a:pt x="354330" y="2000"/>
                      </a:lnTo>
                      <a:close/>
                      <a:moveTo>
                        <a:pt x="359283" y="102013"/>
                      </a:moveTo>
                      <a:lnTo>
                        <a:pt x="352425" y="108871"/>
                      </a:lnTo>
                      <a:lnTo>
                        <a:pt x="359283" y="98869"/>
                      </a:lnTo>
                      <a:lnTo>
                        <a:pt x="359283" y="102013"/>
                      </a:lnTo>
                      <a:close/>
                      <a:moveTo>
                        <a:pt x="395478" y="211931"/>
                      </a:moveTo>
                      <a:lnTo>
                        <a:pt x="390525" y="216884"/>
                      </a:lnTo>
                      <a:lnTo>
                        <a:pt x="386810" y="216884"/>
                      </a:lnTo>
                      <a:lnTo>
                        <a:pt x="395573" y="211931"/>
                      </a:lnTo>
                      <a:close/>
                      <a:moveTo>
                        <a:pt x="393573" y="106966"/>
                      </a:moveTo>
                      <a:cubicBezTo>
                        <a:pt x="392334" y="107823"/>
                        <a:pt x="391573" y="106680"/>
                        <a:pt x="391382" y="103537"/>
                      </a:cubicBezTo>
                      <a:cubicBezTo>
                        <a:pt x="391192" y="100394"/>
                        <a:pt x="390906" y="98869"/>
                        <a:pt x="390430" y="98869"/>
                      </a:cubicBezTo>
                      <a:lnTo>
                        <a:pt x="393573" y="98869"/>
                      </a:lnTo>
                      <a:lnTo>
                        <a:pt x="393573" y="106966"/>
                      </a:lnTo>
                      <a:close/>
                      <a:moveTo>
                        <a:pt x="484822" y="55721"/>
                      </a:moveTo>
                      <a:cubicBezTo>
                        <a:pt x="484441" y="54102"/>
                        <a:pt x="484727" y="52292"/>
                        <a:pt x="485775" y="50387"/>
                      </a:cubicBezTo>
                      <a:cubicBezTo>
                        <a:pt x="486727" y="48482"/>
                        <a:pt x="488156" y="47816"/>
                        <a:pt x="489871" y="48196"/>
                      </a:cubicBezTo>
                      <a:lnTo>
                        <a:pt x="489871" y="55721"/>
                      </a:lnTo>
                      <a:lnTo>
                        <a:pt x="484822" y="55721"/>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 name="Google Shape;765;p99"/>
                <p:cNvSpPr/>
                <p:nvPr/>
              </p:nvSpPr>
              <p:spPr>
                <a:xfrm>
                  <a:off x="5892545" y="1390364"/>
                  <a:ext cx="425481" cy="581787"/>
                </a:xfrm>
                <a:custGeom>
                  <a:avLst/>
                  <a:gdLst/>
                  <a:ahLst/>
                  <a:cxnLst/>
                  <a:rect l="l" t="t" r="r" b="b"/>
                  <a:pathLst>
                    <a:path w="425481" h="581787" extrusionOk="0">
                      <a:moveTo>
                        <a:pt x="360331" y="280797"/>
                      </a:moveTo>
                      <a:cubicBezTo>
                        <a:pt x="360712" y="278702"/>
                        <a:pt x="359950" y="277082"/>
                        <a:pt x="357759" y="275844"/>
                      </a:cubicBezTo>
                      <a:lnTo>
                        <a:pt x="355854" y="275844"/>
                      </a:lnTo>
                      <a:cubicBezTo>
                        <a:pt x="356806" y="277082"/>
                        <a:pt x="357188" y="278321"/>
                        <a:pt x="357188" y="279559"/>
                      </a:cubicBezTo>
                      <a:cubicBezTo>
                        <a:pt x="357188" y="281178"/>
                        <a:pt x="356044" y="283940"/>
                        <a:pt x="353758" y="287655"/>
                      </a:cubicBezTo>
                      <a:cubicBezTo>
                        <a:pt x="351472" y="291370"/>
                        <a:pt x="350330" y="294323"/>
                        <a:pt x="350330" y="296418"/>
                      </a:cubicBezTo>
                      <a:cubicBezTo>
                        <a:pt x="350330" y="299371"/>
                        <a:pt x="352234" y="302038"/>
                        <a:pt x="355949" y="304609"/>
                      </a:cubicBezTo>
                      <a:cubicBezTo>
                        <a:pt x="355949" y="305467"/>
                        <a:pt x="354997" y="307372"/>
                        <a:pt x="352901" y="310515"/>
                      </a:cubicBezTo>
                      <a:cubicBezTo>
                        <a:pt x="350806" y="313658"/>
                        <a:pt x="350139" y="316516"/>
                        <a:pt x="350996" y="318992"/>
                      </a:cubicBezTo>
                      <a:lnTo>
                        <a:pt x="352901" y="320802"/>
                      </a:lnTo>
                      <a:cubicBezTo>
                        <a:pt x="350806" y="322898"/>
                        <a:pt x="347948" y="323945"/>
                        <a:pt x="344138" y="323945"/>
                      </a:cubicBezTo>
                      <a:lnTo>
                        <a:pt x="334137" y="323945"/>
                      </a:lnTo>
                      <a:cubicBezTo>
                        <a:pt x="332899" y="321850"/>
                        <a:pt x="331660" y="319850"/>
                        <a:pt x="330422" y="317944"/>
                      </a:cubicBezTo>
                      <a:cubicBezTo>
                        <a:pt x="329184" y="316040"/>
                        <a:pt x="327088" y="315563"/>
                        <a:pt x="324136" y="316421"/>
                      </a:cubicBezTo>
                      <a:cubicBezTo>
                        <a:pt x="320802" y="319754"/>
                        <a:pt x="319183" y="322421"/>
                        <a:pt x="319183" y="324517"/>
                      </a:cubicBezTo>
                      <a:cubicBezTo>
                        <a:pt x="319183" y="326612"/>
                        <a:pt x="322993" y="328136"/>
                        <a:pt x="330803" y="329184"/>
                      </a:cubicBezTo>
                      <a:cubicBezTo>
                        <a:pt x="338423" y="330232"/>
                        <a:pt x="342995" y="332423"/>
                        <a:pt x="344233" y="335756"/>
                      </a:cubicBezTo>
                      <a:lnTo>
                        <a:pt x="351091" y="328898"/>
                      </a:lnTo>
                      <a:lnTo>
                        <a:pt x="347948" y="365093"/>
                      </a:lnTo>
                      <a:cubicBezTo>
                        <a:pt x="347948" y="360521"/>
                        <a:pt x="347281" y="357854"/>
                        <a:pt x="345948" y="356997"/>
                      </a:cubicBezTo>
                      <a:cubicBezTo>
                        <a:pt x="346424" y="356997"/>
                        <a:pt x="344138" y="358616"/>
                        <a:pt x="339185" y="361950"/>
                      </a:cubicBezTo>
                      <a:cubicBezTo>
                        <a:pt x="342043" y="364903"/>
                        <a:pt x="347663" y="376142"/>
                        <a:pt x="355949" y="395669"/>
                      </a:cubicBezTo>
                      <a:cubicBezTo>
                        <a:pt x="353473" y="395288"/>
                        <a:pt x="350139" y="392906"/>
                        <a:pt x="345948" y="388811"/>
                      </a:cubicBezTo>
                      <a:cubicBezTo>
                        <a:pt x="346424" y="395002"/>
                        <a:pt x="346900" y="401479"/>
                        <a:pt x="347567" y="408146"/>
                      </a:cubicBezTo>
                      <a:cubicBezTo>
                        <a:pt x="348139" y="414814"/>
                        <a:pt x="349948" y="421100"/>
                        <a:pt x="352901" y="426910"/>
                      </a:cubicBezTo>
                      <a:cubicBezTo>
                        <a:pt x="348710" y="433578"/>
                        <a:pt x="344519" y="434435"/>
                        <a:pt x="340423" y="429387"/>
                      </a:cubicBezTo>
                      <a:cubicBezTo>
                        <a:pt x="337566" y="425672"/>
                        <a:pt x="335470" y="428149"/>
                        <a:pt x="334137" y="436912"/>
                      </a:cubicBezTo>
                      <a:cubicBezTo>
                        <a:pt x="334994" y="439864"/>
                        <a:pt x="336709" y="441484"/>
                        <a:pt x="339471" y="441865"/>
                      </a:cubicBezTo>
                      <a:cubicBezTo>
                        <a:pt x="342233" y="442246"/>
                        <a:pt x="343471" y="442722"/>
                        <a:pt x="343471" y="443103"/>
                      </a:cubicBezTo>
                      <a:cubicBezTo>
                        <a:pt x="343471" y="443865"/>
                        <a:pt x="342614" y="445770"/>
                        <a:pt x="340995" y="448723"/>
                      </a:cubicBezTo>
                      <a:cubicBezTo>
                        <a:pt x="331375" y="452533"/>
                        <a:pt x="325088" y="458438"/>
                        <a:pt x="322231" y="466534"/>
                      </a:cubicBezTo>
                      <a:cubicBezTo>
                        <a:pt x="319278" y="474631"/>
                        <a:pt x="312896" y="480822"/>
                        <a:pt x="302895" y="485013"/>
                      </a:cubicBezTo>
                      <a:cubicBezTo>
                        <a:pt x="301276" y="487489"/>
                        <a:pt x="297942" y="489871"/>
                        <a:pt x="293180" y="492157"/>
                      </a:cubicBezTo>
                      <a:cubicBezTo>
                        <a:pt x="288417" y="494443"/>
                        <a:pt x="284321" y="495205"/>
                        <a:pt x="281083" y="494347"/>
                      </a:cubicBezTo>
                      <a:lnTo>
                        <a:pt x="271748" y="506159"/>
                      </a:lnTo>
                      <a:lnTo>
                        <a:pt x="273653" y="509302"/>
                      </a:lnTo>
                      <a:cubicBezTo>
                        <a:pt x="260699" y="504349"/>
                        <a:pt x="246507" y="501587"/>
                        <a:pt x="231172" y="501205"/>
                      </a:cubicBezTo>
                      <a:lnTo>
                        <a:pt x="215551" y="501205"/>
                      </a:lnTo>
                      <a:cubicBezTo>
                        <a:pt x="205168" y="501205"/>
                        <a:pt x="195834" y="500539"/>
                        <a:pt x="187452" y="499300"/>
                      </a:cubicBezTo>
                      <a:cubicBezTo>
                        <a:pt x="184213" y="492633"/>
                        <a:pt x="180403" y="489299"/>
                        <a:pt x="176213" y="489299"/>
                      </a:cubicBezTo>
                      <a:cubicBezTo>
                        <a:pt x="173259" y="489299"/>
                        <a:pt x="168878" y="491300"/>
                        <a:pt x="163068" y="495205"/>
                      </a:cubicBezTo>
                      <a:cubicBezTo>
                        <a:pt x="157163" y="499205"/>
                        <a:pt x="152400" y="501110"/>
                        <a:pt x="148685" y="501110"/>
                      </a:cubicBezTo>
                      <a:cubicBezTo>
                        <a:pt x="147066" y="501110"/>
                        <a:pt x="145542" y="500920"/>
                        <a:pt x="144304" y="500443"/>
                      </a:cubicBezTo>
                      <a:cubicBezTo>
                        <a:pt x="73438" y="500443"/>
                        <a:pt x="29908" y="499872"/>
                        <a:pt x="13716" y="498538"/>
                      </a:cubicBezTo>
                      <a:cubicBezTo>
                        <a:pt x="7429" y="491871"/>
                        <a:pt x="4381" y="480441"/>
                        <a:pt x="4381" y="464249"/>
                      </a:cubicBezTo>
                      <a:lnTo>
                        <a:pt x="4381" y="441198"/>
                      </a:lnTo>
                      <a:cubicBezTo>
                        <a:pt x="4381" y="429959"/>
                        <a:pt x="2953" y="421672"/>
                        <a:pt x="0" y="416242"/>
                      </a:cubicBezTo>
                      <a:cubicBezTo>
                        <a:pt x="4572" y="400431"/>
                        <a:pt x="6858" y="382334"/>
                        <a:pt x="6858" y="361950"/>
                      </a:cubicBezTo>
                      <a:cubicBezTo>
                        <a:pt x="6858" y="351568"/>
                        <a:pt x="5810" y="332423"/>
                        <a:pt x="3715" y="304514"/>
                      </a:cubicBezTo>
                      <a:cubicBezTo>
                        <a:pt x="1524" y="280416"/>
                        <a:pt x="952" y="261461"/>
                        <a:pt x="1809" y="247745"/>
                      </a:cubicBezTo>
                      <a:lnTo>
                        <a:pt x="1809" y="239649"/>
                      </a:lnTo>
                      <a:cubicBezTo>
                        <a:pt x="1809" y="235458"/>
                        <a:pt x="3524" y="231934"/>
                        <a:pt x="6858" y="228981"/>
                      </a:cubicBezTo>
                      <a:cubicBezTo>
                        <a:pt x="6382" y="224409"/>
                        <a:pt x="6191" y="219456"/>
                        <a:pt x="6191" y="214027"/>
                      </a:cubicBezTo>
                      <a:cubicBezTo>
                        <a:pt x="6191" y="208598"/>
                        <a:pt x="6572" y="200787"/>
                        <a:pt x="7144" y="190595"/>
                      </a:cubicBezTo>
                      <a:cubicBezTo>
                        <a:pt x="7810" y="180404"/>
                        <a:pt x="8001" y="173260"/>
                        <a:pt x="8001" y="169069"/>
                      </a:cubicBezTo>
                      <a:cubicBezTo>
                        <a:pt x="8001" y="158210"/>
                        <a:pt x="6572" y="150209"/>
                        <a:pt x="3619" y="144780"/>
                      </a:cubicBezTo>
                      <a:cubicBezTo>
                        <a:pt x="1905" y="136874"/>
                        <a:pt x="1048" y="128111"/>
                        <a:pt x="1048" y="118586"/>
                      </a:cubicBezTo>
                      <a:cubicBezTo>
                        <a:pt x="1048" y="109442"/>
                        <a:pt x="2191" y="95250"/>
                        <a:pt x="4476" y="75914"/>
                      </a:cubicBezTo>
                      <a:cubicBezTo>
                        <a:pt x="6763" y="56483"/>
                        <a:pt x="7906" y="41719"/>
                        <a:pt x="7906" y="31242"/>
                      </a:cubicBezTo>
                      <a:cubicBezTo>
                        <a:pt x="7906" y="24575"/>
                        <a:pt x="7525" y="18383"/>
                        <a:pt x="6667" y="12478"/>
                      </a:cubicBezTo>
                      <a:cubicBezTo>
                        <a:pt x="11239" y="8763"/>
                        <a:pt x="23336" y="4572"/>
                        <a:pt x="42863" y="0"/>
                      </a:cubicBezTo>
                      <a:lnTo>
                        <a:pt x="150971" y="3143"/>
                      </a:lnTo>
                      <a:cubicBezTo>
                        <a:pt x="158020" y="5620"/>
                        <a:pt x="161353" y="12287"/>
                        <a:pt x="160972" y="23146"/>
                      </a:cubicBezTo>
                      <a:cubicBezTo>
                        <a:pt x="160591" y="36100"/>
                        <a:pt x="161353" y="43720"/>
                        <a:pt x="163544" y="46292"/>
                      </a:cubicBezTo>
                      <a:cubicBezTo>
                        <a:pt x="168497" y="47911"/>
                        <a:pt x="172402" y="44672"/>
                        <a:pt x="175355" y="36290"/>
                      </a:cubicBezTo>
                      <a:cubicBezTo>
                        <a:pt x="175355" y="35052"/>
                        <a:pt x="174784" y="32290"/>
                        <a:pt x="173450" y="28194"/>
                      </a:cubicBezTo>
                      <a:cubicBezTo>
                        <a:pt x="172212" y="24003"/>
                        <a:pt x="171545" y="20955"/>
                        <a:pt x="171545" y="18859"/>
                      </a:cubicBezTo>
                      <a:cubicBezTo>
                        <a:pt x="171545" y="13430"/>
                        <a:pt x="175165" y="10573"/>
                        <a:pt x="182213" y="10096"/>
                      </a:cubicBezTo>
                      <a:cubicBezTo>
                        <a:pt x="183928" y="11811"/>
                        <a:pt x="185547" y="12573"/>
                        <a:pt x="187166" y="12573"/>
                      </a:cubicBezTo>
                      <a:cubicBezTo>
                        <a:pt x="191833" y="12573"/>
                        <a:pt x="194881" y="9525"/>
                        <a:pt x="196596" y="3238"/>
                      </a:cubicBezTo>
                      <a:lnTo>
                        <a:pt x="284035" y="5048"/>
                      </a:lnTo>
                      <a:cubicBezTo>
                        <a:pt x="285655" y="9239"/>
                        <a:pt x="288322" y="11144"/>
                        <a:pt x="291846" y="10668"/>
                      </a:cubicBezTo>
                      <a:cubicBezTo>
                        <a:pt x="295370" y="10287"/>
                        <a:pt x="297942" y="10858"/>
                        <a:pt x="299656" y="12478"/>
                      </a:cubicBezTo>
                      <a:cubicBezTo>
                        <a:pt x="312991" y="16669"/>
                        <a:pt x="323755" y="24955"/>
                        <a:pt x="332137" y="37529"/>
                      </a:cubicBezTo>
                      <a:cubicBezTo>
                        <a:pt x="338804" y="48292"/>
                        <a:pt x="345662" y="59436"/>
                        <a:pt x="352806" y="70675"/>
                      </a:cubicBezTo>
                      <a:cubicBezTo>
                        <a:pt x="349377" y="81915"/>
                        <a:pt x="347853" y="94202"/>
                        <a:pt x="347853" y="107537"/>
                      </a:cubicBezTo>
                      <a:cubicBezTo>
                        <a:pt x="347853" y="119253"/>
                        <a:pt x="349948" y="137065"/>
                        <a:pt x="354044" y="160973"/>
                      </a:cubicBezTo>
                      <a:cubicBezTo>
                        <a:pt x="358235" y="184880"/>
                        <a:pt x="360331" y="203168"/>
                        <a:pt x="360331" y="215646"/>
                      </a:cubicBezTo>
                      <a:cubicBezTo>
                        <a:pt x="360331" y="228124"/>
                        <a:pt x="358902" y="240030"/>
                        <a:pt x="355854" y="251269"/>
                      </a:cubicBezTo>
                      <a:lnTo>
                        <a:pt x="365284" y="256318"/>
                      </a:lnTo>
                      <a:cubicBezTo>
                        <a:pt x="362426" y="256699"/>
                        <a:pt x="358235" y="259080"/>
                        <a:pt x="352806" y="263176"/>
                      </a:cubicBezTo>
                      <a:cubicBezTo>
                        <a:pt x="351949" y="264795"/>
                        <a:pt x="351568" y="266319"/>
                        <a:pt x="351568" y="267557"/>
                      </a:cubicBezTo>
                      <a:cubicBezTo>
                        <a:pt x="351568" y="270034"/>
                        <a:pt x="353568" y="271844"/>
                        <a:pt x="357664" y="272891"/>
                      </a:cubicBezTo>
                      <a:cubicBezTo>
                        <a:pt x="361950" y="273939"/>
                        <a:pt x="364426" y="274892"/>
                        <a:pt x="365188" y="275749"/>
                      </a:cubicBezTo>
                      <a:lnTo>
                        <a:pt x="360235" y="280702"/>
                      </a:lnTo>
                      <a:close/>
                      <a:moveTo>
                        <a:pt x="37909" y="168307"/>
                      </a:moveTo>
                      <a:cubicBezTo>
                        <a:pt x="41148" y="165449"/>
                        <a:pt x="43529" y="164306"/>
                        <a:pt x="44767" y="164687"/>
                      </a:cubicBezTo>
                      <a:cubicBezTo>
                        <a:pt x="43529" y="163544"/>
                        <a:pt x="42863" y="161734"/>
                        <a:pt x="42863" y="159258"/>
                      </a:cubicBezTo>
                      <a:cubicBezTo>
                        <a:pt x="43243" y="156115"/>
                        <a:pt x="43243" y="154115"/>
                        <a:pt x="42863" y="153257"/>
                      </a:cubicBezTo>
                      <a:cubicBezTo>
                        <a:pt x="39529" y="155638"/>
                        <a:pt x="37909" y="160687"/>
                        <a:pt x="37909" y="168307"/>
                      </a:cubicBezTo>
                      <a:close/>
                      <a:moveTo>
                        <a:pt x="334042" y="338233"/>
                      </a:moveTo>
                      <a:cubicBezTo>
                        <a:pt x="327374" y="334042"/>
                        <a:pt x="320897" y="329851"/>
                        <a:pt x="314706" y="325755"/>
                      </a:cubicBezTo>
                      <a:cubicBezTo>
                        <a:pt x="306419" y="320707"/>
                        <a:pt x="299085" y="319088"/>
                        <a:pt x="292798" y="320707"/>
                      </a:cubicBezTo>
                      <a:cubicBezTo>
                        <a:pt x="289941" y="316135"/>
                        <a:pt x="283273" y="313468"/>
                        <a:pt x="273082" y="312611"/>
                      </a:cubicBezTo>
                      <a:cubicBezTo>
                        <a:pt x="262890" y="311753"/>
                        <a:pt x="255746" y="308038"/>
                        <a:pt x="251555" y="301371"/>
                      </a:cubicBezTo>
                      <a:lnTo>
                        <a:pt x="256508" y="296323"/>
                      </a:lnTo>
                      <a:lnTo>
                        <a:pt x="249650" y="289465"/>
                      </a:lnTo>
                      <a:cubicBezTo>
                        <a:pt x="249650" y="271177"/>
                        <a:pt x="249936" y="252603"/>
                        <a:pt x="250317" y="233839"/>
                      </a:cubicBezTo>
                      <a:cubicBezTo>
                        <a:pt x="250317" y="211741"/>
                        <a:pt x="251841" y="193453"/>
                        <a:pt x="254698" y="178879"/>
                      </a:cubicBezTo>
                      <a:cubicBezTo>
                        <a:pt x="252984" y="175641"/>
                        <a:pt x="252126" y="171259"/>
                        <a:pt x="252126" y="165830"/>
                      </a:cubicBezTo>
                      <a:cubicBezTo>
                        <a:pt x="252126" y="160782"/>
                        <a:pt x="252984" y="156686"/>
                        <a:pt x="254698" y="153352"/>
                      </a:cubicBezTo>
                      <a:cubicBezTo>
                        <a:pt x="255079" y="147923"/>
                        <a:pt x="259651" y="146685"/>
                        <a:pt x="268414" y="149638"/>
                      </a:cubicBezTo>
                      <a:lnTo>
                        <a:pt x="268414" y="150209"/>
                      </a:lnTo>
                      <a:cubicBezTo>
                        <a:pt x="269272" y="150590"/>
                        <a:pt x="269272" y="150400"/>
                        <a:pt x="268414" y="149638"/>
                      </a:cubicBezTo>
                      <a:lnTo>
                        <a:pt x="273463" y="142780"/>
                      </a:lnTo>
                      <a:cubicBezTo>
                        <a:pt x="272224" y="139922"/>
                        <a:pt x="269843" y="139446"/>
                        <a:pt x="266605" y="141542"/>
                      </a:cubicBezTo>
                      <a:cubicBezTo>
                        <a:pt x="263271" y="143637"/>
                        <a:pt x="261556" y="142399"/>
                        <a:pt x="261556" y="137827"/>
                      </a:cubicBezTo>
                      <a:lnTo>
                        <a:pt x="251650" y="140875"/>
                      </a:lnTo>
                      <a:cubicBezTo>
                        <a:pt x="251650" y="125063"/>
                        <a:pt x="251079" y="116110"/>
                        <a:pt x="249745" y="114014"/>
                      </a:cubicBezTo>
                      <a:cubicBezTo>
                        <a:pt x="233553" y="104013"/>
                        <a:pt x="215360" y="99060"/>
                        <a:pt x="195358" y="99060"/>
                      </a:cubicBezTo>
                      <a:cubicBezTo>
                        <a:pt x="191548" y="99060"/>
                        <a:pt x="187833" y="99250"/>
                        <a:pt x="184118" y="99631"/>
                      </a:cubicBezTo>
                      <a:cubicBezTo>
                        <a:pt x="176117" y="98012"/>
                        <a:pt x="172212" y="92392"/>
                        <a:pt x="172212" y="82772"/>
                      </a:cubicBezTo>
                      <a:lnTo>
                        <a:pt x="172212" y="75248"/>
                      </a:lnTo>
                      <a:cubicBezTo>
                        <a:pt x="172593" y="71533"/>
                        <a:pt x="172783" y="68866"/>
                        <a:pt x="172783" y="67151"/>
                      </a:cubicBezTo>
                      <a:cubicBezTo>
                        <a:pt x="172783" y="62579"/>
                        <a:pt x="171926" y="59055"/>
                        <a:pt x="170307" y="56579"/>
                      </a:cubicBezTo>
                      <a:cubicBezTo>
                        <a:pt x="167354" y="61150"/>
                        <a:pt x="165259" y="68485"/>
                        <a:pt x="164020" y="78486"/>
                      </a:cubicBezTo>
                      <a:cubicBezTo>
                        <a:pt x="162782" y="88487"/>
                        <a:pt x="160877" y="96393"/>
                        <a:pt x="158401" y="102203"/>
                      </a:cubicBezTo>
                      <a:cubicBezTo>
                        <a:pt x="149638" y="102679"/>
                        <a:pt x="138113" y="101822"/>
                        <a:pt x="124015" y="99727"/>
                      </a:cubicBezTo>
                      <a:cubicBezTo>
                        <a:pt x="109442" y="97631"/>
                        <a:pt x="102203" y="103727"/>
                        <a:pt x="102203" y="117824"/>
                      </a:cubicBezTo>
                      <a:cubicBezTo>
                        <a:pt x="102203" y="121158"/>
                        <a:pt x="102679" y="126111"/>
                        <a:pt x="103822" y="132779"/>
                      </a:cubicBezTo>
                      <a:cubicBezTo>
                        <a:pt x="104870" y="139446"/>
                        <a:pt x="105346" y="143637"/>
                        <a:pt x="105346" y="145256"/>
                      </a:cubicBezTo>
                      <a:cubicBezTo>
                        <a:pt x="102013" y="151162"/>
                        <a:pt x="100393" y="155924"/>
                        <a:pt x="100393" y="159639"/>
                      </a:cubicBezTo>
                      <a:cubicBezTo>
                        <a:pt x="100393" y="163354"/>
                        <a:pt x="102108" y="166497"/>
                        <a:pt x="105346" y="168973"/>
                      </a:cubicBezTo>
                      <a:cubicBezTo>
                        <a:pt x="100774" y="170688"/>
                        <a:pt x="98488" y="174212"/>
                        <a:pt x="98488" y="179642"/>
                      </a:cubicBezTo>
                      <a:lnTo>
                        <a:pt x="97917" y="193357"/>
                      </a:lnTo>
                      <a:cubicBezTo>
                        <a:pt x="94107" y="191262"/>
                        <a:pt x="92488" y="186690"/>
                        <a:pt x="92869" y="179642"/>
                      </a:cubicBezTo>
                      <a:cubicBezTo>
                        <a:pt x="93250" y="172498"/>
                        <a:pt x="92583" y="167735"/>
                        <a:pt x="90964" y="165259"/>
                      </a:cubicBezTo>
                      <a:cubicBezTo>
                        <a:pt x="86773" y="163163"/>
                        <a:pt x="77819" y="162115"/>
                        <a:pt x="64103" y="162115"/>
                      </a:cubicBezTo>
                      <a:lnTo>
                        <a:pt x="84106" y="181451"/>
                      </a:lnTo>
                      <a:cubicBezTo>
                        <a:pt x="88773" y="180213"/>
                        <a:pt x="91059" y="181642"/>
                        <a:pt x="91059" y="185833"/>
                      </a:cubicBezTo>
                      <a:lnTo>
                        <a:pt x="91059" y="190214"/>
                      </a:lnTo>
                      <a:cubicBezTo>
                        <a:pt x="90583" y="192310"/>
                        <a:pt x="90392" y="193929"/>
                        <a:pt x="90392" y="195263"/>
                      </a:cubicBezTo>
                      <a:cubicBezTo>
                        <a:pt x="90392" y="198596"/>
                        <a:pt x="91249" y="201263"/>
                        <a:pt x="92869" y="203359"/>
                      </a:cubicBezTo>
                      <a:lnTo>
                        <a:pt x="96012" y="200215"/>
                      </a:lnTo>
                      <a:cubicBezTo>
                        <a:pt x="102679" y="204025"/>
                        <a:pt x="106013" y="211931"/>
                        <a:pt x="106013" y="224028"/>
                      </a:cubicBezTo>
                      <a:lnTo>
                        <a:pt x="105346" y="251555"/>
                      </a:lnTo>
                      <a:cubicBezTo>
                        <a:pt x="104965" y="257842"/>
                        <a:pt x="104680" y="264700"/>
                        <a:pt x="104680" y="272129"/>
                      </a:cubicBezTo>
                      <a:cubicBezTo>
                        <a:pt x="104680" y="279559"/>
                        <a:pt x="105156" y="290989"/>
                        <a:pt x="105918" y="306229"/>
                      </a:cubicBezTo>
                      <a:cubicBezTo>
                        <a:pt x="106775" y="321469"/>
                        <a:pt x="107251" y="332804"/>
                        <a:pt x="107251" y="340328"/>
                      </a:cubicBezTo>
                      <a:cubicBezTo>
                        <a:pt x="107251" y="355282"/>
                        <a:pt x="105727" y="368808"/>
                        <a:pt x="102870" y="380905"/>
                      </a:cubicBezTo>
                      <a:cubicBezTo>
                        <a:pt x="101632" y="383857"/>
                        <a:pt x="102965" y="387763"/>
                        <a:pt x="106966" y="392811"/>
                      </a:cubicBezTo>
                      <a:cubicBezTo>
                        <a:pt x="110871" y="397859"/>
                        <a:pt x="112871" y="401193"/>
                        <a:pt x="112871" y="402812"/>
                      </a:cubicBezTo>
                      <a:cubicBezTo>
                        <a:pt x="112871" y="404908"/>
                        <a:pt x="110395" y="406813"/>
                        <a:pt x="105346" y="408432"/>
                      </a:cubicBezTo>
                      <a:cubicBezTo>
                        <a:pt x="110299" y="408432"/>
                        <a:pt x="114300" y="406813"/>
                        <a:pt x="117253" y="403479"/>
                      </a:cubicBezTo>
                      <a:cubicBezTo>
                        <a:pt x="119729" y="403479"/>
                        <a:pt x="123920" y="403193"/>
                        <a:pt x="129730" y="402527"/>
                      </a:cubicBezTo>
                      <a:cubicBezTo>
                        <a:pt x="135636" y="401860"/>
                        <a:pt x="139922" y="401574"/>
                        <a:pt x="142875" y="401574"/>
                      </a:cubicBezTo>
                      <a:cubicBezTo>
                        <a:pt x="152876" y="401574"/>
                        <a:pt x="159734" y="404527"/>
                        <a:pt x="163544" y="410337"/>
                      </a:cubicBezTo>
                      <a:cubicBezTo>
                        <a:pt x="159734" y="414909"/>
                        <a:pt x="160401" y="418909"/>
                        <a:pt x="165354" y="422243"/>
                      </a:cubicBezTo>
                      <a:cubicBezTo>
                        <a:pt x="164116" y="428911"/>
                        <a:pt x="163544" y="444341"/>
                        <a:pt x="163544" y="468439"/>
                      </a:cubicBezTo>
                      <a:cubicBezTo>
                        <a:pt x="160591" y="468439"/>
                        <a:pt x="158401" y="466820"/>
                        <a:pt x="156876" y="463487"/>
                      </a:cubicBezTo>
                      <a:cubicBezTo>
                        <a:pt x="155448" y="460153"/>
                        <a:pt x="153448" y="458438"/>
                        <a:pt x="150971" y="458438"/>
                      </a:cubicBezTo>
                      <a:cubicBezTo>
                        <a:pt x="151733" y="462153"/>
                        <a:pt x="155162" y="466058"/>
                        <a:pt x="161258" y="470059"/>
                      </a:cubicBezTo>
                      <a:cubicBezTo>
                        <a:pt x="167354" y="473964"/>
                        <a:pt x="170307" y="477679"/>
                        <a:pt x="170307" y="481013"/>
                      </a:cubicBezTo>
                      <a:cubicBezTo>
                        <a:pt x="170307" y="483108"/>
                        <a:pt x="169640" y="485394"/>
                        <a:pt x="168307" y="487871"/>
                      </a:cubicBezTo>
                      <a:cubicBezTo>
                        <a:pt x="172117" y="485394"/>
                        <a:pt x="176022" y="482917"/>
                        <a:pt x="180213" y="480346"/>
                      </a:cubicBezTo>
                      <a:lnTo>
                        <a:pt x="177070" y="480346"/>
                      </a:lnTo>
                      <a:cubicBezTo>
                        <a:pt x="174593" y="469487"/>
                        <a:pt x="170593" y="451866"/>
                        <a:pt x="165163" y="427196"/>
                      </a:cubicBezTo>
                      <a:cubicBezTo>
                        <a:pt x="168116" y="418052"/>
                        <a:pt x="174784" y="410528"/>
                        <a:pt x="185166" y="404717"/>
                      </a:cubicBezTo>
                      <a:cubicBezTo>
                        <a:pt x="188119" y="403479"/>
                        <a:pt x="197453" y="399764"/>
                        <a:pt x="213265" y="393478"/>
                      </a:cubicBezTo>
                      <a:cubicBezTo>
                        <a:pt x="214979" y="396050"/>
                        <a:pt x="215646" y="397669"/>
                        <a:pt x="215170" y="398526"/>
                      </a:cubicBezTo>
                      <a:lnTo>
                        <a:pt x="232696" y="401003"/>
                      </a:lnTo>
                      <a:cubicBezTo>
                        <a:pt x="233553" y="396907"/>
                        <a:pt x="233363" y="393478"/>
                        <a:pt x="232124" y="390715"/>
                      </a:cubicBezTo>
                      <a:cubicBezTo>
                        <a:pt x="230886" y="388048"/>
                        <a:pt x="230314" y="385858"/>
                        <a:pt x="230314" y="384143"/>
                      </a:cubicBezTo>
                      <a:cubicBezTo>
                        <a:pt x="233648" y="380429"/>
                        <a:pt x="239458" y="375380"/>
                        <a:pt x="247745" y="369189"/>
                      </a:cubicBezTo>
                      <a:lnTo>
                        <a:pt x="247745" y="379190"/>
                      </a:lnTo>
                      <a:cubicBezTo>
                        <a:pt x="252317" y="377095"/>
                        <a:pt x="254603" y="374428"/>
                        <a:pt x="254603" y="371094"/>
                      </a:cubicBezTo>
                      <a:cubicBezTo>
                        <a:pt x="254603" y="369380"/>
                        <a:pt x="253651" y="366808"/>
                        <a:pt x="251746" y="363284"/>
                      </a:cubicBezTo>
                      <a:cubicBezTo>
                        <a:pt x="249841" y="359759"/>
                        <a:pt x="248983" y="357569"/>
                        <a:pt x="248983" y="356711"/>
                      </a:cubicBezTo>
                      <a:cubicBezTo>
                        <a:pt x="248983" y="354997"/>
                        <a:pt x="249841" y="353759"/>
                        <a:pt x="251460" y="352901"/>
                      </a:cubicBezTo>
                      <a:lnTo>
                        <a:pt x="247650" y="336042"/>
                      </a:lnTo>
                      <a:cubicBezTo>
                        <a:pt x="245173" y="335185"/>
                        <a:pt x="241840" y="335852"/>
                        <a:pt x="237649" y="337947"/>
                      </a:cubicBezTo>
                      <a:cubicBezTo>
                        <a:pt x="231362" y="332518"/>
                        <a:pt x="228886" y="327946"/>
                        <a:pt x="230124" y="324231"/>
                      </a:cubicBezTo>
                      <a:cubicBezTo>
                        <a:pt x="230505" y="322993"/>
                        <a:pt x="232981" y="321945"/>
                        <a:pt x="237649" y="321088"/>
                      </a:cubicBezTo>
                      <a:cubicBezTo>
                        <a:pt x="238887" y="324898"/>
                        <a:pt x="239458" y="326517"/>
                        <a:pt x="239458" y="326136"/>
                      </a:cubicBezTo>
                      <a:cubicBezTo>
                        <a:pt x="254032" y="324898"/>
                        <a:pt x="266128" y="327184"/>
                        <a:pt x="275749" y="332994"/>
                      </a:cubicBezTo>
                      <a:cubicBezTo>
                        <a:pt x="276130" y="334232"/>
                        <a:pt x="276320" y="335471"/>
                        <a:pt x="276320" y="336709"/>
                      </a:cubicBezTo>
                      <a:cubicBezTo>
                        <a:pt x="276320" y="338423"/>
                        <a:pt x="274796" y="339661"/>
                        <a:pt x="271939" y="340519"/>
                      </a:cubicBezTo>
                      <a:cubicBezTo>
                        <a:pt x="268986" y="341376"/>
                        <a:pt x="267176" y="342138"/>
                        <a:pt x="266319" y="342995"/>
                      </a:cubicBezTo>
                      <a:lnTo>
                        <a:pt x="275653" y="342995"/>
                      </a:lnTo>
                      <a:cubicBezTo>
                        <a:pt x="277749" y="344234"/>
                        <a:pt x="278797" y="346519"/>
                        <a:pt x="278797" y="349853"/>
                      </a:cubicBezTo>
                      <a:cubicBezTo>
                        <a:pt x="282130" y="346138"/>
                        <a:pt x="284797" y="344234"/>
                        <a:pt x="286893" y="344234"/>
                      </a:cubicBezTo>
                      <a:cubicBezTo>
                        <a:pt x="288607" y="344234"/>
                        <a:pt x="290322" y="346996"/>
                        <a:pt x="292132" y="352615"/>
                      </a:cubicBezTo>
                      <a:cubicBezTo>
                        <a:pt x="294037" y="358235"/>
                        <a:pt x="296513" y="361474"/>
                        <a:pt x="299371" y="362331"/>
                      </a:cubicBezTo>
                      <a:lnTo>
                        <a:pt x="299371" y="342995"/>
                      </a:lnTo>
                      <a:cubicBezTo>
                        <a:pt x="300990" y="344615"/>
                        <a:pt x="302705" y="345472"/>
                        <a:pt x="304419" y="345472"/>
                      </a:cubicBezTo>
                      <a:cubicBezTo>
                        <a:pt x="306133" y="345472"/>
                        <a:pt x="308515" y="344615"/>
                        <a:pt x="311848" y="342995"/>
                      </a:cubicBezTo>
                      <a:cubicBezTo>
                        <a:pt x="315182" y="341376"/>
                        <a:pt x="317659" y="340709"/>
                        <a:pt x="319373" y="341090"/>
                      </a:cubicBezTo>
                      <a:cubicBezTo>
                        <a:pt x="321088" y="342329"/>
                        <a:pt x="321945" y="343757"/>
                        <a:pt x="321945" y="345472"/>
                      </a:cubicBezTo>
                      <a:cubicBezTo>
                        <a:pt x="321945" y="346710"/>
                        <a:pt x="320707" y="348615"/>
                        <a:pt x="318230" y="351092"/>
                      </a:cubicBezTo>
                      <a:cubicBezTo>
                        <a:pt x="315754" y="353568"/>
                        <a:pt x="314420" y="355663"/>
                        <a:pt x="314420" y="357378"/>
                      </a:cubicBezTo>
                      <a:lnTo>
                        <a:pt x="321945" y="357378"/>
                      </a:lnTo>
                      <a:lnTo>
                        <a:pt x="323755" y="336137"/>
                      </a:lnTo>
                      <a:lnTo>
                        <a:pt x="331946" y="342995"/>
                      </a:lnTo>
                      <a:cubicBezTo>
                        <a:pt x="331946" y="341376"/>
                        <a:pt x="332613" y="339852"/>
                        <a:pt x="333756" y="338614"/>
                      </a:cubicBezTo>
                      <a:cubicBezTo>
                        <a:pt x="334994" y="338995"/>
                        <a:pt x="336423" y="339661"/>
                        <a:pt x="338138" y="340519"/>
                      </a:cubicBezTo>
                      <a:cubicBezTo>
                        <a:pt x="340614" y="342995"/>
                        <a:pt x="341376" y="343186"/>
                        <a:pt x="340614" y="341090"/>
                      </a:cubicBezTo>
                      <a:cubicBezTo>
                        <a:pt x="340233" y="341090"/>
                        <a:pt x="339757" y="340900"/>
                        <a:pt x="339376" y="340519"/>
                      </a:cubicBezTo>
                      <a:lnTo>
                        <a:pt x="338138" y="340519"/>
                      </a:lnTo>
                      <a:cubicBezTo>
                        <a:pt x="336042" y="338423"/>
                        <a:pt x="334613" y="337852"/>
                        <a:pt x="333756" y="338614"/>
                      </a:cubicBezTo>
                      <a:close/>
                      <a:moveTo>
                        <a:pt x="180403" y="403193"/>
                      </a:moveTo>
                      <a:lnTo>
                        <a:pt x="180403" y="398240"/>
                      </a:lnTo>
                      <a:lnTo>
                        <a:pt x="184118" y="398240"/>
                      </a:lnTo>
                      <a:lnTo>
                        <a:pt x="180403" y="403193"/>
                      </a:lnTo>
                      <a:close/>
                      <a:moveTo>
                        <a:pt x="194786" y="461296"/>
                      </a:moveTo>
                      <a:lnTo>
                        <a:pt x="194786" y="456247"/>
                      </a:lnTo>
                      <a:cubicBezTo>
                        <a:pt x="193167" y="455390"/>
                        <a:pt x="190595" y="454342"/>
                        <a:pt x="187261" y="453104"/>
                      </a:cubicBezTo>
                      <a:cubicBezTo>
                        <a:pt x="186404" y="455581"/>
                        <a:pt x="186880" y="457771"/>
                        <a:pt x="188595" y="459676"/>
                      </a:cubicBezTo>
                      <a:cubicBezTo>
                        <a:pt x="190214" y="461581"/>
                        <a:pt x="192309" y="462058"/>
                        <a:pt x="194786" y="461200"/>
                      </a:cubicBezTo>
                      <a:close/>
                      <a:moveTo>
                        <a:pt x="196691" y="492538"/>
                      </a:moveTo>
                      <a:lnTo>
                        <a:pt x="201644" y="487489"/>
                      </a:lnTo>
                      <a:lnTo>
                        <a:pt x="196691" y="481870"/>
                      </a:lnTo>
                      <a:lnTo>
                        <a:pt x="196691" y="492442"/>
                      </a:lnTo>
                      <a:close/>
                      <a:moveTo>
                        <a:pt x="220408" y="475012"/>
                      </a:moveTo>
                      <a:cubicBezTo>
                        <a:pt x="221266" y="469201"/>
                        <a:pt x="220218" y="466249"/>
                        <a:pt x="217265" y="466249"/>
                      </a:cubicBezTo>
                      <a:cubicBezTo>
                        <a:pt x="215170" y="466249"/>
                        <a:pt x="211836" y="467678"/>
                        <a:pt x="207264" y="470630"/>
                      </a:cubicBezTo>
                      <a:cubicBezTo>
                        <a:pt x="202692" y="473583"/>
                        <a:pt x="200215" y="475012"/>
                        <a:pt x="199834" y="475012"/>
                      </a:cubicBezTo>
                      <a:cubicBezTo>
                        <a:pt x="201930" y="477107"/>
                        <a:pt x="203835" y="478155"/>
                        <a:pt x="205454" y="478155"/>
                      </a:cubicBezTo>
                      <a:cubicBezTo>
                        <a:pt x="206692" y="478155"/>
                        <a:pt x="208407" y="477203"/>
                        <a:pt x="210407" y="475297"/>
                      </a:cubicBezTo>
                      <a:cubicBezTo>
                        <a:pt x="212503" y="473392"/>
                        <a:pt x="214217" y="472535"/>
                        <a:pt x="215360" y="472535"/>
                      </a:cubicBezTo>
                      <a:cubicBezTo>
                        <a:pt x="216979" y="472535"/>
                        <a:pt x="218694" y="473392"/>
                        <a:pt x="220408" y="475012"/>
                      </a:cubicBezTo>
                      <a:close/>
                      <a:moveTo>
                        <a:pt x="213455" y="378809"/>
                      </a:moveTo>
                      <a:cubicBezTo>
                        <a:pt x="207645" y="373761"/>
                        <a:pt x="207073" y="369856"/>
                        <a:pt x="211645" y="366903"/>
                      </a:cubicBezTo>
                      <a:lnTo>
                        <a:pt x="218503" y="376904"/>
                      </a:lnTo>
                      <a:cubicBezTo>
                        <a:pt x="217265" y="376047"/>
                        <a:pt x="215551" y="376619"/>
                        <a:pt x="213455" y="378714"/>
                      </a:cubicBezTo>
                      <a:close/>
                      <a:moveTo>
                        <a:pt x="235363" y="533114"/>
                      </a:moveTo>
                      <a:cubicBezTo>
                        <a:pt x="233267" y="531019"/>
                        <a:pt x="232219" y="529114"/>
                        <a:pt x="232219" y="527495"/>
                      </a:cubicBezTo>
                      <a:cubicBezTo>
                        <a:pt x="232219" y="525399"/>
                        <a:pt x="234791" y="523304"/>
                        <a:pt x="240030" y="521208"/>
                      </a:cubicBezTo>
                      <a:cubicBezTo>
                        <a:pt x="245269" y="519113"/>
                        <a:pt x="248507" y="517493"/>
                        <a:pt x="249745" y="516255"/>
                      </a:cubicBezTo>
                      <a:cubicBezTo>
                        <a:pt x="249269" y="517874"/>
                        <a:pt x="246983" y="519779"/>
                        <a:pt x="242888" y="521875"/>
                      </a:cubicBezTo>
                      <a:cubicBezTo>
                        <a:pt x="238696" y="523970"/>
                        <a:pt x="236601" y="526066"/>
                        <a:pt x="236601" y="528161"/>
                      </a:cubicBezTo>
                      <a:cubicBezTo>
                        <a:pt x="236601" y="529400"/>
                        <a:pt x="237649" y="531019"/>
                        <a:pt x="239744" y="533114"/>
                      </a:cubicBezTo>
                      <a:lnTo>
                        <a:pt x="235363" y="533114"/>
                      </a:lnTo>
                      <a:close/>
                      <a:moveTo>
                        <a:pt x="254794" y="316325"/>
                      </a:moveTo>
                      <a:cubicBezTo>
                        <a:pt x="258889" y="316325"/>
                        <a:pt x="261271" y="317087"/>
                        <a:pt x="261651" y="318802"/>
                      </a:cubicBezTo>
                      <a:lnTo>
                        <a:pt x="256699" y="320611"/>
                      </a:lnTo>
                      <a:lnTo>
                        <a:pt x="254889" y="316325"/>
                      </a:lnTo>
                      <a:close/>
                      <a:moveTo>
                        <a:pt x="259747" y="428720"/>
                      </a:moveTo>
                      <a:lnTo>
                        <a:pt x="276034" y="426815"/>
                      </a:lnTo>
                      <a:lnTo>
                        <a:pt x="276034" y="421862"/>
                      </a:lnTo>
                      <a:cubicBezTo>
                        <a:pt x="276034" y="413957"/>
                        <a:pt x="277654" y="409384"/>
                        <a:pt x="280988" y="408146"/>
                      </a:cubicBezTo>
                      <a:lnTo>
                        <a:pt x="271653" y="405003"/>
                      </a:lnTo>
                      <a:cubicBezTo>
                        <a:pt x="271272" y="408718"/>
                        <a:pt x="270605" y="414338"/>
                        <a:pt x="269748" y="421862"/>
                      </a:cubicBezTo>
                      <a:cubicBezTo>
                        <a:pt x="269272" y="425577"/>
                        <a:pt x="265938" y="427863"/>
                        <a:pt x="259747" y="428720"/>
                      </a:cubicBezTo>
                      <a:close/>
                      <a:moveTo>
                        <a:pt x="268509" y="461200"/>
                      </a:moveTo>
                      <a:lnTo>
                        <a:pt x="268509" y="448628"/>
                      </a:lnTo>
                      <a:lnTo>
                        <a:pt x="266700" y="448628"/>
                      </a:lnTo>
                      <a:lnTo>
                        <a:pt x="266700" y="461200"/>
                      </a:lnTo>
                      <a:lnTo>
                        <a:pt x="268509" y="461200"/>
                      </a:lnTo>
                      <a:close/>
                      <a:moveTo>
                        <a:pt x="285940" y="253175"/>
                      </a:moveTo>
                      <a:lnTo>
                        <a:pt x="271653" y="251269"/>
                      </a:lnTo>
                      <a:lnTo>
                        <a:pt x="268509" y="260032"/>
                      </a:lnTo>
                      <a:cubicBezTo>
                        <a:pt x="274796" y="265081"/>
                        <a:pt x="279940" y="267557"/>
                        <a:pt x="284131" y="267557"/>
                      </a:cubicBezTo>
                      <a:cubicBezTo>
                        <a:pt x="286607" y="267557"/>
                        <a:pt x="288893" y="266700"/>
                        <a:pt x="290989" y="265081"/>
                      </a:cubicBezTo>
                      <a:cubicBezTo>
                        <a:pt x="281368" y="267176"/>
                        <a:pt x="276415" y="264890"/>
                        <a:pt x="276034" y="258223"/>
                      </a:cubicBezTo>
                      <a:lnTo>
                        <a:pt x="285940" y="253175"/>
                      </a:lnTo>
                      <a:close/>
                      <a:moveTo>
                        <a:pt x="268509" y="354425"/>
                      </a:moveTo>
                      <a:lnTo>
                        <a:pt x="273558" y="354425"/>
                      </a:lnTo>
                      <a:lnTo>
                        <a:pt x="273558" y="349377"/>
                      </a:lnTo>
                      <a:lnTo>
                        <a:pt x="268509" y="349377"/>
                      </a:lnTo>
                      <a:lnTo>
                        <a:pt x="268509" y="354425"/>
                      </a:lnTo>
                      <a:close/>
                      <a:moveTo>
                        <a:pt x="284131" y="485013"/>
                      </a:moveTo>
                      <a:cubicBezTo>
                        <a:pt x="286131" y="481203"/>
                        <a:pt x="290131" y="476250"/>
                        <a:pt x="295942" y="469963"/>
                      </a:cubicBezTo>
                      <a:lnTo>
                        <a:pt x="292798" y="468059"/>
                      </a:lnTo>
                      <a:lnTo>
                        <a:pt x="287845" y="469963"/>
                      </a:lnTo>
                      <a:lnTo>
                        <a:pt x="285940" y="461200"/>
                      </a:lnTo>
                      <a:cubicBezTo>
                        <a:pt x="278034" y="465392"/>
                        <a:pt x="274701" y="469963"/>
                        <a:pt x="276034" y="474917"/>
                      </a:cubicBezTo>
                      <a:lnTo>
                        <a:pt x="284131" y="473012"/>
                      </a:lnTo>
                      <a:lnTo>
                        <a:pt x="284131" y="484918"/>
                      </a:lnTo>
                      <a:close/>
                      <a:moveTo>
                        <a:pt x="284131" y="448723"/>
                      </a:moveTo>
                      <a:lnTo>
                        <a:pt x="287941" y="433768"/>
                      </a:lnTo>
                      <a:lnTo>
                        <a:pt x="286036" y="433768"/>
                      </a:lnTo>
                      <a:lnTo>
                        <a:pt x="284226" y="448723"/>
                      </a:lnTo>
                      <a:close/>
                      <a:moveTo>
                        <a:pt x="297847" y="301276"/>
                      </a:moveTo>
                      <a:cubicBezTo>
                        <a:pt x="297466" y="300038"/>
                        <a:pt x="295180" y="299371"/>
                        <a:pt x="290989" y="299371"/>
                      </a:cubicBezTo>
                      <a:lnTo>
                        <a:pt x="290989" y="306229"/>
                      </a:lnTo>
                      <a:lnTo>
                        <a:pt x="295942" y="306229"/>
                      </a:lnTo>
                      <a:cubicBezTo>
                        <a:pt x="297656" y="304609"/>
                        <a:pt x="298228" y="302895"/>
                        <a:pt x="297847" y="301276"/>
                      </a:cubicBezTo>
                      <a:close/>
                      <a:moveTo>
                        <a:pt x="304800" y="200025"/>
                      </a:moveTo>
                      <a:cubicBezTo>
                        <a:pt x="306800" y="201740"/>
                        <a:pt x="307848" y="203454"/>
                        <a:pt x="307848" y="205073"/>
                      </a:cubicBezTo>
                      <a:cubicBezTo>
                        <a:pt x="307848" y="209645"/>
                        <a:pt x="305181" y="211931"/>
                        <a:pt x="299751" y="211931"/>
                      </a:cubicBezTo>
                      <a:lnTo>
                        <a:pt x="304800" y="211931"/>
                      </a:lnTo>
                      <a:cubicBezTo>
                        <a:pt x="306038" y="210312"/>
                        <a:pt x="307372" y="208502"/>
                        <a:pt x="308800" y="206692"/>
                      </a:cubicBezTo>
                      <a:cubicBezTo>
                        <a:pt x="310229" y="204788"/>
                        <a:pt x="310610" y="202597"/>
                        <a:pt x="309753" y="200120"/>
                      </a:cubicBezTo>
                      <a:lnTo>
                        <a:pt x="304800" y="200120"/>
                      </a:lnTo>
                      <a:close/>
                      <a:moveTo>
                        <a:pt x="317278" y="301276"/>
                      </a:moveTo>
                      <a:cubicBezTo>
                        <a:pt x="316420" y="300038"/>
                        <a:pt x="312230" y="297752"/>
                        <a:pt x="304800" y="294418"/>
                      </a:cubicBezTo>
                      <a:lnTo>
                        <a:pt x="302895" y="299371"/>
                      </a:lnTo>
                      <a:lnTo>
                        <a:pt x="317278" y="301276"/>
                      </a:lnTo>
                      <a:close/>
                      <a:moveTo>
                        <a:pt x="307943" y="65723"/>
                      </a:moveTo>
                      <a:lnTo>
                        <a:pt x="307943" y="70771"/>
                      </a:lnTo>
                      <a:lnTo>
                        <a:pt x="314801" y="68866"/>
                      </a:lnTo>
                      <a:cubicBezTo>
                        <a:pt x="313563" y="66770"/>
                        <a:pt x="311277" y="65723"/>
                        <a:pt x="307943" y="65723"/>
                      </a:cubicBezTo>
                      <a:close/>
                      <a:moveTo>
                        <a:pt x="312325" y="373761"/>
                      </a:moveTo>
                      <a:lnTo>
                        <a:pt x="329279" y="371951"/>
                      </a:lnTo>
                      <a:cubicBezTo>
                        <a:pt x="326326" y="369856"/>
                        <a:pt x="322993" y="368808"/>
                        <a:pt x="319278" y="368808"/>
                      </a:cubicBezTo>
                      <a:cubicBezTo>
                        <a:pt x="315182" y="368427"/>
                        <a:pt x="312801" y="370046"/>
                        <a:pt x="312420" y="373761"/>
                      </a:cubicBezTo>
                      <a:close/>
                      <a:moveTo>
                        <a:pt x="329279" y="200025"/>
                      </a:moveTo>
                      <a:lnTo>
                        <a:pt x="339280" y="210026"/>
                      </a:lnTo>
                      <a:lnTo>
                        <a:pt x="339280" y="205073"/>
                      </a:lnTo>
                      <a:cubicBezTo>
                        <a:pt x="333375" y="201740"/>
                        <a:pt x="330136" y="200025"/>
                        <a:pt x="329279" y="200025"/>
                      </a:cubicBezTo>
                      <a:close/>
                      <a:moveTo>
                        <a:pt x="341090" y="263176"/>
                      </a:moveTo>
                      <a:lnTo>
                        <a:pt x="348043" y="256318"/>
                      </a:lnTo>
                      <a:cubicBezTo>
                        <a:pt x="346329" y="254222"/>
                        <a:pt x="341090" y="251555"/>
                        <a:pt x="332422" y="248126"/>
                      </a:cubicBezTo>
                      <a:lnTo>
                        <a:pt x="341185" y="263176"/>
                      </a:lnTo>
                      <a:close/>
                      <a:moveTo>
                        <a:pt x="344233" y="299371"/>
                      </a:moveTo>
                      <a:lnTo>
                        <a:pt x="344233" y="289369"/>
                      </a:lnTo>
                      <a:lnTo>
                        <a:pt x="341090" y="289369"/>
                      </a:lnTo>
                      <a:lnTo>
                        <a:pt x="341090" y="299371"/>
                      </a:lnTo>
                      <a:lnTo>
                        <a:pt x="344233" y="299371"/>
                      </a:lnTo>
                      <a:close/>
                      <a:moveTo>
                        <a:pt x="348043" y="569214"/>
                      </a:moveTo>
                      <a:cubicBezTo>
                        <a:pt x="352996" y="571691"/>
                        <a:pt x="354711" y="574834"/>
                        <a:pt x="352996" y="578644"/>
                      </a:cubicBezTo>
                      <a:lnTo>
                        <a:pt x="351091" y="581787"/>
                      </a:lnTo>
                      <a:cubicBezTo>
                        <a:pt x="348996" y="580549"/>
                        <a:pt x="347948" y="578834"/>
                        <a:pt x="347948" y="576739"/>
                      </a:cubicBezTo>
                      <a:lnTo>
                        <a:pt x="347948" y="569214"/>
                      </a:lnTo>
                      <a:close/>
                      <a:moveTo>
                        <a:pt x="360521" y="492347"/>
                      </a:moveTo>
                      <a:cubicBezTo>
                        <a:pt x="363855" y="491490"/>
                        <a:pt x="367760" y="492157"/>
                        <a:pt x="372332" y="494252"/>
                      </a:cubicBezTo>
                      <a:cubicBezTo>
                        <a:pt x="373666" y="497205"/>
                        <a:pt x="372999" y="499205"/>
                        <a:pt x="370522" y="500443"/>
                      </a:cubicBezTo>
                      <a:cubicBezTo>
                        <a:pt x="368046" y="501682"/>
                        <a:pt x="365569" y="502920"/>
                        <a:pt x="362998" y="504158"/>
                      </a:cubicBezTo>
                      <a:lnTo>
                        <a:pt x="360521" y="504158"/>
                      </a:lnTo>
                      <a:lnTo>
                        <a:pt x="360521" y="492252"/>
                      </a:lnTo>
                      <a:close/>
                      <a:moveTo>
                        <a:pt x="362998" y="383667"/>
                      </a:moveTo>
                      <a:cubicBezTo>
                        <a:pt x="364712" y="380333"/>
                        <a:pt x="366617" y="378714"/>
                        <a:pt x="368617" y="378714"/>
                      </a:cubicBezTo>
                      <a:cubicBezTo>
                        <a:pt x="368236" y="379190"/>
                        <a:pt x="367379" y="379952"/>
                        <a:pt x="366141" y="381190"/>
                      </a:cubicBezTo>
                      <a:cubicBezTo>
                        <a:pt x="364903" y="382429"/>
                        <a:pt x="363855" y="383286"/>
                        <a:pt x="362998" y="383667"/>
                      </a:cubicBezTo>
                      <a:close/>
                      <a:moveTo>
                        <a:pt x="377380" y="378714"/>
                      </a:moveTo>
                      <a:cubicBezTo>
                        <a:pt x="377380" y="378714"/>
                        <a:pt x="379476" y="379381"/>
                        <a:pt x="382333" y="380619"/>
                      </a:cubicBezTo>
                      <a:cubicBezTo>
                        <a:pt x="380238" y="381857"/>
                        <a:pt x="377761" y="381857"/>
                        <a:pt x="374809" y="380619"/>
                      </a:cubicBezTo>
                      <a:cubicBezTo>
                        <a:pt x="371475" y="379381"/>
                        <a:pt x="369380" y="378714"/>
                        <a:pt x="368617" y="378714"/>
                      </a:cubicBezTo>
                      <a:cubicBezTo>
                        <a:pt x="371951" y="375380"/>
                        <a:pt x="374809" y="375380"/>
                        <a:pt x="377380" y="378714"/>
                      </a:cubicBezTo>
                      <a:close/>
                      <a:moveTo>
                        <a:pt x="380524" y="340614"/>
                      </a:moveTo>
                      <a:lnTo>
                        <a:pt x="380524" y="344329"/>
                      </a:lnTo>
                      <a:lnTo>
                        <a:pt x="372332" y="340614"/>
                      </a:lnTo>
                      <a:lnTo>
                        <a:pt x="380524" y="340614"/>
                      </a:lnTo>
                      <a:close/>
                      <a:moveTo>
                        <a:pt x="416719" y="311277"/>
                      </a:moveTo>
                      <a:lnTo>
                        <a:pt x="425482" y="320611"/>
                      </a:lnTo>
                      <a:lnTo>
                        <a:pt x="413671" y="318802"/>
                      </a:lnTo>
                      <a:lnTo>
                        <a:pt x="416719" y="311277"/>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 name="Google Shape;766;p99"/>
                <p:cNvSpPr/>
                <p:nvPr/>
              </p:nvSpPr>
              <p:spPr>
                <a:xfrm>
                  <a:off x="6267259" y="1387411"/>
                  <a:ext cx="394525" cy="533685"/>
                </a:xfrm>
                <a:custGeom>
                  <a:avLst/>
                  <a:gdLst/>
                  <a:ahLst/>
                  <a:cxnLst/>
                  <a:rect l="l" t="t" r="r" b="b"/>
                  <a:pathLst>
                    <a:path w="394525" h="533685" extrusionOk="0">
                      <a:moveTo>
                        <a:pt x="7525" y="533590"/>
                      </a:moveTo>
                      <a:lnTo>
                        <a:pt x="0" y="528638"/>
                      </a:lnTo>
                      <a:lnTo>
                        <a:pt x="7525" y="530543"/>
                      </a:lnTo>
                      <a:lnTo>
                        <a:pt x="7525" y="533686"/>
                      </a:lnTo>
                      <a:close/>
                      <a:moveTo>
                        <a:pt x="384810" y="204978"/>
                      </a:moveTo>
                      <a:cubicBezTo>
                        <a:pt x="383572" y="209550"/>
                        <a:pt x="384810" y="214313"/>
                        <a:pt x="388239" y="219361"/>
                      </a:cubicBezTo>
                      <a:cubicBezTo>
                        <a:pt x="391858" y="224314"/>
                        <a:pt x="393668" y="227743"/>
                        <a:pt x="393668" y="229362"/>
                      </a:cubicBezTo>
                      <a:cubicBezTo>
                        <a:pt x="393668" y="232315"/>
                        <a:pt x="391954" y="235648"/>
                        <a:pt x="388620" y="239363"/>
                      </a:cubicBezTo>
                      <a:cubicBezTo>
                        <a:pt x="390620" y="256032"/>
                        <a:pt x="391763" y="273939"/>
                        <a:pt x="391763" y="293084"/>
                      </a:cubicBezTo>
                      <a:cubicBezTo>
                        <a:pt x="391763" y="312230"/>
                        <a:pt x="390620" y="329946"/>
                        <a:pt x="388620" y="347377"/>
                      </a:cubicBezTo>
                      <a:cubicBezTo>
                        <a:pt x="380714" y="349948"/>
                        <a:pt x="376714" y="353854"/>
                        <a:pt x="376714" y="359283"/>
                      </a:cubicBezTo>
                      <a:cubicBezTo>
                        <a:pt x="376714" y="360902"/>
                        <a:pt x="377285" y="363855"/>
                        <a:pt x="378523" y="368046"/>
                      </a:cubicBezTo>
                      <a:cubicBezTo>
                        <a:pt x="379762" y="372237"/>
                        <a:pt x="380429" y="375571"/>
                        <a:pt x="380429" y="378047"/>
                      </a:cubicBezTo>
                      <a:cubicBezTo>
                        <a:pt x="380429" y="380143"/>
                        <a:pt x="379952" y="382048"/>
                        <a:pt x="379190" y="383667"/>
                      </a:cubicBezTo>
                      <a:lnTo>
                        <a:pt x="381667" y="401193"/>
                      </a:lnTo>
                      <a:cubicBezTo>
                        <a:pt x="376238" y="404050"/>
                        <a:pt x="372046" y="409670"/>
                        <a:pt x="368808" y="417766"/>
                      </a:cubicBezTo>
                      <a:cubicBezTo>
                        <a:pt x="365665" y="425958"/>
                        <a:pt x="362902" y="433768"/>
                        <a:pt x="360426" y="441198"/>
                      </a:cubicBezTo>
                      <a:cubicBezTo>
                        <a:pt x="352520" y="444532"/>
                        <a:pt x="339376" y="453676"/>
                        <a:pt x="321088" y="468725"/>
                      </a:cubicBezTo>
                      <a:lnTo>
                        <a:pt x="327946" y="475583"/>
                      </a:lnTo>
                      <a:cubicBezTo>
                        <a:pt x="304990" y="476440"/>
                        <a:pt x="288322" y="482060"/>
                        <a:pt x="277939" y="492442"/>
                      </a:cubicBezTo>
                      <a:cubicBezTo>
                        <a:pt x="276320" y="492062"/>
                        <a:pt x="274606" y="491871"/>
                        <a:pt x="272987" y="491871"/>
                      </a:cubicBezTo>
                      <a:cubicBezTo>
                        <a:pt x="269272" y="491871"/>
                        <a:pt x="265843" y="493395"/>
                        <a:pt x="262699" y="496538"/>
                      </a:cubicBezTo>
                      <a:cubicBezTo>
                        <a:pt x="259651" y="499681"/>
                        <a:pt x="258223" y="503110"/>
                        <a:pt x="258699" y="506921"/>
                      </a:cubicBezTo>
                      <a:cubicBezTo>
                        <a:pt x="253270" y="503587"/>
                        <a:pt x="247269" y="501872"/>
                        <a:pt x="240506" y="501872"/>
                      </a:cubicBezTo>
                      <a:lnTo>
                        <a:pt x="220504" y="501872"/>
                      </a:lnTo>
                      <a:cubicBezTo>
                        <a:pt x="221361" y="498919"/>
                        <a:pt x="219932" y="496634"/>
                        <a:pt x="216408" y="495014"/>
                      </a:cubicBezTo>
                      <a:cubicBezTo>
                        <a:pt x="212884" y="493395"/>
                        <a:pt x="210883" y="491490"/>
                        <a:pt x="210502" y="489394"/>
                      </a:cubicBezTo>
                      <a:cubicBezTo>
                        <a:pt x="205454" y="497300"/>
                        <a:pt x="198215" y="501682"/>
                        <a:pt x="188690" y="502539"/>
                      </a:cubicBezTo>
                      <a:cubicBezTo>
                        <a:pt x="187071" y="502920"/>
                        <a:pt x="178879" y="502730"/>
                        <a:pt x="164306" y="501872"/>
                      </a:cubicBezTo>
                      <a:cubicBezTo>
                        <a:pt x="153924" y="497681"/>
                        <a:pt x="143351" y="493300"/>
                        <a:pt x="132493" y="488728"/>
                      </a:cubicBezTo>
                      <a:cubicBezTo>
                        <a:pt x="120015" y="483298"/>
                        <a:pt x="110395" y="477298"/>
                        <a:pt x="103727" y="470630"/>
                      </a:cubicBezTo>
                      <a:cubicBezTo>
                        <a:pt x="101251" y="473583"/>
                        <a:pt x="96012" y="472916"/>
                        <a:pt x="88106" y="468725"/>
                      </a:cubicBezTo>
                      <a:cubicBezTo>
                        <a:pt x="78200" y="456247"/>
                        <a:pt x="67913" y="443484"/>
                        <a:pt x="57531" y="430625"/>
                      </a:cubicBezTo>
                      <a:cubicBezTo>
                        <a:pt x="46672" y="415671"/>
                        <a:pt x="40672" y="401669"/>
                        <a:pt x="39433" y="388811"/>
                      </a:cubicBezTo>
                      <a:cubicBezTo>
                        <a:pt x="33623" y="381762"/>
                        <a:pt x="30861" y="371475"/>
                        <a:pt x="31242" y="358140"/>
                      </a:cubicBezTo>
                      <a:cubicBezTo>
                        <a:pt x="31623" y="338614"/>
                        <a:pt x="31623" y="327755"/>
                        <a:pt x="31242" y="325660"/>
                      </a:cubicBezTo>
                      <a:cubicBezTo>
                        <a:pt x="30861" y="322707"/>
                        <a:pt x="30671" y="319564"/>
                        <a:pt x="30671" y="316230"/>
                      </a:cubicBezTo>
                      <a:cubicBezTo>
                        <a:pt x="30671" y="311658"/>
                        <a:pt x="31242" y="304705"/>
                        <a:pt x="32480" y="295275"/>
                      </a:cubicBezTo>
                      <a:cubicBezTo>
                        <a:pt x="33814" y="285940"/>
                        <a:pt x="34385" y="278701"/>
                        <a:pt x="34385" y="273748"/>
                      </a:cubicBezTo>
                      <a:cubicBezTo>
                        <a:pt x="34385" y="264986"/>
                        <a:pt x="32766" y="257461"/>
                        <a:pt x="29432" y="251174"/>
                      </a:cubicBezTo>
                      <a:cubicBezTo>
                        <a:pt x="33623" y="249555"/>
                        <a:pt x="34766" y="246412"/>
                        <a:pt x="32956" y="241840"/>
                      </a:cubicBezTo>
                      <a:cubicBezTo>
                        <a:pt x="30956" y="237268"/>
                        <a:pt x="31528" y="233934"/>
                        <a:pt x="34480" y="231838"/>
                      </a:cubicBezTo>
                      <a:cubicBezTo>
                        <a:pt x="32004" y="211455"/>
                        <a:pt x="30766" y="194405"/>
                        <a:pt x="30766" y="180594"/>
                      </a:cubicBezTo>
                      <a:cubicBezTo>
                        <a:pt x="30766" y="156019"/>
                        <a:pt x="34290" y="135255"/>
                        <a:pt x="41434" y="118110"/>
                      </a:cubicBezTo>
                      <a:cubicBezTo>
                        <a:pt x="44672" y="103918"/>
                        <a:pt x="47434" y="94583"/>
                        <a:pt x="49530" y="90011"/>
                      </a:cubicBezTo>
                      <a:cubicBezTo>
                        <a:pt x="54483" y="80010"/>
                        <a:pt x="61627" y="74009"/>
                        <a:pt x="70771" y="71914"/>
                      </a:cubicBezTo>
                      <a:cubicBezTo>
                        <a:pt x="76200" y="57340"/>
                        <a:pt x="88201" y="44672"/>
                        <a:pt x="107061" y="33814"/>
                      </a:cubicBezTo>
                      <a:lnTo>
                        <a:pt x="103822" y="31909"/>
                      </a:lnTo>
                      <a:cubicBezTo>
                        <a:pt x="109633" y="30670"/>
                        <a:pt x="118015" y="26098"/>
                        <a:pt x="128873" y="18193"/>
                      </a:cubicBezTo>
                      <a:cubicBezTo>
                        <a:pt x="138017" y="11525"/>
                        <a:pt x="146780" y="8572"/>
                        <a:pt x="155067" y="9430"/>
                      </a:cubicBezTo>
                      <a:cubicBezTo>
                        <a:pt x="155067" y="3238"/>
                        <a:pt x="157639" y="0"/>
                        <a:pt x="162592" y="0"/>
                      </a:cubicBezTo>
                      <a:cubicBezTo>
                        <a:pt x="164211" y="0"/>
                        <a:pt x="167354" y="571"/>
                        <a:pt x="172021" y="1524"/>
                      </a:cubicBezTo>
                      <a:cubicBezTo>
                        <a:pt x="176593" y="2572"/>
                        <a:pt x="179737" y="2857"/>
                        <a:pt x="181356" y="2476"/>
                      </a:cubicBezTo>
                      <a:cubicBezTo>
                        <a:pt x="188023" y="12097"/>
                        <a:pt x="196691" y="16859"/>
                        <a:pt x="207645" y="16859"/>
                      </a:cubicBezTo>
                      <a:cubicBezTo>
                        <a:pt x="212693" y="16859"/>
                        <a:pt x="220980" y="15240"/>
                        <a:pt x="232600" y="11906"/>
                      </a:cubicBezTo>
                      <a:cubicBezTo>
                        <a:pt x="241268" y="14383"/>
                        <a:pt x="252317" y="14383"/>
                        <a:pt x="265747" y="11906"/>
                      </a:cubicBezTo>
                      <a:lnTo>
                        <a:pt x="265747" y="14383"/>
                      </a:lnTo>
                      <a:cubicBezTo>
                        <a:pt x="269462" y="12668"/>
                        <a:pt x="273177" y="11906"/>
                        <a:pt x="276987" y="11906"/>
                      </a:cubicBezTo>
                      <a:cubicBezTo>
                        <a:pt x="282416" y="11906"/>
                        <a:pt x="289274" y="15335"/>
                        <a:pt x="297656" y="22193"/>
                      </a:cubicBezTo>
                      <a:cubicBezTo>
                        <a:pt x="306038" y="29051"/>
                        <a:pt x="313182" y="32861"/>
                        <a:pt x="319564" y="33718"/>
                      </a:cubicBezTo>
                      <a:cubicBezTo>
                        <a:pt x="321183" y="40386"/>
                        <a:pt x="326517" y="47053"/>
                        <a:pt x="335471" y="53721"/>
                      </a:cubicBezTo>
                      <a:cubicBezTo>
                        <a:pt x="344424" y="60388"/>
                        <a:pt x="349567" y="65151"/>
                        <a:pt x="350806" y="68104"/>
                      </a:cubicBezTo>
                      <a:cubicBezTo>
                        <a:pt x="357092" y="68104"/>
                        <a:pt x="360807" y="72485"/>
                        <a:pt x="362045" y="81248"/>
                      </a:cubicBezTo>
                      <a:cubicBezTo>
                        <a:pt x="363283" y="90011"/>
                        <a:pt x="366808" y="94393"/>
                        <a:pt x="372713" y="94393"/>
                      </a:cubicBezTo>
                      <a:cubicBezTo>
                        <a:pt x="377380" y="99822"/>
                        <a:pt x="379571" y="107537"/>
                        <a:pt x="379571" y="117538"/>
                      </a:cubicBezTo>
                      <a:lnTo>
                        <a:pt x="379571" y="126301"/>
                      </a:lnTo>
                      <a:cubicBezTo>
                        <a:pt x="379190" y="130492"/>
                        <a:pt x="378905" y="133350"/>
                        <a:pt x="378905" y="135064"/>
                      </a:cubicBezTo>
                      <a:cubicBezTo>
                        <a:pt x="378905" y="147161"/>
                        <a:pt x="383286" y="155924"/>
                        <a:pt x="392049" y="161258"/>
                      </a:cubicBezTo>
                      <a:cubicBezTo>
                        <a:pt x="390334" y="164211"/>
                        <a:pt x="389572" y="167545"/>
                        <a:pt x="389572" y="171259"/>
                      </a:cubicBezTo>
                      <a:cubicBezTo>
                        <a:pt x="389572" y="174593"/>
                        <a:pt x="390334" y="178975"/>
                        <a:pt x="392049" y="184404"/>
                      </a:cubicBezTo>
                      <a:cubicBezTo>
                        <a:pt x="393668" y="189833"/>
                        <a:pt x="394525" y="193548"/>
                        <a:pt x="394525" y="195643"/>
                      </a:cubicBezTo>
                      <a:cubicBezTo>
                        <a:pt x="394525" y="200692"/>
                        <a:pt x="391382" y="203740"/>
                        <a:pt x="385096" y="204978"/>
                      </a:cubicBezTo>
                      <a:close/>
                      <a:moveTo>
                        <a:pt x="319278" y="239363"/>
                      </a:moveTo>
                      <a:cubicBezTo>
                        <a:pt x="321278" y="239363"/>
                        <a:pt x="330898" y="242316"/>
                        <a:pt x="348043" y="248126"/>
                      </a:cubicBezTo>
                      <a:lnTo>
                        <a:pt x="348043" y="234410"/>
                      </a:lnTo>
                      <a:cubicBezTo>
                        <a:pt x="334327" y="229362"/>
                        <a:pt x="328041" y="226886"/>
                        <a:pt x="329279" y="226886"/>
                      </a:cubicBezTo>
                      <a:cubicBezTo>
                        <a:pt x="326422" y="226886"/>
                        <a:pt x="325279" y="229362"/>
                        <a:pt x="326136" y="234410"/>
                      </a:cubicBezTo>
                      <a:lnTo>
                        <a:pt x="319278" y="226886"/>
                      </a:lnTo>
                      <a:lnTo>
                        <a:pt x="316135" y="228790"/>
                      </a:lnTo>
                      <a:cubicBezTo>
                        <a:pt x="313182" y="224218"/>
                        <a:pt x="308991" y="220694"/>
                        <a:pt x="303657" y="218122"/>
                      </a:cubicBezTo>
                      <a:cubicBezTo>
                        <a:pt x="294513" y="214789"/>
                        <a:pt x="289274" y="212693"/>
                        <a:pt x="288036" y="211836"/>
                      </a:cubicBezTo>
                      <a:cubicBezTo>
                        <a:pt x="289655" y="209740"/>
                        <a:pt x="290227" y="206502"/>
                        <a:pt x="289846" y="201835"/>
                      </a:cubicBezTo>
                      <a:lnTo>
                        <a:pt x="289846" y="190595"/>
                      </a:lnTo>
                      <a:cubicBezTo>
                        <a:pt x="288607" y="188500"/>
                        <a:pt x="283750" y="177736"/>
                        <a:pt x="275463" y="158115"/>
                      </a:cubicBezTo>
                      <a:cubicBezTo>
                        <a:pt x="270129" y="144780"/>
                        <a:pt x="265081" y="136207"/>
                        <a:pt x="260509" y="132493"/>
                      </a:cubicBezTo>
                      <a:lnTo>
                        <a:pt x="263557" y="130588"/>
                      </a:lnTo>
                      <a:cubicBezTo>
                        <a:pt x="259080" y="124777"/>
                        <a:pt x="252793" y="120586"/>
                        <a:pt x="244792" y="118110"/>
                      </a:cubicBezTo>
                      <a:cubicBezTo>
                        <a:pt x="236887" y="115633"/>
                        <a:pt x="229362" y="113347"/>
                        <a:pt x="222313" y="111252"/>
                      </a:cubicBezTo>
                      <a:cubicBezTo>
                        <a:pt x="222694" y="104584"/>
                        <a:pt x="220027" y="101251"/>
                        <a:pt x="214217" y="101251"/>
                      </a:cubicBezTo>
                      <a:cubicBezTo>
                        <a:pt x="206312" y="101251"/>
                        <a:pt x="201073" y="104584"/>
                        <a:pt x="198596" y="111252"/>
                      </a:cubicBezTo>
                      <a:cubicBezTo>
                        <a:pt x="194024" y="111728"/>
                        <a:pt x="187833" y="114395"/>
                        <a:pt x="180213" y="119348"/>
                      </a:cubicBezTo>
                      <a:cubicBezTo>
                        <a:pt x="172498" y="124301"/>
                        <a:pt x="166497" y="126492"/>
                        <a:pt x="162401" y="125635"/>
                      </a:cubicBezTo>
                      <a:cubicBezTo>
                        <a:pt x="154019" y="128111"/>
                        <a:pt x="148209" y="134969"/>
                        <a:pt x="144875" y="146209"/>
                      </a:cubicBezTo>
                      <a:cubicBezTo>
                        <a:pt x="141541" y="158686"/>
                        <a:pt x="137541" y="166211"/>
                        <a:pt x="132969" y="168688"/>
                      </a:cubicBezTo>
                      <a:cubicBezTo>
                        <a:pt x="133350" y="174879"/>
                        <a:pt x="132779" y="183261"/>
                        <a:pt x="131350" y="193643"/>
                      </a:cubicBezTo>
                      <a:cubicBezTo>
                        <a:pt x="129921" y="204025"/>
                        <a:pt x="129159" y="211360"/>
                        <a:pt x="129159" y="215455"/>
                      </a:cubicBezTo>
                      <a:cubicBezTo>
                        <a:pt x="129159" y="222599"/>
                        <a:pt x="130397" y="228790"/>
                        <a:pt x="132969" y="234220"/>
                      </a:cubicBezTo>
                      <a:cubicBezTo>
                        <a:pt x="128397" y="237553"/>
                        <a:pt x="127730" y="244221"/>
                        <a:pt x="131064" y="254222"/>
                      </a:cubicBezTo>
                      <a:cubicBezTo>
                        <a:pt x="134017" y="262604"/>
                        <a:pt x="132302" y="267176"/>
                        <a:pt x="126111" y="267938"/>
                      </a:cubicBezTo>
                      <a:cubicBezTo>
                        <a:pt x="130683" y="287941"/>
                        <a:pt x="132969" y="303181"/>
                        <a:pt x="132969" y="313563"/>
                      </a:cubicBezTo>
                      <a:cubicBezTo>
                        <a:pt x="132969" y="321088"/>
                        <a:pt x="132302" y="328327"/>
                        <a:pt x="131064" y="335470"/>
                      </a:cubicBezTo>
                      <a:cubicBezTo>
                        <a:pt x="134017" y="337947"/>
                        <a:pt x="139827" y="350044"/>
                        <a:pt x="148590" y="371665"/>
                      </a:cubicBezTo>
                      <a:cubicBezTo>
                        <a:pt x="154781" y="387477"/>
                        <a:pt x="165068" y="394621"/>
                        <a:pt x="179260" y="392906"/>
                      </a:cubicBezTo>
                      <a:cubicBezTo>
                        <a:pt x="180499" y="393287"/>
                        <a:pt x="181927" y="392716"/>
                        <a:pt x="183642" y="391001"/>
                      </a:cubicBezTo>
                      <a:cubicBezTo>
                        <a:pt x="185261" y="389382"/>
                        <a:pt x="186499" y="388525"/>
                        <a:pt x="187357" y="388525"/>
                      </a:cubicBezTo>
                      <a:cubicBezTo>
                        <a:pt x="188595" y="388525"/>
                        <a:pt x="189929" y="389382"/>
                        <a:pt x="191071" y="391001"/>
                      </a:cubicBezTo>
                      <a:lnTo>
                        <a:pt x="188595" y="392906"/>
                      </a:lnTo>
                      <a:cubicBezTo>
                        <a:pt x="188595" y="395002"/>
                        <a:pt x="189643" y="396811"/>
                        <a:pt x="191738" y="398526"/>
                      </a:cubicBezTo>
                      <a:lnTo>
                        <a:pt x="196120" y="402907"/>
                      </a:lnTo>
                      <a:cubicBezTo>
                        <a:pt x="198977" y="406622"/>
                        <a:pt x="202787" y="408527"/>
                        <a:pt x="207359" y="408527"/>
                      </a:cubicBezTo>
                      <a:cubicBezTo>
                        <a:pt x="213646" y="408527"/>
                        <a:pt x="216979" y="406051"/>
                        <a:pt x="217360" y="401003"/>
                      </a:cubicBezTo>
                      <a:cubicBezTo>
                        <a:pt x="220313" y="403479"/>
                        <a:pt x="222980" y="404717"/>
                        <a:pt x="225457" y="404717"/>
                      </a:cubicBezTo>
                      <a:cubicBezTo>
                        <a:pt x="227933" y="404717"/>
                        <a:pt x="230791" y="402050"/>
                        <a:pt x="233934" y="396621"/>
                      </a:cubicBezTo>
                      <a:cubicBezTo>
                        <a:pt x="237077" y="391192"/>
                        <a:pt x="239839" y="388525"/>
                        <a:pt x="242316" y="388525"/>
                      </a:cubicBezTo>
                      <a:cubicBezTo>
                        <a:pt x="244792" y="388525"/>
                        <a:pt x="247936" y="389953"/>
                        <a:pt x="251746" y="392906"/>
                      </a:cubicBezTo>
                      <a:cubicBezTo>
                        <a:pt x="252603" y="391192"/>
                        <a:pt x="256508" y="388715"/>
                        <a:pt x="263557" y="385382"/>
                      </a:cubicBezTo>
                      <a:cubicBezTo>
                        <a:pt x="269462" y="382905"/>
                        <a:pt x="272320" y="379286"/>
                        <a:pt x="272320" y="374713"/>
                      </a:cubicBezTo>
                      <a:cubicBezTo>
                        <a:pt x="272320" y="372999"/>
                        <a:pt x="271939" y="370999"/>
                        <a:pt x="271081" y="368427"/>
                      </a:cubicBezTo>
                      <a:cubicBezTo>
                        <a:pt x="276892" y="365474"/>
                        <a:pt x="280511" y="359092"/>
                        <a:pt x="281654" y="349091"/>
                      </a:cubicBezTo>
                      <a:cubicBezTo>
                        <a:pt x="282892" y="339090"/>
                        <a:pt x="285655" y="332803"/>
                        <a:pt x="289750" y="330327"/>
                      </a:cubicBezTo>
                      <a:lnTo>
                        <a:pt x="289750" y="289084"/>
                      </a:lnTo>
                      <a:cubicBezTo>
                        <a:pt x="290608" y="286131"/>
                        <a:pt x="290989" y="282797"/>
                        <a:pt x="290989" y="279082"/>
                      </a:cubicBezTo>
                      <a:cubicBezTo>
                        <a:pt x="290989" y="275368"/>
                        <a:pt x="290417" y="269938"/>
                        <a:pt x="289179" y="262795"/>
                      </a:cubicBezTo>
                      <a:cubicBezTo>
                        <a:pt x="287941" y="255746"/>
                        <a:pt x="287274" y="250698"/>
                        <a:pt x="287274" y="247840"/>
                      </a:cubicBezTo>
                      <a:cubicBezTo>
                        <a:pt x="287274" y="243173"/>
                        <a:pt x="288131" y="239268"/>
                        <a:pt x="289750" y="235934"/>
                      </a:cubicBezTo>
                      <a:cubicBezTo>
                        <a:pt x="289369" y="231362"/>
                        <a:pt x="290608" y="228600"/>
                        <a:pt x="293465" y="227838"/>
                      </a:cubicBezTo>
                      <a:cubicBezTo>
                        <a:pt x="294704" y="227838"/>
                        <a:pt x="298323" y="228219"/>
                        <a:pt x="304038" y="229076"/>
                      </a:cubicBezTo>
                      <a:cubicBezTo>
                        <a:pt x="308705" y="229934"/>
                        <a:pt x="312039" y="229648"/>
                        <a:pt x="314134" y="228505"/>
                      </a:cubicBezTo>
                      <a:cubicBezTo>
                        <a:pt x="317849" y="232219"/>
                        <a:pt x="319564" y="235839"/>
                        <a:pt x="319183" y="239077"/>
                      </a:cubicBezTo>
                      <a:close/>
                      <a:moveTo>
                        <a:pt x="372332" y="204978"/>
                      </a:moveTo>
                      <a:cubicBezTo>
                        <a:pt x="368903" y="203263"/>
                        <a:pt x="365665" y="202501"/>
                        <a:pt x="362331" y="202501"/>
                      </a:cubicBezTo>
                      <a:cubicBezTo>
                        <a:pt x="360235" y="202501"/>
                        <a:pt x="356997" y="202978"/>
                        <a:pt x="352330" y="204025"/>
                      </a:cubicBezTo>
                      <a:cubicBezTo>
                        <a:pt x="347758" y="205073"/>
                        <a:pt x="343852" y="205359"/>
                        <a:pt x="340519" y="204978"/>
                      </a:cubicBezTo>
                      <a:lnTo>
                        <a:pt x="355473" y="214979"/>
                      </a:lnTo>
                      <a:lnTo>
                        <a:pt x="357283" y="204978"/>
                      </a:lnTo>
                      <a:cubicBezTo>
                        <a:pt x="358140" y="204978"/>
                        <a:pt x="363093" y="206597"/>
                        <a:pt x="372332" y="209931"/>
                      </a:cubicBezTo>
                      <a:lnTo>
                        <a:pt x="372332" y="204978"/>
                      </a:lnTo>
                      <a:close/>
                      <a:moveTo>
                        <a:pt x="357283" y="361759"/>
                      </a:moveTo>
                      <a:cubicBezTo>
                        <a:pt x="358140" y="361378"/>
                        <a:pt x="358521" y="360902"/>
                        <a:pt x="358521" y="360521"/>
                      </a:cubicBezTo>
                      <a:cubicBezTo>
                        <a:pt x="358521" y="360140"/>
                        <a:pt x="357473" y="359378"/>
                        <a:pt x="355378" y="358330"/>
                      </a:cubicBezTo>
                      <a:cubicBezTo>
                        <a:pt x="353282" y="357283"/>
                        <a:pt x="352234" y="356330"/>
                        <a:pt x="352234" y="355473"/>
                      </a:cubicBezTo>
                      <a:cubicBezTo>
                        <a:pt x="352234" y="354616"/>
                        <a:pt x="353282" y="353663"/>
                        <a:pt x="355378" y="352330"/>
                      </a:cubicBezTo>
                      <a:cubicBezTo>
                        <a:pt x="352901" y="351472"/>
                        <a:pt x="350425" y="351663"/>
                        <a:pt x="347948" y="352996"/>
                      </a:cubicBezTo>
                      <a:cubicBezTo>
                        <a:pt x="344233" y="355473"/>
                        <a:pt x="342138" y="356711"/>
                        <a:pt x="341757" y="356711"/>
                      </a:cubicBezTo>
                      <a:cubicBezTo>
                        <a:pt x="342995" y="356711"/>
                        <a:pt x="348139" y="358426"/>
                        <a:pt x="357283" y="361664"/>
                      </a:cubicBezTo>
                      <a:close/>
                      <a:moveTo>
                        <a:pt x="374237" y="234315"/>
                      </a:moveTo>
                      <a:lnTo>
                        <a:pt x="381762" y="234315"/>
                      </a:lnTo>
                      <a:cubicBezTo>
                        <a:pt x="377952" y="231838"/>
                        <a:pt x="375571" y="231553"/>
                        <a:pt x="374237" y="233743"/>
                      </a:cubicBezTo>
                      <a:cubicBezTo>
                        <a:pt x="369665" y="232505"/>
                        <a:pt x="363093" y="230600"/>
                        <a:pt x="354901" y="228124"/>
                      </a:cubicBezTo>
                      <a:cubicBezTo>
                        <a:pt x="354044" y="225171"/>
                        <a:pt x="351758" y="223742"/>
                        <a:pt x="348043" y="223742"/>
                      </a:cubicBezTo>
                      <a:cubicBezTo>
                        <a:pt x="349663" y="224599"/>
                        <a:pt x="351949" y="226028"/>
                        <a:pt x="354901" y="228124"/>
                      </a:cubicBezTo>
                      <a:cubicBezTo>
                        <a:pt x="355187" y="229743"/>
                        <a:pt x="355473" y="231838"/>
                        <a:pt x="355473" y="234410"/>
                      </a:cubicBezTo>
                      <a:cubicBezTo>
                        <a:pt x="355092" y="237744"/>
                        <a:pt x="355092" y="239554"/>
                        <a:pt x="355473" y="240030"/>
                      </a:cubicBezTo>
                      <a:cubicBezTo>
                        <a:pt x="355473" y="241268"/>
                        <a:pt x="356140" y="241649"/>
                        <a:pt x="357283" y="241268"/>
                      </a:cubicBezTo>
                      <a:lnTo>
                        <a:pt x="364141" y="234410"/>
                      </a:lnTo>
                      <a:lnTo>
                        <a:pt x="367284" y="236315"/>
                      </a:lnTo>
                      <a:cubicBezTo>
                        <a:pt x="367665" y="238030"/>
                        <a:pt x="367284" y="239744"/>
                        <a:pt x="366141" y="241649"/>
                      </a:cubicBezTo>
                      <a:cubicBezTo>
                        <a:pt x="364807" y="243554"/>
                        <a:pt x="364141" y="245078"/>
                        <a:pt x="364141" y="246316"/>
                      </a:cubicBezTo>
                      <a:cubicBezTo>
                        <a:pt x="367855" y="247174"/>
                        <a:pt x="370332" y="246031"/>
                        <a:pt x="371380" y="242888"/>
                      </a:cubicBezTo>
                      <a:cubicBezTo>
                        <a:pt x="372427" y="239744"/>
                        <a:pt x="373380" y="236696"/>
                        <a:pt x="374142" y="233839"/>
                      </a:cubicBezTo>
                      <a:lnTo>
                        <a:pt x="374142" y="234410"/>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 name="Google Shape;767;p99"/>
                <p:cNvSpPr/>
                <p:nvPr/>
              </p:nvSpPr>
              <p:spPr>
                <a:xfrm>
                  <a:off x="6682739" y="1387411"/>
                  <a:ext cx="393954" cy="533685"/>
                </a:xfrm>
                <a:custGeom>
                  <a:avLst/>
                  <a:gdLst/>
                  <a:ahLst/>
                  <a:cxnLst/>
                  <a:rect l="l" t="t" r="r" b="b"/>
                  <a:pathLst>
                    <a:path w="393954" h="533685" extrusionOk="0">
                      <a:moveTo>
                        <a:pt x="7525" y="533590"/>
                      </a:moveTo>
                      <a:lnTo>
                        <a:pt x="0" y="528638"/>
                      </a:lnTo>
                      <a:lnTo>
                        <a:pt x="7525" y="530543"/>
                      </a:lnTo>
                      <a:lnTo>
                        <a:pt x="7525" y="533686"/>
                      </a:lnTo>
                      <a:close/>
                      <a:moveTo>
                        <a:pt x="384810" y="204978"/>
                      </a:moveTo>
                      <a:cubicBezTo>
                        <a:pt x="383572" y="209550"/>
                        <a:pt x="384810" y="214313"/>
                        <a:pt x="388239" y="219361"/>
                      </a:cubicBezTo>
                      <a:cubicBezTo>
                        <a:pt x="391763" y="224314"/>
                        <a:pt x="393573" y="227743"/>
                        <a:pt x="393573" y="229362"/>
                      </a:cubicBezTo>
                      <a:cubicBezTo>
                        <a:pt x="393573" y="232315"/>
                        <a:pt x="391954" y="235648"/>
                        <a:pt x="388525" y="239363"/>
                      </a:cubicBezTo>
                      <a:cubicBezTo>
                        <a:pt x="390620" y="256032"/>
                        <a:pt x="391668" y="273939"/>
                        <a:pt x="391668" y="293084"/>
                      </a:cubicBezTo>
                      <a:cubicBezTo>
                        <a:pt x="391668" y="312230"/>
                        <a:pt x="390620" y="329946"/>
                        <a:pt x="388525" y="347377"/>
                      </a:cubicBezTo>
                      <a:cubicBezTo>
                        <a:pt x="380619" y="349948"/>
                        <a:pt x="376619" y="353854"/>
                        <a:pt x="376619" y="359283"/>
                      </a:cubicBezTo>
                      <a:cubicBezTo>
                        <a:pt x="376619" y="360902"/>
                        <a:pt x="377285" y="363855"/>
                        <a:pt x="378524" y="368046"/>
                      </a:cubicBezTo>
                      <a:cubicBezTo>
                        <a:pt x="379761" y="372237"/>
                        <a:pt x="380428" y="375571"/>
                        <a:pt x="380428" y="378047"/>
                      </a:cubicBezTo>
                      <a:cubicBezTo>
                        <a:pt x="380428" y="380143"/>
                        <a:pt x="379952" y="382048"/>
                        <a:pt x="379190" y="383667"/>
                      </a:cubicBezTo>
                      <a:lnTo>
                        <a:pt x="381762" y="401193"/>
                      </a:lnTo>
                      <a:cubicBezTo>
                        <a:pt x="376333" y="404050"/>
                        <a:pt x="372046" y="409670"/>
                        <a:pt x="368903" y="417766"/>
                      </a:cubicBezTo>
                      <a:cubicBezTo>
                        <a:pt x="365760" y="425958"/>
                        <a:pt x="362998" y="433768"/>
                        <a:pt x="360521" y="441198"/>
                      </a:cubicBezTo>
                      <a:cubicBezTo>
                        <a:pt x="352615" y="444532"/>
                        <a:pt x="339471" y="453676"/>
                        <a:pt x="321088" y="468725"/>
                      </a:cubicBezTo>
                      <a:lnTo>
                        <a:pt x="328041" y="475583"/>
                      </a:lnTo>
                      <a:cubicBezTo>
                        <a:pt x="305086" y="476440"/>
                        <a:pt x="288417" y="482060"/>
                        <a:pt x="278035" y="492442"/>
                      </a:cubicBezTo>
                      <a:cubicBezTo>
                        <a:pt x="276320" y="492062"/>
                        <a:pt x="274701" y="491871"/>
                        <a:pt x="273082" y="491871"/>
                      </a:cubicBezTo>
                      <a:cubicBezTo>
                        <a:pt x="269367" y="491871"/>
                        <a:pt x="265938" y="493395"/>
                        <a:pt x="262699" y="496538"/>
                      </a:cubicBezTo>
                      <a:cubicBezTo>
                        <a:pt x="259651" y="499681"/>
                        <a:pt x="258223" y="503110"/>
                        <a:pt x="258699" y="506921"/>
                      </a:cubicBezTo>
                      <a:cubicBezTo>
                        <a:pt x="253270" y="503587"/>
                        <a:pt x="247269" y="501872"/>
                        <a:pt x="240601" y="501872"/>
                      </a:cubicBezTo>
                      <a:lnTo>
                        <a:pt x="220504" y="501872"/>
                      </a:lnTo>
                      <a:cubicBezTo>
                        <a:pt x="221456" y="498919"/>
                        <a:pt x="220028" y="496634"/>
                        <a:pt x="216503" y="495014"/>
                      </a:cubicBezTo>
                      <a:cubicBezTo>
                        <a:pt x="212884" y="493395"/>
                        <a:pt x="210979" y="491490"/>
                        <a:pt x="210503" y="489394"/>
                      </a:cubicBezTo>
                      <a:cubicBezTo>
                        <a:pt x="205549" y="497300"/>
                        <a:pt x="198215" y="501682"/>
                        <a:pt x="188595" y="502539"/>
                      </a:cubicBezTo>
                      <a:cubicBezTo>
                        <a:pt x="186976" y="502920"/>
                        <a:pt x="178879" y="502730"/>
                        <a:pt x="164211" y="501872"/>
                      </a:cubicBezTo>
                      <a:cubicBezTo>
                        <a:pt x="153829" y="497681"/>
                        <a:pt x="143161" y="493300"/>
                        <a:pt x="132397" y="488728"/>
                      </a:cubicBezTo>
                      <a:cubicBezTo>
                        <a:pt x="119920" y="483298"/>
                        <a:pt x="110299" y="477298"/>
                        <a:pt x="103632" y="470630"/>
                      </a:cubicBezTo>
                      <a:cubicBezTo>
                        <a:pt x="101155" y="473583"/>
                        <a:pt x="95917" y="472916"/>
                        <a:pt x="88011" y="468725"/>
                      </a:cubicBezTo>
                      <a:cubicBezTo>
                        <a:pt x="78105" y="456247"/>
                        <a:pt x="67818" y="443484"/>
                        <a:pt x="57436" y="430625"/>
                      </a:cubicBezTo>
                      <a:cubicBezTo>
                        <a:pt x="46577" y="415671"/>
                        <a:pt x="40576" y="401669"/>
                        <a:pt x="39338" y="388811"/>
                      </a:cubicBezTo>
                      <a:cubicBezTo>
                        <a:pt x="33528" y="381762"/>
                        <a:pt x="30766" y="371475"/>
                        <a:pt x="31147" y="358140"/>
                      </a:cubicBezTo>
                      <a:cubicBezTo>
                        <a:pt x="31528" y="338614"/>
                        <a:pt x="31528" y="327755"/>
                        <a:pt x="31147" y="325660"/>
                      </a:cubicBezTo>
                      <a:cubicBezTo>
                        <a:pt x="30766" y="322707"/>
                        <a:pt x="30575" y="319564"/>
                        <a:pt x="30575" y="316230"/>
                      </a:cubicBezTo>
                      <a:cubicBezTo>
                        <a:pt x="30575" y="311658"/>
                        <a:pt x="31147" y="304705"/>
                        <a:pt x="32480" y="295275"/>
                      </a:cubicBezTo>
                      <a:cubicBezTo>
                        <a:pt x="33719" y="285940"/>
                        <a:pt x="34385" y="278701"/>
                        <a:pt x="34385" y="273748"/>
                      </a:cubicBezTo>
                      <a:cubicBezTo>
                        <a:pt x="34385" y="264986"/>
                        <a:pt x="32671" y="257461"/>
                        <a:pt x="29432" y="251174"/>
                      </a:cubicBezTo>
                      <a:cubicBezTo>
                        <a:pt x="33528" y="249555"/>
                        <a:pt x="34576" y="246412"/>
                        <a:pt x="32766" y="241840"/>
                      </a:cubicBezTo>
                      <a:cubicBezTo>
                        <a:pt x="30956" y="237268"/>
                        <a:pt x="31432" y="233934"/>
                        <a:pt x="34385" y="231838"/>
                      </a:cubicBezTo>
                      <a:cubicBezTo>
                        <a:pt x="31909" y="211455"/>
                        <a:pt x="30575" y="194405"/>
                        <a:pt x="30575" y="180594"/>
                      </a:cubicBezTo>
                      <a:cubicBezTo>
                        <a:pt x="30575" y="156019"/>
                        <a:pt x="34099" y="135255"/>
                        <a:pt x="41243" y="118110"/>
                      </a:cubicBezTo>
                      <a:cubicBezTo>
                        <a:pt x="44577" y="103918"/>
                        <a:pt x="47339" y="94583"/>
                        <a:pt x="49339" y="90011"/>
                      </a:cubicBezTo>
                      <a:cubicBezTo>
                        <a:pt x="54388" y="80010"/>
                        <a:pt x="61436" y="74009"/>
                        <a:pt x="70580" y="71914"/>
                      </a:cubicBezTo>
                      <a:cubicBezTo>
                        <a:pt x="75914" y="57340"/>
                        <a:pt x="88011" y="44672"/>
                        <a:pt x="106775" y="33814"/>
                      </a:cubicBezTo>
                      <a:lnTo>
                        <a:pt x="103632" y="31909"/>
                      </a:lnTo>
                      <a:cubicBezTo>
                        <a:pt x="109442" y="30670"/>
                        <a:pt x="117824" y="26098"/>
                        <a:pt x="128588" y="18193"/>
                      </a:cubicBezTo>
                      <a:cubicBezTo>
                        <a:pt x="137827" y="11525"/>
                        <a:pt x="146590" y="8572"/>
                        <a:pt x="154876" y="9430"/>
                      </a:cubicBezTo>
                      <a:cubicBezTo>
                        <a:pt x="154876" y="3238"/>
                        <a:pt x="157353" y="0"/>
                        <a:pt x="162401" y="0"/>
                      </a:cubicBezTo>
                      <a:cubicBezTo>
                        <a:pt x="164021" y="0"/>
                        <a:pt x="167164" y="571"/>
                        <a:pt x="171736" y="1524"/>
                      </a:cubicBezTo>
                      <a:cubicBezTo>
                        <a:pt x="176308" y="2572"/>
                        <a:pt x="179451" y="2857"/>
                        <a:pt x="181070" y="2476"/>
                      </a:cubicBezTo>
                      <a:cubicBezTo>
                        <a:pt x="187738" y="12097"/>
                        <a:pt x="196501" y="16859"/>
                        <a:pt x="207359" y="16859"/>
                      </a:cubicBezTo>
                      <a:cubicBezTo>
                        <a:pt x="212407" y="16859"/>
                        <a:pt x="220694" y="15240"/>
                        <a:pt x="232315" y="11906"/>
                      </a:cubicBezTo>
                      <a:cubicBezTo>
                        <a:pt x="241078" y="14383"/>
                        <a:pt x="252127" y="14383"/>
                        <a:pt x="265462" y="11906"/>
                      </a:cubicBezTo>
                      <a:lnTo>
                        <a:pt x="265462" y="14383"/>
                      </a:lnTo>
                      <a:cubicBezTo>
                        <a:pt x="269176" y="12668"/>
                        <a:pt x="272891" y="11906"/>
                        <a:pt x="276701" y="11906"/>
                      </a:cubicBezTo>
                      <a:cubicBezTo>
                        <a:pt x="282035" y="11906"/>
                        <a:pt x="288988" y="15335"/>
                        <a:pt x="297275" y="22193"/>
                      </a:cubicBezTo>
                      <a:cubicBezTo>
                        <a:pt x="305562" y="29051"/>
                        <a:pt x="312896" y="32861"/>
                        <a:pt x="319087" y="33718"/>
                      </a:cubicBezTo>
                      <a:cubicBezTo>
                        <a:pt x="320707" y="40386"/>
                        <a:pt x="326041" y="47053"/>
                        <a:pt x="334994" y="53721"/>
                      </a:cubicBezTo>
                      <a:cubicBezTo>
                        <a:pt x="344043" y="60388"/>
                        <a:pt x="349091" y="65151"/>
                        <a:pt x="350330" y="68104"/>
                      </a:cubicBezTo>
                      <a:cubicBezTo>
                        <a:pt x="356521" y="68104"/>
                        <a:pt x="360331" y="72485"/>
                        <a:pt x="361569" y="81248"/>
                      </a:cubicBezTo>
                      <a:cubicBezTo>
                        <a:pt x="362807" y="90011"/>
                        <a:pt x="366331" y="94393"/>
                        <a:pt x="372142" y="94393"/>
                      </a:cubicBezTo>
                      <a:cubicBezTo>
                        <a:pt x="376714" y="99822"/>
                        <a:pt x="379000" y="107537"/>
                        <a:pt x="379000" y="117538"/>
                      </a:cubicBezTo>
                      <a:lnTo>
                        <a:pt x="379000" y="126301"/>
                      </a:lnTo>
                      <a:cubicBezTo>
                        <a:pt x="378524" y="130492"/>
                        <a:pt x="378333" y="133350"/>
                        <a:pt x="378333" y="135064"/>
                      </a:cubicBezTo>
                      <a:cubicBezTo>
                        <a:pt x="378333" y="147161"/>
                        <a:pt x="382715" y="155924"/>
                        <a:pt x="391478" y="161258"/>
                      </a:cubicBezTo>
                      <a:cubicBezTo>
                        <a:pt x="389763" y="164211"/>
                        <a:pt x="389001" y="167545"/>
                        <a:pt x="389001" y="171259"/>
                      </a:cubicBezTo>
                      <a:cubicBezTo>
                        <a:pt x="389001" y="174593"/>
                        <a:pt x="389858" y="178975"/>
                        <a:pt x="391478" y="184404"/>
                      </a:cubicBezTo>
                      <a:cubicBezTo>
                        <a:pt x="393192" y="189833"/>
                        <a:pt x="393954" y="193548"/>
                        <a:pt x="393954" y="195643"/>
                      </a:cubicBezTo>
                      <a:cubicBezTo>
                        <a:pt x="393954" y="200692"/>
                        <a:pt x="390811" y="203740"/>
                        <a:pt x="384524" y="204978"/>
                      </a:cubicBezTo>
                      <a:close/>
                      <a:moveTo>
                        <a:pt x="319183" y="239363"/>
                      </a:moveTo>
                      <a:cubicBezTo>
                        <a:pt x="321278" y="239363"/>
                        <a:pt x="330899" y="242316"/>
                        <a:pt x="347948" y="248126"/>
                      </a:cubicBezTo>
                      <a:lnTo>
                        <a:pt x="347948" y="234410"/>
                      </a:lnTo>
                      <a:cubicBezTo>
                        <a:pt x="334137" y="229362"/>
                        <a:pt x="327946" y="226886"/>
                        <a:pt x="329184" y="226886"/>
                      </a:cubicBezTo>
                      <a:cubicBezTo>
                        <a:pt x="326326" y="226886"/>
                        <a:pt x="325279" y="229362"/>
                        <a:pt x="326041" y="234410"/>
                      </a:cubicBezTo>
                      <a:lnTo>
                        <a:pt x="319087" y="226886"/>
                      </a:lnTo>
                      <a:lnTo>
                        <a:pt x="316040" y="228790"/>
                      </a:lnTo>
                      <a:cubicBezTo>
                        <a:pt x="313086" y="224218"/>
                        <a:pt x="308991" y="220694"/>
                        <a:pt x="303561" y="218122"/>
                      </a:cubicBezTo>
                      <a:cubicBezTo>
                        <a:pt x="294418" y="214789"/>
                        <a:pt x="289179" y="212693"/>
                        <a:pt x="287941" y="211836"/>
                      </a:cubicBezTo>
                      <a:cubicBezTo>
                        <a:pt x="289560" y="209740"/>
                        <a:pt x="290227" y="206502"/>
                        <a:pt x="289750" y="201835"/>
                      </a:cubicBezTo>
                      <a:lnTo>
                        <a:pt x="289750" y="190595"/>
                      </a:lnTo>
                      <a:cubicBezTo>
                        <a:pt x="288512" y="188500"/>
                        <a:pt x="283750" y="177736"/>
                        <a:pt x="275368" y="158115"/>
                      </a:cubicBezTo>
                      <a:cubicBezTo>
                        <a:pt x="270034" y="144780"/>
                        <a:pt x="264986" y="136207"/>
                        <a:pt x="260413" y="132493"/>
                      </a:cubicBezTo>
                      <a:lnTo>
                        <a:pt x="263557" y="130588"/>
                      </a:lnTo>
                      <a:cubicBezTo>
                        <a:pt x="258985" y="124777"/>
                        <a:pt x="252698" y="120586"/>
                        <a:pt x="244792" y="118110"/>
                      </a:cubicBezTo>
                      <a:cubicBezTo>
                        <a:pt x="236887" y="115633"/>
                        <a:pt x="229362" y="113347"/>
                        <a:pt x="222313" y="111252"/>
                      </a:cubicBezTo>
                      <a:cubicBezTo>
                        <a:pt x="222695" y="104584"/>
                        <a:pt x="219932" y="101251"/>
                        <a:pt x="214122" y="101251"/>
                      </a:cubicBezTo>
                      <a:cubicBezTo>
                        <a:pt x="206216" y="101251"/>
                        <a:pt x="201073" y="104584"/>
                        <a:pt x="198501" y="111252"/>
                      </a:cubicBezTo>
                      <a:cubicBezTo>
                        <a:pt x="193929" y="111728"/>
                        <a:pt x="187833" y="114395"/>
                        <a:pt x="180118" y="119348"/>
                      </a:cubicBezTo>
                      <a:cubicBezTo>
                        <a:pt x="172403" y="124301"/>
                        <a:pt x="166497" y="126492"/>
                        <a:pt x="162306" y="125635"/>
                      </a:cubicBezTo>
                      <a:cubicBezTo>
                        <a:pt x="154019" y="128111"/>
                        <a:pt x="148114" y="134969"/>
                        <a:pt x="144875" y="146209"/>
                      </a:cubicBezTo>
                      <a:cubicBezTo>
                        <a:pt x="141541" y="158686"/>
                        <a:pt x="137541" y="166211"/>
                        <a:pt x="132969" y="168688"/>
                      </a:cubicBezTo>
                      <a:cubicBezTo>
                        <a:pt x="133445" y="174879"/>
                        <a:pt x="132969" y="183261"/>
                        <a:pt x="131445" y="193643"/>
                      </a:cubicBezTo>
                      <a:cubicBezTo>
                        <a:pt x="130016" y="204025"/>
                        <a:pt x="129254" y="211360"/>
                        <a:pt x="129254" y="215455"/>
                      </a:cubicBezTo>
                      <a:cubicBezTo>
                        <a:pt x="129254" y="222599"/>
                        <a:pt x="130492" y="228790"/>
                        <a:pt x="132969" y="234220"/>
                      </a:cubicBezTo>
                      <a:cubicBezTo>
                        <a:pt x="128397" y="237553"/>
                        <a:pt x="127730" y="244221"/>
                        <a:pt x="131159" y="254222"/>
                      </a:cubicBezTo>
                      <a:cubicBezTo>
                        <a:pt x="134112" y="262604"/>
                        <a:pt x="132397" y="267176"/>
                        <a:pt x="126206" y="267938"/>
                      </a:cubicBezTo>
                      <a:cubicBezTo>
                        <a:pt x="130778" y="287941"/>
                        <a:pt x="133064" y="303181"/>
                        <a:pt x="133064" y="313563"/>
                      </a:cubicBezTo>
                      <a:cubicBezTo>
                        <a:pt x="133064" y="321088"/>
                        <a:pt x="132493" y="328327"/>
                        <a:pt x="131254" y="335470"/>
                      </a:cubicBezTo>
                      <a:cubicBezTo>
                        <a:pt x="134207" y="337947"/>
                        <a:pt x="140017" y="350044"/>
                        <a:pt x="148685" y="371665"/>
                      </a:cubicBezTo>
                      <a:cubicBezTo>
                        <a:pt x="154972" y="387477"/>
                        <a:pt x="165163" y="394621"/>
                        <a:pt x="179261" y="392906"/>
                      </a:cubicBezTo>
                      <a:cubicBezTo>
                        <a:pt x="180499" y="393287"/>
                        <a:pt x="181928" y="392716"/>
                        <a:pt x="183642" y="391001"/>
                      </a:cubicBezTo>
                      <a:cubicBezTo>
                        <a:pt x="185261" y="389382"/>
                        <a:pt x="186595" y="388525"/>
                        <a:pt x="187357" y="388525"/>
                      </a:cubicBezTo>
                      <a:cubicBezTo>
                        <a:pt x="188595" y="388525"/>
                        <a:pt x="189833" y="389382"/>
                        <a:pt x="191167" y="391001"/>
                      </a:cubicBezTo>
                      <a:lnTo>
                        <a:pt x="188595" y="392906"/>
                      </a:lnTo>
                      <a:cubicBezTo>
                        <a:pt x="188595" y="395002"/>
                        <a:pt x="189643" y="396811"/>
                        <a:pt x="191738" y="398526"/>
                      </a:cubicBezTo>
                      <a:lnTo>
                        <a:pt x="196120" y="402907"/>
                      </a:lnTo>
                      <a:cubicBezTo>
                        <a:pt x="198977" y="406622"/>
                        <a:pt x="202787" y="408527"/>
                        <a:pt x="207359" y="408527"/>
                      </a:cubicBezTo>
                      <a:cubicBezTo>
                        <a:pt x="213550" y="408527"/>
                        <a:pt x="216979" y="406051"/>
                        <a:pt x="217361" y="401003"/>
                      </a:cubicBezTo>
                      <a:cubicBezTo>
                        <a:pt x="220313" y="403479"/>
                        <a:pt x="222980" y="404717"/>
                        <a:pt x="225457" y="404717"/>
                      </a:cubicBezTo>
                      <a:cubicBezTo>
                        <a:pt x="227933" y="404717"/>
                        <a:pt x="230696" y="402050"/>
                        <a:pt x="233839" y="396621"/>
                      </a:cubicBezTo>
                      <a:cubicBezTo>
                        <a:pt x="236982" y="391192"/>
                        <a:pt x="239839" y="388525"/>
                        <a:pt x="242316" y="388525"/>
                      </a:cubicBezTo>
                      <a:cubicBezTo>
                        <a:pt x="244792" y="388525"/>
                        <a:pt x="247936" y="389953"/>
                        <a:pt x="251650" y="392906"/>
                      </a:cubicBezTo>
                      <a:cubicBezTo>
                        <a:pt x="252508" y="391192"/>
                        <a:pt x="256413" y="388715"/>
                        <a:pt x="263557" y="385382"/>
                      </a:cubicBezTo>
                      <a:cubicBezTo>
                        <a:pt x="269462" y="382905"/>
                        <a:pt x="272320" y="379286"/>
                        <a:pt x="272320" y="374713"/>
                      </a:cubicBezTo>
                      <a:cubicBezTo>
                        <a:pt x="272320" y="372999"/>
                        <a:pt x="271939" y="370999"/>
                        <a:pt x="271081" y="368427"/>
                      </a:cubicBezTo>
                      <a:cubicBezTo>
                        <a:pt x="276892" y="365474"/>
                        <a:pt x="280416" y="359092"/>
                        <a:pt x="281749" y="349091"/>
                      </a:cubicBezTo>
                      <a:cubicBezTo>
                        <a:pt x="282988" y="339090"/>
                        <a:pt x="285750" y="332803"/>
                        <a:pt x="289846" y="330327"/>
                      </a:cubicBezTo>
                      <a:lnTo>
                        <a:pt x="289846" y="289084"/>
                      </a:lnTo>
                      <a:cubicBezTo>
                        <a:pt x="290703" y="286131"/>
                        <a:pt x="291084" y="282797"/>
                        <a:pt x="291084" y="279082"/>
                      </a:cubicBezTo>
                      <a:cubicBezTo>
                        <a:pt x="291084" y="275368"/>
                        <a:pt x="290513" y="269938"/>
                        <a:pt x="289274" y="262795"/>
                      </a:cubicBezTo>
                      <a:cubicBezTo>
                        <a:pt x="288036" y="255746"/>
                        <a:pt x="287369" y="250698"/>
                        <a:pt x="287369" y="247840"/>
                      </a:cubicBezTo>
                      <a:cubicBezTo>
                        <a:pt x="287369" y="243173"/>
                        <a:pt x="288226" y="239268"/>
                        <a:pt x="289846" y="235934"/>
                      </a:cubicBezTo>
                      <a:cubicBezTo>
                        <a:pt x="289465" y="231362"/>
                        <a:pt x="290703" y="228600"/>
                        <a:pt x="293561" y="227838"/>
                      </a:cubicBezTo>
                      <a:cubicBezTo>
                        <a:pt x="294894" y="227838"/>
                        <a:pt x="298418" y="228219"/>
                        <a:pt x="304228" y="229076"/>
                      </a:cubicBezTo>
                      <a:cubicBezTo>
                        <a:pt x="308801" y="229934"/>
                        <a:pt x="312134" y="229648"/>
                        <a:pt x="314230" y="228505"/>
                      </a:cubicBezTo>
                      <a:cubicBezTo>
                        <a:pt x="317944" y="232219"/>
                        <a:pt x="319659" y="235839"/>
                        <a:pt x="319183" y="239077"/>
                      </a:cubicBezTo>
                      <a:close/>
                      <a:moveTo>
                        <a:pt x="372332" y="204978"/>
                      </a:moveTo>
                      <a:cubicBezTo>
                        <a:pt x="368999" y="203263"/>
                        <a:pt x="365665" y="202501"/>
                        <a:pt x="362331" y="202501"/>
                      </a:cubicBezTo>
                      <a:cubicBezTo>
                        <a:pt x="360235" y="202501"/>
                        <a:pt x="356902" y="202978"/>
                        <a:pt x="352330" y="204025"/>
                      </a:cubicBezTo>
                      <a:cubicBezTo>
                        <a:pt x="347758" y="205073"/>
                        <a:pt x="343853" y="205359"/>
                        <a:pt x="340424" y="204978"/>
                      </a:cubicBezTo>
                      <a:lnTo>
                        <a:pt x="355473" y="214979"/>
                      </a:lnTo>
                      <a:lnTo>
                        <a:pt x="357283" y="204978"/>
                      </a:lnTo>
                      <a:cubicBezTo>
                        <a:pt x="358140" y="204978"/>
                        <a:pt x="363188" y="206597"/>
                        <a:pt x="372332" y="209931"/>
                      </a:cubicBezTo>
                      <a:lnTo>
                        <a:pt x="372332" y="204978"/>
                      </a:lnTo>
                      <a:close/>
                      <a:moveTo>
                        <a:pt x="357283" y="361759"/>
                      </a:moveTo>
                      <a:cubicBezTo>
                        <a:pt x="358140" y="361378"/>
                        <a:pt x="358521" y="360902"/>
                        <a:pt x="358521" y="360521"/>
                      </a:cubicBezTo>
                      <a:cubicBezTo>
                        <a:pt x="358521" y="360140"/>
                        <a:pt x="357569" y="359378"/>
                        <a:pt x="355377" y="358330"/>
                      </a:cubicBezTo>
                      <a:cubicBezTo>
                        <a:pt x="353282" y="357283"/>
                        <a:pt x="352235" y="356330"/>
                        <a:pt x="352235" y="355473"/>
                      </a:cubicBezTo>
                      <a:cubicBezTo>
                        <a:pt x="352235" y="354616"/>
                        <a:pt x="353282" y="353663"/>
                        <a:pt x="355377" y="352330"/>
                      </a:cubicBezTo>
                      <a:cubicBezTo>
                        <a:pt x="352901" y="351472"/>
                        <a:pt x="350425" y="351663"/>
                        <a:pt x="347948" y="352996"/>
                      </a:cubicBezTo>
                      <a:cubicBezTo>
                        <a:pt x="344233" y="355473"/>
                        <a:pt x="342138" y="356711"/>
                        <a:pt x="341661" y="356711"/>
                      </a:cubicBezTo>
                      <a:cubicBezTo>
                        <a:pt x="342900" y="356711"/>
                        <a:pt x="348139" y="358426"/>
                        <a:pt x="357283" y="361664"/>
                      </a:cubicBezTo>
                      <a:close/>
                      <a:moveTo>
                        <a:pt x="374142" y="234315"/>
                      </a:moveTo>
                      <a:lnTo>
                        <a:pt x="381667" y="234315"/>
                      </a:lnTo>
                      <a:cubicBezTo>
                        <a:pt x="377857" y="231838"/>
                        <a:pt x="375380" y="231553"/>
                        <a:pt x="374142" y="233743"/>
                      </a:cubicBezTo>
                      <a:cubicBezTo>
                        <a:pt x="369570" y="232505"/>
                        <a:pt x="363093" y="230600"/>
                        <a:pt x="354806" y="228124"/>
                      </a:cubicBezTo>
                      <a:cubicBezTo>
                        <a:pt x="354044" y="225171"/>
                        <a:pt x="351663" y="223742"/>
                        <a:pt x="347948" y="223742"/>
                      </a:cubicBezTo>
                      <a:cubicBezTo>
                        <a:pt x="349567" y="224599"/>
                        <a:pt x="351853" y="226028"/>
                        <a:pt x="354806" y="228124"/>
                      </a:cubicBezTo>
                      <a:cubicBezTo>
                        <a:pt x="355187" y="229743"/>
                        <a:pt x="355377" y="231838"/>
                        <a:pt x="355377" y="234410"/>
                      </a:cubicBezTo>
                      <a:cubicBezTo>
                        <a:pt x="354997" y="237744"/>
                        <a:pt x="354997" y="239554"/>
                        <a:pt x="355377" y="240030"/>
                      </a:cubicBezTo>
                      <a:cubicBezTo>
                        <a:pt x="355377" y="241268"/>
                        <a:pt x="356044" y="241649"/>
                        <a:pt x="357187" y="241268"/>
                      </a:cubicBezTo>
                      <a:lnTo>
                        <a:pt x="364141" y="234410"/>
                      </a:lnTo>
                      <a:lnTo>
                        <a:pt x="367284" y="236315"/>
                      </a:lnTo>
                      <a:cubicBezTo>
                        <a:pt x="367665" y="238030"/>
                        <a:pt x="367284" y="239744"/>
                        <a:pt x="365951" y="241649"/>
                      </a:cubicBezTo>
                      <a:cubicBezTo>
                        <a:pt x="364712" y="243554"/>
                        <a:pt x="364141" y="245078"/>
                        <a:pt x="364141" y="246316"/>
                      </a:cubicBezTo>
                      <a:cubicBezTo>
                        <a:pt x="367855" y="247174"/>
                        <a:pt x="370236" y="246031"/>
                        <a:pt x="371285" y="242888"/>
                      </a:cubicBezTo>
                      <a:cubicBezTo>
                        <a:pt x="372332" y="239744"/>
                        <a:pt x="373190" y="236696"/>
                        <a:pt x="374047" y="233839"/>
                      </a:cubicBezTo>
                      <a:lnTo>
                        <a:pt x="374047" y="234410"/>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 name="Google Shape;768;p99"/>
                <p:cNvSpPr/>
                <p:nvPr/>
              </p:nvSpPr>
              <p:spPr>
                <a:xfrm>
                  <a:off x="7129271" y="1388364"/>
                  <a:ext cx="360045" cy="505110"/>
                </a:xfrm>
                <a:custGeom>
                  <a:avLst/>
                  <a:gdLst/>
                  <a:ahLst/>
                  <a:cxnLst/>
                  <a:rect l="l" t="t" r="r" b="b"/>
                  <a:pathLst>
                    <a:path w="360045" h="505110" extrusionOk="0">
                      <a:moveTo>
                        <a:pt x="359950" y="109061"/>
                      </a:moveTo>
                      <a:lnTo>
                        <a:pt x="358045" y="205264"/>
                      </a:lnTo>
                      <a:cubicBezTo>
                        <a:pt x="353092" y="206502"/>
                        <a:pt x="350615" y="210693"/>
                        <a:pt x="350615" y="217742"/>
                      </a:cubicBezTo>
                      <a:cubicBezTo>
                        <a:pt x="350615" y="226886"/>
                        <a:pt x="349758" y="232505"/>
                        <a:pt x="348139" y="234601"/>
                      </a:cubicBezTo>
                      <a:cubicBezTo>
                        <a:pt x="318897" y="271272"/>
                        <a:pt x="286988" y="294799"/>
                        <a:pt x="251936" y="305181"/>
                      </a:cubicBezTo>
                      <a:cubicBezTo>
                        <a:pt x="246507" y="310991"/>
                        <a:pt x="239459" y="313944"/>
                        <a:pt x="230696" y="313944"/>
                      </a:cubicBezTo>
                      <a:cubicBezTo>
                        <a:pt x="226505" y="313944"/>
                        <a:pt x="219742" y="312992"/>
                        <a:pt x="210312" y="311182"/>
                      </a:cubicBezTo>
                      <a:cubicBezTo>
                        <a:pt x="200978" y="309277"/>
                        <a:pt x="194024" y="308515"/>
                        <a:pt x="189452" y="308991"/>
                      </a:cubicBezTo>
                      <a:cubicBezTo>
                        <a:pt x="182785" y="301942"/>
                        <a:pt x="179451" y="294227"/>
                        <a:pt x="179451" y="285845"/>
                      </a:cubicBezTo>
                      <a:cubicBezTo>
                        <a:pt x="179451" y="282892"/>
                        <a:pt x="181928" y="272701"/>
                        <a:pt x="186880" y="255175"/>
                      </a:cubicBezTo>
                      <a:cubicBezTo>
                        <a:pt x="190310" y="242316"/>
                        <a:pt x="189452" y="231457"/>
                        <a:pt x="184404" y="222694"/>
                      </a:cubicBezTo>
                      <a:cubicBezTo>
                        <a:pt x="188595" y="215646"/>
                        <a:pt x="196501" y="211455"/>
                        <a:pt x="208122" y="210217"/>
                      </a:cubicBezTo>
                      <a:cubicBezTo>
                        <a:pt x="208979" y="206883"/>
                        <a:pt x="211931" y="205264"/>
                        <a:pt x="216884" y="205264"/>
                      </a:cubicBezTo>
                      <a:cubicBezTo>
                        <a:pt x="218123" y="205264"/>
                        <a:pt x="220218" y="205454"/>
                        <a:pt x="223076" y="205930"/>
                      </a:cubicBezTo>
                      <a:lnTo>
                        <a:pt x="229267" y="205930"/>
                      </a:lnTo>
                      <a:cubicBezTo>
                        <a:pt x="238030" y="205930"/>
                        <a:pt x="242411" y="201740"/>
                        <a:pt x="242411" y="193453"/>
                      </a:cubicBezTo>
                      <a:cubicBezTo>
                        <a:pt x="256699" y="186785"/>
                        <a:pt x="263652" y="176403"/>
                        <a:pt x="263652" y="162211"/>
                      </a:cubicBezTo>
                      <a:cubicBezTo>
                        <a:pt x="265367" y="147161"/>
                        <a:pt x="261557" y="135350"/>
                        <a:pt x="252413" y="126587"/>
                      </a:cubicBezTo>
                      <a:cubicBezTo>
                        <a:pt x="242316" y="119063"/>
                        <a:pt x="232601" y="111728"/>
                        <a:pt x="222981" y="104775"/>
                      </a:cubicBezTo>
                      <a:cubicBezTo>
                        <a:pt x="219266" y="101822"/>
                        <a:pt x="213741" y="100394"/>
                        <a:pt x="206693" y="100394"/>
                      </a:cubicBezTo>
                      <a:lnTo>
                        <a:pt x="201073" y="100394"/>
                      </a:lnTo>
                      <a:cubicBezTo>
                        <a:pt x="198501" y="100870"/>
                        <a:pt x="196691" y="101060"/>
                        <a:pt x="195453" y="101060"/>
                      </a:cubicBezTo>
                      <a:cubicBezTo>
                        <a:pt x="184976" y="101060"/>
                        <a:pt x="179832" y="95631"/>
                        <a:pt x="179832" y="84868"/>
                      </a:cubicBezTo>
                      <a:cubicBezTo>
                        <a:pt x="181070" y="76486"/>
                        <a:pt x="185833" y="71723"/>
                        <a:pt x="194215" y="70485"/>
                      </a:cubicBezTo>
                      <a:cubicBezTo>
                        <a:pt x="184214" y="68390"/>
                        <a:pt x="179261" y="62579"/>
                        <a:pt x="179261" y="52959"/>
                      </a:cubicBezTo>
                      <a:cubicBezTo>
                        <a:pt x="179261" y="51244"/>
                        <a:pt x="179451" y="49816"/>
                        <a:pt x="179927" y="48577"/>
                      </a:cubicBezTo>
                      <a:cubicBezTo>
                        <a:pt x="182023" y="47339"/>
                        <a:pt x="182595" y="46101"/>
                        <a:pt x="181737" y="44863"/>
                      </a:cubicBezTo>
                      <a:cubicBezTo>
                        <a:pt x="180499" y="42767"/>
                        <a:pt x="178213" y="41719"/>
                        <a:pt x="174879" y="41719"/>
                      </a:cubicBezTo>
                      <a:cubicBezTo>
                        <a:pt x="170688" y="63341"/>
                        <a:pt x="169069" y="76486"/>
                        <a:pt x="169926" y="81058"/>
                      </a:cubicBezTo>
                      <a:cubicBezTo>
                        <a:pt x="170783" y="83153"/>
                        <a:pt x="171165" y="85058"/>
                        <a:pt x="171165" y="86677"/>
                      </a:cubicBezTo>
                      <a:cubicBezTo>
                        <a:pt x="171165" y="94202"/>
                        <a:pt x="164497" y="100203"/>
                        <a:pt x="151257" y="104775"/>
                      </a:cubicBezTo>
                      <a:cubicBezTo>
                        <a:pt x="147447" y="99346"/>
                        <a:pt x="141827" y="96679"/>
                        <a:pt x="134398" y="96679"/>
                      </a:cubicBezTo>
                      <a:cubicBezTo>
                        <a:pt x="136113" y="96679"/>
                        <a:pt x="128588" y="97726"/>
                        <a:pt x="111919" y="99822"/>
                      </a:cubicBezTo>
                      <a:cubicBezTo>
                        <a:pt x="98584" y="108204"/>
                        <a:pt x="91821" y="120015"/>
                        <a:pt x="91821" y="135446"/>
                      </a:cubicBezTo>
                      <a:cubicBezTo>
                        <a:pt x="91821" y="140875"/>
                        <a:pt x="92773" y="148876"/>
                        <a:pt x="94679" y="159544"/>
                      </a:cubicBezTo>
                      <a:cubicBezTo>
                        <a:pt x="96488" y="170117"/>
                        <a:pt x="97441" y="177927"/>
                        <a:pt x="97441" y="182975"/>
                      </a:cubicBezTo>
                      <a:cubicBezTo>
                        <a:pt x="97441" y="188023"/>
                        <a:pt x="96774" y="192596"/>
                        <a:pt x="95631" y="196691"/>
                      </a:cubicBezTo>
                      <a:cubicBezTo>
                        <a:pt x="100679" y="208407"/>
                        <a:pt x="110871" y="216122"/>
                        <a:pt x="126302" y="219837"/>
                      </a:cubicBezTo>
                      <a:cubicBezTo>
                        <a:pt x="132493" y="221456"/>
                        <a:pt x="146495" y="223171"/>
                        <a:pt x="168116" y="224790"/>
                      </a:cubicBezTo>
                      <a:cubicBezTo>
                        <a:pt x="165640" y="231838"/>
                        <a:pt x="164402" y="239744"/>
                        <a:pt x="164402" y="248507"/>
                      </a:cubicBezTo>
                      <a:cubicBezTo>
                        <a:pt x="164402" y="253936"/>
                        <a:pt x="167926" y="271844"/>
                        <a:pt x="174974" y="302228"/>
                      </a:cubicBezTo>
                      <a:cubicBezTo>
                        <a:pt x="173260" y="300133"/>
                        <a:pt x="171641" y="299085"/>
                        <a:pt x="170022" y="299085"/>
                      </a:cubicBezTo>
                      <a:cubicBezTo>
                        <a:pt x="167926" y="299085"/>
                        <a:pt x="165354" y="301180"/>
                        <a:pt x="162496" y="305276"/>
                      </a:cubicBezTo>
                      <a:cubicBezTo>
                        <a:pt x="159544" y="309467"/>
                        <a:pt x="157449" y="311753"/>
                        <a:pt x="156306" y="312134"/>
                      </a:cubicBezTo>
                      <a:cubicBezTo>
                        <a:pt x="153448" y="308324"/>
                        <a:pt x="147161" y="306515"/>
                        <a:pt x="137636" y="306515"/>
                      </a:cubicBezTo>
                      <a:cubicBezTo>
                        <a:pt x="123063" y="306896"/>
                        <a:pt x="115443" y="307086"/>
                        <a:pt x="115062" y="307086"/>
                      </a:cubicBezTo>
                      <a:cubicBezTo>
                        <a:pt x="100108" y="320040"/>
                        <a:pt x="92583" y="337280"/>
                        <a:pt x="92583" y="358997"/>
                      </a:cubicBezTo>
                      <a:cubicBezTo>
                        <a:pt x="92583" y="364426"/>
                        <a:pt x="93345" y="373190"/>
                        <a:pt x="94774" y="385191"/>
                      </a:cubicBezTo>
                      <a:cubicBezTo>
                        <a:pt x="96203" y="397288"/>
                        <a:pt x="96870" y="406432"/>
                        <a:pt x="96870" y="412718"/>
                      </a:cubicBezTo>
                      <a:cubicBezTo>
                        <a:pt x="96870" y="418148"/>
                        <a:pt x="96488" y="423100"/>
                        <a:pt x="95631" y="427673"/>
                      </a:cubicBezTo>
                      <a:cubicBezTo>
                        <a:pt x="100203" y="455200"/>
                        <a:pt x="102489" y="471202"/>
                        <a:pt x="102489" y="475774"/>
                      </a:cubicBezTo>
                      <a:cubicBezTo>
                        <a:pt x="102489" y="485775"/>
                        <a:pt x="100775" y="494538"/>
                        <a:pt x="97441" y="501968"/>
                      </a:cubicBezTo>
                      <a:cubicBezTo>
                        <a:pt x="93345" y="501110"/>
                        <a:pt x="88964" y="500729"/>
                        <a:pt x="84392" y="500729"/>
                      </a:cubicBezTo>
                      <a:cubicBezTo>
                        <a:pt x="78486" y="500729"/>
                        <a:pt x="70104" y="501491"/>
                        <a:pt x="59055" y="502920"/>
                      </a:cubicBezTo>
                      <a:cubicBezTo>
                        <a:pt x="48006" y="504349"/>
                        <a:pt x="40005" y="505111"/>
                        <a:pt x="35052" y="505111"/>
                      </a:cubicBezTo>
                      <a:cubicBezTo>
                        <a:pt x="20479" y="505111"/>
                        <a:pt x="9811" y="500158"/>
                        <a:pt x="3143" y="490061"/>
                      </a:cubicBezTo>
                      <a:cubicBezTo>
                        <a:pt x="1048" y="483870"/>
                        <a:pt x="0" y="477583"/>
                        <a:pt x="0" y="471297"/>
                      </a:cubicBezTo>
                      <a:cubicBezTo>
                        <a:pt x="0" y="465011"/>
                        <a:pt x="1238" y="456533"/>
                        <a:pt x="3810" y="445675"/>
                      </a:cubicBezTo>
                      <a:cubicBezTo>
                        <a:pt x="6287" y="434911"/>
                        <a:pt x="7620" y="426815"/>
                        <a:pt x="7620" y="421291"/>
                      </a:cubicBezTo>
                      <a:cubicBezTo>
                        <a:pt x="7620" y="417576"/>
                        <a:pt x="7144" y="414052"/>
                        <a:pt x="6382" y="410718"/>
                      </a:cubicBezTo>
                      <a:cubicBezTo>
                        <a:pt x="9335" y="409480"/>
                        <a:pt x="10763" y="407765"/>
                        <a:pt x="10763" y="405765"/>
                      </a:cubicBezTo>
                      <a:cubicBezTo>
                        <a:pt x="10763" y="404527"/>
                        <a:pt x="9906" y="402241"/>
                        <a:pt x="8287" y="398907"/>
                      </a:cubicBezTo>
                      <a:cubicBezTo>
                        <a:pt x="6572" y="395573"/>
                        <a:pt x="6001" y="393097"/>
                        <a:pt x="6382" y="391382"/>
                      </a:cubicBezTo>
                      <a:cubicBezTo>
                        <a:pt x="9335" y="378047"/>
                        <a:pt x="10763" y="360998"/>
                        <a:pt x="10763" y="340138"/>
                      </a:cubicBezTo>
                      <a:cubicBezTo>
                        <a:pt x="10763" y="331756"/>
                        <a:pt x="10383" y="318897"/>
                        <a:pt x="9811" y="301371"/>
                      </a:cubicBezTo>
                      <a:cubicBezTo>
                        <a:pt x="9240" y="283845"/>
                        <a:pt x="8858" y="270796"/>
                        <a:pt x="8858" y="262033"/>
                      </a:cubicBezTo>
                      <a:cubicBezTo>
                        <a:pt x="8858" y="240792"/>
                        <a:pt x="10287" y="222885"/>
                        <a:pt x="13240" y="208312"/>
                      </a:cubicBezTo>
                      <a:lnTo>
                        <a:pt x="6382" y="191452"/>
                      </a:lnTo>
                      <a:cubicBezTo>
                        <a:pt x="14288" y="187642"/>
                        <a:pt x="23908" y="188309"/>
                        <a:pt x="35147" y="193262"/>
                      </a:cubicBezTo>
                      <a:cubicBezTo>
                        <a:pt x="35529" y="189167"/>
                        <a:pt x="36957" y="186976"/>
                        <a:pt x="39529" y="186976"/>
                      </a:cubicBezTo>
                      <a:cubicBezTo>
                        <a:pt x="40767" y="186976"/>
                        <a:pt x="42767" y="187738"/>
                        <a:pt x="45815" y="189167"/>
                      </a:cubicBezTo>
                      <a:cubicBezTo>
                        <a:pt x="48673" y="190690"/>
                        <a:pt x="50578" y="191357"/>
                        <a:pt x="51435" y="191357"/>
                      </a:cubicBezTo>
                      <a:lnTo>
                        <a:pt x="54579" y="193167"/>
                      </a:lnTo>
                      <a:cubicBezTo>
                        <a:pt x="55817" y="192786"/>
                        <a:pt x="56388" y="190500"/>
                        <a:pt x="56388" y="186309"/>
                      </a:cubicBezTo>
                      <a:cubicBezTo>
                        <a:pt x="56007" y="184594"/>
                        <a:pt x="53626" y="183832"/>
                        <a:pt x="49530" y="183832"/>
                      </a:cubicBezTo>
                      <a:cubicBezTo>
                        <a:pt x="49911" y="179642"/>
                        <a:pt x="49054" y="177451"/>
                        <a:pt x="47054" y="176974"/>
                      </a:cubicBezTo>
                      <a:cubicBezTo>
                        <a:pt x="46673" y="176974"/>
                        <a:pt x="44577" y="177165"/>
                        <a:pt x="40863" y="177546"/>
                      </a:cubicBezTo>
                      <a:cubicBezTo>
                        <a:pt x="37910" y="177927"/>
                        <a:pt x="36100" y="177546"/>
                        <a:pt x="35243" y="176308"/>
                      </a:cubicBezTo>
                      <a:lnTo>
                        <a:pt x="32671" y="183832"/>
                      </a:lnTo>
                      <a:lnTo>
                        <a:pt x="8382" y="178879"/>
                      </a:lnTo>
                      <a:cubicBezTo>
                        <a:pt x="9620" y="174688"/>
                        <a:pt x="10859" y="170212"/>
                        <a:pt x="12097" y="165449"/>
                      </a:cubicBezTo>
                      <a:cubicBezTo>
                        <a:pt x="13335" y="160687"/>
                        <a:pt x="16097" y="157829"/>
                        <a:pt x="20193" y="157067"/>
                      </a:cubicBezTo>
                      <a:cubicBezTo>
                        <a:pt x="14383" y="157924"/>
                        <a:pt x="11525" y="156019"/>
                        <a:pt x="11525" y="151448"/>
                      </a:cubicBezTo>
                      <a:cubicBezTo>
                        <a:pt x="11525" y="150590"/>
                        <a:pt x="11716" y="148685"/>
                        <a:pt x="12097" y="145828"/>
                      </a:cubicBezTo>
                      <a:cubicBezTo>
                        <a:pt x="12478" y="142875"/>
                        <a:pt x="12764" y="140875"/>
                        <a:pt x="12764" y="139636"/>
                      </a:cubicBezTo>
                      <a:cubicBezTo>
                        <a:pt x="12764" y="135446"/>
                        <a:pt x="11335" y="132493"/>
                        <a:pt x="8382" y="130873"/>
                      </a:cubicBezTo>
                      <a:cubicBezTo>
                        <a:pt x="10002" y="128016"/>
                        <a:pt x="10859" y="124682"/>
                        <a:pt x="10859" y="120872"/>
                      </a:cubicBezTo>
                      <a:cubicBezTo>
                        <a:pt x="10859" y="113348"/>
                        <a:pt x="7715" y="108013"/>
                        <a:pt x="1429" y="104680"/>
                      </a:cubicBezTo>
                      <a:cubicBezTo>
                        <a:pt x="8097" y="98869"/>
                        <a:pt x="11430" y="90678"/>
                        <a:pt x="11430" y="80296"/>
                      </a:cubicBezTo>
                      <a:cubicBezTo>
                        <a:pt x="11430" y="76486"/>
                        <a:pt x="10763" y="70485"/>
                        <a:pt x="9525" y="62103"/>
                      </a:cubicBezTo>
                      <a:cubicBezTo>
                        <a:pt x="8287" y="53816"/>
                        <a:pt x="7715" y="47530"/>
                        <a:pt x="7715" y="43339"/>
                      </a:cubicBezTo>
                      <a:cubicBezTo>
                        <a:pt x="7715" y="34576"/>
                        <a:pt x="9525" y="26860"/>
                        <a:pt x="13335" y="20193"/>
                      </a:cubicBezTo>
                      <a:lnTo>
                        <a:pt x="6477" y="15145"/>
                      </a:lnTo>
                      <a:cubicBezTo>
                        <a:pt x="8954" y="15621"/>
                        <a:pt x="13145" y="14764"/>
                        <a:pt x="19241" y="12668"/>
                      </a:cubicBezTo>
                      <a:cubicBezTo>
                        <a:pt x="25241" y="10573"/>
                        <a:pt x="29813" y="9525"/>
                        <a:pt x="32671" y="9525"/>
                      </a:cubicBezTo>
                      <a:cubicBezTo>
                        <a:pt x="35529" y="9525"/>
                        <a:pt x="37910" y="10287"/>
                        <a:pt x="39624" y="12001"/>
                      </a:cubicBezTo>
                      <a:cubicBezTo>
                        <a:pt x="42482" y="10287"/>
                        <a:pt x="46673" y="9525"/>
                        <a:pt x="52102" y="9525"/>
                      </a:cubicBezTo>
                      <a:cubicBezTo>
                        <a:pt x="53721" y="9525"/>
                        <a:pt x="56198" y="9715"/>
                        <a:pt x="59627" y="10096"/>
                      </a:cubicBezTo>
                      <a:lnTo>
                        <a:pt x="67723" y="10096"/>
                      </a:lnTo>
                      <a:cubicBezTo>
                        <a:pt x="75629" y="10096"/>
                        <a:pt x="80963" y="7810"/>
                        <a:pt x="83915" y="3238"/>
                      </a:cubicBezTo>
                      <a:cubicBezTo>
                        <a:pt x="83915" y="4096"/>
                        <a:pt x="83154" y="5334"/>
                        <a:pt x="81439" y="6953"/>
                      </a:cubicBezTo>
                      <a:cubicBezTo>
                        <a:pt x="79820" y="8573"/>
                        <a:pt x="78867" y="9715"/>
                        <a:pt x="78867" y="10096"/>
                      </a:cubicBezTo>
                      <a:cubicBezTo>
                        <a:pt x="77248" y="10477"/>
                        <a:pt x="83915" y="10668"/>
                        <a:pt x="98870" y="10668"/>
                      </a:cubicBezTo>
                      <a:cubicBezTo>
                        <a:pt x="106013" y="10668"/>
                        <a:pt x="111347" y="7144"/>
                        <a:pt x="115158" y="95"/>
                      </a:cubicBezTo>
                      <a:lnTo>
                        <a:pt x="158305" y="8192"/>
                      </a:lnTo>
                      <a:cubicBezTo>
                        <a:pt x="159068" y="9906"/>
                        <a:pt x="160782" y="11144"/>
                        <a:pt x="163354" y="11906"/>
                      </a:cubicBezTo>
                      <a:lnTo>
                        <a:pt x="170212" y="11906"/>
                      </a:lnTo>
                      <a:cubicBezTo>
                        <a:pt x="170212" y="20288"/>
                        <a:pt x="171831" y="25241"/>
                        <a:pt x="175165" y="26860"/>
                      </a:cubicBezTo>
                      <a:cubicBezTo>
                        <a:pt x="179261" y="26860"/>
                        <a:pt x="182023" y="23527"/>
                        <a:pt x="183261" y="16859"/>
                      </a:cubicBezTo>
                      <a:cubicBezTo>
                        <a:pt x="184499" y="10192"/>
                        <a:pt x="187643" y="6191"/>
                        <a:pt x="192691" y="4953"/>
                      </a:cubicBezTo>
                      <a:cubicBezTo>
                        <a:pt x="198025" y="1619"/>
                        <a:pt x="203264" y="0"/>
                        <a:pt x="208312" y="0"/>
                      </a:cubicBezTo>
                      <a:cubicBezTo>
                        <a:pt x="214122" y="0"/>
                        <a:pt x="221552" y="3429"/>
                        <a:pt x="230505" y="10287"/>
                      </a:cubicBezTo>
                      <a:cubicBezTo>
                        <a:pt x="239459" y="17145"/>
                        <a:pt x="246983" y="20574"/>
                        <a:pt x="253270" y="20574"/>
                      </a:cubicBezTo>
                      <a:cubicBezTo>
                        <a:pt x="257366" y="20574"/>
                        <a:pt x="262033" y="19336"/>
                        <a:pt x="266986" y="16859"/>
                      </a:cubicBezTo>
                      <a:cubicBezTo>
                        <a:pt x="277845" y="21050"/>
                        <a:pt x="292132" y="29146"/>
                        <a:pt x="310039" y="41243"/>
                      </a:cubicBezTo>
                      <a:cubicBezTo>
                        <a:pt x="320897" y="45815"/>
                        <a:pt x="330898" y="56674"/>
                        <a:pt x="340043" y="73723"/>
                      </a:cubicBezTo>
                      <a:cubicBezTo>
                        <a:pt x="350520" y="94202"/>
                        <a:pt x="357188" y="105823"/>
                        <a:pt x="360045" y="108680"/>
                      </a:cubicBezTo>
                      <a:close/>
                      <a:moveTo>
                        <a:pt x="54483" y="179070"/>
                      </a:moveTo>
                      <a:lnTo>
                        <a:pt x="66294" y="184023"/>
                      </a:lnTo>
                      <a:lnTo>
                        <a:pt x="63151" y="181546"/>
                      </a:lnTo>
                      <a:lnTo>
                        <a:pt x="54483" y="179070"/>
                      </a:lnTo>
                      <a:close/>
                      <a:moveTo>
                        <a:pt x="228124" y="357092"/>
                      </a:moveTo>
                      <a:lnTo>
                        <a:pt x="225647" y="338328"/>
                      </a:lnTo>
                      <a:cubicBezTo>
                        <a:pt x="229743" y="346710"/>
                        <a:pt x="231458" y="352330"/>
                        <a:pt x="230600" y="355187"/>
                      </a:cubicBezTo>
                      <a:lnTo>
                        <a:pt x="228124" y="357092"/>
                      </a:lnTo>
                      <a:close/>
                      <a:moveTo>
                        <a:pt x="341186" y="290227"/>
                      </a:moveTo>
                      <a:lnTo>
                        <a:pt x="341186" y="270891"/>
                      </a:lnTo>
                      <a:lnTo>
                        <a:pt x="344329" y="270891"/>
                      </a:lnTo>
                      <a:lnTo>
                        <a:pt x="344329" y="290227"/>
                      </a:lnTo>
                      <a:lnTo>
                        <a:pt x="341186" y="290227"/>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69" name="Google Shape;769;p99"/>
              <p:cNvGrpSpPr/>
              <p:nvPr/>
            </p:nvGrpSpPr>
            <p:grpSpPr>
              <a:xfrm>
                <a:off x="9560903" y="4332161"/>
                <a:ext cx="1953577" cy="406336"/>
                <a:chOff x="4307585" y="2050256"/>
                <a:chExt cx="1953577" cy="406336"/>
              </a:xfrm>
            </p:grpSpPr>
            <p:sp>
              <p:nvSpPr>
                <p:cNvPr id="770" name="Google Shape;770;p99"/>
                <p:cNvSpPr/>
                <p:nvPr/>
              </p:nvSpPr>
              <p:spPr>
                <a:xfrm>
                  <a:off x="4307585" y="2101215"/>
                  <a:ext cx="315563" cy="324421"/>
                </a:xfrm>
                <a:custGeom>
                  <a:avLst/>
                  <a:gdLst/>
                  <a:ahLst/>
                  <a:cxnLst/>
                  <a:rect l="l" t="t" r="r" b="b"/>
                  <a:pathLst>
                    <a:path w="315563" h="324421" extrusionOk="0">
                      <a:moveTo>
                        <a:pt x="4572" y="225076"/>
                      </a:moveTo>
                      <a:cubicBezTo>
                        <a:pt x="4286" y="227838"/>
                        <a:pt x="4667" y="229171"/>
                        <a:pt x="5810" y="229171"/>
                      </a:cubicBezTo>
                      <a:cubicBezTo>
                        <a:pt x="6096" y="229171"/>
                        <a:pt x="6667" y="229076"/>
                        <a:pt x="7525" y="228790"/>
                      </a:cubicBezTo>
                      <a:cubicBezTo>
                        <a:pt x="8382" y="228600"/>
                        <a:pt x="9049" y="228409"/>
                        <a:pt x="9715" y="228409"/>
                      </a:cubicBezTo>
                      <a:cubicBezTo>
                        <a:pt x="10573" y="228409"/>
                        <a:pt x="11049" y="228981"/>
                        <a:pt x="11430" y="230029"/>
                      </a:cubicBezTo>
                      <a:cubicBezTo>
                        <a:pt x="4667" y="230029"/>
                        <a:pt x="857" y="229457"/>
                        <a:pt x="0" y="228409"/>
                      </a:cubicBezTo>
                      <a:lnTo>
                        <a:pt x="4572" y="225171"/>
                      </a:lnTo>
                      <a:close/>
                      <a:moveTo>
                        <a:pt x="11335" y="266128"/>
                      </a:moveTo>
                      <a:cubicBezTo>
                        <a:pt x="11811" y="264795"/>
                        <a:pt x="12954" y="264128"/>
                        <a:pt x="14764" y="264128"/>
                      </a:cubicBezTo>
                      <a:lnTo>
                        <a:pt x="19336" y="264128"/>
                      </a:lnTo>
                      <a:cubicBezTo>
                        <a:pt x="19050" y="265462"/>
                        <a:pt x="17907" y="266128"/>
                        <a:pt x="15907" y="266128"/>
                      </a:cubicBezTo>
                      <a:lnTo>
                        <a:pt x="11335" y="266128"/>
                      </a:lnTo>
                      <a:close/>
                      <a:moveTo>
                        <a:pt x="25717" y="287560"/>
                      </a:moveTo>
                      <a:lnTo>
                        <a:pt x="25717" y="283083"/>
                      </a:lnTo>
                      <a:lnTo>
                        <a:pt x="29051" y="283083"/>
                      </a:lnTo>
                      <a:lnTo>
                        <a:pt x="25717" y="287560"/>
                      </a:lnTo>
                      <a:close/>
                      <a:moveTo>
                        <a:pt x="43815" y="260985"/>
                      </a:moveTo>
                      <a:cubicBezTo>
                        <a:pt x="45244" y="260318"/>
                        <a:pt x="47339" y="261366"/>
                        <a:pt x="50101" y="264128"/>
                      </a:cubicBezTo>
                      <a:lnTo>
                        <a:pt x="48863" y="266128"/>
                      </a:lnTo>
                      <a:lnTo>
                        <a:pt x="43720" y="260985"/>
                      </a:lnTo>
                      <a:close/>
                      <a:moveTo>
                        <a:pt x="50101" y="287560"/>
                      </a:moveTo>
                      <a:cubicBezTo>
                        <a:pt x="50959" y="287274"/>
                        <a:pt x="51911" y="286417"/>
                        <a:pt x="52864" y="285178"/>
                      </a:cubicBezTo>
                      <a:cubicBezTo>
                        <a:pt x="53911" y="283750"/>
                        <a:pt x="54769" y="283083"/>
                        <a:pt x="55626" y="283083"/>
                      </a:cubicBezTo>
                      <a:cubicBezTo>
                        <a:pt x="55626" y="284131"/>
                        <a:pt x="54959" y="285655"/>
                        <a:pt x="53530" y="287560"/>
                      </a:cubicBezTo>
                      <a:lnTo>
                        <a:pt x="50101" y="287560"/>
                      </a:lnTo>
                      <a:close/>
                      <a:moveTo>
                        <a:pt x="58198" y="251650"/>
                      </a:moveTo>
                      <a:lnTo>
                        <a:pt x="56959" y="254794"/>
                      </a:lnTo>
                      <a:lnTo>
                        <a:pt x="52292" y="254794"/>
                      </a:lnTo>
                      <a:cubicBezTo>
                        <a:pt x="53435" y="251650"/>
                        <a:pt x="54578" y="249936"/>
                        <a:pt x="55721" y="249936"/>
                      </a:cubicBezTo>
                      <a:cubicBezTo>
                        <a:pt x="56578" y="249936"/>
                        <a:pt x="57340" y="250507"/>
                        <a:pt x="58293" y="251555"/>
                      </a:cubicBezTo>
                      <a:close/>
                      <a:moveTo>
                        <a:pt x="64960" y="223838"/>
                      </a:moveTo>
                      <a:lnTo>
                        <a:pt x="64960" y="227076"/>
                      </a:lnTo>
                      <a:lnTo>
                        <a:pt x="58198" y="221837"/>
                      </a:lnTo>
                      <a:cubicBezTo>
                        <a:pt x="59912" y="221171"/>
                        <a:pt x="62198" y="221837"/>
                        <a:pt x="64960" y="223838"/>
                      </a:cubicBezTo>
                      <a:close/>
                      <a:moveTo>
                        <a:pt x="58198" y="270605"/>
                      </a:moveTo>
                      <a:cubicBezTo>
                        <a:pt x="60484" y="270605"/>
                        <a:pt x="61627" y="272129"/>
                        <a:pt x="61627" y="274987"/>
                      </a:cubicBezTo>
                      <a:lnTo>
                        <a:pt x="58198" y="274987"/>
                      </a:lnTo>
                      <a:lnTo>
                        <a:pt x="58198" y="270605"/>
                      </a:lnTo>
                      <a:close/>
                      <a:moveTo>
                        <a:pt x="66199" y="304800"/>
                      </a:moveTo>
                      <a:lnTo>
                        <a:pt x="64960" y="303276"/>
                      </a:lnTo>
                      <a:lnTo>
                        <a:pt x="71723" y="299561"/>
                      </a:lnTo>
                      <a:lnTo>
                        <a:pt x="66199" y="304800"/>
                      </a:lnTo>
                      <a:close/>
                      <a:moveTo>
                        <a:pt x="314516" y="240792"/>
                      </a:moveTo>
                      <a:lnTo>
                        <a:pt x="299657" y="242792"/>
                      </a:lnTo>
                      <a:cubicBezTo>
                        <a:pt x="299371" y="243364"/>
                        <a:pt x="299275" y="243745"/>
                        <a:pt x="299275" y="244030"/>
                      </a:cubicBezTo>
                      <a:cubicBezTo>
                        <a:pt x="299275" y="244792"/>
                        <a:pt x="300418" y="245840"/>
                        <a:pt x="302800" y="247174"/>
                      </a:cubicBezTo>
                      <a:cubicBezTo>
                        <a:pt x="305181" y="248507"/>
                        <a:pt x="306515" y="249936"/>
                        <a:pt x="306515" y="251555"/>
                      </a:cubicBezTo>
                      <a:lnTo>
                        <a:pt x="309943" y="251555"/>
                      </a:lnTo>
                      <a:cubicBezTo>
                        <a:pt x="308134" y="259842"/>
                        <a:pt x="306610" y="268224"/>
                        <a:pt x="305181" y="276511"/>
                      </a:cubicBezTo>
                      <a:cubicBezTo>
                        <a:pt x="302990" y="285369"/>
                        <a:pt x="297466" y="291084"/>
                        <a:pt x="288798" y="293846"/>
                      </a:cubicBezTo>
                      <a:cubicBezTo>
                        <a:pt x="287274" y="288893"/>
                        <a:pt x="283940" y="287464"/>
                        <a:pt x="278606" y="289369"/>
                      </a:cubicBezTo>
                      <a:lnTo>
                        <a:pt x="276987" y="290608"/>
                      </a:lnTo>
                      <a:lnTo>
                        <a:pt x="283274" y="297085"/>
                      </a:lnTo>
                      <a:cubicBezTo>
                        <a:pt x="280702" y="296418"/>
                        <a:pt x="277940" y="294989"/>
                        <a:pt x="274892" y="292417"/>
                      </a:cubicBezTo>
                      <a:cubicBezTo>
                        <a:pt x="271748" y="289846"/>
                        <a:pt x="269367" y="288512"/>
                        <a:pt x="267652" y="288512"/>
                      </a:cubicBezTo>
                      <a:cubicBezTo>
                        <a:pt x="265748" y="288512"/>
                        <a:pt x="263461" y="289655"/>
                        <a:pt x="260985" y="291751"/>
                      </a:cubicBezTo>
                      <a:lnTo>
                        <a:pt x="266891" y="291751"/>
                      </a:lnTo>
                      <a:lnTo>
                        <a:pt x="265652" y="293846"/>
                      </a:lnTo>
                      <a:cubicBezTo>
                        <a:pt x="269081" y="294894"/>
                        <a:pt x="273367" y="297466"/>
                        <a:pt x="278701" y="301371"/>
                      </a:cubicBezTo>
                      <a:lnTo>
                        <a:pt x="266986" y="306229"/>
                      </a:lnTo>
                      <a:lnTo>
                        <a:pt x="269081" y="307467"/>
                      </a:lnTo>
                      <a:cubicBezTo>
                        <a:pt x="268510" y="307753"/>
                        <a:pt x="263938" y="309658"/>
                        <a:pt x="255556" y="313087"/>
                      </a:cubicBezTo>
                      <a:cubicBezTo>
                        <a:pt x="250984" y="314706"/>
                        <a:pt x="246793" y="315468"/>
                        <a:pt x="242887" y="315468"/>
                      </a:cubicBezTo>
                      <a:cubicBezTo>
                        <a:pt x="240983" y="315468"/>
                        <a:pt x="238792" y="315373"/>
                        <a:pt x="236601" y="315087"/>
                      </a:cubicBezTo>
                      <a:cubicBezTo>
                        <a:pt x="235172" y="318706"/>
                        <a:pt x="234791" y="321183"/>
                        <a:pt x="235363" y="322421"/>
                      </a:cubicBezTo>
                      <a:lnTo>
                        <a:pt x="171164" y="324421"/>
                      </a:lnTo>
                      <a:cubicBezTo>
                        <a:pt x="166021" y="319849"/>
                        <a:pt x="158115" y="316039"/>
                        <a:pt x="147066" y="312896"/>
                      </a:cubicBezTo>
                      <a:cubicBezTo>
                        <a:pt x="134969" y="309467"/>
                        <a:pt x="127254" y="306705"/>
                        <a:pt x="123825" y="304419"/>
                      </a:cubicBezTo>
                      <a:cubicBezTo>
                        <a:pt x="122492" y="302609"/>
                        <a:pt x="119920" y="301276"/>
                        <a:pt x="116396" y="300418"/>
                      </a:cubicBezTo>
                      <a:cubicBezTo>
                        <a:pt x="112871" y="299656"/>
                        <a:pt x="109442" y="298894"/>
                        <a:pt x="106108" y="298037"/>
                      </a:cubicBezTo>
                      <a:lnTo>
                        <a:pt x="110680" y="293656"/>
                      </a:lnTo>
                      <a:lnTo>
                        <a:pt x="104394" y="287274"/>
                      </a:lnTo>
                      <a:lnTo>
                        <a:pt x="102679" y="291655"/>
                      </a:lnTo>
                      <a:cubicBezTo>
                        <a:pt x="96964" y="290417"/>
                        <a:pt x="93917" y="285940"/>
                        <a:pt x="93345" y="278416"/>
                      </a:cubicBezTo>
                      <a:cubicBezTo>
                        <a:pt x="93059" y="271653"/>
                        <a:pt x="89154" y="268414"/>
                        <a:pt x="81534" y="268414"/>
                      </a:cubicBezTo>
                      <a:lnTo>
                        <a:pt x="76009" y="268414"/>
                      </a:lnTo>
                      <a:cubicBezTo>
                        <a:pt x="80772" y="268129"/>
                        <a:pt x="83153" y="265462"/>
                        <a:pt x="83153" y="260794"/>
                      </a:cubicBezTo>
                      <a:cubicBezTo>
                        <a:pt x="83153" y="259080"/>
                        <a:pt x="82772" y="257651"/>
                        <a:pt x="81915" y="256318"/>
                      </a:cubicBezTo>
                      <a:cubicBezTo>
                        <a:pt x="81058" y="254889"/>
                        <a:pt x="78105" y="253270"/>
                        <a:pt x="73057" y="251460"/>
                      </a:cubicBezTo>
                      <a:lnTo>
                        <a:pt x="71818" y="252698"/>
                      </a:lnTo>
                      <a:cubicBezTo>
                        <a:pt x="71533" y="253174"/>
                        <a:pt x="71152" y="253460"/>
                        <a:pt x="70485" y="253460"/>
                      </a:cubicBezTo>
                      <a:cubicBezTo>
                        <a:pt x="69628" y="253460"/>
                        <a:pt x="68961" y="252413"/>
                        <a:pt x="68485" y="250317"/>
                      </a:cubicBezTo>
                      <a:cubicBezTo>
                        <a:pt x="67913" y="248412"/>
                        <a:pt x="67913" y="246602"/>
                        <a:pt x="68485" y="245078"/>
                      </a:cubicBezTo>
                      <a:cubicBezTo>
                        <a:pt x="71247" y="244411"/>
                        <a:pt x="75533" y="241649"/>
                        <a:pt x="81153" y="236696"/>
                      </a:cubicBezTo>
                      <a:cubicBezTo>
                        <a:pt x="86201" y="232315"/>
                        <a:pt x="90488" y="230219"/>
                        <a:pt x="93821" y="230219"/>
                      </a:cubicBezTo>
                      <a:cubicBezTo>
                        <a:pt x="95440" y="230219"/>
                        <a:pt x="97250" y="230600"/>
                        <a:pt x="99250" y="231362"/>
                      </a:cubicBezTo>
                      <a:cubicBezTo>
                        <a:pt x="98107" y="229552"/>
                        <a:pt x="98012" y="227933"/>
                        <a:pt x="99060" y="226600"/>
                      </a:cubicBezTo>
                      <a:cubicBezTo>
                        <a:pt x="100013" y="225266"/>
                        <a:pt x="99060" y="223266"/>
                        <a:pt x="96298" y="220599"/>
                      </a:cubicBezTo>
                      <a:lnTo>
                        <a:pt x="110680" y="214217"/>
                      </a:lnTo>
                      <a:lnTo>
                        <a:pt x="107347" y="209740"/>
                      </a:lnTo>
                      <a:cubicBezTo>
                        <a:pt x="109538" y="209740"/>
                        <a:pt x="113252" y="208407"/>
                        <a:pt x="118300" y="205835"/>
                      </a:cubicBezTo>
                      <a:cubicBezTo>
                        <a:pt x="123444" y="203263"/>
                        <a:pt x="126682" y="202025"/>
                        <a:pt x="128397" y="202025"/>
                      </a:cubicBezTo>
                      <a:cubicBezTo>
                        <a:pt x="131254" y="202025"/>
                        <a:pt x="133064" y="204025"/>
                        <a:pt x="133921" y="208217"/>
                      </a:cubicBezTo>
                      <a:cubicBezTo>
                        <a:pt x="133064" y="216979"/>
                        <a:pt x="136493" y="225838"/>
                        <a:pt x="144018" y="234791"/>
                      </a:cubicBezTo>
                      <a:cubicBezTo>
                        <a:pt x="147733" y="239077"/>
                        <a:pt x="155162" y="245745"/>
                        <a:pt x="166402" y="254794"/>
                      </a:cubicBezTo>
                      <a:cubicBezTo>
                        <a:pt x="168116" y="258604"/>
                        <a:pt x="170878" y="260509"/>
                        <a:pt x="174784" y="260509"/>
                      </a:cubicBezTo>
                      <a:cubicBezTo>
                        <a:pt x="175927" y="260509"/>
                        <a:pt x="177641" y="260318"/>
                        <a:pt x="180022" y="259842"/>
                      </a:cubicBezTo>
                      <a:cubicBezTo>
                        <a:pt x="182404" y="259461"/>
                        <a:pt x="184213" y="259271"/>
                        <a:pt x="185356" y="259271"/>
                      </a:cubicBezTo>
                      <a:cubicBezTo>
                        <a:pt x="187833" y="259271"/>
                        <a:pt x="190309" y="259842"/>
                        <a:pt x="192500" y="260985"/>
                      </a:cubicBezTo>
                      <a:cubicBezTo>
                        <a:pt x="194786" y="262033"/>
                        <a:pt x="197358" y="262509"/>
                        <a:pt x="200120" y="262509"/>
                      </a:cubicBezTo>
                      <a:cubicBezTo>
                        <a:pt x="205168" y="262509"/>
                        <a:pt x="211074" y="260318"/>
                        <a:pt x="217837" y="255746"/>
                      </a:cubicBezTo>
                      <a:cubicBezTo>
                        <a:pt x="227933" y="249269"/>
                        <a:pt x="233743" y="245745"/>
                        <a:pt x="235172" y="245269"/>
                      </a:cubicBezTo>
                      <a:cubicBezTo>
                        <a:pt x="236506" y="243078"/>
                        <a:pt x="237268" y="240982"/>
                        <a:pt x="237268" y="238792"/>
                      </a:cubicBezTo>
                      <a:cubicBezTo>
                        <a:pt x="237268" y="235648"/>
                        <a:pt x="235363" y="231362"/>
                        <a:pt x="231553" y="226123"/>
                      </a:cubicBezTo>
                      <a:cubicBezTo>
                        <a:pt x="227743" y="220885"/>
                        <a:pt x="225552" y="216884"/>
                        <a:pt x="224980" y="214313"/>
                      </a:cubicBezTo>
                      <a:cubicBezTo>
                        <a:pt x="217932" y="213169"/>
                        <a:pt x="213931" y="210598"/>
                        <a:pt x="213074" y="206597"/>
                      </a:cubicBezTo>
                      <a:lnTo>
                        <a:pt x="215265" y="204978"/>
                      </a:lnTo>
                      <a:cubicBezTo>
                        <a:pt x="206311" y="201073"/>
                        <a:pt x="193738" y="194786"/>
                        <a:pt x="177736" y="186404"/>
                      </a:cubicBezTo>
                      <a:cubicBezTo>
                        <a:pt x="176117" y="187833"/>
                        <a:pt x="174403" y="188404"/>
                        <a:pt x="172688" y="188404"/>
                      </a:cubicBezTo>
                      <a:cubicBezTo>
                        <a:pt x="170402" y="188404"/>
                        <a:pt x="167545" y="186976"/>
                        <a:pt x="164211" y="184023"/>
                      </a:cubicBezTo>
                      <a:cubicBezTo>
                        <a:pt x="160782" y="181070"/>
                        <a:pt x="158210" y="179546"/>
                        <a:pt x="156210" y="179546"/>
                      </a:cubicBezTo>
                      <a:cubicBezTo>
                        <a:pt x="155353" y="179546"/>
                        <a:pt x="154496" y="179832"/>
                        <a:pt x="153734" y="180403"/>
                      </a:cubicBezTo>
                      <a:cubicBezTo>
                        <a:pt x="146685" y="178498"/>
                        <a:pt x="139636" y="172974"/>
                        <a:pt x="132588" y="163830"/>
                      </a:cubicBezTo>
                      <a:cubicBezTo>
                        <a:pt x="124777" y="153638"/>
                        <a:pt x="118110" y="147066"/>
                        <a:pt x="112776" y="144113"/>
                      </a:cubicBezTo>
                      <a:cubicBezTo>
                        <a:pt x="113252" y="141160"/>
                        <a:pt x="111919" y="137541"/>
                        <a:pt x="108585" y="133064"/>
                      </a:cubicBezTo>
                      <a:cubicBezTo>
                        <a:pt x="105251" y="128683"/>
                        <a:pt x="103822" y="125158"/>
                        <a:pt x="104394" y="122777"/>
                      </a:cubicBezTo>
                      <a:cubicBezTo>
                        <a:pt x="102394" y="119348"/>
                        <a:pt x="101155" y="112585"/>
                        <a:pt x="100584" y="102679"/>
                      </a:cubicBezTo>
                      <a:cubicBezTo>
                        <a:pt x="100013" y="93726"/>
                        <a:pt x="99536" y="84868"/>
                        <a:pt x="99250" y="76105"/>
                      </a:cubicBezTo>
                      <a:cubicBezTo>
                        <a:pt x="101536" y="75247"/>
                        <a:pt x="102679" y="74200"/>
                        <a:pt x="102679" y="72866"/>
                      </a:cubicBezTo>
                      <a:cubicBezTo>
                        <a:pt x="102679" y="72104"/>
                        <a:pt x="102108" y="70866"/>
                        <a:pt x="100965" y="69056"/>
                      </a:cubicBezTo>
                      <a:cubicBezTo>
                        <a:pt x="99822" y="67342"/>
                        <a:pt x="99250" y="66008"/>
                        <a:pt x="99250" y="65246"/>
                      </a:cubicBezTo>
                      <a:cubicBezTo>
                        <a:pt x="100679" y="61531"/>
                        <a:pt x="105442" y="56388"/>
                        <a:pt x="113633" y="50006"/>
                      </a:cubicBezTo>
                      <a:cubicBezTo>
                        <a:pt x="120396" y="44386"/>
                        <a:pt x="123730" y="39052"/>
                        <a:pt x="123730" y="33909"/>
                      </a:cubicBezTo>
                      <a:cubicBezTo>
                        <a:pt x="124873" y="33623"/>
                        <a:pt x="126778" y="32575"/>
                        <a:pt x="129445" y="30671"/>
                      </a:cubicBezTo>
                      <a:cubicBezTo>
                        <a:pt x="132112" y="28861"/>
                        <a:pt x="134017" y="27813"/>
                        <a:pt x="135064" y="27813"/>
                      </a:cubicBezTo>
                      <a:cubicBezTo>
                        <a:pt x="135922" y="27813"/>
                        <a:pt x="136588" y="28384"/>
                        <a:pt x="137160" y="29432"/>
                      </a:cubicBezTo>
                      <a:cubicBezTo>
                        <a:pt x="142589" y="21622"/>
                        <a:pt x="151162" y="15621"/>
                        <a:pt x="162877" y="11335"/>
                      </a:cubicBezTo>
                      <a:cubicBezTo>
                        <a:pt x="173355" y="8192"/>
                        <a:pt x="183737" y="4858"/>
                        <a:pt x="194215" y="1619"/>
                      </a:cubicBezTo>
                      <a:cubicBezTo>
                        <a:pt x="197263" y="571"/>
                        <a:pt x="200406" y="0"/>
                        <a:pt x="203549" y="0"/>
                      </a:cubicBezTo>
                      <a:cubicBezTo>
                        <a:pt x="208026" y="0"/>
                        <a:pt x="214027" y="1714"/>
                        <a:pt x="221647" y="5143"/>
                      </a:cubicBezTo>
                      <a:cubicBezTo>
                        <a:pt x="229267" y="8477"/>
                        <a:pt x="235363" y="10192"/>
                        <a:pt x="239840" y="10192"/>
                      </a:cubicBezTo>
                      <a:cubicBezTo>
                        <a:pt x="241840" y="10192"/>
                        <a:pt x="243745" y="9906"/>
                        <a:pt x="245745" y="9334"/>
                      </a:cubicBezTo>
                      <a:cubicBezTo>
                        <a:pt x="247745" y="13144"/>
                        <a:pt x="251269" y="15716"/>
                        <a:pt x="256318" y="17050"/>
                      </a:cubicBezTo>
                      <a:cubicBezTo>
                        <a:pt x="262795" y="18955"/>
                        <a:pt x="266986" y="20479"/>
                        <a:pt x="268986" y="21812"/>
                      </a:cubicBezTo>
                      <a:cubicBezTo>
                        <a:pt x="278511" y="22574"/>
                        <a:pt x="287084" y="34385"/>
                        <a:pt x="294703" y="57340"/>
                      </a:cubicBezTo>
                      <a:cubicBezTo>
                        <a:pt x="294418" y="60484"/>
                        <a:pt x="291941" y="64865"/>
                        <a:pt x="287274" y="70199"/>
                      </a:cubicBezTo>
                      <a:cubicBezTo>
                        <a:pt x="282607" y="75628"/>
                        <a:pt x="280416" y="80105"/>
                        <a:pt x="280702" y="83915"/>
                      </a:cubicBezTo>
                      <a:cubicBezTo>
                        <a:pt x="277654" y="83344"/>
                        <a:pt x="275939" y="84487"/>
                        <a:pt x="275653" y="87154"/>
                      </a:cubicBezTo>
                      <a:cubicBezTo>
                        <a:pt x="275368" y="90583"/>
                        <a:pt x="274606" y="92583"/>
                        <a:pt x="273558" y="93154"/>
                      </a:cubicBezTo>
                      <a:cubicBezTo>
                        <a:pt x="265748" y="96679"/>
                        <a:pt x="260223" y="98393"/>
                        <a:pt x="257175" y="98393"/>
                      </a:cubicBezTo>
                      <a:cubicBezTo>
                        <a:pt x="252698" y="98393"/>
                        <a:pt x="248507" y="95726"/>
                        <a:pt x="244507" y="90297"/>
                      </a:cubicBezTo>
                      <a:cubicBezTo>
                        <a:pt x="244221" y="86011"/>
                        <a:pt x="241363" y="82772"/>
                        <a:pt x="236125" y="80581"/>
                      </a:cubicBezTo>
                      <a:cubicBezTo>
                        <a:pt x="229934" y="78486"/>
                        <a:pt x="226219" y="75914"/>
                        <a:pt x="225171" y="72961"/>
                      </a:cubicBezTo>
                      <a:cubicBezTo>
                        <a:pt x="223456" y="72771"/>
                        <a:pt x="219075" y="71247"/>
                        <a:pt x="212026" y="68580"/>
                      </a:cubicBezTo>
                      <a:cubicBezTo>
                        <a:pt x="206407" y="66389"/>
                        <a:pt x="201930" y="65342"/>
                        <a:pt x="198501" y="65342"/>
                      </a:cubicBezTo>
                      <a:cubicBezTo>
                        <a:pt x="193738" y="65342"/>
                        <a:pt x="189643" y="67532"/>
                        <a:pt x="186309" y="71818"/>
                      </a:cubicBezTo>
                      <a:cubicBezTo>
                        <a:pt x="185166" y="71628"/>
                        <a:pt x="184118" y="71438"/>
                        <a:pt x="183261" y="71438"/>
                      </a:cubicBezTo>
                      <a:cubicBezTo>
                        <a:pt x="181070" y="71438"/>
                        <a:pt x="177451" y="73438"/>
                        <a:pt x="172784" y="77438"/>
                      </a:cubicBezTo>
                      <a:cubicBezTo>
                        <a:pt x="174212" y="79819"/>
                        <a:pt x="174879" y="82010"/>
                        <a:pt x="174879" y="83915"/>
                      </a:cubicBezTo>
                      <a:cubicBezTo>
                        <a:pt x="174879" y="86296"/>
                        <a:pt x="173069" y="88487"/>
                        <a:pt x="169164" y="90583"/>
                      </a:cubicBezTo>
                      <a:cubicBezTo>
                        <a:pt x="165354" y="92583"/>
                        <a:pt x="163449" y="94488"/>
                        <a:pt x="163449" y="96488"/>
                      </a:cubicBezTo>
                      <a:cubicBezTo>
                        <a:pt x="163449" y="98012"/>
                        <a:pt x="164401" y="100203"/>
                        <a:pt x="166402" y="102965"/>
                      </a:cubicBezTo>
                      <a:cubicBezTo>
                        <a:pt x="178213" y="119253"/>
                        <a:pt x="196025" y="131635"/>
                        <a:pt x="220027" y="139922"/>
                      </a:cubicBezTo>
                      <a:cubicBezTo>
                        <a:pt x="223171" y="140779"/>
                        <a:pt x="227552" y="143351"/>
                        <a:pt x="233362" y="147828"/>
                      </a:cubicBezTo>
                      <a:cubicBezTo>
                        <a:pt x="239173" y="152209"/>
                        <a:pt x="244030" y="154591"/>
                        <a:pt x="247936" y="155067"/>
                      </a:cubicBezTo>
                      <a:cubicBezTo>
                        <a:pt x="251841" y="155448"/>
                        <a:pt x="257366" y="158496"/>
                        <a:pt x="264414" y="164116"/>
                      </a:cubicBezTo>
                      <a:cubicBezTo>
                        <a:pt x="270605" y="169545"/>
                        <a:pt x="276511" y="171736"/>
                        <a:pt x="282226" y="170974"/>
                      </a:cubicBezTo>
                      <a:cubicBezTo>
                        <a:pt x="282226" y="173641"/>
                        <a:pt x="282607" y="175165"/>
                        <a:pt x="283464" y="175355"/>
                      </a:cubicBezTo>
                      <a:cubicBezTo>
                        <a:pt x="286036" y="175355"/>
                        <a:pt x="287941" y="177165"/>
                        <a:pt x="289179" y="180880"/>
                      </a:cubicBezTo>
                      <a:cubicBezTo>
                        <a:pt x="290417" y="184499"/>
                        <a:pt x="292417" y="185928"/>
                        <a:pt x="294894" y="185071"/>
                      </a:cubicBezTo>
                      <a:cubicBezTo>
                        <a:pt x="295466" y="186976"/>
                        <a:pt x="299085" y="192500"/>
                        <a:pt x="305848" y="201549"/>
                      </a:cubicBezTo>
                      <a:cubicBezTo>
                        <a:pt x="310896" y="209074"/>
                        <a:pt x="313468" y="215932"/>
                        <a:pt x="313468" y="222123"/>
                      </a:cubicBezTo>
                      <a:cubicBezTo>
                        <a:pt x="314896" y="223647"/>
                        <a:pt x="315563" y="225266"/>
                        <a:pt x="315563" y="226885"/>
                      </a:cubicBezTo>
                      <a:cubicBezTo>
                        <a:pt x="315563" y="228314"/>
                        <a:pt x="314896" y="230029"/>
                        <a:pt x="313468" y="231934"/>
                      </a:cubicBezTo>
                      <a:cubicBezTo>
                        <a:pt x="312039" y="233934"/>
                        <a:pt x="311372" y="235363"/>
                        <a:pt x="311372" y="236125"/>
                      </a:cubicBezTo>
                      <a:cubicBezTo>
                        <a:pt x="311372" y="237839"/>
                        <a:pt x="312515" y="239363"/>
                        <a:pt x="314801" y="240982"/>
                      </a:cubicBezTo>
                      <a:close/>
                      <a:moveTo>
                        <a:pt x="71723" y="250507"/>
                      </a:moveTo>
                      <a:lnTo>
                        <a:pt x="81439" y="247269"/>
                      </a:lnTo>
                      <a:lnTo>
                        <a:pt x="76771" y="247269"/>
                      </a:lnTo>
                      <a:lnTo>
                        <a:pt x="71723" y="250507"/>
                      </a:lnTo>
                      <a:close/>
                      <a:moveTo>
                        <a:pt x="74676" y="289465"/>
                      </a:moveTo>
                      <a:lnTo>
                        <a:pt x="76771" y="289465"/>
                      </a:lnTo>
                      <a:lnTo>
                        <a:pt x="80200" y="291846"/>
                      </a:lnTo>
                      <a:lnTo>
                        <a:pt x="74676" y="289465"/>
                      </a:lnTo>
                      <a:close/>
                      <a:moveTo>
                        <a:pt x="88201" y="310896"/>
                      </a:moveTo>
                      <a:cubicBezTo>
                        <a:pt x="87630" y="307943"/>
                        <a:pt x="88582" y="305181"/>
                        <a:pt x="91154" y="302800"/>
                      </a:cubicBezTo>
                      <a:lnTo>
                        <a:pt x="90678" y="303181"/>
                      </a:lnTo>
                      <a:cubicBezTo>
                        <a:pt x="90678" y="303943"/>
                        <a:pt x="91345" y="304895"/>
                        <a:pt x="92583" y="306134"/>
                      </a:cubicBezTo>
                      <a:cubicBezTo>
                        <a:pt x="93917" y="307276"/>
                        <a:pt x="94488" y="308229"/>
                        <a:pt x="94488" y="308705"/>
                      </a:cubicBezTo>
                      <a:cubicBezTo>
                        <a:pt x="94488" y="309467"/>
                        <a:pt x="93917" y="310229"/>
                        <a:pt x="92773" y="310801"/>
                      </a:cubicBezTo>
                      <a:lnTo>
                        <a:pt x="88106" y="310801"/>
                      </a:lnTo>
                      <a:close/>
                      <a:moveTo>
                        <a:pt x="92011" y="301561"/>
                      </a:moveTo>
                      <a:cubicBezTo>
                        <a:pt x="91440" y="302228"/>
                        <a:pt x="91250" y="302609"/>
                        <a:pt x="91250" y="302895"/>
                      </a:cubicBezTo>
                      <a:cubicBezTo>
                        <a:pt x="91250" y="302609"/>
                        <a:pt x="91440" y="302228"/>
                        <a:pt x="92011" y="301561"/>
                      </a:cubicBezTo>
                      <a:close/>
                      <a:moveTo>
                        <a:pt x="92869" y="294037"/>
                      </a:moveTo>
                      <a:cubicBezTo>
                        <a:pt x="93917" y="294037"/>
                        <a:pt x="95250" y="294608"/>
                        <a:pt x="96679" y="296037"/>
                      </a:cubicBezTo>
                      <a:cubicBezTo>
                        <a:pt x="98012" y="297371"/>
                        <a:pt x="98869" y="298132"/>
                        <a:pt x="99155" y="298418"/>
                      </a:cubicBezTo>
                      <a:cubicBezTo>
                        <a:pt x="97441" y="298704"/>
                        <a:pt x="95059" y="299752"/>
                        <a:pt x="92011" y="301561"/>
                      </a:cubicBezTo>
                      <a:cubicBezTo>
                        <a:pt x="94297" y="298894"/>
                        <a:pt x="94583" y="296418"/>
                        <a:pt x="92869" y="294037"/>
                      </a:cubicBezTo>
                      <a:close/>
                      <a:moveTo>
                        <a:pt x="102584" y="259747"/>
                      </a:moveTo>
                      <a:lnTo>
                        <a:pt x="102584" y="256508"/>
                      </a:lnTo>
                      <a:lnTo>
                        <a:pt x="92869" y="251650"/>
                      </a:lnTo>
                      <a:lnTo>
                        <a:pt x="102584" y="259747"/>
                      </a:lnTo>
                      <a:close/>
                      <a:moveTo>
                        <a:pt x="110585" y="272224"/>
                      </a:moveTo>
                      <a:cubicBezTo>
                        <a:pt x="110585" y="272224"/>
                        <a:pt x="111728" y="272605"/>
                        <a:pt x="114776" y="273082"/>
                      </a:cubicBezTo>
                      <a:cubicBezTo>
                        <a:pt x="116491" y="273272"/>
                        <a:pt x="117729" y="272605"/>
                        <a:pt x="118586" y="270700"/>
                      </a:cubicBezTo>
                      <a:cubicBezTo>
                        <a:pt x="115157" y="269653"/>
                        <a:pt x="112490" y="270129"/>
                        <a:pt x="110585" y="272224"/>
                      </a:cubicBezTo>
                      <a:cubicBezTo>
                        <a:pt x="109728" y="272224"/>
                        <a:pt x="109347" y="272701"/>
                        <a:pt x="109347" y="273463"/>
                      </a:cubicBezTo>
                      <a:lnTo>
                        <a:pt x="106013" y="276701"/>
                      </a:lnTo>
                      <a:lnTo>
                        <a:pt x="109347" y="276701"/>
                      </a:lnTo>
                      <a:cubicBezTo>
                        <a:pt x="109156" y="275368"/>
                        <a:pt x="109156" y="274225"/>
                        <a:pt x="109347" y="273463"/>
                      </a:cubicBezTo>
                      <a:lnTo>
                        <a:pt x="110585" y="272224"/>
                      </a:lnTo>
                      <a:close/>
                      <a:moveTo>
                        <a:pt x="112681" y="119634"/>
                      </a:moveTo>
                      <a:cubicBezTo>
                        <a:pt x="114109" y="118205"/>
                        <a:pt x="114490" y="116967"/>
                        <a:pt x="113919" y="115919"/>
                      </a:cubicBezTo>
                      <a:lnTo>
                        <a:pt x="115157" y="113157"/>
                      </a:lnTo>
                      <a:cubicBezTo>
                        <a:pt x="114014" y="111728"/>
                        <a:pt x="112585" y="110680"/>
                        <a:pt x="110776" y="109918"/>
                      </a:cubicBezTo>
                      <a:cubicBezTo>
                        <a:pt x="108966" y="109061"/>
                        <a:pt x="107728" y="108680"/>
                        <a:pt x="107156" y="108680"/>
                      </a:cubicBezTo>
                      <a:cubicBezTo>
                        <a:pt x="111633" y="110776"/>
                        <a:pt x="113919" y="113157"/>
                        <a:pt x="113919" y="115919"/>
                      </a:cubicBezTo>
                      <a:lnTo>
                        <a:pt x="112681" y="119634"/>
                      </a:lnTo>
                      <a:close/>
                      <a:moveTo>
                        <a:pt x="141827" y="96298"/>
                      </a:moveTo>
                      <a:lnTo>
                        <a:pt x="141827" y="95059"/>
                      </a:lnTo>
                      <a:cubicBezTo>
                        <a:pt x="140684" y="88106"/>
                        <a:pt x="135636" y="84582"/>
                        <a:pt x="126587" y="84582"/>
                      </a:cubicBezTo>
                      <a:cubicBezTo>
                        <a:pt x="119539" y="84582"/>
                        <a:pt x="113824" y="86487"/>
                        <a:pt x="109252" y="90202"/>
                      </a:cubicBezTo>
                      <a:cubicBezTo>
                        <a:pt x="110680" y="90773"/>
                        <a:pt x="112204" y="93440"/>
                        <a:pt x="113728" y="98107"/>
                      </a:cubicBezTo>
                      <a:cubicBezTo>
                        <a:pt x="115252" y="102870"/>
                        <a:pt x="118015" y="104775"/>
                        <a:pt x="122015" y="103918"/>
                      </a:cubicBezTo>
                      <a:lnTo>
                        <a:pt x="122015" y="102775"/>
                      </a:lnTo>
                      <a:cubicBezTo>
                        <a:pt x="122872" y="101917"/>
                        <a:pt x="123825" y="98965"/>
                        <a:pt x="124873" y="93821"/>
                      </a:cubicBezTo>
                      <a:cubicBezTo>
                        <a:pt x="125730" y="89535"/>
                        <a:pt x="127444" y="87344"/>
                        <a:pt x="130016" y="87344"/>
                      </a:cubicBezTo>
                      <a:cubicBezTo>
                        <a:pt x="131159" y="87344"/>
                        <a:pt x="132397" y="87725"/>
                        <a:pt x="133826" y="88582"/>
                      </a:cubicBezTo>
                      <a:lnTo>
                        <a:pt x="133826" y="91821"/>
                      </a:lnTo>
                      <a:cubicBezTo>
                        <a:pt x="134398" y="91535"/>
                        <a:pt x="135064" y="91345"/>
                        <a:pt x="135922" y="91345"/>
                      </a:cubicBezTo>
                      <a:cubicBezTo>
                        <a:pt x="136493" y="91345"/>
                        <a:pt x="138493" y="92964"/>
                        <a:pt x="141827" y="96202"/>
                      </a:cubicBezTo>
                      <a:close/>
                      <a:moveTo>
                        <a:pt x="115252" y="225171"/>
                      </a:moveTo>
                      <a:cubicBezTo>
                        <a:pt x="112681" y="225171"/>
                        <a:pt x="111157" y="224790"/>
                        <a:pt x="110585" y="223933"/>
                      </a:cubicBezTo>
                      <a:lnTo>
                        <a:pt x="114014" y="228314"/>
                      </a:lnTo>
                      <a:cubicBezTo>
                        <a:pt x="115443" y="227552"/>
                        <a:pt x="115824" y="226504"/>
                        <a:pt x="115252" y="225076"/>
                      </a:cubicBezTo>
                      <a:close/>
                      <a:moveTo>
                        <a:pt x="118681" y="100774"/>
                      </a:moveTo>
                      <a:lnTo>
                        <a:pt x="117348" y="99536"/>
                      </a:lnTo>
                      <a:lnTo>
                        <a:pt x="120777" y="99536"/>
                      </a:lnTo>
                      <a:cubicBezTo>
                        <a:pt x="120777" y="99536"/>
                        <a:pt x="119729" y="100108"/>
                        <a:pt x="118681" y="100774"/>
                      </a:cubicBezTo>
                      <a:close/>
                      <a:moveTo>
                        <a:pt x="120777" y="99536"/>
                      </a:moveTo>
                      <a:cubicBezTo>
                        <a:pt x="121348" y="98965"/>
                        <a:pt x="121729" y="98965"/>
                        <a:pt x="122015" y="99536"/>
                      </a:cubicBezTo>
                      <a:lnTo>
                        <a:pt x="120777" y="99536"/>
                      </a:lnTo>
                      <a:close/>
                      <a:moveTo>
                        <a:pt x="123730" y="297371"/>
                      </a:moveTo>
                      <a:lnTo>
                        <a:pt x="127063" y="294132"/>
                      </a:lnTo>
                      <a:cubicBezTo>
                        <a:pt x="125635" y="292798"/>
                        <a:pt x="124587" y="292036"/>
                        <a:pt x="123730" y="292036"/>
                      </a:cubicBezTo>
                      <a:lnTo>
                        <a:pt x="123730" y="297371"/>
                      </a:lnTo>
                      <a:close/>
                      <a:moveTo>
                        <a:pt x="128778" y="105156"/>
                      </a:moveTo>
                      <a:cubicBezTo>
                        <a:pt x="129254" y="103632"/>
                        <a:pt x="128778" y="101727"/>
                        <a:pt x="127063" y="99536"/>
                      </a:cubicBezTo>
                      <a:lnTo>
                        <a:pt x="127063" y="107156"/>
                      </a:lnTo>
                      <a:lnTo>
                        <a:pt x="128778" y="105156"/>
                      </a:lnTo>
                      <a:close/>
                      <a:moveTo>
                        <a:pt x="135064" y="323088"/>
                      </a:moveTo>
                      <a:lnTo>
                        <a:pt x="133826" y="321850"/>
                      </a:lnTo>
                      <a:lnTo>
                        <a:pt x="137255" y="321850"/>
                      </a:lnTo>
                      <a:cubicBezTo>
                        <a:pt x="135636" y="322612"/>
                        <a:pt x="134874" y="323088"/>
                        <a:pt x="135160" y="323088"/>
                      </a:cubicBezTo>
                      <a:close/>
                      <a:moveTo>
                        <a:pt x="176117" y="289655"/>
                      </a:moveTo>
                      <a:lnTo>
                        <a:pt x="177736" y="287655"/>
                      </a:lnTo>
                      <a:lnTo>
                        <a:pt x="176117" y="283178"/>
                      </a:lnTo>
                      <a:lnTo>
                        <a:pt x="176117" y="289655"/>
                      </a:lnTo>
                      <a:close/>
                    </a:path>
                  </a:pathLst>
                </a:custGeom>
                <a:solidFill>
                  <a:srgbClr val="F5F19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 name="Google Shape;771;p99"/>
                <p:cNvSpPr/>
                <p:nvPr/>
              </p:nvSpPr>
              <p:spPr>
                <a:xfrm>
                  <a:off x="4640008" y="2104188"/>
                  <a:ext cx="228313" cy="324781"/>
                </a:xfrm>
                <a:custGeom>
                  <a:avLst/>
                  <a:gdLst/>
                  <a:ahLst/>
                  <a:cxnLst/>
                  <a:rect l="l" t="t" r="r" b="b"/>
                  <a:pathLst>
                    <a:path w="228313" h="324781" extrusionOk="0">
                      <a:moveTo>
                        <a:pt x="224885" y="11123"/>
                      </a:moveTo>
                      <a:lnTo>
                        <a:pt x="228314" y="68369"/>
                      </a:lnTo>
                      <a:cubicBezTo>
                        <a:pt x="221266" y="70559"/>
                        <a:pt x="211645" y="71036"/>
                        <a:pt x="199549" y="69893"/>
                      </a:cubicBezTo>
                      <a:cubicBezTo>
                        <a:pt x="185166" y="68559"/>
                        <a:pt x="175736" y="68178"/>
                        <a:pt x="171259" y="68654"/>
                      </a:cubicBezTo>
                      <a:cubicBezTo>
                        <a:pt x="161163" y="69988"/>
                        <a:pt x="153067" y="74655"/>
                        <a:pt x="146780" y="82370"/>
                      </a:cubicBezTo>
                      <a:cubicBezTo>
                        <a:pt x="147256" y="84180"/>
                        <a:pt x="147638" y="86276"/>
                        <a:pt x="147638" y="88371"/>
                      </a:cubicBezTo>
                      <a:cubicBezTo>
                        <a:pt x="147638" y="90467"/>
                        <a:pt x="147161" y="93705"/>
                        <a:pt x="146399" y="97896"/>
                      </a:cubicBezTo>
                      <a:cubicBezTo>
                        <a:pt x="145637" y="102087"/>
                        <a:pt x="145161" y="105230"/>
                        <a:pt x="145161" y="107326"/>
                      </a:cubicBezTo>
                      <a:cubicBezTo>
                        <a:pt x="145161" y="110564"/>
                        <a:pt x="145732" y="113708"/>
                        <a:pt x="146875" y="116660"/>
                      </a:cubicBezTo>
                      <a:cubicBezTo>
                        <a:pt x="147733" y="118184"/>
                        <a:pt x="148114" y="119708"/>
                        <a:pt x="148114" y="121042"/>
                      </a:cubicBezTo>
                      <a:cubicBezTo>
                        <a:pt x="148114" y="122852"/>
                        <a:pt x="147542" y="125042"/>
                        <a:pt x="146399" y="127519"/>
                      </a:cubicBezTo>
                      <a:cubicBezTo>
                        <a:pt x="145256" y="129900"/>
                        <a:pt x="144684" y="131710"/>
                        <a:pt x="144684" y="132758"/>
                      </a:cubicBezTo>
                      <a:cubicBezTo>
                        <a:pt x="144684" y="134377"/>
                        <a:pt x="145351" y="135806"/>
                        <a:pt x="146780" y="137139"/>
                      </a:cubicBezTo>
                      <a:lnTo>
                        <a:pt x="145542" y="155332"/>
                      </a:lnTo>
                      <a:cubicBezTo>
                        <a:pt x="145256" y="153141"/>
                        <a:pt x="143732" y="151808"/>
                        <a:pt x="140875" y="151236"/>
                      </a:cubicBezTo>
                      <a:cubicBezTo>
                        <a:pt x="136874" y="150093"/>
                        <a:pt x="134683" y="149522"/>
                        <a:pt x="134112" y="149236"/>
                      </a:cubicBezTo>
                      <a:cubicBezTo>
                        <a:pt x="132969" y="149998"/>
                        <a:pt x="132588" y="151046"/>
                        <a:pt x="132778" y="152284"/>
                      </a:cubicBezTo>
                      <a:cubicBezTo>
                        <a:pt x="133159" y="153522"/>
                        <a:pt x="132969" y="154665"/>
                        <a:pt x="132397" y="155713"/>
                      </a:cubicBezTo>
                      <a:cubicBezTo>
                        <a:pt x="134112" y="154951"/>
                        <a:pt x="135541" y="154475"/>
                        <a:pt x="136588" y="154475"/>
                      </a:cubicBezTo>
                      <a:cubicBezTo>
                        <a:pt x="138493" y="154475"/>
                        <a:pt x="140113" y="156570"/>
                        <a:pt x="141160" y="160571"/>
                      </a:cubicBezTo>
                      <a:cubicBezTo>
                        <a:pt x="142303" y="165714"/>
                        <a:pt x="143351" y="168572"/>
                        <a:pt x="144208" y="169334"/>
                      </a:cubicBezTo>
                      <a:lnTo>
                        <a:pt x="142113" y="169334"/>
                      </a:lnTo>
                      <a:cubicBezTo>
                        <a:pt x="145542" y="178287"/>
                        <a:pt x="147256" y="190479"/>
                        <a:pt x="147638" y="206481"/>
                      </a:cubicBezTo>
                      <a:cubicBezTo>
                        <a:pt x="147351" y="219340"/>
                        <a:pt x="147161" y="232103"/>
                        <a:pt x="147161" y="244772"/>
                      </a:cubicBezTo>
                      <a:cubicBezTo>
                        <a:pt x="147447" y="252201"/>
                        <a:pt x="148018" y="258964"/>
                        <a:pt x="148876" y="264774"/>
                      </a:cubicBezTo>
                      <a:cubicBezTo>
                        <a:pt x="149161" y="264774"/>
                        <a:pt x="150209" y="265441"/>
                        <a:pt x="152019" y="266489"/>
                      </a:cubicBezTo>
                      <a:cubicBezTo>
                        <a:pt x="153829" y="267536"/>
                        <a:pt x="155543" y="267822"/>
                        <a:pt x="156876" y="267251"/>
                      </a:cubicBezTo>
                      <a:cubicBezTo>
                        <a:pt x="154876" y="271251"/>
                        <a:pt x="153638" y="281633"/>
                        <a:pt x="153067" y="298207"/>
                      </a:cubicBezTo>
                      <a:cubicBezTo>
                        <a:pt x="152781" y="307351"/>
                        <a:pt x="149923" y="313637"/>
                        <a:pt x="144304" y="317162"/>
                      </a:cubicBezTo>
                      <a:cubicBezTo>
                        <a:pt x="145161" y="317638"/>
                        <a:pt x="145542" y="319162"/>
                        <a:pt x="145542" y="321543"/>
                      </a:cubicBezTo>
                      <a:cubicBezTo>
                        <a:pt x="142399" y="321829"/>
                        <a:pt x="132778" y="321829"/>
                        <a:pt x="116776" y="321543"/>
                      </a:cubicBezTo>
                      <a:cubicBezTo>
                        <a:pt x="104965" y="321257"/>
                        <a:pt x="95536" y="322400"/>
                        <a:pt x="88487" y="324782"/>
                      </a:cubicBezTo>
                      <a:cubicBezTo>
                        <a:pt x="82582" y="319924"/>
                        <a:pt x="79629" y="312685"/>
                        <a:pt x="79629" y="303065"/>
                      </a:cubicBezTo>
                      <a:cubicBezTo>
                        <a:pt x="79915" y="294778"/>
                        <a:pt x="80105" y="286396"/>
                        <a:pt x="80105" y="278109"/>
                      </a:cubicBezTo>
                      <a:cubicBezTo>
                        <a:pt x="81534" y="247343"/>
                        <a:pt x="82201" y="215054"/>
                        <a:pt x="82201" y="181526"/>
                      </a:cubicBezTo>
                      <a:cubicBezTo>
                        <a:pt x="82201" y="147998"/>
                        <a:pt x="81534" y="113708"/>
                        <a:pt x="80105" y="77989"/>
                      </a:cubicBezTo>
                      <a:cubicBezTo>
                        <a:pt x="78391" y="72274"/>
                        <a:pt x="73914" y="69512"/>
                        <a:pt x="66580" y="69512"/>
                      </a:cubicBezTo>
                      <a:cubicBezTo>
                        <a:pt x="65151" y="69512"/>
                        <a:pt x="63246" y="69702"/>
                        <a:pt x="60674" y="69893"/>
                      </a:cubicBezTo>
                      <a:lnTo>
                        <a:pt x="55245" y="69893"/>
                      </a:lnTo>
                      <a:cubicBezTo>
                        <a:pt x="51530" y="69893"/>
                        <a:pt x="48577" y="69416"/>
                        <a:pt x="46387" y="68369"/>
                      </a:cubicBezTo>
                      <a:cubicBezTo>
                        <a:pt x="48863" y="68559"/>
                        <a:pt x="40481" y="68750"/>
                        <a:pt x="21050" y="68750"/>
                      </a:cubicBezTo>
                      <a:cubicBezTo>
                        <a:pt x="12287" y="68750"/>
                        <a:pt x="5239" y="66654"/>
                        <a:pt x="0" y="62273"/>
                      </a:cubicBezTo>
                      <a:lnTo>
                        <a:pt x="0" y="5980"/>
                      </a:lnTo>
                      <a:cubicBezTo>
                        <a:pt x="1429" y="7313"/>
                        <a:pt x="3048" y="7980"/>
                        <a:pt x="5048" y="7980"/>
                      </a:cubicBezTo>
                      <a:cubicBezTo>
                        <a:pt x="8477" y="7980"/>
                        <a:pt x="11811" y="5789"/>
                        <a:pt x="15145" y="1503"/>
                      </a:cubicBezTo>
                      <a:cubicBezTo>
                        <a:pt x="32290" y="455"/>
                        <a:pt x="57721" y="265"/>
                        <a:pt x="91440" y="1122"/>
                      </a:cubicBezTo>
                      <a:cubicBezTo>
                        <a:pt x="125063" y="1979"/>
                        <a:pt x="150876" y="1694"/>
                        <a:pt x="168878" y="360"/>
                      </a:cubicBezTo>
                      <a:cubicBezTo>
                        <a:pt x="169735" y="1979"/>
                        <a:pt x="170974" y="2741"/>
                        <a:pt x="172688" y="2741"/>
                      </a:cubicBezTo>
                      <a:cubicBezTo>
                        <a:pt x="173831" y="2741"/>
                        <a:pt x="175355" y="2360"/>
                        <a:pt x="177355" y="1503"/>
                      </a:cubicBezTo>
                      <a:cubicBezTo>
                        <a:pt x="179356" y="836"/>
                        <a:pt x="180784" y="265"/>
                        <a:pt x="181642" y="265"/>
                      </a:cubicBezTo>
                      <a:cubicBezTo>
                        <a:pt x="184975" y="2170"/>
                        <a:pt x="193834" y="2170"/>
                        <a:pt x="208216" y="265"/>
                      </a:cubicBezTo>
                      <a:cubicBezTo>
                        <a:pt x="218884" y="-1069"/>
                        <a:pt x="224504" y="2646"/>
                        <a:pt x="225076" y="11123"/>
                      </a:cubicBezTo>
                      <a:close/>
                      <a:moveTo>
                        <a:pt x="36195" y="23601"/>
                      </a:moveTo>
                      <a:cubicBezTo>
                        <a:pt x="38957" y="19315"/>
                        <a:pt x="42672" y="17124"/>
                        <a:pt x="47053" y="17124"/>
                      </a:cubicBezTo>
                      <a:cubicBezTo>
                        <a:pt x="48768" y="17124"/>
                        <a:pt x="51530" y="17505"/>
                        <a:pt x="55340" y="18362"/>
                      </a:cubicBezTo>
                      <a:cubicBezTo>
                        <a:pt x="59150" y="19220"/>
                        <a:pt x="62198" y="19601"/>
                        <a:pt x="64484" y="19601"/>
                      </a:cubicBezTo>
                      <a:cubicBezTo>
                        <a:pt x="66770" y="19601"/>
                        <a:pt x="68866" y="19410"/>
                        <a:pt x="70771" y="18839"/>
                      </a:cubicBezTo>
                      <a:lnTo>
                        <a:pt x="64008" y="12362"/>
                      </a:lnTo>
                      <a:cubicBezTo>
                        <a:pt x="61436" y="12362"/>
                        <a:pt x="60293" y="11314"/>
                        <a:pt x="60579" y="9123"/>
                      </a:cubicBezTo>
                      <a:cubicBezTo>
                        <a:pt x="61150" y="6456"/>
                        <a:pt x="61150" y="4932"/>
                        <a:pt x="60579" y="4742"/>
                      </a:cubicBezTo>
                      <a:cubicBezTo>
                        <a:pt x="59817" y="6266"/>
                        <a:pt x="58769" y="7218"/>
                        <a:pt x="57626" y="7599"/>
                      </a:cubicBezTo>
                      <a:cubicBezTo>
                        <a:pt x="57055" y="7313"/>
                        <a:pt x="56388" y="7218"/>
                        <a:pt x="55531" y="7218"/>
                      </a:cubicBezTo>
                      <a:cubicBezTo>
                        <a:pt x="55245" y="7504"/>
                        <a:pt x="55245" y="8837"/>
                        <a:pt x="55531" y="11219"/>
                      </a:cubicBezTo>
                      <a:cubicBezTo>
                        <a:pt x="52101" y="13314"/>
                        <a:pt x="47815" y="14648"/>
                        <a:pt x="42481" y="15219"/>
                      </a:cubicBezTo>
                      <a:cubicBezTo>
                        <a:pt x="35909" y="15791"/>
                        <a:pt x="31813" y="16457"/>
                        <a:pt x="29813" y="17219"/>
                      </a:cubicBezTo>
                      <a:lnTo>
                        <a:pt x="38290" y="17219"/>
                      </a:lnTo>
                      <a:cubicBezTo>
                        <a:pt x="36576" y="19601"/>
                        <a:pt x="34957" y="21315"/>
                        <a:pt x="33242" y="22077"/>
                      </a:cubicBezTo>
                      <a:cubicBezTo>
                        <a:pt x="32956" y="22077"/>
                        <a:pt x="32861" y="21887"/>
                        <a:pt x="32861" y="21696"/>
                      </a:cubicBezTo>
                      <a:cubicBezTo>
                        <a:pt x="32290" y="21887"/>
                        <a:pt x="31718" y="22268"/>
                        <a:pt x="31147" y="22934"/>
                      </a:cubicBezTo>
                      <a:cubicBezTo>
                        <a:pt x="29432" y="23411"/>
                        <a:pt x="28194" y="23696"/>
                        <a:pt x="27337" y="23696"/>
                      </a:cubicBezTo>
                      <a:cubicBezTo>
                        <a:pt x="26289" y="23125"/>
                        <a:pt x="24670" y="23125"/>
                        <a:pt x="22669" y="23696"/>
                      </a:cubicBezTo>
                      <a:cubicBezTo>
                        <a:pt x="16764" y="23125"/>
                        <a:pt x="12668" y="23125"/>
                        <a:pt x="10382" y="23696"/>
                      </a:cubicBezTo>
                      <a:lnTo>
                        <a:pt x="10382" y="21696"/>
                      </a:lnTo>
                      <a:lnTo>
                        <a:pt x="5334" y="26935"/>
                      </a:lnTo>
                      <a:cubicBezTo>
                        <a:pt x="6763" y="27411"/>
                        <a:pt x="8287" y="27697"/>
                        <a:pt x="10001" y="27697"/>
                      </a:cubicBezTo>
                      <a:cubicBezTo>
                        <a:pt x="10573" y="27697"/>
                        <a:pt x="14764" y="26363"/>
                        <a:pt x="22669" y="23696"/>
                      </a:cubicBezTo>
                      <a:lnTo>
                        <a:pt x="27337" y="23696"/>
                      </a:lnTo>
                      <a:cubicBezTo>
                        <a:pt x="28194" y="24268"/>
                        <a:pt x="28861" y="24935"/>
                        <a:pt x="29432" y="25982"/>
                      </a:cubicBezTo>
                      <a:cubicBezTo>
                        <a:pt x="30004" y="26840"/>
                        <a:pt x="30575" y="27983"/>
                        <a:pt x="31147" y="29316"/>
                      </a:cubicBezTo>
                      <a:cubicBezTo>
                        <a:pt x="30861" y="28554"/>
                        <a:pt x="30384" y="27602"/>
                        <a:pt x="29813" y="26554"/>
                      </a:cubicBezTo>
                      <a:cubicBezTo>
                        <a:pt x="29813" y="24935"/>
                        <a:pt x="30289" y="23696"/>
                        <a:pt x="31147" y="22934"/>
                      </a:cubicBezTo>
                      <a:cubicBezTo>
                        <a:pt x="31718" y="22934"/>
                        <a:pt x="32385" y="22649"/>
                        <a:pt x="33242" y="22172"/>
                      </a:cubicBezTo>
                      <a:cubicBezTo>
                        <a:pt x="35242" y="24839"/>
                        <a:pt x="36195" y="26459"/>
                        <a:pt x="36195" y="26935"/>
                      </a:cubicBezTo>
                      <a:lnTo>
                        <a:pt x="47530" y="24935"/>
                      </a:lnTo>
                      <a:lnTo>
                        <a:pt x="36195" y="23696"/>
                      </a:lnTo>
                      <a:close/>
                      <a:moveTo>
                        <a:pt x="27717" y="42175"/>
                      </a:moveTo>
                      <a:lnTo>
                        <a:pt x="34480" y="38936"/>
                      </a:lnTo>
                      <a:lnTo>
                        <a:pt x="31051" y="38936"/>
                      </a:lnTo>
                      <a:lnTo>
                        <a:pt x="27717" y="42175"/>
                      </a:lnTo>
                      <a:close/>
                      <a:moveTo>
                        <a:pt x="80105" y="11123"/>
                      </a:moveTo>
                      <a:lnTo>
                        <a:pt x="85153" y="5885"/>
                      </a:lnTo>
                      <a:cubicBezTo>
                        <a:pt x="83439" y="5599"/>
                        <a:pt x="81343" y="4837"/>
                        <a:pt x="78867" y="3503"/>
                      </a:cubicBezTo>
                      <a:lnTo>
                        <a:pt x="73342" y="11123"/>
                      </a:lnTo>
                      <a:lnTo>
                        <a:pt x="67437" y="7980"/>
                      </a:lnTo>
                      <a:lnTo>
                        <a:pt x="75438" y="15600"/>
                      </a:lnTo>
                      <a:cubicBezTo>
                        <a:pt x="75438" y="10266"/>
                        <a:pt x="76581" y="7028"/>
                        <a:pt x="78867" y="5980"/>
                      </a:cubicBezTo>
                      <a:cubicBezTo>
                        <a:pt x="79629" y="6551"/>
                        <a:pt x="80105" y="8266"/>
                        <a:pt x="80105" y="11219"/>
                      </a:cubicBezTo>
                      <a:close/>
                      <a:moveTo>
                        <a:pt x="96583" y="172667"/>
                      </a:moveTo>
                      <a:cubicBezTo>
                        <a:pt x="101632" y="173239"/>
                        <a:pt x="103917" y="172763"/>
                        <a:pt x="103346" y="171429"/>
                      </a:cubicBezTo>
                      <a:cubicBezTo>
                        <a:pt x="102298" y="170953"/>
                        <a:pt x="100013" y="171334"/>
                        <a:pt x="96583" y="172667"/>
                      </a:cubicBezTo>
                      <a:cubicBezTo>
                        <a:pt x="95155" y="172096"/>
                        <a:pt x="94107" y="172096"/>
                        <a:pt x="93154" y="172667"/>
                      </a:cubicBezTo>
                      <a:cubicBezTo>
                        <a:pt x="94583" y="173239"/>
                        <a:pt x="95726" y="173239"/>
                        <a:pt x="96583" y="172667"/>
                      </a:cubicBezTo>
                      <a:close/>
                      <a:moveTo>
                        <a:pt x="140970" y="166190"/>
                      </a:moveTo>
                      <a:cubicBezTo>
                        <a:pt x="137922" y="164095"/>
                        <a:pt x="133350" y="162952"/>
                        <a:pt x="127444" y="162952"/>
                      </a:cubicBezTo>
                      <a:cubicBezTo>
                        <a:pt x="120396" y="162952"/>
                        <a:pt x="115633" y="162571"/>
                        <a:pt x="113062" y="161714"/>
                      </a:cubicBezTo>
                      <a:lnTo>
                        <a:pt x="124492" y="168095"/>
                      </a:lnTo>
                      <a:cubicBezTo>
                        <a:pt x="123158" y="168667"/>
                        <a:pt x="122396" y="169715"/>
                        <a:pt x="122396" y="171334"/>
                      </a:cubicBezTo>
                      <a:lnTo>
                        <a:pt x="125825" y="171334"/>
                      </a:lnTo>
                      <a:cubicBezTo>
                        <a:pt x="126968" y="171905"/>
                        <a:pt x="127540" y="172382"/>
                        <a:pt x="127540" y="172953"/>
                      </a:cubicBezTo>
                      <a:cubicBezTo>
                        <a:pt x="127540" y="173144"/>
                        <a:pt x="127159" y="174001"/>
                        <a:pt x="126301" y="175334"/>
                      </a:cubicBezTo>
                      <a:cubicBezTo>
                        <a:pt x="125444" y="176668"/>
                        <a:pt x="125254" y="177906"/>
                        <a:pt x="125920" y="178954"/>
                      </a:cubicBezTo>
                      <a:lnTo>
                        <a:pt x="132683" y="178954"/>
                      </a:lnTo>
                      <a:cubicBezTo>
                        <a:pt x="129254" y="175811"/>
                        <a:pt x="127540" y="173429"/>
                        <a:pt x="127540" y="172096"/>
                      </a:cubicBezTo>
                      <a:cubicBezTo>
                        <a:pt x="127540" y="171048"/>
                        <a:pt x="128301" y="170191"/>
                        <a:pt x="129921" y="169524"/>
                      </a:cubicBezTo>
                      <a:cubicBezTo>
                        <a:pt x="131445" y="168762"/>
                        <a:pt x="133350" y="168000"/>
                        <a:pt x="135636" y="167238"/>
                      </a:cubicBezTo>
                      <a:cubicBezTo>
                        <a:pt x="137541" y="166952"/>
                        <a:pt x="139446" y="167714"/>
                        <a:pt x="141160" y="169238"/>
                      </a:cubicBezTo>
                      <a:lnTo>
                        <a:pt x="141160" y="166095"/>
                      </a:lnTo>
                      <a:close/>
                      <a:moveTo>
                        <a:pt x="124492" y="138377"/>
                      </a:moveTo>
                      <a:cubicBezTo>
                        <a:pt x="126206" y="140568"/>
                        <a:pt x="128397" y="141616"/>
                        <a:pt x="131254" y="141616"/>
                      </a:cubicBezTo>
                      <a:cubicBezTo>
                        <a:pt x="135445" y="141616"/>
                        <a:pt x="139065" y="140092"/>
                        <a:pt x="142208" y="137139"/>
                      </a:cubicBezTo>
                      <a:lnTo>
                        <a:pt x="135922" y="135139"/>
                      </a:lnTo>
                      <a:cubicBezTo>
                        <a:pt x="135636" y="138282"/>
                        <a:pt x="134874" y="139997"/>
                        <a:pt x="133826" y="139997"/>
                      </a:cubicBezTo>
                      <a:cubicBezTo>
                        <a:pt x="133540" y="139997"/>
                        <a:pt x="132397" y="139044"/>
                        <a:pt x="130207" y="137139"/>
                      </a:cubicBezTo>
                      <a:cubicBezTo>
                        <a:pt x="128111" y="135329"/>
                        <a:pt x="126206" y="134567"/>
                        <a:pt x="124492" y="135139"/>
                      </a:cubicBezTo>
                      <a:lnTo>
                        <a:pt x="124492" y="138282"/>
                      </a:lnTo>
                      <a:close/>
                      <a:moveTo>
                        <a:pt x="140208" y="176668"/>
                      </a:moveTo>
                      <a:lnTo>
                        <a:pt x="140970" y="177049"/>
                      </a:lnTo>
                      <a:lnTo>
                        <a:pt x="140208" y="176668"/>
                      </a:lnTo>
                      <a:lnTo>
                        <a:pt x="132588" y="171429"/>
                      </a:lnTo>
                      <a:cubicBezTo>
                        <a:pt x="131731" y="173906"/>
                        <a:pt x="132588" y="175334"/>
                        <a:pt x="135159" y="175906"/>
                      </a:cubicBezTo>
                      <a:cubicBezTo>
                        <a:pt x="136874" y="176192"/>
                        <a:pt x="138493" y="176382"/>
                        <a:pt x="140303" y="176668"/>
                      </a:cubicBezTo>
                      <a:close/>
                    </a:path>
                  </a:pathLst>
                </a:custGeom>
                <a:solidFill>
                  <a:srgbClr val="F5F19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 name="Google Shape;772;p99"/>
                <p:cNvSpPr/>
                <p:nvPr/>
              </p:nvSpPr>
              <p:spPr>
                <a:xfrm>
                  <a:off x="4867845" y="2100548"/>
                  <a:ext cx="266604" cy="344233"/>
                </a:xfrm>
                <a:custGeom>
                  <a:avLst/>
                  <a:gdLst/>
                  <a:ahLst/>
                  <a:cxnLst/>
                  <a:rect l="l" t="t" r="r" b="b"/>
                  <a:pathLst>
                    <a:path w="266604" h="344233" extrusionOk="0">
                      <a:moveTo>
                        <a:pt x="5048" y="344138"/>
                      </a:moveTo>
                      <a:lnTo>
                        <a:pt x="0" y="340995"/>
                      </a:lnTo>
                      <a:lnTo>
                        <a:pt x="5048" y="342233"/>
                      </a:lnTo>
                      <a:lnTo>
                        <a:pt x="5048" y="344234"/>
                      </a:lnTo>
                      <a:close/>
                      <a:moveTo>
                        <a:pt x="260128" y="132207"/>
                      </a:moveTo>
                      <a:cubicBezTo>
                        <a:pt x="259271" y="135255"/>
                        <a:pt x="260128" y="138303"/>
                        <a:pt x="262414" y="141542"/>
                      </a:cubicBezTo>
                      <a:cubicBezTo>
                        <a:pt x="264795" y="144780"/>
                        <a:pt x="266033" y="146875"/>
                        <a:pt x="266033" y="148019"/>
                      </a:cubicBezTo>
                      <a:cubicBezTo>
                        <a:pt x="266033" y="149828"/>
                        <a:pt x="264890" y="152019"/>
                        <a:pt x="262700" y="154496"/>
                      </a:cubicBezTo>
                      <a:cubicBezTo>
                        <a:pt x="264128" y="165259"/>
                        <a:pt x="264795" y="176784"/>
                        <a:pt x="264795" y="189071"/>
                      </a:cubicBezTo>
                      <a:cubicBezTo>
                        <a:pt x="264795" y="201359"/>
                        <a:pt x="264128" y="212884"/>
                        <a:pt x="262700" y="224123"/>
                      </a:cubicBezTo>
                      <a:cubicBezTo>
                        <a:pt x="257365" y="225742"/>
                        <a:pt x="254603" y="228314"/>
                        <a:pt x="254603" y="231743"/>
                      </a:cubicBezTo>
                      <a:cubicBezTo>
                        <a:pt x="254603" y="232886"/>
                        <a:pt x="254984" y="234696"/>
                        <a:pt x="255937" y="237458"/>
                      </a:cubicBezTo>
                      <a:cubicBezTo>
                        <a:pt x="256699" y="240125"/>
                        <a:pt x="257175" y="242221"/>
                        <a:pt x="257175" y="243840"/>
                      </a:cubicBezTo>
                      <a:cubicBezTo>
                        <a:pt x="257175" y="245174"/>
                        <a:pt x="256889" y="246412"/>
                        <a:pt x="256318" y="247459"/>
                      </a:cubicBezTo>
                      <a:lnTo>
                        <a:pt x="258032" y="258604"/>
                      </a:lnTo>
                      <a:cubicBezTo>
                        <a:pt x="254413" y="260604"/>
                        <a:pt x="251460" y="264128"/>
                        <a:pt x="249364" y="269367"/>
                      </a:cubicBezTo>
                      <a:cubicBezTo>
                        <a:pt x="247174" y="274606"/>
                        <a:pt x="245364" y="279749"/>
                        <a:pt x="243745" y="284417"/>
                      </a:cubicBezTo>
                      <a:cubicBezTo>
                        <a:pt x="238315" y="286607"/>
                        <a:pt x="229457" y="292513"/>
                        <a:pt x="217075" y="302133"/>
                      </a:cubicBezTo>
                      <a:lnTo>
                        <a:pt x="221742" y="306610"/>
                      </a:lnTo>
                      <a:cubicBezTo>
                        <a:pt x="206216" y="307181"/>
                        <a:pt x="194977" y="310801"/>
                        <a:pt x="187928" y="317468"/>
                      </a:cubicBezTo>
                      <a:cubicBezTo>
                        <a:pt x="186785" y="317183"/>
                        <a:pt x="185642" y="317087"/>
                        <a:pt x="184499" y="317087"/>
                      </a:cubicBezTo>
                      <a:cubicBezTo>
                        <a:pt x="181928" y="317087"/>
                        <a:pt x="179642" y="318135"/>
                        <a:pt x="177546" y="320135"/>
                      </a:cubicBezTo>
                      <a:cubicBezTo>
                        <a:pt x="175451" y="322136"/>
                        <a:pt x="174498" y="324421"/>
                        <a:pt x="174784" y="326803"/>
                      </a:cubicBezTo>
                      <a:cubicBezTo>
                        <a:pt x="171164" y="324612"/>
                        <a:pt x="167069" y="323564"/>
                        <a:pt x="162592" y="323564"/>
                      </a:cubicBezTo>
                      <a:lnTo>
                        <a:pt x="149066" y="323564"/>
                      </a:lnTo>
                      <a:cubicBezTo>
                        <a:pt x="149638" y="321659"/>
                        <a:pt x="148685" y="320230"/>
                        <a:pt x="146304" y="319183"/>
                      </a:cubicBezTo>
                      <a:cubicBezTo>
                        <a:pt x="143923" y="318135"/>
                        <a:pt x="142589" y="316897"/>
                        <a:pt x="142304" y="315563"/>
                      </a:cubicBezTo>
                      <a:cubicBezTo>
                        <a:pt x="138875" y="320612"/>
                        <a:pt x="133921" y="323469"/>
                        <a:pt x="127540" y="323945"/>
                      </a:cubicBezTo>
                      <a:cubicBezTo>
                        <a:pt x="126397" y="324136"/>
                        <a:pt x="120872" y="324136"/>
                        <a:pt x="111062" y="323564"/>
                      </a:cubicBezTo>
                      <a:cubicBezTo>
                        <a:pt x="104108" y="320897"/>
                        <a:pt x="96869" y="318135"/>
                        <a:pt x="89535" y="315087"/>
                      </a:cubicBezTo>
                      <a:cubicBezTo>
                        <a:pt x="81153" y="311658"/>
                        <a:pt x="74581" y="307753"/>
                        <a:pt x="70199" y="303467"/>
                      </a:cubicBezTo>
                      <a:cubicBezTo>
                        <a:pt x="68485" y="305276"/>
                        <a:pt x="64961" y="304991"/>
                        <a:pt x="59627" y="302133"/>
                      </a:cubicBezTo>
                      <a:cubicBezTo>
                        <a:pt x="52864" y="294132"/>
                        <a:pt x="45911" y="286036"/>
                        <a:pt x="38957" y="277654"/>
                      </a:cubicBezTo>
                      <a:cubicBezTo>
                        <a:pt x="31528" y="267938"/>
                        <a:pt x="27527" y="258985"/>
                        <a:pt x="26670" y="250603"/>
                      </a:cubicBezTo>
                      <a:cubicBezTo>
                        <a:pt x="22765" y="246126"/>
                        <a:pt x="20860" y="239459"/>
                        <a:pt x="21146" y="230981"/>
                      </a:cubicBezTo>
                      <a:cubicBezTo>
                        <a:pt x="21431" y="218408"/>
                        <a:pt x="21431" y="211360"/>
                        <a:pt x="21146" y="210026"/>
                      </a:cubicBezTo>
                      <a:cubicBezTo>
                        <a:pt x="20860" y="208121"/>
                        <a:pt x="20764" y="206121"/>
                        <a:pt x="20764" y="203930"/>
                      </a:cubicBezTo>
                      <a:cubicBezTo>
                        <a:pt x="20764" y="200978"/>
                        <a:pt x="21146" y="196596"/>
                        <a:pt x="22003" y="190405"/>
                      </a:cubicBezTo>
                      <a:cubicBezTo>
                        <a:pt x="22860" y="184404"/>
                        <a:pt x="23241" y="179737"/>
                        <a:pt x="23241" y="176594"/>
                      </a:cubicBezTo>
                      <a:cubicBezTo>
                        <a:pt x="23241" y="170879"/>
                        <a:pt x="22098" y="166116"/>
                        <a:pt x="19907" y="162020"/>
                      </a:cubicBezTo>
                      <a:cubicBezTo>
                        <a:pt x="22670" y="160972"/>
                        <a:pt x="23431" y="158972"/>
                        <a:pt x="22193" y="156020"/>
                      </a:cubicBezTo>
                      <a:cubicBezTo>
                        <a:pt x="20955" y="153067"/>
                        <a:pt x="21336" y="150876"/>
                        <a:pt x="23241" y="149542"/>
                      </a:cubicBezTo>
                      <a:cubicBezTo>
                        <a:pt x="21527" y="136398"/>
                        <a:pt x="20764" y="125540"/>
                        <a:pt x="20764" y="116586"/>
                      </a:cubicBezTo>
                      <a:cubicBezTo>
                        <a:pt x="20764" y="100775"/>
                        <a:pt x="23146" y="87344"/>
                        <a:pt x="27908" y="76295"/>
                      </a:cubicBezTo>
                      <a:cubicBezTo>
                        <a:pt x="30194" y="67151"/>
                        <a:pt x="32004" y="61150"/>
                        <a:pt x="33433" y="58103"/>
                      </a:cubicBezTo>
                      <a:cubicBezTo>
                        <a:pt x="36862" y="51721"/>
                        <a:pt x="41624" y="47816"/>
                        <a:pt x="47815" y="46482"/>
                      </a:cubicBezTo>
                      <a:cubicBezTo>
                        <a:pt x="51530" y="37052"/>
                        <a:pt x="59627" y="28861"/>
                        <a:pt x="72295" y="21812"/>
                      </a:cubicBezTo>
                      <a:lnTo>
                        <a:pt x="70295" y="20574"/>
                      </a:lnTo>
                      <a:cubicBezTo>
                        <a:pt x="74200" y="19812"/>
                        <a:pt x="79820" y="16764"/>
                        <a:pt x="87154" y="11716"/>
                      </a:cubicBezTo>
                      <a:cubicBezTo>
                        <a:pt x="93345" y="7429"/>
                        <a:pt x="99251" y="5525"/>
                        <a:pt x="104870" y="6001"/>
                      </a:cubicBezTo>
                      <a:cubicBezTo>
                        <a:pt x="104870" y="2000"/>
                        <a:pt x="106585" y="0"/>
                        <a:pt x="110014" y="0"/>
                      </a:cubicBezTo>
                      <a:cubicBezTo>
                        <a:pt x="111062" y="0"/>
                        <a:pt x="113157" y="286"/>
                        <a:pt x="116300" y="953"/>
                      </a:cubicBezTo>
                      <a:cubicBezTo>
                        <a:pt x="119444" y="1715"/>
                        <a:pt x="121444" y="1905"/>
                        <a:pt x="122682" y="1619"/>
                      </a:cubicBezTo>
                      <a:cubicBezTo>
                        <a:pt x="127159" y="7811"/>
                        <a:pt x="133064" y="10858"/>
                        <a:pt x="140398" y="10858"/>
                      </a:cubicBezTo>
                      <a:cubicBezTo>
                        <a:pt x="143732" y="10858"/>
                        <a:pt x="149352" y="9811"/>
                        <a:pt x="157258" y="7620"/>
                      </a:cubicBezTo>
                      <a:cubicBezTo>
                        <a:pt x="163163" y="9239"/>
                        <a:pt x="170593" y="9239"/>
                        <a:pt x="179642" y="7620"/>
                      </a:cubicBezTo>
                      <a:lnTo>
                        <a:pt x="179642" y="9239"/>
                      </a:lnTo>
                      <a:cubicBezTo>
                        <a:pt x="182213" y="8192"/>
                        <a:pt x="184785" y="7620"/>
                        <a:pt x="187262" y="7620"/>
                      </a:cubicBezTo>
                      <a:cubicBezTo>
                        <a:pt x="190976" y="7620"/>
                        <a:pt x="195644" y="9811"/>
                        <a:pt x="201168" y="14288"/>
                      </a:cubicBezTo>
                      <a:cubicBezTo>
                        <a:pt x="206788" y="18764"/>
                        <a:pt x="211646" y="21241"/>
                        <a:pt x="215932" y="21717"/>
                      </a:cubicBezTo>
                      <a:cubicBezTo>
                        <a:pt x="217075" y="26003"/>
                        <a:pt x="220599" y="30290"/>
                        <a:pt x="226695" y="34576"/>
                      </a:cubicBezTo>
                      <a:cubicBezTo>
                        <a:pt x="232791" y="38862"/>
                        <a:pt x="236220" y="42005"/>
                        <a:pt x="236982" y="43815"/>
                      </a:cubicBezTo>
                      <a:cubicBezTo>
                        <a:pt x="241173" y="43815"/>
                        <a:pt x="243840" y="46672"/>
                        <a:pt x="244507" y="52292"/>
                      </a:cubicBezTo>
                      <a:cubicBezTo>
                        <a:pt x="245364" y="57912"/>
                        <a:pt x="247745" y="60770"/>
                        <a:pt x="251746" y="60770"/>
                      </a:cubicBezTo>
                      <a:cubicBezTo>
                        <a:pt x="254889" y="64199"/>
                        <a:pt x="256413" y="69151"/>
                        <a:pt x="256413" y="75629"/>
                      </a:cubicBezTo>
                      <a:lnTo>
                        <a:pt x="256413" y="81344"/>
                      </a:lnTo>
                      <a:cubicBezTo>
                        <a:pt x="256127" y="84011"/>
                        <a:pt x="256032" y="85916"/>
                        <a:pt x="256032" y="87058"/>
                      </a:cubicBezTo>
                      <a:cubicBezTo>
                        <a:pt x="256032" y="94869"/>
                        <a:pt x="258985" y="100489"/>
                        <a:pt x="264890" y="104013"/>
                      </a:cubicBezTo>
                      <a:cubicBezTo>
                        <a:pt x="263747" y="105823"/>
                        <a:pt x="263176" y="108013"/>
                        <a:pt x="263176" y="110490"/>
                      </a:cubicBezTo>
                      <a:cubicBezTo>
                        <a:pt x="263176" y="112586"/>
                        <a:pt x="263747" y="115443"/>
                        <a:pt x="264890" y="118872"/>
                      </a:cubicBezTo>
                      <a:cubicBezTo>
                        <a:pt x="266033" y="122301"/>
                        <a:pt x="266605" y="124778"/>
                        <a:pt x="266605" y="126206"/>
                      </a:cubicBezTo>
                      <a:cubicBezTo>
                        <a:pt x="266605" y="129350"/>
                        <a:pt x="264509" y="131445"/>
                        <a:pt x="260223" y="132112"/>
                      </a:cubicBezTo>
                      <a:close/>
                      <a:moveTo>
                        <a:pt x="215837" y="154400"/>
                      </a:moveTo>
                      <a:cubicBezTo>
                        <a:pt x="217265" y="154400"/>
                        <a:pt x="223647" y="156305"/>
                        <a:pt x="235172" y="160115"/>
                      </a:cubicBezTo>
                      <a:lnTo>
                        <a:pt x="235172" y="151257"/>
                      </a:lnTo>
                      <a:cubicBezTo>
                        <a:pt x="225838" y="148019"/>
                        <a:pt x="221742" y="146399"/>
                        <a:pt x="222504" y="146399"/>
                      </a:cubicBezTo>
                      <a:cubicBezTo>
                        <a:pt x="220599" y="146399"/>
                        <a:pt x="219837" y="148019"/>
                        <a:pt x="220409" y="151257"/>
                      </a:cubicBezTo>
                      <a:lnTo>
                        <a:pt x="215741" y="146399"/>
                      </a:lnTo>
                      <a:lnTo>
                        <a:pt x="213551" y="147638"/>
                      </a:lnTo>
                      <a:cubicBezTo>
                        <a:pt x="211646" y="144780"/>
                        <a:pt x="208788" y="142399"/>
                        <a:pt x="205073" y="140779"/>
                      </a:cubicBezTo>
                      <a:cubicBezTo>
                        <a:pt x="198977" y="138684"/>
                        <a:pt x="195453" y="137350"/>
                        <a:pt x="194596" y="136779"/>
                      </a:cubicBezTo>
                      <a:cubicBezTo>
                        <a:pt x="195644" y="135446"/>
                        <a:pt x="196120" y="133350"/>
                        <a:pt x="195834" y="130302"/>
                      </a:cubicBezTo>
                      <a:lnTo>
                        <a:pt x="195834" y="123063"/>
                      </a:lnTo>
                      <a:cubicBezTo>
                        <a:pt x="194977" y="121729"/>
                        <a:pt x="191738" y="114776"/>
                        <a:pt x="186119" y="102203"/>
                      </a:cubicBezTo>
                      <a:cubicBezTo>
                        <a:pt x="182404" y="93536"/>
                        <a:pt x="179070" y="88011"/>
                        <a:pt x="176022" y="85630"/>
                      </a:cubicBezTo>
                      <a:lnTo>
                        <a:pt x="178118" y="84392"/>
                      </a:lnTo>
                      <a:cubicBezTo>
                        <a:pt x="175070" y="80677"/>
                        <a:pt x="170783" y="77915"/>
                        <a:pt x="165449" y="76295"/>
                      </a:cubicBezTo>
                      <a:cubicBezTo>
                        <a:pt x="160115" y="74676"/>
                        <a:pt x="155067" y="73247"/>
                        <a:pt x="150304" y="71914"/>
                      </a:cubicBezTo>
                      <a:cubicBezTo>
                        <a:pt x="150590" y="67628"/>
                        <a:pt x="148780" y="65437"/>
                        <a:pt x="144780" y="65437"/>
                      </a:cubicBezTo>
                      <a:cubicBezTo>
                        <a:pt x="139446" y="65437"/>
                        <a:pt x="135922" y="67628"/>
                        <a:pt x="134207" y="71914"/>
                      </a:cubicBezTo>
                      <a:cubicBezTo>
                        <a:pt x="131159" y="72104"/>
                        <a:pt x="126968" y="73914"/>
                        <a:pt x="121825" y="77153"/>
                      </a:cubicBezTo>
                      <a:cubicBezTo>
                        <a:pt x="116681" y="80296"/>
                        <a:pt x="112681" y="81725"/>
                        <a:pt x="109823" y="81153"/>
                      </a:cubicBezTo>
                      <a:cubicBezTo>
                        <a:pt x="104108" y="82772"/>
                        <a:pt x="100203" y="87249"/>
                        <a:pt x="97917" y="94488"/>
                      </a:cubicBezTo>
                      <a:cubicBezTo>
                        <a:pt x="95726" y="102584"/>
                        <a:pt x="93059" y="107347"/>
                        <a:pt x="89916" y="108871"/>
                      </a:cubicBezTo>
                      <a:cubicBezTo>
                        <a:pt x="90202" y="112967"/>
                        <a:pt x="89916" y="118396"/>
                        <a:pt x="88868" y="125063"/>
                      </a:cubicBezTo>
                      <a:cubicBezTo>
                        <a:pt x="87916" y="131826"/>
                        <a:pt x="87344" y="136493"/>
                        <a:pt x="87344" y="139255"/>
                      </a:cubicBezTo>
                      <a:cubicBezTo>
                        <a:pt x="87344" y="143828"/>
                        <a:pt x="88202" y="147828"/>
                        <a:pt x="89821" y="151352"/>
                      </a:cubicBezTo>
                      <a:cubicBezTo>
                        <a:pt x="86773" y="153448"/>
                        <a:pt x="86296" y="157734"/>
                        <a:pt x="88582" y="164211"/>
                      </a:cubicBezTo>
                      <a:cubicBezTo>
                        <a:pt x="90488" y="169640"/>
                        <a:pt x="89440" y="172498"/>
                        <a:pt x="85249" y="172974"/>
                      </a:cubicBezTo>
                      <a:cubicBezTo>
                        <a:pt x="88297" y="185928"/>
                        <a:pt x="89821" y="195739"/>
                        <a:pt x="89821" y="202406"/>
                      </a:cubicBezTo>
                      <a:cubicBezTo>
                        <a:pt x="89821" y="207169"/>
                        <a:pt x="89440" y="211836"/>
                        <a:pt x="88582" y="216503"/>
                      </a:cubicBezTo>
                      <a:cubicBezTo>
                        <a:pt x="90488" y="218122"/>
                        <a:pt x="94393" y="225838"/>
                        <a:pt x="100394" y="239840"/>
                      </a:cubicBezTo>
                      <a:cubicBezTo>
                        <a:pt x="104585" y="250126"/>
                        <a:pt x="111538" y="254699"/>
                        <a:pt x="121063" y="253555"/>
                      </a:cubicBezTo>
                      <a:cubicBezTo>
                        <a:pt x="121920" y="253746"/>
                        <a:pt x="122872" y="253365"/>
                        <a:pt x="124015" y="252317"/>
                      </a:cubicBezTo>
                      <a:cubicBezTo>
                        <a:pt x="125159" y="251270"/>
                        <a:pt x="125921" y="250698"/>
                        <a:pt x="126492" y="250698"/>
                      </a:cubicBezTo>
                      <a:cubicBezTo>
                        <a:pt x="127349" y="250698"/>
                        <a:pt x="128206" y="251270"/>
                        <a:pt x="128969" y="252317"/>
                      </a:cubicBezTo>
                      <a:lnTo>
                        <a:pt x="127349" y="253555"/>
                      </a:lnTo>
                      <a:cubicBezTo>
                        <a:pt x="127349" y="254889"/>
                        <a:pt x="128016" y="256032"/>
                        <a:pt x="129445" y="257175"/>
                      </a:cubicBezTo>
                      <a:lnTo>
                        <a:pt x="132397" y="259937"/>
                      </a:lnTo>
                      <a:cubicBezTo>
                        <a:pt x="134303" y="262414"/>
                        <a:pt x="136874" y="263652"/>
                        <a:pt x="140018" y="263652"/>
                      </a:cubicBezTo>
                      <a:cubicBezTo>
                        <a:pt x="144209" y="263652"/>
                        <a:pt x="146495" y="262033"/>
                        <a:pt x="146780" y="258699"/>
                      </a:cubicBezTo>
                      <a:cubicBezTo>
                        <a:pt x="148780" y="260413"/>
                        <a:pt x="150590" y="261175"/>
                        <a:pt x="152305" y="261175"/>
                      </a:cubicBezTo>
                      <a:cubicBezTo>
                        <a:pt x="154019" y="261175"/>
                        <a:pt x="155924" y="259461"/>
                        <a:pt x="158020" y="256032"/>
                      </a:cubicBezTo>
                      <a:cubicBezTo>
                        <a:pt x="160115" y="252508"/>
                        <a:pt x="162020" y="250698"/>
                        <a:pt x="163735" y="250698"/>
                      </a:cubicBezTo>
                      <a:cubicBezTo>
                        <a:pt x="165449" y="250698"/>
                        <a:pt x="167545" y="251746"/>
                        <a:pt x="170117" y="253651"/>
                      </a:cubicBezTo>
                      <a:cubicBezTo>
                        <a:pt x="170688" y="252508"/>
                        <a:pt x="173355" y="250984"/>
                        <a:pt x="178118" y="248793"/>
                      </a:cubicBezTo>
                      <a:cubicBezTo>
                        <a:pt x="182118" y="247174"/>
                        <a:pt x="184023" y="244983"/>
                        <a:pt x="184023" y="241935"/>
                      </a:cubicBezTo>
                      <a:cubicBezTo>
                        <a:pt x="184023" y="240887"/>
                        <a:pt x="183737" y="239554"/>
                        <a:pt x="183166" y="237934"/>
                      </a:cubicBezTo>
                      <a:cubicBezTo>
                        <a:pt x="187071" y="236125"/>
                        <a:pt x="189452" y="231934"/>
                        <a:pt x="190310" y="225457"/>
                      </a:cubicBezTo>
                      <a:cubicBezTo>
                        <a:pt x="191167" y="219075"/>
                        <a:pt x="192977" y="215075"/>
                        <a:pt x="195834" y="213360"/>
                      </a:cubicBezTo>
                      <a:lnTo>
                        <a:pt x="195834" y="186785"/>
                      </a:lnTo>
                      <a:cubicBezTo>
                        <a:pt x="196405" y="184975"/>
                        <a:pt x="196691" y="182690"/>
                        <a:pt x="196691" y="180308"/>
                      </a:cubicBezTo>
                      <a:cubicBezTo>
                        <a:pt x="196691" y="177927"/>
                        <a:pt x="196215" y="174403"/>
                        <a:pt x="195453" y="169831"/>
                      </a:cubicBezTo>
                      <a:cubicBezTo>
                        <a:pt x="194596" y="165259"/>
                        <a:pt x="194120" y="162116"/>
                        <a:pt x="194120" y="160211"/>
                      </a:cubicBezTo>
                      <a:cubicBezTo>
                        <a:pt x="194120" y="157258"/>
                        <a:pt x="194691" y="154686"/>
                        <a:pt x="195834" y="152495"/>
                      </a:cubicBezTo>
                      <a:cubicBezTo>
                        <a:pt x="195548" y="149542"/>
                        <a:pt x="196405" y="147828"/>
                        <a:pt x="198406" y="147257"/>
                      </a:cubicBezTo>
                      <a:cubicBezTo>
                        <a:pt x="199168" y="147257"/>
                        <a:pt x="201549" y="147542"/>
                        <a:pt x="205550" y="148114"/>
                      </a:cubicBezTo>
                      <a:cubicBezTo>
                        <a:pt x="208693" y="148590"/>
                        <a:pt x="210979" y="148495"/>
                        <a:pt x="212312" y="147733"/>
                      </a:cubicBezTo>
                      <a:cubicBezTo>
                        <a:pt x="214884" y="150114"/>
                        <a:pt x="215932" y="152400"/>
                        <a:pt x="215741" y="154591"/>
                      </a:cubicBezTo>
                      <a:close/>
                      <a:moveTo>
                        <a:pt x="251651" y="132207"/>
                      </a:moveTo>
                      <a:cubicBezTo>
                        <a:pt x="249460" y="131159"/>
                        <a:pt x="247174" y="130683"/>
                        <a:pt x="244888" y="130683"/>
                      </a:cubicBezTo>
                      <a:cubicBezTo>
                        <a:pt x="243459" y="130683"/>
                        <a:pt x="241268" y="131064"/>
                        <a:pt x="238125" y="131636"/>
                      </a:cubicBezTo>
                      <a:cubicBezTo>
                        <a:pt x="234982" y="132397"/>
                        <a:pt x="232410" y="132588"/>
                        <a:pt x="230124" y="132207"/>
                      </a:cubicBezTo>
                      <a:lnTo>
                        <a:pt x="240316" y="138684"/>
                      </a:lnTo>
                      <a:lnTo>
                        <a:pt x="241554" y="132207"/>
                      </a:lnTo>
                      <a:cubicBezTo>
                        <a:pt x="242126" y="132207"/>
                        <a:pt x="245459" y="133350"/>
                        <a:pt x="251651" y="135541"/>
                      </a:cubicBezTo>
                      <a:lnTo>
                        <a:pt x="251651" y="132207"/>
                      </a:lnTo>
                      <a:close/>
                      <a:moveTo>
                        <a:pt x="241554" y="233363"/>
                      </a:moveTo>
                      <a:cubicBezTo>
                        <a:pt x="242126" y="233077"/>
                        <a:pt x="242316" y="232886"/>
                        <a:pt x="242316" y="232505"/>
                      </a:cubicBezTo>
                      <a:cubicBezTo>
                        <a:pt x="242316" y="232315"/>
                        <a:pt x="241649" y="231743"/>
                        <a:pt x="240221" y="231172"/>
                      </a:cubicBezTo>
                      <a:cubicBezTo>
                        <a:pt x="238792" y="230410"/>
                        <a:pt x="238125" y="229838"/>
                        <a:pt x="238125" y="229362"/>
                      </a:cubicBezTo>
                      <a:cubicBezTo>
                        <a:pt x="238125" y="228886"/>
                        <a:pt x="238887" y="228124"/>
                        <a:pt x="240221" y="227362"/>
                      </a:cubicBezTo>
                      <a:cubicBezTo>
                        <a:pt x="238601" y="226790"/>
                        <a:pt x="236792" y="226981"/>
                        <a:pt x="235172" y="227838"/>
                      </a:cubicBezTo>
                      <a:cubicBezTo>
                        <a:pt x="232601" y="229362"/>
                        <a:pt x="231267" y="230219"/>
                        <a:pt x="230981" y="230219"/>
                      </a:cubicBezTo>
                      <a:cubicBezTo>
                        <a:pt x="231838" y="230219"/>
                        <a:pt x="235363" y="231267"/>
                        <a:pt x="241554" y="233363"/>
                      </a:cubicBezTo>
                      <a:close/>
                      <a:moveTo>
                        <a:pt x="252984" y="151257"/>
                      </a:moveTo>
                      <a:lnTo>
                        <a:pt x="258032" y="151257"/>
                      </a:lnTo>
                      <a:cubicBezTo>
                        <a:pt x="255461" y="149542"/>
                        <a:pt x="253841" y="149447"/>
                        <a:pt x="252984" y="150876"/>
                      </a:cubicBezTo>
                      <a:cubicBezTo>
                        <a:pt x="249841" y="150019"/>
                        <a:pt x="245554" y="148780"/>
                        <a:pt x="239839" y="147161"/>
                      </a:cubicBezTo>
                      <a:cubicBezTo>
                        <a:pt x="239268" y="145351"/>
                        <a:pt x="237744" y="144399"/>
                        <a:pt x="235172" y="144399"/>
                      </a:cubicBezTo>
                      <a:cubicBezTo>
                        <a:pt x="236315" y="144875"/>
                        <a:pt x="237839" y="145923"/>
                        <a:pt x="239839" y="147161"/>
                      </a:cubicBezTo>
                      <a:cubicBezTo>
                        <a:pt x="240125" y="148304"/>
                        <a:pt x="240316" y="149542"/>
                        <a:pt x="240316" y="151257"/>
                      </a:cubicBezTo>
                      <a:cubicBezTo>
                        <a:pt x="240030" y="153353"/>
                        <a:pt x="240030" y="154591"/>
                        <a:pt x="240316" y="154876"/>
                      </a:cubicBezTo>
                      <a:cubicBezTo>
                        <a:pt x="240316" y="155638"/>
                        <a:pt x="240792" y="155924"/>
                        <a:pt x="241554" y="155638"/>
                      </a:cubicBezTo>
                      <a:lnTo>
                        <a:pt x="246126" y="151257"/>
                      </a:lnTo>
                      <a:lnTo>
                        <a:pt x="248317" y="152400"/>
                      </a:lnTo>
                      <a:cubicBezTo>
                        <a:pt x="248603" y="153543"/>
                        <a:pt x="248317" y="154686"/>
                        <a:pt x="247460" y="155829"/>
                      </a:cubicBezTo>
                      <a:cubicBezTo>
                        <a:pt x="246602" y="157067"/>
                        <a:pt x="246126" y="158020"/>
                        <a:pt x="246126" y="158877"/>
                      </a:cubicBezTo>
                      <a:cubicBezTo>
                        <a:pt x="248698" y="159353"/>
                        <a:pt x="250317" y="158687"/>
                        <a:pt x="250984" y="156591"/>
                      </a:cubicBezTo>
                      <a:cubicBezTo>
                        <a:pt x="251651" y="154591"/>
                        <a:pt x="252317" y="152591"/>
                        <a:pt x="252889" y="150781"/>
                      </a:cubicBezTo>
                      <a:lnTo>
                        <a:pt x="252889" y="151162"/>
                      </a:lnTo>
                      <a:close/>
                    </a:path>
                  </a:pathLst>
                </a:custGeom>
                <a:solidFill>
                  <a:srgbClr val="F5F19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 name="Google Shape;773;p99"/>
                <p:cNvSpPr/>
                <p:nvPr/>
              </p:nvSpPr>
              <p:spPr>
                <a:xfrm>
                  <a:off x="5167407" y="2102929"/>
                  <a:ext cx="298799" cy="324714"/>
                </a:xfrm>
                <a:custGeom>
                  <a:avLst/>
                  <a:gdLst/>
                  <a:ahLst/>
                  <a:cxnLst/>
                  <a:rect l="l" t="t" r="r" b="b"/>
                  <a:pathLst>
                    <a:path w="298799" h="324714" extrusionOk="0">
                      <a:moveTo>
                        <a:pt x="241649" y="86392"/>
                      </a:moveTo>
                      <a:cubicBezTo>
                        <a:pt x="242221" y="87821"/>
                        <a:pt x="243173" y="88392"/>
                        <a:pt x="244602" y="88392"/>
                      </a:cubicBezTo>
                      <a:lnTo>
                        <a:pt x="248031" y="88392"/>
                      </a:lnTo>
                      <a:cubicBezTo>
                        <a:pt x="244316" y="97250"/>
                        <a:pt x="243935" y="108395"/>
                        <a:pt x="246697" y="121825"/>
                      </a:cubicBezTo>
                      <a:cubicBezTo>
                        <a:pt x="245935" y="124778"/>
                        <a:pt x="243078" y="129445"/>
                        <a:pt x="238315" y="135922"/>
                      </a:cubicBezTo>
                      <a:lnTo>
                        <a:pt x="241649" y="139160"/>
                      </a:lnTo>
                      <a:cubicBezTo>
                        <a:pt x="240506" y="141256"/>
                        <a:pt x="237554" y="143066"/>
                        <a:pt x="232791" y="144399"/>
                      </a:cubicBezTo>
                      <a:cubicBezTo>
                        <a:pt x="228029" y="145733"/>
                        <a:pt x="224885" y="147542"/>
                        <a:pt x="223456" y="150019"/>
                      </a:cubicBezTo>
                      <a:lnTo>
                        <a:pt x="231457" y="151257"/>
                      </a:lnTo>
                      <a:cubicBezTo>
                        <a:pt x="224980" y="161258"/>
                        <a:pt x="213360" y="172974"/>
                        <a:pt x="196405" y="186690"/>
                      </a:cubicBezTo>
                      <a:lnTo>
                        <a:pt x="189643" y="186690"/>
                      </a:lnTo>
                      <a:lnTo>
                        <a:pt x="189643" y="191167"/>
                      </a:lnTo>
                      <a:cubicBezTo>
                        <a:pt x="189071" y="190309"/>
                        <a:pt x="188214" y="189833"/>
                        <a:pt x="187071" y="189833"/>
                      </a:cubicBezTo>
                      <a:cubicBezTo>
                        <a:pt x="184880" y="190214"/>
                        <a:pt x="183356" y="190214"/>
                        <a:pt x="182880" y="189833"/>
                      </a:cubicBezTo>
                      <a:lnTo>
                        <a:pt x="181642" y="191167"/>
                      </a:lnTo>
                      <a:cubicBezTo>
                        <a:pt x="185642" y="192215"/>
                        <a:pt x="188404" y="195834"/>
                        <a:pt x="190119" y="202025"/>
                      </a:cubicBezTo>
                      <a:cubicBezTo>
                        <a:pt x="191833" y="208217"/>
                        <a:pt x="193929" y="211550"/>
                        <a:pt x="196501" y="212026"/>
                      </a:cubicBezTo>
                      <a:cubicBezTo>
                        <a:pt x="195643" y="217075"/>
                        <a:pt x="197739" y="222409"/>
                        <a:pt x="202787" y="228124"/>
                      </a:cubicBezTo>
                      <a:cubicBezTo>
                        <a:pt x="208693" y="234601"/>
                        <a:pt x="212122" y="239935"/>
                        <a:pt x="212979" y="244221"/>
                      </a:cubicBezTo>
                      <a:cubicBezTo>
                        <a:pt x="211264" y="247174"/>
                        <a:pt x="207835" y="248031"/>
                        <a:pt x="202597" y="246888"/>
                      </a:cubicBezTo>
                      <a:cubicBezTo>
                        <a:pt x="197358" y="245650"/>
                        <a:pt x="194786" y="245840"/>
                        <a:pt x="194786" y="247459"/>
                      </a:cubicBezTo>
                      <a:cubicBezTo>
                        <a:pt x="194786" y="248793"/>
                        <a:pt x="195263" y="250698"/>
                        <a:pt x="196501" y="253079"/>
                      </a:cubicBezTo>
                      <a:lnTo>
                        <a:pt x="202787" y="251936"/>
                      </a:lnTo>
                      <a:cubicBezTo>
                        <a:pt x="203359" y="252984"/>
                        <a:pt x="202216" y="255079"/>
                        <a:pt x="199358" y="258318"/>
                      </a:cubicBezTo>
                      <a:lnTo>
                        <a:pt x="204406" y="262795"/>
                      </a:lnTo>
                      <a:cubicBezTo>
                        <a:pt x="205264" y="262033"/>
                        <a:pt x="206312" y="259842"/>
                        <a:pt x="207359" y="256318"/>
                      </a:cubicBezTo>
                      <a:lnTo>
                        <a:pt x="209455" y="264033"/>
                      </a:lnTo>
                      <a:cubicBezTo>
                        <a:pt x="213074" y="262985"/>
                        <a:pt x="214693" y="259366"/>
                        <a:pt x="214122" y="253175"/>
                      </a:cubicBezTo>
                      <a:cubicBezTo>
                        <a:pt x="218122" y="255175"/>
                        <a:pt x="221171" y="258985"/>
                        <a:pt x="223361" y="264890"/>
                      </a:cubicBezTo>
                      <a:cubicBezTo>
                        <a:pt x="225552" y="270700"/>
                        <a:pt x="228219" y="274130"/>
                        <a:pt x="231362" y="275177"/>
                      </a:cubicBezTo>
                      <a:cubicBezTo>
                        <a:pt x="230505" y="277463"/>
                        <a:pt x="230029" y="279559"/>
                        <a:pt x="230029" y="281750"/>
                      </a:cubicBezTo>
                      <a:cubicBezTo>
                        <a:pt x="230029" y="285845"/>
                        <a:pt x="232220" y="291084"/>
                        <a:pt x="236601" y="297561"/>
                      </a:cubicBezTo>
                      <a:cubicBezTo>
                        <a:pt x="240982" y="304133"/>
                        <a:pt x="243173" y="308705"/>
                        <a:pt x="243173" y="311467"/>
                      </a:cubicBezTo>
                      <a:cubicBezTo>
                        <a:pt x="243173" y="315278"/>
                        <a:pt x="241078" y="318897"/>
                        <a:pt x="236791" y="322136"/>
                      </a:cubicBezTo>
                      <a:cubicBezTo>
                        <a:pt x="233458" y="322136"/>
                        <a:pt x="227838" y="322517"/>
                        <a:pt x="219932" y="323374"/>
                      </a:cubicBezTo>
                      <a:cubicBezTo>
                        <a:pt x="212026" y="324136"/>
                        <a:pt x="206121" y="324707"/>
                        <a:pt x="202216" y="324707"/>
                      </a:cubicBezTo>
                      <a:cubicBezTo>
                        <a:pt x="189738" y="324707"/>
                        <a:pt x="180213" y="321469"/>
                        <a:pt x="173450" y="314992"/>
                      </a:cubicBezTo>
                      <a:lnTo>
                        <a:pt x="172212" y="317087"/>
                      </a:lnTo>
                      <a:cubicBezTo>
                        <a:pt x="170593" y="312992"/>
                        <a:pt x="168878" y="308991"/>
                        <a:pt x="167164" y="304991"/>
                      </a:cubicBezTo>
                      <a:cubicBezTo>
                        <a:pt x="164592" y="299657"/>
                        <a:pt x="161258" y="296418"/>
                        <a:pt x="157067" y="295370"/>
                      </a:cubicBezTo>
                      <a:cubicBezTo>
                        <a:pt x="157829" y="293465"/>
                        <a:pt x="158305" y="291846"/>
                        <a:pt x="158305" y="290513"/>
                      </a:cubicBezTo>
                      <a:cubicBezTo>
                        <a:pt x="158305" y="287560"/>
                        <a:pt x="156305" y="284607"/>
                        <a:pt x="152114" y="281845"/>
                      </a:cubicBezTo>
                      <a:cubicBezTo>
                        <a:pt x="148018" y="278987"/>
                        <a:pt x="146018" y="276225"/>
                        <a:pt x="146018" y="273558"/>
                      </a:cubicBezTo>
                      <a:cubicBezTo>
                        <a:pt x="146018" y="271748"/>
                        <a:pt x="146495" y="269653"/>
                        <a:pt x="147733" y="267557"/>
                      </a:cubicBezTo>
                      <a:cubicBezTo>
                        <a:pt x="144875" y="263842"/>
                        <a:pt x="141446" y="256413"/>
                        <a:pt x="137541" y="245364"/>
                      </a:cubicBezTo>
                      <a:cubicBezTo>
                        <a:pt x="134207" y="235934"/>
                        <a:pt x="129921" y="228981"/>
                        <a:pt x="124873" y="224409"/>
                      </a:cubicBezTo>
                      <a:cubicBezTo>
                        <a:pt x="124873" y="217361"/>
                        <a:pt x="121634" y="209074"/>
                        <a:pt x="115157" y="199549"/>
                      </a:cubicBezTo>
                      <a:lnTo>
                        <a:pt x="102489" y="197929"/>
                      </a:lnTo>
                      <a:lnTo>
                        <a:pt x="103822" y="196691"/>
                      </a:lnTo>
                      <a:cubicBezTo>
                        <a:pt x="102965" y="195263"/>
                        <a:pt x="101822" y="194596"/>
                        <a:pt x="100393" y="194596"/>
                      </a:cubicBezTo>
                      <a:lnTo>
                        <a:pt x="95726" y="199454"/>
                      </a:lnTo>
                      <a:cubicBezTo>
                        <a:pt x="94393" y="199454"/>
                        <a:pt x="91154" y="200025"/>
                        <a:pt x="86201" y="201454"/>
                      </a:cubicBezTo>
                      <a:cubicBezTo>
                        <a:pt x="81343" y="202692"/>
                        <a:pt x="77533" y="203359"/>
                        <a:pt x="75057" y="203359"/>
                      </a:cubicBezTo>
                      <a:cubicBezTo>
                        <a:pt x="73057" y="203359"/>
                        <a:pt x="71438" y="202978"/>
                        <a:pt x="70009" y="202216"/>
                      </a:cubicBezTo>
                      <a:cubicBezTo>
                        <a:pt x="69723" y="202597"/>
                        <a:pt x="69628" y="203263"/>
                        <a:pt x="69628" y="203740"/>
                      </a:cubicBezTo>
                      <a:cubicBezTo>
                        <a:pt x="69628" y="204597"/>
                        <a:pt x="70009" y="205264"/>
                        <a:pt x="70675" y="205930"/>
                      </a:cubicBezTo>
                      <a:cubicBezTo>
                        <a:pt x="71438" y="206597"/>
                        <a:pt x="71723" y="207074"/>
                        <a:pt x="71723" y="207454"/>
                      </a:cubicBezTo>
                      <a:cubicBezTo>
                        <a:pt x="71723" y="207836"/>
                        <a:pt x="70485" y="208883"/>
                        <a:pt x="67913" y="210217"/>
                      </a:cubicBezTo>
                      <a:lnTo>
                        <a:pt x="70009" y="235267"/>
                      </a:lnTo>
                      <a:lnTo>
                        <a:pt x="66675" y="238030"/>
                      </a:lnTo>
                      <a:cubicBezTo>
                        <a:pt x="68866" y="245840"/>
                        <a:pt x="70009" y="256699"/>
                        <a:pt x="70009" y="270605"/>
                      </a:cubicBezTo>
                      <a:cubicBezTo>
                        <a:pt x="70009" y="272034"/>
                        <a:pt x="69342" y="274892"/>
                        <a:pt x="68104" y="279273"/>
                      </a:cubicBezTo>
                      <a:cubicBezTo>
                        <a:pt x="66865" y="283750"/>
                        <a:pt x="66199" y="287179"/>
                        <a:pt x="66199" y="289560"/>
                      </a:cubicBezTo>
                      <a:cubicBezTo>
                        <a:pt x="66199" y="293942"/>
                        <a:pt x="67913" y="297275"/>
                        <a:pt x="71247" y="299657"/>
                      </a:cubicBezTo>
                      <a:cubicBezTo>
                        <a:pt x="69247" y="300990"/>
                        <a:pt x="68294" y="303562"/>
                        <a:pt x="68294" y="307276"/>
                      </a:cubicBezTo>
                      <a:lnTo>
                        <a:pt x="68294" y="311277"/>
                      </a:lnTo>
                      <a:cubicBezTo>
                        <a:pt x="68580" y="312801"/>
                        <a:pt x="68675" y="314134"/>
                        <a:pt x="68675" y="314896"/>
                      </a:cubicBezTo>
                      <a:cubicBezTo>
                        <a:pt x="68675" y="320040"/>
                        <a:pt x="65722" y="322231"/>
                        <a:pt x="59912" y="321374"/>
                      </a:cubicBezTo>
                      <a:lnTo>
                        <a:pt x="62008" y="322993"/>
                      </a:lnTo>
                      <a:cubicBezTo>
                        <a:pt x="57531" y="324898"/>
                        <a:pt x="51721" y="325184"/>
                        <a:pt x="44672" y="324041"/>
                      </a:cubicBezTo>
                      <a:cubicBezTo>
                        <a:pt x="37624" y="322802"/>
                        <a:pt x="32956" y="322993"/>
                        <a:pt x="30766" y="324707"/>
                      </a:cubicBezTo>
                      <a:cubicBezTo>
                        <a:pt x="21146" y="323659"/>
                        <a:pt x="12001" y="320992"/>
                        <a:pt x="3334" y="317087"/>
                      </a:cubicBezTo>
                      <a:cubicBezTo>
                        <a:pt x="3905" y="296418"/>
                        <a:pt x="3429" y="264795"/>
                        <a:pt x="2096" y="222409"/>
                      </a:cubicBezTo>
                      <a:lnTo>
                        <a:pt x="0" y="222409"/>
                      </a:lnTo>
                      <a:cubicBezTo>
                        <a:pt x="2286" y="219456"/>
                        <a:pt x="3429" y="215837"/>
                        <a:pt x="3429" y="211550"/>
                      </a:cubicBezTo>
                      <a:cubicBezTo>
                        <a:pt x="3429" y="210026"/>
                        <a:pt x="3143" y="207169"/>
                        <a:pt x="2572" y="203263"/>
                      </a:cubicBezTo>
                      <a:cubicBezTo>
                        <a:pt x="2000" y="199454"/>
                        <a:pt x="1714" y="196405"/>
                        <a:pt x="1714" y="194215"/>
                      </a:cubicBezTo>
                      <a:cubicBezTo>
                        <a:pt x="1714" y="189357"/>
                        <a:pt x="2953" y="185071"/>
                        <a:pt x="5524" y="181356"/>
                      </a:cubicBezTo>
                      <a:cubicBezTo>
                        <a:pt x="4191" y="167450"/>
                        <a:pt x="3429" y="148304"/>
                        <a:pt x="3429" y="124206"/>
                      </a:cubicBezTo>
                      <a:lnTo>
                        <a:pt x="3429" y="65342"/>
                      </a:lnTo>
                      <a:cubicBezTo>
                        <a:pt x="1714" y="64294"/>
                        <a:pt x="857" y="63055"/>
                        <a:pt x="857" y="61722"/>
                      </a:cubicBezTo>
                      <a:cubicBezTo>
                        <a:pt x="857" y="60865"/>
                        <a:pt x="1619" y="59341"/>
                        <a:pt x="3238" y="56959"/>
                      </a:cubicBezTo>
                      <a:cubicBezTo>
                        <a:pt x="4763" y="54483"/>
                        <a:pt x="5524" y="52578"/>
                        <a:pt x="5524" y="51245"/>
                      </a:cubicBezTo>
                      <a:cubicBezTo>
                        <a:pt x="2191" y="48292"/>
                        <a:pt x="476" y="44958"/>
                        <a:pt x="476" y="41148"/>
                      </a:cubicBezTo>
                      <a:cubicBezTo>
                        <a:pt x="476" y="38862"/>
                        <a:pt x="1524" y="34766"/>
                        <a:pt x="3524" y="29051"/>
                      </a:cubicBezTo>
                      <a:cubicBezTo>
                        <a:pt x="5524" y="23432"/>
                        <a:pt x="6191" y="19050"/>
                        <a:pt x="5620" y="15716"/>
                      </a:cubicBezTo>
                      <a:lnTo>
                        <a:pt x="22955" y="1619"/>
                      </a:lnTo>
                      <a:lnTo>
                        <a:pt x="97250" y="0"/>
                      </a:lnTo>
                      <a:cubicBezTo>
                        <a:pt x="98393" y="1429"/>
                        <a:pt x="101727" y="4286"/>
                        <a:pt x="107347" y="8954"/>
                      </a:cubicBezTo>
                      <a:cubicBezTo>
                        <a:pt x="111252" y="12383"/>
                        <a:pt x="113919" y="16192"/>
                        <a:pt x="115443" y="20193"/>
                      </a:cubicBezTo>
                      <a:cubicBezTo>
                        <a:pt x="115157" y="18859"/>
                        <a:pt x="114967" y="17621"/>
                        <a:pt x="114967" y="16574"/>
                      </a:cubicBezTo>
                      <a:cubicBezTo>
                        <a:pt x="114967" y="13049"/>
                        <a:pt x="117253" y="10287"/>
                        <a:pt x="121729" y="8096"/>
                      </a:cubicBezTo>
                      <a:cubicBezTo>
                        <a:pt x="127349" y="5429"/>
                        <a:pt x="130778" y="3238"/>
                        <a:pt x="131921" y="1619"/>
                      </a:cubicBezTo>
                      <a:cubicBezTo>
                        <a:pt x="133636" y="1143"/>
                        <a:pt x="135541" y="2191"/>
                        <a:pt x="137827" y="4858"/>
                      </a:cubicBezTo>
                      <a:cubicBezTo>
                        <a:pt x="138684" y="4572"/>
                        <a:pt x="139637" y="4382"/>
                        <a:pt x="140779" y="4382"/>
                      </a:cubicBezTo>
                      <a:cubicBezTo>
                        <a:pt x="142780" y="4382"/>
                        <a:pt x="145923" y="5620"/>
                        <a:pt x="150304" y="8001"/>
                      </a:cubicBezTo>
                      <a:cubicBezTo>
                        <a:pt x="154686" y="10382"/>
                        <a:pt x="158115" y="11525"/>
                        <a:pt x="160687" y="11240"/>
                      </a:cubicBezTo>
                      <a:lnTo>
                        <a:pt x="174974" y="11240"/>
                      </a:lnTo>
                      <a:cubicBezTo>
                        <a:pt x="174117" y="15621"/>
                        <a:pt x="175736" y="17717"/>
                        <a:pt x="179737" y="17717"/>
                      </a:cubicBezTo>
                      <a:cubicBezTo>
                        <a:pt x="179927" y="17717"/>
                        <a:pt x="180689" y="17621"/>
                        <a:pt x="181737" y="17336"/>
                      </a:cubicBezTo>
                      <a:lnTo>
                        <a:pt x="184690" y="17336"/>
                      </a:lnTo>
                      <a:cubicBezTo>
                        <a:pt x="188309" y="17336"/>
                        <a:pt x="190500" y="18955"/>
                        <a:pt x="190976" y="22098"/>
                      </a:cubicBezTo>
                      <a:lnTo>
                        <a:pt x="201168" y="22098"/>
                      </a:lnTo>
                      <a:cubicBezTo>
                        <a:pt x="207359" y="27813"/>
                        <a:pt x="213550" y="33433"/>
                        <a:pt x="219646" y="39053"/>
                      </a:cubicBezTo>
                      <a:cubicBezTo>
                        <a:pt x="226981" y="46101"/>
                        <a:pt x="230886" y="52673"/>
                        <a:pt x="231457" y="58865"/>
                      </a:cubicBezTo>
                      <a:cubicBezTo>
                        <a:pt x="235648" y="60960"/>
                        <a:pt x="238506" y="64675"/>
                        <a:pt x="239935" y="69723"/>
                      </a:cubicBezTo>
                      <a:cubicBezTo>
                        <a:pt x="241840" y="76962"/>
                        <a:pt x="243554" y="81629"/>
                        <a:pt x="244983" y="83820"/>
                      </a:cubicBezTo>
                      <a:lnTo>
                        <a:pt x="241554" y="86582"/>
                      </a:lnTo>
                      <a:close/>
                      <a:moveTo>
                        <a:pt x="39433" y="101727"/>
                      </a:moveTo>
                      <a:lnTo>
                        <a:pt x="39433" y="92869"/>
                      </a:lnTo>
                      <a:lnTo>
                        <a:pt x="37719" y="92869"/>
                      </a:lnTo>
                      <a:lnTo>
                        <a:pt x="37719" y="101727"/>
                      </a:lnTo>
                      <a:lnTo>
                        <a:pt x="39433" y="101727"/>
                      </a:lnTo>
                      <a:close/>
                      <a:moveTo>
                        <a:pt x="50863" y="47720"/>
                      </a:moveTo>
                      <a:cubicBezTo>
                        <a:pt x="50578" y="46387"/>
                        <a:pt x="50863" y="44291"/>
                        <a:pt x="51530" y="41434"/>
                      </a:cubicBezTo>
                      <a:cubicBezTo>
                        <a:pt x="52197" y="38671"/>
                        <a:pt x="52578" y="36862"/>
                        <a:pt x="52578" y="36100"/>
                      </a:cubicBezTo>
                      <a:cubicBezTo>
                        <a:pt x="52578" y="32861"/>
                        <a:pt x="50863" y="30671"/>
                        <a:pt x="47434" y="29623"/>
                      </a:cubicBezTo>
                      <a:lnTo>
                        <a:pt x="52578" y="24765"/>
                      </a:lnTo>
                      <a:cubicBezTo>
                        <a:pt x="52578" y="24194"/>
                        <a:pt x="52388" y="23717"/>
                        <a:pt x="52102" y="23241"/>
                      </a:cubicBezTo>
                      <a:cubicBezTo>
                        <a:pt x="48673" y="25908"/>
                        <a:pt x="47054" y="28575"/>
                        <a:pt x="47054" y="31242"/>
                      </a:cubicBezTo>
                      <a:cubicBezTo>
                        <a:pt x="47054" y="32575"/>
                        <a:pt x="48292" y="36100"/>
                        <a:pt x="50863" y="41720"/>
                      </a:cubicBezTo>
                      <a:cubicBezTo>
                        <a:pt x="49149" y="42005"/>
                        <a:pt x="48101" y="42958"/>
                        <a:pt x="47720" y="44577"/>
                      </a:cubicBezTo>
                      <a:cubicBezTo>
                        <a:pt x="47244" y="46196"/>
                        <a:pt x="46672" y="47244"/>
                        <a:pt x="45815" y="47816"/>
                      </a:cubicBezTo>
                      <a:lnTo>
                        <a:pt x="50863" y="47816"/>
                      </a:lnTo>
                      <a:close/>
                      <a:moveTo>
                        <a:pt x="68199" y="38481"/>
                      </a:moveTo>
                      <a:lnTo>
                        <a:pt x="74866" y="42863"/>
                      </a:lnTo>
                      <a:lnTo>
                        <a:pt x="74866" y="43244"/>
                      </a:lnTo>
                      <a:lnTo>
                        <a:pt x="71533" y="46482"/>
                      </a:lnTo>
                      <a:lnTo>
                        <a:pt x="74866" y="46482"/>
                      </a:lnTo>
                      <a:lnTo>
                        <a:pt x="74866" y="24289"/>
                      </a:lnTo>
                      <a:cubicBezTo>
                        <a:pt x="74104" y="25146"/>
                        <a:pt x="72676" y="26194"/>
                        <a:pt x="70675" y="27527"/>
                      </a:cubicBezTo>
                      <a:cubicBezTo>
                        <a:pt x="70675" y="26765"/>
                        <a:pt x="69818" y="26289"/>
                        <a:pt x="68199" y="26289"/>
                      </a:cubicBezTo>
                      <a:cubicBezTo>
                        <a:pt x="68961" y="27337"/>
                        <a:pt x="69913" y="27813"/>
                        <a:pt x="70675" y="27527"/>
                      </a:cubicBezTo>
                      <a:cubicBezTo>
                        <a:pt x="71247" y="28670"/>
                        <a:pt x="70961" y="30290"/>
                        <a:pt x="69818" y="32766"/>
                      </a:cubicBezTo>
                      <a:cubicBezTo>
                        <a:pt x="69818" y="32480"/>
                        <a:pt x="69913" y="32290"/>
                        <a:pt x="70199" y="32004"/>
                      </a:cubicBezTo>
                      <a:cubicBezTo>
                        <a:pt x="71342" y="32004"/>
                        <a:pt x="72295" y="32575"/>
                        <a:pt x="73152" y="34004"/>
                      </a:cubicBezTo>
                      <a:lnTo>
                        <a:pt x="68104" y="38481"/>
                      </a:lnTo>
                      <a:close/>
                      <a:moveTo>
                        <a:pt x="174974" y="106204"/>
                      </a:moveTo>
                      <a:cubicBezTo>
                        <a:pt x="175450" y="104775"/>
                        <a:pt x="175831" y="103727"/>
                        <a:pt x="175831" y="102965"/>
                      </a:cubicBezTo>
                      <a:cubicBezTo>
                        <a:pt x="175831" y="101060"/>
                        <a:pt x="174593" y="99250"/>
                        <a:pt x="172117" y="97250"/>
                      </a:cubicBezTo>
                      <a:cubicBezTo>
                        <a:pt x="169545" y="95441"/>
                        <a:pt x="168021" y="93917"/>
                        <a:pt x="167449" y="92869"/>
                      </a:cubicBezTo>
                      <a:cubicBezTo>
                        <a:pt x="168592" y="91250"/>
                        <a:pt x="169164" y="89725"/>
                        <a:pt x="169164" y="88392"/>
                      </a:cubicBezTo>
                      <a:cubicBezTo>
                        <a:pt x="169164" y="86296"/>
                        <a:pt x="167164" y="84011"/>
                        <a:pt x="162973" y="81534"/>
                      </a:cubicBezTo>
                      <a:cubicBezTo>
                        <a:pt x="158877" y="79153"/>
                        <a:pt x="156591" y="77248"/>
                        <a:pt x="156020" y="75819"/>
                      </a:cubicBezTo>
                      <a:cubicBezTo>
                        <a:pt x="154591" y="74486"/>
                        <a:pt x="152876" y="73819"/>
                        <a:pt x="150971" y="73819"/>
                      </a:cubicBezTo>
                      <a:cubicBezTo>
                        <a:pt x="150019" y="73819"/>
                        <a:pt x="148780" y="74009"/>
                        <a:pt x="146971" y="74390"/>
                      </a:cubicBezTo>
                      <a:cubicBezTo>
                        <a:pt x="145066" y="74771"/>
                        <a:pt x="143827" y="74962"/>
                        <a:pt x="142970" y="74962"/>
                      </a:cubicBezTo>
                      <a:cubicBezTo>
                        <a:pt x="140398" y="74962"/>
                        <a:pt x="138684" y="73533"/>
                        <a:pt x="137827" y="70580"/>
                      </a:cubicBezTo>
                      <a:lnTo>
                        <a:pt x="141256" y="68199"/>
                      </a:lnTo>
                      <a:cubicBezTo>
                        <a:pt x="135636" y="67628"/>
                        <a:pt x="132588" y="69628"/>
                        <a:pt x="131921" y="74200"/>
                      </a:cubicBezTo>
                      <a:cubicBezTo>
                        <a:pt x="131064" y="80677"/>
                        <a:pt x="129921" y="84677"/>
                        <a:pt x="128492" y="86201"/>
                      </a:cubicBezTo>
                      <a:cubicBezTo>
                        <a:pt x="126873" y="81153"/>
                        <a:pt x="125158" y="75914"/>
                        <a:pt x="123539" y="70771"/>
                      </a:cubicBezTo>
                      <a:cubicBezTo>
                        <a:pt x="121825" y="65532"/>
                        <a:pt x="118015" y="61436"/>
                        <a:pt x="112109" y="58483"/>
                      </a:cubicBezTo>
                      <a:cubicBezTo>
                        <a:pt x="111252" y="63913"/>
                        <a:pt x="107823" y="66580"/>
                        <a:pt x="102013" y="66580"/>
                      </a:cubicBezTo>
                      <a:cubicBezTo>
                        <a:pt x="100584" y="66580"/>
                        <a:pt x="98298" y="66389"/>
                        <a:pt x="95250" y="66199"/>
                      </a:cubicBezTo>
                      <a:cubicBezTo>
                        <a:pt x="92107" y="65913"/>
                        <a:pt x="89821" y="65818"/>
                        <a:pt x="88106" y="65818"/>
                      </a:cubicBezTo>
                      <a:cubicBezTo>
                        <a:pt x="86392" y="65818"/>
                        <a:pt x="84868" y="65913"/>
                        <a:pt x="83439" y="66199"/>
                      </a:cubicBezTo>
                      <a:cubicBezTo>
                        <a:pt x="75247" y="70961"/>
                        <a:pt x="71247" y="79343"/>
                        <a:pt x="71247" y="91154"/>
                      </a:cubicBezTo>
                      <a:cubicBezTo>
                        <a:pt x="71247" y="93250"/>
                        <a:pt x="71438" y="96869"/>
                        <a:pt x="71723" y="101727"/>
                      </a:cubicBezTo>
                      <a:cubicBezTo>
                        <a:pt x="71914" y="106775"/>
                        <a:pt x="72104" y="110490"/>
                        <a:pt x="72104" y="112871"/>
                      </a:cubicBezTo>
                      <a:cubicBezTo>
                        <a:pt x="72104" y="118205"/>
                        <a:pt x="71533" y="122872"/>
                        <a:pt x="70390" y="126587"/>
                      </a:cubicBezTo>
                      <a:cubicBezTo>
                        <a:pt x="70771" y="129730"/>
                        <a:pt x="73247" y="131254"/>
                        <a:pt x="78010" y="130969"/>
                      </a:cubicBezTo>
                      <a:cubicBezTo>
                        <a:pt x="82867" y="130778"/>
                        <a:pt x="85820" y="132302"/>
                        <a:pt x="86868" y="135826"/>
                      </a:cubicBezTo>
                      <a:cubicBezTo>
                        <a:pt x="88868" y="136874"/>
                        <a:pt x="93345" y="137350"/>
                        <a:pt x="100393" y="137065"/>
                      </a:cubicBezTo>
                      <a:cubicBezTo>
                        <a:pt x="106013" y="137065"/>
                        <a:pt x="110014" y="138779"/>
                        <a:pt x="112204" y="142208"/>
                      </a:cubicBezTo>
                      <a:cubicBezTo>
                        <a:pt x="114109" y="138494"/>
                        <a:pt x="116967" y="136303"/>
                        <a:pt x="120587" y="135731"/>
                      </a:cubicBezTo>
                      <a:lnTo>
                        <a:pt x="131159" y="135731"/>
                      </a:lnTo>
                      <a:cubicBezTo>
                        <a:pt x="134302" y="135255"/>
                        <a:pt x="136493" y="133731"/>
                        <a:pt x="137922" y="131350"/>
                      </a:cubicBezTo>
                      <a:cubicBezTo>
                        <a:pt x="148114" y="132397"/>
                        <a:pt x="159544" y="126492"/>
                        <a:pt x="172593" y="113538"/>
                      </a:cubicBezTo>
                      <a:lnTo>
                        <a:pt x="165830" y="111157"/>
                      </a:lnTo>
                      <a:lnTo>
                        <a:pt x="175070" y="105918"/>
                      </a:lnTo>
                      <a:close/>
                      <a:moveTo>
                        <a:pt x="167354" y="43339"/>
                      </a:moveTo>
                      <a:cubicBezTo>
                        <a:pt x="167068" y="42291"/>
                        <a:pt x="166306" y="41720"/>
                        <a:pt x="165259" y="41720"/>
                      </a:cubicBezTo>
                      <a:cubicBezTo>
                        <a:pt x="162782" y="41720"/>
                        <a:pt x="161449" y="42672"/>
                        <a:pt x="161449" y="44577"/>
                      </a:cubicBezTo>
                      <a:cubicBezTo>
                        <a:pt x="161449" y="44767"/>
                        <a:pt x="161734" y="44958"/>
                        <a:pt x="162306" y="44958"/>
                      </a:cubicBezTo>
                      <a:lnTo>
                        <a:pt x="167354" y="43339"/>
                      </a:lnTo>
                      <a:close/>
                      <a:moveTo>
                        <a:pt x="185071" y="24384"/>
                      </a:moveTo>
                      <a:lnTo>
                        <a:pt x="185071" y="22003"/>
                      </a:lnTo>
                      <a:cubicBezTo>
                        <a:pt x="184023" y="22860"/>
                        <a:pt x="180689" y="23336"/>
                        <a:pt x="174974" y="23336"/>
                      </a:cubicBezTo>
                      <a:lnTo>
                        <a:pt x="185071" y="24479"/>
                      </a:lnTo>
                      <a:close/>
                      <a:moveTo>
                        <a:pt x="174974" y="92869"/>
                      </a:moveTo>
                      <a:lnTo>
                        <a:pt x="181737" y="92869"/>
                      </a:lnTo>
                      <a:cubicBezTo>
                        <a:pt x="178975" y="90202"/>
                        <a:pt x="176689" y="89059"/>
                        <a:pt x="174974" y="89630"/>
                      </a:cubicBezTo>
                      <a:lnTo>
                        <a:pt x="174974" y="92869"/>
                      </a:lnTo>
                      <a:close/>
                      <a:moveTo>
                        <a:pt x="188500" y="112586"/>
                      </a:moveTo>
                      <a:lnTo>
                        <a:pt x="193167" y="108204"/>
                      </a:lnTo>
                      <a:lnTo>
                        <a:pt x="191071" y="108204"/>
                      </a:lnTo>
                      <a:lnTo>
                        <a:pt x="188500" y="112586"/>
                      </a:lnTo>
                      <a:close/>
                      <a:moveTo>
                        <a:pt x="201454" y="113443"/>
                      </a:moveTo>
                      <a:cubicBezTo>
                        <a:pt x="200406" y="112586"/>
                        <a:pt x="199930" y="111442"/>
                        <a:pt x="199930" y="109823"/>
                      </a:cubicBezTo>
                      <a:cubicBezTo>
                        <a:pt x="199930" y="105251"/>
                        <a:pt x="202025" y="101727"/>
                        <a:pt x="206312" y="99250"/>
                      </a:cubicBezTo>
                      <a:cubicBezTo>
                        <a:pt x="205549" y="98488"/>
                        <a:pt x="204502" y="98012"/>
                        <a:pt x="203359" y="98012"/>
                      </a:cubicBezTo>
                      <a:cubicBezTo>
                        <a:pt x="203073" y="98012"/>
                        <a:pt x="199644" y="99917"/>
                        <a:pt x="193167" y="103727"/>
                      </a:cubicBezTo>
                      <a:cubicBezTo>
                        <a:pt x="197453" y="104775"/>
                        <a:pt x="199549" y="106680"/>
                        <a:pt x="199549" y="109442"/>
                      </a:cubicBezTo>
                      <a:cubicBezTo>
                        <a:pt x="199549" y="110490"/>
                        <a:pt x="199072" y="112014"/>
                        <a:pt x="198120" y="114014"/>
                      </a:cubicBezTo>
                      <a:cubicBezTo>
                        <a:pt x="197167" y="116015"/>
                        <a:pt x="196691" y="117443"/>
                        <a:pt x="196691" y="118300"/>
                      </a:cubicBezTo>
                      <a:cubicBezTo>
                        <a:pt x="196691" y="119920"/>
                        <a:pt x="198787" y="120587"/>
                        <a:pt x="202978" y="120301"/>
                      </a:cubicBezTo>
                      <a:cubicBezTo>
                        <a:pt x="202978" y="116586"/>
                        <a:pt x="202501" y="114300"/>
                        <a:pt x="201549" y="113538"/>
                      </a:cubicBezTo>
                      <a:close/>
                      <a:moveTo>
                        <a:pt x="214313" y="132779"/>
                      </a:moveTo>
                      <a:lnTo>
                        <a:pt x="215551" y="131540"/>
                      </a:lnTo>
                      <a:lnTo>
                        <a:pt x="213074" y="128302"/>
                      </a:lnTo>
                      <a:lnTo>
                        <a:pt x="214313" y="132779"/>
                      </a:lnTo>
                      <a:close/>
                      <a:moveTo>
                        <a:pt x="222313" y="104966"/>
                      </a:moveTo>
                      <a:lnTo>
                        <a:pt x="226981" y="108204"/>
                      </a:lnTo>
                      <a:cubicBezTo>
                        <a:pt x="225838" y="106299"/>
                        <a:pt x="225457" y="105251"/>
                        <a:pt x="225742" y="104966"/>
                      </a:cubicBezTo>
                      <a:lnTo>
                        <a:pt x="222409" y="104966"/>
                      </a:lnTo>
                      <a:close/>
                      <a:moveTo>
                        <a:pt x="223552" y="55531"/>
                      </a:moveTo>
                      <a:lnTo>
                        <a:pt x="223552" y="58674"/>
                      </a:lnTo>
                      <a:lnTo>
                        <a:pt x="226885" y="55531"/>
                      </a:lnTo>
                      <a:lnTo>
                        <a:pt x="223552" y="55531"/>
                      </a:lnTo>
                      <a:close/>
                      <a:moveTo>
                        <a:pt x="226885" y="91345"/>
                      </a:moveTo>
                      <a:lnTo>
                        <a:pt x="234982" y="83725"/>
                      </a:lnTo>
                      <a:lnTo>
                        <a:pt x="230314" y="83725"/>
                      </a:lnTo>
                      <a:lnTo>
                        <a:pt x="226885" y="91345"/>
                      </a:lnTo>
                      <a:close/>
                      <a:moveTo>
                        <a:pt x="230314" y="126778"/>
                      </a:moveTo>
                      <a:lnTo>
                        <a:pt x="234982" y="125158"/>
                      </a:lnTo>
                      <a:cubicBezTo>
                        <a:pt x="234696" y="124111"/>
                        <a:pt x="233172" y="123444"/>
                        <a:pt x="230314" y="123444"/>
                      </a:cubicBezTo>
                      <a:lnTo>
                        <a:pt x="230314" y="126778"/>
                      </a:lnTo>
                      <a:close/>
                      <a:moveTo>
                        <a:pt x="240125" y="51054"/>
                      </a:moveTo>
                      <a:cubicBezTo>
                        <a:pt x="240982" y="50768"/>
                        <a:pt x="242125" y="51435"/>
                        <a:pt x="243840" y="53054"/>
                      </a:cubicBezTo>
                      <a:lnTo>
                        <a:pt x="240125" y="51054"/>
                      </a:lnTo>
                      <a:close/>
                      <a:moveTo>
                        <a:pt x="246412" y="54674"/>
                      </a:moveTo>
                      <a:cubicBezTo>
                        <a:pt x="245840" y="54674"/>
                        <a:pt x="244983" y="54197"/>
                        <a:pt x="243840" y="53150"/>
                      </a:cubicBezTo>
                      <a:lnTo>
                        <a:pt x="246412" y="54674"/>
                      </a:lnTo>
                      <a:close/>
                      <a:moveTo>
                        <a:pt x="248126" y="55531"/>
                      </a:moveTo>
                      <a:lnTo>
                        <a:pt x="246412" y="54674"/>
                      </a:lnTo>
                      <a:cubicBezTo>
                        <a:pt x="247745" y="54483"/>
                        <a:pt x="248317" y="54292"/>
                        <a:pt x="248126" y="54292"/>
                      </a:cubicBezTo>
                      <a:lnTo>
                        <a:pt x="248126" y="55531"/>
                      </a:lnTo>
                      <a:close/>
                      <a:moveTo>
                        <a:pt x="254032" y="36481"/>
                      </a:moveTo>
                      <a:cubicBezTo>
                        <a:pt x="253460" y="36195"/>
                        <a:pt x="252317" y="36100"/>
                        <a:pt x="250603" y="35909"/>
                      </a:cubicBezTo>
                      <a:cubicBezTo>
                        <a:pt x="248983" y="35719"/>
                        <a:pt x="248126" y="35338"/>
                        <a:pt x="248126" y="34957"/>
                      </a:cubicBezTo>
                      <a:cubicBezTo>
                        <a:pt x="248126" y="34100"/>
                        <a:pt x="248698" y="33242"/>
                        <a:pt x="249746" y="32099"/>
                      </a:cubicBezTo>
                      <a:lnTo>
                        <a:pt x="253937" y="36481"/>
                      </a:lnTo>
                      <a:close/>
                      <a:moveTo>
                        <a:pt x="254889" y="96107"/>
                      </a:moveTo>
                      <a:lnTo>
                        <a:pt x="249746" y="92964"/>
                      </a:lnTo>
                      <a:lnTo>
                        <a:pt x="254889" y="92964"/>
                      </a:lnTo>
                      <a:lnTo>
                        <a:pt x="254889" y="96107"/>
                      </a:lnTo>
                      <a:close/>
                      <a:moveTo>
                        <a:pt x="254032" y="36481"/>
                      </a:moveTo>
                      <a:lnTo>
                        <a:pt x="254889" y="37243"/>
                      </a:lnTo>
                      <a:lnTo>
                        <a:pt x="254032" y="36481"/>
                      </a:lnTo>
                      <a:close/>
                      <a:moveTo>
                        <a:pt x="258318" y="69533"/>
                      </a:moveTo>
                      <a:lnTo>
                        <a:pt x="259461" y="65056"/>
                      </a:lnTo>
                      <a:lnTo>
                        <a:pt x="269653" y="68294"/>
                      </a:lnTo>
                      <a:cubicBezTo>
                        <a:pt x="267081" y="68580"/>
                        <a:pt x="265081" y="70199"/>
                        <a:pt x="263652" y="73152"/>
                      </a:cubicBezTo>
                      <a:cubicBezTo>
                        <a:pt x="263080" y="73152"/>
                        <a:pt x="261271" y="71914"/>
                        <a:pt x="258223" y="69533"/>
                      </a:cubicBezTo>
                      <a:close/>
                      <a:moveTo>
                        <a:pt x="269653" y="27622"/>
                      </a:moveTo>
                      <a:cubicBezTo>
                        <a:pt x="269367" y="28956"/>
                        <a:pt x="268224" y="29623"/>
                        <a:pt x="266224" y="29623"/>
                      </a:cubicBezTo>
                      <a:lnTo>
                        <a:pt x="261652" y="29623"/>
                      </a:lnTo>
                      <a:lnTo>
                        <a:pt x="262890" y="26384"/>
                      </a:lnTo>
                      <a:cubicBezTo>
                        <a:pt x="264033" y="27242"/>
                        <a:pt x="266224" y="27622"/>
                        <a:pt x="269653" y="27622"/>
                      </a:cubicBezTo>
                      <a:close/>
                      <a:moveTo>
                        <a:pt x="267557" y="39719"/>
                      </a:moveTo>
                      <a:lnTo>
                        <a:pt x="267557" y="37243"/>
                      </a:lnTo>
                      <a:cubicBezTo>
                        <a:pt x="273748" y="38291"/>
                        <a:pt x="278130" y="38767"/>
                        <a:pt x="280702" y="38576"/>
                      </a:cubicBezTo>
                      <a:lnTo>
                        <a:pt x="280702" y="41720"/>
                      </a:lnTo>
                      <a:lnTo>
                        <a:pt x="267557" y="39719"/>
                      </a:lnTo>
                      <a:close/>
                      <a:moveTo>
                        <a:pt x="282321" y="100489"/>
                      </a:moveTo>
                      <a:lnTo>
                        <a:pt x="278892" y="100489"/>
                      </a:lnTo>
                      <a:lnTo>
                        <a:pt x="281464" y="96488"/>
                      </a:lnTo>
                      <a:cubicBezTo>
                        <a:pt x="282035" y="97060"/>
                        <a:pt x="282321" y="98298"/>
                        <a:pt x="282321" y="100489"/>
                      </a:cubicBezTo>
                      <a:close/>
                      <a:moveTo>
                        <a:pt x="280606" y="96012"/>
                      </a:moveTo>
                      <a:cubicBezTo>
                        <a:pt x="280892" y="95536"/>
                        <a:pt x="281368" y="94774"/>
                        <a:pt x="282321" y="94012"/>
                      </a:cubicBezTo>
                      <a:lnTo>
                        <a:pt x="281464" y="96488"/>
                      </a:lnTo>
                      <a:cubicBezTo>
                        <a:pt x="281464" y="96488"/>
                        <a:pt x="280988" y="96012"/>
                        <a:pt x="280702" y="96012"/>
                      </a:cubicBezTo>
                      <a:close/>
                      <a:moveTo>
                        <a:pt x="282321" y="94012"/>
                      </a:moveTo>
                      <a:lnTo>
                        <a:pt x="283559" y="91250"/>
                      </a:lnTo>
                      <a:cubicBezTo>
                        <a:pt x="284035" y="92012"/>
                        <a:pt x="283655" y="92964"/>
                        <a:pt x="282321" y="94012"/>
                      </a:cubicBezTo>
                      <a:close/>
                      <a:moveTo>
                        <a:pt x="288607" y="9144"/>
                      </a:moveTo>
                      <a:lnTo>
                        <a:pt x="291941" y="12287"/>
                      </a:lnTo>
                      <a:lnTo>
                        <a:pt x="285559" y="12287"/>
                      </a:lnTo>
                      <a:lnTo>
                        <a:pt x="288512" y="9144"/>
                      </a:lnTo>
                      <a:close/>
                      <a:moveTo>
                        <a:pt x="290703" y="53054"/>
                      </a:moveTo>
                      <a:lnTo>
                        <a:pt x="298799" y="60674"/>
                      </a:lnTo>
                      <a:cubicBezTo>
                        <a:pt x="292608" y="58865"/>
                        <a:pt x="289465" y="57341"/>
                        <a:pt x="289465" y="56293"/>
                      </a:cubicBezTo>
                      <a:cubicBezTo>
                        <a:pt x="289465" y="55531"/>
                        <a:pt x="289846" y="54483"/>
                        <a:pt x="290798" y="53054"/>
                      </a:cubicBezTo>
                      <a:close/>
                    </a:path>
                  </a:pathLst>
                </a:custGeom>
                <a:solidFill>
                  <a:srgbClr val="F5F19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 name="Google Shape;774;p99"/>
                <p:cNvSpPr/>
                <p:nvPr/>
              </p:nvSpPr>
              <p:spPr>
                <a:xfrm>
                  <a:off x="5443918" y="2050256"/>
                  <a:ext cx="331469" cy="378999"/>
                </a:xfrm>
                <a:custGeom>
                  <a:avLst/>
                  <a:gdLst/>
                  <a:ahLst/>
                  <a:cxnLst/>
                  <a:rect l="l" t="t" r="r" b="b"/>
                  <a:pathLst>
                    <a:path w="331469" h="378999" extrusionOk="0">
                      <a:moveTo>
                        <a:pt x="258699" y="308610"/>
                      </a:moveTo>
                      <a:cubicBezTo>
                        <a:pt x="257556" y="312706"/>
                        <a:pt x="256984" y="316516"/>
                        <a:pt x="256984" y="319945"/>
                      </a:cubicBezTo>
                      <a:cubicBezTo>
                        <a:pt x="256984" y="325374"/>
                        <a:pt x="258413" y="331470"/>
                        <a:pt x="261175" y="338518"/>
                      </a:cubicBezTo>
                      <a:cubicBezTo>
                        <a:pt x="265081" y="347091"/>
                        <a:pt x="267367" y="352711"/>
                        <a:pt x="267938" y="355473"/>
                      </a:cubicBezTo>
                      <a:cubicBezTo>
                        <a:pt x="269367" y="356997"/>
                        <a:pt x="270034" y="358616"/>
                        <a:pt x="270034" y="360236"/>
                      </a:cubicBezTo>
                      <a:cubicBezTo>
                        <a:pt x="270034" y="362141"/>
                        <a:pt x="268796" y="364426"/>
                        <a:pt x="266224" y="367189"/>
                      </a:cubicBezTo>
                      <a:cubicBezTo>
                        <a:pt x="262509" y="371284"/>
                        <a:pt x="260413" y="373571"/>
                        <a:pt x="259842" y="374428"/>
                      </a:cubicBezTo>
                      <a:cubicBezTo>
                        <a:pt x="256984" y="373856"/>
                        <a:pt x="253937" y="373571"/>
                        <a:pt x="250603" y="373571"/>
                      </a:cubicBezTo>
                      <a:cubicBezTo>
                        <a:pt x="247269" y="373571"/>
                        <a:pt x="242125" y="373951"/>
                        <a:pt x="235363" y="374618"/>
                      </a:cubicBezTo>
                      <a:cubicBezTo>
                        <a:pt x="228695" y="375285"/>
                        <a:pt x="223742" y="375571"/>
                        <a:pt x="220599" y="375571"/>
                      </a:cubicBezTo>
                      <a:cubicBezTo>
                        <a:pt x="208788" y="375571"/>
                        <a:pt x="200215" y="372142"/>
                        <a:pt x="194881" y="365093"/>
                      </a:cubicBezTo>
                      <a:cubicBezTo>
                        <a:pt x="196501" y="361664"/>
                        <a:pt x="197358" y="358426"/>
                        <a:pt x="197358" y="355473"/>
                      </a:cubicBezTo>
                      <a:cubicBezTo>
                        <a:pt x="197358" y="351187"/>
                        <a:pt x="194977" y="346234"/>
                        <a:pt x="190214" y="340995"/>
                      </a:cubicBezTo>
                      <a:cubicBezTo>
                        <a:pt x="183451" y="333661"/>
                        <a:pt x="179546" y="328898"/>
                        <a:pt x="178403" y="326517"/>
                      </a:cubicBezTo>
                      <a:cubicBezTo>
                        <a:pt x="176974" y="326041"/>
                        <a:pt x="175450" y="325755"/>
                        <a:pt x="173736" y="325755"/>
                      </a:cubicBezTo>
                      <a:cubicBezTo>
                        <a:pt x="171545" y="325755"/>
                        <a:pt x="167640" y="326326"/>
                        <a:pt x="162306" y="327565"/>
                      </a:cubicBezTo>
                      <a:cubicBezTo>
                        <a:pt x="156877" y="328708"/>
                        <a:pt x="153162" y="329279"/>
                        <a:pt x="150971" y="329279"/>
                      </a:cubicBezTo>
                      <a:cubicBezTo>
                        <a:pt x="145256" y="329279"/>
                        <a:pt x="141637" y="326803"/>
                        <a:pt x="139922" y="322136"/>
                      </a:cubicBezTo>
                      <a:lnTo>
                        <a:pt x="136588" y="322136"/>
                      </a:lnTo>
                      <a:cubicBezTo>
                        <a:pt x="136588" y="320230"/>
                        <a:pt x="136112" y="317754"/>
                        <a:pt x="135350" y="314611"/>
                      </a:cubicBezTo>
                      <a:cubicBezTo>
                        <a:pt x="134493" y="311563"/>
                        <a:pt x="134112" y="309467"/>
                        <a:pt x="134112" y="308420"/>
                      </a:cubicBezTo>
                      <a:cubicBezTo>
                        <a:pt x="134112" y="306229"/>
                        <a:pt x="134969" y="304514"/>
                        <a:pt x="136684" y="303181"/>
                      </a:cubicBezTo>
                      <a:cubicBezTo>
                        <a:pt x="135255" y="301371"/>
                        <a:pt x="134493" y="299371"/>
                        <a:pt x="134493" y="297466"/>
                      </a:cubicBezTo>
                      <a:cubicBezTo>
                        <a:pt x="134493" y="295942"/>
                        <a:pt x="135160" y="293561"/>
                        <a:pt x="136684" y="290417"/>
                      </a:cubicBezTo>
                      <a:cubicBezTo>
                        <a:pt x="138113" y="287369"/>
                        <a:pt x="138779" y="284893"/>
                        <a:pt x="138779" y="283369"/>
                      </a:cubicBezTo>
                      <a:cubicBezTo>
                        <a:pt x="138779" y="282321"/>
                        <a:pt x="138493" y="280988"/>
                        <a:pt x="137922" y="279654"/>
                      </a:cubicBezTo>
                      <a:cubicBezTo>
                        <a:pt x="140398" y="275654"/>
                        <a:pt x="147923" y="273463"/>
                        <a:pt x="160306" y="273177"/>
                      </a:cubicBezTo>
                      <a:cubicBezTo>
                        <a:pt x="171545" y="272987"/>
                        <a:pt x="177165" y="270986"/>
                        <a:pt x="177165" y="267653"/>
                      </a:cubicBezTo>
                      <a:cubicBezTo>
                        <a:pt x="177165" y="265557"/>
                        <a:pt x="175641" y="262128"/>
                        <a:pt x="172498" y="257937"/>
                      </a:cubicBezTo>
                      <a:lnTo>
                        <a:pt x="178403" y="257937"/>
                      </a:lnTo>
                      <a:cubicBezTo>
                        <a:pt x="178117" y="260128"/>
                        <a:pt x="178879" y="262700"/>
                        <a:pt x="180499" y="265557"/>
                      </a:cubicBezTo>
                      <a:cubicBezTo>
                        <a:pt x="181356" y="264795"/>
                        <a:pt x="181832" y="262700"/>
                        <a:pt x="182118" y="259175"/>
                      </a:cubicBezTo>
                      <a:cubicBezTo>
                        <a:pt x="182404" y="256413"/>
                        <a:pt x="183928" y="254984"/>
                        <a:pt x="186785" y="254699"/>
                      </a:cubicBezTo>
                      <a:lnTo>
                        <a:pt x="181737" y="249841"/>
                      </a:lnTo>
                      <a:lnTo>
                        <a:pt x="186785" y="248603"/>
                      </a:lnTo>
                      <a:lnTo>
                        <a:pt x="182975" y="245459"/>
                      </a:lnTo>
                      <a:cubicBezTo>
                        <a:pt x="183547" y="246031"/>
                        <a:pt x="184309" y="246317"/>
                        <a:pt x="185071" y="246317"/>
                      </a:cubicBezTo>
                      <a:cubicBezTo>
                        <a:pt x="186214" y="246317"/>
                        <a:pt x="187833" y="245745"/>
                        <a:pt x="189929" y="244507"/>
                      </a:cubicBezTo>
                      <a:cubicBezTo>
                        <a:pt x="192024" y="243268"/>
                        <a:pt x="193453" y="242697"/>
                        <a:pt x="194310" y="242697"/>
                      </a:cubicBezTo>
                      <a:cubicBezTo>
                        <a:pt x="195739" y="242697"/>
                        <a:pt x="196596" y="244126"/>
                        <a:pt x="196787" y="246793"/>
                      </a:cubicBezTo>
                      <a:cubicBezTo>
                        <a:pt x="196024" y="246793"/>
                        <a:pt x="192596" y="247841"/>
                        <a:pt x="186690" y="250031"/>
                      </a:cubicBezTo>
                      <a:cubicBezTo>
                        <a:pt x="186976" y="250317"/>
                        <a:pt x="189166" y="251650"/>
                        <a:pt x="193453" y="254127"/>
                      </a:cubicBezTo>
                      <a:cubicBezTo>
                        <a:pt x="196024" y="255651"/>
                        <a:pt x="197263" y="257270"/>
                        <a:pt x="197263" y="258889"/>
                      </a:cubicBezTo>
                      <a:cubicBezTo>
                        <a:pt x="197263" y="259651"/>
                        <a:pt x="197167" y="260509"/>
                        <a:pt x="196787" y="261366"/>
                      </a:cubicBezTo>
                      <a:cubicBezTo>
                        <a:pt x="198215" y="260604"/>
                        <a:pt x="199168" y="259080"/>
                        <a:pt x="199739" y="256984"/>
                      </a:cubicBezTo>
                      <a:cubicBezTo>
                        <a:pt x="200311" y="254889"/>
                        <a:pt x="200215" y="253175"/>
                        <a:pt x="199358" y="252222"/>
                      </a:cubicBezTo>
                      <a:lnTo>
                        <a:pt x="204788" y="246888"/>
                      </a:lnTo>
                      <a:lnTo>
                        <a:pt x="193357" y="236887"/>
                      </a:lnTo>
                      <a:lnTo>
                        <a:pt x="194691" y="234791"/>
                      </a:lnTo>
                      <a:cubicBezTo>
                        <a:pt x="193834" y="233743"/>
                        <a:pt x="192881" y="233172"/>
                        <a:pt x="191643" y="233172"/>
                      </a:cubicBezTo>
                      <a:cubicBezTo>
                        <a:pt x="191071" y="233172"/>
                        <a:pt x="189929" y="233839"/>
                        <a:pt x="188119" y="235267"/>
                      </a:cubicBezTo>
                      <a:cubicBezTo>
                        <a:pt x="186214" y="236506"/>
                        <a:pt x="184499" y="236982"/>
                        <a:pt x="182785" y="236887"/>
                      </a:cubicBezTo>
                      <a:cubicBezTo>
                        <a:pt x="182213" y="236506"/>
                        <a:pt x="178594" y="236506"/>
                        <a:pt x="171736" y="236506"/>
                      </a:cubicBezTo>
                      <a:cubicBezTo>
                        <a:pt x="167830" y="236506"/>
                        <a:pt x="165735" y="233934"/>
                        <a:pt x="165449" y="228886"/>
                      </a:cubicBezTo>
                      <a:cubicBezTo>
                        <a:pt x="163163" y="228029"/>
                        <a:pt x="162020" y="226409"/>
                        <a:pt x="162020" y="224028"/>
                      </a:cubicBezTo>
                      <a:cubicBezTo>
                        <a:pt x="162020" y="222980"/>
                        <a:pt x="162306" y="221171"/>
                        <a:pt x="162782" y="218789"/>
                      </a:cubicBezTo>
                      <a:cubicBezTo>
                        <a:pt x="163354" y="216313"/>
                        <a:pt x="163639" y="214503"/>
                        <a:pt x="163639" y="213170"/>
                      </a:cubicBezTo>
                      <a:cubicBezTo>
                        <a:pt x="163639" y="209741"/>
                        <a:pt x="161449" y="207645"/>
                        <a:pt x="156877" y="207074"/>
                      </a:cubicBezTo>
                      <a:cubicBezTo>
                        <a:pt x="156020" y="205740"/>
                        <a:pt x="155638" y="204216"/>
                        <a:pt x="155638" y="202311"/>
                      </a:cubicBezTo>
                      <a:cubicBezTo>
                        <a:pt x="155638" y="201549"/>
                        <a:pt x="155829" y="200216"/>
                        <a:pt x="156115" y="198501"/>
                      </a:cubicBezTo>
                      <a:cubicBezTo>
                        <a:pt x="156400" y="196691"/>
                        <a:pt x="156496" y="195453"/>
                        <a:pt x="156496" y="194596"/>
                      </a:cubicBezTo>
                      <a:cubicBezTo>
                        <a:pt x="156496" y="191929"/>
                        <a:pt x="155067" y="189833"/>
                        <a:pt x="152305" y="188214"/>
                      </a:cubicBezTo>
                      <a:lnTo>
                        <a:pt x="147638" y="186976"/>
                      </a:lnTo>
                      <a:cubicBezTo>
                        <a:pt x="149923" y="184309"/>
                        <a:pt x="150971" y="181451"/>
                        <a:pt x="150971" y="178499"/>
                      </a:cubicBezTo>
                      <a:cubicBezTo>
                        <a:pt x="150971" y="175832"/>
                        <a:pt x="150019" y="172498"/>
                        <a:pt x="148018" y="168497"/>
                      </a:cubicBezTo>
                      <a:cubicBezTo>
                        <a:pt x="146304" y="165545"/>
                        <a:pt x="144685" y="162496"/>
                        <a:pt x="142970" y="159258"/>
                      </a:cubicBezTo>
                      <a:cubicBezTo>
                        <a:pt x="144399" y="158401"/>
                        <a:pt x="145256" y="157163"/>
                        <a:pt x="145542" y="155543"/>
                      </a:cubicBezTo>
                      <a:cubicBezTo>
                        <a:pt x="145828" y="153734"/>
                        <a:pt x="144971" y="152305"/>
                        <a:pt x="142970" y="151543"/>
                      </a:cubicBezTo>
                      <a:lnTo>
                        <a:pt x="136303" y="152781"/>
                      </a:lnTo>
                      <a:lnTo>
                        <a:pt x="134588" y="141446"/>
                      </a:lnTo>
                      <a:cubicBezTo>
                        <a:pt x="132302" y="142018"/>
                        <a:pt x="131064" y="143637"/>
                        <a:pt x="130969" y="146304"/>
                      </a:cubicBezTo>
                      <a:cubicBezTo>
                        <a:pt x="130873" y="148971"/>
                        <a:pt x="129349" y="150781"/>
                        <a:pt x="126492" y="151543"/>
                      </a:cubicBezTo>
                      <a:cubicBezTo>
                        <a:pt x="127063" y="153162"/>
                        <a:pt x="127349" y="154686"/>
                        <a:pt x="127349" y="156020"/>
                      </a:cubicBezTo>
                      <a:cubicBezTo>
                        <a:pt x="127349" y="158401"/>
                        <a:pt x="126301" y="161830"/>
                        <a:pt x="124015" y="166021"/>
                      </a:cubicBezTo>
                      <a:cubicBezTo>
                        <a:pt x="121729" y="170307"/>
                        <a:pt x="120777" y="174784"/>
                        <a:pt x="121063" y="179261"/>
                      </a:cubicBezTo>
                      <a:cubicBezTo>
                        <a:pt x="116776" y="181451"/>
                        <a:pt x="114490" y="185166"/>
                        <a:pt x="113824" y="190214"/>
                      </a:cubicBezTo>
                      <a:cubicBezTo>
                        <a:pt x="113062" y="197453"/>
                        <a:pt x="112300" y="201549"/>
                        <a:pt x="111728" y="202311"/>
                      </a:cubicBezTo>
                      <a:cubicBezTo>
                        <a:pt x="110299" y="202121"/>
                        <a:pt x="108490" y="203930"/>
                        <a:pt x="106204" y="207931"/>
                      </a:cubicBezTo>
                      <a:cubicBezTo>
                        <a:pt x="103632" y="213074"/>
                        <a:pt x="101060" y="216408"/>
                        <a:pt x="98679" y="218027"/>
                      </a:cubicBezTo>
                      <a:cubicBezTo>
                        <a:pt x="98679" y="218599"/>
                        <a:pt x="99822" y="220123"/>
                        <a:pt x="102013" y="222409"/>
                      </a:cubicBezTo>
                      <a:lnTo>
                        <a:pt x="104965" y="219266"/>
                      </a:lnTo>
                      <a:cubicBezTo>
                        <a:pt x="105442" y="219551"/>
                        <a:pt x="105823" y="219932"/>
                        <a:pt x="105823" y="220504"/>
                      </a:cubicBezTo>
                      <a:cubicBezTo>
                        <a:pt x="105823" y="221266"/>
                        <a:pt x="105156" y="222790"/>
                        <a:pt x="103918" y="224980"/>
                      </a:cubicBezTo>
                      <a:cubicBezTo>
                        <a:pt x="102679" y="227171"/>
                        <a:pt x="102013" y="228409"/>
                        <a:pt x="102013" y="229076"/>
                      </a:cubicBezTo>
                      <a:cubicBezTo>
                        <a:pt x="99822" y="232029"/>
                        <a:pt x="98679" y="233648"/>
                        <a:pt x="98679" y="233839"/>
                      </a:cubicBezTo>
                      <a:lnTo>
                        <a:pt x="102013" y="237077"/>
                      </a:lnTo>
                      <a:cubicBezTo>
                        <a:pt x="102870" y="235649"/>
                        <a:pt x="103918" y="234982"/>
                        <a:pt x="104965" y="234982"/>
                      </a:cubicBezTo>
                      <a:lnTo>
                        <a:pt x="104965" y="238220"/>
                      </a:lnTo>
                      <a:cubicBezTo>
                        <a:pt x="103918" y="237744"/>
                        <a:pt x="102870" y="237458"/>
                        <a:pt x="102013" y="237458"/>
                      </a:cubicBezTo>
                      <a:cubicBezTo>
                        <a:pt x="99822" y="237458"/>
                        <a:pt x="98107" y="240125"/>
                        <a:pt x="96964" y="245554"/>
                      </a:cubicBezTo>
                      <a:cubicBezTo>
                        <a:pt x="95631" y="251746"/>
                        <a:pt x="93916" y="255556"/>
                        <a:pt x="91916" y="256794"/>
                      </a:cubicBezTo>
                      <a:cubicBezTo>
                        <a:pt x="93535" y="258128"/>
                        <a:pt x="94869" y="261080"/>
                        <a:pt x="95631" y="265557"/>
                      </a:cubicBezTo>
                      <a:cubicBezTo>
                        <a:pt x="96488" y="269938"/>
                        <a:pt x="98679" y="272701"/>
                        <a:pt x="102013" y="273653"/>
                      </a:cubicBezTo>
                      <a:cubicBezTo>
                        <a:pt x="103632" y="272605"/>
                        <a:pt x="107632" y="272225"/>
                        <a:pt x="113824" y="272510"/>
                      </a:cubicBezTo>
                      <a:cubicBezTo>
                        <a:pt x="119158" y="272510"/>
                        <a:pt x="122301" y="271843"/>
                        <a:pt x="123158" y="270510"/>
                      </a:cubicBezTo>
                      <a:cubicBezTo>
                        <a:pt x="123444" y="273463"/>
                        <a:pt x="124396" y="279940"/>
                        <a:pt x="126016" y="289846"/>
                      </a:cubicBezTo>
                      <a:cubicBezTo>
                        <a:pt x="127540" y="297656"/>
                        <a:pt x="128206" y="303943"/>
                        <a:pt x="128206" y="308800"/>
                      </a:cubicBezTo>
                      <a:cubicBezTo>
                        <a:pt x="128206" y="316325"/>
                        <a:pt x="126968" y="323469"/>
                        <a:pt x="124396" y="330232"/>
                      </a:cubicBezTo>
                      <a:cubicBezTo>
                        <a:pt x="120396" y="331280"/>
                        <a:pt x="113919" y="331756"/>
                        <a:pt x="104775" y="331470"/>
                      </a:cubicBezTo>
                      <a:cubicBezTo>
                        <a:pt x="95631" y="331089"/>
                        <a:pt x="88582" y="332232"/>
                        <a:pt x="83915" y="334613"/>
                      </a:cubicBezTo>
                      <a:lnTo>
                        <a:pt x="86011" y="335851"/>
                      </a:lnTo>
                      <a:cubicBezTo>
                        <a:pt x="79248" y="337471"/>
                        <a:pt x="75343" y="342233"/>
                        <a:pt x="74200" y="349949"/>
                      </a:cubicBezTo>
                      <a:cubicBezTo>
                        <a:pt x="73628" y="356425"/>
                        <a:pt x="72962" y="362712"/>
                        <a:pt x="72104" y="368808"/>
                      </a:cubicBezTo>
                      <a:cubicBezTo>
                        <a:pt x="70104" y="375095"/>
                        <a:pt x="64389" y="377762"/>
                        <a:pt x="54769" y="377000"/>
                      </a:cubicBezTo>
                      <a:cubicBezTo>
                        <a:pt x="53912" y="378238"/>
                        <a:pt x="52864" y="379000"/>
                        <a:pt x="51435" y="379000"/>
                      </a:cubicBezTo>
                      <a:cubicBezTo>
                        <a:pt x="50292" y="379000"/>
                        <a:pt x="48482" y="378238"/>
                        <a:pt x="45815" y="377000"/>
                      </a:cubicBezTo>
                      <a:cubicBezTo>
                        <a:pt x="43053" y="375571"/>
                        <a:pt x="41148" y="374809"/>
                        <a:pt x="39910" y="374809"/>
                      </a:cubicBezTo>
                      <a:cubicBezTo>
                        <a:pt x="38671" y="374618"/>
                        <a:pt x="36862" y="374523"/>
                        <a:pt x="34576" y="374523"/>
                      </a:cubicBezTo>
                      <a:cubicBezTo>
                        <a:pt x="32671" y="374523"/>
                        <a:pt x="29718" y="374809"/>
                        <a:pt x="25813" y="375380"/>
                      </a:cubicBezTo>
                      <a:cubicBezTo>
                        <a:pt x="21812" y="375857"/>
                        <a:pt x="18955" y="376142"/>
                        <a:pt x="16859" y="376142"/>
                      </a:cubicBezTo>
                      <a:cubicBezTo>
                        <a:pt x="8191" y="376142"/>
                        <a:pt x="3048" y="373475"/>
                        <a:pt x="1238" y="368046"/>
                      </a:cubicBezTo>
                      <a:cubicBezTo>
                        <a:pt x="381" y="365665"/>
                        <a:pt x="0" y="363284"/>
                        <a:pt x="0" y="361188"/>
                      </a:cubicBezTo>
                      <a:cubicBezTo>
                        <a:pt x="0" y="357950"/>
                        <a:pt x="1429" y="353568"/>
                        <a:pt x="4191" y="347853"/>
                      </a:cubicBezTo>
                      <a:cubicBezTo>
                        <a:pt x="6953" y="342233"/>
                        <a:pt x="8001" y="337280"/>
                        <a:pt x="7144" y="333375"/>
                      </a:cubicBezTo>
                      <a:cubicBezTo>
                        <a:pt x="11906" y="332042"/>
                        <a:pt x="14288" y="328898"/>
                        <a:pt x="14288" y="324136"/>
                      </a:cubicBezTo>
                      <a:cubicBezTo>
                        <a:pt x="14288" y="323279"/>
                        <a:pt x="14097" y="322136"/>
                        <a:pt x="13906" y="320421"/>
                      </a:cubicBezTo>
                      <a:lnTo>
                        <a:pt x="13906" y="316421"/>
                      </a:lnTo>
                      <a:cubicBezTo>
                        <a:pt x="13906" y="313754"/>
                        <a:pt x="14383" y="311563"/>
                        <a:pt x="15526" y="309943"/>
                      </a:cubicBezTo>
                      <a:cubicBezTo>
                        <a:pt x="20098" y="308229"/>
                        <a:pt x="22288" y="305371"/>
                        <a:pt x="22288" y="300990"/>
                      </a:cubicBezTo>
                      <a:cubicBezTo>
                        <a:pt x="22288" y="299657"/>
                        <a:pt x="22003" y="297561"/>
                        <a:pt x="21431" y="294513"/>
                      </a:cubicBezTo>
                      <a:cubicBezTo>
                        <a:pt x="20860" y="291560"/>
                        <a:pt x="20574" y="289274"/>
                        <a:pt x="20574" y="287655"/>
                      </a:cubicBezTo>
                      <a:cubicBezTo>
                        <a:pt x="20574" y="283083"/>
                        <a:pt x="22670" y="279749"/>
                        <a:pt x="26860" y="277559"/>
                      </a:cubicBezTo>
                      <a:cubicBezTo>
                        <a:pt x="26289" y="275654"/>
                        <a:pt x="26003" y="273939"/>
                        <a:pt x="26003" y="272320"/>
                      </a:cubicBezTo>
                      <a:cubicBezTo>
                        <a:pt x="26003" y="268796"/>
                        <a:pt x="27718" y="264509"/>
                        <a:pt x="31051" y="259366"/>
                      </a:cubicBezTo>
                      <a:cubicBezTo>
                        <a:pt x="34385" y="254222"/>
                        <a:pt x="36100" y="250317"/>
                        <a:pt x="36100" y="247650"/>
                      </a:cubicBezTo>
                      <a:cubicBezTo>
                        <a:pt x="36100" y="245269"/>
                        <a:pt x="35242" y="242792"/>
                        <a:pt x="33528" y="240030"/>
                      </a:cubicBezTo>
                      <a:cubicBezTo>
                        <a:pt x="38290" y="234601"/>
                        <a:pt x="41720" y="226695"/>
                        <a:pt x="43720" y="216122"/>
                      </a:cubicBezTo>
                      <a:cubicBezTo>
                        <a:pt x="44863" y="208026"/>
                        <a:pt x="45815" y="199930"/>
                        <a:pt x="46672" y="191834"/>
                      </a:cubicBezTo>
                      <a:cubicBezTo>
                        <a:pt x="51149" y="190024"/>
                        <a:pt x="54007" y="185357"/>
                        <a:pt x="55245" y="177737"/>
                      </a:cubicBezTo>
                      <a:cubicBezTo>
                        <a:pt x="56579" y="170117"/>
                        <a:pt x="58960" y="165163"/>
                        <a:pt x="62674" y="162782"/>
                      </a:cubicBezTo>
                      <a:cubicBezTo>
                        <a:pt x="61627" y="160401"/>
                        <a:pt x="61055" y="157639"/>
                        <a:pt x="61055" y="154686"/>
                      </a:cubicBezTo>
                      <a:cubicBezTo>
                        <a:pt x="61055" y="152019"/>
                        <a:pt x="61531" y="148495"/>
                        <a:pt x="62484" y="144209"/>
                      </a:cubicBezTo>
                      <a:cubicBezTo>
                        <a:pt x="63437" y="139922"/>
                        <a:pt x="63913" y="137160"/>
                        <a:pt x="63913" y="136208"/>
                      </a:cubicBezTo>
                      <a:cubicBezTo>
                        <a:pt x="67342" y="134303"/>
                        <a:pt x="69056" y="131826"/>
                        <a:pt x="69056" y="128873"/>
                      </a:cubicBezTo>
                      <a:lnTo>
                        <a:pt x="69056" y="124016"/>
                      </a:lnTo>
                      <a:cubicBezTo>
                        <a:pt x="69056" y="119920"/>
                        <a:pt x="71342" y="116586"/>
                        <a:pt x="75819" y="114014"/>
                      </a:cubicBezTo>
                      <a:cubicBezTo>
                        <a:pt x="73533" y="110204"/>
                        <a:pt x="73533" y="103537"/>
                        <a:pt x="75819" y="94202"/>
                      </a:cubicBezTo>
                      <a:cubicBezTo>
                        <a:pt x="82296" y="93154"/>
                        <a:pt x="84868" y="88963"/>
                        <a:pt x="83439" y="81629"/>
                      </a:cubicBezTo>
                      <a:cubicBezTo>
                        <a:pt x="81724" y="73057"/>
                        <a:pt x="81915" y="68008"/>
                        <a:pt x="83915" y="66294"/>
                      </a:cubicBezTo>
                      <a:cubicBezTo>
                        <a:pt x="91726" y="57721"/>
                        <a:pt x="98107" y="53435"/>
                        <a:pt x="102870" y="53435"/>
                      </a:cubicBezTo>
                      <a:cubicBezTo>
                        <a:pt x="106204" y="53435"/>
                        <a:pt x="109252" y="55150"/>
                        <a:pt x="111728" y="58198"/>
                      </a:cubicBezTo>
                      <a:cubicBezTo>
                        <a:pt x="112585" y="57721"/>
                        <a:pt x="113062" y="56197"/>
                        <a:pt x="113062" y="53816"/>
                      </a:cubicBezTo>
                      <a:cubicBezTo>
                        <a:pt x="113824" y="53245"/>
                        <a:pt x="114871" y="52959"/>
                        <a:pt x="116014" y="52959"/>
                      </a:cubicBezTo>
                      <a:cubicBezTo>
                        <a:pt x="117157" y="52959"/>
                        <a:pt x="119063" y="53340"/>
                        <a:pt x="121634" y="54007"/>
                      </a:cubicBezTo>
                      <a:cubicBezTo>
                        <a:pt x="124301" y="54578"/>
                        <a:pt x="126301" y="55054"/>
                        <a:pt x="127349" y="55054"/>
                      </a:cubicBezTo>
                      <a:cubicBezTo>
                        <a:pt x="130778" y="55054"/>
                        <a:pt x="133159" y="53530"/>
                        <a:pt x="134588" y="50578"/>
                      </a:cubicBezTo>
                      <a:cubicBezTo>
                        <a:pt x="136017" y="51625"/>
                        <a:pt x="138779" y="53435"/>
                        <a:pt x="142970" y="56197"/>
                      </a:cubicBezTo>
                      <a:cubicBezTo>
                        <a:pt x="144113" y="54102"/>
                        <a:pt x="145828" y="52959"/>
                        <a:pt x="148018" y="52959"/>
                      </a:cubicBezTo>
                      <a:cubicBezTo>
                        <a:pt x="149447" y="52959"/>
                        <a:pt x="151829" y="53530"/>
                        <a:pt x="155067" y="54388"/>
                      </a:cubicBezTo>
                      <a:cubicBezTo>
                        <a:pt x="158305" y="55436"/>
                        <a:pt x="160972" y="55817"/>
                        <a:pt x="162878" y="55817"/>
                      </a:cubicBezTo>
                      <a:cubicBezTo>
                        <a:pt x="164306" y="55817"/>
                        <a:pt x="165545" y="55531"/>
                        <a:pt x="166783" y="55150"/>
                      </a:cubicBezTo>
                      <a:cubicBezTo>
                        <a:pt x="170402" y="57245"/>
                        <a:pt x="174022" y="59531"/>
                        <a:pt x="177737" y="61913"/>
                      </a:cubicBezTo>
                      <a:cubicBezTo>
                        <a:pt x="181356" y="64294"/>
                        <a:pt x="183261" y="67628"/>
                        <a:pt x="183261" y="71533"/>
                      </a:cubicBezTo>
                      <a:cubicBezTo>
                        <a:pt x="183261" y="72580"/>
                        <a:pt x="183261" y="73914"/>
                        <a:pt x="182880" y="75152"/>
                      </a:cubicBezTo>
                      <a:lnTo>
                        <a:pt x="190024" y="73914"/>
                      </a:lnTo>
                      <a:cubicBezTo>
                        <a:pt x="188881" y="77438"/>
                        <a:pt x="188309" y="81058"/>
                        <a:pt x="188309" y="84868"/>
                      </a:cubicBezTo>
                      <a:cubicBezTo>
                        <a:pt x="188309" y="92964"/>
                        <a:pt x="191548" y="102108"/>
                        <a:pt x="198025" y="112681"/>
                      </a:cubicBezTo>
                      <a:lnTo>
                        <a:pt x="190024" y="115824"/>
                      </a:lnTo>
                      <a:lnTo>
                        <a:pt x="198025" y="118682"/>
                      </a:lnTo>
                      <a:cubicBezTo>
                        <a:pt x="196882" y="118396"/>
                        <a:pt x="194691" y="119443"/>
                        <a:pt x="191262" y="121825"/>
                      </a:cubicBezTo>
                      <a:lnTo>
                        <a:pt x="191262" y="123444"/>
                      </a:lnTo>
                      <a:cubicBezTo>
                        <a:pt x="193453" y="122682"/>
                        <a:pt x="197263" y="123254"/>
                        <a:pt x="202692" y="125063"/>
                      </a:cubicBezTo>
                      <a:lnTo>
                        <a:pt x="196691" y="133921"/>
                      </a:lnTo>
                      <a:cubicBezTo>
                        <a:pt x="203168" y="141446"/>
                        <a:pt x="208979" y="145161"/>
                        <a:pt x="214027" y="145161"/>
                      </a:cubicBezTo>
                      <a:lnTo>
                        <a:pt x="214027" y="148400"/>
                      </a:lnTo>
                      <a:cubicBezTo>
                        <a:pt x="212122" y="145733"/>
                        <a:pt x="210503" y="144589"/>
                        <a:pt x="209455" y="145161"/>
                      </a:cubicBezTo>
                      <a:cubicBezTo>
                        <a:pt x="208216" y="148971"/>
                        <a:pt x="207645" y="152971"/>
                        <a:pt x="207645" y="157258"/>
                      </a:cubicBezTo>
                      <a:cubicBezTo>
                        <a:pt x="207645" y="166116"/>
                        <a:pt x="209836" y="172879"/>
                        <a:pt x="214027" y="177355"/>
                      </a:cubicBezTo>
                      <a:cubicBezTo>
                        <a:pt x="212884" y="178499"/>
                        <a:pt x="212312" y="179546"/>
                        <a:pt x="212312" y="180594"/>
                      </a:cubicBezTo>
                      <a:cubicBezTo>
                        <a:pt x="212312" y="181642"/>
                        <a:pt x="213360" y="183166"/>
                        <a:pt x="215455" y="184975"/>
                      </a:cubicBezTo>
                      <a:cubicBezTo>
                        <a:pt x="217551" y="186880"/>
                        <a:pt x="218599" y="188500"/>
                        <a:pt x="218599" y="189833"/>
                      </a:cubicBezTo>
                      <a:cubicBezTo>
                        <a:pt x="218599" y="190595"/>
                        <a:pt x="218122" y="191548"/>
                        <a:pt x="217360" y="192596"/>
                      </a:cubicBezTo>
                      <a:lnTo>
                        <a:pt x="222409" y="194596"/>
                      </a:lnTo>
                      <a:cubicBezTo>
                        <a:pt x="225171" y="209931"/>
                        <a:pt x="227076" y="219266"/>
                        <a:pt x="227933" y="222409"/>
                      </a:cubicBezTo>
                      <a:cubicBezTo>
                        <a:pt x="230410" y="232982"/>
                        <a:pt x="233934" y="241840"/>
                        <a:pt x="238506" y="248984"/>
                      </a:cubicBezTo>
                      <a:cubicBezTo>
                        <a:pt x="235077" y="254413"/>
                        <a:pt x="236125" y="258604"/>
                        <a:pt x="241745" y="261557"/>
                      </a:cubicBezTo>
                      <a:cubicBezTo>
                        <a:pt x="241268" y="274987"/>
                        <a:pt x="243364" y="284226"/>
                        <a:pt x="248126" y="289370"/>
                      </a:cubicBezTo>
                      <a:cubicBezTo>
                        <a:pt x="248126" y="302228"/>
                        <a:pt x="251460" y="308896"/>
                        <a:pt x="258223" y="309086"/>
                      </a:cubicBezTo>
                      <a:close/>
                      <a:moveTo>
                        <a:pt x="14192" y="57626"/>
                      </a:moveTo>
                      <a:lnTo>
                        <a:pt x="10763" y="60865"/>
                      </a:lnTo>
                      <a:lnTo>
                        <a:pt x="6191" y="55626"/>
                      </a:lnTo>
                      <a:lnTo>
                        <a:pt x="14192" y="57626"/>
                      </a:lnTo>
                      <a:close/>
                      <a:moveTo>
                        <a:pt x="21336" y="118110"/>
                      </a:moveTo>
                      <a:lnTo>
                        <a:pt x="23813" y="125730"/>
                      </a:lnTo>
                      <a:lnTo>
                        <a:pt x="17526" y="135350"/>
                      </a:lnTo>
                      <a:lnTo>
                        <a:pt x="21336" y="118110"/>
                      </a:lnTo>
                      <a:close/>
                      <a:moveTo>
                        <a:pt x="26765" y="82296"/>
                      </a:moveTo>
                      <a:cubicBezTo>
                        <a:pt x="26194" y="82296"/>
                        <a:pt x="24860" y="83344"/>
                        <a:pt x="22574" y="85534"/>
                      </a:cubicBezTo>
                      <a:lnTo>
                        <a:pt x="21336" y="81058"/>
                      </a:lnTo>
                      <a:lnTo>
                        <a:pt x="26765" y="82296"/>
                      </a:lnTo>
                      <a:close/>
                      <a:moveTo>
                        <a:pt x="63055" y="90297"/>
                      </a:moveTo>
                      <a:cubicBezTo>
                        <a:pt x="61150" y="86011"/>
                        <a:pt x="57245" y="84392"/>
                        <a:pt x="51625" y="85534"/>
                      </a:cubicBezTo>
                      <a:lnTo>
                        <a:pt x="50387" y="87154"/>
                      </a:lnTo>
                      <a:cubicBezTo>
                        <a:pt x="50387" y="84487"/>
                        <a:pt x="51149" y="83058"/>
                        <a:pt x="52864" y="83058"/>
                      </a:cubicBezTo>
                      <a:cubicBezTo>
                        <a:pt x="53149" y="83058"/>
                        <a:pt x="54673" y="83439"/>
                        <a:pt x="57531" y="84296"/>
                      </a:cubicBezTo>
                      <a:cubicBezTo>
                        <a:pt x="59817" y="84772"/>
                        <a:pt x="61531" y="84772"/>
                        <a:pt x="62960" y="84296"/>
                      </a:cubicBezTo>
                      <a:lnTo>
                        <a:pt x="62960" y="90297"/>
                      </a:lnTo>
                      <a:close/>
                      <a:moveTo>
                        <a:pt x="56197" y="220789"/>
                      </a:moveTo>
                      <a:lnTo>
                        <a:pt x="56197" y="213170"/>
                      </a:lnTo>
                      <a:lnTo>
                        <a:pt x="54959" y="213170"/>
                      </a:lnTo>
                      <a:lnTo>
                        <a:pt x="54959" y="220789"/>
                      </a:lnTo>
                      <a:lnTo>
                        <a:pt x="56197" y="220789"/>
                      </a:lnTo>
                      <a:close/>
                      <a:moveTo>
                        <a:pt x="79438" y="96774"/>
                      </a:moveTo>
                      <a:lnTo>
                        <a:pt x="88773" y="91916"/>
                      </a:lnTo>
                      <a:lnTo>
                        <a:pt x="87535" y="87058"/>
                      </a:lnTo>
                      <a:lnTo>
                        <a:pt x="79438" y="96774"/>
                      </a:lnTo>
                      <a:close/>
                      <a:moveTo>
                        <a:pt x="88773" y="152400"/>
                      </a:moveTo>
                      <a:lnTo>
                        <a:pt x="96774" y="154400"/>
                      </a:lnTo>
                      <a:lnTo>
                        <a:pt x="95536" y="152400"/>
                      </a:lnTo>
                      <a:lnTo>
                        <a:pt x="88773" y="152400"/>
                      </a:lnTo>
                      <a:close/>
                      <a:moveTo>
                        <a:pt x="95536" y="144685"/>
                      </a:moveTo>
                      <a:lnTo>
                        <a:pt x="98965" y="143066"/>
                      </a:lnTo>
                      <a:lnTo>
                        <a:pt x="95536" y="139827"/>
                      </a:lnTo>
                      <a:lnTo>
                        <a:pt x="95536" y="144685"/>
                      </a:lnTo>
                      <a:close/>
                      <a:moveTo>
                        <a:pt x="98965" y="77819"/>
                      </a:moveTo>
                      <a:lnTo>
                        <a:pt x="103918" y="76581"/>
                      </a:lnTo>
                      <a:lnTo>
                        <a:pt x="96774" y="74486"/>
                      </a:lnTo>
                      <a:lnTo>
                        <a:pt x="98965" y="77724"/>
                      </a:lnTo>
                      <a:close/>
                      <a:moveTo>
                        <a:pt x="100203" y="27813"/>
                      </a:moveTo>
                      <a:lnTo>
                        <a:pt x="102298" y="32671"/>
                      </a:lnTo>
                      <a:lnTo>
                        <a:pt x="98965" y="32671"/>
                      </a:lnTo>
                      <a:lnTo>
                        <a:pt x="100203" y="27813"/>
                      </a:lnTo>
                      <a:close/>
                      <a:moveTo>
                        <a:pt x="115443" y="16954"/>
                      </a:moveTo>
                      <a:cubicBezTo>
                        <a:pt x="113157" y="16097"/>
                        <a:pt x="112014" y="14573"/>
                        <a:pt x="112014" y="12097"/>
                      </a:cubicBezTo>
                      <a:lnTo>
                        <a:pt x="112014" y="6382"/>
                      </a:lnTo>
                      <a:lnTo>
                        <a:pt x="123444" y="0"/>
                      </a:lnTo>
                      <a:cubicBezTo>
                        <a:pt x="123444" y="1048"/>
                        <a:pt x="121920" y="2286"/>
                        <a:pt x="119063" y="3810"/>
                      </a:cubicBezTo>
                      <a:cubicBezTo>
                        <a:pt x="116110" y="5239"/>
                        <a:pt x="114681" y="6667"/>
                        <a:pt x="114681" y="8001"/>
                      </a:cubicBezTo>
                      <a:cubicBezTo>
                        <a:pt x="114681" y="8858"/>
                        <a:pt x="115443" y="9906"/>
                        <a:pt x="116776" y="11239"/>
                      </a:cubicBezTo>
                      <a:cubicBezTo>
                        <a:pt x="117348" y="12859"/>
                        <a:pt x="116967" y="14764"/>
                        <a:pt x="115538" y="16859"/>
                      </a:cubicBezTo>
                      <a:close/>
                      <a:moveTo>
                        <a:pt x="126778" y="37433"/>
                      </a:moveTo>
                      <a:lnTo>
                        <a:pt x="129730" y="37433"/>
                      </a:lnTo>
                      <a:lnTo>
                        <a:pt x="124682" y="45529"/>
                      </a:lnTo>
                      <a:lnTo>
                        <a:pt x="126778" y="37433"/>
                      </a:lnTo>
                      <a:close/>
                      <a:moveTo>
                        <a:pt x="126778" y="93345"/>
                      </a:moveTo>
                      <a:lnTo>
                        <a:pt x="126778" y="88583"/>
                      </a:lnTo>
                      <a:lnTo>
                        <a:pt x="124682" y="88583"/>
                      </a:lnTo>
                      <a:lnTo>
                        <a:pt x="124682" y="93345"/>
                      </a:lnTo>
                      <a:lnTo>
                        <a:pt x="126778" y="93345"/>
                      </a:lnTo>
                      <a:close/>
                      <a:moveTo>
                        <a:pt x="147923" y="31051"/>
                      </a:moveTo>
                      <a:lnTo>
                        <a:pt x="147923" y="37433"/>
                      </a:lnTo>
                      <a:lnTo>
                        <a:pt x="143256" y="26575"/>
                      </a:lnTo>
                      <a:cubicBezTo>
                        <a:pt x="146399" y="26575"/>
                        <a:pt x="147923" y="28004"/>
                        <a:pt x="147923" y="31051"/>
                      </a:cubicBezTo>
                      <a:close/>
                      <a:moveTo>
                        <a:pt x="155924" y="90107"/>
                      </a:moveTo>
                      <a:lnTo>
                        <a:pt x="165735" y="86963"/>
                      </a:lnTo>
                      <a:lnTo>
                        <a:pt x="160687" y="86963"/>
                      </a:lnTo>
                      <a:lnTo>
                        <a:pt x="156020" y="90107"/>
                      </a:lnTo>
                      <a:close/>
                      <a:moveTo>
                        <a:pt x="155924" y="121158"/>
                      </a:moveTo>
                      <a:lnTo>
                        <a:pt x="157163" y="116396"/>
                      </a:lnTo>
                      <a:lnTo>
                        <a:pt x="155924" y="115157"/>
                      </a:lnTo>
                      <a:lnTo>
                        <a:pt x="155924" y="121158"/>
                      </a:lnTo>
                      <a:close/>
                      <a:moveTo>
                        <a:pt x="170307" y="248412"/>
                      </a:moveTo>
                      <a:cubicBezTo>
                        <a:pt x="170307" y="248412"/>
                        <a:pt x="171736" y="248888"/>
                        <a:pt x="173736" y="249650"/>
                      </a:cubicBezTo>
                      <a:lnTo>
                        <a:pt x="174974" y="248412"/>
                      </a:lnTo>
                      <a:lnTo>
                        <a:pt x="170307" y="244126"/>
                      </a:lnTo>
                      <a:lnTo>
                        <a:pt x="177070" y="246507"/>
                      </a:lnTo>
                      <a:cubicBezTo>
                        <a:pt x="173450" y="250031"/>
                        <a:pt x="171069" y="251841"/>
                        <a:pt x="170307" y="251841"/>
                      </a:cubicBezTo>
                      <a:lnTo>
                        <a:pt x="170307" y="248507"/>
                      </a:lnTo>
                      <a:close/>
                      <a:moveTo>
                        <a:pt x="182975" y="170783"/>
                      </a:moveTo>
                      <a:cubicBezTo>
                        <a:pt x="186023" y="169450"/>
                        <a:pt x="187357" y="166878"/>
                        <a:pt x="186785" y="163163"/>
                      </a:cubicBezTo>
                      <a:cubicBezTo>
                        <a:pt x="182499" y="164306"/>
                        <a:pt x="180499" y="166307"/>
                        <a:pt x="180499" y="169640"/>
                      </a:cubicBezTo>
                      <a:cubicBezTo>
                        <a:pt x="181546" y="170688"/>
                        <a:pt x="182499" y="171164"/>
                        <a:pt x="182975" y="170879"/>
                      </a:cubicBezTo>
                      <a:close/>
                      <a:moveTo>
                        <a:pt x="186785" y="109918"/>
                      </a:moveTo>
                      <a:lnTo>
                        <a:pt x="181737" y="109918"/>
                      </a:lnTo>
                      <a:lnTo>
                        <a:pt x="182975" y="121158"/>
                      </a:lnTo>
                      <a:lnTo>
                        <a:pt x="186785" y="109918"/>
                      </a:lnTo>
                      <a:close/>
                      <a:moveTo>
                        <a:pt x="186785" y="150971"/>
                      </a:moveTo>
                      <a:cubicBezTo>
                        <a:pt x="186309" y="149924"/>
                        <a:pt x="185928" y="148971"/>
                        <a:pt x="185928" y="148114"/>
                      </a:cubicBezTo>
                      <a:cubicBezTo>
                        <a:pt x="185928" y="146018"/>
                        <a:pt x="187452" y="144971"/>
                        <a:pt x="190595" y="144971"/>
                      </a:cubicBezTo>
                      <a:lnTo>
                        <a:pt x="193548" y="144589"/>
                      </a:lnTo>
                      <a:lnTo>
                        <a:pt x="193548" y="142970"/>
                      </a:lnTo>
                      <a:cubicBezTo>
                        <a:pt x="192691" y="142780"/>
                        <a:pt x="191833" y="142589"/>
                        <a:pt x="190976" y="142589"/>
                      </a:cubicBezTo>
                      <a:cubicBezTo>
                        <a:pt x="189071" y="142589"/>
                        <a:pt x="187262" y="143446"/>
                        <a:pt x="185547" y="145351"/>
                      </a:cubicBezTo>
                      <a:cubicBezTo>
                        <a:pt x="183928" y="147257"/>
                        <a:pt x="182975" y="149066"/>
                        <a:pt x="182975" y="150971"/>
                      </a:cubicBezTo>
                      <a:lnTo>
                        <a:pt x="186785" y="150971"/>
                      </a:lnTo>
                      <a:close/>
                      <a:moveTo>
                        <a:pt x="188500" y="218694"/>
                      </a:moveTo>
                      <a:cubicBezTo>
                        <a:pt x="188500" y="218694"/>
                        <a:pt x="189071" y="217361"/>
                        <a:pt x="190214" y="215455"/>
                      </a:cubicBezTo>
                      <a:cubicBezTo>
                        <a:pt x="188500" y="215170"/>
                        <a:pt x="187452" y="215551"/>
                        <a:pt x="187071" y="216694"/>
                      </a:cubicBezTo>
                      <a:cubicBezTo>
                        <a:pt x="186595" y="217742"/>
                        <a:pt x="185928" y="218408"/>
                        <a:pt x="185166" y="218694"/>
                      </a:cubicBezTo>
                      <a:lnTo>
                        <a:pt x="188595" y="218694"/>
                      </a:lnTo>
                      <a:close/>
                      <a:moveTo>
                        <a:pt x="190214" y="46672"/>
                      </a:moveTo>
                      <a:lnTo>
                        <a:pt x="193548" y="43434"/>
                      </a:lnTo>
                      <a:lnTo>
                        <a:pt x="188500" y="38957"/>
                      </a:lnTo>
                      <a:lnTo>
                        <a:pt x="191453" y="35814"/>
                      </a:lnTo>
                      <a:lnTo>
                        <a:pt x="196882" y="45529"/>
                      </a:lnTo>
                      <a:lnTo>
                        <a:pt x="190214" y="46768"/>
                      </a:lnTo>
                      <a:close/>
                      <a:moveTo>
                        <a:pt x="210883" y="244126"/>
                      </a:moveTo>
                      <a:lnTo>
                        <a:pt x="210883" y="238887"/>
                      </a:lnTo>
                      <a:cubicBezTo>
                        <a:pt x="211360" y="238887"/>
                        <a:pt x="210312" y="239554"/>
                        <a:pt x="207454" y="240983"/>
                      </a:cubicBezTo>
                      <a:cubicBezTo>
                        <a:pt x="206692" y="240316"/>
                        <a:pt x="205740" y="239363"/>
                        <a:pt x="204788" y="238125"/>
                      </a:cubicBezTo>
                      <a:cubicBezTo>
                        <a:pt x="203835" y="236601"/>
                        <a:pt x="203073" y="236125"/>
                        <a:pt x="202501" y="236125"/>
                      </a:cubicBezTo>
                      <a:cubicBezTo>
                        <a:pt x="201644" y="236125"/>
                        <a:pt x="200692" y="236601"/>
                        <a:pt x="199549" y="237649"/>
                      </a:cubicBezTo>
                      <a:lnTo>
                        <a:pt x="210979" y="244126"/>
                      </a:lnTo>
                      <a:close/>
                      <a:moveTo>
                        <a:pt x="220980" y="242030"/>
                      </a:moveTo>
                      <a:cubicBezTo>
                        <a:pt x="221551" y="242030"/>
                        <a:pt x="221551" y="241745"/>
                        <a:pt x="220980" y="241268"/>
                      </a:cubicBezTo>
                      <a:lnTo>
                        <a:pt x="219170" y="231172"/>
                      </a:lnTo>
                      <a:cubicBezTo>
                        <a:pt x="218122" y="232220"/>
                        <a:pt x="217551" y="233267"/>
                        <a:pt x="217551" y="234410"/>
                      </a:cubicBezTo>
                      <a:cubicBezTo>
                        <a:pt x="217551" y="233648"/>
                        <a:pt x="218694" y="235839"/>
                        <a:pt x="220980" y="241268"/>
                      </a:cubicBezTo>
                      <a:lnTo>
                        <a:pt x="220980" y="242030"/>
                      </a:lnTo>
                      <a:close/>
                      <a:moveTo>
                        <a:pt x="239935" y="1143"/>
                      </a:moveTo>
                      <a:lnTo>
                        <a:pt x="239935" y="4763"/>
                      </a:lnTo>
                      <a:lnTo>
                        <a:pt x="233934" y="4763"/>
                      </a:lnTo>
                      <a:lnTo>
                        <a:pt x="239935" y="1143"/>
                      </a:lnTo>
                      <a:close/>
                      <a:moveTo>
                        <a:pt x="243268" y="65532"/>
                      </a:moveTo>
                      <a:lnTo>
                        <a:pt x="238696" y="70009"/>
                      </a:lnTo>
                      <a:lnTo>
                        <a:pt x="243268" y="63532"/>
                      </a:lnTo>
                      <a:lnTo>
                        <a:pt x="243268" y="65532"/>
                      </a:lnTo>
                      <a:close/>
                      <a:moveTo>
                        <a:pt x="267748" y="136493"/>
                      </a:moveTo>
                      <a:lnTo>
                        <a:pt x="264319" y="139637"/>
                      </a:lnTo>
                      <a:lnTo>
                        <a:pt x="261747" y="139637"/>
                      </a:lnTo>
                      <a:lnTo>
                        <a:pt x="267653" y="136493"/>
                      </a:lnTo>
                      <a:close/>
                      <a:moveTo>
                        <a:pt x="266509" y="68771"/>
                      </a:moveTo>
                      <a:cubicBezTo>
                        <a:pt x="265652" y="69342"/>
                        <a:pt x="265176" y="68580"/>
                        <a:pt x="264985" y="66484"/>
                      </a:cubicBezTo>
                      <a:cubicBezTo>
                        <a:pt x="264890" y="64484"/>
                        <a:pt x="264605" y="63532"/>
                        <a:pt x="264319" y="63532"/>
                      </a:cubicBezTo>
                      <a:lnTo>
                        <a:pt x="266509" y="63532"/>
                      </a:lnTo>
                      <a:lnTo>
                        <a:pt x="266509" y="68771"/>
                      </a:lnTo>
                      <a:close/>
                      <a:moveTo>
                        <a:pt x="328136" y="35719"/>
                      </a:moveTo>
                      <a:cubicBezTo>
                        <a:pt x="327850" y="34671"/>
                        <a:pt x="328041" y="33528"/>
                        <a:pt x="328708" y="32290"/>
                      </a:cubicBezTo>
                      <a:cubicBezTo>
                        <a:pt x="329470" y="31051"/>
                        <a:pt x="330327" y="30575"/>
                        <a:pt x="331470" y="30956"/>
                      </a:cubicBezTo>
                      <a:lnTo>
                        <a:pt x="331470" y="35719"/>
                      </a:lnTo>
                      <a:lnTo>
                        <a:pt x="328136" y="35719"/>
                      </a:lnTo>
                      <a:close/>
                    </a:path>
                  </a:pathLst>
                </a:custGeom>
                <a:solidFill>
                  <a:srgbClr val="F5F19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 name="Google Shape;775;p99"/>
                <p:cNvSpPr/>
                <p:nvPr/>
              </p:nvSpPr>
              <p:spPr>
                <a:xfrm>
                  <a:off x="5730170" y="2067020"/>
                  <a:ext cx="258577" cy="389572"/>
                </a:xfrm>
                <a:custGeom>
                  <a:avLst/>
                  <a:gdLst/>
                  <a:ahLst/>
                  <a:cxnLst/>
                  <a:rect l="l" t="t" r="r" b="b"/>
                  <a:pathLst>
                    <a:path w="258577" h="389572" extrusionOk="0">
                      <a:moveTo>
                        <a:pt x="234194" y="117539"/>
                      </a:moveTo>
                      <a:cubicBezTo>
                        <a:pt x="240957" y="120777"/>
                        <a:pt x="244862" y="122301"/>
                        <a:pt x="246005" y="122301"/>
                      </a:cubicBezTo>
                      <a:cubicBezTo>
                        <a:pt x="240385" y="128302"/>
                        <a:pt x="238004" y="132493"/>
                        <a:pt x="238861" y="135255"/>
                      </a:cubicBezTo>
                      <a:cubicBezTo>
                        <a:pt x="238290" y="135065"/>
                        <a:pt x="237432" y="134874"/>
                        <a:pt x="236289" y="134874"/>
                      </a:cubicBezTo>
                      <a:cubicBezTo>
                        <a:pt x="235146" y="134874"/>
                        <a:pt x="233146" y="135446"/>
                        <a:pt x="230194" y="136493"/>
                      </a:cubicBezTo>
                      <a:cubicBezTo>
                        <a:pt x="227145" y="137541"/>
                        <a:pt x="225050" y="138017"/>
                        <a:pt x="223621" y="138017"/>
                      </a:cubicBezTo>
                      <a:cubicBezTo>
                        <a:pt x="221145" y="138017"/>
                        <a:pt x="219240" y="136493"/>
                        <a:pt x="218097" y="133160"/>
                      </a:cubicBezTo>
                      <a:cubicBezTo>
                        <a:pt x="217525" y="133922"/>
                        <a:pt x="216954" y="136589"/>
                        <a:pt x="216477" y="140779"/>
                      </a:cubicBezTo>
                      <a:cubicBezTo>
                        <a:pt x="215906" y="143732"/>
                        <a:pt x="214191" y="145923"/>
                        <a:pt x="211429" y="147257"/>
                      </a:cubicBezTo>
                      <a:lnTo>
                        <a:pt x="198285" y="148400"/>
                      </a:lnTo>
                      <a:lnTo>
                        <a:pt x="200380" y="150495"/>
                      </a:lnTo>
                      <a:cubicBezTo>
                        <a:pt x="194475" y="152305"/>
                        <a:pt x="187902" y="153257"/>
                        <a:pt x="180568" y="153257"/>
                      </a:cubicBezTo>
                      <a:lnTo>
                        <a:pt x="182283" y="151733"/>
                      </a:lnTo>
                      <a:cubicBezTo>
                        <a:pt x="182854" y="148781"/>
                        <a:pt x="181711" y="147352"/>
                        <a:pt x="178949" y="147352"/>
                      </a:cubicBezTo>
                      <a:cubicBezTo>
                        <a:pt x="175234" y="146971"/>
                        <a:pt x="173139" y="146399"/>
                        <a:pt x="172662" y="145352"/>
                      </a:cubicBezTo>
                      <a:lnTo>
                        <a:pt x="165900" y="145352"/>
                      </a:lnTo>
                      <a:cubicBezTo>
                        <a:pt x="169233" y="144304"/>
                        <a:pt x="170948" y="142685"/>
                        <a:pt x="170948" y="140494"/>
                      </a:cubicBezTo>
                      <a:cubicBezTo>
                        <a:pt x="170948" y="139637"/>
                        <a:pt x="170567" y="138208"/>
                        <a:pt x="169710" y="136208"/>
                      </a:cubicBezTo>
                      <a:cubicBezTo>
                        <a:pt x="168852" y="134207"/>
                        <a:pt x="168376" y="132874"/>
                        <a:pt x="168376" y="131921"/>
                      </a:cubicBezTo>
                      <a:cubicBezTo>
                        <a:pt x="168376" y="131159"/>
                        <a:pt x="168662" y="130397"/>
                        <a:pt x="169233" y="129921"/>
                      </a:cubicBezTo>
                      <a:lnTo>
                        <a:pt x="162471" y="127540"/>
                      </a:lnTo>
                      <a:cubicBezTo>
                        <a:pt x="163042" y="126206"/>
                        <a:pt x="163328" y="124873"/>
                        <a:pt x="163328" y="123444"/>
                      </a:cubicBezTo>
                      <a:cubicBezTo>
                        <a:pt x="163328" y="120777"/>
                        <a:pt x="161232" y="118110"/>
                        <a:pt x="156946" y="115348"/>
                      </a:cubicBezTo>
                      <a:cubicBezTo>
                        <a:pt x="151898" y="112204"/>
                        <a:pt x="148945" y="109823"/>
                        <a:pt x="148183" y="108490"/>
                      </a:cubicBezTo>
                      <a:cubicBezTo>
                        <a:pt x="146183" y="109252"/>
                        <a:pt x="144469" y="109728"/>
                        <a:pt x="143135" y="109728"/>
                      </a:cubicBezTo>
                      <a:cubicBezTo>
                        <a:pt x="140277" y="109728"/>
                        <a:pt x="137515" y="107918"/>
                        <a:pt x="134848" y="104299"/>
                      </a:cubicBezTo>
                      <a:cubicBezTo>
                        <a:pt x="132181" y="100584"/>
                        <a:pt x="129990" y="98774"/>
                        <a:pt x="128276" y="98774"/>
                      </a:cubicBezTo>
                      <a:cubicBezTo>
                        <a:pt x="126561" y="98774"/>
                        <a:pt x="124656" y="99822"/>
                        <a:pt x="122370" y="102013"/>
                      </a:cubicBezTo>
                      <a:lnTo>
                        <a:pt x="116846" y="97155"/>
                      </a:lnTo>
                      <a:cubicBezTo>
                        <a:pt x="114274" y="99822"/>
                        <a:pt x="109797" y="102584"/>
                        <a:pt x="103511" y="105442"/>
                      </a:cubicBezTo>
                      <a:cubicBezTo>
                        <a:pt x="97129" y="108204"/>
                        <a:pt x="92557" y="111728"/>
                        <a:pt x="89795" y="116015"/>
                      </a:cubicBezTo>
                      <a:cubicBezTo>
                        <a:pt x="89223" y="114681"/>
                        <a:pt x="88271" y="114014"/>
                        <a:pt x="86842" y="114014"/>
                      </a:cubicBezTo>
                      <a:lnTo>
                        <a:pt x="82937" y="114014"/>
                      </a:lnTo>
                      <a:cubicBezTo>
                        <a:pt x="80175" y="116681"/>
                        <a:pt x="76269" y="126492"/>
                        <a:pt x="71221" y="143447"/>
                      </a:cubicBezTo>
                      <a:cubicBezTo>
                        <a:pt x="67221" y="155734"/>
                        <a:pt x="60363" y="161925"/>
                        <a:pt x="50552" y="161925"/>
                      </a:cubicBezTo>
                      <a:cubicBezTo>
                        <a:pt x="48361" y="161925"/>
                        <a:pt x="45789" y="161735"/>
                        <a:pt x="42932" y="161163"/>
                      </a:cubicBezTo>
                      <a:cubicBezTo>
                        <a:pt x="46266" y="161735"/>
                        <a:pt x="51219" y="162687"/>
                        <a:pt x="57696" y="164021"/>
                      </a:cubicBezTo>
                      <a:lnTo>
                        <a:pt x="57219" y="164021"/>
                      </a:lnTo>
                      <a:cubicBezTo>
                        <a:pt x="56077" y="166973"/>
                        <a:pt x="53028" y="168593"/>
                        <a:pt x="47885" y="168878"/>
                      </a:cubicBezTo>
                      <a:lnTo>
                        <a:pt x="36074" y="168878"/>
                      </a:lnTo>
                      <a:cubicBezTo>
                        <a:pt x="33883" y="169069"/>
                        <a:pt x="32073" y="169640"/>
                        <a:pt x="30645" y="170402"/>
                      </a:cubicBezTo>
                      <a:cubicBezTo>
                        <a:pt x="30359" y="171736"/>
                        <a:pt x="30168" y="173069"/>
                        <a:pt x="30168" y="174022"/>
                      </a:cubicBezTo>
                      <a:cubicBezTo>
                        <a:pt x="30168" y="176975"/>
                        <a:pt x="31978" y="178499"/>
                        <a:pt x="35598" y="178499"/>
                      </a:cubicBezTo>
                      <a:cubicBezTo>
                        <a:pt x="36169" y="178499"/>
                        <a:pt x="37122" y="178308"/>
                        <a:pt x="38551" y="178118"/>
                      </a:cubicBezTo>
                      <a:lnTo>
                        <a:pt x="41884" y="178118"/>
                      </a:lnTo>
                      <a:cubicBezTo>
                        <a:pt x="44456" y="178118"/>
                        <a:pt x="46075" y="178689"/>
                        <a:pt x="46932" y="179737"/>
                      </a:cubicBezTo>
                      <a:lnTo>
                        <a:pt x="46932" y="176117"/>
                      </a:lnTo>
                      <a:lnTo>
                        <a:pt x="57029" y="185738"/>
                      </a:lnTo>
                      <a:lnTo>
                        <a:pt x="59505" y="180880"/>
                      </a:lnTo>
                      <a:lnTo>
                        <a:pt x="58267" y="179642"/>
                      </a:lnTo>
                      <a:lnTo>
                        <a:pt x="59505" y="178022"/>
                      </a:lnTo>
                      <a:lnTo>
                        <a:pt x="63315" y="185642"/>
                      </a:lnTo>
                      <a:cubicBezTo>
                        <a:pt x="66649" y="181928"/>
                        <a:pt x="66173" y="177641"/>
                        <a:pt x="61601" y="172784"/>
                      </a:cubicBezTo>
                      <a:cubicBezTo>
                        <a:pt x="63601" y="172403"/>
                        <a:pt x="65697" y="173165"/>
                        <a:pt x="67983" y="174784"/>
                      </a:cubicBezTo>
                      <a:cubicBezTo>
                        <a:pt x="65125" y="176403"/>
                        <a:pt x="65125" y="182023"/>
                        <a:pt x="67983" y="191738"/>
                      </a:cubicBezTo>
                      <a:lnTo>
                        <a:pt x="66649" y="249269"/>
                      </a:lnTo>
                      <a:cubicBezTo>
                        <a:pt x="68935" y="252508"/>
                        <a:pt x="71602" y="259271"/>
                        <a:pt x="74650" y="269462"/>
                      </a:cubicBezTo>
                      <a:cubicBezTo>
                        <a:pt x="87604" y="281273"/>
                        <a:pt x="107702" y="290036"/>
                        <a:pt x="135039" y="296037"/>
                      </a:cubicBezTo>
                      <a:cubicBezTo>
                        <a:pt x="137325" y="290417"/>
                        <a:pt x="142944" y="287084"/>
                        <a:pt x="151898" y="286131"/>
                      </a:cubicBezTo>
                      <a:cubicBezTo>
                        <a:pt x="160947" y="285274"/>
                        <a:pt x="166185" y="281845"/>
                        <a:pt x="167614" y="275939"/>
                      </a:cubicBezTo>
                      <a:cubicBezTo>
                        <a:pt x="169329" y="275082"/>
                        <a:pt x="171234" y="273749"/>
                        <a:pt x="173520" y="271558"/>
                      </a:cubicBezTo>
                      <a:lnTo>
                        <a:pt x="170091" y="266319"/>
                      </a:lnTo>
                      <a:cubicBezTo>
                        <a:pt x="170662" y="266319"/>
                        <a:pt x="172853" y="264795"/>
                        <a:pt x="176853" y="261842"/>
                      </a:cubicBezTo>
                      <a:cubicBezTo>
                        <a:pt x="174853" y="252127"/>
                        <a:pt x="169710" y="247364"/>
                        <a:pt x="161232" y="247364"/>
                      </a:cubicBezTo>
                      <a:cubicBezTo>
                        <a:pt x="158756" y="247364"/>
                        <a:pt x="154470" y="247936"/>
                        <a:pt x="148564" y="249079"/>
                      </a:cubicBezTo>
                      <a:cubicBezTo>
                        <a:pt x="142659" y="250317"/>
                        <a:pt x="138277" y="250889"/>
                        <a:pt x="135515" y="250889"/>
                      </a:cubicBezTo>
                      <a:cubicBezTo>
                        <a:pt x="132753" y="250889"/>
                        <a:pt x="130276" y="250317"/>
                        <a:pt x="128371" y="249269"/>
                      </a:cubicBezTo>
                      <a:lnTo>
                        <a:pt x="115227" y="249269"/>
                      </a:lnTo>
                      <a:cubicBezTo>
                        <a:pt x="115512" y="248698"/>
                        <a:pt x="114369" y="247364"/>
                        <a:pt x="111893" y="244888"/>
                      </a:cubicBezTo>
                      <a:cubicBezTo>
                        <a:pt x="109988" y="246698"/>
                        <a:pt x="108559" y="247745"/>
                        <a:pt x="107702" y="247745"/>
                      </a:cubicBezTo>
                      <a:cubicBezTo>
                        <a:pt x="106845" y="247745"/>
                        <a:pt x="106273" y="247174"/>
                        <a:pt x="105987" y="246126"/>
                      </a:cubicBezTo>
                      <a:cubicBezTo>
                        <a:pt x="102844" y="244031"/>
                        <a:pt x="101987" y="240221"/>
                        <a:pt x="103225" y="234601"/>
                      </a:cubicBezTo>
                      <a:cubicBezTo>
                        <a:pt x="104463" y="229076"/>
                        <a:pt x="104273" y="225171"/>
                        <a:pt x="102654" y="222790"/>
                      </a:cubicBezTo>
                      <a:cubicBezTo>
                        <a:pt x="102654" y="214217"/>
                        <a:pt x="102749" y="209360"/>
                        <a:pt x="103035" y="208217"/>
                      </a:cubicBezTo>
                      <a:cubicBezTo>
                        <a:pt x="103892" y="202311"/>
                        <a:pt x="106369" y="198311"/>
                        <a:pt x="110655" y="196120"/>
                      </a:cubicBezTo>
                      <a:cubicBezTo>
                        <a:pt x="121323" y="193167"/>
                        <a:pt x="133705" y="191738"/>
                        <a:pt x="147897" y="191738"/>
                      </a:cubicBezTo>
                      <a:cubicBezTo>
                        <a:pt x="154565" y="191738"/>
                        <a:pt x="164947" y="192119"/>
                        <a:pt x="178854" y="192977"/>
                      </a:cubicBezTo>
                      <a:cubicBezTo>
                        <a:pt x="192760" y="193739"/>
                        <a:pt x="203428" y="194215"/>
                        <a:pt x="210762" y="194215"/>
                      </a:cubicBezTo>
                      <a:cubicBezTo>
                        <a:pt x="216668" y="194215"/>
                        <a:pt x="222097" y="194024"/>
                        <a:pt x="227241" y="193834"/>
                      </a:cubicBezTo>
                      <a:lnTo>
                        <a:pt x="242385" y="195072"/>
                      </a:lnTo>
                      <a:lnTo>
                        <a:pt x="242385" y="280416"/>
                      </a:lnTo>
                      <a:cubicBezTo>
                        <a:pt x="237909" y="284226"/>
                        <a:pt x="235623" y="287084"/>
                        <a:pt x="235623" y="289370"/>
                      </a:cubicBezTo>
                      <a:cubicBezTo>
                        <a:pt x="235623" y="290703"/>
                        <a:pt x="236194" y="291941"/>
                        <a:pt x="237337" y="292989"/>
                      </a:cubicBezTo>
                      <a:cubicBezTo>
                        <a:pt x="233718" y="300514"/>
                        <a:pt x="225526" y="309658"/>
                        <a:pt x="212858" y="320326"/>
                      </a:cubicBezTo>
                      <a:cubicBezTo>
                        <a:pt x="199142" y="332137"/>
                        <a:pt x="190379" y="340614"/>
                        <a:pt x="186760" y="345758"/>
                      </a:cubicBezTo>
                      <a:cubicBezTo>
                        <a:pt x="185616" y="344996"/>
                        <a:pt x="184473" y="344615"/>
                        <a:pt x="183330" y="344615"/>
                      </a:cubicBezTo>
                      <a:cubicBezTo>
                        <a:pt x="181902" y="344615"/>
                        <a:pt x="179616" y="345758"/>
                        <a:pt x="176568" y="348234"/>
                      </a:cubicBezTo>
                      <a:cubicBezTo>
                        <a:pt x="173424" y="350615"/>
                        <a:pt x="170853" y="351854"/>
                        <a:pt x="168948" y="351854"/>
                      </a:cubicBezTo>
                      <a:cubicBezTo>
                        <a:pt x="153422" y="356425"/>
                        <a:pt x="142087" y="358712"/>
                        <a:pt x="134753" y="358712"/>
                      </a:cubicBezTo>
                      <a:cubicBezTo>
                        <a:pt x="132181" y="358712"/>
                        <a:pt x="129705" y="358616"/>
                        <a:pt x="127133" y="358331"/>
                      </a:cubicBezTo>
                      <a:cubicBezTo>
                        <a:pt x="126466" y="356235"/>
                        <a:pt x="125704" y="355187"/>
                        <a:pt x="124561" y="355187"/>
                      </a:cubicBezTo>
                      <a:cubicBezTo>
                        <a:pt x="123990" y="355187"/>
                        <a:pt x="122942" y="355759"/>
                        <a:pt x="121418" y="356902"/>
                      </a:cubicBezTo>
                      <a:cubicBezTo>
                        <a:pt x="119894" y="358235"/>
                        <a:pt x="118465" y="358712"/>
                        <a:pt x="117418" y="358712"/>
                      </a:cubicBezTo>
                      <a:lnTo>
                        <a:pt x="109797" y="358712"/>
                      </a:lnTo>
                      <a:cubicBezTo>
                        <a:pt x="107035" y="358712"/>
                        <a:pt x="102939" y="357759"/>
                        <a:pt x="97605" y="355664"/>
                      </a:cubicBezTo>
                      <a:cubicBezTo>
                        <a:pt x="92176" y="353663"/>
                        <a:pt x="88271" y="352711"/>
                        <a:pt x="85699" y="352711"/>
                      </a:cubicBezTo>
                      <a:cubicBezTo>
                        <a:pt x="83413" y="352711"/>
                        <a:pt x="81318" y="353092"/>
                        <a:pt x="79413" y="353854"/>
                      </a:cubicBezTo>
                      <a:cubicBezTo>
                        <a:pt x="78555" y="349853"/>
                        <a:pt x="74745" y="347567"/>
                        <a:pt x="68078" y="346805"/>
                      </a:cubicBezTo>
                      <a:cubicBezTo>
                        <a:pt x="61315" y="346234"/>
                        <a:pt x="57601" y="343662"/>
                        <a:pt x="57029" y="339376"/>
                      </a:cubicBezTo>
                      <a:cubicBezTo>
                        <a:pt x="52838" y="335661"/>
                        <a:pt x="47885" y="334137"/>
                        <a:pt x="42265" y="334899"/>
                      </a:cubicBezTo>
                      <a:cubicBezTo>
                        <a:pt x="42551" y="334137"/>
                        <a:pt x="42741" y="333470"/>
                        <a:pt x="42741" y="332899"/>
                      </a:cubicBezTo>
                      <a:cubicBezTo>
                        <a:pt x="42741" y="330708"/>
                        <a:pt x="40265" y="328136"/>
                        <a:pt x="35598" y="324803"/>
                      </a:cubicBezTo>
                      <a:cubicBezTo>
                        <a:pt x="30835" y="321659"/>
                        <a:pt x="28454" y="318516"/>
                        <a:pt x="28454" y="315563"/>
                      </a:cubicBezTo>
                      <a:cubicBezTo>
                        <a:pt x="28454" y="314230"/>
                        <a:pt x="28740" y="312896"/>
                        <a:pt x="29216" y="311468"/>
                      </a:cubicBezTo>
                      <a:cubicBezTo>
                        <a:pt x="14357" y="302419"/>
                        <a:pt x="6927" y="289846"/>
                        <a:pt x="6927" y="273939"/>
                      </a:cubicBezTo>
                      <a:cubicBezTo>
                        <a:pt x="6927" y="270796"/>
                        <a:pt x="7308" y="267748"/>
                        <a:pt x="8166" y="264700"/>
                      </a:cubicBezTo>
                      <a:cubicBezTo>
                        <a:pt x="9023" y="261842"/>
                        <a:pt x="8166" y="258509"/>
                        <a:pt x="5594" y="255079"/>
                      </a:cubicBezTo>
                      <a:cubicBezTo>
                        <a:pt x="2260" y="251079"/>
                        <a:pt x="451" y="248126"/>
                        <a:pt x="69" y="246221"/>
                      </a:cubicBezTo>
                      <a:cubicBezTo>
                        <a:pt x="1403" y="236506"/>
                        <a:pt x="1593" y="220123"/>
                        <a:pt x="451" y="197072"/>
                      </a:cubicBezTo>
                      <a:cubicBezTo>
                        <a:pt x="-597" y="176117"/>
                        <a:pt x="165" y="159829"/>
                        <a:pt x="2927" y="148304"/>
                      </a:cubicBezTo>
                      <a:cubicBezTo>
                        <a:pt x="5785" y="144875"/>
                        <a:pt x="7499" y="136017"/>
                        <a:pt x="8070" y="122111"/>
                      </a:cubicBezTo>
                      <a:cubicBezTo>
                        <a:pt x="8356" y="110585"/>
                        <a:pt x="12738" y="102775"/>
                        <a:pt x="21120" y="98774"/>
                      </a:cubicBezTo>
                      <a:cubicBezTo>
                        <a:pt x="22263" y="92107"/>
                        <a:pt x="27120" y="84677"/>
                        <a:pt x="35788" y="76581"/>
                      </a:cubicBezTo>
                      <a:cubicBezTo>
                        <a:pt x="37788" y="74771"/>
                        <a:pt x="45694" y="68294"/>
                        <a:pt x="59410" y="57341"/>
                      </a:cubicBezTo>
                      <a:cubicBezTo>
                        <a:pt x="60839" y="58103"/>
                        <a:pt x="62268" y="58579"/>
                        <a:pt x="63601" y="58579"/>
                      </a:cubicBezTo>
                      <a:cubicBezTo>
                        <a:pt x="65602" y="58579"/>
                        <a:pt x="68078" y="57055"/>
                        <a:pt x="71221" y="54007"/>
                      </a:cubicBezTo>
                      <a:cubicBezTo>
                        <a:pt x="74269" y="50864"/>
                        <a:pt x="77127" y="49340"/>
                        <a:pt x="79603" y="49340"/>
                      </a:cubicBezTo>
                      <a:cubicBezTo>
                        <a:pt x="80460" y="49340"/>
                        <a:pt x="81413" y="49530"/>
                        <a:pt x="82556" y="49721"/>
                      </a:cubicBezTo>
                      <a:cubicBezTo>
                        <a:pt x="82080" y="47149"/>
                        <a:pt x="82937" y="45434"/>
                        <a:pt x="85128" y="44958"/>
                      </a:cubicBezTo>
                      <a:cubicBezTo>
                        <a:pt x="87414" y="44387"/>
                        <a:pt x="89604" y="43815"/>
                        <a:pt x="91986" y="43244"/>
                      </a:cubicBezTo>
                      <a:lnTo>
                        <a:pt x="95319" y="47720"/>
                      </a:lnTo>
                      <a:cubicBezTo>
                        <a:pt x="102844" y="41053"/>
                        <a:pt x="111512" y="37719"/>
                        <a:pt x="121037" y="37719"/>
                      </a:cubicBezTo>
                      <a:cubicBezTo>
                        <a:pt x="130562" y="37719"/>
                        <a:pt x="138658" y="41720"/>
                        <a:pt x="144278" y="49721"/>
                      </a:cubicBezTo>
                      <a:lnTo>
                        <a:pt x="147707" y="43339"/>
                      </a:lnTo>
                      <a:cubicBezTo>
                        <a:pt x="153803" y="44768"/>
                        <a:pt x="160375" y="46196"/>
                        <a:pt x="167328" y="47816"/>
                      </a:cubicBezTo>
                      <a:cubicBezTo>
                        <a:pt x="174282" y="49435"/>
                        <a:pt x="180187" y="52007"/>
                        <a:pt x="185235" y="55436"/>
                      </a:cubicBezTo>
                      <a:cubicBezTo>
                        <a:pt x="184664" y="56007"/>
                        <a:pt x="183426" y="56579"/>
                        <a:pt x="181426" y="57055"/>
                      </a:cubicBezTo>
                      <a:cubicBezTo>
                        <a:pt x="179520" y="57626"/>
                        <a:pt x="178568" y="58579"/>
                        <a:pt x="178568" y="59912"/>
                      </a:cubicBezTo>
                      <a:lnTo>
                        <a:pt x="185331" y="59912"/>
                      </a:lnTo>
                      <a:cubicBezTo>
                        <a:pt x="188474" y="59627"/>
                        <a:pt x="189998" y="58103"/>
                        <a:pt x="189998" y="55436"/>
                      </a:cubicBezTo>
                      <a:lnTo>
                        <a:pt x="204762" y="63151"/>
                      </a:lnTo>
                      <a:cubicBezTo>
                        <a:pt x="204190" y="64199"/>
                        <a:pt x="203904" y="65342"/>
                        <a:pt x="203904" y="66294"/>
                      </a:cubicBezTo>
                      <a:cubicBezTo>
                        <a:pt x="203904" y="68771"/>
                        <a:pt x="205810" y="71152"/>
                        <a:pt x="209810" y="73533"/>
                      </a:cubicBezTo>
                      <a:cubicBezTo>
                        <a:pt x="214858" y="76772"/>
                        <a:pt x="217525" y="78581"/>
                        <a:pt x="217811" y="78772"/>
                      </a:cubicBezTo>
                      <a:cubicBezTo>
                        <a:pt x="216668" y="79343"/>
                        <a:pt x="216192" y="80772"/>
                        <a:pt x="216192" y="83249"/>
                      </a:cubicBezTo>
                      <a:lnTo>
                        <a:pt x="222478" y="86392"/>
                      </a:lnTo>
                      <a:cubicBezTo>
                        <a:pt x="223335" y="88297"/>
                        <a:pt x="222478" y="90678"/>
                        <a:pt x="219716" y="93726"/>
                      </a:cubicBezTo>
                      <a:cubicBezTo>
                        <a:pt x="217049" y="96583"/>
                        <a:pt x="215715" y="98393"/>
                        <a:pt x="215715" y="98965"/>
                      </a:cubicBezTo>
                      <a:cubicBezTo>
                        <a:pt x="215715" y="100013"/>
                        <a:pt x="217906" y="100679"/>
                        <a:pt x="222478" y="100965"/>
                      </a:cubicBezTo>
                      <a:lnTo>
                        <a:pt x="224574" y="94202"/>
                      </a:lnTo>
                      <a:cubicBezTo>
                        <a:pt x="224955" y="95726"/>
                        <a:pt x="226288" y="96679"/>
                        <a:pt x="228860" y="96965"/>
                      </a:cubicBezTo>
                      <a:cubicBezTo>
                        <a:pt x="231432" y="97250"/>
                        <a:pt x="232670" y="98584"/>
                        <a:pt x="232670" y="101060"/>
                      </a:cubicBezTo>
                      <a:lnTo>
                        <a:pt x="224574" y="104299"/>
                      </a:lnTo>
                      <a:cubicBezTo>
                        <a:pt x="225431" y="105823"/>
                        <a:pt x="228574" y="106680"/>
                        <a:pt x="233908" y="106680"/>
                      </a:cubicBezTo>
                      <a:lnTo>
                        <a:pt x="235146" y="105442"/>
                      </a:lnTo>
                      <a:cubicBezTo>
                        <a:pt x="235146" y="112681"/>
                        <a:pt x="234670" y="116777"/>
                        <a:pt x="233908" y="117539"/>
                      </a:cubicBezTo>
                      <a:close/>
                      <a:moveTo>
                        <a:pt x="57696" y="164211"/>
                      </a:moveTo>
                      <a:cubicBezTo>
                        <a:pt x="59029" y="163640"/>
                        <a:pt x="59982" y="163830"/>
                        <a:pt x="60172" y="164592"/>
                      </a:cubicBezTo>
                      <a:cubicBezTo>
                        <a:pt x="59601" y="164306"/>
                        <a:pt x="58744" y="164211"/>
                        <a:pt x="57696" y="164211"/>
                      </a:cubicBezTo>
                      <a:close/>
                      <a:moveTo>
                        <a:pt x="66935" y="165449"/>
                      </a:moveTo>
                      <a:cubicBezTo>
                        <a:pt x="65506" y="166878"/>
                        <a:pt x="64458" y="167545"/>
                        <a:pt x="63601" y="167545"/>
                      </a:cubicBezTo>
                      <a:cubicBezTo>
                        <a:pt x="64744" y="167545"/>
                        <a:pt x="63601" y="166592"/>
                        <a:pt x="60172" y="164687"/>
                      </a:cubicBezTo>
                      <a:cubicBezTo>
                        <a:pt x="61791" y="164687"/>
                        <a:pt x="64077" y="164973"/>
                        <a:pt x="66935" y="165449"/>
                      </a:cubicBezTo>
                      <a:close/>
                      <a:moveTo>
                        <a:pt x="131895" y="68008"/>
                      </a:moveTo>
                      <a:lnTo>
                        <a:pt x="136563" y="68008"/>
                      </a:lnTo>
                      <a:cubicBezTo>
                        <a:pt x="135801" y="67437"/>
                        <a:pt x="134944" y="66675"/>
                        <a:pt x="134086" y="65913"/>
                      </a:cubicBezTo>
                      <a:cubicBezTo>
                        <a:pt x="133229" y="65056"/>
                        <a:pt x="132943" y="64199"/>
                        <a:pt x="133229" y="63151"/>
                      </a:cubicBezTo>
                      <a:lnTo>
                        <a:pt x="131895" y="63151"/>
                      </a:lnTo>
                      <a:lnTo>
                        <a:pt x="131895" y="68008"/>
                      </a:lnTo>
                      <a:close/>
                      <a:moveTo>
                        <a:pt x="146659" y="82106"/>
                      </a:moveTo>
                      <a:lnTo>
                        <a:pt x="146659" y="75724"/>
                      </a:lnTo>
                      <a:lnTo>
                        <a:pt x="143326" y="75724"/>
                      </a:lnTo>
                      <a:lnTo>
                        <a:pt x="146659" y="82106"/>
                      </a:lnTo>
                      <a:close/>
                      <a:moveTo>
                        <a:pt x="161042" y="130016"/>
                      </a:moveTo>
                      <a:lnTo>
                        <a:pt x="162280" y="127254"/>
                      </a:lnTo>
                      <a:lnTo>
                        <a:pt x="162280" y="127635"/>
                      </a:lnTo>
                      <a:lnTo>
                        <a:pt x="161042" y="130016"/>
                      </a:lnTo>
                      <a:close/>
                      <a:moveTo>
                        <a:pt x="175806" y="24575"/>
                      </a:moveTo>
                      <a:lnTo>
                        <a:pt x="178758" y="27813"/>
                      </a:lnTo>
                      <a:lnTo>
                        <a:pt x="169043" y="23336"/>
                      </a:lnTo>
                      <a:lnTo>
                        <a:pt x="175806" y="24575"/>
                      </a:lnTo>
                      <a:close/>
                      <a:moveTo>
                        <a:pt x="183807" y="0"/>
                      </a:moveTo>
                      <a:lnTo>
                        <a:pt x="186855" y="0"/>
                      </a:lnTo>
                      <a:lnTo>
                        <a:pt x="182187" y="4477"/>
                      </a:lnTo>
                      <a:lnTo>
                        <a:pt x="183807" y="0"/>
                      </a:lnTo>
                      <a:close/>
                      <a:moveTo>
                        <a:pt x="190188" y="49911"/>
                      </a:moveTo>
                      <a:lnTo>
                        <a:pt x="186855" y="49911"/>
                      </a:lnTo>
                      <a:lnTo>
                        <a:pt x="194856" y="46768"/>
                      </a:lnTo>
                      <a:lnTo>
                        <a:pt x="190188" y="49911"/>
                      </a:lnTo>
                      <a:close/>
                      <a:moveTo>
                        <a:pt x="193618" y="113252"/>
                      </a:moveTo>
                      <a:lnTo>
                        <a:pt x="196951" y="112014"/>
                      </a:lnTo>
                      <a:cubicBezTo>
                        <a:pt x="195999" y="110681"/>
                        <a:pt x="194570" y="110014"/>
                        <a:pt x="192284" y="110014"/>
                      </a:cubicBezTo>
                      <a:lnTo>
                        <a:pt x="193618" y="113252"/>
                      </a:lnTo>
                      <a:close/>
                      <a:moveTo>
                        <a:pt x="210477" y="93059"/>
                      </a:moveTo>
                      <a:cubicBezTo>
                        <a:pt x="212191" y="93345"/>
                        <a:pt x="214001" y="92869"/>
                        <a:pt x="216001" y="91821"/>
                      </a:cubicBezTo>
                      <a:cubicBezTo>
                        <a:pt x="217906" y="90773"/>
                        <a:pt x="218668" y="90107"/>
                        <a:pt x="218097" y="89821"/>
                      </a:cubicBezTo>
                      <a:cubicBezTo>
                        <a:pt x="216477" y="90583"/>
                        <a:pt x="213906" y="91631"/>
                        <a:pt x="210572" y="93059"/>
                      </a:cubicBezTo>
                      <a:cubicBezTo>
                        <a:pt x="209143" y="93059"/>
                        <a:pt x="207714" y="92393"/>
                        <a:pt x="206381" y="91059"/>
                      </a:cubicBezTo>
                      <a:cubicBezTo>
                        <a:pt x="207810" y="92393"/>
                        <a:pt x="209238" y="93059"/>
                        <a:pt x="210572" y="93059"/>
                      </a:cubicBezTo>
                      <a:close/>
                      <a:moveTo>
                        <a:pt x="211334" y="105537"/>
                      </a:moveTo>
                      <a:lnTo>
                        <a:pt x="211334" y="101060"/>
                      </a:lnTo>
                      <a:lnTo>
                        <a:pt x="210001" y="99060"/>
                      </a:lnTo>
                      <a:lnTo>
                        <a:pt x="211334" y="105537"/>
                      </a:lnTo>
                      <a:close/>
                      <a:moveTo>
                        <a:pt x="214668" y="389573"/>
                      </a:moveTo>
                      <a:lnTo>
                        <a:pt x="212953" y="385096"/>
                      </a:lnTo>
                      <a:lnTo>
                        <a:pt x="214668" y="385096"/>
                      </a:lnTo>
                      <a:lnTo>
                        <a:pt x="214668" y="389573"/>
                      </a:lnTo>
                      <a:close/>
                      <a:moveTo>
                        <a:pt x="255244" y="116396"/>
                      </a:moveTo>
                      <a:lnTo>
                        <a:pt x="258578" y="119634"/>
                      </a:lnTo>
                      <a:lnTo>
                        <a:pt x="250577" y="116396"/>
                      </a:lnTo>
                      <a:lnTo>
                        <a:pt x="255244" y="116396"/>
                      </a:lnTo>
                      <a:close/>
                    </a:path>
                  </a:pathLst>
                </a:custGeom>
                <a:solidFill>
                  <a:srgbClr val="F5F19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 name="Google Shape;776;p99"/>
                <p:cNvSpPr/>
                <p:nvPr/>
              </p:nvSpPr>
              <p:spPr>
                <a:xfrm>
                  <a:off x="5998749" y="2101215"/>
                  <a:ext cx="262413" cy="327755"/>
                </a:xfrm>
                <a:custGeom>
                  <a:avLst/>
                  <a:gdLst/>
                  <a:ahLst/>
                  <a:cxnLst/>
                  <a:rect l="l" t="t" r="r" b="b"/>
                  <a:pathLst>
                    <a:path w="262413" h="327755" extrusionOk="0">
                      <a:moveTo>
                        <a:pt x="231648" y="262128"/>
                      </a:moveTo>
                      <a:cubicBezTo>
                        <a:pt x="237268" y="265557"/>
                        <a:pt x="240316" y="271367"/>
                        <a:pt x="240792" y="279463"/>
                      </a:cubicBezTo>
                      <a:cubicBezTo>
                        <a:pt x="241078" y="286417"/>
                        <a:pt x="241363" y="293275"/>
                        <a:pt x="241363" y="299942"/>
                      </a:cubicBezTo>
                      <a:cubicBezTo>
                        <a:pt x="241649" y="303657"/>
                        <a:pt x="242125" y="306991"/>
                        <a:pt x="242983" y="309563"/>
                      </a:cubicBezTo>
                      <a:cubicBezTo>
                        <a:pt x="235077" y="321659"/>
                        <a:pt x="221837" y="327755"/>
                        <a:pt x="203359" y="327755"/>
                      </a:cubicBezTo>
                      <a:cubicBezTo>
                        <a:pt x="197929" y="327755"/>
                        <a:pt x="189643" y="327279"/>
                        <a:pt x="178213" y="326231"/>
                      </a:cubicBezTo>
                      <a:cubicBezTo>
                        <a:pt x="166783" y="325184"/>
                        <a:pt x="158305" y="324612"/>
                        <a:pt x="152590" y="324612"/>
                      </a:cubicBezTo>
                      <a:cubicBezTo>
                        <a:pt x="146875" y="324612"/>
                        <a:pt x="141541" y="324898"/>
                        <a:pt x="136970" y="325469"/>
                      </a:cubicBezTo>
                      <a:lnTo>
                        <a:pt x="40672" y="325469"/>
                      </a:lnTo>
                      <a:lnTo>
                        <a:pt x="40672" y="324136"/>
                      </a:lnTo>
                      <a:cubicBezTo>
                        <a:pt x="37338" y="322231"/>
                        <a:pt x="31432" y="322040"/>
                        <a:pt x="22955" y="323374"/>
                      </a:cubicBezTo>
                      <a:cubicBezTo>
                        <a:pt x="14573" y="324707"/>
                        <a:pt x="8001" y="323850"/>
                        <a:pt x="3524" y="320992"/>
                      </a:cubicBezTo>
                      <a:cubicBezTo>
                        <a:pt x="4953" y="282607"/>
                        <a:pt x="5715" y="244602"/>
                        <a:pt x="5715" y="206978"/>
                      </a:cubicBezTo>
                      <a:cubicBezTo>
                        <a:pt x="5715" y="169354"/>
                        <a:pt x="5048" y="131350"/>
                        <a:pt x="3524" y="92964"/>
                      </a:cubicBezTo>
                      <a:cubicBezTo>
                        <a:pt x="5239" y="94012"/>
                        <a:pt x="6287" y="94488"/>
                        <a:pt x="6953" y="94202"/>
                      </a:cubicBezTo>
                      <a:lnTo>
                        <a:pt x="8191" y="92964"/>
                      </a:lnTo>
                      <a:cubicBezTo>
                        <a:pt x="8477" y="91345"/>
                        <a:pt x="7810" y="90202"/>
                        <a:pt x="6096" y="89535"/>
                      </a:cubicBezTo>
                      <a:cubicBezTo>
                        <a:pt x="4381" y="88868"/>
                        <a:pt x="3524" y="88392"/>
                        <a:pt x="3524" y="88106"/>
                      </a:cubicBezTo>
                      <a:cubicBezTo>
                        <a:pt x="3524" y="87630"/>
                        <a:pt x="4286" y="86677"/>
                        <a:pt x="5715" y="85344"/>
                      </a:cubicBezTo>
                      <a:cubicBezTo>
                        <a:pt x="5715" y="87725"/>
                        <a:pt x="6096" y="89249"/>
                        <a:pt x="6953" y="89821"/>
                      </a:cubicBezTo>
                      <a:cubicBezTo>
                        <a:pt x="9715" y="89535"/>
                        <a:pt x="10478" y="88011"/>
                        <a:pt x="9239" y="85153"/>
                      </a:cubicBezTo>
                      <a:cubicBezTo>
                        <a:pt x="8001" y="82296"/>
                        <a:pt x="8287" y="80677"/>
                        <a:pt x="10287" y="80105"/>
                      </a:cubicBezTo>
                      <a:cubicBezTo>
                        <a:pt x="10001" y="80677"/>
                        <a:pt x="9906" y="81153"/>
                        <a:pt x="9906" y="81724"/>
                      </a:cubicBezTo>
                      <a:cubicBezTo>
                        <a:pt x="9906" y="82772"/>
                        <a:pt x="10668" y="83915"/>
                        <a:pt x="12287" y="85058"/>
                      </a:cubicBezTo>
                      <a:cubicBezTo>
                        <a:pt x="13811" y="86296"/>
                        <a:pt x="14668" y="87154"/>
                        <a:pt x="14954" y="87725"/>
                      </a:cubicBezTo>
                      <a:lnTo>
                        <a:pt x="21717" y="86487"/>
                      </a:lnTo>
                      <a:lnTo>
                        <a:pt x="14954" y="82010"/>
                      </a:lnTo>
                      <a:lnTo>
                        <a:pt x="21717" y="78867"/>
                      </a:lnTo>
                      <a:cubicBezTo>
                        <a:pt x="21717" y="78867"/>
                        <a:pt x="19717" y="76962"/>
                        <a:pt x="16573" y="73914"/>
                      </a:cubicBezTo>
                      <a:cubicBezTo>
                        <a:pt x="14288" y="72104"/>
                        <a:pt x="12478" y="71152"/>
                        <a:pt x="11144" y="71152"/>
                      </a:cubicBezTo>
                      <a:cubicBezTo>
                        <a:pt x="9430" y="71152"/>
                        <a:pt x="8001" y="72199"/>
                        <a:pt x="6858" y="74295"/>
                      </a:cubicBezTo>
                      <a:cubicBezTo>
                        <a:pt x="4953" y="73247"/>
                        <a:pt x="3905" y="72199"/>
                        <a:pt x="3905" y="71152"/>
                      </a:cubicBezTo>
                      <a:cubicBezTo>
                        <a:pt x="3905" y="70580"/>
                        <a:pt x="5048" y="69437"/>
                        <a:pt x="7239" y="67723"/>
                      </a:cubicBezTo>
                      <a:cubicBezTo>
                        <a:pt x="9525" y="66008"/>
                        <a:pt x="10478" y="64484"/>
                        <a:pt x="10192" y="63151"/>
                      </a:cubicBezTo>
                      <a:lnTo>
                        <a:pt x="13525" y="66389"/>
                      </a:lnTo>
                      <a:lnTo>
                        <a:pt x="15716" y="63913"/>
                      </a:lnTo>
                      <a:cubicBezTo>
                        <a:pt x="16573" y="64770"/>
                        <a:pt x="17526" y="65151"/>
                        <a:pt x="18669" y="65151"/>
                      </a:cubicBezTo>
                      <a:cubicBezTo>
                        <a:pt x="20003" y="65151"/>
                        <a:pt x="22193" y="64579"/>
                        <a:pt x="25241" y="63151"/>
                      </a:cubicBezTo>
                      <a:cubicBezTo>
                        <a:pt x="28194" y="61817"/>
                        <a:pt x="30385" y="61150"/>
                        <a:pt x="31718" y="61150"/>
                      </a:cubicBezTo>
                      <a:cubicBezTo>
                        <a:pt x="33433" y="61150"/>
                        <a:pt x="34862" y="61817"/>
                        <a:pt x="35909" y="63151"/>
                      </a:cubicBezTo>
                      <a:lnTo>
                        <a:pt x="38005" y="61913"/>
                      </a:lnTo>
                      <a:cubicBezTo>
                        <a:pt x="37719" y="59531"/>
                        <a:pt x="36100" y="57817"/>
                        <a:pt x="33147" y="56769"/>
                      </a:cubicBezTo>
                      <a:cubicBezTo>
                        <a:pt x="30194" y="55912"/>
                        <a:pt x="28384" y="54959"/>
                        <a:pt x="27908" y="54197"/>
                      </a:cubicBezTo>
                      <a:cubicBezTo>
                        <a:pt x="23336" y="53911"/>
                        <a:pt x="17812" y="53911"/>
                        <a:pt x="11335" y="54197"/>
                      </a:cubicBezTo>
                      <a:cubicBezTo>
                        <a:pt x="10763" y="55531"/>
                        <a:pt x="10287" y="56197"/>
                        <a:pt x="9715" y="56197"/>
                      </a:cubicBezTo>
                      <a:cubicBezTo>
                        <a:pt x="8572" y="55435"/>
                        <a:pt x="7715" y="54959"/>
                        <a:pt x="7144" y="54959"/>
                      </a:cubicBezTo>
                      <a:cubicBezTo>
                        <a:pt x="6572" y="54959"/>
                        <a:pt x="6096" y="55150"/>
                        <a:pt x="5524" y="55340"/>
                      </a:cubicBezTo>
                      <a:lnTo>
                        <a:pt x="2096" y="43243"/>
                      </a:lnTo>
                      <a:cubicBezTo>
                        <a:pt x="4381" y="43243"/>
                        <a:pt x="5905" y="42577"/>
                        <a:pt x="6763" y="41243"/>
                      </a:cubicBezTo>
                      <a:cubicBezTo>
                        <a:pt x="6763" y="38767"/>
                        <a:pt x="5715" y="38100"/>
                        <a:pt x="3524" y="39148"/>
                      </a:cubicBezTo>
                      <a:cubicBezTo>
                        <a:pt x="1524" y="40196"/>
                        <a:pt x="190" y="40005"/>
                        <a:pt x="0" y="38386"/>
                      </a:cubicBezTo>
                      <a:lnTo>
                        <a:pt x="3334" y="35147"/>
                      </a:lnTo>
                      <a:lnTo>
                        <a:pt x="6763" y="38386"/>
                      </a:lnTo>
                      <a:cubicBezTo>
                        <a:pt x="7620" y="37624"/>
                        <a:pt x="8001" y="35052"/>
                        <a:pt x="8001" y="30671"/>
                      </a:cubicBezTo>
                      <a:cubicBezTo>
                        <a:pt x="8001" y="31813"/>
                        <a:pt x="8668" y="32575"/>
                        <a:pt x="10096" y="33147"/>
                      </a:cubicBezTo>
                      <a:cubicBezTo>
                        <a:pt x="12382" y="31528"/>
                        <a:pt x="13430" y="30194"/>
                        <a:pt x="13430" y="29051"/>
                      </a:cubicBezTo>
                      <a:cubicBezTo>
                        <a:pt x="13430" y="27718"/>
                        <a:pt x="11525" y="25813"/>
                        <a:pt x="7810" y="23241"/>
                      </a:cubicBezTo>
                      <a:cubicBezTo>
                        <a:pt x="4000" y="20574"/>
                        <a:pt x="2096" y="18383"/>
                        <a:pt x="2096" y="16192"/>
                      </a:cubicBezTo>
                      <a:cubicBezTo>
                        <a:pt x="2096" y="14288"/>
                        <a:pt x="3238" y="12287"/>
                        <a:pt x="5524" y="10192"/>
                      </a:cubicBezTo>
                      <a:lnTo>
                        <a:pt x="13525" y="2096"/>
                      </a:lnTo>
                      <a:cubicBezTo>
                        <a:pt x="27908" y="762"/>
                        <a:pt x="43243" y="0"/>
                        <a:pt x="59626" y="0"/>
                      </a:cubicBezTo>
                      <a:cubicBezTo>
                        <a:pt x="75057" y="0"/>
                        <a:pt x="98298" y="857"/>
                        <a:pt x="129254" y="2476"/>
                      </a:cubicBezTo>
                      <a:cubicBezTo>
                        <a:pt x="160210" y="4000"/>
                        <a:pt x="183547" y="4858"/>
                        <a:pt x="199358" y="4858"/>
                      </a:cubicBezTo>
                      <a:cubicBezTo>
                        <a:pt x="210598" y="4858"/>
                        <a:pt x="221266" y="4572"/>
                        <a:pt x="231457" y="4000"/>
                      </a:cubicBezTo>
                      <a:cubicBezTo>
                        <a:pt x="237934" y="8858"/>
                        <a:pt x="241173" y="15240"/>
                        <a:pt x="241173" y="23336"/>
                      </a:cubicBezTo>
                      <a:cubicBezTo>
                        <a:pt x="241173" y="25717"/>
                        <a:pt x="240601" y="29908"/>
                        <a:pt x="239839" y="35909"/>
                      </a:cubicBezTo>
                      <a:cubicBezTo>
                        <a:pt x="239078" y="41815"/>
                        <a:pt x="238601" y="46387"/>
                        <a:pt x="238601" y="49625"/>
                      </a:cubicBezTo>
                      <a:cubicBezTo>
                        <a:pt x="238601" y="52864"/>
                        <a:pt x="238887" y="55817"/>
                        <a:pt x="239458" y="58483"/>
                      </a:cubicBezTo>
                      <a:cubicBezTo>
                        <a:pt x="239458" y="62770"/>
                        <a:pt x="236601" y="64865"/>
                        <a:pt x="230981" y="64865"/>
                      </a:cubicBezTo>
                      <a:cubicBezTo>
                        <a:pt x="230124" y="64865"/>
                        <a:pt x="228695" y="64865"/>
                        <a:pt x="226790" y="64484"/>
                      </a:cubicBezTo>
                      <a:lnTo>
                        <a:pt x="222504" y="64484"/>
                      </a:lnTo>
                      <a:cubicBezTo>
                        <a:pt x="219075" y="64484"/>
                        <a:pt x="216598" y="64960"/>
                        <a:pt x="214884" y="66103"/>
                      </a:cubicBezTo>
                      <a:lnTo>
                        <a:pt x="205645" y="66103"/>
                      </a:lnTo>
                      <a:lnTo>
                        <a:pt x="205645" y="64484"/>
                      </a:lnTo>
                      <a:cubicBezTo>
                        <a:pt x="192691" y="65532"/>
                        <a:pt x="178022" y="66103"/>
                        <a:pt x="161734" y="66103"/>
                      </a:cubicBezTo>
                      <a:cubicBezTo>
                        <a:pt x="151543" y="66389"/>
                        <a:pt x="136779" y="66389"/>
                        <a:pt x="117348" y="66103"/>
                      </a:cubicBezTo>
                      <a:lnTo>
                        <a:pt x="73057" y="66103"/>
                      </a:lnTo>
                      <a:cubicBezTo>
                        <a:pt x="71056" y="70866"/>
                        <a:pt x="70104" y="76295"/>
                        <a:pt x="70104" y="82486"/>
                      </a:cubicBezTo>
                      <a:cubicBezTo>
                        <a:pt x="70104" y="84392"/>
                        <a:pt x="70199" y="87249"/>
                        <a:pt x="70485" y="90964"/>
                      </a:cubicBezTo>
                      <a:lnTo>
                        <a:pt x="70485" y="99822"/>
                      </a:lnTo>
                      <a:cubicBezTo>
                        <a:pt x="70485" y="105727"/>
                        <a:pt x="69818" y="111157"/>
                        <a:pt x="68389" y="115919"/>
                      </a:cubicBezTo>
                      <a:cubicBezTo>
                        <a:pt x="69247" y="119634"/>
                        <a:pt x="70009" y="123444"/>
                        <a:pt x="70485" y="127159"/>
                      </a:cubicBezTo>
                      <a:cubicBezTo>
                        <a:pt x="71914" y="131921"/>
                        <a:pt x="74390" y="134493"/>
                        <a:pt x="78105" y="134493"/>
                      </a:cubicBezTo>
                      <a:cubicBezTo>
                        <a:pt x="79248" y="134493"/>
                        <a:pt x="80391" y="134302"/>
                        <a:pt x="81439" y="134112"/>
                      </a:cubicBezTo>
                      <a:cubicBezTo>
                        <a:pt x="82296" y="134302"/>
                        <a:pt x="83344" y="134493"/>
                        <a:pt x="84391" y="134493"/>
                      </a:cubicBezTo>
                      <a:cubicBezTo>
                        <a:pt x="85534" y="134493"/>
                        <a:pt x="87249" y="134207"/>
                        <a:pt x="89535" y="133636"/>
                      </a:cubicBezTo>
                      <a:cubicBezTo>
                        <a:pt x="91726" y="133159"/>
                        <a:pt x="93345" y="132874"/>
                        <a:pt x="94202" y="132874"/>
                      </a:cubicBezTo>
                      <a:cubicBezTo>
                        <a:pt x="96488" y="132874"/>
                        <a:pt x="98298" y="133921"/>
                        <a:pt x="99727" y="136017"/>
                      </a:cubicBezTo>
                      <a:cubicBezTo>
                        <a:pt x="107251" y="133921"/>
                        <a:pt x="116205" y="132874"/>
                        <a:pt x="126397" y="132874"/>
                      </a:cubicBezTo>
                      <a:cubicBezTo>
                        <a:pt x="131445" y="132874"/>
                        <a:pt x="138874" y="133159"/>
                        <a:pt x="148495" y="133826"/>
                      </a:cubicBezTo>
                      <a:cubicBezTo>
                        <a:pt x="158210" y="134588"/>
                        <a:pt x="165545" y="134874"/>
                        <a:pt x="170307" y="134874"/>
                      </a:cubicBezTo>
                      <a:cubicBezTo>
                        <a:pt x="175070" y="134874"/>
                        <a:pt x="179546" y="134588"/>
                        <a:pt x="183832" y="134112"/>
                      </a:cubicBezTo>
                      <a:cubicBezTo>
                        <a:pt x="185738" y="140779"/>
                        <a:pt x="186595" y="150209"/>
                        <a:pt x="186309" y="162306"/>
                      </a:cubicBezTo>
                      <a:cubicBezTo>
                        <a:pt x="186023" y="176022"/>
                        <a:pt x="186309" y="185356"/>
                        <a:pt x="187166" y="190500"/>
                      </a:cubicBezTo>
                      <a:cubicBezTo>
                        <a:pt x="181261" y="194500"/>
                        <a:pt x="173260" y="196501"/>
                        <a:pt x="163068" y="196501"/>
                      </a:cubicBezTo>
                      <a:cubicBezTo>
                        <a:pt x="158877" y="196501"/>
                        <a:pt x="152495" y="196120"/>
                        <a:pt x="143828" y="195263"/>
                      </a:cubicBezTo>
                      <a:cubicBezTo>
                        <a:pt x="135255" y="194500"/>
                        <a:pt x="128683" y="194024"/>
                        <a:pt x="124206" y="194024"/>
                      </a:cubicBezTo>
                      <a:cubicBezTo>
                        <a:pt x="120015" y="194024"/>
                        <a:pt x="116110" y="194310"/>
                        <a:pt x="112395" y="194881"/>
                      </a:cubicBezTo>
                      <a:lnTo>
                        <a:pt x="112395" y="192881"/>
                      </a:lnTo>
                      <a:cubicBezTo>
                        <a:pt x="110395" y="192976"/>
                        <a:pt x="106013" y="193262"/>
                        <a:pt x="99346" y="193262"/>
                      </a:cubicBezTo>
                      <a:cubicBezTo>
                        <a:pt x="94774" y="193262"/>
                        <a:pt x="90678" y="194215"/>
                        <a:pt x="86678" y="196120"/>
                      </a:cubicBezTo>
                      <a:cubicBezTo>
                        <a:pt x="85344" y="195263"/>
                        <a:pt x="83534" y="194881"/>
                        <a:pt x="81248" y="194881"/>
                      </a:cubicBezTo>
                      <a:cubicBezTo>
                        <a:pt x="77914" y="195072"/>
                        <a:pt x="75914" y="195072"/>
                        <a:pt x="75343" y="194881"/>
                      </a:cubicBezTo>
                      <a:cubicBezTo>
                        <a:pt x="70866" y="196215"/>
                        <a:pt x="68580" y="199549"/>
                        <a:pt x="68580" y="204978"/>
                      </a:cubicBezTo>
                      <a:cubicBezTo>
                        <a:pt x="68580" y="208693"/>
                        <a:pt x="69342" y="211741"/>
                        <a:pt x="70675" y="213931"/>
                      </a:cubicBezTo>
                      <a:cubicBezTo>
                        <a:pt x="64484" y="212217"/>
                        <a:pt x="58960" y="213741"/>
                        <a:pt x="54292" y="218313"/>
                      </a:cubicBezTo>
                      <a:lnTo>
                        <a:pt x="65246" y="216408"/>
                      </a:lnTo>
                      <a:lnTo>
                        <a:pt x="64008" y="218313"/>
                      </a:lnTo>
                      <a:cubicBezTo>
                        <a:pt x="64579" y="219361"/>
                        <a:pt x="65246" y="219932"/>
                        <a:pt x="66104" y="219932"/>
                      </a:cubicBezTo>
                      <a:cubicBezTo>
                        <a:pt x="65532" y="219932"/>
                        <a:pt x="67056" y="218694"/>
                        <a:pt x="70675" y="216408"/>
                      </a:cubicBezTo>
                      <a:cubicBezTo>
                        <a:pt x="70675" y="215265"/>
                        <a:pt x="70580" y="223075"/>
                        <a:pt x="70295" y="239649"/>
                      </a:cubicBezTo>
                      <a:cubicBezTo>
                        <a:pt x="70009" y="249364"/>
                        <a:pt x="71723" y="256603"/>
                        <a:pt x="75343" y="261842"/>
                      </a:cubicBezTo>
                      <a:cubicBezTo>
                        <a:pt x="85725" y="263176"/>
                        <a:pt x="96679" y="263938"/>
                        <a:pt x="108299" y="263938"/>
                      </a:cubicBezTo>
                      <a:cubicBezTo>
                        <a:pt x="117062" y="263938"/>
                        <a:pt x="129730" y="263366"/>
                        <a:pt x="146495" y="262223"/>
                      </a:cubicBezTo>
                      <a:cubicBezTo>
                        <a:pt x="163258" y="261175"/>
                        <a:pt x="175831" y="260699"/>
                        <a:pt x="184309" y="260699"/>
                      </a:cubicBezTo>
                      <a:cubicBezTo>
                        <a:pt x="196977" y="260699"/>
                        <a:pt x="208883" y="261461"/>
                        <a:pt x="219742" y="263080"/>
                      </a:cubicBezTo>
                      <a:cubicBezTo>
                        <a:pt x="221742" y="258794"/>
                        <a:pt x="225647" y="258413"/>
                        <a:pt x="231648" y="261842"/>
                      </a:cubicBezTo>
                      <a:close/>
                      <a:moveTo>
                        <a:pt x="13716" y="60007"/>
                      </a:moveTo>
                      <a:lnTo>
                        <a:pt x="16288" y="63151"/>
                      </a:lnTo>
                      <a:lnTo>
                        <a:pt x="15907" y="63913"/>
                      </a:lnTo>
                      <a:cubicBezTo>
                        <a:pt x="14764" y="62865"/>
                        <a:pt x="14097" y="61531"/>
                        <a:pt x="13716" y="59912"/>
                      </a:cubicBezTo>
                      <a:close/>
                      <a:moveTo>
                        <a:pt x="100298" y="175165"/>
                      </a:moveTo>
                      <a:lnTo>
                        <a:pt x="95155" y="175165"/>
                      </a:lnTo>
                      <a:cubicBezTo>
                        <a:pt x="96012" y="177070"/>
                        <a:pt x="97726" y="177070"/>
                        <a:pt x="100298" y="175165"/>
                      </a:cubicBezTo>
                      <a:lnTo>
                        <a:pt x="102394" y="175165"/>
                      </a:lnTo>
                      <a:cubicBezTo>
                        <a:pt x="102965" y="175736"/>
                        <a:pt x="103251" y="176689"/>
                        <a:pt x="103251" y="178022"/>
                      </a:cubicBezTo>
                      <a:lnTo>
                        <a:pt x="109156" y="175165"/>
                      </a:lnTo>
                      <a:cubicBezTo>
                        <a:pt x="110490" y="176498"/>
                        <a:pt x="111252" y="177546"/>
                        <a:pt x="111252" y="178022"/>
                      </a:cubicBezTo>
                      <a:lnTo>
                        <a:pt x="117538" y="178022"/>
                      </a:lnTo>
                      <a:lnTo>
                        <a:pt x="117538" y="175165"/>
                      </a:lnTo>
                      <a:lnTo>
                        <a:pt x="102298" y="175165"/>
                      </a:lnTo>
                      <a:cubicBezTo>
                        <a:pt x="101727" y="174688"/>
                        <a:pt x="100965" y="174688"/>
                        <a:pt x="100203" y="175165"/>
                      </a:cubicBezTo>
                      <a:close/>
                      <a:moveTo>
                        <a:pt x="182594" y="23431"/>
                      </a:moveTo>
                      <a:lnTo>
                        <a:pt x="179165" y="21336"/>
                      </a:lnTo>
                      <a:lnTo>
                        <a:pt x="182594" y="27813"/>
                      </a:lnTo>
                      <a:lnTo>
                        <a:pt x="182594" y="23431"/>
                      </a:lnTo>
                      <a:close/>
                      <a:moveTo>
                        <a:pt x="260795" y="283940"/>
                      </a:moveTo>
                      <a:lnTo>
                        <a:pt x="262414" y="283940"/>
                      </a:lnTo>
                      <a:lnTo>
                        <a:pt x="257365" y="286798"/>
                      </a:lnTo>
                      <a:lnTo>
                        <a:pt x="260795" y="283940"/>
                      </a:lnTo>
                      <a:close/>
                    </a:path>
                  </a:pathLst>
                </a:custGeom>
                <a:solidFill>
                  <a:srgbClr val="F5F19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7" name="Google Shape;777;p99"/>
              <p:cNvGrpSpPr/>
              <p:nvPr/>
            </p:nvGrpSpPr>
            <p:grpSpPr>
              <a:xfrm>
                <a:off x="10574077" y="4670489"/>
                <a:ext cx="1569529" cy="294417"/>
                <a:chOff x="5320759" y="2388584"/>
                <a:chExt cx="1569529" cy="294417"/>
              </a:xfrm>
            </p:grpSpPr>
            <p:sp>
              <p:nvSpPr>
                <p:cNvPr id="778" name="Google Shape;778;p99"/>
                <p:cNvSpPr/>
                <p:nvPr/>
              </p:nvSpPr>
              <p:spPr>
                <a:xfrm>
                  <a:off x="5320759" y="2396775"/>
                  <a:ext cx="234600" cy="275653"/>
                </a:xfrm>
                <a:custGeom>
                  <a:avLst/>
                  <a:gdLst/>
                  <a:ahLst/>
                  <a:cxnLst/>
                  <a:rect l="l" t="t" r="r" b="b"/>
                  <a:pathLst>
                    <a:path w="234600" h="275653" extrusionOk="0">
                      <a:moveTo>
                        <a:pt x="182785" y="224885"/>
                      </a:moveTo>
                      <a:cubicBezTo>
                        <a:pt x="181928" y="227838"/>
                        <a:pt x="181547" y="230505"/>
                        <a:pt x="181547" y="233077"/>
                      </a:cubicBezTo>
                      <a:cubicBezTo>
                        <a:pt x="181547" y="236982"/>
                        <a:pt x="182594" y="241459"/>
                        <a:pt x="184595" y="246602"/>
                      </a:cubicBezTo>
                      <a:cubicBezTo>
                        <a:pt x="187357" y="252889"/>
                        <a:pt x="188976" y="256984"/>
                        <a:pt x="189357" y="258889"/>
                      </a:cubicBezTo>
                      <a:cubicBezTo>
                        <a:pt x="190310" y="260032"/>
                        <a:pt x="190881" y="261271"/>
                        <a:pt x="190881" y="262414"/>
                      </a:cubicBezTo>
                      <a:cubicBezTo>
                        <a:pt x="190881" y="263747"/>
                        <a:pt x="190024" y="265462"/>
                        <a:pt x="188214" y="267367"/>
                      </a:cubicBezTo>
                      <a:cubicBezTo>
                        <a:pt x="185642" y="270319"/>
                        <a:pt x="184118" y="272034"/>
                        <a:pt x="183737" y="272701"/>
                      </a:cubicBezTo>
                      <a:cubicBezTo>
                        <a:pt x="181737" y="272320"/>
                        <a:pt x="179546" y="272034"/>
                        <a:pt x="177165" y="272034"/>
                      </a:cubicBezTo>
                      <a:cubicBezTo>
                        <a:pt x="174784" y="272034"/>
                        <a:pt x="171164" y="272320"/>
                        <a:pt x="166402" y="272796"/>
                      </a:cubicBezTo>
                      <a:cubicBezTo>
                        <a:pt x="161639" y="273272"/>
                        <a:pt x="158115" y="273463"/>
                        <a:pt x="155925" y="273463"/>
                      </a:cubicBezTo>
                      <a:cubicBezTo>
                        <a:pt x="147542" y="273463"/>
                        <a:pt x="141446" y="270891"/>
                        <a:pt x="137636" y="265843"/>
                      </a:cubicBezTo>
                      <a:cubicBezTo>
                        <a:pt x="138779" y="263271"/>
                        <a:pt x="139446" y="260890"/>
                        <a:pt x="139446" y="258794"/>
                      </a:cubicBezTo>
                      <a:cubicBezTo>
                        <a:pt x="139446" y="255651"/>
                        <a:pt x="137732" y="252127"/>
                        <a:pt x="134303" y="248221"/>
                      </a:cubicBezTo>
                      <a:cubicBezTo>
                        <a:pt x="129540" y="242983"/>
                        <a:pt x="126683" y="239363"/>
                        <a:pt x="125921" y="237649"/>
                      </a:cubicBezTo>
                      <a:cubicBezTo>
                        <a:pt x="124968" y="237268"/>
                        <a:pt x="123825" y="237077"/>
                        <a:pt x="122587" y="237077"/>
                      </a:cubicBezTo>
                      <a:cubicBezTo>
                        <a:pt x="121063" y="237077"/>
                        <a:pt x="118301" y="237458"/>
                        <a:pt x="114491" y="238315"/>
                      </a:cubicBezTo>
                      <a:cubicBezTo>
                        <a:pt x="110681" y="239173"/>
                        <a:pt x="108014" y="239649"/>
                        <a:pt x="106490" y="239649"/>
                      </a:cubicBezTo>
                      <a:cubicBezTo>
                        <a:pt x="102489" y="239649"/>
                        <a:pt x="99822" y="237934"/>
                        <a:pt x="98679" y="234410"/>
                      </a:cubicBezTo>
                      <a:lnTo>
                        <a:pt x="96298" y="234410"/>
                      </a:lnTo>
                      <a:cubicBezTo>
                        <a:pt x="96298" y="233077"/>
                        <a:pt x="96012" y="231172"/>
                        <a:pt x="95441" y="228981"/>
                      </a:cubicBezTo>
                      <a:cubicBezTo>
                        <a:pt x="94869" y="226695"/>
                        <a:pt x="94583" y="225171"/>
                        <a:pt x="94583" y="224409"/>
                      </a:cubicBezTo>
                      <a:cubicBezTo>
                        <a:pt x="94583" y="222790"/>
                        <a:pt x="95155" y="221551"/>
                        <a:pt x="96298" y="220599"/>
                      </a:cubicBezTo>
                      <a:cubicBezTo>
                        <a:pt x="95345" y="219265"/>
                        <a:pt x="94869" y="217837"/>
                        <a:pt x="94869" y="216503"/>
                      </a:cubicBezTo>
                      <a:cubicBezTo>
                        <a:pt x="94869" y="215360"/>
                        <a:pt x="95345" y="213646"/>
                        <a:pt x="96298" y="211360"/>
                      </a:cubicBezTo>
                      <a:cubicBezTo>
                        <a:pt x="97346" y="209074"/>
                        <a:pt x="97822" y="207454"/>
                        <a:pt x="97822" y="206216"/>
                      </a:cubicBezTo>
                      <a:cubicBezTo>
                        <a:pt x="97822" y="205454"/>
                        <a:pt x="97631" y="204597"/>
                        <a:pt x="97250" y="203549"/>
                      </a:cubicBezTo>
                      <a:cubicBezTo>
                        <a:pt x="99060" y="200596"/>
                        <a:pt x="104299" y="199072"/>
                        <a:pt x="113157" y="198882"/>
                      </a:cubicBezTo>
                      <a:cubicBezTo>
                        <a:pt x="121158" y="198692"/>
                        <a:pt x="125063" y="197263"/>
                        <a:pt x="125063" y="194786"/>
                      </a:cubicBezTo>
                      <a:cubicBezTo>
                        <a:pt x="125063" y="193167"/>
                        <a:pt x="124016" y="190881"/>
                        <a:pt x="121825" y="187738"/>
                      </a:cubicBezTo>
                      <a:lnTo>
                        <a:pt x="126016" y="187738"/>
                      </a:lnTo>
                      <a:cubicBezTo>
                        <a:pt x="125825" y="189262"/>
                        <a:pt x="126302" y="191167"/>
                        <a:pt x="127540" y="193262"/>
                      </a:cubicBezTo>
                      <a:cubicBezTo>
                        <a:pt x="128111" y="192691"/>
                        <a:pt x="128588" y="191167"/>
                        <a:pt x="128778" y="188595"/>
                      </a:cubicBezTo>
                      <a:cubicBezTo>
                        <a:pt x="128969" y="186595"/>
                        <a:pt x="130112" y="185547"/>
                        <a:pt x="132112" y="185356"/>
                      </a:cubicBezTo>
                      <a:lnTo>
                        <a:pt x="128492" y="181832"/>
                      </a:lnTo>
                      <a:lnTo>
                        <a:pt x="132112" y="180975"/>
                      </a:lnTo>
                      <a:lnTo>
                        <a:pt x="129445" y="178594"/>
                      </a:lnTo>
                      <a:cubicBezTo>
                        <a:pt x="129445" y="178594"/>
                        <a:pt x="130302" y="179165"/>
                        <a:pt x="130969" y="179165"/>
                      </a:cubicBezTo>
                      <a:cubicBezTo>
                        <a:pt x="131731" y="179165"/>
                        <a:pt x="132874" y="178689"/>
                        <a:pt x="134398" y="177832"/>
                      </a:cubicBezTo>
                      <a:cubicBezTo>
                        <a:pt x="135922" y="176975"/>
                        <a:pt x="136875" y="176498"/>
                        <a:pt x="137446" y="176498"/>
                      </a:cubicBezTo>
                      <a:cubicBezTo>
                        <a:pt x="138494" y="176498"/>
                        <a:pt x="139160" y="177451"/>
                        <a:pt x="139256" y="179451"/>
                      </a:cubicBezTo>
                      <a:cubicBezTo>
                        <a:pt x="138684" y="179451"/>
                        <a:pt x="136303" y="180213"/>
                        <a:pt x="132112" y="181832"/>
                      </a:cubicBezTo>
                      <a:cubicBezTo>
                        <a:pt x="132302" y="182023"/>
                        <a:pt x="133922" y="182975"/>
                        <a:pt x="136875" y="184785"/>
                      </a:cubicBezTo>
                      <a:cubicBezTo>
                        <a:pt x="138684" y="185928"/>
                        <a:pt x="139637" y="187166"/>
                        <a:pt x="139637" y="188309"/>
                      </a:cubicBezTo>
                      <a:cubicBezTo>
                        <a:pt x="139637" y="188881"/>
                        <a:pt x="139541" y="189452"/>
                        <a:pt x="139256" y="190024"/>
                      </a:cubicBezTo>
                      <a:cubicBezTo>
                        <a:pt x="140303" y="189452"/>
                        <a:pt x="140970" y="188404"/>
                        <a:pt x="141351" y="186785"/>
                      </a:cubicBezTo>
                      <a:cubicBezTo>
                        <a:pt x="141827" y="185261"/>
                        <a:pt x="141637" y="184023"/>
                        <a:pt x="141066" y="183261"/>
                      </a:cubicBezTo>
                      <a:lnTo>
                        <a:pt x="144971" y="179451"/>
                      </a:lnTo>
                      <a:lnTo>
                        <a:pt x="136875" y="172117"/>
                      </a:lnTo>
                      <a:lnTo>
                        <a:pt x="137732" y="170688"/>
                      </a:lnTo>
                      <a:cubicBezTo>
                        <a:pt x="137160" y="169926"/>
                        <a:pt x="136493" y="169545"/>
                        <a:pt x="135636" y="169545"/>
                      </a:cubicBezTo>
                      <a:cubicBezTo>
                        <a:pt x="135255" y="169545"/>
                        <a:pt x="134398" y="170021"/>
                        <a:pt x="133160" y="170974"/>
                      </a:cubicBezTo>
                      <a:cubicBezTo>
                        <a:pt x="131826" y="171926"/>
                        <a:pt x="130588" y="172307"/>
                        <a:pt x="129445" y="172117"/>
                      </a:cubicBezTo>
                      <a:cubicBezTo>
                        <a:pt x="129064" y="171926"/>
                        <a:pt x="126492" y="171831"/>
                        <a:pt x="121634" y="171831"/>
                      </a:cubicBezTo>
                      <a:cubicBezTo>
                        <a:pt x="118872" y="171831"/>
                        <a:pt x="117348" y="169926"/>
                        <a:pt x="117158" y="166211"/>
                      </a:cubicBezTo>
                      <a:cubicBezTo>
                        <a:pt x="115538" y="165640"/>
                        <a:pt x="114776" y="164497"/>
                        <a:pt x="114776" y="162687"/>
                      </a:cubicBezTo>
                      <a:cubicBezTo>
                        <a:pt x="114776" y="161925"/>
                        <a:pt x="114967" y="160687"/>
                        <a:pt x="115348" y="158877"/>
                      </a:cubicBezTo>
                      <a:cubicBezTo>
                        <a:pt x="115729" y="157067"/>
                        <a:pt x="115919" y="155734"/>
                        <a:pt x="115919" y="154781"/>
                      </a:cubicBezTo>
                      <a:cubicBezTo>
                        <a:pt x="115919" y="152209"/>
                        <a:pt x="114300" y="150781"/>
                        <a:pt x="111157" y="150400"/>
                      </a:cubicBezTo>
                      <a:cubicBezTo>
                        <a:pt x="110585" y="149447"/>
                        <a:pt x="110204" y="148209"/>
                        <a:pt x="110204" y="146875"/>
                      </a:cubicBezTo>
                      <a:cubicBezTo>
                        <a:pt x="110204" y="146304"/>
                        <a:pt x="110300" y="145351"/>
                        <a:pt x="110585" y="144113"/>
                      </a:cubicBezTo>
                      <a:cubicBezTo>
                        <a:pt x="110776" y="142780"/>
                        <a:pt x="110871" y="141922"/>
                        <a:pt x="110871" y="141351"/>
                      </a:cubicBezTo>
                      <a:cubicBezTo>
                        <a:pt x="110871" y="139446"/>
                        <a:pt x="109824" y="137827"/>
                        <a:pt x="107918" y="136588"/>
                      </a:cubicBezTo>
                      <a:lnTo>
                        <a:pt x="104680" y="135731"/>
                      </a:lnTo>
                      <a:cubicBezTo>
                        <a:pt x="106299" y="133826"/>
                        <a:pt x="107061" y="131731"/>
                        <a:pt x="107061" y="129540"/>
                      </a:cubicBezTo>
                      <a:cubicBezTo>
                        <a:pt x="107061" y="127540"/>
                        <a:pt x="106394" y="125158"/>
                        <a:pt x="104966" y="122206"/>
                      </a:cubicBezTo>
                      <a:cubicBezTo>
                        <a:pt x="103727" y="120015"/>
                        <a:pt x="102584" y="117824"/>
                        <a:pt x="101346" y="115443"/>
                      </a:cubicBezTo>
                      <a:cubicBezTo>
                        <a:pt x="102299" y="114871"/>
                        <a:pt x="102966" y="114014"/>
                        <a:pt x="103156" y="112776"/>
                      </a:cubicBezTo>
                      <a:cubicBezTo>
                        <a:pt x="103442" y="111347"/>
                        <a:pt x="102775" y="110395"/>
                        <a:pt x="101346" y="109823"/>
                      </a:cubicBezTo>
                      <a:lnTo>
                        <a:pt x="96584" y="110680"/>
                      </a:lnTo>
                      <a:lnTo>
                        <a:pt x="95441" y="102489"/>
                      </a:lnTo>
                      <a:cubicBezTo>
                        <a:pt x="93917" y="102870"/>
                        <a:pt x="93059" y="104013"/>
                        <a:pt x="92964" y="106013"/>
                      </a:cubicBezTo>
                      <a:cubicBezTo>
                        <a:pt x="92774" y="108013"/>
                        <a:pt x="91821" y="109252"/>
                        <a:pt x="89821" y="109823"/>
                      </a:cubicBezTo>
                      <a:cubicBezTo>
                        <a:pt x="90202" y="110966"/>
                        <a:pt x="90392" y="112109"/>
                        <a:pt x="90392" y="113062"/>
                      </a:cubicBezTo>
                      <a:cubicBezTo>
                        <a:pt x="90392" y="114776"/>
                        <a:pt x="89630" y="117253"/>
                        <a:pt x="88011" y="120396"/>
                      </a:cubicBezTo>
                      <a:cubicBezTo>
                        <a:pt x="86392" y="123539"/>
                        <a:pt x="85725" y="126778"/>
                        <a:pt x="85916" y="130111"/>
                      </a:cubicBezTo>
                      <a:cubicBezTo>
                        <a:pt x="82868" y="131731"/>
                        <a:pt x="81249" y="134302"/>
                        <a:pt x="80772" y="138017"/>
                      </a:cubicBezTo>
                      <a:cubicBezTo>
                        <a:pt x="80201" y="143351"/>
                        <a:pt x="79724" y="146304"/>
                        <a:pt x="79248" y="146875"/>
                      </a:cubicBezTo>
                      <a:cubicBezTo>
                        <a:pt x="78296" y="146685"/>
                        <a:pt x="76962" y="148018"/>
                        <a:pt x="75343" y="150971"/>
                      </a:cubicBezTo>
                      <a:cubicBezTo>
                        <a:pt x="73533" y="154686"/>
                        <a:pt x="71724" y="157163"/>
                        <a:pt x="69914" y="158305"/>
                      </a:cubicBezTo>
                      <a:cubicBezTo>
                        <a:pt x="69914" y="158686"/>
                        <a:pt x="70676" y="159734"/>
                        <a:pt x="72295" y="161544"/>
                      </a:cubicBezTo>
                      <a:lnTo>
                        <a:pt x="74391" y="159163"/>
                      </a:lnTo>
                      <a:cubicBezTo>
                        <a:pt x="74391" y="159163"/>
                        <a:pt x="74962" y="159734"/>
                        <a:pt x="74962" y="160020"/>
                      </a:cubicBezTo>
                      <a:cubicBezTo>
                        <a:pt x="74962" y="160592"/>
                        <a:pt x="74486" y="161734"/>
                        <a:pt x="73628" y="163259"/>
                      </a:cubicBezTo>
                      <a:cubicBezTo>
                        <a:pt x="72771" y="164782"/>
                        <a:pt x="72295" y="165830"/>
                        <a:pt x="72295" y="166211"/>
                      </a:cubicBezTo>
                      <a:cubicBezTo>
                        <a:pt x="70676" y="168402"/>
                        <a:pt x="69914" y="169545"/>
                        <a:pt x="69914" y="169735"/>
                      </a:cubicBezTo>
                      <a:lnTo>
                        <a:pt x="72295" y="172117"/>
                      </a:lnTo>
                      <a:cubicBezTo>
                        <a:pt x="72866" y="171164"/>
                        <a:pt x="73533" y="170688"/>
                        <a:pt x="74391" y="170688"/>
                      </a:cubicBezTo>
                      <a:lnTo>
                        <a:pt x="74391" y="173069"/>
                      </a:lnTo>
                      <a:cubicBezTo>
                        <a:pt x="73533" y="172688"/>
                        <a:pt x="72866" y="172498"/>
                        <a:pt x="72295" y="172498"/>
                      </a:cubicBezTo>
                      <a:cubicBezTo>
                        <a:pt x="70676" y="172498"/>
                        <a:pt x="69533" y="174498"/>
                        <a:pt x="68771" y="178403"/>
                      </a:cubicBezTo>
                      <a:cubicBezTo>
                        <a:pt x="67723" y="182880"/>
                        <a:pt x="66580" y="185642"/>
                        <a:pt x="65151" y="186595"/>
                      </a:cubicBezTo>
                      <a:cubicBezTo>
                        <a:pt x="66389" y="187547"/>
                        <a:pt x="67247" y="189643"/>
                        <a:pt x="67818" y="192976"/>
                      </a:cubicBezTo>
                      <a:cubicBezTo>
                        <a:pt x="68485" y="196215"/>
                        <a:pt x="69914" y="198215"/>
                        <a:pt x="72295" y="198977"/>
                      </a:cubicBezTo>
                      <a:cubicBezTo>
                        <a:pt x="73533" y="198215"/>
                        <a:pt x="76295" y="197929"/>
                        <a:pt x="80677" y="198120"/>
                      </a:cubicBezTo>
                      <a:cubicBezTo>
                        <a:pt x="84487" y="198120"/>
                        <a:pt x="86678" y="197644"/>
                        <a:pt x="87249" y="196691"/>
                      </a:cubicBezTo>
                      <a:cubicBezTo>
                        <a:pt x="87440" y="198787"/>
                        <a:pt x="88202" y="203549"/>
                        <a:pt x="89345" y="210788"/>
                      </a:cubicBezTo>
                      <a:cubicBezTo>
                        <a:pt x="90297" y="216503"/>
                        <a:pt x="90869" y="221075"/>
                        <a:pt x="90869" y="224600"/>
                      </a:cubicBezTo>
                      <a:cubicBezTo>
                        <a:pt x="90869" y="230029"/>
                        <a:pt x="90011" y="235267"/>
                        <a:pt x="88202" y="240125"/>
                      </a:cubicBezTo>
                      <a:cubicBezTo>
                        <a:pt x="85344" y="240887"/>
                        <a:pt x="80677" y="241268"/>
                        <a:pt x="74295" y="240982"/>
                      </a:cubicBezTo>
                      <a:cubicBezTo>
                        <a:pt x="67818" y="240792"/>
                        <a:pt x="62865" y="241554"/>
                        <a:pt x="59436" y="243364"/>
                      </a:cubicBezTo>
                      <a:lnTo>
                        <a:pt x="60960" y="244221"/>
                      </a:lnTo>
                      <a:cubicBezTo>
                        <a:pt x="56198" y="245364"/>
                        <a:pt x="53340" y="248793"/>
                        <a:pt x="52578" y="254508"/>
                      </a:cubicBezTo>
                      <a:cubicBezTo>
                        <a:pt x="52102" y="259175"/>
                        <a:pt x="51626" y="263842"/>
                        <a:pt x="51054" y="268319"/>
                      </a:cubicBezTo>
                      <a:cubicBezTo>
                        <a:pt x="49721" y="272796"/>
                        <a:pt x="45625" y="274796"/>
                        <a:pt x="38862" y="274225"/>
                      </a:cubicBezTo>
                      <a:cubicBezTo>
                        <a:pt x="38291" y="275177"/>
                        <a:pt x="37433" y="275654"/>
                        <a:pt x="36481" y="275654"/>
                      </a:cubicBezTo>
                      <a:cubicBezTo>
                        <a:pt x="35719" y="275654"/>
                        <a:pt x="34385" y="275177"/>
                        <a:pt x="32480" y="274225"/>
                      </a:cubicBezTo>
                      <a:cubicBezTo>
                        <a:pt x="30575" y="273177"/>
                        <a:pt x="29242" y="272701"/>
                        <a:pt x="28289" y="272605"/>
                      </a:cubicBezTo>
                      <a:cubicBezTo>
                        <a:pt x="27527" y="272510"/>
                        <a:pt x="26194" y="272415"/>
                        <a:pt x="24575" y="272415"/>
                      </a:cubicBezTo>
                      <a:cubicBezTo>
                        <a:pt x="23146" y="272415"/>
                        <a:pt x="21050" y="272605"/>
                        <a:pt x="18288" y="272986"/>
                      </a:cubicBezTo>
                      <a:cubicBezTo>
                        <a:pt x="15526" y="273367"/>
                        <a:pt x="13430" y="273558"/>
                        <a:pt x="12002" y="273558"/>
                      </a:cubicBezTo>
                      <a:cubicBezTo>
                        <a:pt x="5715" y="273558"/>
                        <a:pt x="2096" y="271558"/>
                        <a:pt x="858" y="267652"/>
                      </a:cubicBezTo>
                      <a:cubicBezTo>
                        <a:pt x="286" y="265938"/>
                        <a:pt x="0" y="264223"/>
                        <a:pt x="0" y="262604"/>
                      </a:cubicBezTo>
                      <a:cubicBezTo>
                        <a:pt x="0" y="260223"/>
                        <a:pt x="953" y="257080"/>
                        <a:pt x="2953" y="252889"/>
                      </a:cubicBezTo>
                      <a:cubicBezTo>
                        <a:pt x="4953" y="248793"/>
                        <a:pt x="5715" y="245173"/>
                        <a:pt x="5049" y="242316"/>
                      </a:cubicBezTo>
                      <a:cubicBezTo>
                        <a:pt x="8477" y="241268"/>
                        <a:pt x="10192" y="239077"/>
                        <a:pt x="10192" y="235553"/>
                      </a:cubicBezTo>
                      <a:cubicBezTo>
                        <a:pt x="10192" y="234982"/>
                        <a:pt x="10097" y="234125"/>
                        <a:pt x="9811" y="232886"/>
                      </a:cubicBezTo>
                      <a:lnTo>
                        <a:pt x="9811" y="229934"/>
                      </a:lnTo>
                      <a:cubicBezTo>
                        <a:pt x="9811" y="227933"/>
                        <a:pt x="10192" y="226409"/>
                        <a:pt x="11049" y="225266"/>
                      </a:cubicBezTo>
                      <a:cubicBezTo>
                        <a:pt x="14288" y="224123"/>
                        <a:pt x="15812" y="221932"/>
                        <a:pt x="15812" y="218789"/>
                      </a:cubicBezTo>
                      <a:cubicBezTo>
                        <a:pt x="15812" y="217837"/>
                        <a:pt x="15621" y="216217"/>
                        <a:pt x="15240" y="214027"/>
                      </a:cubicBezTo>
                      <a:cubicBezTo>
                        <a:pt x="14859" y="211931"/>
                        <a:pt x="14669" y="210217"/>
                        <a:pt x="14669" y="209074"/>
                      </a:cubicBezTo>
                      <a:cubicBezTo>
                        <a:pt x="14669" y="205740"/>
                        <a:pt x="16193" y="203263"/>
                        <a:pt x="19145" y="201739"/>
                      </a:cubicBezTo>
                      <a:cubicBezTo>
                        <a:pt x="18764" y="200406"/>
                        <a:pt x="18574" y="199072"/>
                        <a:pt x="18574" y="197929"/>
                      </a:cubicBezTo>
                      <a:cubicBezTo>
                        <a:pt x="18574" y="195358"/>
                        <a:pt x="19717" y="192214"/>
                        <a:pt x="22193" y="188500"/>
                      </a:cubicBezTo>
                      <a:cubicBezTo>
                        <a:pt x="24575" y="184690"/>
                        <a:pt x="25718" y="181927"/>
                        <a:pt x="25718" y="179927"/>
                      </a:cubicBezTo>
                      <a:cubicBezTo>
                        <a:pt x="25718" y="178117"/>
                        <a:pt x="25146" y="176308"/>
                        <a:pt x="23908" y="174307"/>
                      </a:cubicBezTo>
                      <a:cubicBezTo>
                        <a:pt x="27242" y="170307"/>
                        <a:pt x="29623" y="164592"/>
                        <a:pt x="31147" y="156877"/>
                      </a:cubicBezTo>
                      <a:cubicBezTo>
                        <a:pt x="31909" y="150971"/>
                        <a:pt x="32671" y="145066"/>
                        <a:pt x="33242" y="139255"/>
                      </a:cubicBezTo>
                      <a:cubicBezTo>
                        <a:pt x="36386" y="137827"/>
                        <a:pt x="38481" y="134398"/>
                        <a:pt x="39338" y="128968"/>
                      </a:cubicBezTo>
                      <a:cubicBezTo>
                        <a:pt x="40196" y="123444"/>
                        <a:pt x="41910" y="119825"/>
                        <a:pt x="44577" y="118110"/>
                      </a:cubicBezTo>
                      <a:cubicBezTo>
                        <a:pt x="43720" y="116300"/>
                        <a:pt x="43339" y="114395"/>
                        <a:pt x="43339" y="112204"/>
                      </a:cubicBezTo>
                      <a:cubicBezTo>
                        <a:pt x="43339" y="110300"/>
                        <a:pt x="43625" y="107728"/>
                        <a:pt x="44387" y="104584"/>
                      </a:cubicBezTo>
                      <a:cubicBezTo>
                        <a:pt x="45053" y="101441"/>
                        <a:pt x="45434" y="99536"/>
                        <a:pt x="45434" y="98679"/>
                      </a:cubicBezTo>
                      <a:cubicBezTo>
                        <a:pt x="47816" y="97346"/>
                        <a:pt x="48959" y="95536"/>
                        <a:pt x="48959" y="93345"/>
                      </a:cubicBezTo>
                      <a:lnTo>
                        <a:pt x="48959" y="89821"/>
                      </a:lnTo>
                      <a:cubicBezTo>
                        <a:pt x="48959" y="86868"/>
                        <a:pt x="50578" y="84392"/>
                        <a:pt x="53721" y="82486"/>
                      </a:cubicBezTo>
                      <a:cubicBezTo>
                        <a:pt x="52102" y="79819"/>
                        <a:pt x="52102" y="74962"/>
                        <a:pt x="53721" y="68104"/>
                      </a:cubicBezTo>
                      <a:cubicBezTo>
                        <a:pt x="58293" y="67342"/>
                        <a:pt x="60103" y="64294"/>
                        <a:pt x="59055" y="58960"/>
                      </a:cubicBezTo>
                      <a:cubicBezTo>
                        <a:pt x="57912" y="52673"/>
                        <a:pt x="57912" y="48958"/>
                        <a:pt x="59341" y="47815"/>
                      </a:cubicBezTo>
                      <a:cubicBezTo>
                        <a:pt x="64961" y="41529"/>
                        <a:pt x="69437" y="38386"/>
                        <a:pt x="72771" y="38386"/>
                      </a:cubicBezTo>
                      <a:cubicBezTo>
                        <a:pt x="75248" y="38386"/>
                        <a:pt x="77248" y="39624"/>
                        <a:pt x="79058" y="41910"/>
                      </a:cubicBezTo>
                      <a:cubicBezTo>
                        <a:pt x="79629" y="41529"/>
                        <a:pt x="79915" y="40481"/>
                        <a:pt x="79915" y="38671"/>
                      </a:cubicBezTo>
                      <a:cubicBezTo>
                        <a:pt x="80486" y="38290"/>
                        <a:pt x="81249" y="38100"/>
                        <a:pt x="82010" y="38100"/>
                      </a:cubicBezTo>
                      <a:cubicBezTo>
                        <a:pt x="82772" y="38100"/>
                        <a:pt x="84106" y="38290"/>
                        <a:pt x="86011" y="38767"/>
                      </a:cubicBezTo>
                      <a:cubicBezTo>
                        <a:pt x="87916" y="39338"/>
                        <a:pt x="89249" y="39529"/>
                        <a:pt x="90011" y="39529"/>
                      </a:cubicBezTo>
                      <a:cubicBezTo>
                        <a:pt x="92393" y="39529"/>
                        <a:pt x="94107" y="38386"/>
                        <a:pt x="95060" y="36290"/>
                      </a:cubicBezTo>
                      <a:cubicBezTo>
                        <a:pt x="96108" y="37052"/>
                        <a:pt x="98108" y="38386"/>
                        <a:pt x="101060" y="40386"/>
                      </a:cubicBezTo>
                      <a:cubicBezTo>
                        <a:pt x="101918" y="38767"/>
                        <a:pt x="103156" y="38005"/>
                        <a:pt x="104680" y="38005"/>
                      </a:cubicBezTo>
                      <a:cubicBezTo>
                        <a:pt x="105728" y="38005"/>
                        <a:pt x="107347" y="38290"/>
                        <a:pt x="109633" y="39052"/>
                      </a:cubicBezTo>
                      <a:cubicBezTo>
                        <a:pt x="111919" y="39719"/>
                        <a:pt x="113824" y="40100"/>
                        <a:pt x="115158" y="40100"/>
                      </a:cubicBezTo>
                      <a:cubicBezTo>
                        <a:pt x="116205" y="40100"/>
                        <a:pt x="117062" y="39910"/>
                        <a:pt x="117824" y="39529"/>
                      </a:cubicBezTo>
                      <a:cubicBezTo>
                        <a:pt x="120396" y="41053"/>
                        <a:pt x="122968" y="42767"/>
                        <a:pt x="125540" y="44482"/>
                      </a:cubicBezTo>
                      <a:cubicBezTo>
                        <a:pt x="128207" y="46196"/>
                        <a:pt x="129445" y="48577"/>
                        <a:pt x="129445" y="51530"/>
                      </a:cubicBezTo>
                      <a:cubicBezTo>
                        <a:pt x="129445" y="52292"/>
                        <a:pt x="129350" y="53150"/>
                        <a:pt x="129159" y="54197"/>
                      </a:cubicBezTo>
                      <a:lnTo>
                        <a:pt x="134303" y="53340"/>
                      </a:lnTo>
                      <a:cubicBezTo>
                        <a:pt x="133445" y="55912"/>
                        <a:pt x="133064" y="58483"/>
                        <a:pt x="133064" y="61246"/>
                      </a:cubicBezTo>
                      <a:cubicBezTo>
                        <a:pt x="133064" y="67151"/>
                        <a:pt x="135350" y="73914"/>
                        <a:pt x="139922" y="81534"/>
                      </a:cubicBezTo>
                      <a:lnTo>
                        <a:pt x="134303" y="83915"/>
                      </a:lnTo>
                      <a:lnTo>
                        <a:pt x="139922" y="86011"/>
                      </a:lnTo>
                      <a:cubicBezTo>
                        <a:pt x="139160" y="85820"/>
                        <a:pt x="137541" y="86582"/>
                        <a:pt x="135160" y="88297"/>
                      </a:cubicBezTo>
                      <a:lnTo>
                        <a:pt x="135160" y="89535"/>
                      </a:lnTo>
                      <a:cubicBezTo>
                        <a:pt x="136779" y="88963"/>
                        <a:pt x="139446" y="89344"/>
                        <a:pt x="143256" y="90678"/>
                      </a:cubicBezTo>
                      <a:lnTo>
                        <a:pt x="138970" y="97155"/>
                      </a:lnTo>
                      <a:cubicBezTo>
                        <a:pt x="143637" y="102584"/>
                        <a:pt x="147733" y="105346"/>
                        <a:pt x="151352" y="105346"/>
                      </a:cubicBezTo>
                      <a:lnTo>
                        <a:pt x="151352" y="107728"/>
                      </a:lnTo>
                      <a:cubicBezTo>
                        <a:pt x="149924" y="105727"/>
                        <a:pt x="148876" y="104965"/>
                        <a:pt x="148019" y="105346"/>
                      </a:cubicBezTo>
                      <a:cubicBezTo>
                        <a:pt x="147257" y="108109"/>
                        <a:pt x="146876" y="111061"/>
                        <a:pt x="146876" y="114205"/>
                      </a:cubicBezTo>
                      <a:cubicBezTo>
                        <a:pt x="146876" y="120682"/>
                        <a:pt x="148400" y="125539"/>
                        <a:pt x="151352" y="128873"/>
                      </a:cubicBezTo>
                      <a:cubicBezTo>
                        <a:pt x="150495" y="129635"/>
                        <a:pt x="150114" y="130397"/>
                        <a:pt x="150114" y="131254"/>
                      </a:cubicBezTo>
                      <a:cubicBezTo>
                        <a:pt x="150114" y="132112"/>
                        <a:pt x="150876" y="133159"/>
                        <a:pt x="152305" y="134493"/>
                      </a:cubicBezTo>
                      <a:cubicBezTo>
                        <a:pt x="153829" y="135922"/>
                        <a:pt x="154591" y="137065"/>
                        <a:pt x="154591" y="138017"/>
                      </a:cubicBezTo>
                      <a:cubicBezTo>
                        <a:pt x="154591" y="138589"/>
                        <a:pt x="154305" y="139351"/>
                        <a:pt x="153638" y="140017"/>
                      </a:cubicBezTo>
                      <a:lnTo>
                        <a:pt x="157258" y="141542"/>
                      </a:lnTo>
                      <a:cubicBezTo>
                        <a:pt x="159258" y="152686"/>
                        <a:pt x="160496" y="159448"/>
                        <a:pt x="161163" y="161830"/>
                      </a:cubicBezTo>
                      <a:cubicBezTo>
                        <a:pt x="162973" y="169450"/>
                        <a:pt x="165450" y="175927"/>
                        <a:pt x="168593" y="181261"/>
                      </a:cubicBezTo>
                      <a:cubicBezTo>
                        <a:pt x="166211" y="185166"/>
                        <a:pt x="166974" y="188119"/>
                        <a:pt x="170974" y="190309"/>
                      </a:cubicBezTo>
                      <a:cubicBezTo>
                        <a:pt x="170593" y="200120"/>
                        <a:pt x="172117" y="206883"/>
                        <a:pt x="175451" y="210598"/>
                      </a:cubicBezTo>
                      <a:cubicBezTo>
                        <a:pt x="175451" y="219932"/>
                        <a:pt x="177832" y="224790"/>
                        <a:pt x="182690" y="224980"/>
                      </a:cubicBezTo>
                      <a:close/>
                      <a:moveTo>
                        <a:pt x="9620" y="41910"/>
                      </a:moveTo>
                      <a:lnTo>
                        <a:pt x="7239" y="44291"/>
                      </a:lnTo>
                      <a:lnTo>
                        <a:pt x="4001" y="40481"/>
                      </a:lnTo>
                      <a:lnTo>
                        <a:pt x="9620" y="41910"/>
                      </a:lnTo>
                      <a:close/>
                      <a:moveTo>
                        <a:pt x="14669" y="86011"/>
                      </a:moveTo>
                      <a:lnTo>
                        <a:pt x="16574" y="91630"/>
                      </a:lnTo>
                      <a:lnTo>
                        <a:pt x="12097" y="98679"/>
                      </a:lnTo>
                      <a:lnTo>
                        <a:pt x="14669" y="86106"/>
                      </a:lnTo>
                      <a:close/>
                      <a:moveTo>
                        <a:pt x="18669" y="59912"/>
                      </a:moveTo>
                      <a:cubicBezTo>
                        <a:pt x="18669" y="59912"/>
                        <a:pt x="17241" y="60674"/>
                        <a:pt x="15621" y="62293"/>
                      </a:cubicBezTo>
                      <a:lnTo>
                        <a:pt x="14669" y="59055"/>
                      </a:lnTo>
                      <a:lnTo>
                        <a:pt x="18669" y="59912"/>
                      </a:lnTo>
                      <a:close/>
                      <a:moveTo>
                        <a:pt x="44387" y="65722"/>
                      </a:moveTo>
                      <a:cubicBezTo>
                        <a:pt x="42958" y="62579"/>
                        <a:pt x="40196" y="61436"/>
                        <a:pt x="36291" y="62198"/>
                      </a:cubicBezTo>
                      <a:lnTo>
                        <a:pt x="35433" y="63341"/>
                      </a:lnTo>
                      <a:cubicBezTo>
                        <a:pt x="35433" y="61341"/>
                        <a:pt x="36005" y="60388"/>
                        <a:pt x="37243" y="60388"/>
                      </a:cubicBezTo>
                      <a:cubicBezTo>
                        <a:pt x="37433" y="60388"/>
                        <a:pt x="38481" y="60674"/>
                        <a:pt x="40481" y="61246"/>
                      </a:cubicBezTo>
                      <a:cubicBezTo>
                        <a:pt x="42101" y="61627"/>
                        <a:pt x="43434" y="61627"/>
                        <a:pt x="44482" y="61246"/>
                      </a:cubicBezTo>
                      <a:lnTo>
                        <a:pt x="44482" y="65627"/>
                      </a:lnTo>
                      <a:close/>
                      <a:moveTo>
                        <a:pt x="39624" y="160877"/>
                      </a:moveTo>
                      <a:lnTo>
                        <a:pt x="39624" y="155257"/>
                      </a:lnTo>
                      <a:lnTo>
                        <a:pt x="38672" y="155257"/>
                      </a:lnTo>
                      <a:lnTo>
                        <a:pt x="38672" y="160877"/>
                      </a:lnTo>
                      <a:lnTo>
                        <a:pt x="39624" y="160877"/>
                      </a:lnTo>
                      <a:close/>
                      <a:moveTo>
                        <a:pt x="56007" y="70390"/>
                      </a:moveTo>
                      <a:lnTo>
                        <a:pt x="62579" y="66865"/>
                      </a:lnTo>
                      <a:lnTo>
                        <a:pt x="61722" y="63341"/>
                      </a:lnTo>
                      <a:lnTo>
                        <a:pt x="56102" y="70390"/>
                      </a:lnTo>
                      <a:close/>
                      <a:moveTo>
                        <a:pt x="62579" y="110966"/>
                      </a:moveTo>
                      <a:lnTo>
                        <a:pt x="68294" y="112395"/>
                      </a:lnTo>
                      <a:lnTo>
                        <a:pt x="67342" y="110966"/>
                      </a:lnTo>
                      <a:lnTo>
                        <a:pt x="62579" y="110966"/>
                      </a:lnTo>
                      <a:close/>
                      <a:moveTo>
                        <a:pt x="67342" y="105346"/>
                      </a:moveTo>
                      <a:lnTo>
                        <a:pt x="69723" y="104204"/>
                      </a:lnTo>
                      <a:lnTo>
                        <a:pt x="67342" y="101822"/>
                      </a:lnTo>
                      <a:lnTo>
                        <a:pt x="67342" y="105346"/>
                      </a:lnTo>
                      <a:close/>
                      <a:moveTo>
                        <a:pt x="69723" y="56579"/>
                      </a:moveTo>
                      <a:lnTo>
                        <a:pt x="73343" y="55721"/>
                      </a:lnTo>
                      <a:lnTo>
                        <a:pt x="68294" y="54197"/>
                      </a:lnTo>
                      <a:lnTo>
                        <a:pt x="69723" y="56579"/>
                      </a:lnTo>
                      <a:close/>
                      <a:moveTo>
                        <a:pt x="70676" y="20193"/>
                      </a:moveTo>
                      <a:lnTo>
                        <a:pt x="72104" y="23717"/>
                      </a:lnTo>
                      <a:lnTo>
                        <a:pt x="69723" y="23717"/>
                      </a:lnTo>
                      <a:lnTo>
                        <a:pt x="70676" y="20193"/>
                      </a:lnTo>
                      <a:close/>
                      <a:moveTo>
                        <a:pt x="81439" y="12287"/>
                      </a:moveTo>
                      <a:cubicBezTo>
                        <a:pt x="79915" y="11716"/>
                        <a:pt x="79058" y="10477"/>
                        <a:pt x="79058" y="8763"/>
                      </a:cubicBezTo>
                      <a:lnTo>
                        <a:pt x="79058" y="4667"/>
                      </a:lnTo>
                      <a:lnTo>
                        <a:pt x="87154" y="0"/>
                      </a:lnTo>
                      <a:cubicBezTo>
                        <a:pt x="87154" y="762"/>
                        <a:pt x="86106" y="1714"/>
                        <a:pt x="84011" y="2762"/>
                      </a:cubicBezTo>
                      <a:cubicBezTo>
                        <a:pt x="81915" y="3810"/>
                        <a:pt x="80867" y="4858"/>
                        <a:pt x="80867" y="5905"/>
                      </a:cubicBezTo>
                      <a:cubicBezTo>
                        <a:pt x="80867" y="6477"/>
                        <a:pt x="81344" y="7239"/>
                        <a:pt x="82391" y="8287"/>
                      </a:cubicBezTo>
                      <a:cubicBezTo>
                        <a:pt x="82772" y="9430"/>
                        <a:pt x="82391" y="10858"/>
                        <a:pt x="81534" y="12382"/>
                      </a:cubicBezTo>
                      <a:close/>
                      <a:moveTo>
                        <a:pt x="89535" y="27242"/>
                      </a:moveTo>
                      <a:lnTo>
                        <a:pt x="91631" y="27242"/>
                      </a:lnTo>
                      <a:lnTo>
                        <a:pt x="88106" y="33052"/>
                      </a:lnTo>
                      <a:lnTo>
                        <a:pt x="89535" y="27242"/>
                      </a:lnTo>
                      <a:close/>
                      <a:moveTo>
                        <a:pt x="89535" y="68008"/>
                      </a:moveTo>
                      <a:lnTo>
                        <a:pt x="89535" y="64484"/>
                      </a:lnTo>
                      <a:lnTo>
                        <a:pt x="88106" y="64484"/>
                      </a:lnTo>
                      <a:lnTo>
                        <a:pt x="88106" y="68008"/>
                      </a:lnTo>
                      <a:lnTo>
                        <a:pt x="89535" y="68008"/>
                      </a:lnTo>
                      <a:close/>
                      <a:moveTo>
                        <a:pt x="104489" y="22479"/>
                      </a:moveTo>
                      <a:lnTo>
                        <a:pt x="104489" y="27146"/>
                      </a:lnTo>
                      <a:lnTo>
                        <a:pt x="101156" y="19145"/>
                      </a:lnTo>
                      <a:cubicBezTo>
                        <a:pt x="103346" y="19145"/>
                        <a:pt x="104489" y="20288"/>
                        <a:pt x="104489" y="22384"/>
                      </a:cubicBezTo>
                      <a:close/>
                      <a:moveTo>
                        <a:pt x="110109" y="65627"/>
                      </a:moveTo>
                      <a:lnTo>
                        <a:pt x="116967" y="63246"/>
                      </a:lnTo>
                      <a:lnTo>
                        <a:pt x="113348" y="63246"/>
                      </a:lnTo>
                      <a:lnTo>
                        <a:pt x="110014" y="65627"/>
                      </a:lnTo>
                      <a:close/>
                      <a:moveTo>
                        <a:pt x="110109" y="88201"/>
                      </a:moveTo>
                      <a:lnTo>
                        <a:pt x="111062" y="84677"/>
                      </a:lnTo>
                      <a:lnTo>
                        <a:pt x="110109" y="83820"/>
                      </a:lnTo>
                      <a:lnTo>
                        <a:pt x="110109" y="88201"/>
                      </a:lnTo>
                      <a:close/>
                      <a:moveTo>
                        <a:pt x="120301" y="181070"/>
                      </a:moveTo>
                      <a:cubicBezTo>
                        <a:pt x="120301" y="181070"/>
                        <a:pt x="121253" y="181356"/>
                        <a:pt x="122682" y="181927"/>
                      </a:cubicBezTo>
                      <a:lnTo>
                        <a:pt x="123635" y="181070"/>
                      </a:lnTo>
                      <a:lnTo>
                        <a:pt x="120396" y="177832"/>
                      </a:lnTo>
                      <a:lnTo>
                        <a:pt x="125159" y="179546"/>
                      </a:lnTo>
                      <a:cubicBezTo>
                        <a:pt x="122587" y="182118"/>
                        <a:pt x="120968" y="183356"/>
                        <a:pt x="120396" y="183356"/>
                      </a:cubicBezTo>
                      <a:lnTo>
                        <a:pt x="120396" y="181070"/>
                      </a:lnTo>
                      <a:close/>
                      <a:moveTo>
                        <a:pt x="129254" y="124396"/>
                      </a:moveTo>
                      <a:cubicBezTo>
                        <a:pt x="131445" y="123349"/>
                        <a:pt x="132302" y="121539"/>
                        <a:pt x="131921" y="118777"/>
                      </a:cubicBezTo>
                      <a:cubicBezTo>
                        <a:pt x="128969" y="119539"/>
                        <a:pt x="127445" y="121158"/>
                        <a:pt x="127445" y="123539"/>
                      </a:cubicBezTo>
                      <a:cubicBezTo>
                        <a:pt x="128302" y="124301"/>
                        <a:pt x="128874" y="124587"/>
                        <a:pt x="129254" y="124396"/>
                      </a:cubicBezTo>
                      <a:close/>
                      <a:moveTo>
                        <a:pt x="131921" y="80010"/>
                      </a:moveTo>
                      <a:lnTo>
                        <a:pt x="128302" y="80010"/>
                      </a:lnTo>
                      <a:lnTo>
                        <a:pt x="129254" y="88201"/>
                      </a:lnTo>
                      <a:lnTo>
                        <a:pt x="131921" y="80010"/>
                      </a:lnTo>
                      <a:close/>
                      <a:moveTo>
                        <a:pt x="131921" y="110014"/>
                      </a:moveTo>
                      <a:cubicBezTo>
                        <a:pt x="131541" y="109252"/>
                        <a:pt x="131350" y="108585"/>
                        <a:pt x="131350" y="107918"/>
                      </a:cubicBezTo>
                      <a:cubicBezTo>
                        <a:pt x="131350" y="106394"/>
                        <a:pt x="132493" y="105537"/>
                        <a:pt x="134684" y="105537"/>
                      </a:cubicBezTo>
                      <a:lnTo>
                        <a:pt x="136684" y="105251"/>
                      </a:lnTo>
                      <a:lnTo>
                        <a:pt x="136684" y="104108"/>
                      </a:lnTo>
                      <a:cubicBezTo>
                        <a:pt x="136112" y="103918"/>
                        <a:pt x="135541" y="103822"/>
                        <a:pt x="134874" y="103822"/>
                      </a:cubicBezTo>
                      <a:cubicBezTo>
                        <a:pt x="133445" y="103822"/>
                        <a:pt x="132207" y="104489"/>
                        <a:pt x="130969" y="105918"/>
                      </a:cubicBezTo>
                      <a:cubicBezTo>
                        <a:pt x="129731" y="107347"/>
                        <a:pt x="129159" y="108680"/>
                        <a:pt x="129159" y="110014"/>
                      </a:cubicBezTo>
                      <a:lnTo>
                        <a:pt x="131826" y="110014"/>
                      </a:lnTo>
                      <a:close/>
                      <a:moveTo>
                        <a:pt x="133064" y="159353"/>
                      </a:moveTo>
                      <a:cubicBezTo>
                        <a:pt x="133064" y="159353"/>
                        <a:pt x="133445" y="158401"/>
                        <a:pt x="134303" y="157067"/>
                      </a:cubicBezTo>
                      <a:cubicBezTo>
                        <a:pt x="133064" y="156877"/>
                        <a:pt x="132302" y="157067"/>
                        <a:pt x="132017" y="157925"/>
                      </a:cubicBezTo>
                      <a:cubicBezTo>
                        <a:pt x="131731" y="158686"/>
                        <a:pt x="131255" y="159258"/>
                        <a:pt x="130683" y="159353"/>
                      </a:cubicBezTo>
                      <a:lnTo>
                        <a:pt x="133064" y="159353"/>
                      </a:lnTo>
                      <a:close/>
                      <a:moveTo>
                        <a:pt x="134303" y="34004"/>
                      </a:moveTo>
                      <a:lnTo>
                        <a:pt x="136684" y="31623"/>
                      </a:lnTo>
                      <a:lnTo>
                        <a:pt x="133064" y="28384"/>
                      </a:lnTo>
                      <a:lnTo>
                        <a:pt x="135160" y="26098"/>
                      </a:lnTo>
                      <a:lnTo>
                        <a:pt x="139065" y="33147"/>
                      </a:lnTo>
                      <a:lnTo>
                        <a:pt x="134303" y="34004"/>
                      </a:lnTo>
                      <a:close/>
                      <a:moveTo>
                        <a:pt x="148971" y="177927"/>
                      </a:moveTo>
                      <a:lnTo>
                        <a:pt x="148971" y="174117"/>
                      </a:lnTo>
                      <a:cubicBezTo>
                        <a:pt x="148971" y="174117"/>
                        <a:pt x="148590" y="174688"/>
                        <a:pt x="146590" y="175546"/>
                      </a:cubicBezTo>
                      <a:cubicBezTo>
                        <a:pt x="145923" y="175165"/>
                        <a:pt x="145352" y="174498"/>
                        <a:pt x="144590" y="173546"/>
                      </a:cubicBezTo>
                      <a:cubicBezTo>
                        <a:pt x="143923" y="172498"/>
                        <a:pt x="143351" y="172117"/>
                        <a:pt x="142970" y="172117"/>
                      </a:cubicBezTo>
                      <a:cubicBezTo>
                        <a:pt x="142304" y="172117"/>
                        <a:pt x="141637" y="172498"/>
                        <a:pt x="140780" y="173260"/>
                      </a:cubicBezTo>
                      <a:lnTo>
                        <a:pt x="148876" y="177927"/>
                      </a:lnTo>
                      <a:close/>
                      <a:moveTo>
                        <a:pt x="156115" y="176403"/>
                      </a:moveTo>
                      <a:cubicBezTo>
                        <a:pt x="156115" y="176403"/>
                        <a:pt x="156496" y="176213"/>
                        <a:pt x="156115" y="175831"/>
                      </a:cubicBezTo>
                      <a:lnTo>
                        <a:pt x="154877" y="168497"/>
                      </a:lnTo>
                      <a:cubicBezTo>
                        <a:pt x="154115" y="169259"/>
                        <a:pt x="153638" y="170021"/>
                        <a:pt x="153638" y="170879"/>
                      </a:cubicBezTo>
                      <a:cubicBezTo>
                        <a:pt x="153638" y="170307"/>
                        <a:pt x="154496" y="172021"/>
                        <a:pt x="156020" y="175927"/>
                      </a:cubicBezTo>
                      <a:lnTo>
                        <a:pt x="156020" y="176498"/>
                      </a:lnTo>
                      <a:close/>
                      <a:moveTo>
                        <a:pt x="169545" y="857"/>
                      </a:moveTo>
                      <a:lnTo>
                        <a:pt x="169545" y="3524"/>
                      </a:lnTo>
                      <a:lnTo>
                        <a:pt x="165354" y="3524"/>
                      </a:lnTo>
                      <a:lnTo>
                        <a:pt x="169545" y="857"/>
                      </a:lnTo>
                      <a:close/>
                      <a:moveTo>
                        <a:pt x="171926" y="47815"/>
                      </a:moveTo>
                      <a:lnTo>
                        <a:pt x="168688" y="51054"/>
                      </a:lnTo>
                      <a:lnTo>
                        <a:pt x="171926" y="46387"/>
                      </a:lnTo>
                      <a:lnTo>
                        <a:pt x="171926" y="47815"/>
                      </a:lnTo>
                      <a:close/>
                      <a:moveTo>
                        <a:pt x="189357" y="99441"/>
                      </a:moveTo>
                      <a:lnTo>
                        <a:pt x="186976" y="101822"/>
                      </a:lnTo>
                      <a:lnTo>
                        <a:pt x="185166" y="101822"/>
                      </a:lnTo>
                      <a:lnTo>
                        <a:pt x="189357" y="99441"/>
                      </a:lnTo>
                      <a:close/>
                      <a:moveTo>
                        <a:pt x="188500" y="50101"/>
                      </a:moveTo>
                      <a:cubicBezTo>
                        <a:pt x="187928" y="50482"/>
                        <a:pt x="187547" y="50006"/>
                        <a:pt x="187547" y="48482"/>
                      </a:cubicBezTo>
                      <a:cubicBezTo>
                        <a:pt x="187357" y="46958"/>
                        <a:pt x="187262" y="46292"/>
                        <a:pt x="187071" y="46292"/>
                      </a:cubicBezTo>
                      <a:lnTo>
                        <a:pt x="188595" y="46292"/>
                      </a:lnTo>
                      <a:lnTo>
                        <a:pt x="188595" y="50101"/>
                      </a:lnTo>
                      <a:close/>
                      <a:moveTo>
                        <a:pt x="232220" y="26003"/>
                      </a:moveTo>
                      <a:cubicBezTo>
                        <a:pt x="232029" y="25241"/>
                        <a:pt x="232220" y="24384"/>
                        <a:pt x="232696" y="23527"/>
                      </a:cubicBezTo>
                      <a:cubicBezTo>
                        <a:pt x="233077" y="22669"/>
                        <a:pt x="233744" y="22288"/>
                        <a:pt x="234601" y="22479"/>
                      </a:cubicBezTo>
                      <a:lnTo>
                        <a:pt x="234601" y="26003"/>
                      </a:lnTo>
                      <a:lnTo>
                        <a:pt x="232220" y="26003"/>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 name="Google Shape;779;p99"/>
                <p:cNvSpPr/>
                <p:nvPr/>
              </p:nvSpPr>
              <p:spPr>
                <a:xfrm>
                  <a:off x="5522403" y="2435161"/>
                  <a:ext cx="170402" cy="247840"/>
                </a:xfrm>
                <a:custGeom>
                  <a:avLst/>
                  <a:gdLst/>
                  <a:ahLst/>
                  <a:cxnLst/>
                  <a:rect l="l" t="t" r="r" b="b"/>
                  <a:pathLst>
                    <a:path w="170402" h="247840" extrusionOk="0">
                      <a:moveTo>
                        <a:pt x="170117" y="167450"/>
                      </a:moveTo>
                      <a:cubicBezTo>
                        <a:pt x="168688" y="168021"/>
                        <a:pt x="168021" y="168878"/>
                        <a:pt x="168021" y="169831"/>
                      </a:cubicBezTo>
                      <a:cubicBezTo>
                        <a:pt x="168021" y="169069"/>
                        <a:pt x="168688" y="170497"/>
                        <a:pt x="170117" y="174212"/>
                      </a:cubicBezTo>
                      <a:cubicBezTo>
                        <a:pt x="168116" y="177927"/>
                        <a:pt x="167069" y="182594"/>
                        <a:pt x="167069" y="188309"/>
                      </a:cubicBezTo>
                      <a:cubicBezTo>
                        <a:pt x="167069" y="191452"/>
                        <a:pt x="167545" y="196310"/>
                        <a:pt x="168402" y="202883"/>
                      </a:cubicBezTo>
                      <a:cubicBezTo>
                        <a:pt x="169259" y="209359"/>
                        <a:pt x="169736" y="214122"/>
                        <a:pt x="169736" y="216789"/>
                      </a:cubicBezTo>
                      <a:cubicBezTo>
                        <a:pt x="169736" y="229552"/>
                        <a:pt x="162782" y="236601"/>
                        <a:pt x="148780" y="237934"/>
                      </a:cubicBezTo>
                      <a:cubicBezTo>
                        <a:pt x="146971" y="236220"/>
                        <a:pt x="145161" y="235267"/>
                        <a:pt x="143161" y="235267"/>
                      </a:cubicBezTo>
                      <a:cubicBezTo>
                        <a:pt x="142113" y="235267"/>
                        <a:pt x="140779" y="235553"/>
                        <a:pt x="139160" y="236125"/>
                      </a:cubicBezTo>
                      <a:cubicBezTo>
                        <a:pt x="137541" y="236696"/>
                        <a:pt x="136303" y="236982"/>
                        <a:pt x="135731" y="236982"/>
                      </a:cubicBezTo>
                      <a:cubicBezTo>
                        <a:pt x="133731" y="236982"/>
                        <a:pt x="132302" y="236029"/>
                        <a:pt x="131540" y="234029"/>
                      </a:cubicBezTo>
                      <a:lnTo>
                        <a:pt x="128206" y="233172"/>
                      </a:lnTo>
                      <a:lnTo>
                        <a:pt x="129730" y="232315"/>
                      </a:lnTo>
                      <a:cubicBezTo>
                        <a:pt x="126492" y="231743"/>
                        <a:pt x="123444" y="229076"/>
                        <a:pt x="120301" y="224218"/>
                      </a:cubicBezTo>
                      <a:cubicBezTo>
                        <a:pt x="117157" y="219456"/>
                        <a:pt x="114014" y="216789"/>
                        <a:pt x="110871" y="216217"/>
                      </a:cubicBezTo>
                      <a:cubicBezTo>
                        <a:pt x="111062" y="215455"/>
                        <a:pt x="111062" y="214598"/>
                        <a:pt x="110871" y="213550"/>
                      </a:cubicBezTo>
                      <a:cubicBezTo>
                        <a:pt x="110395" y="212408"/>
                        <a:pt x="110299" y="211646"/>
                        <a:pt x="110299" y="211550"/>
                      </a:cubicBezTo>
                      <a:cubicBezTo>
                        <a:pt x="110299" y="210502"/>
                        <a:pt x="110966" y="209836"/>
                        <a:pt x="112395" y="209455"/>
                      </a:cubicBezTo>
                      <a:cubicBezTo>
                        <a:pt x="109252" y="207264"/>
                        <a:pt x="106013" y="202883"/>
                        <a:pt x="102775" y="196120"/>
                      </a:cubicBezTo>
                      <a:cubicBezTo>
                        <a:pt x="99536" y="189357"/>
                        <a:pt x="96488" y="185071"/>
                        <a:pt x="93536" y="183071"/>
                      </a:cubicBezTo>
                      <a:cubicBezTo>
                        <a:pt x="92773" y="177451"/>
                        <a:pt x="90011" y="170879"/>
                        <a:pt x="85439" y="163354"/>
                      </a:cubicBezTo>
                      <a:cubicBezTo>
                        <a:pt x="78391" y="152590"/>
                        <a:pt x="74771" y="146780"/>
                        <a:pt x="74390" y="145733"/>
                      </a:cubicBezTo>
                      <a:cubicBezTo>
                        <a:pt x="74486" y="144018"/>
                        <a:pt x="73819" y="141732"/>
                        <a:pt x="72104" y="138970"/>
                      </a:cubicBezTo>
                      <a:cubicBezTo>
                        <a:pt x="70390" y="136208"/>
                        <a:pt x="69532" y="134112"/>
                        <a:pt x="69532" y="132779"/>
                      </a:cubicBezTo>
                      <a:cubicBezTo>
                        <a:pt x="69532" y="132017"/>
                        <a:pt x="69818" y="131159"/>
                        <a:pt x="70390" y="130112"/>
                      </a:cubicBezTo>
                      <a:cubicBezTo>
                        <a:pt x="69437" y="130492"/>
                        <a:pt x="68485" y="130683"/>
                        <a:pt x="67723" y="130683"/>
                      </a:cubicBezTo>
                      <a:cubicBezTo>
                        <a:pt x="64961" y="130683"/>
                        <a:pt x="62484" y="127730"/>
                        <a:pt x="60579" y="121729"/>
                      </a:cubicBezTo>
                      <a:cubicBezTo>
                        <a:pt x="58579" y="115824"/>
                        <a:pt x="55626" y="112776"/>
                        <a:pt x="51626" y="112776"/>
                      </a:cubicBezTo>
                      <a:cubicBezTo>
                        <a:pt x="50768" y="112776"/>
                        <a:pt x="49911" y="112871"/>
                        <a:pt x="48959" y="113062"/>
                      </a:cubicBezTo>
                      <a:cubicBezTo>
                        <a:pt x="49911" y="118300"/>
                        <a:pt x="50482" y="124206"/>
                        <a:pt x="50482" y="130683"/>
                      </a:cubicBezTo>
                      <a:cubicBezTo>
                        <a:pt x="50482" y="135922"/>
                        <a:pt x="50006" y="143827"/>
                        <a:pt x="48959" y="154210"/>
                      </a:cubicBezTo>
                      <a:cubicBezTo>
                        <a:pt x="47911" y="164687"/>
                        <a:pt x="47435" y="172402"/>
                        <a:pt x="47435" y="177546"/>
                      </a:cubicBezTo>
                      <a:cubicBezTo>
                        <a:pt x="47435" y="187357"/>
                        <a:pt x="48673" y="195929"/>
                        <a:pt x="51245" y="203644"/>
                      </a:cubicBezTo>
                      <a:cubicBezTo>
                        <a:pt x="48673" y="205168"/>
                        <a:pt x="47435" y="207454"/>
                        <a:pt x="47435" y="210312"/>
                      </a:cubicBezTo>
                      <a:cubicBezTo>
                        <a:pt x="47435" y="211836"/>
                        <a:pt x="47815" y="214122"/>
                        <a:pt x="48673" y="217075"/>
                      </a:cubicBezTo>
                      <a:cubicBezTo>
                        <a:pt x="49435" y="220027"/>
                        <a:pt x="49816" y="222123"/>
                        <a:pt x="49816" y="223552"/>
                      </a:cubicBezTo>
                      <a:cubicBezTo>
                        <a:pt x="49816" y="226504"/>
                        <a:pt x="48292" y="228505"/>
                        <a:pt x="45339" y="229648"/>
                      </a:cubicBezTo>
                      <a:cubicBezTo>
                        <a:pt x="45339" y="232219"/>
                        <a:pt x="44482" y="234029"/>
                        <a:pt x="42958" y="235267"/>
                      </a:cubicBezTo>
                      <a:lnTo>
                        <a:pt x="11525" y="233934"/>
                      </a:lnTo>
                      <a:cubicBezTo>
                        <a:pt x="11525" y="232696"/>
                        <a:pt x="11144" y="232029"/>
                        <a:pt x="10573" y="232029"/>
                      </a:cubicBezTo>
                      <a:cubicBezTo>
                        <a:pt x="10478" y="232029"/>
                        <a:pt x="9906" y="232219"/>
                        <a:pt x="9049" y="232791"/>
                      </a:cubicBezTo>
                      <a:cubicBezTo>
                        <a:pt x="8192" y="233267"/>
                        <a:pt x="7620" y="233553"/>
                        <a:pt x="7239" y="233553"/>
                      </a:cubicBezTo>
                      <a:cubicBezTo>
                        <a:pt x="6668" y="233553"/>
                        <a:pt x="6096" y="233172"/>
                        <a:pt x="5715" y="232410"/>
                      </a:cubicBezTo>
                      <a:cubicBezTo>
                        <a:pt x="2667" y="230505"/>
                        <a:pt x="1238" y="228029"/>
                        <a:pt x="1238" y="225076"/>
                      </a:cubicBezTo>
                      <a:cubicBezTo>
                        <a:pt x="1238" y="223742"/>
                        <a:pt x="1810" y="221266"/>
                        <a:pt x="2953" y="217837"/>
                      </a:cubicBezTo>
                      <a:cubicBezTo>
                        <a:pt x="4001" y="214408"/>
                        <a:pt x="4572" y="211741"/>
                        <a:pt x="4572" y="209836"/>
                      </a:cubicBezTo>
                      <a:cubicBezTo>
                        <a:pt x="4572" y="208121"/>
                        <a:pt x="4096" y="206407"/>
                        <a:pt x="3334" y="204883"/>
                      </a:cubicBezTo>
                      <a:cubicBezTo>
                        <a:pt x="2477" y="199739"/>
                        <a:pt x="2191" y="190690"/>
                        <a:pt x="2381" y="177546"/>
                      </a:cubicBezTo>
                      <a:cubicBezTo>
                        <a:pt x="2572" y="166021"/>
                        <a:pt x="1810" y="156972"/>
                        <a:pt x="0" y="150590"/>
                      </a:cubicBezTo>
                      <a:cubicBezTo>
                        <a:pt x="1619" y="148400"/>
                        <a:pt x="2381" y="145637"/>
                        <a:pt x="2381" y="142399"/>
                      </a:cubicBezTo>
                      <a:cubicBezTo>
                        <a:pt x="2381" y="141065"/>
                        <a:pt x="2191" y="138875"/>
                        <a:pt x="1810" y="136112"/>
                      </a:cubicBezTo>
                      <a:cubicBezTo>
                        <a:pt x="1429" y="133255"/>
                        <a:pt x="1238" y="131159"/>
                        <a:pt x="1238" y="129730"/>
                      </a:cubicBezTo>
                      <a:cubicBezTo>
                        <a:pt x="1238" y="125825"/>
                        <a:pt x="2381" y="122587"/>
                        <a:pt x="4858" y="120110"/>
                      </a:cubicBezTo>
                      <a:cubicBezTo>
                        <a:pt x="1810" y="108775"/>
                        <a:pt x="476" y="95821"/>
                        <a:pt x="857" y="81343"/>
                      </a:cubicBezTo>
                      <a:lnTo>
                        <a:pt x="2381" y="81343"/>
                      </a:lnTo>
                      <a:cubicBezTo>
                        <a:pt x="2000" y="79819"/>
                        <a:pt x="1810" y="77914"/>
                        <a:pt x="1810" y="75724"/>
                      </a:cubicBezTo>
                      <a:cubicBezTo>
                        <a:pt x="1810" y="73819"/>
                        <a:pt x="2096" y="70675"/>
                        <a:pt x="2572" y="66580"/>
                      </a:cubicBezTo>
                      <a:cubicBezTo>
                        <a:pt x="3048" y="62484"/>
                        <a:pt x="3334" y="59341"/>
                        <a:pt x="3334" y="57150"/>
                      </a:cubicBezTo>
                      <a:cubicBezTo>
                        <a:pt x="3334" y="52864"/>
                        <a:pt x="2477" y="49149"/>
                        <a:pt x="953" y="46006"/>
                      </a:cubicBezTo>
                      <a:cubicBezTo>
                        <a:pt x="3334" y="45815"/>
                        <a:pt x="5905" y="44863"/>
                        <a:pt x="8763" y="43053"/>
                      </a:cubicBezTo>
                      <a:cubicBezTo>
                        <a:pt x="9049" y="43625"/>
                        <a:pt x="9906" y="44005"/>
                        <a:pt x="11525" y="44101"/>
                      </a:cubicBezTo>
                      <a:cubicBezTo>
                        <a:pt x="13145" y="44101"/>
                        <a:pt x="14288" y="44482"/>
                        <a:pt x="15145" y="45148"/>
                      </a:cubicBezTo>
                      <a:lnTo>
                        <a:pt x="17526" y="41910"/>
                      </a:lnTo>
                      <a:cubicBezTo>
                        <a:pt x="16954" y="43529"/>
                        <a:pt x="17050" y="45053"/>
                        <a:pt x="18097" y="46768"/>
                      </a:cubicBezTo>
                      <a:cubicBezTo>
                        <a:pt x="19050" y="48482"/>
                        <a:pt x="20479" y="48958"/>
                        <a:pt x="22288" y="48387"/>
                      </a:cubicBezTo>
                      <a:cubicBezTo>
                        <a:pt x="24098" y="46482"/>
                        <a:pt x="24955" y="44672"/>
                        <a:pt x="24955" y="43148"/>
                      </a:cubicBezTo>
                      <a:cubicBezTo>
                        <a:pt x="24955" y="40386"/>
                        <a:pt x="21907" y="37814"/>
                        <a:pt x="15716" y="35338"/>
                      </a:cubicBezTo>
                      <a:cubicBezTo>
                        <a:pt x="9525" y="32861"/>
                        <a:pt x="6191" y="31242"/>
                        <a:pt x="5810" y="30480"/>
                      </a:cubicBezTo>
                      <a:cubicBezTo>
                        <a:pt x="6572" y="30671"/>
                        <a:pt x="7429" y="30766"/>
                        <a:pt x="8192" y="30766"/>
                      </a:cubicBezTo>
                      <a:cubicBezTo>
                        <a:pt x="9811" y="30766"/>
                        <a:pt x="14002" y="29146"/>
                        <a:pt x="20764" y="25813"/>
                      </a:cubicBezTo>
                      <a:cubicBezTo>
                        <a:pt x="20098" y="24670"/>
                        <a:pt x="19431" y="24098"/>
                        <a:pt x="18669" y="24098"/>
                      </a:cubicBezTo>
                      <a:cubicBezTo>
                        <a:pt x="18288" y="24098"/>
                        <a:pt x="17526" y="24384"/>
                        <a:pt x="16573" y="24955"/>
                      </a:cubicBezTo>
                      <a:cubicBezTo>
                        <a:pt x="15526" y="25527"/>
                        <a:pt x="14764" y="25813"/>
                        <a:pt x="14192" y="25813"/>
                      </a:cubicBezTo>
                      <a:cubicBezTo>
                        <a:pt x="14764" y="25432"/>
                        <a:pt x="15049" y="24384"/>
                        <a:pt x="15049" y="22574"/>
                      </a:cubicBezTo>
                      <a:cubicBezTo>
                        <a:pt x="9715" y="19240"/>
                        <a:pt x="5524" y="18193"/>
                        <a:pt x="2477" y="19336"/>
                      </a:cubicBezTo>
                      <a:lnTo>
                        <a:pt x="2477" y="5525"/>
                      </a:lnTo>
                      <a:lnTo>
                        <a:pt x="53054" y="4096"/>
                      </a:lnTo>
                      <a:cubicBezTo>
                        <a:pt x="55626" y="9144"/>
                        <a:pt x="58198" y="14383"/>
                        <a:pt x="60674" y="19526"/>
                      </a:cubicBezTo>
                      <a:cubicBezTo>
                        <a:pt x="63151" y="24765"/>
                        <a:pt x="64198" y="30385"/>
                        <a:pt x="63532" y="36481"/>
                      </a:cubicBezTo>
                      <a:cubicBezTo>
                        <a:pt x="64865" y="34862"/>
                        <a:pt x="66104" y="34100"/>
                        <a:pt x="67056" y="34100"/>
                      </a:cubicBezTo>
                      <a:cubicBezTo>
                        <a:pt x="67913" y="34100"/>
                        <a:pt x="68771" y="35242"/>
                        <a:pt x="69818" y="37433"/>
                      </a:cubicBezTo>
                      <a:cubicBezTo>
                        <a:pt x="70771" y="39719"/>
                        <a:pt x="71819" y="41148"/>
                        <a:pt x="72771" y="42005"/>
                      </a:cubicBezTo>
                      <a:cubicBezTo>
                        <a:pt x="72390" y="43339"/>
                        <a:pt x="72199" y="44672"/>
                        <a:pt x="72199" y="45815"/>
                      </a:cubicBezTo>
                      <a:cubicBezTo>
                        <a:pt x="72199" y="48387"/>
                        <a:pt x="74104" y="51340"/>
                        <a:pt x="77819" y="54769"/>
                      </a:cubicBezTo>
                      <a:cubicBezTo>
                        <a:pt x="81534" y="58198"/>
                        <a:pt x="83439" y="61531"/>
                        <a:pt x="83248" y="64675"/>
                      </a:cubicBezTo>
                      <a:cubicBezTo>
                        <a:pt x="84106" y="66199"/>
                        <a:pt x="88011" y="73342"/>
                        <a:pt x="94964" y="86106"/>
                      </a:cubicBezTo>
                      <a:cubicBezTo>
                        <a:pt x="94964" y="91440"/>
                        <a:pt x="95821" y="94774"/>
                        <a:pt x="97346" y="96393"/>
                      </a:cubicBezTo>
                      <a:cubicBezTo>
                        <a:pt x="98107" y="96012"/>
                        <a:pt x="98870" y="95821"/>
                        <a:pt x="99441" y="95821"/>
                      </a:cubicBezTo>
                      <a:cubicBezTo>
                        <a:pt x="100489" y="95821"/>
                        <a:pt x="101060" y="96679"/>
                        <a:pt x="101251" y="98203"/>
                      </a:cubicBezTo>
                      <a:cubicBezTo>
                        <a:pt x="101441" y="100393"/>
                        <a:pt x="101632" y="101632"/>
                        <a:pt x="101918" y="102013"/>
                      </a:cubicBezTo>
                      <a:cubicBezTo>
                        <a:pt x="103061" y="102775"/>
                        <a:pt x="105251" y="105727"/>
                        <a:pt x="108204" y="110871"/>
                      </a:cubicBezTo>
                      <a:cubicBezTo>
                        <a:pt x="110585" y="114586"/>
                        <a:pt x="113443" y="116586"/>
                        <a:pt x="116872" y="116776"/>
                      </a:cubicBezTo>
                      <a:cubicBezTo>
                        <a:pt x="116491" y="118110"/>
                        <a:pt x="117348" y="119634"/>
                        <a:pt x="119253" y="121158"/>
                      </a:cubicBezTo>
                      <a:lnTo>
                        <a:pt x="122587" y="117634"/>
                      </a:lnTo>
                      <a:lnTo>
                        <a:pt x="121729" y="75533"/>
                      </a:lnTo>
                      <a:cubicBezTo>
                        <a:pt x="123158" y="74581"/>
                        <a:pt x="123825" y="73533"/>
                        <a:pt x="123825" y="72580"/>
                      </a:cubicBezTo>
                      <a:cubicBezTo>
                        <a:pt x="123825" y="71818"/>
                        <a:pt x="123158" y="70485"/>
                        <a:pt x="121920" y="68771"/>
                      </a:cubicBezTo>
                      <a:cubicBezTo>
                        <a:pt x="120587" y="66961"/>
                        <a:pt x="120015" y="65627"/>
                        <a:pt x="120015" y="64675"/>
                      </a:cubicBezTo>
                      <a:cubicBezTo>
                        <a:pt x="120015" y="63246"/>
                        <a:pt x="120872" y="62008"/>
                        <a:pt x="122682" y="60865"/>
                      </a:cubicBezTo>
                      <a:cubicBezTo>
                        <a:pt x="121063" y="56483"/>
                        <a:pt x="120301" y="51911"/>
                        <a:pt x="120301" y="47054"/>
                      </a:cubicBezTo>
                      <a:cubicBezTo>
                        <a:pt x="120301" y="43529"/>
                        <a:pt x="120777" y="38576"/>
                        <a:pt x="121825" y="32099"/>
                      </a:cubicBezTo>
                      <a:cubicBezTo>
                        <a:pt x="122872" y="25622"/>
                        <a:pt x="123254" y="20955"/>
                        <a:pt x="123254" y="18002"/>
                      </a:cubicBezTo>
                      <a:cubicBezTo>
                        <a:pt x="123254" y="15621"/>
                        <a:pt x="123063" y="13335"/>
                        <a:pt x="122682" y="11144"/>
                      </a:cubicBezTo>
                      <a:cubicBezTo>
                        <a:pt x="124873" y="11144"/>
                        <a:pt x="126968" y="9144"/>
                        <a:pt x="128969" y="4953"/>
                      </a:cubicBezTo>
                      <a:cubicBezTo>
                        <a:pt x="130778" y="1429"/>
                        <a:pt x="133350" y="95"/>
                        <a:pt x="136493" y="857"/>
                      </a:cubicBezTo>
                      <a:lnTo>
                        <a:pt x="141542" y="857"/>
                      </a:lnTo>
                      <a:cubicBezTo>
                        <a:pt x="143542" y="857"/>
                        <a:pt x="146304" y="667"/>
                        <a:pt x="149923" y="476"/>
                      </a:cubicBezTo>
                      <a:cubicBezTo>
                        <a:pt x="153543" y="95"/>
                        <a:pt x="156210" y="0"/>
                        <a:pt x="158020" y="0"/>
                      </a:cubicBezTo>
                      <a:cubicBezTo>
                        <a:pt x="162020" y="0"/>
                        <a:pt x="165259" y="1143"/>
                        <a:pt x="167926" y="3524"/>
                      </a:cubicBezTo>
                      <a:cubicBezTo>
                        <a:pt x="169069" y="16859"/>
                        <a:pt x="169736" y="33147"/>
                        <a:pt x="169736" y="52578"/>
                      </a:cubicBezTo>
                      <a:cubicBezTo>
                        <a:pt x="169736" y="60388"/>
                        <a:pt x="169640" y="72485"/>
                        <a:pt x="169450" y="88678"/>
                      </a:cubicBezTo>
                      <a:cubicBezTo>
                        <a:pt x="169259" y="104870"/>
                        <a:pt x="169164" y="117062"/>
                        <a:pt x="169164" y="125063"/>
                      </a:cubicBezTo>
                      <a:cubicBezTo>
                        <a:pt x="169164" y="141637"/>
                        <a:pt x="169545" y="156019"/>
                        <a:pt x="170402" y="167926"/>
                      </a:cubicBezTo>
                      <a:close/>
                      <a:moveTo>
                        <a:pt x="2572" y="33909"/>
                      </a:moveTo>
                      <a:lnTo>
                        <a:pt x="5905" y="37147"/>
                      </a:lnTo>
                      <a:lnTo>
                        <a:pt x="5905" y="40386"/>
                      </a:lnTo>
                      <a:lnTo>
                        <a:pt x="2572" y="33909"/>
                      </a:lnTo>
                      <a:close/>
                      <a:moveTo>
                        <a:pt x="8287" y="40386"/>
                      </a:moveTo>
                      <a:cubicBezTo>
                        <a:pt x="8763" y="41148"/>
                        <a:pt x="8858" y="42005"/>
                        <a:pt x="8858" y="43053"/>
                      </a:cubicBezTo>
                      <a:cubicBezTo>
                        <a:pt x="8477" y="42291"/>
                        <a:pt x="8287" y="41434"/>
                        <a:pt x="8287" y="40386"/>
                      </a:cubicBezTo>
                      <a:close/>
                      <a:moveTo>
                        <a:pt x="12763" y="37147"/>
                      </a:moveTo>
                      <a:lnTo>
                        <a:pt x="12763" y="40386"/>
                      </a:lnTo>
                      <a:lnTo>
                        <a:pt x="9144" y="36290"/>
                      </a:lnTo>
                      <a:lnTo>
                        <a:pt x="12763" y="37147"/>
                      </a:lnTo>
                      <a:close/>
                      <a:moveTo>
                        <a:pt x="10668" y="24765"/>
                      </a:moveTo>
                      <a:cubicBezTo>
                        <a:pt x="12763" y="24765"/>
                        <a:pt x="13906" y="25051"/>
                        <a:pt x="14288" y="25622"/>
                      </a:cubicBezTo>
                      <a:lnTo>
                        <a:pt x="12763" y="26479"/>
                      </a:lnTo>
                      <a:lnTo>
                        <a:pt x="10668" y="24670"/>
                      </a:lnTo>
                      <a:close/>
                      <a:moveTo>
                        <a:pt x="25622" y="25622"/>
                      </a:moveTo>
                      <a:lnTo>
                        <a:pt x="25051" y="25051"/>
                      </a:lnTo>
                      <a:lnTo>
                        <a:pt x="22670" y="21241"/>
                      </a:lnTo>
                      <a:cubicBezTo>
                        <a:pt x="21907" y="19907"/>
                        <a:pt x="20479" y="19240"/>
                        <a:pt x="18574" y="19240"/>
                      </a:cubicBezTo>
                      <a:cubicBezTo>
                        <a:pt x="19336" y="19621"/>
                        <a:pt x="21527" y="21622"/>
                        <a:pt x="25146" y="25146"/>
                      </a:cubicBezTo>
                      <a:lnTo>
                        <a:pt x="25718" y="25717"/>
                      </a:lnTo>
                      <a:close/>
                      <a:moveTo>
                        <a:pt x="29242" y="41815"/>
                      </a:moveTo>
                      <a:lnTo>
                        <a:pt x="33719" y="41815"/>
                      </a:lnTo>
                      <a:cubicBezTo>
                        <a:pt x="32576" y="41243"/>
                        <a:pt x="31052" y="41243"/>
                        <a:pt x="29242" y="41815"/>
                      </a:cubicBezTo>
                      <a:lnTo>
                        <a:pt x="26575" y="41815"/>
                      </a:lnTo>
                      <a:lnTo>
                        <a:pt x="27432" y="44196"/>
                      </a:lnTo>
                      <a:cubicBezTo>
                        <a:pt x="27432" y="44196"/>
                        <a:pt x="27622" y="45148"/>
                        <a:pt x="28099" y="46006"/>
                      </a:cubicBezTo>
                      <a:lnTo>
                        <a:pt x="27432" y="44196"/>
                      </a:lnTo>
                      <a:cubicBezTo>
                        <a:pt x="27432" y="43053"/>
                        <a:pt x="28099" y="42196"/>
                        <a:pt x="29242" y="41815"/>
                      </a:cubicBezTo>
                      <a:close/>
                      <a:moveTo>
                        <a:pt x="33719" y="181261"/>
                      </a:moveTo>
                      <a:lnTo>
                        <a:pt x="33719" y="173260"/>
                      </a:lnTo>
                      <a:lnTo>
                        <a:pt x="32576" y="173260"/>
                      </a:lnTo>
                      <a:lnTo>
                        <a:pt x="32576" y="181261"/>
                      </a:lnTo>
                      <a:lnTo>
                        <a:pt x="33719" y="181261"/>
                      </a:lnTo>
                      <a:close/>
                      <a:moveTo>
                        <a:pt x="38767" y="45910"/>
                      </a:moveTo>
                      <a:cubicBezTo>
                        <a:pt x="38767" y="45910"/>
                        <a:pt x="39719" y="46768"/>
                        <a:pt x="40577" y="47339"/>
                      </a:cubicBezTo>
                      <a:lnTo>
                        <a:pt x="38767" y="45910"/>
                      </a:lnTo>
                      <a:cubicBezTo>
                        <a:pt x="38767" y="44767"/>
                        <a:pt x="38290" y="42863"/>
                        <a:pt x="37243" y="40291"/>
                      </a:cubicBezTo>
                      <a:cubicBezTo>
                        <a:pt x="36290" y="41053"/>
                        <a:pt x="35814" y="41910"/>
                        <a:pt x="35814" y="42672"/>
                      </a:cubicBezTo>
                      <a:cubicBezTo>
                        <a:pt x="35814" y="43625"/>
                        <a:pt x="36767" y="44672"/>
                        <a:pt x="38767" y="45910"/>
                      </a:cubicBezTo>
                      <a:close/>
                      <a:moveTo>
                        <a:pt x="39624" y="54102"/>
                      </a:moveTo>
                      <a:lnTo>
                        <a:pt x="45339" y="54102"/>
                      </a:lnTo>
                      <a:lnTo>
                        <a:pt x="41434" y="50863"/>
                      </a:lnTo>
                      <a:lnTo>
                        <a:pt x="39624" y="54102"/>
                      </a:lnTo>
                      <a:close/>
                      <a:moveTo>
                        <a:pt x="94964" y="235267"/>
                      </a:moveTo>
                      <a:cubicBezTo>
                        <a:pt x="96393" y="234887"/>
                        <a:pt x="97822" y="235267"/>
                        <a:pt x="99441" y="236220"/>
                      </a:cubicBezTo>
                      <a:lnTo>
                        <a:pt x="95917" y="238792"/>
                      </a:lnTo>
                      <a:lnTo>
                        <a:pt x="94964" y="235267"/>
                      </a:lnTo>
                      <a:close/>
                      <a:moveTo>
                        <a:pt x="119158" y="247840"/>
                      </a:moveTo>
                      <a:lnTo>
                        <a:pt x="119158" y="243459"/>
                      </a:lnTo>
                      <a:lnTo>
                        <a:pt x="120301" y="243459"/>
                      </a:lnTo>
                      <a:cubicBezTo>
                        <a:pt x="120491" y="244602"/>
                        <a:pt x="120110" y="246126"/>
                        <a:pt x="119158" y="247840"/>
                      </a:cubicBezTo>
                      <a:close/>
                      <a:moveTo>
                        <a:pt x="130493" y="199072"/>
                      </a:moveTo>
                      <a:cubicBezTo>
                        <a:pt x="128302" y="200215"/>
                        <a:pt x="127159" y="201454"/>
                        <a:pt x="127159" y="202597"/>
                      </a:cubicBezTo>
                      <a:cubicBezTo>
                        <a:pt x="127159" y="203359"/>
                        <a:pt x="127730" y="204597"/>
                        <a:pt x="128969" y="206216"/>
                      </a:cubicBezTo>
                      <a:cubicBezTo>
                        <a:pt x="130207" y="207931"/>
                        <a:pt x="130778" y="209169"/>
                        <a:pt x="130778" y="209931"/>
                      </a:cubicBezTo>
                      <a:lnTo>
                        <a:pt x="130778" y="210502"/>
                      </a:lnTo>
                      <a:cubicBezTo>
                        <a:pt x="130778" y="210502"/>
                        <a:pt x="130493" y="211169"/>
                        <a:pt x="130493" y="211455"/>
                      </a:cubicBezTo>
                      <a:cubicBezTo>
                        <a:pt x="130683" y="211074"/>
                        <a:pt x="130873" y="210502"/>
                        <a:pt x="130873" y="209836"/>
                      </a:cubicBezTo>
                      <a:cubicBezTo>
                        <a:pt x="130969" y="209169"/>
                        <a:pt x="131350" y="208121"/>
                        <a:pt x="131921" y="206692"/>
                      </a:cubicBezTo>
                      <a:cubicBezTo>
                        <a:pt x="132493" y="205359"/>
                        <a:pt x="132779" y="204311"/>
                        <a:pt x="132779" y="203454"/>
                      </a:cubicBezTo>
                      <a:cubicBezTo>
                        <a:pt x="132779" y="202121"/>
                        <a:pt x="132017" y="200596"/>
                        <a:pt x="130397" y="199072"/>
                      </a:cubicBezTo>
                      <a:close/>
                      <a:moveTo>
                        <a:pt x="130493" y="224980"/>
                      </a:moveTo>
                      <a:cubicBezTo>
                        <a:pt x="132493" y="223361"/>
                        <a:pt x="133255" y="222028"/>
                        <a:pt x="132874" y="220885"/>
                      </a:cubicBezTo>
                      <a:cubicBezTo>
                        <a:pt x="132493" y="219551"/>
                        <a:pt x="131731" y="219075"/>
                        <a:pt x="130493" y="219456"/>
                      </a:cubicBezTo>
                      <a:cubicBezTo>
                        <a:pt x="129349" y="220599"/>
                        <a:pt x="128873" y="221742"/>
                        <a:pt x="129349" y="222980"/>
                      </a:cubicBezTo>
                      <a:cubicBezTo>
                        <a:pt x="130112" y="224980"/>
                        <a:pt x="130493" y="225742"/>
                        <a:pt x="130493" y="225362"/>
                      </a:cubicBezTo>
                      <a:lnTo>
                        <a:pt x="131350" y="226219"/>
                      </a:lnTo>
                      <a:cubicBezTo>
                        <a:pt x="132397" y="227171"/>
                        <a:pt x="132874" y="227933"/>
                        <a:pt x="132874" y="228600"/>
                      </a:cubicBezTo>
                      <a:cubicBezTo>
                        <a:pt x="133064" y="228029"/>
                        <a:pt x="132874" y="227362"/>
                        <a:pt x="132017" y="226695"/>
                      </a:cubicBezTo>
                      <a:cubicBezTo>
                        <a:pt x="131159" y="226028"/>
                        <a:pt x="130778" y="225457"/>
                        <a:pt x="130493" y="225076"/>
                      </a:cubicBezTo>
                      <a:close/>
                      <a:moveTo>
                        <a:pt x="155924" y="74390"/>
                      </a:moveTo>
                      <a:lnTo>
                        <a:pt x="161925" y="77629"/>
                      </a:lnTo>
                      <a:lnTo>
                        <a:pt x="158687" y="73533"/>
                      </a:lnTo>
                      <a:lnTo>
                        <a:pt x="160496" y="71152"/>
                      </a:lnTo>
                      <a:lnTo>
                        <a:pt x="148780" y="66484"/>
                      </a:lnTo>
                      <a:cubicBezTo>
                        <a:pt x="150400" y="67056"/>
                        <a:pt x="151162" y="67913"/>
                        <a:pt x="151162" y="69151"/>
                      </a:cubicBezTo>
                      <a:cubicBezTo>
                        <a:pt x="151162" y="70390"/>
                        <a:pt x="150400" y="71342"/>
                        <a:pt x="148780" y="72104"/>
                      </a:cubicBezTo>
                      <a:cubicBezTo>
                        <a:pt x="148209" y="70675"/>
                        <a:pt x="147352" y="70009"/>
                        <a:pt x="146399" y="70009"/>
                      </a:cubicBezTo>
                      <a:cubicBezTo>
                        <a:pt x="145828" y="70009"/>
                        <a:pt x="144875" y="70199"/>
                        <a:pt x="143637" y="70580"/>
                      </a:cubicBezTo>
                      <a:cubicBezTo>
                        <a:pt x="142494" y="70961"/>
                        <a:pt x="141542" y="71152"/>
                        <a:pt x="140970" y="71152"/>
                      </a:cubicBezTo>
                      <a:cubicBezTo>
                        <a:pt x="140113" y="71152"/>
                        <a:pt x="139446" y="70866"/>
                        <a:pt x="138874" y="70294"/>
                      </a:cubicBezTo>
                      <a:lnTo>
                        <a:pt x="139732" y="68866"/>
                      </a:lnTo>
                      <a:lnTo>
                        <a:pt x="129540" y="71152"/>
                      </a:lnTo>
                      <a:lnTo>
                        <a:pt x="135255" y="71152"/>
                      </a:lnTo>
                      <a:cubicBezTo>
                        <a:pt x="137160" y="70961"/>
                        <a:pt x="138874" y="71818"/>
                        <a:pt x="140113" y="73723"/>
                      </a:cubicBezTo>
                      <a:cubicBezTo>
                        <a:pt x="141446" y="75629"/>
                        <a:pt x="142113" y="77343"/>
                        <a:pt x="142113" y="78772"/>
                      </a:cubicBezTo>
                      <a:lnTo>
                        <a:pt x="143065" y="77629"/>
                      </a:lnTo>
                      <a:cubicBezTo>
                        <a:pt x="143828" y="77438"/>
                        <a:pt x="144494" y="77629"/>
                        <a:pt x="145066" y="78200"/>
                      </a:cubicBezTo>
                      <a:cubicBezTo>
                        <a:pt x="146018" y="79343"/>
                        <a:pt x="146685" y="80010"/>
                        <a:pt x="146876" y="80010"/>
                      </a:cubicBezTo>
                      <a:lnTo>
                        <a:pt x="146876" y="75629"/>
                      </a:lnTo>
                      <a:cubicBezTo>
                        <a:pt x="146685" y="73914"/>
                        <a:pt x="147256" y="72676"/>
                        <a:pt x="148685" y="72104"/>
                      </a:cubicBezTo>
                      <a:cubicBezTo>
                        <a:pt x="150114" y="73057"/>
                        <a:pt x="150876" y="73533"/>
                        <a:pt x="151067" y="73533"/>
                      </a:cubicBezTo>
                      <a:cubicBezTo>
                        <a:pt x="151067" y="71533"/>
                        <a:pt x="151543" y="70485"/>
                        <a:pt x="152590" y="70294"/>
                      </a:cubicBezTo>
                      <a:cubicBezTo>
                        <a:pt x="153448" y="69913"/>
                        <a:pt x="154877" y="70485"/>
                        <a:pt x="157067" y="72104"/>
                      </a:cubicBezTo>
                      <a:cubicBezTo>
                        <a:pt x="157258" y="72676"/>
                        <a:pt x="156877" y="73438"/>
                        <a:pt x="155924" y="74485"/>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 name="Google Shape;780;p99"/>
                <p:cNvSpPr/>
                <p:nvPr/>
              </p:nvSpPr>
              <p:spPr>
                <a:xfrm>
                  <a:off x="5717856" y="2396775"/>
                  <a:ext cx="234981" cy="275653"/>
                </a:xfrm>
                <a:custGeom>
                  <a:avLst/>
                  <a:gdLst/>
                  <a:ahLst/>
                  <a:cxnLst/>
                  <a:rect l="l" t="t" r="r" b="b"/>
                  <a:pathLst>
                    <a:path w="234981" h="275653" extrusionOk="0">
                      <a:moveTo>
                        <a:pt x="183166" y="224885"/>
                      </a:moveTo>
                      <a:cubicBezTo>
                        <a:pt x="182309" y="227838"/>
                        <a:pt x="182023" y="230505"/>
                        <a:pt x="182023" y="233077"/>
                      </a:cubicBezTo>
                      <a:cubicBezTo>
                        <a:pt x="182023" y="236982"/>
                        <a:pt x="183071" y="241459"/>
                        <a:pt x="184976" y="246602"/>
                      </a:cubicBezTo>
                      <a:cubicBezTo>
                        <a:pt x="187738" y="252889"/>
                        <a:pt x="189357" y="256984"/>
                        <a:pt x="189738" y="258889"/>
                      </a:cubicBezTo>
                      <a:cubicBezTo>
                        <a:pt x="190786" y="260032"/>
                        <a:pt x="191262" y="261271"/>
                        <a:pt x="191262" y="262414"/>
                      </a:cubicBezTo>
                      <a:cubicBezTo>
                        <a:pt x="191262" y="263747"/>
                        <a:pt x="190310" y="265462"/>
                        <a:pt x="188500" y="267367"/>
                      </a:cubicBezTo>
                      <a:cubicBezTo>
                        <a:pt x="185928" y="270319"/>
                        <a:pt x="184404" y="272034"/>
                        <a:pt x="184023" y="272701"/>
                      </a:cubicBezTo>
                      <a:cubicBezTo>
                        <a:pt x="182023" y="272320"/>
                        <a:pt x="179832" y="272034"/>
                        <a:pt x="177451" y="272034"/>
                      </a:cubicBezTo>
                      <a:cubicBezTo>
                        <a:pt x="175070" y="272034"/>
                        <a:pt x="171545" y="272320"/>
                        <a:pt x="166688" y="272796"/>
                      </a:cubicBezTo>
                      <a:cubicBezTo>
                        <a:pt x="161925" y="273272"/>
                        <a:pt x="158401" y="273463"/>
                        <a:pt x="156210" y="273463"/>
                      </a:cubicBezTo>
                      <a:cubicBezTo>
                        <a:pt x="147923" y="273463"/>
                        <a:pt x="141827" y="270891"/>
                        <a:pt x="138017" y="265843"/>
                      </a:cubicBezTo>
                      <a:cubicBezTo>
                        <a:pt x="139160" y="263271"/>
                        <a:pt x="139827" y="260890"/>
                        <a:pt x="139827" y="258794"/>
                      </a:cubicBezTo>
                      <a:cubicBezTo>
                        <a:pt x="139827" y="255651"/>
                        <a:pt x="138113" y="252127"/>
                        <a:pt x="134779" y="248221"/>
                      </a:cubicBezTo>
                      <a:cubicBezTo>
                        <a:pt x="130016" y="242983"/>
                        <a:pt x="127254" y="239363"/>
                        <a:pt x="126397" y="237649"/>
                      </a:cubicBezTo>
                      <a:cubicBezTo>
                        <a:pt x="125349" y="237268"/>
                        <a:pt x="124301" y="237077"/>
                        <a:pt x="123158" y="237077"/>
                      </a:cubicBezTo>
                      <a:cubicBezTo>
                        <a:pt x="121539" y="237077"/>
                        <a:pt x="118872" y="237458"/>
                        <a:pt x="115062" y="238315"/>
                      </a:cubicBezTo>
                      <a:cubicBezTo>
                        <a:pt x="111252" y="239173"/>
                        <a:pt x="108585" y="239649"/>
                        <a:pt x="106966" y="239649"/>
                      </a:cubicBezTo>
                      <a:cubicBezTo>
                        <a:pt x="102965" y="239649"/>
                        <a:pt x="100394" y="237934"/>
                        <a:pt x="99251" y="234410"/>
                      </a:cubicBezTo>
                      <a:lnTo>
                        <a:pt x="96869" y="234410"/>
                      </a:lnTo>
                      <a:cubicBezTo>
                        <a:pt x="96869" y="233077"/>
                        <a:pt x="96584" y="231172"/>
                        <a:pt x="96012" y="228981"/>
                      </a:cubicBezTo>
                      <a:cubicBezTo>
                        <a:pt x="95441" y="226695"/>
                        <a:pt x="95155" y="225171"/>
                        <a:pt x="95155" y="224409"/>
                      </a:cubicBezTo>
                      <a:cubicBezTo>
                        <a:pt x="95155" y="222790"/>
                        <a:pt x="95726" y="221551"/>
                        <a:pt x="96965" y="220599"/>
                      </a:cubicBezTo>
                      <a:cubicBezTo>
                        <a:pt x="95917" y="219265"/>
                        <a:pt x="95441" y="217837"/>
                        <a:pt x="95441" y="216503"/>
                      </a:cubicBezTo>
                      <a:cubicBezTo>
                        <a:pt x="95441" y="215360"/>
                        <a:pt x="95917" y="213646"/>
                        <a:pt x="96965" y="211360"/>
                      </a:cubicBezTo>
                      <a:cubicBezTo>
                        <a:pt x="97917" y="209074"/>
                        <a:pt x="98489" y="207454"/>
                        <a:pt x="98489" y="206216"/>
                      </a:cubicBezTo>
                      <a:cubicBezTo>
                        <a:pt x="98489" y="205454"/>
                        <a:pt x="98203" y="204597"/>
                        <a:pt x="97822" y="203549"/>
                      </a:cubicBezTo>
                      <a:cubicBezTo>
                        <a:pt x="99632" y="200596"/>
                        <a:pt x="104870" y="199072"/>
                        <a:pt x="113633" y="198882"/>
                      </a:cubicBezTo>
                      <a:cubicBezTo>
                        <a:pt x="121634" y="198692"/>
                        <a:pt x="125635" y="197263"/>
                        <a:pt x="125635" y="194786"/>
                      </a:cubicBezTo>
                      <a:cubicBezTo>
                        <a:pt x="125635" y="193167"/>
                        <a:pt x="124492" y="190881"/>
                        <a:pt x="122301" y="187738"/>
                      </a:cubicBezTo>
                      <a:lnTo>
                        <a:pt x="126492" y="187738"/>
                      </a:lnTo>
                      <a:cubicBezTo>
                        <a:pt x="126302" y="189262"/>
                        <a:pt x="126778" y="191167"/>
                        <a:pt x="128016" y="193262"/>
                      </a:cubicBezTo>
                      <a:cubicBezTo>
                        <a:pt x="128588" y="192691"/>
                        <a:pt x="128969" y="191167"/>
                        <a:pt x="129254" y="188595"/>
                      </a:cubicBezTo>
                      <a:cubicBezTo>
                        <a:pt x="129445" y="186595"/>
                        <a:pt x="130493" y="185547"/>
                        <a:pt x="132493" y="185356"/>
                      </a:cubicBezTo>
                      <a:lnTo>
                        <a:pt x="128969" y="181832"/>
                      </a:lnTo>
                      <a:lnTo>
                        <a:pt x="132493" y="180975"/>
                      </a:lnTo>
                      <a:lnTo>
                        <a:pt x="129826" y="178594"/>
                      </a:lnTo>
                      <a:cubicBezTo>
                        <a:pt x="129826" y="178594"/>
                        <a:pt x="130683" y="179165"/>
                        <a:pt x="131254" y="179165"/>
                      </a:cubicBezTo>
                      <a:cubicBezTo>
                        <a:pt x="132112" y="179165"/>
                        <a:pt x="133255" y="178689"/>
                        <a:pt x="134684" y="177832"/>
                      </a:cubicBezTo>
                      <a:cubicBezTo>
                        <a:pt x="136208" y="176975"/>
                        <a:pt x="137255" y="176498"/>
                        <a:pt x="137827" y="176498"/>
                      </a:cubicBezTo>
                      <a:cubicBezTo>
                        <a:pt x="138779" y="176498"/>
                        <a:pt x="139446" y="177451"/>
                        <a:pt x="139637" y="179451"/>
                      </a:cubicBezTo>
                      <a:cubicBezTo>
                        <a:pt x="139065" y="179451"/>
                        <a:pt x="136589" y="180213"/>
                        <a:pt x="132398" y="181832"/>
                      </a:cubicBezTo>
                      <a:cubicBezTo>
                        <a:pt x="132588" y="182023"/>
                        <a:pt x="134208" y="182975"/>
                        <a:pt x="137160" y="184785"/>
                      </a:cubicBezTo>
                      <a:cubicBezTo>
                        <a:pt x="138970" y="185928"/>
                        <a:pt x="139827" y="187166"/>
                        <a:pt x="139827" y="188309"/>
                      </a:cubicBezTo>
                      <a:cubicBezTo>
                        <a:pt x="139827" y="188881"/>
                        <a:pt x="139827" y="189452"/>
                        <a:pt x="139541" y="190024"/>
                      </a:cubicBezTo>
                      <a:cubicBezTo>
                        <a:pt x="140494" y="189452"/>
                        <a:pt x="141256" y="188404"/>
                        <a:pt x="141637" y="186785"/>
                      </a:cubicBezTo>
                      <a:cubicBezTo>
                        <a:pt x="142018" y="185261"/>
                        <a:pt x="141923" y="184023"/>
                        <a:pt x="141351" y="183261"/>
                      </a:cubicBezTo>
                      <a:lnTo>
                        <a:pt x="145161" y="179451"/>
                      </a:lnTo>
                      <a:lnTo>
                        <a:pt x="137160" y="172117"/>
                      </a:lnTo>
                      <a:lnTo>
                        <a:pt x="138017" y="170688"/>
                      </a:lnTo>
                      <a:cubicBezTo>
                        <a:pt x="137446" y="169926"/>
                        <a:pt x="136684" y="169545"/>
                        <a:pt x="135922" y="169545"/>
                      </a:cubicBezTo>
                      <a:cubicBezTo>
                        <a:pt x="135541" y="169545"/>
                        <a:pt x="134684" y="170021"/>
                        <a:pt x="133350" y="170974"/>
                      </a:cubicBezTo>
                      <a:cubicBezTo>
                        <a:pt x="132017" y="171926"/>
                        <a:pt x="130778" y="172307"/>
                        <a:pt x="129635" y="172117"/>
                      </a:cubicBezTo>
                      <a:cubicBezTo>
                        <a:pt x="129254" y="171926"/>
                        <a:pt x="126587" y="171831"/>
                        <a:pt x="121825" y="171831"/>
                      </a:cubicBezTo>
                      <a:cubicBezTo>
                        <a:pt x="119063" y="171831"/>
                        <a:pt x="117539" y="169926"/>
                        <a:pt x="117348" y="166211"/>
                      </a:cubicBezTo>
                      <a:cubicBezTo>
                        <a:pt x="115729" y="165640"/>
                        <a:pt x="114967" y="164497"/>
                        <a:pt x="114967" y="162687"/>
                      </a:cubicBezTo>
                      <a:cubicBezTo>
                        <a:pt x="114967" y="161925"/>
                        <a:pt x="115158" y="160687"/>
                        <a:pt x="115538" y="158877"/>
                      </a:cubicBezTo>
                      <a:cubicBezTo>
                        <a:pt x="115919" y="157067"/>
                        <a:pt x="116110" y="155734"/>
                        <a:pt x="116110" y="154781"/>
                      </a:cubicBezTo>
                      <a:cubicBezTo>
                        <a:pt x="116110" y="152209"/>
                        <a:pt x="114491" y="150781"/>
                        <a:pt x="111347" y="150400"/>
                      </a:cubicBezTo>
                      <a:cubicBezTo>
                        <a:pt x="110681" y="149447"/>
                        <a:pt x="110490" y="148209"/>
                        <a:pt x="110490" y="146875"/>
                      </a:cubicBezTo>
                      <a:cubicBezTo>
                        <a:pt x="110490" y="146304"/>
                        <a:pt x="110585" y="145351"/>
                        <a:pt x="110776" y="144113"/>
                      </a:cubicBezTo>
                      <a:cubicBezTo>
                        <a:pt x="110966" y="142780"/>
                        <a:pt x="111062" y="141922"/>
                        <a:pt x="111062" y="141351"/>
                      </a:cubicBezTo>
                      <a:cubicBezTo>
                        <a:pt x="111062" y="139446"/>
                        <a:pt x="110109" y="137827"/>
                        <a:pt x="108109" y="136588"/>
                      </a:cubicBezTo>
                      <a:lnTo>
                        <a:pt x="104775" y="135731"/>
                      </a:lnTo>
                      <a:cubicBezTo>
                        <a:pt x="106394" y="133826"/>
                        <a:pt x="107156" y="131731"/>
                        <a:pt x="107156" y="129540"/>
                      </a:cubicBezTo>
                      <a:cubicBezTo>
                        <a:pt x="107156" y="127540"/>
                        <a:pt x="106394" y="125158"/>
                        <a:pt x="105061" y="122206"/>
                      </a:cubicBezTo>
                      <a:cubicBezTo>
                        <a:pt x="103823" y="120015"/>
                        <a:pt x="102584" y="117824"/>
                        <a:pt x="101346" y="115443"/>
                      </a:cubicBezTo>
                      <a:cubicBezTo>
                        <a:pt x="102394" y="114871"/>
                        <a:pt x="103061" y="114014"/>
                        <a:pt x="103156" y="112776"/>
                      </a:cubicBezTo>
                      <a:cubicBezTo>
                        <a:pt x="103346" y="111347"/>
                        <a:pt x="102775" y="110395"/>
                        <a:pt x="101346" y="109823"/>
                      </a:cubicBezTo>
                      <a:lnTo>
                        <a:pt x="96679" y="110680"/>
                      </a:lnTo>
                      <a:lnTo>
                        <a:pt x="95536" y="102489"/>
                      </a:lnTo>
                      <a:cubicBezTo>
                        <a:pt x="93917" y="102870"/>
                        <a:pt x="93059" y="104013"/>
                        <a:pt x="92964" y="106013"/>
                      </a:cubicBezTo>
                      <a:cubicBezTo>
                        <a:pt x="92964" y="108013"/>
                        <a:pt x="91821" y="109252"/>
                        <a:pt x="89821" y="109823"/>
                      </a:cubicBezTo>
                      <a:cubicBezTo>
                        <a:pt x="90297" y="110966"/>
                        <a:pt x="90488" y="112109"/>
                        <a:pt x="90488" y="113062"/>
                      </a:cubicBezTo>
                      <a:cubicBezTo>
                        <a:pt x="90488" y="114776"/>
                        <a:pt x="89726" y="117253"/>
                        <a:pt x="88106" y="120396"/>
                      </a:cubicBezTo>
                      <a:cubicBezTo>
                        <a:pt x="86487" y="123539"/>
                        <a:pt x="85725" y="126778"/>
                        <a:pt x="86011" y="130111"/>
                      </a:cubicBezTo>
                      <a:cubicBezTo>
                        <a:pt x="82963" y="131731"/>
                        <a:pt x="81248" y="134302"/>
                        <a:pt x="80963" y="138017"/>
                      </a:cubicBezTo>
                      <a:cubicBezTo>
                        <a:pt x="80296" y="143351"/>
                        <a:pt x="79820" y="146304"/>
                        <a:pt x="79439" y="146875"/>
                      </a:cubicBezTo>
                      <a:cubicBezTo>
                        <a:pt x="78486" y="146685"/>
                        <a:pt x="77153" y="148018"/>
                        <a:pt x="75533" y="150971"/>
                      </a:cubicBezTo>
                      <a:cubicBezTo>
                        <a:pt x="73724" y="154686"/>
                        <a:pt x="71914" y="157163"/>
                        <a:pt x="70104" y="158305"/>
                      </a:cubicBezTo>
                      <a:cubicBezTo>
                        <a:pt x="70104" y="158686"/>
                        <a:pt x="70961" y="159734"/>
                        <a:pt x="72581" y="161544"/>
                      </a:cubicBezTo>
                      <a:lnTo>
                        <a:pt x="74676" y="159163"/>
                      </a:lnTo>
                      <a:cubicBezTo>
                        <a:pt x="74676" y="159163"/>
                        <a:pt x="75248" y="159734"/>
                        <a:pt x="75248" y="160020"/>
                      </a:cubicBezTo>
                      <a:cubicBezTo>
                        <a:pt x="75248" y="160592"/>
                        <a:pt x="74771" y="161734"/>
                        <a:pt x="73819" y="163259"/>
                      </a:cubicBezTo>
                      <a:cubicBezTo>
                        <a:pt x="72962" y="164782"/>
                        <a:pt x="72485" y="165830"/>
                        <a:pt x="72485" y="166211"/>
                      </a:cubicBezTo>
                      <a:cubicBezTo>
                        <a:pt x="70866" y="168402"/>
                        <a:pt x="70009" y="169545"/>
                        <a:pt x="70009" y="169735"/>
                      </a:cubicBezTo>
                      <a:lnTo>
                        <a:pt x="72485" y="172117"/>
                      </a:lnTo>
                      <a:cubicBezTo>
                        <a:pt x="73057" y="171164"/>
                        <a:pt x="73724" y="170688"/>
                        <a:pt x="74581" y="170688"/>
                      </a:cubicBezTo>
                      <a:lnTo>
                        <a:pt x="74581" y="173069"/>
                      </a:lnTo>
                      <a:cubicBezTo>
                        <a:pt x="73724" y="172688"/>
                        <a:pt x="73057" y="172498"/>
                        <a:pt x="72485" y="172498"/>
                      </a:cubicBezTo>
                      <a:cubicBezTo>
                        <a:pt x="70866" y="172498"/>
                        <a:pt x="69628" y="174498"/>
                        <a:pt x="68866" y="178403"/>
                      </a:cubicBezTo>
                      <a:cubicBezTo>
                        <a:pt x="67913" y="182880"/>
                        <a:pt x="66675" y="185642"/>
                        <a:pt x="65246" y="186595"/>
                      </a:cubicBezTo>
                      <a:cubicBezTo>
                        <a:pt x="66389" y="187547"/>
                        <a:pt x="67342" y="189643"/>
                        <a:pt x="67913" y="192976"/>
                      </a:cubicBezTo>
                      <a:cubicBezTo>
                        <a:pt x="68485" y="196215"/>
                        <a:pt x="70009" y="198215"/>
                        <a:pt x="72390" y="198977"/>
                      </a:cubicBezTo>
                      <a:cubicBezTo>
                        <a:pt x="73628" y="198215"/>
                        <a:pt x="76295" y="197929"/>
                        <a:pt x="80772" y="198120"/>
                      </a:cubicBezTo>
                      <a:cubicBezTo>
                        <a:pt x="84487" y="198120"/>
                        <a:pt x="86678" y="197644"/>
                        <a:pt x="87249" y="196691"/>
                      </a:cubicBezTo>
                      <a:cubicBezTo>
                        <a:pt x="87535" y="198787"/>
                        <a:pt x="88202" y="203549"/>
                        <a:pt x="89345" y="210788"/>
                      </a:cubicBezTo>
                      <a:cubicBezTo>
                        <a:pt x="90392" y="216503"/>
                        <a:pt x="90869" y="221075"/>
                        <a:pt x="90869" y="224600"/>
                      </a:cubicBezTo>
                      <a:cubicBezTo>
                        <a:pt x="90869" y="230029"/>
                        <a:pt x="89916" y="235267"/>
                        <a:pt x="88202" y="240125"/>
                      </a:cubicBezTo>
                      <a:cubicBezTo>
                        <a:pt x="85344" y="240887"/>
                        <a:pt x="80772" y="241268"/>
                        <a:pt x="74295" y="240982"/>
                      </a:cubicBezTo>
                      <a:cubicBezTo>
                        <a:pt x="67818" y="240792"/>
                        <a:pt x="62865" y="241554"/>
                        <a:pt x="59531" y="243364"/>
                      </a:cubicBezTo>
                      <a:lnTo>
                        <a:pt x="61055" y="244221"/>
                      </a:lnTo>
                      <a:cubicBezTo>
                        <a:pt x="56198" y="245364"/>
                        <a:pt x="53435" y="248793"/>
                        <a:pt x="52673" y="254508"/>
                      </a:cubicBezTo>
                      <a:cubicBezTo>
                        <a:pt x="52292" y="259175"/>
                        <a:pt x="51816" y="263842"/>
                        <a:pt x="51245" y="268319"/>
                      </a:cubicBezTo>
                      <a:cubicBezTo>
                        <a:pt x="49816" y="272796"/>
                        <a:pt x="45720" y="274796"/>
                        <a:pt x="38958" y="274225"/>
                      </a:cubicBezTo>
                      <a:cubicBezTo>
                        <a:pt x="38386" y="275177"/>
                        <a:pt x="37529" y="275654"/>
                        <a:pt x="36481" y="275654"/>
                      </a:cubicBezTo>
                      <a:cubicBezTo>
                        <a:pt x="35719" y="275654"/>
                        <a:pt x="34290" y="275177"/>
                        <a:pt x="32480" y="274225"/>
                      </a:cubicBezTo>
                      <a:cubicBezTo>
                        <a:pt x="30575" y="273177"/>
                        <a:pt x="29146" y="272701"/>
                        <a:pt x="28289" y="272605"/>
                      </a:cubicBezTo>
                      <a:cubicBezTo>
                        <a:pt x="27432" y="272510"/>
                        <a:pt x="26194" y="272415"/>
                        <a:pt x="24479" y="272415"/>
                      </a:cubicBezTo>
                      <a:cubicBezTo>
                        <a:pt x="23051" y="272415"/>
                        <a:pt x="21050" y="272605"/>
                        <a:pt x="18288" y="272986"/>
                      </a:cubicBezTo>
                      <a:cubicBezTo>
                        <a:pt x="15431" y="273367"/>
                        <a:pt x="13335" y="273558"/>
                        <a:pt x="12002" y="273558"/>
                      </a:cubicBezTo>
                      <a:cubicBezTo>
                        <a:pt x="5810" y="273558"/>
                        <a:pt x="2096" y="271558"/>
                        <a:pt x="953" y="267652"/>
                      </a:cubicBezTo>
                      <a:cubicBezTo>
                        <a:pt x="381" y="265938"/>
                        <a:pt x="0" y="264223"/>
                        <a:pt x="0" y="262604"/>
                      </a:cubicBezTo>
                      <a:cubicBezTo>
                        <a:pt x="0" y="260223"/>
                        <a:pt x="1048" y="257080"/>
                        <a:pt x="3048" y="252889"/>
                      </a:cubicBezTo>
                      <a:cubicBezTo>
                        <a:pt x="5048" y="248793"/>
                        <a:pt x="5715" y="245173"/>
                        <a:pt x="5144" y="242316"/>
                      </a:cubicBezTo>
                      <a:cubicBezTo>
                        <a:pt x="8573" y="241268"/>
                        <a:pt x="10287" y="239077"/>
                        <a:pt x="10287" y="235553"/>
                      </a:cubicBezTo>
                      <a:cubicBezTo>
                        <a:pt x="10287" y="234982"/>
                        <a:pt x="10192" y="234125"/>
                        <a:pt x="10001" y="232886"/>
                      </a:cubicBezTo>
                      <a:lnTo>
                        <a:pt x="10001" y="229934"/>
                      </a:lnTo>
                      <a:cubicBezTo>
                        <a:pt x="10001" y="227933"/>
                        <a:pt x="10383" y="226409"/>
                        <a:pt x="11144" y="225266"/>
                      </a:cubicBezTo>
                      <a:cubicBezTo>
                        <a:pt x="14288" y="224123"/>
                        <a:pt x="16002" y="221932"/>
                        <a:pt x="16002" y="218789"/>
                      </a:cubicBezTo>
                      <a:cubicBezTo>
                        <a:pt x="16002" y="217837"/>
                        <a:pt x="15716" y="216217"/>
                        <a:pt x="15335" y="214027"/>
                      </a:cubicBezTo>
                      <a:cubicBezTo>
                        <a:pt x="14954" y="211931"/>
                        <a:pt x="14764" y="210217"/>
                        <a:pt x="14764" y="209074"/>
                      </a:cubicBezTo>
                      <a:cubicBezTo>
                        <a:pt x="14764" y="205740"/>
                        <a:pt x="16288" y="203263"/>
                        <a:pt x="19241" y="201739"/>
                      </a:cubicBezTo>
                      <a:cubicBezTo>
                        <a:pt x="18860" y="200406"/>
                        <a:pt x="18669" y="199072"/>
                        <a:pt x="18669" y="197929"/>
                      </a:cubicBezTo>
                      <a:cubicBezTo>
                        <a:pt x="18669" y="195358"/>
                        <a:pt x="19812" y="192214"/>
                        <a:pt x="22289" y="188500"/>
                      </a:cubicBezTo>
                      <a:cubicBezTo>
                        <a:pt x="24670" y="184690"/>
                        <a:pt x="25908" y="181927"/>
                        <a:pt x="25908" y="179927"/>
                      </a:cubicBezTo>
                      <a:cubicBezTo>
                        <a:pt x="25908" y="178117"/>
                        <a:pt x="25337" y="176308"/>
                        <a:pt x="24098" y="174307"/>
                      </a:cubicBezTo>
                      <a:cubicBezTo>
                        <a:pt x="27527" y="170307"/>
                        <a:pt x="29909" y="164592"/>
                        <a:pt x="31337" y="156877"/>
                      </a:cubicBezTo>
                      <a:cubicBezTo>
                        <a:pt x="32195" y="150971"/>
                        <a:pt x="32861" y="145066"/>
                        <a:pt x="33433" y="139255"/>
                      </a:cubicBezTo>
                      <a:cubicBezTo>
                        <a:pt x="36671" y="137827"/>
                        <a:pt x="38671" y="134398"/>
                        <a:pt x="39529" y="128968"/>
                      </a:cubicBezTo>
                      <a:cubicBezTo>
                        <a:pt x="40386" y="123444"/>
                        <a:pt x="42196" y="119825"/>
                        <a:pt x="44768" y="118110"/>
                      </a:cubicBezTo>
                      <a:cubicBezTo>
                        <a:pt x="44006" y="116300"/>
                        <a:pt x="43625" y="114395"/>
                        <a:pt x="43625" y="112204"/>
                      </a:cubicBezTo>
                      <a:cubicBezTo>
                        <a:pt x="43625" y="110300"/>
                        <a:pt x="44006" y="107728"/>
                        <a:pt x="44672" y="104584"/>
                      </a:cubicBezTo>
                      <a:cubicBezTo>
                        <a:pt x="45339" y="101441"/>
                        <a:pt x="45720" y="99536"/>
                        <a:pt x="45720" y="98679"/>
                      </a:cubicBezTo>
                      <a:cubicBezTo>
                        <a:pt x="48101" y="97346"/>
                        <a:pt x="49340" y="95536"/>
                        <a:pt x="49340" y="93345"/>
                      </a:cubicBezTo>
                      <a:lnTo>
                        <a:pt x="49340" y="89821"/>
                      </a:lnTo>
                      <a:cubicBezTo>
                        <a:pt x="49340" y="86868"/>
                        <a:pt x="50864" y="84392"/>
                        <a:pt x="54102" y="82486"/>
                      </a:cubicBezTo>
                      <a:cubicBezTo>
                        <a:pt x="52483" y="79819"/>
                        <a:pt x="52483" y="74962"/>
                        <a:pt x="54102" y="68104"/>
                      </a:cubicBezTo>
                      <a:cubicBezTo>
                        <a:pt x="58769" y="67342"/>
                        <a:pt x="60484" y="64294"/>
                        <a:pt x="59531" y="58960"/>
                      </a:cubicBezTo>
                      <a:cubicBezTo>
                        <a:pt x="58293" y="52673"/>
                        <a:pt x="58388" y="48958"/>
                        <a:pt x="59817" y="47815"/>
                      </a:cubicBezTo>
                      <a:cubicBezTo>
                        <a:pt x="65437" y="41529"/>
                        <a:pt x="69818" y="38386"/>
                        <a:pt x="73247" y="38386"/>
                      </a:cubicBezTo>
                      <a:cubicBezTo>
                        <a:pt x="75629" y="38386"/>
                        <a:pt x="77724" y="39624"/>
                        <a:pt x="79534" y="41910"/>
                      </a:cubicBezTo>
                      <a:cubicBezTo>
                        <a:pt x="80105" y="41529"/>
                        <a:pt x="80391" y="40481"/>
                        <a:pt x="80391" y="38671"/>
                      </a:cubicBezTo>
                      <a:cubicBezTo>
                        <a:pt x="81058" y="38290"/>
                        <a:pt x="81629" y="38100"/>
                        <a:pt x="82487" y="38100"/>
                      </a:cubicBezTo>
                      <a:cubicBezTo>
                        <a:pt x="83249" y="38100"/>
                        <a:pt x="84582" y="38290"/>
                        <a:pt x="86487" y="38767"/>
                      </a:cubicBezTo>
                      <a:cubicBezTo>
                        <a:pt x="88392" y="39338"/>
                        <a:pt x="89726" y="39529"/>
                        <a:pt x="90583" y="39529"/>
                      </a:cubicBezTo>
                      <a:cubicBezTo>
                        <a:pt x="92964" y="39529"/>
                        <a:pt x="94679" y="38386"/>
                        <a:pt x="95726" y="36290"/>
                      </a:cubicBezTo>
                      <a:cubicBezTo>
                        <a:pt x="96679" y="37052"/>
                        <a:pt x="98679" y="38386"/>
                        <a:pt x="101632" y="40386"/>
                      </a:cubicBezTo>
                      <a:cubicBezTo>
                        <a:pt x="102489" y="38767"/>
                        <a:pt x="103632" y="38005"/>
                        <a:pt x="105346" y="38005"/>
                      </a:cubicBezTo>
                      <a:cubicBezTo>
                        <a:pt x="106394" y="38005"/>
                        <a:pt x="108014" y="38290"/>
                        <a:pt x="110204" y="39052"/>
                      </a:cubicBezTo>
                      <a:cubicBezTo>
                        <a:pt x="112490" y="39719"/>
                        <a:pt x="114395" y="40100"/>
                        <a:pt x="115729" y="40100"/>
                      </a:cubicBezTo>
                      <a:cubicBezTo>
                        <a:pt x="116681" y="40100"/>
                        <a:pt x="117634" y="39910"/>
                        <a:pt x="118396" y="39529"/>
                      </a:cubicBezTo>
                      <a:cubicBezTo>
                        <a:pt x="120968" y="41053"/>
                        <a:pt x="123635" y="42767"/>
                        <a:pt x="126206" y="44482"/>
                      </a:cubicBezTo>
                      <a:cubicBezTo>
                        <a:pt x="128778" y="46196"/>
                        <a:pt x="130112" y="48577"/>
                        <a:pt x="130112" y="51530"/>
                      </a:cubicBezTo>
                      <a:cubicBezTo>
                        <a:pt x="130112" y="52292"/>
                        <a:pt x="130016" y="53150"/>
                        <a:pt x="129826" y="54197"/>
                      </a:cubicBezTo>
                      <a:lnTo>
                        <a:pt x="134874" y="53340"/>
                      </a:lnTo>
                      <a:cubicBezTo>
                        <a:pt x="134112" y="55912"/>
                        <a:pt x="133731" y="58483"/>
                        <a:pt x="133731" y="61246"/>
                      </a:cubicBezTo>
                      <a:cubicBezTo>
                        <a:pt x="133731" y="67151"/>
                        <a:pt x="135922" y="73914"/>
                        <a:pt x="140589" y="81534"/>
                      </a:cubicBezTo>
                      <a:lnTo>
                        <a:pt x="134874" y="83915"/>
                      </a:lnTo>
                      <a:lnTo>
                        <a:pt x="140589" y="86011"/>
                      </a:lnTo>
                      <a:cubicBezTo>
                        <a:pt x="139732" y="85820"/>
                        <a:pt x="138208" y="86582"/>
                        <a:pt x="135827" y="88297"/>
                      </a:cubicBezTo>
                      <a:lnTo>
                        <a:pt x="135827" y="89535"/>
                      </a:lnTo>
                      <a:cubicBezTo>
                        <a:pt x="137446" y="88963"/>
                        <a:pt x="140113" y="89344"/>
                        <a:pt x="143923" y="90678"/>
                      </a:cubicBezTo>
                      <a:lnTo>
                        <a:pt x="139732" y="97155"/>
                      </a:lnTo>
                      <a:cubicBezTo>
                        <a:pt x="144304" y="102584"/>
                        <a:pt x="148495" y="105346"/>
                        <a:pt x="152019" y="105346"/>
                      </a:cubicBezTo>
                      <a:lnTo>
                        <a:pt x="152019" y="107728"/>
                      </a:lnTo>
                      <a:cubicBezTo>
                        <a:pt x="150590" y="105727"/>
                        <a:pt x="149543" y="104965"/>
                        <a:pt x="148685" y="105346"/>
                      </a:cubicBezTo>
                      <a:cubicBezTo>
                        <a:pt x="147923" y="108109"/>
                        <a:pt x="147447" y="111061"/>
                        <a:pt x="147447" y="114205"/>
                      </a:cubicBezTo>
                      <a:cubicBezTo>
                        <a:pt x="147447" y="120682"/>
                        <a:pt x="148971" y="125539"/>
                        <a:pt x="152019" y="128873"/>
                      </a:cubicBezTo>
                      <a:cubicBezTo>
                        <a:pt x="151162" y="129635"/>
                        <a:pt x="150876" y="130397"/>
                        <a:pt x="150876" y="131254"/>
                      </a:cubicBezTo>
                      <a:cubicBezTo>
                        <a:pt x="150876" y="132112"/>
                        <a:pt x="151543" y="133159"/>
                        <a:pt x="153067" y="134493"/>
                      </a:cubicBezTo>
                      <a:cubicBezTo>
                        <a:pt x="154591" y="135922"/>
                        <a:pt x="155258" y="137065"/>
                        <a:pt x="155258" y="138017"/>
                      </a:cubicBezTo>
                      <a:cubicBezTo>
                        <a:pt x="155258" y="138589"/>
                        <a:pt x="154972" y="139351"/>
                        <a:pt x="154400" y="140017"/>
                      </a:cubicBezTo>
                      <a:lnTo>
                        <a:pt x="158020" y="141542"/>
                      </a:lnTo>
                      <a:cubicBezTo>
                        <a:pt x="160020" y="152686"/>
                        <a:pt x="161354" y="159448"/>
                        <a:pt x="161830" y="161830"/>
                      </a:cubicBezTo>
                      <a:cubicBezTo>
                        <a:pt x="163640" y="169450"/>
                        <a:pt x="166116" y="175927"/>
                        <a:pt x="169354" y="181261"/>
                      </a:cubicBezTo>
                      <a:cubicBezTo>
                        <a:pt x="166973" y="185166"/>
                        <a:pt x="167831" y="188119"/>
                        <a:pt x="171736" y="190309"/>
                      </a:cubicBezTo>
                      <a:cubicBezTo>
                        <a:pt x="171355" y="200120"/>
                        <a:pt x="172784" y="206883"/>
                        <a:pt x="176213" y="210598"/>
                      </a:cubicBezTo>
                      <a:cubicBezTo>
                        <a:pt x="176213" y="219932"/>
                        <a:pt x="178689" y="224790"/>
                        <a:pt x="183452" y="224980"/>
                      </a:cubicBezTo>
                      <a:close/>
                      <a:moveTo>
                        <a:pt x="10001" y="41910"/>
                      </a:moveTo>
                      <a:lnTo>
                        <a:pt x="7620" y="44291"/>
                      </a:lnTo>
                      <a:lnTo>
                        <a:pt x="4286" y="40481"/>
                      </a:lnTo>
                      <a:lnTo>
                        <a:pt x="10001" y="41910"/>
                      </a:lnTo>
                      <a:close/>
                      <a:moveTo>
                        <a:pt x="15050" y="86011"/>
                      </a:moveTo>
                      <a:lnTo>
                        <a:pt x="16859" y="91630"/>
                      </a:lnTo>
                      <a:lnTo>
                        <a:pt x="12383" y="98679"/>
                      </a:lnTo>
                      <a:lnTo>
                        <a:pt x="15050" y="86106"/>
                      </a:lnTo>
                      <a:close/>
                      <a:moveTo>
                        <a:pt x="18955" y="59912"/>
                      </a:moveTo>
                      <a:cubicBezTo>
                        <a:pt x="18955" y="59912"/>
                        <a:pt x="17526" y="60674"/>
                        <a:pt x="16002" y="62293"/>
                      </a:cubicBezTo>
                      <a:lnTo>
                        <a:pt x="15050" y="59055"/>
                      </a:lnTo>
                      <a:lnTo>
                        <a:pt x="18955" y="59912"/>
                      </a:lnTo>
                      <a:close/>
                      <a:moveTo>
                        <a:pt x="44672" y="65722"/>
                      </a:moveTo>
                      <a:cubicBezTo>
                        <a:pt x="43244" y="62579"/>
                        <a:pt x="40577" y="61436"/>
                        <a:pt x="36576" y="62198"/>
                      </a:cubicBezTo>
                      <a:lnTo>
                        <a:pt x="35719" y="63341"/>
                      </a:lnTo>
                      <a:cubicBezTo>
                        <a:pt x="35719" y="61341"/>
                        <a:pt x="36290" y="60388"/>
                        <a:pt x="37529" y="60388"/>
                      </a:cubicBezTo>
                      <a:cubicBezTo>
                        <a:pt x="37719" y="60388"/>
                        <a:pt x="38862" y="60674"/>
                        <a:pt x="40862" y="61246"/>
                      </a:cubicBezTo>
                      <a:cubicBezTo>
                        <a:pt x="42386" y="61627"/>
                        <a:pt x="43720" y="61627"/>
                        <a:pt x="44672" y="61246"/>
                      </a:cubicBezTo>
                      <a:lnTo>
                        <a:pt x="44672" y="65627"/>
                      </a:lnTo>
                      <a:close/>
                      <a:moveTo>
                        <a:pt x="39910" y="160877"/>
                      </a:moveTo>
                      <a:lnTo>
                        <a:pt x="39910" y="155257"/>
                      </a:lnTo>
                      <a:lnTo>
                        <a:pt x="39053" y="155257"/>
                      </a:lnTo>
                      <a:lnTo>
                        <a:pt x="39053" y="160877"/>
                      </a:lnTo>
                      <a:lnTo>
                        <a:pt x="39910" y="160877"/>
                      </a:lnTo>
                      <a:close/>
                      <a:moveTo>
                        <a:pt x="56293" y="70390"/>
                      </a:moveTo>
                      <a:lnTo>
                        <a:pt x="62960" y="66865"/>
                      </a:lnTo>
                      <a:lnTo>
                        <a:pt x="62103" y="63341"/>
                      </a:lnTo>
                      <a:lnTo>
                        <a:pt x="56388" y="70390"/>
                      </a:lnTo>
                      <a:close/>
                      <a:moveTo>
                        <a:pt x="62960" y="110966"/>
                      </a:moveTo>
                      <a:lnTo>
                        <a:pt x="68580" y="112395"/>
                      </a:lnTo>
                      <a:lnTo>
                        <a:pt x="67723" y="110966"/>
                      </a:lnTo>
                      <a:lnTo>
                        <a:pt x="62960" y="110966"/>
                      </a:lnTo>
                      <a:close/>
                      <a:moveTo>
                        <a:pt x="67723" y="105346"/>
                      </a:moveTo>
                      <a:lnTo>
                        <a:pt x="70104" y="104204"/>
                      </a:lnTo>
                      <a:lnTo>
                        <a:pt x="67723" y="101822"/>
                      </a:lnTo>
                      <a:lnTo>
                        <a:pt x="67723" y="105346"/>
                      </a:lnTo>
                      <a:close/>
                      <a:moveTo>
                        <a:pt x="70104" y="56579"/>
                      </a:moveTo>
                      <a:lnTo>
                        <a:pt x="73724" y="55721"/>
                      </a:lnTo>
                      <a:lnTo>
                        <a:pt x="68580" y="54197"/>
                      </a:lnTo>
                      <a:lnTo>
                        <a:pt x="70104" y="56579"/>
                      </a:lnTo>
                      <a:close/>
                      <a:moveTo>
                        <a:pt x="70961" y="20193"/>
                      </a:moveTo>
                      <a:lnTo>
                        <a:pt x="72485" y="23717"/>
                      </a:lnTo>
                      <a:lnTo>
                        <a:pt x="70009" y="23717"/>
                      </a:lnTo>
                      <a:lnTo>
                        <a:pt x="70866" y="20193"/>
                      </a:lnTo>
                      <a:close/>
                      <a:moveTo>
                        <a:pt x="81725" y="12287"/>
                      </a:moveTo>
                      <a:cubicBezTo>
                        <a:pt x="80201" y="11716"/>
                        <a:pt x="79343" y="10477"/>
                        <a:pt x="79343" y="8763"/>
                      </a:cubicBezTo>
                      <a:lnTo>
                        <a:pt x="79343" y="4667"/>
                      </a:lnTo>
                      <a:lnTo>
                        <a:pt x="87440" y="0"/>
                      </a:lnTo>
                      <a:cubicBezTo>
                        <a:pt x="87440" y="762"/>
                        <a:pt x="86392" y="1714"/>
                        <a:pt x="84296" y="2762"/>
                      </a:cubicBezTo>
                      <a:cubicBezTo>
                        <a:pt x="82201" y="3810"/>
                        <a:pt x="81153" y="4858"/>
                        <a:pt x="81153" y="5905"/>
                      </a:cubicBezTo>
                      <a:cubicBezTo>
                        <a:pt x="81153" y="6477"/>
                        <a:pt x="81629" y="7239"/>
                        <a:pt x="82677" y="8287"/>
                      </a:cubicBezTo>
                      <a:cubicBezTo>
                        <a:pt x="83058" y="9430"/>
                        <a:pt x="82677" y="10858"/>
                        <a:pt x="81725" y="12382"/>
                      </a:cubicBezTo>
                      <a:close/>
                      <a:moveTo>
                        <a:pt x="89821" y="27242"/>
                      </a:moveTo>
                      <a:lnTo>
                        <a:pt x="91916" y="27242"/>
                      </a:lnTo>
                      <a:lnTo>
                        <a:pt x="88392" y="33052"/>
                      </a:lnTo>
                      <a:lnTo>
                        <a:pt x="89821" y="27242"/>
                      </a:lnTo>
                      <a:close/>
                      <a:moveTo>
                        <a:pt x="89821" y="68008"/>
                      </a:moveTo>
                      <a:lnTo>
                        <a:pt x="89821" y="64484"/>
                      </a:lnTo>
                      <a:lnTo>
                        <a:pt x="88392" y="64484"/>
                      </a:lnTo>
                      <a:lnTo>
                        <a:pt x="88392" y="68008"/>
                      </a:lnTo>
                      <a:lnTo>
                        <a:pt x="89821" y="68008"/>
                      </a:lnTo>
                      <a:close/>
                      <a:moveTo>
                        <a:pt x="104870" y="22479"/>
                      </a:moveTo>
                      <a:lnTo>
                        <a:pt x="104870" y="27146"/>
                      </a:lnTo>
                      <a:lnTo>
                        <a:pt x="101537" y="19145"/>
                      </a:lnTo>
                      <a:cubicBezTo>
                        <a:pt x="103823" y="19145"/>
                        <a:pt x="104870" y="20288"/>
                        <a:pt x="104870" y="22384"/>
                      </a:cubicBezTo>
                      <a:close/>
                      <a:moveTo>
                        <a:pt x="110490" y="65627"/>
                      </a:moveTo>
                      <a:lnTo>
                        <a:pt x="117348" y="63246"/>
                      </a:lnTo>
                      <a:lnTo>
                        <a:pt x="113729" y="63246"/>
                      </a:lnTo>
                      <a:lnTo>
                        <a:pt x="110490" y="65627"/>
                      </a:lnTo>
                      <a:close/>
                      <a:moveTo>
                        <a:pt x="110490" y="88201"/>
                      </a:moveTo>
                      <a:lnTo>
                        <a:pt x="111347" y="84677"/>
                      </a:lnTo>
                      <a:lnTo>
                        <a:pt x="110490" y="83820"/>
                      </a:lnTo>
                      <a:lnTo>
                        <a:pt x="110490" y="88201"/>
                      </a:lnTo>
                      <a:close/>
                      <a:moveTo>
                        <a:pt x="120682" y="181070"/>
                      </a:moveTo>
                      <a:cubicBezTo>
                        <a:pt x="120682" y="181070"/>
                        <a:pt x="121634" y="181356"/>
                        <a:pt x="123063" y="181927"/>
                      </a:cubicBezTo>
                      <a:lnTo>
                        <a:pt x="124016" y="181070"/>
                      </a:lnTo>
                      <a:lnTo>
                        <a:pt x="120682" y="177832"/>
                      </a:lnTo>
                      <a:lnTo>
                        <a:pt x="125540" y="179546"/>
                      </a:lnTo>
                      <a:cubicBezTo>
                        <a:pt x="122873" y="182118"/>
                        <a:pt x="121253" y="183356"/>
                        <a:pt x="120682" y="183356"/>
                      </a:cubicBezTo>
                      <a:lnTo>
                        <a:pt x="120682" y="181070"/>
                      </a:lnTo>
                      <a:close/>
                      <a:moveTo>
                        <a:pt x="129731" y="124396"/>
                      </a:moveTo>
                      <a:cubicBezTo>
                        <a:pt x="131921" y="123349"/>
                        <a:pt x="132779" y="121539"/>
                        <a:pt x="132398" y="118777"/>
                      </a:cubicBezTo>
                      <a:cubicBezTo>
                        <a:pt x="129445" y="119539"/>
                        <a:pt x="127921" y="121158"/>
                        <a:pt x="127921" y="123539"/>
                      </a:cubicBezTo>
                      <a:cubicBezTo>
                        <a:pt x="128683" y="124301"/>
                        <a:pt x="129350" y="124587"/>
                        <a:pt x="129731" y="124396"/>
                      </a:cubicBezTo>
                      <a:close/>
                      <a:moveTo>
                        <a:pt x="132398" y="80010"/>
                      </a:moveTo>
                      <a:lnTo>
                        <a:pt x="128873" y="80010"/>
                      </a:lnTo>
                      <a:lnTo>
                        <a:pt x="129731" y="88201"/>
                      </a:lnTo>
                      <a:lnTo>
                        <a:pt x="132398" y="80010"/>
                      </a:lnTo>
                      <a:close/>
                      <a:moveTo>
                        <a:pt x="132398" y="110014"/>
                      </a:moveTo>
                      <a:cubicBezTo>
                        <a:pt x="132017" y="109252"/>
                        <a:pt x="131826" y="108585"/>
                        <a:pt x="131826" y="107918"/>
                      </a:cubicBezTo>
                      <a:cubicBezTo>
                        <a:pt x="131826" y="106394"/>
                        <a:pt x="132969" y="105537"/>
                        <a:pt x="135065" y="105537"/>
                      </a:cubicBezTo>
                      <a:lnTo>
                        <a:pt x="137160" y="105251"/>
                      </a:lnTo>
                      <a:lnTo>
                        <a:pt x="137160" y="104108"/>
                      </a:lnTo>
                      <a:cubicBezTo>
                        <a:pt x="136589" y="103918"/>
                        <a:pt x="135922" y="103822"/>
                        <a:pt x="135350" y="103822"/>
                      </a:cubicBezTo>
                      <a:cubicBezTo>
                        <a:pt x="133921" y="103822"/>
                        <a:pt x="132683" y="104489"/>
                        <a:pt x="131445" y="105918"/>
                      </a:cubicBezTo>
                      <a:cubicBezTo>
                        <a:pt x="130207" y="107347"/>
                        <a:pt x="129635" y="108680"/>
                        <a:pt x="129635" y="110014"/>
                      </a:cubicBezTo>
                      <a:lnTo>
                        <a:pt x="132302" y="110014"/>
                      </a:lnTo>
                      <a:close/>
                      <a:moveTo>
                        <a:pt x="133636" y="159353"/>
                      </a:moveTo>
                      <a:cubicBezTo>
                        <a:pt x="133636" y="159353"/>
                        <a:pt x="134017" y="158401"/>
                        <a:pt x="134779" y="157067"/>
                      </a:cubicBezTo>
                      <a:cubicBezTo>
                        <a:pt x="133636" y="156877"/>
                        <a:pt x="132874" y="157067"/>
                        <a:pt x="132588" y="157925"/>
                      </a:cubicBezTo>
                      <a:cubicBezTo>
                        <a:pt x="132302" y="158686"/>
                        <a:pt x="131826" y="159258"/>
                        <a:pt x="131254" y="159353"/>
                      </a:cubicBezTo>
                      <a:lnTo>
                        <a:pt x="133636" y="159353"/>
                      </a:lnTo>
                      <a:close/>
                      <a:moveTo>
                        <a:pt x="134779" y="34004"/>
                      </a:moveTo>
                      <a:lnTo>
                        <a:pt x="137160" y="31623"/>
                      </a:lnTo>
                      <a:lnTo>
                        <a:pt x="133541" y="28384"/>
                      </a:lnTo>
                      <a:lnTo>
                        <a:pt x="135636" y="26098"/>
                      </a:lnTo>
                      <a:lnTo>
                        <a:pt x="139541" y="33147"/>
                      </a:lnTo>
                      <a:lnTo>
                        <a:pt x="134684" y="34004"/>
                      </a:lnTo>
                      <a:close/>
                      <a:moveTo>
                        <a:pt x="149447" y="177927"/>
                      </a:moveTo>
                      <a:lnTo>
                        <a:pt x="149447" y="174117"/>
                      </a:lnTo>
                      <a:cubicBezTo>
                        <a:pt x="149447" y="174117"/>
                        <a:pt x="149066" y="174688"/>
                        <a:pt x="147066" y="175546"/>
                      </a:cubicBezTo>
                      <a:cubicBezTo>
                        <a:pt x="146495" y="175165"/>
                        <a:pt x="145828" y="174498"/>
                        <a:pt x="145161" y="173546"/>
                      </a:cubicBezTo>
                      <a:cubicBezTo>
                        <a:pt x="144399" y="172498"/>
                        <a:pt x="143828" y="172117"/>
                        <a:pt x="143446" y="172117"/>
                      </a:cubicBezTo>
                      <a:cubicBezTo>
                        <a:pt x="142875" y="172117"/>
                        <a:pt x="142208" y="172498"/>
                        <a:pt x="141446" y="173260"/>
                      </a:cubicBezTo>
                      <a:lnTo>
                        <a:pt x="149447" y="177927"/>
                      </a:lnTo>
                      <a:close/>
                      <a:moveTo>
                        <a:pt x="156591" y="176403"/>
                      </a:moveTo>
                      <a:cubicBezTo>
                        <a:pt x="156591" y="176403"/>
                        <a:pt x="157067" y="176213"/>
                        <a:pt x="156591" y="175831"/>
                      </a:cubicBezTo>
                      <a:lnTo>
                        <a:pt x="155448" y="168497"/>
                      </a:lnTo>
                      <a:cubicBezTo>
                        <a:pt x="154591" y="169259"/>
                        <a:pt x="154305" y="170021"/>
                        <a:pt x="154305" y="170879"/>
                      </a:cubicBezTo>
                      <a:cubicBezTo>
                        <a:pt x="154305" y="170307"/>
                        <a:pt x="155067" y="172021"/>
                        <a:pt x="156686" y="175927"/>
                      </a:cubicBezTo>
                      <a:lnTo>
                        <a:pt x="156686" y="176498"/>
                      </a:lnTo>
                      <a:close/>
                      <a:moveTo>
                        <a:pt x="170117" y="857"/>
                      </a:moveTo>
                      <a:lnTo>
                        <a:pt x="170117" y="3524"/>
                      </a:lnTo>
                      <a:lnTo>
                        <a:pt x="165926" y="3524"/>
                      </a:lnTo>
                      <a:lnTo>
                        <a:pt x="170117" y="857"/>
                      </a:lnTo>
                      <a:close/>
                      <a:moveTo>
                        <a:pt x="172498" y="47815"/>
                      </a:moveTo>
                      <a:lnTo>
                        <a:pt x="169164" y="51054"/>
                      </a:lnTo>
                      <a:lnTo>
                        <a:pt x="172498" y="46387"/>
                      </a:lnTo>
                      <a:lnTo>
                        <a:pt x="172498" y="47815"/>
                      </a:lnTo>
                      <a:close/>
                      <a:moveTo>
                        <a:pt x="189833" y="99441"/>
                      </a:moveTo>
                      <a:lnTo>
                        <a:pt x="187452" y="101822"/>
                      </a:lnTo>
                      <a:lnTo>
                        <a:pt x="185642" y="101822"/>
                      </a:lnTo>
                      <a:lnTo>
                        <a:pt x="189833" y="99441"/>
                      </a:lnTo>
                      <a:close/>
                      <a:moveTo>
                        <a:pt x="188881" y="50101"/>
                      </a:moveTo>
                      <a:cubicBezTo>
                        <a:pt x="188309" y="50482"/>
                        <a:pt x="187928" y="50006"/>
                        <a:pt x="187833" y="48482"/>
                      </a:cubicBezTo>
                      <a:cubicBezTo>
                        <a:pt x="187643" y="46958"/>
                        <a:pt x="187547" y="46292"/>
                        <a:pt x="187357" y="46292"/>
                      </a:cubicBezTo>
                      <a:lnTo>
                        <a:pt x="188786" y="46292"/>
                      </a:lnTo>
                      <a:lnTo>
                        <a:pt x="188786" y="50101"/>
                      </a:lnTo>
                      <a:close/>
                      <a:moveTo>
                        <a:pt x="232601" y="26003"/>
                      </a:moveTo>
                      <a:cubicBezTo>
                        <a:pt x="232410" y="25241"/>
                        <a:pt x="232601" y="24384"/>
                        <a:pt x="233077" y="23527"/>
                      </a:cubicBezTo>
                      <a:cubicBezTo>
                        <a:pt x="233553" y="22669"/>
                        <a:pt x="234220" y="22288"/>
                        <a:pt x="234982" y="22479"/>
                      </a:cubicBezTo>
                      <a:lnTo>
                        <a:pt x="234982" y="26003"/>
                      </a:lnTo>
                      <a:lnTo>
                        <a:pt x="232601" y="26003"/>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 name="Google Shape;781;p99"/>
                <p:cNvSpPr/>
                <p:nvPr/>
              </p:nvSpPr>
              <p:spPr>
                <a:xfrm>
                  <a:off x="5839681" y="2432018"/>
                  <a:ext cx="250698" cy="240125"/>
                </a:xfrm>
                <a:custGeom>
                  <a:avLst/>
                  <a:gdLst/>
                  <a:ahLst/>
                  <a:cxnLst/>
                  <a:rect l="l" t="t" r="r" b="b"/>
                  <a:pathLst>
                    <a:path w="250698" h="240125" extrusionOk="0">
                      <a:moveTo>
                        <a:pt x="2381" y="128016"/>
                      </a:moveTo>
                      <a:cubicBezTo>
                        <a:pt x="2381" y="128016"/>
                        <a:pt x="2858" y="128683"/>
                        <a:pt x="3715" y="129350"/>
                      </a:cubicBezTo>
                      <a:cubicBezTo>
                        <a:pt x="4572" y="130016"/>
                        <a:pt x="4953" y="130683"/>
                        <a:pt x="4763" y="131254"/>
                      </a:cubicBezTo>
                      <a:lnTo>
                        <a:pt x="0" y="131254"/>
                      </a:lnTo>
                      <a:lnTo>
                        <a:pt x="2381" y="128016"/>
                      </a:lnTo>
                      <a:close/>
                      <a:moveTo>
                        <a:pt x="0" y="145066"/>
                      </a:moveTo>
                      <a:cubicBezTo>
                        <a:pt x="1048" y="146590"/>
                        <a:pt x="2381" y="147733"/>
                        <a:pt x="4286" y="148304"/>
                      </a:cubicBezTo>
                      <a:lnTo>
                        <a:pt x="0" y="148304"/>
                      </a:lnTo>
                      <a:lnTo>
                        <a:pt x="0" y="145066"/>
                      </a:lnTo>
                      <a:close/>
                      <a:moveTo>
                        <a:pt x="857" y="160877"/>
                      </a:moveTo>
                      <a:lnTo>
                        <a:pt x="0" y="157353"/>
                      </a:lnTo>
                      <a:cubicBezTo>
                        <a:pt x="1048" y="157543"/>
                        <a:pt x="2667" y="158401"/>
                        <a:pt x="4763" y="159734"/>
                      </a:cubicBezTo>
                      <a:lnTo>
                        <a:pt x="857" y="160877"/>
                      </a:lnTo>
                      <a:close/>
                      <a:moveTo>
                        <a:pt x="8096" y="148209"/>
                      </a:moveTo>
                      <a:cubicBezTo>
                        <a:pt x="6668" y="148400"/>
                        <a:pt x="5334" y="148400"/>
                        <a:pt x="4191" y="148209"/>
                      </a:cubicBezTo>
                      <a:lnTo>
                        <a:pt x="8096" y="148209"/>
                      </a:lnTo>
                      <a:close/>
                      <a:moveTo>
                        <a:pt x="5620" y="166688"/>
                      </a:moveTo>
                      <a:cubicBezTo>
                        <a:pt x="6191" y="166497"/>
                        <a:pt x="7334" y="167068"/>
                        <a:pt x="8954" y="168497"/>
                      </a:cubicBezTo>
                      <a:lnTo>
                        <a:pt x="8954" y="169926"/>
                      </a:lnTo>
                      <a:lnTo>
                        <a:pt x="5620" y="169926"/>
                      </a:lnTo>
                      <a:lnTo>
                        <a:pt x="5620" y="166688"/>
                      </a:lnTo>
                      <a:close/>
                      <a:moveTo>
                        <a:pt x="13716" y="124682"/>
                      </a:moveTo>
                      <a:cubicBezTo>
                        <a:pt x="14288" y="125444"/>
                        <a:pt x="14764" y="126873"/>
                        <a:pt x="14859" y="128778"/>
                      </a:cubicBezTo>
                      <a:cubicBezTo>
                        <a:pt x="12763" y="128778"/>
                        <a:pt x="11525" y="128492"/>
                        <a:pt x="11335" y="127921"/>
                      </a:cubicBezTo>
                      <a:lnTo>
                        <a:pt x="13716" y="124682"/>
                      </a:lnTo>
                      <a:close/>
                      <a:moveTo>
                        <a:pt x="11335" y="201644"/>
                      </a:moveTo>
                      <a:cubicBezTo>
                        <a:pt x="11525" y="201073"/>
                        <a:pt x="12763" y="200787"/>
                        <a:pt x="14859" y="200787"/>
                      </a:cubicBezTo>
                      <a:lnTo>
                        <a:pt x="14859" y="202597"/>
                      </a:lnTo>
                      <a:lnTo>
                        <a:pt x="11335" y="201739"/>
                      </a:lnTo>
                      <a:close/>
                      <a:moveTo>
                        <a:pt x="25337" y="162877"/>
                      </a:moveTo>
                      <a:cubicBezTo>
                        <a:pt x="26765" y="162306"/>
                        <a:pt x="28099" y="161830"/>
                        <a:pt x="29337" y="161449"/>
                      </a:cubicBezTo>
                      <a:cubicBezTo>
                        <a:pt x="31052" y="160877"/>
                        <a:pt x="32480" y="161068"/>
                        <a:pt x="33433" y="162020"/>
                      </a:cubicBezTo>
                      <a:lnTo>
                        <a:pt x="25337" y="162877"/>
                      </a:lnTo>
                      <a:close/>
                      <a:moveTo>
                        <a:pt x="31052" y="133541"/>
                      </a:moveTo>
                      <a:cubicBezTo>
                        <a:pt x="28480" y="127445"/>
                        <a:pt x="29337" y="123349"/>
                        <a:pt x="33433" y="121253"/>
                      </a:cubicBezTo>
                      <a:lnTo>
                        <a:pt x="34576" y="122396"/>
                      </a:lnTo>
                      <a:cubicBezTo>
                        <a:pt x="32195" y="122396"/>
                        <a:pt x="30956" y="123730"/>
                        <a:pt x="30671" y="126492"/>
                      </a:cubicBezTo>
                      <a:cubicBezTo>
                        <a:pt x="30861" y="128873"/>
                        <a:pt x="30956" y="131159"/>
                        <a:pt x="30956" y="133541"/>
                      </a:cubicBezTo>
                      <a:close/>
                      <a:moveTo>
                        <a:pt x="60103" y="148209"/>
                      </a:moveTo>
                      <a:cubicBezTo>
                        <a:pt x="59341" y="148400"/>
                        <a:pt x="58484" y="148018"/>
                        <a:pt x="57531" y="147066"/>
                      </a:cubicBezTo>
                      <a:cubicBezTo>
                        <a:pt x="56579" y="146113"/>
                        <a:pt x="55912" y="145637"/>
                        <a:pt x="55245" y="145637"/>
                      </a:cubicBezTo>
                      <a:cubicBezTo>
                        <a:pt x="54959" y="145637"/>
                        <a:pt x="54769" y="145733"/>
                        <a:pt x="54388" y="145923"/>
                      </a:cubicBezTo>
                      <a:cubicBezTo>
                        <a:pt x="57626" y="143542"/>
                        <a:pt x="60198" y="143256"/>
                        <a:pt x="62484" y="144971"/>
                      </a:cubicBezTo>
                      <a:cubicBezTo>
                        <a:pt x="62675" y="145733"/>
                        <a:pt x="62484" y="146399"/>
                        <a:pt x="61913" y="146875"/>
                      </a:cubicBezTo>
                      <a:cubicBezTo>
                        <a:pt x="61341" y="147352"/>
                        <a:pt x="60674" y="147828"/>
                        <a:pt x="60103" y="148209"/>
                      </a:cubicBezTo>
                      <a:close/>
                      <a:moveTo>
                        <a:pt x="57721" y="87154"/>
                      </a:moveTo>
                      <a:lnTo>
                        <a:pt x="57721" y="90678"/>
                      </a:lnTo>
                      <a:lnTo>
                        <a:pt x="56864" y="87154"/>
                      </a:lnTo>
                      <a:lnTo>
                        <a:pt x="57721" y="87154"/>
                      </a:lnTo>
                      <a:close/>
                      <a:moveTo>
                        <a:pt x="59246" y="114205"/>
                      </a:moveTo>
                      <a:cubicBezTo>
                        <a:pt x="60674" y="114014"/>
                        <a:pt x="61817" y="114491"/>
                        <a:pt x="62579" y="115729"/>
                      </a:cubicBezTo>
                      <a:cubicBezTo>
                        <a:pt x="62198" y="116491"/>
                        <a:pt x="61436" y="116776"/>
                        <a:pt x="60484" y="116586"/>
                      </a:cubicBezTo>
                      <a:lnTo>
                        <a:pt x="57721" y="116586"/>
                      </a:lnTo>
                      <a:cubicBezTo>
                        <a:pt x="57531" y="115252"/>
                        <a:pt x="58103" y="114491"/>
                        <a:pt x="59246" y="114205"/>
                      </a:cubicBezTo>
                      <a:close/>
                      <a:moveTo>
                        <a:pt x="58674" y="176784"/>
                      </a:moveTo>
                      <a:lnTo>
                        <a:pt x="58674" y="175641"/>
                      </a:lnTo>
                      <a:lnTo>
                        <a:pt x="62579" y="175641"/>
                      </a:lnTo>
                      <a:lnTo>
                        <a:pt x="58674" y="176784"/>
                      </a:lnTo>
                      <a:close/>
                      <a:moveTo>
                        <a:pt x="60198" y="160972"/>
                      </a:moveTo>
                      <a:lnTo>
                        <a:pt x="60198" y="157448"/>
                      </a:lnTo>
                      <a:lnTo>
                        <a:pt x="63437" y="160972"/>
                      </a:lnTo>
                      <a:lnTo>
                        <a:pt x="60198" y="160972"/>
                      </a:lnTo>
                      <a:close/>
                      <a:moveTo>
                        <a:pt x="62579" y="139255"/>
                      </a:moveTo>
                      <a:cubicBezTo>
                        <a:pt x="64389" y="139255"/>
                        <a:pt x="65437" y="139732"/>
                        <a:pt x="65818" y="140399"/>
                      </a:cubicBezTo>
                      <a:lnTo>
                        <a:pt x="62579" y="142780"/>
                      </a:lnTo>
                      <a:lnTo>
                        <a:pt x="62579" y="139255"/>
                      </a:lnTo>
                      <a:close/>
                      <a:moveTo>
                        <a:pt x="65818" y="128968"/>
                      </a:moveTo>
                      <a:cubicBezTo>
                        <a:pt x="67437" y="132112"/>
                        <a:pt x="67723" y="133921"/>
                        <a:pt x="66675" y="134588"/>
                      </a:cubicBezTo>
                      <a:lnTo>
                        <a:pt x="65818" y="134588"/>
                      </a:lnTo>
                      <a:lnTo>
                        <a:pt x="65818" y="128968"/>
                      </a:lnTo>
                      <a:close/>
                      <a:moveTo>
                        <a:pt x="66675" y="193834"/>
                      </a:moveTo>
                      <a:cubicBezTo>
                        <a:pt x="71056" y="194786"/>
                        <a:pt x="73533" y="193643"/>
                        <a:pt x="73914" y="190309"/>
                      </a:cubicBezTo>
                      <a:cubicBezTo>
                        <a:pt x="74104" y="191262"/>
                        <a:pt x="73343" y="192976"/>
                        <a:pt x="71438" y="195263"/>
                      </a:cubicBezTo>
                      <a:cubicBezTo>
                        <a:pt x="70295" y="195453"/>
                        <a:pt x="68675" y="194977"/>
                        <a:pt x="66675" y="193738"/>
                      </a:cubicBezTo>
                      <a:close/>
                      <a:moveTo>
                        <a:pt x="68199" y="123444"/>
                      </a:moveTo>
                      <a:cubicBezTo>
                        <a:pt x="69628" y="123063"/>
                        <a:pt x="71438" y="123539"/>
                        <a:pt x="73914" y="124873"/>
                      </a:cubicBezTo>
                      <a:lnTo>
                        <a:pt x="68199" y="124873"/>
                      </a:lnTo>
                      <a:lnTo>
                        <a:pt x="68199" y="123444"/>
                      </a:lnTo>
                      <a:close/>
                      <a:moveTo>
                        <a:pt x="73343" y="133159"/>
                      </a:moveTo>
                      <a:cubicBezTo>
                        <a:pt x="72771" y="132588"/>
                        <a:pt x="72485" y="132017"/>
                        <a:pt x="72771" y="131445"/>
                      </a:cubicBezTo>
                      <a:lnTo>
                        <a:pt x="73343" y="133159"/>
                      </a:lnTo>
                      <a:close/>
                      <a:moveTo>
                        <a:pt x="73343" y="133159"/>
                      </a:moveTo>
                      <a:lnTo>
                        <a:pt x="76295" y="136684"/>
                      </a:lnTo>
                      <a:cubicBezTo>
                        <a:pt x="76295" y="137255"/>
                        <a:pt x="75914" y="137827"/>
                        <a:pt x="75152" y="138398"/>
                      </a:cubicBezTo>
                      <a:lnTo>
                        <a:pt x="73343" y="133064"/>
                      </a:lnTo>
                      <a:close/>
                      <a:moveTo>
                        <a:pt x="210312" y="191643"/>
                      </a:moveTo>
                      <a:cubicBezTo>
                        <a:pt x="211931" y="192024"/>
                        <a:pt x="213836" y="192214"/>
                        <a:pt x="216027" y="192214"/>
                      </a:cubicBezTo>
                      <a:cubicBezTo>
                        <a:pt x="217551" y="192214"/>
                        <a:pt x="220218" y="192024"/>
                        <a:pt x="223933" y="191738"/>
                      </a:cubicBezTo>
                      <a:cubicBezTo>
                        <a:pt x="227647" y="191452"/>
                        <a:pt x="230314" y="191357"/>
                        <a:pt x="232124" y="191357"/>
                      </a:cubicBezTo>
                      <a:cubicBezTo>
                        <a:pt x="241268" y="191357"/>
                        <a:pt x="247555" y="194120"/>
                        <a:pt x="250698" y="199549"/>
                      </a:cubicBezTo>
                      <a:cubicBezTo>
                        <a:pt x="250317" y="206407"/>
                        <a:pt x="249936" y="213170"/>
                        <a:pt x="249460" y="219837"/>
                      </a:cubicBezTo>
                      <a:cubicBezTo>
                        <a:pt x="248603" y="227838"/>
                        <a:pt x="246412" y="234029"/>
                        <a:pt x="242602" y="238316"/>
                      </a:cubicBezTo>
                      <a:cubicBezTo>
                        <a:pt x="240983" y="239554"/>
                        <a:pt x="239459" y="240125"/>
                        <a:pt x="237839" y="240125"/>
                      </a:cubicBezTo>
                      <a:cubicBezTo>
                        <a:pt x="236220" y="240125"/>
                        <a:pt x="234125" y="239459"/>
                        <a:pt x="231458" y="238030"/>
                      </a:cubicBezTo>
                      <a:cubicBezTo>
                        <a:pt x="228790" y="236696"/>
                        <a:pt x="226600" y="235934"/>
                        <a:pt x="224980" y="235934"/>
                      </a:cubicBezTo>
                      <a:cubicBezTo>
                        <a:pt x="223171" y="235934"/>
                        <a:pt x="221361" y="236696"/>
                        <a:pt x="219551" y="238316"/>
                      </a:cubicBezTo>
                      <a:cubicBezTo>
                        <a:pt x="212217" y="239077"/>
                        <a:pt x="202406" y="239173"/>
                        <a:pt x="190405" y="238601"/>
                      </a:cubicBezTo>
                      <a:cubicBezTo>
                        <a:pt x="178308" y="238030"/>
                        <a:pt x="168783" y="238220"/>
                        <a:pt x="161830" y="239173"/>
                      </a:cubicBezTo>
                      <a:lnTo>
                        <a:pt x="161830" y="238601"/>
                      </a:lnTo>
                      <a:cubicBezTo>
                        <a:pt x="153924" y="238220"/>
                        <a:pt x="142304" y="238411"/>
                        <a:pt x="127159" y="239173"/>
                      </a:cubicBezTo>
                      <a:cubicBezTo>
                        <a:pt x="121920" y="238030"/>
                        <a:pt x="114967" y="237839"/>
                        <a:pt x="106299" y="238601"/>
                      </a:cubicBezTo>
                      <a:lnTo>
                        <a:pt x="81725" y="238601"/>
                      </a:lnTo>
                      <a:lnTo>
                        <a:pt x="81725" y="171164"/>
                      </a:lnTo>
                      <a:lnTo>
                        <a:pt x="85630" y="168783"/>
                      </a:lnTo>
                      <a:lnTo>
                        <a:pt x="77534" y="167926"/>
                      </a:lnTo>
                      <a:cubicBezTo>
                        <a:pt x="80391" y="166497"/>
                        <a:pt x="81725" y="164306"/>
                        <a:pt x="81725" y="161163"/>
                      </a:cubicBezTo>
                      <a:cubicBezTo>
                        <a:pt x="81725" y="160210"/>
                        <a:pt x="81534" y="158591"/>
                        <a:pt x="81153" y="156305"/>
                      </a:cubicBezTo>
                      <a:cubicBezTo>
                        <a:pt x="80772" y="154019"/>
                        <a:pt x="80581" y="152400"/>
                        <a:pt x="80581" y="151447"/>
                      </a:cubicBezTo>
                      <a:cubicBezTo>
                        <a:pt x="80581" y="150304"/>
                        <a:pt x="80581" y="149257"/>
                        <a:pt x="80867" y="148495"/>
                      </a:cubicBezTo>
                      <a:lnTo>
                        <a:pt x="77629" y="148495"/>
                      </a:lnTo>
                      <a:cubicBezTo>
                        <a:pt x="79438" y="147923"/>
                        <a:pt x="81534" y="146018"/>
                        <a:pt x="84201" y="142970"/>
                      </a:cubicBezTo>
                      <a:cubicBezTo>
                        <a:pt x="81439" y="140779"/>
                        <a:pt x="80010" y="137922"/>
                        <a:pt x="80010" y="134398"/>
                      </a:cubicBezTo>
                      <a:cubicBezTo>
                        <a:pt x="80010" y="132397"/>
                        <a:pt x="80677" y="129350"/>
                        <a:pt x="82105" y="124968"/>
                      </a:cubicBezTo>
                      <a:cubicBezTo>
                        <a:pt x="83439" y="120682"/>
                        <a:pt x="84201" y="117634"/>
                        <a:pt x="84201" y="115824"/>
                      </a:cubicBezTo>
                      <a:cubicBezTo>
                        <a:pt x="84772" y="115824"/>
                        <a:pt x="85154" y="116396"/>
                        <a:pt x="85249" y="117443"/>
                      </a:cubicBezTo>
                      <a:cubicBezTo>
                        <a:pt x="85249" y="118491"/>
                        <a:pt x="85439" y="119063"/>
                        <a:pt x="85630" y="119063"/>
                      </a:cubicBezTo>
                      <a:cubicBezTo>
                        <a:pt x="86201" y="119063"/>
                        <a:pt x="86868" y="118586"/>
                        <a:pt x="87725" y="117538"/>
                      </a:cubicBezTo>
                      <a:lnTo>
                        <a:pt x="92583" y="125730"/>
                      </a:lnTo>
                      <a:cubicBezTo>
                        <a:pt x="93917" y="123158"/>
                        <a:pt x="94202" y="119063"/>
                        <a:pt x="93440" y="113347"/>
                      </a:cubicBezTo>
                      <a:cubicBezTo>
                        <a:pt x="92393" y="112395"/>
                        <a:pt x="90869" y="111919"/>
                        <a:pt x="88678" y="111919"/>
                      </a:cubicBezTo>
                      <a:lnTo>
                        <a:pt x="84487" y="111919"/>
                      </a:lnTo>
                      <a:cubicBezTo>
                        <a:pt x="84487" y="110776"/>
                        <a:pt x="84011" y="110109"/>
                        <a:pt x="83248" y="110109"/>
                      </a:cubicBezTo>
                      <a:lnTo>
                        <a:pt x="90106" y="108680"/>
                      </a:lnTo>
                      <a:cubicBezTo>
                        <a:pt x="86487" y="107347"/>
                        <a:pt x="84296" y="104870"/>
                        <a:pt x="83534" y="101346"/>
                      </a:cubicBezTo>
                      <a:cubicBezTo>
                        <a:pt x="83534" y="98203"/>
                        <a:pt x="83534" y="95059"/>
                        <a:pt x="83248" y="91726"/>
                      </a:cubicBezTo>
                      <a:lnTo>
                        <a:pt x="85630" y="89345"/>
                      </a:lnTo>
                      <a:lnTo>
                        <a:pt x="79915" y="81725"/>
                      </a:lnTo>
                      <a:cubicBezTo>
                        <a:pt x="82296" y="70580"/>
                        <a:pt x="83534" y="64579"/>
                        <a:pt x="83534" y="63627"/>
                      </a:cubicBezTo>
                      <a:cubicBezTo>
                        <a:pt x="83534" y="59912"/>
                        <a:pt x="82677" y="56864"/>
                        <a:pt x="80867" y="54483"/>
                      </a:cubicBezTo>
                      <a:cubicBezTo>
                        <a:pt x="81058" y="53721"/>
                        <a:pt x="81534" y="44672"/>
                        <a:pt x="82391" y="27527"/>
                      </a:cubicBezTo>
                      <a:cubicBezTo>
                        <a:pt x="82963" y="16764"/>
                        <a:pt x="85249" y="8763"/>
                        <a:pt x="89154" y="3524"/>
                      </a:cubicBezTo>
                      <a:cubicBezTo>
                        <a:pt x="88106" y="3524"/>
                        <a:pt x="93536" y="3524"/>
                        <a:pt x="105156" y="3524"/>
                      </a:cubicBezTo>
                      <a:cubicBezTo>
                        <a:pt x="111538" y="3715"/>
                        <a:pt x="116396" y="2572"/>
                        <a:pt x="120015" y="0"/>
                      </a:cubicBezTo>
                      <a:cubicBezTo>
                        <a:pt x="125539" y="6287"/>
                        <a:pt x="128302" y="16574"/>
                        <a:pt x="128302" y="30861"/>
                      </a:cubicBezTo>
                      <a:lnTo>
                        <a:pt x="128302" y="54102"/>
                      </a:lnTo>
                      <a:cubicBezTo>
                        <a:pt x="128302" y="60579"/>
                        <a:pt x="128683" y="65913"/>
                        <a:pt x="129445" y="70199"/>
                      </a:cubicBezTo>
                      <a:cubicBezTo>
                        <a:pt x="127826" y="71152"/>
                        <a:pt x="127063" y="72771"/>
                        <a:pt x="127063" y="74962"/>
                      </a:cubicBezTo>
                      <a:cubicBezTo>
                        <a:pt x="127063" y="75914"/>
                        <a:pt x="127254" y="77438"/>
                        <a:pt x="127635" y="79343"/>
                      </a:cubicBezTo>
                      <a:cubicBezTo>
                        <a:pt x="128111" y="81343"/>
                        <a:pt x="128302" y="82677"/>
                        <a:pt x="128302" y="83439"/>
                      </a:cubicBezTo>
                      <a:cubicBezTo>
                        <a:pt x="128302" y="84392"/>
                        <a:pt x="128302" y="85154"/>
                        <a:pt x="127921" y="85820"/>
                      </a:cubicBezTo>
                      <a:lnTo>
                        <a:pt x="127063" y="84963"/>
                      </a:lnTo>
                      <a:cubicBezTo>
                        <a:pt x="127063" y="86106"/>
                        <a:pt x="127445" y="88297"/>
                        <a:pt x="128111" y="91440"/>
                      </a:cubicBezTo>
                      <a:cubicBezTo>
                        <a:pt x="128778" y="94583"/>
                        <a:pt x="129159" y="96869"/>
                        <a:pt x="129159" y="98488"/>
                      </a:cubicBezTo>
                      <a:cubicBezTo>
                        <a:pt x="129159" y="100679"/>
                        <a:pt x="128873" y="102584"/>
                        <a:pt x="128302" y="104394"/>
                      </a:cubicBezTo>
                      <a:lnTo>
                        <a:pt x="130397" y="108775"/>
                      </a:lnTo>
                      <a:lnTo>
                        <a:pt x="129445" y="108775"/>
                      </a:lnTo>
                      <a:cubicBezTo>
                        <a:pt x="128588" y="110109"/>
                        <a:pt x="128302" y="113538"/>
                        <a:pt x="128302" y="119063"/>
                      </a:cubicBezTo>
                      <a:cubicBezTo>
                        <a:pt x="128302" y="123349"/>
                        <a:pt x="127063" y="126397"/>
                        <a:pt x="124682" y="128111"/>
                      </a:cubicBezTo>
                      <a:cubicBezTo>
                        <a:pt x="125159" y="128683"/>
                        <a:pt x="126302" y="128968"/>
                        <a:pt x="128302" y="128968"/>
                      </a:cubicBezTo>
                      <a:cubicBezTo>
                        <a:pt x="129445" y="151447"/>
                        <a:pt x="129445" y="169831"/>
                        <a:pt x="128302" y="183928"/>
                      </a:cubicBezTo>
                      <a:cubicBezTo>
                        <a:pt x="128111" y="182975"/>
                        <a:pt x="127445" y="182404"/>
                        <a:pt x="126302" y="182404"/>
                      </a:cubicBezTo>
                      <a:lnTo>
                        <a:pt x="123444" y="182404"/>
                      </a:lnTo>
                      <a:cubicBezTo>
                        <a:pt x="123825" y="182975"/>
                        <a:pt x="124015" y="183547"/>
                        <a:pt x="124015" y="184118"/>
                      </a:cubicBezTo>
                      <a:cubicBezTo>
                        <a:pt x="124015" y="185071"/>
                        <a:pt x="123444" y="186214"/>
                        <a:pt x="122301" y="187642"/>
                      </a:cubicBezTo>
                      <a:cubicBezTo>
                        <a:pt x="121063" y="189071"/>
                        <a:pt x="120491" y="190119"/>
                        <a:pt x="120491" y="190881"/>
                      </a:cubicBezTo>
                      <a:cubicBezTo>
                        <a:pt x="120491" y="191834"/>
                        <a:pt x="120968" y="192786"/>
                        <a:pt x="122015" y="193738"/>
                      </a:cubicBezTo>
                      <a:cubicBezTo>
                        <a:pt x="123444" y="189833"/>
                        <a:pt x="125349" y="187833"/>
                        <a:pt x="128016" y="187833"/>
                      </a:cubicBezTo>
                      <a:cubicBezTo>
                        <a:pt x="129635" y="187833"/>
                        <a:pt x="133540" y="189833"/>
                        <a:pt x="139732" y="193738"/>
                      </a:cubicBezTo>
                      <a:cubicBezTo>
                        <a:pt x="140303" y="193929"/>
                        <a:pt x="141161" y="193548"/>
                        <a:pt x="142113" y="192596"/>
                      </a:cubicBezTo>
                      <a:lnTo>
                        <a:pt x="142113" y="190214"/>
                      </a:lnTo>
                      <a:cubicBezTo>
                        <a:pt x="143065" y="190976"/>
                        <a:pt x="146018" y="191357"/>
                        <a:pt x="151067" y="191357"/>
                      </a:cubicBezTo>
                      <a:lnTo>
                        <a:pt x="150209" y="192500"/>
                      </a:lnTo>
                      <a:cubicBezTo>
                        <a:pt x="151352" y="193072"/>
                        <a:pt x="152590" y="193358"/>
                        <a:pt x="153829" y="193358"/>
                      </a:cubicBezTo>
                      <a:cubicBezTo>
                        <a:pt x="155067" y="193358"/>
                        <a:pt x="156686" y="192786"/>
                        <a:pt x="158972" y="191738"/>
                      </a:cubicBezTo>
                      <a:cubicBezTo>
                        <a:pt x="161163" y="190691"/>
                        <a:pt x="162782" y="190119"/>
                        <a:pt x="163735" y="190119"/>
                      </a:cubicBezTo>
                      <a:cubicBezTo>
                        <a:pt x="165354" y="190119"/>
                        <a:pt x="166878" y="190881"/>
                        <a:pt x="168497" y="192500"/>
                      </a:cubicBezTo>
                      <a:cubicBezTo>
                        <a:pt x="172498" y="190976"/>
                        <a:pt x="176879" y="190119"/>
                        <a:pt x="181642" y="190119"/>
                      </a:cubicBezTo>
                      <a:cubicBezTo>
                        <a:pt x="184023" y="190119"/>
                        <a:pt x="187643" y="190405"/>
                        <a:pt x="192405" y="190976"/>
                      </a:cubicBezTo>
                      <a:cubicBezTo>
                        <a:pt x="197168" y="191548"/>
                        <a:pt x="200787" y="191834"/>
                        <a:pt x="203454" y="191834"/>
                      </a:cubicBezTo>
                      <a:cubicBezTo>
                        <a:pt x="205835" y="191834"/>
                        <a:pt x="208121" y="191643"/>
                        <a:pt x="210312" y="191262"/>
                      </a:cubicBezTo>
                      <a:close/>
                      <a:moveTo>
                        <a:pt x="80867" y="102013"/>
                      </a:moveTo>
                      <a:lnTo>
                        <a:pt x="80867" y="104394"/>
                      </a:lnTo>
                      <a:lnTo>
                        <a:pt x="77629" y="100870"/>
                      </a:lnTo>
                      <a:cubicBezTo>
                        <a:pt x="78391" y="100870"/>
                        <a:pt x="79534" y="101251"/>
                        <a:pt x="80867" y="102013"/>
                      </a:cubicBezTo>
                      <a:close/>
                      <a:moveTo>
                        <a:pt x="84487" y="112014"/>
                      </a:moveTo>
                      <a:cubicBezTo>
                        <a:pt x="84296" y="112585"/>
                        <a:pt x="84201" y="112585"/>
                        <a:pt x="84201" y="112014"/>
                      </a:cubicBezTo>
                      <a:lnTo>
                        <a:pt x="84487" y="112014"/>
                      </a:lnTo>
                      <a:close/>
                      <a:moveTo>
                        <a:pt x="87725" y="178117"/>
                      </a:moveTo>
                      <a:lnTo>
                        <a:pt x="85630" y="175736"/>
                      </a:lnTo>
                      <a:lnTo>
                        <a:pt x="89249" y="172498"/>
                      </a:lnTo>
                      <a:lnTo>
                        <a:pt x="86582" y="172498"/>
                      </a:lnTo>
                      <a:lnTo>
                        <a:pt x="87725" y="168688"/>
                      </a:lnTo>
                      <a:lnTo>
                        <a:pt x="84106" y="174593"/>
                      </a:lnTo>
                      <a:lnTo>
                        <a:pt x="85249" y="177260"/>
                      </a:lnTo>
                      <a:cubicBezTo>
                        <a:pt x="85630" y="178213"/>
                        <a:pt x="86487" y="178499"/>
                        <a:pt x="87630" y="178117"/>
                      </a:cubicBezTo>
                      <a:close/>
                      <a:moveTo>
                        <a:pt x="95821" y="184023"/>
                      </a:moveTo>
                      <a:lnTo>
                        <a:pt x="100584" y="182499"/>
                      </a:lnTo>
                      <a:lnTo>
                        <a:pt x="97346" y="182499"/>
                      </a:lnTo>
                      <a:lnTo>
                        <a:pt x="95821" y="184023"/>
                      </a:lnTo>
                      <a:close/>
                      <a:moveTo>
                        <a:pt x="110776" y="123539"/>
                      </a:moveTo>
                      <a:lnTo>
                        <a:pt x="114681" y="121444"/>
                      </a:lnTo>
                      <a:lnTo>
                        <a:pt x="112300" y="121444"/>
                      </a:lnTo>
                      <a:lnTo>
                        <a:pt x="110871" y="123539"/>
                      </a:lnTo>
                      <a:close/>
                      <a:moveTo>
                        <a:pt x="114681" y="85058"/>
                      </a:moveTo>
                      <a:lnTo>
                        <a:pt x="115538" y="81820"/>
                      </a:lnTo>
                      <a:lnTo>
                        <a:pt x="112204" y="80296"/>
                      </a:lnTo>
                      <a:lnTo>
                        <a:pt x="114586" y="84963"/>
                      </a:lnTo>
                      <a:close/>
                      <a:moveTo>
                        <a:pt x="155924" y="56007"/>
                      </a:moveTo>
                      <a:lnTo>
                        <a:pt x="155924" y="60198"/>
                      </a:lnTo>
                      <a:lnTo>
                        <a:pt x="155067" y="60198"/>
                      </a:lnTo>
                      <a:lnTo>
                        <a:pt x="155067" y="56007"/>
                      </a:lnTo>
                      <a:lnTo>
                        <a:pt x="155924" y="56007"/>
                      </a:lnTo>
                      <a:close/>
                      <a:moveTo>
                        <a:pt x="212503" y="201930"/>
                      </a:moveTo>
                      <a:lnTo>
                        <a:pt x="212503" y="198692"/>
                      </a:lnTo>
                      <a:lnTo>
                        <a:pt x="211264" y="196310"/>
                      </a:lnTo>
                      <a:lnTo>
                        <a:pt x="212503" y="201930"/>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 name="Google Shape;782;p99"/>
                <p:cNvSpPr/>
                <p:nvPr/>
              </p:nvSpPr>
              <p:spPr>
                <a:xfrm>
                  <a:off x="6094475" y="2435161"/>
                  <a:ext cx="176593" cy="236124"/>
                </a:xfrm>
                <a:custGeom>
                  <a:avLst/>
                  <a:gdLst/>
                  <a:ahLst/>
                  <a:cxnLst/>
                  <a:rect l="l" t="t" r="r" b="b"/>
                  <a:pathLst>
                    <a:path w="176593" h="236124" extrusionOk="0">
                      <a:moveTo>
                        <a:pt x="171164" y="381"/>
                      </a:moveTo>
                      <a:cubicBezTo>
                        <a:pt x="170974" y="2286"/>
                        <a:pt x="171736" y="4286"/>
                        <a:pt x="173736" y="6287"/>
                      </a:cubicBezTo>
                      <a:cubicBezTo>
                        <a:pt x="175641" y="8192"/>
                        <a:pt x="176594" y="9620"/>
                        <a:pt x="176594" y="10382"/>
                      </a:cubicBezTo>
                      <a:cubicBezTo>
                        <a:pt x="176594" y="11525"/>
                        <a:pt x="175070" y="13144"/>
                        <a:pt x="172117" y="15050"/>
                      </a:cubicBezTo>
                      <a:cubicBezTo>
                        <a:pt x="172498" y="15812"/>
                        <a:pt x="172688" y="16669"/>
                        <a:pt x="172688" y="17717"/>
                      </a:cubicBezTo>
                      <a:cubicBezTo>
                        <a:pt x="172688" y="20288"/>
                        <a:pt x="170307" y="23908"/>
                        <a:pt x="165545" y="28575"/>
                      </a:cubicBezTo>
                      <a:lnTo>
                        <a:pt x="167926" y="30956"/>
                      </a:lnTo>
                      <a:cubicBezTo>
                        <a:pt x="160782" y="38957"/>
                        <a:pt x="157163" y="45339"/>
                        <a:pt x="157163" y="50006"/>
                      </a:cubicBezTo>
                      <a:cubicBezTo>
                        <a:pt x="155353" y="52959"/>
                        <a:pt x="152686" y="54197"/>
                        <a:pt x="149066" y="53816"/>
                      </a:cubicBezTo>
                      <a:cubicBezTo>
                        <a:pt x="149257" y="54578"/>
                        <a:pt x="149352" y="51244"/>
                        <a:pt x="149352" y="43815"/>
                      </a:cubicBezTo>
                      <a:cubicBezTo>
                        <a:pt x="149352" y="40481"/>
                        <a:pt x="147828" y="38767"/>
                        <a:pt x="144589" y="38576"/>
                      </a:cubicBezTo>
                      <a:lnTo>
                        <a:pt x="144589" y="47911"/>
                      </a:lnTo>
                      <a:cubicBezTo>
                        <a:pt x="144018" y="47720"/>
                        <a:pt x="143161" y="48101"/>
                        <a:pt x="142208" y="49054"/>
                      </a:cubicBezTo>
                      <a:cubicBezTo>
                        <a:pt x="142208" y="50197"/>
                        <a:pt x="142399" y="50863"/>
                        <a:pt x="142875" y="50863"/>
                      </a:cubicBezTo>
                      <a:cubicBezTo>
                        <a:pt x="143065" y="50863"/>
                        <a:pt x="143351" y="50768"/>
                        <a:pt x="143923" y="50578"/>
                      </a:cubicBezTo>
                      <a:cubicBezTo>
                        <a:pt x="144399" y="50387"/>
                        <a:pt x="144685" y="50292"/>
                        <a:pt x="144971" y="50292"/>
                      </a:cubicBezTo>
                      <a:cubicBezTo>
                        <a:pt x="145352" y="50292"/>
                        <a:pt x="145637" y="50673"/>
                        <a:pt x="145923" y="51435"/>
                      </a:cubicBezTo>
                      <a:lnTo>
                        <a:pt x="139065" y="54673"/>
                      </a:lnTo>
                      <a:lnTo>
                        <a:pt x="136684" y="51435"/>
                      </a:lnTo>
                      <a:lnTo>
                        <a:pt x="133445" y="55531"/>
                      </a:lnTo>
                      <a:cubicBezTo>
                        <a:pt x="133445" y="55531"/>
                        <a:pt x="133731" y="54864"/>
                        <a:pt x="133731" y="54673"/>
                      </a:cubicBezTo>
                      <a:cubicBezTo>
                        <a:pt x="133731" y="53912"/>
                        <a:pt x="133255" y="53340"/>
                        <a:pt x="132302" y="53054"/>
                      </a:cubicBezTo>
                      <a:cubicBezTo>
                        <a:pt x="131350" y="52768"/>
                        <a:pt x="130873" y="52483"/>
                        <a:pt x="131064" y="52292"/>
                      </a:cubicBezTo>
                      <a:cubicBezTo>
                        <a:pt x="134017" y="51149"/>
                        <a:pt x="136208" y="49625"/>
                        <a:pt x="137636" y="47911"/>
                      </a:cubicBezTo>
                      <a:cubicBezTo>
                        <a:pt x="137255" y="46768"/>
                        <a:pt x="136493" y="46387"/>
                        <a:pt x="135255" y="46768"/>
                      </a:cubicBezTo>
                      <a:lnTo>
                        <a:pt x="133445" y="49149"/>
                      </a:lnTo>
                      <a:cubicBezTo>
                        <a:pt x="132397" y="48577"/>
                        <a:pt x="131921" y="47815"/>
                        <a:pt x="131921" y="46768"/>
                      </a:cubicBezTo>
                      <a:cubicBezTo>
                        <a:pt x="133350" y="46196"/>
                        <a:pt x="134017" y="45434"/>
                        <a:pt x="134017" y="44387"/>
                      </a:cubicBezTo>
                      <a:cubicBezTo>
                        <a:pt x="134017" y="43815"/>
                        <a:pt x="133445" y="42767"/>
                        <a:pt x="132397" y="41148"/>
                      </a:cubicBezTo>
                      <a:cubicBezTo>
                        <a:pt x="131254" y="39529"/>
                        <a:pt x="130873" y="38386"/>
                        <a:pt x="131064" y="37624"/>
                      </a:cubicBezTo>
                      <a:cubicBezTo>
                        <a:pt x="130302" y="37433"/>
                        <a:pt x="129635" y="37624"/>
                        <a:pt x="128969" y="38195"/>
                      </a:cubicBezTo>
                      <a:cubicBezTo>
                        <a:pt x="128397" y="38767"/>
                        <a:pt x="127826" y="39338"/>
                        <a:pt x="127540" y="39910"/>
                      </a:cubicBezTo>
                      <a:cubicBezTo>
                        <a:pt x="127063" y="40862"/>
                        <a:pt x="127826" y="42291"/>
                        <a:pt x="129635" y="44005"/>
                      </a:cubicBezTo>
                      <a:lnTo>
                        <a:pt x="128683" y="44005"/>
                      </a:lnTo>
                      <a:cubicBezTo>
                        <a:pt x="128492" y="44577"/>
                        <a:pt x="128397" y="46863"/>
                        <a:pt x="128397" y="50768"/>
                      </a:cubicBezTo>
                      <a:cubicBezTo>
                        <a:pt x="128588" y="53721"/>
                        <a:pt x="127826" y="55721"/>
                        <a:pt x="126302" y="56864"/>
                      </a:cubicBezTo>
                      <a:cubicBezTo>
                        <a:pt x="127063" y="56864"/>
                        <a:pt x="128206" y="57531"/>
                        <a:pt x="129540" y="58960"/>
                      </a:cubicBezTo>
                      <a:cubicBezTo>
                        <a:pt x="130969" y="60388"/>
                        <a:pt x="132207" y="60769"/>
                        <a:pt x="133445" y="60103"/>
                      </a:cubicBezTo>
                      <a:lnTo>
                        <a:pt x="135255" y="57721"/>
                      </a:lnTo>
                      <a:cubicBezTo>
                        <a:pt x="134493" y="58674"/>
                        <a:pt x="134398" y="59722"/>
                        <a:pt x="134969" y="60674"/>
                      </a:cubicBezTo>
                      <a:cubicBezTo>
                        <a:pt x="135541" y="61722"/>
                        <a:pt x="136112" y="62484"/>
                        <a:pt x="136779" y="63341"/>
                      </a:cubicBezTo>
                      <a:cubicBezTo>
                        <a:pt x="137922" y="63532"/>
                        <a:pt x="138875" y="62770"/>
                        <a:pt x="139446" y="60960"/>
                      </a:cubicBezTo>
                      <a:cubicBezTo>
                        <a:pt x="140018" y="59246"/>
                        <a:pt x="141065" y="58674"/>
                        <a:pt x="142494" y="59246"/>
                      </a:cubicBezTo>
                      <a:cubicBezTo>
                        <a:pt x="142685" y="60008"/>
                        <a:pt x="143542" y="60388"/>
                        <a:pt x="145161" y="60388"/>
                      </a:cubicBezTo>
                      <a:cubicBezTo>
                        <a:pt x="145733" y="60388"/>
                        <a:pt x="146495" y="60388"/>
                        <a:pt x="147542" y="60103"/>
                      </a:cubicBezTo>
                      <a:lnTo>
                        <a:pt x="149923" y="60103"/>
                      </a:lnTo>
                      <a:cubicBezTo>
                        <a:pt x="151924" y="60103"/>
                        <a:pt x="152971" y="60579"/>
                        <a:pt x="152971" y="61531"/>
                      </a:cubicBezTo>
                      <a:cubicBezTo>
                        <a:pt x="152971" y="62293"/>
                        <a:pt x="152590" y="63437"/>
                        <a:pt x="151733" y="64770"/>
                      </a:cubicBezTo>
                      <a:lnTo>
                        <a:pt x="148495" y="60960"/>
                      </a:lnTo>
                      <a:cubicBezTo>
                        <a:pt x="149257" y="62198"/>
                        <a:pt x="149638" y="63532"/>
                        <a:pt x="149638" y="65056"/>
                      </a:cubicBezTo>
                      <a:cubicBezTo>
                        <a:pt x="149638" y="68580"/>
                        <a:pt x="147256" y="72866"/>
                        <a:pt x="142494" y="78010"/>
                      </a:cubicBezTo>
                      <a:lnTo>
                        <a:pt x="139160" y="77152"/>
                      </a:lnTo>
                      <a:cubicBezTo>
                        <a:pt x="138970" y="77914"/>
                        <a:pt x="138494" y="79534"/>
                        <a:pt x="137731" y="81820"/>
                      </a:cubicBezTo>
                      <a:cubicBezTo>
                        <a:pt x="137065" y="84201"/>
                        <a:pt x="136684" y="85915"/>
                        <a:pt x="136684" y="87058"/>
                      </a:cubicBezTo>
                      <a:cubicBezTo>
                        <a:pt x="136684" y="88487"/>
                        <a:pt x="136970" y="89725"/>
                        <a:pt x="137541" y="90868"/>
                      </a:cubicBezTo>
                      <a:cubicBezTo>
                        <a:pt x="136779" y="90868"/>
                        <a:pt x="135636" y="90106"/>
                        <a:pt x="134303" y="88487"/>
                      </a:cubicBezTo>
                      <a:cubicBezTo>
                        <a:pt x="132874" y="86963"/>
                        <a:pt x="131731" y="86201"/>
                        <a:pt x="130969" y="86201"/>
                      </a:cubicBezTo>
                      <a:cubicBezTo>
                        <a:pt x="130207" y="86201"/>
                        <a:pt x="129350" y="86963"/>
                        <a:pt x="128588" y="88487"/>
                      </a:cubicBezTo>
                      <a:cubicBezTo>
                        <a:pt x="129350" y="90297"/>
                        <a:pt x="129730" y="92107"/>
                        <a:pt x="129730" y="94107"/>
                      </a:cubicBezTo>
                      <a:cubicBezTo>
                        <a:pt x="129730" y="96298"/>
                        <a:pt x="129064" y="99536"/>
                        <a:pt x="127730" y="103822"/>
                      </a:cubicBezTo>
                      <a:cubicBezTo>
                        <a:pt x="126302" y="108204"/>
                        <a:pt x="125825" y="111347"/>
                        <a:pt x="126302" y="113538"/>
                      </a:cubicBezTo>
                      <a:cubicBezTo>
                        <a:pt x="125539" y="112967"/>
                        <a:pt x="124682" y="112681"/>
                        <a:pt x="123920" y="112681"/>
                      </a:cubicBezTo>
                      <a:cubicBezTo>
                        <a:pt x="122968" y="112681"/>
                        <a:pt x="121539" y="113062"/>
                        <a:pt x="119729" y="113824"/>
                      </a:cubicBezTo>
                      <a:cubicBezTo>
                        <a:pt x="117920" y="114586"/>
                        <a:pt x="116491" y="114967"/>
                        <a:pt x="115538" y="114967"/>
                      </a:cubicBezTo>
                      <a:cubicBezTo>
                        <a:pt x="114967" y="114967"/>
                        <a:pt x="114300" y="114776"/>
                        <a:pt x="113729" y="114395"/>
                      </a:cubicBezTo>
                      <a:cubicBezTo>
                        <a:pt x="113729" y="115348"/>
                        <a:pt x="114776" y="117348"/>
                        <a:pt x="116872" y="120110"/>
                      </a:cubicBezTo>
                      <a:cubicBezTo>
                        <a:pt x="118967" y="122872"/>
                        <a:pt x="120015" y="125158"/>
                        <a:pt x="120015" y="126683"/>
                      </a:cubicBezTo>
                      <a:cubicBezTo>
                        <a:pt x="120015" y="128111"/>
                        <a:pt x="119539" y="129350"/>
                        <a:pt x="118491" y="130492"/>
                      </a:cubicBezTo>
                      <a:lnTo>
                        <a:pt x="113729" y="134874"/>
                      </a:lnTo>
                      <a:cubicBezTo>
                        <a:pt x="114776" y="148780"/>
                        <a:pt x="115253" y="164116"/>
                        <a:pt x="115253" y="180975"/>
                      </a:cubicBezTo>
                      <a:cubicBezTo>
                        <a:pt x="115253" y="197834"/>
                        <a:pt x="114776" y="213836"/>
                        <a:pt x="113729" y="228790"/>
                      </a:cubicBezTo>
                      <a:cubicBezTo>
                        <a:pt x="109347" y="233648"/>
                        <a:pt x="102775" y="236125"/>
                        <a:pt x="93917" y="236125"/>
                      </a:cubicBezTo>
                      <a:cubicBezTo>
                        <a:pt x="91154" y="236125"/>
                        <a:pt x="86963" y="235839"/>
                        <a:pt x="81534" y="235267"/>
                      </a:cubicBezTo>
                      <a:cubicBezTo>
                        <a:pt x="76105" y="234696"/>
                        <a:pt x="72104" y="234410"/>
                        <a:pt x="69723" y="234410"/>
                      </a:cubicBezTo>
                      <a:cubicBezTo>
                        <a:pt x="66104" y="233077"/>
                        <a:pt x="63913" y="230124"/>
                        <a:pt x="63151" y="225647"/>
                      </a:cubicBezTo>
                      <a:cubicBezTo>
                        <a:pt x="62579" y="221933"/>
                        <a:pt x="62103" y="218122"/>
                        <a:pt x="61627" y="214217"/>
                      </a:cubicBezTo>
                      <a:cubicBezTo>
                        <a:pt x="62770" y="210693"/>
                        <a:pt x="63151" y="205073"/>
                        <a:pt x="62675" y="197358"/>
                      </a:cubicBezTo>
                      <a:cubicBezTo>
                        <a:pt x="62198" y="189643"/>
                        <a:pt x="62675" y="183928"/>
                        <a:pt x="64008" y="180213"/>
                      </a:cubicBezTo>
                      <a:cubicBezTo>
                        <a:pt x="65151" y="181737"/>
                        <a:pt x="66485" y="182594"/>
                        <a:pt x="67913" y="182594"/>
                      </a:cubicBezTo>
                      <a:cubicBezTo>
                        <a:pt x="68294" y="182594"/>
                        <a:pt x="69723" y="182023"/>
                        <a:pt x="72104" y="180784"/>
                      </a:cubicBezTo>
                      <a:cubicBezTo>
                        <a:pt x="73723" y="180022"/>
                        <a:pt x="75247" y="180308"/>
                        <a:pt x="76676" y="181642"/>
                      </a:cubicBezTo>
                      <a:lnTo>
                        <a:pt x="73057" y="177832"/>
                      </a:lnTo>
                      <a:lnTo>
                        <a:pt x="75724" y="176117"/>
                      </a:lnTo>
                      <a:lnTo>
                        <a:pt x="72104" y="172307"/>
                      </a:lnTo>
                      <a:lnTo>
                        <a:pt x="75724" y="173736"/>
                      </a:lnTo>
                      <a:lnTo>
                        <a:pt x="75724" y="167830"/>
                      </a:lnTo>
                      <a:lnTo>
                        <a:pt x="68866" y="167830"/>
                      </a:lnTo>
                      <a:cubicBezTo>
                        <a:pt x="71438" y="166211"/>
                        <a:pt x="73057" y="165544"/>
                        <a:pt x="73628" y="165544"/>
                      </a:cubicBezTo>
                      <a:cubicBezTo>
                        <a:pt x="75247" y="165544"/>
                        <a:pt x="76771" y="166688"/>
                        <a:pt x="78105" y="169069"/>
                      </a:cubicBezTo>
                      <a:cubicBezTo>
                        <a:pt x="78677" y="168878"/>
                        <a:pt x="78962" y="168307"/>
                        <a:pt x="78962" y="167259"/>
                      </a:cubicBezTo>
                      <a:cubicBezTo>
                        <a:pt x="78772" y="165925"/>
                        <a:pt x="78772" y="165068"/>
                        <a:pt x="78962" y="164592"/>
                      </a:cubicBezTo>
                      <a:lnTo>
                        <a:pt x="84582" y="165449"/>
                      </a:lnTo>
                      <a:cubicBezTo>
                        <a:pt x="84963" y="162687"/>
                        <a:pt x="85058" y="161258"/>
                        <a:pt x="84868" y="161068"/>
                      </a:cubicBezTo>
                      <a:cubicBezTo>
                        <a:pt x="84677" y="160877"/>
                        <a:pt x="85344" y="160496"/>
                        <a:pt x="86963" y="159925"/>
                      </a:cubicBezTo>
                      <a:cubicBezTo>
                        <a:pt x="83820" y="155258"/>
                        <a:pt x="79629" y="154210"/>
                        <a:pt x="74581" y="156972"/>
                      </a:cubicBezTo>
                      <a:cubicBezTo>
                        <a:pt x="69533" y="159734"/>
                        <a:pt x="65437" y="159163"/>
                        <a:pt x="62484" y="155258"/>
                      </a:cubicBezTo>
                      <a:cubicBezTo>
                        <a:pt x="62484" y="145256"/>
                        <a:pt x="62960" y="138113"/>
                        <a:pt x="64008" y="133826"/>
                      </a:cubicBezTo>
                      <a:cubicBezTo>
                        <a:pt x="59246" y="134017"/>
                        <a:pt x="56674" y="130588"/>
                        <a:pt x="56293" y="123444"/>
                      </a:cubicBezTo>
                      <a:cubicBezTo>
                        <a:pt x="55817" y="116300"/>
                        <a:pt x="53435" y="112204"/>
                        <a:pt x="49054" y="111252"/>
                      </a:cubicBezTo>
                      <a:cubicBezTo>
                        <a:pt x="39910" y="90868"/>
                        <a:pt x="25622" y="60960"/>
                        <a:pt x="6287" y="21431"/>
                      </a:cubicBezTo>
                      <a:cubicBezTo>
                        <a:pt x="6001" y="20860"/>
                        <a:pt x="6287" y="20193"/>
                        <a:pt x="7239" y="19621"/>
                      </a:cubicBezTo>
                      <a:cubicBezTo>
                        <a:pt x="8001" y="19050"/>
                        <a:pt x="8477" y="18574"/>
                        <a:pt x="8668" y="18193"/>
                      </a:cubicBezTo>
                      <a:cubicBezTo>
                        <a:pt x="6858" y="16859"/>
                        <a:pt x="4953" y="15335"/>
                        <a:pt x="2953" y="13621"/>
                      </a:cubicBezTo>
                      <a:cubicBezTo>
                        <a:pt x="953" y="11906"/>
                        <a:pt x="0" y="10096"/>
                        <a:pt x="0" y="8192"/>
                      </a:cubicBezTo>
                      <a:cubicBezTo>
                        <a:pt x="0" y="7048"/>
                        <a:pt x="476" y="5715"/>
                        <a:pt x="1429" y="4381"/>
                      </a:cubicBezTo>
                      <a:cubicBezTo>
                        <a:pt x="6477" y="1429"/>
                        <a:pt x="12954" y="0"/>
                        <a:pt x="21146" y="0"/>
                      </a:cubicBezTo>
                      <a:cubicBezTo>
                        <a:pt x="24003" y="0"/>
                        <a:pt x="28004" y="190"/>
                        <a:pt x="33147" y="571"/>
                      </a:cubicBezTo>
                      <a:cubicBezTo>
                        <a:pt x="38386" y="952"/>
                        <a:pt x="42005" y="1143"/>
                        <a:pt x="44196" y="1143"/>
                      </a:cubicBezTo>
                      <a:lnTo>
                        <a:pt x="47530" y="1143"/>
                      </a:lnTo>
                      <a:cubicBezTo>
                        <a:pt x="51911" y="3905"/>
                        <a:pt x="55436" y="8763"/>
                        <a:pt x="58103" y="15812"/>
                      </a:cubicBezTo>
                      <a:cubicBezTo>
                        <a:pt x="60865" y="22860"/>
                        <a:pt x="63818" y="27432"/>
                        <a:pt x="67246" y="29623"/>
                      </a:cubicBezTo>
                      <a:cubicBezTo>
                        <a:pt x="66675" y="33909"/>
                        <a:pt x="67723" y="38671"/>
                        <a:pt x="70485" y="44005"/>
                      </a:cubicBezTo>
                      <a:cubicBezTo>
                        <a:pt x="72485" y="47720"/>
                        <a:pt x="74486" y="51530"/>
                        <a:pt x="76486" y="55435"/>
                      </a:cubicBezTo>
                      <a:cubicBezTo>
                        <a:pt x="75438" y="59912"/>
                        <a:pt x="76486" y="62293"/>
                        <a:pt x="79724" y="62484"/>
                      </a:cubicBezTo>
                      <a:cubicBezTo>
                        <a:pt x="79343" y="64294"/>
                        <a:pt x="80486" y="66389"/>
                        <a:pt x="83153" y="68961"/>
                      </a:cubicBezTo>
                      <a:cubicBezTo>
                        <a:pt x="85915" y="71533"/>
                        <a:pt x="87439" y="73438"/>
                        <a:pt x="87725" y="74867"/>
                      </a:cubicBezTo>
                      <a:cubicBezTo>
                        <a:pt x="96964" y="67056"/>
                        <a:pt x="103251" y="55435"/>
                        <a:pt x="106585" y="39910"/>
                      </a:cubicBezTo>
                      <a:cubicBezTo>
                        <a:pt x="113538" y="29337"/>
                        <a:pt x="118015" y="19907"/>
                        <a:pt x="120015" y="11430"/>
                      </a:cubicBezTo>
                      <a:cubicBezTo>
                        <a:pt x="124587" y="3810"/>
                        <a:pt x="133636" y="0"/>
                        <a:pt x="147256" y="0"/>
                      </a:cubicBezTo>
                      <a:cubicBezTo>
                        <a:pt x="165068" y="0"/>
                        <a:pt x="172974" y="95"/>
                        <a:pt x="171164" y="286"/>
                      </a:cubicBezTo>
                      <a:close/>
                      <a:moveTo>
                        <a:pt x="68580" y="168021"/>
                      </a:moveTo>
                      <a:cubicBezTo>
                        <a:pt x="66389" y="170021"/>
                        <a:pt x="64294" y="170021"/>
                        <a:pt x="62294" y="168021"/>
                      </a:cubicBezTo>
                      <a:lnTo>
                        <a:pt x="68580" y="168021"/>
                      </a:lnTo>
                      <a:close/>
                      <a:moveTo>
                        <a:pt x="78772" y="172402"/>
                      </a:moveTo>
                      <a:lnTo>
                        <a:pt x="85344" y="172402"/>
                      </a:lnTo>
                      <a:lnTo>
                        <a:pt x="78772" y="171545"/>
                      </a:lnTo>
                      <a:lnTo>
                        <a:pt x="78772" y="172402"/>
                      </a:lnTo>
                      <a:close/>
                      <a:moveTo>
                        <a:pt x="86773" y="163259"/>
                      </a:moveTo>
                      <a:lnTo>
                        <a:pt x="90106" y="162401"/>
                      </a:lnTo>
                      <a:lnTo>
                        <a:pt x="86773" y="162401"/>
                      </a:lnTo>
                      <a:lnTo>
                        <a:pt x="86773" y="163259"/>
                      </a:lnTo>
                      <a:close/>
                      <a:moveTo>
                        <a:pt x="96012" y="145351"/>
                      </a:moveTo>
                      <a:cubicBezTo>
                        <a:pt x="97060" y="144589"/>
                        <a:pt x="97346" y="143256"/>
                        <a:pt x="96964" y="141542"/>
                      </a:cubicBezTo>
                      <a:cubicBezTo>
                        <a:pt x="96584" y="140017"/>
                        <a:pt x="96012" y="138970"/>
                        <a:pt x="95155" y="138303"/>
                      </a:cubicBezTo>
                      <a:lnTo>
                        <a:pt x="95155" y="146209"/>
                      </a:lnTo>
                      <a:lnTo>
                        <a:pt x="96012" y="145351"/>
                      </a:lnTo>
                      <a:close/>
                      <a:moveTo>
                        <a:pt x="131636" y="61055"/>
                      </a:moveTo>
                      <a:lnTo>
                        <a:pt x="130683" y="63437"/>
                      </a:lnTo>
                      <a:cubicBezTo>
                        <a:pt x="132112" y="65437"/>
                        <a:pt x="133160" y="66199"/>
                        <a:pt x="134017" y="65818"/>
                      </a:cubicBezTo>
                      <a:cubicBezTo>
                        <a:pt x="133826" y="64579"/>
                        <a:pt x="132969" y="63055"/>
                        <a:pt x="131636" y="61055"/>
                      </a:cubicBezTo>
                      <a:close/>
                      <a:moveTo>
                        <a:pt x="136398" y="42291"/>
                      </a:moveTo>
                      <a:lnTo>
                        <a:pt x="138779" y="42291"/>
                      </a:lnTo>
                      <a:cubicBezTo>
                        <a:pt x="137541" y="41148"/>
                        <a:pt x="136779" y="40672"/>
                        <a:pt x="136398" y="40862"/>
                      </a:cubicBezTo>
                      <a:cubicBezTo>
                        <a:pt x="135350" y="42005"/>
                        <a:pt x="134874" y="43053"/>
                        <a:pt x="134874" y="44101"/>
                      </a:cubicBezTo>
                      <a:lnTo>
                        <a:pt x="135160" y="44672"/>
                      </a:lnTo>
                      <a:cubicBezTo>
                        <a:pt x="135160" y="44672"/>
                        <a:pt x="135922" y="43720"/>
                        <a:pt x="136303" y="42291"/>
                      </a:cubicBezTo>
                      <a:close/>
                      <a:moveTo>
                        <a:pt x="139732" y="64960"/>
                      </a:moveTo>
                      <a:cubicBezTo>
                        <a:pt x="137731" y="65151"/>
                        <a:pt x="136779" y="65913"/>
                        <a:pt x="137065" y="67342"/>
                      </a:cubicBezTo>
                      <a:cubicBezTo>
                        <a:pt x="137255" y="69533"/>
                        <a:pt x="137351" y="70675"/>
                        <a:pt x="137351" y="70866"/>
                      </a:cubicBezTo>
                      <a:cubicBezTo>
                        <a:pt x="139732" y="69533"/>
                        <a:pt x="140494" y="67532"/>
                        <a:pt x="139732" y="64960"/>
                      </a:cubicBezTo>
                      <a:close/>
                      <a:moveTo>
                        <a:pt x="137351" y="75819"/>
                      </a:moveTo>
                      <a:lnTo>
                        <a:pt x="139732" y="72580"/>
                      </a:lnTo>
                      <a:lnTo>
                        <a:pt x="137351" y="72580"/>
                      </a:lnTo>
                      <a:lnTo>
                        <a:pt x="137351" y="75819"/>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 name="Google Shape;783;p99"/>
                <p:cNvSpPr/>
                <p:nvPr/>
              </p:nvSpPr>
              <p:spPr>
                <a:xfrm>
                  <a:off x="6281832" y="2435925"/>
                  <a:ext cx="162020" cy="236884"/>
                </a:xfrm>
                <a:custGeom>
                  <a:avLst/>
                  <a:gdLst/>
                  <a:ahLst/>
                  <a:cxnLst/>
                  <a:rect l="l" t="t" r="r" b="b"/>
                  <a:pathLst>
                    <a:path w="162020" h="236884" extrusionOk="0">
                      <a:moveTo>
                        <a:pt x="159639" y="8094"/>
                      </a:moveTo>
                      <a:lnTo>
                        <a:pt x="162020" y="49813"/>
                      </a:lnTo>
                      <a:cubicBezTo>
                        <a:pt x="157067" y="51433"/>
                        <a:pt x="150304" y="51814"/>
                        <a:pt x="141732" y="50956"/>
                      </a:cubicBezTo>
                      <a:cubicBezTo>
                        <a:pt x="131540" y="50004"/>
                        <a:pt x="124873" y="49718"/>
                        <a:pt x="121634" y="50099"/>
                      </a:cubicBezTo>
                      <a:cubicBezTo>
                        <a:pt x="114490" y="51052"/>
                        <a:pt x="108680" y="54385"/>
                        <a:pt x="104299" y="60101"/>
                      </a:cubicBezTo>
                      <a:cubicBezTo>
                        <a:pt x="104680" y="61434"/>
                        <a:pt x="104870" y="62958"/>
                        <a:pt x="104870" y="64482"/>
                      </a:cubicBezTo>
                      <a:cubicBezTo>
                        <a:pt x="104870" y="66006"/>
                        <a:pt x="104584" y="68292"/>
                        <a:pt x="103918" y="71435"/>
                      </a:cubicBezTo>
                      <a:cubicBezTo>
                        <a:pt x="103346" y="74483"/>
                        <a:pt x="103060" y="76769"/>
                        <a:pt x="103060" y="78293"/>
                      </a:cubicBezTo>
                      <a:cubicBezTo>
                        <a:pt x="103060" y="80675"/>
                        <a:pt x="103441" y="82865"/>
                        <a:pt x="104204" y="85056"/>
                      </a:cubicBezTo>
                      <a:cubicBezTo>
                        <a:pt x="104775" y="86199"/>
                        <a:pt x="105061" y="87342"/>
                        <a:pt x="105061" y="88294"/>
                      </a:cubicBezTo>
                      <a:cubicBezTo>
                        <a:pt x="105061" y="89628"/>
                        <a:pt x="104680" y="91247"/>
                        <a:pt x="103822" y="92962"/>
                      </a:cubicBezTo>
                      <a:cubicBezTo>
                        <a:pt x="103060" y="94772"/>
                        <a:pt x="102679" y="96010"/>
                        <a:pt x="102679" y="96772"/>
                      </a:cubicBezTo>
                      <a:cubicBezTo>
                        <a:pt x="102679" y="97915"/>
                        <a:pt x="103156" y="98963"/>
                        <a:pt x="104204" y="100010"/>
                      </a:cubicBezTo>
                      <a:lnTo>
                        <a:pt x="103346" y="113250"/>
                      </a:lnTo>
                      <a:cubicBezTo>
                        <a:pt x="103156" y="111631"/>
                        <a:pt x="102108" y="110678"/>
                        <a:pt x="100108" y="110297"/>
                      </a:cubicBezTo>
                      <a:cubicBezTo>
                        <a:pt x="97250" y="109535"/>
                        <a:pt x="95726" y="109059"/>
                        <a:pt x="95250" y="108868"/>
                      </a:cubicBezTo>
                      <a:cubicBezTo>
                        <a:pt x="94393" y="109440"/>
                        <a:pt x="94202" y="110202"/>
                        <a:pt x="94393" y="111059"/>
                      </a:cubicBezTo>
                      <a:cubicBezTo>
                        <a:pt x="94583" y="111917"/>
                        <a:pt x="94393" y="112774"/>
                        <a:pt x="94012" y="113536"/>
                      </a:cubicBezTo>
                      <a:cubicBezTo>
                        <a:pt x="95250" y="112964"/>
                        <a:pt x="96202" y="112679"/>
                        <a:pt x="96964" y="112679"/>
                      </a:cubicBezTo>
                      <a:cubicBezTo>
                        <a:pt x="98393" y="112679"/>
                        <a:pt x="99441" y="114107"/>
                        <a:pt x="100298" y="117060"/>
                      </a:cubicBezTo>
                      <a:cubicBezTo>
                        <a:pt x="101060" y="120775"/>
                        <a:pt x="101822" y="122965"/>
                        <a:pt x="102394" y="123537"/>
                      </a:cubicBezTo>
                      <a:lnTo>
                        <a:pt x="100870" y="123537"/>
                      </a:lnTo>
                      <a:cubicBezTo>
                        <a:pt x="103251" y="130014"/>
                        <a:pt x="104489" y="138968"/>
                        <a:pt x="104775" y="150493"/>
                      </a:cubicBezTo>
                      <a:cubicBezTo>
                        <a:pt x="104489" y="159922"/>
                        <a:pt x="104489" y="169162"/>
                        <a:pt x="104489" y="178401"/>
                      </a:cubicBezTo>
                      <a:cubicBezTo>
                        <a:pt x="104680" y="183926"/>
                        <a:pt x="105061" y="188783"/>
                        <a:pt x="105632" y="193069"/>
                      </a:cubicBezTo>
                      <a:cubicBezTo>
                        <a:pt x="105918" y="193069"/>
                        <a:pt x="106585" y="193451"/>
                        <a:pt x="107918" y="194213"/>
                      </a:cubicBezTo>
                      <a:cubicBezTo>
                        <a:pt x="109156" y="194975"/>
                        <a:pt x="110299" y="195260"/>
                        <a:pt x="111347" y="194784"/>
                      </a:cubicBezTo>
                      <a:cubicBezTo>
                        <a:pt x="109918" y="197737"/>
                        <a:pt x="108966" y="205261"/>
                        <a:pt x="108680" y="217454"/>
                      </a:cubicBezTo>
                      <a:cubicBezTo>
                        <a:pt x="108395" y="224121"/>
                        <a:pt x="106299" y="228693"/>
                        <a:pt x="102394" y="231265"/>
                      </a:cubicBezTo>
                      <a:cubicBezTo>
                        <a:pt x="102965" y="231646"/>
                        <a:pt x="103251" y="232693"/>
                        <a:pt x="103251" y="234503"/>
                      </a:cubicBezTo>
                      <a:cubicBezTo>
                        <a:pt x="101060" y="234694"/>
                        <a:pt x="94297" y="234694"/>
                        <a:pt x="82963" y="234503"/>
                      </a:cubicBezTo>
                      <a:cubicBezTo>
                        <a:pt x="74581" y="234313"/>
                        <a:pt x="67913" y="235075"/>
                        <a:pt x="62865" y="236884"/>
                      </a:cubicBezTo>
                      <a:cubicBezTo>
                        <a:pt x="58769" y="233360"/>
                        <a:pt x="56674" y="228026"/>
                        <a:pt x="56674" y="220978"/>
                      </a:cubicBezTo>
                      <a:cubicBezTo>
                        <a:pt x="56864" y="214882"/>
                        <a:pt x="56959" y="208881"/>
                        <a:pt x="56959" y="202785"/>
                      </a:cubicBezTo>
                      <a:cubicBezTo>
                        <a:pt x="57912" y="180211"/>
                        <a:pt x="58483" y="156779"/>
                        <a:pt x="58483" y="132300"/>
                      </a:cubicBezTo>
                      <a:cubicBezTo>
                        <a:pt x="58483" y="107821"/>
                        <a:pt x="58007" y="82865"/>
                        <a:pt x="56959" y="56862"/>
                      </a:cubicBezTo>
                      <a:cubicBezTo>
                        <a:pt x="55721" y="52671"/>
                        <a:pt x="52578" y="50671"/>
                        <a:pt x="47339" y="50671"/>
                      </a:cubicBezTo>
                      <a:cubicBezTo>
                        <a:pt x="46291" y="50671"/>
                        <a:pt x="44958" y="50766"/>
                        <a:pt x="43148" y="50956"/>
                      </a:cubicBezTo>
                      <a:lnTo>
                        <a:pt x="39243" y="50956"/>
                      </a:lnTo>
                      <a:cubicBezTo>
                        <a:pt x="36671" y="50956"/>
                        <a:pt x="34576" y="50576"/>
                        <a:pt x="32956" y="49813"/>
                      </a:cubicBezTo>
                      <a:cubicBezTo>
                        <a:pt x="34766" y="50004"/>
                        <a:pt x="28765" y="50099"/>
                        <a:pt x="15049" y="50099"/>
                      </a:cubicBezTo>
                      <a:cubicBezTo>
                        <a:pt x="8858" y="50099"/>
                        <a:pt x="3905" y="48480"/>
                        <a:pt x="0" y="45337"/>
                      </a:cubicBezTo>
                      <a:lnTo>
                        <a:pt x="0" y="4189"/>
                      </a:lnTo>
                      <a:cubicBezTo>
                        <a:pt x="1048" y="5236"/>
                        <a:pt x="2191" y="5713"/>
                        <a:pt x="3620" y="5713"/>
                      </a:cubicBezTo>
                      <a:cubicBezTo>
                        <a:pt x="6001" y="5713"/>
                        <a:pt x="8382" y="4189"/>
                        <a:pt x="10858" y="1046"/>
                      </a:cubicBezTo>
                      <a:cubicBezTo>
                        <a:pt x="22955" y="284"/>
                        <a:pt x="40957" y="188"/>
                        <a:pt x="64770" y="760"/>
                      </a:cubicBezTo>
                      <a:cubicBezTo>
                        <a:pt x="88582" y="1331"/>
                        <a:pt x="106966" y="1141"/>
                        <a:pt x="119634" y="188"/>
                      </a:cubicBezTo>
                      <a:cubicBezTo>
                        <a:pt x="120301" y="1331"/>
                        <a:pt x="121158" y="1903"/>
                        <a:pt x="122301" y="1903"/>
                      </a:cubicBezTo>
                      <a:cubicBezTo>
                        <a:pt x="123063" y="1903"/>
                        <a:pt x="124206" y="1617"/>
                        <a:pt x="125635" y="1046"/>
                      </a:cubicBezTo>
                      <a:cubicBezTo>
                        <a:pt x="127063" y="474"/>
                        <a:pt x="128016" y="188"/>
                        <a:pt x="128588" y="188"/>
                      </a:cubicBezTo>
                      <a:cubicBezTo>
                        <a:pt x="130969" y="1522"/>
                        <a:pt x="137255" y="1522"/>
                        <a:pt x="147352" y="188"/>
                      </a:cubicBezTo>
                      <a:cubicBezTo>
                        <a:pt x="154972" y="-764"/>
                        <a:pt x="158972" y="1903"/>
                        <a:pt x="159353" y="8094"/>
                      </a:cubicBezTo>
                      <a:close/>
                      <a:moveTo>
                        <a:pt x="26003" y="17143"/>
                      </a:moveTo>
                      <a:cubicBezTo>
                        <a:pt x="28004" y="14000"/>
                        <a:pt x="30575" y="12476"/>
                        <a:pt x="33718" y="12476"/>
                      </a:cubicBezTo>
                      <a:cubicBezTo>
                        <a:pt x="34957" y="12476"/>
                        <a:pt x="36862" y="12761"/>
                        <a:pt x="39529" y="13333"/>
                      </a:cubicBezTo>
                      <a:cubicBezTo>
                        <a:pt x="42196" y="13904"/>
                        <a:pt x="44291" y="14190"/>
                        <a:pt x="45910" y="14190"/>
                      </a:cubicBezTo>
                      <a:cubicBezTo>
                        <a:pt x="47530" y="14190"/>
                        <a:pt x="48958" y="14000"/>
                        <a:pt x="50387" y="13618"/>
                      </a:cubicBezTo>
                      <a:lnTo>
                        <a:pt x="45625" y="8951"/>
                      </a:lnTo>
                      <a:cubicBezTo>
                        <a:pt x="43720" y="8951"/>
                        <a:pt x="43053" y="8189"/>
                        <a:pt x="43243" y="6570"/>
                      </a:cubicBezTo>
                      <a:cubicBezTo>
                        <a:pt x="43624" y="4570"/>
                        <a:pt x="43624" y="3522"/>
                        <a:pt x="43243" y="3331"/>
                      </a:cubicBezTo>
                      <a:cubicBezTo>
                        <a:pt x="42672" y="4570"/>
                        <a:pt x="41910" y="5236"/>
                        <a:pt x="41148" y="5427"/>
                      </a:cubicBezTo>
                      <a:cubicBezTo>
                        <a:pt x="40672" y="5236"/>
                        <a:pt x="40196" y="5141"/>
                        <a:pt x="39624" y="5141"/>
                      </a:cubicBezTo>
                      <a:cubicBezTo>
                        <a:pt x="39433" y="5332"/>
                        <a:pt x="39433" y="6284"/>
                        <a:pt x="39624" y="8094"/>
                      </a:cubicBezTo>
                      <a:cubicBezTo>
                        <a:pt x="37243" y="9618"/>
                        <a:pt x="34099" y="10666"/>
                        <a:pt x="30385" y="11047"/>
                      </a:cubicBezTo>
                      <a:cubicBezTo>
                        <a:pt x="25813" y="11428"/>
                        <a:pt x="22765" y="11904"/>
                        <a:pt x="21431" y="12476"/>
                      </a:cubicBezTo>
                      <a:lnTo>
                        <a:pt x="27432" y="12476"/>
                      </a:lnTo>
                      <a:cubicBezTo>
                        <a:pt x="26194" y="14285"/>
                        <a:pt x="25051" y="15428"/>
                        <a:pt x="23813" y="16000"/>
                      </a:cubicBezTo>
                      <a:cubicBezTo>
                        <a:pt x="23622" y="16000"/>
                        <a:pt x="23527" y="15905"/>
                        <a:pt x="23527" y="15714"/>
                      </a:cubicBezTo>
                      <a:cubicBezTo>
                        <a:pt x="23146" y="15905"/>
                        <a:pt x="22670" y="16190"/>
                        <a:pt x="22288" y="16571"/>
                      </a:cubicBezTo>
                      <a:cubicBezTo>
                        <a:pt x="21050" y="16952"/>
                        <a:pt x="20193" y="17143"/>
                        <a:pt x="19621" y="17143"/>
                      </a:cubicBezTo>
                      <a:cubicBezTo>
                        <a:pt x="18859" y="16762"/>
                        <a:pt x="17716" y="16762"/>
                        <a:pt x="16383" y="17143"/>
                      </a:cubicBezTo>
                      <a:cubicBezTo>
                        <a:pt x="12192" y="16762"/>
                        <a:pt x="9334" y="16762"/>
                        <a:pt x="7620" y="17143"/>
                      </a:cubicBezTo>
                      <a:lnTo>
                        <a:pt x="7620" y="15714"/>
                      </a:lnTo>
                      <a:lnTo>
                        <a:pt x="4096" y="19524"/>
                      </a:lnTo>
                      <a:cubicBezTo>
                        <a:pt x="5048" y="19905"/>
                        <a:pt x="6191" y="20096"/>
                        <a:pt x="7334" y="20096"/>
                      </a:cubicBezTo>
                      <a:cubicBezTo>
                        <a:pt x="7810" y="20096"/>
                        <a:pt x="10763" y="19143"/>
                        <a:pt x="16383" y="17143"/>
                      </a:cubicBezTo>
                      <a:lnTo>
                        <a:pt x="19621" y="17143"/>
                      </a:lnTo>
                      <a:cubicBezTo>
                        <a:pt x="20193" y="17524"/>
                        <a:pt x="20764" y="18095"/>
                        <a:pt x="21146" y="18762"/>
                      </a:cubicBezTo>
                      <a:cubicBezTo>
                        <a:pt x="21526" y="19429"/>
                        <a:pt x="21907" y="20286"/>
                        <a:pt x="22384" y="21238"/>
                      </a:cubicBezTo>
                      <a:cubicBezTo>
                        <a:pt x="22193" y="20667"/>
                        <a:pt x="21907" y="20000"/>
                        <a:pt x="21526" y="19143"/>
                      </a:cubicBezTo>
                      <a:cubicBezTo>
                        <a:pt x="21526" y="18000"/>
                        <a:pt x="21812" y="17047"/>
                        <a:pt x="22384" y="16476"/>
                      </a:cubicBezTo>
                      <a:cubicBezTo>
                        <a:pt x="22765" y="16476"/>
                        <a:pt x="23241" y="16285"/>
                        <a:pt x="23908" y="15905"/>
                      </a:cubicBezTo>
                      <a:cubicBezTo>
                        <a:pt x="25337" y="17905"/>
                        <a:pt x="26003" y="19048"/>
                        <a:pt x="26003" y="19429"/>
                      </a:cubicBezTo>
                      <a:lnTo>
                        <a:pt x="34099" y="18000"/>
                      </a:lnTo>
                      <a:lnTo>
                        <a:pt x="26003" y="17143"/>
                      </a:lnTo>
                      <a:close/>
                      <a:moveTo>
                        <a:pt x="20002" y="30668"/>
                      </a:moveTo>
                      <a:lnTo>
                        <a:pt x="24765" y="28287"/>
                      </a:lnTo>
                      <a:lnTo>
                        <a:pt x="22384" y="28287"/>
                      </a:lnTo>
                      <a:lnTo>
                        <a:pt x="20002" y="30668"/>
                      </a:lnTo>
                      <a:close/>
                      <a:moveTo>
                        <a:pt x="57150" y="8094"/>
                      </a:moveTo>
                      <a:lnTo>
                        <a:pt x="60674" y="4284"/>
                      </a:lnTo>
                      <a:cubicBezTo>
                        <a:pt x="59531" y="4093"/>
                        <a:pt x="58007" y="3522"/>
                        <a:pt x="56197" y="2569"/>
                      </a:cubicBezTo>
                      <a:lnTo>
                        <a:pt x="52292" y="8189"/>
                      </a:lnTo>
                      <a:lnTo>
                        <a:pt x="48101" y="5808"/>
                      </a:lnTo>
                      <a:lnTo>
                        <a:pt x="53721" y="11332"/>
                      </a:lnTo>
                      <a:cubicBezTo>
                        <a:pt x="53721" y="7427"/>
                        <a:pt x="54578" y="5046"/>
                        <a:pt x="56197" y="4284"/>
                      </a:cubicBezTo>
                      <a:cubicBezTo>
                        <a:pt x="56769" y="4665"/>
                        <a:pt x="57150" y="5998"/>
                        <a:pt x="57150" y="8094"/>
                      </a:cubicBezTo>
                      <a:close/>
                      <a:moveTo>
                        <a:pt x="68771" y="125823"/>
                      </a:moveTo>
                      <a:cubicBezTo>
                        <a:pt x="72390" y="126204"/>
                        <a:pt x="73914" y="125918"/>
                        <a:pt x="73533" y="124966"/>
                      </a:cubicBezTo>
                      <a:cubicBezTo>
                        <a:pt x="72771" y="124585"/>
                        <a:pt x="71152" y="124966"/>
                        <a:pt x="68771" y="125823"/>
                      </a:cubicBezTo>
                      <a:cubicBezTo>
                        <a:pt x="67723" y="125442"/>
                        <a:pt x="66961" y="125442"/>
                        <a:pt x="66389" y="125823"/>
                      </a:cubicBezTo>
                      <a:cubicBezTo>
                        <a:pt x="67342" y="126204"/>
                        <a:pt x="68104" y="126204"/>
                        <a:pt x="68771" y="125823"/>
                      </a:cubicBezTo>
                      <a:close/>
                      <a:moveTo>
                        <a:pt x="100203" y="121060"/>
                      </a:moveTo>
                      <a:cubicBezTo>
                        <a:pt x="98012" y="119536"/>
                        <a:pt x="94774" y="118679"/>
                        <a:pt x="90678" y="118679"/>
                      </a:cubicBezTo>
                      <a:cubicBezTo>
                        <a:pt x="85725" y="118679"/>
                        <a:pt x="82296" y="118393"/>
                        <a:pt x="80486" y="117822"/>
                      </a:cubicBezTo>
                      <a:lnTo>
                        <a:pt x="88582" y="122489"/>
                      </a:lnTo>
                      <a:cubicBezTo>
                        <a:pt x="87630" y="122870"/>
                        <a:pt x="87154" y="123632"/>
                        <a:pt x="87154" y="124871"/>
                      </a:cubicBezTo>
                      <a:lnTo>
                        <a:pt x="89535" y="124871"/>
                      </a:lnTo>
                      <a:cubicBezTo>
                        <a:pt x="90297" y="125251"/>
                        <a:pt x="90773" y="125632"/>
                        <a:pt x="90773" y="126013"/>
                      </a:cubicBezTo>
                      <a:cubicBezTo>
                        <a:pt x="90773" y="126204"/>
                        <a:pt x="90488" y="126776"/>
                        <a:pt x="89821" y="127823"/>
                      </a:cubicBezTo>
                      <a:cubicBezTo>
                        <a:pt x="89249" y="128776"/>
                        <a:pt x="89154" y="129728"/>
                        <a:pt x="89535" y="130490"/>
                      </a:cubicBezTo>
                      <a:lnTo>
                        <a:pt x="94297" y="130490"/>
                      </a:lnTo>
                      <a:cubicBezTo>
                        <a:pt x="91916" y="128109"/>
                        <a:pt x="90773" y="126490"/>
                        <a:pt x="90773" y="125537"/>
                      </a:cubicBezTo>
                      <a:cubicBezTo>
                        <a:pt x="90773" y="124775"/>
                        <a:pt x="91345" y="124109"/>
                        <a:pt x="92392" y="123632"/>
                      </a:cubicBezTo>
                      <a:cubicBezTo>
                        <a:pt x="93440" y="123156"/>
                        <a:pt x="94774" y="122584"/>
                        <a:pt x="96393" y="122013"/>
                      </a:cubicBezTo>
                      <a:cubicBezTo>
                        <a:pt x="97822" y="121822"/>
                        <a:pt x="99060" y="122299"/>
                        <a:pt x="100298" y="123442"/>
                      </a:cubicBezTo>
                      <a:lnTo>
                        <a:pt x="100298" y="121060"/>
                      </a:lnTo>
                      <a:close/>
                      <a:moveTo>
                        <a:pt x="88582" y="100772"/>
                      </a:moveTo>
                      <a:cubicBezTo>
                        <a:pt x="89725" y="102392"/>
                        <a:pt x="91345" y="103058"/>
                        <a:pt x="93345" y="103058"/>
                      </a:cubicBezTo>
                      <a:cubicBezTo>
                        <a:pt x="96298" y="103058"/>
                        <a:pt x="98870" y="102010"/>
                        <a:pt x="101155" y="99820"/>
                      </a:cubicBezTo>
                      <a:lnTo>
                        <a:pt x="96679" y="98296"/>
                      </a:lnTo>
                      <a:cubicBezTo>
                        <a:pt x="96488" y="100677"/>
                        <a:pt x="96012" y="101820"/>
                        <a:pt x="95155" y="101820"/>
                      </a:cubicBezTo>
                      <a:cubicBezTo>
                        <a:pt x="94964" y="101820"/>
                        <a:pt x="94107" y="101153"/>
                        <a:pt x="92678" y="99725"/>
                      </a:cubicBezTo>
                      <a:cubicBezTo>
                        <a:pt x="91154" y="98391"/>
                        <a:pt x="89821" y="97915"/>
                        <a:pt x="88582" y="98201"/>
                      </a:cubicBezTo>
                      <a:lnTo>
                        <a:pt x="88582" y="100582"/>
                      </a:lnTo>
                      <a:close/>
                      <a:moveTo>
                        <a:pt x="99631" y="128680"/>
                      </a:moveTo>
                      <a:lnTo>
                        <a:pt x="100298" y="128966"/>
                      </a:lnTo>
                      <a:lnTo>
                        <a:pt x="99631" y="128680"/>
                      </a:lnTo>
                      <a:lnTo>
                        <a:pt x="94202" y="124871"/>
                      </a:lnTo>
                      <a:cubicBezTo>
                        <a:pt x="93631" y="126680"/>
                        <a:pt x="94202" y="127728"/>
                        <a:pt x="96012" y="128109"/>
                      </a:cubicBezTo>
                      <a:cubicBezTo>
                        <a:pt x="97250" y="128300"/>
                        <a:pt x="98393" y="128490"/>
                        <a:pt x="99631" y="128680"/>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 name="Google Shape;784;p99"/>
                <p:cNvSpPr/>
                <p:nvPr/>
              </p:nvSpPr>
              <p:spPr>
                <a:xfrm>
                  <a:off x="6457187" y="2433637"/>
                  <a:ext cx="53435" cy="237553"/>
                </a:xfrm>
                <a:custGeom>
                  <a:avLst/>
                  <a:gdLst/>
                  <a:ahLst/>
                  <a:cxnLst/>
                  <a:rect l="l" t="t" r="r" b="b"/>
                  <a:pathLst>
                    <a:path w="53435" h="237553" extrusionOk="0">
                      <a:moveTo>
                        <a:pt x="49816" y="206312"/>
                      </a:moveTo>
                      <a:cubicBezTo>
                        <a:pt x="50006" y="211931"/>
                        <a:pt x="49721" y="215455"/>
                        <a:pt x="48863" y="216884"/>
                      </a:cubicBezTo>
                      <a:cubicBezTo>
                        <a:pt x="50863" y="224885"/>
                        <a:pt x="50387" y="230886"/>
                        <a:pt x="47625" y="234791"/>
                      </a:cubicBezTo>
                      <a:cubicBezTo>
                        <a:pt x="45815" y="235839"/>
                        <a:pt x="43529" y="236315"/>
                        <a:pt x="40767" y="236315"/>
                      </a:cubicBezTo>
                      <a:lnTo>
                        <a:pt x="32099" y="236315"/>
                      </a:lnTo>
                      <a:cubicBezTo>
                        <a:pt x="32099" y="233363"/>
                        <a:pt x="31813" y="231838"/>
                        <a:pt x="31147" y="231648"/>
                      </a:cubicBezTo>
                      <a:cubicBezTo>
                        <a:pt x="31147" y="235553"/>
                        <a:pt x="29623" y="237554"/>
                        <a:pt x="26670" y="237554"/>
                      </a:cubicBezTo>
                      <a:cubicBezTo>
                        <a:pt x="25717" y="237554"/>
                        <a:pt x="24003" y="237268"/>
                        <a:pt x="21622" y="236696"/>
                      </a:cubicBezTo>
                      <a:cubicBezTo>
                        <a:pt x="19240" y="236125"/>
                        <a:pt x="17526" y="235744"/>
                        <a:pt x="16478" y="235744"/>
                      </a:cubicBezTo>
                      <a:cubicBezTo>
                        <a:pt x="15240" y="235744"/>
                        <a:pt x="14383" y="235934"/>
                        <a:pt x="13811" y="236315"/>
                      </a:cubicBezTo>
                      <a:cubicBezTo>
                        <a:pt x="12954" y="235553"/>
                        <a:pt x="12192" y="235172"/>
                        <a:pt x="11430" y="235172"/>
                      </a:cubicBezTo>
                      <a:cubicBezTo>
                        <a:pt x="10858" y="235172"/>
                        <a:pt x="10096" y="235363"/>
                        <a:pt x="9144" y="235649"/>
                      </a:cubicBezTo>
                      <a:cubicBezTo>
                        <a:pt x="8287" y="235934"/>
                        <a:pt x="7620" y="236125"/>
                        <a:pt x="7239" y="236125"/>
                      </a:cubicBezTo>
                      <a:cubicBezTo>
                        <a:pt x="6286" y="236125"/>
                        <a:pt x="5334" y="235744"/>
                        <a:pt x="4477" y="234887"/>
                      </a:cubicBezTo>
                      <a:cubicBezTo>
                        <a:pt x="2572" y="225742"/>
                        <a:pt x="1524" y="215932"/>
                        <a:pt x="1524" y="205645"/>
                      </a:cubicBezTo>
                      <a:cubicBezTo>
                        <a:pt x="1524" y="197453"/>
                        <a:pt x="2476" y="184118"/>
                        <a:pt x="4477" y="165830"/>
                      </a:cubicBezTo>
                      <a:cubicBezTo>
                        <a:pt x="2096" y="152114"/>
                        <a:pt x="1524" y="129730"/>
                        <a:pt x="3048" y="98393"/>
                      </a:cubicBezTo>
                      <a:cubicBezTo>
                        <a:pt x="1048" y="96488"/>
                        <a:pt x="0" y="94869"/>
                        <a:pt x="0" y="93726"/>
                      </a:cubicBezTo>
                      <a:cubicBezTo>
                        <a:pt x="0" y="93154"/>
                        <a:pt x="476" y="92297"/>
                        <a:pt x="1333" y="91250"/>
                      </a:cubicBezTo>
                      <a:cubicBezTo>
                        <a:pt x="2191" y="90107"/>
                        <a:pt x="2667" y="89154"/>
                        <a:pt x="2667" y="88201"/>
                      </a:cubicBezTo>
                      <a:cubicBezTo>
                        <a:pt x="2667" y="87058"/>
                        <a:pt x="2096" y="85534"/>
                        <a:pt x="1143" y="83820"/>
                      </a:cubicBezTo>
                      <a:cubicBezTo>
                        <a:pt x="2286" y="82487"/>
                        <a:pt x="2286" y="78867"/>
                        <a:pt x="1143" y="72962"/>
                      </a:cubicBezTo>
                      <a:cubicBezTo>
                        <a:pt x="95" y="67913"/>
                        <a:pt x="1619" y="64961"/>
                        <a:pt x="5620" y="64199"/>
                      </a:cubicBezTo>
                      <a:lnTo>
                        <a:pt x="1143" y="56864"/>
                      </a:lnTo>
                      <a:cubicBezTo>
                        <a:pt x="2667" y="55912"/>
                        <a:pt x="3524" y="54197"/>
                        <a:pt x="3524" y="51911"/>
                      </a:cubicBezTo>
                      <a:cubicBezTo>
                        <a:pt x="3524" y="50387"/>
                        <a:pt x="3048" y="47625"/>
                        <a:pt x="2096" y="43720"/>
                      </a:cubicBezTo>
                      <a:cubicBezTo>
                        <a:pt x="1048" y="39814"/>
                        <a:pt x="571" y="36862"/>
                        <a:pt x="571" y="34957"/>
                      </a:cubicBezTo>
                      <a:cubicBezTo>
                        <a:pt x="571" y="32195"/>
                        <a:pt x="1238" y="30004"/>
                        <a:pt x="2953" y="28194"/>
                      </a:cubicBezTo>
                      <a:cubicBezTo>
                        <a:pt x="2286" y="21526"/>
                        <a:pt x="2096" y="17717"/>
                        <a:pt x="2096" y="16764"/>
                      </a:cubicBezTo>
                      <a:cubicBezTo>
                        <a:pt x="2096" y="9144"/>
                        <a:pt x="4763" y="4286"/>
                        <a:pt x="10477" y="2096"/>
                      </a:cubicBezTo>
                      <a:lnTo>
                        <a:pt x="15811" y="2096"/>
                      </a:lnTo>
                      <a:cubicBezTo>
                        <a:pt x="17812" y="2096"/>
                        <a:pt x="20955" y="1714"/>
                        <a:pt x="25336" y="1048"/>
                      </a:cubicBezTo>
                      <a:cubicBezTo>
                        <a:pt x="29718" y="381"/>
                        <a:pt x="33052" y="0"/>
                        <a:pt x="35242" y="0"/>
                      </a:cubicBezTo>
                      <a:cubicBezTo>
                        <a:pt x="41338" y="0"/>
                        <a:pt x="45815" y="2476"/>
                        <a:pt x="48673" y="7334"/>
                      </a:cubicBezTo>
                      <a:cubicBezTo>
                        <a:pt x="49054" y="24575"/>
                        <a:pt x="49054" y="50387"/>
                        <a:pt x="48673" y="84868"/>
                      </a:cubicBezTo>
                      <a:cubicBezTo>
                        <a:pt x="48482" y="84677"/>
                        <a:pt x="47530" y="84868"/>
                        <a:pt x="46006" y="85725"/>
                      </a:cubicBezTo>
                      <a:cubicBezTo>
                        <a:pt x="45625" y="87058"/>
                        <a:pt x="46387" y="88392"/>
                        <a:pt x="48196" y="89535"/>
                      </a:cubicBezTo>
                      <a:cubicBezTo>
                        <a:pt x="50101" y="90678"/>
                        <a:pt x="51054" y="91535"/>
                        <a:pt x="51054" y="92202"/>
                      </a:cubicBezTo>
                      <a:cubicBezTo>
                        <a:pt x="51054" y="92964"/>
                        <a:pt x="50197" y="93917"/>
                        <a:pt x="48673" y="94869"/>
                      </a:cubicBezTo>
                      <a:lnTo>
                        <a:pt x="46006" y="97250"/>
                      </a:lnTo>
                      <a:cubicBezTo>
                        <a:pt x="48387" y="100393"/>
                        <a:pt x="49625" y="104108"/>
                        <a:pt x="49625" y="108395"/>
                      </a:cubicBezTo>
                      <a:cubicBezTo>
                        <a:pt x="49625" y="110395"/>
                        <a:pt x="49244" y="113443"/>
                        <a:pt x="48577" y="117634"/>
                      </a:cubicBezTo>
                      <a:cubicBezTo>
                        <a:pt x="47815" y="121825"/>
                        <a:pt x="47530" y="125063"/>
                        <a:pt x="47530" y="127159"/>
                      </a:cubicBezTo>
                      <a:cubicBezTo>
                        <a:pt x="47530" y="129921"/>
                        <a:pt x="47911" y="132397"/>
                        <a:pt x="48768" y="134779"/>
                      </a:cubicBezTo>
                      <a:cubicBezTo>
                        <a:pt x="49149" y="149066"/>
                        <a:pt x="48768" y="169640"/>
                        <a:pt x="47530" y="196405"/>
                      </a:cubicBezTo>
                      <a:cubicBezTo>
                        <a:pt x="47911" y="197167"/>
                        <a:pt x="48768" y="197453"/>
                        <a:pt x="50197" y="197263"/>
                      </a:cubicBezTo>
                      <a:lnTo>
                        <a:pt x="53435" y="197263"/>
                      </a:lnTo>
                      <a:cubicBezTo>
                        <a:pt x="50863" y="198692"/>
                        <a:pt x="49625" y="201739"/>
                        <a:pt x="49625" y="206407"/>
                      </a:cubicBezTo>
                      <a:close/>
                      <a:moveTo>
                        <a:pt x="10573" y="58579"/>
                      </a:moveTo>
                      <a:cubicBezTo>
                        <a:pt x="9906" y="58769"/>
                        <a:pt x="9620" y="59055"/>
                        <a:pt x="9620" y="59436"/>
                      </a:cubicBezTo>
                      <a:cubicBezTo>
                        <a:pt x="9620" y="60198"/>
                        <a:pt x="10192" y="60865"/>
                        <a:pt x="11239" y="61436"/>
                      </a:cubicBezTo>
                      <a:cubicBezTo>
                        <a:pt x="12192" y="62008"/>
                        <a:pt x="13049" y="62103"/>
                        <a:pt x="13906" y="61722"/>
                      </a:cubicBezTo>
                      <a:cubicBezTo>
                        <a:pt x="12954" y="60388"/>
                        <a:pt x="11811" y="59341"/>
                        <a:pt x="10573" y="58483"/>
                      </a:cubicBezTo>
                      <a:close/>
                      <a:moveTo>
                        <a:pt x="11430" y="53626"/>
                      </a:moveTo>
                      <a:lnTo>
                        <a:pt x="14668" y="48958"/>
                      </a:lnTo>
                      <a:lnTo>
                        <a:pt x="10477" y="50483"/>
                      </a:lnTo>
                      <a:cubicBezTo>
                        <a:pt x="11049" y="50673"/>
                        <a:pt x="11334" y="51721"/>
                        <a:pt x="11334" y="53721"/>
                      </a:cubicBezTo>
                      <a:close/>
                      <a:moveTo>
                        <a:pt x="10573" y="211074"/>
                      </a:moveTo>
                      <a:lnTo>
                        <a:pt x="14764" y="211074"/>
                      </a:lnTo>
                      <a:cubicBezTo>
                        <a:pt x="14573" y="210121"/>
                        <a:pt x="13906" y="209645"/>
                        <a:pt x="12668" y="209645"/>
                      </a:cubicBezTo>
                      <a:cubicBezTo>
                        <a:pt x="11430" y="209645"/>
                        <a:pt x="10763" y="210121"/>
                        <a:pt x="10573" y="211074"/>
                      </a:cubicBezTo>
                      <a:close/>
                      <a:moveTo>
                        <a:pt x="45529" y="92774"/>
                      </a:moveTo>
                      <a:cubicBezTo>
                        <a:pt x="44577" y="94297"/>
                        <a:pt x="44767" y="95441"/>
                        <a:pt x="46101" y="96012"/>
                      </a:cubicBezTo>
                      <a:cubicBezTo>
                        <a:pt x="47911" y="94679"/>
                        <a:pt x="48768" y="93440"/>
                        <a:pt x="48768" y="92488"/>
                      </a:cubicBezTo>
                      <a:cubicBezTo>
                        <a:pt x="48768" y="91726"/>
                        <a:pt x="47530" y="90583"/>
                        <a:pt x="45148" y="89154"/>
                      </a:cubicBezTo>
                      <a:cubicBezTo>
                        <a:pt x="42767" y="87725"/>
                        <a:pt x="41624" y="86201"/>
                        <a:pt x="41815" y="84868"/>
                      </a:cubicBezTo>
                      <a:lnTo>
                        <a:pt x="40386" y="85725"/>
                      </a:lnTo>
                      <a:lnTo>
                        <a:pt x="42767" y="88106"/>
                      </a:lnTo>
                      <a:lnTo>
                        <a:pt x="40386" y="90392"/>
                      </a:lnTo>
                      <a:cubicBezTo>
                        <a:pt x="39624" y="89821"/>
                        <a:pt x="38767" y="88678"/>
                        <a:pt x="38005" y="86868"/>
                      </a:cubicBezTo>
                      <a:cubicBezTo>
                        <a:pt x="37147" y="85154"/>
                        <a:pt x="36100" y="84201"/>
                        <a:pt x="34671" y="84201"/>
                      </a:cubicBezTo>
                      <a:cubicBezTo>
                        <a:pt x="34099" y="84201"/>
                        <a:pt x="33147" y="84392"/>
                        <a:pt x="32004" y="84772"/>
                      </a:cubicBezTo>
                      <a:lnTo>
                        <a:pt x="35909" y="88868"/>
                      </a:lnTo>
                      <a:cubicBezTo>
                        <a:pt x="34957" y="90297"/>
                        <a:pt x="33147" y="91250"/>
                        <a:pt x="30861" y="91821"/>
                      </a:cubicBezTo>
                      <a:cubicBezTo>
                        <a:pt x="27622" y="92774"/>
                        <a:pt x="25813" y="93345"/>
                        <a:pt x="25432" y="93631"/>
                      </a:cubicBezTo>
                      <a:cubicBezTo>
                        <a:pt x="33433" y="96012"/>
                        <a:pt x="38100" y="94869"/>
                        <a:pt x="39433" y="90392"/>
                      </a:cubicBezTo>
                      <a:cubicBezTo>
                        <a:pt x="40672" y="92774"/>
                        <a:pt x="41434" y="93821"/>
                        <a:pt x="41815" y="93631"/>
                      </a:cubicBezTo>
                      <a:cubicBezTo>
                        <a:pt x="41624" y="92869"/>
                        <a:pt x="42196" y="91726"/>
                        <a:pt x="43720" y="90392"/>
                      </a:cubicBezTo>
                      <a:cubicBezTo>
                        <a:pt x="45910" y="90392"/>
                        <a:pt x="46482" y="91154"/>
                        <a:pt x="45434" y="92774"/>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 name="Google Shape;785;p99"/>
                <p:cNvSpPr/>
                <p:nvPr/>
              </p:nvSpPr>
              <p:spPr>
                <a:xfrm>
                  <a:off x="6532149" y="2388584"/>
                  <a:ext cx="169735" cy="281844"/>
                </a:xfrm>
                <a:custGeom>
                  <a:avLst/>
                  <a:gdLst/>
                  <a:ahLst/>
                  <a:cxnLst/>
                  <a:rect l="l" t="t" r="r" b="b"/>
                  <a:pathLst>
                    <a:path w="169735" h="281844" extrusionOk="0">
                      <a:moveTo>
                        <a:pt x="161449" y="210217"/>
                      </a:moveTo>
                      <a:cubicBezTo>
                        <a:pt x="166402" y="210598"/>
                        <a:pt x="168878" y="213265"/>
                        <a:pt x="168688" y="218122"/>
                      </a:cubicBezTo>
                      <a:cubicBezTo>
                        <a:pt x="168212" y="225933"/>
                        <a:pt x="168212" y="230124"/>
                        <a:pt x="168402" y="230410"/>
                      </a:cubicBezTo>
                      <a:cubicBezTo>
                        <a:pt x="165925" y="234505"/>
                        <a:pt x="163544" y="238506"/>
                        <a:pt x="161163" y="242506"/>
                      </a:cubicBezTo>
                      <a:cubicBezTo>
                        <a:pt x="158115" y="246888"/>
                        <a:pt x="154781" y="249746"/>
                        <a:pt x="150971" y="251365"/>
                      </a:cubicBezTo>
                      <a:lnTo>
                        <a:pt x="153353" y="253079"/>
                      </a:lnTo>
                      <a:cubicBezTo>
                        <a:pt x="148971" y="256984"/>
                        <a:pt x="144589" y="260890"/>
                        <a:pt x="140208" y="264795"/>
                      </a:cubicBezTo>
                      <a:cubicBezTo>
                        <a:pt x="135064" y="269081"/>
                        <a:pt x="129826" y="270796"/>
                        <a:pt x="124396" y="270034"/>
                      </a:cubicBezTo>
                      <a:cubicBezTo>
                        <a:pt x="122396" y="273939"/>
                        <a:pt x="118586" y="275939"/>
                        <a:pt x="113062" y="275939"/>
                      </a:cubicBezTo>
                      <a:lnTo>
                        <a:pt x="110109" y="275939"/>
                      </a:lnTo>
                      <a:cubicBezTo>
                        <a:pt x="108775" y="275749"/>
                        <a:pt x="107728" y="275654"/>
                        <a:pt x="107061" y="275654"/>
                      </a:cubicBezTo>
                      <a:cubicBezTo>
                        <a:pt x="101251" y="275654"/>
                        <a:pt x="97155" y="277559"/>
                        <a:pt x="94774" y="281273"/>
                      </a:cubicBezTo>
                      <a:cubicBezTo>
                        <a:pt x="91821" y="281654"/>
                        <a:pt x="88678" y="281845"/>
                        <a:pt x="85534" y="281845"/>
                      </a:cubicBezTo>
                      <a:cubicBezTo>
                        <a:pt x="67628" y="281845"/>
                        <a:pt x="49054" y="274892"/>
                        <a:pt x="29908" y="260985"/>
                      </a:cubicBezTo>
                      <a:cubicBezTo>
                        <a:pt x="27908" y="260794"/>
                        <a:pt x="25527" y="259175"/>
                        <a:pt x="22765" y="256222"/>
                      </a:cubicBezTo>
                      <a:cubicBezTo>
                        <a:pt x="20669" y="253936"/>
                        <a:pt x="18669" y="251650"/>
                        <a:pt x="16478" y="249460"/>
                      </a:cubicBezTo>
                      <a:cubicBezTo>
                        <a:pt x="16573" y="246507"/>
                        <a:pt x="14668" y="243745"/>
                        <a:pt x="10573" y="240983"/>
                      </a:cubicBezTo>
                      <a:cubicBezTo>
                        <a:pt x="6477" y="238220"/>
                        <a:pt x="4477" y="235648"/>
                        <a:pt x="4477" y="233077"/>
                      </a:cubicBezTo>
                      <a:cubicBezTo>
                        <a:pt x="4477" y="231743"/>
                        <a:pt x="4858" y="230124"/>
                        <a:pt x="5715" y="228314"/>
                      </a:cubicBezTo>
                      <a:cubicBezTo>
                        <a:pt x="3048" y="225838"/>
                        <a:pt x="1810" y="221647"/>
                        <a:pt x="1810" y="215741"/>
                      </a:cubicBezTo>
                      <a:cubicBezTo>
                        <a:pt x="1810" y="214408"/>
                        <a:pt x="1810" y="212217"/>
                        <a:pt x="2096" y="209169"/>
                      </a:cubicBezTo>
                      <a:cubicBezTo>
                        <a:pt x="2286" y="206121"/>
                        <a:pt x="2381" y="203930"/>
                        <a:pt x="2381" y="202597"/>
                      </a:cubicBezTo>
                      <a:cubicBezTo>
                        <a:pt x="2381" y="197929"/>
                        <a:pt x="1619" y="194405"/>
                        <a:pt x="0" y="192024"/>
                      </a:cubicBezTo>
                      <a:cubicBezTo>
                        <a:pt x="1810" y="188309"/>
                        <a:pt x="2096" y="183166"/>
                        <a:pt x="857" y="176498"/>
                      </a:cubicBezTo>
                      <a:cubicBezTo>
                        <a:pt x="-286" y="169926"/>
                        <a:pt x="190" y="164497"/>
                        <a:pt x="2381" y="160401"/>
                      </a:cubicBezTo>
                      <a:cubicBezTo>
                        <a:pt x="2191" y="153734"/>
                        <a:pt x="2476" y="144304"/>
                        <a:pt x="3238" y="132207"/>
                      </a:cubicBezTo>
                      <a:cubicBezTo>
                        <a:pt x="1810" y="128302"/>
                        <a:pt x="1143" y="124206"/>
                        <a:pt x="1143" y="119825"/>
                      </a:cubicBezTo>
                      <a:cubicBezTo>
                        <a:pt x="1143" y="106966"/>
                        <a:pt x="10192" y="90583"/>
                        <a:pt x="28099" y="70866"/>
                      </a:cubicBezTo>
                      <a:lnTo>
                        <a:pt x="28956" y="72390"/>
                      </a:lnTo>
                      <a:cubicBezTo>
                        <a:pt x="30194" y="71438"/>
                        <a:pt x="31051" y="69723"/>
                        <a:pt x="31718" y="67437"/>
                      </a:cubicBezTo>
                      <a:cubicBezTo>
                        <a:pt x="32290" y="65056"/>
                        <a:pt x="33623" y="63627"/>
                        <a:pt x="35623" y="63055"/>
                      </a:cubicBezTo>
                      <a:lnTo>
                        <a:pt x="40386" y="63055"/>
                      </a:lnTo>
                      <a:lnTo>
                        <a:pt x="40386" y="64484"/>
                      </a:lnTo>
                      <a:cubicBezTo>
                        <a:pt x="40576" y="63722"/>
                        <a:pt x="41815" y="63341"/>
                        <a:pt x="44101" y="63436"/>
                      </a:cubicBezTo>
                      <a:cubicBezTo>
                        <a:pt x="46387" y="63436"/>
                        <a:pt x="47530" y="63246"/>
                        <a:pt x="47530" y="62675"/>
                      </a:cubicBezTo>
                      <a:cubicBezTo>
                        <a:pt x="47530" y="62103"/>
                        <a:pt x="46672" y="61150"/>
                        <a:pt x="45148" y="59722"/>
                      </a:cubicBezTo>
                      <a:cubicBezTo>
                        <a:pt x="47911" y="57626"/>
                        <a:pt x="50673" y="55531"/>
                        <a:pt x="53245" y="53530"/>
                      </a:cubicBezTo>
                      <a:cubicBezTo>
                        <a:pt x="55816" y="51625"/>
                        <a:pt x="59246" y="50578"/>
                        <a:pt x="63437" y="50578"/>
                      </a:cubicBezTo>
                      <a:cubicBezTo>
                        <a:pt x="64008" y="49054"/>
                        <a:pt x="64865" y="48292"/>
                        <a:pt x="66104" y="48292"/>
                      </a:cubicBezTo>
                      <a:cubicBezTo>
                        <a:pt x="66770" y="48292"/>
                        <a:pt x="67818" y="48673"/>
                        <a:pt x="69247" y="49625"/>
                      </a:cubicBezTo>
                      <a:cubicBezTo>
                        <a:pt x="70675" y="50483"/>
                        <a:pt x="71914" y="50863"/>
                        <a:pt x="72676" y="50578"/>
                      </a:cubicBezTo>
                      <a:cubicBezTo>
                        <a:pt x="72295" y="50006"/>
                        <a:pt x="72199" y="49530"/>
                        <a:pt x="72199" y="49149"/>
                      </a:cubicBezTo>
                      <a:cubicBezTo>
                        <a:pt x="72199" y="48196"/>
                        <a:pt x="72962" y="46958"/>
                        <a:pt x="74676" y="45529"/>
                      </a:cubicBezTo>
                      <a:cubicBezTo>
                        <a:pt x="76390" y="44005"/>
                        <a:pt x="77248" y="42958"/>
                        <a:pt x="77248" y="42196"/>
                      </a:cubicBezTo>
                      <a:cubicBezTo>
                        <a:pt x="77248" y="41243"/>
                        <a:pt x="76581" y="40291"/>
                        <a:pt x="75152" y="39529"/>
                      </a:cubicBezTo>
                      <a:cubicBezTo>
                        <a:pt x="75914" y="39529"/>
                        <a:pt x="77057" y="41148"/>
                        <a:pt x="78486" y="44196"/>
                      </a:cubicBezTo>
                      <a:lnTo>
                        <a:pt x="77533" y="45053"/>
                      </a:lnTo>
                      <a:cubicBezTo>
                        <a:pt x="78581" y="46292"/>
                        <a:pt x="80581" y="46292"/>
                        <a:pt x="83820" y="45339"/>
                      </a:cubicBezTo>
                      <a:cubicBezTo>
                        <a:pt x="86392" y="44577"/>
                        <a:pt x="88201" y="45529"/>
                        <a:pt x="89249" y="48292"/>
                      </a:cubicBezTo>
                      <a:cubicBezTo>
                        <a:pt x="90583" y="46958"/>
                        <a:pt x="92012" y="46196"/>
                        <a:pt x="93440" y="46196"/>
                      </a:cubicBezTo>
                      <a:cubicBezTo>
                        <a:pt x="94583" y="46196"/>
                        <a:pt x="96488" y="47054"/>
                        <a:pt x="98774" y="48958"/>
                      </a:cubicBezTo>
                      <a:cubicBezTo>
                        <a:pt x="101155" y="50863"/>
                        <a:pt x="103156" y="51816"/>
                        <a:pt x="104775" y="51816"/>
                      </a:cubicBezTo>
                      <a:cubicBezTo>
                        <a:pt x="106013" y="51816"/>
                        <a:pt x="107156" y="51435"/>
                        <a:pt x="108395" y="50578"/>
                      </a:cubicBezTo>
                      <a:cubicBezTo>
                        <a:pt x="109347" y="52388"/>
                        <a:pt x="110585" y="53245"/>
                        <a:pt x="112014" y="53245"/>
                      </a:cubicBezTo>
                      <a:cubicBezTo>
                        <a:pt x="112395" y="53245"/>
                        <a:pt x="113919" y="52673"/>
                        <a:pt x="116491" y="51435"/>
                      </a:cubicBezTo>
                      <a:lnTo>
                        <a:pt x="118015" y="57340"/>
                      </a:lnTo>
                      <a:cubicBezTo>
                        <a:pt x="118015" y="57340"/>
                        <a:pt x="120205" y="56864"/>
                        <a:pt x="123349" y="55912"/>
                      </a:cubicBezTo>
                      <a:cubicBezTo>
                        <a:pt x="125539" y="55150"/>
                        <a:pt x="127540" y="54959"/>
                        <a:pt x="129349" y="55340"/>
                      </a:cubicBezTo>
                      <a:cubicBezTo>
                        <a:pt x="129349" y="58483"/>
                        <a:pt x="131635" y="61531"/>
                        <a:pt x="136207" y="64389"/>
                      </a:cubicBezTo>
                      <a:cubicBezTo>
                        <a:pt x="137922" y="63627"/>
                        <a:pt x="139541" y="63246"/>
                        <a:pt x="140970" y="63246"/>
                      </a:cubicBezTo>
                      <a:cubicBezTo>
                        <a:pt x="143637" y="63246"/>
                        <a:pt x="146304" y="66199"/>
                        <a:pt x="148971" y="72009"/>
                      </a:cubicBezTo>
                      <a:cubicBezTo>
                        <a:pt x="151543" y="77914"/>
                        <a:pt x="155067" y="81058"/>
                        <a:pt x="159258" y="81439"/>
                      </a:cubicBezTo>
                      <a:cubicBezTo>
                        <a:pt x="159067" y="85154"/>
                        <a:pt x="160782" y="89916"/>
                        <a:pt x="164306" y="95726"/>
                      </a:cubicBezTo>
                      <a:cubicBezTo>
                        <a:pt x="167926" y="101536"/>
                        <a:pt x="169735" y="106299"/>
                        <a:pt x="169735" y="110300"/>
                      </a:cubicBezTo>
                      <a:cubicBezTo>
                        <a:pt x="169735" y="112585"/>
                        <a:pt x="169259" y="115062"/>
                        <a:pt x="168592" y="117634"/>
                      </a:cubicBezTo>
                      <a:cubicBezTo>
                        <a:pt x="165735" y="117824"/>
                        <a:pt x="162115" y="119539"/>
                        <a:pt x="157448" y="122682"/>
                      </a:cubicBezTo>
                      <a:cubicBezTo>
                        <a:pt x="152876" y="125825"/>
                        <a:pt x="148971" y="127349"/>
                        <a:pt x="145828" y="127349"/>
                      </a:cubicBezTo>
                      <a:cubicBezTo>
                        <a:pt x="144685" y="127349"/>
                        <a:pt x="143351" y="127159"/>
                        <a:pt x="141922" y="126778"/>
                      </a:cubicBezTo>
                      <a:cubicBezTo>
                        <a:pt x="141065" y="128873"/>
                        <a:pt x="139160" y="130111"/>
                        <a:pt x="136207" y="130302"/>
                      </a:cubicBezTo>
                      <a:cubicBezTo>
                        <a:pt x="132588" y="130492"/>
                        <a:pt x="130302" y="131159"/>
                        <a:pt x="129349" y="132397"/>
                      </a:cubicBezTo>
                      <a:cubicBezTo>
                        <a:pt x="122968" y="130207"/>
                        <a:pt x="118396" y="121634"/>
                        <a:pt x="115633" y="106585"/>
                      </a:cubicBezTo>
                      <a:cubicBezTo>
                        <a:pt x="108395" y="101155"/>
                        <a:pt x="104489" y="98298"/>
                        <a:pt x="103918" y="98012"/>
                      </a:cubicBezTo>
                      <a:cubicBezTo>
                        <a:pt x="99917" y="95536"/>
                        <a:pt x="96012" y="94202"/>
                        <a:pt x="92012" y="94202"/>
                      </a:cubicBezTo>
                      <a:cubicBezTo>
                        <a:pt x="90011" y="94202"/>
                        <a:pt x="87916" y="94488"/>
                        <a:pt x="85725" y="95059"/>
                      </a:cubicBezTo>
                      <a:cubicBezTo>
                        <a:pt x="68199" y="97060"/>
                        <a:pt x="57055" y="103727"/>
                        <a:pt x="52197" y="115348"/>
                      </a:cubicBezTo>
                      <a:cubicBezTo>
                        <a:pt x="50673" y="116872"/>
                        <a:pt x="48958" y="117634"/>
                        <a:pt x="47149" y="117634"/>
                      </a:cubicBezTo>
                      <a:cubicBezTo>
                        <a:pt x="46101" y="117634"/>
                        <a:pt x="44863" y="117443"/>
                        <a:pt x="43243" y="116967"/>
                      </a:cubicBezTo>
                      <a:cubicBezTo>
                        <a:pt x="41624" y="116491"/>
                        <a:pt x="40481" y="116205"/>
                        <a:pt x="39624" y="116205"/>
                      </a:cubicBezTo>
                      <a:lnTo>
                        <a:pt x="40481" y="119729"/>
                      </a:lnTo>
                      <a:cubicBezTo>
                        <a:pt x="40100" y="120872"/>
                        <a:pt x="39338" y="121444"/>
                        <a:pt x="38386" y="121444"/>
                      </a:cubicBezTo>
                      <a:cubicBezTo>
                        <a:pt x="37529" y="121444"/>
                        <a:pt x="35909" y="120777"/>
                        <a:pt x="33433" y="119348"/>
                      </a:cubicBezTo>
                      <a:cubicBezTo>
                        <a:pt x="30861" y="118015"/>
                        <a:pt x="28956" y="117348"/>
                        <a:pt x="27527" y="117348"/>
                      </a:cubicBezTo>
                      <a:cubicBezTo>
                        <a:pt x="25337" y="117348"/>
                        <a:pt x="23527" y="118586"/>
                        <a:pt x="22193" y="121158"/>
                      </a:cubicBezTo>
                      <a:cubicBezTo>
                        <a:pt x="24098" y="121729"/>
                        <a:pt x="26765" y="122015"/>
                        <a:pt x="30004" y="122015"/>
                      </a:cubicBezTo>
                      <a:lnTo>
                        <a:pt x="28194" y="124301"/>
                      </a:lnTo>
                      <a:cubicBezTo>
                        <a:pt x="28956" y="125063"/>
                        <a:pt x="29528" y="125349"/>
                        <a:pt x="30004" y="125158"/>
                      </a:cubicBezTo>
                      <a:lnTo>
                        <a:pt x="32385" y="123444"/>
                      </a:lnTo>
                      <a:cubicBezTo>
                        <a:pt x="32385" y="124015"/>
                        <a:pt x="33814" y="125158"/>
                        <a:pt x="36576" y="126873"/>
                      </a:cubicBezTo>
                      <a:cubicBezTo>
                        <a:pt x="39338" y="128588"/>
                        <a:pt x="40957" y="130397"/>
                        <a:pt x="41338" y="132302"/>
                      </a:cubicBezTo>
                      <a:cubicBezTo>
                        <a:pt x="42672" y="131540"/>
                        <a:pt x="43529" y="130492"/>
                        <a:pt x="43720" y="129350"/>
                      </a:cubicBezTo>
                      <a:lnTo>
                        <a:pt x="43720" y="126683"/>
                      </a:lnTo>
                      <a:cubicBezTo>
                        <a:pt x="43910" y="125921"/>
                        <a:pt x="45148" y="125444"/>
                        <a:pt x="47339" y="125158"/>
                      </a:cubicBezTo>
                      <a:cubicBezTo>
                        <a:pt x="48292" y="128302"/>
                        <a:pt x="48768" y="132397"/>
                        <a:pt x="48768" y="137541"/>
                      </a:cubicBezTo>
                      <a:cubicBezTo>
                        <a:pt x="48578" y="147161"/>
                        <a:pt x="48482" y="151352"/>
                        <a:pt x="48482" y="150209"/>
                      </a:cubicBezTo>
                      <a:cubicBezTo>
                        <a:pt x="45529" y="150781"/>
                        <a:pt x="42863" y="149733"/>
                        <a:pt x="40481" y="146971"/>
                      </a:cubicBezTo>
                      <a:lnTo>
                        <a:pt x="38100" y="150209"/>
                      </a:lnTo>
                      <a:cubicBezTo>
                        <a:pt x="37338" y="149352"/>
                        <a:pt x="36481" y="149161"/>
                        <a:pt x="35719" y="149352"/>
                      </a:cubicBezTo>
                      <a:lnTo>
                        <a:pt x="34766" y="150209"/>
                      </a:lnTo>
                      <a:cubicBezTo>
                        <a:pt x="36576" y="153067"/>
                        <a:pt x="40386" y="154210"/>
                        <a:pt x="46196" y="153448"/>
                      </a:cubicBezTo>
                      <a:cubicBezTo>
                        <a:pt x="45815" y="154496"/>
                        <a:pt x="45625" y="155448"/>
                        <a:pt x="45625" y="156400"/>
                      </a:cubicBezTo>
                      <a:cubicBezTo>
                        <a:pt x="45625" y="157543"/>
                        <a:pt x="46196" y="159258"/>
                        <a:pt x="47434" y="161544"/>
                      </a:cubicBezTo>
                      <a:cubicBezTo>
                        <a:pt x="48578" y="163735"/>
                        <a:pt x="49149" y="165640"/>
                        <a:pt x="49149" y="166973"/>
                      </a:cubicBezTo>
                      <a:cubicBezTo>
                        <a:pt x="49149" y="168116"/>
                        <a:pt x="48958" y="169354"/>
                        <a:pt x="48578" y="170497"/>
                      </a:cubicBezTo>
                      <a:cubicBezTo>
                        <a:pt x="46958" y="172117"/>
                        <a:pt x="46196" y="173926"/>
                        <a:pt x="46196" y="176022"/>
                      </a:cubicBezTo>
                      <a:cubicBezTo>
                        <a:pt x="46387" y="179356"/>
                        <a:pt x="46387" y="181356"/>
                        <a:pt x="46196" y="181927"/>
                      </a:cubicBezTo>
                      <a:cubicBezTo>
                        <a:pt x="46387" y="182689"/>
                        <a:pt x="46958" y="187738"/>
                        <a:pt x="48006" y="197167"/>
                      </a:cubicBezTo>
                      <a:cubicBezTo>
                        <a:pt x="48578" y="204216"/>
                        <a:pt x="50292" y="209359"/>
                        <a:pt x="53054" y="212503"/>
                      </a:cubicBezTo>
                      <a:cubicBezTo>
                        <a:pt x="52673" y="213646"/>
                        <a:pt x="52483" y="214693"/>
                        <a:pt x="52483" y="215455"/>
                      </a:cubicBezTo>
                      <a:cubicBezTo>
                        <a:pt x="52483" y="216789"/>
                        <a:pt x="53530" y="218218"/>
                        <a:pt x="55435" y="219551"/>
                      </a:cubicBezTo>
                      <a:cubicBezTo>
                        <a:pt x="57436" y="220980"/>
                        <a:pt x="58293" y="222694"/>
                        <a:pt x="57817" y="224885"/>
                      </a:cubicBezTo>
                      <a:cubicBezTo>
                        <a:pt x="60198" y="224695"/>
                        <a:pt x="63532" y="225647"/>
                        <a:pt x="67723" y="227647"/>
                      </a:cubicBezTo>
                      <a:cubicBezTo>
                        <a:pt x="71914" y="229743"/>
                        <a:pt x="75343" y="230696"/>
                        <a:pt x="77914" y="230696"/>
                      </a:cubicBezTo>
                      <a:cubicBezTo>
                        <a:pt x="78962" y="230696"/>
                        <a:pt x="79915" y="230696"/>
                        <a:pt x="80963" y="230410"/>
                      </a:cubicBezTo>
                      <a:cubicBezTo>
                        <a:pt x="83153" y="232600"/>
                        <a:pt x="85534" y="233648"/>
                        <a:pt x="88106" y="233648"/>
                      </a:cubicBezTo>
                      <a:cubicBezTo>
                        <a:pt x="89725" y="233648"/>
                        <a:pt x="92202" y="232886"/>
                        <a:pt x="95631" y="231458"/>
                      </a:cubicBezTo>
                      <a:cubicBezTo>
                        <a:pt x="98965" y="230029"/>
                        <a:pt x="101727" y="229267"/>
                        <a:pt x="103632" y="229267"/>
                      </a:cubicBezTo>
                      <a:cubicBezTo>
                        <a:pt x="104680" y="229267"/>
                        <a:pt x="105537" y="229362"/>
                        <a:pt x="106394" y="229552"/>
                      </a:cubicBezTo>
                      <a:cubicBezTo>
                        <a:pt x="107251" y="227647"/>
                        <a:pt x="110299" y="224218"/>
                        <a:pt x="115729" y="219265"/>
                      </a:cubicBezTo>
                      <a:cubicBezTo>
                        <a:pt x="119920" y="215551"/>
                        <a:pt x="121825" y="211741"/>
                        <a:pt x="121348" y="207835"/>
                      </a:cubicBezTo>
                      <a:lnTo>
                        <a:pt x="123730" y="206121"/>
                      </a:lnTo>
                      <a:lnTo>
                        <a:pt x="122206" y="204597"/>
                      </a:lnTo>
                      <a:cubicBezTo>
                        <a:pt x="124587" y="200120"/>
                        <a:pt x="127635" y="197834"/>
                        <a:pt x="131445" y="197834"/>
                      </a:cubicBezTo>
                      <a:cubicBezTo>
                        <a:pt x="133255" y="197834"/>
                        <a:pt x="136112" y="198596"/>
                        <a:pt x="140017" y="200025"/>
                      </a:cubicBezTo>
                      <a:cubicBezTo>
                        <a:pt x="143923" y="201454"/>
                        <a:pt x="146780" y="202216"/>
                        <a:pt x="148876" y="202216"/>
                      </a:cubicBezTo>
                      <a:cubicBezTo>
                        <a:pt x="149447" y="204121"/>
                        <a:pt x="151543" y="205454"/>
                        <a:pt x="155257" y="206026"/>
                      </a:cubicBezTo>
                      <a:cubicBezTo>
                        <a:pt x="158972" y="206597"/>
                        <a:pt x="161068" y="207931"/>
                        <a:pt x="161639" y="210121"/>
                      </a:cubicBezTo>
                      <a:close/>
                      <a:moveTo>
                        <a:pt x="29908" y="179642"/>
                      </a:moveTo>
                      <a:cubicBezTo>
                        <a:pt x="31432" y="181261"/>
                        <a:pt x="33052" y="182023"/>
                        <a:pt x="34671" y="182023"/>
                      </a:cubicBezTo>
                      <a:cubicBezTo>
                        <a:pt x="35433" y="182023"/>
                        <a:pt x="37719" y="181261"/>
                        <a:pt x="41243" y="179642"/>
                      </a:cubicBezTo>
                      <a:lnTo>
                        <a:pt x="37052" y="175260"/>
                      </a:lnTo>
                      <a:lnTo>
                        <a:pt x="39529" y="177546"/>
                      </a:lnTo>
                      <a:lnTo>
                        <a:pt x="37052" y="179642"/>
                      </a:lnTo>
                      <a:cubicBezTo>
                        <a:pt x="35338" y="179451"/>
                        <a:pt x="34385" y="178594"/>
                        <a:pt x="34480" y="177165"/>
                      </a:cubicBezTo>
                      <a:cubicBezTo>
                        <a:pt x="34576" y="175736"/>
                        <a:pt x="34290" y="174593"/>
                        <a:pt x="33718" y="173831"/>
                      </a:cubicBezTo>
                      <a:cubicBezTo>
                        <a:pt x="33433" y="174212"/>
                        <a:pt x="32575" y="175069"/>
                        <a:pt x="30766" y="176498"/>
                      </a:cubicBezTo>
                      <a:cubicBezTo>
                        <a:pt x="29813" y="177070"/>
                        <a:pt x="29432" y="178117"/>
                        <a:pt x="29908" y="179737"/>
                      </a:cubicBezTo>
                      <a:close/>
                      <a:moveTo>
                        <a:pt x="39529" y="51625"/>
                      </a:moveTo>
                      <a:cubicBezTo>
                        <a:pt x="38862" y="51625"/>
                        <a:pt x="38481" y="51435"/>
                        <a:pt x="38290" y="51054"/>
                      </a:cubicBezTo>
                      <a:cubicBezTo>
                        <a:pt x="38290" y="50292"/>
                        <a:pt x="39148" y="49911"/>
                        <a:pt x="40957" y="49911"/>
                      </a:cubicBezTo>
                      <a:cubicBezTo>
                        <a:pt x="41720" y="49911"/>
                        <a:pt x="42386" y="50197"/>
                        <a:pt x="42767" y="50768"/>
                      </a:cubicBezTo>
                      <a:lnTo>
                        <a:pt x="39529" y="51625"/>
                      </a:lnTo>
                      <a:close/>
                      <a:moveTo>
                        <a:pt x="44005" y="70199"/>
                      </a:moveTo>
                      <a:lnTo>
                        <a:pt x="44005" y="74295"/>
                      </a:lnTo>
                      <a:lnTo>
                        <a:pt x="46101" y="74295"/>
                      </a:lnTo>
                      <a:cubicBezTo>
                        <a:pt x="46863" y="73152"/>
                        <a:pt x="46101" y="71723"/>
                        <a:pt x="44005" y="70199"/>
                      </a:cubicBezTo>
                      <a:close/>
                      <a:moveTo>
                        <a:pt x="44005" y="122206"/>
                      </a:moveTo>
                      <a:lnTo>
                        <a:pt x="44005" y="119825"/>
                      </a:lnTo>
                      <a:lnTo>
                        <a:pt x="47339" y="119825"/>
                      </a:lnTo>
                      <a:lnTo>
                        <a:pt x="44005" y="122206"/>
                      </a:lnTo>
                      <a:close/>
                      <a:moveTo>
                        <a:pt x="65818" y="109918"/>
                      </a:moveTo>
                      <a:lnTo>
                        <a:pt x="62579" y="108394"/>
                      </a:lnTo>
                      <a:lnTo>
                        <a:pt x="64389" y="104299"/>
                      </a:lnTo>
                      <a:lnTo>
                        <a:pt x="65818" y="109918"/>
                      </a:lnTo>
                      <a:close/>
                      <a:moveTo>
                        <a:pt x="68199" y="92869"/>
                      </a:moveTo>
                      <a:cubicBezTo>
                        <a:pt x="67056" y="92488"/>
                        <a:pt x="65437" y="93250"/>
                        <a:pt x="63437" y="95250"/>
                      </a:cubicBezTo>
                      <a:lnTo>
                        <a:pt x="68199" y="96107"/>
                      </a:lnTo>
                      <a:lnTo>
                        <a:pt x="68199" y="92869"/>
                      </a:lnTo>
                      <a:close/>
                      <a:moveTo>
                        <a:pt x="77533" y="16859"/>
                      </a:moveTo>
                      <a:lnTo>
                        <a:pt x="78486" y="18002"/>
                      </a:lnTo>
                      <a:lnTo>
                        <a:pt x="70390" y="16859"/>
                      </a:lnTo>
                      <a:lnTo>
                        <a:pt x="77629" y="16859"/>
                      </a:lnTo>
                      <a:close/>
                      <a:moveTo>
                        <a:pt x="74581" y="100489"/>
                      </a:moveTo>
                      <a:cubicBezTo>
                        <a:pt x="75152" y="100489"/>
                        <a:pt x="75724" y="100965"/>
                        <a:pt x="76009" y="101917"/>
                      </a:cubicBezTo>
                      <a:lnTo>
                        <a:pt x="76009" y="105156"/>
                      </a:lnTo>
                      <a:cubicBezTo>
                        <a:pt x="75819" y="104394"/>
                        <a:pt x="75247" y="104013"/>
                        <a:pt x="74200" y="104013"/>
                      </a:cubicBezTo>
                      <a:lnTo>
                        <a:pt x="71818" y="104299"/>
                      </a:lnTo>
                      <a:cubicBezTo>
                        <a:pt x="71818" y="101727"/>
                        <a:pt x="72676" y="100489"/>
                        <a:pt x="74485" y="100489"/>
                      </a:cubicBezTo>
                      <a:close/>
                      <a:moveTo>
                        <a:pt x="76676" y="63151"/>
                      </a:moveTo>
                      <a:lnTo>
                        <a:pt x="75152" y="62293"/>
                      </a:lnTo>
                      <a:cubicBezTo>
                        <a:pt x="75533" y="62865"/>
                        <a:pt x="76009" y="63151"/>
                        <a:pt x="76676" y="63151"/>
                      </a:cubicBezTo>
                      <a:lnTo>
                        <a:pt x="78486" y="64579"/>
                      </a:lnTo>
                      <a:lnTo>
                        <a:pt x="78486" y="63151"/>
                      </a:lnTo>
                      <a:lnTo>
                        <a:pt x="76676" y="63151"/>
                      </a:lnTo>
                      <a:close/>
                      <a:moveTo>
                        <a:pt x="81724" y="112204"/>
                      </a:moveTo>
                      <a:lnTo>
                        <a:pt x="77533" y="112204"/>
                      </a:lnTo>
                      <a:lnTo>
                        <a:pt x="77533" y="107537"/>
                      </a:lnTo>
                      <a:lnTo>
                        <a:pt x="81724" y="112204"/>
                      </a:lnTo>
                      <a:close/>
                      <a:moveTo>
                        <a:pt x="83248" y="82582"/>
                      </a:moveTo>
                      <a:lnTo>
                        <a:pt x="78486" y="81629"/>
                      </a:lnTo>
                      <a:lnTo>
                        <a:pt x="78486" y="82582"/>
                      </a:lnTo>
                      <a:lnTo>
                        <a:pt x="83248" y="82582"/>
                      </a:lnTo>
                      <a:close/>
                      <a:moveTo>
                        <a:pt x="87725" y="16764"/>
                      </a:moveTo>
                      <a:lnTo>
                        <a:pt x="86868" y="20288"/>
                      </a:lnTo>
                      <a:lnTo>
                        <a:pt x="85725" y="20288"/>
                      </a:lnTo>
                      <a:lnTo>
                        <a:pt x="87821" y="16764"/>
                      </a:lnTo>
                      <a:close/>
                      <a:moveTo>
                        <a:pt x="90106" y="42863"/>
                      </a:moveTo>
                      <a:cubicBezTo>
                        <a:pt x="87916" y="42863"/>
                        <a:pt x="86773" y="42577"/>
                        <a:pt x="86773" y="42005"/>
                      </a:cubicBezTo>
                      <a:cubicBezTo>
                        <a:pt x="86773" y="41624"/>
                        <a:pt x="87154" y="40862"/>
                        <a:pt x="87821" y="39814"/>
                      </a:cubicBezTo>
                      <a:cubicBezTo>
                        <a:pt x="88582" y="38767"/>
                        <a:pt x="88773" y="37909"/>
                        <a:pt x="88678" y="37338"/>
                      </a:cubicBezTo>
                      <a:cubicBezTo>
                        <a:pt x="89440" y="37909"/>
                        <a:pt x="90297" y="38481"/>
                        <a:pt x="91345" y="39148"/>
                      </a:cubicBezTo>
                      <a:cubicBezTo>
                        <a:pt x="91535" y="39529"/>
                        <a:pt x="91059" y="40767"/>
                        <a:pt x="90106" y="42958"/>
                      </a:cubicBezTo>
                      <a:close/>
                      <a:moveTo>
                        <a:pt x="88678" y="37338"/>
                      </a:moveTo>
                      <a:cubicBezTo>
                        <a:pt x="88678" y="37338"/>
                        <a:pt x="87916" y="36576"/>
                        <a:pt x="87725" y="36195"/>
                      </a:cubicBezTo>
                      <a:cubicBezTo>
                        <a:pt x="87916" y="36195"/>
                        <a:pt x="88106" y="36290"/>
                        <a:pt x="88392" y="36671"/>
                      </a:cubicBezTo>
                      <a:cubicBezTo>
                        <a:pt x="88487" y="36957"/>
                        <a:pt x="88678" y="37243"/>
                        <a:pt x="88678" y="37433"/>
                      </a:cubicBezTo>
                      <a:close/>
                      <a:moveTo>
                        <a:pt x="90106" y="63151"/>
                      </a:moveTo>
                      <a:lnTo>
                        <a:pt x="89249" y="65532"/>
                      </a:lnTo>
                      <a:cubicBezTo>
                        <a:pt x="91630" y="65532"/>
                        <a:pt x="93535" y="66294"/>
                        <a:pt x="94869" y="67818"/>
                      </a:cubicBezTo>
                      <a:cubicBezTo>
                        <a:pt x="95536" y="66294"/>
                        <a:pt x="94869" y="65151"/>
                        <a:pt x="93154" y="64484"/>
                      </a:cubicBezTo>
                      <a:cubicBezTo>
                        <a:pt x="91345" y="63817"/>
                        <a:pt x="90392" y="63341"/>
                        <a:pt x="90106" y="63151"/>
                      </a:cubicBezTo>
                      <a:close/>
                      <a:moveTo>
                        <a:pt x="100584" y="30575"/>
                      </a:moveTo>
                      <a:lnTo>
                        <a:pt x="100584" y="32956"/>
                      </a:lnTo>
                      <a:lnTo>
                        <a:pt x="92488" y="31433"/>
                      </a:lnTo>
                      <a:lnTo>
                        <a:pt x="92488" y="29051"/>
                      </a:lnTo>
                      <a:cubicBezTo>
                        <a:pt x="93154" y="30861"/>
                        <a:pt x="94393" y="31718"/>
                        <a:pt x="96393" y="31718"/>
                      </a:cubicBezTo>
                      <a:cubicBezTo>
                        <a:pt x="97917" y="31909"/>
                        <a:pt x="99346" y="31528"/>
                        <a:pt x="100489" y="30575"/>
                      </a:cubicBezTo>
                      <a:close/>
                      <a:moveTo>
                        <a:pt x="102679" y="0"/>
                      </a:moveTo>
                      <a:lnTo>
                        <a:pt x="103822" y="6477"/>
                      </a:lnTo>
                      <a:lnTo>
                        <a:pt x="102679" y="857"/>
                      </a:lnTo>
                      <a:lnTo>
                        <a:pt x="102679" y="0"/>
                      </a:lnTo>
                      <a:close/>
                      <a:moveTo>
                        <a:pt x="107061" y="55531"/>
                      </a:moveTo>
                      <a:cubicBezTo>
                        <a:pt x="107061" y="55531"/>
                        <a:pt x="105823" y="56102"/>
                        <a:pt x="104584" y="57340"/>
                      </a:cubicBezTo>
                      <a:cubicBezTo>
                        <a:pt x="103251" y="58483"/>
                        <a:pt x="102679" y="59531"/>
                        <a:pt x="102679" y="60293"/>
                      </a:cubicBezTo>
                      <a:cubicBezTo>
                        <a:pt x="102679" y="61246"/>
                        <a:pt x="103346" y="61913"/>
                        <a:pt x="104680" y="62293"/>
                      </a:cubicBezTo>
                      <a:cubicBezTo>
                        <a:pt x="104870" y="61913"/>
                        <a:pt x="104680" y="61150"/>
                        <a:pt x="103822" y="59912"/>
                      </a:cubicBezTo>
                      <a:cubicBezTo>
                        <a:pt x="106013" y="58198"/>
                        <a:pt x="107537" y="57340"/>
                        <a:pt x="108299" y="57531"/>
                      </a:cubicBezTo>
                      <a:cubicBezTo>
                        <a:pt x="107347" y="56579"/>
                        <a:pt x="106871" y="55912"/>
                        <a:pt x="107061" y="55435"/>
                      </a:cubicBezTo>
                      <a:close/>
                      <a:moveTo>
                        <a:pt x="109823" y="44386"/>
                      </a:moveTo>
                      <a:lnTo>
                        <a:pt x="113157" y="44386"/>
                      </a:lnTo>
                      <a:lnTo>
                        <a:pt x="109823" y="46101"/>
                      </a:lnTo>
                      <a:lnTo>
                        <a:pt x="109823" y="44386"/>
                      </a:lnTo>
                      <a:close/>
                      <a:moveTo>
                        <a:pt x="121444" y="47911"/>
                      </a:moveTo>
                      <a:cubicBezTo>
                        <a:pt x="121444" y="47911"/>
                        <a:pt x="120110" y="46577"/>
                        <a:pt x="117920" y="44958"/>
                      </a:cubicBezTo>
                      <a:cubicBezTo>
                        <a:pt x="116491" y="43815"/>
                        <a:pt x="115824" y="42672"/>
                        <a:pt x="115824" y="41719"/>
                      </a:cubicBezTo>
                      <a:cubicBezTo>
                        <a:pt x="115824" y="41148"/>
                        <a:pt x="116014" y="40481"/>
                        <a:pt x="116491" y="39719"/>
                      </a:cubicBezTo>
                      <a:cubicBezTo>
                        <a:pt x="119063" y="39529"/>
                        <a:pt x="120491" y="40386"/>
                        <a:pt x="120777" y="42196"/>
                      </a:cubicBezTo>
                      <a:cubicBezTo>
                        <a:pt x="121063" y="44005"/>
                        <a:pt x="121348" y="46006"/>
                        <a:pt x="121444" y="47911"/>
                      </a:cubicBezTo>
                      <a:close/>
                      <a:moveTo>
                        <a:pt x="118777" y="81629"/>
                      </a:moveTo>
                      <a:lnTo>
                        <a:pt x="116396" y="79248"/>
                      </a:lnTo>
                      <a:lnTo>
                        <a:pt x="118777" y="82486"/>
                      </a:lnTo>
                      <a:lnTo>
                        <a:pt x="118777" y="81534"/>
                      </a:lnTo>
                      <a:close/>
                      <a:moveTo>
                        <a:pt x="121158" y="75724"/>
                      </a:moveTo>
                      <a:lnTo>
                        <a:pt x="121158" y="79248"/>
                      </a:lnTo>
                      <a:cubicBezTo>
                        <a:pt x="124015" y="79248"/>
                        <a:pt x="126492" y="78010"/>
                        <a:pt x="128683" y="75438"/>
                      </a:cubicBezTo>
                      <a:cubicBezTo>
                        <a:pt x="129349" y="75057"/>
                        <a:pt x="129921" y="74390"/>
                        <a:pt x="130492" y="73438"/>
                      </a:cubicBezTo>
                      <a:cubicBezTo>
                        <a:pt x="130112" y="74390"/>
                        <a:pt x="129540" y="75057"/>
                        <a:pt x="128683" y="75438"/>
                      </a:cubicBezTo>
                      <a:cubicBezTo>
                        <a:pt x="126873" y="75247"/>
                        <a:pt x="124396" y="75438"/>
                        <a:pt x="121158" y="75724"/>
                      </a:cubicBezTo>
                      <a:close/>
                      <a:moveTo>
                        <a:pt x="121444" y="47815"/>
                      </a:moveTo>
                      <a:cubicBezTo>
                        <a:pt x="121825" y="48577"/>
                        <a:pt x="122110" y="49244"/>
                        <a:pt x="122110" y="49816"/>
                      </a:cubicBezTo>
                      <a:cubicBezTo>
                        <a:pt x="121729" y="49054"/>
                        <a:pt x="121444" y="48387"/>
                        <a:pt x="121444" y="47815"/>
                      </a:cubicBezTo>
                      <a:close/>
                      <a:moveTo>
                        <a:pt x="135255" y="91250"/>
                      </a:moveTo>
                      <a:lnTo>
                        <a:pt x="135255" y="87154"/>
                      </a:lnTo>
                      <a:lnTo>
                        <a:pt x="130492" y="90392"/>
                      </a:lnTo>
                      <a:lnTo>
                        <a:pt x="135255" y="91250"/>
                      </a:lnTo>
                      <a:close/>
                      <a:moveTo>
                        <a:pt x="133731" y="74200"/>
                      </a:moveTo>
                      <a:cubicBezTo>
                        <a:pt x="134493" y="74962"/>
                        <a:pt x="134969" y="75629"/>
                        <a:pt x="134969" y="76295"/>
                      </a:cubicBezTo>
                      <a:cubicBezTo>
                        <a:pt x="134969" y="76867"/>
                        <a:pt x="134398" y="77533"/>
                        <a:pt x="133159" y="78296"/>
                      </a:cubicBezTo>
                      <a:cubicBezTo>
                        <a:pt x="132016" y="79058"/>
                        <a:pt x="131350" y="79534"/>
                        <a:pt x="131350" y="79724"/>
                      </a:cubicBezTo>
                      <a:cubicBezTo>
                        <a:pt x="131350" y="80296"/>
                        <a:pt x="132112" y="80867"/>
                        <a:pt x="133731" y="81534"/>
                      </a:cubicBezTo>
                      <a:cubicBezTo>
                        <a:pt x="134398" y="79534"/>
                        <a:pt x="135064" y="77533"/>
                        <a:pt x="135826" y="75533"/>
                      </a:cubicBezTo>
                      <a:cubicBezTo>
                        <a:pt x="136684" y="73533"/>
                        <a:pt x="137827" y="72485"/>
                        <a:pt x="139446" y="72485"/>
                      </a:cubicBezTo>
                      <a:lnTo>
                        <a:pt x="137065" y="70104"/>
                      </a:lnTo>
                      <a:lnTo>
                        <a:pt x="133731" y="74200"/>
                      </a:lnTo>
                      <a:close/>
                      <a:moveTo>
                        <a:pt x="136112" y="27242"/>
                      </a:moveTo>
                      <a:lnTo>
                        <a:pt x="136112" y="31337"/>
                      </a:lnTo>
                      <a:lnTo>
                        <a:pt x="135160" y="31337"/>
                      </a:lnTo>
                      <a:lnTo>
                        <a:pt x="135160" y="27242"/>
                      </a:lnTo>
                      <a:lnTo>
                        <a:pt x="136112" y="27242"/>
                      </a:lnTo>
                      <a:close/>
                      <a:moveTo>
                        <a:pt x="145351" y="21717"/>
                      </a:moveTo>
                      <a:cubicBezTo>
                        <a:pt x="143923" y="22288"/>
                        <a:pt x="142970" y="22574"/>
                        <a:pt x="142684" y="22574"/>
                      </a:cubicBezTo>
                      <a:lnTo>
                        <a:pt x="142684" y="19336"/>
                      </a:lnTo>
                      <a:lnTo>
                        <a:pt x="145351" y="21717"/>
                      </a:lnTo>
                      <a:close/>
                      <a:moveTo>
                        <a:pt x="151066" y="62198"/>
                      </a:moveTo>
                      <a:lnTo>
                        <a:pt x="151066" y="65437"/>
                      </a:lnTo>
                      <a:cubicBezTo>
                        <a:pt x="149828" y="64865"/>
                        <a:pt x="149162" y="64579"/>
                        <a:pt x="148971" y="64579"/>
                      </a:cubicBezTo>
                      <a:cubicBezTo>
                        <a:pt x="150400" y="64579"/>
                        <a:pt x="151066" y="63817"/>
                        <a:pt x="151066" y="62198"/>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 name="Google Shape;786;p99"/>
                <p:cNvSpPr/>
                <p:nvPr/>
              </p:nvSpPr>
              <p:spPr>
                <a:xfrm>
                  <a:off x="6666832" y="2433732"/>
                  <a:ext cx="223456" cy="236886"/>
                </a:xfrm>
                <a:custGeom>
                  <a:avLst/>
                  <a:gdLst/>
                  <a:ahLst/>
                  <a:cxnLst/>
                  <a:rect l="l" t="t" r="r" b="b"/>
                  <a:pathLst>
                    <a:path w="223456" h="236886" extrusionOk="0">
                      <a:moveTo>
                        <a:pt x="3143" y="164211"/>
                      </a:moveTo>
                      <a:cubicBezTo>
                        <a:pt x="2953" y="166116"/>
                        <a:pt x="3238" y="167164"/>
                        <a:pt x="4096" y="167164"/>
                      </a:cubicBezTo>
                      <a:cubicBezTo>
                        <a:pt x="4286" y="167164"/>
                        <a:pt x="4667" y="167069"/>
                        <a:pt x="5239" y="166878"/>
                      </a:cubicBezTo>
                      <a:cubicBezTo>
                        <a:pt x="5810" y="166688"/>
                        <a:pt x="6382" y="166592"/>
                        <a:pt x="6763" y="166592"/>
                      </a:cubicBezTo>
                      <a:cubicBezTo>
                        <a:pt x="7429" y="166592"/>
                        <a:pt x="7811" y="166973"/>
                        <a:pt x="8001" y="167735"/>
                      </a:cubicBezTo>
                      <a:cubicBezTo>
                        <a:pt x="3143" y="167735"/>
                        <a:pt x="571" y="167354"/>
                        <a:pt x="0" y="166592"/>
                      </a:cubicBezTo>
                      <a:lnTo>
                        <a:pt x="3238" y="164211"/>
                      </a:lnTo>
                      <a:close/>
                      <a:moveTo>
                        <a:pt x="8001" y="194215"/>
                      </a:moveTo>
                      <a:cubicBezTo>
                        <a:pt x="8382" y="193262"/>
                        <a:pt x="9239" y="192691"/>
                        <a:pt x="10382" y="192691"/>
                      </a:cubicBezTo>
                      <a:lnTo>
                        <a:pt x="13716" y="192691"/>
                      </a:lnTo>
                      <a:cubicBezTo>
                        <a:pt x="13526" y="193643"/>
                        <a:pt x="12763" y="194215"/>
                        <a:pt x="11335" y="194215"/>
                      </a:cubicBezTo>
                      <a:lnTo>
                        <a:pt x="8001" y="194215"/>
                      </a:lnTo>
                      <a:close/>
                      <a:moveTo>
                        <a:pt x="18193" y="209741"/>
                      </a:moveTo>
                      <a:lnTo>
                        <a:pt x="18193" y="206502"/>
                      </a:lnTo>
                      <a:lnTo>
                        <a:pt x="20574" y="206502"/>
                      </a:lnTo>
                      <a:lnTo>
                        <a:pt x="18193" y="209741"/>
                      </a:lnTo>
                      <a:close/>
                      <a:moveTo>
                        <a:pt x="31147" y="190405"/>
                      </a:moveTo>
                      <a:cubicBezTo>
                        <a:pt x="32099" y="189929"/>
                        <a:pt x="33623" y="190786"/>
                        <a:pt x="35528" y="192786"/>
                      </a:cubicBezTo>
                      <a:lnTo>
                        <a:pt x="34671" y="194310"/>
                      </a:lnTo>
                      <a:lnTo>
                        <a:pt x="31052" y="190500"/>
                      </a:lnTo>
                      <a:close/>
                      <a:moveTo>
                        <a:pt x="35528" y="209741"/>
                      </a:moveTo>
                      <a:cubicBezTo>
                        <a:pt x="36195" y="209550"/>
                        <a:pt x="36767" y="208979"/>
                        <a:pt x="37529" y="208026"/>
                      </a:cubicBezTo>
                      <a:cubicBezTo>
                        <a:pt x="38195" y="207074"/>
                        <a:pt x="38862" y="206597"/>
                        <a:pt x="39434" y="206597"/>
                      </a:cubicBezTo>
                      <a:cubicBezTo>
                        <a:pt x="39434" y="207359"/>
                        <a:pt x="38957" y="208407"/>
                        <a:pt x="37910" y="209836"/>
                      </a:cubicBezTo>
                      <a:lnTo>
                        <a:pt x="35528" y="209836"/>
                      </a:lnTo>
                      <a:close/>
                      <a:moveTo>
                        <a:pt x="41243" y="183642"/>
                      </a:moveTo>
                      <a:lnTo>
                        <a:pt x="40386" y="185928"/>
                      </a:lnTo>
                      <a:lnTo>
                        <a:pt x="37052" y="185928"/>
                      </a:lnTo>
                      <a:cubicBezTo>
                        <a:pt x="37910" y="183642"/>
                        <a:pt x="38671" y="182404"/>
                        <a:pt x="39529" y="182404"/>
                      </a:cubicBezTo>
                      <a:cubicBezTo>
                        <a:pt x="40100" y="182404"/>
                        <a:pt x="40767" y="182785"/>
                        <a:pt x="41338" y="183547"/>
                      </a:cubicBezTo>
                      <a:close/>
                      <a:moveTo>
                        <a:pt x="46006" y="163354"/>
                      </a:moveTo>
                      <a:lnTo>
                        <a:pt x="46006" y="165735"/>
                      </a:lnTo>
                      <a:lnTo>
                        <a:pt x="41243" y="161925"/>
                      </a:lnTo>
                      <a:cubicBezTo>
                        <a:pt x="42386" y="161544"/>
                        <a:pt x="44005" y="161925"/>
                        <a:pt x="46006" y="163354"/>
                      </a:cubicBezTo>
                      <a:close/>
                      <a:moveTo>
                        <a:pt x="41243" y="197453"/>
                      </a:moveTo>
                      <a:cubicBezTo>
                        <a:pt x="42863" y="197453"/>
                        <a:pt x="43625" y="198501"/>
                        <a:pt x="43625" y="200692"/>
                      </a:cubicBezTo>
                      <a:lnTo>
                        <a:pt x="41243" y="200692"/>
                      </a:lnTo>
                      <a:lnTo>
                        <a:pt x="41243" y="197453"/>
                      </a:lnTo>
                      <a:close/>
                      <a:moveTo>
                        <a:pt x="46958" y="222409"/>
                      </a:moveTo>
                      <a:lnTo>
                        <a:pt x="46101" y="221266"/>
                      </a:lnTo>
                      <a:lnTo>
                        <a:pt x="50863" y="218599"/>
                      </a:lnTo>
                      <a:lnTo>
                        <a:pt x="46958" y="222409"/>
                      </a:lnTo>
                      <a:close/>
                      <a:moveTo>
                        <a:pt x="222790" y="175736"/>
                      </a:moveTo>
                      <a:lnTo>
                        <a:pt x="212312" y="177260"/>
                      </a:lnTo>
                      <a:cubicBezTo>
                        <a:pt x="212312" y="177260"/>
                        <a:pt x="212027" y="177927"/>
                        <a:pt x="212027" y="178118"/>
                      </a:cubicBezTo>
                      <a:cubicBezTo>
                        <a:pt x="212027" y="178689"/>
                        <a:pt x="212884" y="179546"/>
                        <a:pt x="214503" y="180499"/>
                      </a:cubicBezTo>
                      <a:cubicBezTo>
                        <a:pt x="216218" y="181451"/>
                        <a:pt x="217075" y="182594"/>
                        <a:pt x="217075" y="183737"/>
                      </a:cubicBezTo>
                      <a:lnTo>
                        <a:pt x="219456" y="183737"/>
                      </a:lnTo>
                      <a:cubicBezTo>
                        <a:pt x="218218" y="189833"/>
                        <a:pt x="217170" y="195834"/>
                        <a:pt x="216122" y="201930"/>
                      </a:cubicBezTo>
                      <a:cubicBezTo>
                        <a:pt x="214503" y="208407"/>
                        <a:pt x="210693" y="212598"/>
                        <a:pt x="204502" y="214598"/>
                      </a:cubicBezTo>
                      <a:cubicBezTo>
                        <a:pt x="203549" y="211074"/>
                        <a:pt x="201073" y="210026"/>
                        <a:pt x="197263" y="211360"/>
                      </a:cubicBezTo>
                      <a:lnTo>
                        <a:pt x="196025" y="212217"/>
                      </a:lnTo>
                      <a:lnTo>
                        <a:pt x="200501" y="216884"/>
                      </a:lnTo>
                      <a:cubicBezTo>
                        <a:pt x="198692" y="216503"/>
                        <a:pt x="196691" y="215360"/>
                        <a:pt x="194501" y="213550"/>
                      </a:cubicBezTo>
                      <a:cubicBezTo>
                        <a:pt x="192214" y="211741"/>
                        <a:pt x="190595" y="210788"/>
                        <a:pt x="189357" y="210788"/>
                      </a:cubicBezTo>
                      <a:cubicBezTo>
                        <a:pt x="187928" y="210788"/>
                        <a:pt x="186404" y="211550"/>
                        <a:pt x="184595" y="213170"/>
                      </a:cubicBezTo>
                      <a:lnTo>
                        <a:pt x="188786" y="213170"/>
                      </a:lnTo>
                      <a:lnTo>
                        <a:pt x="187928" y="214598"/>
                      </a:lnTo>
                      <a:cubicBezTo>
                        <a:pt x="190310" y="215360"/>
                        <a:pt x="193453" y="217265"/>
                        <a:pt x="197168" y="220218"/>
                      </a:cubicBezTo>
                      <a:lnTo>
                        <a:pt x="188786" y="223742"/>
                      </a:lnTo>
                      <a:lnTo>
                        <a:pt x="190310" y="224600"/>
                      </a:lnTo>
                      <a:cubicBezTo>
                        <a:pt x="190310" y="224600"/>
                        <a:pt x="186785" y="226219"/>
                        <a:pt x="180785" y="228695"/>
                      </a:cubicBezTo>
                      <a:cubicBezTo>
                        <a:pt x="177546" y="229838"/>
                        <a:pt x="174593" y="230410"/>
                        <a:pt x="171831" y="230410"/>
                      </a:cubicBezTo>
                      <a:cubicBezTo>
                        <a:pt x="170402" y="230410"/>
                        <a:pt x="168974" y="230315"/>
                        <a:pt x="167259" y="230124"/>
                      </a:cubicBezTo>
                      <a:cubicBezTo>
                        <a:pt x="166307" y="232696"/>
                        <a:pt x="165926" y="234506"/>
                        <a:pt x="166402" y="235458"/>
                      </a:cubicBezTo>
                      <a:lnTo>
                        <a:pt x="120968" y="236887"/>
                      </a:lnTo>
                      <a:cubicBezTo>
                        <a:pt x="117348" y="233553"/>
                        <a:pt x="111728" y="230791"/>
                        <a:pt x="103918" y="228505"/>
                      </a:cubicBezTo>
                      <a:cubicBezTo>
                        <a:pt x="95345" y="225933"/>
                        <a:pt x="89916" y="223933"/>
                        <a:pt x="87439" y="222409"/>
                      </a:cubicBezTo>
                      <a:cubicBezTo>
                        <a:pt x="86392" y="221075"/>
                        <a:pt x="84772" y="220123"/>
                        <a:pt x="82201" y="219551"/>
                      </a:cubicBezTo>
                      <a:cubicBezTo>
                        <a:pt x="79724" y="218980"/>
                        <a:pt x="77248" y="218408"/>
                        <a:pt x="74867" y="217742"/>
                      </a:cubicBezTo>
                      <a:lnTo>
                        <a:pt x="78200" y="214598"/>
                      </a:lnTo>
                      <a:lnTo>
                        <a:pt x="73724" y="209931"/>
                      </a:lnTo>
                      <a:lnTo>
                        <a:pt x="72485" y="213170"/>
                      </a:lnTo>
                      <a:cubicBezTo>
                        <a:pt x="68485" y="212122"/>
                        <a:pt x="66294" y="208883"/>
                        <a:pt x="65913" y="203454"/>
                      </a:cubicBezTo>
                      <a:cubicBezTo>
                        <a:pt x="65722" y="198596"/>
                        <a:pt x="62960" y="196120"/>
                        <a:pt x="57531" y="196120"/>
                      </a:cubicBezTo>
                      <a:lnTo>
                        <a:pt x="53626" y="196120"/>
                      </a:lnTo>
                      <a:cubicBezTo>
                        <a:pt x="56960" y="195929"/>
                        <a:pt x="58674" y="194024"/>
                        <a:pt x="58674" y="190595"/>
                      </a:cubicBezTo>
                      <a:cubicBezTo>
                        <a:pt x="58674" y="189452"/>
                        <a:pt x="58388" y="188309"/>
                        <a:pt x="57817" y="187357"/>
                      </a:cubicBezTo>
                      <a:cubicBezTo>
                        <a:pt x="57245" y="186404"/>
                        <a:pt x="55150" y="185261"/>
                        <a:pt x="51530" y="183833"/>
                      </a:cubicBezTo>
                      <a:lnTo>
                        <a:pt x="50673" y="184690"/>
                      </a:lnTo>
                      <a:cubicBezTo>
                        <a:pt x="50673" y="184690"/>
                        <a:pt x="50197" y="185261"/>
                        <a:pt x="49816" y="185261"/>
                      </a:cubicBezTo>
                      <a:cubicBezTo>
                        <a:pt x="49149" y="185261"/>
                        <a:pt x="48673" y="184499"/>
                        <a:pt x="48292" y="182975"/>
                      </a:cubicBezTo>
                      <a:cubicBezTo>
                        <a:pt x="47911" y="181547"/>
                        <a:pt x="47911" y="180308"/>
                        <a:pt x="48292" y="179165"/>
                      </a:cubicBezTo>
                      <a:cubicBezTo>
                        <a:pt x="50292" y="178784"/>
                        <a:pt x="53245" y="176689"/>
                        <a:pt x="57245" y="172974"/>
                      </a:cubicBezTo>
                      <a:cubicBezTo>
                        <a:pt x="60865" y="169831"/>
                        <a:pt x="63818" y="168307"/>
                        <a:pt x="66199" y="168307"/>
                      </a:cubicBezTo>
                      <a:cubicBezTo>
                        <a:pt x="67437" y="168307"/>
                        <a:pt x="68675" y="168593"/>
                        <a:pt x="70104" y="169164"/>
                      </a:cubicBezTo>
                      <a:cubicBezTo>
                        <a:pt x="69247" y="167831"/>
                        <a:pt x="69247" y="166592"/>
                        <a:pt x="69913" y="165640"/>
                      </a:cubicBezTo>
                      <a:cubicBezTo>
                        <a:pt x="70580" y="164687"/>
                        <a:pt x="69913" y="163163"/>
                        <a:pt x="67913" y="161258"/>
                      </a:cubicBezTo>
                      <a:lnTo>
                        <a:pt x="78105" y="156591"/>
                      </a:lnTo>
                      <a:lnTo>
                        <a:pt x="75724" y="153353"/>
                      </a:lnTo>
                      <a:cubicBezTo>
                        <a:pt x="77343" y="153353"/>
                        <a:pt x="79915" y="152400"/>
                        <a:pt x="83534" y="150590"/>
                      </a:cubicBezTo>
                      <a:cubicBezTo>
                        <a:pt x="87154" y="148685"/>
                        <a:pt x="89535" y="147828"/>
                        <a:pt x="90678" y="147828"/>
                      </a:cubicBezTo>
                      <a:cubicBezTo>
                        <a:pt x="92678" y="147828"/>
                        <a:pt x="94012" y="149257"/>
                        <a:pt x="94583" y="152210"/>
                      </a:cubicBezTo>
                      <a:cubicBezTo>
                        <a:pt x="94012" y="158687"/>
                        <a:pt x="96488" y="165068"/>
                        <a:pt x="101727" y="171545"/>
                      </a:cubicBezTo>
                      <a:cubicBezTo>
                        <a:pt x="104394" y="174689"/>
                        <a:pt x="109633" y="179546"/>
                        <a:pt x="117634" y="186214"/>
                      </a:cubicBezTo>
                      <a:cubicBezTo>
                        <a:pt x="118872" y="188976"/>
                        <a:pt x="120777" y="190310"/>
                        <a:pt x="123635" y="190310"/>
                      </a:cubicBezTo>
                      <a:cubicBezTo>
                        <a:pt x="124396" y="190310"/>
                        <a:pt x="125635" y="190119"/>
                        <a:pt x="127349" y="189833"/>
                      </a:cubicBezTo>
                      <a:cubicBezTo>
                        <a:pt x="129064" y="189548"/>
                        <a:pt x="130302" y="189357"/>
                        <a:pt x="131064" y="189357"/>
                      </a:cubicBezTo>
                      <a:cubicBezTo>
                        <a:pt x="132874" y="189357"/>
                        <a:pt x="134588" y="189738"/>
                        <a:pt x="136112" y="190500"/>
                      </a:cubicBezTo>
                      <a:cubicBezTo>
                        <a:pt x="137732" y="191262"/>
                        <a:pt x="139541" y="191643"/>
                        <a:pt x="141542" y="191643"/>
                      </a:cubicBezTo>
                      <a:cubicBezTo>
                        <a:pt x="145161" y="191643"/>
                        <a:pt x="149352" y="190024"/>
                        <a:pt x="154114" y="186595"/>
                      </a:cubicBezTo>
                      <a:cubicBezTo>
                        <a:pt x="161258" y="181928"/>
                        <a:pt x="165449" y="179451"/>
                        <a:pt x="166402" y="178975"/>
                      </a:cubicBezTo>
                      <a:cubicBezTo>
                        <a:pt x="167354" y="177451"/>
                        <a:pt x="167926" y="175832"/>
                        <a:pt x="167926" y="174308"/>
                      </a:cubicBezTo>
                      <a:cubicBezTo>
                        <a:pt x="167926" y="171926"/>
                        <a:pt x="166592" y="168878"/>
                        <a:pt x="163925" y="165068"/>
                      </a:cubicBezTo>
                      <a:cubicBezTo>
                        <a:pt x="161163" y="161258"/>
                        <a:pt x="159639" y="158306"/>
                        <a:pt x="159258" y="156400"/>
                      </a:cubicBezTo>
                      <a:cubicBezTo>
                        <a:pt x="154210" y="155639"/>
                        <a:pt x="151447" y="153734"/>
                        <a:pt x="150876" y="150781"/>
                      </a:cubicBezTo>
                      <a:lnTo>
                        <a:pt x="152400" y="149638"/>
                      </a:lnTo>
                      <a:cubicBezTo>
                        <a:pt x="146018" y="146685"/>
                        <a:pt x="137160" y="142208"/>
                        <a:pt x="125730" y="136112"/>
                      </a:cubicBezTo>
                      <a:cubicBezTo>
                        <a:pt x="124492" y="137160"/>
                        <a:pt x="123349" y="137541"/>
                        <a:pt x="122206" y="137541"/>
                      </a:cubicBezTo>
                      <a:cubicBezTo>
                        <a:pt x="120587" y="137541"/>
                        <a:pt x="118586" y="136493"/>
                        <a:pt x="116205" y="134303"/>
                      </a:cubicBezTo>
                      <a:cubicBezTo>
                        <a:pt x="113824" y="132207"/>
                        <a:pt x="111919" y="131064"/>
                        <a:pt x="110585" y="131064"/>
                      </a:cubicBezTo>
                      <a:cubicBezTo>
                        <a:pt x="109919" y="131064"/>
                        <a:pt x="109347" y="131254"/>
                        <a:pt x="108776" y="131636"/>
                      </a:cubicBezTo>
                      <a:cubicBezTo>
                        <a:pt x="103822" y="130302"/>
                        <a:pt x="98774" y="126302"/>
                        <a:pt x="93821" y="119634"/>
                      </a:cubicBezTo>
                      <a:cubicBezTo>
                        <a:pt x="88297" y="112204"/>
                        <a:pt x="83534" y="107347"/>
                        <a:pt x="79820" y="105251"/>
                      </a:cubicBezTo>
                      <a:cubicBezTo>
                        <a:pt x="80201" y="103061"/>
                        <a:pt x="79248" y="100394"/>
                        <a:pt x="76867" y="97155"/>
                      </a:cubicBezTo>
                      <a:cubicBezTo>
                        <a:pt x="74486" y="93917"/>
                        <a:pt x="73438" y="91440"/>
                        <a:pt x="73819" y="89630"/>
                      </a:cubicBezTo>
                      <a:cubicBezTo>
                        <a:pt x="72485" y="87058"/>
                        <a:pt x="71533" y="82106"/>
                        <a:pt x="71057" y="74962"/>
                      </a:cubicBezTo>
                      <a:cubicBezTo>
                        <a:pt x="70676" y="68485"/>
                        <a:pt x="70295" y="62008"/>
                        <a:pt x="70199" y="55531"/>
                      </a:cubicBezTo>
                      <a:cubicBezTo>
                        <a:pt x="71819" y="54959"/>
                        <a:pt x="72580" y="54197"/>
                        <a:pt x="72580" y="53150"/>
                      </a:cubicBezTo>
                      <a:cubicBezTo>
                        <a:pt x="72580" y="52578"/>
                        <a:pt x="72200" y="51625"/>
                        <a:pt x="71438" y="50387"/>
                      </a:cubicBezTo>
                      <a:cubicBezTo>
                        <a:pt x="70676" y="49149"/>
                        <a:pt x="70199" y="48197"/>
                        <a:pt x="70199" y="47625"/>
                      </a:cubicBezTo>
                      <a:cubicBezTo>
                        <a:pt x="71152" y="44863"/>
                        <a:pt x="74581" y="41148"/>
                        <a:pt x="80391" y="36481"/>
                      </a:cubicBezTo>
                      <a:cubicBezTo>
                        <a:pt x="85154" y="32385"/>
                        <a:pt x="87535" y="28480"/>
                        <a:pt x="87535" y="24765"/>
                      </a:cubicBezTo>
                      <a:cubicBezTo>
                        <a:pt x="88297" y="24575"/>
                        <a:pt x="89726" y="23813"/>
                        <a:pt x="91535" y="22479"/>
                      </a:cubicBezTo>
                      <a:cubicBezTo>
                        <a:pt x="93440" y="21146"/>
                        <a:pt x="94774" y="20383"/>
                        <a:pt x="95631" y="20383"/>
                      </a:cubicBezTo>
                      <a:cubicBezTo>
                        <a:pt x="96203" y="20383"/>
                        <a:pt x="96679" y="20765"/>
                        <a:pt x="97155" y="21527"/>
                      </a:cubicBezTo>
                      <a:cubicBezTo>
                        <a:pt x="100965" y="15812"/>
                        <a:pt x="107061" y="11430"/>
                        <a:pt x="115443" y="8287"/>
                      </a:cubicBezTo>
                      <a:cubicBezTo>
                        <a:pt x="122777" y="5906"/>
                        <a:pt x="130207" y="3620"/>
                        <a:pt x="137541" y="1238"/>
                      </a:cubicBezTo>
                      <a:cubicBezTo>
                        <a:pt x="139732" y="476"/>
                        <a:pt x="141922" y="0"/>
                        <a:pt x="144113" y="0"/>
                      </a:cubicBezTo>
                      <a:cubicBezTo>
                        <a:pt x="147257" y="0"/>
                        <a:pt x="151638" y="1238"/>
                        <a:pt x="156972" y="3620"/>
                      </a:cubicBezTo>
                      <a:cubicBezTo>
                        <a:pt x="162306" y="6096"/>
                        <a:pt x="166592" y="7334"/>
                        <a:pt x="169831" y="7334"/>
                      </a:cubicBezTo>
                      <a:cubicBezTo>
                        <a:pt x="171260" y="7334"/>
                        <a:pt x="172593" y="7144"/>
                        <a:pt x="174022" y="6763"/>
                      </a:cubicBezTo>
                      <a:cubicBezTo>
                        <a:pt x="175355" y="9525"/>
                        <a:pt x="177927" y="11335"/>
                        <a:pt x="181546" y="12287"/>
                      </a:cubicBezTo>
                      <a:cubicBezTo>
                        <a:pt x="186119" y="13621"/>
                        <a:pt x="189071" y="14859"/>
                        <a:pt x="190500" y="15812"/>
                      </a:cubicBezTo>
                      <a:cubicBezTo>
                        <a:pt x="197263" y="16383"/>
                        <a:pt x="203359" y="25051"/>
                        <a:pt x="208788" y="41624"/>
                      </a:cubicBezTo>
                      <a:cubicBezTo>
                        <a:pt x="208597" y="44006"/>
                        <a:pt x="206788" y="47054"/>
                        <a:pt x="203549" y="51054"/>
                      </a:cubicBezTo>
                      <a:cubicBezTo>
                        <a:pt x="200311" y="54959"/>
                        <a:pt x="198692" y="58293"/>
                        <a:pt x="198882" y="61055"/>
                      </a:cubicBezTo>
                      <a:cubicBezTo>
                        <a:pt x="196691" y="60674"/>
                        <a:pt x="195453" y="61436"/>
                        <a:pt x="195358" y="63437"/>
                      </a:cubicBezTo>
                      <a:cubicBezTo>
                        <a:pt x="195167" y="66008"/>
                        <a:pt x="194596" y="67437"/>
                        <a:pt x="193834" y="67818"/>
                      </a:cubicBezTo>
                      <a:cubicBezTo>
                        <a:pt x="188309" y="70390"/>
                        <a:pt x="184404" y="71628"/>
                        <a:pt x="182213" y="71628"/>
                      </a:cubicBezTo>
                      <a:cubicBezTo>
                        <a:pt x="179070" y="71628"/>
                        <a:pt x="176022" y="69628"/>
                        <a:pt x="173260" y="65723"/>
                      </a:cubicBezTo>
                      <a:cubicBezTo>
                        <a:pt x="172974" y="62579"/>
                        <a:pt x="170974" y="60198"/>
                        <a:pt x="167259" y="58674"/>
                      </a:cubicBezTo>
                      <a:cubicBezTo>
                        <a:pt x="162878" y="57150"/>
                        <a:pt x="160306" y="55245"/>
                        <a:pt x="159449" y="53054"/>
                      </a:cubicBezTo>
                      <a:cubicBezTo>
                        <a:pt x="158210" y="52864"/>
                        <a:pt x="155067" y="51816"/>
                        <a:pt x="150114" y="49816"/>
                      </a:cubicBezTo>
                      <a:cubicBezTo>
                        <a:pt x="146113" y="48197"/>
                        <a:pt x="142970" y="47435"/>
                        <a:pt x="140494" y="47435"/>
                      </a:cubicBezTo>
                      <a:cubicBezTo>
                        <a:pt x="137160" y="47435"/>
                        <a:pt x="134207" y="48958"/>
                        <a:pt x="131826" y="52197"/>
                      </a:cubicBezTo>
                      <a:cubicBezTo>
                        <a:pt x="130969" y="52007"/>
                        <a:pt x="130302" y="51911"/>
                        <a:pt x="129730" y="51911"/>
                      </a:cubicBezTo>
                      <a:cubicBezTo>
                        <a:pt x="128111" y="51911"/>
                        <a:pt x="125539" y="53340"/>
                        <a:pt x="122301" y="56293"/>
                      </a:cubicBezTo>
                      <a:cubicBezTo>
                        <a:pt x="123254" y="58103"/>
                        <a:pt x="123825" y="59627"/>
                        <a:pt x="123825" y="61055"/>
                      </a:cubicBezTo>
                      <a:cubicBezTo>
                        <a:pt x="123825" y="62770"/>
                        <a:pt x="122492" y="64389"/>
                        <a:pt x="119825" y="65913"/>
                      </a:cubicBezTo>
                      <a:cubicBezTo>
                        <a:pt x="117158" y="67437"/>
                        <a:pt x="115824" y="68771"/>
                        <a:pt x="115824" y="70199"/>
                      </a:cubicBezTo>
                      <a:cubicBezTo>
                        <a:pt x="115824" y="71342"/>
                        <a:pt x="116491" y="72962"/>
                        <a:pt x="117920" y="74867"/>
                      </a:cubicBezTo>
                      <a:cubicBezTo>
                        <a:pt x="126302" y="86773"/>
                        <a:pt x="138970" y="95822"/>
                        <a:pt x="155924" y="101822"/>
                      </a:cubicBezTo>
                      <a:cubicBezTo>
                        <a:pt x="158115" y="102394"/>
                        <a:pt x="161258" y="104299"/>
                        <a:pt x="165259" y="107537"/>
                      </a:cubicBezTo>
                      <a:cubicBezTo>
                        <a:pt x="169354" y="110776"/>
                        <a:pt x="172784" y="112490"/>
                        <a:pt x="175641" y="112776"/>
                      </a:cubicBezTo>
                      <a:cubicBezTo>
                        <a:pt x="178403" y="113062"/>
                        <a:pt x="182309" y="115253"/>
                        <a:pt x="187357" y="119348"/>
                      </a:cubicBezTo>
                      <a:cubicBezTo>
                        <a:pt x="191738" y="123254"/>
                        <a:pt x="195929" y="124873"/>
                        <a:pt x="199930" y="124301"/>
                      </a:cubicBezTo>
                      <a:cubicBezTo>
                        <a:pt x="199930" y="126302"/>
                        <a:pt x="200311" y="127349"/>
                        <a:pt x="200882" y="127540"/>
                      </a:cubicBezTo>
                      <a:cubicBezTo>
                        <a:pt x="202692" y="127540"/>
                        <a:pt x="204026" y="128873"/>
                        <a:pt x="204883" y="131540"/>
                      </a:cubicBezTo>
                      <a:cubicBezTo>
                        <a:pt x="205740" y="134207"/>
                        <a:pt x="207074" y="135160"/>
                        <a:pt x="208883" y="134684"/>
                      </a:cubicBezTo>
                      <a:cubicBezTo>
                        <a:pt x="209264" y="136017"/>
                        <a:pt x="211931" y="140018"/>
                        <a:pt x="216694" y="146685"/>
                      </a:cubicBezTo>
                      <a:cubicBezTo>
                        <a:pt x="220218" y="152210"/>
                        <a:pt x="222028" y="157163"/>
                        <a:pt x="222028" y="161639"/>
                      </a:cubicBezTo>
                      <a:cubicBezTo>
                        <a:pt x="222980" y="162782"/>
                        <a:pt x="223457" y="164021"/>
                        <a:pt x="223457" y="165164"/>
                      </a:cubicBezTo>
                      <a:cubicBezTo>
                        <a:pt x="223457" y="166116"/>
                        <a:pt x="222980" y="167354"/>
                        <a:pt x="222028" y="168878"/>
                      </a:cubicBezTo>
                      <a:cubicBezTo>
                        <a:pt x="221075" y="170307"/>
                        <a:pt x="220504" y="171355"/>
                        <a:pt x="220504" y="172022"/>
                      </a:cubicBezTo>
                      <a:cubicBezTo>
                        <a:pt x="220504" y="173165"/>
                        <a:pt x="221266" y="174308"/>
                        <a:pt x="222885" y="175546"/>
                      </a:cubicBezTo>
                      <a:close/>
                      <a:moveTo>
                        <a:pt x="50768" y="182785"/>
                      </a:moveTo>
                      <a:lnTo>
                        <a:pt x="57626" y="180404"/>
                      </a:lnTo>
                      <a:lnTo>
                        <a:pt x="54293" y="180404"/>
                      </a:lnTo>
                      <a:lnTo>
                        <a:pt x="50673" y="182785"/>
                      </a:lnTo>
                      <a:close/>
                      <a:moveTo>
                        <a:pt x="52864" y="211265"/>
                      </a:moveTo>
                      <a:lnTo>
                        <a:pt x="54388" y="211265"/>
                      </a:lnTo>
                      <a:lnTo>
                        <a:pt x="56769" y="213074"/>
                      </a:lnTo>
                      <a:lnTo>
                        <a:pt x="52864" y="211265"/>
                      </a:lnTo>
                      <a:close/>
                      <a:moveTo>
                        <a:pt x="62389" y="226790"/>
                      </a:moveTo>
                      <a:cubicBezTo>
                        <a:pt x="62008" y="224695"/>
                        <a:pt x="62675" y="222695"/>
                        <a:pt x="64579" y="220885"/>
                      </a:cubicBezTo>
                      <a:lnTo>
                        <a:pt x="64199" y="221171"/>
                      </a:lnTo>
                      <a:cubicBezTo>
                        <a:pt x="64199" y="221742"/>
                        <a:pt x="64675" y="222504"/>
                        <a:pt x="65532" y="223361"/>
                      </a:cubicBezTo>
                      <a:cubicBezTo>
                        <a:pt x="66389" y="224219"/>
                        <a:pt x="66866" y="224885"/>
                        <a:pt x="66866" y="225266"/>
                      </a:cubicBezTo>
                      <a:cubicBezTo>
                        <a:pt x="66866" y="225933"/>
                        <a:pt x="66389" y="226314"/>
                        <a:pt x="65627" y="226790"/>
                      </a:cubicBezTo>
                      <a:lnTo>
                        <a:pt x="62294" y="226790"/>
                      </a:lnTo>
                      <a:close/>
                      <a:moveTo>
                        <a:pt x="65151" y="220028"/>
                      </a:moveTo>
                      <a:cubicBezTo>
                        <a:pt x="65151" y="220028"/>
                        <a:pt x="64579" y="220694"/>
                        <a:pt x="64579" y="220885"/>
                      </a:cubicBezTo>
                      <a:cubicBezTo>
                        <a:pt x="64579" y="220694"/>
                        <a:pt x="64770" y="220409"/>
                        <a:pt x="65151" y="220028"/>
                      </a:cubicBezTo>
                      <a:close/>
                      <a:moveTo>
                        <a:pt x="65722" y="214408"/>
                      </a:moveTo>
                      <a:cubicBezTo>
                        <a:pt x="66485" y="214408"/>
                        <a:pt x="67437" y="214884"/>
                        <a:pt x="68389" y="215837"/>
                      </a:cubicBezTo>
                      <a:cubicBezTo>
                        <a:pt x="69342" y="216789"/>
                        <a:pt x="70009" y="217361"/>
                        <a:pt x="70199" y="217551"/>
                      </a:cubicBezTo>
                      <a:cubicBezTo>
                        <a:pt x="68961" y="217742"/>
                        <a:pt x="67246" y="218504"/>
                        <a:pt x="65151" y="219932"/>
                      </a:cubicBezTo>
                      <a:cubicBezTo>
                        <a:pt x="66675" y="217932"/>
                        <a:pt x="66961" y="216122"/>
                        <a:pt x="65722" y="214313"/>
                      </a:cubicBezTo>
                      <a:close/>
                      <a:moveTo>
                        <a:pt x="72580" y="189452"/>
                      </a:moveTo>
                      <a:lnTo>
                        <a:pt x="72580" y="187071"/>
                      </a:lnTo>
                      <a:lnTo>
                        <a:pt x="65722" y="183547"/>
                      </a:lnTo>
                      <a:lnTo>
                        <a:pt x="72580" y="189357"/>
                      </a:lnTo>
                      <a:close/>
                      <a:moveTo>
                        <a:pt x="78296" y="198596"/>
                      </a:moveTo>
                      <a:cubicBezTo>
                        <a:pt x="78296" y="198596"/>
                        <a:pt x="79058" y="198787"/>
                        <a:pt x="81248" y="199168"/>
                      </a:cubicBezTo>
                      <a:cubicBezTo>
                        <a:pt x="82391" y="199358"/>
                        <a:pt x="83344" y="198787"/>
                        <a:pt x="83915" y="197358"/>
                      </a:cubicBezTo>
                      <a:cubicBezTo>
                        <a:pt x="81534" y="196596"/>
                        <a:pt x="79629" y="196977"/>
                        <a:pt x="78296" y="198501"/>
                      </a:cubicBezTo>
                      <a:cubicBezTo>
                        <a:pt x="77724" y="198501"/>
                        <a:pt x="77438" y="198787"/>
                        <a:pt x="77438" y="199358"/>
                      </a:cubicBezTo>
                      <a:lnTo>
                        <a:pt x="75057" y="201740"/>
                      </a:lnTo>
                      <a:lnTo>
                        <a:pt x="77438" y="201740"/>
                      </a:lnTo>
                      <a:cubicBezTo>
                        <a:pt x="77248" y="200787"/>
                        <a:pt x="77248" y="200025"/>
                        <a:pt x="77438" y="199358"/>
                      </a:cubicBezTo>
                      <a:lnTo>
                        <a:pt x="78296" y="198501"/>
                      </a:lnTo>
                      <a:close/>
                      <a:moveTo>
                        <a:pt x="79820" y="87344"/>
                      </a:moveTo>
                      <a:cubicBezTo>
                        <a:pt x="80772" y="86392"/>
                        <a:pt x="81058" y="85439"/>
                        <a:pt x="80677" y="84677"/>
                      </a:cubicBezTo>
                      <a:lnTo>
                        <a:pt x="81534" y="82582"/>
                      </a:lnTo>
                      <a:cubicBezTo>
                        <a:pt x="80772" y="81629"/>
                        <a:pt x="79724" y="80772"/>
                        <a:pt x="78391" y="80200"/>
                      </a:cubicBezTo>
                      <a:cubicBezTo>
                        <a:pt x="77057" y="79629"/>
                        <a:pt x="76200" y="79343"/>
                        <a:pt x="75914" y="79343"/>
                      </a:cubicBezTo>
                      <a:cubicBezTo>
                        <a:pt x="79153" y="80963"/>
                        <a:pt x="80677" y="82677"/>
                        <a:pt x="80677" y="84677"/>
                      </a:cubicBezTo>
                      <a:lnTo>
                        <a:pt x="79820" y="87344"/>
                      </a:lnTo>
                      <a:close/>
                      <a:moveTo>
                        <a:pt x="100489" y="70295"/>
                      </a:moveTo>
                      <a:lnTo>
                        <a:pt x="100489" y="69342"/>
                      </a:lnTo>
                      <a:cubicBezTo>
                        <a:pt x="99632" y="64294"/>
                        <a:pt x="96107" y="61722"/>
                        <a:pt x="89726" y="61722"/>
                      </a:cubicBezTo>
                      <a:cubicBezTo>
                        <a:pt x="84772" y="61722"/>
                        <a:pt x="80677" y="63151"/>
                        <a:pt x="77438" y="65818"/>
                      </a:cubicBezTo>
                      <a:cubicBezTo>
                        <a:pt x="78391" y="66199"/>
                        <a:pt x="79438" y="68104"/>
                        <a:pt x="80582" y="71533"/>
                      </a:cubicBezTo>
                      <a:cubicBezTo>
                        <a:pt x="81629" y="74962"/>
                        <a:pt x="83534" y="76391"/>
                        <a:pt x="86392" y="75819"/>
                      </a:cubicBezTo>
                      <a:lnTo>
                        <a:pt x="86392" y="74962"/>
                      </a:lnTo>
                      <a:cubicBezTo>
                        <a:pt x="86963" y="74390"/>
                        <a:pt x="87630" y="72200"/>
                        <a:pt x="88487" y="68485"/>
                      </a:cubicBezTo>
                      <a:cubicBezTo>
                        <a:pt x="89059" y="65342"/>
                        <a:pt x="90297" y="63818"/>
                        <a:pt x="92107" y="63818"/>
                      </a:cubicBezTo>
                      <a:cubicBezTo>
                        <a:pt x="92869" y="63818"/>
                        <a:pt x="93726" y="64103"/>
                        <a:pt x="94774" y="64770"/>
                      </a:cubicBezTo>
                      <a:lnTo>
                        <a:pt x="94774" y="67056"/>
                      </a:lnTo>
                      <a:cubicBezTo>
                        <a:pt x="94774" y="67056"/>
                        <a:pt x="95726" y="66770"/>
                        <a:pt x="96298" y="66770"/>
                      </a:cubicBezTo>
                      <a:cubicBezTo>
                        <a:pt x="96679" y="66770"/>
                        <a:pt x="98108" y="67913"/>
                        <a:pt x="100489" y="70295"/>
                      </a:cubicBezTo>
                      <a:close/>
                      <a:moveTo>
                        <a:pt x="81629" y="164211"/>
                      </a:moveTo>
                      <a:cubicBezTo>
                        <a:pt x="79820" y="164211"/>
                        <a:pt x="78772" y="163925"/>
                        <a:pt x="78391" y="163354"/>
                      </a:cubicBezTo>
                      <a:lnTo>
                        <a:pt x="80772" y="166592"/>
                      </a:lnTo>
                      <a:cubicBezTo>
                        <a:pt x="81725" y="166021"/>
                        <a:pt x="82010" y="165259"/>
                        <a:pt x="81629" y="164211"/>
                      </a:cubicBezTo>
                      <a:close/>
                      <a:moveTo>
                        <a:pt x="84011" y="73533"/>
                      </a:moveTo>
                      <a:lnTo>
                        <a:pt x="83153" y="72581"/>
                      </a:lnTo>
                      <a:lnTo>
                        <a:pt x="85535" y="72581"/>
                      </a:lnTo>
                      <a:cubicBezTo>
                        <a:pt x="85535" y="72581"/>
                        <a:pt x="84868" y="73057"/>
                        <a:pt x="84011" y="73533"/>
                      </a:cubicBezTo>
                      <a:close/>
                      <a:moveTo>
                        <a:pt x="85535" y="72581"/>
                      </a:moveTo>
                      <a:cubicBezTo>
                        <a:pt x="85535" y="72581"/>
                        <a:pt x="86201" y="72200"/>
                        <a:pt x="86487" y="72581"/>
                      </a:cubicBezTo>
                      <a:lnTo>
                        <a:pt x="85535" y="72581"/>
                      </a:lnTo>
                      <a:close/>
                      <a:moveTo>
                        <a:pt x="87630" y="216789"/>
                      </a:moveTo>
                      <a:lnTo>
                        <a:pt x="90011" y="214503"/>
                      </a:lnTo>
                      <a:cubicBezTo>
                        <a:pt x="88963" y="213550"/>
                        <a:pt x="88202" y="213074"/>
                        <a:pt x="87630" y="213074"/>
                      </a:cubicBezTo>
                      <a:lnTo>
                        <a:pt x="87630" y="216884"/>
                      </a:lnTo>
                      <a:close/>
                      <a:moveTo>
                        <a:pt x="91250" y="76772"/>
                      </a:moveTo>
                      <a:cubicBezTo>
                        <a:pt x="91630" y="75629"/>
                        <a:pt x="91250" y="74200"/>
                        <a:pt x="90011" y="72676"/>
                      </a:cubicBezTo>
                      <a:lnTo>
                        <a:pt x="90011" y="78296"/>
                      </a:lnTo>
                      <a:lnTo>
                        <a:pt x="91250" y="76867"/>
                      </a:lnTo>
                      <a:close/>
                      <a:moveTo>
                        <a:pt x="95726" y="235553"/>
                      </a:moveTo>
                      <a:lnTo>
                        <a:pt x="94774" y="234696"/>
                      </a:lnTo>
                      <a:lnTo>
                        <a:pt x="97155" y="234696"/>
                      </a:lnTo>
                      <a:cubicBezTo>
                        <a:pt x="96012" y="235268"/>
                        <a:pt x="95441" y="235553"/>
                        <a:pt x="95631" y="235553"/>
                      </a:cubicBezTo>
                      <a:close/>
                      <a:moveTo>
                        <a:pt x="124682" y="211169"/>
                      </a:moveTo>
                      <a:lnTo>
                        <a:pt x="125921" y="209741"/>
                      </a:lnTo>
                      <a:lnTo>
                        <a:pt x="124682" y="206502"/>
                      </a:lnTo>
                      <a:lnTo>
                        <a:pt x="124682" y="211169"/>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87" name="Google Shape;787;p99"/>
              <p:cNvGrpSpPr/>
              <p:nvPr/>
            </p:nvGrpSpPr>
            <p:grpSpPr>
              <a:xfrm>
                <a:off x="8374564" y="4701159"/>
                <a:ext cx="839628" cy="250126"/>
                <a:chOff x="3121246" y="2419254"/>
                <a:chExt cx="839628" cy="250126"/>
              </a:xfrm>
            </p:grpSpPr>
            <p:sp>
              <p:nvSpPr>
                <p:cNvPr id="788" name="Google Shape;788;p99"/>
                <p:cNvSpPr/>
                <p:nvPr/>
              </p:nvSpPr>
              <p:spPr>
                <a:xfrm>
                  <a:off x="3121246" y="2448020"/>
                  <a:ext cx="150494" cy="187070"/>
                </a:xfrm>
                <a:custGeom>
                  <a:avLst/>
                  <a:gdLst/>
                  <a:ahLst/>
                  <a:cxnLst/>
                  <a:rect l="l" t="t" r="r" b="b"/>
                  <a:pathLst>
                    <a:path w="150494" h="187070" extrusionOk="0">
                      <a:moveTo>
                        <a:pt x="114014" y="3143"/>
                      </a:moveTo>
                      <a:cubicBezTo>
                        <a:pt x="115919" y="3143"/>
                        <a:pt x="117824" y="4953"/>
                        <a:pt x="119824" y="8573"/>
                      </a:cubicBezTo>
                      <a:cubicBezTo>
                        <a:pt x="121825" y="12192"/>
                        <a:pt x="123634" y="14002"/>
                        <a:pt x="125254" y="14002"/>
                      </a:cubicBezTo>
                      <a:cubicBezTo>
                        <a:pt x="126682" y="14002"/>
                        <a:pt x="128206" y="13335"/>
                        <a:pt x="129826" y="11906"/>
                      </a:cubicBezTo>
                      <a:cubicBezTo>
                        <a:pt x="130969" y="14954"/>
                        <a:pt x="133921" y="18479"/>
                        <a:pt x="138589" y="22384"/>
                      </a:cubicBezTo>
                      <a:cubicBezTo>
                        <a:pt x="143256" y="26384"/>
                        <a:pt x="146304" y="29718"/>
                        <a:pt x="147733" y="32480"/>
                      </a:cubicBezTo>
                      <a:cubicBezTo>
                        <a:pt x="146780" y="34576"/>
                        <a:pt x="146304" y="38386"/>
                        <a:pt x="146304" y="43815"/>
                      </a:cubicBezTo>
                      <a:cubicBezTo>
                        <a:pt x="146304" y="49244"/>
                        <a:pt x="145828" y="52959"/>
                        <a:pt x="144875" y="54864"/>
                      </a:cubicBezTo>
                      <a:cubicBezTo>
                        <a:pt x="143256" y="57912"/>
                        <a:pt x="140017" y="59150"/>
                        <a:pt x="135065" y="58674"/>
                      </a:cubicBezTo>
                      <a:cubicBezTo>
                        <a:pt x="132017" y="58198"/>
                        <a:pt x="128397" y="59627"/>
                        <a:pt x="124015" y="62865"/>
                      </a:cubicBezTo>
                      <a:cubicBezTo>
                        <a:pt x="119729" y="66104"/>
                        <a:pt x="116300" y="67723"/>
                        <a:pt x="113633" y="67723"/>
                      </a:cubicBezTo>
                      <a:cubicBezTo>
                        <a:pt x="112204" y="67723"/>
                        <a:pt x="110776" y="67342"/>
                        <a:pt x="109061" y="66675"/>
                      </a:cubicBezTo>
                      <a:cubicBezTo>
                        <a:pt x="110490" y="58960"/>
                        <a:pt x="104965" y="49721"/>
                        <a:pt x="92678" y="39053"/>
                      </a:cubicBezTo>
                      <a:cubicBezTo>
                        <a:pt x="89440" y="35052"/>
                        <a:pt x="86106" y="33052"/>
                        <a:pt x="82867" y="33052"/>
                      </a:cubicBezTo>
                      <a:cubicBezTo>
                        <a:pt x="80772" y="33052"/>
                        <a:pt x="77533" y="34290"/>
                        <a:pt x="73057" y="36576"/>
                      </a:cubicBezTo>
                      <a:cubicBezTo>
                        <a:pt x="68675" y="38862"/>
                        <a:pt x="65056" y="40100"/>
                        <a:pt x="62198" y="40100"/>
                      </a:cubicBezTo>
                      <a:cubicBezTo>
                        <a:pt x="60293" y="40100"/>
                        <a:pt x="58579" y="39719"/>
                        <a:pt x="56959" y="39053"/>
                      </a:cubicBezTo>
                      <a:cubicBezTo>
                        <a:pt x="54864" y="41434"/>
                        <a:pt x="52769" y="43625"/>
                        <a:pt x="50673" y="45720"/>
                      </a:cubicBezTo>
                      <a:cubicBezTo>
                        <a:pt x="48292" y="48768"/>
                        <a:pt x="47339" y="51721"/>
                        <a:pt x="47815" y="54483"/>
                      </a:cubicBezTo>
                      <a:lnTo>
                        <a:pt x="45053" y="54483"/>
                      </a:lnTo>
                      <a:cubicBezTo>
                        <a:pt x="43624" y="58865"/>
                        <a:pt x="43529" y="67532"/>
                        <a:pt x="44672" y="80391"/>
                      </a:cubicBezTo>
                      <a:cubicBezTo>
                        <a:pt x="45625" y="91821"/>
                        <a:pt x="44386" y="100108"/>
                        <a:pt x="40862" y="105251"/>
                      </a:cubicBezTo>
                      <a:lnTo>
                        <a:pt x="40862" y="103442"/>
                      </a:lnTo>
                      <a:cubicBezTo>
                        <a:pt x="40386" y="102489"/>
                        <a:pt x="39815" y="102013"/>
                        <a:pt x="39148" y="102013"/>
                      </a:cubicBezTo>
                      <a:cubicBezTo>
                        <a:pt x="38671" y="102013"/>
                        <a:pt x="37814" y="102489"/>
                        <a:pt x="36671" y="103537"/>
                      </a:cubicBezTo>
                      <a:cubicBezTo>
                        <a:pt x="35528" y="104585"/>
                        <a:pt x="34671" y="105156"/>
                        <a:pt x="34195" y="105156"/>
                      </a:cubicBezTo>
                      <a:cubicBezTo>
                        <a:pt x="34195" y="106490"/>
                        <a:pt x="34766" y="107252"/>
                        <a:pt x="36004" y="107252"/>
                      </a:cubicBezTo>
                      <a:cubicBezTo>
                        <a:pt x="39243" y="107728"/>
                        <a:pt x="41243" y="108395"/>
                        <a:pt x="41910" y="109347"/>
                      </a:cubicBezTo>
                      <a:lnTo>
                        <a:pt x="39148" y="112109"/>
                      </a:lnTo>
                      <a:cubicBezTo>
                        <a:pt x="46101" y="118682"/>
                        <a:pt x="49625" y="124587"/>
                        <a:pt x="49625" y="129921"/>
                      </a:cubicBezTo>
                      <a:cubicBezTo>
                        <a:pt x="49625" y="131350"/>
                        <a:pt x="49340" y="132588"/>
                        <a:pt x="48958" y="133826"/>
                      </a:cubicBezTo>
                      <a:lnTo>
                        <a:pt x="54578" y="138684"/>
                      </a:lnTo>
                      <a:lnTo>
                        <a:pt x="52864" y="140399"/>
                      </a:lnTo>
                      <a:cubicBezTo>
                        <a:pt x="54483" y="141827"/>
                        <a:pt x="59531" y="142685"/>
                        <a:pt x="67913" y="143161"/>
                      </a:cubicBezTo>
                      <a:cubicBezTo>
                        <a:pt x="74676" y="143447"/>
                        <a:pt x="78391" y="146114"/>
                        <a:pt x="79153" y="151257"/>
                      </a:cubicBezTo>
                      <a:cubicBezTo>
                        <a:pt x="81058" y="148019"/>
                        <a:pt x="85534" y="144971"/>
                        <a:pt x="92773" y="142208"/>
                      </a:cubicBezTo>
                      <a:cubicBezTo>
                        <a:pt x="99060" y="139637"/>
                        <a:pt x="102679" y="135922"/>
                        <a:pt x="103632" y="130969"/>
                      </a:cubicBezTo>
                      <a:cubicBezTo>
                        <a:pt x="105251" y="130493"/>
                        <a:pt x="107728" y="128588"/>
                        <a:pt x="110966" y="125063"/>
                      </a:cubicBezTo>
                      <a:cubicBezTo>
                        <a:pt x="114205" y="121539"/>
                        <a:pt x="117348" y="119825"/>
                        <a:pt x="120396" y="119825"/>
                      </a:cubicBezTo>
                      <a:cubicBezTo>
                        <a:pt x="121253" y="119825"/>
                        <a:pt x="122206" y="119920"/>
                        <a:pt x="123158" y="120206"/>
                      </a:cubicBezTo>
                      <a:lnTo>
                        <a:pt x="128016" y="126873"/>
                      </a:lnTo>
                      <a:cubicBezTo>
                        <a:pt x="129445" y="124968"/>
                        <a:pt x="131064" y="124016"/>
                        <a:pt x="132969" y="124016"/>
                      </a:cubicBezTo>
                      <a:cubicBezTo>
                        <a:pt x="134398" y="124016"/>
                        <a:pt x="136398" y="124492"/>
                        <a:pt x="138874" y="125444"/>
                      </a:cubicBezTo>
                      <a:cubicBezTo>
                        <a:pt x="141446" y="126397"/>
                        <a:pt x="143351" y="126873"/>
                        <a:pt x="144494" y="126873"/>
                      </a:cubicBezTo>
                      <a:cubicBezTo>
                        <a:pt x="145256" y="127540"/>
                        <a:pt x="145828" y="129540"/>
                        <a:pt x="146304" y="132779"/>
                      </a:cubicBezTo>
                      <a:cubicBezTo>
                        <a:pt x="146780" y="136017"/>
                        <a:pt x="148114" y="138017"/>
                        <a:pt x="150495" y="138779"/>
                      </a:cubicBezTo>
                      <a:cubicBezTo>
                        <a:pt x="149352" y="144875"/>
                        <a:pt x="146780" y="150114"/>
                        <a:pt x="142780" y="154496"/>
                      </a:cubicBezTo>
                      <a:cubicBezTo>
                        <a:pt x="141161" y="156400"/>
                        <a:pt x="136874" y="160211"/>
                        <a:pt x="129826" y="166021"/>
                      </a:cubicBezTo>
                      <a:cubicBezTo>
                        <a:pt x="130492" y="167164"/>
                        <a:pt x="130873" y="168116"/>
                        <a:pt x="130873" y="168878"/>
                      </a:cubicBezTo>
                      <a:cubicBezTo>
                        <a:pt x="130873" y="169354"/>
                        <a:pt x="130016" y="169545"/>
                        <a:pt x="128397" y="169450"/>
                      </a:cubicBezTo>
                      <a:cubicBezTo>
                        <a:pt x="126778" y="169354"/>
                        <a:pt x="125730" y="169736"/>
                        <a:pt x="125254" y="170688"/>
                      </a:cubicBezTo>
                      <a:cubicBezTo>
                        <a:pt x="122492" y="176022"/>
                        <a:pt x="117443" y="178784"/>
                        <a:pt x="110204" y="178784"/>
                      </a:cubicBezTo>
                      <a:lnTo>
                        <a:pt x="102870" y="178784"/>
                      </a:lnTo>
                      <a:cubicBezTo>
                        <a:pt x="95440" y="178784"/>
                        <a:pt x="90106" y="181451"/>
                        <a:pt x="87154" y="186785"/>
                      </a:cubicBezTo>
                      <a:cubicBezTo>
                        <a:pt x="85249" y="186976"/>
                        <a:pt x="83248" y="187071"/>
                        <a:pt x="81153" y="187071"/>
                      </a:cubicBezTo>
                      <a:cubicBezTo>
                        <a:pt x="77248" y="187071"/>
                        <a:pt x="71533" y="186309"/>
                        <a:pt x="64008" y="184785"/>
                      </a:cubicBezTo>
                      <a:cubicBezTo>
                        <a:pt x="56578" y="183261"/>
                        <a:pt x="50768" y="182499"/>
                        <a:pt x="46863" y="182499"/>
                      </a:cubicBezTo>
                      <a:cubicBezTo>
                        <a:pt x="44767" y="182499"/>
                        <a:pt x="42767" y="182594"/>
                        <a:pt x="40957" y="182880"/>
                      </a:cubicBezTo>
                      <a:cubicBezTo>
                        <a:pt x="40481" y="179165"/>
                        <a:pt x="38005" y="176308"/>
                        <a:pt x="33623" y="174498"/>
                      </a:cubicBezTo>
                      <a:cubicBezTo>
                        <a:pt x="28194" y="172403"/>
                        <a:pt x="24860" y="170212"/>
                        <a:pt x="23527" y="167926"/>
                      </a:cubicBezTo>
                      <a:lnTo>
                        <a:pt x="9811" y="154305"/>
                      </a:lnTo>
                      <a:cubicBezTo>
                        <a:pt x="10763" y="153353"/>
                        <a:pt x="11240" y="152591"/>
                        <a:pt x="11240" y="151829"/>
                      </a:cubicBezTo>
                      <a:cubicBezTo>
                        <a:pt x="11240" y="150876"/>
                        <a:pt x="10192" y="149447"/>
                        <a:pt x="8096" y="147447"/>
                      </a:cubicBezTo>
                      <a:cubicBezTo>
                        <a:pt x="6001" y="145447"/>
                        <a:pt x="5144" y="143542"/>
                        <a:pt x="5334" y="141637"/>
                      </a:cubicBezTo>
                      <a:cubicBezTo>
                        <a:pt x="6763" y="135160"/>
                        <a:pt x="5334" y="128969"/>
                        <a:pt x="1143" y="123158"/>
                      </a:cubicBezTo>
                      <a:lnTo>
                        <a:pt x="5334" y="120301"/>
                      </a:lnTo>
                      <a:cubicBezTo>
                        <a:pt x="4858" y="119348"/>
                        <a:pt x="3429" y="118872"/>
                        <a:pt x="1143" y="118872"/>
                      </a:cubicBezTo>
                      <a:cubicBezTo>
                        <a:pt x="2953" y="117920"/>
                        <a:pt x="3905" y="116967"/>
                        <a:pt x="3905" y="115729"/>
                      </a:cubicBezTo>
                      <a:cubicBezTo>
                        <a:pt x="3905" y="114491"/>
                        <a:pt x="3238" y="113062"/>
                        <a:pt x="2000" y="111157"/>
                      </a:cubicBezTo>
                      <a:cubicBezTo>
                        <a:pt x="667" y="109252"/>
                        <a:pt x="95" y="108109"/>
                        <a:pt x="95" y="107633"/>
                      </a:cubicBezTo>
                      <a:cubicBezTo>
                        <a:pt x="-191" y="109252"/>
                        <a:pt x="667" y="110395"/>
                        <a:pt x="2476" y="111157"/>
                      </a:cubicBezTo>
                      <a:cubicBezTo>
                        <a:pt x="4381" y="111824"/>
                        <a:pt x="6191" y="112586"/>
                        <a:pt x="8001" y="113252"/>
                      </a:cubicBezTo>
                      <a:cubicBezTo>
                        <a:pt x="9906" y="110204"/>
                        <a:pt x="10477" y="108395"/>
                        <a:pt x="9811" y="107633"/>
                      </a:cubicBezTo>
                      <a:lnTo>
                        <a:pt x="5239" y="107633"/>
                      </a:lnTo>
                      <a:lnTo>
                        <a:pt x="6667" y="103442"/>
                      </a:lnTo>
                      <a:lnTo>
                        <a:pt x="8001" y="105251"/>
                      </a:lnTo>
                      <a:lnTo>
                        <a:pt x="13621" y="99632"/>
                      </a:lnTo>
                      <a:cubicBezTo>
                        <a:pt x="9144" y="95631"/>
                        <a:pt x="5905" y="92964"/>
                        <a:pt x="3810" y="91535"/>
                      </a:cubicBezTo>
                      <a:cubicBezTo>
                        <a:pt x="1905" y="93440"/>
                        <a:pt x="1048" y="94774"/>
                        <a:pt x="1048" y="95726"/>
                      </a:cubicBezTo>
                      <a:lnTo>
                        <a:pt x="0" y="95726"/>
                      </a:lnTo>
                      <a:cubicBezTo>
                        <a:pt x="3524" y="89440"/>
                        <a:pt x="5429" y="80867"/>
                        <a:pt x="5905" y="70199"/>
                      </a:cubicBezTo>
                      <a:cubicBezTo>
                        <a:pt x="6096" y="61341"/>
                        <a:pt x="6382" y="52483"/>
                        <a:pt x="6667" y="43625"/>
                      </a:cubicBezTo>
                      <a:cubicBezTo>
                        <a:pt x="11335" y="43625"/>
                        <a:pt x="13621" y="42005"/>
                        <a:pt x="13621" y="38767"/>
                      </a:cubicBezTo>
                      <a:cubicBezTo>
                        <a:pt x="13621" y="38100"/>
                        <a:pt x="13430" y="36671"/>
                        <a:pt x="12954" y="34766"/>
                      </a:cubicBezTo>
                      <a:cubicBezTo>
                        <a:pt x="12478" y="32766"/>
                        <a:pt x="12287" y="31337"/>
                        <a:pt x="12287" y="30385"/>
                      </a:cubicBezTo>
                      <a:cubicBezTo>
                        <a:pt x="12287" y="27623"/>
                        <a:pt x="13621" y="25622"/>
                        <a:pt x="16478" y="24479"/>
                      </a:cubicBezTo>
                      <a:cubicBezTo>
                        <a:pt x="17621" y="23813"/>
                        <a:pt x="21717" y="20288"/>
                        <a:pt x="28765" y="14002"/>
                      </a:cubicBezTo>
                      <a:cubicBezTo>
                        <a:pt x="33242" y="9811"/>
                        <a:pt x="38100" y="7811"/>
                        <a:pt x="43434" y="8096"/>
                      </a:cubicBezTo>
                      <a:cubicBezTo>
                        <a:pt x="44101" y="3429"/>
                        <a:pt x="47244" y="1048"/>
                        <a:pt x="52864" y="1048"/>
                      </a:cubicBezTo>
                      <a:cubicBezTo>
                        <a:pt x="53530" y="1048"/>
                        <a:pt x="54578" y="1143"/>
                        <a:pt x="56007" y="1429"/>
                      </a:cubicBezTo>
                      <a:lnTo>
                        <a:pt x="58769" y="1429"/>
                      </a:lnTo>
                      <a:cubicBezTo>
                        <a:pt x="61150" y="1429"/>
                        <a:pt x="62770" y="953"/>
                        <a:pt x="63722" y="0"/>
                      </a:cubicBezTo>
                      <a:cubicBezTo>
                        <a:pt x="66770" y="953"/>
                        <a:pt x="70961" y="1429"/>
                        <a:pt x="76295" y="1429"/>
                      </a:cubicBezTo>
                      <a:lnTo>
                        <a:pt x="83629" y="1429"/>
                      </a:lnTo>
                      <a:cubicBezTo>
                        <a:pt x="87154" y="1238"/>
                        <a:pt x="89725" y="1048"/>
                        <a:pt x="91345" y="1048"/>
                      </a:cubicBezTo>
                      <a:cubicBezTo>
                        <a:pt x="99917" y="1048"/>
                        <a:pt x="105918" y="2477"/>
                        <a:pt x="109156" y="5239"/>
                      </a:cubicBezTo>
                      <a:cubicBezTo>
                        <a:pt x="111061" y="3810"/>
                        <a:pt x="112681" y="3143"/>
                        <a:pt x="114109" y="3143"/>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 name="Google Shape;789;p99"/>
                <p:cNvSpPr/>
                <p:nvPr/>
              </p:nvSpPr>
              <p:spPr>
                <a:xfrm>
                  <a:off x="3252120" y="2419254"/>
                  <a:ext cx="184118" cy="229266"/>
                </a:xfrm>
                <a:custGeom>
                  <a:avLst/>
                  <a:gdLst/>
                  <a:ahLst/>
                  <a:cxnLst/>
                  <a:rect l="l" t="t" r="r" b="b"/>
                  <a:pathLst>
                    <a:path w="184118" h="229266" extrusionOk="0">
                      <a:moveTo>
                        <a:pt x="0" y="56102"/>
                      </a:moveTo>
                      <a:lnTo>
                        <a:pt x="4572" y="57817"/>
                      </a:lnTo>
                      <a:lnTo>
                        <a:pt x="5620" y="58864"/>
                      </a:lnTo>
                      <a:lnTo>
                        <a:pt x="0" y="56102"/>
                      </a:lnTo>
                      <a:close/>
                      <a:moveTo>
                        <a:pt x="25908" y="98488"/>
                      </a:moveTo>
                      <a:cubicBezTo>
                        <a:pt x="27527" y="99155"/>
                        <a:pt x="28480" y="99536"/>
                        <a:pt x="28765" y="99536"/>
                      </a:cubicBezTo>
                      <a:cubicBezTo>
                        <a:pt x="28765" y="100679"/>
                        <a:pt x="28194" y="101632"/>
                        <a:pt x="26956" y="102298"/>
                      </a:cubicBezTo>
                      <a:lnTo>
                        <a:pt x="25908" y="102298"/>
                      </a:lnTo>
                      <a:lnTo>
                        <a:pt x="25908" y="98488"/>
                      </a:lnTo>
                      <a:close/>
                      <a:moveTo>
                        <a:pt x="184118" y="195072"/>
                      </a:moveTo>
                      <a:cubicBezTo>
                        <a:pt x="181070" y="197453"/>
                        <a:pt x="179546" y="200882"/>
                        <a:pt x="179546" y="205550"/>
                      </a:cubicBezTo>
                      <a:cubicBezTo>
                        <a:pt x="179832" y="212979"/>
                        <a:pt x="179927" y="216884"/>
                        <a:pt x="179927" y="217075"/>
                      </a:cubicBezTo>
                      <a:cubicBezTo>
                        <a:pt x="178975" y="217551"/>
                        <a:pt x="177736" y="217742"/>
                        <a:pt x="176117" y="217742"/>
                      </a:cubicBezTo>
                      <a:cubicBezTo>
                        <a:pt x="174689" y="217742"/>
                        <a:pt x="172498" y="217551"/>
                        <a:pt x="169450" y="217075"/>
                      </a:cubicBezTo>
                      <a:cubicBezTo>
                        <a:pt x="166402" y="216598"/>
                        <a:pt x="164020" y="216408"/>
                        <a:pt x="162401" y="216408"/>
                      </a:cubicBezTo>
                      <a:cubicBezTo>
                        <a:pt x="157544" y="216408"/>
                        <a:pt x="154877" y="218980"/>
                        <a:pt x="154400" y="224123"/>
                      </a:cubicBezTo>
                      <a:cubicBezTo>
                        <a:pt x="153734" y="220123"/>
                        <a:pt x="151448" y="216884"/>
                        <a:pt x="147733" y="214313"/>
                      </a:cubicBezTo>
                      <a:cubicBezTo>
                        <a:pt x="145161" y="216598"/>
                        <a:pt x="142113" y="217360"/>
                        <a:pt x="138589" y="216408"/>
                      </a:cubicBezTo>
                      <a:cubicBezTo>
                        <a:pt x="133445" y="214313"/>
                        <a:pt x="130683" y="213265"/>
                        <a:pt x="130207" y="213265"/>
                      </a:cubicBezTo>
                      <a:cubicBezTo>
                        <a:pt x="128111" y="213265"/>
                        <a:pt x="126206" y="214313"/>
                        <a:pt x="124682" y="216408"/>
                      </a:cubicBezTo>
                      <a:cubicBezTo>
                        <a:pt x="123253" y="214503"/>
                        <a:pt x="121539" y="213646"/>
                        <a:pt x="119444" y="213646"/>
                      </a:cubicBezTo>
                      <a:cubicBezTo>
                        <a:pt x="118301" y="213646"/>
                        <a:pt x="115919" y="214217"/>
                        <a:pt x="112395" y="215360"/>
                      </a:cubicBezTo>
                      <a:cubicBezTo>
                        <a:pt x="108871" y="216503"/>
                        <a:pt x="106204" y="216884"/>
                        <a:pt x="104394" y="216408"/>
                      </a:cubicBezTo>
                      <a:cubicBezTo>
                        <a:pt x="100394" y="215265"/>
                        <a:pt x="96584" y="214693"/>
                        <a:pt x="92869" y="214693"/>
                      </a:cubicBezTo>
                      <a:cubicBezTo>
                        <a:pt x="88202" y="214693"/>
                        <a:pt x="79439" y="216027"/>
                        <a:pt x="66580" y="218503"/>
                      </a:cubicBezTo>
                      <a:lnTo>
                        <a:pt x="66580" y="221361"/>
                      </a:lnTo>
                      <a:cubicBezTo>
                        <a:pt x="64675" y="218122"/>
                        <a:pt x="60674" y="216503"/>
                        <a:pt x="54292" y="216503"/>
                      </a:cubicBezTo>
                      <a:lnTo>
                        <a:pt x="45910" y="216503"/>
                      </a:lnTo>
                      <a:cubicBezTo>
                        <a:pt x="41243" y="216503"/>
                        <a:pt x="37814" y="215551"/>
                        <a:pt x="35719" y="213741"/>
                      </a:cubicBezTo>
                      <a:cubicBezTo>
                        <a:pt x="35719" y="207645"/>
                        <a:pt x="35623" y="195739"/>
                        <a:pt x="35433" y="177927"/>
                      </a:cubicBezTo>
                      <a:cubicBezTo>
                        <a:pt x="35147" y="162973"/>
                        <a:pt x="35147" y="151162"/>
                        <a:pt x="35433" y="142494"/>
                      </a:cubicBezTo>
                      <a:cubicBezTo>
                        <a:pt x="35909" y="129635"/>
                        <a:pt x="36957" y="118491"/>
                        <a:pt x="38576" y="109156"/>
                      </a:cubicBezTo>
                      <a:cubicBezTo>
                        <a:pt x="36671" y="108013"/>
                        <a:pt x="35433" y="105727"/>
                        <a:pt x="34671" y="102298"/>
                      </a:cubicBezTo>
                      <a:cubicBezTo>
                        <a:pt x="34004" y="98869"/>
                        <a:pt x="32956" y="96774"/>
                        <a:pt x="31528" y="95821"/>
                      </a:cubicBezTo>
                      <a:lnTo>
                        <a:pt x="31242" y="95821"/>
                      </a:lnTo>
                      <a:cubicBezTo>
                        <a:pt x="33528" y="95155"/>
                        <a:pt x="34671" y="94202"/>
                        <a:pt x="34671" y="93059"/>
                      </a:cubicBezTo>
                      <a:cubicBezTo>
                        <a:pt x="34671" y="92583"/>
                        <a:pt x="34481" y="92107"/>
                        <a:pt x="34004" y="91630"/>
                      </a:cubicBezTo>
                      <a:lnTo>
                        <a:pt x="31528" y="88868"/>
                      </a:lnTo>
                      <a:cubicBezTo>
                        <a:pt x="34290" y="88868"/>
                        <a:pt x="35719" y="87916"/>
                        <a:pt x="35719" y="86106"/>
                      </a:cubicBezTo>
                      <a:lnTo>
                        <a:pt x="34004" y="72771"/>
                      </a:lnTo>
                      <a:lnTo>
                        <a:pt x="32575" y="72771"/>
                      </a:lnTo>
                      <a:lnTo>
                        <a:pt x="35719" y="64675"/>
                      </a:lnTo>
                      <a:cubicBezTo>
                        <a:pt x="34100" y="64865"/>
                        <a:pt x="32099" y="64294"/>
                        <a:pt x="29813" y="62960"/>
                      </a:cubicBezTo>
                      <a:cubicBezTo>
                        <a:pt x="34481" y="61055"/>
                        <a:pt x="36481" y="58864"/>
                        <a:pt x="35719" y="56293"/>
                      </a:cubicBezTo>
                      <a:lnTo>
                        <a:pt x="26956" y="55245"/>
                      </a:lnTo>
                      <a:cubicBezTo>
                        <a:pt x="31813" y="55245"/>
                        <a:pt x="34766" y="54388"/>
                        <a:pt x="35719" y="52483"/>
                      </a:cubicBezTo>
                      <a:cubicBezTo>
                        <a:pt x="32480" y="50387"/>
                        <a:pt x="31623" y="48387"/>
                        <a:pt x="33242" y="46482"/>
                      </a:cubicBezTo>
                      <a:lnTo>
                        <a:pt x="37052" y="41910"/>
                      </a:lnTo>
                      <a:cubicBezTo>
                        <a:pt x="37052" y="40481"/>
                        <a:pt x="35528" y="39148"/>
                        <a:pt x="32480" y="37719"/>
                      </a:cubicBezTo>
                      <a:cubicBezTo>
                        <a:pt x="32956" y="34004"/>
                        <a:pt x="35338" y="31718"/>
                        <a:pt x="39529" y="30956"/>
                      </a:cubicBezTo>
                      <a:cubicBezTo>
                        <a:pt x="43720" y="30099"/>
                        <a:pt x="46101" y="29242"/>
                        <a:pt x="46577" y="28289"/>
                      </a:cubicBezTo>
                      <a:lnTo>
                        <a:pt x="46196" y="30766"/>
                      </a:lnTo>
                      <a:cubicBezTo>
                        <a:pt x="48768" y="30289"/>
                        <a:pt x="51340" y="30861"/>
                        <a:pt x="53911" y="32480"/>
                      </a:cubicBezTo>
                      <a:cubicBezTo>
                        <a:pt x="56483" y="34100"/>
                        <a:pt x="58102" y="34957"/>
                        <a:pt x="58769" y="34957"/>
                      </a:cubicBezTo>
                      <a:cubicBezTo>
                        <a:pt x="60198" y="34957"/>
                        <a:pt x="61817" y="33528"/>
                        <a:pt x="63627" y="30766"/>
                      </a:cubicBezTo>
                      <a:cubicBezTo>
                        <a:pt x="66865" y="31909"/>
                        <a:pt x="69152" y="32385"/>
                        <a:pt x="70294" y="32194"/>
                      </a:cubicBezTo>
                      <a:lnTo>
                        <a:pt x="71342" y="28003"/>
                      </a:lnTo>
                      <a:lnTo>
                        <a:pt x="71342" y="32194"/>
                      </a:lnTo>
                      <a:lnTo>
                        <a:pt x="80105" y="33623"/>
                      </a:lnTo>
                      <a:cubicBezTo>
                        <a:pt x="80105" y="42958"/>
                        <a:pt x="81058" y="48292"/>
                        <a:pt x="82868" y="49721"/>
                      </a:cubicBezTo>
                      <a:cubicBezTo>
                        <a:pt x="82106" y="51340"/>
                        <a:pt x="80677" y="52578"/>
                        <a:pt x="78295" y="53245"/>
                      </a:cubicBezTo>
                      <a:cubicBezTo>
                        <a:pt x="76010" y="53911"/>
                        <a:pt x="73628" y="54673"/>
                        <a:pt x="71342" y="55340"/>
                      </a:cubicBezTo>
                      <a:lnTo>
                        <a:pt x="80105" y="59246"/>
                      </a:lnTo>
                      <a:cubicBezTo>
                        <a:pt x="78486" y="60674"/>
                        <a:pt x="77629" y="62484"/>
                        <a:pt x="77629" y="64865"/>
                      </a:cubicBezTo>
                      <a:cubicBezTo>
                        <a:pt x="77629" y="66294"/>
                        <a:pt x="78200" y="68866"/>
                        <a:pt x="79248" y="72580"/>
                      </a:cubicBezTo>
                      <a:cubicBezTo>
                        <a:pt x="80296" y="76295"/>
                        <a:pt x="80867" y="79153"/>
                        <a:pt x="80867" y="80963"/>
                      </a:cubicBezTo>
                      <a:cubicBezTo>
                        <a:pt x="80867" y="82582"/>
                        <a:pt x="80581" y="84010"/>
                        <a:pt x="80105" y="85153"/>
                      </a:cubicBezTo>
                      <a:lnTo>
                        <a:pt x="77248" y="85153"/>
                      </a:lnTo>
                      <a:cubicBezTo>
                        <a:pt x="77724" y="86773"/>
                        <a:pt x="78200" y="88297"/>
                        <a:pt x="78677" y="89725"/>
                      </a:cubicBezTo>
                      <a:cubicBezTo>
                        <a:pt x="79629" y="92488"/>
                        <a:pt x="81344" y="93726"/>
                        <a:pt x="83915" y="93250"/>
                      </a:cubicBezTo>
                      <a:cubicBezTo>
                        <a:pt x="79915" y="99536"/>
                        <a:pt x="77915" y="104775"/>
                        <a:pt x="77915" y="108966"/>
                      </a:cubicBezTo>
                      <a:cubicBezTo>
                        <a:pt x="77915" y="111538"/>
                        <a:pt x="78581" y="113824"/>
                        <a:pt x="80010" y="115919"/>
                      </a:cubicBezTo>
                      <a:cubicBezTo>
                        <a:pt x="78581" y="116586"/>
                        <a:pt x="77915" y="117443"/>
                        <a:pt x="77915" y="118396"/>
                      </a:cubicBezTo>
                      <a:cubicBezTo>
                        <a:pt x="77915" y="118872"/>
                        <a:pt x="78200" y="119634"/>
                        <a:pt x="78772" y="120682"/>
                      </a:cubicBezTo>
                      <a:cubicBezTo>
                        <a:pt x="79343" y="121729"/>
                        <a:pt x="79819" y="122492"/>
                        <a:pt x="80010" y="122968"/>
                      </a:cubicBezTo>
                      <a:cubicBezTo>
                        <a:pt x="79057" y="127159"/>
                        <a:pt x="78581" y="131921"/>
                        <a:pt x="78581" y="137350"/>
                      </a:cubicBezTo>
                      <a:cubicBezTo>
                        <a:pt x="78581" y="140589"/>
                        <a:pt x="78962" y="147161"/>
                        <a:pt x="79629" y="156972"/>
                      </a:cubicBezTo>
                      <a:cubicBezTo>
                        <a:pt x="80296" y="164878"/>
                        <a:pt x="80486" y="171069"/>
                        <a:pt x="80010" y="175546"/>
                      </a:cubicBezTo>
                      <a:cubicBezTo>
                        <a:pt x="77629" y="175546"/>
                        <a:pt x="76295" y="175069"/>
                        <a:pt x="75819" y="174117"/>
                      </a:cubicBezTo>
                      <a:cubicBezTo>
                        <a:pt x="74866" y="174784"/>
                        <a:pt x="74390" y="175736"/>
                        <a:pt x="74390" y="176975"/>
                      </a:cubicBezTo>
                      <a:cubicBezTo>
                        <a:pt x="75057" y="178594"/>
                        <a:pt x="75914" y="179356"/>
                        <a:pt x="76867" y="179356"/>
                      </a:cubicBezTo>
                      <a:cubicBezTo>
                        <a:pt x="77343" y="179356"/>
                        <a:pt x="78391" y="179070"/>
                        <a:pt x="80010" y="178308"/>
                      </a:cubicBezTo>
                      <a:cubicBezTo>
                        <a:pt x="81153" y="177832"/>
                        <a:pt x="82106" y="177832"/>
                        <a:pt x="82772" y="178308"/>
                      </a:cubicBezTo>
                      <a:lnTo>
                        <a:pt x="83820" y="182118"/>
                      </a:lnTo>
                      <a:lnTo>
                        <a:pt x="90487" y="178308"/>
                      </a:lnTo>
                      <a:lnTo>
                        <a:pt x="164020" y="178308"/>
                      </a:lnTo>
                      <a:lnTo>
                        <a:pt x="165068" y="175546"/>
                      </a:lnTo>
                      <a:cubicBezTo>
                        <a:pt x="165735" y="177165"/>
                        <a:pt x="166878" y="178022"/>
                        <a:pt x="168211" y="178022"/>
                      </a:cubicBezTo>
                      <a:cubicBezTo>
                        <a:pt x="168973" y="178022"/>
                        <a:pt x="170212" y="177641"/>
                        <a:pt x="171926" y="176975"/>
                      </a:cubicBezTo>
                      <a:cubicBezTo>
                        <a:pt x="173736" y="176213"/>
                        <a:pt x="174974" y="175927"/>
                        <a:pt x="175927" y="175927"/>
                      </a:cubicBezTo>
                      <a:cubicBezTo>
                        <a:pt x="178213" y="175927"/>
                        <a:pt x="180023" y="177641"/>
                        <a:pt x="181165" y="181165"/>
                      </a:cubicBezTo>
                      <a:cubicBezTo>
                        <a:pt x="180213" y="182594"/>
                        <a:pt x="179737" y="184118"/>
                        <a:pt x="179737" y="185738"/>
                      </a:cubicBezTo>
                      <a:cubicBezTo>
                        <a:pt x="179737" y="188785"/>
                        <a:pt x="181165" y="192024"/>
                        <a:pt x="183928" y="195548"/>
                      </a:cubicBezTo>
                      <a:close/>
                      <a:moveTo>
                        <a:pt x="45148" y="105156"/>
                      </a:moveTo>
                      <a:lnTo>
                        <a:pt x="45148" y="101346"/>
                      </a:lnTo>
                      <a:lnTo>
                        <a:pt x="40672" y="99631"/>
                      </a:lnTo>
                      <a:lnTo>
                        <a:pt x="45148" y="105251"/>
                      </a:lnTo>
                      <a:close/>
                      <a:moveTo>
                        <a:pt x="47244" y="24003"/>
                      </a:moveTo>
                      <a:cubicBezTo>
                        <a:pt x="47435" y="25622"/>
                        <a:pt x="47244" y="27051"/>
                        <a:pt x="46577" y="28194"/>
                      </a:cubicBezTo>
                      <a:lnTo>
                        <a:pt x="47244" y="24003"/>
                      </a:lnTo>
                      <a:close/>
                      <a:moveTo>
                        <a:pt x="55626" y="21241"/>
                      </a:moveTo>
                      <a:cubicBezTo>
                        <a:pt x="54483" y="20764"/>
                        <a:pt x="53626" y="19050"/>
                        <a:pt x="53150" y="16002"/>
                      </a:cubicBezTo>
                      <a:cubicBezTo>
                        <a:pt x="52959" y="13240"/>
                        <a:pt x="53054" y="11811"/>
                        <a:pt x="53531" y="11811"/>
                      </a:cubicBezTo>
                      <a:cubicBezTo>
                        <a:pt x="54197" y="12287"/>
                        <a:pt x="54959" y="14192"/>
                        <a:pt x="55626" y="17431"/>
                      </a:cubicBezTo>
                      <a:lnTo>
                        <a:pt x="55626" y="21241"/>
                      </a:lnTo>
                      <a:close/>
                      <a:moveTo>
                        <a:pt x="67532" y="181832"/>
                      </a:moveTo>
                      <a:lnTo>
                        <a:pt x="71342" y="178022"/>
                      </a:lnTo>
                      <a:cubicBezTo>
                        <a:pt x="68770" y="178213"/>
                        <a:pt x="65246" y="177832"/>
                        <a:pt x="60865" y="176593"/>
                      </a:cubicBezTo>
                      <a:lnTo>
                        <a:pt x="60865" y="180784"/>
                      </a:lnTo>
                      <a:cubicBezTo>
                        <a:pt x="60198" y="180975"/>
                        <a:pt x="59436" y="180499"/>
                        <a:pt x="58769" y="179356"/>
                      </a:cubicBezTo>
                      <a:lnTo>
                        <a:pt x="55626" y="183547"/>
                      </a:lnTo>
                      <a:lnTo>
                        <a:pt x="62579" y="183547"/>
                      </a:lnTo>
                      <a:lnTo>
                        <a:pt x="62579" y="181832"/>
                      </a:lnTo>
                      <a:lnTo>
                        <a:pt x="66485" y="179356"/>
                      </a:lnTo>
                      <a:cubicBezTo>
                        <a:pt x="67627" y="180499"/>
                        <a:pt x="68009" y="181356"/>
                        <a:pt x="67532" y="181832"/>
                      </a:cubicBezTo>
                      <a:close/>
                      <a:moveTo>
                        <a:pt x="64675" y="102394"/>
                      </a:moveTo>
                      <a:lnTo>
                        <a:pt x="59817" y="108013"/>
                      </a:lnTo>
                      <a:cubicBezTo>
                        <a:pt x="60579" y="107537"/>
                        <a:pt x="61150" y="107347"/>
                        <a:pt x="61531" y="107347"/>
                      </a:cubicBezTo>
                      <a:lnTo>
                        <a:pt x="61913" y="107347"/>
                      </a:lnTo>
                      <a:lnTo>
                        <a:pt x="62294" y="113347"/>
                      </a:lnTo>
                      <a:lnTo>
                        <a:pt x="62675" y="112967"/>
                      </a:lnTo>
                      <a:lnTo>
                        <a:pt x="63722" y="112967"/>
                      </a:lnTo>
                      <a:lnTo>
                        <a:pt x="64770" y="102489"/>
                      </a:lnTo>
                      <a:close/>
                      <a:moveTo>
                        <a:pt x="67532" y="25051"/>
                      </a:moveTo>
                      <a:cubicBezTo>
                        <a:pt x="67246" y="26194"/>
                        <a:pt x="66294" y="27051"/>
                        <a:pt x="64675" y="27527"/>
                      </a:cubicBezTo>
                      <a:cubicBezTo>
                        <a:pt x="63056" y="28194"/>
                        <a:pt x="61817" y="28003"/>
                        <a:pt x="60865" y="26860"/>
                      </a:cubicBezTo>
                      <a:cubicBezTo>
                        <a:pt x="61341" y="24098"/>
                        <a:pt x="62579" y="22669"/>
                        <a:pt x="64675" y="22669"/>
                      </a:cubicBezTo>
                      <a:cubicBezTo>
                        <a:pt x="65913" y="22669"/>
                        <a:pt x="66770" y="23527"/>
                        <a:pt x="67532" y="25051"/>
                      </a:cubicBezTo>
                      <a:close/>
                      <a:moveTo>
                        <a:pt x="69247" y="48196"/>
                      </a:moveTo>
                      <a:cubicBezTo>
                        <a:pt x="69247" y="48196"/>
                        <a:pt x="68294" y="48577"/>
                        <a:pt x="67818" y="48577"/>
                      </a:cubicBezTo>
                      <a:cubicBezTo>
                        <a:pt x="67151" y="48577"/>
                        <a:pt x="66294" y="48006"/>
                        <a:pt x="65437" y="46958"/>
                      </a:cubicBezTo>
                      <a:cubicBezTo>
                        <a:pt x="64484" y="45910"/>
                        <a:pt x="63627" y="45434"/>
                        <a:pt x="62579" y="45434"/>
                      </a:cubicBezTo>
                      <a:lnTo>
                        <a:pt x="63627" y="49625"/>
                      </a:lnTo>
                      <a:cubicBezTo>
                        <a:pt x="67342" y="49625"/>
                        <a:pt x="69247" y="49149"/>
                        <a:pt x="69247" y="48292"/>
                      </a:cubicBezTo>
                      <a:close/>
                      <a:moveTo>
                        <a:pt x="70294" y="69913"/>
                      </a:moveTo>
                      <a:cubicBezTo>
                        <a:pt x="68675" y="69437"/>
                        <a:pt x="66485" y="69913"/>
                        <a:pt x="63627" y="71342"/>
                      </a:cubicBezTo>
                      <a:cubicBezTo>
                        <a:pt x="65246" y="71818"/>
                        <a:pt x="67532" y="71342"/>
                        <a:pt x="70294" y="69913"/>
                      </a:cubicBezTo>
                      <a:close/>
                      <a:moveTo>
                        <a:pt x="67532" y="34957"/>
                      </a:moveTo>
                      <a:lnTo>
                        <a:pt x="67532" y="38862"/>
                      </a:lnTo>
                      <a:lnTo>
                        <a:pt x="69247" y="38862"/>
                      </a:lnTo>
                      <a:lnTo>
                        <a:pt x="69247" y="34957"/>
                      </a:lnTo>
                      <a:lnTo>
                        <a:pt x="67532" y="34957"/>
                      </a:lnTo>
                      <a:close/>
                      <a:moveTo>
                        <a:pt x="75914" y="181927"/>
                      </a:moveTo>
                      <a:lnTo>
                        <a:pt x="75914" y="179451"/>
                      </a:lnTo>
                      <a:lnTo>
                        <a:pt x="74486" y="180880"/>
                      </a:lnTo>
                      <a:lnTo>
                        <a:pt x="75914" y="181927"/>
                      </a:lnTo>
                      <a:close/>
                      <a:moveTo>
                        <a:pt x="85058" y="114776"/>
                      </a:moveTo>
                      <a:lnTo>
                        <a:pt x="81248" y="108109"/>
                      </a:lnTo>
                      <a:lnTo>
                        <a:pt x="87916" y="111919"/>
                      </a:lnTo>
                      <a:lnTo>
                        <a:pt x="85153" y="114776"/>
                      </a:lnTo>
                      <a:close/>
                      <a:moveTo>
                        <a:pt x="90678" y="1048"/>
                      </a:moveTo>
                      <a:lnTo>
                        <a:pt x="87820" y="4858"/>
                      </a:lnTo>
                      <a:lnTo>
                        <a:pt x="85058" y="0"/>
                      </a:lnTo>
                      <a:lnTo>
                        <a:pt x="90678" y="1048"/>
                      </a:lnTo>
                      <a:close/>
                      <a:moveTo>
                        <a:pt x="87820" y="28003"/>
                      </a:moveTo>
                      <a:cubicBezTo>
                        <a:pt x="88964" y="28480"/>
                        <a:pt x="89916" y="28099"/>
                        <a:pt x="90678" y="26956"/>
                      </a:cubicBezTo>
                      <a:lnTo>
                        <a:pt x="87820" y="24193"/>
                      </a:lnTo>
                      <a:cubicBezTo>
                        <a:pt x="91059" y="23241"/>
                        <a:pt x="92773" y="23622"/>
                        <a:pt x="92773" y="25241"/>
                      </a:cubicBezTo>
                      <a:cubicBezTo>
                        <a:pt x="92773" y="24765"/>
                        <a:pt x="92107" y="26670"/>
                        <a:pt x="90678" y="30861"/>
                      </a:cubicBezTo>
                      <a:lnTo>
                        <a:pt x="87820" y="28099"/>
                      </a:lnTo>
                      <a:close/>
                      <a:moveTo>
                        <a:pt x="92011" y="83248"/>
                      </a:moveTo>
                      <a:lnTo>
                        <a:pt x="87820" y="81153"/>
                      </a:lnTo>
                      <a:cubicBezTo>
                        <a:pt x="89916" y="77438"/>
                        <a:pt x="92011" y="75533"/>
                        <a:pt x="94107" y="75533"/>
                      </a:cubicBezTo>
                      <a:cubicBezTo>
                        <a:pt x="94869" y="75533"/>
                        <a:pt x="95536" y="75914"/>
                        <a:pt x="96202" y="76581"/>
                      </a:cubicBezTo>
                      <a:cubicBezTo>
                        <a:pt x="96679" y="78200"/>
                        <a:pt x="96393" y="79534"/>
                        <a:pt x="95345" y="80391"/>
                      </a:cubicBezTo>
                      <a:cubicBezTo>
                        <a:pt x="94298" y="81343"/>
                        <a:pt x="93155" y="82296"/>
                        <a:pt x="92011" y="83153"/>
                      </a:cubicBezTo>
                      <a:close/>
                      <a:moveTo>
                        <a:pt x="92011" y="125635"/>
                      </a:moveTo>
                      <a:lnTo>
                        <a:pt x="97631" y="125635"/>
                      </a:lnTo>
                      <a:lnTo>
                        <a:pt x="90583" y="126682"/>
                      </a:lnTo>
                      <a:lnTo>
                        <a:pt x="92011" y="125635"/>
                      </a:lnTo>
                      <a:close/>
                      <a:moveTo>
                        <a:pt x="93440" y="9144"/>
                      </a:moveTo>
                      <a:lnTo>
                        <a:pt x="93440" y="13716"/>
                      </a:lnTo>
                      <a:lnTo>
                        <a:pt x="92011" y="13716"/>
                      </a:lnTo>
                      <a:lnTo>
                        <a:pt x="93440" y="9144"/>
                      </a:lnTo>
                      <a:close/>
                      <a:moveTo>
                        <a:pt x="98679" y="58102"/>
                      </a:moveTo>
                      <a:cubicBezTo>
                        <a:pt x="98393" y="59722"/>
                        <a:pt x="98298" y="61531"/>
                        <a:pt x="98298" y="63341"/>
                      </a:cubicBezTo>
                      <a:cubicBezTo>
                        <a:pt x="98012" y="64294"/>
                        <a:pt x="97822" y="65056"/>
                        <a:pt x="97631" y="65818"/>
                      </a:cubicBezTo>
                      <a:lnTo>
                        <a:pt x="93440" y="60960"/>
                      </a:lnTo>
                      <a:lnTo>
                        <a:pt x="98679" y="58102"/>
                      </a:lnTo>
                      <a:close/>
                      <a:moveTo>
                        <a:pt x="94869" y="102584"/>
                      </a:moveTo>
                      <a:lnTo>
                        <a:pt x="97631" y="102584"/>
                      </a:lnTo>
                      <a:lnTo>
                        <a:pt x="93440" y="105346"/>
                      </a:lnTo>
                      <a:lnTo>
                        <a:pt x="94869" y="102584"/>
                      </a:lnTo>
                      <a:close/>
                      <a:moveTo>
                        <a:pt x="110966" y="28003"/>
                      </a:moveTo>
                      <a:cubicBezTo>
                        <a:pt x="107632" y="29146"/>
                        <a:pt x="105442" y="29623"/>
                        <a:pt x="104299" y="29432"/>
                      </a:cubicBezTo>
                      <a:lnTo>
                        <a:pt x="108109" y="24193"/>
                      </a:lnTo>
                      <a:lnTo>
                        <a:pt x="110966" y="28099"/>
                      </a:lnTo>
                      <a:close/>
                      <a:moveTo>
                        <a:pt x="120777" y="76676"/>
                      </a:moveTo>
                      <a:lnTo>
                        <a:pt x="120777" y="85058"/>
                      </a:lnTo>
                      <a:lnTo>
                        <a:pt x="119062" y="85058"/>
                      </a:lnTo>
                      <a:lnTo>
                        <a:pt x="119062" y="76676"/>
                      </a:lnTo>
                      <a:lnTo>
                        <a:pt x="120777" y="76676"/>
                      </a:lnTo>
                      <a:close/>
                      <a:moveTo>
                        <a:pt x="154400" y="224314"/>
                      </a:moveTo>
                      <a:cubicBezTo>
                        <a:pt x="154877" y="225742"/>
                        <a:pt x="154877" y="227362"/>
                        <a:pt x="154400" y="229267"/>
                      </a:cubicBezTo>
                      <a:lnTo>
                        <a:pt x="154400" y="224314"/>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 name="Google Shape;790;p99"/>
                <p:cNvSpPr/>
                <p:nvPr/>
              </p:nvSpPr>
              <p:spPr>
                <a:xfrm>
                  <a:off x="3395185" y="2448305"/>
                  <a:ext cx="210407" cy="186583"/>
                </a:xfrm>
                <a:custGeom>
                  <a:avLst/>
                  <a:gdLst/>
                  <a:ahLst/>
                  <a:cxnLst/>
                  <a:rect l="l" t="t" r="r" b="b"/>
                  <a:pathLst>
                    <a:path w="210407" h="186583" extrusionOk="0">
                      <a:moveTo>
                        <a:pt x="0" y="101537"/>
                      </a:moveTo>
                      <a:cubicBezTo>
                        <a:pt x="2096" y="101537"/>
                        <a:pt x="3334" y="101918"/>
                        <a:pt x="3810" y="102584"/>
                      </a:cubicBezTo>
                      <a:cubicBezTo>
                        <a:pt x="3334" y="103727"/>
                        <a:pt x="2096" y="104299"/>
                        <a:pt x="0" y="104299"/>
                      </a:cubicBezTo>
                      <a:lnTo>
                        <a:pt x="0" y="101537"/>
                      </a:lnTo>
                      <a:close/>
                      <a:moveTo>
                        <a:pt x="1048" y="57817"/>
                      </a:moveTo>
                      <a:lnTo>
                        <a:pt x="1048" y="55055"/>
                      </a:lnTo>
                      <a:lnTo>
                        <a:pt x="3810" y="55055"/>
                      </a:lnTo>
                      <a:lnTo>
                        <a:pt x="3810" y="57817"/>
                      </a:lnTo>
                      <a:lnTo>
                        <a:pt x="1048" y="57817"/>
                      </a:lnTo>
                      <a:close/>
                      <a:moveTo>
                        <a:pt x="6667" y="118015"/>
                      </a:moveTo>
                      <a:cubicBezTo>
                        <a:pt x="6667" y="118015"/>
                        <a:pt x="6287" y="117062"/>
                        <a:pt x="6287" y="116586"/>
                      </a:cubicBezTo>
                      <a:cubicBezTo>
                        <a:pt x="6287" y="115633"/>
                        <a:pt x="6953" y="114586"/>
                        <a:pt x="8382" y="113443"/>
                      </a:cubicBezTo>
                      <a:cubicBezTo>
                        <a:pt x="10478" y="111347"/>
                        <a:pt x="11811" y="110014"/>
                        <a:pt x="12287" y="109538"/>
                      </a:cubicBezTo>
                      <a:cubicBezTo>
                        <a:pt x="12954" y="111824"/>
                        <a:pt x="11430" y="114681"/>
                        <a:pt x="7715" y="117920"/>
                      </a:cubicBezTo>
                      <a:lnTo>
                        <a:pt x="6667" y="117920"/>
                      </a:lnTo>
                      <a:close/>
                      <a:moveTo>
                        <a:pt x="6667" y="96012"/>
                      </a:moveTo>
                      <a:cubicBezTo>
                        <a:pt x="8096" y="93726"/>
                        <a:pt x="9525" y="92488"/>
                        <a:pt x="10858" y="92488"/>
                      </a:cubicBezTo>
                      <a:cubicBezTo>
                        <a:pt x="12192" y="92488"/>
                        <a:pt x="13907" y="93536"/>
                        <a:pt x="15716" y="95631"/>
                      </a:cubicBezTo>
                      <a:cubicBezTo>
                        <a:pt x="18288" y="98679"/>
                        <a:pt x="19812" y="100298"/>
                        <a:pt x="20288" y="100489"/>
                      </a:cubicBezTo>
                      <a:cubicBezTo>
                        <a:pt x="19336" y="101441"/>
                        <a:pt x="18479" y="101918"/>
                        <a:pt x="17812" y="101918"/>
                      </a:cubicBezTo>
                      <a:cubicBezTo>
                        <a:pt x="17145" y="101918"/>
                        <a:pt x="16383" y="101346"/>
                        <a:pt x="15526" y="100298"/>
                      </a:cubicBezTo>
                      <a:cubicBezTo>
                        <a:pt x="14669" y="99251"/>
                        <a:pt x="14097" y="98679"/>
                        <a:pt x="13621" y="98679"/>
                      </a:cubicBezTo>
                      <a:cubicBezTo>
                        <a:pt x="12668" y="98679"/>
                        <a:pt x="11621" y="99251"/>
                        <a:pt x="10478" y="100394"/>
                      </a:cubicBezTo>
                      <a:lnTo>
                        <a:pt x="13240" y="97536"/>
                      </a:lnTo>
                      <a:lnTo>
                        <a:pt x="10478" y="94774"/>
                      </a:lnTo>
                      <a:cubicBezTo>
                        <a:pt x="10192" y="95441"/>
                        <a:pt x="8858" y="95822"/>
                        <a:pt x="6572" y="95822"/>
                      </a:cubicBezTo>
                      <a:close/>
                      <a:moveTo>
                        <a:pt x="12287" y="88011"/>
                      </a:moveTo>
                      <a:lnTo>
                        <a:pt x="14764" y="84201"/>
                      </a:lnTo>
                      <a:lnTo>
                        <a:pt x="9525" y="80296"/>
                      </a:lnTo>
                      <a:cubicBezTo>
                        <a:pt x="10954" y="80772"/>
                        <a:pt x="12383" y="81248"/>
                        <a:pt x="13907" y="81725"/>
                      </a:cubicBezTo>
                      <a:cubicBezTo>
                        <a:pt x="15431" y="82201"/>
                        <a:pt x="16288" y="83344"/>
                        <a:pt x="16478" y="85154"/>
                      </a:cubicBezTo>
                      <a:lnTo>
                        <a:pt x="12287" y="88011"/>
                      </a:lnTo>
                      <a:close/>
                      <a:moveTo>
                        <a:pt x="20383" y="123349"/>
                      </a:moveTo>
                      <a:cubicBezTo>
                        <a:pt x="18479" y="122873"/>
                        <a:pt x="17526" y="122301"/>
                        <a:pt x="17526" y="121634"/>
                      </a:cubicBezTo>
                      <a:cubicBezTo>
                        <a:pt x="17526" y="120968"/>
                        <a:pt x="18479" y="120110"/>
                        <a:pt x="20383" y="119158"/>
                      </a:cubicBezTo>
                      <a:lnTo>
                        <a:pt x="20383" y="123349"/>
                      </a:lnTo>
                      <a:close/>
                      <a:moveTo>
                        <a:pt x="37814" y="107252"/>
                      </a:moveTo>
                      <a:lnTo>
                        <a:pt x="35052" y="109728"/>
                      </a:lnTo>
                      <a:cubicBezTo>
                        <a:pt x="35052" y="110395"/>
                        <a:pt x="35433" y="111157"/>
                        <a:pt x="36100" y="111824"/>
                      </a:cubicBezTo>
                      <a:cubicBezTo>
                        <a:pt x="31909" y="112490"/>
                        <a:pt x="29908" y="112871"/>
                        <a:pt x="30194" y="112871"/>
                      </a:cubicBezTo>
                      <a:cubicBezTo>
                        <a:pt x="27242" y="112871"/>
                        <a:pt x="25813" y="110395"/>
                        <a:pt x="26003" y="105537"/>
                      </a:cubicBezTo>
                      <a:lnTo>
                        <a:pt x="31242" y="100679"/>
                      </a:lnTo>
                      <a:lnTo>
                        <a:pt x="28480" y="97822"/>
                      </a:lnTo>
                      <a:lnTo>
                        <a:pt x="35147" y="98870"/>
                      </a:lnTo>
                      <a:lnTo>
                        <a:pt x="32671" y="101727"/>
                      </a:lnTo>
                      <a:lnTo>
                        <a:pt x="37909" y="107347"/>
                      </a:lnTo>
                      <a:close/>
                      <a:moveTo>
                        <a:pt x="34004" y="89345"/>
                      </a:moveTo>
                      <a:lnTo>
                        <a:pt x="28384" y="92202"/>
                      </a:lnTo>
                      <a:lnTo>
                        <a:pt x="25908" y="85154"/>
                      </a:lnTo>
                      <a:cubicBezTo>
                        <a:pt x="26575" y="86773"/>
                        <a:pt x="27908" y="87630"/>
                        <a:pt x="29718" y="87630"/>
                      </a:cubicBezTo>
                      <a:cubicBezTo>
                        <a:pt x="31147" y="87630"/>
                        <a:pt x="32099" y="86773"/>
                        <a:pt x="32575" y="85154"/>
                      </a:cubicBezTo>
                      <a:lnTo>
                        <a:pt x="34004" y="89345"/>
                      </a:lnTo>
                      <a:close/>
                      <a:moveTo>
                        <a:pt x="36767" y="81344"/>
                      </a:moveTo>
                      <a:cubicBezTo>
                        <a:pt x="36767" y="82010"/>
                        <a:pt x="34957" y="82391"/>
                        <a:pt x="31147" y="82391"/>
                      </a:cubicBezTo>
                      <a:lnTo>
                        <a:pt x="32575" y="80296"/>
                      </a:lnTo>
                      <a:lnTo>
                        <a:pt x="36767" y="81344"/>
                      </a:lnTo>
                      <a:close/>
                      <a:moveTo>
                        <a:pt x="36100" y="111824"/>
                      </a:moveTo>
                      <a:cubicBezTo>
                        <a:pt x="38862" y="111347"/>
                        <a:pt x="40862" y="112205"/>
                        <a:pt x="42100" y="114300"/>
                      </a:cubicBezTo>
                      <a:cubicBezTo>
                        <a:pt x="39529" y="114300"/>
                        <a:pt x="37529" y="113538"/>
                        <a:pt x="36100" y="111824"/>
                      </a:cubicBezTo>
                      <a:close/>
                      <a:moveTo>
                        <a:pt x="39624" y="51245"/>
                      </a:moveTo>
                      <a:lnTo>
                        <a:pt x="40672" y="56864"/>
                      </a:lnTo>
                      <a:lnTo>
                        <a:pt x="36767" y="56864"/>
                      </a:lnTo>
                      <a:lnTo>
                        <a:pt x="39529" y="51245"/>
                      </a:lnTo>
                      <a:close/>
                      <a:moveTo>
                        <a:pt x="53245" y="71533"/>
                      </a:moveTo>
                      <a:cubicBezTo>
                        <a:pt x="53054" y="70390"/>
                        <a:pt x="51816" y="69437"/>
                        <a:pt x="49530" y="68675"/>
                      </a:cubicBezTo>
                      <a:cubicBezTo>
                        <a:pt x="47339" y="68008"/>
                        <a:pt x="46196" y="67437"/>
                        <a:pt x="46196" y="66866"/>
                      </a:cubicBezTo>
                      <a:cubicBezTo>
                        <a:pt x="46196" y="66389"/>
                        <a:pt x="46673" y="65723"/>
                        <a:pt x="47625" y="64770"/>
                      </a:cubicBezTo>
                      <a:lnTo>
                        <a:pt x="55340" y="67532"/>
                      </a:lnTo>
                      <a:lnTo>
                        <a:pt x="50387" y="76962"/>
                      </a:lnTo>
                      <a:cubicBezTo>
                        <a:pt x="50387" y="75533"/>
                        <a:pt x="51340" y="73724"/>
                        <a:pt x="53150" y="71342"/>
                      </a:cubicBezTo>
                      <a:close/>
                      <a:moveTo>
                        <a:pt x="47625" y="161449"/>
                      </a:moveTo>
                      <a:cubicBezTo>
                        <a:pt x="46958" y="160973"/>
                        <a:pt x="46577" y="160496"/>
                        <a:pt x="46577" y="160020"/>
                      </a:cubicBezTo>
                      <a:lnTo>
                        <a:pt x="47625" y="161449"/>
                      </a:lnTo>
                      <a:close/>
                      <a:moveTo>
                        <a:pt x="48673" y="145352"/>
                      </a:moveTo>
                      <a:cubicBezTo>
                        <a:pt x="48673" y="148590"/>
                        <a:pt x="48292" y="150400"/>
                        <a:pt x="47625" y="150590"/>
                      </a:cubicBezTo>
                      <a:lnTo>
                        <a:pt x="47625" y="145352"/>
                      </a:lnTo>
                      <a:lnTo>
                        <a:pt x="48673" y="145352"/>
                      </a:lnTo>
                      <a:close/>
                      <a:moveTo>
                        <a:pt x="47625" y="161449"/>
                      </a:moveTo>
                      <a:cubicBezTo>
                        <a:pt x="47625" y="161449"/>
                        <a:pt x="49625" y="162116"/>
                        <a:pt x="52197" y="162878"/>
                      </a:cubicBezTo>
                      <a:cubicBezTo>
                        <a:pt x="54102" y="163640"/>
                        <a:pt x="54959" y="164306"/>
                        <a:pt x="54959" y="164973"/>
                      </a:cubicBezTo>
                      <a:cubicBezTo>
                        <a:pt x="54959" y="165926"/>
                        <a:pt x="54388" y="166973"/>
                        <a:pt x="53245" y="168116"/>
                      </a:cubicBezTo>
                      <a:lnTo>
                        <a:pt x="47625" y="161449"/>
                      </a:lnTo>
                      <a:close/>
                      <a:moveTo>
                        <a:pt x="206883" y="55055"/>
                      </a:moveTo>
                      <a:cubicBezTo>
                        <a:pt x="209169" y="57626"/>
                        <a:pt x="210407" y="60103"/>
                        <a:pt x="210407" y="62389"/>
                      </a:cubicBezTo>
                      <a:cubicBezTo>
                        <a:pt x="210407" y="64294"/>
                        <a:pt x="209264" y="66675"/>
                        <a:pt x="207074" y="69723"/>
                      </a:cubicBezTo>
                      <a:cubicBezTo>
                        <a:pt x="204883" y="72771"/>
                        <a:pt x="203740" y="75248"/>
                        <a:pt x="203740" y="77057"/>
                      </a:cubicBezTo>
                      <a:cubicBezTo>
                        <a:pt x="203740" y="79439"/>
                        <a:pt x="204788" y="81725"/>
                        <a:pt x="206883" y="84106"/>
                      </a:cubicBezTo>
                      <a:cubicBezTo>
                        <a:pt x="205740" y="95060"/>
                        <a:pt x="205169" y="112205"/>
                        <a:pt x="205169" y="135541"/>
                      </a:cubicBezTo>
                      <a:cubicBezTo>
                        <a:pt x="202121" y="136493"/>
                        <a:pt x="200787" y="138779"/>
                        <a:pt x="200978" y="142589"/>
                      </a:cubicBezTo>
                      <a:cubicBezTo>
                        <a:pt x="201263" y="147066"/>
                        <a:pt x="200978" y="149733"/>
                        <a:pt x="200311" y="150590"/>
                      </a:cubicBezTo>
                      <a:cubicBezTo>
                        <a:pt x="186785" y="167640"/>
                        <a:pt x="173069" y="178022"/>
                        <a:pt x="159353" y="181737"/>
                      </a:cubicBezTo>
                      <a:lnTo>
                        <a:pt x="157639" y="180308"/>
                      </a:lnTo>
                      <a:cubicBezTo>
                        <a:pt x="157353" y="184499"/>
                        <a:pt x="154781" y="186500"/>
                        <a:pt x="149924" y="186309"/>
                      </a:cubicBezTo>
                      <a:cubicBezTo>
                        <a:pt x="143161" y="186023"/>
                        <a:pt x="139541" y="186023"/>
                        <a:pt x="139065" y="186309"/>
                      </a:cubicBezTo>
                      <a:lnTo>
                        <a:pt x="134493" y="186309"/>
                      </a:lnTo>
                      <a:cubicBezTo>
                        <a:pt x="134493" y="187262"/>
                        <a:pt x="134493" y="185738"/>
                        <a:pt x="134493" y="181737"/>
                      </a:cubicBezTo>
                      <a:cubicBezTo>
                        <a:pt x="134493" y="179927"/>
                        <a:pt x="135065" y="178499"/>
                        <a:pt x="136208" y="177546"/>
                      </a:cubicBezTo>
                      <a:cubicBezTo>
                        <a:pt x="134588" y="176403"/>
                        <a:pt x="133159" y="175832"/>
                        <a:pt x="132017" y="175832"/>
                      </a:cubicBezTo>
                      <a:cubicBezTo>
                        <a:pt x="130874" y="175832"/>
                        <a:pt x="129350" y="176403"/>
                        <a:pt x="127445" y="177546"/>
                      </a:cubicBezTo>
                      <a:cubicBezTo>
                        <a:pt x="127921" y="178975"/>
                        <a:pt x="128111" y="180118"/>
                        <a:pt x="128111" y="181070"/>
                      </a:cubicBezTo>
                      <a:cubicBezTo>
                        <a:pt x="128111" y="184309"/>
                        <a:pt x="125635" y="185928"/>
                        <a:pt x="120777" y="185928"/>
                      </a:cubicBezTo>
                      <a:cubicBezTo>
                        <a:pt x="117253" y="186214"/>
                        <a:pt x="113633" y="186309"/>
                        <a:pt x="109919" y="186309"/>
                      </a:cubicBezTo>
                      <a:cubicBezTo>
                        <a:pt x="102679" y="179546"/>
                        <a:pt x="93536" y="175641"/>
                        <a:pt x="82582" y="174784"/>
                      </a:cubicBezTo>
                      <a:cubicBezTo>
                        <a:pt x="82391" y="174308"/>
                        <a:pt x="82201" y="173831"/>
                        <a:pt x="82201" y="173355"/>
                      </a:cubicBezTo>
                      <a:cubicBezTo>
                        <a:pt x="82201" y="172688"/>
                        <a:pt x="82487" y="171736"/>
                        <a:pt x="83058" y="170593"/>
                      </a:cubicBezTo>
                      <a:cubicBezTo>
                        <a:pt x="83629" y="169450"/>
                        <a:pt x="83915" y="168593"/>
                        <a:pt x="83915" y="168116"/>
                      </a:cubicBezTo>
                      <a:cubicBezTo>
                        <a:pt x="83915" y="167164"/>
                        <a:pt x="83058" y="166307"/>
                        <a:pt x="81439" y="165640"/>
                      </a:cubicBezTo>
                      <a:cubicBezTo>
                        <a:pt x="80486" y="166592"/>
                        <a:pt x="79629" y="167069"/>
                        <a:pt x="78962" y="167069"/>
                      </a:cubicBezTo>
                      <a:cubicBezTo>
                        <a:pt x="78486" y="167069"/>
                        <a:pt x="77724" y="166402"/>
                        <a:pt x="76486" y="164973"/>
                      </a:cubicBezTo>
                      <a:cubicBezTo>
                        <a:pt x="75343" y="163544"/>
                        <a:pt x="74295" y="162878"/>
                        <a:pt x="73342" y="162878"/>
                      </a:cubicBezTo>
                      <a:cubicBezTo>
                        <a:pt x="74009" y="162020"/>
                        <a:pt x="74390" y="160877"/>
                        <a:pt x="74390" y="159734"/>
                      </a:cubicBezTo>
                      <a:cubicBezTo>
                        <a:pt x="74390" y="156496"/>
                        <a:pt x="72581" y="154400"/>
                        <a:pt x="68771" y="153448"/>
                      </a:cubicBezTo>
                      <a:cubicBezTo>
                        <a:pt x="68008" y="154400"/>
                        <a:pt x="67151" y="154877"/>
                        <a:pt x="65913" y="154877"/>
                      </a:cubicBezTo>
                      <a:cubicBezTo>
                        <a:pt x="64103" y="154877"/>
                        <a:pt x="62008" y="153448"/>
                        <a:pt x="59627" y="150686"/>
                      </a:cubicBezTo>
                      <a:cubicBezTo>
                        <a:pt x="60579" y="149733"/>
                        <a:pt x="60960" y="148781"/>
                        <a:pt x="60960" y="147828"/>
                      </a:cubicBezTo>
                      <a:cubicBezTo>
                        <a:pt x="60960" y="146685"/>
                        <a:pt x="60484" y="145161"/>
                        <a:pt x="59627" y="143447"/>
                      </a:cubicBezTo>
                      <a:cubicBezTo>
                        <a:pt x="58674" y="141732"/>
                        <a:pt x="58103" y="140494"/>
                        <a:pt x="57912" y="139732"/>
                      </a:cubicBezTo>
                      <a:lnTo>
                        <a:pt x="51245" y="142589"/>
                      </a:lnTo>
                      <a:lnTo>
                        <a:pt x="59627" y="136970"/>
                      </a:lnTo>
                      <a:cubicBezTo>
                        <a:pt x="59150" y="134588"/>
                        <a:pt x="57721" y="132302"/>
                        <a:pt x="55245" y="129921"/>
                      </a:cubicBezTo>
                      <a:cubicBezTo>
                        <a:pt x="52769" y="127635"/>
                        <a:pt x="50483" y="125349"/>
                        <a:pt x="48387" y="123254"/>
                      </a:cubicBezTo>
                      <a:cubicBezTo>
                        <a:pt x="49530" y="122111"/>
                        <a:pt x="50768" y="121539"/>
                        <a:pt x="51911" y="121539"/>
                      </a:cubicBezTo>
                      <a:cubicBezTo>
                        <a:pt x="52864" y="121539"/>
                        <a:pt x="54292" y="122206"/>
                        <a:pt x="56102" y="123635"/>
                      </a:cubicBezTo>
                      <a:cubicBezTo>
                        <a:pt x="58007" y="125063"/>
                        <a:pt x="59341" y="125730"/>
                        <a:pt x="60293" y="125730"/>
                      </a:cubicBezTo>
                      <a:cubicBezTo>
                        <a:pt x="60960" y="125730"/>
                        <a:pt x="61532" y="125540"/>
                        <a:pt x="62008" y="125063"/>
                      </a:cubicBezTo>
                      <a:lnTo>
                        <a:pt x="57817" y="116300"/>
                      </a:lnTo>
                      <a:lnTo>
                        <a:pt x="64865" y="116300"/>
                      </a:lnTo>
                      <a:cubicBezTo>
                        <a:pt x="64389" y="117729"/>
                        <a:pt x="64961" y="118586"/>
                        <a:pt x="66580" y="119063"/>
                      </a:cubicBezTo>
                      <a:cubicBezTo>
                        <a:pt x="67532" y="118110"/>
                        <a:pt x="67818" y="116396"/>
                        <a:pt x="67628" y="113824"/>
                      </a:cubicBezTo>
                      <a:lnTo>
                        <a:pt x="67628" y="108966"/>
                      </a:lnTo>
                      <a:cubicBezTo>
                        <a:pt x="66675" y="113443"/>
                        <a:pt x="62484" y="114586"/>
                        <a:pt x="55054" y="112490"/>
                      </a:cubicBezTo>
                      <a:lnTo>
                        <a:pt x="54007" y="93917"/>
                      </a:lnTo>
                      <a:lnTo>
                        <a:pt x="55054" y="93917"/>
                      </a:lnTo>
                      <a:cubicBezTo>
                        <a:pt x="56198" y="92488"/>
                        <a:pt x="56769" y="91154"/>
                        <a:pt x="56769" y="89726"/>
                      </a:cubicBezTo>
                      <a:cubicBezTo>
                        <a:pt x="56769" y="87344"/>
                        <a:pt x="55531" y="84963"/>
                        <a:pt x="52959" y="82391"/>
                      </a:cubicBezTo>
                      <a:lnTo>
                        <a:pt x="56769" y="80296"/>
                      </a:lnTo>
                      <a:cubicBezTo>
                        <a:pt x="54959" y="79820"/>
                        <a:pt x="54007" y="79153"/>
                        <a:pt x="54007" y="78200"/>
                      </a:cubicBezTo>
                      <a:cubicBezTo>
                        <a:pt x="54007" y="77724"/>
                        <a:pt x="54292" y="76962"/>
                        <a:pt x="54864" y="75914"/>
                      </a:cubicBezTo>
                      <a:cubicBezTo>
                        <a:pt x="55436" y="74867"/>
                        <a:pt x="55721" y="74009"/>
                        <a:pt x="55721" y="73247"/>
                      </a:cubicBezTo>
                      <a:cubicBezTo>
                        <a:pt x="55721" y="72485"/>
                        <a:pt x="55531" y="72009"/>
                        <a:pt x="55054" y="71533"/>
                      </a:cubicBezTo>
                      <a:cubicBezTo>
                        <a:pt x="56007" y="71247"/>
                        <a:pt x="56769" y="71533"/>
                        <a:pt x="57531" y="72200"/>
                      </a:cubicBezTo>
                      <a:cubicBezTo>
                        <a:pt x="58674" y="73628"/>
                        <a:pt x="59436" y="74295"/>
                        <a:pt x="59627" y="74295"/>
                      </a:cubicBezTo>
                      <a:lnTo>
                        <a:pt x="64865" y="68675"/>
                      </a:lnTo>
                      <a:cubicBezTo>
                        <a:pt x="62770" y="68866"/>
                        <a:pt x="60960" y="67247"/>
                        <a:pt x="59627" y="63818"/>
                      </a:cubicBezTo>
                      <a:cubicBezTo>
                        <a:pt x="58198" y="60293"/>
                        <a:pt x="56388" y="58865"/>
                        <a:pt x="54007" y="59627"/>
                      </a:cubicBezTo>
                      <a:lnTo>
                        <a:pt x="57817" y="51245"/>
                      </a:lnTo>
                      <a:lnTo>
                        <a:pt x="51149" y="47435"/>
                      </a:lnTo>
                      <a:lnTo>
                        <a:pt x="63722" y="46006"/>
                      </a:lnTo>
                      <a:cubicBezTo>
                        <a:pt x="64008" y="44577"/>
                        <a:pt x="63437" y="43244"/>
                        <a:pt x="62103" y="41815"/>
                      </a:cubicBezTo>
                      <a:cubicBezTo>
                        <a:pt x="60770" y="40386"/>
                        <a:pt x="60198" y="39338"/>
                        <a:pt x="60198" y="38672"/>
                      </a:cubicBezTo>
                      <a:cubicBezTo>
                        <a:pt x="60198" y="38005"/>
                        <a:pt x="60388" y="37243"/>
                        <a:pt x="60865" y="36576"/>
                      </a:cubicBezTo>
                      <a:cubicBezTo>
                        <a:pt x="61817" y="36767"/>
                        <a:pt x="62770" y="36957"/>
                        <a:pt x="63722" y="36957"/>
                      </a:cubicBezTo>
                      <a:cubicBezTo>
                        <a:pt x="65342" y="36957"/>
                        <a:pt x="66294" y="35909"/>
                        <a:pt x="66580" y="33814"/>
                      </a:cubicBezTo>
                      <a:lnTo>
                        <a:pt x="66580" y="28956"/>
                      </a:lnTo>
                      <a:cubicBezTo>
                        <a:pt x="66580" y="27527"/>
                        <a:pt x="66961" y="26480"/>
                        <a:pt x="67628" y="25813"/>
                      </a:cubicBezTo>
                      <a:cubicBezTo>
                        <a:pt x="70866" y="19812"/>
                        <a:pt x="76295" y="14478"/>
                        <a:pt x="83725" y="10097"/>
                      </a:cubicBezTo>
                      <a:cubicBezTo>
                        <a:pt x="90297" y="6763"/>
                        <a:pt x="96679" y="3429"/>
                        <a:pt x="102965" y="0"/>
                      </a:cubicBezTo>
                      <a:cubicBezTo>
                        <a:pt x="105061" y="1905"/>
                        <a:pt x="107633" y="2762"/>
                        <a:pt x="110681" y="2762"/>
                      </a:cubicBezTo>
                      <a:cubicBezTo>
                        <a:pt x="112109" y="2762"/>
                        <a:pt x="114205" y="2477"/>
                        <a:pt x="116967" y="1905"/>
                      </a:cubicBezTo>
                      <a:cubicBezTo>
                        <a:pt x="119825" y="1333"/>
                        <a:pt x="121920" y="1048"/>
                        <a:pt x="123254" y="1048"/>
                      </a:cubicBezTo>
                      <a:cubicBezTo>
                        <a:pt x="127159" y="1048"/>
                        <a:pt x="130397" y="2572"/>
                        <a:pt x="132683" y="5620"/>
                      </a:cubicBezTo>
                      <a:cubicBezTo>
                        <a:pt x="136874" y="3239"/>
                        <a:pt x="142494" y="2286"/>
                        <a:pt x="149542" y="2477"/>
                      </a:cubicBezTo>
                      <a:cubicBezTo>
                        <a:pt x="160687" y="2762"/>
                        <a:pt x="166592" y="2858"/>
                        <a:pt x="167069" y="2858"/>
                      </a:cubicBezTo>
                      <a:cubicBezTo>
                        <a:pt x="168497" y="5429"/>
                        <a:pt x="174022" y="9716"/>
                        <a:pt x="183833" y="15812"/>
                      </a:cubicBezTo>
                      <a:cubicBezTo>
                        <a:pt x="191548" y="20669"/>
                        <a:pt x="194882" y="26384"/>
                        <a:pt x="194024" y="32957"/>
                      </a:cubicBezTo>
                      <a:cubicBezTo>
                        <a:pt x="193738" y="32671"/>
                        <a:pt x="192881" y="33052"/>
                        <a:pt x="191167" y="34004"/>
                      </a:cubicBezTo>
                      <a:cubicBezTo>
                        <a:pt x="196310" y="34290"/>
                        <a:pt x="199930" y="37148"/>
                        <a:pt x="202025" y="42767"/>
                      </a:cubicBezTo>
                      <a:cubicBezTo>
                        <a:pt x="203645" y="46958"/>
                        <a:pt x="205169" y="51149"/>
                        <a:pt x="206597" y="55340"/>
                      </a:cubicBezTo>
                      <a:close/>
                      <a:moveTo>
                        <a:pt x="50483" y="173736"/>
                      </a:moveTo>
                      <a:cubicBezTo>
                        <a:pt x="54959" y="173736"/>
                        <a:pt x="57531" y="174689"/>
                        <a:pt x="58198" y="176498"/>
                      </a:cubicBezTo>
                      <a:lnTo>
                        <a:pt x="58198" y="179261"/>
                      </a:lnTo>
                      <a:lnTo>
                        <a:pt x="50483" y="173641"/>
                      </a:lnTo>
                      <a:close/>
                      <a:moveTo>
                        <a:pt x="51530" y="152019"/>
                      </a:moveTo>
                      <a:cubicBezTo>
                        <a:pt x="51721" y="150876"/>
                        <a:pt x="52483" y="150305"/>
                        <a:pt x="53626" y="150305"/>
                      </a:cubicBezTo>
                      <a:cubicBezTo>
                        <a:pt x="54578" y="150305"/>
                        <a:pt x="55150" y="150876"/>
                        <a:pt x="55436" y="152019"/>
                      </a:cubicBezTo>
                      <a:lnTo>
                        <a:pt x="51530" y="152019"/>
                      </a:lnTo>
                      <a:close/>
                      <a:moveTo>
                        <a:pt x="68008" y="94964"/>
                      </a:moveTo>
                      <a:lnTo>
                        <a:pt x="68008" y="90773"/>
                      </a:lnTo>
                      <a:cubicBezTo>
                        <a:pt x="67818" y="92583"/>
                        <a:pt x="66389" y="93536"/>
                        <a:pt x="63817" y="93536"/>
                      </a:cubicBezTo>
                      <a:cubicBezTo>
                        <a:pt x="62198" y="93536"/>
                        <a:pt x="60960" y="92964"/>
                        <a:pt x="60293" y="91821"/>
                      </a:cubicBezTo>
                      <a:lnTo>
                        <a:pt x="59912" y="90773"/>
                      </a:lnTo>
                      <a:cubicBezTo>
                        <a:pt x="59912" y="90773"/>
                        <a:pt x="60293" y="91345"/>
                        <a:pt x="60293" y="91821"/>
                      </a:cubicBezTo>
                      <a:lnTo>
                        <a:pt x="62389" y="97727"/>
                      </a:lnTo>
                      <a:cubicBezTo>
                        <a:pt x="64675" y="95441"/>
                        <a:pt x="66580" y="94488"/>
                        <a:pt x="68008" y="94964"/>
                      </a:cubicBezTo>
                      <a:close/>
                      <a:moveTo>
                        <a:pt x="65246" y="74295"/>
                      </a:moveTo>
                      <a:lnTo>
                        <a:pt x="73628" y="74295"/>
                      </a:lnTo>
                      <a:lnTo>
                        <a:pt x="73628" y="71533"/>
                      </a:lnTo>
                      <a:cubicBezTo>
                        <a:pt x="72962" y="72485"/>
                        <a:pt x="71342" y="72962"/>
                        <a:pt x="68866" y="72962"/>
                      </a:cubicBezTo>
                      <a:cubicBezTo>
                        <a:pt x="66389" y="72962"/>
                        <a:pt x="65151" y="73438"/>
                        <a:pt x="65151" y="74390"/>
                      </a:cubicBezTo>
                      <a:close/>
                      <a:moveTo>
                        <a:pt x="70866" y="135541"/>
                      </a:moveTo>
                      <a:cubicBezTo>
                        <a:pt x="71057" y="134398"/>
                        <a:pt x="72390" y="133445"/>
                        <a:pt x="74771" y="132683"/>
                      </a:cubicBezTo>
                      <a:cubicBezTo>
                        <a:pt x="76391" y="132017"/>
                        <a:pt x="76867" y="130683"/>
                        <a:pt x="76200" y="128873"/>
                      </a:cubicBezTo>
                      <a:lnTo>
                        <a:pt x="67056" y="131636"/>
                      </a:lnTo>
                      <a:lnTo>
                        <a:pt x="70866" y="135541"/>
                      </a:lnTo>
                      <a:close/>
                      <a:moveTo>
                        <a:pt x="76105" y="102680"/>
                      </a:moveTo>
                      <a:cubicBezTo>
                        <a:pt x="75629" y="102394"/>
                        <a:pt x="75057" y="102013"/>
                        <a:pt x="74390" y="101251"/>
                      </a:cubicBezTo>
                      <a:lnTo>
                        <a:pt x="71914" y="98774"/>
                      </a:lnTo>
                      <a:lnTo>
                        <a:pt x="70866" y="100489"/>
                      </a:lnTo>
                      <a:cubicBezTo>
                        <a:pt x="72009" y="99822"/>
                        <a:pt x="73247" y="100013"/>
                        <a:pt x="74390" y="101156"/>
                      </a:cubicBezTo>
                      <a:lnTo>
                        <a:pt x="76105" y="102584"/>
                      </a:lnTo>
                      <a:close/>
                      <a:moveTo>
                        <a:pt x="73628" y="23908"/>
                      </a:moveTo>
                      <a:lnTo>
                        <a:pt x="73628" y="30956"/>
                      </a:lnTo>
                      <a:cubicBezTo>
                        <a:pt x="73628" y="30956"/>
                        <a:pt x="74295" y="28575"/>
                        <a:pt x="75057" y="23908"/>
                      </a:cubicBezTo>
                      <a:lnTo>
                        <a:pt x="77915" y="23908"/>
                      </a:lnTo>
                      <a:cubicBezTo>
                        <a:pt x="76486" y="23432"/>
                        <a:pt x="75533" y="23432"/>
                        <a:pt x="75057" y="23908"/>
                      </a:cubicBezTo>
                      <a:lnTo>
                        <a:pt x="73628" y="23908"/>
                      </a:lnTo>
                      <a:close/>
                      <a:moveTo>
                        <a:pt x="81725" y="70485"/>
                      </a:moveTo>
                      <a:lnTo>
                        <a:pt x="81725" y="67723"/>
                      </a:lnTo>
                      <a:cubicBezTo>
                        <a:pt x="81248" y="67056"/>
                        <a:pt x="79915" y="66675"/>
                        <a:pt x="77819" y="66675"/>
                      </a:cubicBezTo>
                      <a:cubicBezTo>
                        <a:pt x="78010" y="66866"/>
                        <a:pt x="78296" y="67723"/>
                        <a:pt x="78581" y="68961"/>
                      </a:cubicBezTo>
                      <a:cubicBezTo>
                        <a:pt x="78772" y="70199"/>
                        <a:pt x="79343" y="70866"/>
                        <a:pt x="80296" y="70866"/>
                      </a:cubicBezTo>
                      <a:cubicBezTo>
                        <a:pt x="80772" y="70866"/>
                        <a:pt x="81248" y="70771"/>
                        <a:pt x="81725" y="70485"/>
                      </a:cubicBezTo>
                      <a:close/>
                      <a:moveTo>
                        <a:pt x="88011" y="147828"/>
                      </a:moveTo>
                      <a:lnTo>
                        <a:pt x="87725" y="145733"/>
                      </a:lnTo>
                      <a:cubicBezTo>
                        <a:pt x="88392" y="145066"/>
                        <a:pt x="89249" y="144875"/>
                        <a:pt x="90107" y="145352"/>
                      </a:cubicBezTo>
                      <a:lnTo>
                        <a:pt x="92202" y="145733"/>
                      </a:lnTo>
                      <a:cubicBezTo>
                        <a:pt x="92202" y="145733"/>
                        <a:pt x="92774" y="144494"/>
                        <a:pt x="92488" y="142589"/>
                      </a:cubicBezTo>
                      <a:lnTo>
                        <a:pt x="87249" y="142589"/>
                      </a:lnTo>
                      <a:lnTo>
                        <a:pt x="87630" y="145733"/>
                      </a:lnTo>
                      <a:cubicBezTo>
                        <a:pt x="87630" y="145733"/>
                        <a:pt x="87535" y="146209"/>
                        <a:pt x="87249" y="146495"/>
                      </a:cubicBezTo>
                      <a:cubicBezTo>
                        <a:pt x="87725" y="146971"/>
                        <a:pt x="87916" y="147447"/>
                        <a:pt x="87916" y="147828"/>
                      </a:cubicBezTo>
                      <a:lnTo>
                        <a:pt x="88297" y="150686"/>
                      </a:lnTo>
                      <a:cubicBezTo>
                        <a:pt x="88297" y="149257"/>
                        <a:pt x="88202" y="148304"/>
                        <a:pt x="87916" y="147828"/>
                      </a:cubicBezTo>
                      <a:close/>
                      <a:moveTo>
                        <a:pt x="93631" y="154496"/>
                      </a:moveTo>
                      <a:cubicBezTo>
                        <a:pt x="93631" y="153638"/>
                        <a:pt x="94202" y="152305"/>
                        <a:pt x="95441" y="150686"/>
                      </a:cubicBezTo>
                      <a:cubicBezTo>
                        <a:pt x="93536" y="150209"/>
                        <a:pt x="91726" y="151162"/>
                        <a:pt x="89821" y="153448"/>
                      </a:cubicBezTo>
                      <a:cubicBezTo>
                        <a:pt x="92107" y="153448"/>
                        <a:pt x="93440" y="153829"/>
                        <a:pt x="93631" y="154496"/>
                      </a:cubicBezTo>
                      <a:close/>
                      <a:moveTo>
                        <a:pt x="95441" y="67723"/>
                      </a:moveTo>
                      <a:cubicBezTo>
                        <a:pt x="96393" y="66104"/>
                        <a:pt x="96679" y="65151"/>
                        <a:pt x="96488" y="64961"/>
                      </a:cubicBezTo>
                      <a:lnTo>
                        <a:pt x="95441" y="64961"/>
                      </a:lnTo>
                      <a:cubicBezTo>
                        <a:pt x="95441" y="64961"/>
                        <a:pt x="94679" y="64484"/>
                        <a:pt x="94012" y="64199"/>
                      </a:cubicBezTo>
                      <a:lnTo>
                        <a:pt x="93631" y="63532"/>
                      </a:lnTo>
                      <a:cubicBezTo>
                        <a:pt x="93631" y="63532"/>
                        <a:pt x="93917" y="62675"/>
                        <a:pt x="94583" y="61722"/>
                      </a:cubicBezTo>
                      <a:cubicBezTo>
                        <a:pt x="95155" y="60770"/>
                        <a:pt x="95441" y="60103"/>
                        <a:pt x="95441" y="59627"/>
                      </a:cubicBezTo>
                      <a:lnTo>
                        <a:pt x="92583" y="59627"/>
                      </a:lnTo>
                      <a:lnTo>
                        <a:pt x="93631" y="63532"/>
                      </a:lnTo>
                      <a:cubicBezTo>
                        <a:pt x="93631" y="63532"/>
                        <a:pt x="94012" y="63722"/>
                        <a:pt x="94012" y="64199"/>
                      </a:cubicBezTo>
                      <a:lnTo>
                        <a:pt x="95441" y="67723"/>
                      </a:lnTo>
                      <a:close/>
                      <a:moveTo>
                        <a:pt x="93631" y="111443"/>
                      </a:moveTo>
                      <a:cubicBezTo>
                        <a:pt x="95536" y="111443"/>
                        <a:pt x="96298" y="110871"/>
                        <a:pt x="95917" y="109728"/>
                      </a:cubicBezTo>
                      <a:cubicBezTo>
                        <a:pt x="95536" y="108585"/>
                        <a:pt x="95726" y="107728"/>
                        <a:pt x="96488" y="107252"/>
                      </a:cubicBezTo>
                      <a:lnTo>
                        <a:pt x="93631" y="107252"/>
                      </a:lnTo>
                      <a:lnTo>
                        <a:pt x="93631" y="111443"/>
                      </a:lnTo>
                      <a:close/>
                      <a:moveTo>
                        <a:pt x="160496" y="128969"/>
                      </a:moveTo>
                      <a:lnTo>
                        <a:pt x="161925" y="57912"/>
                      </a:lnTo>
                      <a:lnTo>
                        <a:pt x="156686" y="54007"/>
                      </a:lnTo>
                      <a:cubicBezTo>
                        <a:pt x="155734" y="50006"/>
                        <a:pt x="152971" y="47149"/>
                        <a:pt x="148304" y="45244"/>
                      </a:cubicBezTo>
                      <a:cubicBezTo>
                        <a:pt x="139446" y="42005"/>
                        <a:pt x="134874" y="40291"/>
                        <a:pt x="134684" y="40291"/>
                      </a:cubicBezTo>
                      <a:lnTo>
                        <a:pt x="132207" y="29432"/>
                      </a:lnTo>
                      <a:cubicBezTo>
                        <a:pt x="130588" y="29908"/>
                        <a:pt x="128873" y="32004"/>
                        <a:pt x="127159" y="35528"/>
                      </a:cubicBezTo>
                      <a:cubicBezTo>
                        <a:pt x="125444" y="39148"/>
                        <a:pt x="123444" y="40958"/>
                        <a:pt x="121444" y="40958"/>
                      </a:cubicBezTo>
                      <a:cubicBezTo>
                        <a:pt x="120682" y="40958"/>
                        <a:pt x="119825" y="40767"/>
                        <a:pt x="118586" y="40291"/>
                      </a:cubicBezTo>
                      <a:lnTo>
                        <a:pt x="119634" y="37529"/>
                      </a:lnTo>
                      <a:lnTo>
                        <a:pt x="116872" y="37529"/>
                      </a:lnTo>
                      <a:lnTo>
                        <a:pt x="118586" y="41339"/>
                      </a:lnTo>
                      <a:cubicBezTo>
                        <a:pt x="117920" y="41815"/>
                        <a:pt x="116586" y="43148"/>
                        <a:pt x="114776" y="45339"/>
                      </a:cubicBezTo>
                      <a:cubicBezTo>
                        <a:pt x="112967" y="47530"/>
                        <a:pt x="111157" y="48673"/>
                        <a:pt x="109538" y="48673"/>
                      </a:cubicBezTo>
                      <a:cubicBezTo>
                        <a:pt x="108775" y="48673"/>
                        <a:pt x="108109" y="48673"/>
                        <a:pt x="107442" y="48387"/>
                      </a:cubicBezTo>
                      <a:cubicBezTo>
                        <a:pt x="107252" y="51435"/>
                        <a:pt x="106394" y="56007"/>
                        <a:pt x="104966" y="62008"/>
                      </a:cubicBezTo>
                      <a:cubicBezTo>
                        <a:pt x="104013" y="61246"/>
                        <a:pt x="103537" y="60484"/>
                        <a:pt x="103537" y="59531"/>
                      </a:cubicBezTo>
                      <a:lnTo>
                        <a:pt x="100394" y="59531"/>
                      </a:lnTo>
                      <a:cubicBezTo>
                        <a:pt x="99441" y="60484"/>
                        <a:pt x="98965" y="61436"/>
                        <a:pt x="98965" y="62294"/>
                      </a:cubicBezTo>
                      <a:cubicBezTo>
                        <a:pt x="98965" y="62960"/>
                        <a:pt x="99250" y="64008"/>
                        <a:pt x="99822" y="65437"/>
                      </a:cubicBezTo>
                      <a:cubicBezTo>
                        <a:pt x="100394" y="66770"/>
                        <a:pt x="100679" y="67818"/>
                        <a:pt x="100679" y="68580"/>
                      </a:cubicBezTo>
                      <a:cubicBezTo>
                        <a:pt x="100679" y="69723"/>
                        <a:pt x="100203" y="70676"/>
                        <a:pt x="99250" y="71438"/>
                      </a:cubicBezTo>
                      <a:cubicBezTo>
                        <a:pt x="100203" y="73247"/>
                        <a:pt x="101346" y="74200"/>
                        <a:pt x="102775" y="74200"/>
                      </a:cubicBezTo>
                      <a:cubicBezTo>
                        <a:pt x="103442" y="74200"/>
                        <a:pt x="104394" y="74009"/>
                        <a:pt x="105537" y="73533"/>
                      </a:cubicBezTo>
                      <a:cubicBezTo>
                        <a:pt x="106775" y="73057"/>
                        <a:pt x="107728" y="72866"/>
                        <a:pt x="108395" y="72866"/>
                      </a:cubicBezTo>
                      <a:cubicBezTo>
                        <a:pt x="109823" y="72866"/>
                        <a:pt x="110966" y="73819"/>
                        <a:pt x="111919" y="75629"/>
                      </a:cubicBezTo>
                      <a:cubicBezTo>
                        <a:pt x="110776" y="78010"/>
                        <a:pt x="109538" y="79153"/>
                        <a:pt x="108013" y="79153"/>
                      </a:cubicBezTo>
                      <a:cubicBezTo>
                        <a:pt x="107347" y="79153"/>
                        <a:pt x="106394" y="78962"/>
                        <a:pt x="105251" y="78391"/>
                      </a:cubicBezTo>
                      <a:cubicBezTo>
                        <a:pt x="104108" y="77915"/>
                        <a:pt x="103156" y="77724"/>
                        <a:pt x="102489" y="77724"/>
                      </a:cubicBezTo>
                      <a:cubicBezTo>
                        <a:pt x="101822" y="77724"/>
                        <a:pt x="101156" y="77915"/>
                        <a:pt x="100394" y="78391"/>
                      </a:cubicBezTo>
                      <a:cubicBezTo>
                        <a:pt x="100870" y="79153"/>
                        <a:pt x="101156" y="79820"/>
                        <a:pt x="101156" y="80486"/>
                      </a:cubicBezTo>
                      <a:cubicBezTo>
                        <a:pt x="101156" y="81153"/>
                        <a:pt x="100870" y="82010"/>
                        <a:pt x="100394" y="83058"/>
                      </a:cubicBezTo>
                      <a:cubicBezTo>
                        <a:pt x="99917" y="84106"/>
                        <a:pt x="99727" y="84868"/>
                        <a:pt x="99727" y="85344"/>
                      </a:cubicBezTo>
                      <a:cubicBezTo>
                        <a:pt x="99727" y="86487"/>
                        <a:pt x="100584" y="87344"/>
                        <a:pt x="102108" y="87821"/>
                      </a:cubicBezTo>
                      <a:lnTo>
                        <a:pt x="99346" y="90583"/>
                      </a:lnTo>
                      <a:cubicBezTo>
                        <a:pt x="100298" y="92012"/>
                        <a:pt x="100775" y="94488"/>
                        <a:pt x="100775" y="98298"/>
                      </a:cubicBezTo>
                      <a:lnTo>
                        <a:pt x="100775" y="109538"/>
                      </a:lnTo>
                      <a:cubicBezTo>
                        <a:pt x="100775" y="118396"/>
                        <a:pt x="102584" y="124492"/>
                        <a:pt x="106394" y="127730"/>
                      </a:cubicBezTo>
                      <a:cubicBezTo>
                        <a:pt x="106871" y="128873"/>
                        <a:pt x="106585" y="130207"/>
                        <a:pt x="105632" y="131540"/>
                      </a:cubicBezTo>
                      <a:lnTo>
                        <a:pt x="103537" y="135446"/>
                      </a:lnTo>
                      <a:cubicBezTo>
                        <a:pt x="105632" y="135446"/>
                        <a:pt x="106871" y="135922"/>
                        <a:pt x="107347" y="136874"/>
                      </a:cubicBezTo>
                      <a:cubicBezTo>
                        <a:pt x="107537" y="138303"/>
                        <a:pt x="106871" y="139160"/>
                        <a:pt x="105061" y="139446"/>
                      </a:cubicBezTo>
                      <a:cubicBezTo>
                        <a:pt x="103346" y="139827"/>
                        <a:pt x="102299" y="140208"/>
                        <a:pt x="102108" y="140684"/>
                      </a:cubicBezTo>
                      <a:cubicBezTo>
                        <a:pt x="102775" y="142113"/>
                        <a:pt x="103632" y="142780"/>
                        <a:pt x="104584" y="142780"/>
                      </a:cubicBezTo>
                      <a:cubicBezTo>
                        <a:pt x="105346" y="142780"/>
                        <a:pt x="106299" y="142018"/>
                        <a:pt x="107633" y="140303"/>
                      </a:cubicBezTo>
                      <a:cubicBezTo>
                        <a:pt x="108871" y="138684"/>
                        <a:pt x="109823" y="137827"/>
                        <a:pt x="110300" y="137827"/>
                      </a:cubicBezTo>
                      <a:cubicBezTo>
                        <a:pt x="111252" y="137827"/>
                        <a:pt x="112109" y="139351"/>
                        <a:pt x="113062" y="142399"/>
                      </a:cubicBezTo>
                      <a:lnTo>
                        <a:pt x="115919" y="139541"/>
                      </a:lnTo>
                      <a:cubicBezTo>
                        <a:pt x="118682" y="140494"/>
                        <a:pt x="121158" y="142780"/>
                        <a:pt x="123254" y="146495"/>
                      </a:cubicBezTo>
                      <a:cubicBezTo>
                        <a:pt x="124396" y="149066"/>
                        <a:pt x="125635" y="151638"/>
                        <a:pt x="126778" y="154210"/>
                      </a:cubicBezTo>
                      <a:cubicBezTo>
                        <a:pt x="129826" y="154496"/>
                        <a:pt x="132112" y="153638"/>
                        <a:pt x="133731" y="151733"/>
                      </a:cubicBezTo>
                      <a:cubicBezTo>
                        <a:pt x="135350" y="149924"/>
                        <a:pt x="137541" y="148971"/>
                        <a:pt x="140399" y="148971"/>
                      </a:cubicBezTo>
                      <a:cubicBezTo>
                        <a:pt x="141351" y="150590"/>
                        <a:pt x="141637" y="151543"/>
                        <a:pt x="141446" y="151733"/>
                      </a:cubicBezTo>
                      <a:cubicBezTo>
                        <a:pt x="144685" y="150590"/>
                        <a:pt x="147733" y="146780"/>
                        <a:pt x="150400" y="140208"/>
                      </a:cubicBezTo>
                      <a:cubicBezTo>
                        <a:pt x="153067" y="133636"/>
                        <a:pt x="156496" y="129826"/>
                        <a:pt x="160687" y="128683"/>
                      </a:cubicBezTo>
                      <a:close/>
                      <a:moveTo>
                        <a:pt x="115729" y="80296"/>
                      </a:moveTo>
                      <a:lnTo>
                        <a:pt x="111824" y="77153"/>
                      </a:lnTo>
                      <a:lnTo>
                        <a:pt x="115729" y="77153"/>
                      </a:lnTo>
                      <a:lnTo>
                        <a:pt x="115729" y="80296"/>
                      </a:lnTo>
                      <a:close/>
                      <a:moveTo>
                        <a:pt x="112871" y="153448"/>
                      </a:moveTo>
                      <a:cubicBezTo>
                        <a:pt x="113824" y="154400"/>
                        <a:pt x="114586" y="154877"/>
                        <a:pt x="115348" y="154877"/>
                      </a:cubicBezTo>
                      <a:cubicBezTo>
                        <a:pt x="116110" y="154877"/>
                        <a:pt x="116872" y="154210"/>
                        <a:pt x="117824" y="152781"/>
                      </a:cubicBezTo>
                      <a:cubicBezTo>
                        <a:pt x="118777" y="151352"/>
                        <a:pt x="119825" y="150686"/>
                        <a:pt x="120967" y="150686"/>
                      </a:cubicBezTo>
                      <a:cubicBezTo>
                        <a:pt x="116777" y="149733"/>
                        <a:pt x="114014" y="150686"/>
                        <a:pt x="112871" y="153448"/>
                      </a:cubicBezTo>
                      <a:close/>
                      <a:moveTo>
                        <a:pt x="139160" y="143637"/>
                      </a:moveTo>
                      <a:lnTo>
                        <a:pt x="140208" y="142589"/>
                      </a:lnTo>
                      <a:lnTo>
                        <a:pt x="144018" y="143637"/>
                      </a:lnTo>
                      <a:lnTo>
                        <a:pt x="139160" y="143637"/>
                      </a:lnTo>
                      <a:close/>
                      <a:moveTo>
                        <a:pt x="156591" y="15907"/>
                      </a:moveTo>
                      <a:cubicBezTo>
                        <a:pt x="157258" y="16859"/>
                        <a:pt x="158115" y="17336"/>
                        <a:pt x="159067" y="17336"/>
                      </a:cubicBezTo>
                      <a:cubicBezTo>
                        <a:pt x="160211" y="17336"/>
                        <a:pt x="161639" y="16859"/>
                        <a:pt x="163259" y="15907"/>
                      </a:cubicBezTo>
                      <a:cubicBezTo>
                        <a:pt x="164878" y="14954"/>
                        <a:pt x="165830" y="14478"/>
                        <a:pt x="166116" y="14478"/>
                      </a:cubicBezTo>
                      <a:cubicBezTo>
                        <a:pt x="165449" y="13526"/>
                        <a:pt x="164497" y="13049"/>
                        <a:pt x="163259" y="13049"/>
                      </a:cubicBezTo>
                      <a:cubicBezTo>
                        <a:pt x="162592" y="13049"/>
                        <a:pt x="161449" y="13526"/>
                        <a:pt x="159925" y="14478"/>
                      </a:cubicBezTo>
                      <a:cubicBezTo>
                        <a:pt x="158401" y="15431"/>
                        <a:pt x="157258" y="15907"/>
                        <a:pt x="156591" y="15907"/>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 name="Google Shape;791;p99"/>
                <p:cNvSpPr/>
                <p:nvPr/>
              </p:nvSpPr>
              <p:spPr>
                <a:xfrm>
                  <a:off x="3625881" y="2448305"/>
                  <a:ext cx="201929" cy="221075"/>
                </a:xfrm>
                <a:custGeom>
                  <a:avLst/>
                  <a:gdLst/>
                  <a:ahLst/>
                  <a:cxnLst/>
                  <a:rect l="l" t="t" r="r" b="b"/>
                  <a:pathLst>
                    <a:path w="201929" h="221075" extrusionOk="0">
                      <a:moveTo>
                        <a:pt x="157448" y="121825"/>
                      </a:moveTo>
                      <a:cubicBezTo>
                        <a:pt x="155067" y="124873"/>
                        <a:pt x="154496" y="128778"/>
                        <a:pt x="155543" y="133541"/>
                      </a:cubicBezTo>
                      <a:cubicBezTo>
                        <a:pt x="156591" y="138303"/>
                        <a:pt x="156305" y="142113"/>
                        <a:pt x="154686" y="144875"/>
                      </a:cubicBezTo>
                      <a:cubicBezTo>
                        <a:pt x="154019" y="149828"/>
                        <a:pt x="150686" y="154686"/>
                        <a:pt x="144685" y="159353"/>
                      </a:cubicBezTo>
                      <a:cubicBezTo>
                        <a:pt x="138779" y="164211"/>
                        <a:pt x="135731" y="168212"/>
                        <a:pt x="135731" y="171450"/>
                      </a:cubicBezTo>
                      <a:cubicBezTo>
                        <a:pt x="135731" y="173069"/>
                        <a:pt x="136112" y="174689"/>
                        <a:pt x="136779" y="176308"/>
                      </a:cubicBezTo>
                      <a:lnTo>
                        <a:pt x="138208" y="176308"/>
                      </a:lnTo>
                      <a:lnTo>
                        <a:pt x="138208" y="178022"/>
                      </a:lnTo>
                      <a:cubicBezTo>
                        <a:pt x="135636" y="176403"/>
                        <a:pt x="130969" y="175832"/>
                        <a:pt x="124206" y="176308"/>
                      </a:cubicBezTo>
                      <a:cubicBezTo>
                        <a:pt x="122111" y="181166"/>
                        <a:pt x="118586" y="183642"/>
                        <a:pt x="113729" y="183642"/>
                      </a:cubicBezTo>
                      <a:cubicBezTo>
                        <a:pt x="112300" y="183642"/>
                        <a:pt x="110395" y="183452"/>
                        <a:pt x="108109" y="182975"/>
                      </a:cubicBezTo>
                      <a:cubicBezTo>
                        <a:pt x="105061" y="182499"/>
                        <a:pt x="103156" y="182309"/>
                        <a:pt x="102489" y="182309"/>
                      </a:cubicBezTo>
                      <a:cubicBezTo>
                        <a:pt x="102489" y="181356"/>
                        <a:pt x="101822" y="180308"/>
                        <a:pt x="100584" y="179165"/>
                      </a:cubicBezTo>
                      <a:cubicBezTo>
                        <a:pt x="99346" y="178022"/>
                        <a:pt x="98584" y="177070"/>
                        <a:pt x="98298" y="176403"/>
                      </a:cubicBezTo>
                      <a:cubicBezTo>
                        <a:pt x="99060" y="182213"/>
                        <a:pt x="95726" y="187452"/>
                        <a:pt x="88487" y="192119"/>
                      </a:cubicBezTo>
                      <a:lnTo>
                        <a:pt x="84582" y="187928"/>
                      </a:lnTo>
                      <a:cubicBezTo>
                        <a:pt x="83915" y="188881"/>
                        <a:pt x="82391" y="189357"/>
                        <a:pt x="80010" y="189357"/>
                      </a:cubicBezTo>
                      <a:lnTo>
                        <a:pt x="81820" y="187928"/>
                      </a:lnTo>
                      <a:cubicBezTo>
                        <a:pt x="80867" y="186976"/>
                        <a:pt x="79915" y="186500"/>
                        <a:pt x="79058" y="186500"/>
                      </a:cubicBezTo>
                      <a:cubicBezTo>
                        <a:pt x="78391" y="186500"/>
                        <a:pt x="77343" y="186881"/>
                        <a:pt x="75914" y="187738"/>
                      </a:cubicBezTo>
                      <a:cubicBezTo>
                        <a:pt x="74486" y="188595"/>
                        <a:pt x="73628" y="189071"/>
                        <a:pt x="73057" y="189357"/>
                      </a:cubicBezTo>
                      <a:lnTo>
                        <a:pt x="74867" y="187928"/>
                      </a:lnTo>
                      <a:cubicBezTo>
                        <a:pt x="72771" y="186976"/>
                        <a:pt x="68771" y="186595"/>
                        <a:pt x="62960" y="186881"/>
                      </a:cubicBezTo>
                      <a:cubicBezTo>
                        <a:pt x="58293" y="186881"/>
                        <a:pt x="54292" y="185357"/>
                        <a:pt x="51054" y="182309"/>
                      </a:cubicBezTo>
                      <a:cubicBezTo>
                        <a:pt x="42005" y="179070"/>
                        <a:pt x="31147" y="172117"/>
                        <a:pt x="18574" y="161639"/>
                      </a:cubicBezTo>
                      <a:cubicBezTo>
                        <a:pt x="19241" y="161449"/>
                        <a:pt x="19621" y="160020"/>
                        <a:pt x="19621" y="157448"/>
                      </a:cubicBezTo>
                      <a:cubicBezTo>
                        <a:pt x="15621" y="155353"/>
                        <a:pt x="12287" y="151162"/>
                        <a:pt x="9430" y="144875"/>
                      </a:cubicBezTo>
                      <a:cubicBezTo>
                        <a:pt x="6191" y="137160"/>
                        <a:pt x="3620" y="132302"/>
                        <a:pt x="1715" y="130207"/>
                      </a:cubicBezTo>
                      <a:lnTo>
                        <a:pt x="0" y="5620"/>
                      </a:lnTo>
                      <a:lnTo>
                        <a:pt x="4572" y="0"/>
                      </a:lnTo>
                      <a:cubicBezTo>
                        <a:pt x="11525" y="1429"/>
                        <a:pt x="24479" y="1429"/>
                        <a:pt x="43434" y="0"/>
                      </a:cubicBezTo>
                      <a:cubicBezTo>
                        <a:pt x="41338" y="1143"/>
                        <a:pt x="40196" y="2477"/>
                        <a:pt x="40196" y="3905"/>
                      </a:cubicBezTo>
                      <a:cubicBezTo>
                        <a:pt x="40196" y="4858"/>
                        <a:pt x="40958" y="6382"/>
                        <a:pt x="42482" y="8573"/>
                      </a:cubicBezTo>
                      <a:cubicBezTo>
                        <a:pt x="44005" y="10763"/>
                        <a:pt x="44672" y="12573"/>
                        <a:pt x="44482" y="14002"/>
                      </a:cubicBezTo>
                      <a:cubicBezTo>
                        <a:pt x="49340" y="16097"/>
                        <a:pt x="51816" y="20574"/>
                        <a:pt x="51816" y="27337"/>
                      </a:cubicBezTo>
                      <a:cubicBezTo>
                        <a:pt x="51816" y="29432"/>
                        <a:pt x="51530" y="32766"/>
                        <a:pt x="50959" y="37338"/>
                      </a:cubicBezTo>
                      <a:cubicBezTo>
                        <a:pt x="50387" y="41910"/>
                        <a:pt x="50101" y="45244"/>
                        <a:pt x="50101" y="47339"/>
                      </a:cubicBezTo>
                      <a:lnTo>
                        <a:pt x="47244" y="50102"/>
                      </a:lnTo>
                      <a:lnTo>
                        <a:pt x="51149" y="52864"/>
                      </a:lnTo>
                      <a:lnTo>
                        <a:pt x="52578" y="105347"/>
                      </a:lnTo>
                      <a:lnTo>
                        <a:pt x="48387" y="108109"/>
                      </a:lnTo>
                      <a:cubicBezTo>
                        <a:pt x="49530" y="110490"/>
                        <a:pt x="50673" y="116300"/>
                        <a:pt x="51911" y="125635"/>
                      </a:cubicBezTo>
                      <a:cubicBezTo>
                        <a:pt x="53054" y="133541"/>
                        <a:pt x="55150" y="139065"/>
                        <a:pt x="58198" y="142113"/>
                      </a:cubicBezTo>
                      <a:cubicBezTo>
                        <a:pt x="59055" y="143256"/>
                        <a:pt x="60674" y="143923"/>
                        <a:pt x="62770" y="143923"/>
                      </a:cubicBezTo>
                      <a:lnTo>
                        <a:pt x="68008" y="143923"/>
                      </a:lnTo>
                      <a:cubicBezTo>
                        <a:pt x="72676" y="149543"/>
                        <a:pt x="75343" y="155448"/>
                        <a:pt x="76009" y="161735"/>
                      </a:cubicBezTo>
                      <a:cubicBezTo>
                        <a:pt x="75057" y="155448"/>
                        <a:pt x="77153" y="151543"/>
                        <a:pt x="82296" y="150209"/>
                      </a:cubicBezTo>
                      <a:cubicBezTo>
                        <a:pt x="88868" y="148590"/>
                        <a:pt x="92678" y="146495"/>
                        <a:pt x="93821" y="143923"/>
                      </a:cubicBezTo>
                      <a:cubicBezTo>
                        <a:pt x="97346" y="144113"/>
                        <a:pt x="99632" y="142875"/>
                        <a:pt x="100870" y="140018"/>
                      </a:cubicBezTo>
                      <a:cubicBezTo>
                        <a:pt x="102489" y="136303"/>
                        <a:pt x="104013" y="133922"/>
                        <a:pt x="105442" y="133064"/>
                      </a:cubicBezTo>
                      <a:lnTo>
                        <a:pt x="114491" y="130302"/>
                      </a:lnTo>
                      <a:lnTo>
                        <a:pt x="109633" y="127159"/>
                      </a:lnTo>
                      <a:cubicBezTo>
                        <a:pt x="110395" y="100108"/>
                        <a:pt x="110680" y="60103"/>
                        <a:pt x="110680" y="7144"/>
                      </a:cubicBezTo>
                      <a:cubicBezTo>
                        <a:pt x="115538" y="2477"/>
                        <a:pt x="123063" y="95"/>
                        <a:pt x="133064" y="95"/>
                      </a:cubicBezTo>
                      <a:cubicBezTo>
                        <a:pt x="133731" y="95"/>
                        <a:pt x="140684" y="667"/>
                        <a:pt x="153734" y="1810"/>
                      </a:cubicBezTo>
                      <a:cubicBezTo>
                        <a:pt x="153734" y="6668"/>
                        <a:pt x="154115" y="13430"/>
                        <a:pt x="154972" y="21908"/>
                      </a:cubicBezTo>
                      <a:cubicBezTo>
                        <a:pt x="155829" y="30385"/>
                        <a:pt x="156210" y="36671"/>
                        <a:pt x="156210" y="40577"/>
                      </a:cubicBezTo>
                      <a:cubicBezTo>
                        <a:pt x="156210" y="45911"/>
                        <a:pt x="155734" y="50864"/>
                        <a:pt x="154781" y="55245"/>
                      </a:cubicBezTo>
                      <a:cubicBezTo>
                        <a:pt x="157067" y="56674"/>
                        <a:pt x="158210" y="58293"/>
                        <a:pt x="158210" y="60103"/>
                      </a:cubicBezTo>
                      <a:cubicBezTo>
                        <a:pt x="158210" y="61532"/>
                        <a:pt x="157067" y="63627"/>
                        <a:pt x="154781" y="66389"/>
                      </a:cubicBezTo>
                      <a:cubicBezTo>
                        <a:pt x="152495" y="69152"/>
                        <a:pt x="151257" y="71438"/>
                        <a:pt x="151257" y="73057"/>
                      </a:cubicBezTo>
                      <a:cubicBezTo>
                        <a:pt x="151257" y="74962"/>
                        <a:pt x="152876" y="76772"/>
                        <a:pt x="156210" y="78677"/>
                      </a:cubicBezTo>
                      <a:cubicBezTo>
                        <a:pt x="155258" y="81058"/>
                        <a:pt x="154781" y="83439"/>
                        <a:pt x="154781" y="86011"/>
                      </a:cubicBezTo>
                      <a:cubicBezTo>
                        <a:pt x="154781" y="88106"/>
                        <a:pt x="155162" y="91250"/>
                        <a:pt x="156020" y="95250"/>
                      </a:cubicBezTo>
                      <a:cubicBezTo>
                        <a:pt x="156877" y="99346"/>
                        <a:pt x="157258" y="102299"/>
                        <a:pt x="157258" y="104204"/>
                      </a:cubicBezTo>
                      <a:cubicBezTo>
                        <a:pt x="157258" y="108204"/>
                        <a:pt x="156115" y="111824"/>
                        <a:pt x="153829" y="115062"/>
                      </a:cubicBezTo>
                      <a:cubicBezTo>
                        <a:pt x="153829" y="118777"/>
                        <a:pt x="154210" y="120968"/>
                        <a:pt x="154876" y="121730"/>
                      </a:cubicBezTo>
                      <a:lnTo>
                        <a:pt x="157639" y="121730"/>
                      </a:lnTo>
                      <a:close/>
                      <a:moveTo>
                        <a:pt x="20669" y="85820"/>
                      </a:moveTo>
                      <a:lnTo>
                        <a:pt x="20669" y="74962"/>
                      </a:lnTo>
                      <a:lnTo>
                        <a:pt x="18574" y="74962"/>
                      </a:lnTo>
                      <a:cubicBezTo>
                        <a:pt x="17621" y="74962"/>
                        <a:pt x="17050" y="74486"/>
                        <a:pt x="16764" y="73533"/>
                      </a:cubicBezTo>
                      <a:cubicBezTo>
                        <a:pt x="16288" y="74676"/>
                        <a:pt x="15621" y="75819"/>
                        <a:pt x="14669" y="77057"/>
                      </a:cubicBezTo>
                      <a:cubicBezTo>
                        <a:pt x="13716" y="78200"/>
                        <a:pt x="13240" y="79058"/>
                        <a:pt x="13240" y="79534"/>
                      </a:cubicBezTo>
                      <a:cubicBezTo>
                        <a:pt x="13240" y="80486"/>
                        <a:pt x="14002" y="81629"/>
                        <a:pt x="15716" y="83058"/>
                      </a:cubicBezTo>
                      <a:cubicBezTo>
                        <a:pt x="16192" y="82582"/>
                        <a:pt x="16574" y="82106"/>
                        <a:pt x="16764" y="81629"/>
                      </a:cubicBezTo>
                      <a:cubicBezTo>
                        <a:pt x="16097" y="79343"/>
                        <a:pt x="15716" y="78010"/>
                        <a:pt x="15716" y="77724"/>
                      </a:cubicBezTo>
                      <a:cubicBezTo>
                        <a:pt x="15716" y="76105"/>
                        <a:pt x="16669" y="75152"/>
                        <a:pt x="18574" y="74962"/>
                      </a:cubicBezTo>
                      <a:lnTo>
                        <a:pt x="19621" y="74962"/>
                      </a:lnTo>
                      <a:lnTo>
                        <a:pt x="20669" y="85820"/>
                      </a:lnTo>
                      <a:close/>
                      <a:moveTo>
                        <a:pt x="37433" y="81629"/>
                      </a:moveTo>
                      <a:cubicBezTo>
                        <a:pt x="37909" y="81629"/>
                        <a:pt x="37624" y="81248"/>
                        <a:pt x="36386" y="80582"/>
                      </a:cubicBezTo>
                      <a:cubicBezTo>
                        <a:pt x="35242" y="79820"/>
                        <a:pt x="34671" y="77533"/>
                        <a:pt x="34671" y="73533"/>
                      </a:cubicBezTo>
                      <a:lnTo>
                        <a:pt x="36386" y="73533"/>
                      </a:lnTo>
                      <a:lnTo>
                        <a:pt x="36386" y="70771"/>
                      </a:lnTo>
                      <a:lnTo>
                        <a:pt x="29337" y="74962"/>
                      </a:lnTo>
                      <a:cubicBezTo>
                        <a:pt x="31718" y="76105"/>
                        <a:pt x="32385" y="78010"/>
                        <a:pt x="31433" y="80582"/>
                      </a:cubicBezTo>
                      <a:cubicBezTo>
                        <a:pt x="30766" y="80582"/>
                        <a:pt x="30385" y="80963"/>
                        <a:pt x="30385" y="81629"/>
                      </a:cubicBezTo>
                      <a:lnTo>
                        <a:pt x="31433" y="80582"/>
                      </a:lnTo>
                      <a:cubicBezTo>
                        <a:pt x="32195" y="80296"/>
                        <a:pt x="33814" y="80486"/>
                        <a:pt x="36386" y="80963"/>
                      </a:cubicBezTo>
                      <a:cubicBezTo>
                        <a:pt x="36862" y="81439"/>
                        <a:pt x="37148" y="81629"/>
                        <a:pt x="37433" y="81629"/>
                      </a:cubicBezTo>
                      <a:close/>
                      <a:moveTo>
                        <a:pt x="96583" y="169831"/>
                      </a:moveTo>
                      <a:lnTo>
                        <a:pt x="100775" y="175355"/>
                      </a:lnTo>
                      <a:lnTo>
                        <a:pt x="99346" y="169831"/>
                      </a:lnTo>
                      <a:lnTo>
                        <a:pt x="96488" y="169831"/>
                      </a:lnTo>
                      <a:close/>
                      <a:moveTo>
                        <a:pt x="105346" y="157544"/>
                      </a:moveTo>
                      <a:lnTo>
                        <a:pt x="105346" y="154781"/>
                      </a:lnTo>
                      <a:lnTo>
                        <a:pt x="103632" y="153734"/>
                      </a:lnTo>
                      <a:lnTo>
                        <a:pt x="105346" y="157544"/>
                      </a:lnTo>
                      <a:close/>
                      <a:moveTo>
                        <a:pt x="114109" y="199930"/>
                      </a:moveTo>
                      <a:cubicBezTo>
                        <a:pt x="113633" y="199930"/>
                        <a:pt x="113348" y="199644"/>
                        <a:pt x="113348" y="199263"/>
                      </a:cubicBezTo>
                      <a:lnTo>
                        <a:pt x="114109" y="199930"/>
                      </a:lnTo>
                      <a:close/>
                      <a:moveTo>
                        <a:pt x="114109" y="199930"/>
                      </a:moveTo>
                      <a:cubicBezTo>
                        <a:pt x="114109" y="199930"/>
                        <a:pt x="116015" y="200597"/>
                        <a:pt x="118300" y="201359"/>
                      </a:cubicBezTo>
                      <a:cubicBezTo>
                        <a:pt x="119920" y="201549"/>
                        <a:pt x="120777" y="202121"/>
                        <a:pt x="120777" y="203073"/>
                      </a:cubicBezTo>
                      <a:cubicBezTo>
                        <a:pt x="120777" y="203740"/>
                        <a:pt x="120205" y="204692"/>
                        <a:pt x="119063" y="205835"/>
                      </a:cubicBezTo>
                      <a:lnTo>
                        <a:pt x="114205" y="199930"/>
                      </a:lnTo>
                      <a:close/>
                      <a:moveTo>
                        <a:pt x="117253" y="160401"/>
                      </a:moveTo>
                      <a:lnTo>
                        <a:pt x="121444" y="160401"/>
                      </a:lnTo>
                      <a:cubicBezTo>
                        <a:pt x="120491" y="158972"/>
                        <a:pt x="120110" y="158020"/>
                        <a:pt x="120396" y="157544"/>
                      </a:cubicBezTo>
                      <a:lnTo>
                        <a:pt x="117253" y="157544"/>
                      </a:lnTo>
                      <a:lnTo>
                        <a:pt x="117253" y="160401"/>
                      </a:lnTo>
                      <a:close/>
                      <a:moveTo>
                        <a:pt x="118967" y="210122"/>
                      </a:moveTo>
                      <a:cubicBezTo>
                        <a:pt x="120396" y="209645"/>
                        <a:pt x="122206" y="210407"/>
                        <a:pt x="124587" y="212503"/>
                      </a:cubicBezTo>
                      <a:cubicBezTo>
                        <a:pt x="125730" y="213455"/>
                        <a:pt x="126873" y="214503"/>
                        <a:pt x="128111" y="215646"/>
                      </a:cubicBezTo>
                      <a:cubicBezTo>
                        <a:pt x="126206" y="215646"/>
                        <a:pt x="124301" y="214694"/>
                        <a:pt x="122301" y="212789"/>
                      </a:cubicBezTo>
                      <a:cubicBezTo>
                        <a:pt x="120301" y="210884"/>
                        <a:pt x="119253" y="210026"/>
                        <a:pt x="118967" y="210026"/>
                      </a:cubicBezTo>
                      <a:close/>
                      <a:moveTo>
                        <a:pt x="142018" y="26765"/>
                      </a:moveTo>
                      <a:cubicBezTo>
                        <a:pt x="141161" y="26289"/>
                        <a:pt x="140113" y="26384"/>
                        <a:pt x="139065" y="27146"/>
                      </a:cubicBezTo>
                      <a:cubicBezTo>
                        <a:pt x="138017" y="27813"/>
                        <a:pt x="137255" y="28099"/>
                        <a:pt x="136779" y="27813"/>
                      </a:cubicBezTo>
                      <a:cubicBezTo>
                        <a:pt x="137922" y="28289"/>
                        <a:pt x="139160" y="28480"/>
                        <a:pt x="140303" y="28480"/>
                      </a:cubicBezTo>
                      <a:cubicBezTo>
                        <a:pt x="142589" y="28480"/>
                        <a:pt x="143161" y="27908"/>
                        <a:pt x="142018" y="26765"/>
                      </a:cubicBezTo>
                      <a:close/>
                      <a:moveTo>
                        <a:pt x="142018" y="192310"/>
                      </a:moveTo>
                      <a:lnTo>
                        <a:pt x="142018" y="195072"/>
                      </a:lnTo>
                      <a:lnTo>
                        <a:pt x="136779" y="195072"/>
                      </a:lnTo>
                      <a:cubicBezTo>
                        <a:pt x="137255" y="194405"/>
                        <a:pt x="138970" y="193453"/>
                        <a:pt x="142018" y="192310"/>
                      </a:cubicBezTo>
                      <a:close/>
                      <a:moveTo>
                        <a:pt x="138208" y="141256"/>
                      </a:moveTo>
                      <a:cubicBezTo>
                        <a:pt x="140970" y="141256"/>
                        <a:pt x="143828" y="139827"/>
                        <a:pt x="146590" y="137065"/>
                      </a:cubicBezTo>
                      <a:cubicBezTo>
                        <a:pt x="145161" y="136398"/>
                        <a:pt x="143637" y="136874"/>
                        <a:pt x="142018" y="138589"/>
                      </a:cubicBezTo>
                      <a:cubicBezTo>
                        <a:pt x="140399" y="140303"/>
                        <a:pt x="139160" y="141256"/>
                        <a:pt x="138208" y="141256"/>
                      </a:cubicBezTo>
                      <a:close/>
                      <a:moveTo>
                        <a:pt x="142018" y="200406"/>
                      </a:moveTo>
                      <a:lnTo>
                        <a:pt x="143828" y="204311"/>
                      </a:lnTo>
                      <a:lnTo>
                        <a:pt x="139637" y="200406"/>
                      </a:lnTo>
                      <a:lnTo>
                        <a:pt x="142113" y="200406"/>
                      </a:lnTo>
                      <a:close/>
                      <a:moveTo>
                        <a:pt x="143828" y="216884"/>
                      </a:moveTo>
                      <a:cubicBezTo>
                        <a:pt x="143542" y="217551"/>
                        <a:pt x="144590" y="218980"/>
                        <a:pt x="146590" y="221075"/>
                      </a:cubicBezTo>
                      <a:lnTo>
                        <a:pt x="142018" y="221075"/>
                      </a:lnTo>
                      <a:lnTo>
                        <a:pt x="142018" y="216884"/>
                      </a:lnTo>
                      <a:lnTo>
                        <a:pt x="143828" y="216884"/>
                      </a:lnTo>
                      <a:close/>
                      <a:moveTo>
                        <a:pt x="148019" y="200406"/>
                      </a:moveTo>
                      <a:cubicBezTo>
                        <a:pt x="148495" y="201549"/>
                        <a:pt x="149447" y="202216"/>
                        <a:pt x="150876" y="202216"/>
                      </a:cubicBezTo>
                      <a:lnTo>
                        <a:pt x="150876" y="203264"/>
                      </a:lnTo>
                      <a:lnTo>
                        <a:pt x="146685" y="203264"/>
                      </a:lnTo>
                      <a:lnTo>
                        <a:pt x="148114" y="200406"/>
                      </a:lnTo>
                      <a:close/>
                      <a:moveTo>
                        <a:pt x="148019" y="185357"/>
                      </a:moveTo>
                      <a:cubicBezTo>
                        <a:pt x="150876" y="183928"/>
                        <a:pt x="152400" y="183261"/>
                        <a:pt x="152591" y="183261"/>
                      </a:cubicBezTo>
                      <a:cubicBezTo>
                        <a:pt x="153543" y="183261"/>
                        <a:pt x="153829" y="184309"/>
                        <a:pt x="153638" y="186404"/>
                      </a:cubicBezTo>
                      <a:cubicBezTo>
                        <a:pt x="152686" y="187547"/>
                        <a:pt x="151733" y="188119"/>
                        <a:pt x="150876" y="188119"/>
                      </a:cubicBezTo>
                      <a:lnTo>
                        <a:pt x="148019" y="185357"/>
                      </a:lnTo>
                      <a:close/>
                      <a:moveTo>
                        <a:pt x="149066" y="168878"/>
                      </a:moveTo>
                      <a:cubicBezTo>
                        <a:pt x="149066" y="168878"/>
                        <a:pt x="148685" y="168402"/>
                        <a:pt x="148685" y="168212"/>
                      </a:cubicBezTo>
                      <a:cubicBezTo>
                        <a:pt x="148685" y="165830"/>
                        <a:pt x="149924" y="164687"/>
                        <a:pt x="152495" y="164687"/>
                      </a:cubicBezTo>
                      <a:cubicBezTo>
                        <a:pt x="153162" y="164687"/>
                        <a:pt x="153924" y="165068"/>
                        <a:pt x="154591" y="165735"/>
                      </a:cubicBezTo>
                      <a:lnTo>
                        <a:pt x="148971" y="168878"/>
                      </a:lnTo>
                      <a:close/>
                      <a:moveTo>
                        <a:pt x="156115" y="159068"/>
                      </a:moveTo>
                      <a:cubicBezTo>
                        <a:pt x="158401" y="158115"/>
                        <a:pt x="160306" y="159449"/>
                        <a:pt x="161734" y="162878"/>
                      </a:cubicBezTo>
                      <a:cubicBezTo>
                        <a:pt x="159163" y="161258"/>
                        <a:pt x="157734" y="160496"/>
                        <a:pt x="157544" y="160496"/>
                      </a:cubicBezTo>
                      <a:lnTo>
                        <a:pt x="156115" y="161925"/>
                      </a:lnTo>
                      <a:lnTo>
                        <a:pt x="156115" y="159163"/>
                      </a:lnTo>
                      <a:close/>
                      <a:moveTo>
                        <a:pt x="172593" y="149257"/>
                      </a:moveTo>
                      <a:cubicBezTo>
                        <a:pt x="172403" y="150209"/>
                        <a:pt x="172974" y="151067"/>
                        <a:pt x="174308" y="152019"/>
                      </a:cubicBezTo>
                      <a:cubicBezTo>
                        <a:pt x="173641" y="153162"/>
                        <a:pt x="172117" y="153734"/>
                        <a:pt x="169736" y="153734"/>
                      </a:cubicBezTo>
                      <a:lnTo>
                        <a:pt x="172498" y="149162"/>
                      </a:lnTo>
                      <a:close/>
                      <a:moveTo>
                        <a:pt x="178499" y="169926"/>
                      </a:moveTo>
                      <a:lnTo>
                        <a:pt x="179546" y="167450"/>
                      </a:lnTo>
                      <a:lnTo>
                        <a:pt x="183451" y="167450"/>
                      </a:lnTo>
                      <a:lnTo>
                        <a:pt x="178499" y="169926"/>
                      </a:lnTo>
                      <a:close/>
                      <a:moveTo>
                        <a:pt x="185166" y="193358"/>
                      </a:moveTo>
                      <a:lnTo>
                        <a:pt x="188309" y="193358"/>
                      </a:lnTo>
                      <a:cubicBezTo>
                        <a:pt x="186880" y="196215"/>
                        <a:pt x="186214" y="198311"/>
                        <a:pt x="186214" y="199644"/>
                      </a:cubicBezTo>
                      <a:lnTo>
                        <a:pt x="185166" y="193358"/>
                      </a:lnTo>
                      <a:close/>
                      <a:moveTo>
                        <a:pt x="186214" y="199644"/>
                      </a:moveTo>
                      <a:lnTo>
                        <a:pt x="186500" y="200311"/>
                      </a:lnTo>
                      <a:cubicBezTo>
                        <a:pt x="186500" y="200311"/>
                        <a:pt x="186214" y="199835"/>
                        <a:pt x="186214" y="199644"/>
                      </a:cubicBezTo>
                      <a:close/>
                      <a:moveTo>
                        <a:pt x="186500" y="135255"/>
                      </a:moveTo>
                      <a:lnTo>
                        <a:pt x="186500" y="131445"/>
                      </a:lnTo>
                      <a:lnTo>
                        <a:pt x="188309" y="131445"/>
                      </a:lnTo>
                      <a:lnTo>
                        <a:pt x="188309" y="135255"/>
                      </a:lnTo>
                      <a:lnTo>
                        <a:pt x="186500" y="135255"/>
                      </a:lnTo>
                      <a:close/>
                      <a:moveTo>
                        <a:pt x="189262" y="205931"/>
                      </a:moveTo>
                      <a:lnTo>
                        <a:pt x="189262" y="202121"/>
                      </a:lnTo>
                      <a:lnTo>
                        <a:pt x="190309" y="202121"/>
                      </a:lnTo>
                      <a:lnTo>
                        <a:pt x="190309" y="205931"/>
                      </a:lnTo>
                      <a:lnTo>
                        <a:pt x="189262" y="205931"/>
                      </a:lnTo>
                      <a:close/>
                      <a:moveTo>
                        <a:pt x="194882" y="174403"/>
                      </a:moveTo>
                      <a:lnTo>
                        <a:pt x="201930" y="169926"/>
                      </a:lnTo>
                      <a:lnTo>
                        <a:pt x="201930" y="171641"/>
                      </a:lnTo>
                      <a:lnTo>
                        <a:pt x="194882" y="174403"/>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 name="Google Shape;792;p99"/>
                <p:cNvSpPr/>
                <p:nvPr/>
              </p:nvSpPr>
              <p:spPr>
                <a:xfrm>
                  <a:off x="3808189" y="2448305"/>
                  <a:ext cx="152685" cy="187356"/>
                </a:xfrm>
                <a:custGeom>
                  <a:avLst/>
                  <a:gdLst/>
                  <a:ahLst/>
                  <a:cxnLst/>
                  <a:rect l="l" t="t" r="r" b="b"/>
                  <a:pathLst>
                    <a:path w="152685" h="187356" extrusionOk="0">
                      <a:moveTo>
                        <a:pt x="132302" y="6382"/>
                      </a:moveTo>
                      <a:cubicBezTo>
                        <a:pt x="139065" y="6382"/>
                        <a:pt x="143446" y="10192"/>
                        <a:pt x="145637" y="17907"/>
                      </a:cubicBezTo>
                      <a:cubicBezTo>
                        <a:pt x="148400" y="28385"/>
                        <a:pt x="150781" y="34481"/>
                        <a:pt x="152686" y="36100"/>
                      </a:cubicBezTo>
                      <a:lnTo>
                        <a:pt x="151638" y="152114"/>
                      </a:lnTo>
                      <a:cubicBezTo>
                        <a:pt x="149066" y="154210"/>
                        <a:pt x="146685" y="158401"/>
                        <a:pt x="144494" y="164687"/>
                      </a:cubicBezTo>
                      <a:cubicBezTo>
                        <a:pt x="142304" y="170974"/>
                        <a:pt x="139160" y="175355"/>
                        <a:pt x="135160" y="177927"/>
                      </a:cubicBezTo>
                      <a:cubicBezTo>
                        <a:pt x="130302" y="177927"/>
                        <a:pt x="125730" y="180594"/>
                        <a:pt x="121539" y="185928"/>
                      </a:cubicBezTo>
                      <a:cubicBezTo>
                        <a:pt x="118491" y="185738"/>
                        <a:pt x="113824" y="185928"/>
                        <a:pt x="107537" y="186309"/>
                      </a:cubicBezTo>
                      <a:cubicBezTo>
                        <a:pt x="100013" y="186976"/>
                        <a:pt x="94964" y="187357"/>
                        <a:pt x="92107" y="187357"/>
                      </a:cubicBezTo>
                      <a:cubicBezTo>
                        <a:pt x="81629" y="187357"/>
                        <a:pt x="73819" y="184690"/>
                        <a:pt x="68675" y="179356"/>
                      </a:cubicBezTo>
                      <a:cubicBezTo>
                        <a:pt x="66770" y="183547"/>
                        <a:pt x="63532" y="185642"/>
                        <a:pt x="58865" y="185642"/>
                      </a:cubicBezTo>
                      <a:cubicBezTo>
                        <a:pt x="57245" y="185642"/>
                        <a:pt x="54483" y="185261"/>
                        <a:pt x="50673" y="184404"/>
                      </a:cubicBezTo>
                      <a:cubicBezTo>
                        <a:pt x="46863" y="183642"/>
                        <a:pt x="44005" y="183166"/>
                        <a:pt x="42100" y="183166"/>
                      </a:cubicBezTo>
                      <a:cubicBezTo>
                        <a:pt x="40481" y="183166"/>
                        <a:pt x="39148" y="183356"/>
                        <a:pt x="37909" y="183833"/>
                      </a:cubicBezTo>
                      <a:lnTo>
                        <a:pt x="39338" y="182118"/>
                      </a:lnTo>
                      <a:cubicBezTo>
                        <a:pt x="38195" y="180499"/>
                        <a:pt x="36671" y="179642"/>
                        <a:pt x="34766" y="179642"/>
                      </a:cubicBezTo>
                      <a:cubicBezTo>
                        <a:pt x="33623" y="179642"/>
                        <a:pt x="31909" y="180213"/>
                        <a:pt x="29718" y="181261"/>
                      </a:cubicBezTo>
                      <a:cubicBezTo>
                        <a:pt x="27527" y="182309"/>
                        <a:pt x="25908" y="182880"/>
                        <a:pt x="24955" y="182880"/>
                      </a:cubicBezTo>
                      <a:cubicBezTo>
                        <a:pt x="23813" y="182880"/>
                        <a:pt x="22765" y="182309"/>
                        <a:pt x="21812" y="181070"/>
                      </a:cubicBezTo>
                      <a:cubicBezTo>
                        <a:pt x="20669" y="182499"/>
                        <a:pt x="19431" y="183166"/>
                        <a:pt x="18288" y="183166"/>
                      </a:cubicBezTo>
                      <a:cubicBezTo>
                        <a:pt x="16859" y="183166"/>
                        <a:pt x="15430" y="182118"/>
                        <a:pt x="14097" y="179832"/>
                      </a:cubicBezTo>
                      <a:cubicBezTo>
                        <a:pt x="12668" y="177641"/>
                        <a:pt x="11906" y="176498"/>
                        <a:pt x="11621" y="176498"/>
                      </a:cubicBezTo>
                      <a:cubicBezTo>
                        <a:pt x="11144" y="176498"/>
                        <a:pt x="10763" y="178022"/>
                        <a:pt x="10573" y="181070"/>
                      </a:cubicBezTo>
                      <a:cubicBezTo>
                        <a:pt x="9906" y="178499"/>
                        <a:pt x="8668" y="176879"/>
                        <a:pt x="7049" y="176213"/>
                      </a:cubicBezTo>
                      <a:cubicBezTo>
                        <a:pt x="4667" y="175260"/>
                        <a:pt x="2953" y="173736"/>
                        <a:pt x="1810" y="171641"/>
                      </a:cubicBezTo>
                      <a:lnTo>
                        <a:pt x="2858" y="124397"/>
                      </a:lnTo>
                      <a:cubicBezTo>
                        <a:pt x="1238" y="122777"/>
                        <a:pt x="953" y="119348"/>
                        <a:pt x="2096" y="114110"/>
                      </a:cubicBezTo>
                      <a:cubicBezTo>
                        <a:pt x="3238" y="108871"/>
                        <a:pt x="2572" y="105061"/>
                        <a:pt x="0" y="102775"/>
                      </a:cubicBezTo>
                      <a:cubicBezTo>
                        <a:pt x="1429" y="100013"/>
                        <a:pt x="1619" y="94964"/>
                        <a:pt x="667" y="87725"/>
                      </a:cubicBezTo>
                      <a:cubicBezTo>
                        <a:pt x="-191" y="80486"/>
                        <a:pt x="476" y="75248"/>
                        <a:pt x="2762" y="72009"/>
                      </a:cubicBezTo>
                      <a:cubicBezTo>
                        <a:pt x="1619" y="65056"/>
                        <a:pt x="1048" y="61627"/>
                        <a:pt x="1048" y="61817"/>
                      </a:cubicBezTo>
                      <a:cubicBezTo>
                        <a:pt x="1048" y="58579"/>
                        <a:pt x="2572" y="56483"/>
                        <a:pt x="5620" y="55531"/>
                      </a:cubicBezTo>
                      <a:cubicBezTo>
                        <a:pt x="3334" y="54388"/>
                        <a:pt x="2096" y="52483"/>
                        <a:pt x="2096" y="49911"/>
                      </a:cubicBezTo>
                      <a:cubicBezTo>
                        <a:pt x="2096" y="49244"/>
                        <a:pt x="2191" y="48197"/>
                        <a:pt x="2477" y="46958"/>
                      </a:cubicBezTo>
                      <a:cubicBezTo>
                        <a:pt x="2667" y="45625"/>
                        <a:pt x="2858" y="44768"/>
                        <a:pt x="2858" y="44387"/>
                      </a:cubicBezTo>
                      <a:cubicBezTo>
                        <a:pt x="2858" y="43244"/>
                        <a:pt x="2477" y="42386"/>
                        <a:pt x="1810" y="41910"/>
                      </a:cubicBezTo>
                      <a:cubicBezTo>
                        <a:pt x="3620" y="40767"/>
                        <a:pt x="4953" y="39148"/>
                        <a:pt x="5620" y="37052"/>
                      </a:cubicBezTo>
                      <a:cubicBezTo>
                        <a:pt x="7049" y="33814"/>
                        <a:pt x="8287" y="31337"/>
                        <a:pt x="9525" y="29718"/>
                      </a:cubicBezTo>
                      <a:cubicBezTo>
                        <a:pt x="4858" y="29051"/>
                        <a:pt x="2572" y="26480"/>
                        <a:pt x="2572" y="22003"/>
                      </a:cubicBezTo>
                      <a:lnTo>
                        <a:pt x="2572" y="18193"/>
                      </a:lnTo>
                      <a:cubicBezTo>
                        <a:pt x="2762" y="16383"/>
                        <a:pt x="2953" y="14859"/>
                        <a:pt x="2953" y="13621"/>
                      </a:cubicBezTo>
                      <a:cubicBezTo>
                        <a:pt x="2953" y="11525"/>
                        <a:pt x="2572" y="9811"/>
                        <a:pt x="1905" y="8382"/>
                      </a:cubicBezTo>
                      <a:cubicBezTo>
                        <a:pt x="4477" y="4667"/>
                        <a:pt x="8668" y="2762"/>
                        <a:pt x="14478" y="2762"/>
                      </a:cubicBezTo>
                      <a:lnTo>
                        <a:pt x="22574" y="2762"/>
                      </a:lnTo>
                      <a:cubicBezTo>
                        <a:pt x="27242" y="2762"/>
                        <a:pt x="30956" y="1810"/>
                        <a:pt x="33814" y="0"/>
                      </a:cubicBezTo>
                      <a:cubicBezTo>
                        <a:pt x="40767" y="1905"/>
                        <a:pt x="48958" y="2762"/>
                        <a:pt x="58293" y="2762"/>
                      </a:cubicBezTo>
                      <a:cubicBezTo>
                        <a:pt x="62484" y="2762"/>
                        <a:pt x="68866" y="2477"/>
                        <a:pt x="77533" y="1905"/>
                      </a:cubicBezTo>
                      <a:cubicBezTo>
                        <a:pt x="86201" y="1333"/>
                        <a:pt x="92583" y="1048"/>
                        <a:pt x="96774" y="1048"/>
                      </a:cubicBezTo>
                      <a:cubicBezTo>
                        <a:pt x="101441" y="1048"/>
                        <a:pt x="105632" y="1333"/>
                        <a:pt x="109347" y="1715"/>
                      </a:cubicBezTo>
                      <a:cubicBezTo>
                        <a:pt x="110680" y="2191"/>
                        <a:pt x="113729" y="3524"/>
                        <a:pt x="118396" y="5906"/>
                      </a:cubicBezTo>
                      <a:cubicBezTo>
                        <a:pt x="121634" y="7525"/>
                        <a:pt x="124396" y="8382"/>
                        <a:pt x="126492" y="8382"/>
                      </a:cubicBezTo>
                      <a:cubicBezTo>
                        <a:pt x="128397" y="8382"/>
                        <a:pt x="130302" y="7811"/>
                        <a:pt x="132398" y="6668"/>
                      </a:cubicBezTo>
                      <a:close/>
                      <a:moveTo>
                        <a:pt x="5620" y="129921"/>
                      </a:moveTo>
                      <a:cubicBezTo>
                        <a:pt x="7715" y="130112"/>
                        <a:pt x="9906" y="129540"/>
                        <a:pt x="12287" y="128207"/>
                      </a:cubicBezTo>
                      <a:lnTo>
                        <a:pt x="9144" y="126492"/>
                      </a:lnTo>
                      <a:cubicBezTo>
                        <a:pt x="8001" y="125540"/>
                        <a:pt x="6858" y="125349"/>
                        <a:pt x="5620" y="125730"/>
                      </a:cubicBezTo>
                      <a:lnTo>
                        <a:pt x="5620" y="129921"/>
                      </a:lnTo>
                      <a:close/>
                      <a:moveTo>
                        <a:pt x="17526" y="24575"/>
                      </a:moveTo>
                      <a:cubicBezTo>
                        <a:pt x="15430" y="22479"/>
                        <a:pt x="14002" y="21527"/>
                        <a:pt x="13335" y="21812"/>
                      </a:cubicBezTo>
                      <a:lnTo>
                        <a:pt x="16192" y="26765"/>
                      </a:lnTo>
                      <a:cubicBezTo>
                        <a:pt x="15907" y="26003"/>
                        <a:pt x="16383" y="25337"/>
                        <a:pt x="17621" y="24670"/>
                      </a:cubicBezTo>
                      <a:close/>
                      <a:moveTo>
                        <a:pt x="13335" y="49816"/>
                      </a:moveTo>
                      <a:cubicBezTo>
                        <a:pt x="14764" y="50006"/>
                        <a:pt x="16192" y="49435"/>
                        <a:pt x="17526" y="47911"/>
                      </a:cubicBezTo>
                      <a:cubicBezTo>
                        <a:pt x="18955" y="46387"/>
                        <a:pt x="19336" y="44863"/>
                        <a:pt x="18955" y="43148"/>
                      </a:cubicBezTo>
                      <a:cubicBezTo>
                        <a:pt x="17812" y="42672"/>
                        <a:pt x="16954" y="42482"/>
                        <a:pt x="16478" y="42482"/>
                      </a:cubicBezTo>
                      <a:cubicBezTo>
                        <a:pt x="15526" y="42482"/>
                        <a:pt x="14954" y="44101"/>
                        <a:pt x="14669" y="47339"/>
                      </a:cubicBezTo>
                      <a:cubicBezTo>
                        <a:pt x="14478" y="48482"/>
                        <a:pt x="14002" y="49340"/>
                        <a:pt x="13240" y="49816"/>
                      </a:cubicBezTo>
                      <a:close/>
                      <a:moveTo>
                        <a:pt x="108204" y="85535"/>
                      </a:moveTo>
                      <a:cubicBezTo>
                        <a:pt x="105346" y="76200"/>
                        <a:pt x="105346" y="62579"/>
                        <a:pt x="108204" y="44577"/>
                      </a:cubicBezTo>
                      <a:cubicBezTo>
                        <a:pt x="104680" y="40862"/>
                        <a:pt x="97536" y="38957"/>
                        <a:pt x="86868" y="38957"/>
                      </a:cubicBezTo>
                      <a:lnTo>
                        <a:pt x="90678" y="32290"/>
                      </a:lnTo>
                      <a:cubicBezTo>
                        <a:pt x="89725" y="34195"/>
                        <a:pt x="87058" y="35052"/>
                        <a:pt x="82582" y="35052"/>
                      </a:cubicBezTo>
                      <a:cubicBezTo>
                        <a:pt x="81915" y="35052"/>
                        <a:pt x="80582" y="34957"/>
                        <a:pt x="78772" y="34671"/>
                      </a:cubicBezTo>
                      <a:lnTo>
                        <a:pt x="74200" y="34671"/>
                      </a:lnTo>
                      <a:cubicBezTo>
                        <a:pt x="67151" y="34671"/>
                        <a:pt x="62770" y="36576"/>
                        <a:pt x="60960" y="40291"/>
                      </a:cubicBezTo>
                      <a:cubicBezTo>
                        <a:pt x="59531" y="39815"/>
                        <a:pt x="58293" y="39624"/>
                        <a:pt x="57150" y="39624"/>
                      </a:cubicBezTo>
                      <a:cubicBezTo>
                        <a:pt x="55054" y="39624"/>
                        <a:pt x="52483" y="40577"/>
                        <a:pt x="49435" y="42386"/>
                      </a:cubicBezTo>
                      <a:cubicBezTo>
                        <a:pt x="46387" y="44196"/>
                        <a:pt x="44101" y="45149"/>
                        <a:pt x="42482" y="45149"/>
                      </a:cubicBezTo>
                      <a:cubicBezTo>
                        <a:pt x="41529" y="45149"/>
                        <a:pt x="40481" y="44958"/>
                        <a:pt x="39338" y="44482"/>
                      </a:cubicBezTo>
                      <a:cubicBezTo>
                        <a:pt x="40291" y="45434"/>
                        <a:pt x="40767" y="46196"/>
                        <a:pt x="40767" y="46863"/>
                      </a:cubicBezTo>
                      <a:cubicBezTo>
                        <a:pt x="40767" y="47625"/>
                        <a:pt x="39624" y="48101"/>
                        <a:pt x="37433" y="48482"/>
                      </a:cubicBezTo>
                      <a:cubicBezTo>
                        <a:pt x="35242" y="48863"/>
                        <a:pt x="34004" y="49244"/>
                        <a:pt x="33814" y="49721"/>
                      </a:cubicBezTo>
                      <a:cubicBezTo>
                        <a:pt x="31909" y="51149"/>
                        <a:pt x="31052" y="52292"/>
                        <a:pt x="31052" y="53245"/>
                      </a:cubicBezTo>
                      <a:cubicBezTo>
                        <a:pt x="31052" y="53912"/>
                        <a:pt x="31909" y="55055"/>
                        <a:pt x="33814" y="56579"/>
                      </a:cubicBezTo>
                      <a:cubicBezTo>
                        <a:pt x="35624" y="58103"/>
                        <a:pt x="36576" y="59436"/>
                        <a:pt x="36576" y="60579"/>
                      </a:cubicBezTo>
                      <a:lnTo>
                        <a:pt x="28956" y="63437"/>
                      </a:lnTo>
                      <a:cubicBezTo>
                        <a:pt x="29623" y="63246"/>
                        <a:pt x="30385" y="63056"/>
                        <a:pt x="31052" y="63056"/>
                      </a:cubicBezTo>
                      <a:cubicBezTo>
                        <a:pt x="32671" y="63056"/>
                        <a:pt x="34195" y="64389"/>
                        <a:pt x="35624" y="67056"/>
                      </a:cubicBezTo>
                      <a:cubicBezTo>
                        <a:pt x="36957" y="69723"/>
                        <a:pt x="38291" y="71342"/>
                        <a:pt x="39529" y="71819"/>
                      </a:cubicBezTo>
                      <a:cubicBezTo>
                        <a:pt x="44196" y="72485"/>
                        <a:pt x="46577" y="76962"/>
                        <a:pt x="46863" y="85058"/>
                      </a:cubicBezTo>
                      <a:cubicBezTo>
                        <a:pt x="46577" y="91821"/>
                        <a:pt x="46482" y="98584"/>
                        <a:pt x="46482" y="105347"/>
                      </a:cubicBezTo>
                      <a:cubicBezTo>
                        <a:pt x="46006" y="106013"/>
                        <a:pt x="45815" y="106775"/>
                        <a:pt x="45815" y="107442"/>
                      </a:cubicBezTo>
                      <a:cubicBezTo>
                        <a:pt x="45815" y="108109"/>
                        <a:pt x="46387" y="109061"/>
                        <a:pt x="47339" y="110204"/>
                      </a:cubicBezTo>
                      <a:cubicBezTo>
                        <a:pt x="48387" y="111347"/>
                        <a:pt x="48958" y="112205"/>
                        <a:pt x="48958" y="112681"/>
                      </a:cubicBezTo>
                      <a:cubicBezTo>
                        <a:pt x="48958" y="113157"/>
                        <a:pt x="48482" y="113729"/>
                        <a:pt x="47530" y="114491"/>
                      </a:cubicBezTo>
                      <a:cubicBezTo>
                        <a:pt x="44291" y="122206"/>
                        <a:pt x="44577" y="126778"/>
                        <a:pt x="48578" y="128111"/>
                      </a:cubicBezTo>
                      <a:lnTo>
                        <a:pt x="44767" y="130874"/>
                      </a:lnTo>
                      <a:cubicBezTo>
                        <a:pt x="45911" y="132302"/>
                        <a:pt x="46482" y="133922"/>
                        <a:pt x="46482" y="135731"/>
                      </a:cubicBezTo>
                      <a:lnTo>
                        <a:pt x="46482" y="138589"/>
                      </a:lnTo>
                      <a:cubicBezTo>
                        <a:pt x="46196" y="139732"/>
                        <a:pt x="46101" y="140589"/>
                        <a:pt x="46101" y="141065"/>
                      </a:cubicBezTo>
                      <a:cubicBezTo>
                        <a:pt x="46101" y="143828"/>
                        <a:pt x="47530" y="145923"/>
                        <a:pt x="50292" y="147352"/>
                      </a:cubicBezTo>
                      <a:cubicBezTo>
                        <a:pt x="53530" y="147542"/>
                        <a:pt x="58103" y="146971"/>
                        <a:pt x="63913" y="145542"/>
                      </a:cubicBezTo>
                      <a:cubicBezTo>
                        <a:pt x="66484" y="150495"/>
                        <a:pt x="69533" y="152876"/>
                        <a:pt x="72962" y="152876"/>
                      </a:cubicBezTo>
                      <a:cubicBezTo>
                        <a:pt x="75343" y="152876"/>
                        <a:pt x="78962" y="151257"/>
                        <a:pt x="84011" y="147923"/>
                      </a:cubicBezTo>
                      <a:cubicBezTo>
                        <a:pt x="88963" y="144685"/>
                        <a:pt x="92869" y="142970"/>
                        <a:pt x="95345" y="142970"/>
                      </a:cubicBezTo>
                      <a:cubicBezTo>
                        <a:pt x="97441" y="142970"/>
                        <a:pt x="99441" y="143828"/>
                        <a:pt x="101251" y="145447"/>
                      </a:cubicBezTo>
                      <a:cubicBezTo>
                        <a:pt x="105251" y="141256"/>
                        <a:pt x="107252" y="135541"/>
                        <a:pt x="107252" y="128302"/>
                      </a:cubicBezTo>
                      <a:cubicBezTo>
                        <a:pt x="107252" y="122682"/>
                        <a:pt x="106204" y="117348"/>
                        <a:pt x="104108" y="112205"/>
                      </a:cubicBezTo>
                      <a:cubicBezTo>
                        <a:pt x="107347" y="109823"/>
                        <a:pt x="108490" y="105347"/>
                        <a:pt x="107633" y="98584"/>
                      </a:cubicBezTo>
                      <a:cubicBezTo>
                        <a:pt x="106680" y="91821"/>
                        <a:pt x="106966" y="87440"/>
                        <a:pt x="108395" y="85249"/>
                      </a:cubicBezTo>
                      <a:close/>
                      <a:moveTo>
                        <a:pt x="29813" y="78486"/>
                      </a:moveTo>
                      <a:lnTo>
                        <a:pt x="35052" y="79534"/>
                      </a:lnTo>
                      <a:lnTo>
                        <a:pt x="33623" y="78486"/>
                      </a:lnTo>
                      <a:lnTo>
                        <a:pt x="29813" y="78486"/>
                      </a:lnTo>
                      <a:close/>
                      <a:moveTo>
                        <a:pt x="40672" y="56483"/>
                      </a:moveTo>
                      <a:cubicBezTo>
                        <a:pt x="41148" y="55817"/>
                        <a:pt x="42482" y="55436"/>
                        <a:pt x="44482" y="55436"/>
                      </a:cubicBezTo>
                      <a:cubicBezTo>
                        <a:pt x="43815" y="56388"/>
                        <a:pt x="42577" y="56864"/>
                        <a:pt x="40958" y="56864"/>
                      </a:cubicBezTo>
                      <a:lnTo>
                        <a:pt x="36386" y="56483"/>
                      </a:lnTo>
                      <a:lnTo>
                        <a:pt x="36386" y="53721"/>
                      </a:lnTo>
                      <a:cubicBezTo>
                        <a:pt x="37148" y="53531"/>
                        <a:pt x="37909" y="53912"/>
                        <a:pt x="38671" y="54959"/>
                      </a:cubicBezTo>
                      <a:cubicBezTo>
                        <a:pt x="39529" y="56007"/>
                        <a:pt x="40100" y="56579"/>
                        <a:pt x="40577" y="56579"/>
                      </a:cubicBezTo>
                      <a:close/>
                      <a:moveTo>
                        <a:pt x="82296" y="22860"/>
                      </a:moveTo>
                      <a:cubicBezTo>
                        <a:pt x="82105" y="22193"/>
                        <a:pt x="80677" y="21812"/>
                        <a:pt x="78105" y="21812"/>
                      </a:cubicBezTo>
                      <a:lnTo>
                        <a:pt x="79820" y="25622"/>
                      </a:lnTo>
                      <a:lnTo>
                        <a:pt x="82296" y="22860"/>
                      </a:lnTo>
                      <a:close/>
                      <a:moveTo>
                        <a:pt x="85154" y="8192"/>
                      </a:moveTo>
                      <a:lnTo>
                        <a:pt x="84106" y="6477"/>
                      </a:lnTo>
                      <a:lnTo>
                        <a:pt x="85154" y="12097"/>
                      </a:lnTo>
                      <a:lnTo>
                        <a:pt x="85154" y="8192"/>
                      </a:lnTo>
                      <a:close/>
                      <a:moveTo>
                        <a:pt x="94583" y="13145"/>
                      </a:moveTo>
                      <a:cubicBezTo>
                        <a:pt x="93440" y="12954"/>
                        <a:pt x="92583" y="13240"/>
                        <a:pt x="92107" y="14192"/>
                      </a:cubicBezTo>
                      <a:cubicBezTo>
                        <a:pt x="91630" y="15145"/>
                        <a:pt x="91154" y="15716"/>
                        <a:pt x="90678" y="16002"/>
                      </a:cubicBezTo>
                      <a:lnTo>
                        <a:pt x="94488" y="16002"/>
                      </a:lnTo>
                      <a:lnTo>
                        <a:pt x="94488" y="13145"/>
                      </a:lnTo>
                      <a:close/>
                      <a:moveTo>
                        <a:pt x="101251" y="35147"/>
                      </a:moveTo>
                      <a:cubicBezTo>
                        <a:pt x="101251" y="32576"/>
                        <a:pt x="102394" y="31909"/>
                        <a:pt x="104584" y="33052"/>
                      </a:cubicBezTo>
                      <a:cubicBezTo>
                        <a:pt x="106775" y="34290"/>
                        <a:pt x="108013" y="34004"/>
                        <a:pt x="108299" y="32385"/>
                      </a:cubicBezTo>
                      <a:cubicBezTo>
                        <a:pt x="107537" y="32861"/>
                        <a:pt x="106871" y="33052"/>
                        <a:pt x="106204" y="33052"/>
                      </a:cubicBezTo>
                      <a:cubicBezTo>
                        <a:pt x="105537" y="33052"/>
                        <a:pt x="104394" y="32385"/>
                        <a:pt x="102870" y="31147"/>
                      </a:cubicBezTo>
                      <a:cubicBezTo>
                        <a:pt x="101251" y="29908"/>
                        <a:pt x="99822" y="29337"/>
                        <a:pt x="98488" y="29528"/>
                      </a:cubicBezTo>
                      <a:lnTo>
                        <a:pt x="98488" y="35147"/>
                      </a:lnTo>
                      <a:lnTo>
                        <a:pt x="101251" y="35147"/>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93" name="Google Shape;793;p99"/>
              <p:cNvGrpSpPr/>
              <p:nvPr/>
            </p:nvGrpSpPr>
            <p:grpSpPr>
              <a:xfrm>
                <a:off x="9513454" y="3790093"/>
                <a:ext cx="387015" cy="117919"/>
                <a:chOff x="4260136" y="1508188"/>
                <a:chExt cx="387015" cy="117919"/>
              </a:xfrm>
            </p:grpSpPr>
            <p:sp>
              <p:nvSpPr>
                <p:cNvPr id="794" name="Google Shape;794;p99"/>
                <p:cNvSpPr/>
                <p:nvPr/>
              </p:nvSpPr>
              <p:spPr>
                <a:xfrm>
                  <a:off x="4260136" y="1522190"/>
                  <a:ext cx="69451" cy="88106"/>
                </a:xfrm>
                <a:custGeom>
                  <a:avLst/>
                  <a:gdLst/>
                  <a:ahLst/>
                  <a:cxnLst/>
                  <a:rect l="l" t="t" r="r" b="b"/>
                  <a:pathLst>
                    <a:path w="69451" h="88106" extrusionOk="0">
                      <a:moveTo>
                        <a:pt x="52592" y="1238"/>
                      </a:moveTo>
                      <a:cubicBezTo>
                        <a:pt x="53450" y="1238"/>
                        <a:pt x="54307" y="2096"/>
                        <a:pt x="55259" y="3810"/>
                      </a:cubicBezTo>
                      <a:cubicBezTo>
                        <a:pt x="56117" y="5525"/>
                        <a:pt x="56974" y="6382"/>
                        <a:pt x="57736" y="6382"/>
                      </a:cubicBezTo>
                      <a:cubicBezTo>
                        <a:pt x="58403" y="6382"/>
                        <a:pt x="59069" y="6096"/>
                        <a:pt x="59831" y="5429"/>
                      </a:cubicBezTo>
                      <a:cubicBezTo>
                        <a:pt x="60403" y="6858"/>
                        <a:pt x="61736" y="8477"/>
                        <a:pt x="63832" y="10382"/>
                      </a:cubicBezTo>
                      <a:cubicBezTo>
                        <a:pt x="66023" y="12287"/>
                        <a:pt x="67356" y="13811"/>
                        <a:pt x="68023" y="15145"/>
                      </a:cubicBezTo>
                      <a:cubicBezTo>
                        <a:pt x="67642" y="16097"/>
                        <a:pt x="67356" y="17907"/>
                        <a:pt x="67356" y="20479"/>
                      </a:cubicBezTo>
                      <a:cubicBezTo>
                        <a:pt x="67356" y="23051"/>
                        <a:pt x="67166" y="24765"/>
                        <a:pt x="66689" y="25622"/>
                      </a:cubicBezTo>
                      <a:cubicBezTo>
                        <a:pt x="65927" y="27051"/>
                        <a:pt x="64403" y="27623"/>
                        <a:pt x="62213" y="27432"/>
                      </a:cubicBezTo>
                      <a:cubicBezTo>
                        <a:pt x="60784" y="27242"/>
                        <a:pt x="59165" y="27908"/>
                        <a:pt x="57164" y="29432"/>
                      </a:cubicBezTo>
                      <a:cubicBezTo>
                        <a:pt x="55164" y="30956"/>
                        <a:pt x="53545" y="31718"/>
                        <a:pt x="52402" y="31718"/>
                      </a:cubicBezTo>
                      <a:cubicBezTo>
                        <a:pt x="51735" y="31718"/>
                        <a:pt x="51068" y="31528"/>
                        <a:pt x="50306" y="31242"/>
                      </a:cubicBezTo>
                      <a:cubicBezTo>
                        <a:pt x="50973" y="27623"/>
                        <a:pt x="48401" y="23241"/>
                        <a:pt x="42686" y="18193"/>
                      </a:cubicBezTo>
                      <a:cubicBezTo>
                        <a:pt x="41162" y="16288"/>
                        <a:pt x="39638" y="15431"/>
                        <a:pt x="38210" y="15431"/>
                      </a:cubicBezTo>
                      <a:cubicBezTo>
                        <a:pt x="37257" y="15431"/>
                        <a:pt x="35733" y="16002"/>
                        <a:pt x="33733" y="17050"/>
                      </a:cubicBezTo>
                      <a:cubicBezTo>
                        <a:pt x="31733" y="18098"/>
                        <a:pt x="30018" y="18669"/>
                        <a:pt x="28780" y="18669"/>
                      </a:cubicBezTo>
                      <a:cubicBezTo>
                        <a:pt x="27923" y="18669"/>
                        <a:pt x="27065" y="18479"/>
                        <a:pt x="26399" y="18193"/>
                      </a:cubicBezTo>
                      <a:cubicBezTo>
                        <a:pt x="25446" y="19336"/>
                        <a:pt x="24398" y="20383"/>
                        <a:pt x="23446" y="21336"/>
                      </a:cubicBezTo>
                      <a:cubicBezTo>
                        <a:pt x="22398" y="22765"/>
                        <a:pt x="21922" y="24098"/>
                        <a:pt x="22112" y="25432"/>
                      </a:cubicBezTo>
                      <a:lnTo>
                        <a:pt x="20779" y="25432"/>
                      </a:lnTo>
                      <a:cubicBezTo>
                        <a:pt x="20112" y="27527"/>
                        <a:pt x="20112" y="31623"/>
                        <a:pt x="20588" y="37624"/>
                      </a:cubicBezTo>
                      <a:cubicBezTo>
                        <a:pt x="21065" y="43053"/>
                        <a:pt x="20493" y="46863"/>
                        <a:pt x="18779" y="49340"/>
                      </a:cubicBezTo>
                      <a:lnTo>
                        <a:pt x="18779" y="48482"/>
                      </a:lnTo>
                      <a:cubicBezTo>
                        <a:pt x="18779" y="48482"/>
                        <a:pt x="18302" y="47816"/>
                        <a:pt x="18017" y="47816"/>
                      </a:cubicBezTo>
                      <a:cubicBezTo>
                        <a:pt x="17826" y="47816"/>
                        <a:pt x="17445" y="48101"/>
                        <a:pt x="16874" y="48578"/>
                      </a:cubicBezTo>
                      <a:cubicBezTo>
                        <a:pt x="16302" y="49054"/>
                        <a:pt x="16016" y="49340"/>
                        <a:pt x="15731" y="49340"/>
                      </a:cubicBezTo>
                      <a:cubicBezTo>
                        <a:pt x="15731" y="50006"/>
                        <a:pt x="16016" y="50292"/>
                        <a:pt x="16588" y="50292"/>
                      </a:cubicBezTo>
                      <a:cubicBezTo>
                        <a:pt x="18112" y="50483"/>
                        <a:pt x="18969" y="50864"/>
                        <a:pt x="19350" y="51245"/>
                      </a:cubicBezTo>
                      <a:lnTo>
                        <a:pt x="18112" y="52578"/>
                      </a:lnTo>
                      <a:cubicBezTo>
                        <a:pt x="21350" y="55626"/>
                        <a:pt x="22970" y="58483"/>
                        <a:pt x="22970" y="60960"/>
                      </a:cubicBezTo>
                      <a:cubicBezTo>
                        <a:pt x="22970" y="61627"/>
                        <a:pt x="22874" y="62198"/>
                        <a:pt x="22589" y="62770"/>
                      </a:cubicBezTo>
                      <a:lnTo>
                        <a:pt x="25160" y="65056"/>
                      </a:lnTo>
                      <a:lnTo>
                        <a:pt x="24398" y="65913"/>
                      </a:lnTo>
                      <a:cubicBezTo>
                        <a:pt x="25160" y="66580"/>
                        <a:pt x="27446" y="66961"/>
                        <a:pt x="31352" y="67247"/>
                      </a:cubicBezTo>
                      <a:cubicBezTo>
                        <a:pt x="34495" y="67342"/>
                        <a:pt x="36209" y="68675"/>
                        <a:pt x="36495" y="71056"/>
                      </a:cubicBezTo>
                      <a:cubicBezTo>
                        <a:pt x="37352" y="69533"/>
                        <a:pt x="39448" y="68104"/>
                        <a:pt x="42782" y="66770"/>
                      </a:cubicBezTo>
                      <a:cubicBezTo>
                        <a:pt x="45734" y="65532"/>
                        <a:pt x="47354" y="63818"/>
                        <a:pt x="47830" y="61531"/>
                      </a:cubicBezTo>
                      <a:cubicBezTo>
                        <a:pt x="48592" y="61341"/>
                        <a:pt x="49735" y="60389"/>
                        <a:pt x="51259" y="58769"/>
                      </a:cubicBezTo>
                      <a:cubicBezTo>
                        <a:pt x="52783" y="57150"/>
                        <a:pt x="54212" y="56293"/>
                        <a:pt x="55640" y="56293"/>
                      </a:cubicBezTo>
                      <a:cubicBezTo>
                        <a:pt x="56021" y="56293"/>
                        <a:pt x="56498" y="56293"/>
                        <a:pt x="56879" y="56483"/>
                      </a:cubicBezTo>
                      <a:lnTo>
                        <a:pt x="59165" y="59627"/>
                      </a:lnTo>
                      <a:cubicBezTo>
                        <a:pt x="59831" y="58769"/>
                        <a:pt x="60593" y="58293"/>
                        <a:pt x="61451" y="58293"/>
                      </a:cubicBezTo>
                      <a:cubicBezTo>
                        <a:pt x="62117" y="58293"/>
                        <a:pt x="62975" y="58483"/>
                        <a:pt x="64213" y="58960"/>
                      </a:cubicBezTo>
                      <a:cubicBezTo>
                        <a:pt x="65356" y="59436"/>
                        <a:pt x="66213" y="59627"/>
                        <a:pt x="66785" y="59627"/>
                      </a:cubicBezTo>
                      <a:cubicBezTo>
                        <a:pt x="67166" y="59912"/>
                        <a:pt x="67356" y="60865"/>
                        <a:pt x="67547" y="62389"/>
                      </a:cubicBezTo>
                      <a:cubicBezTo>
                        <a:pt x="67737" y="63913"/>
                        <a:pt x="68404" y="64865"/>
                        <a:pt x="69452" y="65246"/>
                      </a:cubicBezTo>
                      <a:cubicBezTo>
                        <a:pt x="68880" y="68104"/>
                        <a:pt x="67737" y="70580"/>
                        <a:pt x="65927" y="72676"/>
                      </a:cubicBezTo>
                      <a:cubicBezTo>
                        <a:pt x="65165" y="73533"/>
                        <a:pt x="63165" y="75343"/>
                        <a:pt x="59927" y="78105"/>
                      </a:cubicBezTo>
                      <a:cubicBezTo>
                        <a:pt x="60212" y="78677"/>
                        <a:pt x="60403" y="79058"/>
                        <a:pt x="60403" y="79439"/>
                      </a:cubicBezTo>
                      <a:cubicBezTo>
                        <a:pt x="60403" y="79629"/>
                        <a:pt x="60022" y="79724"/>
                        <a:pt x="59260" y="79724"/>
                      </a:cubicBezTo>
                      <a:cubicBezTo>
                        <a:pt x="58498" y="79724"/>
                        <a:pt x="58022" y="79820"/>
                        <a:pt x="57831" y="80296"/>
                      </a:cubicBezTo>
                      <a:cubicBezTo>
                        <a:pt x="56593" y="82772"/>
                        <a:pt x="54212" y="84106"/>
                        <a:pt x="50878" y="84106"/>
                      </a:cubicBezTo>
                      <a:lnTo>
                        <a:pt x="47449" y="84106"/>
                      </a:lnTo>
                      <a:cubicBezTo>
                        <a:pt x="44020" y="84106"/>
                        <a:pt x="41543" y="85344"/>
                        <a:pt x="40210" y="87916"/>
                      </a:cubicBezTo>
                      <a:cubicBezTo>
                        <a:pt x="39353" y="88011"/>
                        <a:pt x="38400" y="88106"/>
                        <a:pt x="37448" y="88106"/>
                      </a:cubicBezTo>
                      <a:cubicBezTo>
                        <a:pt x="35638" y="88106"/>
                        <a:pt x="32971" y="87725"/>
                        <a:pt x="29542" y="87058"/>
                      </a:cubicBezTo>
                      <a:cubicBezTo>
                        <a:pt x="26113" y="86297"/>
                        <a:pt x="23446" y="86011"/>
                        <a:pt x="21636" y="86011"/>
                      </a:cubicBezTo>
                      <a:cubicBezTo>
                        <a:pt x="20684" y="86011"/>
                        <a:pt x="19731" y="86011"/>
                        <a:pt x="18874" y="86201"/>
                      </a:cubicBezTo>
                      <a:cubicBezTo>
                        <a:pt x="18588" y="84487"/>
                        <a:pt x="17540" y="83153"/>
                        <a:pt x="15445" y="82201"/>
                      </a:cubicBezTo>
                      <a:cubicBezTo>
                        <a:pt x="12968" y="81248"/>
                        <a:pt x="11444" y="80201"/>
                        <a:pt x="10778" y="79058"/>
                      </a:cubicBezTo>
                      <a:lnTo>
                        <a:pt x="4491" y="72676"/>
                      </a:lnTo>
                      <a:cubicBezTo>
                        <a:pt x="4491" y="72676"/>
                        <a:pt x="5158" y="71819"/>
                        <a:pt x="5158" y="71533"/>
                      </a:cubicBezTo>
                      <a:cubicBezTo>
                        <a:pt x="5158" y="71056"/>
                        <a:pt x="4682" y="70390"/>
                        <a:pt x="3729" y="69437"/>
                      </a:cubicBezTo>
                      <a:cubicBezTo>
                        <a:pt x="2777" y="68485"/>
                        <a:pt x="2300" y="67628"/>
                        <a:pt x="2396" y="66675"/>
                      </a:cubicBezTo>
                      <a:cubicBezTo>
                        <a:pt x="3062" y="63627"/>
                        <a:pt x="2396" y="60674"/>
                        <a:pt x="491" y="58007"/>
                      </a:cubicBezTo>
                      <a:lnTo>
                        <a:pt x="2396" y="56674"/>
                      </a:lnTo>
                      <a:cubicBezTo>
                        <a:pt x="2396" y="56674"/>
                        <a:pt x="1538" y="56007"/>
                        <a:pt x="491" y="56007"/>
                      </a:cubicBezTo>
                      <a:cubicBezTo>
                        <a:pt x="1348" y="55626"/>
                        <a:pt x="1729" y="55054"/>
                        <a:pt x="1729" y="54578"/>
                      </a:cubicBezTo>
                      <a:cubicBezTo>
                        <a:pt x="1729" y="54102"/>
                        <a:pt x="1443" y="53340"/>
                        <a:pt x="872" y="52388"/>
                      </a:cubicBezTo>
                      <a:cubicBezTo>
                        <a:pt x="300" y="51530"/>
                        <a:pt x="14" y="50959"/>
                        <a:pt x="14" y="50768"/>
                      </a:cubicBezTo>
                      <a:cubicBezTo>
                        <a:pt x="-81" y="51530"/>
                        <a:pt x="300" y="52102"/>
                        <a:pt x="1157" y="52388"/>
                      </a:cubicBezTo>
                      <a:cubicBezTo>
                        <a:pt x="2015" y="52769"/>
                        <a:pt x="2872" y="53054"/>
                        <a:pt x="3729" y="53340"/>
                      </a:cubicBezTo>
                      <a:cubicBezTo>
                        <a:pt x="4586" y="51911"/>
                        <a:pt x="4872" y="51054"/>
                        <a:pt x="4586" y="50673"/>
                      </a:cubicBezTo>
                      <a:lnTo>
                        <a:pt x="2491" y="50673"/>
                      </a:lnTo>
                      <a:lnTo>
                        <a:pt x="3158" y="48673"/>
                      </a:lnTo>
                      <a:lnTo>
                        <a:pt x="3824" y="49530"/>
                      </a:lnTo>
                      <a:lnTo>
                        <a:pt x="6396" y="46863"/>
                      </a:lnTo>
                      <a:cubicBezTo>
                        <a:pt x="4301" y="44958"/>
                        <a:pt x="2872" y="43720"/>
                        <a:pt x="1919" y="43053"/>
                      </a:cubicBezTo>
                      <a:cubicBezTo>
                        <a:pt x="1062" y="43910"/>
                        <a:pt x="681" y="44577"/>
                        <a:pt x="681" y="45053"/>
                      </a:cubicBezTo>
                      <a:lnTo>
                        <a:pt x="205" y="45053"/>
                      </a:lnTo>
                      <a:cubicBezTo>
                        <a:pt x="1824" y="42101"/>
                        <a:pt x="2681" y="38100"/>
                        <a:pt x="2967" y="33052"/>
                      </a:cubicBezTo>
                      <a:cubicBezTo>
                        <a:pt x="2967" y="28861"/>
                        <a:pt x="3158" y="24670"/>
                        <a:pt x="3253" y="20574"/>
                      </a:cubicBezTo>
                      <a:cubicBezTo>
                        <a:pt x="5444" y="20574"/>
                        <a:pt x="6491" y="19812"/>
                        <a:pt x="6491" y="18288"/>
                      </a:cubicBezTo>
                      <a:cubicBezTo>
                        <a:pt x="6491" y="18002"/>
                        <a:pt x="6396" y="17335"/>
                        <a:pt x="6110" y="16383"/>
                      </a:cubicBezTo>
                      <a:cubicBezTo>
                        <a:pt x="5920" y="15431"/>
                        <a:pt x="5825" y="14764"/>
                        <a:pt x="5825" y="14288"/>
                      </a:cubicBezTo>
                      <a:cubicBezTo>
                        <a:pt x="5825" y="12954"/>
                        <a:pt x="6491" y="12002"/>
                        <a:pt x="7730" y="11525"/>
                      </a:cubicBezTo>
                      <a:cubicBezTo>
                        <a:pt x="8301" y="11240"/>
                        <a:pt x="10111" y="9525"/>
                        <a:pt x="13349" y="6572"/>
                      </a:cubicBezTo>
                      <a:cubicBezTo>
                        <a:pt x="15350" y="4572"/>
                        <a:pt x="17636" y="3620"/>
                        <a:pt x="20112" y="3810"/>
                      </a:cubicBezTo>
                      <a:cubicBezTo>
                        <a:pt x="20398" y="1619"/>
                        <a:pt x="21922" y="476"/>
                        <a:pt x="24494" y="476"/>
                      </a:cubicBezTo>
                      <a:cubicBezTo>
                        <a:pt x="24779" y="476"/>
                        <a:pt x="25256" y="476"/>
                        <a:pt x="25922" y="667"/>
                      </a:cubicBezTo>
                      <a:lnTo>
                        <a:pt x="27161" y="667"/>
                      </a:lnTo>
                      <a:cubicBezTo>
                        <a:pt x="28208" y="667"/>
                        <a:pt x="28970" y="476"/>
                        <a:pt x="29447" y="0"/>
                      </a:cubicBezTo>
                      <a:cubicBezTo>
                        <a:pt x="30875" y="476"/>
                        <a:pt x="32780" y="667"/>
                        <a:pt x="35257" y="667"/>
                      </a:cubicBezTo>
                      <a:lnTo>
                        <a:pt x="38686" y="667"/>
                      </a:lnTo>
                      <a:cubicBezTo>
                        <a:pt x="40305" y="572"/>
                        <a:pt x="41543" y="476"/>
                        <a:pt x="42305" y="476"/>
                      </a:cubicBezTo>
                      <a:cubicBezTo>
                        <a:pt x="46306" y="476"/>
                        <a:pt x="48973" y="1143"/>
                        <a:pt x="50497" y="2477"/>
                      </a:cubicBezTo>
                      <a:cubicBezTo>
                        <a:pt x="51354" y="1810"/>
                        <a:pt x="52116" y="1524"/>
                        <a:pt x="52783" y="1524"/>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 name="Google Shape;795;p99"/>
                <p:cNvSpPr/>
                <p:nvPr/>
              </p:nvSpPr>
              <p:spPr>
                <a:xfrm>
                  <a:off x="4320444" y="1508188"/>
                  <a:ext cx="84867" cy="107823"/>
                </a:xfrm>
                <a:custGeom>
                  <a:avLst/>
                  <a:gdLst/>
                  <a:ahLst/>
                  <a:cxnLst/>
                  <a:rect l="l" t="t" r="r" b="b"/>
                  <a:pathLst>
                    <a:path w="84867" h="107823" extrusionOk="0">
                      <a:moveTo>
                        <a:pt x="0" y="26575"/>
                      </a:moveTo>
                      <a:lnTo>
                        <a:pt x="2096" y="27432"/>
                      </a:lnTo>
                      <a:lnTo>
                        <a:pt x="2572" y="27908"/>
                      </a:lnTo>
                      <a:lnTo>
                        <a:pt x="0" y="26575"/>
                      </a:lnTo>
                      <a:close/>
                      <a:moveTo>
                        <a:pt x="11906" y="46482"/>
                      </a:moveTo>
                      <a:cubicBezTo>
                        <a:pt x="12668" y="46768"/>
                        <a:pt x="13049" y="46958"/>
                        <a:pt x="13240" y="46958"/>
                      </a:cubicBezTo>
                      <a:cubicBezTo>
                        <a:pt x="13240" y="47530"/>
                        <a:pt x="12954" y="47911"/>
                        <a:pt x="12383" y="48292"/>
                      </a:cubicBezTo>
                      <a:lnTo>
                        <a:pt x="11906" y="48292"/>
                      </a:lnTo>
                      <a:lnTo>
                        <a:pt x="11906" y="46482"/>
                      </a:lnTo>
                      <a:close/>
                      <a:moveTo>
                        <a:pt x="84868" y="91916"/>
                      </a:moveTo>
                      <a:cubicBezTo>
                        <a:pt x="83439" y="93059"/>
                        <a:pt x="82772" y="94679"/>
                        <a:pt x="82772" y="96869"/>
                      </a:cubicBezTo>
                      <a:cubicBezTo>
                        <a:pt x="82867" y="100394"/>
                        <a:pt x="82963" y="102203"/>
                        <a:pt x="82963" y="102299"/>
                      </a:cubicBezTo>
                      <a:cubicBezTo>
                        <a:pt x="82487" y="102489"/>
                        <a:pt x="81915" y="102584"/>
                        <a:pt x="81153" y="102584"/>
                      </a:cubicBezTo>
                      <a:cubicBezTo>
                        <a:pt x="80486" y="102584"/>
                        <a:pt x="79534" y="102489"/>
                        <a:pt x="78105" y="102299"/>
                      </a:cubicBezTo>
                      <a:cubicBezTo>
                        <a:pt x="76676" y="102108"/>
                        <a:pt x="75629" y="102013"/>
                        <a:pt x="74867" y="102013"/>
                      </a:cubicBezTo>
                      <a:cubicBezTo>
                        <a:pt x="72581" y="102013"/>
                        <a:pt x="71342" y="103251"/>
                        <a:pt x="71152" y="105632"/>
                      </a:cubicBezTo>
                      <a:cubicBezTo>
                        <a:pt x="70866" y="103727"/>
                        <a:pt x="69818" y="102203"/>
                        <a:pt x="68104" y="101060"/>
                      </a:cubicBezTo>
                      <a:cubicBezTo>
                        <a:pt x="66961" y="102108"/>
                        <a:pt x="65532" y="102489"/>
                        <a:pt x="63913" y="102013"/>
                      </a:cubicBezTo>
                      <a:cubicBezTo>
                        <a:pt x="61532" y="101060"/>
                        <a:pt x="60293" y="100489"/>
                        <a:pt x="60008" y="100489"/>
                      </a:cubicBezTo>
                      <a:cubicBezTo>
                        <a:pt x="59055" y="100489"/>
                        <a:pt x="58198" y="100965"/>
                        <a:pt x="57436" y="102013"/>
                      </a:cubicBezTo>
                      <a:cubicBezTo>
                        <a:pt x="56769" y="101156"/>
                        <a:pt x="56007" y="100679"/>
                        <a:pt x="55054" y="100679"/>
                      </a:cubicBezTo>
                      <a:cubicBezTo>
                        <a:pt x="54483" y="100679"/>
                        <a:pt x="53435" y="100965"/>
                        <a:pt x="51816" y="101537"/>
                      </a:cubicBezTo>
                      <a:cubicBezTo>
                        <a:pt x="50197" y="102108"/>
                        <a:pt x="48958" y="102203"/>
                        <a:pt x="48101" y="102013"/>
                      </a:cubicBezTo>
                      <a:cubicBezTo>
                        <a:pt x="46292" y="101441"/>
                        <a:pt x="44482" y="101156"/>
                        <a:pt x="42767" y="101156"/>
                      </a:cubicBezTo>
                      <a:cubicBezTo>
                        <a:pt x="40672" y="101156"/>
                        <a:pt x="36576" y="101727"/>
                        <a:pt x="30671" y="102965"/>
                      </a:cubicBezTo>
                      <a:lnTo>
                        <a:pt x="30671" y="104299"/>
                      </a:lnTo>
                      <a:cubicBezTo>
                        <a:pt x="29813" y="102775"/>
                        <a:pt x="27908" y="102013"/>
                        <a:pt x="25051" y="102013"/>
                      </a:cubicBezTo>
                      <a:lnTo>
                        <a:pt x="21146" y="102013"/>
                      </a:lnTo>
                      <a:cubicBezTo>
                        <a:pt x="18955" y="102013"/>
                        <a:pt x="17431" y="101537"/>
                        <a:pt x="16478" y="100679"/>
                      </a:cubicBezTo>
                      <a:cubicBezTo>
                        <a:pt x="16478" y="97822"/>
                        <a:pt x="16478" y="92202"/>
                        <a:pt x="16288" y="83820"/>
                      </a:cubicBezTo>
                      <a:cubicBezTo>
                        <a:pt x="16192" y="76772"/>
                        <a:pt x="16192" y="71247"/>
                        <a:pt x="16288" y="67151"/>
                      </a:cubicBezTo>
                      <a:cubicBezTo>
                        <a:pt x="16478" y="61055"/>
                        <a:pt x="16954" y="55817"/>
                        <a:pt x="17717" y="51435"/>
                      </a:cubicBezTo>
                      <a:cubicBezTo>
                        <a:pt x="16859" y="50864"/>
                        <a:pt x="16288" y="49816"/>
                        <a:pt x="15907" y="48197"/>
                      </a:cubicBezTo>
                      <a:cubicBezTo>
                        <a:pt x="15621" y="46577"/>
                        <a:pt x="15145" y="45625"/>
                        <a:pt x="14478" y="45149"/>
                      </a:cubicBezTo>
                      <a:lnTo>
                        <a:pt x="14288" y="45149"/>
                      </a:lnTo>
                      <a:cubicBezTo>
                        <a:pt x="15335" y="44863"/>
                        <a:pt x="15907" y="44387"/>
                        <a:pt x="15907" y="43815"/>
                      </a:cubicBezTo>
                      <a:cubicBezTo>
                        <a:pt x="15907" y="43625"/>
                        <a:pt x="15812" y="43339"/>
                        <a:pt x="15621" y="43148"/>
                      </a:cubicBezTo>
                      <a:lnTo>
                        <a:pt x="14478" y="41815"/>
                      </a:lnTo>
                      <a:cubicBezTo>
                        <a:pt x="15716" y="41815"/>
                        <a:pt x="16383" y="41339"/>
                        <a:pt x="16383" y="40481"/>
                      </a:cubicBezTo>
                      <a:lnTo>
                        <a:pt x="15621" y="34195"/>
                      </a:lnTo>
                      <a:lnTo>
                        <a:pt x="14954" y="34195"/>
                      </a:lnTo>
                      <a:lnTo>
                        <a:pt x="16383" y="30385"/>
                      </a:lnTo>
                      <a:cubicBezTo>
                        <a:pt x="15621" y="30480"/>
                        <a:pt x="14764" y="30194"/>
                        <a:pt x="13621" y="29528"/>
                      </a:cubicBezTo>
                      <a:cubicBezTo>
                        <a:pt x="15812" y="28670"/>
                        <a:pt x="16669" y="27623"/>
                        <a:pt x="16383" y="26384"/>
                      </a:cubicBezTo>
                      <a:lnTo>
                        <a:pt x="12383" y="25908"/>
                      </a:lnTo>
                      <a:cubicBezTo>
                        <a:pt x="14669" y="25908"/>
                        <a:pt x="16002" y="25527"/>
                        <a:pt x="16383" y="24575"/>
                      </a:cubicBezTo>
                      <a:cubicBezTo>
                        <a:pt x="14859" y="23622"/>
                        <a:pt x="14478" y="22670"/>
                        <a:pt x="15240" y="21812"/>
                      </a:cubicBezTo>
                      <a:lnTo>
                        <a:pt x="16954" y="19717"/>
                      </a:lnTo>
                      <a:cubicBezTo>
                        <a:pt x="16954" y="19050"/>
                        <a:pt x="16288" y="18383"/>
                        <a:pt x="14859" y="17717"/>
                      </a:cubicBezTo>
                      <a:cubicBezTo>
                        <a:pt x="15050" y="16002"/>
                        <a:pt x="16192" y="14859"/>
                        <a:pt x="18098" y="14478"/>
                      </a:cubicBezTo>
                      <a:cubicBezTo>
                        <a:pt x="20098" y="14097"/>
                        <a:pt x="21146" y="13716"/>
                        <a:pt x="21336" y="13240"/>
                      </a:cubicBezTo>
                      <a:lnTo>
                        <a:pt x="21146" y="14383"/>
                      </a:lnTo>
                      <a:cubicBezTo>
                        <a:pt x="22288" y="14192"/>
                        <a:pt x="23527" y="14383"/>
                        <a:pt x="24670" y="15240"/>
                      </a:cubicBezTo>
                      <a:cubicBezTo>
                        <a:pt x="25813" y="16002"/>
                        <a:pt x="26575" y="16383"/>
                        <a:pt x="26956" y="16383"/>
                      </a:cubicBezTo>
                      <a:cubicBezTo>
                        <a:pt x="27623" y="16383"/>
                        <a:pt x="28385" y="15716"/>
                        <a:pt x="29242" y="14383"/>
                      </a:cubicBezTo>
                      <a:cubicBezTo>
                        <a:pt x="30766" y="14954"/>
                        <a:pt x="31813" y="15145"/>
                        <a:pt x="32290" y="15050"/>
                      </a:cubicBezTo>
                      <a:lnTo>
                        <a:pt x="32766" y="13049"/>
                      </a:lnTo>
                      <a:lnTo>
                        <a:pt x="32766" y="15050"/>
                      </a:lnTo>
                      <a:lnTo>
                        <a:pt x="36767" y="15716"/>
                      </a:lnTo>
                      <a:cubicBezTo>
                        <a:pt x="36767" y="20098"/>
                        <a:pt x="37148" y="22670"/>
                        <a:pt x="38100" y="23336"/>
                      </a:cubicBezTo>
                      <a:cubicBezTo>
                        <a:pt x="37719" y="24098"/>
                        <a:pt x="37052" y="24670"/>
                        <a:pt x="36004" y="24956"/>
                      </a:cubicBezTo>
                      <a:cubicBezTo>
                        <a:pt x="34957" y="25241"/>
                        <a:pt x="33909" y="25622"/>
                        <a:pt x="32766" y="25908"/>
                      </a:cubicBezTo>
                      <a:lnTo>
                        <a:pt x="36767" y="27718"/>
                      </a:lnTo>
                      <a:cubicBezTo>
                        <a:pt x="36004" y="28385"/>
                        <a:pt x="35624" y="29242"/>
                        <a:pt x="35624" y="30385"/>
                      </a:cubicBezTo>
                      <a:cubicBezTo>
                        <a:pt x="35624" y="31052"/>
                        <a:pt x="35909" y="32290"/>
                        <a:pt x="36386" y="34004"/>
                      </a:cubicBezTo>
                      <a:cubicBezTo>
                        <a:pt x="36862" y="35814"/>
                        <a:pt x="37148" y="37052"/>
                        <a:pt x="37148" y="38005"/>
                      </a:cubicBezTo>
                      <a:cubicBezTo>
                        <a:pt x="37148" y="38767"/>
                        <a:pt x="37052" y="39434"/>
                        <a:pt x="36862" y="40005"/>
                      </a:cubicBezTo>
                      <a:lnTo>
                        <a:pt x="35528" y="40005"/>
                      </a:lnTo>
                      <a:cubicBezTo>
                        <a:pt x="35719" y="40767"/>
                        <a:pt x="36004" y="41529"/>
                        <a:pt x="36195" y="42196"/>
                      </a:cubicBezTo>
                      <a:cubicBezTo>
                        <a:pt x="36671" y="43529"/>
                        <a:pt x="37433" y="44101"/>
                        <a:pt x="38576" y="43815"/>
                      </a:cubicBezTo>
                      <a:cubicBezTo>
                        <a:pt x="36767" y="46768"/>
                        <a:pt x="35814" y="49244"/>
                        <a:pt x="35814" y="51245"/>
                      </a:cubicBezTo>
                      <a:cubicBezTo>
                        <a:pt x="35814" y="52483"/>
                        <a:pt x="36100" y="53531"/>
                        <a:pt x="36767" y="54578"/>
                      </a:cubicBezTo>
                      <a:cubicBezTo>
                        <a:pt x="36100" y="54864"/>
                        <a:pt x="35814" y="55245"/>
                        <a:pt x="35814" y="55721"/>
                      </a:cubicBezTo>
                      <a:cubicBezTo>
                        <a:pt x="35814" y="55912"/>
                        <a:pt x="35909" y="56293"/>
                        <a:pt x="36195" y="56769"/>
                      </a:cubicBezTo>
                      <a:cubicBezTo>
                        <a:pt x="36481" y="57245"/>
                        <a:pt x="36671" y="57626"/>
                        <a:pt x="36767" y="57817"/>
                      </a:cubicBezTo>
                      <a:cubicBezTo>
                        <a:pt x="36290" y="59817"/>
                        <a:pt x="36100" y="62008"/>
                        <a:pt x="36100" y="64580"/>
                      </a:cubicBezTo>
                      <a:cubicBezTo>
                        <a:pt x="36100" y="66104"/>
                        <a:pt x="36290" y="69152"/>
                        <a:pt x="36576" y="73819"/>
                      </a:cubicBezTo>
                      <a:cubicBezTo>
                        <a:pt x="36862" y="77534"/>
                        <a:pt x="36957" y="80486"/>
                        <a:pt x="36767" y="82582"/>
                      </a:cubicBezTo>
                      <a:cubicBezTo>
                        <a:pt x="35719" y="82582"/>
                        <a:pt x="35052" y="82391"/>
                        <a:pt x="34862" y="81915"/>
                      </a:cubicBezTo>
                      <a:cubicBezTo>
                        <a:pt x="34481" y="82201"/>
                        <a:pt x="34195" y="82677"/>
                        <a:pt x="34195" y="83249"/>
                      </a:cubicBezTo>
                      <a:cubicBezTo>
                        <a:pt x="34481" y="84011"/>
                        <a:pt x="34957" y="84392"/>
                        <a:pt x="35338" y="84392"/>
                      </a:cubicBezTo>
                      <a:cubicBezTo>
                        <a:pt x="35528" y="84392"/>
                        <a:pt x="36004" y="84201"/>
                        <a:pt x="36767" y="83915"/>
                      </a:cubicBezTo>
                      <a:cubicBezTo>
                        <a:pt x="37338" y="83725"/>
                        <a:pt x="37719" y="83725"/>
                        <a:pt x="38100" y="83915"/>
                      </a:cubicBezTo>
                      <a:lnTo>
                        <a:pt x="38576" y="85725"/>
                      </a:lnTo>
                      <a:lnTo>
                        <a:pt x="41624" y="83915"/>
                      </a:lnTo>
                      <a:lnTo>
                        <a:pt x="75533" y="83915"/>
                      </a:lnTo>
                      <a:lnTo>
                        <a:pt x="76010" y="82582"/>
                      </a:lnTo>
                      <a:cubicBezTo>
                        <a:pt x="76391" y="83344"/>
                        <a:pt x="76867" y="83725"/>
                        <a:pt x="77438" y="83725"/>
                      </a:cubicBezTo>
                      <a:cubicBezTo>
                        <a:pt x="77724" y="83725"/>
                        <a:pt x="78296" y="83534"/>
                        <a:pt x="79153" y="83249"/>
                      </a:cubicBezTo>
                      <a:cubicBezTo>
                        <a:pt x="80010" y="82868"/>
                        <a:pt x="80582" y="82772"/>
                        <a:pt x="81058" y="82772"/>
                      </a:cubicBezTo>
                      <a:cubicBezTo>
                        <a:pt x="82106" y="82772"/>
                        <a:pt x="82963" y="83630"/>
                        <a:pt x="83439" y="85249"/>
                      </a:cubicBezTo>
                      <a:cubicBezTo>
                        <a:pt x="82963" y="85916"/>
                        <a:pt x="82772" y="86582"/>
                        <a:pt x="82772" y="87344"/>
                      </a:cubicBezTo>
                      <a:cubicBezTo>
                        <a:pt x="82772" y="88773"/>
                        <a:pt x="83439" y="90297"/>
                        <a:pt x="84677" y="91916"/>
                      </a:cubicBezTo>
                      <a:close/>
                      <a:moveTo>
                        <a:pt x="20765" y="49625"/>
                      </a:moveTo>
                      <a:lnTo>
                        <a:pt x="20765" y="47816"/>
                      </a:lnTo>
                      <a:lnTo>
                        <a:pt x="18669" y="46958"/>
                      </a:lnTo>
                      <a:lnTo>
                        <a:pt x="20765" y="49625"/>
                      </a:lnTo>
                      <a:close/>
                      <a:moveTo>
                        <a:pt x="21717" y="11430"/>
                      </a:moveTo>
                      <a:cubicBezTo>
                        <a:pt x="21812" y="12192"/>
                        <a:pt x="21717" y="12859"/>
                        <a:pt x="21431" y="13430"/>
                      </a:cubicBezTo>
                      <a:lnTo>
                        <a:pt x="21717" y="11430"/>
                      </a:lnTo>
                      <a:close/>
                      <a:moveTo>
                        <a:pt x="25622" y="10097"/>
                      </a:moveTo>
                      <a:cubicBezTo>
                        <a:pt x="25051" y="9906"/>
                        <a:pt x="24670" y="9049"/>
                        <a:pt x="24479" y="7620"/>
                      </a:cubicBezTo>
                      <a:cubicBezTo>
                        <a:pt x="24384" y="6287"/>
                        <a:pt x="24479" y="5620"/>
                        <a:pt x="24670" y="5620"/>
                      </a:cubicBezTo>
                      <a:cubicBezTo>
                        <a:pt x="24956" y="5810"/>
                        <a:pt x="25337" y="6763"/>
                        <a:pt x="25622" y="8287"/>
                      </a:cubicBezTo>
                      <a:lnTo>
                        <a:pt x="25622" y="10097"/>
                      </a:lnTo>
                      <a:close/>
                      <a:moveTo>
                        <a:pt x="31147" y="85725"/>
                      </a:moveTo>
                      <a:lnTo>
                        <a:pt x="32957" y="83915"/>
                      </a:lnTo>
                      <a:cubicBezTo>
                        <a:pt x="31813" y="84011"/>
                        <a:pt x="30194" y="83820"/>
                        <a:pt x="28099" y="83249"/>
                      </a:cubicBezTo>
                      <a:lnTo>
                        <a:pt x="28099" y="85249"/>
                      </a:lnTo>
                      <a:cubicBezTo>
                        <a:pt x="28099" y="85249"/>
                        <a:pt x="27432" y="85154"/>
                        <a:pt x="27146" y="84582"/>
                      </a:cubicBezTo>
                      <a:lnTo>
                        <a:pt x="25717" y="86582"/>
                      </a:lnTo>
                      <a:lnTo>
                        <a:pt x="28956" y="86582"/>
                      </a:lnTo>
                      <a:lnTo>
                        <a:pt x="28956" y="85725"/>
                      </a:lnTo>
                      <a:lnTo>
                        <a:pt x="30766" y="84582"/>
                      </a:lnTo>
                      <a:cubicBezTo>
                        <a:pt x="31337" y="85154"/>
                        <a:pt x="31433" y="85535"/>
                        <a:pt x="31242" y="85725"/>
                      </a:cubicBezTo>
                      <a:close/>
                      <a:moveTo>
                        <a:pt x="29813" y="48292"/>
                      </a:moveTo>
                      <a:lnTo>
                        <a:pt x="27527" y="50959"/>
                      </a:lnTo>
                      <a:cubicBezTo>
                        <a:pt x="27527" y="50959"/>
                        <a:pt x="28099" y="50578"/>
                        <a:pt x="28385" y="50578"/>
                      </a:cubicBezTo>
                      <a:lnTo>
                        <a:pt x="28575" y="50578"/>
                      </a:lnTo>
                      <a:lnTo>
                        <a:pt x="28766" y="53435"/>
                      </a:lnTo>
                      <a:lnTo>
                        <a:pt x="28766" y="53245"/>
                      </a:lnTo>
                      <a:lnTo>
                        <a:pt x="29432" y="53245"/>
                      </a:lnTo>
                      <a:lnTo>
                        <a:pt x="29908" y="48292"/>
                      </a:lnTo>
                      <a:close/>
                      <a:moveTo>
                        <a:pt x="31147" y="11906"/>
                      </a:moveTo>
                      <a:cubicBezTo>
                        <a:pt x="31052" y="12478"/>
                        <a:pt x="30575" y="12859"/>
                        <a:pt x="29813" y="13049"/>
                      </a:cubicBezTo>
                      <a:cubicBezTo>
                        <a:pt x="29051" y="13430"/>
                        <a:pt x="28480" y="13240"/>
                        <a:pt x="28004" y="12764"/>
                      </a:cubicBezTo>
                      <a:cubicBezTo>
                        <a:pt x="28194" y="11430"/>
                        <a:pt x="28766" y="10763"/>
                        <a:pt x="29813" y="10763"/>
                      </a:cubicBezTo>
                      <a:cubicBezTo>
                        <a:pt x="30385" y="10763"/>
                        <a:pt x="30766" y="11144"/>
                        <a:pt x="31147" y="11906"/>
                      </a:cubicBezTo>
                      <a:close/>
                      <a:moveTo>
                        <a:pt x="31909" y="22765"/>
                      </a:moveTo>
                      <a:cubicBezTo>
                        <a:pt x="31909" y="22765"/>
                        <a:pt x="31528" y="22955"/>
                        <a:pt x="31242" y="22955"/>
                      </a:cubicBezTo>
                      <a:cubicBezTo>
                        <a:pt x="30956" y="22955"/>
                        <a:pt x="30575" y="22670"/>
                        <a:pt x="30099" y="22193"/>
                      </a:cubicBezTo>
                      <a:cubicBezTo>
                        <a:pt x="29718" y="21717"/>
                        <a:pt x="29242" y="21431"/>
                        <a:pt x="28766" y="21431"/>
                      </a:cubicBezTo>
                      <a:lnTo>
                        <a:pt x="29242" y="23432"/>
                      </a:lnTo>
                      <a:cubicBezTo>
                        <a:pt x="30956" y="23432"/>
                        <a:pt x="31813" y="23241"/>
                        <a:pt x="31813" y="22765"/>
                      </a:cubicBezTo>
                      <a:close/>
                      <a:moveTo>
                        <a:pt x="32385" y="32957"/>
                      </a:moveTo>
                      <a:cubicBezTo>
                        <a:pt x="31623" y="32766"/>
                        <a:pt x="30575" y="32957"/>
                        <a:pt x="29337" y="33623"/>
                      </a:cubicBezTo>
                      <a:cubicBezTo>
                        <a:pt x="30099" y="33814"/>
                        <a:pt x="31147" y="33623"/>
                        <a:pt x="32385" y="32957"/>
                      </a:cubicBezTo>
                      <a:close/>
                      <a:moveTo>
                        <a:pt x="31147" y="16478"/>
                      </a:moveTo>
                      <a:lnTo>
                        <a:pt x="31147" y="18288"/>
                      </a:lnTo>
                      <a:lnTo>
                        <a:pt x="31909" y="18288"/>
                      </a:lnTo>
                      <a:lnTo>
                        <a:pt x="31909" y="16478"/>
                      </a:lnTo>
                      <a:lnTo>
                        <a:pt x="31147" y="16478"/>
                      </a:lnTo>
                      <a:close/>
                      <a:moveTo>
                        <a:pt x="35052" y="85630"/>
                      </a:moveTo>
                      <a:lnTo>
                        <a:pt x="35052" y="84487"/>
                      </a:lnTo>
                      <a:lnTo>
                        <a:pt x="34385" y="85154"/>
                      </a:lnTo>
                      <a:lnTo>
                        <a:pt x="35052" y="85630"/>
                      </a:lnTo>
                      <a:close/>
                      <a:moveTo>
                        <a:pt x="39243" y="54007"/>
                      </a:moveTo>
                      <a:lnTo>
                        <a:pt x="37433" y="50864"/>
                      </a:lnTo>
                      <a:lnTo>
                        <a:pt x="40481" y="52673"/>
                      </a:lnTo>
                      <a:lnTo>
                        <a:pt x="39243" y="54007"/>
                      </a:lnTo>
                      <a:close/>
                      <a:moveTo>
                        <a:pt x="41815" y="476"/>
                      </a:moveTo>
                      <a:lnTo>
                        <a:pt x="40481" y="2286"/>
                      </a:lnTo>
                      <a:lnTo>
                        <a:pt x="39243" y="0"/>
                      </a:lnTo>
                      <a:lnTo>
                        <a:pt x="41815" y="476"/>
                      </a:lnTo>
                      <a:close/>
                      <a:moveTo>
                        <a:pt x="40481" y="13145"/>
                      </a:moveTo>
                      <a:cubicBezTo>
                        <a:pt x="41053" y="13335"/>
                        <a:pt x="41434" y="13145"/>
                        <a:pt x="41815" y="12668"/>
                      </a:cubicBezTo>
                      <a:lnTo>
                        <a:pt x="40481" y="11335"/>
                      </a:lnTo>
                      <a:cubicBezTo>
                        <a:pt x="42005" y="10859"/>
                        <a:pt x="42767" y="11049"/>
                        <a:pt x="42767" y="11811"/>
                      </a:cubicBezTo>
                      <a:cubicBezTo>
                        <a:pt x="42767" y="11621"/>
                        <a:pt x="42482" y="12478"/>
                        <a:pt x="41815" y="14478"/>
                      </a:cubicBezTo>
                      <a:lnTo>
                        <a:pt x="40481" y="13145"/>
                      </a:lnTo>
                      <a:close/>
                      <a:moveTo>
                        <a:pt x="42482" y="39148"/>
                      </a:moveTo>
                      <a:lnTo>
                        <a:pt x="40481" y="38195"/>
                      </a:lnTo>
                      <a:cubicBezTo>
                        <a:pt x="41434" y="36481"/>
                        <a:pt x="42482" y="35528"/>
                        <a:pt x="43434" y="35528"/>
                      </a:cubicBezTo>
                      <a:cubicBezTo>
                        <a:pt x="43815" y="35528"/>
                        <a:pt x="44101" y="35719"/>
                        <a:pt x="44387" y="36005"/>
                      </a:cubicBezTo>
                      <a:cubicBezTo>
                        <a:pt x="44577" y="36767"/>
                        <a:pt x="44387" y="37338"/>
                        <a:pt x="44006" y="37814"/>
                      </a:cubicBezTo>
                      <a:cubicBezTo>
                        <a:pt x="43529" y="38291"/>
                        <a:pt x="43053" y="38672"/>
                        <a:pt x="42482" y="39148"/>
                      </a:cubicBezTo>
                      <a:close/>
                      <a:moveTo>
                        <a:pt x="42482" y="59055"/>
                      </a:moveTo>
                      <a:lnTo>
                        <a:pt x="45053" y="59055"/>
                      </a:lnTo>
                      <a:lnTo>
                        <a:pt x="41815" y="59531"/>
                      </a:lnTo>
                      <a:lnTo>
                        <a:pt x="42482" y="59055"/>
                      </a:lnTo>
                      <a:close/>
                      <a:moveTo>
                        <a:pt x="43148" y="4191"/>
                      </a:moveTo>
                      <a:lnTo>
                        <a:pt x="43148" y="6287"/>
                      </a:lnTo>
                      <a:lnTo>
                        <a:pt x="42482" y="6287"/>
                      </a:lnTo>
                      <a:lnTo>
                        <a:pt x="43148" y="4191"/>
                      </a:lnTo>
                      <a:close/>
                      <a:moveTo>
                        <a:pt x="45529" y="27242"/>
                      </a:moveTo>
                      <a:cubicBezTo>
                        <a:pt x="45434" y="28004"/>
                        <a:pt x="45339" y="28861"/>
                        <a:pt x="45339" y="29718"/>
                      </a:cubicBezTo>
                      <a:cubicBezTo>
                        <a:pt x="45244" y="30194"/>
                        <a:pt x="45149" y="30575"/>
                        <a:pt x="45053" y="30861"/>
                      </a:cubicBezTo>
                      <a:lnTo>
                        <a:pt x="43148" y="28575"/>
                      </a:lnTo>
                      <a:lnTo>
                        <a:pt x="45529" y="27242"/>
                      </a:lnTo>
                      <a:close/>
                      <a:moveTo>
                        <a:pt x="43720" y="48197"/>
                      </a:moveTo>
                      <a:lnTo>
                        <a:pt x="44958" y="48197"/>
                      </a:lnTo>
                      <a:lnTo>
                        <a:pt x="43053" y="49530"/>
                      </a:lnTo>
                      <a:lnTo>
                        <a:pt x="43720" y="48197"/>
                      </a:lnTo>
                      <a:close/>
                      <a:moveTo>
                        <a:pt x="51149" y="13145"/>
                      </a:moveTo>
                      <a:cubicBezTo>
                        <a:pt x="49625" y="13716"/>
                        <a:pt x="48578" y="13907"/>
                        <a:pt x="48101" y="13811"/>
                      </a:cubicBezTo>
                      <a:lnTo>
                        <a:pt x="49911" y="11335"/>
                      </a:lnTo>
                      <a:lnTo>
                        <a:pt x="51149" y="13145"/>
                      </a:lnTo>
                      <a:close/>
                      <a:moveTo>
                        <a:pt x="55626" y="36005"/>
                      </a:moveTo>
                      <a:lnTo>
                        <a:pt x="55626" y="39910"/>
                      </a:lnTo>
                      <a:lnTo>
                        <a:pt x="54864" y="39910"/>
                      </a:lnTo>
                      <a:lnTo>
                        <a:pt x="54864" y="36005"/>
                      </a:lnTo>
                      <a:lnTo>
                        <a:pt x="55626" y="36005"/>
                      </a:lnTo>
                      <a:close/>
                      <a:moveTo>
                        <a:pt x="71152" y="105537"/>
                      </a:moveTo>
                      <a:cubicBezTo>
                        <a:pt x="71342" y="106204"/>
                        <a:pt x="71342" y="106966"/>
                        <a:pt x="71152" y="107823"/>
                      </a:cubicBezTo>
                      <a:lnTo>
                        <a:pt x="71152" y="105537"/>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 name="Google Shape;796;p99"/>
                <p:cNvSpPr/>
                <p:nvPr/>
              </p:nvSpPr>
              <p:spPr>
                <a:xfrm>
                  <a:off x="4386452" y="1521523"/>
                  <a:ext cx="96964" cy="88112"/>
                </a:xfrm>
                <a:custGeom>
                  <a:avLst/>
                  <a:gdLst/>
                  <a:ahLst/>
                  <a:cxnLst/>
                  <a:rect l="l" t="t" r="r" b="b"/>
                  <a:pathLst>
                    <a:path w="96964" h="88112" extrusionOk="0">
                      <a:moveTo>
                        <a:pt x="0" y="48387"/>
                      </a:moveTo>
                      <a:cubicBezTo>
                        <a:pt x="952" y="48387"/>
                        <a:pt x="1524" y="48577"/>
                        <a:pt x="1810" y="48863"/>
                      </a:cubicBezTo>
                      <a:cubicBezTo>
                        <a:pt x="1619" y="49435"/>
                        <a:pt x="1048" y="49721"/>
                        <a:pt x="0" y="49721"/>
                      </a:cubicBezTo>
                      <a:lnTo>
                        <a:pt x="0" y="48387"/>
                      </a:lnTo>
                      <a:close/>
                      <a:moveTo>
                        <a:pt x="476" y="27813"/>
                      </a:moveTo>
                      <a:lnTo>
                        <a:pt x="476" y="26479"/>
                      </a:lnTo>
                      <a:lnTo>
                        <a:pt x="1810" y="26479"/>
                      </a:lnTo>
                      <a:lnTo>
                        <a:pt x="1810" y="27813"/>
                      </a:lnTo>
                      <a:lnTo>
                        <a:pt x="476" y="27813"/>
                      </a:lnTo>
                      <a:close/>
                      <a:moveTo>
                        <a:pt x="3048" y="56102"/>
                      </a:moveTo>
                      <a:cubicBezTo>
                        <a:pt x="3048" y="56102"/>
                        <a:pt x="2858" y="55626"/>
                        <a:pt x="2858" y="55435"/>
                      </a:cubicBezTo>
                      <a:cubicBezTo>
                        <a:pt x="2858" y="54959"/>
                        <a:pt x="3143" y="54483"/>
                        <a:pt x="3810" y="54007"/>
                      </a:cubicBezTo>
                      <a:cubicBezTo>
                        <a:pt x="4763" y="52959"/>
                        <a:pt x="5334" y="52388"/>
                        <a:pt x="5620" y="52197"/>
                      </a:cubicBezTo>
                      <a:cubicBezTo>
                        <a:pt x="5905" y="53245"/>
                        <a:pt x="5239" y="54578"/>
                        <a:pt x="3524" y="56102"/>
                      </a:cubicBezTo>
                      <a:lnTo>
                        <a:pt x="3048" y="56102"/>
                      </a:lnTo>
                      <a:close/>
                      <a:moveTo>
                        <a:pt x="3048" y="45720"/>
                      </a:moveTo>
                      <a:cubicBezTo>
                        <a:pt x="3715" y="44672"/>
                        <a:pt x="4381" y="44101"/>
                        <a:pt x="4953" y="44101"/>
                      </a:cubicBezTo>
                      <a:cubicBezTo>
                        <a:pt x="5525" y="44101"/>
                        <a:pt x="6382" y="44577"/>
                        <a:pt x="7239" y="45625"/>
                      </a:cubicBezTo>
                      <a:cubicBezTo>
                        <a:pt x="8382" y="47054"/>
                        <a:pt x="9144" y="47816"/>
                        <a:pt x="9334" y="47911"/>
                      </a:cubicBezTo>
                      <a:cubicBezTo>
                        <a:pt x="8954" y="48387"/>
                        <a:pt x="8477" y="48577"/>
                        <a:pt x="8192" y="48577"/>
                      </a:cubicBezTo>
                      <a:cubicBezTo>
                        <a:pt x="7906" y="48577"/>
                        <a:pt x="7525" y="48292"/>
                        <a:pt x="7144" y="47816"/>
                      </a:cubicBezTo>
                      <a:cubicBezTo>
                        <a:pt x="6763" y="47339"/>
                        <a:pt x="6477" y="47054"/>
                        <a:pt x="6286" y="47054"/>
                      </a:cubicBezTo>
                      <a:cubicBezTo>
                        <a:pt x="5905" y="47054"/>
                        <a:pt x="5334" y="47339"/>
                        <a:pt x="4858" y="47911"/>
                      </a:cubicBezTo>
                      <a:lnTo>
                        <a:pt x="6096" y="46577"/>
                      </a:lnTo>
                      <a:lnTo>
                        <a:pt x="4858" y="45244"/>
                      </a:lnTo>
                      <a:cubicBezTo>
                        <a:pt x="4858" y="45244"/>
                        <a:pt x="4096" y="45720"/>
                        <a:pt x="3048" y="45720"/>
                      </a:cubicBezTo>
                      <a:close/>
                      <a:moveTo>
                        <a:pt x="5620" y="41910"/>
                      </a:moveTo>
                      <a:lnTo>
                        <a:pt x="6763" y="40100"/>
                      </a:lnTo>
                      <a:lnTo>
                        <a:pt x="4381" y="38291"/>
                      </a:lnTo>
                      <a:cubicBezTo>
                        <a:pt x="5048" y="38481"/>
                        <a:pt x="5715" y="38767"/>
                        <a:pt x="6382" y="38957"/>
                      </a:cubicBezTo>
                      <a:cubicBezTo>
                        <a:pt x="7048" y="39148"/>
                        <a:pt x="7525" y="39719"/>
                        <a:pt x="7620" y="40577"/>
                      </a:cubicBezTo>
                      <a:lnTo>
                        <a:pt x="5715" y="41910"/>
                      </a:lnTo>
                      <a:close/>
                      <a:moveTo>
                        <a:pt x="9334" y="58579"/>
                      </a:moveTo>
                      <a:cubicBezTo>
                        <a:pt x="8477" y="58388"/>
                        <a:pt x="8001" y="58102"/>
                        <a:pt x="8001" y="57722"/>
                      </a:cubicBezTo>
                      <a:cubicBezTo>
                        <a:pt x="8001" y="57341"/>
                        <a:pt x="8477" y="56960"/>
                        <a:pt x="9334" y="56579"/>
                      </a:cubicBezTo>
                      <a:lnTo>
                        <a:pt x="9334" y="58579"/>
                      </a:lnTo>
                      <a:close/>
                      <a:moveTo>
                        <a:pt x="17335" y="50959"/>
                      </a:moveTo>
                      <a:lnTo>
                        <a:pt x="16097" y="52102"/>
                      </a:lnTo>
                      <a:cubicBezTo>
                        <a:pt x="16097" y="52102"/>
                        <a:pt x="16288" y="52769"/>
                        <a:pt x="16573" y="53054"/>
                      </a:cubicBezTo>
                      <a:cubicBezTo>
                        <a:pt x="14668" y="53435"/>
                        <a:pt x="13716" y="53531"/>
                        <a:pt x="13811" y="53531"/>
                      </a:cubicBezTo>
                      <a:cubicBezTo>
                        <a:pt x="12383" y="53531"/>
                        <a:pt x="11811" y="52388"/>
                        <a:pt x="11906" y="50102"/>
                      </a:cubicBezTo>
                      <a:lnTo>
                        <a:pt x="14288" y="47816"/>
                      </a:lnTo>
                      <a:lnTo>
                        <a:pt x="12954" y="46482"/>
                      </a:lnTo>
                      <a:lnTo>
                        <a:pt x="16002" y="46958"/>
                      </a:lnTo>
                      <a:lnTo>
                        <a:pt x="14859" y="48292"/>
                      </a:lnTo>
                      <a:lnTo>
                        <a:pt x="17240" y="50959"/>
                      </a:lnTo>
                      <a:close/>
                      <a:moveTo>
                        <a:pt x="15526" y="42577"/>
                      </a:moveTo>
                      <a:lnTo>
                        <a:pt x="12954" y="43910"/>
                      </a:lnTo>
                      <a:lnTo>
                        <a:pt x="11811" y="40577"/>
                      </a:lnTo>
                      <a:cubicBezTo>
                        <a:pt x="12097" y="41339"/>
                        <a:pt x="12763" y="41720"/>
                        <a:pt x="13621" y="41720"/>
                      </a:cubicBezTo>
                      <a:cubicBezTo>
                        <a:pt x="14288" y="41720"/>
                        <a:pt x="14668" y="41339"/>
                        <a:pt x="14954" y="40577"/>
                      </a:cubicBezTo>
                      <a:lnTo>
                        <a:pt x="15621" y="42577"/>
                      </a:lnTo>
                      <a:close/>
                      <a:moveTo>
                        <a:pt x="16859" y="38767"/>
                      </a:moveTo>
                      <a:cubicBezTo>
                        <a:pt x="16859" y="38767"/>
                        <a:pt x="16002" y="39243"/>
                        <a:pt x="14288" y="39243"/>
                      </a:cubicBezTo>
                      <a:lnTo>
                        <a:pt x="14954" y="38291"/>
                      </a:lnTo>
                      <a:lnTo>
                        <a:pt x="16859" y="38767"/>
                      </a:lnTo>
                      <a:close/>
                      <a:moveTo>
                        <a:pt x="16573" y="53054"/>
                      </a:moveTo>
                      <a:cubicBezTo>
                        <a:pt x="17812" y="52864"/>
                        <a:pt x="18764" y="53245"/>
                        <a:pt x="19336" y="54197"/>
                      </a:cubicBezTo>
                      <a:cubicBezTo>
                        <a:pt x="18097" y="54197"/>
                        <a:pt x="17240" y="53816"/>
                        <a:pt x="16573" y="53054"/>
                      </a:cubicBezTo>
                      <a:close/>
                      <a:moveTo>
                        <a:pt x="18193" y="24575"/>
                      </a:moveTo>
                      <a:lnTo>
                        <a:pt x="18669" y="27242"/>
                      </a:lnTo>
                      <a:lnTo>
                        <a:pt x="16859" y="27242"/>
                      </a:lnTo>
                      <a:lnTo>
                        <a:pt x="18097" y="24575"/>
                      </a:lnTo>
                      <a:close/>
                      <a:moveTo>
                        <a:pt x="24479" y="34100"/>
                      </a:moveTo>
                      <a:cubicBezTo>
                        <a:pt x="24384" y="33528"/>
                        <a:pt x="23813" y="33147"/>
                        <a:pt x="22765" y="32766"/>
                      </a:cubicBezTo>
                      <a:cubicBezTo>
                        <a:pt x="21717" y="32385"/>
                        <a:pt x="21241" y="32195"/>
                        <a:pt x="21241" y="31909"/>
                      </a:cubicBezTo>
                      <a:cubicBezTo>
                        <a:pt x="21241" y="31718"/>
                        <a:pt x="21431" y="31337"/>
                        <a:pt x="21908" y="30956"/>
                      </a:cubicBezTo>
                      <a:lnTo>
                        <a:pt x="25432" y="32290"/>
                      </a:lnTo>
                      <a:lnTo>
                        <a:pt x="23146" y="36767"/>
                      </a:lnTo>
                      <a:cubicBezTo>
                        <a:pt x="23146" y="36100"/>
                        <a:pt x="23527" y="35243"/>
                        <a:pt x="24384" y="34100"/>
                      </a:cubicBezTo>
                      <a:close/>
                      <a:moveTo>
                        <a:pt x="21908" y="76391"/>
                      </a:moveTo>
                      <a:cubicBezTo>
                        <a:pt x="21908" y="76391"/>
                        <a:pt x="21431" y="75914"/>
                        <a:pt x="21431" y="75724"/>
                      </a:cubicBezTo>
                      <a:lnTo>
                        <a:pt x="21908" y="76391"/>
                      </a:lnTo>
                      <a:close/>
                      <a:moveTo>
                        <a:pt x="22384" y="68771"/>
                      </a:moveTo>
                      <a:cubicBezTo>
                        <a:pt x="22384" y="70295"/>
                        <a:pt x="22193" y="71152"/>
                        <a:pt x="21908" y="71247"/>
                      </a:cubicBezTo>
                      <a:lnTo>
                        <a:pt x="21908" y="68771"/>
                      </a:lnTo>
                      <a:lnTo>
                        <a:pt x="22384" y="68771"/>
                      </a:lnTo>
                      <a:close/>
                      <a:moveTo>
                        <a:pt x="21908" y="76391"/>
                      </a:moveTo>
                      <a:cubicBezTo>
                        <a:pt x="21908" y="76391"/>
                        <a:pt x="22860" y="76676"/>
                        <a:pt x="24003" y="77057"/>
                      </a:cubicBezTo>
                      <a:cubicBezTo>
                        <a:pt x="24860" y="77438"/>
                        <a:pt x="25241" y="77724"/>
                        <a:pt x="25241" y="78105"/>
                      </a:cubicBezTo>
                      <a:cubicBezTo>
                        <a:pt x="25241" y="78581"/>
                        <a:pt x="24955" y="79058"/>
                        <a:pt x="24479" y="79629"/>
                      </a:cubicBezTo>
                      <a:lnTo>
                        <a:pt x="21908" y="76486"/>
                      </a:lnTo>
                      <a:close/>
                      <a:moveTo>
                        <a:pt x="95345" y="26289"/>
                      </a:moveTo>
                      <a:cubicBezTo>
                        <a:pt x="96393" y="27527"/>
                        <a:pt x="96964" y="28670"/>
                        <a:pt x="96964" y="29718"/>
                      </a:cubicBezTo>
                      <a:cubicBezTo>
                        <a:pt x="96964" y="30575"/>
                        <a:pt x="96488" y="31718"/>
                        <a:pt x="95440" y="33147"/>
                      </a:cubicBezTo>
                      <a:cubicBezTo>
                        <a:pt x="94393" y="34576"/>
                        <a:pt x="93917" y="35719"/>
                        <a:pt x="93917" y="36576"/>
                      </a:cubicBezTo>
                      <a:cubicBezTo>
                        <a:pt x="93917" y="37719"/>
                        <a:pt x="94393" y="38767"/>
                        <a:pt x="95345" y="39910"/>
                      </a:cubicBezTo>
                      <a:cubicBezTo>
                        <a:pt x="94774" y="45053"/>
                        <a:pt x="94583" y="53150"/>
                        <a:pt x="94583" y="64103"/>
                      </a:cubicBezTo>
                      <a:cubicBezTo>
                        <a:pt x="93154" y="64579"/>
                        <a:pt x="92583" y="65627"/>
                        <a:pt x="92678" y="67437"/>
                      </a:cubicBezTo>
                      <a:cubicBezTo>
                        <a:pt x="92773" y="69533"/>
                        <a:pt x="92678" y="70771"/>
                        <a:pt x="92392" y="71247"/>
                      </a:cubicBezTo>
                      <a:cubicBezTo>
                        <a:pt x="86201" y="79248"/>
                        <a:pt x="79819" y="84201"/>
                        <a:pt x="73533" y="85916"/>
                      </a:cubicBezTo>
                      <a:lnTo>
                        <a:pt x="72771" y="85249"/>
                      </a:lnTo>
                      <a:cubicBezTo>
                        <a:pt x="72676" y="87249"/>
                        <a:pt x="71533" y="88202"/>
                        <a:pt x="69247" y="88106"/>
                      </a:cubicBezTo>
                      <a:cubicBezTo>
                        <a:pt x="66104" y="88011"/>
                        <a:pt x="64389" y="88011"/>
                        <a:pt x="64198" y="88106"/>
                      </a:cubicBezTo>
                      <a:lnTo>
                        <a:pt x="62103" y="88106"/>
                      </a:lnTo>
                      <a:cubicBezTo>
                        <a:pt x="62103" y="88106"/>
                        <a:pt x="62103" y="87821"/>
                        <a:pt x="62103" y="85916"/>
                      </a:cubicBezTo>
                      <a:cubicBezTo>
                        <a:pt x="62103" y="85058"/>
                        <a:pt x="62389" y="84392"/>
                        <a:pt x="62865" y="83915"/>
                      </a:cubicBezTo>
                      <a:cubicBezTo>
                        <a:pt x="62103" y="83344"/>
                        <a:pt x="61436" y="83058"/>
                        <a:pt x="60865" y="83058"/>
                      </a:cubicBezTo>
                      <a:cubicBezTo>
                        <a:pt x="60293" y="83058"/>
                        <a:pt x="59626" y="83344"/>
                        <a:pt x="58769" y="83915"/>
                      </a:cubicBezTo>
                      <a:cubicBezTo>
                        <a:pt x="58960" y="84582"/>
                        <a:pt x="59055" y="85154"/>
                        <a:pt x="59055" y="85535"/>
                      </a:cubicBezTo>
                      <a:cubicBezTo>
                        <a:pt x="59055" y="87058"/>
                        <a:pt x="57912" y="87821"/>
                        <a:pt x="55626" y="87821"/>
                      </a:cubicBezTo>
                      <a:cubicBezTo>
                        <a:pt x="54007" y="87916"/>
                        <a:pt x="52292" y="88011"/>
                        <a:pt x="50673" y="88011"/>
                      </a:cubicBezTo>
                      <a:cubicBezTo>
                        <a:pt x="47339" y="84868"/>
                        <a:pt x="43148" y="82963"/>
                        <a:pt x="38100" y="82582"/>
                      </a:cubicBezTo>
                      <a:cubicBezTo>
                        <a:pt x="38005" y="82391"/>
                        <a:pt x="37909" y="82106"/>
                        <a:pt x="37909" y="81915"/>
                      </a:cubicBezTo>
                      <a:cubicBezTo>
                        <a:pt x="37909" y="81629"/>
                        <a:pt x="38005" y="81153"/>
                        <a:pt x="38290" y="80581"/>
                      </a:cubicBezTo>
                      <a:cubicBezTo>
                        <a:pt x="38576" y="80010"/>
                        <a:pt x="38671" y="79629"/>
                        <a:pt x="38671" y="79439"/>
                      </a:cubicBezTo>
                      <a:cubicBezTo>
                        <a:pt x="38671" y="78962"/>
                        <a:pt x="38290" y="78581"/>
                        <a:pt x="37529" y="78296"/>
                      </a:cubicBezTo>
                      <a:cubicBezTo>
                        <a:pt x="37052" y="78772"/>
                        <a:pt x="36671" y="78962"/>
                        <a:pt x="36385" y="78962"/>
                      </a:cubicBezTo>
                      <a:cubicBezTo>
                        <a:pt x="36100" y="78962"/>
                        <a:pt x="35814" y="78677"/>
                        <a:pt x="35242" y="78010"/>
                      </a:cubicBezTo>
                      <a:cubicBezTo>
                        <a:pt x="34671" y="77343"/>
                        <a:pt x="34195" y="76962"/>
                        <a:pt x="33814" y="76962"/>
                      </a:cubicBezTo>
                      <a:cubicBezTo>
                        <a:pt x="34100" y="76581"/>
                        <a:pt x="34290" y="76010"/>
                        <a:pt x="34290" y="75438"/>
                      </a:cubicBezTo>
                      <a:cubicBezTo>
                        <a:pt x="34290" y="73914"/>
                        <a:pt x="33433" y="72962"/>
                        <a:pt x="31718" y="72485"/>
                      </a:cubicBezTo>
                      <a:cubicBezTo>
                        <a:pt x="31337" y="72962"/>
                        <a:pt x="30956" y="73152"/>
                        <a:pt x="30385" y="73152"/>
                      </a:cubicBezTo>
                      <a:cubicBezTo>
                        <a:pt x="29527" y="73152"/>
                        <a:pt x="28575" y="72485"/>
                        <a:pt x="27527" y="71152"/>
                      </a:cubicBezTo>
                      <a:cubicBezTo>
                        <a:pt x="27908" y="70676"/>
                        <a:pt x="28194" y="70295"/>
                        <a:pt x="28194" y="69818"/>
                      </a:cubicBezTo>
                      <a:cubicBezTo>
                        <a:pt x="28194" y="69247"/>
                        <a:pt x="28004" y="68580"/>
                        <a:pt x="27527" y="67723"/>
                      </a:cubicBezTo>
                      <a:cubicBezTo>
                        <a:pt x="27146" y="66866"/>
                        <a:pt x="26860" y="66294"/>
                        <a:pt x="26765" y="66008"/>
                      </a:cubicBezTo>
                      <a:lnTo>
                        <a:pt x="23717" y="67342"/>
                      </a:lnTo>
                      <a:lnTo>
                        <a:pt x="27622" y="64675"/>
                      </a:lnTo>
                      <a:cubicBezTo>
                        <a:pt x="27432" y="63532"/>
                        <a:pt x="26765" y="62484"/>
                        <a:pt x="25622" y="61341"/>
                      </a:cubicBezTo>
                      <a:cubicBezTo>
                        <a:pt x="24479" y="60198"/>
                        <a:pt x="23431" y="59150"/>
                        <a:pt x="22479" y="58198"/>
                      </a:cubicBezTo>
                      <a:cubicBezTo>
                        <a:pt x="23050" y="57626"/>
                        <a:pt x="23622" y="57341"/>
                        <a:pt x="24098" y="57341"/>
                      </a:cubicBezTo>
                      <a:cubicBezTo>
                        <a:pt x="24575" y="57341"/>
                        <a:pt x="25146" y="57626"/>
                        <a:pt x="26003" y="58293"/>
                      </a:cubicBezTo>
                      <a:cubicBezTo>
                        <a:pt x="26860" y="58960"/>
                        <a:pt x="27527" y="59246"/>
                        <a:pt x="27908" y="59246"/>
                      </a:cubicBezTo>
                      <a:cubicBezTo>
                        <a:pt x="28194" y="59246"/>
                        <a:pt x="28480" y="59150"/>
                        <a:pt x="28670" y="58960"/>
                      </a:cubicBezTo>
                      <a:lnTo>
                        <a:pt x="26765" y="54864"/>
                      </a:lnTo>
                      <a:lnTo>
                        <a:pt x="30004" y="54864"/>
                      </a:lnTo>
                      <a:cubicBezTo>
                        <a:pt x="29813" y="55531"/>
                        <a:pt x="30004" y="55912"/>
                        <a:pt x="30861" y="56198"/>
                      </a:cubicBezTo>
                      <a:cubicBezTo>
                        <a:pt x="31242" y="55721"/>
                        <a:pt x="31433" y="54959"/>
                        <a:pt x="31337" y="53721"/>
                      </a:cubicBezTo>
                      <a:lnTo>
                        <a:pt x="31337" y="51435"/>
                      </a:lnTo>
                      <a:cubicBezTo>
                        <a:pt x="30861" y="53531"/>
                        <a:pt x="28956" y="54102"/>
                        <a:pt x="25527" y="53054"/>
                      </a:cubicBezTo>
                      <a:lnTo>
                        <a:pt x="25051" y="44291"/>
                      </a:lnTo>
                      <a:lnTo>
                        <a:pt x="25527" y="44291"/>
                      </a:lnTo>
                      <a:cubicBezTo>
                        <a:pt x="26098" y="43625"/>
                        <a:pt x="26289" y="42958"/>
                        <a:pt x="26289" y="42291"/>
                      </a:cubicBezTo>
                      <a:cubicBezTo>
                        <a:pt x="26289" y="41148"/>
                        <a:pt x="25717" y="40005"/>
                        <a:pt x="24479" y="38862"/>
                      </a:cubicBezTo>
                      <a:lnTo>
                        <a:pt x="26289" y="37910"/>
                      </a:lnTo>
                      <a:cubicBezTo>
                        <a:pt x="25432" y="37719"/>
                        <a:pt x="25051" y="37338"/>
                        <a:pt x="25051" y="36957"/>
                      </a:cubicBezTo>
                      <a:cubicBezTo>
                        <a:pt x="25051" y="36767"/>
                        <a:pt x="25146" y="36385"/>
                        <a:pt x="25432" y="35909"/>
                      </a:cubicBezTo>
                      <a:cubicBezTo>
                        <a:pt x="25717" y="35433"/>
                        <a:pt x="25813" y="35052"/>
                        <a:pt x="25813" y="34671"/>
                      </a:cubicBezTo>
                      <a:cubicBezTo>
                        <a:pt x="25813" y="34290"/>
                        <a:pt x="25717" y="34100"/>
                        <a:pt x="25527" y="33814"/>
                      </a:cubicBezTo>
                      <a:cubicBezTo>
                        <a:pt x="25908" y="33719"/>
                        <a:pt x="26289" y="33814"/>
                        <a:pt x="26670" y="34100"/>
                      </a:cubicBezTo>
                      <a:cubicBezTo>
                        <a:pt x="27242" y="34766"/>
                        <a:pt x="27527" y="35052"/>
                        <a:pt x="27622" y="35052"/>
                      </a:cubicBezTo>
                      <a:lnTo>
                        <a:pt x="30004" y="32385"/>
                      </a:lnTo>
                      <a:cubicBezTo>
                        <a:pt x="29051" y="32480"/>
                        <a:pt x="28194" y="31718"/>
                        <a:pt x="27622" y="30099"/>
                      </a:cubicBezTo>
                      <a:cubicBezTo>
                        <a:pt x="26956" y="28480"/>
                        <a:pt x="26098" y="27813"/>
                        <a:pt x="25051" y="28099"/>
                      </a:cubicBezTo>
                      <a:lnTo>
                        <a:pt x="26860" y="24194"/>
                      </a:lnTo>
                      <a:lnTo>
                        <a:pt x="23813" y="22384"/>
                      </a:lnTo>
                      <a:lnTo>
                        <a:pt x="29623" y="21717"/>
                      </a:lnTo>
                      <a:cubicBezTo>
                        <a:pt x="29718" y="21050"/>
                        <a:pt x="29527" y="20383"/>
                        <a:pt x="28861" y="19717"/>
                      </a:cubicBezTo>
                      <a:cubicBezTo>
                        <a:pt x="28289" y="19050"/>
                        <a:pt x="28004" y="18574"/>
                        <a:pt x="28004" y="18288"/>
                      </a:cubicBezTo>
                      <a:cubicBezTo>
                        <a:pt x="28004" y="18002"/>
                        <a:pt x="28004" y="17621"/>
                        <a:pt x="28289" y="17335"/>
                      </a:cubicBezTo>
                      <a:cubicBezTo>
                        <a:pt x="28765" y="17431"/>
                        <a:pt x="29146" y="17526"/>
                        <a:pt x="29527" y="17526"/>
                      </a:cubicBezTo>
                      <a:cubicBezTo>
                        <a:pt x="30289" y="17526"/>
                        <a:pt x="30766" y="17050"/>
                        <a:pt x="30861" y="16002"/>
                      </a:cubicBezTo>
                      <a:lnTo>
                        <a:pt x="30861" y="13716"/>
                      </a:lnTo>
                      <a:cubicBezTo>
                        <a:pt x="30861" y="13049"/>
                        <a:pt x="31051" y="12573"/>
                        <a:pt x="31337" y="12192"/>
                      </a:cubicBezTo>
                      <a:cubicBezTo>
                        <a:pt x="32861" y="9335"/>
                        <a:pt x="35338" y="6858"/>
                        <a:pt x="38767" y="4763"/>
                      </a:cubicBezTo>
                      <a:cubicBezTo>
                        <a:pt x="41815" y="3239"/>
                        <a:pt x="44672" y="1619"/>
                        <a:pt x="47625" y="0"/>
                      </a:cubicBezTo>
                      <a:cubicBezTo>
                        <a:pt x="48577" y="857"/>
                        <a:pt x="49816" y="1333"/>
                        <a:pt x="51149" y="1333"/>
                      </a:cubicBezTo>
                      <a:cubicBezTo>
                        <a:pt x="51816" y="1333"/>
                        <a:pt x="52768" y="1238"/>
                        <a:pt x="54007" y="952"/>
                      </a:cubicBezTo>
                      <a:cubicBezTo>
                        <a:pt x="55340" y="667"/>
                        <a:pt x="56293" y="572"/>
                        <a:pt x="56959" y="572"/>
                      </a:cubicBezTo>
                      <a:cubicBezTo>
                        <a:pt x="58769" y="572"/>
                        <a:pt x="60293" y="1333"/>
                        <a:pt x="61341" y="2762"/>
                      </a:cubicBezTo>
                      <a:cubicBezTo>
                        <a:pt x="63341" y="1619"/>
                        <a:pt x="65913" y="1143"/>
                        <a:pt x="69151" y="1238"/>
                      </a:cubicBezTo>
                      <a:cubicBezTo>
                        <a:pt x="74295" y="1333"/>
                        <a:pt x="76962" y="1429"/>
                        <a:pt x="77248" y="1429"/>
                      </a:cubicBezTo>
                      <a:cubicBezTo>
                        <a:pt x="77914" y="2667"/>
                        <a:pt x="80486" y="4667"/>
                        <a:pt x="84963" y="7525"/>
                      </a:cubicBezTo>
                      <a:cubicBezTo>
                        <a:pt x="88487" y="9811"/>
                        <a:pt x="90106" y="12478"/>
                        <a:pt x="89630" y="15621"/>
                      </a:cubicBezTo>
                      <a:cubicBezTo>
                        <a:pt x="89535" y="15526"/>
                        <a:pt x="89059" y="15621"/>
                        <a:pt x="88297" y="16097"/>
                      </a:cubicBezTo>
                      <a:cubicBezTo>
                        <a:pt x="90678" y="16193"/>
                        <a:pt x="92297" y="17621"/>
                        <a:pt x="93345" y="20193"/>
                      </a:cubicBezTo>
                      <a:cubicBezTo>
                        <a:pt x="94107" y="22193"/>
                        <a:pt x="94774" y="24098"/>
                        <a:pt x="95440" y="26099"/>
                      </a:cubicBezTo>
                      <a:close/>
                      <a:moveTo>
                        <a:pt x="23241" y="82106"/>
                      </a:moveTo>
                      <a:cubicBezTo>
                        <a:pt x="25241" y="82106"/>
                        <a:pt x="26479" y="82582"/>
                        <a:pt x="26765" y="83439"/>
                      </a:cubicBezTo>
                      <a:lnTo>
                        <a:pt x="26765" y="84773"/>
                      </a:lnTo>
                      <a:lnTo>
                        <a:pt x="23241" y="82106"/>
                      </a:lnTo>
                      <a:close/>
                      <a:moveTo>
                        <a:pt x="23717" y="71914"/>
                      </a:moveTo>
                      <a:cubicBezTo>
                        <a:pt x="23813" y="71342"/>
                        <a:pt x="24193" y="71056"/>
                        <a:pt x="24670" y="71056"/>
                      </a:cubicBezTo>
                      <a:cubicBezTo>
                        <a:pt x="25051" y="71056"/>
                        <a:pt x="25336" y="71342"/>
                        <a:pt x="25527" y="71914"/>
                      </a:cubicBezTo>
                      <a:lnTo>
                        <a:pt x="23717" y="71914"/>
                      </a:lnTo>
                      <a:close/>
                      <a:moveTo>
                        <a:pt x="31337" y="45053"/>
                      </a:moveTo>
                      <a:lnTo>
                        <a:pt x="31337" y="43053"/>
                      </a:lnTo>
                      <a:cubicBezTo>
                        <a:pt x="31242" y="43910"/>
                        <a:pt x="30575" y="44387"/>
                        <a:pt x="29432" y="44387"/>
                      </a:cubicBezTo>
                      <a:cubicBezTo>
                        <a:pt x="28670" y="44387"/>
                        <a:pt x="28099" y="44101"/>
                        <a:pt x="27813" y="43529"/>
                      </a:cubicBezTo>
                      <a:lnTo>
                        <a:pt x="27622" y="43053"/>
                      </a:lnTo>
                      <a:cubicBezTo>
                        <a:pt x="27622" y="43053"/>
                        <a:pt x="27813" y="43339"/>
                        <a:pt x="27813" y="43529"/>
                      </a:cubicBezTo>
                      <a:lnTo>
                        <a:pt x="28765" y="46292"/>
                      </a:lnTo>
                      <a:cubicBezTo>
                        <a:pt x="29813" y="45244"/>
                        <a:pt x="30671" y="44768"/>
                        <a:pt x="31337" y="44958"/>
                      </a:cubicBezTo>
                      <a:close/>
                      <a:moveTo>
                        <a:pt x="30004" y="35338"/>
                      </a:moveTo>
                      <a:lnTo>
                        <a:pt x="33909" y="35338"/>
                      </a:lnTo>
                      <a:lnTo>
                        <a:pt x="33909" y="34004"/>
                      </a:lnTo>
                      <a:cubicBezTo>
                        <a:pt x="33909" y="34004"/>
                        <a:pt x="32861" y="34671"/>
                        <a:pt x="31718" y="34671"/>
                      </a:cubicBezTo>
                      <a:cubicBezTo>
                        <a:pt x="30575" y="34671"/>
                        <a:pt x="30004" y="34862"/>
                        <a:pt x="30004" y="35338"/>
                      </a:cubicBezTo>
                      <a:close/>
                      <a:moveTo>
                        <a:pt x="32575" y="64199"/>
                      </a:moveTo>
                      <a:cubicBezTo>
                        <a:pt x="32671" y="63627"/>
                        <a:pt x="33242" y="63246"/>
                        <a:pt x="34385" y="62865"/>
                      </a:cubicBezTo>
                      <a:cubicBezTo>
                        <a:pt x="35147" y="62579"/>
                        <a:pt x="35338" y="61913"/>
                        <a:pt x="35052" y="61055"/>
                      </a:cubicBezTo>
                      <a:lnTo>
                        <a:pt x="30861" y="62389"/>
                      </a:lnTo>
                      <a:lnTo>
                        <a:pt x="32575" y="64199"/>
                      </a:lnTo>
                      <a:close/>
                      <a:moveTo>
                        <a:pt x="35052" y="48673"/>
                      </a:moveTo>
                      <a:cubicBezTo>
                        <a:pt x="35052" y="48673"/>
                        <a:pt x="34576" y="48387"/>
                        <a:pt x="34195" y="48006"/>
                      </a:cubicBezTo>
                      <a:lnTo>
                        <a:pt x="33052" y="46863"/>
                      </a:lnTo>
                      <a:lnTo>
                        <a:pt x="32575" y="47720"/>
                      </a:lnTo>
                      <a:cubicBezTo>
                        <a:pt x="33147" y="47435"/>
                        <a:pt x="33623" y="47530"/>
                        <a:pt x="34195" y="48006"/>
                      </a:cubicBezTo>
                      <a:lnTo>
                        <a:pt x="35052" y="48673"/>
                      </a:lnTo>
                      <a:close/>
                      <a:moveTo>
                        <a:pt x="33909" y="11621"/>
                      </a:moveTo>
                      <a:lnTo>
                        <a:pt x="33909" y="14954"/>
                      </a:lnTo>
                      <a:cubicBezTo>
                        <a:pt x="33909" y="14954"/>
                        <a:pt x="34195" y="13811"/>
                        <a:pt x="34576" y="11621"/>
                      </a:cubicBezTo>
                      <a:lnTo>
                        <a:pt x="35909" y="11621"/>
                      </a:lnTo>
                      <a:cubicBezTo>
                        <a:pt x="35242" y="11430"/>
                        <a:pt x="34861" y="11430"/>
                        <a:pt x="34576" y="11621"/>
                      </a:cubicBezTo>
                      <a:lnTo>
                        <a:pt x="33909" y="11621"/>
                      </a:lnTo>
                      <a:close/>
                      <a:moveTo>
                        <a:pt x="37624" y="33528"/>
                      </a:moveTo>
                      <a:lnTo>
                        <a:pt x="37624" y="32195"/>
                      </a:lnTo>
                      <a:cubicBezTo>
                        <a:pt x="37624" y="32195"/>
                        <a:pt x="36767" y="31718"/>
                        <a:pt x="35814" y="31718"/>
                      </a:cubicBezTo>
                      <a:cubicBezTo>
                        <a:pt x="35909" y="31814"/>
                        <a:pt x="36004" y="32195"/>
                        <a:pt x="36100" y="32766"/>
                      </a:cubicBezTo>
                      <a:cubicBezTo>
                        <a:pt x="36100" y="33338"/>
                        <a:pt x="36481" y="33719"/>
                        <a:pt x="36862" y="33719"/>
                      </a:cubicBezTo>
                      <a:cubicBezTo>
                        <a:pt x="37052" y="33719"/>
                        <a:pt x="37338" y="33719"/>
                        <a:pt x="37529" y="33528"/>
                      </a:cubicBezTo>
                      <a:close/>
                      <a:moveTo>
                        <a:pt x="40481" y="69914"/>
                      </a:moveTo>
                      <a:lnTo>
                        <a:pt x="40291" y="68961"/>
                      </a:lnTo>
                      <a:cubicBezTo>
                        <a:pt x="40291" y="68961"/>
                        <a:pt x="40958" y="68580"/>
                        <a:pt x="41434" y="68771"/>
                      </a:cubicBezTo>
                      <a:lnTo>
                        <a:pt x="42386" y="68961"/>
                      </a:lnTo>
                      <a:cubicBezTo>
                        <a:pt x="42386" y="68961"/>
                        <a:pt x="42672" y="68390"/>
                        <a:pt x="42577" y="67532"/>
                      </a:cubicBezTo>
                      <a:lnTo>
                        <a:pt x="40196" y="67532"/>
                      </a:lnTo>
                      <a:lnTo>
                        <a:pt x="40386" y="68961"/>
                      </a:lnTo>
                      <a:cubicBezTo>
                        <a:pt x="40386" y="68961"/>
                        <a:pt x="40386" y="69152"/>
                        <a:pt x="40196" y="69342"/>
                      </a:cubicBezTo>
                      <a:cubicBezTo>
                        <a:pt x="40386" y="69533"/>
                        <a:pt x="40576" y="69818"/>
                        <a:pt x="40576" y="70009"/>
                      </a:cubicBezTo>
                      <a:lnTo>
                        <a:pt x="40767" y="71342"/>
                      </a:lnTo>
                      <a:cubicBezTo>
                        <a:pt x="40767" y="70676"/>
                        <a:pt x="40767" y="70199"/>
                        <a:pt x="40576" y="70009"/>
                      </a:cubicBezTo>
                      <a:close/>
                      <a:moveTo>
                        <a:pt x="43053" y="73057"/>
                      </a:moveTo>
                      <a:cubicBezTo>
                        <a:pt x="43053" y="73057"/>
                        <a:pt x="43339" y="72009"/>
                        <a:pt x="43910" y="71247"/>
                      </a:cubicBezTo>
                      <a:cubicBezTo>
                        <a:pt x="43053" y="71056"/>
                        <a:pt x="42196" y="71438"/>
                        <a:pt x="41338" y="72581"/>
                      </a:cubicBezTo>
                      <a:cubicBezTo>
                        <a:pt x="42386" y="72581"/>
                        <a:pt x="43053" y="72771"/>
                        <a:pt x="43148" y="73057"/>
                      </a:cubicBezTo>
                      <a:close/>
                      <a:moveTo>
                        <a:pt x="43910" y="32195"/>
                      </a:moveTo>
                      <a:cubicBezTo>
                        <a:pt x="44291" y="31433"/>
                        <a:pt x="44482" y="30956"/>
                        <a:pt x="44386" y="30861"/>
                      </a:cubicBezTo>
                      <a:lnTo>
                        <a:pt x="43910" y="30861"/>
                      </a:lnTo>
                      <a:cubicBezTo>
                        <a:pt x="43910" y="30861"/>
                        <a:pt x="43625" y="30671"/>
                        <a:pt x="43243" y="30480"/>
                      </a:cubicBezTo>
                      <a:lnTo>
                        <a:pt x="43053" y="30194"/>
                      </a:lnTo>
                      <a:cubicBezTo>
                        <a:pt x="43053" y="30194"/>
                        <a:pt x="43148" y="29813"/>
                        <a:pt x="43434" y="29337"/>
                      </a:cubicBezTo>
                      <a:cubicBezTo>
                        <a:pt x="43720" y="28861"/>
                        <a:pt x="43815" y="28575"/>
                        <a:pt x="43815" y="28385"/>
                      </a:cubicBezTo>
                      <a:lnTo>
                        <a:pt x="42481" y="28385"/>
                      </a:lnTo>
                      <a:lnTo>
                        <a:pt x="42958" y="30194"/>
                      </a:lnTo>
                      <a:cubicBezTo>
                        <a:pt x="42958" y="30194"/>
                        <a:pt x="43148" y="30290"/>
                        <a:pt x="43148" y="30480"/>
                      </a:cubicBezTo>
                      <a:lnTo>
                        <a:pt x="43815" y="32099"/>
                      </a:lnTo>
                      <a:close/>
                      <a:moveTo>
                        <a:pt x="43053" y="52769"/>
                      </a:moveTo>
                      <a:cubicBezTo>
                        <a:pt x="43910" y="52769"/>
                        <a:pt x="44291" y="52483"/>
                        <a:pt x="44101" y="51911"/>
                      </a:cubicBezTo>
                      <a:cubicBezTo>
                        <a:pt x="43910" y="51340"/>
                        <a:pt x="44101" y="50959"/>
                        <a:pt x="44291" y="50768"/>
                      </a:cubicBezTo>
                      <a:lnTo>
                        <a:pt x="42958" y="50768"/>
                      </a:lnTo>
                      <a:lnTo>
                        <a:pt x="42958" y="52769"/>
                      </a:lnTo>
                      <a:close/>
                      <a:moveTo>
                        <a:pt x="73914" y="60960"/>
                      </a:moveTo>
                      <a:lnTo>
                        <a:pt x="74581" y="27527"/>
                      </a:lnTo>
                      <a:lnTo>
                        <a:pt x="72104" y="25718"/>
                      </a:lnTo>
                      <a:cubicBezTo>
                        <a:pt x="71723" y="23813"/>
                        <a:pt x="70390" y="22479"/>
                        <a:pt x="68199" y="21622"/>
                      </a:cubicBezTo>
                      <a:cubicBezTo>
                        <a:pt x="64103" y="20098"/>
                        <a:pt x="62008" y="19336"/>
                        <a:pt x="61913" y="19336"/>
                      </a:cubicBezTo>
                      <a:lnTo>
                        <a:pt x="60769" y="14192"/>
                      </a:lnTo>
                      <a:cubicBezTo>
                        <a:pt x="60008" y="14383"/>
                        <a:pt x="59246" y="15335"/>
                        <a:pt x="58388" y="17050"/>
                      </a:cubicBezTo>
                      <a:cubicBezTo>
                        <a:pt x="57626" y="18764"/>
                        <a:pt x="56674" y="19622"/>
                        <a:pt x="55721" y="19622"/>
                      </a:cubicBezTo>
                      <a:cubicBezTo>
                        <a:pt x="55340" y="19622"/>
                        <a:pt x="54959" y="19526"/>
                        <a:pt x="54388" y="19241"/>
                      </a:cubicBezTo>
                      <a:lnTo>
                        <a:pt x="54864" y="17907"/>
                      </a:lnTo>
                      <a:lnTo>
                        <a:pt x="53626" y="17907"/>
                      </a:lnTo>
                      <a:lnTo>
                        <a:pt x="54388" y="19717"/>
                      </a:lnTo>
                      <a:cubicBezTo>
                        <a:pt x="54388" y="19717"/>
                        <a:pt x="53530" y="20574"/>
                        <a:pt x="52578" y="21622"/>
                      </a:cubicBezTo>
                      <a:cubicBezTo>
                        <a:pt x="51721" y="22670"/>
                        <a:pt x="50959" y="23146"/>
                        <a:pt x="50197" y="23146"/>
                      </a:cubicBezTo>
                      <a:cubicBezTo>
                        <a:pt x="49816" y="23146"/>
                        <a:pt x="49530" y="23146"/>
                        <a:pt x="49244" y="22955"/>
                      </a:cubicBezTo>
                      <a:cubicBezTo>
                        <a:pt x="49244" y="24384"/>
                        <a:pt x="48768" y="26575"/>
                        <a:pt x="48101" y="29337"/>
                      </a:cubicBezTo>
                      <a:cubicBezTo>
                        <a:pt x="47720" y="29051"/>
                        <a:pt x="47434" y="28670"/>
                        <a:pt x="47434" y="28194"/>
                      </a:cubicBezTo>
                      <a:lnTo>
                        <a:pt x="46006" y="28194"/>
                      </a:lnTo>
                      <a:cubicBezTo>
                        <a:pt x="46006" y="28194"/>
                        <a:pt x="45339" y="29051"/>
                        <a:pt x="45339" y="29527"/>
                      </a:cubicBezTo>
                      <a:cubicBezTo>
                        <a:pt x="45339" y="29908"/>
                        <a:pt x="45434" y="30385"/>
                        <a:pt x="45720" y="31052"/>
                      </a:cubicBezTo>
                      <a:cubicBezTo>
                        <a:pt x="46006" y="31718"/>
                        <a:pt x="46101" y="32195"/>
                        <a:pt x="46101" y="32576"/>
                      </a:cubicBezTo>
                      <a:cubicBezTo>
                        <a:pt x="46101" y="33147"/>
                        <a:pt x="45910" y="33528"/>
                        <a:pt x="45434" y="33909"/>
                      </a:cubicBezTo>
                      <a:cubicBezTo>
                        <a:pt x="45910" y="34766"/>
                        <a:pt x="46387" y="35243"/>
                        <a:pt x="47054" y="35243"/>
                      </a:cubicBezTo>
                      <a:cubicBezTo>
                        <a:pt x="47339" y="35243"/>
                        <a:pt x="47815" y="35147"/>
                        <a:pt x="48292" y="34862"/>
                      </a:cubicBezTo>
                      <a:cubicBezTo>
                        <a:pt x="48863" y="34671"/>
                        <a:pt x="49244" y="34576"/>
                        <a:pt x="49625" y="34576"/>
                      </a:cubicBezTo>
                      <a:cubicBezTo>
                        <a:pt x="50292" y="34576"/>
                        <a:pt x="50768" y="35052"/>
                        <a:pt x="51244" y="35909"/>
                      </a:cubicBezTo>
                      <a:cubicBezTo>
                        <a:pt x="50673" y="37052"/>
                        <a:pt x="50101" y="37529"/>
                        <a:pt x="49435" y="37529"/>
                      </a:cubicBezTo>
                      <a:cubicBezTo>
                        <a:pt x="49149" y="37529"/>
                        <a:pt x="48673" y="37433"/>
                        <a:pt x="48196" y="37148"/>
                      </a:cubicBezTo>
                      <a:cubicBezTo>
                        <a:pt x="47625" y="36957"/>
                        <a:pt x="47244" y="36862"/>
                        <a:pt x="46863" y="36862"/>
                      </a:cubicBezTo>
                      <a:cubicBezTo>
                        <a:pt x="46482" y="36862"/>
                        <a:pt x="46196" y="36957"/>
                        <a:pt x="45910" y="37148"/>
                      </a:cubicBezTo>
                      <a:cubicBezTo>
                        <a:pt x="46101" y="37529"/>
                        <a:pt x="46196" y="37814"/>
                        <a:pt x="46196" y="38195"/>
                      </a:cubicBezTo>
                      <a:cubicBezTo>
                        <a:pt x="46196" y="38481"/>
                        <a:pt x="46101" y="38957"/>
                        <a:pt x="45910" y="39433"/>
                      </a:cubicBezTo>
                      <a:cubicBezTo>
                        <a:pt x="45720" y="39910"/>
                        <a:pt x="45625" y="40291"/>
                        <a:pt x="45625" y="40481"/>
                      </a:cubicBezTo>
                      <a:cubicBezTo>
                        <a:pt x="45625" y="41053"/>
                        <a:pt x="46006" y="41434"/>
                        <a:pt x="46768" y="41624"/>
                      </a:cubicBezTo>
                      <a:lnTo>
                        <a:pt x="45529" y="42958"/>
                      </a:lnTo>
                      <a:cubicBezTo>
                        <a:pt x="46006" y="43625"/>
                        <a:pt x="46196" y="44863"/>
                        <a:pt x="46196" y="46577"/>
                      </a:cubicBezTo>
                      <a:lnTo>
                        <a:pt x="46196" y="51816"/>
                      </a:lnTo>
                      <a:cubicBezTo>
                        <a:pt x="46196" y="56007"/>
                        <a:pt x="47054" y="58865"/>
                        <a:pt x="48768" y="60389"/>
                      </a:cubicBezTo>
                      <a:cubicBezTo>
                        <a:pt x="48958" y="60960"/>
                        <a:pt x="48768" y="61531"/>
                        <a:pt x="48387" y="62198"/>
                      </a:cubicBezTo>
                      <a:lnTo>
                        <a:pt x="47434" y="64008"/>
                      </a:lnTo>
                      <a:cubicBezTo>
                        <a:pt x="48387" y="64008"/>
                        <a:pt x="48958" y="64199"/>
                        <a:pt x="49244" y="64675"/>
                      </a:cubicBezTo>
                      <a:cubicBezTo>
                        <a:pt x="49339" y="65342"/>
                        <a:pt x="49054" y="65723"/>
                        <a:pt x="48196" y="65913"/>
                      </a:cubicBezTo>
                      <a:cubicBezTo>
                        <a:pt x="47434" y="66104"/>
                        <a:pt x="46958" y="66294"/>
                        <a:pt x="46863" y="66485"/>
                      </a:cubicBezTo>
                      <a:cubicBezTo>
                        <a:pt x="47149" y="67151"/>
                        <a:pt x="47530" y="67437"/>
                        <a:pt x="48006" y="67437"/>
                      </a:cubicBezTo>
                      <a:cubicBezTo>
                        <a:pt x="48387" y="67437"/>
                        <a:pt x="48768" y="67056"/>
                        <a:pt x="49435" y="66294"/>
                      </a:cubicBezTo>
                      <a:cubicBezTo>
                        <a:pt x="50006" y="65532"/>
                        <a:pt x="50387" y="65151"/>
                        <a:pt x="50673" y="65151"/>
                      </a:cubicBezTo>
                      <a:cubicBezTo>
                        <a:pt x="51054" y="65151"/>
                        <a:pt x="51530" y="65913"/>
                        <a:pt x="51911" y="67342"/>
                      </a:cubicBezTo>
                      <a:lnTo>
                        <a:pt x="53245" y="66008"/>
                      </a:lnTo>
                      <a:cubicBezTo>
                        <a:pt x="54483" y="66485"/>
                        <a:pt x="55626" y="67532"/>
                        <a:pt x="56674" y="69342"/>
                      </a:cubicBezTo>
                      <a:cubicBezTo>
                        <a:pt x="57245" y="70580"/>
                        <a:pt x="57721" y="71723"/>
                        <a:pt x="58293" y="72962"/>
                      </a:cubicBezTo>
                      <a:cubicBezTo>
                        <a:pt x="59626" y="73057"/>
                        <a:pt x="60769" y="72676"/>
                        <a:pt x="61531" y="71819"/>
                      </a:cubicBezTo>
                      <a:cubicBezTo>
                        <a:pt x="62293" y="70961"/>
                        <a:pt x="63341" y="70485"/>
                        <a:pt x="64579" y="70485"/>
                      </a:cubicBezTo>
                      <a:cubicBezTo>
                        <a:pt x="64960" y="71247"/>
                        <a:pt x="65151" y="71723"/>
                        <a:pt x="65056" y="71819"/>
                      </a:cubicBezTo>
                      <a:cubicBezTo>
                        <a:pt x="66580" y="71247"/>
                        <a:pt x="67913" y="69437"/>
                        <a:pt x="69151" y="66389"/>
                      </a:cubicBezTo>
                      <a:cubicBezTo>
                        <a:pt x="70390" y="63341"/>
                        <a:pt x="72009" y="61531"/>
                        <a:pt x="73914" y="60960"/>
                      </a:cubicBezTo>
                      <a:close/>
                      <a:moveTo>
                        <a:pt x="53245" y="38100"/>
                      </a:moveTo>
                      <a:lnTo>
                        <a:pt x="51435" y="36576"/>
                      </a:lnTo>
                      <a:lnTo>
                        <a:pt x="53245" y="36576"/>
                      </a:lnTo>
                      <a:lnTo>
                        <a:pt x="53245" y="38100"/>
                      </a:lnTo>
                      <a:close/>
                      <a:moveTo>
                        <a:pt x="51911" y="72485"/>
                      </a:moveTo>
                      <a:cubicBezTo>
                        <a:pt x="51911" y="72485"/>
                        <a:pt x="52673" y="73152"/>
                        <a:pt x="53054" y="73152"/>
                      </a:cubicBezTo>
                      <a:cubicBezTo>
                        <a:pt x="53435" y="73152"/>
                        <a:pt x="53721" y="72866"/>
                        <a:pt x="54197" y="72200"/>
                      </a:cubicBezTo>
                      <a:cubicBezTo>
                        <a:pt x="54578" y="71533"/>
                        <a:pt x="55150" y="71247"/>
                        <a:pt x="55626" y="71247"/>
                      </a:cubicBezTo>
                      <a:cubicBezTo>
                        <a:pt x="53721" y="70771"/>
                        <a:pt x="52388" y="71247"/>
                        <a:pt x="51911" y="72581"/>
                      </a:cubicBezTo>
                      <a:close/>
                      <a:moveTo>
                        <a:pt x="64008" y="67818"/>
                      </a:moveTo>
                      <a:lnTo>
                        <a:pt x="64484" y="67342"/>
                      </a:lnTo>
                      <a:lnTo>
                        <a:pt x="66294" y="67818"/>
                      </a:lnTo>
                      <a:lnTo>
                        <a:pt x="64008" y="67818"/>
                      </a:lnTo>
                      <a:close/>
                      <a:moveTo>
                        <a:pt x="72104" y="7715"/>
                      </a:moveTo>
                      <a:cubicBezTo>
                        <a:pt x="72104" y="7715"/>
                        <a:pt x="72771" y="8382"/>
                        <a:pt x="73247" y="8382"/>
                      </a:cubicBezTo>
                      <a:cubicBezTo>
                        <a:pt x="73819" y="8382"/>
                        <a:pt x="74390" y="8192"/>
                        <a:pt x="75152" y="7715"/>
                      </a:cubicBezTo>
                      <a:cubicBezTo>
                        <a:pt x="75914" y="7239"/>
                        <a:pt x="76295" y="7049"/>
                        <a:pt x="76390" y="7049"/>
                      </a:cubicBezTo>
                      <a:cubicBezTo>
                        <a:pt x="76105" y="6572"/>
                        <a:pt x="75629" y="6382"/>
                        <a:pt x="75152" y="6382"/>
                      </a:cubicBezTo>
                      <a:cubicBezTo>
                        <a:pt x="74771" y="6382"/>
                        <a:pt x="74295" y="6572"/>
                        <a:pt x="73628" y="7049"/>
                      </a:cubicBezTo>
                      <a:cubicBezTo>
                        <a:pt x="72866" y="7525"/>
                        <a:pt x="72390" y="7715"/>
                        <a:pt x="72104" y="7715"/>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 name="Google Shape;797;p99"/>
                <p:cNvSpPr/>
                <p:nvPr/>
              </p:nvSpPr>
              <p:spPr>
                <a:xfrm>
                  <a:off x="4492941" y="1521999"/>
                  <a:ext cx="92868" cy="104108"/>
                </a:xfrm>
                <a:custGeom>
                  <a:avLst/>
                  <a:gdLst/>
                  <a:ahLst/>
                  <a:cxnLst/>
                  <a:rect l="l" t="t" r="r" b="b"/>
                  <a:pathLst>
                    <a:path w="92868" h="104108" extrusionOk="0">
                      <a:moveTo>
                        <a:pt x="72390" y="57436"/>
                      </a:moveTo>
                      <a:cubicBezTo>
                        <a:pt x="71342" y="58865"/>
                        <a:pt x="71057" y="60674"/>
                        <a:pt x="71533" y="62960"/>
                      </a:cubicBezTo>
                      <a:cubicBezTo>
                        <a:pt x="72009" y="65246"/>
                        <a:pt x="71914" y="66961"/>
                        <a:pt x="71152" y="68294"/>
                      </a:cubicBezTo>
                      <a:cubicBezTo>
                        <a:pt x="70866" y="70580"/>
                        <a:pt x="69342" y="72866"/>
                        <a:pt x="66580" y="75152"/>
                      </a:cubicBezTo>
                      <a:cubicBezTo>
                        <a:pt x="63817" y="77438"/>
                        <a:pt x="62484" y="79343"/>
                        <a:pt x="62484" y="80867"/>
                      </a:cubicBezTo>
                      <a:cubicBezTo>
                        <a:pt x="62484" y="81629"/>
                        <a:pt x="62675" y="82391"/>
                        <a:pt x="62960" y="83153"/>
                      </a:cubicBezTo>
                      <a:lnTo>
                        <a:pt x="63627" y="83153"/>
                      </a:lnTo>
                      <a:lnTo>
                        <a:pt x="63627" y="84011"/>
                      </a:lnTo>
                      <a:cubicBezTo>
                        <a:pt x="62484" y="83248"/>
                        <a:pt x="60293" y="82963"/>
                        <a:pt x="57150" y="83153"/>
                      </a:cubicBezTo>
                      <a:cubicBezTo>
                        <a:pt x="56198" y="85439"/>
                        <a:pt x="54578" y="86582"/>
                        <a:pt x="52292" y="86582"/>
                      </a:cubicBezTo>
                      <a:cubicBezTo>
                        <a:pt x="51625" y="86582"/>
                        <a:pt x="50768" y="86487"/>
                        <a:pt x="49721" y="86296"/>
                      </a:cubicBezTo>
                      <a:cubicBezTo>
                        <a:pt x="48292" y="86106"/>
                        <a:pt x="47434" y="86011"/>
                        <a:pt x="47149" y="86011"/>
                      </a:cubicBezTo>
                      <a:cubicBezTo>
                        <a:pt x="47149" y="85534"/>
                        <a:pt x="46863" y="85058"/>
                        <a:pt x="46292" y="84487"/>
                      </a:cubicBezTo>
                      <a:cubicBezTo>
                        <a:pt x="45720" y="83915"/>
                        <a:pt x="45339" y="83534"/>
                        <a:pt x="45244" y="83153"/>
                      </a:cubicBezTo>
                      <a:cubicBezTo>
                        <a:pt x="45625" y="85915"/>
                        <a:pt x="44101" y="88392"/>
                        <a:pt x="40767" y="90583"/>
                      </a:cubicBezTo>
                      <a:lnTo>
                        <a:pt x="38957" y="88582"/>
                      </a:lnTo>
                      <a:cubicBezTo>
                        <a:pt x="38957" y="88582"/>
                        <a:pt x="37909" y="89249"/>
                        <a:pt x="36862" y="89249"/>
                      </a:cubicBezTo>
                      <a:lnTo>
                        <a:pt x="37624" y="88582"/>
                      </a:lnTo>
                      <a:cubicBezTo>
                        <a:pt x="37624" y="88582"/>
                        <a:pt x="36767" y="87916"/>
                        <a:pt x="36386" y="87916"/>
                      </a:cubicBezTo>
                      <a:cubicBezTo>
                        <a:pt x="36100" y="87916"/>
                        <a:pt x="35528" y="88106"/>
                        <a:pt x="34957" y="88487"/>
                      </a:cubicBezTo>
                      <a:cubicBezTo>
                        <a:pt x="34290" y="88868"/>
                        <a:pt x="33909" y="89154"/>
                        <a:pt x="33623" y="89249"/>
                      </a:cubicBezTo>
                      <a:lnTo>
                        <a:pt x="34481" y="88582"/>
                      </a:lnTo>
                      <a:cubicBezTo>
                        <a:pt x="33528" y="88106"/>
                        <a:pt x="31718" y="88011"/>
                        <a:pt x="28956" y="88106"/>
                      </a:cubicBezTo>
                      <a:cubicBezTo>
                        <a:pt x="26861" y="88106"/>
                        <a:pt x="24956" y="87440"/>
                        <a:pt x="23432" y="86011"/>
                      </a:cubicBezTo>
                      <a:cubicBezTo>
                        <a:pt x="19241" y="84487"/>
                        <a:pt x="14288" y="81248"/>
                        <a:pt x="8477" y="76295"/>
                      </a:cubicBezTo>
                      <a:cubicBezTo>
                        <a:pt x="8858" y="76200"/>
                        <a:pt x="8954" y="75533"/>
                        <a:pt x="8954" y="74295"/>
                      </a:cubicBezTo>
                      <a:cubicBezTo>
                        <a:pt x="7144" y="73342"/>
                        <a:pt x="5525" y="71342"/>
                        <a:pt x="4286" y="68390"/>
                      </a:cubicBezTo>
                      <a:cubicBezTo>
                        <a:pt x="2762" y="64770"/>
                        <a:pt x="1619" y="62484"/>
                        <a:pt x="762" y="61436"/>
                      </a:cubicBezTo>
                      <a:lnTo>
                        <a:pt x="0" y="2762"/>
                      </a:lnTo>
                      <a:lnTo>
                        <a:pt x="2096" y="95"/>
                      </a:lnTo>
                      <a:cubicBezTo>
                        <a:pt x="5334" y="762"/>
                        <a:pt x="11240" y="762"/>
                        <a:pt x="20003" y="95"/>
                      </a:cubicBezTo>
                      <a:cubicBezTo>
                        <a:pt x="19050" y="667"/>
                        <a:pt x="18574" y="1238"/>
                        <a:pt x="18574" y="1905"/>
                      </a:cubicBezTo>
                      <a:cubicBezTo>
                        <a:pt x="18574" y="2381"/>
                        <a:pt x="18955" y="3048"/>
                        <a:pt x="19621" y="4096"/>
                      </a:cubicBezTo>
                      <a:cubicBezTo>
                        <a:pt x="20288" y="5144"/>
                        <a:pt x="20574" y="6001"/>
                        <a:pt x="20479" y="6667"/>
                      </a:cubicBezTo>
                      <a:cubicBezTo>
                        <a:pt x="22765" y="7620"/>
                        <a:pt x="23813" y="9715"/>
                        <a:pt x="23813" y="12954"/>
                      </a:cubicBezTo>
                      <a:cubicBezTo>
                        <a:pt x="23813" y="13906"/>
                        <a:pt x="23717" y="15526"/>
                        <a:pt x="23432" y="17621"/>
                      </a:cubicBezTo>
                      <a:cubicBezTo>
                        <a:pt x="23146" y="19717"/>
                        <a:pt x="23050" y="21336"/>
                        <a:pt x="23050" y="22288"/>
                      </a:cubicBezTo>
                      <a:lnTo>
                        <a:pt x="21717" y="23622"/>
                      </a:lnTo>
                      <a:lnTo>
                        <a:pt x="23527" y="24956"/>
                      </a:lnTo>
                      <a:lnTo>
                        <a:pt x="24194" y="49625"/>
                      </a:lnTo>
                      <a:lnTo>
                        <a:pt x="22288" y="50959"/>
                      </a:lnTo>
                      <a:cubicBezTo>
                        <a:pt x="22860" y="52006"/>
                        <a:pt x="23336" y="54769"/>
                        <a:pt x="23908" y="59150"/>
                      </a:cubicBezTo>
                      <a:cubicBezTo>
                        <a:pt x="24479" y="62865"/>
                        <a:pt x="25432" y="65437"/>
                        <a:pt x="26861" y="66865"/>
                      </a:cubicBezTo>
                      <a:cubicBezTo>
                        <a:pt x="27242" y="67437"/>
                        <a:pt x="28004" y="67723"/>
                        <a:pt x="28956" y="67723"/>
                      </a:cubicBezTo>
                      <a:lnTo>
                        <a:pt x="31337" y="67723"/>
                      </a:lnTo>
                      <a:cubicBezTo>
                        <a:pt x="33528" y="70390"/>
                        <a:pt x="34766" y="73152"/>
                        <a:pt x="35052" y="76105"/>
                      </a:cubicBezTo>
                      <a:cubicBezTo>
                        <a:pt x="34576" y="73152"/>
                        <a:pt x="35624" y="71342"/>
                        <a:pt x="37909" y="70675"/>
                      </a:cubicBezTo>
                      <a:cubicBezTo>
                        <a:pt x="40958" y="69913"/>
                        <a:pt x="42672" y="68961"/>
                        <a:pt x="43244" y="67723"/>
                      </a:cubicBezTo>
                      <a:cubicBezTo>
                        <a:pt x="44863" y="67818"/>
                        <a:pt x="45910" y="67246"/>
                        <a:pt x="46482" y="65913"/>
                      </a:cubicBezTo>
                      <a:cubicBezTo>
                        <a:pt x="47244" y="64198"/>
                        <a:pt x="47911" y="63056"/>
                        <a:pt x="48577" y="62675"/>
                      </a:cubicBezTo>
                      <a:lnTo>
                        <a:pt x="52768" y="61341"/>
                      </a:lnTo>
                      <a:lnTo>
                        <a:pt x="50483" y="59817"/>
                      </a:lnTo>
                      <a:cubicBezTo>
                        <a:pt x="50864" y="47054"/>
                        <a:pt x="50959" y="28289"/>
                        <a:pt x="50959" y="3334"/>
                      </a:cubicBezTo>
                      <a:cubicBezTo>
                        <a:pt x="53245" y="1143"/>
                        <a:pt x="56674" y="0"/>
                        <a:pt x="61246" y="0"/>
                      </a:cubicBezTo>
                      <a:cubicBezTo>
                        <a:pt x="61532" y="0"/>
                        <a:pt x="64770" y="286"/>
                        <a:pt x="70771" y="857"/>
                      </a:cubicBezTo>
                      <a:cubicBezTo>
                        <a:pt x="70771" y="3143"/>
                        <a:pt x="70961" y="6286"/>
                        <a:pt x="71342" y="10287"/>
                      </a:cubicBezTo>
                      <a:cubicBezTo>
                        <a:pt x="71723" y="14288"/>
                        <a:pt x="71914" y="17240"/>
                        <a:pt x="71914" y="19050"/>
                      </a:cubicBezTo>
                      <a:cubicBezTo>
                        <a:pt x="71914" y="21622"/>
                        <a:pt x="71723" y="23908"/>
                        <a:pt x="71247" y="26003"/>
                      </a:cubicBezTo>
                      <a:cubicBezTo>
                        <a:pt x="72295" y="26670"/>
                        <a:pt x="72866" y="27432"/>
                        <a:pt x="72866" y="28289"/>
                      </a:cubicBezTo>
                      <a:cubicBezTo>
                        <a:pt x="72866" y="28956"/>
                        <a:pt x="72390" y="29908"/>
                        <a:pt x="71247" y="31242"/>
                      </a:cubicBezTo>
                      <a:cubicBezTo>
                        <a:pt x="70104" y="32575"/>
                        <a:pt x="69628" y="33623"/>
                        <a:pt x="69628" y="34385"/>
                      </a:cubicBezTo>
                      <a:cubicBezTo>
                        <a:pt x="69628" y="35242"/>
                        <a:pt x="70390" y="36195"/>
                        <a:pt x="71914" y="37052"/>
                      </a:cubicBezTo>
                      <a:cubicBezTo>
                        <a:pt x="71438" y="38195"/>
                        <a:pt x="71247" y="39338"/>
                        <a:pt x="71247" y="40481"/>
                      </a:cubicBezTo>
                      <a:cubicBezTo>
                        <a:pt x="71247" y="41434"/>
                        <a:pt x="71438" y="42958"/>
                        <a:pt x="71818" y="44863"/>
                      </a:cubicBezTo>
                      <a:cubicBezTo>
                        <a:pt x="72200" y="46768"/>
                        <a:pt x="72390" y="48196"/>
                        <a:pt x="72390" y="49054"/>
                      </a:cubicBezTo>
                      <a:cubicBezTo>
                        <a:pt x="72390" y="50959"/>
                        <a:pt x="71818" y="52673"/>
                        <a:pt x="70771" y="54197"/>
                      </a:cubicBezTo>
                      <a:cubicBezTo>
                        <a:pt x="70771" y="55912"/>
                        <a:pt x="70961" y="56959"/>
                        <a:pt x="71247" y="57340"/>
                      </a:cubicBezTo>
                      <a:lnTo>
                        <a:pt x="72485" y="57340"/>
                      </a:lnTo>
                      <a:close/>
                      <a:moveTo>
                        <a:pt x="9334" y="40481"/>
                      </a:moveTo>
                      <a:lnTo>
                        <a:pt x="9334" y="35338"/>
                      </a:lnTo>
                      <a:lnTo>
                        <a:pt x="8382" y="35338"/>
                      </a:lnTo>
                      <a:cubicBezTo>
                        <a:pt x="8382" y="35338"/>
                        <a:pt x="7620" y="35147"/>
                        <a:pt x="7525" y="34671"/>
                      </a:cubicBezTo>
                      <a:cubicBezTo>
                        <a:pt x="7334" y="35242"/>
                        <a:pt x="6953" y="35719"/>
                        <a:pt x="6572" y="36290"/>
                      </a:cubicBezTo>
                      <a:cubicBezTo>
                        <a:pt x="6096" y="36862"/>
                        <a:pt x="5906" y="37243"/>
                        <a:pt x="5906" y="37433"/>
                      </a:cubicBezTo>
                      <a:cubicBezTo>
                        <a:pt x="5906" y="37909"/>
                        <a:pt x="6287" y="38386"/>
                        <a:pt x="7049" y="39052"/>
                      </a:cubicBezTo>
                      <a:cubicBezTo>
                        <a:pt x="7239" y="38862"/>
                        <a:pt x="7429" y="38576"/>
                        <a:pt x="7525" y="38386"/>
                      </a:cubicBezTo>
                      <a:cubicBezTo>
                        <a:pt x="7239" y="37338"/>
                        <a:pt x="7049" y="36671"/>
                        <a:pt x="7049" y="36576"/>
                      </a:cubicBezTo>
                      <a:cubicBezTo>
                        <a:pt x="7049" y="35814"/>
                        <a:pt x="7525" y="35338"/>
                        <a:pt x="8382" y="35242"/>
                      </a:cubicBezTo>
                      <a:lnTo>
                        <a:pt x="8858" y="35242"/>
                      </a:lnTo>
                      <a:lnTo>
                        <a:pt x="9334" y="40386"/>
                      </a:lnTo>
                      <a:close/>
                      <a:moveTo>
                        <a:pt x="17050" y="38481"/>
                      </a:moveTo>
                      <a:cubicBezTo>
                        <a:pt x="17050" y="38481"/>
                        <a:pt x="17050" y="38290"/>
                        <a:pt x="16574" y="38005"/>
                      </a:cubicBezTo>
                      <a:cubicBezTo>
                        <a:pt x="16002" y="37624"/>
                        <a:pt x="15812" y="36576"/>
                        <a:pt x="15812" y="34671"/>
                      </a:cubicBezTo>
                      <a:lnTo>
                        <a:pt x="16574" y="34671"/>
                      </a:lnTo>
                      <a:lnTo>
                        <a:pt x="16574" y="33338"/>
                      </a:lnTo>
                      <a:lnTo>
                        <a:pt x="13335" y="35338"/>
                      </a:lnTo>
                      <a:cubicBezTo>
                        <a:pt x="14383" y="35909"/>
                        <a:pt x="14764" y="36767"/>
                        <a:pt x="14288" y="38005"/>
                      </a:cubicBezTo>
                      <a:cubicBezTo>
                        <a:pt x="13907" y="38005"/>
                        <a:pt x="13811" y="38195"/>
                        <a:pt x="13811" y="38481"/>
                      </a:cubicBezTo>
                      <a:lnTo>
                        <a:pt x="14288" y="38005"/>
                      </a:lnTo>
                      <a:cubicBezTo>
                        <a:pt x="14288" y="38005"/>
                        <a:pt x="15335" y="38005"/>
                        <a:pt x="16574" y="38195"/>
                      </a:cubicBezTo>
                      <a:cubicBezTo>
                        <a:pt x="16764" y="38386"/>
                        <a:pt x="16954" y="38576"/>
                        <a:pt x="17050" y="38576"/>
                      </a:cubicBezTo>
                      <a:close/>
                      <a:moveTo>
                        <a:pt x="44291" y="80010"/>
                      </a:moveTo>
                      <a:lnTo>
                        <a:pt x="46196" y="82677"/>
                      </a:lnTo>
                      <a:lnTo>
                        <a:pt x="45529" y="80010"/>
                      </a:lnTo>
                      <a:lnTo>
                        <a:pt x="44196" y="80010"/>
                      </a:lnTo>
                      <a:close/>
                      <a:moveTo>
                        <a:pt x="48292" y="74200"/>
                      </a:moveTo>
                      <a:lnTo>
                        <a:pt x="48292" y="72866"/>
                      </a:lnTo>
                      <a:lnTo>
                        <a:pt x="47530" y="72390"/>
                      </a:lnTo>
                      <a:lnTo>
                        <a:pt x="48292" y="74200"/>
                      </a:lnTo>
                      <a:close/>
                      <a:moveTo>
                        <a:pt x="52292" y="94107"/>
                      </a:moveTo>
                      <a:cubicBezTo>
                        <a:pt x="52292" y="94107"/>
                        <a:pt x="51911" y="94012"/>
                        <a:pt x="51911" y="93821"/>
                      </a:cubicBezTo>
                      <a:lnTo>
                        <a:pt x="52292" y="94107"/>
                      </a:lnTo>
                      <a:close/>
                      <a:moveTo>
                        <a:pt x="52292" y="94107"/>
                      </a:moveTo>
                      <a:cubicBezTo>
                        <a:pt x="52292" y="94107"/>
                        <a:pt x="53150" y="94393"/>
                        <a:pt x="54197" y="94774"/>
                      </a:cubicBezTo>
                      <a:cubicBezTo>
                        <a:pt x="54959" y="94869"/>
                        <a:pt x="55340" y="95155"/>
                        <a:pt x="55340" y="95631"/>
                      </a:cubicBezTo>
                      <a:cubicBezTo>
                        <a:pt x="55340" y="96012"/>
                        <a:pt x="55055" y="96393"/>
                        <a:pt x="54578" y="96965"/>
                      </a:cubicBezTo>
                      <a:lnTo>
                        <a:pt x="52292" y="94202"/>
                      </a:lnTo>
                      <a:close/>
                      <a:moveTo>
                        <a:pt x="53721" y="75533"/>
                      </a:moveTo>
                      <a:lnTo>
                        <a:pt x="55626" y="75533"/>
                      </a:lnTo>
                      <a:cubicBezTo>
                        <a:pt x="55150" y="74867"/>
                        <a:pt x="55055" y="74390"/>
                        <a:pt x="55150" y="74200"/>
                      </a:cubicBezTo>
                      <a:lnTo>
                        <a:pt x="53721" y="74200"/>
                      </a:lnTo>
                      <a:lnTo>
                        <a:pt x="53721" y="75533"/>
                      </a:lnTo>
                      <a:close/>
                      <a:moveTo>
                        <a:pt x="54578" y="98965"/>
                      </a:moveTo>
                      <a:cubicBezTo>
                        <a:pt x="55245" y="98774"/>
                        <a:pt x="56102" y="99155"/>
                        <a:pt x="57150" y="100108"/>
                      </a:cubicBezTo>
                      <a:cubicBezTo>
                        <a:pt x="57722" y="100584"/>
                        <a:pt x="58198" y="101060"/>
                        <a:pt x="58769" y="101632"/>
                      </a:cubicBezTo>
                      <a:cubicBezTo>
                        <a:pt x="57912" y="101632"/>
                        <a:pt x="57055" y="101156"/>
                        <a:pt x="56102" y="100298"/>
                      </a:cubicBezTo>
                      <a:cubicBezTo>
                        <a:pt x="55150" y="99441"/>
                        <a:pt x="54674" y="98965"/>
                        <a:pt x="54578" y="98965"/>
                      </a:cubicBezTo>
                      <a:close/>
                      <a:moveTo>
                        <a:pt x="65246" y="12668"/>
                      </a:moveTo>
                      <a:cubicBezTo>
                        <a:pt x="65246" y="12668"/>
                        <a:pt x="64389" y="12478"/>
                        <a:pt x="63913" y="12859"/>
                      </a:cubicBezTo>
                      <a:cubicBezTo>
                        <a:pt x="63436" y="13144"/>
                        <a:pt x="63056" y="13335"/>
                        <a:pt x="62865" y="13144"/>
                      </a:cubicBezTo>
                      <a:cubicBezTo>
                        <a:pt x="63436" y="13335"/>
                        <a:pt x="63913" y="13525"/>
                        <a:pt x="64484" y="13525"/>
                      </a:cubicBezTo>
                      <a:cubicBezTo>
                        <a:pt x="65532" y="13525"/>
                        <a:pt x="65818" y="13240"/>
                        <a:pt x="65246" y="12763"/>
                      </a:cubicBezTo>
                      <a:close/>
                      <a:moveTo>
                        <a:pt x="65246" y="90583"/>
                      </a:moveTo>
                      <a:lnTo>
                        <a:pt x="65246" y="91916"/>
                      </a:lnTo>
                      <a:lnTo>
                        <a:pt x="62865" y="91916"/>
                      </a:lnTo>
                      <a:cubicBezTo>
                        <a:pt x="62865" y="91916"/>
                        <a:pt x="63913" y="91154"/>
                        <a:pt x="65246" y="90583"/>
                      </a:cubicBezTo>
                      <a:close/>
                      <a:moveTo>
                        <a:pt x="63532" y="66580"/>
                      </a:moveTo>
                      <a:cubicBezTo>
                        <a:pt x="64865" y="66580"/>
                        <a:pt x="66104" y="65913"/>
                        <a:pt x="67437" y="64579"/>
                      </a:cubicBezTo>
                      <a:cubicBezTo>
                        <a:pt x="66770" y="64198"/>
                        <a:pt x="66104" y="64579"/>
                        <a:pt x="65342" y="65342"/>
                      </a:cubicBezTo>
                      <a:cubicBezTo>
                        <a:pt x="64580" y="66199"/>
                        <a:pt x="64008" y="66580"/>
                        <a:pt x="63627" y="66580"/>
                      </a:cubicBezTo>
                      <a:close/>
                      <a:moveTo>
                        <a:pt x="65246" y="94393"/>
                      </a:moveTo>
                      <a:lnTo>
                        <a:pt x="66104" y="96202"/>
                      </a:lnTo>
                      <a:lnTo>
                        <a:pt x="64199" y="94393"/>
                      </a:lnTo>
                      <a:lnTo>
                        <a:pt x="65342" y="94393"/>
                      </a:lnTo>
                      <a:close/>
                      <a:moveTo>
                        <a:pt x="66104" y="102108"/>
                      </a:moveTo>
                      <a:cubicBezTo>
                        <a:pt x="66104" y="102108"/>
                        <a:pt x="66484" y="103061"/>
                        <a:pt x="67437" y="104108"/>
                      </a:cubicBezTo>
                      <a:lnTo>
                        <a:pt x="65342" y="104108"/>
                      </a:lnTo>
                      <a:lnTo>
                        <a:pt x="65342" y="102108"/>
                      </a:lnTo>
                      <a:lnTo>
                        <a:pt x="66199" y="102108"/>
                      </a:lnTo>
                      <a:close/>
                      <a:moveTo>
                        <a:pt x="68008" y="94393"/>
                      </a:moveTo>
                      <a:cubicBezTo>
                        <a:pt x="68199" y="94964"/>
                        <a:pt x="68675" y="95250"/>
                        <a:pt x="69342" y="95250"/>
                      </a:cubicBezTo>
                      <a:lnTo>
                        <a:pt x="69342" y="95726"/>
                      </a:lnTo>
                      <a:lnTo>
                        <a:pt x="67437" y="95726"/>
                      </a:lnTo>
                      <a:lnTo>
                        <a:pt x="68104" y="94393"/>
                      </a:lnTo>
                      <a:close/>
                      <a:moveTo>
                        <a:pt x="68008" y="87344"/>
                      </a:moveTo>
                      <a:cubicBezTo>
                        <a:pt x="69342" y="86677"/>
                        <a:pt x="70009" y="86296"/>
                        <a:pt x="70104" y="86296"/>
                      </a:cubicBezTo>
                      <a:cubicBezTo>
                        <a:pt x="70580" y="86296"/>
                        <a:pt x="70675" y="86773"/>
                        <a:pt x="70580" y="87821"/>
                      </a:cubicBezTo>
                      <a:cubicBezTo>
                        <a:pt x="70104" y="88392"/>
                        <a:pt x="69723" y="88678"/>
                        <a:pt x="69342" y="88678"/>
                      </a:cubicBezTo>
                      <a:lnTo>
                        <a:pt x="68008" y="87344"/>
                      </a:lnTo>
                      <a:close/>
                      <a:moveTo>
                        <a:pt x="68485" y="79629"/>
                      </a:moveTo>
                      <a:cubicBezTo>
                        <a:pt x="68485" y="79629"/>
                        <a:pt x="68294" y="79438"/>
                        <a:pt x="68294" y="79343"/>
                      </a:cubicBezTo>
                      <a:cubicBezTo>
                        <a:pt x="68294" y="78200"/>
                        <a:pt x="68866" y="77724"/>
                        <a:pt x="70009" y="77724"/>
                      </a:cubicBezTo>
                      <a:cubicBezTo>
                        <a:pt x="70390" y="77724"/>
                        <a:pt x="70675" y="77915"/>
                        <a:pt x="70961" y="78200"/>
                      </a:cubicBezTo>
                      <a:lnTo>
                        <a:pt x="68390" y="79724"/>
                      </a:lnTo>
                      <a:close/>
                      <a:moveTo>
                        <a:pt x="71723" y="75057"/>
                      </a:moveTo>
                      <a:cubicBezTo>
                        <a:pt x="72771" y="74581"/>
                        <a:pt x="73724" y="75248"/>
                        <a:pt x="74295" y="76867"/>
                      </a:cubicBezTo>
                      <a:cubicBezTo>
                        <a:pt x="73152" y="76105"/>
                        <a:pt x="72485" y="75724"/>
                        <a:pt x="72390" y="75724"/>
                      </a:cubicBezTo>
                      <a:lnTo>
                        <a:pt x="71723" y="76390"/>
                      </a:lnTo>
                      <a:lnTo>
                        <a:pt x="71723" y="75057"/>
                      </a:lnTo>
                      <a:close/>
                      <a:moveTo>
                        <a:pt x="79343" y="70485"/>
                      </a:moveTo>
                      <a:cubicBezTo>
                        <a:pt x="79343" y="70485"/>
                        <a:pt x="79534" y="71342"/>
                        <a:pt x="80105" y="71819"/>
                      </a:cubicBezTo>
                      <a:cubicBezTo>
                        <a:pt x="79819" y="72390"/>
                        <a:pt x="79058" y="72676"/>
                        <a:pt x="78010" y="72676"/>
                      </a:cubicBezTo>
                      <a:lnTo>
                        <a:pt x="79343" y="70580"/>
                      </a:lnTo>
                      <a:close/>
                      <a:moveTo>
                        <a:pt x="82106" y="80200"/>
                      </a:moveTo>
                      <a:lnTo>
                        <a:pt x="82582" y="79057"/>
                      </a:lnTo>
                      <a:lnTo>
                        <a:pt x="84392" y="79057"/>
                      </a:lnTo>
                      <a:lnTo>
                        <a:pt x="82106" y="80200"/>
                      </a:lnTo>
                      <a:close/>
                      <a:moveTo>
                        <a:pt x="85154" y="91250"/>
                      </a:moveTo>
                      <a:lnTo>
                        <a:pt x="86582" y="91250"/>
                      </a:lnTo>
                      <a:cubicBezTo>
                        <a:pt x="85916" y="92583"/>
                        <a:pt x="85630" y="93536"/>
                        <a:pt x="85630" y="94202"/>
                      </a:cubicBezTo>
                      <a:lnTo>
                        <a:pt x="85154" y="91250"/>
                      </a:lnTo>
                      <a:close/>
                      <a:moveTo>
                        <a:pt x="85630" y="94202"/>
                      </a:moveTo>
                      <a:lnTo>
                        <a:pt x="85820" y="94488"/>
                      </a:lnTo>
                      <a:cubicBezTo>
                        <a:pt x="85820" y="94488"/>
                        <a:pt x="85630" y="94298"/>
                        <a:pt x="85630" y="94202"/>
                      </a:cubicBezTo>
                      <a:close/>
                      <a:moveTo>
                        <a:pt x="85820" y="63913"/>
                      </a:moveTo>
                      <a:lnTo>
                        <a:pt x="85820" y="62103"/>
                      </a:lnTo>
                      <a:lnTo>
                        <a:pt x="86582" y="62103"/>
                      </a:lnTo>
                      <a:lnTo>
                        <a:pt x="86582" y="63913"/>
                      </a:lnTo>
                      <a:lnTo>
                        <a:pt x="85820" y="63913"/>
                      </a:lnTo>
                      <a:close/>
                      <a:moveTo>
                        <a:pt x="87058" y="97155"/>
                      </a:moveTo>
                      <a:lnTo>
                        <a:pt x="87058" y="95345"/>
                      </a:lnTo>
                      <a:lnTo>
                        <a:pt x="87535" y="95345"/>
                      </a:lnTo>
                      <a:lnTo>
                        <a:pt x="87535" y="97155"/>
                      </a:lnTo>
                      <a:lnTo>
                        <a:pt x="87058" y="97155"/>
                      </a:lnTo>
                      <a:close/>
                      <a:moveTo>
                        <a:pt x="89630" y="82296"/>
                      </a:moveTo>
                      <a:lnTo>
                        <a:pt x="92869" y="80200"/>
                      </a:lnTo>
                      <a:lnTo>
                        <a:pt x="92869" y="81058"/>
                      </a:lnTo>
                      <a:lnTo>
                        <a:pt x="89630" y="82391"/>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 name="Google Shape;798;p99"/>
                <p:cNvSpPr/>
                <p:nvPr/>
              </p:nvSpPr>
              <p:spPr>
                <a:xfrm>
                  <a:off x="4576857" y="1521809"/>
                  <a:ext cx="70294" cy="88392"/>
                </a:xfrm>
                <a:custGeom>
                  <a:avLst/>
                  <a:gdLst/>
                  <a:ahLst/>
                  <a:cxnLst/>
                  <a:rect l="l" t="t" r="r" b="b"/>
                  <a:pathLst>
                    <a:path w="70294" h="88392" extrusionOk="0">
                      <a:moveTo>
                        <a:pt x="60960" y="3239"/>
                      </a:moveTo>
                      <a:cubicBezTo>
                        <a:pt x="64103" y="3239"/>
                        <a:pt x="66104" y="5048"/>
                        <a:pt x="67056" y="8668"/>
                      </a:cubicBezTo>
                      <a:cubicBezTo>
                        <a:pt x="68294" y="13621"/>
                        <a:pt x="69437" y="16478"/>
                        <a:pt x="70295" y="17240"/>
                      </a:cubicBezTo>
                      <a:lnTo>
                        <a:pt x="69818" y="71819"/>
                      </a:lnTo>
                      <a:cubicBezTo>
                        <a:pt x="68675" y="72771"/>
                        <a:pt x="67532" y="74771"/>
                        <a:pt x="66484" y="77724"/>
                      </a:cubicBezTo>
                      <a:cubicBezTo>
                        <a:pt x="65437" y="80677"/>
                        <a:pt x="64008" y="82772"/>
                        <a:pt x="62198" y="83915"/>
                      </a:cubicBezTo>
                      <a:cubicBezTo>
                        <a:pt x="59912" y="83915"/>
                        <a:pt x="57817" y="85154"/>
                        <a:pt x="55912" y="87725"/>
                      </a:cubicBezTo>
                      <a:cubicBezTo>
                        <a:pt x="54483" y="87630"/>
                        <a:pt x="52388" y="87725"/>
                        <a:pt x="49435" y="87916"/>
                      </a:cubicBezTo>
                      <a:cubicBezTo>
                        <a:pt x="46006" y="88202"/>
                        <a:pt x="43624" y="88392"/>
                        <a:pt x="42291" y="88392"/>
                      </a:cubicBezTo>
                      <a:cubicBezTo>
                        <a:pt x="37433" y="88392"/>
                        <a:pt x="33814" y="87154"/>
                        <a:pt x="31432" y="84582"/>
                      </a:cubicBezTo>
                      <a:cubicBezTo>
                        <a:pt x="30575" y="86582"/>
                        <a:pt x="29051" y="87535"/>
                        <a:pt x="26956" y="87535"/>
                      </a:cubicBezTo>
                      <a:cubicBezTo>
                        <a:pt x="26194" y="87535"/>
                        <a:pt x="24955" y="87344"/>
                        <a:pt x="23146" y="86963"/>
                      </a:cubicBezTo>
                      <a:cubicBezTo>
                        <a:pt x="21336" y="86582"/>
                        <a:pt x="20002" y="86392"/>
                        <a:pt x="19145" y="86392"/>
                      </a:cubicBezTo>
                      <a:cubicBezTo>
                        <a:pt x="18383" y="86392"/>
                        <a:pt x="17812" y="86487"/>
                        <a:pt x="17240" y="86678"/>
                      </a:cubicBezTo>
                      <a:lnTo>
                        <a:pt x="17907" y="85820"/>
                      </a:lnTo>
                      <a:cubicBezTo>
                        <a:pt x="17335" y="85058"/>
                        <a:pt x="16669" y="84677"/>
                        <a:pt x="15812" y="84677"/>
                      </a:cubicBezTo>
                      <a:cubicBezTo>
                        <a:pt x="15240" y="84677"/>
                        <a:pt x="14478" y="84963"/>
                        <a:pt x="13525" y="85439"/>
                      </a:cubicBezTo>
                      <a:cubicBezTo>
                        <a:pt x="12478" y="85916"/>
                        <a:pt x="11716" y="86201"/>
                        <a:pt x="11335" y="86201"/>
                      </a:cubicBezTo>
                      <a:cubicBezTo>
                        <a:pt x="10763" y="86201"/>
                        <a:pt x="10287" y="85916"/>
                        <a:pt x="9906" y="85344"/>
                      </a:cubicBezTo>
                      <a:cubicBezTo>
                        <a:pt x="9334" y="86011"/>
                        <a:pt x="8858" y="86297"/>
                        <a:pt x="8287" y="86297"/>
                      </a:cubicBezTo>
                      <a:cubicBezTo>
                        <a:pt x="7620" y="86297"/>
                        <a:pt x="6953" y="85820"/>
                        <a:pt x="6382" y="84773"/>
                      </a:cubicBezTo>
                      <a:cubicBezTo>
                        <a:pt x="5715" y="83725"/>
                        <a:pt x="5334" y="83249"/>
                        <a:pt x="5239" y="83249"/>
                      </a:cubicBezTo>
                      <a:cubicBezTo>
                        <a:pt x="5048" y="83249"/>
                        <a:pt x="4858" y="84011"/>
                        <a:pt x="4763" y="85344"/>
                      </a:cubicBezTo>
                      <a:cubicBezTo>
                        <a:pt x="4477" y="84106"/>
                        <a:pt x="3905" y="83344"/>
                        <a:pt x="3143" y="83058"/>
                      </a:cubicBezTo>
                      <a:cubicBezTo>
                        <a:pt x="2096" y="82582"/>
                        <a:pt x="1238" y="81915"/>
                        <a:pt x="762" y="80867"/>
                      </a:cubicBezTo>
                      <a:lnTo>
                        <a:pt x="1238" y="58674"/>
                      </a:lnTo>
                      <a:cubicBezTo>
                        <a:pt x="476" y="57912"/>
                        <a:pt x="381" y="56293"/>
                        <a:pt x="952" y="53816"/>
                      </a:cubicBezTo>
                      <a:cubicBezTo>
                        <a:pt x="1524" y="51340"/>
                        <a:pt x="1143" y="49530"/>
                        <a:pt x="0" y="48482"/>
                      </a:cubicBezTo>
                      <a:cubicBezTo>
                        <a:pt x="667" y="47149"/>
                        <a:pt x="762" y="44768"/>
                        <a:pt x="286" y="41434"/>
                      </a:cubicBezTo>
                      <a:cubicBezTo>
                        <a:pt x="-95" y="38005"/>
                        <a:pt x="286" y="35528"/>
                        <a:pt x="1238" y="34004"/>
                      </a:cubicBezTo>
                      <a:cubicBezTo>
                        <a:pt x="667" y="30671"/>
                        <a:pt x="381" y="29147"/>
                        <a:pt x="381" y="29242"/>
                      </a:cubicBezTo>
                      <a:cubicBezTo>
                        <a:pt x="381" y="27718"/>
                        <a:pt x="1048" y="26670"/>
                        <a:pt x="2476" y="26289"/>
                      </a:cubicBezTo>
                      <a:cubicBezTo>
                        <a:pt x="1429" y="25718"/>
                        <a:pt x="857" y="24860"/>
                        <a:pt x="857" y="23622"/>
                      </a:cubicBezTo>
                      <a:cubicBezTo>
                        <a:pt x="857" y="23241"/>
                        <a:pt x="857" y="22860"/>
                        <a:pt x="1048" y="22193"/>
                      </a:cubicBezTo>
                      <a:cubicBezTo>
                        <a:pt x="1143" y="21622"/>
                        <a:pt x="1238" y="21146"/>
                        <a:pt x="1238" y="20955"/>
                      </a:cubicBezTo>
                      <a:cubicBezTo>
                        <a:pt x="1238" y="20384"/>
                        <a:pt x="1048" y="20003"/>
                        <a:pt x="762" y="19812"/>
                      </a:cubicBezTo>
                      <a:cubicBezTo>
                        <a:pt x="1619" y="19241"/>
                        <a:pt x="2191" y="18479"/>
                        <a:pt x="2572" y="17526"/>
                      </a:cubicBezTo>
                      <a:cubicBezTo>
                        <a:pt x="3238" y="16002"/>
                        <a:pt x="3810" y="14859"/>
                        <a:pt x="4381" y="14097"/>
                      </a:cubicBezTo>
                      <a:cubicBezTo>
                        <a:pt x="2191" y="13811"/>
                        <a:pt x="1143" y="12573"/>
                        <a:pt x="1143" y="10478"/>
                      </a:cubicBezTo>
                      <a:lnTo>
                        <a:pt x="1143" y="8668"/>
                      </a:lnTo>
                      <a:cubicBezTo>
                        <a:pt x="1238" y="7810"/>
                        <a:pt x="1333" y="7049"/>
                        <a:pt x="1333" y="6477"/>
                      </a:cubicBezTo>
                      <a:cubicBezTo>
                        <a:pt x="1333" y="5525"/>
                        <a:pt x="1143" y="4667"/>
                        <a:pt x="857" y="4001"/>
                      </a:cubicBezTo>
                      <a:cubicBezTo>
                        <a:pt x="2000" y="2286"/>
                        <a:pt x="4000" y="1334"/>
                        <a:pt x="6667" y="1334"/>
                      </a:cubicBezTo>
                      <a:lnTo>
                        <a:pt x="10382" y="1334"/>
                      </a:lnTo>
                      <a:cubicBezTo>
                        <a:pt x="12478" y="1334"/>
                        <a:pt x="14288" y="953"/>
                        <a:pt x="15526" y="0"/>
                      </a:cubicBezTo>
                      <a:cubicBezTo>
                        <a:pt x="18764" y="857"/>
                        <a:pt x="22479" y="1334"/>
                        <a:pt x="26860" y="1334"/>
                      </a:cubicBezTo>
                      <a:cubicBezTo>
                        <a:pt x="28765" y="1334"/>
                        <a:pt x="31718" y="1238"/>
                        <a:pt x="35719" y="953"/>
                      </a:cubicBezTo>
                      <a:cubicBezTo>
                        <a:pt x="39719" y="667"/>
                        <a:pt x="42672" y="572"/>
                        <a:pt x="44577" y="572"/>
                      </a:cubicBezTo>
                      <a:cubicBezTo>
                        <a:pt x="46768" y="572"/>
                        <a:pt x="48673" y="667"/>
                        <a:pt x="50387" y="953"/>
                      </a:cubicBezTo>
                      <a:cubicBezTo>
                        <a:pt x="51054" y="1143"/>
                        <a:pt x="52388" y="1810"/>
                        <a:pt x="54578" y="2953"/>
                      </a:cubicBezTo>
                      <a:cubicBezTo>
                        <a:pt x="56102" y="3715"/>
                        <a:pt x="57340" y="4096"/>
                        <a:pt x="58293" y="4096"/>
                      </a:cubicBezTo>
                      <a:cubicBezTo>
                        <a:pt x="59150" y="4096"/>
                        <a:pt x="60103" y="3810"/>
                        <a:pt x="61055" y="3239"/>
                      </a:cubicBezTo>
                      <a:close/>
                      <a:moveTo>
                        <a:pt x="2572" y="61341"/>
                      </a:moveTo>
                      <a:cubicBezTo>
                        <a:pt x="3524" y="61436"/>
                        <a:pt x="4572" y="61151"/>
                        <a:pt x="5620" y="60484"/>
                      </a:cubicBezTo>
                      <a:lnTo>
                        <a:pt x="4191" y="59627"/>
                      </a:lnTo>
                      <a:cubicBezTo>
                        <a:pt x="3620" y="59150"/>
                        <a:pt x="3143" y="59055"/>
                        <a:pt x="2572" y="59246"/>
                      </a:cubicBezTo>
                      <a:lnTo>
                        <a:pt x="2572" y="61246"/>
                      </a:lnTo>
                      <a:close/>
                      <a:moveTo>
                        <a:pt x="8096" y="11716"/>
                      </a:moveTo>
                      <a:cubicBezTo>
                        <a:pt x="7144" y="10763"/>
                        <a:pt x="6477" y="10287"/>
                        <a:pt x="6191" y="10382"/>
                      </a:cubicBezTo>
                      <a:lnTo>
                        <a:pt x="7525" y="12668"/>
                      </a:lnTo>
                      <a:cubicBezTo>
                        <a:pt x="7525" y="12668"/>
                        <a:pt x="7620" y="12002"/>
                        <a:pt x="8191" y="11621"/>
                      </a:cubicBezTo>
                      <a:close/>
                      <a:moveTo>
                        <a:pt x="6191" y="23622"/>
                      </a:moveTo>
                      <a:cubicBezTo>
                        <a:pt x="6858" y="23717"/>
                        <a:pt x="7525" y="23432"/>
                        <a:pt x="8096" y="22670"/>
                      </a:cubicBezTo>
                      <a:cubicBezTo>
                        <a:pt x="8763" y="21908"/>
                        <a:pt x="8954" y="21241"/>
                        <a:pt x="8763" y="20479"/>
                      </a:cubicBezTo>
                      <a:cubicBezTo>
                        <a:pt x="8191" y="20288"/>
                        <a:pt x="7810" y="20193"/>
                        <a:pt x="7620" y="20193"/>
                      </a:cubicBezTo>
                      <a:cubicBezTo>
                        <a:pt x="7144" y="20193"/>
                        <a:pt x="6953" y="20955"/>
                        <a:pt x="6763" y="22479"/>
                      </a:cubicBezTo>
                      <a:cubicBezTo>
                        <a:pt x="6763" y="23051"/>
                        <a:pt x="6477" y="23432"/>
                        <a:pt x="6096" y="23622"/>
                      </a:cubicBezTo>
                      <a:close/>
                      <a:moveTo>
                        <a:pt x="49911" y="40386"/>
                      </a:moveTo>
                      <a:cubicBezTo>
                        <a:pt x="48577" y="36005"/>
                        <a:pt x="48577" y="29528"/>
                        <a:pt x="49911" y="21146"/>
                      </a:cubicBezTo>
                      <a:cubicBezTo>
                        <a:pt x="48292" y="19431"/>
                        <a:pt x="45053" y="18479"/>
                        <a:pt x="40005" y="18479"/>
                      </a:cubicBezTo>
                      <a:lnTo>
                        <a:pt x="41815" y="15335"/>
                      </a:lnTo>
                      <a:cubicBezTo>
                        <a:pt x="41434" y="16193"/>
                        <a:pt x="40100" y="16669"/>
                        <a:pt x="38100" y="16669"/>
                      </a:cubicBezTo>
                      <a:cubicBezTo>
                        <a:pt x="37814" y="16669"/>
                        <a:pt x="37147" y="16669"/>
                        <a:pt x="36290" y="16478"/>
                      </a:cubicBezTo>
                      <a:lnTo>
                        <a:pt x="34195" y="16478"/>
                      </a:lnTo>
                      <a:cubicBezTo>
                        <a:pt x="30956" y="16478"/>
                        <a:pt x="28861" y="17335"/>
                        <a:pt x="28099" y="19145"/>
                      </a:cubicBezTo>
                      <a:cubicBezTo>
                        <a:pt x="27432" y="18955"/>
                        <a:pt x="26860" y="18860"/>
                        <a:pt x="26289" y="18860"/>
                      </a:cubicBezTo>
                      <a:cubicBezTo>
                        <a:pt x="25337" y="18860"/>
                        <a:pt x="24098" y="19336"/>
                        <a:pt x="22765" y="20193"/>
                      </a:cubicBezTo>
                      <a:cubicBezTo>
                        <a:pt x="21336" y="21050"/>
                        <a:pt x="20288" y="21527"/>
                        <a:pt x="19526" y="21527"/>
                      </a:cubicBezTo>
                      <a:cubicBezTo>
                        <a:pt x="19050" y="21527"/>
                        <a:pt x="18574" y="21431"/>
                        <a:pt x="18097" y="21241"/>
                      </a:cubicBezTo>
                      <a:cubicBezTo>
                        <a:pt x="18479" y="21717"/>
                        <a:pt x="18764" y="22098"/>
                        <a:pt x="18764" y="22384"/>
                      </a:cubicBezTo>
                      <a:cubicBezTo>
                        <a:pt x="18764" y="22670"/>
                        <a:pt x="18288" y="22955"/>
                        <a:pt x="17240" y="23146"/>
                      </a:cubicBezTo>
                      <a:cubicBezTo>
                        <a:pt x="16192" y="23336"/>
                        <a:pt x="15621" y="23527"/>
                        <a:pt x="15526" y="23717"/>
                      </a:cubicBezTo>
                      <a:cubicBezTo>
                        <a:pt x="14668" y="24384"/>
                        <a:pt x="14288" y="24956"/>
                        <a:pt x="14288" y="25337"/>
                      </a:cubicBezTo>
                      <a:cubicBezTo>
                        <a:pt x="14288" y="25622"/>
                        <a:pt x="14668" y="26194"/>
                        <a:pt x="15526" y="26860"/>
                      </a:cubicBezTo>
                      <a:cubicBezTo>
                        <a:pt x="16383" y="27527"/>
                        <a:pt x="16764" y="28194"/>
                        <a:pt x="16764" y="28766"/>
                      </a:cubicBezTo>
                      <a:lnTo>
                        <a:pt x="13240" y="30099"/>
                      </a:lnTo>
                      <a:cubicBezTo>
                        <a:pt x="13240" y="30099"/>
                        <a:pt x="13906" y="29909"/>
                        <a:pt x="14192" y="29909"/>
                      </a:cubicBezTo>
                      <a:cubicBezTo>
                        <a:pt x="14954" y="29909"/>
                        <a:pt x="15621" y="30575"/>
                        <a:pt x="16288" y="31814"/>
                      </a:cubicBezTo>
                      <a:cubicBezTo>
                        <a:pt x="16954" y="33052"/>
                        <a:pt x="17526" y="33814"/>
                        <a:pt x="18097" y="34004"/>
                      </a:cubicBezTo>
                      <a:cubicBezTo>
                        <a:pt x="20193" y="34290"/>
                        <a:pt x="21336" y="36385"/>
                        <a:pt x="21526" y="40291"/>
                      </a:cubicBezTo>
                      <a:cubicBezTo>
                        <a:pt x="21431" y="43529"/>
                        <a:pt x="21336" y="46673"/>
                        <a:pt x="21336" y="49816"/>
                      </a:cubicBezTo>
                      <a:cubicBezTo>
                        <a:pt x="21146" y="50102"/>
                        <a:pt x="21050" y="50483"/>
                        <a:pt x="21050" y="50768"/>
                      </a:cubicBezTo>
                      <a:cubicBezTo>
                        <a:pt x="21050" y="51054"/>
                        <a:pt x="21336" y="51530"/>
                        <a:pt x="21812" y="52102"/>
                      </a:cubicBezTo>
                      <a:cubicBezTo>
                        <a:pt x="22288" y="52673"/>
                        <a:pt x="22574" y="53054"/>
                        <a:pt x="22574" y="53245"/>
                      </a:cubicBezTo>
                      <a:cubicBezTo>
                        <a:pt x="22574" y="53435"/>
                        <a:pt x="22384" y="53721"/>
                        <a:pt x="21907" y="54102"/>
                      </a:cubicBezTo>
                      <a:cubicBezTo>
                        <a:pt x="20383" y="57722"/>
                        <a:pt x="20574" y="59817"/>
                        <a:pt x="22384" y="60484"/>
                      </a:cubicBezTo>
                      <a:lnTo>
                        <a:pt x="20669" y="61817"/>
                      </a:lnTo>
                      <a:cubicBezTo>
                        <a:pt x="21241" y="62484"/>
                        <a:pt x="21431" y="63246"/>
                        <a:pt x="21431" y="64103"/>
                      </a:cubicBezTo>
                      <a:lnTo>
                        <a:pt x="21431" y="65437"/>
                      </a:lnTo>
                      <a:cubicBezTo>
                        <a:pt x="21336" y="66008"/>
                        <a:pt x="21241" y="66389"/>
                        <a:pt x="21241" y="66580"/>
                      </a:cubicBezTo>
                      <a:cubicBezTo>
                        <a:pt x="21241" y="67913"/>
                        <a:pt x="21907" y="68866"/>
                        <a:pt x="23146" y="69533"/>
                      </a:cubicBezTo>
                      <a:cubicBezTo>
                        <a:pt x="24670" y="69628"/>
                        <a:pt x="26765" y="69342"/>
                        <a:pt x="29432" y="68675"/>
                      </a:cubicBezTo>
                      <a:cubicBezTo>
                        <a:pt x="30575" y="70961"/>
                        <a:pt x="32004" y="72104"/>
                        <a:pt x="33623" y="72104"/>
                      </a:cubicBezTo>
                      <a:cubicBezTo>
                        <a:pt x="34766" y="72104"/>
                        <a:pt x="36385" y="71342"/>
                        <a:pt x="38671" y="69818"/>
                      </a:cubicBezTo>
                      <a:cubicBezTo>
                        <a:pt x="40957" y="68294"/>
                        <a:pt x="42767" y="67532"/>
                        <a:pt x="43910" y="67532"/>
                      </a:cubicBezTo>
                      <a:cubicBezTo>
                        <a:pt x="44863" y="67532"/>
                        <a:pt x="45815" y="67913"/>
                        <a:pt x="46672" y="68675"/>
                      </a:cubicBezTo>
                      <a:cubicBezTo>
                        <a:pt x="48482" y="66675"/>
                        <a:pt x="49435" y="64008"/>
                        <a:pt x="49435" y="60579"/>
                      </a:cubicBezTo>
                      <a:cubicBezTo>
                        <a:pt x="49435" y="57912"/>
                        <a:pt x="48958" y="55435"/>
                        <a:pt x="48006" y="52959"/>
                      </a:cubicBezTo>
                      <a:cubicBezTo>
                        <a:pt x="49530" y="51816"/>
                        <a:pt x="50006" y="49721"/>
                        <a:pt x="49625" y="46482"/>
                      </a:cubicBezTo>
                      <a:cubicBezTo>
                        <a:pt x="49244" y="43339"/>
                        <a:pt x="49339" y="41243"/>
                        <a:pt x="50006" y="40196"/>
                      </a:cubicBezTo>
                      <a:close/>
                      <a:moveTo>
                        <a:pt x="13811" y="37052"/>
                      </a:moveTo>
                      <a:lnTo>
                        <a:pt x="16192" y="37529"/>
                      </a:lnTo>
                      <a:lnTo>
                        <a:pt x="15526" y="37052"/>
                      </a:lnTo>
                      <a:lnTo>
                        <a:pt x="13811" y="37052"/>
                      </a:lnTo>
                      <a:close/>
                      <a:moveTo>
                        <a:pt x="18764" y="26670"/>
                      </a:moveTo>
                      <a:cubicBezTo>
                        <a:pt x="18764" y="26670"/>
                        <a:pt x="19621" y="26194"/>
                        <a:pt x="20574" y="26194"/>
                      </a:cubicBezTo>
                      <a:cubicBezTo>
                        <a:pt x="20288" y="26670"/>
                        <a:pt x="19717" y="26860"/>
                        <a:pt x="18955" y="26860"/>
                      </a:cubicBezTo>
                      <a:lnTo>
                        <a:pt x="16859" y="26670"/>
                      </a:lnTo>
                      <a:lnTo>
                        <a:pt x="16859" y="25337"/>
                      </a:lnTo>
                      <a:cubicBezTo>
                        <a:pt x="16859" y="25337"/>
                        <a:pt x="17526" y="25337"/>
                        <a:pt x="17907" y="25908"/>
                      </a:cubicBezTo>
                      <a:cubicBezTo>
                        <a:pt x="18288" y="26384"/>
                        <a:pt x="18574" y="26670"/>
                        <a:pt x="18764" y="26670"/>
                      </a:cubicBezTo>
                      <a:close/>
                      <a:moveTo>
                        <a:pt x="38005" y="10859"/>
                      </a:moveTo>
                      <a:cubicBezTo>
                        <a:pt x="38005" y="10859"/>
                        <a:pt x="37243" y="10382"/>
                        <a:pt x="36100" y="10382"/>
                      </a:cubicBezTo>
                      <a:lnTo>
                        <a:pt x="36957" y="12192"/>
                      </a:lnTo>
                      <a:lnTo>
                        <a:pt x="38100" y="10859"/>
                      </a:lnTo>
                      <a:close/>
                      <a:moveTo>
                        <a:pt x="39338" y="3905"/>
                      </a:moveTo>
                      <a:lnTo>
                        <a:pt x="38862" y="3048"/>
                      </a:lnTo>
                      <a:lnTo>
                        <a:pt x="39338" y="5715"/>
                      </a:lnTo>
                      <a:lnTo>
                        <a:pt x="39338" y="3905"/>
                      </a:lnTo>
                      <a:close/>
                      <a:moveTo>
                        <a:pt x="43720" y="6191"/>
                      </a:moveTo>
                      <a:cubicBezTo>
                        <a:pt x="43148" y="6096"/>
                        <a:pt x="42767" y="6191"/>
                        <a:pt x="42577" y="6668"/>
                      </a:cubicBezTo>
                      <a:cubicBezTo>
                        <a:pt x="42386" y="7144"/>
                        <a:pt x="42196" y="7430"/>
                        <a:pt x="41910" y="7525"/>
                      </a:cubicBezTo>
                      <a:lnTo>
                        <a:pt x="43720" y="7525"/>
                      </a:lnTo>
                      <a:lnTo>
                        <a:pt x="43720" y="6191"/>
                      </a:lnTo>
                      <a:close/>
                      <a:moveTo>
                        <a:pt x="46768" y="16574"/>
                      </a:moveTo>
                      <a:cubicBezTo>
                        <a:pt x="46768" y="15335"/>
                        <a:pt x="47244" y="15050"/>
                        <a:pt x="48292" y="15621"/>
                      </a:cubicBezTo>
                      <a:cubicBezTo>
                        <a:pt x="49339" y="16193"/>
                        <a:pt x="49911" y="16097"/>
                        <a:pt x="50006" y="15335"/>
                      </a:cubicBezTo>
                      <a:cubicBezTo>
                        <a:pt x="49625" y="15526"/>
                        <a:pt x="49339" y="15621"/>
                        <a:pt x="49054" y="15621"/>
                      </a:cubicBezTo>
                      <a:cubicBezTo>
                        <a:pt x="48673" y="15621"/>
                        <a:pt x="48196" y="15335"/>
                        <a:pt x="47530" y="14764"/>
                      </a:cubicBezTo>
                      <a:cubicBezTo>
                        <a:pt x="46768" y="14192"/>
                        <a:pt x="46101" y="13907"/>
                        <a:pt x="45529" y="14002"/>
                      </a:cubicBezTo>
                      <a:lnTo>
                        <a:pt x="45529" y="16669"/>
                      </a:lnTo>
                      <a:lnTo>
                        <a:pt x="46768" y="16669"/>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99" name="Google Shape;799;p99"/>
              <p:cNvGrpSpPr/>
              <p:nvPr/>
            </p:nvGrpSpPr>
            <p:grpSpPr>
              <a:xfrm>
                <a:off x="9140755" y="6967157"/>
                <a:ext cx="775525" cy="231171"/>
                <a:chOff x="3887437" y="4685252"/>
                <a:chExt cx="775525" cy="231171"/>
              </a:xfrm>
            </p:grpSpPr>
            <p:sp>
              <p:nvSpPr>
                <p:cNvPr id="800" name="Google Shape;800;p99"/>
                <p:cNvSpPr/>
                <p:nvPr/>
              </p:nvSpPr>
              <p:spPr>
                <a:xfrm>
                  <a:off x="3887437" y="4712017"/>
                  <a:ext cx="139064" cy="172878"/>
                </a:xfrm>
                <a:custGeom>
                  <a:avLst/>
                  <a:gdLst/>
                  <a:ahLst/>
                  <a:cxnLst/>
                  <a:rect l="l" t="t" r="r" b="b"/>
                  <a:pathLst>
                    <a:path w="139064" h="172878" extrusionOk="0">
                      <a:moveTo>
                        <a:pt x="105632" y="2953"/>
                      </a:moveTo>
                      <a:cubicBezTo>
                        <a:pt x="107347" y="2953"/>
                        <a:pt x="109156" y="4667"/>
                        <a:pt x="110966" y="8001"/>
                      </a:cubicBezTo>
                      <a:cubicBezTo>
                        <a:pt x="112776" y="11335"/>
                        <a:pt x="114490" y="12954"/>
                        <a:pt x="116014" y="12954"/>
                      </a:cubicBezTo>
                      <a:cubicBezTo>
                        <a:pt x="117348" y="12954"/>
                        <a:pt x="118681" y="12287"/>
                        <a:pt x="120205" y="11049"/>
                      </a:cubicBezTo>
                      <a:cubicBezTo>
                        <a:pt x="121253" y="13811"/>
                        <a:pt x="123920" y="17050"/>
                        <a:pt x="128302" y="20764"/>
                      </a:cubicBezTo>
                      <a:cubicBezTo>
                        <a:pt x="132588" y="24384"/>
                        <a:pt x="135446" y="27527"/>
                        <a:pt x="136684" y="30099"/>
                      </a:cubicBezTo>
                      <a:cubicBezTo>
                        <a:pt x="135826" y="32004"/>
                        <a:pt x="135350" y="35528"/>
                        <a:pt x="135350" y="40576"/>
                      </a:cubicBezTo>
                      <a:cubicBezTo>
                        <a:pt x="135350" y="45625"/>
                        <a:pt x="134874" y="49054"/>
                        <a:pt x="134017" y="50768"/>
                      </a:cubicBezTo>
                      <a:cubicBezTo>
                        <a:pt x="132493" y="53626"/>
                        <a:pt x="129540" y="54769"/>
                        <a:pt x="124968" y="54292"/>
                      </a:cubicBezTo>
                      <a:cubicBezTo>
                        <a:pt x="122206" y="53911"/>
                        <a:pt x="118777" y="55150"/>
                        <a:pt x="114776" y="58198"/>
                      </a:cubicBezTo>
                      <a:cubicBezTo>
                        <a:pt x="110776" y="61246"/>
                        <a:pt x="107632" y="62674"/>
                        <a:pt x="105251" y="62674"/>
                      </a:cubicBezTo>
                      <a:cubicBezTo>
                        <a:pt x="103918" y="62674"/>
                        <a:pt x="102584" y="62293"/>
                        <a:pt x="101060" y="61722"/>
                      </a:cubicBezTo>
                      <a:cubicBezTo>
                        <a:pt x="102394" y="54578"/>
                        <a:pt x="97346" y="46101"/>
                        <a:pt x="85915" y="36195"/>
                      </a:cubicBezTo>
                      <a:cubicBezTo>
                        <a:pt x="82867" y="32480"/>
                        <a:pt x="79915" y="30671"/>
                        <a:pt x="76867" y="30671"/>
                      </a:cubicBezTo>
                      <a:cubicBezTo>
                        <a:pt x="74962" y="30671"/>
                        <a:pt x="71914" y="31813"/>
                        <a:pt x="67818" y="33909"/>
                      </a:cubicBezTo>
                      <a:cubicBezTo>
                        <a:pt x="63722" y="36100"/>
                        <a:pt x="60388" y="37147"/>
                        <a:pt x="57817" y="37147"/>
                      </a:cubicBezTo>
                      <a:cubicBezTo>
                        <a:pt x="56102" y="37147"/>
                        <a:pt x="54483" y="36862"/>
                        <a:pt x="52959" y="36195"/>
                      </a:cubicBezTo>
                      <a:cubicBezTo>
                        <a:pt x="51054" y="38386"/>
                        <a:pt x="49054" y="40386"/>
                        <a:pt x="47149" y="42291"/>
                      </a:cubicBezTo>
                      <a:cubicBezTo>
                        <a:pt x="44958" y="45053"/>
                        <a:pt x="44101" y="47815"/>
                        <a:pt x="44482" y="50387"/>
                      </a:cubicBezTo>
                      <a:lnTo>
                        <a:pt x="41910" y="50387"/>
                      </a:lnTo>
                      <a:cubicBezTo>
                        <a:pt x="40576" y="54483"/>
                        <a:pt x="40481" y="62484"/>
                        <a:pt x="41529" y="74295"/>
                      </a:cubicBezTo>
                      <a:cubicBezTo>
                        <a:pt x="42386" y="84867"/>
                        <a:pt x="41243" y="92488"/>
                        <a:pt x="38005" y="97250"/>
                      </a:cubicBezTo>
                      <a:lnTo>
                        <a:pt x="38005" y="95631"/>
                      </a:lnTo>
                      <a:cubicBezTo>
                        <a:pt x="37529" y="94774"/>
                        <a:pt x="37052" y="94392"/>
                        <a:pt x="36385" y="94392"/>
                      </a:cubicBezTo>
                      <a:cubicBezTo>
                        <a:pt x="35909" y="94392"/>
                        <a:pt x="35242" y="94869"/>
                        <a:pt x="34100" y="95821"/>
                      </a:cubicBezTo>
                      <a:cubicBezTo>
                        <a:pt x="33052" y="96774"/>
                        <a:pt x="32290" y="97250"/>
                        <a:pt x="31813" y="97250"/>
                      </a:cubicBezTo>
                      <a:cubicBezTo>
                        <a:pt x="31813" y="98488"/>
                        <a:pt x="32385" y="99155"/>
                        <a:pt x="33433" y="99155"/>
                      </a:cubicBezTo>
                      <a:cubicBezTo>
                        <a:pt x="36481" y="99536"/>
                        <a:pt x="38290" y="100203"/>
                        <a:pt x="38957" y="101060"/>
                      </a:cubicBezTo>
                      <a:lnTo>
                        <a:pt x="36385" y="103632"/>
                      </a:lnTo>
                      <a:cubicBezTo>
                        <a:pt x="42863" y="109633"/>
                        <a:pt x="46101" y="115157"/>
                        <a:pt x="46101" y="120110"/>
                      </a:cubicBezTo>
                      <a:cubicBezTo>
                        <a:pt x="46101" y="121444"/>
                        <a:pt x="45910" y="122587"/>
                        <a:pt x="45434" y="123730"/>
                      </a:cubicBezTo>
                      <a:lnTo>
                        <a:pt x="50578" y="128206"/>
                      </a:lnTo>
                      <a:lnTo>
                        <a:pt x="48958" y="129826"/>
                      </a:lnTo>
                      <a:cubicBezTo>
                        <a:pt x="50482" y="131064"/>
                        <a:pt x="55054" y="131921"/>
                        <a:pt x="62865" y="132397"/>
                      </a:cubicBezTo>
                      <a:cubicBezTo>
                        <a:pt x="69151" y="132683"/>
                        <a:pt x="72580" y="135160"/>
                        <a:pt x="73247" y="139827"/>
                      </a:cubicBezTo>
                      <a:cubicBezTo>
                        <a:pt x="74962" y="136779"/>
                        <a:pt x="79153" y="134017"/>
                        <a:pt x="85820" y="131445"/>
                      </a:cubicBezTo>
                      <a:cubicBezTo>
                        <a:pt x="91630" y="129064"/>
                        <a:pt x="94964" y="125635"/>
                        <a:pt x="95821" y="121063"/>
                      </a:cubicBezTo>
                      <a:cubicBezTo>
                        <a:pt x="97346" y="120682"/>
                        <a:pt x="99631" y="118872"/>
                        <a:pt x="102584" y="115538"/>
                      </a:cubicBezTo>
                      <a:cubicBezTo>
                        <a:pt x="105537" y="112300"/>
                        <a:pt x="108490" y="110680"/>
                        <a:pt x="111252" y="110680"/>
                      </a:cubicBezTo>
                      <a:cubicBezTo>
                        <a:pt x="112109" y="110680"/>
                        <a:pt x="112967" y="110776"/>
                        <a:pt x="113824" y="110966"/>
                      </a:cubicBezTo>
                      <a:lnTo>
                        <a:pt x="118300" y="117157"/>
                      </a:lnTo>
                      <a:cubicBezTo>
                        <a:pt x="119634" y="115443"/>
                        <a:pt x="121063" y="114586"/>
                        <a:pt x="122872" y="114586"/>
                      </a:cubicBezTo>
                      <a:cubicBezTo>
                        <a:pt x="124111" y="114586"/>
                        <a:pt x="126016" y="115062"/>
                        <a:pt x="128397" y="115919"/>
                      </a:cubicBezTo>
                      <a:cubicBezTo>
                        <a:pt x="130778" y="116776"/>
                        <a:pt x="132493" y="117253"/>
                        <a:pt x="133540" y="117253"/>
                      </a:cubicBezTo>
                      <a:cubicBezTo>
                        <a:pt x="134207" y="117919"/>
                        <a:pt x="134779" y="119729"/>
                        <a:pt x="135160" y="122777"/>
                      </a:cubicBezTo>
                      <a:cubicBezTo>
                        <a:pt x="135541" y="125825"/>
                        <a:pt x="136874" y="127635"/>
                        <a:pt x="139065" y="128302"/>
                      </a:cubicBezTo>
                      <a:cubicBezTo>
                        <a:pt x="138017" y="133921"/>
                        <a:pt x="135636" y="138779"/>
                        <a:pt x="131921" y="142875"/>
                      </a:cubicBezTo>
                      <a:cubicBezTo>
                        <a:pt x="130397" y="144589"/>
                        <a:pt x="126492" y="148209"/>
                        <a:pt x="120015" y="153543"/>
                      </a:cubicBezTo>
                      <a:cubicBezTo>
                        <a:pt x="120682" y="154686"/>
                        <a:pt x="120967" y="155543"/>
                        <a:pt x="120967" y="156115"/>
                      </a:cubicBezTo>
                      <a:cubicBezTo>
                        <a:pt x="120967" y="156591"/>
                        <a:pt x="120205" y="156686"/>
                        <a:pt x="118681" y="156591"/>
                      </a:cubicBezTo>
                      <a:cubicBezTo>
                        <a:pt x="117157" y="156496"/>
                        <a:pt x="116205" y="156877"/>
                        <a:pt x="115729" y="157734"/>
                      </a:cubicBezTo>
                      <a:cubicBezTo>
                        <a:pt x="113157" y="162687"/>
                        <a:pt x="108490" y="165163"/>
                        <a:pt x="101822" y="165163"/>
                      </a:cubicBezTo>
                      <a:lnTo>
                        <a:pt x="95059" y="165163"/>
                      </a:lnTo>
                      <a:cubicBezTo>
                        <a:pt x="88201" y="165163"/>
                        <a:pt x="83344" y="167640"/>
                        <a:pt x="80581" y="172593"/>
                      </a:cubicBezTo>
                      <a:cubicBezTo>
                        <a:pt x="78772" y="172783"/>
                        <a:pt x="76962" y="172879"/>
                        <a:pt x="75057" y="172879"/>
                      </a:cubicBezTo>
                      <a:cubicBezTo>
                        <a:pt x="71438" y="172879"/>
                        <a:pt x="66104" y="172212"/>
                        <a:pt x="59246" y="170783"/>
                      </a:cubicBezTo>
                      <a:cubicBezTo>
                        <a:pt x="52388" y="169354"/>
                        <a:pt x="47054" y="168688"/>
                        <a:pt x="43434" y="168688"/>
                      </a:cubicBezTo>
                      <a:cubicBezTo>
                        <a:pt x="41434" y="168688"/>
                        <a:pt x="39719" y="168688"/>
                        <a:pt x="37909" y="169069"/>
                      </a:cubicBezTo>
                      <a:cubicBezTo>
                        <a:pt x="37433" y="165640"/>
                        <a:pt x="35242" y="163068"/>
                        <a:pt x="31147" y="161258"/>
                      </a:cubicBezTo>
                      <a:cubicBezTo>
                        <a:pt x="26194" y="159353"/>
                        <a:pt x="23050" y="157353"/>
                        <a:pt x="21812" y="155162"/>
                      </a:cubicBezTo>
                      <a:lnTo>
                        <a:pt x="9144" y="142589"/>
                      </a:lnTo>
                      <a:cubicBezTo>
                        <a:pt x="10001" y="141732"/>
                        <a:pt x="10477" y="140970"/>
                        <a:pt x="10477" y="140303"/>
                      </a:cubicBezTo>
                      <a:cubicBezTo>
                        <a:pt x="10477" y="139446"/>
                        <a:pt x="9525" y="138113"/>
                        <a:pt x="7525" y="136303"/>
                      </a:cubicBezTo>
                      <a:cubicBezTo>
                        <a:pt x="5620" y="134493"/>
                        <a:pt x="4763" y="132683"/>
                        <a:pt x="4953" y="130969"/>
                      </a:cubicBezTo>
                      <a:cubicBezTo>
                        <a:pt x="6286" y="124968"/>
                        <a:pt x="4953" y="119253"/>
                        <a:pt x="1143" y="113824"/>
                      </a:cubicBezTo>
                      <a:lnTo>
                        <a:pt x="4953" y="111157"/>
                      </a:lnTo>
                      <a:cubicBezTo>
                        <a:pt x="4477" y="110299"/>
                        <a:pt x="3238" y="109918"/>
                        <a:pt x="1143" y="109918"/>
                      </a:cubicBezTo>
                      <a:cubicBezTo>
                        <a:pt x="2857" y="109061"/>
                        <a:pt x="3715" y="108109"/>
                        <a:pt x="3715" y="107061"/>
                      </a:cubicBezTo>
                      <a:cubicBezTo>
                        <a:pt x="3715" y="106013"/>
                        <a:pt x="3143" y="104584"/>
                        <a:pt x="1905" y="102870"/>
                      </a:cubicBezTo>
                      <a:cubicBezTo>
                        <a:pt x="667" y="101155"/>
                        <a:pt x="95" y="100108"/>
                        <a:pt x="95" y="99631"/>
                      </a:cubicBezTo>
                      <a:cubicBezTo>
                        <a:pt x="-95" y="101155"/>
                        <a:pt x="571" y="102203"/>
                        <a:pt x="2286" y="102870"/>
                      </a:cubicBezTo>
                      <a:cubicBezTo>
                        <a:pt x="4000" y="103537"/>
                        <a:pt x="5715" y="104108"/>
                        <a:pt x="7429" y="104775"/>
                      </a:cubicBezTo>
                      <a:cubicBezTo>
                        <a:pt x="9144" y="102013"/>
                        <a:pt x="9715" y="100203"/>
                        <a:pt x="9049" y="99631"/>
                      </a:cubicBezTo>
                      <a:lnTo>
                        <a:pt x="4858" y="99631"/>
                      </a:lnTo>
                      <a:lnTo>
                        <a:pt x="6191" y="95726"/>
                      </a:lnTo>
                      <a:lnTo>
                        <a:pt x="7429" y="97346"/>
                      </a:lnTo>
                      <a:lnTo>
                        <a:pt x="12573" y="92107"/>
                      </a:lnTo>
                      <a:cubicBezTo>
                        <a:pt x="8477" y="88487"/>
                        <a:pt x="5429" y="86011"/>
                        <a:pt x="3524" y="84677"/>
                      </a:cubicBezTo>
                      <a:cubicBezTo>
                        <a:pt x="1810" y="86392"/>
                        <a:pt x="952" y="87725"/>
                        <a:pt x="952" y="88582"/>
                      </a:cubicBezTo>
                      <a:lnTo>
                        <a:pt x="0" y="88582"/>
                      </a:lnTo>
                      <a:cubicBezTo>
                        <a:pt x="3238" y="82772"/>
                        <a:pt x="5048" y="74866"/>
                        <a:pt x="5429" y="64960"/>
                      </a:cubicBezTo>
                      <a:cubicBezTo>
                        <a:pt x="5620" y="56769"/>
                        <a:pt x="5810" y="48577"/>
                        <a:pt x="6096" y="40386"/>
                      </a:cubicBezTo>
                      <a:cubicBezTo>
                        <a:pt x="10382" y="40386"/>
                        <a:pt x="12573" y="38862"/>
                        <a:pt x="12573" y="35909"/>
                      </a:cubicBezTo>
                      <a:cubicBezTo>
                        <a:pt x="12573" y="35242"/>
                        <a:pt x="12382" y="34004"/>
                        <a:pt x="11906" y="32194"/>
                      </a:cubicBezTo>
                      <a:cubicBezTo>
                        <a:pt x="11430" y="30385"/>
                        <a:pt x="11239" y="29051"/>
                        <a:pt x="11239" y="28099"/>
                      </a:cubicBezTo>
                      <a:cubicBezTo>
                        <a:pt x="11239" y="25527"/>
                        <a:pt x="12478" y="23717"/>
                        <a:pt x="15145" y="22574"/>
                      </a:cubicBezTo>
                      <a:cubicBezTo>
                        <a:pt x="16288" y="21907"/>
                        <a:pt x="20002" y="18669"/>
                        <a:pt x="26479" y="12859"/>
                      </a:cubicBezTo>
                      <a:cubicBezTo>
                        <a:pt x="30575" y="9049"/>
                        <a:pt x="35052" y="7144"/>
                        <a:pt x="40005" y="7429"/>
                      </a:cubicBezTo>
                      <a:cubicBezTo>
                        <a:pt x="40672" y="3143"/>
                        <a:pt x="43529" y="952"/>
                        <a:pt x="48768" y="952"/>
                      </a:cubicBezTo>
                      <a:cubicBezTo>
                        <a:pt x="49435" y="952"/>
                        <a:pt x="50387" y="1048"/>
                        <a:pt x="51625" y="1238"/>
                      </a:cubicBezTo>
                      <a:lnTo>
                        <a:pt x="54197" y="1238"/>
                      </a:lnTo>
                      <a:cubicBezTo>
                        <a:pt x="56388" y="1238"/>
                        <a:pt x="57912" y="857"/>
                        <a:pt x="58769" y="0"/>
                      </a:cubicBezTo>
                      <a:cubicBezTo>
                        <a:pt x="61531" y="857"/>
                        <a:pt x="65437" y="1238"/>
                        <a:pt x="70390" y="1238"/>
                      </a:cubicBezTo>
                      <a:lnTo>
                        <a:pt x="77152" y="1238"/>
                      </a:lnTo>
                      <a:cubicBezTo>
                        <a:pt x="80391" y="1048"/>
                        <a:pt x="82772" y="952"/>
                        <a:pt x="84296" y="952"/>
                      </a:cubicBezTo>
                      <a:cubicBezTo>
                        <a:pt x="92297" y="952"/>
                        <a:pt x="97726" y="2191"/>
                        <a:pt x="100775" y="4858"/>
                      </a:cubicBezTo>
                      <a:cubicBezTo>
                        <a:pt x="102489" y="3524"/>
                        <a:pt x="104013" y="2953"/>
                        <a:pt x="105346" y="2953"/>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 name="Google Shape;801;p99"/>
                <p:cNvSpPr/>
                <p:nvPr/>
              </p:nvSpPr>
              <p:spPr>
                <a:xfrm>
                  <a:off x="4008595" y="4685252"/>
                  <a:ext cx="170021" cy="211740"/>
                </a:xfrm>
                <a:custGeom>
                  <a:avLst/>
                  <a:gdLst/>
                  <a:ahLst/>
                  <a:cxnLst/>
                  <a:rect l="l" t="t" r="r" b="b"/>
                  <a:pathLst>
                    <a:path w="170021" h="211740" extrusionOk="0">
                      <a:moveTo>
                        <a:pt x="0" y="52006"/>
                      </a:moveTo>
                      <a:lnTo>
                        <a:pt x="4191" y="53626"/>
                      </a:lnTo>
                      <a:lnTo>
                        <a:pt x="5143" y="54578"/>
                      </a:lnTo>
                      <a:lnTo>
                        <a:pt x="0" y="52006"/>
                      </a:lnTo>
                      <a:close/>
                      <a:moveTo>
                        <a:pt x="23908" y="91154"/>
                      </a:moveTo>
                      <a:cubicBezTo>
                        <a:pt x="25432" y="91821"/>
                        <a:pt x="26289" y="92107"/>
                        <a:pt x="26479" y="92107"/>
                      </a:cubicBezTo>
                      <a:cubicBezTo>
                        <a:pt x="26479" y="93154"/>
                        <a:pt x="25908" y="94012"/>
                        <a:pt x="24860" y="94678"/>
                      </a:cubicBezTo>
                      <a:lnTo>
                        <a:pt x="23908" y="94678"/>
                      </a:lnTo>
                      <a:lnTo>
                        <a:pt x="23908" y="91154"/>
                      </a:lnTo>
                      <a:close/>
                      <a:moveTo>
                        <a:pt x="170021" y="180308"/>
                      </a:moveTo>
                      <a:cubicBezTo>
                        <a:pt x="167164" y="182499"/>
                        <a:pt x="165735" y="185738"/>
                        <a:pt x="165735" y="190024"/>
                      </a:cubicBezTo>
                      <a:cubicBezTo>
                        <a:pt x="165925" y="196882"/>
                        <a:pt x="166116" y="200501"/>
                        <a:pt x="166116" y="200692"/>
                      </a:cubicBezTo>
                      <a:cubicBezTo>
                        <a:pt x="165259" y="201073"/>
                        <a:pt x="164021" y="201358"/>
                        <a:pt x="162592" y="201358"/>
                      </a:cubicBezTo>
                      <a:cubicBezTo>
                        <a:pt x="161258" y="201358"/>
                        <a:pt x="159258" y="201168"/>
                        <a:pt x="156400" y="200692"/>
                      </a:cubicBezTo>
                      <a:cubicBezTo>
                        <a:pt x="153543" y="200215"/>
                        <a:pt x="151447" y="200025"/>
                        <a:pt x="149923" y="200025"/>
                      </a:cubicBezTo>
                      <a:cubicBezTo>
                        <a:pt x="145447" y="200025"/>
                        <a:pt x="142970" y="202406"/>
                        <a:pt x="142494" y="207169"/>
                      </a:cubicBezTo>
                      <a:cubicBezTo>
                        <a:pt x="141827" y="203549"/>
                        <a:pt x="139732" y="200501"/>
                        <a:pt x="136398" y="198120"/>
                      </a:cubicBezTo>
                      <a:cubicBezTo>
                        <a:pt x="134017" y="200215"/>
                        <a:pt x="131159" y="200882"/>
                        <a:pt x="128016" y="200025"/>
                      </a:cubicBezTo>
                      <a:cubicBezTo>
                        <a:pt x="123253" y="198120"/>
                        <a:pt x="120682" y="197167"/>
                        <a:pt x="120205" y="197167"/>
                      </a:cubicBezTo>
                      <a:cubicBezTo>
                        <a:pt x="118300" y="197167"/>
                        <a:pt x="116586" y="198120"/>
                        <a:pt x="115062" y="200025"/>
                      </a:cubicBezTo>
                      <a:cubicBezTo>
                        <a:pt x="113728" y="198310"/>
                        <a:pt x="112109" y="197453"/>
                        <a:pt x="110204" y="197453"/>
                      </a:cubicBezTo>
                      <a:cubicBezTo>
                        <a:pt x="109156" y="197453"/>
                        <a:pt x="106966" y="197929"/>
                        <a:pt x="103727" y="199072"/>
                      </a:cubicBezTo>
                      <a:cubicBezTo>
                        <a:pt x="100489" y="200120"/>
                        <a:pt x="98012" y="200406"/>
                        <a:pt x="96298" y="200025"/>
                      </a:cubicBezTo>
                      <a:cubicBezTo>
                        <a:pt x="92583" y="198977"/>
                        <a:pt x="89059" y="198406"/>
                        <a:pt x="85630" y="198406"/>
                      </a:cubicBezTo>
                      <a:cubicBezTo>
                        <a:pt x="81343" y="198406"/>
                        <a:pt x="73247" y="199549"/>
                        <a:pt x="61436" y="201930"/>
                      </a:cubicBezTo>
                      <a:lnTo>
                        <a:pt x="61436" y="204597"/>
                      </a:lnTo>
                      <a:cubicBezTo>
                        <a:pt x="59722" y="201549"/>
                        <a:pt x="55912" y="200025"/>
                        <a:pt x="50101" y="200025"/>
                      </a:cubicBezTo>
                      <a:lnTo>
                        <a:pt x="42386" y="200025"/>
                      </a:lnTo>
                      <a:cubicBezTo>
                        <a:pt x="38100" y="200025"/>
                        <a:pt x="34957" y="199168"/>
                        <a:pt x="33052" y="197453"/>
                      </a:cubicBezTo>
                      <a:cubicBezTo>
                        <a:pt x="33052" y="191833"/>
                        <a:pt x="32956" y="180784"/>
                        <a:pt x="32766" y="164401"/>
                      </a:cubicBezTo>
                      <a:cubicBezTo>
                        <a:pt x="32575" y="150590"/>
                        <a:pt x="32575" y="139732"/>
                        <a:pt x="32766" y="131635"/>
                      </a:cubicBezTo>
                      <a:cubicBezTo>
                        <a:pt x="33147" y="119729"/>
                        <a:pt x="34099" y="109538"/>
                        <a:pt x="35623" y="100870"/>
                      </a:cubicBezTo>
                      <a:cubicBezTo>
                        <a:pt x="33909" y="99822"/>
                        <a:pt x="32766" y="97631"/>
                        <a:pt x="32099" y="94583"/>
                      </a:cubicBezTo>
                      <a:cubicBezTo>
                        <a:pt x="31432" y="91440"/>
                        <a:pt x="30480" y="89440"/>
                        <a:pt x="29146" y="88582"/>
                      </a:cubicBezTo>
                      <a:lnTo>
                        <a:pt x="28861" y="88582"/>
                      </a:lnTo>
                      <a:cubicBezTo>
                        <a:pt x="30956" y="88011"/>
                        <a:pt x="32099" y="87058"/>
                        <a:pt x="32099" y="86011"/>
                      </a:cubicBezTo>
                      <a:cubicBezTo>
                        <a:pt x="32099" y="85534"/>
                        <a:pt x="31909" y="85153"/>
                        <a:pt x="31432" y="84677"/>
                      </a:cubicBezTo>
                      <a:lnTo>
                        <a:pt x="29146" y="82105"/>
                      </a:lnTo>
                      <a:cubicBezTo>
                        <a:pt x="31718" y="82105"/>
                        <a:pt x="33052" y="81248"/>
                        <a:pt x="33052" y="79534"/>
                      </a:cubicBezTo>
                      <a:lnTo>
                        <a:pt x="31432" y="67246"/>
                      </a:lnTo>
                      <a:lnTo>
                        <a:pt x="30099" y="67246"/>
                      </a:lnTo>
                      <a:lnTo>
                        <a:pt x="33052" y="59817"/>
                      </a:lnTo>
                      <a:cubicBezTo>
                        <a:pt x="31528" y="60007"/>
                        <a:pt x="29718" y="59436"/>
                        <a:pt x="27527" y="58198"/>
                      </a:cubicBezTo>
                      <a:cubicBezTo>
                        <a:pt x="31813" y="56483"/>
                        <a:pt x="33623" y="54388"/>
                        <a:pt x="33052" y="52101"/>
                      </a:cubicBezTo>
                      <a:lnTo>
                        <a:pt x="24955" y="51054"/>
                      </a:lnTo>
                      <a:cubicBezTo>
                        <a:pt x="29527" y="51054"/>
                        <a:pt x="32194" y="50197"/>
                        <a:pt x="33052" y="48482"/>
                      </a:cubicBezTo>
                      <a:cubicBezTo>
                        <a:pt x="30004" y="46577"/>
                        <a:pt x="29337" y="44672"/>
                        <a:pt x="30766" y="42958"/>
                      </a:cubicBezTo>
                      <a:lnTo>
                        <a:pt x="34290" y="38767"/>
                      </a:lnTo>
                      <a:cubicBezTo>
                        <a:pt x="34290" y="37433"/>
                        <a:pt x="32956" y="36195"/>
                        <a:pt x="30099" y="34861"/>
                      </a:cubicBezTo>
                      <a:cubicBezTo>
                        <a:pt x="30575" y="31432"/>
                        <a:pt x="32671" y="29337"/>
                        <a:pt x="36576" y="28575"/>
                      </a:cubicBezTo>
                      <a:cubicBezTo>
                        <a:pt x="40481" y="27813"/>
                        <a:pt x="42577" y="26956"/>
                        <a:pt x="43053" y="26098"/>
                      </a:cubicBezTo>
                      <a:lnTo>
                        <a:pt x="42672" y="28384"/>
                      </a:lnTo>
                      <a:cubicBezTo>
                        <a:pt x="45053" y="28003"/>
                        <a:pt x="47434" y="28480"/>
                        <a:pt x="49816" y="30004"/>
                      </a:cubicBezTo>
                      <a:cubicBezTo>
                        <a:pt x="52197" y="31528"/>
                        <a:pt x="53721" y="32290"/>
                        <a:pt x="54292" y="32290"/>
                      </a:cubicBezTo>
                      <a:cubicBezTo>
                        <a:pt x="55626" y="32290"/>
                        <a:pt x="57055" y="31051"/>
                        <a:pt x="58769" y="28384"/>
                      </a:cubicBezTo>
                      <a:cubicBezTo>
                        <a:pt x="61817" y="29432"/>
                        <a:pt x="63817" y="29908"/>
                        <a:pt x="64865" y="29623"/>
                      </a:cubicBezTo>
                      <a:lnTo>
                        <a:pt x="65818" y="25717"/>
                      </a:lnTo>
                      <a:lnTo>
                        <a:pt x="65818" y="29623"/>
                      </a:lnTo>
                      <a:lnTo>
                        <a:pt x="73914" y="30956"/>
                      </a:lnTo>
                      <a:cubicBezTo>
                        <a:pt x="73914" y="39624"/>
                        <a:pt x="74771" y="44577"/>
                        <a:pt x="76486" y="45815"/>
                      </a:cubicBezTo>
                      <a:cubicBezTo>
                        <a:pt x="75819" y="47339"/>
                        <a:pt x="74390" y="48387"/>
                        <a:pt x="72199" y="49054"/>
                      </a:cubicBezTo>
                      <a:cubicBezTo>
                        <a:pt x="70104" y="49720"/>
                        <a:pt x="67913" y="50387"/>
                        <a:pt x="65818" y="50959"/>
                      </a:cubicBezTo>
                      <a:lnTo>
                        <a:pt x="73914" y="54578"/>
                      </a:lnTo>
                      <a:cubicBezTo>
                        <a:pt x="72390" y="55912"/>
                        <a:pt x="71628" y="57626"/>
                        <a:pt x="71628" y="59722"/>
                      </a:cubicBezTo>
                      <a:cubicBezTo>
                        <a:pt x="71628" y="60960"/>
                        <a:pt x="72104" y="63341"/>
                        <a:pt x="73057" y="66865"/>
                      </a:cubicBezTo>
                      <a:cubicBezTo>
                        <a:pt x="74009" y="70294"/>
                        <a:pt x="74485" y="72866"/>
                        <a:pt x="74485" y="74581"/>
                      </a:cubicBezTo>
                      <a:cubicBezTo>
                        <a:pt x="74485" y="76105"/>
                        <a:pt x="74295" y="77343"/>
                        <a:pt x="73819" y="78486"/>
                      </a:cubicBezTo>
                      <a:lnTo>
                        <a:pt x="71247" y="78486"/>
                      </a:lnTo>
                      <a:cubicBezTo>
                        <a:pt x="71723" y="80010"/>
                        <a:pt x="72104" y="81343"/>
                        <a:pt x="72580" y="82677"/>
                      </a:cubicBezTo>
                      <a:cubicBezTo>
                        <a:pt x="73438" y="85344"/>
                        <a:pt x="75057" y="86392"/>
                        <a:pt x="77438" y="85915"/>
                      </a:cubicBezTo>
                      <a:cubicBezTo>
                        <a:pt x="73723" y="91726"/>
                        <a:pt x="71914" y="96583"/>
                        <a:pt x="71914" y="100489"/>
                      </a:cubicBezTo>
                      <a:cubicBezTo>
                        <a:pt x="71914" y="102870"/>
                        <a:pt x="72580" y="105061"/>
                        <a:pt x="73819" y="106966"/>
                      </a:cubicBezTo>
                      <a:cubicBezTo>
                        <a:pt x="72485" y="107632"/>
                        <a:pt x="71914" y="108394"/>
                        <a:pt x="71914" y="109251"/>
                      </a:cubicBezTo>
                      <a:cubicBezTo>
                        <a:pt x="71914" y="109633"/>
                        <a:pt x="72199" y="110395"/>
                        <a:pt x="72676" y="111347"/>
                      </a:cubicBezTo>
                      <a:cubicBezTo>
                        <a:pt x="73247" y="112300"/>
                        <a:pt x="73628" y="113062"/>
                        <a:pt x="73819" y="113442"/>
                      </a:cubicBezTo>
                      <a:cubicBezTo>
                        <a:pt x="72961" y="117348"/>
                        <a:pt x="72485" y="121729"/>
                        <a:pt x="72485" y="126682"/>
                      </a:cubicBezTo>
                      <a:cubicBezTo>
                        <a:pt x="72485" y="129730"/>
                        <a:pt x="72866" y="135731"/>
                        <a:pt x="73438" y="144780"/>
                      </a:cubicBezTo>
                      <a:cubicBezTo>
                        <a:pt x="74104" y="152114"/>
                        <a:pt x="74200" y="157829"/>
                        <a:pt x="73723" y="161925"/>
                      </a:cubicBezTo>
                      <a:cubicBezTo>
                        <a:pt x="71533" y="161925"/>
                        <a:pt x="70294" y="161544"/>
                        <a:pt x="69818" y="160687"/>
                      </a:cubicBezTo>
                      <a:cubicBezTo>
                        <a:pt x="68961" y="161353"/>
                        <a:pt x="68485" y="162211"/>
                        <a:pt x="68485" y="163258"/>
                      </a:cubicBezTo>
                      <a:cubicBezTo>
                        <a:pt x="69151" y="164687"/>
                        <a:pt x="69913" y="165449"/>
                        <a:pt x="70771" y="165449"/>
                      </a:cubicBezTo>
                      <a:cubicBezTo>
                        <a:pt x="71152" y="165449"/>
                        <a:pt x="72199" y="165163"/>
                        <a:pt x="73628" y="164497"/>
                      </a:cubicBezTo>
                      <a:cubicBezTo>
                        <a:pt x="74676" y="164116"/>
                        <a:pt x="75533" y="164116"/>
                        <a:pt x="76200" y="164497"/>
                      </a:cubicBezTo>
                      <a:lnTo>
                        <a:pt x="77152" y="168021"/>
                      </a:lnTo>
                      <a:lnTo>
                        <a:pt x="83248" y="164497"/>
                      </a:lnTo>
                      <a:lnTo>
                        <a:pt x="151067" y="164497"/>
                      </a:lnTo>
                      <a:lnTo>
                        <a:pt x="152019" y="161925"/>
                      </a:lnTo>
                      <a:cubicBezTo>
                        <a:pt x="152686" y="163449"/>
                        <a:pt x="153638" y="164211"/>
                        <a:pt x="154876" y="164211"/>
                      </a:cubicBezTo>
                      <a:cubicBezTo>
                        <a:pt x="155543" y="164211"/>
                        <a:pt x="156686" y="163925"/>
                        <a:pt x="158305" y="163258"/>
                      </a:cubicBezTo>
                      <a:cubicBezTo>
                        <a:pt x="159925" y="162592"/>
                        <a:pt x="161163" y="162306"/>
                        <a:pt x="162020" y="162306"/>
                      </a:cubicBezTo>
                      <a:cubicBezTo>
                        <a:pt x="164116" y="162306"/>
                        <a:pt x="165735" y="163925"/>
                        <a:pt x="166878" y="167164"/>
                      </a:cubicBezTo>
                      <a:cubicBezTo>
                        <a:pt x="166021" y="168497"/>
                        <a:pt x="165544" y="169831"/>
                        <a:pt x="165544" y="171355"/>
                      </a:cubicBezTo>
                      <a:cubicBezTo>
                        <a:pt x="165544" y="174212"/>
                        <a:pt x="166878" y="177165"/>
                        <a:pt x="169450" y="180403"/>
                      </a:cubicBezTo>
                      <a:close/>
                      <a:moveTo>
                        <a:pt x="41719" y="97250"/>
                      </a:moveTo>
                      <a:lnTo>
                        <a:pt x="41719" y="93726"/>
                      </a:lnTo>
                      <a:lnTo>
                        <a:pt x="37528" y="92107"/>
                      </a:lnTo>
                      <a:lnTo>
                        <a:pt x="41719" y="97250"/>
                      </a:lnTo>
                      <a:close/>
                      <a:moveTo>
                        <a:pt x="43624" y="22288"/>
                      </a:moveTo>
                      <a:cubicBezTo>
                        <a:pt x="43815" y="23813"/>
                        <a:pt x="43624" y="25051"/>
                        <a:pt x="42958" y="26194"/>
                      </a:cubicBezTo>
                      <a:lnTo>
                        <a:pt x="43624" y="22288"/>
                      </a:lnTo>
                      <a:close/>
                      <a:moveTo>
                        <a:pt x="51435" y="19717"/>
                      </a:moveTo>
                      <a:cubicBezTo>
                        <a:pt x="50292" y="19336"/>
                        <a:pt x="49625" y="17716"/>
                        <a:pt x="49149" y="14859"/>
                      </a:cubicBezTo>
                      <a:cubicBezTo>
                        <a:pt x="48958" y="12287"/>
                        <a:pt x="49054" y="10954"/>
                        <a:pt x="49530" y="10954"/>
                      </a:cubicBezTo>
                      <a:cubicBezTo>
                        <a:pt x="50197" y="11334"/>
                        <a:pt x="50863" y="13144"/>
                        <a:pt x="51435" y="16097"/>
                      </a:cubicBezTo>
                      <a:lnTo>
                        <a:pt x="51435" y="19621"/>
                      </a:lnTo>
                      <a:close/>
                      <a:moveTo>
                        <a:pt x="62484" y="168021"/>
                      </a:moveTo>
                      <a:lnTo>
                        <a:pt x="66008" y="164497"/>
                      </a:lnTo>
                      <a:cubicBezTo>
                        <a:pt x="63627" y="164687"/>
                        <a:pt x="60388" y="164306"/>
                        <a:pt x="56293" y="163258"/>
                      </a:cubicBezTo>
                      <a:lnTo>
                        <a:pt x="56293" y="167068"/>
                      </a:lnTo>
                      <a:cubicBezTo>
                        <a:pt x="55626" y="167354"/>
                        <a:pt x="54959" y="166878"/>
                        <a:pt x="54388" y="165735"/>
                      </a:cubicBezTo>
                      <a:lnTo>
                        <a:pt x="51435" y="169640"/>
                      </a:lnTo>
                      <a:lnTo>
                        <a:pt x="57817" y="169640"/>
                      </a:lnTo>
                      <a:lnTo>
                        <a:pt x="57817" y="168021"/>
                      </a:lnTo>
                      <a:lnTo>
                        <a:pt x="61436" y="165735"/>
                      </a:lnTo>
                      <a:cubicBezTo>
                        <a:pt x="62484" y="166783"/>
                        <a:pt x="62865" y="167640"/>
                        <a:pt x="62389" y="168021"/>
                      </a:cubicBezTo>
                      <a:close/>
                      <a:moveTo>
                        <a:pt x="59817" y="94678"/>
                      </a:moveTo>
                      <a:lnTo>
                        <a:pt x="55340" y="99822"/>
                      </a:lnTo>
                      <a:cubicBezTo>
                        <a:pt x="56007" y="99441"/>
                        <a:pt x="56578" y="99155"/>
                        <a:pt x="56959" y="99155"/>
                      </a:cubicBezTo>
                      <a:lnTo>
                        <a:pt x="57245" y="99155"/>
                      </a:lnTo>
                      <a:lnTo>
                        <a:pt x="57531" y="104680"/>
                      </a:lnTo>
                      <a:lnTo>
                        <a:pt x="57817" y="104299"/>
                      </a:lnTo>
                      <a:lnTo>
                        <a:pt x="58769" y="104299"/>
                      </a:lnTo>
                      <a:lnTo>
                        <a:pt x="59722" y="94583"/>
                      </a:lnTo>
                      <a:close/>
                      <a:moveTo>
                        <a:pt x="62484" y="23241"/>
                      </a:moveTo>
                      <a:cubicBezTo>
                        <a:pt x="62198" y="24384"/>
                        <a:pt x="61341" y="25051"/>
                        <a:pt x="59817" y="25527"/>
                      </a:cubicBezTo>
                      <a:cubicBezTo>
                        <a:pt x="58293" y="26194"/>
                        <a:pt x="57150" y="26003"/>
                        <a:pt x="56293" y="24860"/>
                      </a:cubicBezTo>
                      <a:cubicBezTo>
                        <a:pt x="56674" y="22288"/>
                        <a:pt x="57912" y="20955"/>
                        <a:pt x="59817" y="20955"/>
                      </a:cubicBezTo>
                      <a:cubicBezTo>
                        <a:pt x="60960" y="20955"/>
                        <a:pt x="61817" y="21717"/>
                        <a:pt x="62484" y="23241"/>
                      </a:cubicBezTo>
                      <a:close/>
                      <a:moveTo>
                        <a:pt x="64103" y="44577"/>
                      </a:moveTo>
                      <a:cubicBezTo>
                        <a:pt x="64103" y="44577"/>
                        <a:pt x="63246" y="44863"/>
                        <a:pt x="62770" y="44863"/>
                      </a:cubicBezTo>
                      <a:cubicBezTo>
                        <a:pt x="62198" y="44863"/>
                        <a:pt x="61436" y="44386"/>
                        <a:pt x="60579" y="43434"/>
                      </a:cubicBezTo>
                      <a:cubicBezTo>
                        <a:pt x="59722" y="42481"/>
                        <a:pt x="58864" y="42005"/>
                        <a:pt x="58007" y="42005"/>
                      </a:cubicBezTo>
                      <a:lnTo>
                        <a:pt x="58960" y="45910"/>
                      </a:lnTo>
                      <a:cubicBezTo>
                        <a:pt x="62389" y="45910"/>
                        <a:pt x="64103" y="45529"/>
                        <a:pt x="64103" y="44672"/>
                      </a:cubicBezTo>
                      <a:close/>
                      <a:moveTo>
                        <a:pt x="65056" y="64579"/>
                      </a:moveTo>
                      <a:cubicBezTo>
                        <a:pt x="63532" y="64198"/>
                        <a:pt x="61531" y="64579"/>
                        <a:pt x="58960" y="65817"/>
                      </a:cubicBezTo>
                      <a:cubicBezTo>
                        <a:pt x="60484" y="66294"/>
                        <a:pt x="62579" y="65817"/>
                        <a:pt x="65056" y="64579"/>
                      </a:cubicBezTo>
                      <a:close/>
                      <a:moveTo>
                        <a:pt x="62484" y="32290"/>
                      </a:moveTo>
                      <a:lnTo>
                        <a:pt x="62484" y="35909"/>
                      </a:lnTo>
                      <a:lnTo>
                        <a:pt x="64103" y="35909"/>
                      </a:lnTo>
                      <a:lnTo>
                        <a:pt x="64103" y="32290"/>
                      </a:lnTo>
                      <a:lnTo>
                        <a:pt x="62484" y="32290"/>
                      </a:lnTo>
                      <a:close/>
                      <a:moveTo>
                        <a:pt x="70199" y="168021"/>
                      </a:moveTo>
                      <a:lnTo>
                        <a:pt x="70199" y="165735"/>
                      </a:lnTo>
                      <a:lnTo>
                        <a:pt x="68866" y="167068"/>
                      </a:lnTo>
                      <a:lnTo>
                        <a:pt x="70199" y="168021"/>
                      </a:lnTo>
                      <a:close/>
                      <a:moveTo>
                        <a:pt x="78581" y="106013"/>
                      </a:moveTo>
                      <a:lnTo>
                        <a:pt x="75057" y="99822"/>
                      </a:lnTo>
                      <a:lnTo>
                        <a:pt x="81153" y="103346"/>
                      </a:lnTo>
                      <a:lnTo>
                        <a:pt x="78581" y="105918"/>
                      </a:lnTo>
                      <a:close/>
                      <a:moveTo>
                        <a:pt x="83725" y="952"/>
                      </a:moveTo>
                      <a:lnTo>
                        <a:pt x="81153" y="4572"/>
                      </a:lnTo>
                      <a:lnTo>
                        <a:pt x="78581" y="0"/>
                      </a:lnTo>
                      <a:lnTo>
                        <a:pt x="83725" y="952"/>
                      </a:lnTo>
                      <a:close/>
                      <a:moveTo>
                        <a:pt x="81153" y="25813"/>
                      </a:moveTo>
                      <a:cubicBezTo>
                        <a:pt x="82296" y="26194"/>
                        <a:pt x="83153" y="25908"/>
                        <a:pt x="83725" y="24860"/>
                      </a:cubicBezTo>
                      <a:lnTo>
                        <a:pt x="81153" y="22288"/>
                      </a:lnTo>
                      <a:cubicBezTo>
                        <a:pt x="84201" y="21431"/>
                        <a:pt x="85725" y="21812"/>
                        <a:pt x="85725" y="23241"/>
                      </a:cubicBezTo>
                      <a:cubicBezTo>
                        <a:pt x="85725" y="22860"/>
                        <a:pt x="85058" y="24574"/>
                        <a:pt x="83820" y="28384"/>
                      </a:cubicBezTo>
                      <a:lnTo>
                        <a:pt x="81248" y="25813"/>
                      </a:lnTo>
                      <a:close/>
                      <a:moveTo>
                        <a:pt x="85058" y="76867"/>
                      </a:moveTo>
                      <a:lnTo>
                        <a:pt x="81153" y="74962"/>
                      </a:lnTo>
                      <a:cubicBezTo>
                        <a:pt x="83153" y="71533"/>
                        <a:pt x="85058" y="69818"/>
                        <a:pt x="86963" y="69818"/>
                      </a:cubicBezTo>
                      <a:cubicBezTo>
                        <a:pt x="87630" y="69818"/>
                        <a:pt x="88297" y="70199"/>
                        <a:pt x="88963" y="70771"/>
                      </a:cubicBezTo>
                      <a:cubicBezTo>
                        <a:pt x="89440" y="72295"/>
                        <a:pt x="89154" y="73438"/>
                        <a:pt x="88106" y="74295"/>
                      </a:cubicBezTo>
                      <a:cubicBezTo>
                        <a:pt x="87154" y="75152"/>
                        <a:pt x="86106" y="76009"/>
                        <a:pt x="85058" y="76867"/>
                      </a:cubicBezTo>
                      <a:close/>
                      <a:moveTo>
                        <a:pt x="85058" y="116014"/>
                      </a:moveTo>
                      <a:lnTo>
                        <a:pt x="90202" y="116014"/>
                      </a:lnTo>
                      <a:lnTo>
                        <a:pt x="83725" y="116967"/>
                      </a:lnTo>
                      <a:lnTo>
                        <a:pt x="85058" y="116014"/>
                      </a:lnTo>
                      <a:close/>
                      <a:moveTo>
                        <a:pt x="86392" y="8382"/>
                      </a:moveTo>
                      <a:lnTo>
                        <a:pt x="86392" y="12573"/>
                      </a:lnTo>
                      <a:lnTo>
                        <a:pt x="85058" y="12573"/>
                      </a:lnTo>
                      <a:lnTo>
                        <a:pt x="86392" y="8382"/>
                      </a:lnTo>
                      <a:close/>
                      <a:moveTo>
                        <a:pt x="91249" y="53626"/>
                      </a:moveTo>
                      <a:cubicBezTo>
                        <a:pt x="91059" y="55150"/>
                        <a:pt x="90964" y="56769"/>
                        <a:pt x="90964" y="58483"/>
                      </a:cubicBezTo>
                      <a:cubicBezTo>
                        <a:pt x="90773" y="59341"/>
                        <a:pt x="90488" y="60103"/>
                        <a:pt x="90297" y="60769"/>
                      </a:cubicBezTo>
                      <a:lnTo>
                        <a:pt x="86487" y="56292"/>
                      </a:lnTo>
                      <a:lnTo>
                        <a:pt x="91345" y="53721"/>
                      </a:lnTo>
                      <a:close/>
                      <a:moveTo>
                        <a:pt x="87725" y="94678"/>
                      </a:moveTo>
                      <a:lnTo>
                        <a:pt x="90297" y="94678"/>
                      </a:lnTo>
                      <a:lnTo>
                        <a:pt x="86487" y="97250"/>
                      </a:lnTo>
                      <a:lnTo>
                        <a:pt x="87725" y="94678"/>
                      </a:lnTo>
                      <a:close/>
                      <a:moveTo>
                        <a:pt x="102584" y="25908"/>
                      </a:moveTo>
                      <a:cubicBezTo>
                        <a:pt x="99536" y="27051"/>
                        <a:pt x="97536" y="27432"/>
                        <a:pt x="96488" y="27146"/>
                      </a:cubicBezTo>
                      <a:lnTo>
                        <a:pt x="100013" y="22288"/>
                      </a:lnTo>
                      <a:lnTo>
                        <a:pt x="102584" y="25908"/>
                      </a:lnTo>
                      <a:close/>
                      <a:moveTo>
                        <a:pt x="111633" y="70866"/>
                      </a:moveTo>
                      <a:lnTo>
                        <a:pt x="111633" y="78581"/>
                      </a:lnTo>
                      <a:lnTo>
                        <a:pt x="110014" y="78581"/>
                      </a:lnTo>
                      <a:lnTo>
                        <a:pt x="110014" y="70866"/>
                      </a:lnTo>
                      <a:lnTo>
                        <a:pt x="111633" y="70866"/>
                      </a:lnTo>
                      <a:close/>
                      <a:moveTo>
                        <a:pt x="142684" y="207169"/>
                      </a:moveTo>
                      <a:cubicBezTo>
                        <a:pt x="143065" y="208407"/>
                        <a:pt x="143065" y="209931"/>
                        <a:pt x="142684" y="211741"/>
                      </a:cubicBezTo>
                      <a:lnTo>
                        <a:pt x="142684" y="207169"/>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 name="Google Shape;802;p99"/>
                <p:cNvSpPr/>
                <p:nvPr/>
              </p:nvSpPr>
              <p:spPr>
                <a:xfrm>
                  <a:off x="4140707" y="4711826"/>
                  <a:ext cx="194119" cy="172644"/>
                </a:xfrm>
                <a:custGeom>
                  <a:avLst/>
                  <a:gdLst/>
                  <a:ahLst/>
                  <a:cxnLst/>
                  <a:rect l="l" t="t" r="r" b="b"/>
                  <a:pathLst>
                    <a:path w="194119" h="172644" extrusionOk="0">
                      <a:moveTo>
                        <a:pt x="0" y="94297"/>
                      </a:moveTo>
                      <a:cubicBezTo>
                        <a:pt x="2000" y="94297"/>
                        <a:pt x="3143" y="94679"/>
                        <a:pt x="3524" y="95250"/>
                      </a:cubicBezTo>
                      <a:cubicBezTo>
                        <a:pt x="3143" y="96298"/>
                        <a:pt x="1905" y="96869"/>
                        <a:pt x="0" y="96869"/>
                      </a:cubicBezTo>
                      <a:lnTo>
                        <a:pt x="0" y="94297"/>
                      </a:lnTo>
                      <a:close/>
                      <a:moveTo>
                        <a:pt x="953" y="53912"/>
                      </a:moveTo>
                      <a:lnTo>
                        <a:pt x="953" y="51340"/>
                      </a:lnTo>
                      <a:lnTo>
                        <a:pt x="3524" y="51340"/>
                      </a:lnTo>
                      <a:lnTo>
                        <a:pt x="3524" y="53912"/>
                      </a:lnTo>
                      <a:lnTo>
                        <a:pt x="953" y="53912"/>
                      </a:lnTo>
                      <a:close/>
                      <a:moveTo>
                        <a:pt x="6096" y="109442"/>
                      </a:moveTo>
                      <a:cubicBezTo>
                        <a:pt x="6096" y="109442"/>
                        <a:pt x="5810" y="108585"/>
                        <a:pt x="5810" y="108109"/>
                      </a:cubicBezTo>
                      <a:cubicBezTo>
                        <a:pt x="5810" y="107252"/>
                        <a:pt x="6477" y="106299"/>
                        <a:pt x="7715" y="105251"/>
                      </a:cubicBezTo>
                      <a:cubicBezTo>
                        <a:pt x="9716" y="103251"/>
                        <a:pt x="10858" y="102108"/>
                        <a:pt x="11335" y="101632"/>
                      </a:cubicBezTo>
                      <a:cubicBezTo>
                        <a:pt x="12001" y="103822"/>
                        <a:pt x="10573" y="106394"/>
                        <a:pt x="7144" y="109347"/>
                      </a:cubicBezTo>
                      <a:lnTo>
                        <a:pt x="6191" y="109347"/>
                      </a:lnTo>
                      <a:close/>
                      <a:moveTo>
                        <a:pt x="6096" y="89059"/>
                      </a:moveTo>
                      <a:cubicBezTo>
                        <a:pt x="7334" y="86868"/>
                        <a:pt x="8763" y="85820"/>
                        <a:pt x="10001" y="85820"/>
                      </a:cubicBezTo>
                      <a:cubicBezTo>
                        <a:pt x="11239" y="85820"/>
                        <a:pt x="12763" y="86773"/>
                        <a:pt x="14478" y="88678"/>
                      </a:cubicBezTo>
                      <a:cubicBezTo>
                        <a:pt x="16859" y="91440"/>
                        <a:pt x="18193" y="92964"/>
                        <a:pt x="18669" y="93154"/>
                      </a:cubicBezTo>
                      <a:cubicBezTo>
                        <a:pt x="17812" y="94012"/>
                        <a:pt x="17050" y="94488"/>
                        <a:pt x="16383" y="94488"/>
                      </a:cubicBezTo>
                      <a:cubicBezTo>
                        <a:pt x="15716" y="94488"/>
                        <a:pt x="15050" y="94012"/>
                        <a:pt x="14288" y="93059"/>
                      </a:cubicBezTo>
                      <a:cubicBezTo>
                        <a:pt x="13525" y="92107"/>
                        <a:pt x="12954" y="91535"/>
                        <a:pt x="12478" y="91535"/>
                      </a:cubicBezTo>
                      <a:cubicBezTo>
                        <a:pt x="11621" y="91535"/>
                        <a:pt x="10668" y="92107"/>
                        <a:pt x="9620" y="93154"/>
                      </a:cubicBezTo>
                      <a:lnTo>
                        <a:pt x="12192" y="90583"/>
                      </a:lnTo>
                      <a:lnTo>
                        <a:pt x="9620" y="88011"/>
                      </a:lnTo>
                      <a:cubicBezTo>
                        <a:pt x="9430" y="88678"/>
                        <a:pt x="8192" y="88963"/>
                        <a:pt x="6001" y="88963"/>
                      </a:cubicBezTo>
                      <a:close/>
                      <a:moveTo>
                        <a:pt x="11239" y="81629"/>
                      </a:moveTo>
                      <a:lnTo>
                        <a:pt x="13525" y="78105"/>
                      </a:lnTo>
                      <a:lnTo>
                        <a:pt x="8668" y="74486"/>
                      </a:lnTo>
                      <a:cubicBezTo>
                        <a:pt x="9906" y="74867"/>
                        <a:pt x="11239" y="75343"/>
                        <a:pt x="12668" y="75819"/>
                      </a:cubicBezTo>
                      <a:cubicBezTo>
                        <a:pt x="14097" y="76200"/>
                        <a:pt x="14859" y="77248"/>
                        <a:pt x="15050" y="78962"/>
                      </a:cubicBezTo>
                      <a:lnTo>
                        <a:pt x="11239" y="81534"/>
                      </a:lnTo>
                      <a:close/>
                      <a:moveTo>
                        <a:pt x="18669" y="114300"/>
                      </a:moveTo>
                      <a:cubicBezTo>
                        <a:pt x="16954" y="113824"/>
                        <a:pt x="16097" y="113347"/>
                        <a:pt x="16097" y="112681"/>
                      </a:cubicBezTo>
                      <a:cubicBezTo>
                        <a:pt x="16097" y="112014"/>
                        <a:pt x="16954" y="111252"/>
                        <a:pt x="18669" y="110395"/>
                      </a:cubicBezTo>
                      <a:lnTo>
                        <a:pt x="18669" y="114300"/>
                      </a:lnTo>
                      <a:close/>
                      <a:moveTo>
                        <a:pt x="34766" y="99441"/>
                      </a:moveTo>
                      <a:lnTo>
                        <a:pt x="32195" y="101727"/>
                      </a:lnTo>
                      <a:cubicBezTo>
                        <a:pt x="32195" y="102394"/>
                        <a:pt x="32575" y="103061"/>
                        <a:pt x="33147" y="103632"/>
                      </a:cubicBezTo>
                      <a:cubicBezTo>
                        <a:pt x="29242" y="104299"/>
                        <a:pt x="27432" y="104585"/>
                        <a:pt x="27622" y="104585"/>
                      </a:cubicBezTo>
                      <a:cubicBezTo>
                        <a:pt x="24860" y="104585"/>
                        <a:pt x="23527" y="102299"/>
                        <a:pt x="23717" y="97822"/>
                      </a:cubicBezTo>
                      <a:lnTo>
                        <a:pt x="28575" y="93345"/>
                      </a:lnTo>
                      <a:lnTo>
                        <a:pt x="26003" y="90773"/>
                      </a:lnTo>
                      <a:lnTo>
                        <a:pt x="32195" y="91726"/>
                      </a:lnTo>
                      <a:lnTo>
                        <a:pt x="29908" y="94297"/>
                      </a:lnTo>
                      <a:lnTo>
                        <a:pt x="34766" y="99441"/>
                      </a:lnTo>
                      <a:close/>
                      <a:moveTo>
                        <a:pt x="31242" y="82963"/>
                      </a:moveTo>
                      <a:lnTo>
                        <a:pt x="26099" y="85535"/>
                      </a:lnTo>
                      <a:lnTo>
                        <a:pt x="23813" y="79058"/>
                      </a:lnTo>
                      <a:cubicBezTo>
                        <a:pt x="24479" y="80582"/>
                        <a:pt x="25622" y="81344"/>
                        <a:pt x="27337" y="81344"/>
                      </a:cubicBezTo>
                      <a:cubicBezTo>
                        <a:pt x="28670" y="81344"/>
                        <a:pt x="29528" y="80582"/>
                        <a:pt x="29908" y="79058"/>
                      </a:cubicBezTo>
                      <a:lnTo>
                        <a:pt x="31242" y="82963"/>
                      </a:lnTo>
                      <a:close/>
                      <a:moveTo>
                        <a:pt x="33814" y="75533"/>
                      </a:moveTo>
                      <a:cubicBezTo>
                        <a:pt x="33814" y="76200"/>
                        <a:pt x="32099" y="76486"/>
                        <a:pt x="28670" y="76486"/>
                      </a:cubicBezTo>
                      <a:lnTo>
                        <a:pt x="30004" y="74581"/>
                      </a:lnTo>
                      <a:lnTo>
                        <a:pt x="33909" y="75533"/>
                      </a:lnTo>
                      <a:close/>
                      <a:moveTo>
                        <a:pt x="33147" y="103632"/>
                      </a:moveTo>
                      <a:cubicBezTo>
                        <a:pt x="35719" y="103251"/>
                        <a:pt x="37529" y="103918"/>
                        <a:pt x="38671" y="105918"/>
                      </a:cubicBezTo>
                      <a:cubicBezTo>
                        <a:pt x="36290" y="105918"/>
                        <a:pt x="34480" y="105156"/>
                        <a:pt x="33147" y="103632"/>
                      </a:cubicBezTo>
                      <a:close/>
                      <a:moveTo>
                        <a:pt x="36385" y="47720"/>
                      </a:moveTo>
                      <a:lnTo>
                        <a:pt x="37338" y="52864"/>
                      </a:lnTo>
                      <a:lnTo>
                        <a:pt x="33814" y="52864"/>
                      </a:lnTo>
                      <a:lnTo>
                        <a:pt x="36385" y="47720"/>
                      </a:lnTo>
                      <a:close/>
                      <a:moveTo>
                        <a:pt x="48958" y="66485"/>
                      </a:moveTo>
                      <a:cubicBezTo>
                        <a:pt x="48768" y="65437"/>
                        <a:pt x="47625" y="64579"/>
                        <a:pt x="45529" y="63913"/>
                      </a:cubicBezTo>
                      <a:cubicBezTo>
                        <a:pt x="43529" y="63246"/>
                        <a:pt x="42481" y="62770"/>
                        <a:pt x="42481" y="62294"/>
                      </a:cubicBezTo>
                      <a:cubicBezTo>
                        <a:pt x="42481" y="61913"/>
                        <a:pt x="42958" y="61246"/>
                        <a:pt x="43720" y="60388"/>
                      </a:cubicBezTo>
                      <a:lnTo>
                        <a:pt x="50863" y="62960"/>
                      </a:lnTo>
                      <a:lnTo>
                        <a:pt x="46387" y="71723"/>
                      </a:lnTo>
                      <a:cubicBezTo>
                        <a:pt x="46387" y="70390"/>
                        <a:pt x="47244" y="68675"/>
                        <a:pt x="48958" y="66580"/>
                      </a:cubicBezTo>
                      <a:close/>
                      <a:moveTo>
                        <a:pt x="43815" y="149543"/>
                      </a:moveTo>
                      <a:cubicBezTo>
                        <a:pt x="43148" y="149066"/>
                        <a:pt x="42863" y="148685"/>
                        <a:pt x="42863" y="148209"/>
                      </a:cubicBezTo>
                      <a:lnTo>
                        <a:pt x="43815" y="149543"/>
                      </a:lnTo>
                      <a:close/>
                      <a:moveTo>
                        <a:pt x="44767" y="134684"/>
                      </a:moveTo>
                      <a:cubicBezTo>
                        <a:pt x="44767" y="137732"/>
                        <a:pt x="44482" y="139255"/>
                        <a:pt x="43815" y="139541"/>
                      </a:cubicBezTo>
                      <a:lnTo>
                        <a:pt x="43815" y="134684"/>
                      </a:lnTo>
                      <a:lnTo>
                        <a:pt x="44767" y="134684"/>
                      </a:lnTo>
                      <a:close/>
                      <a:moveTo>
                        <a:pt x="43815" y="149543"/>
                      </a:moveTo>
                      <a:cubicBezTo>
                        <a:pt x="43815" y="149543"/>
                        <a:pt x="45625" y="150114"/>
                        <a:pt x="48006" y="150781"/>
                      </a:cubicBezTo>
                      <a:cubicBezTo>
                        <a:pt x="49721" y="151447"/>
                        <a:pt x="50578" y="152114"/>
                        <a:pt x="50578" y="152781"/>
                      </a:cubicBezTo>
                      <a:cubicBezTo>
                        <a:pt x="50578" y="153638"/>
                        <a:pt x="50006" y="154686"/>
                        <a:pt x="48958" y="155734"/>
                      </a:cubicBezTo>
                      <a:lnTo>
                        <a:pt x="43815" y="149543"/>
                      </a:lnTo>
                      <a:close/>
                      <a:moveTo>
                        <a:pt x="190881" y="51340"/>
                      </a:moveTo>
                      <a:cubicBezTo>
                        <a:pt x="193072" y="53721"/>
                        <a:pt x="194120" y="56007"/>
                        <a:pt x="194120" y="58103"/>
                      </a:cubicBezTo>
                      <a:cubicBezTo>
                        <a:pt x="194120" y="59817"/>
                        <a:pt x="193072" y="62103"/>
                        <a:pt x="191071" y="64865"/>
                      </a:cubicBezTo>
                      <a:cubicBezTo>
                        <a:pt x="189071" y="67723"/>
                        <a:pt x="188024" y="69913"/>
                        <a:pt x="188024" y="71628"/>
                      </a:cubicBezTo>
                      <a:cubicBezTo>
                        <a:pt x="188024" y="73819"/>
                        <a:pt x="188976" y="75914"/>
                        <a:pt x="190976" y="78105"/>
                      </a:cubicBezTo>
                      <a:cubicBezTo>
                        <a:pt x="189929" y="88202"/>
                        <a:pt x="189357" y="104013"/>
                        <a:pt x="189357" y="125539"/>
                      </a:cubicBezTo>
                      <a:cubicBezTo>
                        <a:pt x="186500" y="126397"/>
                        <a:pt x="185261" y="128588"/>
                        <a:pt x="185452" y="132017"/>
                      </a:cubicBezTo>
                      <a:cubicBezTo>
                        <a:pt x="185642" y="136112"/>
                        <a:pt x="185452" y="138589"/>
                        <a:pt x="184785" y="139446"/>
                      </a:cubicBezTo>
                      <a:cubicBezTo>
                        <a:pt x="172307" y="155162"/>
                        <a:pt x="159639" y="164783"/>
                        <a:pt x="146971" y="168212"/>
                      </a:cubicBezTo>
                      <a:lnTo>
                        <a:pt x="145447" y="166878"/>
                      </a:lnTo>
                      <a:cubicBezTo>
                        <a:pt x="145161" y="170783"/>
                        <a:pt x="142875" y="172593"/>
                        <a:pt x="138303" y="172403"/>
                      </a:cubicBezTo>
                      <a:cubicBezTo>
                        <a:pt x="132017" y="172117"/>
                        <a:pt x="128683" y="172117"/>
                        <a:pt x="128302" y="172403"/>
                      </a:cubicBezTo>
                      <a:lnTo>
                        <a:pt x="124111" y="172403"/>
                      </a:lnTo>
                      <a:cubicBezTo>
                        <a:pt x="124111" y="173260"/>
                        <a:pt x="124111" y="171831"/>
                        <a:pt x="124111" y="168212"/>
                      </a:cubicBezTo>
                      <a:cubicBezTo>
                        <a:pt x="124111" y="166497"/>
                        <a:pt x="124682" y="165259"/>
                        <a:pt x="125730" y="164306"/>
                      </a:cubicBezTo>
                      <a:cubicBezTo>
                        <a:pt x="124206" y="163259"/>
                        <a:pt x="122872" y="162687"/>
                        <a:pt x="121825" y="162687"/>
                      </a:cubicBezTo>
                      <a:cubicBezTo>
                        <a:pt x="120777" y="162687"/>
                        <a:pt x="119348" y="163259"/>
                        <a:pt x="117634" y="164306"/>
                      </a:cubicBezTo>
                      <a:cubicBezTo>
                        <a:pt x="118015" y="165640"/>
                        <a:pt x="118300" y="166688"/>
                        <a:pt x="118300" y="167545"/>
                      </a:cubicBezTo>
                      <a:cubicBezTo>
                        <a:pt x="118300" y="170593"/>
                        <a:pt x="116014" y="172021"/>
                        <a:pt x="111538" y="172021"/>
                      </a:cubicBezTo>
                      <a:cubicBezTo>
                        <a:pt x="108299" y="172212"/>
                        <a:pt x="104966" y="172403"/>
                        <a:pt x="101537" y="172403"/>
                      </a:cubicBezTo>
                      <a:cubicBezTo>
                        <a:pt x="94869" y="166116"/>
                        <a:pt x="86487" y="162592"/>
                        <a:pt x="76391" y="161735"/>
                      </a:cubicBezTo>
                      <a:cubicBezTo>
                        <a:pt x="76200" y="161354"/>
                        <a:pt x="76009" y="160877"/>
                        <a:pt x="76009" y="160496"/>
                      </a:cubicBezTo>
                      <a:cubicBezTo>
                        <a:pt x="76009" y="159829"/>
                        <a:pt x="76295" y="158972"/>
                        <a:pt x="76867" y="157925"/>
                      </a:cubicBezTo>
                      <a:cubicBezTo>
                        <a:pt x="77438" y="156782"/>
                        <a:pt x="77724" y="156115"/>
                        <a:pt x="77724" y="155638"/>
                      </a:cubicBezTo>
                      <a:cubicBezTo>
                        <a:pt x="77724" y="154781"/>
                        <a:pt x="76962" y="154019"/>
                        <a:pt x="75438" y="153353"/>
                      </a:cubicBezTo>
                      <a:cubicBezTo>
                        <a:pt x="74581" y="154210"/>
                        <a:pt x="73819" y="154686"/>
                        <a:pt x="73152" y="154686"/>
                      </a:cubicBezTo>
                      <a:cubicBezTo>
                        <a:pt x="72676" y="154686"/>
                        <a:pt x="72009" y="154019"/>
                        <a:pt x="70866" y="152686"/>
                      </a:cubicBezTo>
                      <a:cubicBezTo>
                        <a:pt x="69818" y="151447"/>
                        <a:pt x="68866" y="150686"/>
                        <a:pt x="67913" y="150686"/>
                      </a:cubicBezTo>
                      <a:cubicBezTo>
                        <a:pt x="68580" y="149828"/>
                        <a:pt x="68866" y="148876"/>
                        <a:pt x="68866" y="147828"/>
                      </a:cubicBezTo>
                      <a:cubicBezTo>
                        <a:pt x="68866" y="144875"/>
                        <a:pt x="67151" y="142875"/>
                        <a:pt x="63722" y="142018"/>
                      </a:cubicBezTo>
                      <a:cubicBezTo>
                        <a:pt x="63055" y="142875"/>
                        <a:pt x="62198" y="143256"/>
                        <a:pt x="61150" y="143256"/>
                      </a:cubicBezTo>
                      <a:cubicBezTo>
                        <a:pt x="59436" y="143256"/>
                        <a:pt x="57531" y="142018"/>
                        <a:pt x="55340" y="139351"/>
                      </a:cubicBezTo>
                      <a:cubicBezTo>
                        <a:pt x="56197" y="138494"/>
                        <a:pt x="56579" y="137636"/>
                        <a:pt x="56579" y="136779"/>
                      </a:cubicBezTo>
                      <a:cubicBezTo>
                        <a:pt x="56579" y="135731"/>
                        <a:pt x="56197" y="134303"/>
                        <a:pt x="55340" y="132779"/>
                      </a:cubicBezTo>
                      <a:cubicBezTo>
                        <a:pt x="54483" y="131159"/>
                        <a:pt x="53912" y="130016"/>
                        <a:pt x="53721" y="129350"/>
                      </a:cubicBezTo>
                      <a:lnTo>
                        <a:pt x="47530" y="131921"/>
                      </a:lnTo>
                      <a:lnTo>
                        <a:pt x="55340" y="126778"/>
                      </a:lnTo>
                      <a:cubicBezTo>
                        <a:pt x="54864" y="124587"/>
                        <a:pt x="53530" y="122492"/>
                        <a:pt x="51340" y="120301"/>
                      </a:cubicBezTo>
                      <a:cubicBezTo>
                        <a:pt x="49054" y="118110"/>
                        <a:pt x="46958" y="116110"/>
                        <a:pt x="45053" y="114205"/>
                      </a:cubicBezTo>
                      <a:cubicBezTo>
                        <a:pt x="46101" y="113157"/>
                        <a:pt x="47244" y="112586"/>
                        <a:pt x="48292" y="112586"/>
                      </a:cubicBezTo>
                      <a:cubicBezTo>
                        <a:pt x="49149" y="112586"/>
                        <a:pt x="50483" y="113252"/>
                        <a:pt x="52197" y="114491"/>
                      </a:cubicBezTo>
                      <a:cubicBezTo>
                        <a:pt x="53912" y="115729"/>
                        <a:pt x="55150" y="116396"/>
                        <a:pt x="56102" y="116396"/>
                      </a:cubicBezTo>
                      <a:cubicBezTo>
                        <a:pt x="56674" y="116396"/>
                        <a:pt x="57245" y="116205"/>
                        <a:pt x="57721" y="115729"/>
                      </a:cubicBezTo>
                      <a:lnTo>
                        <a:pt x="53816" y="107633"/>
                      </a:lnTo>
                      <a:lnTo>
                        <a:pt x="60293" y="107633"/>
                      </a:lnTo>
                      <a:cubicBezTo>
                        <a:pt x="59817" y="108871"/>
                        <a:pt x="60293" y="109823"/>
                        <a:pt x="61913" y="110204"/>
                      </a:cubicBezTo>
                      <a:cubicBezTo>
                        <a:pt x="62770" y="109347"/>
                        <a:pt x="63055" y="107728"/>
                        <a:pt x="62865" y="105346"/>
                      </a:cubicBezTo>
                      <a:lnTo>
                        <a:pt x="62865" y="100870"/>
                      </a:lnTo>
                      <a:cubicBezTo>
                        <a:pt x="62008" y="104966"/>
                        <a:pt x="58103" y="106013"/>
                        <a:pt x="51245" y="104108"/>
                      </a:cubicBezTo>
                      <a:lnTo>
                        <a:pt x="50292" y="86963"/>
                      </a:lnTo>
                      <a:lnTo>
                        <a:pt x="51245" y="86963"/>
                      </a:lnTo>
                      <a:cubicBezTo>
                        <a:pt x="52292" y="85630"/>
                        <a:pt x="52864" y="84392"/>
                        <a:pt x="52864" y="83058"/>
                      </a:cubicBezTo>
                      <a:cubicBezTo>
                        <a:pt x="52864" y="80867"/>
                        <a:pt x="51721" y="78677"/>
                        <a:pt x="49339" y="76295"/>
                      </a:cubicBezTo>
                      <a:lnTo>
                        <a:pt x="52864" y="74390"/>
                      </a:lnTo>
                      <a:cubicBezTo>
                        <a:pt x="51149" y="74009"/>
                        <a:pt x="50292" y="73343"/>
                        <a:pt x="50292" y="72390"/>
                      </a:cubicBezTo>
                      <a:cubicBezTo>
                        <a:pt x="50292" y="72009"/>
                        <a:pt x="50483" y="71247"/>
                        <a:pt x="51054" y="70295"/>
                      </a:cubicBezTo>
                      <a:cubicBezTo>
                        <a:pt x="51625" y="69342"/>
                        <a:pt x="51816" y="68485"/>
                        <a:pt x="51816" y="67818"/>
                      </a:cubicBezTo>
                      <a:cubicBezTo>
                        <a:pt x="51816" y="67151"/>
                        <a:pt x="51625" y="66675"/>
                        <a:pt x="51149" y="66199"/>
                      </a:cubicBezTo>
                      <a:cubicBezTo>
                        <a:pt x="52006" y="66008"/>
                        <a:pt x="52768" y="66199"/>
                        <a:pt x="53435" y="66866"/>
                      </a:cubicBezTo>
                      <a:cubicBezTo>
                        <a:pt x="54578" y="68199"/>
                        <a:pt x="55150" y="68771"/>
                        <a:pt x="55340" y="68771"/>
                      </a:cubicBezTo>
                      <a:lnTo>
                        <a:pt x="60198" y="63627"/>
                      </a:lnTo>
                      <a:cubicBezTo>
                        <a:pt x="58198" y="63818"/>
                        <a:pt x="56579" y="62294"/>
                        <a:pt x="55340" y="59150"/>
                      </a:cubicBezTo>
                      <a:cubicBezTo>
                        <a:pt x="54102" y="55912"/>
                        <a:pt x="52292" y="54578"/>
                        <a:pt x="50197" y="55245"/>
                      </a:cubicBezTo>
                      <a:lnTo>
                        <a:pt x="53721" y="47530"/>
                      </a:lnTo>
                      <a:lnTo>
                        <a:pt x="47530" y="44005"/>
                      </a:lnTo>
                      <a:lnTo>
                        <a:pt x="59150" y="42672"/>
                      </a:lnTo>
                      <a:cubicBezTo>
                        <a:pt x="59341" y="41338"/>
                        <a:pt x="58864" y="40100"/>
                        <a:pt x="57721" y="38767"/>
                      </a:cubicBezTo>
                      <a:cubicBezTo>
                        <a:pt x="56483" y="37433"/>
                        <a:pt x="56007" y="36481"/>
                        <a:pt x="56007" y="35909"/>
                      </a:cubicBezTo>
                      <a:cubicBezTo>
                        <a:pt x="56007" y="35243"/>
                        <a:pt x="56197" y="34576"/>
                        <a:pt x="56579" y="33909"/>
                      </a:cubicBezTo>
                      <a:cubicBezTo>
                        <a:pt x="57436" y="34100"/>
                        <a:pt x="58293" y="34195"/>
                        <a:pt x="59150" y="34195"/>
                      </a:cubicBezTo>
                      <a:cubicBezTo>
                        <a:pt x="60674" y="34195"/>
                        <a:pt x="61531" y="33242"/>
                        <a:pt x="61722" y="31337"/>
                      </a:cubicBezTo>
                      <a:lnTo>
                        <a:pt x="61722" y="26765"/>
                      </a:lnTo>
                      <a:cubicBezTo>
                        <a:pt x="61722" y="25432"/>
                        <a:pt x="62103" y="24479"/>
                        <a:pt x="62675" y="23908"/>
                      </a:cubicBezTo>
                      <a:cubicBezTo>
                        <a:pt x="65722" y="18383"/>
                        <a:pt x="70580" y="13430"/>
                        <a:pt x="77533" y="9335"/>
                      </a:cubicBezTo>
                      <a:cubicBezTo>
                        <a:pt x="83534" y="6287"/>
                        <a:pt x="89440" y="3238"/>
                        <a:pt x="95250" y="0"/>
                      </a:cubicBezTo>
                      <a:cubicBezTo>
                        <a:pt x="97155" y="1714"/>
                        <a:pt x="99536" y="2572"/>
                        <a:pt x="102394" y="2572"/>
                      </a:cubicBezTo>
                      <a:cubicBezTo>
                        <a:pt x="103727" y="2572"/>
                        <a:pt x="105632" y="2286"/>
                        <a:pt x="108204" y="1810"/>
                      </a:cubicBezTo>
                      <a:cubicBezTo>
                        <a:pt x="110776" y="1238"/>
                        <a:pt x="112776" y="953"/>
                        <a:pt x="114014" y="953"/>
                      </a:cubicBezTo>
                      <a:cubicBezTo>
                        <a:pt x="117634" y="953"/>
                        <a:pt x="120587" y="2381"/>
                        <a:pt x="122682" y="5144"/>
                      </a:cubicBezTo>
                      <a:cubicBezTo>
                        <a:pt x="126587" y="2953"/>
                        <a:pt x="131731" y="2000"/>
                        <a:pt x="138208" y="2191"/>
                      </a:cubicBezTo>
                      <a:cubicBezTo>
                        <a:pt x="148590" y="2477"/>
                        <a:pt x="153924" y="2572"/>
                        <a:pt x="154400" y="2572"/>
                      </a:cubicBezTo>
                      <a:cubicBezTo>
                        <a:pt x="155734" y="4953"/>
                        <a:pt x="160877" y="8954"/>
                        <a:pt x="169926" y="14573"/>
                      </a:cubicBezTo>
                      <a:cubicBezTo>
                        <a:pt x="177070" y="19050"/>
                        <a:pt x="180213" y="24384"/>
                        <a:pt x="179356" y="30385"/>
                      </a:cubicBezTo>
                      <a:cubicBezTo>
                        <a:pt x="179165" y="30194"/>
                        <a:pt x="178308" y="30480"/>
                        <a:pt x="176784" y="31337"/>
                      </a:cubicBezTo>
                      <a:cubicBezTo>
                        <a:pt x="181546" y="31528"/>
                        <a:pt x="184880" y="34195"/>
                        <a:pt x="186785" y="39434"/>
                      </a:cubicBezTo>
                      <a:cubicBezTo>
                        <a:pt x="188309" y="43339"/>
                        <a:pt x="189643" y="47149"/>
                        <a:pt x="190976" y="51054"/>
                      </a:cubicBezTo>
                      <a:close/>
                      <a:moveTo>
                        <a:pt x="46482" y="160877"/>
                      </a:moveTo>
                      <a:cubicBezTo>
                        <a:pt x="50578" y="160877"/>
                        <a:pt x="52959" y="161735"/>
                        <a:pt x="53626" y="163449"/>
                      </a:cubicBezTo>
                      <a:lnTo>
                        <a:pt x="53626" y="166021"/>
                      </a:lnTo>
                      <a:lnTo>
                        <a:pt x="46482" y="160877"/>
                      </a:lnTo>
                      <a:close/>
                      <a:moveTo>
                        <a:pt x="47434" y="140779"/>
                      </a:moveTo>
                      <a:cubicBezTo>
                        <a:pt x="47625" y="139732"/>
                        <a:pt x="48292" y="139160"/>
                        <a:pt x="49339" y="139160"/>
                      </a:cubicBezTo>
                      <a:cubicBezTo>
                        <a:pt x="50197" y="139160"/>
                        <a:pt x="50768" y="139732"/>
                        <a:pt x="50959" y="140779"/>
                      </a:cubicBezTo>
                      <a:lnTo>
                        <a:pt x="47434" y="140779"/>
                      </a:lnTo>
                      <a:close/>
                      <a:moveTo>
                        <a:pt x="62675" y="88106"/>
                      </a:moveTo>
                      <a:lnTo>
                        <a:pt x="62675" y="84201"/>
                      </a:lnTo>
                      <a:cubicBezTo>
                        <a:pt x="62484" y="85916"/>
                        <a:pt x="61150" y="86773"/>
                        <a:pt x="58864" y="86773"/>
                      </a:cubicBezTo>
                      <a:cubicBezTo>
                        <a:pt x="57341" y="86773"/>
                        <a:pt x="56197" y="86201"/>
                        <a:pt x="55626" y="85154"/>
                      </a:cubicBezTo>
                      <a:lnTo>
                        <a:pt x="55340" y="84201"/>
                      </a:lnTo>
                      <a:cubicBezTo>
                        <a:pt x="55340" y="84201"/>
                        <a:pt x="55626" y="84772"/>
                        <a:pt x="55626" y="85154"/>
                      </a:cubicBezTo>
                      <a:lnTo>
                        <a:pt x="57531" y="90678"/>
                      </a:lnTo>
                      <a:cubicBezTo>
                        <a:pt x="59626" y="88583"/>
                        <a:pt x="61436" y="87630"/>
                        <a:pt x="62675" y="88106"/>
                      </a:cubicBezTo>
                      <a:close/>
                      <a:moveTo>
                        <a:pt x="60103" y="69056"/>
                      </a:moveTo>
                      <a:lnTo>
                        <a:pt x="67818" y="69056"/>
                      </a:lnTo>
                      <a:lnTo>
                        <a:pt x="67818" y="66485"/>
                      </a:lnTo>
                      <a:cubicBezTo>
                        <a:pt x="67151" y="67342"/>
                        <a:pt x="65722" y="67723"/>
                        <a:pt x="63437" y="67723"/>
                      </a:cubicBezTo>
                      <a:cubicBezTo>
                        <a:pt x="61150" y="67723"/>
                        <a:pt x="60008" y="68104"/>
                        <a:pt x="60008" y="68961"/>
                      </a:cubicBezTo>
                      <a:close/>
                      <a:moveTo>
                        <a:pt x="65246" y="125635"/>
                      </a:moveTo>
                      <a:cubicBezTo>
                        <a:pt x="65437" y="124587"/>
                        <a:pt x="66675" y="123730"/>
                        <a:pt x="68866" y="123063"/>
                      </a:cubicBezTo>
                      <a:cubicBezTo>
                        <a:pt x="70390" y="122396"/>
                        <a:pt x="70771" y="121253"/>
                        <a:pt x="70199" y="119539"/>
                      </a:cubicBezTo>
                      <a:lnTo>
                        <a:pt x="61817" y="122111"/>
                      </a:lnTo>
                      <a:lnTo>
                        <a:pt x="65342" y="125730"/>
                      </a:lnTo>
                      <a:close/>
                      <a:moveTo>
                        <a:pt x="70104" y="95250"/>
                      </a:moveTo>
                      <a:cubicBezTo>
                        <a:pt x="70104" y="95250"/>
                        <a:pt x="69151" y="94583"/>
                        <a:pt x="68485" y="93917"/>
                      </a:cubicBezTo>
                      <a:lnTo>
                        <a:pt x="66199" y="91630"/>
                      </a:lnTo>
                      <a:lnTo>
                        <a:pt x="65246" y="93250"/>
                      </a:lnTo>
                      <a:cubicBezTo>
                        <a:pt x="66294" y="92583"/>
                        <a:pt x="67437" y="92869"/>
                        <a:pt x="68485" y="93917"/>
                      </a:cubicBezTo>
                      <a:lnTo>
                        <a:pt x="70104" y="95250"/>
                      </a:lnTo>
                      <a:close/>
                      <a:moveTo>
                        <a:pt x="67818" y="22574"/>
                      </a:moveTo>
                      <a:lnTo>
                        <a:pt x="67818" y="29051"/>
                      </a:lnTo>
                      <a:cubicBezTo>
                        <a:pt x="67818" y="29051"/>
                        <a:pt x="68485" y="26861"/>
                        <a:pt x="69056" y="22574"/>
                      </a:cubicBezTo>
                      <a:lnTo>
                        <a:pt x="71628" y="22574"/>
                      </a:lnTo>
                      <a:cubicBezTo>
                        <a:pt x="70295" y="22193"/>
                        <a:pt x="69437" y="22193"/>
                        <a:pt x="69056" y="22574"/>
                      </a:cubicBezTo>
                      <a:lnTo>
                        <a:pt x="67818" y="22574"/>
                      </a:lnTo>
                      <a:close/>
                      <a:moveTo>
                        <a:pt x="75247" y="65532"/>
                      </a:moveTo>
                      <a:lnTo>
                        <a:pt x="75247" y="62960"/>
                      </a:lnTo>
                      <a:cubicBezTo>
                        <a:pt x="74771" y="62294"/>
                        <a:pt x="73628" y="62008"/>
                        <a:pt x="71723" y="62008"/>
                      </a:cubicBezTo>
                      <a:cubicBezTo>
                        <a:pt x="71914" y="62198"/>
                        <a:pt x="72104" y="62960"/>
                        <a:pt x="72390" y="64103"/>
                      </a:cubicBezTo>
                      <a:cubicBezTo>
                        <a:pt x="72580" y="65246"/>
                        <a:pt x="73152" y="65913"/>
                        <a:pt x="74009" y="65913"/>
                      </a:cubicBezTo>
                      <a:cubicBezTo>
                        <a:pt x="74485" y="65913"/>
                        <a:pt x="74867" y="65818"/>
                        <a:pt x="75343" y="65627"/>
                      </a:cubicBezTo>
                      <a:close/>
                      <a:moveTo>
                        <a:pt x="81058" y="136970"/>
                      </a:moveTo>
                      <a:lnTo>
                        <a:pt x="80772" y="135064"/>
                      </a:lnTo>
                      <a:cubicBezTo>
                        <a:pt x="81439" y="134398"/>
                        <a:pt x="82105" y="134303"/>
                        <a:pt x="82963" y="134779"/>
                      </a:cubicBezTo>
                      <a:lnTo>
                        <a:pt x="84963" y="135064"/>
                      </a:lnTo>
                      <a:cubicBezTo>
                        <a:pt x="84963" y="135064"/>
                        <a:pt x="85439" y="133921"/>
                        <a:pt x="85249" y="132207"/>
                      </a:cubicBezTo>
                      <a:lnTo>
                        <a:pt x="80391" y="132207"/>
                      </a:lnTo>
                      <a:lnTo>
                        <a:pt x="80772" y="135064"/>
                      </a:lnTo>
                      <a:cubicBezTo>
                        <a:pt x="80772" y="135064"/>
                        <a:pt x="80677" y="135541"/>
                        <a:pt x="80391" y="135731"/>
                      </a:cubicBezTo>
                      <a:cubicBezTo>
                        <a:pt x="80772" y="136112"/>
                        <a:pt x="81058" y="136588"/>
                        <a:pt x="81058" y="136970"/>
                      </a:cubicBezTo>
                      <a:lnTo>
                        <a:pt x="81439" y="139541"/>
                      </a:lnTo>
                      <a:cubicBezTo>
                        <a:pt x="81439" y="138208"/>
                        <a:pt x="81343" y="137351"/>
                        <a:pt x="81058" y="136970"/>
                      </a:cubicBezTo>
                      <a:close/>
                      <a:moveTo>
                        <a:pt x="86201" y="143066"/>
                      </a:moveTo>
                      <a:cubicBezTo>
                        <a:pt x="86201" y="142208"/>
                        <a:pt x="86773" y="141065"/>
                        <a:pt x="87821" y="139541"/>
                      </a:cubicBezTo>
                      <a:cubicBezTo>
                        <a:pt x="86106" y="139065"/>
                        <a:pt x="84392" y="139922"/>
                        <a:pt x="82582" y="142113"/>
                      </a:cubicBezTo>
                      <a:cubicBezTo>
                        <a:pt x="84677" y="142113"/>
                        <a:pt x="85916" y="142399"/>
                        <a:pt x="86106" y="143066"/>
                      </a:cubicBezTo>
                      <a:close/>
                      <a:moveTo>
                        <a:pt x="87821" y="62960"/>
                      </a:moveTo>
                      <a:cubicBezTo>
                        <a:pt x="88678" y="61436"/>
                        <a:pt x="88963" y="60579"/>
                        <a:pt x="88773" y="60388"/>
                      </a:cubicBezTo>
                      <a:lnTo>
                        <a:pt x="87821" y="60388"/>
                      </a:lnTo>
                      <a:cubicBezTo>
                        <a:pt x="87821" y="60388"/>
                        <a:pt x="87154" y="59912"/>
                        <a:pt x="86487" y="59722"/>
                      </a:cubicBezTo>
                      <a:lnTo>
                        <a:pt x="86106" y="59055"/>
                      </a:lnTo>
                      <a:cubicBezTo>
                        <a:pt x="86106" y="59055"/>
                        <a:pt x="86392" y="58293"/>
                        <a:pt x="86963" y="57436"/>
                      </a:cubicBezTo>
                      <a:cubicBezTo>
                        <a:pt x="87439" y="56579"/>
                        <a:pt x="87821" y="55912"/>
                        <a:pt x="87821" y="55531"/>
                      </a:cubicBezTo>
                      <a:lnTo>
                        <a:pt x="85249" y="55531"/>
                      </a:lnTo>
                      <a:lnTo>
                        <a:pt x="86201" y="59055"/>
                      </a:lnTo>
                      <a:cubicBezTo>
                        <a:pt x="86201" y="59055"/>
                        <a:pt x="86582" y="59246"/>
                        <a:pt x="86582" y="59722"/>
                      </a:cubicBezTo>
                      <a:lnTo>
                        <a:pt x="87916" y="62960"/>
                      </a:lnTo>
                      <a:close/>
                      <a:moveTo>
                        <a:pt x="86201" y="103346"/>
                      </a:moveTo>
                      <a:cubicBezTo>
                        <a:pt x="88011" y="103346"/>
                        <a:pt x="88678" y="102870"/>
                        <a:pt x="88297" y="101727"/>
                      </a:cubicBezTo>
                      <a:cubicBezTo>
                        <a:pt x="88011" y="100679"/>
                        <a:pt x="88201" y="99917"/>
                        <a:pt x="88773" y="99441"/>
                      </a:cubicBezTo>
                      <a:lnTo>
                        <a:pt x="86201" y="99441"/>
                      </a:lnTo>
                      <a:lnTo>
                        <a:pt x="86201" y="103251"/>
                      </a:lnTo>
                      <a:close/>
                      <a:moveTo>
                        <a:pt x="147923" y="119539"/>
                      </a:moveTo>
                      <a:lnTo>
                        <a:pt x="149257" y="53912"/>
                      </a:lnTo>
                      <a:lnTo>
                        <a:pt x="144399" y="50292"/>
                      </a:lnTo>
                      <a:cubicBezTo>
                        <a:pt x="143542" y="46672"/>
                        <a:pt x="140970" y="43910"/>
                        <a:pt x="136684" y="42196"/>
                      </a:cubicBezTo>
                      <a:cubicBezTo>
                        <a:pt x="128492" y="39148"/>
                        <a:pt x="124301" y="37624"/>
                        <a:pt x="124111" y="37624"/>
                      </a:cubicBezTo>
                      <a:lnTo>
                        <a:pt x="121825" y="27622"/>
                      </a:lnTo>
                      <a:cubicBezTo>
                        <a:pt x="120301" y="28099"/>
                        <a:pt x="118777" y="29909"/>
                        <a:pt x="117158" y="33242"/>
                      </a:cubicBezTo>
                      <a:cubicBezTo>
                        <a:pt x="115538" y="36576"/>
                        <a:pt x="113729" y="38291"/>
                        <a:pt x="111824" y="38291"/>
                      </a:cubicBezTo>
                      <a:cubicBezTo>
                        <a:pt x="111157" y="38291"/>
                        <a:pt x="110300" y="38100"/>
                        <a:pt x="109252" y="37624"/>
                      </a:cubicBezTo>
                      <a:lnTo>
                        <a:pt x="110204" y="35052"/>
                      </a:lnTo>
                      <a:lnTo>
                        <a:pt x="107633" y="35052"/>
                      </a:lnTo>
                      <a:lnTo>
                        <a:pt x="109252" y="38576"/>
                      </a:lnTo>
                      <a:cubicBezTo>
                        <a:pt x="108585" y="39053"/>
                        <a:pt x="107442" y="40291"/>
                        <a:pt x="105728" y="42291"/>
                      </a:cubicBezTo>
                      <a:cubicBezTo>
                        <a:pt x="104013" y="44387"/>
                        <a:pt x="102394" y="45339"/>
                        <a:pt x="100965" y="45339"/>
                      </a:cubicBezTo>
                      <a:cubicBezTo>
                        <a:pt x="100298" y="45339"/>
                        <a:pt x="99631" y="45339"/>
                        <a:pt x="98965" y="45053"/>
                      </a:cubicBezTo>
                      <a:cubicBezTo>
                        <a:pt x="98774" y="47816"/>
                        <a:pt x="98012" y="52102"/>
                        <a:pt x="96679" y="57626"/>
                      </a:cubicBezTo>
                      <a:cubicBezTo>
                        <a:pt x="95821" y="56960"/>
                        <a:pt x="95345" y="56197"/>
                        <a:pt x="95345" y="55340"/>
                      </a:cubicBezTo>
                      <a:lnTo>
                        <a:pt x="92488" y="55340"/>
                      </a:lnTo>
                      <a:cubicBezTo>
                        <a:pt x="91630" y="56197"/>
                        <a:pt x="91250" y="57055"/>
                        <a:pt x="91250" y="57912"/>
                      </a:cubicBezTo>
                      <a:cubicBezTo>
                        <a:pt x="91250" y="58579"/>
                        <a:pt x="91535" y="59531"/>
                        <a:pt x="92012" y="60865"/>
                      </a:cubicBezTo>
                      <a:cubicBezTo>
                        <a:pt x="92488" y="62103"/>
                        <a:pt x="92869" y="63151"/>
                        <a:pt x="92869" y="63722"/>
                      </a:cubicBezTo>
                      <a:cubicBezTo>
                        <a:pt x="92869" y="64770"/>
                        <a:pt x="92488" y="65627"/>
                        <a:pt x="91535" y="66294"/>
                      </a:cubicBezTo>
                      <a:cubicBezTo>
                        <a:pt x="92392" y="68009"/>
                        <a:pt x="93440" y="68866"/>
                        <a:pt x="94774" y="68866"/>
                      </a:cubicBezTo>
                      <a:cubicBezTo>
                        <a:pt x="95441" y="68866"/>
                        <a:pt x="96298" y="68675"/>
                        <a:pt x="97346" y="68199"/>
                      </a:cubicBezTo>
                      <a:cubicBezTo>
                        <a:pt x="98488" y="67818"/>
                        <a:pt x="99346" y="67532"/>
                        <a:pt x="99917" y="67532"/>
                      </a:cubicBezTo>
                      <a:cubicBezTo>
                        <a:pt x="101251" y="67532"/>
                        <a:pt x="102299" y="68389"/>
                        <a:pt x="103156" y="70104"/>
                      </a:cubicBezTo>
                      <a:cubicBezTo>
                        <a:pt x="102108" y="72295"/>
                        <a:pt x="100965" y="73343"/>
                        <a:pt x="99631" y="73343"/>
                      </a:cubicBezTo>
                      <a:cubicBezTo>
                        <a:pt x="98965" y="73343"/>
                        <a:pt x="98108" y="73152"/>
                        <a:pt x="97060" y="72676"/>
                      </a:cubicBezTo>
                      <a:cubicBezTo>
                        <a:pt x="96012" y="72295"/>
                        <a:pt x="95155" y="72009"/>
                        <a:pt x="94488" y="72009"/>
                      </a:cubicBezTo>
                      <a:cubicBezTo>
                        <a:pt x="93821" y="72009"/>
                        <a:pt x="93250" y="72200"/>
                        <a:pt x="92583" y="72676"/>
                      </a:cubicBezTo>
                      <a:cubicBezTo>
                        <a:pt x="92964" y="73343"/>
                        <a:pt x="93250" y="74009"/>
                        <a:pt x="93250" y="74676"/>
                      </a:cubicBezTo>
                      <a:cubicBezTo>
                        <a:pt x="93250" y="75343"/>
                        <a:pt x="92964" y="76105"/>
                        <a:pt x="92583" y="77057"/>
                      </a:cubicBezTo>
                      <a:cubicBezTo>
                        <a:pt x="92107" y="78010"/>
                        <a:pt x="91916" y="78772"/>
                        <a:pt x="91916" y="79153"/>
                      </a:cubicBezTo>
                      <a:cubicBezTo>
                        <a:pt x="91916" y="80201"/>
                        <a:pt x="92678" y="80963"/>
                        <a:pt x="94202" y="81439"/>
                      </a:cubicBezTo>
                      <a:lnTo>
                        <a:pt x="91630" y="84011"/>
                      </a:lnTo>
                      <a:cubicBezTo>
                        <a:pt x="92488" y="85249"/>
                        <a:pt x="92964" y="87630"/>
                        <a:pt x="92964" y="91154"/>
                      </a:cubicBezTo>
                      <a:lnTo>
                        <a:pt x="92964" y="101441"/>
                      </a:lnTo>
                      <a:cubicBezTo>
                        <a:pt x="92964" y="109633"/>
                        <a:pt x="94679" y="115253"/>
                        <a:pt x="98108" y="118301"/>
                      </a:cubicBezTo>
                      <a:cubicBezTo>
                        <a:pt x="98488" y="119348"/>
                        <a:pt x="98298" y="120587"/>
                        <a:pt x="97441" y="121825"/>
                      </a:cubicBezTo>
                      <a:lnTo>
                        <a:pt x="95536" y="125444"/>
                      </a:lnTo>
                      <a:cubicBezTo>
                        <a:pt x="97441" y="125444"/>
                        <a:pt x="98679" y="125921"/>
                        <a:pt x="99060" y="126778"/>
                      </a:cubicBezTo>
                      <a:cubicBezTo>
                        <a:pt x="99250" y="128016"/>
                        <a:pt x="98584" y="128873"/>
                        <a:pt x="96964" y="129159"/>
                      </a:cubicBezTo>
                      <a:cubicBezTo>
                        <a:pt x="95345" y="129540"/>
                        <a:pt x="94393" y="129826"/>
                        <a:pt x="94202" y="130302"/>
                      </a:cubicBezTo>
                      <a:cubicBezTo>
                        <a:pt x="94869" y="131540"/>
                        <a:pt x="95631" y="132207"/>
                        <a:pt x="96488" y="132207"/>
                      </a:cubicBezTo>
                      <a:cubicBezTo>
                        <a:pt x="97155" y="132207"/>
                        <a:pt x="98108" y="131445"/>
                        <a:pt x="99250" y="129921"/>
                      </a:cubicBezTo>
                      <a:cubicBezTo>
                        <a:pt x="100393" y="128397"/>
                        <a:pt x="101251" y="127635"/>
                        <a:pt x="101632" y="127635"/>
                      </a:cubicBezTo>
                      <a:cubicBezTo>
                        <a:pt x="102489" y="127635"/>
                        <a:pt x="103346" y="129064"/>
                        <a:pt x="104204" y="131826"/>
                      </a:cubicBezTo>
                      <a:lnTo>
                        <a:pt x="106775" y="129254"/>
                      </a:lnTo>
                      <a:cubicBezTo>
                        <a:pt x="109347" y="130112"/>
                        <a:pt x="111633" y="132302"/>
                        <a:pt x="113538" y="135731"/>
                      </a:cubicBezTo>
                      <a:cubicBezTo>
                        <a:pt x="114586" y="138113"/>
                        <a:pt x="115729" y="140494"/>
                        <a:pt x="116776" y="142875"/>
                      </a:cubicBezTo>
                      <a:cubicBezTo>
                        <a:pt x="119539" y="143161"/>
                        <a:pt x="121729" y="142399"/>
                        <a:pt x="123254" y="140589"/>
                      </a:cubicBezTo>
                      <a:cubicBezTo>
                        <a:pt x="124778" y="138875"/>
                        <a:pt x="126778" y="138017"/>
                        <a:pt x="129445" y="138017"/>
                      </a:cubicBezTo>
                      <a:cubicBezTo>
                        <a:pt x="130302" y="139541"/>
                        <a:pt x="130588" y="140399"/>
                        <a:pt x="130397" y="140589"/>
                      </a:cubicBezTo>
                      <a:cubicBezTo>
                        <a:pt x="133445" y="139541"/>
                        <a:pt x="136208" y="136017"/>
                        <a:pt x="138684" y="129921"/>
                      </a:cubicBezTo>
                      <a:cubicBezTo>
                        <a:pt x="141160" y="123920"/>
                        <a:pt x="144304" y="120301"/>
                        <a:pt x="148209" y="119253"/>
                      </a:cubicBezTo>
                      <a:close/>
                      <a:moveTo>
                        <a:pt x="106585" y="74581"/>
                      </a:moveTo>
                      <a:lnTo>
                        <a:pt x="102965" y="71723"/>
                      </a:lnTo>
                      <a:lnTo>
                        <a:pt x="106585" y="71723"/>
                      </a:lnTo>
                      <a:lnTo>
                        <a:pt x="106585" y="74581"/>
                      </a:lnTo>
                      <a:close/>
                      <a:moveTo>
                        <a:pt x="104013" y="142113"/>
                      </a:moveTo>
                      <a:cubicBezTo>
                        <a:pt x="104870" y="142970"/>
                        <a:pt x="105632" y="143351"/>
                        <a:pt x="106299" y="143351"/>
                      </a:cubicBezTo>
                      <a:cubicBezTo>
                        <a:pt x="106966" y="143351"/>
                        <a:pt x="107633" y="142685"/>
                        <a:pt x="108585" y="141351"/>
                      </a:cubicBezTo>
                      <a:cubicBezTo>
                        <a:pt x="109442" y="140113"/>
                        <a:pt x="110395" y="139446"/>
                        <a:pt x="111442" y="139446"/>
                      </a:cubicBezTo>
                      <a:cubicBezTo>
                        <a:pt x="107537" y="138589"/>
                        <a:pt x="105061" y="139446"/>
                        <a:pt x="104013" y="142018"/>
                      </a:cubicBezTo>
                      <a:close/>
                      <a:moveTo>
                        <a:pt x="128302" y="133064"/>
                      </a:moveTo>
                      <a:lnTo>
                        <a:pt x="129254" y="132112"/>
                      </a:lnTo>
                      <a:lnTo>
                        <a:pt x="132779" y="133064"/>
                      </a:lnTo>
                      <a:lnTo>
                        <a:pt x="128302" y="133064"/>
                      </a:lnTo>
                      <a:close/>
                      <a:moveTo>
                        <a:pt x="144494" y="15145"/>
                      </a:moveTo>
                      <a:cubicBezTo>
                        <a:pt x="145161" y="16002"/>
                        <a:pt x="145923" y="16383"/>
                        <a:pt x="146780" y="16383"/>
                      </a:cubicBezTo>
                      <a:cubicBezTo>
                        <a:pt x="147828" y="16383"/>
                        <a:pt x="149162" y="16002"/>
                        <a:pt x="150685" y="15145"/>
                      </a:cubicBezTo>
                      <a:cubicBezTo>
                        <a:pt x="152209" y="14288"/>
                        <a:pt x="153067" y="13811"/>
                        <a:pt x="153257" y="13811"/>
                      </a:cubicBezTo>
                      <a:cubicBezTo>
                        <a:pt x="152591" y="12954"/>
                        <a:pt x="151733" y="12478"/>
                        <a:pt x="150685" y="12478"/>
                      </a:cubicBezTo>
                      <a:cubicBezTo>
                        <a:pt x="150019" y="12478"/>
                        <a:pt x="149066" y="12954"/>
                        <a:pt x="147638" y="13811"/>
                      </a:cubicBezTo>
                      <a:cubicBezTo>
                        <a:pt x="146209" y="14669"/>
                        <a:pt x="145161" y="15145"/>
                        <a:pt x="144589" y="15145"/>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 name="Google Shape;803;p99"/>
                <p:cNvSpPr/>
                <p:nvPr/>
              </p:nvSpPr>
              <p:spPr>
                <a:xfrm>
                  <a:off x="4353591" y="4712398"/>
                  <a:ext cx="186499" cy="204025"/>
                </a:xfrm>
                <a:custGeom>
                  <a:avLst/>
                  <a:gdLst/>
                  <a:ahLst/>
                  <a:cxnLst/>
                  <a:rect l="l" t="t" r="r" b="b"/>
                  <a:pathLst>
                    <a:path w="186499" h="204025" extrusionOk="0">
                      <a:moveTo>
                        <a:pt x="145542" y="112395"/>
                      </a:moveTo>
                      <a:cubicBezTo>
                        <a:pt x="143351" y="115157"/>
                        <a:pt x="142780" y="118777"/>
                        <a:pt x="143732" y="123254"/>
                      </a:cubicBezTo>
                      <a:cubicBezTo>
                        <a:pt x="144685" y="127635"/>
                        <a:pt x="144399" y="131159"/>
                        <a:pt x="142970" y="133731"/>
                      </a:cubicBezTo>
                      <a:cubicBezTo>
                        <a:pt x="142303" y="138303"/>
                        <a:pt x="139255" y="142780"/>
                        <a:pt x="133731" y="147161"/>
                      </a:cubicBezTo>
                      <a:cubicBezTo>
                        <a:pt x="128206" y="151638"/>
                        <a:pt x="125444" y="155353"/>
                        <a:pt x="125444" y="158305"/>
                      </a:cubicBezTo>
                      <a:cubicBezTo>
                        <a:pt x="125444" y="159829"/>
                        <a:pt x="125825" y="161354"/>
                        <a:pt x="126397" y="162878"/>
                      </a:cubicBezTo>
                      <a:lnTo>
                        <a:pt x="127730" y="162878"/>
                      </a:lnTo>
                      <a:lnTo>
                        <a:pt x="127730" y="164497"/>
                      </a:lnTo>
                      <a:cubicBezTo>
                        <a:pt x="125349" y="162973"/>
                        <a:pt x="121063" y="162496"/>
                        <a:pt x="114776" y="162878"/>
                      </a:cubicBezTo>
                      <a:cubicBezTo>
                        <a:pt x="112776" y="167354"/>
                        <a:pt x="109633" y="169640"/>
                        <a:pt x="105061" y="169640"/>
                      </a:cubicBezTo>
                      <a:cubicBezTo>
                        <a:pt x="103727" y="169640"/>
                        <a:pt x="102013" y="169450"/>
                        <a:pt x="99917" y="168974"/>
                      </a:cubicBezTo>
                      <a:cubicBezTo>
                        <a:pt x="97060" y="168497"/>
                        <a:pt x="95345" y="168307"/>
                        <a:pt x="94774" y="168307"/>
                      </a:cubicBezTo>
                      <a:cubicBezTo>
                        <a:pt x="94774" y="167450"/>
                        <a:pt x="94202" y="166497"/>
                        <a:pt x="92964" y="165354"/>
                      </a:cubicBezTo>
                      <a:cubicBezTo>
                        <a:pt x="91821" y="164306"/>
                        <a:pt x="91059" y="163449"/>
                        <a:pt x="90868" y="162782"/>
                      </a:cubicBezTo>
                      <a:cubicBezTo>
                        <a:pt x="91535" y="168116"/>
                        <a:pt x="88487" y="172974"/>
                        <a:pt x="81820" y="177355"/>
                      </a:cubicBezTo>
                      <a:lnTo>
                        <a:pt x="78200" y="173450"/>
                      </a:lnTo>
                      <a:cubicBezTo>
                        <a:pt x="77533" y="174308"/>
                        <a:pt x="76200" y="174688"/>
                        <a:pt x="74009" y="174688"/>
                      </a:cubicBezTo>
                      <a:lnTo>
                        <a:pt x="75628" y="173450"/>
                      </a:lnTo>
                      <a:cubicBezTo>
                        <a:pt x="74771" y="172593"/>
                        <a:pt x="73914" y="172117"/>
                        <a:pt x="73057" y="172117"/>
                      </a:cubicBezTo>
                      <a:cubicBezTo>
                        <a:pt x="72390" y="172117"/>
                        <a:pt x="71438" y="172498"/>
                        <a:pt x="70104" y="173260"/>
                      </a:cubicBezTo>
                      <a:cubicBezTo>
                        <a:pt x="68770" y="174022"/>
                        <a:pt x="68008" y="174498"/>
                        <a:pt x="67532" y="174688"/>
                      </a:cubicBezTo>
                      <a:lnTo>
                        <a:pt x="69151" y="173450"/>
                      </a:lnTo>
                      <a:cubicBezTo>
                        <a:pt x="67246" y="172593"/>
                        <a:pt x="63532" y="172212"/>
                        <a:pt x="58198" y="172498"/>
                      </a:cubicBezTo>
                      <a:cubicBezTo>
                        <a:pt x="53911" y="172498"/>
                        <a:pt x="50197" y="171069"/>
                        <a:pt x="47244" y="168307"/>
                      </a:cubicBezTo>
                      <a:cubicBezTo>
                        <a:pt x="38862" y="165259"/>
                        <a:pt x="28861" y="158972"/>
                        <a:pt x="17240" y="149257"/>
                      </a:cubicBezTo>
                      <a:cubicBezTo>
                        <a:pt x="17907" y="149066"/>
                        <a:pt x="18193" y="147733"/>
                        <a:pt x="18193" y="145352"/>
                      </a:cubicBezTo>
                      <a:cubicBezTo>
                        <a:pt x="14478" y="143446"/>
                        <a:pt x="11430" y="139541"/>
                        <a:pt x="8763" y="133731"/>
                      </a:cubicBezTo>
                      <a:cubicBezTo>
                        <a:pt x="5715" y="126683"/>
                        <a:pt x="3334" y="122111"/>
                        <a:pt x="1619" y="120205"/>
                      </a:cubicBezTo>
                      <a:lnTo>
                        <a:pt x="0" y="5144"/>
                      </a:lnTo>
                      <a:lnTo>
                        <a:pt x="4191" y="0"/>
                      </a:lnTo>
                      <a:cubicBezTo>
                        <a:pt x="10668" y="1334"/>
                        <a:pt x="22574" y="1334"/>
                        <a:pt x="40100" y="0"/>
                      </a:cubicBezTo>
                      <a:cubicBezTo>
                        <a:pt x="38100" y="1143"/>
                        <a:pt x="37147" y="2286"/>
                        <a:pt x="37147" y="3620"/>
                      </a:cubicBezTo>
                      <a:cubicBezTo>
                        <a:pt x="37147" y="4477"/>
                        <a:pt x="37909" y="5905"/>
                        <a:pt x="39243" y="8001"/>
                      </a:cubicBezTo>
                      <a:cubicBezTo>
                        <a:pt x="40672" y="10001"/>
                        <a:pt x="41243" y="11716"/>
                        <a:pt x="41053" y="12954"/>
                      </a:cubicBezTo>
                      <a:cubicBezTo>
                        <a:pt x="45529" y="14954"/>
                        <a:pt x="47815" y="19050"/>
                        <a:pt x="47815" y="25241"/>
                      </a:cubicBezTo>
                      <a:cubicBezTo>
                        <a:pt x="47815" y="27242"/>
                        <a:pt x="47530" y="30290"/>
                        <a:pt x="46958" y="34480"/>
                      </a:cubicBezTo>
                      <a:cubicBezTo>
                        <a:pt x="46387" y="38671"/>
                        <a:pt x="46196" y="41815"/>
                        <a:pt x="46196" y="43720"/>
                      </a:cubicBezTo>
                      <a:lnTo>
                        <a:pt x="43529" y="46292"/>
                      </a:lnTo>
                      <a:lnTo>
                        <a:pt x="47149" y="48863"/>
                      </a:lnTo>
                      <a:lnTo>
                        <a:pt x="48387" y="97346"/>
                      </a:lnTo>
                      <a:lnTo>
                        <a:pt x="44577" y="99917"/>
                      </a:lnTo>
                      <a:cubicBezTo>
                        <a:pt x="45625" y="102108"/>
                        <a:pt x="46672" y="107442"/>
                        <a:pt x="47815" y="116110"/>
                      </a:cubicBezTo>
                      <a:cubicBezTo>
                        <a:pt x="48863" y="123444"/>
                        <a:pt x="50863" y="128492"/>
                        <a:pt x="53626" y="131350"/>
                      </a:cubicBezTo>
                      <a:cubicBezTo>
                        <a:pt x="54483" y="132398"/>
                        <a:pt x="55912" y="132969"/>
                        <a:pt x="57817" y="132969"/>
                      </a:cubicBezTo>
                      <a:lnTo>
                        <a:pt x="62674" y="132969"/>
                      </a:lnTo>
                      <a:cubicBezTo>
                        <a:pt x="66961" y="138113"/>
                        <a:pt x="69437" y="143637"/>
                        <a:pt x="70104" y="149447"/>
                      </a:cubicBezTo>
                      <a:cubicBezTo>
                        <a:pt x="69247" y="143637"/>
                        <a:pt x="71247" y="140018"/>
                        <a:pt x="75914" y="138779"/>
                      </a:cubicBezTo>
                      <a:cubicBezTo>
                        <a:pt x="81915" y="137255"/>
                        <a:pt x="85439" y="135350"/>
                        <a:pt x="86582" y="132969"/>
                      </a:cubicBezTo>
                      <a:cubicBezTo>
                        <a:pt x="89821" y="133160"/>
                        <a:pt x="91916" y="132017"/>
                        <a:pt x="93059" y="129350"/>
                      </a:cubicBezTo>
                      <a:cubicBezTo>
                        <a:pt x="94583" y="125921"/>
                        <a:pt x="95917" y="123730"/>
                        <a:pt x="97250" y="122873"/>
                      </a:cubicBezTo>
                      <a:lnTo>
                        <a:pt x="105632" y="120301"/>
                      </a:lnTo>
                      <a:lnTo>
                        <a:pt x="101155" y="117348"/>
                      </a:lnTo>
                      <a:cubicBezTo>
                        <a:pt x="101822" y="92393"/>
                        <a:pt x="102108" y="55436"/>
                        <a:pt x="102108" y="6572"/>
                      </a:cubicBezTo>
                      <a:cubicBezTo>
                        <a:pt x="106585" y="2286"/>
                        <a:pt x="113538" y="95"/>
                        <a:pt x="122777" y="95"/>
                      </a:cubicBezTo>
                      <a:cubicBezTo>
                        <a:pt x="123444" y="95"/>
                        <a:pt x="129730" y="667"/>
                        <a:pt x="141827" y="1715"/>
                      </a:cubicBezTo>
                      <a:cubicBezTo>
                        <a:pt x="141827" y="6191"/>
                        <a:pt x="142208" y="12383"/>
                        <a:pt x="142970" y="20288"/>
                      </a:cubicBezTo>
                      <a:cubicBezTo>
                        <a:pt x="143732" y="28099"/>
                        <a:pt x="144113" y="33909"/>
                        <a:pt x="144113" y="37529"/>
                      </a:cubicBezTo>
                      <a:cubicBezTo>
                        <a:pt x="144113" y="42482"/>
                        <a:pt x="143637" y="47054"/>
                        <a:pt x="142875" y="51054"/>
                      </a:cubicBezTo>
                      <a:cubicBezTo>
                        <a:pt x="144970" y="52388"/>
                        <a:pt x="146018" y="53912"/>
                        <a:pt x="146018" y="55531"/>
                      </a:cubicBezTo>
                      <a:cubicBezTo>
                        <a:pt x="146018" y="56864"/>
                        <a:pt x="144970" y="58769"/>
                        <a:pt x="142875" y="61341"/>
                      </a:cubicBezTo>
                      <a:cubicBezTo>
                        <a:pt x="140684" y="63913"/>
                        <a:pt x="139636" y="66008"/>
                        <a:pt x="139636" y="67437"/>
                      </a:cubicBezTo>
                      <a:cubicBezTo>
                        <a:pt x="139636" y="69152"/>
                        <a:pt x="141160" y="70961"/>
                        <a:pt x="144209" y="72580"/>
                      </a:cubicBezTo>
                      <a:cubicBezTo>
                        <a:pt x="143351" y="74771"/>
                        <a:pt x="142970" y="76962"/>
                        <a:pt x="142970" y="79343"/>
                      </a:cubicBezTo>
                      <a:cubicBezTo>
                        <a:pt x="142970" y="81344"/>
                        <a:pt x="143351" y="84106"/>
                        <a:pt x="144113" y="87916"/>
                      </a:cubicBezTo>
                      <a:cubicBezTo>
                        <a:pt x="144875" y="91726"/>
                        <a:pt x="145256" y="94393"/>
                        <a:pt x="145256" y="96203"/>
                      </a:cubicBezTo>
                      <a:cubicBezTo>
                        <a:pt x="145256" y="99822"/>
                        <a:pt x="144113" y="103251"/>
                        <a:pt x="142018" y="106204"/>
                      </a:cubicBezTo>
                      <a:cubicBezTo>
                        <a:pt x="142018" y="109633"/>
                        <a:pt x="142303" y="111728"/>
                        <a:pt x="142970" y="112300"/>
                      </a:cubicBezTo>
                      <a:lnTo>
                        <a:pt x="145542" y="112300"/>
                      </a:lnTo>
                      <a:close/>
                      <a:moveTo>
                        <a:pt x="19240" y="79153"/>
                      </a:moveTo>
                      <a:lnTo>
                        <a:pt x="19240" y="69152"/>
                      </a:lnTo>
                      <a:lnTo>
                        <a:pt x="17240" y="69152"/>
                      </a:lnTo>
                      <a:cubicBezTo>
                        <a:pt x="16383" y="69152"/>
                        <a:pt x="15811" y="68771"/>
                        <a:pt x="15621" y="67818"/>
                      </a:cubicBezTo>
                      <a:cubicBezTo>
                        <a:pt x="15145" y="68866"/>
                        <a:pt x="14573" y="69913"/>
                        <a:pt x="13716" y="71057"/>
                      </a:cubicBezTo>
                      <a:cubicBezTo>
                        <a:pt x="12859" y="72104"/>
                        <a:pt x="12382" y="72866"/>
                        <a:pt x="12382" y="73343"/>
                      </a:cubicBezTo>
                      <a:cubicBezTo>
                        <a:pt x="12382" y="74200"/>
                        <a:pt x="13144" y="75343"/>
                        <a:pt x="14668" y="76581"/>
                      </a:cubicBezTo>
                      <a:cubicBezTo>
                        <a:pt x="15049" y="76105"/>
                        <a:pt x="15430" y="75724"/>
                        <a:pt x="15621" y="75343"/>
                      </a:cubicBezTo>
                      <a:cubicBezTo>
                        <a:pt x="14954" y="73152"/>
                        <a:pt x="14668" y="72009"/>
                        <a:pt x="14668" y="71723"/>
                      </a:cubicBezTo>
                      <a:cubicBezTo>
                        <a:pt x="14668" y="70295"/>
                        <a:pt x="15526" y="69342"/>
                        <a:pt x="17240" y="69152"/>
                      </a:cubicBezTo>
                      <a:lnTo>
                        <a:pt x="18193" y="69152"/>
                      </a:lnTo>
                      <a:lnTo>
                        <a:pt x="19145" y="79153"/>
                      </a:lnTo>
                      <a:close/>
                      <a:moveTo>
                        <a:pt x="34766" y="75343"/>
                      </a:moveTo>
                      <a:cubicBezTo>
                        <a:pt x="34766" y="75343"/>
                        <a:pt x="34861" y="74962"/>
                        <a:pt x="33814" y="74390"/>
                      </a:cubicBezTo>
                      <a:cubicBezTo>
                        <a:pt x="32766" y="73724"/>
                        <a:pt x="32194" y="71533"/>
                        <a:pt x="32194" y="67913"/>
                      </a:cubicBezTo>
                      <a:lnTo>
                        <a:pt x="33814" y="67913"/>
                      </a:lnTo>
                      <a:lnTo>
                        <a:pt x="33814" y="65342"/>
                      </a:lnTo>
                      <a:lnTo>
                        <a:pt x="27337" y="69247"/>
                      </a:lnTo>
                      <a:cubicBezTo>
                        <a:pt x="29432" y="70390"/>
                        <a:pt x="30099" y="72009"/>
                        <a:pt x="29242" y="74390"/>
                      </a:cubicBezTo>
                      <a:cubicBezTo>
                        <a:pt x="28575" y="74390"/>
                        <a:pt x="28289" y="74676"/>
                        <a:pt x="28289" y="75343"/>
                      </a:cubicBezTo>
                      <a:lnTo>
                        <a:pt x="29242" y="74390"/>
                      </a:lnTo>
                      <a:cubicBezTo>
                        <a:pt x="29908" y="74104"/>
                        <a:pt x="31432" y="74295"/>
                        <a:pt x="33718" y="74676"/>
                      </a:cubicBezTo>
                      <a:cubicBezTo>
                        <a:pt x="34195" y="75152"/>
                        <a:pt x="34480" y="75343"/>
                        <a:pt x="34671" y="75343"/>
                      </a:cubicBezTo>
                      <a:close/>
                      <a:moveTo>
                        <a:pt x="89344" y="156782"/>
                      </a:moveTo>
                      <a:lnTo>
                        <a:pt x="93250" y="161925"/>
                      </a:lnTo>
                      <a:lnTo>
                        <a:pt x="92011" y="156782"/>
                      </a:lnTo>
                      <a:lnTo>
                        <a:pt x="89440" y="156782"/>
                      </a:lnTo>
                      <a:close/>
                      <a:moveTo>
                        <a:pt x="97441" y="145447"/>
                      </a:moveTo>
                      <a:lnTo>
                        <a:pt x="97441" y="142875"/>
                      </a:lnTo>
                      <a:lnTo>
                        <a:pt x="95821" y="141923"/>
                      </a:lnTo>
                      <a:lnTo>
                        <a:pt x="97441" y="145447"/>
                      </a:lnTo>
                      <a:close/>
                      <a:moveTo>
                        <a:pt x="105537" y="184595"/>
                      </a:moveTo>
                      <a:cubicBezTo>
                        <a:pt x="105061" y="184595"/>
                        <a:pt x="104870" y="184309"/>
                        <a:pt x="104870" y="183928"/>
                      </a:cubicBezTo>
                      <a:lnTo>
                        <a:pt x="105537" y="184595"/>
                      </a:lnTo>
                      <a:close/>
                      <a:moveTo>
                        <a:pt x="105537" y="184595"/>
                      </a:moveTo>
                      <a:cubicBezTo>
                        <a:pt x="105537" y="184595"/>
                        <a:pt x="107251" y="185261"/>
                        <a:pt x="109347" y="185833"/>
                      </a:cubicBezTo>
                      <a:cubicBezTo>
                        <a:pt x="110871" y="186023"/>
                        <a:pt x="111633" y="186595"/>
                        <a:pt x="111633" y="187452"/>
                      </a:cubicBezTo>
                      <a:cubicBezTo>
                        <a:pt x="111633" y="188119"/>
                        <a:pt x="111061" y="188976"/>
                        <a:pt x="110014" y="190024"/>
                      </a:cubicBezTo>
                      <a:lnTo>
                        <a:pt x="105537" y="184595"/>
                      </a:lnTo>
                      <a:close/>
                      <a:moveTo>
                        <a:pt x="108394" y="148114"/>
                      </a:moveTo>
                      <a:lnTo>
                        <a:pt x="112300" y="148114"/>
                      </a:lnTo>
                      <a:cubicBezTo>
                        <a:pt x="111442" y="146780"/>
                        <a:pt x="111157" y="145923"/>
                        <a:pt x="111347" y="145542"/>
                      </a:cubicBezTo>
                      <a:lnTo>
                        <a:pt x="108490" y="145542"/>
                      </a:lnTo>
                      <a:lnTo>
                        <a:pt x="108490" y="148114"/>
                      </a:lnTo>
                      <a:close/>
                      <a:moveTo>
                        <a:pt x="110014" y="194024"/>
                      </a:moveTo>
                      <a:cubicBezTo>
                        <a:pt x="111252" y="193548"/>
                        <a:pt x="113062" y="194310"/>
                        <a:pt x="115157" y="196310"/>
                      </a:cubicBezTo>
                      <a:cubicBezTo>
                        <a:pt x="116205" y="197168"/>
                        <a:pt x="117348" y="198215"/>
                        <a:pt x="118396" y="199263"/>
                      </a:cubicBezTo>
                      <a:cubicBezTo>
                        <a:pt x="116681" y="199263"/>
                        <a:pt x="114871" y="198406"/>
                        <a:pt x="113062" y="196691"/>
                      </a:cubicBezTo>
                      <a:cubicBezTo>
                        <a:pt x="111252" y="194977"/>
                        <a:pt x="110204" y="194120"/>
                        <a:pt x="110014" y="194120"/>
                      </a:cubicBezTo>
                      <a:close/>
                      <a:moveTo>
                        <a:pt x="131350" y="24765"/>
                      </a:moveTo>
                      <a:cubicBezTo>
                        <a:pt x="130492" y="24289"/>
                        <a:pt x="129540" y="24384"/>
                        <a:pt x="128588" y="25051"/>
                      </a:cubicBezTo>
                      <a:cubicBezTo>
                        <a:pt x="127635" y="25718"/>
                        <a:pt x="126968" y="25908"/>
                        <a:pt x="126492" y="25718"/>
                      </a:cubicBezTo>
                      <a:cubicBezTo>
                        <a:pt x="127540" y="26194"/>
                        <a:pt x="128683" y="26384"/>
                        <a:pt x="129730" y="26384"/>
                      </a:cubicBezTo>
                      <a:cubicBezTo>
                        <a:pt x="131826" y="26384"/>
                        <a:pt x="132397" y="25908"/>
                        <a:pt x="131350" y="24765"/>
                      </a:cubicBezTo>
                      <a:close/>
                      <a:moveTo>
                        <a:pt x="131350" y="177546"/>
                      </a:moveTo>
                      <a:lnTo>
                        <a:pt x="131350" y="180118"/>
                      </a:lnTo>
                      <a:lnTo>
                        <a:pt x="126492" y="180118"/>
                      </a:lnTo>
                      <a:cubicBezTo>
                        <a:pt x="126968" y="179451"/>
                        <a:pt x="128588" y="178594"/>
                        <a:pt x="131350" y="177546"/>
                      </a:cubicBezTo>
                      <a:close/>
                      <a:moveTo>
                        <a:pt x="127825" y="130397"/>
                      </a:moveTo>
                      <a:cubicBezTo>
                        <a:pt x="130397" y="130397"/>
                        <a:pt x="132969" y="129064"/>
                        <a:pt x="135541" y="126492"/>
                      </a:cubicBezTo>
                      <a:cubicBezTo>
                        <a:pt x="134207" y="125825"/>
                        <a:pt x="132874" y="126302"/>
                        <a:pt x="131350" y="127921"/>
                      </a:cubicBezTo>
                      <a:cubicBezTo>
                        <a:pt x="129826" y="129540"/>
                        <a:pt x="128683" y="130397"/>
                        <a:pt x="127825" y="130397"/>
                      </a:cubicBezTo>
                      <a:close/>
                      <a:moveTo>
                        <a:pt x="131350" y="184976"/>
                      </a:moveTo>
                      <a:lnTo>
                        <a:pt x="132969" y="188595"/>
                      </a:lnTo>
                      <a:lnTo>
                        <a:pt x="129064" y="184976"/>
                      </a:lnTo>
                      <a:lnTo>
                        <a:pt x="131350" y="184976"/>
                      </a:lnTo>
                      <a:close/>
                      <a:moveTo>
                        <a:pt x="132969" y="200216"/>
                      </a:moveTo>
                      <a:cubicBezTo>
                        <a:pt x="132778" y="200882"/>
                        <a:pt x="133636" y="202121"/>
                        <a:pt x="135541" y="204026"/>
                      </a:cubicBezTo>
                      <a:lnTo>
                        <a:pt x="131350" y="204026"/>
                      </a:lnTo>
                      <a:lnTo>
                        <a:pt x="131350" y="200216"/>
                      </a:lnTo>
                      <a:lnTo>
                        <a:pt x="132969" y="200216"/>
                      </a:lnTo>
                      <a:close/>
                      <a:moveTo>
                        <a:pt x="136874" y="184976"/>
                      </a:moveTo>
                      <a:cubicBezTo>
                        <a:pt x="137255" y="186023"/>
                        <a:pt x="138113" y="186595"/>
                        <a:pt x="139446" y="186595"/>
                      </a:cubicBezTo>
                      <a:lnTo>
                        <a:pt x="139446" y="187547"/>
                      </a:lnTo>
                      <a:lnTo>
                        <a:pt x="135541" y="187547"/>
                      </a:lnTo>
                      <a:lnTo>
                        <a:pt x="136874" y="184976"/>
                      </a:lnTo>
                      <a:close/>
                      <a:moveTo>
                        <a:pt x="136874" y="171069"/>
                      </a:moveTo>
                      <a:cubicBezTo>
                        <a:pt x="139446" y="169736"/>
                        <a:pt x="140875" y="169164"/>
                        <a:pt x="141065" y="169164"/>
                      </a:cubicBezTo>
                      <a:cubicBezTo>
                        <a:pt x="141922" y="169164"/>
                        <a:pt x="142208" y="170117"/>
                        <a:pt x="142018" y="172117"/>
                      </a:cubicBezTo>
                      <a:cubicBezTo>
                        <a:pt x="141160" y="173165"/>
                        <a:pt x="140303" y="173736"/>
                        <a:pt x="139446" y="173736"/>
                      </a:cubicBezTo>
                      <a:lnTo>
                        <a:pt x="136874" y="171164"/>
                      </a:lnTo>
                      <a:close/>
                      <a:moveTo>
                        <a:pt x="137827" y="155829"/>
                      </a:moveTo>
                      <a:cubicBezTo>
                        <a:pt x="137827" y="155829"/>
                        <a:pt x="137541" y="155448"/>
                        <a:pt x="137541" y="155258"/>
                      </a:cubicBezTo>
                      <a:cubicBezTo>
                        <a:pt x="137541" y="153067"/>
                        <a:pt x="138684" y="152019"/>
                        <a:pt x="141065" y="152019"/>
                      </a:cubicBezTo>
                      <a:cubicBezTo>
                        <a:pt x="141732" y="152019"/>
                        <a:pt x="142303" y="152305"/>
                        <a:pt x="143065" y="152971"/>
                      </a:cubicBezTo>
                      <a:lnTo>
                        <a:pt x="137827" y="155829"/>
                      </a:lnTo>
                      <a:close/>
                      <a:moveTo>
                        <a:pt x="144304" y="146780"/>
                      </a:moveTo>
                      <a:cubicBezTo>
                        <a:pt x="146399" y="145923"/>
                        <a:pt x="148209" y="147066"/>
                        <a:pt x="149447" y="150304"/>
                      </a:cubicBezTo>
                      <a:cubicBezTo>
                        <a:pt x="147066" y="148780"/>
                        <a:pt x="145828" y="148114"/>
                        <a:pt x="145542" y="148114"/>
                      </a:cubicBezTo>
                      <a:lnTo>
                        <a:pt x="144209" y="149447"/>
                      </a:lnTo>
                      <a:lnTo>
                        <a:pt x="144209" y="146876"/>
                      </a:lnTo>
                      <a:close/>
                      <a:moveTo>
                        <a:pt x="159448" y="137732"/>
                      </a:moveTo>
                      <a:cubicBezTo>
                        <a:pt x="159258" y="138589"/>
                        <a:pt x="159829" y="139446"/>
                        <a:pt x="161068" y="140303"/>
                      </a:cubicBezTo>
                      <a:cubicBezTo>
                        <a:pt x="160496" y="141446"/>
                        <a:pt x="159067" y="141923"/>
                        <a:pt x="156877" y="141923"/>
                      </a:cubicBezTo>
                      <a:lnTo>
                        <a:pt x="159448" y="137732"/>
                      </a:lnTo>
                      <a:close/>
                      <a:moveTo>
                        <a:pt x="164878" y="156782"/>
                      </a:moveTo>
                      <a:lnTo>
                        <a:pt x="165830" y="154496"/>
                      </a:lnTo>
                      <a:lnTo>
                        <a:pt x="169450" y="154496"/>
                      </a:lnTo>
                      <a:lnTo>
                        <a:pt x="164878" y="156782"/>
                      </a:lnTo>
                      <a:close/>
                      <a:moveTo>
                        <a:pt x="171069" y="178403"/>
                      </a:moveTo>
                      <a:lnTo>
                        <a:pt x="173926" y="178403"/>
                      </a:lnTo>
                      <a:cubicBezTo>
                        <a:pt x="172688" y="180975"/>
                        <a:pt x="172021" y="182880"/>
                        <a:pt x="172021" y="184213"/>
                      </a:cubicBezTo>
                      <a:lnTo>
                        <a:pt x="171069" y="178403"/>
                      </a:lnTo>
                      <a:close/>
                      <a:moveTo>
                        <a:pt x="172021" y="184213"/>
                      </a:moveTo>
                      <a:lnTo>
                        <a:pt x="172307" y="184880"/>
                      </a:lnTo>
                      <a:cubicBezTo>
                        <a:pt x="172307" y="184880"/>
                        <a:pt x="172021" y="184499"/>
                        <a:pt x="172021" y="184213"/>
                      </a:cubicBezTo>
                      <a:close/>
                      <a:moveTo>
                        <a:pt x="172307" y="124778"/>
                      </a:moveTo>
                      <a:lnTo>
                        <a:pt x="172307" y="121253"/>
                      </a:lnTo>
                      <a:lnTo>
                        <a:pt x="173926" y="121253"/>
                      </a:lnTo>
                      <a:lnTo>
                        <a:pt x="173926" y="124778"/>
                      </a:lnTo>
                      <a:lnTo>
                        <a:pt x="172307" y="124778"/>
                      </a:lnTo>
                      <a:close/>
                      <a:moveTo>
                        <a:pt x="174879" y="190024"/>
                      </a:moveTo>
                      <a:lnTo>
                        <a:pt x="174879" y="186500"/>
                      </a:lnTo>
                      <a:lnTo>
                        <a:pt x="175831" y="186500"/>
                      </a:lnTo>
                      <a:lnTo>
                        <a:pt x="175831" y="190024"/>
                      </a:lnTo>
                      <a:lnTo>
                        <a:pt x="174879" y="190024"/>
                      </a:lnTo>
                      <a:close/>
                      <a:moveTo>
                        <a:pt x="180022" y="160973"/>
                      </a:moveTo>
                      <a:lnTo>
                        <a:pt x="186499" y="156782"/>
                      </a:lnTo>
                      <a:lnTo>
                        <a:pt x="186499" y="158401"/>
                      </a:lnTo>
                      <a:lnTo>
                        <a:pt x="180022" y="160973"/>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 name="Google Shape;804;p99"/>
                <p:cNvSpPr/>
                <p:nvPr/>
              </p:nvSpPr>
              <p:spPr>
                <a:xfrm>
                  <a:off x="4522183" y="4712017"/>
                  <a:ext cx="140779" cy="173259"/>
                </a:xfrm>
                <a:custGeom>
                  <a:avLst/>
                  <a:gdLst/>
                  <a:ahLst/>
                  <a:cxnLst/>
                  <a:rect l="l" t="t" r="r" b="b"/>
                  <a:pathLst>
                    <a:path w="140779" h="173259" extrusionOk="0">
                      <a:moveTo>
                        <a:pt x="122015" y="6191"/>
                      </a:moveTo>
                      <a:cubicBezTo>
                        <a:pt x="128302" y="6191"/>
                        <a:pt x="132302" y="9715"/>
                        <a:pt x="134302" y="16859"/>
                      </a:cubicBezTo>
                      <a:cubicBezTo>
                        <a:pt x="136874" y="26575"/>
                        <a:pt x="139065" y="32099"/>
                        <a:pt x="140779" y="33623"/>
                      </a:cubicBezTo>
                      <a:lnTo>
                        <a:pt x="139827" y="140684"/>
                      </a:lnTo>
                      <a:cubicBezTo>
                        <a:pt x="137446" y="142589"/>
                        <a:pt x="135255" y="146494"/>
                        <a:pt x="133255" y="152305"/>
                      </a:cubicBezTo>
                      <a:cubicBezTo>
                        <a:pt x="131159" y="158115"/>
                        <a:pt x="128302" y="162211"/>
                        <a:pt x="124682" y="164497"/>
                      </a:cubicBezTo>
                      <a:cubicBezTo>
                        <a:pt x="120206" y="164497"/>
                        <a:pt x="116015" y="166973"/>
                        <a:pt x="112109" y="171926"/>
                      </a:cubicBezTo>
                      <a:cubicBezTo>
                        <a:pt x="109347" y="171736"/>
                        <a:pt x="104966" y="171926"/>
                        <a:pt x="99155" y="172307"/>
                      </a:cubicBezTo>
                      <a:cubicBezTo>
                        <a:pt x="92297" y="172879"/>
                        <a:pt x="87535" y="173260"/>
                        <a:pt x="84963" y="173260"/>
                      </a:cubicBezTo>
                      <a:cubicBezTo>
                        <a:pt x="75248" y="173260"/>
                        <a:pt x="68104" y="170783"/>
                        <a:pt x="63341" y="165830"/>
                      </a:cubicBezTo>
                      <a:cubicBezTo>
                        <a:pt x="61627" y="169735"/>
                        <a:pt x="58579" y="171640"/>
                        <a:pt x="54292" y="171640"/>
                      </a:cubicBezTo>
                      <a:cubicBezTo>
                        <a:pt x="52768" y="171640"/>
                        <a:pt x="50197" y="171259"/>
                        <a:pt x="46673" y="170497"/>
                      </a:cubicBezTo>
                      <a:cubicBezTo>
                        <a:pt x="43148" y="169735"/>
                        <a:pt x="40481" y="169354"/>
                        <a:pt x="38767" y="169354"/>
                      </a:cubicBezTo>
                      <a:cubicBezTo>
                        <a:pt x="37243" y="169354"/>
                        <a:pt x="36004" y="169545"/>
                        <a:pt x="34861" y="170021"/>
                      </a:cubicBezTo>
                      <a:lnTo>
                        <a:pt x="36195" y="168402"/>
                      </a:lnTo>
                      <a:cubicBezTo>
                        <a:pt x="35052" y="166878"/>
                        <a:pt x="33718" y="166116"/>
                        <a:pt x="32004" y="166116"/>
                      </a:cubicBezTo>
                      <a:cubicBezTo>
                        <a:pt x="30956" y="166116"/>
                        <a:pt x="29337" y="166592"/>
                        <a:pt x="27337" y="167545"/>
                      </a:cubicBezTo>
                      <a:cubicBezTo>
                        <a:pt x="25241" y="168497"/>
                        <a:pt x="23812" y="168973"/>
                        <a:pt x="22955" y="168973"/>
                      </a:cubicBezTo>
                      <a:cubicBezTo>
                        <a:pt x="21908" y="168973"/>
                        <a:pt x="20955" y="168402"/>
                        <a:pt x="20098" y="167354"/>
                      </a:cubicBezTo>
                      <a:cubicBezTo>
                        <a:pt x="18955" y="168688"/>
                        <a:pt x="17907" y="169259"/>
                        <a:pt x="16859" y="169259"/>
                      </a:cubicBezTo>
                      <a:cubicBezTo>
                        <a:pt x="15621" y="169259"/>
                        <a:pt x="14288" y="168211"/>
                        <a:pt x="12954" y="166211"/>
                      </a:cubicBezTo>
                      <a:cubicBezTo>
                        <a:pt x="11621" y="164211"/>
                        <a:pt x="10954" y="163163"/>
                        <a:pt x="10668" y="163163"/>
                      </a:cubicBezTo>
                      <a:cubicBezTo>
                        <a:pt x="10287" y="163163"/>
                        <a:pt x="9906" y="164592"/>
                        <a:pt x="9715" y="167354"/>
                      </a:cubicBezTo>
                      <a:cubicBezTo>
                        <a:pt x="9049" y="164973"/>
                        <a:pt x="8001" y="163544"/>
                        <a:pt x="6477" y="162877"/>
                      </a:cubicBezTo>
                      <a:cubicBezTo>
                        <a:pt x="4286" y="162020"/>
                        <a:pt x="2762" y="160591"/>
                        <a:pt x="1619" y="158686"/>
                      </a:cubicBezTo>
                      <a:lnTo>
                        <a:pt x="2572" y="115062"/>
                      </a:lnTo>
                      <a:cubicBezTo>
                        <a:pt x="1048" y="113538"/>
                        <a:pt x="857" y="110395"/>
                        <a:pt x="1905" y="105537"/>
                      </a:cubicBezTo>
                      <a:cubicBezTo>
                        <a:pt x="3048" y="100679"/>
                        <a:pt x="2381" y="97155"/>
                        <a:pt x="0" y="95059"/>
                      </a:cubicBezTo>
                      <a:cubicBezTo>
                        <a:pt x="1333" y="92488"/>
                        <a:pt x="1524" y="87821"/>
                        <a:pt x="667" y="81153"/>
                      </a:cubicBezTo>
                      <a:cubicBezTo>
                        <a:pt x="-95" y="74485"/>
                        <a:pt x="476" y="69628"/>
                        <a:pt x="2667" y="66580"/>
                      </a:cubicBezTo>
                      <a:cubicBezTo>
                        <a:pt x="1619" y="60103"/>
                        <a:pt x="1048" y="56959"/>
                        <a:pt x="1048" y="57150"/>
                      </a:cubicBezTo>
                      <a:cubicBezTo>
                        <a:pt x="1048" y="54197"/>
                        <a:pt x="2476" y="52197"/>
                        <a:pt x="5239" y="51340"/>
                      </a:cubicBezTo>
                      <a:cubicBezTo>
                        <a:pt x="3143" y="50292"/>
                        <a:pt x="2000" y="48577"/>
                        <a:pt x="2000" y="46196"/>
                      </a:cubicBezTo>
                      <a:cubicBezTo>
                        <a:pt x="2000" y="45529"/>
                        <a:pt x="2096" y="44672"/>
                        <a:pt x="2381" y="43434"/>
                      </a:cubicBezTo>
                      <a:cubicBezTo>
                        <a:pt x="2572" y="42291"/>
                        <a:pt x="2667" y="41434"/>
                        <a:pt x="2667" y="41053"/>
                      </a:cubicBezTo>
                      <a:cubicBezTo>
                        <a:pt x="2667" y="40005"/>
                        <a:pt x="2381" y="39243"/>
                        <a:pt x="1714" y="38767"/>
                      </a:cubicBezTo>
                      <a:cubicBezTo>
                        <a:pt x="3429" y="37719"/>
                        <a:pt x="4667" y="36195"/>
                        <a:pt x="5239" y="34195"/>
                      </a:cubicBezTo>
                      <a:cubicBezTo>
                        <a:pt x="6572" y="31242"/>
                        <a:pt x="7715" y="28956"/>
                        <a:pt x="8858" y="27432"/>
                      </a:cubicBezTo>
                      <a:cubicBezTo>
                        <a:pt x="4572" y="26765"/>
                        <a:pt x="2381" y="24479"/>
                        <a:pt x="2381" y="20288"/>
                      </a:cubicBezTo>
                      <a:lnTo>
                        <a:pt x="2381" y="16764"/>
                      </a:lnTo>
                      <a:cubicBezTo>
                        <a:pt x="2572" y="15049"/>
                        <a:pt x="2667" y="13621"/>
                        <a:pt x="2667" y="12573"/>
                      </a:cubicBezTo>
                      <a:cubicBezTo>
                        <a:pt x="2667" y="10573"/>
                        <a:pt x="2381" y="9049"/>
                        <a:pt x="1714" y="7715"/>
                      </a:cubicBezTo>
                      <a:cubicBezTo>
                        <a:pt x="4096" y="4286"/>
                        <a:pt x="7906" y="2572"/>
                        <a:pt x="13335" y="2572"/>
                      </a:cubicBezTo>
                      <a:lnTo>
                        <a:pt x="20765" y="2572"/>
                      </a:lnTo>
                      <a:cubicBezTo>
                        <a:pt x="25051" y="2572"/>
                        <a:pt x="28480" y="1714"/>
                        <a:pt x="31147" y="0"/>
                      </a:cubicBezTo>
                      <a:cubicBezTo>
                        <a:pt x="37624" y="1714"/>
                        <a:pt x="45149" y="2572"/>
                        <a:pt x="53816" y="2572"/>
                      </a:cubicBezTo>
                      <a:cubicBezTo>
                        <a:pt x="57626" y="2572"/>
                        <a:pt x="63627" y="2286"/>
                        <a:pt x="71628" y="1810"/>
                      </a:cubicBezTo>
                      <a:cubicBezTo>
                        <a:pt x="79629" y="1238"/>
                        <a:pt x="85534" y="952"/>
                        <a:pt x="89440" y="952"/>
                      </a:cubicBezTo>
                      <a:cubicBezTo>
                        <a:pt x="93726" y="952"/>
                        <a:pt x="97631" y="1143"/>
                        <a:pt x="101060" y="1619"/>
                      </a:cubicBezTo>
                      <a:cubicBezTo>
                        <a:pt x="102299" y="2000"/>
                        <a:pt x="105156" y="3334"/>
                        <a:pt x="109442" y="5524"/>
                      </a:cubicBezTo>
                      <a:cubicBezTo>
                        <a:pt x="112490" y="7048"/>
                        <a:pt x="114967" y="7810"/>
                        <a:pt x="116872" y="7810"/>
                      </a:cubicBezTo>
                      <a:cubicBezTo>
                        <a:pt x="118586" y="7810"/>
                        <a:pt x="120396" y="7334"/>
                        <a:pt x="122301" y="6191"/>
                      </a:cubicBezTo>
                      <a:close/>
                      <a:moveTo>
                        <a:pt x="5048" y="120205"/>
                      </a:moveTo>
                      <a:cubicBezTo>
                        <a:pt x="7048" y="120396"/>
                        <a:pt x="9049" y="119920"/>
                        <a:pt x="11144" y="118586"/>
                      </a:cubicBezTo>
                      <a:lnTo>
                        <a:pt x="8287" y="116967"/>
                      </a:lnTo>
                      <a:cubicBezTo>
                        <a:pt x="7144" y="116110"/>
                        <a:pt x="6096" y="115919"/>
                        <a:pt x="5048" y="116300"/>
                      </a:cubicBezTo>
                      <a:lnTo>
                        <a:pt x="5048" y="120205"/>
                      </a:lnTo>
                      <a:close/>
                      <a:moveTo>
                        <a:pt x="16097" y="22955"/>
                      </a:moveTo>
                      <a:cubicBezTo>
                        <a:pt x="14097" y="21050"/>
                        <a:pt x="12859" y="20193"/>
                        <a:pt x="12192" y="20383"/>
                      </a:cubicBezTo>
                      <a:lnTo>
                        <a:pt x="14764" y="24955"/>
                      </a:lnTo>
                      <a:cubicBezTo>
                        <a:pt x="14573" y="24289"/>
                        <a:pt x="14954" y="23622"/>
                        <a:pt x="16002" y="22955"/>
                      </a:cubicBezTo>
                      <a:close/>
                      <a:moveTo>
                        <a:pt x="12192" y="46196"/>
                      </a:moveTo>
                      <a:cubicBezTo>
                        <a:pt x="13525" y="46387"/>
                        <a:pt x="14764" y="45815"/>
                        <a:pt x="16097" y="44386"/>
                      </a:cubicBezTo>
                      <a:cubicBezTo>
                        <a:pt x="17335" y="42958"/>
                        <a:pt x="17812" y="41529"/>
                        <a:pt x="17335" y="40005"/>
                      </a:cubicBezTo>
                      <a:cubicBezTo>
                        <a:pt x="16288" y="39624"/>
                        <a:pt x="15526" y="39338"/>
                        <a:pt x="15050" y="39338"/>
                      </a:cubicBezTo>
                      <a:cubicBezTo>
                        <a:pt x="14192" y="39338"/>
                        <a:pt x="13621" y="40862"/>
                        <a:pt x="13430" y="43910"/>
                      </a:cubicBezTo>
                      <a:cubicBezTo>
                        <a:pt x="13240" y="44958"/>
                        <a:pt x="12763" y="45720"/>
                        <a:pt x="12097" y="46196"/>
                      </a:cubicBezTo>
                      <a:close/>
                      <a:moveTo>
                        <a:pt x="99822" y="79153"/>
                      </a:moveTo>
                      <a:cubicBezTo>
                        <a:pt x="97155" y="70580"/>
                        <a:pt x="97155" y="57912"/>
                        <a:pt x="99822" y="41338"/>
                      </a:cubicBezTo>
                      <a:cubicBezTo>
                        <a:pt x="96583" y="37909"/>
                        <a:pt x="90011" y="36195"/>
                        <a:pt x="80105" y="36195"/>
                      </a:cubicBezTo>
                      <a:lnTo>
                        <a:pt x="83629" y="30099"/>
                      </a:lnTo>
                      <a:cubicBezTo>
                        <a:pt x="82772" y="31813"/>
                        <a:pt x="80296" y="32671"/>
                        <a:pt x="76200" y="32671"/>
                      </a:cubicBezTo>
                      <a:cubicBezTo>
                        <a:pt x="75533" y="32671"/>
                        <a:pt x="74390" y="32575"/>
                        <a:pt x="72581" y="32385"/>
                      </a:cubicBezTo>
                      <a:lnTo>
                        <a:pt x="68390" y="32385"/>
                      </a:lnTo>
                      <a:cubicBezTo>
                        <a:pt x="61912" y="32385"/>
                        <a:pt x="57817" y="34099"/>
                        <a:pt x="56102" y="37529"/>
                      </a:cubicBezTo>
                      <a:cubicBezTo>
                        <a:pt x="54769" y="37147"/>
                        <a:pt x="53626" y="36957"/>
                        <a:pt x="52578" y="36957"/>
                      </a:cubicBezTo>
                      <a:cubicBezTo>
                        <a:pt x="50673" y="36957"/>
                        <a:pt x="48292" y="37814"/>
                        <a:pt x="45434" y="39529"/>
                      </a:cubicBezTo>
                      <a:cubicBezTo>
                        <a:pt x="42672" y="41243"/>
                        <a:pt x="40481" y="42100"/>
                        <a:pt x="39052" y="42100"/>
                      </a:cubicBezTo>
                      <a:cubicBezTo>
                        <a:pt x="38195" y="42100"/>
                        <a:pt x="37243" y="41910"/>
                        <a:pt x="36100" y="41434"/>
                      </a:cubicBezTo>
                      <a:cubicBezTo>
                        <a:pt x="36957" y="42291"/>
                        <a:pt x="37338" y="43053"/>
                        <a:pt x="37338" y="43720"/>
                      </a:cubicBezTo>
                      <a:cubicBezTo>
                        <a:pt x="37338" y="44386"/>
                        <a:pt x="36290" y="44863"/>
                        <a:pt x="34290" y="45148"/>
                      </a:cubicBezTo>
                      <a:cubicBezTo>
                        <a:pt x="32290" y="45529"/>
                        <a:pt x="31147" y="45815"/>
                        <a:pt x="30956" y="46291"/>
                      </a:cubicBezTo>
                      <a:cubicBezTo>
                        <a:pt x="29242" y="47625"/>
                        <a:pt x="28384" y="48673"/>
                        <a:pt x="28384" y="49530"/>
                      </a:cubicBezTo>
                      <a:cubicBezTo>
                        <a:pt x="28384" y="50197"/>
                        <a:pt x="29242" y="51244"/>
                        <a:pt x="30956" y="52578"/>
                      </a:cubicBezTo>
                      <a:cubicBezTo>
                        <a:pt x="32671" y="54007"/>
                        <a:pt x="33528" y="55245"/>
                        <a:pt x="33528" y="56292"/>
                      </a:cubicBezTo>
                      <a:lnTo>
                        <a:pt x="26479" y="58864"/>
                      </a:lnTo>
                      <a:cubicBezTo>
                        <a:pt x="27146" y="58674"/>
                        <a:pt x="27718" y="58579"/>
                        <a:pt x="28384" y="58579"/>
                      </a:cubicBezTo>
                      <a:cubicBezTo>
                        <a:pt x="29908" y="58579"/>
                        <a:pt x="31242" y="59817"/>
                        <a:pt x="32575" y="62293"/>
                      </a:cubicBezTo>
                      <a:cubicBezTo>
                        <a:pt x="33814" y="64770"/>
                        <a:pt x="35052" y="66199"/>
                        <a:pt x="36100" y="66675"/>
                      </a:cubicBezTo>
                      <a:cubicBezTo>
                        <a:pt x="40386" y="67246"/>
                        <a:pt x="42672" y="71438"/>
                        <a:pt x="42862" y="78962"/>
                      </a:cubicBezTo>
                      <a:cubicBezTo>
                        <a:pt x="42577" y="85249"/>
                        <a:pt x="42577" y="91440"/>
                        <a:pt x="42577" y="97726"/>
                      </a:cubicBezTo>
                      <a:cubicBezTo>
                        <a:pt x="42100" y="98393"/>
                        <a:pt x="41910" y="99060"/>
                        <a:pt x="41910" y="99727"/>
                      </a:cubicBezTo>
                      <a:cubicBezTo>
                        <a:pt x="41910" y="100393"/>
                        <a:pt x="42386" y="101251"/>
                        <a:pt x="43339" y="102298"/>
                      </a:cubicBezTo>
                      <a:cubicBezTo>
                        <a:pt x="44291" y="103441"/>
                        <a:pt x="44767" y="104108"/>
                        <a:pt x="44767" y="104584"/>
                      </a:cubicBezTo>
                      <a:cubicBezTo>
                        <a:pt x="44767" y="105061"/>
                        <a:pt x="44291" y="105537"/>
                        <a:pt x="43434" y="106204"/>
                      </a:cubicBezTo>
                      <a:cubicBezTo>
                        <a:pt x="40386" y="113347"/>
                        <a:pt x="40672" y="117538"/>
                        <a:pt x="44386" y="118777"/>
                      </a:cubicBezTo>
                      <a:lnTo>
                        <a:pt x="40862" y="121348"/>
                      </a:lnTo>
                      <a:cubicBezTo>
                        <a:pt x="41910" y="122682"/>
                        <a:pt x="42482" y="124111"/>
                        <a:pt x="42482" y="125825"/>
                      </a:cubicBezTo>
                      <a:lnTo>
                        <a:pt x="42482" y="128397"/>
                      </a:lnTo>
                      <a:cubicBezTo>
                        <a:pt x="42291" y="129445"/>
                        <a:pt x="42196" y="130207"/>
                        <a:pt x="42196" y="130683"/>
                      </a:cubicBezTo>
                      <a:cubicBezTo>
                        <a:pt x="42196" y="133255"/>
                        <a:pt x="43529" y="135160"/>
                        <a:pt x="46101" y="136493"/>
                      </a:cubicBezTo>
                      <a:cubicBezTo>
                        <a:pt x="49149" y="136684"/>
                        <a:pt x="53340" y="136112"/>
                        <a:pt x="58674" y="134874"/>
                      </a:cubicBezTo>
                      <a:cubicBezTo>
                        <a:pt x="61055" y="139446"/>
                        <a:pt x="63817" y="141637"/>
                        <a:pt x="67056" y="141637"/>
                      </a:cubicBezTo>
                      <a:cubicBezTo>
                        <a:pt x="69247" y="141637"/>
                        <a:pt x="72581" y="140113"/>
                        <a:pt x="77248" y="137065"/>
                      </a:cubicBezTo>
                      <a:cubicBezTo>
                        <a:pt x="81820" y="134017"/>
                        <a:pt x="85439" y="132493"/>
                        <a:pt x="87725" y="132493"/>
                      </a:cubicBezTo>
                      <a:cubicBezTo>
                        <a:pt x="89630" y="132493"/>
                        <a:pt x="91535" y="133255"/>
                        <a:pt x="93250" y="134779"/>
                      </a:cubicBezTo>
                      <a:cubicBezTo>
                        <a:pt x="96965" y="130873"/>
                        <a:pt x="98774" y="125635"/>
                        <a:pt x="98774" y="118967"/>
                      </a:cubicBezTo>
                      <a:cubicBezTo>
                        <a:pt x="98774" y="113824"/>
                        <a:pt x="97822" y="108775"/>
                        <a:pt x="95821" y="104108"/>
                      </a:cubicBezTo>
                      <a:cubicBezTo>
                        <a:pt x="98869" y="102013"/>
                        <a:pt x="99917" y="97726"/>
                        <a:pt x="99060" y="91535"/>
                      </a:cubicBezTo>
                      <a:cubicBezTo>
                        <a:pt x="98203" y="85249"/>
                        <a:pt x="98393" y="81248"/>
                        <a:pt x="99727" y="79248"/>
                      </a:cubicBezTo>
                      <a:close/>
                      <a:moveTo>
                        <a:pt x="27432" y="72676"/>
                      </a:moveTo>
                      <a:lnTo>
                        <a:pt x="32290" y="73628"/>
                      </a:lnTo>
                      <a:lnTo>
                        <a:pt x="31051" y="72676"/>
                      </a:lnTo>
                      <a:lnTo>
                        <a:pt x="27527" y="72676"/>
                      </a:lnTo>
                      <a:close/>
                      <a:moveTo>
                        <a:pt x="37433" y="52388"/>
                      </a:moveTo>
                      <a:cubicBezTo>
                        <a:pt x="37909" y="51721"/>
                        <a:pt x="39052" y="51435"/>
                        <a:pt x="40958" y="51435"/>
                      </a:cubicBezTo>
                      <a:cubicBezTo>
                        <a:pt x="40291" y="52292"/>
                        <a:pt x="39243" y="52768"/>
                        <a:pt x="37719" y="52768"/>
                      </a:cubicBezTo>
                      <a:lnTo>
                        <a:pt x="33528" y="52388"/>
                      </a:lnTo>
                      <a:lnTo>
                        <a:pt x="33528" y="49816"/>
                      </a:lnTo>
                      <a:cubicBezTo>
                        <a:pt x="34195" y="49625"/>
                        <a:pt x="34861" y="50006"/>
                        <a:pt x="35624" y="50959"/>
                      </a:cubicBezTo>
                      <a:cubicBezTo>
                        <a:pt x="36385" y="51911"/>
                        <a:pt x="36957" y="52388"/>
                        <a:pt x="37433" y="52388"/>
                      </a:cubicBezTo>
                      <a:close/>
                      <a:moveTo>
                        <a:pt x="75914" y="21336"/>
                      </a:moveTo>
                      <a:cubicBezTo>
                        <a:pt x="75724" y="20669"/>
                        <a:pt x="74390" y="20383"/>
                        <a:pt x="72009" y="20383"/>
                      </a:cubicBezTo>
                      <a:lnTo>
                        <a:pt x="73628" y="23908"/>
                      </a:lnTo>
                      <a:lnTo>
                        <a:pt x="75914" y="21336"/>
                      </a:lnTo>
                      <a:close/>
                      <a:moveTo>
                        <a:pt x="78486" y="7715"/>
                      </a:moveTo>
                      <a:lnTo>
                        <a:pt x="77533" y="6096"/>
                      </a:lnTo>
                      <a:lnTo>
                        <a:pt x="78486" y="11239"/>
                      </a:lnTo>
                      <a:lnTo>
                        <a:pt x="78486" y="7620"/>
                      </a:lnTo>
                      <a:close/>
                      <a:moveTo>
                        <a:pt x="87154" y="12287"/>
                      </a:moveTo>
                      <a:cubicBezTo>
                        <a:pt x="86106" y="12097"/>
                        <a:pt x="85344" y="12382"/>
                        <a:pt x="84868" y="13240"/>
                      </a:cubicBezTo>
                      <a:cubicBezTo>
                        <a:pt x="84487" y="14097"/>
                        <a:pt x="84010" y="14668"/>
                        <a:pt x="83629" y="14859"/>
                      </a:cubicBezTo>
                      <a:lnTo>
                        <a:pt x="87154" y="14859"/>
                      </a:lnTo>
                      <a:lnTo>
                        <a:pt x="87154" y="12287"/>
                      </a:lnTo>
                      <a:close/>
                      <a:moveTo>
                        <a:pt x="93250" y="32671"/>
                      </a:moveTo>
                      <a:cubicBezTo>
                        <a:pt x="93250" y="30289"/>
                        <a:pt x="94298" y="29623"/>
                        <a:pt x="96298" y="30766"/>
                      </a:cubicBezTo>
                      <a:cubicBezTo>
                        <a:pt x="98393" y="31909"/>
                        <a:pt x="99441" y="31623"/>
                        <a:pt x="99727" y="30099"/>
                      </a:cubicBezTo>
                      <a:cubicBezTo>
                        <a:pt x="99060" y="30480"/>
                        <a:pt x="98393" y="30766"/>
                        <a:pt x="97822" y="30766"/>
                      </a:cubicBezTo>
                      <a:cubicBezTo>
                        <a:pt x="97155" y="30766"/>
                        <a:pt x="96107" y="30194"/>
                        <a:pt x="94774" y="28956"/>
                      </a:cubicBezTo>
                      <a:cubicBezTo>
                        <a:pt x="93345" y="27813"/>
                        <a:pt x="92011" y="27241"/>
                        <a:pt x="90678" y="27527"/>
                      </a:cubicBezTo>
                      <a:lnTo>
                        <a:pt x="90678" y="32671"/>
                      </a:lnTo>
                      <a:lnTo>
                        <a:pt x="93250" y="3267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05" name="Google Shape;805;p99"/>
              <p:cNvGrpSpPr/>
              <p:nvPr/>
            </p:nvGrpSpPr>
            <p:grpSpPr>
              <a:xfrm>
                <a:off x="10035438" y="5185982"/>
                <a:ext cx="1016889" cy="147065"/>
                <a:chOff x="4782120" y="2904077"/>
                <a:chExt cx="1016889" cy="147065"/>
              </a:xfrm>
            </p:grpSpPr>
            <p:sp>
              <p:nvSpPr>
                <p:cNvPr id="806" name="Google Shape;806;p99"/>
                <p:cNvSpPr/>
                <p:nvPr/>
              </p:nvSpPr>
              <p:spPr>
                <a:xfrm>
                  <a:off x="4782120" y="2904362"/>
                  <a:ext cx="107632" cy="140684"/>
                </a:xfrm>
                <a:custGeom>
                  <a:avLst/>
                  <a:gdLst/>
                  <a:ahLst/>
                  <a:cxnLst/>
                  <a:rect l="l" t="t" r="r" b="b"/>
                  <a:pathLst>
                    <a:path w="107632" h="140684" extrusionOk="0">
                      <a:moveTo>
                        <a:pt x="95060" y="112490"/>
                      </a:moveTo>
                      <a:cubicBezTo>
                        <a:pt x="97346" y="114014"/>
                        <a:pt x="98679" y="116491"/>
                        <a:pt x="98870" y="119920"/>
                      </a:cubicBezTo>
                      <a:cubicBezTo>
                        <a:pt x="98870" y="122968"/>
                        <a:pt x="99060" y="125825"/>
                        <a:pt x="99060" y="128683"/>
                      </a:cubicBezTo>
                      <a:cubicBezTo>
                        <a:pt x="99060" y="130302"/>
                        <a:pt x="99441" y="131731"/>
                        <a:pt x="99727" y="132874"/>
                      </a:cubicBezTo>
                      <a:cubicBezTo>
                        <a:pt x="96488" y="138017"/>
                        <a:pt x="91059" y="140684"/>
                        <a:pt x="83439" y="140684"/>
                      </a:cubicBezTo>
                      <a:cubicBezTo>
                        <a:pt x="81248" y="140684"/>
                        <a:pt x="77819" y="140399"/>
                        <a:pt x="73152" y="140017"/>
                      </a:cubicBezTo>
                      <a:cubicBezTo>
                        <a:pt x="68485" y="139541"/>
                        <a:pt x="65056" y="139351"/>
                        <a:pt x="62675" y="139351"/>
                      </a:cubicBezTo>
                      <a:cubicBezTo>
                        <a:pt x="60293" y="139351"/>
                        <a:pt x="58103" y="139351"/>
                        <a:pt x="56293" y="139732"/>
                      </a:cubicBezTo>
                      <a:lnTo>
                        <a:pt x="16859" y="139732"/>
                      </a:lnTo>
                      <a:lnTo>
                        <a:pt x="16859" y="139160"/>
                      </a:lnTo>
                      <a:cubicBezTo>
                        <a:pt x="15430" y="138398"/>
                        <a:pt x="13049" y="138208"/>
                        <a:pt x="9525" y="138779"/>
                      </a:cubicBezTo>
                      <a:cubicBezTo>
                        <a:pt x="6001" y="139351"/>
                        <a:pt x="3429" y="139065"/>
                        <a:pt x="1619" y="137732"/>
                      </a:cubicBezTo>
                      <a:cubicBezTo>
                        <a:pt x="2191" y="121253"/>
                        <a:pt x="2477" y="104966"/>
                        <a:pt x="2477" y="88773"/>
                      </a:cubicBezTo>
                      <a:cubicBezTo>
                        <a:pt x="2477" y="72580"/>
                        <a:pt x="2096" y="56293"/>
                        <a:pt x="1619" y="39815"/>
                      </a:cubicBezTo>
                      <a:cubicBezTo>
                        <a:pt x="2286" y="40291"/>
                        <a:pt x="2762" y="40481"/>
                        <a:pt x="3048" y="40291"/>
                      </a:cubicBezTo>
                      <a:lnTo>
                        <a:pt x="3524" y="39815"/>
                      </a:lnTo>
                      <a:cubicBezTo>
                        <a:pt x="3620" y="39148"/>
                        <a:pt x="3334" y="38671"/>
                        <a:pt x="2667" y="38386"/>
                      </a:cubicBezTo>
                      <a:cubicBezTo>
                        <a:pt x="2000" y="38100"/>
                        <a:pt x="1619" y="37909"/>
                        <a:pt x="1619" y="37719"/>
                      </a:cubicBezTo>
                      <a:cubicBezTo>
                        <a:pt x="1619" y="37529"/>
                        <a:pt x="1905" y="37148"/>
                        <a:pt x="2477" y="36481"/>
                      </a:cubicBezTo>
                      <a:cubicBezTo>
                        <a:pt x="2477" y="37529"/>
                        <a:pt x="2667" y="38195"/>
                        <a:pt x="2953" y="38386"/>
                      </a:cubicBezTo>
                      <a:cubicBezTo>
                        <a:pt x="4096" y="38291"/>
                        <a:pt x="4381" y="37624"/>
                        <a:pt x="3905" y="36386"/>
                      </a:cubicBezTo>
                      <a:cubicBezTo>
                        <a:pt x="3429" y="35147"/>
                        <a:pt x="3524" y="34480"/>
                        <a:pt x="4381" y="34290"/>
                      </a:cubicBezTo>
                      <a:cubicBezTo>
                        <a:pt x="4381" y="34480"/>
                        <a:pt x="4286" y="34766"/>
                        <a:pt x="4286" y="34957"/>
                      </a:cubicBezTo>
                      <a:cubicBezTo>
                        <a:pt x="4286" y="35433"/>
                        <a:pt x="4572" y="35909"/>
                        <a:pt x="5239" y="36386"/>
                      </a:cubicBezTo>
                      <a:cubicBezTo>
                        <a:pt x="5905" y="36957"/>
                        <a:pt x="6287" y="37338"/>
                        <a:pt x="6382" y="37529"/>
                      </a:cubicBezTo>
                      <a:lnTo>
                        <a:pt x="9144" y="37052"/>
                      </a:lnTo>
                      <a:lnTo>
                        <a:pt x="6382" y="35147"/>
                      </a:lnTo>
                      <a:lnTo>
                        <a:pt x="9144" y="33719"/>
                      </a:lnTo>
                      <a:cubicBezTo>
                        <a:pt x="9144" y="33719"/>
                        <a:pt x="8382" y="32957"/>
                        <a:pt x="7048" y="31718"/>
                      </a:cubicBezTo>
                      <a:cubicBezTo>
                        <a:pt x="6096" y="30956"/>
                        <a:pt x="5334" y="30480"/>
                        <a:pt x="4763" y="30480"/>
                      </a:cubicBezTo>
                      <a:cubicBezTo>
                        <a:pt x="4096" y="30480"/>
                        <a:pt x="3524" y="30956"/>
                        <a:pt x="3048" y="31813"/>
                      </a:cubicBezTo>
                      <a:cubicBezTo>
                        <a:pt x="2191" y="31433"/>
                        <a:pt x="1905" y="30956"/>
                        <a:pt x="1905" y="30480"/>
                      </a:cubicBezTo>
                      <a:cubicBezTo>
                        <a:pt x="1905" y="30290"/>
                        <a:pt x="2286" y="29813"/>
                        <a:pt x="3238" y="29051"/>
                      </a:cubicBezTo>
                      <a:cubicBezTo>
                        <a:pt x="4191" y="28289"/>
                        <a:pt x="4572" y="27623"/>
                        <a:pt x="4381" y="27051"/>
                      </a:cubicBezTo>
                      <a:lnTo>
                        <a:pt x="5810" y="28384"/>
                      </a:lnTo>
                      <a:lnTo>
                        <a:pt x="6668" y="27337"/>
                      </a:lnTo>
                      <a:cubicBezTo>
                        <a:pt x="6668" y="27337"/>
                        <a:pt x="7334" y="27813"/>
                        <a:pt x="7811" y="27813"/>
                      </a:cubicBezTo>
                      <a:cubicBezTo>
                        <a:pt x="8382" y="27813"/>
                        <a:pt x="9239" y="27527"/>
                        <a:pt x="10478" y="26956"/>
                      </a:cubicBezTo>
                      <a:cubicBezTo>
                        <a:pt x="11716" y="26384"/>
                        <a:pt x="12573" y="26099"/>
                        <a:pt x="13145" y="26099"/>
                      </a:cubicBezTo>
                      <a:cubicBezTo>
                        <a:pt x="13811" y="26099"/>
                        <a:pt x="14383" y="26384"/>
                        <a:pt x="14859" y="26956"/>
                      </a:cubicBezTo>
                      <a:lnTo>
                        <a:pt x="15716" y="26384"/>
                      </a:lnTo>
                      <a:cubicBezTo>
                        <a:pt x="15621" y="25337"/>
                        <a:pt x="14954" y="24670"/>
                        <a:pt x="13716" y="24194"/>
                      </a:cubicBezTo>
                      <a:cubicBezTo>
                        <a:pt x="12478" y="23813"/>
                        <a:pt x="11811" y="23432"/>
                        <a:pt x="11525" y="23050"/>
                      </a:cubicBezTo>
                      <a:cubicBezTo>
                        <a:pt x="9620" y="22955"/>
                        <a:pt x="7429" y="22955"/>
                        <a:pt x="4763" y="23050"/>
                      </a:cubicBezTo>
                      <a:cubicBezTo>
                        <a:pt x="4572" y="23622"/>
                        <a:pt x="4286" y="23908"/>
                        <a:pt x="4096" y="23908"/>
                      </a:cubicBezTo>
                      <a:cubicBezTo>
                        <a:pt x="3620" y="23622"/>
                        <a:pt x="3238" y="23336"/>
                        <a:pt x="3048" y="23336"/>
                      </a:cubicBezTo>
                      <a:cubicBezTo>
                        <a:pt x="2857" y="23336"/>
                        <a:pt x="2572" y="23336"/>
                        <a:pt x="2381" y="23527"/>
                      </a:cubicBezTo>
                      <a:lnTo>
                        <a:pt x="953" y="18383"/>
                      </a:lnTo>
                      <a:cubicBezTo>
                        <a:pt x="1905" y="18383"/>
                        <a:pt x="2572" y="18098"/>
                        <a:pt x="2857" y="17526"/>
                      </a:cubicBezTo>
                      <a:cubicBezTo>
                        <a:pt x="2857" y="16478"/>
                        <a:pt x="2381" y="16192"/>
                        <a:pt x="1524" y="16669"/>
                      </a:cubicBezTo>
                      <a:cubicBezTo>
                        <a:pt x="667" y="17145"/>
                        <a:pt x="190" y="17050"/>
                        <a:pt x="0" y="16383"/>
                      </a:cubicBezTo>
                      <a:lnTo>
                        <a:pt x="1429" y="14954"/>
                      </a:lnTo>
                      <a:lnTo>
                        <a:pt x="2857" y="16383"/>
                      </a:lnTo>
                      <a:cubicBezTo>
                        <a:pt x="2857" y="16383"/>
                        <a:pt x="3334" y="14954"/>
                        <a:pt x="3334" y="13049"/>
                      </a:cubicBezTo>
                      <a:cubicBezTo>
                        <a:pt x="3334" y="13525"/>
                        <a:pt x="3620" y="13907"/>
                        <a:pt x="4191" y="14097"/>
                      </a:cubicBezTo>
                      <a:cubicBezTo>
                        <a:pt x="5144" y="13430"/>
                        <a:pt x="5620" y="12859"/>
                        <a:pt x="5620" y="12383"/>
                      </a:cubicBezTo>
                      <a:cubicBezTo>
                        <a:pt x="5620" y="11906"/>
                        <a:pt x="4763" y="11049"/>
                        <a:pt x="3238" y="9906"/>
                      </a:cubicBezTo>
                      <a:cubicBezTo>
                        <a:pt x="1714" y="8858"/>
                        <a:pt x="857" y="7811"/>
                        <a:pt x="857" y="6858"/>
                      </a:cubicBezTo>
                      <a:cubicBezTo>
                        <a:pt x="857" y="5905"/>
                        <a:pt x="1334" y="5144"/>
                        <a:pt x="2286" y="4286"/>
                      </a:cubicBezTo>
                      <a:lnTo>
                        <a:pt x="5525" y="857"/>
                      </a:lnTo>
                      <a:cubicBezTo>
                        <a:pt x="11430" y="286"/>
                        <a:pt x="17717" y="0"/>
                        <a:pt x="24384" y="0"/>
                      </a:cubicBezTo>
                      <a:cubicBezTo>
                        <a:pt x="30671" y="0"/>
                        <a:pt x="40291" y="381"/>
                        <a:pt x="52864" y="1048"/>
                      </a:cubicBezTo>
                      <a:cubicBezTo>
                        <a:pt x="65532" y="1715"/>
                        <a:pt x="75152" y="2096"/>
                        <a:pt x="81629" y="2096"/>
                      </a:cubicBezTo>
                      <a:cubicBezTo>
                        <a:pt x="86201" y="2096"/>
                        <a:pt x="90678" y="2000"/>
                        <a:pt x="94774" y="1715"/>
                      </a:cubicBezTo>
                      <a:cubicBezTo>
                        <a:pt x="97441" y="3810"/>
                        <a:pt x="98774" y="6572"/>
                        <a:pt x="98774" y="10001"/>
                      </a:cubicBezTo>
                      <a:cubicBezTo>
                        <a:pt x="98774" y="11049"/>
                        <a:pt x="98584" y="12859"/>
                        <a:pt x="98203" y="15335"/>
                      </a:cubicBezTo>
                      <a:cubicBezTo>
                        <a:pt x="97822" y="17907"/>
                        <a:pt x="97727" y="19812"/>
                        <a:pt x="97727" y="21241"/>
                      </a:cubicBezTo>
                      <a:cubicBezTo>
                        <a:pt x="97727" y="22670"/>
                        <a:pt x="97727" y="23908"/>
                        <a:pt x="98107" y="25051"/>
                      </a:cubicBezTo>
                      <a:cubicBezTo>
                        <a:pt x="98107" y="26861"/>
                        <a:pt x="96964" y="27813"/>
                        <a:pt x="94583" y="27813"/>
                      </a:cubicBezTo>
                      <a:cubicBezTo>
                        <a:pt x="94297" y="27813"/>
                        <a:pt x="93726" y="27813"/>
                        <a:pt x="92869" y="27623"/>
                      </a:cubicBezTo>
                      <a:lnTo>
                        <a:pt x="91154" y="27623"/>
                      </a:lnTo>
                      <a:cubicBezTo>
                        <a:pt x="89726" y="27623"/>
                        <a:pt x="88678" y="27908"/>
                        <a:pt x="88011" y="28289"/>
                      </a:cubicBezTo>
                      <a:lnTo>
                        <a:pt x="84201" y="28289"/>
                      </a:lnTo>
                      <a:lnTo>
                        <a:pt x="84201" y="27623"/>
                      </a:lnTo>
                      <a:cubicBezTo>
                        <a:pt x="78867" y="28099"/>
                        <a:pt x="72866" y="28289"/>
                        <a:pt x="66199" y="28289"/>
                      </a:cubicBezTo>
                      <a:cubicBezTo>
                        <a:pt x="62008" y="28384"/>
                        <a:pt x="56007" y="28384"/>
                        <a:pt x="48006" y="28289"/>
                      </a:cubicBezTo>
                      <a:lnTo>
                        <a:pt x="29813" y="28289"/>
                      </a:lnTo>
                      <a:cubicBezTo>
                        <a:pt x="28956" y="30385"/>
                        <a:pt x="28575" y="32766"/>
                        <a:pt x="28575" y="35338"/>
                      </a:cubicBezTo>
                      <a:cubicBezTo>
                        <a:pt x="28575" y="36195"/>
                        <a:pt x="28575" y="37433"/>
                        <a:pt x="28765" y="38957"/>
                      </a:cubicBezTo>
                      <a:lnTo>
                        <a:pt x="28765" y="42767"/>
                      </a:lnTo>
                      <a:cubicBezTo>
                        <a:pt x="28765" y="45339"/>
                        <a:pt x="28480" y="47625"/>
                        <a:pt x="27908" y="49721"/>
                      </a:cubicBezTo>
                      <a:cubicBezTo>
                        <a:pt x="28289" y="51340"/>
                        <a:pt x="28575" y="52959"/>
                        <a:pt x="28765" y="54578"/>
                      </a:cubicBezTo>
                      <a:cubicBezTo>
                        <a:pt x="29337" y="56579"/>
                        <a:pt x="30385" y="57626"/>
                        <a:pt x="31909" y="57626"/>
                      </a:cubicBezTo>
                      <a:cubicBezTo>
                        <a:pt x="32385" y="57626"/>
                        <a:pt x="32861" y="57626"/>
                        <a:pt x="33338" y="57436"/>
                      </a:cubicBezTo>
                      <a:cubicBezTo>
                        <a:pt x="33719" y="57531"/>
                        <a:pt x="34100" y="57626"/>
                        <a:pt x="34576" y="57626"/>
                      </a:cubicBezTo>
                      <a:cubicBezTo>
                        <a:pt x="35052" y="57626"/>
                        <a:pt x="35719" y="57626"/>
                        <a:pt x="36671" y="57245"/>
                      </a:cubicBezTo>
                      <a:cubicBezTo>
                        <a:pt x="37624" y="57055"/>
                        <a:pt x="38290" y="56864"/>
                        <a:pt x="38576" y="56864"/>
                      </a:cubicBezTo>
                      <a:cubicBezTo>
                        <a:pt x="39529" y="56864"/>
                        <a:pt x="40291" y="57341"/>
                        <a:pt x="40862" y="58198"/>
                      </a:cubicBezTo>
                      <a:cubicBezTo>
                        <a:pt x="44005" y="57341"/>
                        <a:pt x="47625" y="56864"/>
                        <a:pt x="51816" y="56864"/>
                      </a:cubicBezTo>
                      <a:cubicBezTo>
                        <a:pt x="53816" y="56864"/>
                        <a:pt x="56864" y="57055"/>
                        <a:pt x="60865" y="57341"/>
                      </a:cubicBezTo>
                      <a:cubicBezTo>
                        <a:pt x="64865" y="57626"/>
                        <a:pt x="67818" y="57817"/>
                        <a:pt x="69818" y="57817"/>
                      </a:cubicBezTo>
                      <a:cubicBezTo>
                        <a:pt x="71819" y="57817"/>
                        <a:pt x="73628" y="57721"/>
                        <a:pt x="75343" y="57436"/>
                      </a:cubicBezTo>
                      <a:cubicBezTo>
                        <a:pt x="76105" y="60293"/>
                        <a:pt x="76486" y="64389"/>
                        <a:pt x="76390" y="69533"/>
                      </a:cubicBezTo>
                      <a:cubicBezTo>
                        <a:pt x="76295" y="75343"/>
                        <a:pt x="76390" y="79438"/>
                        <a:pt x="76771" y="81629"/>
                      </a:cubicBezTo>
                      <a:cubicBezTo>
                        <a:pt x="74390" y="83439"/>
                        <a:pt x="71056" y="84201"/>
                        <a:pt x="66961" y="84201"/>
                      </a:cubicBezTo>
                      <a:cubicBezTo>
                        <a:pt x="65151" y="84201"/>
                        <a:pt x="62579" y="84011"/>
                        <a:pt x="59055" y="83629"/>
                      </a:cubicBezTo>
                      <a:cubicBezTo>
                        <a:pt x="55531" y="83344"/>
                        <a:pt x="52769" y="83058"/>
                        <a:pt x="50959" y="83058"/>
                      </a:cubicBezTo>
                      <a:cubicBezTo>
                        <a:pt x="49244" y="83058"/>
                        <a:pt x="47625" y="83153"/>
                        <a:pt x="46101" y="83439"/>
                      </a:cubicBezTo>
                      <a:lnTo>
                        <a:pt x="46101" y="82582"/>
                      </a:lnTo>
                      <a:cubicBezTo>
                        <a:pt x="45339" y="82677"/>
                        <a:pt x="43529" y="82772"/>
                        <a:pt x="40767" y="82772"/>
                      </a:cubicBezTo>
                      <a:cubicBezTo>
                        <a:pt x="38862" y="82772"/>
                        <a:pt x="37147" y="83153"/>
                        <a:pt x="35623" y="84011"/>
                      </a:cubicBezTo>
                      <a:cubicBezTo>
                        <a:pt x="35052" y="83629"/>
                        <a:pt x="34290" y="83439"/>
                        <a:pt x="33338" y="83439"/>
                      </a:cubicBezTo>
                      <a:cubicBezTo>
                        <a:pt x="31909" y="83534"/>
                        <a:pt x="31147" y="83534"/>
                        <a:pt x="30956" y="83439"/>
                      </a:cubicBezTo>
                      <a:cubicBezTo>
                        <a:pt x="29146" y="84011"/>
                        <a:pt x="28194" y="85439"/>
                        <a:pt x="28194" y="87725"/>
                      </a:cubicBezTo>
                      <a:cubicBezTo>
                        <a:pt x="28194" y="89345"/>
                        <a:pt x="28480" y="90583"/>
                        <a:pt x="29051" y="91535"/>
                      </a:cubicBezTo>
                      <a:cubicBezTo>
                        <a:pt x="26479" y="90869"/>
                        <a:pt x="24289" y="91535"/>
                        <a:pt x="22288" y="93440"/>
                      </a:cubicBezTo>
                      <a:lnTo>
                        <a:pt x="26861" y="92583"/>
                      </a:lnTo>
                      <a:lnTo>
                        <a:pt x="26289" y="93440"/>
                      </a:lnTo>
                      <a:cubicBezTo>
                        <a:pt x="26289" y="93440"/>
                        <a:pt x="26861" y="94107"/>
                        <a:pt x="27146" y="94107"/>
                      </a:cubicBezTo>
                      <a:cubicBezTo>
                        <a:pt x="26861" y="94107"/>
                        <a:pt x="27527" y="93536"/>
                        <a:pt x="29051" y="92583"/>
                      </a:cubicBezTo>
                      <a:cubicBezTo>
                        <a:pt x="29051" y="92107"/>
                        <a:pt x="29051" y="95441"/>
                        <a:pt x="28861" y="102584"/>
                      </a:cubicBezTo>
                      <a:cubicBezTo>
                        <a:pt x="28861" y="106775"/>
                        <a:pt x="29432" y="109919"/>
                        <a:pt x="30956" y="112109"/>
                      </a:cubicBezTo>
                      <a:cubicBezTo>
                        <a:pt x="35243" y="112681"/>
                        <a:pt x="39719" y="112967"/>
                        <a:pt x="44482" y="112967"/>
                      </a:cubicBezTo>
                      <a:cubicBezTo>
                        <a:pt x="48101" y="112967"/>
                        <a:pt x="53245" y="112776"/>
                        <a:pt x="60103" y="112204"/>
                      </a:cubicBezTo>
                      <a:cubicBezTo>
                        <a:pt x="66961" y="111728"/>
                        <a:pt x="72104" y="111538"/>
                        <a:pt x="75533" y="111538"/>
                      </a:cubicBezTo>
                      <a:cubicBezTo>
                        <a:pt x="80772" y="111538"/>
                        <a:pt x="85630" y="111919"/>
                        <a:pt x="90106" y="112586"/>
                      </a:cubicBezTo>
                      <a:cubicBezTo>
                        <a:pt x="90964" y="110776"/>
                        <a:pt x="92583" y="110585"/>
                        <a:pt x="94964" y="112109"/>
                      </a:cubicBezTo>
                      <a:close/>
                      <a:moveTo>
                        <a:pt x="5810" y="25622"/>
                      </a:moveTo>
                      <a:lnTo>
                        <a:pt x="6858" y="27051"/>
                      </a:lnTo>
                      <a:lnTo>
                        <a:pt x="6668" y="27432"/>
                      </a:lnTo>
                      <a:cubicBezTo>
                        <a:pt x="6191" y="26956"/>
                        <a:pt x="5905" y="26384"/>
                        <a:pt x="5810" y="25717"/>
                      </a:cubicBezTo>
                      <a:close/>
                      <a:moveTo>
                        <a:pt x="41243" y="75152"/>
                      </a:moveTo>
                      <a:lnTo>
                        <a:pt x="39148" y="75152"/>
                      </a:lnTo>
                      <a:cubicBezTo>
                        <a:pt x="39529" y="75914"/>
                        <a:pt x="40196" y="75914"/>
                        <a:pt x="41243" y="75152"/>
                      </a:cubicBezTo>
                      <a:lnTo>
                        <a:pt x="42101" y="75152"/>
                      </a:lnTo>
                      <a:cubicBezTo>
                        <a:pt x="42101" y="75152"/>
                        <a:pt x="42481" y="75819"/>
                        <a:pt x="42481" y="76391"/>
                      </a:cubicBezTo>
                      <a:lnTo>
                        <a:pt x="44863" y="75152"/>
                      </a:lnTo>
                      <a:cubicBezTo>
                        <a:pt x="45434" y="75724"/>
                        <a:pt x="45720" y="76105"/>
                        <a:pt x="45720" y="76391"/>
                      </a:cubicBezTo>
                      <a:lnTo>
                        <a:pt x="48292" y="76391"/>
                      </a:lnTo>
                      <a:lnTo>
                        <a:pt x="48292" y="75152"/>
                      </a:lnTo>
                      <a:lnTo>
                        <a:pt x="42005" y="75152"/>
                      </a:lnTo>
                      <a:cubicBezTo>
                        <a:pt x="42005" y="75152"/>
                        <a:pt x="41529" y="74962"/>
                        <a:pt x="41148" y="75152"/>
                      </a:cubicBezTo>
                      <a:close/>
                      <a:moveTo>
                        <a:pt x="74962" y="9906"/>
                      </a:moveTo>
                      <a:lnTo>
                        <a:pt x="73628" y="9049"/>
                      </a:lnTo>
                      <a:lnTo>
                        <a:pt x="74962" y="11811"/>
                      </a:lnTo>
                      <a:lnTo>
                        <a:pt x="74962" y="9906"/>
                      </a:lnTo>
                      <a:close/>
                      <a:moveTo>
                        <a:pt x="106966" y="121825"/>
                      </a:moveTo>
                      <a:lnTo>
                        <a:pt x="107632" y="121825"/>
                      </a:lnTo>
                      <a:lnTo>
                        <a:pt x="105537" y="123063"/>
                      </a:lnTo>
                      <a:lnTo>
                        <a:pt x="106966" y="121825"/>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 name="Google Shape;807;p99"/>
                <p:cNvSpPr/>
                <p:nvPr/>
              </p:nvSpPr>
              <p:spPr>
                <a:xfrm>
                  <a:off x="4889277" y="2904934"/>
                  <a:ext cx="98202" cy="146208"/>
                </a:xfrm>
                <a:custGeom>
                  <a:avLst/>
                  <a:gdLst/>
                  <a:ahLst/>
                  <a:cxnLst/>
                  <a:rect l="l" t="t" r="r" b="b"/>
                  <a:pathLst>
                    <a:path w="98202" h="146208" extrusionOk="0">
                      <a:moveTo>
                        <a:pt x="98203" y="98774"/>
                      </a:moveTo>
                      <a:cubicBezTo>
                        <a:pt x="97346" y="99155"/>
                        <a:pt x="96964" y="99536"/>
                        <a:pt x="96964" y="100108"/>
                      </a:cubicBezTo>
                      <a:cubicBezTo>
                        <a:pt x="96964" y="99632"/>
                        <a:pt x="97346" y="100489"/>
                        <a:pt x="98203" y="102679"/>
                      </a:cubicBezTo>
                      <a:cubicBezTo>
                        <a:pt x="97060" y="104966"/>
                        <a:pt x="96488" y="107633"/>
                        <a:pt x="96488" y="110966"/>
                      </a:cubicBezTo>
                      <a:cubicBezTo>
                        <a:pt x="96488" y="112776"/>
                        <a:pt x="96679" y="115633"/>
                        <a:pt x="97250" y="119539"/>
                      </a:cubicBezTo>
                      <a:cubicBezTo>
                        <a:pt x="97727" y="123444"/>
                        <a:pt x="98012" y="126111"/>
                        <a:pt x="98012" y="127730"/>
                      </a:cubicBezTo>
                      <a:cubicBezTo>
                        <a:pt x="98012" y="135255"/>
                        <a:pt x="94012" y="139446"/>
                        <a:pt x="85915" y="140208"/>
                      </a:cubicBezTo>
                      <a:cubicBezTo>
                        <a:pt x="84868" y="139160"/>
                        <a:pt x="83820" y="138684"/>
                        <a:pt x="82582" y="138684"/>
                      </a:cubicBezTo>
                      <a:cubicBezTo>
                        <a:pt x="82010" y="138684"/>
                        <a:pt x="81248" y="138875"/>
                        <a:pt x="80201" y="139160"/>
                      </a:cubicBezTo>
                      <a:cubicBezTo>
                        <a:pt x="79248" y="139541"/>
                        <a:pt x="78581" y="139732"/>
                        <a:pt x="78200" y="139732"/>
                      </a:cubicBezTo>
                      <a:cubicBezTo>
                        <a:pt x="77057" y="139732"/>
                        <a:pt x="76200" y="139160"/>
                        <a:pt x="75819" y="138017"/>
                      </a:cubicBezTo>
                      <a:lnTo>
                        <a:pt x="73914" y="137446"/>
                      </a:lnTo>
                      <a:lnTo>
                        <a:pt x="74771" y="136969"/>
                      </a:lnTo>
                      <a:cubicBezTo>
                        <a:pt x="72866" y="136589"/>
                        <a:pt x="71056" y="135065"/>
                        <a:pt x="69247" y="132207"/>
                      </a:cubicBezTo>
                      <a:cubicBezTo>
                        <a:pt x="67437" y="129350"/>
                        <a:pt x="65627" y="127825"/>
                        <a:pt x="63818" y="127444"/>
                      </a:cubicBezTo>
                      <a:cubicBezTo>
                        <a:pt x="63818" y="126968"/>
                        <a:pt x="63818" y="126492"/>
                        <a:pt x="63818" y="125921"/>
                      </a:cubicBezTo>
                      <a:cubicBezTo>
                        <a:pt x="63532" y="125254"/>
                        <a:pt x="63437" y="124777"/>
                        <a:pt x="63437" y="124682"/>
                      </a:cubicBezTo>
                      <a:cubicBezTo>
                        <a:pt x="63437" y="124111"/>
                        <a:pt x="63818" y="123730"/>
                        <a:pt x="64675" y="123444"/>
                      </a:cubicBezTo>
                      <a:cubicBezTo>
                        <a:pt x="62770" y="122111"/>
                        <a:pt x="60960" y="119539"/>
                        <a:pt x="59150" y="115538"/>
                      </a:cubicBezTo>
                      <a:cubicBezTo>
                        <a:pt x="57340" y="111538"/>
                        <a:pt x="55531" y="108966"/>
                        <a:pt x="53816" y="107823"/>
                      </a:cubicBezTo>
                      <a:cubicBezTo>
                        <a:pt x="53340" y="104489"/>
                        <a:pt x="51816" y="100584"/>
                        <a:pt x="49149" y="96203"/>
                      </a:cubicBezTo>
                      <a:cubicBezTo>
                        <a:pt x="45148" y="89916"/>
                        <a:pt x="42958" y="86392"/>
                        <a:pt x="42767" y="85820"/>
                      </a:cubicBezTo>
                      <a:cubicBezTo>
                        <a:pt x="42863" y="84773"/>
                        <a:pt x="42386" y="83439"/>
                        <a:pt x="41529" y="81820"/>
                      </a:cubicBezTo>
                      <a:cubicBezTo>
                        <a:pt x="40577" y="80200"/>
                        <a:pt x="40100" y="78962"/>
                        <a:pt x="40100" y="78200"/>
                      </a:cubicBezTo>
                      <a:cubicBezTo>
                        <a:pt x="40100" y="77724"/>
                        <a:pt x="40291" y="77248"/>
                        <a:pt x="40577" y="76676"/>
                      </a:cubicBezTo>
                      <a:cubicBezTo>
                        <a:pt x="40005" y="76867"/>
                        <a:pt x="39434" y="77057"/>
                        <a:pt x="39053" y="77057"/>
                      </a:cubicBezTo>
                      <a:cubicBezTo>
                        <a:pt x="37433" y="77057"/>
                        <a:pt x="36004" y="75248"/>
                        <a:pt x="34957" y="71723"/>
                      </a:cubicBezTo>
                      <a:cubicBezTo>
                        <a:pt x="33814" y="68199"/>
                        <a:pt x="32004" y="66485"/>
                        <a:pt x="29718" y="66485"/>
                      </a:cubicBezTo>
                      <a:cubicBezTo>
                        <a:pt x="29242" y="66485"/>
                        <a:pt x="28765" y="66485"/>
                        <a:pt x="28194" y="66675"/>
                      </a:cubicBezTo>
                      <a:cubicBezTo>
                        <a:pt x="28765" y="69818"/>
                        <a:pt x="29051" y="73247"/>
                        <a:pt x="29051" y="77057"/>
                      </a:cubicBezTo>
                      <a:cubicBezTo>
                        <a:pt x="29051" y="80105"/>
                        <a:pt x="28765" y="84773"/>
                        <a:pt x="28194" y="90964"/>
                      </a:cubicBezTo>
                      <a:cubicBezTo>
                        <a:pt x="27622" y="97155"/>
                        <a:pt x="27337" y="101727"/>
                        <a:pt x="27337" y="104680"/>
                      </a:cubicBezTo>
                      <a:cubicBezTo>
                        <a:pt x="27337" y="110395"/>
                        <a:pt x="28099" y="115538"/>
                        <a:pt x="29623" y="120015"/>
                      </a:cubicBezTo>
                      <a:cubicBezTo>
                        <a:pt x="28099" y="120872"/>
                        <a:pt x="27337" y="122206"/>
                        <a:pt x="27337" y="124016"/>
                      </a:cubicBezTo>
                      <a:cubicBezTo>
                        <a:pt x="27337" y="124968"/>
                        <a:pt x="27527" y="126206"/>
                        <a:pt x="28004" y="128016"/>
                      </a:cubicBezTo>
                      <a:cubicBezTo>
                        <a:pt x="28480" y="129731"/>
                        <a:pt x="28670" y="130969"/>
                        <a:pt x="28670" y="131826"/>
                      </a:cubicBezTo>
                      <a:cubicBezTo>
                        <a:pt x="28670" y="133541"/>
                        <a:pt x="27813" y="134779"/>
                        <a:pt x="26098" y="135446"/>
                      </a:cubicBezTo>
                      <a:cubicBezTo>
                        <a:pt x="26098" y="136969"/>
                        <a:pt x="25622" y="138017"/>
                        <a:pt x="24670" y="138779"/>
                      </a:cubicBezTo>
                      <a:lnTo>
                        <a:pt x="6477" y="138017"/>
                      </a:lnTo>
                      <a:cubicBezTo>
                        <a:pt x="6477" y="137255"/>
                        <a:pt x="6287" y="136874"/>
                        <a:pt x="6001" y="136874"/>
                      </a:cubicBezTo>
                      <a:cubicBezTo>
                        <a:pt x="5905" y="136874"/>
                        <a:pt x="5620" y="137065"/>
                        <a:pt x="5144" y="137350"/>
                      </a:cubicBezTo>
                      <a:cubicBezTo>
                        <a:pt x="4667" y="137636"/>
                        <a:pt x="4286" y="137732"/>
                        <a:pt x="4096" y="137732"/>
                      </a:cubicBezTo>
                      <a:cubicBezTo>
                        <a:pt x="3810" y="137732"/>
                        <a:pt x="3429" y="137541"/>
                        <a:pt x="3238" y="137065"/>
                      </a:cubicBezTo>
                      <a:cubicBezTo>
                        <a:pt x="1524" y="135922"/>
                        <a:pt x="667" y="134493"/>
                        <a:pt x="667" y="132683"/>
                      </a:cubicBezTo>
                      <a:cubicBezTo>
                        <a:pt x="667" y="131921"/>
                        <a:pt x="1048" y="130492"/>
                        <a:pt x="1619" y="128492"/>
                      </a:cubicBezTo>
                      <a:cubicBezTo>
                        <a:pt x="2286" y="126397"/>
                        <a:pt x="2572" y="124873"/>
                        <a:pt x="2572" y="123730"/>
                      </a:cubicBezTo>
                      <a:cubicBezTo>
                        <a:pt x="2572" y="122682"/>
                        <a:pt x="2286" y="121729"/>
                        <a:pt x="1905" y="120777"/>
                      </a:cubicBezTo>
                      <a:cubicBezTo>
                        <a:pt x="1429" y="117729"/>
                        <a:pt x="1238" y="112395"/>
                        <a:pt x="1334" y="104680"/>
                      </a:cubicBezTo>
                      <a:cubicBezTo>
                        <a:pt x="1429" y="97917"/>
                        <a:pt x="1048" y="92583"/>
                        <a:pt x="0" y="88773"/>
                      </a:cubicBezTo>
                      <a:cubicBezTo>
                        <a:pt x="857" y="87535"/>
                        <a:pt x="1334" y="85916"/>
                        <a:pt x="1334" y="83915"/>
                      </a:cubicBezTo>
                      <a:cubicBezTo>
                        <a:pt x="1334" y="83058"/>
                        <a:pt x="1238" y="81915"/>
                        <a:pt x="1048" y="80200"/>
                      </a:cubicBezTo>
                      <a:cubicBezTo>
                        <a:pt x="762" y="78486"/>
                        <a:pt x="667" y="77248"/>
                        <a:pt x="667" y="76486"/>
                      </a:cubicBezTo>
                      <a:cubicBezTo>
                        <a:pt x="667" y="74200"/>
                        <a:pt x="1334" y="72295"/>
                        <a:pt x="2762" y="70771"/>
                      </a:cubicBezTo>
                      <a:cubicBezTo>
                        <a:pt x="1048" y="64103"/>
                        <a:pt x="286" y="56483"/>
                        <a:pt x="476" y="47911"/>
                      </a:cubicBezTo>
                      <a:lnTo>
                        <a:pt x="1334" y="47911"/>
                      </a:lnTo>
                      <a:cubicBezTo>
                        <a:pt x="1048" y="46958"/>
                        <a:pt x="1048" y="45911"/>
                        <a:pt x="1048" y="44577"/>
                      </a:cubicBezTo>
                      <a:cubicBezTo>
                        <a:pt x="1048" y="43434"/>
                        <a:pt x="1238" y="41624"/>
                        <a:pt x="1429" y="39243"/>
                      </a:cubicBezTo>
                      <a:cubicBezTo>
                        <a:pt x="1714" y="36862"/>
                        <a:pt x="1905" y="34957"/>
                        <a:pt x="1905" y="33719"/>
                      </a:cubicBezTo>
                      <a:cubicBezTo>
                        <a:pt x="1905" y="31147"/>
                        <a:pt x="1429" y="28956"/>
                        <a:pt x="476" y="27146"/>
                      </a:cubicBezTo>
                      <a:cubicBezTo>
                        <a:pt x="1905" y="27146"/>
                        <a:pt x="3334" y="26479"/>
                        <a:pt x="4953" y="25432"/>
                      </a:cubicBezTo>
                      <a:cubicBezTo>
                        <a:pt x="5048" y="25813"/>
                        <a:pt x="5620" y="26003"/>
                        <a:pt x="6477" y="26003"/>
                      </a:cubicBezTo>
                      <a:cubicBezTo>
                        <a:pt x="7429" y="26003"/>
                        <a:pt x="8096" y="26289"/>
                        <a:pt x="8572" y="26670"/>
                      </a:cubicBezTo>
                      <a:lnTo>
                        <a:pt x="9906" y="24765"/>
                      </a:lnTo>
                      <a:cubicBezTo>
                        <a:pt x="9525" y="25622"/>
                        <a:pt x="9715" y="26670"/>
                        <a:pt x="10287" y="27623"/>
                      </a:cubicBezTo>
                      <a:cubicBezTo>
                        <a:pt x="10859" y="28670"/>
                        <a:pt x="11621" y="28956"/>
                        <a:pt x="12668" y="28575"/>
                      </a:cubicBezTo>
                      <a:cubicBezTo>
                        <a:pt x="13716" y="27432"/>
                        <a:pt x="14288" y="26384"/>
                        <a:pt x="14288" y="25432"/>
                      </a:cubicBezTo>
                      <a:cubicBezTo>
                        <a:pt x="14288" y="23813"/>
                        <a:pt x="12478" y="22289"/>
                        <a:pt x="8858" y="20860"/>
                      </a:cubicBezTo>
                      <a:cubicBezTo>
                        <a:pt x="5239" y="19431"/>
                        <a:pt x="3429" y="18479"/>
                        <a:pt x="3143" y="18002"/>
                      </a:cubicBezTo>
                      <a:cubicBezTo>
                        <a:pt x="3620" y="18002"/>
                        <a:pt x="4096" y="18193"/>
                        <a:pt x="4572" y="18193"/>
                      </a:cubicBezTo>
                      <a:cubicBezTo>
                        <a:pt x="5429" y="18193"/>
                        <a:pt x="7906" y="17240"/>
                        <a:pt x="11811" y="15240"/>
                      </a:cubicBezTo>
                      <a:cubicBezTo>
                        <a:pt x="11525" y="14573"/>
                        <a:pt x="11049" y="14192"/>
                        <a:pt x="10573" y="14192"/>
                      </a:cubicBezTo>
                      <a:cubicBezTo>
                        <a:pt x="10382" y="14192"/>
                        <a:pt x="9906" y="14383"/>
                        <a:pt x="9430" y="14764"/>
                      </a:cubicBezTo>
                      <a:cubicBezTo>
                        <a:pt x="8858" y="15145"/>
                        <a:pt x="8382" y="15240"/>
                        <a:pt x="8001" y="15240"/>
                      </a:cubicBezTo>
                      <a:cubicBezTo>
                        <a:pt x="8382" y="14954"/>
                        <a:pt x="8477" y="14383"/>
                        <a:pt x="8477" y="13335"/>
                      </a:cubicBezTo>
                      <a:cubicBezTo>
                        <a:pt x="5334" y="11430"/>
                        <a:pt x="2953" y="10763"/>
                        <a:pt x="1238" y="11430"/>
                      </a:cubicBezTo>
                      <a:lnTo>
                        <a:pt x="1238" y="3334"/>
                      </a:lnTo>
                      <a:lnTo>
                        <a:pt x="30575" y="2477"/>
                      </a:lnTo>
                      <a:cubicBezTo>
                        <a:pt x="32099" y="5525"/>
                        <a:pt x="33528" y="8573"/>
                        <a:pt x="34957" y="11525"/>
                      </a:cubicBezTo>
                      <a:cubicBezTo>
                        <a:pt x="36386" y="14573"/>
                        <a:pt x="36957" y="17907"/>
                        <a:pt x="36576" y="21527"/>
                      </a:cubicBezTo>
                      <a:cubicBezTo>
                        <a:pt x="37433" y="20574"/>
                        <a:pt x="38100" y="20098"/>
                        <a:pt x="38671" y="20098"/>
                      </a:cubicBezTo>
                      <a:cubicBezTo>
                        <a:pt x="39148" y="20098"/>
                        <a:pt x="39624" y="20765"/>
                        <a:pt x="40291" y="22098"/>
                      </a:cubicBezTo>
                      <a:cubicBezTo>
                        <a:pt x="40862" y="23432"/>
                        <a:pt x="41434" y="24289"/>
                        <a:pt x="42005" y="24765"/>
                      </a:cubicBezTo>
                      <a:cubicBezTo>
                        <a:pt x="41815" y="25527"/>
                        <a:pt x="41720" y="26289"/>
                        <a:pt x="41720" y="26956"/>
                      </a:cubicBezTo>
                      <a:cubicBezTo>
                        <a:pt x="41720" y="28480"/>
                        <a:pt x="42863" y="30290"/>
                        <a:pt x="44958" y="32290"/>
                      </a:cubicBezTo>
                      <a:cubicBezTo>
                        <a:pt x="47244" y="34290"/>
                        <a:pt x="48196" y="36195"/>
                        <a:pt x="48101" y="38100"/>
                      </a:cubicBezTo>
                      <a:cubicBezTo>
                        <a:pt x="48578" y="39053"/>
                        <a:pt x="50863" y="43244"/>
                        <a:pt x="54864" y="50768"/>
                      </a:cubicBezTo>
                      <a:cubicBezTo>
                        <a:pt x="54864" y="53912"/>
                        <a:pt x="55340" y="55912"/>
                        <a:pt x="56293" y="56769"/>
                      </a:cubicBezTo>
                      <a:cubicBezTo>
                        <a:pt x="56769" y="56579"/>
                        <a:pt x="57150" y="56483"/>
                        <a:pt x="57531" y="56483"/>
                      </a:cubicBezTo>
                      <a:cubicBezTo>
                        <a:pt x="58103" y="56483"/>
                        <a:pt x="58484" y="56960"/>
                        <a:pt x="58579" y="57912"/>
                      </a:cubicBezTo>
                      <a:cubicBezTo>
                        <a:pt x="58674" y="59150"/>
                        <a:pt x="58769" y="59912"/>
                        <a:pt x="58864" y="60198"/>
                      </a:cubicBezTo>
                      <a:cubicBezTo>
                        <a:pt x="59627" y="60674"/>
                        <a:pt x="60770" y="62389"/>
                        <a:pt x="62484" y="65342"/>
                      </a:cubicBezTo>
                      <a:cubicBezTo>
                        <a:pt x="63818" y="67532"/>
                        <a:pt x="65532" y="68675"/>
                        <a:pt x="67532" y="68771"/>
                      </a:cubicBezTo>
                      <a:cubicBezTo>
                        <a:pt x="67246" y="69628"/>
                        <a:pt x="67723" y="70390"/>
                        <a:pt x="68866" y="71342"/>
                      </a:cubicBezTo>
                      <a:lnTo>
                        <a:pt x="70771" y="69247"/>
                      </a:lnTo>
                      <a:lnTo>
                        <a:pt x="70199" y="44482"/>
                      </a:lnTo>
                      <a:cubicBezTo>
                        <a:pt x="71056" y="43910"/>
                        <a:pt x="71438" y="43339"/>
                        <a:pt x="71438" y="42767"/>
                      </a:cubicBezTo>
                      <a:cubicBezTo>
                        <a:pt x="71438" y="42291"/>
                        <a:pt x="71056" y="41529"/>
                        <a:pt x="70295" y="40481"/>
                      </a:cubicBezTo>
                      <a:cubicBezTo>
                        <a:pt x="69532" y="39433"/>
                        <a:pt x="69152" y="38671"/>
                        <a:pt x="69152" y="38100"/>
                      </a:cubicBezTo>
                      <a:cubicBezTo>
                        <a:pt x="69152" y="37338"/>
                        <a:pt x="69628" y="36576"/>
                        <a:pt x="70676" y="35909"/>
                      </a:cubicBezTo>
                      <a:cubicBezTo>
                        <a:pt x="69723" y="33338"/>
                        <a:pt x="69247" y="30575"/>
                        <a:pt x="69247" y="27718"/>
                      </a:cubicBezTo>
                      <a:cubicBezTo>
                        <a:pt x="69247" y="25622"/>
                        <a:pt x="69532" y="22670"/>
                        <a:pt x="70104" y="18860"/>
                      </a:cubicBezTo>
                      <a:cubicBezTo>
                        <a:pt x="70676" y="15050"/>
                        <a:pt x="70961" y="12192"/>
                        <a:pt x="70961" y="10478"/>
                      </a:cubicBezTo>
                      <a:cubicBezTo>
                        <a:pt x="70961" y="9144"/>
                        <a:pt x="70961" y="7811"/>
                        <a:pt x="70676" y="6477"/>
                      </a:cubicBezTo>
                      <a:cubicBezTo>
                        <a:pt x="71914" y="6477"/>
                        <a:pt x="73152" y="5239"/>
                        <a:pt x="74295" y="2858"/>
                      </a:cubicBezTo>
                      <a:cubicBezTo>
                        <a:pt x="75343" y="762"/>
                        <a:pt x="76771" y="0"/>
                        <a:pt x="78581" y="476"/>
                      </a:cubicBezTo>
                      <a:lnTo>
                        <a:pt x="81534" y="476"/>
                      </a:lnTo>
                      <a:cubicBezTo>
                        <a:pt x="82677" y="476"/>
                        <a:pt x="84296" y="476"/>
                        <a:pt x="86392" y="191"/>
                      </a:cubicBezTo>
                      <a:cubicBezTo>
                        <a:pt x="88487" y="0"/>
                        <a:pt x="90011" y="0"/>
                        <a:pt x="91059" y="0"/>
                      </a:cubicBezTo>
                      <a:cubicBezTo>
                        <a:pt x="93345" y="0"/>
                        <a:pt x="95250" y="667"/>
                        <a:pt x="96774" y="2096"/>
                      </a:cubicBezTo>
                      <a:cubicBezTo>
                        <a:pt x="97441" y="9906"/>
                        <a:pt x="97822" y="19621"/>
                        <a:pt x="97822" y="30956"/>
                      </a:cubicBezTo>
                      <a:cubicBezTo>
                        <a:pt x="97822" y="35624"/>
                        <a:pt x="97822" y="42672"/>
                        <a:pt x="97631" y="52197"/>
                      </a:cubicBezTo>
                      <a:cubicBezTo>
                        <a:pt x="97441" y="61817"/>
                        <a:pt x="97441" y="68866"/>
                        <a:pt x="97441" y="73628"/>
                      </a:cubicBezTo>
                      <a:cubicBezTo>
                        <a:pt x="97441" y="83439"/>
                        <a:pt x="97631" y="91821"/>
                        <a:pt x="98107" y="98870"/>
                      </a:cubicBezTo>
                      <a:close/>
                      <a:moveTo>
                        <a:pt x="1334" y="20098"/>
                      </a:moveTo>
                      <a:lnTo>
                        <a:pt x="3238" y="22003"/>
                      </a:lnTo>
                      <a:lnTo>
                        <a:pt x="3238" y="23908"/>
                      </a:lnTo>
                      <a:lnTo>
                        <a:pt x="1334" y="20098"/>
                      </a:lnTo>
                      <a:close/>
                      <a:moveTo>
                        <a:pt x="4667" y="23908"/>
                      </a:moveTo>
                      <a:cubicBezTo>
                        <a:pt x="4667" y="23908"/>
                        <a:pt x="4953" y="24860"/>
                        <a:pt x="4953" y="25432"/>
                      </a:cubicBezTo>
                      <a:cubicBezTo>
                        <a:pt x="4763" y="24956"/>
                        <a:pt x="4667" y="24479"/>
                        <a:pt x="4667" y="23908"/>
                      </a:cubicBezTo>
                      <a:close/>
                      <a:moveTo>
                        <a:pt x="7239" y="22003"/>
                      </a:moveTo>
                      <a:lnTo>
                        <a:pt x="7239" y="23908"/>
                      </a:lnTo>
                      <a:lnTo>
                        <a:pt x="5144" y="21527"/>
                      </a:lnTo>
                      <a:lnTo>
                        <a:pt x="7239" y="22003"/>
                      </a:lnTo>
                      <a:close/>
                      <a:moveTo>
                        <a:pt x="6001" y="14764"/>
                      </a:moveTo>
                      <a:cubicBezTo>
                        <a:pt x="7144" y="14764"/>
                        <a:pt x="7811" y="14954"/>
                        <a:pt x="8096" y="15240"/>
                      </a:cubicBezTo>
                      <a:lnTo>
                        <a:pt x="7239" y="15716"/>
                      </a:lnTo>
                      <a:lnTo>
                        <a:pt x="6001" y="14669"/>
                      </a:lnTo>
                      <a:close/>
                      <a:moveTo>
                        <a:pt x="14669" y="15240"/>
                      </a:moveTo>
                      <a:lnTo>
                        <a:pt x="14383" y="14859"/>
                      </a:lnTo>
                      <a:lnTo>
                        <a:pt x="12954" y="12573"/>
                      </a:lnTo>
                      <a:cubicBezTo>
                        <a:pt x="12478" y="11811"/>
                        <a:pt x="11716" y="11335"/>
                        <a:pt x="10573" y="11335"/>
                      </a:cubicBezTo>
                      <a:cubicBezTo>
                        <a:pt x="10954" y="11621"/>
                        <a:pt x="12287" y="12764"/>
                        <a:pt x="14383" y="14764"/>
                      </a:cubicBezTo>
                      <a:lnTo>
                        <a:pt x="14669" y="15145"/>
                      </a:lnTo>
                      <a:close/>
                      <a:moveTo>
                        <a:pt x="16764" y="24765"/>
                      </a:moveTo>
                      <a:lnTo>
                        <a:pt x="19336" y="24765"/>
                      </a:lnTo>
                      <a:cubicBezTo>
                        <a:pt x="18574" y="24384"/>
                        <a:pt x="17812" y="24384"/>
                        <a:pt x="16764" y="24765"/>
                      </a:cubicBezTo>
                      <a:lnTo>
                        <a:pt x="15240" y="24765"/>
                      </a:lnTo>
                      <a:lnTo>
                        <a:pt x="15716" y="26099"/>
                      </a:lnTo>
                      <a:cubicBezTo>
                        <a:pt x="15716" y="26099"/>
                        <a:pt x="15812" y="26670"/>
                        <a:pt x="16097" y="27146"/>
                      </a:cubicBezTo>
                      <a:lnTo>
                        <a:pt x="15716" y="26099"/>
                      </a:lnTo>
                      <a:cubicBezTo>
                        <a:pt x="15716" y="25432"/>
                        <a:pt x="16097" y="24956"/>
                        <a:pt x="16764" y="24765"/>
                      </a:cubicBezTo>
                      <a:close/>
                      <a:moveTo>
                        <a:pt x="19336" y="106966"/>
                      </a:moveTo>
                      <a:lnTo>
                        <a:pt x="19336" y="102299"/>
                      </a:lnTo>
                      <a:lnTo>
                        <a:pt x="18574" y="102299"/>
                      </a:lnTo>
                      <a:lnTo>
                        <a:pt x="18574" y="106966"/>
                      </a:lnTo>
                      <a:lnTo>
                        <a:pt x="19336" y="106966"/>
                      </a:lnTo>
                      <a:close/>
                      <a:moveTo>
                        <a:pt x="22288" y="27146"/>
                      </a:moveTo>
                      <a:cubicBezTo>
                        <a:pt x="22288" y="27146"/>
                        <a:pt x="22860" y="27718"/>
                        <a:pt x="23336" y="28004"/>
                      </a:cubicBezTo>
                      <a:lnTo>
                        <a:pt x="22288" y="27146"/>
                      </a:lnTo>
                      <a:cubicBezTo>
                        <a:pt x="22288" y="26479"/>
                        <a:pt x="22003" y="25337"/>
                        <a:pt x="21431" y="23908"/>
                      </a:cubicBezTo>
                      <a:cubicBezTo>
                        <a:pt x="20860" y="24384"/>
                        <a:pt x="20574" y="24860"/>
                        <a:pt x="20574" y="25337"/>
                      </a:cubicBezTo>
                      <a:cubicBezTo>
                        <a:pt x="20574" y="25908"/>
                        <a:pt x="21146" y="26575"/>
                        <a:pt x="22288" y="27242"/>
                      </a:cubicBezTo>
                      <a:close/>
                      <a:moveTo>
                        <a:pt x="22765" y="32004"/>
                      </a:moveTo>
                      <a:lnTo>
                        <a:pt x="26098" y="32004"/>
                      </a:lnTo>
                      <a:lnTo>
                        <a:pt x="23908" y="30099"/>
                      </a:lnTo>
                      <a:lnTo>
                        <a:pt x="22860" y="32004"/>
                      </a:lnTo>
                      <a:close/>
                      <a:moveTo>
                        <a:pt x="54769" y="138779"/>
                      </a:moveTo>
                      <a:cubicBezTo>
                        <a:pt x="55626" y="138493"/>
                        <a:pt x="56388" y="138779"/>
                        <a:pt x="57340" y="139351"/>
                      </a:cubicBezTo>
                      <a:lnTo>
                        <a:pt x="55245" y="140875"/>
                      </a:lnTo>
                      <a:lnTo>
                        <a:pt x="54769" y="138779"/>
                      </a:lnTo>
                      <a:close/>
                      <a:moveTo>
                        <a:pt x="68771" y="146209"/>
                      </a:moveTo>
                      <a:lnTo>
                        <a:pt x="68771" y="143637"/>
                      </a:lnTo>
                      <a:lnTo>
                        <a:pt x="69437" y="143637"/>
                      </a:lnTo>
                      <a:cubicBezTo>
                        <a:pt x="69628" y="144304"/>
                        <a:pt x="69437" y="145161"/>
                        <a:pt x="68771" y="146209"/>
                      </a:cubicBezTo>
                      <a:close/>
                      <a:moveTo>
                        <a:pt x="75343" y="117539"/>
                      </a:moveTo>
                      <a:cubicBezTo>
                        <a:pt x="74104" y="118205"/>
                        <a:pt x="73438" y="118967"/>
                        <a:pt x="73438" y="119634"/>
                      </a:cubicBezTo>
                      <a:cubicBezTo>
                        <a:pt x="73438" y="120110"/>
                        <a:pt x="73819" y="120777"/>
                        <a:pt x="74486" y="121825"/>
                      </a:cubicBezTo>
                      <a:cubicBezTo>
                        <a:pt x="75152" y="122777"/>
                        <a:pt x="75533" y="123539"/>
                        <a:pt x="75533" y="123920"/>
                      </a:cubicBezTo>
                      <a:lnTo>
                        <a:pt x="75533" y="124301"/>
                      </a:lnTo>
                      <a:cubicBezTo>
                        <a:pt x="75533" y="124301"/>
                        <a:pt x="75343" y="124682"/>
                        <a:pt x="75343" y="124873"/>
                      </a:cubicBezTo>
                      <a:cubicBezTo>
                        <a:pt x="75438" y="124682"/>
                        <a:pt x="75533" y="124301"/>
                        <a:pt x="75629" y="123920"/>
                      </a:cubicBezTo>
                      <a:cubicBezTo>
                        <a:pt x="75629" y="123539"/>
                        <a:pt x="75914" y="122968"/>
                        <a:pt x="76200" y="122111"/>
                      </a:cubicBezTo>
                      <a:cubicBezTo>
                        <a:pt x="76581" y="121253"/>
                        <a:pt x="76771" y="120682"/>
                        <a:pt x="76771" y="120206"/>
                      </a:cubicBezTo>
                      <a:cubicBezTo>
                        <a:pt x="76771" y="119444"/>
                        <a:pt x="76295" y="118586"/>
                        <a:pt x="75343" y="117634"/>
                      </a:cubicBezTo>
                      <a:close/>
                      <a:moveTo>
                        <a:pt x="75343" y="132779"/>
                      </a:moveTo>
                      <a:cubicBezTo>
                        <a:pt x="76486" y="131826"/>
                        <a:pt x="76962" y="131064"/>
                        <a:pt x="76771" y="130397"/>
                      </a:cubicBezTo>
                      <a:cubicBezTo>
                        <a:pt x="76486" y="129540"/>
                        <a:pt x="76010" y="129254"/>
                        <a:pt x="75343" y="129540"/>
                      </a:cubicBezTo>
                      <a:cubicBezTo>
                        <a:pt x="74676" y="130207"/>
                        <a:pt x="74390" y="130969"/>
                        <a:pt x="74676" y="131635"/>
                      </a:cubicBezTo>
                      <a:cubicBezTo>
                        <a:pt x="75152" y="132779"/>
                        <a:pt x="75343" y="133255"/>
                        <a:pt x="75343" y="132969"/>
                      </a:cubicBezTo>
                      <a:lnTo>
                        <a:pt x="75914" y="133445"/>
                      </a:lnTo>
                      <a:cubicBezTo>
                        <a:pt x="76486" y="134017"/>
                        <a:pt x="76771" y="134493"/>
                        <a:pt x="76771" y="134874"/>
                      </a:cubicBezTo>
                      <a:cubicBezTo>
                        <a:pt x="76771" y="134493"/>
                        <a:pt x="76676" y="134112"/>
                        <a:pt x="76200" y="133731"/>
                      </a:cubicBezTo>
                      <a:cubicBezTo>
                        <a:pt x="75724" y="133350"/>
                        <a:pt x="75438" y="132969"/>
                        <a:pt x="75343" y="132779"/>
                      </a:cubicBezTo>
                      <a:close/>
                      <a:moveTo>
                        <a:pt x="90106" y="44006"/>
                      </a:moveTo>
                      <a:lnTo>
                        <a:pt x="93536" y="45911"/>
                      </a:lnTo>
                      <a:lnTo>
                        <a:pt x="91630" y="43434"/>
                      </a:lnTo>
                      <a:lnTo>
                        <a:pt x="92678" y="42100"/>
                      </a:lnTo>
                      <a:lnTo>
                        <a:pt x="85915" y="39338"/>
                      </a:lnTo>
                      <a:cubicBezTo>
                        <a:pt x="86868" y="39719"/>
                        <a:pt x="87249" y="40196"/>
                        <a:pt x="87249" y="40862"/>
                      </a:cubicBezTo>
                      <a:cubicBezTo>
                        <a:pt x="87249" y="41529"/>
                        <a:pt x="86773" y="42100"/>
                        <a:pt x="85915" y="42577"/>
                      </a:cubicBezTo>
                      <a:cubicBezTo>
                        <a:pt x="85535" y="41720"/>
                        <a:pt x="85058" y="41339"/>
                        <a:pt x="84487" y="41339"/>
                      </a:cubicBezTo>
                      <a:cubicBezTo>
                        <a:pt x="84201" y="41339"/>
                        <a:pt x="83629" y="41434"/>
                        <a:pt x="82963" y="41720"/>
                      </a:cubicBezTo>
                      <a:cubicBezTo>
                        <a:pt x="82296" y="41910"/>
                        <a:pt x="81725" y="42005"/>
                        <a:pt x="81344" y="42005"/>
                      </a:cubicBezTo>
                      <a:cubicBezTo>
                        <a:pt x="80867" y="42005"/>
                        <a:pt x="80486" y="41815"/>
                        <a:pt x="80105" y="41529"/>
                      </a:cubicBezTo>
                      <a:lnTo>
                        <a:pt x="80677" y="40672"/>
                      </a:lnTo>
                      <a:lnTo>
                        <a:pt x="74867" y="42005"/>
                      </a:lnTo>
                      <a:lnTo>
                        <a:pt x="78105" y="42005"/>
                      </a:lnTo>
                      <a:cubicBezTo>
                        <a:pt x="79248" y="41910"/>
                        <a:pt x="80201" y="42386"/>
                        <a:pt x="80963" y="43529"/>
                      </a:cubicBezTo>
                      <a:cubicBezTo>
                        <a:pt x="81725" y="44672"/>
                        <a:pt x="82105" y="45625"/>
                        <a:pt x="82105" y="46577"/>
                      </a:cubicBezTo>
                      <a:lnTo>
                        <a:pt x="82582" y="45911"/>
                      </a:lnTo>
                      <a:cubicBezTo>
                        <a:pt x="82582" y="45911"/>
                        <a:pt x="83439" y="45911"/>
                        <a:pt x="83820" y="46292"/>
                      </a:cubicBezTo>
                      <a:cubicBezTo>
                        <a:pt x="84392" y="46958"/>
                        <a:pt x="84772" y="47339"/>
                        <a:pt x="84868" y="47339"/>
                      </a:cubicBezTo>
                      <a:lnTo>
                        <a:pt x="84868" y="44767"/>
                      </a:lnTo>
                      <a:cubicBezTo>
                        <a:pt x="84772" y="43720"/>
                        <a:pt x="85058" y="43053"/>
                        <a:pt x="85915" y="42672"/>
                      </a:cubicBezTo>
                      <a:cubicBezTo>
                        <a:pt x="86773" y="43244"/>
                        <a:pt x="87154" y="43529"/>
                        <a:pt x="87249" y="43529"/>
                      </a:cubicBezTo>
                      <a:cubicBezTo>
                        <a:pt x="87249" y="42386"/>
                        <a:pt x="87535" y="41815"/>
                        <a:pt x="88106" y="41624"/>
                      </a:cubicBezTo>
                      <a:cubicBezTo>
                        <a:pt x="88582" y="41339"/>
                        <a:pt x="89440" y="41720"/>
                        <a:pt x="90678" y="42672"/>
                      </a:cubicBezTo>
                      <a:cubicBezTo>
                        <a:pt x="90678" y="43053"/>
                        <a:pt x="90583" y="43434"/>
                        <a:pt x="90011" y="44101"/>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 name="Google Shape;808;p99"/>
                <p:cNvSpPr/>
                <p:nvPr/>
              </p:nvSpPr>
              <p:spPr>
                <a:xfrm>
                  <a:off x="5002338" y="2905774"/>
                  <a:ext cx="93630" cy="139462"/>
                </a:xfrm>
                <a:custGeom>
                  <a:avLst/>
                  <a:gdLst/>
                  <a:ahLst/>
                  <a:cxnLst/>
                  <a:rect l="l" t="t" r="r" b="b"/>
                  <a:pathLst>
                    <a:path w="93630" h="139462" extrusionOk="0">
                      <a:moveTo>
                        <a:pt x="92202" y="4589"/>
                      </a:moveTo>
                      <a:lnTo>
                        <a:pt x="93631" y="29164"/>
                      </a:lnTo>
                      <a:cubicBezTo>
                        <a:pt x="90678" y="30116"/>
                        <a:pt x="86868" y="30306"/>
                        <a:pt x="81820" y="29830"/>
                      </a:cubicBezTo>
                      <a:cubicBezTo>
                        <a:pt x="75914" y="29259"/>
                        <a:pt x="72104" y="29068"/>
                        <a:pt x="70199" y="29354"/>
                      </a:cubicBezTo>
                      <a:cubicBezTo>
                        <a:pt x="66008" y="29926"/>
                        <a:pt x="62675" y="31926"/>
                        <a:pt x="60198" y="35260"/>
                      </a:cubicBezTo>
                      <a:cubicBezTo>
                        <a:pt x="60388" y="36117"/>
                        <a:pt x="60484" y="36974"/>
                        <a:pt x="60484" y="37831"/>
                      </a:cubicBezTo>
                      <a:cubicBezTo>
                        <a:pt x="60484" y="38689"/>
                        <a:pt x="60293" y="40117"/>
                        <a:pt x="60008" y="41927"/>
                      </a:cubicBezTo>
                      <a:cubicBezTo>
                        <a:pt x="59627" y="43737"/>
                        <a:pt x="59436" y="45070"/>
                        <a:pt x="59436" y="46023"/>
                      </a:cubicBezTo>
                      <a:cubicBezTo>
                        <a:pt x="59436" y="47356"/>
                        <a:pt x="59627" y="48690"/>
                        <a:pt x="60198" y="50023"/>
                      </a:cubicBezTo>
                      <a:cubicBezTo>
                        <a:pt x="60484" y="50690"/>
                        <a:pt x="60674" y="51357"/>
                        <a:pt x="60674" y="51928"/>
                      </a:cubicBezTo>
                      <a:cubicBezTo>
                        <a:pt x="60674" y="52785"/>
                        <a:pt x="60484" y="53643"/>
                        <a:pt x="60008" y="54690"/>
                      </a:cubicBezTo>
                      <a:cubicBezTo>
                        <a:pt x="59531" y="55738"/>
                        <a:pt x="59341" y="56500"/>
                        <a:pt x="59341" y="56976"/>
                      </a:cubicBezTo>
                      <a:cubicBezTo>
                        <a:pt x="59341" y="57643"/>
                        <a:pt x="59627" y="58310"/>
                        <a:pt x="60198" y="58881"/>
                      </a:cubicBezTo>
                      <a:lnTo>
                        <a:pt x="59627" y="66692"/>
                      </a:lnTo>
                      <a:cubicBezTo>
                        <a:pt x="59531" y="65739"/>
                        <a:pt x="58864" y="65168"/>
                        <a:pt x="57721" y="64882"/>
                      </a:cubicBezTo>
                      <a:cubicBezTo>
                        <a:pt x="56102" y="64406"/>
                        <a:pt x="55245" y="64120"/>
                        <a:pt x="54959" y="64025"/>
                      </a:cubicBezTo>
                      <a:cubicBezTo>
                        <a:pt x="54578" y="64406"/>
                        <a:pt x="54293" y="64882"/>
                        <a:pt x="54483" y="65358"/>
                      </a:cubicBezTo>
                      <a:cubicBezTo>
                        <a:pt x="54578" y="65930"/>
                        <a:pt x="54483" y="66406"/>
                        <a:pt x="54293" y="66882"/>
                      </a:cubicBezTo>
                      <a:cubicBezTo>
                        <a:pt x="54959" y="66501"/>
                        <a:pt x="55531" y="66311"/>
                        <a:pt x="56007" y="66311"/>
                      </a:cubicBezTo>
                      <a:cubicBezTo>
                        <a:pt x="56864" y="66311"/>
                        <a:pt x="57436" y="67168"/>
                        <a:pt x="57912" y="68883"/>
                      </a:cubicBezTo>
                      <a:cubicBezTo>
                        <a:pt x="58388" y="71073"/>
                        <a:pt x="58769" y="72312"/>
                        <a:pt x="59150" y="72693"/>
                      </a:cubicBezTo>
                      <a:lnTo>
                        <a:pt x="58293" y="72693"/>
                      </a:lnTo>
                      <a:cubicBezTo>
                        <a:pt x="59627" y="76503"/>
                        <a:pt x="60484" y="81837"/>
                        <a:pt x="60579" y="88599"/>
                      </a:cubicBezTo>
                      <a:cubicBezTo>
                        <a:pt x="60484" y="94124"/>
                        <a:pt x="60388" y="99648"/>
                        <a:pt x="60388" y="104982"/>
                      </a:cubicBezTo>
                      <a:cubicBezTo>
                        <a:pt x="60484" y="108221"/>
                        <a:pt x="60770" y="111078"/>
                        <a:pt x="61055" y="113650"/>
                      </a:cubicBezTo>
                      <a:cubicBezTo>
                        <a:pt x="61151" y="113650"/>
                        <a:pt x="61627" y="113841"/>
                        <a:pt x="62389" y="114317"/>
                      </a:cubicBezTo>
                      <a:cubicBezTo>
                        <a:pt x="63151" y="114793"/>
                        <a:pt x="63818" y="114889"/>
                        <a:pt x="64389" y="114698"/>
                      </a:cubicBezTo>
                      <a:cubicBezTo>
                        <a:pt x="63532" y="116508"/>
                        <a:pt x="63055" y="120889"/>
                        <a:pt x="62770" y="128033"/>
                      </a:cubicBezTo>
                      <a:cubicBezTo>
                        <a:pt x="62770" y="131938"/>
                        <a:pt x="61436" y="134700"/>
                        <a:pt x="59150" y="136129"/>
                      </a:cubicBezTo>
                      <a:cubicBezTo>
                        <a:pt x="59531" y="136320"/>
                        <a:pt x="59627" y="136987"/>
                        <a:pt x="59627" y="138034"/>
                      </a:cubicBezTo>
                      <a:cubicBezTo>
                        <a:pt x="58388" y="138034"/>
                        <a:pt x="54483" y="138034"/>
                        <a:pt x="47816" y="138034"/>
                      </a:cubicBezTo>
                      <a:cubicBezTo>
                        <a:pt x="42958" y="137939"/>
                        <a:pt x="39148" y="138415"/>
                        <a:pt x="36290" y="139463"/>
                      </a:cubicBezTo>
                      <a:cubicBezTo>
                        <a:pt x="33814" y="137367"/>
                        <a:pt x="32671" y="134224"/>
                        <a:pt x="32671" y="130129"/>
                      </a:cubicBezTo>
                      <a:cubicBezTo>
                        <a:pt x="32766" y="126604"/>
                        <a:pt x="32861" y="122985"/>
                        <a:pt x="32861" y="119460"/>
                      </a:cubicBezTo>
                      <a:cubicBezTo>
                        <a:pt x="33528" y="106221"/>
                        <a:pt x="33719" y="92410"/>
                        <a:pt x="33719" y="77931"/>
                      </a:cubicBezTo>
                      <a:cubicBezTo>
                        <a:pt x="33719" y="63453"/>
                        <a:pt x="33433" y="48785"/>
                        <a:pt x="32861" y="33450"/>
                      </a:cubicBezTo>
                      <a:cubicBezTo>
                        <a:pt x="32195" y="30973"/>
                        <a:pt x="30289" y="29830"/>
                        <a:pt x="27337" y="29830"/>
                      </a:cubicBezTo>
                      <a:cubicBezTo>
                        <a:pt x="26765" y="29830"/>
                        <a:pt x="26003" y="29830"/>
                        <a:pt x="24955" y="30021"/>
                      </a:cubicBezTo>
                      <a:lnTo>
                        <a:pt x="22670" y="30021"/>
                      </a:lnTo>
                      <a:cubicBezTo>
                        <a:pt x="21146" y="30021"/>
                        <a:pt x="19907" y="29830"/>
                        <a:pt x="19050" y="29354"/>
                      </a:cubicBezTo>
                      <a:cubicBezTo>
                        <a:pt x="20098" y="29449"/>
                        <a:pt x="16669" y="29544"/>
                        <a:pt x="8668" y="29544"/>
                      </a:cubicBezTo>
                      <a:cubicBezTo>
                        <a:pt x="5144" y="29544"/>
                        <a:pt x="2191" y="28592"/>
                        <a:pt x="0" y="26782"/>
                      </a:cubicBezTo>
                      <a:lnTo>
                        <a:pt x="0" y="2589"/>
                      </a:lnTo>
                      <a:cubicBezTo>
                        <a:pt x="571" y="3160"/>
                        <a:pt x="1238" y="3446"/>
                        <a:pt x="2096" y="3446"/>
                      </a:cubicBezTo>
                      <a:cubicBezTo>
                        <a:pt x="3524" y="3446"/>
                        <a:pt x="4858" y="2493"/>
                        <a:pt x="6287" y="684"/>
                      </a:cubicBezTo>
                      <a:cubicBezTo>
                        <a:pt x="13335" y="207"/>
                        <a:pt x="23717" y="112"/>
                        <a:pt x="37529" y="493"/>
                      </a:cubicBezTo>
                      <a:cubicBezTo>
                        <a:pt x="51340" y="874"/>
                        <a:pt x="61913" y="684"/>
                        <a:pt x="69247" y="112"/>
                      </a:cubicBezTo>
                      <a:cubicBezTo>
                        <a:pt x="69628" y="874"/>
                        <a:pt x="70104" y="1160"/>
                        <a:pt x="70771" y="1160"/>
                      </a:cubicBezTo>
                      <a:cubicBezTo>
                        <a:pt x="71247" y="1160"/>
                        <a:pt x="71914" y="969"/>
                        <a:pt x="72676" y="684"/>
                      </a:cubicBezTo>
                      <a:cubicBezTo>
                        <a:pt x="73533" y="303"/>
                        <a:pt x="74104" y="112"/>
                        <a:pt x="74390" y="112"/>
                      </a:cubicBezTo>
                      <a:cubicBezTo>
                        <a:pt x="75724" y="969"/>
                        <a:pt x="79438" y="969"/>
                        <a:pt x="85249" y="112"/>
                      </a:cubicBezTo>
                      <a:cubicBezTo>
                        <a:pt x="89630" y="-459"/>
                        <a:pt x="91916" y="1160"/>
                        <a:pt x="92202" y="4780"/>
                      </a:cubicBezTo>
                      <a:close/>
                      <a:moveTo>
                        <a:pt x="14859" y="9923"/>
                      </a:moveTo>
                      <a:cubicBezTo>
                        <a:pt x="16002" y="8113"/>
                        <a:pt x="17526" y="7161"/>
                        <a:pt x="19336" y="7161"/>
                      </a:cubicBezTo>
                      <a:cubicBezTo>
                        <a:pt x="20098" y="7161"/>
                        <a:pt x="21146" y="7351"/>
                        <a:pt x="22765" y="7637"/>
                      </a:cubicBezTo>
                      <a:cubicBezTo>
                        <a:pt x="24289" y="8018"/>
                        <a:pt x="25527" y="8208"/>
                        <a:pt x="26479" y="8208"/>
                      </a:cubicBezTo>
                      <a:cubicBezTo>
                        <a:pt x="27432" y="8208"/>
                        <a:pt x="28194" y="8208"/>
                        <a:pt x="29051" y="7827"/>
                      </a:cubicBezTo>
                      <a:lnTo>
                        <a:pt x="26289" y="5065"/>
                      </a:lnTo>
                      <a:cubicBezTo>
                        <a:pt x="25241" y="5065"/>
                        <a:pt x="24765" y="4589"/>
                        <a:pt x="24955" y="3732"/>
                      </a:cubicBezTo>
                      <a:cubicBezTo>
                        <a:pt x="25146" y="2589"/>
                        <a:pt x="25146" y="1922"/>
                        <a:pt x="24955" y="1827"/>
                      </a:cubicBezTo>
                      <a:cubicBezTo>
                        <a:pt x="24575" y="2493"/>
                        <a:pt x="24194" y="2874"/>
                        <a:pt x="23717" y="3065"/>
                      </a:cubicBezTo>
                      <a:cubicBezTo>
                        <a:pt x="23527" y="2970"/>
                        <a:pt x="23241" y="2874"/>
                        <a:pt x="22860" y="2874"/>
                      </a:cubicBezTo>
                      <a:cubicBezTo>
                        <a:pt x="22765" y="2874"/>
                        <a:pt x="22765" y="3541"/>
                        <a:pt x="22860" y="4589"/>
                      </a:cubicBezTo>
                      <a:cubicBezTo>
                        <a:pt x="21527" y="5541"/>
                        <a:pt x="19621" y="6113"/>
                        <a:pt x="17526" y="6303"/>
                      </a:cubicBezTo>
                      <a:cubicBezTo>
                        <a:pt x="14859" y="6494"/>
                        <a:pt x="13145" y="6780"/>
                        <a:pt x="12383" y="7161"/>
                      </a:cubicBezTo>
                      <a:lnTo>
                        <a:pt x="15812" y="7161"/>
                      </a:lnTo>
                      <a:cubicBezTo>
                        <a:pt x="15050" y="8208"/>
                        <a:pt x="14478" y="8875"/>
                        <a:pt x="13716" y="9256"/>
                      </a:cubicBezTo>
                      <a:cubicBezTo>
                        <a:pt x="13621" y="9256"/>
                        <a:pt x="13526" y="9256"/>
                        <a:pt x="13526" y="9066"/>
                      </a:cubicBezTo>
                      <a:cubicBezTo>
                        <a:pt x="13240" y="9066"/>
                        <a:pt x="13049" y="9351"/>
                        <a:pt x="12859" y="9637"/>
                      </a:cubicBezTo>
                      <a:cubicBezTo>
                        <a:pt x="12192" y="9828"/>
                        <a:pt x="11621" y="9923"/>
                        <a:pt x="11335" y="9923"/>
                      </a:cubicBezTo>
                      <a:cubicBezTo>
                        <a:pt x="10859" y="9732"/>
                        <a:pt x="10287" y="9732"/>
                        <a:pt x="9430" y="9923"/>
                      </a:cubicBezTo>
                      <a:cubicBezTo>
                        <a:pt x="6953" y="9732"/>
                        <a:pt x="5334" y="9732"/>
                        <a:pt x="4382" y="9923"/>
                      </a:cubicBezTo>
                      <a:lnTo>
                        <a:pt x="4382" y="9066"/>
                      </a:lnTo>
                      <a:lnTo>
                        <a:pt x="2286" y="11352"/>
                      </a:lnTo>
                      <a:cubicBezTo>
                        <a:pt x="2858" y="11542"/>
                        <a:pt x="3524" y="11637"/>
                        <a:pt x="4191" y="11637"/>
                      </a:cubicBezTo>
                      <a:cubicBezTo>
                        <a:pt x="4382" y="11637"/>
                        <a:pt x="6191" y="11066"/>
                        <a:pt x="9430" y="9923"/>
                      </a:cubicBezTo>
                      <a:lnTo>
                        <a:pt x="11335" y="9923"/>
                      </a:lnTo>
                      <a:cubicBezTo>
                        <a:pt x="11335" y="9923"/>
                        <a:pt x="12002" y="10494"/>
                        <a:pt x="12192" y="10876"/>
                      </a:cubicBezTo>
                      <a:cubicBezTo>
                        <a:pt x="12383" y="11256"/>
                        <a:pt x="12668" y="11733"/>
                        <a:pt x="12859" y="12399"/>
                      </a:cubicBezTo>
                      <a:cubicBezTo>
                        <a:pt x="12763" y="12018"/>
                        <a:pt x="12573" y="11637"/>
                        <a:pt x="12383" y="11161"/>
                      </a:cubicBezTo>
                      <a:cubicBezTo>
                        <a:pt x="12383" y="10494"/>
                        <a:pt x="12573" y="9923"/>
                        <a:pt x="12859" y="9637"/>
                      </a:cubicBezTo>
                      <a:cubicBezTo>
                        <a:pt x="13049" y="9637"/>
                        <a:pt x="13335" y="9542"/>
                        <a:pt x="13716" y="9256"/>
                      </a:cubicBezTo>
                      <a:cubicBezTo>
                        <a:pt x="14478" y="10399"/>
                        <a:pt x="14859" y="11066"/>
                        <a:pt x="14859" y="11352"/>
                      </a:cubicBezTo>
                      <a:lnTo>
                        <a:pt x="19526" y="10494"/>
                      </a:lnTo>
                      <a:lnTo>
                        <a:pt x="14859" y="9923"/>
                      </a:lnTo>
                      <a:close/>
                      <a:moveTo>
                        <a:pt x="11430" y="17924"/>
                      </a:moveTo>
                      <a:lnTo>
                        <a:pt x="14192" y="16590"/>
                      </a:lnTo>
                      <a:lnTo>
                        <a:pt x="12763" y="16590"/>
                      </a:lnTo>
                      <a:lnTo>
                        <a:pt x="11430" y="17924"/>
                      </a:lnTo>
                      <a:close/>
                      <a:moveTo>
                        <a:pt x="32861" y="4589"/>
                      </a:moveTo>
                      <a:lnTo>
                        <a:pt x="34957" y="2303"/>
                      </a:lnTo>
                      <a:cubicBezTo>
                        <a:pt x="34290" y="2208"/>
                        <a:pt x="33433" y="1827"/>
                        <a:pt x="32385" y="1255"/>
                      </a:cubicBezTo>
                      <a:lnTo>
                        <a:pt x="30099" y="4589"/>
                      </a:lnTo>
                      <a:lnTo>
                        <a:pt x="27718" y="3160"/>
                      </a:lnTo>
                      <a:lnTo>
                        <a:pt x="30956" y="6494"/>
                      </a:lnTo>
                      <a:cubicBezTo>
                        <a:pt x="30956" y="4208"/>
                        <a:pt x="31433" y="2779"/>
                        <a:pt x="32385" y="2303"/>
                      </a:cubicBezTo>
                      <a:cubicBezTo>
                        <a:pt x="32671" y="2493"/>
                        <a:pt x="32861" y="3256"/>
                        <a:pt x="32861" y="4589"/>
                      </a:cubicBezTo>
                      <a:close/>
                      <a:moveTo>
                        <a:pt x="39624" y="73931"/>
                      </a:moveTo>
                      <a:cubicBezTo>
                        <a:pt x="41720" y="74122"/>
                        <a:pt x="42672" y="73931"/>
                        <a:pt x="42386" y="73455"/>
                      </a:cubicBezTo>
                      <a:cubicBezTo>
                        <a:pt x="41910" y="73264"/>
                        <a:pt x="41053" y="73455"/>
                        <a:pt x="39624" y="73931"/>
                      </a:cubicBezTo>
                      <a:cubicBezTo>
                        <a:pt x="39053" y="73740"/>
                        <a:pt x="38576" y="73740"/>
                        <a:pt x="38291" y="73931"/>
                      </a:cubicBezTo>
                      <a:cubicBezTo>
                        <a:pt x="38862" y="74122"/>
                        <a:pt x="39338" y="74122"/>
                        <a:pt x="39624" y="73931"/>
                      </a:cubicBezTo>
                      <a:close/>
                      <a:moveTo>
                        <a:pt x="57817" y="71169"/>
                      </a:moveTo>
                      <a:cubicBezTo>
                        <a:pt x="56579" y="70216"/>
                        <a:pt x="54769" y="69740"/>
                        <a:pt x="52292" y="69740"/>
                      </a:cubicBezTo>
                      <a:cubicBezTo>
                        <a:pt x="49435" y="69740"/>
                        <a:pt x="47435" y="69549"/>
                        <a:pt x="46387" y="69264"/>
                      </a:cubicBezTo>
                      <a:lnTo>
                        <a:pt x="51054" y="72026"/>
                      </a:lnTo>
                      <a:cubicBezTo>
                        <a:pt x="50483" y="72312"/>
                        <a:pt x="50197" y="72693"/>
                        <a:pt x="50197" y="73455"/>
                      </a:cubicBezTo>
                      <a:lnTo>
                        <a:pt x="51626" y="73455"/>
                      </a:lnTo>
                      <a:cubicBezTo>
                        <a:pt x="51626" y="73455"/>
                        <a:pt x="52292" y="73931"/>
                        <a:pt x="52292" y="74122"/>
                      </a:cubicBezTo>
                      <a:cubicBezTo>
                        <a:pt x="52292" y="74217"/>
                        <a:pt x="52102" y="74598"/>
                        <a:pt x="51816" y="75169"/>
                      </a:cubicBezTo>
                      <a:cubicBezTo>
                        <a:pt x="51530" y="75741"/>
                        <a:pt x="51435" y="76217"/>
                        <a:pt x="51626" y="76693"/>
                      </a:cubicBezTo>
                      <a:lnTo>
                        <a:pt x="54388" y="76693"/>
                      </a:lnTo>
                      <a:cubicBezTo>
                        <a:pt x="52959" y="75360"/>
                        <a:pt x="52292" y="74312"/>
                        <a:pt x="52292" y="73740"/>
                      </a:cubicBezTo>
                      <a:cubicBezTo>
                        <a:pt x="52292" y="73264"/>
                        <a:pt x="52578" y="72883"/>
                        <a:pt x="53245" y="72597"/>
                      </a:cubicBezTo>
                      <a:cubicBezTo>
                        <a:pt x="53816" y="72312"/>
                        <a:pt x="54674" y="72026"/>
                        <a:pt x="55531" y="71645"/>
                      </a:cubicBezTo>
                      <a:cubicBezTo>
                        <a:pt x="56293" y="71455"/>
                        <a:pt x="57055" y="71835"/>
                        <a:pt x="57817" y="72502"/>
                      </a:cubicBezTo>
                      <a:lnTo>
                        <a:pt x="57817" y="71169"/>
                      </a:lnTo>
                      <a:close/>
                      <a:moveTo>
                        <a:pt x="51054" y="59262"/>
                      </a:moveTo>
                      <a:cubicBezTo>
                        <a:pt x="51816" y="60120"/>
                        <a:pt x="52673" y="60596"/>
                        <a:pt x="53816" y="60596"/>
                      </a:cubicBezTo>
                      <a:cubicBezTo>
                        <a:pt x="55531" y="60596"/>
                        <a:pt x="57055" y="59929"/>
                        <a:pt x="58293" y="58691"/>
                      </a:cubicBezTo>
                      <a:lnTo>
                        <a:pt x="55721" y="57834"/>
                      </a:lnTo>
                      <a:cubicBezTo>
                        <a:pt x="55626" y="59262"/>
                        <a:pt x="55245" y="59929"/>
                        <a:pt x="54864" y="59929"/>
                      </a:cubicBezTo>
                      <a:cubicBezTo>
                        <a:pt x="54769" y="59929"/>
                        <a:pt x="54293" y="59548"/>
                        <a:pt x="53340" y="58691"/>
                      </a:cubicBezTo>
                      <a:cubicBezTo>
                        <a:pt x="52483" y="57929"/>
                        <a:pt x="51721" y="57643"/>
                        <a:pt x="51054" y="57834"/>
                      </a:cubicBezTo>
                      <a:lnTo>
                        <a:pt x="51054" y="59262"/>
                      </a:lnTo>
                      <a:close/>
                      <a:moveTo>
                        <a:pt x="57436" y="75645"/>
                      </a:moveTo>
                      <a:lnTo>
                        <a:pt x="57721" y="75836"/>
                      </a:lnTo>
                      <a:lnTo>
                        <a:pt x="57436" y="75645"/>
                      </a:lnTo>
                      <a:lnTo>
                        <a:pt x="54293" y="73455"/>
                      </a:lnTo>
                      <a:cubicBezTo>
                        <a:pt x="53912" y="74502"/>
                        <a:pt x="54293" y="75074"/>
                        <a:pt x="55340" y="75360"/>
                      </a:cubicBezTo>
                      <a:cubicBezTo>
                        <a:pt x="56007" y="75455"/>
                        <a:pt x="56769" y="75645"/>
                        <a:pt x="57436" y="75645"/>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 name="Google Shape;809;p99"/>
                <p:cNvSpPr/>
                <p:nvPr/>
              </p:nvSpPr>
              <p:spPr>
                <a:xfrm>
                  <a:off x="5103399" y="2904362"/>
                  <a:ext cx="107346" cy="140684"/>
                </a:xfrm>
                <a:custGeom>
                  <a:avLst/>
                  <a:gdLst/>
                  <a:ahLst/>
                  <a:cxnLst/>
                  <a:rect l="l" t="t" r="r" b="b"/>
                  <a:pathLst>
                    <a:path w="107346" h="140684" extrusionOk="0">
                      <a:moveTo>
                        <a:pt x="94774" y="112490"/>
                      </a:moveTo>
                      <a:cubicBezTo>
                        <a:pt x="97155" y="114014"/>
                        <a:pt x="98298" y="116491"/>
                        <a:pt x="98584" y="119920"/>
                      </a:cubicBezTo>
                      <a:cubicBezTo>
                        <a:pt x="98679" y="122968"/>
                        <a:pt x="98774" y="125825"/>
                        <a:pt x="98774" y="128683"/>
                      </a:cubicBezTo>
                      <a:cubicBezTo>
                        <a:pt x="98870" y="130302"/>
                        <a:pt x="99155" y="131731"/>
                        <a:pt x="99536" y="132874"/>
                      </a:cubicBezTo>
                      <a:cubicBezTo>
                        <a:pt x="96298" y="138017"/>
                        <a:pt x="90868" y="140684"/>
                        <a:pt x="83248" y="140684"/>
                      </a:cubicBezTo>
                      <a:cubicBezTo>
                        <a:pt x="81058" y="140684"/>
                        <a:pt x="77629" y="140399"/>
                        <a:pt x="72866" y="140017"/>
                      </a:cubicBezTo>
                      <a:cubicBezTo>
                        <a:pt x="68199" y="139541"/>
                        <a:pt x="64770" y="139351"/>
                        <a:pt x="62389" y="139351"/>
                      </a:cubicBezTo>
                      <a:cubicBezTo>
                        <a:pt x="60007" y="139351"/>
                        <a:pt x="57817" y="139351"/>
                        <a:pt x="56007" y="139732"/>
                      </a:cubicBezTo>
                      <a:lnTo>
                        <a:pt x="16573" y="139732"/>
                      </a:lnTo>
                      <a:lnTo>
                        <a:pt x="16573" y="139160"/>
                      </a:lnTo>
                      <a:cubicBezTo>
                        <a:pt x="15240" y="138398"/>
                        <a:pt x="12763" y="138208"/>
                        <a:pt x="9334" y="138779"/>
                      </a:cubicBezTo>
                      <a:cubicBezTo>
                        <a:pt x="5905" y="139351"/>
                        <a:pt x="3238" y="139065"/>
                        <a:pt x="1333" y="137732"/>
                      </a:cubicBezTo>
                      <a:cubicBezTo>
                        <a:pt x="1905" y="121253"/>
                        <a:pt x="2191" y="104966"/>
                        <a:pt x="2191" y="88773"/>
                      </a:cubicBezTo>
                      <a:cubicBezTo>
                        <a:pt x="2191" y="72580"/>
                        <a:pt x="1905" y="56293"/>
                        <a:pt x="1333" y="39815"/>
                      </a:cubicBezTo>
                      <a:cubicBezTo>
                        <a:pt x="2000" y="40291"/>
                        <a:pt x="2476" y="40481"/>
                        <a:pt x="2667" y="40291"/>
                      </a:cubicBezTo>
                      <a:lnTo>
                        <a:pt x="3238" y="39815"/>
                      </a:lnTo>
                      <a:cubicBezTo>
                        <a:pt x="3238" y="39148"/>
                        <a:pt x="3048" y="38671"/>
                        <a:pt x="2381" y="38386"/>
                      </a:cubicBezTo>
                      <a:cubicBezTo>
                        <a:pt x="1714" y="38100"/>
                        <a:pt x="1333" y="37909"/>
                        <a:pt x="1333" y="37719"/>
                      </a:cubicBezTo>
                      <a:cubicBezTo>
                        <a:pt x="1333" y="37529"/>
                        <a:pt x="1619" y="37148"/>
                        <a:pt x="2191" y="36481"/>
                      </a:cubicBezTo>
                      <a:cubicBezTo>
                        <a:pt x="2191" y="37529"/>
                        <a:pt x="2381" y="38195"/>
                        <a:pt x="2667" y="38386"/>
                      </a:cubicBezTo>
                      <a:cubicBezTo>
                        <a:pt x="3810" y="38291"/>
                        <a:pt x="4096" y="37624"/>
                        <a:pt x="3620" y="36386"/>
                      </a:cubicBezTo>
                      <a:cubicBezTo>
                        <a:pt x="3048" y="35147"/>
                        <a:pt x="3238" y="34480"/>
                        <a:pt x="4096" y="34290"/>
                      </a:cubicBezTo>
                      <a:cubicBezTo>
                        <a:pt x="3905" y="34480"/>
                        <a:pt x="3905" y="34766"/>
                        <a:pt x="3905" y="34957"/>
                      </a:cubicBezTo>
                      <a:cubicBezTo>
                        <a:pt x="3905" y="35433"/>
                        <a:pt x="4191" y="35909"/>
                        <a:pt x="4858" y="36386"/>
                      </a:cubicBezTo>
                      <a:cubicBezTo>
                        <a:pt x="5429" y="36957"/>
                        <a:pt x="5810" y="37338"/>
                        <a:pt x="6001" y="37529"/>
                      </a:cubicBezTo>
                      <a:lnTo>
                        <a:pt x="8763" y="37052"/>
                      </a:lnTo>
                      <a:lnTo>
                        <a:pt x="6001" y="35147"/>
                      </a:lnTo>
                      <a:lnTo>
                        <a:pt x="8763" y="33719"/>
                      </a:lnTo>
                      <a:cubicBezTo>
                        <a:pt x="8763" y="33719"/>
                        <a:pt x="8001" y="32957"/>
                        <a:pt x="6667" y="31718"/>
                      </a:cubicBezTo>
                      <a:cubicBezTo>
                        <a:pt x="5715" y="30956"/>
                        <a:pt x="5048" y="30480"/>
                        <a:pt x="4381" y="30480"/>
                      </a:cubicBezTo>
                      <a:cubicBezTo>
                        <a:pt x="3620" y="30480"/>
                        <a:pt x="3143" y="30956"/>
                        <a:pt x="2667" y="31813"/>
                      </a:cubicBezTo>
                      <a:cubicBezTo>
                        <a:pt x="1905" y="31433"/>
                        <a:pt x="1524" y="30956"/>
                        <a:pt x="1524" y="30480"/>
                      </a:cubicBezTo>
                      <a:cubicBezTo>
                        <a:pt x="1524" y="30290"/>
                        <a:pt x="2000" y="29813"/>
                        <a:pt x="2857" y="29051"/>
                      </a:cubicBezTo>
                      <a:cubicBezTo>
                        <a:pt x="3810" y="28289"/>
                        <a:pt x="4191" y="27623"/>
                        <a:pt x="4096" y="27051"/>
                      </a:cubicBezTo>
                      <a:lnTo>
                        <a:pt x="5429" y="28384"/>
                      </a:lnTo>
                      <a:lnTo>
                        <a:pt x="6287" y="27337"/>
                      </a:lnTo>
                      <a:cubicBezTo>
                        <a:pt x="6287" y="27337"/>
                        <a:pt x="7048" y="27813"/>
                        <a:pt x="7525" y="27813"/>
                      </a:cubicBezTo>
                      <a:cubicBezTo>
                        <a:pt x="8096" y="27813"/>
                        <a:pt x="8954" y="27527"/>
                        <a:pt x="10192" y="26956"/>
                      </a:cubicBezTo>
                      <a:cubicBezTo>
                        <a:pt x="11430" y="26384"/>
                        <a:pt x="12287" y="26099"/>
                        <a:pt x="12859" y="26099"/>
                      </a:cubicBezTo>
                      <a:cubicBezTo>
                        <a:pt x="13525" y="26099"/>
                        <a:pt x="14097" y="26384"/>
                        <a:pt x="14573" y="26956"/>
                      </a:cubicBezTo>
                      <a:lnTo>
                        <a:pt x="15430" y="26384"/>
                      </a:lnTo>
                      <a:cubicBezTo>
                        <a:pt x="15335" y="25337"/>
                        <a:pt x="14668" y="24670"/>
                        <a:pt x="13430" y="24194"/>
                      </a:cubicBezTo>
                      <a:cubicBezTo>
                        <a:pt x="12192" y="23813"/>
                        <a:pt x="11525" y="23432"/>
                        <a:pt x="11239" y="23050"/>
                      </a:cubicBezTo>
                      <a:cubicBezTo>
                        <a:pt x="9430" y="22955"/>
                        <a:pt x="7144" y="22955"/>
                        <a:pt x="4477" y="23050"/>
                      </a:cubicBezTo>
                      <a:cubicBezTo>
                        <a:pt x="4286" y="23622"/>
                        <a:pt x="4000" y="23908"/>
                        <a:pt x="3810" y="23908"/>
                      </a:cubicBezTo>
                      <a:cubicBezTo>
                        <a:pt x="3334" y="23622"/>
                        <a:pt x="2953" y="23336"/>
                        <a:pt x="2762" y="23336"/>
                      </a:cubicBezTo>
                      <a:cubicBezTo>
                        <a:pt x="2572" y="23336"/>
                        <a:pt x="2286" y="23336"/>
                        <a:pt x="2096" y="23527"/>
                      </a:cubicBezTo>
                      <a:lnTo>
                        <a:pt x="762" y="18383"/>
                      </a:lnTo>
                      <a:cubicBezTo>
                        <a:pt x="1619" y="18383"/>
                        <a:pt x="2286" y="18098"/>
                        <a:pt x="2667" y="17526"/>
                      </a:cubicBezTo>
                      <a:cubicBezTo>
                        <a:pt x="2667" y="16478"/>
                        <a:pt x="2191" y="16192"/>
                        <a:pt x="1429" y="16669"/>
                      </a:cubicBezTo>
                      <a:cubicBezTo>
                        <a:pt x="571" y="17145"/>
                        <a:pt x="95" y="17050"/>
                        <a:pt x="0" y="16383"/>
                      </a:cubicBezTo>
                      <a:lnTo>
                        <a:pt x="1333" y="14954"/>
                      </a:lnTo>
                      <a:lnTo>
                        <a:pt x="2667" y="16383"/>
                      </a:lnTo>
                      <a:cubicBezTo>
                        <a:pt x="2667" y="16383"/>
                        <a:pt x="3238" y="14954"/>
                        <a:pt x="3238" y="13049"/>
                      </a:cubicBezTo>
                      <a:cubicBezTo>
                        <a:pt x="3238" y="13525"/>
                        <a:pt x="3524" y="13907"/>
                        <a:pt x="4096" y="14097"/>
                      </a:cubicBezTo>
                      <a:cubicBezTo>
                        <a:pt x="4953" y="13430"/>
                        <a:pt x="5429" y="12859"/>
                        <a:pt x="5429" y="12383"/>
                      </a:cubicBezTo>
                      <a:cubicBezTo>
                        <a:pt x="5429" y="11906"/>
                        <a:pt x="4667" y="11049"/>
                        <a:pt x="3048" y="9906"/>
                      </a:cubicBezTo>
                      <a:cubicBezTo>
                        <a:pt x="1524" y="8858"/>
                        <a:pt x="762" y="7811"/>
                        <a:pt x="762" y="6858"/>
                      </a:cubicBezTo>
                      <a:cubicBezTo>
                        <a:pt x="762" y="5905"/>
                        <a:pt x="1238" y="5144"/>
                        <a:pt x="2096" y="4286"/>
                      </a:cubicBezTo>
                      <a:lnTo>
                        <a:pt x="5429" y="857"/>
                      </a:lnTo>
                      <a:cubicBezTo>
                        <a:pt x="11335" y="286"/>
                        <a:pt x="17621" y="0"/>
                        <a:pt x="24289" y="0"/>
                      </a:cubicBezTo>
                      <a:cubicBezTo>
                        <a:pt x="30575" y="0"/>
                        <a:pt x="40100" y="381"/>
                        <a:pt x="52864" y="1048"/>
                      </a:cubicBezTo>
                      <a:cubicBezTo>
                        <a:pt x="65532" y="1715"/>
                        <a:pt x="75152" y="2096"/>
                        <a:pt x="81534" y="2096"/>
                      </a:cubicBezTo>
                      <a:cubicBezTo>
                        <a:pt x="86201" y="2096"/>
                        <a:pt x="90583" y="2000"/>
                        <a:pt x="94679" y="1715"/>
                      </a:cubicBezTo>
                      <a:cubicBezTo>
                        <a:pt x="97346" y="3810"/>
                        <a:pt x="98679" y="6572"/>
                        <a:pt x="98679" y="10001"/>
                      </a:cubicBezTo>
                      <a:cubicBezTo>
                        <a:pt x="98679" y="11049"/>
                        <a:pt x="98488" y="12859"/>
                        <a:pt x="98203" y="15335"/>
                      </a:cubicBezTo>
                      <a:cubicBezTo>
                        <a:pt x="97822" y="17907"/>
                        <a:pt x="97631" y="19812"/>
                        <a:pt x="97631" y="21241"/>
                      </a:cubicBezTo>
                      <a:cubicBezTo>
                        <a:pt x="97631" y="22670"/>
                        <a:pt x="97726" y="23908"/>
                        <a:pt x="98012" y="25051"/>
                      </a:cubicBezTo>
                      <a:cubicBezTo>
                        <a:pt x="98012" y="26861"/>
                        <a:pt x="96869" y="27813"/>
                        <a:pt x="94583" y="27813"/>
                      </a:cubicBezTo>
                      <a:cubicBezTo>
                        <a:pt x="94202" y="27813"/>
                        <a:pt x="93631" y="27813"/>
                        <a:pt x="92869" y="27623"/>
                      </a:cubicBezTo>
                      <a:lnTo>
                        <a:pt x="91059" y="27623"/>
                      </a:lnTo>
                      <a:cubicBezTo>
                        <a:pt x="89725" y="27623"/>
                        <a:pt x="88678" y="27908"/>
                        <a:pt x="88011" y="28289"/>
                      </a:cubicBezTo>
                      <a:lnTo>
                        <a:pt x="84201" y="28289"/>
                      </a:lnTo>
                      <a:lnTo>
                        <a:pt x="84201" y="27623"/>
                      </a:lnTo>
                      <a:cubicBezTo>
                        <a:pt x="78867" y="28099"/>
                        <a:pt x="72866" y="28289"/>
                        <a:pt x="66199" y="28289"/>
                      </a:cubicBezTo>
                      <a:cubicBezTo>
                        <a:pt x="62103" y="28384"/>
                        <a:pt x="56007" y="28384"/>
                        <a:pt x="48101" y="28289"/>
                      </a:cubicBezTo>
                      <a:lnTo>
                        <a:pt x="29908" y="28289"/>
                      </a:lnTo>
                      <a:cubicBezTo>
                        <a:pt x="29146" y="30385"/>
                        <a:pt x="28670" y="32766"/>
                        <a:pt x="28670" y="35338"/>
                      </a:cubicBezTo>
                      <a:cubicBezTo>
                        <a:pt x="28670" y="36195"/>
                        <a:pt x="28670" y="37433"/>
                        <a:pt x="28861" y="38957"/>
                      </a:cubicBezTo>
                      <a:lnTo>
                        <a:pt x="28861" y="42767"/>
                      </a:lnTo>
                      <a:cubicBezTo>
                        <a:pt x="28861" y="45339"/>
                        <a:pt x="28575" y="47625"/>
                        <a:pt x="28004" y="49721"/>
                      </a:cubicBezTo>
                      <a:cubicBezTo>
                        <a:pt x="28384" y="51340"/>
                        <a:pt x="28575" y="52959"/>
                        <a:pt x="28861" y="54578"/>
                      </a:cubicBezTo>
                      <a:cubicBezTo>
                        <a:pt x="29432" y="56579"/>
                        <a:pt x="30480" y="57626"/>
                        <a:pt x="31909" y="57626"/>
                      </a:cubicBezTo>
                      <a:cubicBezTo>
                        <a:pt x="32385" y="57626"/>
                        <a:pt x="32861" y="57626"/>
                        <a:pt x="33338" y="57436"/>
                      </a:cubicBezTo>
                      <a:cubicBezTo>
                        <a:pt x="33718" y="57531"/>
                        <a:pt x="34099" y="57626"/>
                        <a:pt x="34576" y="57626"/>
                      </a:cubicBezTo>
                      <a:cubicBezTo>
                        <a:pt x="35052" y="57626"/>
                        <a:pt x="35719" y="57626"/>
                        <a:pt x="36671" y="57245"/>
                      </a:cubicBezTo>
                      <a:cubicBezTo>
                        <a:pt x="37624" y="57055"/>
                        <a:pt x="38195" y="56864"/>
                        <a:pt x="38576" y="56864"/>
                      </a:cubicBezTo>
                      <a:cubicBezTo>
                        <a:pt x="39433" y="56864"/>
                        <a:pt x="40196" y="57341"/>
                        <a:pt x="40767" y="58198"/>
                      </a:cubicBezTo>
                      <a:cubicBezTo>
                        <a:pt x="43910" y="57341"/>
                        <a:pt x="47530" y="56864"/>
                        <a:pt x="51625" y="56864"/>
                      </a:cubicBezTo>
                      <a:cubicBezTo>
                        <a:pt x="53721" y="56864"/>
                        <a:pt x="56769" y="57055"/>
                        <a:pt x="60674" y="57341"/>
                      </a:cubicBezTo>
                      <a:cubicBezTo>
                        <a:pt x="64675" y="57626"/>
                        <a:pt x="67628" y="57817"/>
                        <a:pt x="69628" y="57817"/>
                      </a:cubicBezTo>
                      <a:cubicBezTo>
                        <a:pt x="71628" y="57817"/>
                        <a:pt x="73438" y="57721"/>
                        <a:pt x="75152" y="57436"/>
                      </a:cubicBezTo>
                      <a:cubicBezTo>
                        <a:pt x="75914" y="60293"/>
                        <a:pt x="76295" y="64389"/>
                        <a:pt x="76200" y="69533"/>
                      </a:cubicBezTo>
                      <a:cubicBezTo>
                        <a:pt x="76105" y="75343"/>
                        <a:pt x="76200" y="79438"/>
                        <a:pt x="76581" y="81629"/>
                      </a:cubicBezTo>
                      <a:cubicBezTo>
                        <a:pt x="74104" y="83439"/>
                        <a:pt x="70866" y="84201"/>
                        <a:pt x="66675" y="84201"/>
                      </a:cubicBezTo>
                      <a:cubicBezTo>
                        <a:pt x="64960" y="84201"/>
                        <a:pt x="62389" y="84011"/>
                        <a:pt x="58769" y="83629"/>
                      </a:cubicBezTo>
                      <a:cubicBezTo>
                        <a:pt x="55245" y="83344"/>
                        <a:pt x="52578" y="83058"/>
                        <a:pt x="50768" y="83058"/>
                      </a:cubicBezTo>
                      <a:cubicBezTo>
                        <a:pt x="49054" y="83058"/>
                        <a:pt x="47434" y="83153"/>
                        <a:pt x="45910" y="83439"/>
                      </a:cubicBezTo>
                      <a:lnTo>
                        <a:pt x="45910" y="82582"/>
                      </a:lnTo>
                      <a:cubicBezTo>
                        <a:pt x="45053" y="82677"/>
                        <a:pt x="43339" y="82772"/>
                        <a:pt x="40576" y="82772"/>
                      </a:cubicBezTo>
                      <a:cubicBezTo>
                        <a:pt x="38767" y="82772"/>
                        <a:pt x="37052" y="83153"/>
                        <a:pt x="35433" y="84011"/>
                      </a:cubicBezTo>
                      <a:cubicBezTo>
                        <a:pt x="34862" y="83629"/>
                        <a:pt x="34099" y="83439"/>
                        <a:pt x="33147" y="83439"/>
                      </a:cubicBezTo>
                      <a:cubicBezTo>
                        <a:pt x="31718" y="83534"/>
                        <a:pt x="30956" y="83534"/>
                        <a:pt x="30766" y="83439"/>
                      </a:cubicBezTo>
                      <a:cubicBezTo>
                        <a:pt x="28956" y="84011"/>
                        <a:pt x="28004" y="85439"/>
                        <a:pt x="28004" y="87725"/>
                      </a:cubicBezTo>
                      <a:cubicBezTo>
                        <a:pt x="28004" y="89345"/>
                        <a:pt x="28289" y="90583"/>
                        <a:pt x="28861" y="91535"/>
                      </a:cubicBezTo>
                      <a:cubicBezTo>
                        <a:pt x="26289" y="90869"/>
                        <a:pt x="24003" y="91535"/>
                        <a:pt x="22098" y="93440"/>
                      </a:cubicBezTo>
                      <a:lnTo>
                        <a:pt x="26575" y="92583"/>
                      </a:lnTo>
                      <a:lnTo>
                        <a:pt x="26003" y="93440"/>
                      </a:lnTo>
                      <a:cubicBezTo>
                        <a:pt x="26003" y="93440"/>
                        <a:pt x="26575" y="94107"/>
                        <a:pt x="26860" y="94107"/>
                      </a:cubicBezTo>
                      <a:cubicBezTo>
                        <a:pt x="26575" y="94107"/>
                        <a:pt x="27241" y="93536"/>
                        <a:pt x="28765" y="92583"/>
                      </a:cubicBezTo>
                      <a:cubicBezTo>
                        <a:pt x="28765" y="92107"/>
                        <a:pt x="28765" y="95441"/>
                        <a:pt x="28575" y="102584"/>
                      </a:cubicBezTo>
                      <a:cubicBezTo>
                        <a:pt x="28575" y="106775"/>
                        <a:pt x="29146" y="109919"/>
                        <a:pt x="30671" y="112109"/>
                      </a:cubicBezTo>
                      <a:cubicBezTo>
                        <a:pt x="34957" y="112681"/>
                        <a:pt x="39433" y="112967"/>
                        <a:pt x="44196" y="112967"/>
                      </a:cubicBezTo>
                      <a:cubicBezTo>
                        <a:pt x="47815" y="112967"/>
                        <a:pt x="52959" y="112776"/>
                        <a:pt x="59817" y="112204"/>
                      </a:cubicBezTo>
                      <a:cubicBezTo>
                        <a:pt x="66675" y="111728"/>
                        <a:pt x="71818" y="111538"/>
                        <a:pt x="75343" y="111538"/>
                      </a:cubicBezTo>
                      <a:cubicBezTo>
                        <a:pt x="80486" y="111538"/>
                        <a:pt x="85344" y="111919"/>
                        <a:pt x="89821" y="112586"/>
                      </a:cubicBezTo>
                      <a:cubicBezTo>
                        <a:pt x="90583" y="110776"/>
                        <a:pt x="92297" y="110585"/>
                        <a:pt x="94679" y="112109"/>
                      </a:cubicBezTo>
                      <a:close/>
                      <a:moveTo>
                        <a:pt x="5524" y="25622"/>
                      </a:moveTo>
                      <a:lnTo>
                        <a:pt x="6572" y="27051"/>
                      </a:lnTo>
                      <a:lnTo>
                        <a:pt x="6382" y="27432"/>
                      </a:lnTo>
                      <a:cubicBezTo>
                        <a:pt x="6382" y="27432"/>
                        <a:pt x="5620" y="26384"/>
                        <a:pt x="5524" y="25717"/>
                      </a:cubicBezTo>
                      <a:close/>
                      <a:moveTo>
                        <a:pt x="40957" y="75152"/>
                      </a:moveTo>
                      <a:lnTo>
                        <a:pt x="38862" y="75152"/>
                      </a:lnTo>
                      <a:cubicBezTo>
                        <a:pt x="39243" y="75914"/>
                        <a:pt x="39910" y="75914"/>
                        <a:pt x="40957" y="75152"/>
                      </a:cubicBezTo>
                      <a:lnTo>
                        <a:pt x="41815" y="75152"/>
                      </a:lnTo>
                      <a:cubicBezTo>
                        <a:pt x="41815" y="75152"/>
                        <a:pt x="42100" y="75819"/>
                        <a:pt x="42100" y="76391"/>
                      </a:cubicBezTo>
                      <a:lnTo>
                        <a:pt x="44482" y="75152"/>
                      </a:lnTo>
                      <a:cubicBezTo>
                        <a:pt x="45053" y="75724"/>
                        <a:pt x="45339" y="76105"/>
                        <a:pt x="45339" y="76391"/>
                      </a:cubicBezTo>
                      <a:lnTo>
                        <a:pt x="47911" y="76391"/>
                      </a:lnTo>
                      <a:lnTo>
                        <a:pt x="47911" y="75152"/>
                      </a:lnTo>
                      <a:lnTo>
                        <a:pt x="41624" y="75152"/>
                      </a:lnTo>
                      <a:cubicBezTo>
                        <a:pt x="41624" y="75152"/>
                        <a:pt x="41148" y="74962"/>
                        <a:pt x="40767" y="75152"/>
                      </a:cubicBezTo>
                      <a:close/>
                      <a:moveTo>
                        <a:pt x="74676" y="9906"/>
                      </a:moveTo>
                      <a:lnTo>
                        <a:pt x="73247" y="9049"/>
                      </a:lnTo>
                      <a:lnTo>
                        <a:pt x="74676" y="11811"/>
                      </a:lnTo>
                      <a:lnTo>
                        <a:pt x="74676" y="9906"/>
                      </a:lnTo>
                      <a:close/>
                      <a:moveTo>
                        <a:pt x="106680" y="121825"/>
                      </a:moveTo>
                      <a:lnTo>
                        <a:pt x="107347" y="121825"/>
                      </a:lnTo>
                      <a:lnTo>
                        <a:pt x="105251" y="123063"/>
                      </a:lnTo>
                      <a:lnTo>
                        <a:pt x="106680" y="121825"/>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 name="Google Shape;810;p99"/>
                <p:cNvSpPr/>
                <p:nvPr/>
              </p:nvSpPr>
              <p:spPr>
                <a:xfrm>
                  <a:off x="5210079" y="2905029"/>
                  <a:ext cx="122205" cy="139540"/>
                </a:xfrm>
                <a:custGeom>
                  <a:avLst/>
                  <a:gdLst/>
                  <a:ahLst/>
                  <a:cxnLst/>
                  <a:rect l="l" t="t" r="r" b="b"/>
                  <a:pathLst>
                    <a:path w="122205" h="139540" extrusionOk="0">
                      <a:moveTo>
                        <a:pt x="98774" y="37147"/>
                      </a:moveTo>
                      <a:cubicBezTo>
                        <a:pt x="99060" y="37719"/>
                        <a:pt x="99441" y="38005"/>
                        <a:pt x="100013" y="38005"/>
                      </a:cubicBezTo>
                      <a:lnTo>
                        <a:pt x="101441" y="38005"/>
                      </a:lnTo>
                      <a:cubicBezTo>
                        <a:pt x="99917" y="41815"/>
                        <a:pt x="99822" y="46577"/>
                        <a:pt x="100965" y="52388"/>
                      </a:cubicBezTo>
                      <a:cubicBezTo>
                        <a:pt x="100679" y="53626"/>
                        <a:pt x="99441" y="55721"/>
                        <a:pt x="97536" y="58388"/>
                      </a:cubicBezTo>
                      <a:lnTo>
                        <a:pt x="98870" y="59817"/>
                      </a:lnTo>
                      <a:cubicBezTo>
                        <a:pt x="98393" y="60769"/>
                        <a:pt x="97250" y="61436"/>
                        <a:pt x="95250" y="62103"/>
                      </a:cubicBezTo>
                      <a:cubicBezTo>
                        <a:pt x="93250" y="62675"/>
                        <a:pt x="92012" y="63436"/>
                        <a:pt x="91440" y="64484"/>
                      </a:cubicBezTo>
                      <a:lnTo>
                        <a:pt x="94774" y="65056"/>
                      </a:lnTo>
                      <a:cubicBezTo>
                        <a:pt x="92107" y="69342"/>
                        <a:pt x="87344" y="74390"/>
                        <a:pt x="80391" y="80200"/>
                      </a:cubicBezTo>
                      <a:lnTo>
                        <a:pt x="77629" y="80200"/>
                      </a:lnTo>
                      <a:lnTo>
                        <a:pt x="77629" y="82105"/>
                      </a:lnTo>
                      <a:cubicBezTo>
                        <a:pt x="77629" y="82105"/>
                        <a:pt x="77057" y="81629"/>
                        <a:pt x="76581" y="81629"/>
                      </a:cubicBezTo>
                      <a:cubicBezTo>
                        <a:pt x="75629" y="81725"/>
                        <a:pt x="75152" y="81725"/>
                        <a:pt x="74867" y="81629"/>
                      </a:cubicBezTo>
                      <a:lnTo>
                        <a:pt x="74390" y="82105"/>
                      </a:lnTo>
                      <a:cubicBezTo>
                        <a:pt x="76010" y="82582"/>
                        <a:pt x="77153" y="84106"/>
                        <a:pt x="77819" y="86773"/>
                      </a:cubicBezTo>
                      <a:cubicBezTo>
                        <a:pt x="78486" y="89440"/>
                        <a:pt x="79343" y="90868"/>
                        <a:pt x="80391" y="91059"/>
                      </a:cubicBezTo>
                      <a:cubicBezTo>
                        <a:pt x="80010" y="93250"/>
                        <a:pt x="80867" y="95536"/>
                        <a:pt x="82963" y="98012"/>
                      </a:cubicBezTo>
                      <a:cubicBezTo>
                        <a:pt x="85344" y="100775"/>
                        <a:pt x="86773" y="103156"/>
                        <a:pt x="87059" y="104965"/>
                      </a:cubicBezTo>
                      <a:cubicBezTo>
                        <a:pt x="86392" y="106299"/>
                        <a:pt x="84963" y="106680"/>
                        <a:pt x="82868" y="106108"/>
                      </a:cubicBezTo>
                      <a:cubicBezTo>
                        <a:pt x="80772" y="105537"/>
                        <a:pt x="79629" y="105632"/>
                        <a:pt x="79629" y="106299"/>
                      </a:cubicBezTo>
                      <a:cubicBezTo>
                        <a:pt x="79629" y="106871"/>
                        <a:pt x="79915" y="107728"/>
                        <a:pt x="80391" y="108680"/>
                      </a:cubicBezTo>
                      <a:lnTo>
                        <a:pt x="82963" y="108204"/>
                      </a:lnTo>
                      <a:cubicBezTo>
                        <a:pt x="83153" y="108680"/>
                        <a:pt x="82772" y="109633"/>
                        <a:pt x="81629" y="110966"/>
                      </a:cubicBezTo>
                      <a:lnTo>
                        <a:pt x="83725" y="112871"/>
                      </a:lnTo>
                      <a:cubicBezTo>
                        <a:pt x="83725" y="112871"/>
                        <a:pt x="84487" y="111633"/>
                        <a:pt x="84963" y="110109"/>
                      </a:cubicBezTo>
                      <a:lnTo>
                        <a:pt x="85820" y="113443"/>
                      </a:lnTo>
                      <a:cubicBezTo>
                        <a:pt x="87344" y="112967"/>
                        <a:pt x="87916" y="111442"/>
                        <a:pt x="87725" y="108775"/>
                      </a:cubicBezTo>
                      <a:cubicBezTo>
                        <a:pt x="89345" y="109633"/>
                        <a:pt x="90583" y="111252"/>
                        <a:pt x="91535" y="113824"/>
                      </a:cubicBezTo>
                      <a:cubicBezTo>
                        <a:pt x="92488" y="116300"/>
                        <a:pt x="93536" y="117824"/>
                        <a:pt x="94869" y="118205"/>
                      </a:cubicBezTo>
                      <a:cubicBezTo>
                        <a:pt x="94488" y="119158"/>
                        <a:pt x="94393" y="120110"/>
                        <a:pt x="94393" y="121063"/>
                      </a:cubicBezTo>
                      <a:cubicBezTo>
                        <a:pt x="94393" y="122777"/>
                        <a:pt x="95250" y="125063"/>
                        <a:pt x="97060" y="127921"/>
                      </a:cubicBezTo>
                      <a:cubicBezTo>
                        <a:pt x="98870" y="130683"/>
                        <a:pt x="99727" y="132683"/>
                        <a:pt x="99727" y="133826"/>
                      </a:cubicBezTo>
                      <a:cubicBezTo>
                        <a:pt x="99727" y="135445"/>
                        <a:pt x="98870" y="136969"/>
                        <a:pt x="97155" y="138398"/>
                      </a:cubicBezTo>
                      <a:cubicBezTo>
                        <a:pt x="95726" y="138398"/>
                        <a:pt x="93440" y="138589"/>
                        <a:pt x="90202" y="138970"/>
                      </a:cubicBezTo>
                      <a:cubicBezTo>
                        <a:pt x="86963" y="139351"/>
                        <a:pt x="84582" y="139446"/>
                        <a:pt x="82963" y="139446"/>
                      </a:cubicBezTo>
                      <a:cubicBezTo>
                        <a:pt x="77915" y="139446"/>
                        <a:pt x="73914" y="138112"/>
                        <a:pt x="71152" y="135255"/>
                      </a:cubicBezTo>
                      <a:lnTo>
                        <a:pt x="70676" y="136112"/>
                      </a:lnTo>
                      <a:cubicBezTo>
                        <a:pt x="70009" y="134398"/>
                        <a:pt x="69247" y="132683"/>
                        <a:pt x="68580" y="130969"/>
                      </a:cubicBezTo>
                      <a:cubicBezTo>
                        <a:pt x="67532" y="128683"/>
                        <a:pt x="66199" y="127254"/>
                        <a:pt x="64389" y="126873"/>
                      </a:cubicBezTo>
                      <a:cubicBezTo>
                        <a:pt x="64770" y="126111"/>
                        <a:pt x="64865" y="125349"/>
                        <a:pt x="64865" y="124777"/>
                      </a:cubicBezTo>
                      <a:cubicBezTo>
                        <a:pt x="64865" y="123539"/>
                        <a:pt x="64008" y="122206"/>
                        <a:pt x="62389" y="121063"/>
                      </a:cubicBezTo>
                      <a:cubicBezTo>
                        <a:pt x="60674" y="119825"/>
                        <a:pt x="59912" y="118681"/>
                        <a:pt x="59912" y="117538"/>
                      </a:cubicBezTo>
                      <a:cubicBezTo>
                        <a:pt x="59912" y="116776"/>
                        <a:pt x="60103" y="115919"/>
                        <a:pt x="60579" y="114967"/>
                      </a:cubicBezTo>
                      <a:cubicBezTo>
                        <a:pt x="59436" y="113347"/>
                        <a:pt x="58007" y="110204"/>
                        <a:pt x="56483" y="105442"/>
                      </a:cubicBezTo>
                      <a:cubicBezTo>
                        <a:pt x="55054" y="101441"/>
                        <a:pt x="53340" y="98393"/>
                        <a:pt x="51245" y="96488"/>
                      </a:cubicBezTo>
                      <a:cubicBezTo>
                        <a:pt x="51245" y="93535"/>
                        <a:pt x="49911" y="89916"/>
                        <a:pt x="47244" y="85725"/>
                      </a:cubicBezTo>
                      <a:lnTo>
                        <a:pt x="42101" y="85058"/>
                      </a:lnTo>
                      <a:lnTo>
                        <a:pt x="42577" y="84582"/>
                      </a:lnTo>
                      <a:cubicBezTo>
                        <a:pt x="42291" y="84010"/>
                        <a:pt x="41815" y="83725"/>
                        <a:pt x="41243" y="83725"/>
                      </a:cubicBezTo>
                      <a:lnTo>
                        <a:pt x="39338" y="85820"/>
                      </a:lnTo>
                      <a:cubicBezTo>
                        <a:pt x="38767" y="85820"/>
                        <a:pt x="37433" y="86106"/>
                        <a:pt x="35433" y="86677"/>
                      </a:cubicBezTo>
                      <a:cubicBezTo>
                        <a:pt x="33433" y="87249"/>
                        <a:pt x="31909" y="87535"/>
                        <a:pt x="30861" y="87535"/>
                      </a:cubicBezTo>
                      <a:cubicBezTo>
                        <a:pt x="30004" y="87535"/>
                        <a:pt x="29337" y="87344"/>
                        <a:pt x="28766" y="87058"/>
                      </a:cubicBezTo>
                      <a:cubicBezTo>
                        <a:pt x="28575" y="87249"/>
                        <a:pt x="28575" y="87535"/>
                        <a:pt x="28575" y="87725"/>
                      </a:cubicBezTo>
                      <a:cubicBezTo>
                        <a:pt x="28575" y="88106"/>
                        <a:pt x="28670" y="88392"/>
                        <a:pt x="29051" y="88678"/>
                      </a:cubicBezTo>
                      <a:cubicBezTo>
                        <a:pt x="29337" y="88963"/>
                        <a:pt x="29432" y="89154"/>
                        <a:pt x="29432" y="89249"/>
                      </a:cubicBezTo>
                      <a:cubicBezTo>
                        <a:pt x="29432" y="89440"/>
                        <a:pt x="28861" y="89916"/>
                        <a:pt x="27813" y="90488"/>
                      </a:cubicBezTo>
                      <a:lnTo>
                        <a:pt x="28670" y="101155"/>
                      </a:lnTo>
                      <a:lnTo>
                        <a:pt x="27242" y="102394"/>
                      </a:lnTo>
                      <a:cubicBezTo>
                        <a:pt x="28194" y="105727"/>
                        <a:pt x="28670" y="110395"/>
                        <a:pt x="28670" y="116396"/>
                      </a:cubicBezTo>
                      <a:cubicBezTo>
                        <a:pt x="28670" y="116967"/>
                        <a:pt x="28385" y="118205"/>
                        <a:pt x="27908" y="120110"/>
                      </a:cubicBezTo>
                      <a:cubicBezTo>
                        <a:pt x="27432" y="122015"/>
                        <a:pt x="27146" y="123539"/>
                        <a:pt x="27146" y="124492"/>
                      </a:cubicBezTo>
                      <a:cubicBezTo>
                        <a:pt x="27146" y="126301"/>
                        <a:pt x="27813" y="127825"/>
                        <a:pt x="29242" y="128778"/>
                      </a:cubicBezTo>
                      <a:cubicBezTo>
                        <a:pt x="28480" y="129350"/>
                        <a:pt x="28004" y="130492"/>
                        <a:pt x="28004" y="132112"/>
                      </a:cubicBezTo>
                      <a:lnTo>
                        <a:pt x="28004" y="133826"/>
                      </a:lnTo>
                      <a:cubicBezTo>
                        <a:pt x="28099" y="134493"/>
                        <a:pt x="28194" y="135065"/>
                        <a:pt x="28194" y="135350"/>
                      </a:cubicBezTo>
                      <a:cubicBezTo>
                        <a:pt x="28194" y="137541"/>
                        <a:pt x="26956" y="138398"/>
                        <a:pt x="24575" y="138112"/>
                      </a:cubicBezTo>
                      <a:lnTo>
                        <a:pt x="25432" y="138779"/>
                      </a:lnTo>
                      <a:cubicBezTo>
                        <a:pt x="23527" y="139636"/>
                        <a:pt x="21146" y="139732"/>
                        <a:pt x="18288" y="139255"/>
                      </a:cubicBezTo>
                      <a:cubicBezTo>
                        <a:pt x="15430" y="138779"/>
                        <a:pt x="13526" y="138779"/>
                        <a:pt x="12573" y="139446"/>
                      </a:cubicBezTo>
                      <a:cubicBezTo>
                        <a:pt x="8668" y="138970"/>
                        <a:pt x="4953" y="137922"/>
                        <a:pt x="1334" y="136112"/>
                      </a:cubicBezTo>
                      <a:cubicBezTo>
                        <a:pt x="1524" y="127254"/>
                        <a:pt x="1334" y="113728"/>
                        <a:pt x="857" y="95440"/>
                      </a:cubicBezTo>
                      <a:lnTo>
                        <a:pt x="0" y="95440"/>
                      </a:lnTo>
                      <a:cubicBezTo>
                        <a:pt x="857" y="94202"/>
                        <a:pt x="1334" y="92583"/>
                        <a:pt x="1334" y="90773"/>
                      </a:cubicBezTo>
                      <a:cubicBezTo>
                        <a:pt x="1334" y="90011"/>
                        <a:pt x="1238" y="88868"/>
                        <a:pt x="953" y="87249"/>
                      </a:cubicBezTo>
                      <a:cubicBezTo>
                        <a:pt x="762" y="85534"/>
                        <a:pt x="571" y="84201"/>
                        <a:pt x="571" y="83344"/>
                      </a:cubicBezTo>
                      <a:cubicBezTo>
                        <a:pt x="571" y="81248"/>
                        <a:pt x="1048" y="79438"/>
                        <a:pt x="2096" y="77819"/>
                      </a:cubicBezTo>
                      <a:cubicBezTo>
                        <a:pt x="1429" y="71818"/>
                        <a:pt x="1238" y="63627"/>
                        <a:pt x="1238" y="53245"/>
                      </a:cubicBezTo>
                      <a:lnTo>
                        <a:pt x="1238" y="28003"/>
                      </a:lnTo>
                      <a:cubicBezTo>
                        <a:pt x="571" y="27527"/>
                        <a:pt x="191" y="27051"/>
                        <a:pt x="191" y="26479"/>
                      </a:cubicBezTo>
                      <a:cubicBezTo>
                        <a:pt x="191" y="26098"/>
                        <a:pt x="476" y="25432"/>
                        <a:pt x="1143" y="24384"/>
                      </a:cubicBezTo>
                      <a:cubicBezTo>
                        <a:pt x="1715" y="23336"/>
                        <a:pt x="2096" y="22574"/>
                        <a:pt x="2096" y="22003"/>
                      </a:cubicBezTo>
                      <a:cubicBezTo>
                        <a:pt x="667" y="20764"/>
                        <a:pt x="0" y="19240"/>
                        <a:pt x="0" y="17717"/>
                      </a:cubicBezTo>
                      <a:cubicBezTo>
                        <a:pt x="0" y="16669"/>
                        <a:pt x="381" y="14954"/>
                        <a:pt x="1143" y="12478"/>
                      </a:cubicBezTo>
                      <a:cubicBezTo>
                        <a:pt x="1905" y="10096"/>
                        <a:pt x="2286" y="8192"/>
                        <a:pt x="2000" y="6763"/>
                      </a:cubicBezTo>
                      <a:lnTo>
                        <a:pt x="9049" y="667"/>
                      </a:lnTo>
                      <a:lnTo>
                        <a:pt x="39434" y="0"/>
                      </a:lnTo>
                      <a:cubicBezTo>
                        <a:pt x="39910" y="571"/>
                        <a:pt x="41338" y="1810"/>
                        <a:pt x="43625" y="3810"/>
                      </a:cubicBezTo>
                      <a:cubicBezTo>
                        <a:pt x="45244" y="5334"/>
                        <a:pt x="46292" y="6858"/>
                        <a:pt x="46863" y="8572"/>
                      </a:cubicBezTo>
                      <a:cubicBezTo>
                        <a:pt x="46768" y="8001"/>
                        <a:pt x="46673" y="7525"/>
                        <a:pt x="46673" y="7048"/>
                      </a:cubicBezTo>
                      <a:cubicBezTo>
                        <a:pt x="46673" y="5525"/>
                        <a:pt x="47530" y="4381"/>
                        <a:pt x="49435" y="3429"/>
                      </a:cubicBezTo>
                      <a:cubicBezTo>
                        <a:pt x="51721" y="2286"/>
                        <a:pt x="53150" y="1429"/>
                        <a:pt x="53530" y="667"/>
                      </a:cubicBezTo>
                      <a:cubicBezTo>
                        <a:pt x="54293" y="476"/>
                        <a:pt x="55054" y="857"/>
                        <a:pt x="56007" y="2096"/>
                      </a:cubicBezTo>
                      <a:cubicBezTo>
                        <a:pt x="56388" y="2000"/>
                        <a:pt x="56769" y="1905"/>
                        <a:pt x="57150" y="1905"/>
                      </a:cubicBezTo>
                      <a:cubicBezTo>
                        <a:pt x="57912" y="1905"/>
                        <a:pt x="59246" y="2381"/>
                        <a:pt x="61055" y="3429"/>
                      </a:cubicBezTo>
                      <a:cubicBezTo>
                        <a:pt x="62865" y="4477"/>
                        <a:pt x="64294" y="4953"/>
                        <a:pt x="65342" y="4858"/>
                      </a:cubicBezTo>
                      <a:lnTo>
                        <a:pt x="71247" y="4858"/>
                      </a:lnTo>
                      <a:cubicBezTo>
                        <a:pt x="70866" y="6667"/>
                        <a:pt x="71533" y="7620"/>
                        <a:pt x="73152" y="7620"/>
                      </a:cubicBezTo>
                      <a:cubicBezTo>
                        <a:pt x="73247" y="7620"/>
                        <a:pt x="73533" y="7620"/>
                        <a:pt x="74009" y="7429"/>
                      </a:cubicBezTo>
                      <a:lnTo>
                        <a:pt x="75248" y="7429"/>
                      </a:lnTo>
                      <a:cubicBezTo>
                        <a:pt x="76676" y="7429"/>
                        <a:pt x="77629" y="8096"/>
                        <a:pt x="77819" y="9525"/>
                      </a:cubicBezTo>
                      <a:lnTo>
                        <a:pt x="82010" y="9525"/>
                      </a:lnTo>
                      <a:cubicBezTo>
                        <a:pt x="84487" y="11906"/>
                        <a:pt x="87059" y="14383"/>
                        <a:pt x="89630" y="16764"/>
                      </a:cubicBezTo>
                      <a:cubicBezTo>
                        <a:pt x="92583" y="19812"/>
                        <a:pt x="94202" y="22574"/>
                        <a:pt x="94488" y="25241"/>
                      </a:cubicBezTo>
                      <a:cubicBezTo>
                        <a:pt x="96203" y="26098"/>
                        <a:pt x="97346" y="27718"/>
                        <a:pt x="97917" y="29908"/>
                      </a:cubicBezTo>
                      <a:cubicBezTo>
                        <a:pt x="98679" y="33052"/>
                        <a:pt x="99346" y="35052"/>
                        <a:pt x="100013" y="36004"/>
                      </a:cubicBezTo>
                      <a:lnTo>
                        <a:pt x="98584" y="37243"/>
                      </a:lnTo>
                      <a:close/>
                      <a:moveTo>
                        <a:pt x="15907" y="43720"/>
                      </a:moveTo>
                      <a:lnTo>
                        <a:pt x="15907" y="39910"/>
                      </a:lnTo>
                      <a:lnTo>
                        <a:pt x="15240" y="39910"/>
                      </a:lnTo>
                      <a:lnTo>
                        <a:pt x="15240" y="43720"/>
                      </a:lnTo>
                      <a:lnTo>
                        <a:pt x="15907" y="43720"/>
                      </a:lnTo>
                      <a:close/>
                      <a:moveTo>
                        <a:pt x="20669" y="20574"/>
                      </a:moveTo>
                      <a:cubicBezTo>
                        <a:pt x="20479" y="20002"/>
                        <a:pt x="20669" y="19050"/>
                        <a:pt x="20860" y="17907"/>
                      </a:cubicBezTo>
                      <a:cubicBezTo>
                        <a:pt x="21146" y="16669"/>
                        <a:pt x="21241" y="15907"/>
                        <a:pt x="21241" y="15621"/>
                      </a:cubicBezTo>
                      <a:cubicBezTo>
                        <a:pt x="21241" y="14192"/>
                        <a:pt x="20574" y="13335"/>
                        <a:pt x="19145" y="12859"/>
                      </a:cubicBezTo>
                      <a:lnTo>
                        <a:pt x="21241" y="10763"/>
                      </a:lnTo>
                      <a:cubicBezTo>
                        <a:pt x="21241" y="10763"/>
                        <a:pt x="21241" y="10287"/>
                        <a:pt x="21050" y="10096"/>
                      </a:cubicBezTo>
                      <a:cubicBezTo>
                        <a:pt x="19717" y="11239"/>
                        <a:pt x="19050" y="12382"/>
                        <a:pt x="19050" y="13525"/>
                      </a:cubicBezTo>
                      <a:cubicBezTo>
                        <a:pt x="19050" y="14097"/>
                        <a:pt x="19526" y="15621"/>
                        <a:pt x="20669" y="18097"/>
                      </a:cubicBezTo>
                      <a:cubicBezTo>
                        <a:pt x="19907" y="18097"/>
                        <a:pt x="19526" y="18574"/>
                        <a:pt x="19336" y="19240"/>
                      </a:cubicBezTo>
                      <a:cubicBezTo>
                        <a:pt x="19145" y="20002"/>
                        <a:pt x="18860" y="20383"/>
                        <a:pt x="18574" y="20669"/>
                      </a:cubicBezTo>
                      <a:lnTo>
                        <a:pt x="20669" y="20669"/>
                      </a:lnTo>
                      <a:close/>
                      <a:moveTo>
                        <a:pt x="27718" y="16573"/>
                      </a:moveTo>
                      <a:lnTo>
                        <a:pt x="30480" y="18478"/>
                      </a:lnTo>
                      <a:lnTo>
                        <a:pt x="30480" y="18669"/>
                      </a:lnTo>
                      <a:lnTo>
                        <a:pt x="29146" y="20098"/>
                      </a:lnTo>
                      <a:lnTo>
                        <a:pt x="30480" y="20098"/>
                      </a:lnTo>
                      <a:lnTo>
                        <a:pt x="30480" y="10573"/>
                      </a:lnTo>
                      <a:cubicBezTo>
                        <a:pt x="30480" y="10573"/>
                        <a:pt x="29528" y="11430"/>
                        <a:pt x="28766" y="11906"/>
                      </a:cubicBezTo>
                      <a:cubicBezTo>
                        <a:pt x="28766" y="11525"/>
                        <a:pt x="28480" y="11430"/>
                        <a:pt x="27718" y="11430"/>
                      </a:cubicBezTo>
                      <a:cubicBezTo>
                        <a:pt x="28099" y="11906"/>
                        <a:pt x="28385" y="12097"/>
                        <a:pt x="28766" y="11906"/>
                      </a:cubicBezTo>
                      <a:cubicBezTo>
                        <a:pt x="29051" y="12382"/>
                        <a:pt x="28956" y="13144"/>
                        <a:pt x="28480" y="14192"/>
                      </a:cubicBezTo>
                      <a:cubicBezTo>
                        <a:pt x="28480" y="14192"/>
                        <a:pt x="28480" y="13906"/>
                        <a:pt x="28670" y="13811"/>
                      </a:cubicBezTo>
                      <a:cubicBezTo>
                        <a:pt x="29146" y="13811"/>
                        <a:pt x="29528" y="14097"/>
                        <a:pt x="29813" y="14668"/>
                      </a:cubicBezTo>
                      <a:lnTo>
                        <a:pt x="27718" y="16573"/>
                      </a:lnTo>
                      <a:close/>
                      <a:moveTo>
                        <a:pt x="71533" y="45625"/>
                      </a:moveTo>
                      <a:cubicBezTo>
                        <a:pt x="71723" y="45053"/>
                        <a:pt x="71914" y="44577"/>
                        <a:pt x="71914" y="44196"/>
                      </a:cubicBezTo>
                      <a:cubicBezTo>
                        <a:pt x="71914" y="43434"/>
                        <a:pt x="71438" y="42577"/>
                        <a:pt x="70390" y="41815"/>
                      </a:cubicBezTo>
                      <a:cubicBezTo>
                        <a:pt x="69342" y="40957"/>
                        <a:pt x="68675" y="40386"/>
                        <a:pt x="68485" y="39910"/>
                      </a:cubicBezTo>
                      <a:cubicBezTo>
                        <a:pt x="68961" y="39243"/>
                        <a:pt x="69152" y="38576"/>
                        <a:pt x="69152" y="38005"/>
                      </a:cubicBezTo>
                      <a:cubicBezTo>
                        <a:pt x="69152" y="37052"/>
                        <a:pt x="68294" y="36100"/>
                        <a:pt x="66675" y="35052"/>
                      </a:cubicBezTo>
                      <a:cubicBezTo>
                        <a:pt x="64961" y="34004"/>
                        <a:pt x="64008" y="33242"/>
                        <a:pt x="63818" y="32671"/>
                      </a:cubicBezTo>
                      <a:cubicBezTo>
                        <a:pt x="63151" y="32099"/>
                        <a:pt x="62579" y="31813"/>
                        <a:pt x="61722" y="31813"/>
                      </a:cubicBezTo>
                      <a:cubicBezTo>
                        <a:pt x="61341" y="31813"/>
                        <a:pt x="60865" y="31813"/>
                        <a:pt x="60103" y="32099"/>
                      </a:cubicBezTo>
                      <a:cubicBezTo>
                        <a:pt x="59341" y="32290"/>
                        <a:pt x="58769" y="32385"/>
                        <a:pt x="58484" y="32385"/>
                      </a:cubicBezTo>
                      <a:cubicBezTo>
                        <a:pt x="57436" y="32385"/>
                        <a:pt x="56769" y="31718"/>
                        <a:pt x="56388" y="30480"/>
                      </a:cubicBezTo>
                      <a:lnTo>
                        <a:pt x="57721" y="29432"/>
                      </a:lnTo>
                      <a:cubicBezTo>
                        <a:pt x="55436" y="29146"/>
                        <a:pt x="54102" y="30004"/>
                        <a:pt x="53912" y="32004"/>
                      </a:cubicBezTo>
                      <a:cubicBezTo>
                        <a:pt x="53530" y="34766"/>
                        <a:pt x="53054" y="36481"/>
                        <a:pt x="52578" y="37147"/>
                      </a:cubicBezTo>
                      <a:cubicBezTo>
                        <a:pt x="51911" y="34957"/>
                        <a:pt x="51245" y="32766"/>
                        <a:pt x="50483" y="30480"/>
                      </a:cubicBezTo>
                      <a:cubicBezTo>
                        <a:pt x="49816" y="28194"/>
                        <a:pt x="48292" y="26479"/>
                        <a:pt x="45815" y="25241"/>
                      </a:cubicBezTo>
                      <a:cubicBezTo>
                        <a:pt x="45434" y="27527"/>
                        <a:pt x="44101" y="28670"/>
                        <a:pt x="41624" y="28670"/>
                      </a:cubicBezTo>
                      <a:cubicBezTo>
                        <a:pt x="41053" y="28670"/>
                        <a:pt x="40100" y="28670"/>
                        <a:pt x="38862" y="28480"/>
                      </a:cubicBezTo>
                      <a:cubicBezTo>
                        <a:pt x="37624" y="28384"/>
                        <a:pt x="36576" y="28289"/>
                        <a:pt x="35909" y="28289"/>
                      </a:cubicBezTo>
                      <a:cubicBezTo>
                        <a:pt x="35243" y="28289"/>
                        <a:pt x="34576" y="28289"/>
                        <a:pt x="34004" y="28480"/>
                      </a:cubicBezTo>
                      <a:cubicBezTo>
                        <a:pt x="30671" y="30575"/>
                        <a:pt x="28956" y="34100"/>
                        <a:pt x="28956" y="39148"/>
                      </a:cubicBezTo>
                      <a:cubicBezTo>
                        <a:pt x="28956" y="40100"/>
                        <a:pt x="28956" y="41624"/>
                        <a:pt x="29146" y="43720"/>
                      </a:cubicBezTo>
                      <a:cubicBezTo>
                        <a:pt x="29146" y="45815"/>
                        <a:pt x="29337" y="47434"/>
                        <a:pt x="29337" y="48482"/>
                      </a:cubicBezTo>
                      <a:cubicBezTo>
                        <a:pt x="29337" y="50768"/>
                        <a:pt x="29146" y="52768"/>
                        <a:pt x="28670" y="54388"/>
                      </a:cubicBezTo>
                      <a:cubicBezTo>
                        <a:pt x="28766" y="55721"/>
                        <a:pt x="29813" y="56388"/>
                        <a:pt x="31813" y="56293"/>
                      </a:cubicBezTo>
                      <a:cubicBezTo>
                        <a:pt x="33719" y="56197"/>
                        <a:pt x="34957" y="56864"/>
                        <a:pt x="35433" y="58388"/>
                      </a:cubicBezTo>
                      <a:cubicBezTo>
                        <a:pt x="36195" y="58864"/>
                        <a:pt x="38100" y="59055"/>
                        <a:pt x="40958" y="58960"/>
                      </a:cubicBezTo>
                      <a:cubicBezTo>
                        <a:pt x="43339" y="58960"/>
                        <a:pt x="44863" y="59722"/>
                        <a:pt x="45815" y="61246"/>
                      </a:cubicBezTo>
                      <a:cubicBezTo>
                        <a:pt x="46577" y="59626"/>
                        <a:pt x="47816" y="58674"/>
                        <a:pt x="49244" y="58483"/>
                      </a:cubicBezTo>
                      <a:lnTo>
                        <a:pt x="53530" y="58483"/>
                      </a:lnTo>
                      <a:cubicBezTo>
                        <a:pt x="54769" y="58293"/>
                        <a:pt x="55721" y="57626"/>
                        <a:pt x="56293" y="56578"/>
                      </a:cubicBezTo>
                      <a:cubicBezTo>
                        <a:pt x="60388" y="57055"/>
                        <a:pt x="65151" y="54483"/>
                        <a:pt x="70485" y="48958"/>
                      </a:cubicBezTo>
                      <a:lnTo>
                        <a:pt x="67723" y="47911"/>
                      </a:lnTo>
                      <a:lnTo>
                        <a:pt x="71533" y="45625"/>
                      </a:lnTo>
                      <a:close/>
                      <a:moveTo>
                        <a:pt x="68390" y="18574"/>
                      </a:moveTo>
                      <a:cubicBezTo>
                        <a:pt x="68390" y="18574"/>
                        <a:pt x="68009" y="17907"/>
                        <a:pt x="67532" y="17907"/>
                      </a:cubicBezTo>
                      <a:cubicBezTo>
                        <a:pt x="66485" y="17907"/>
                        <a:pt x="66008" y="18288"/>
                        <a:pt x="66008" y="19050"/>
                      </a:cubicBezTo>
                      <a:cubicBezTo>
                        <a:pt x="66008" y="19145"/>
                        <a:pt x="66104" y="19240"/>
                        <a:pt x="66389" y="19240"/>
                      </a:cubicBezTo>
                      <a:lnTo>
                        <a:pt x="68485" y="18574"/>
                      </a:lnTo>
                      <a:close/>
                      <a:moveTo>
                        <a:pt x="75629" y="10477"/>
                      </a:moveTo>
                      <a:lnTo>
                        <a:pt x="75629" y="9430"/>
                      </a:lnTo>
                      <a:cubicBezTo>
                        <a:pt x="75629" y="9430"/>
                        <a:pt x="73819" y="9906"/>
                        <a:pt x="71438" y="9906"/>
                      </a:cubicBezTo>
                      <a:lnTo>
                        <a:pt x="75629" y="10477"/>
                      </a:lnTo>
                      <a:close/>
                      <a:moveTo>
                        <a:pt x="71438" y="39910"/>
                      </a:moveTo>
                      <a:lnTo>
                        <a:pt x="74200" y="39910"/>
                      </a:lnTo>
                      <a:cubicBezTo>
                        <a:pt x="73057" y="38767"/>
                        <a:pt x="72104" y="38290"/>
                        <a:pt x="71438" y="38576"/>
                      </a:cubicBezTo>
                      <a:lnTo>
                        <a:pt x="71438" y="39910"/>
                      </a:lnTo>
                      <a:close/>
                      <a:moveTo>
                        <a:pt x="76962" y="48387"/>
                      </a:moveTo>
                      <a:lnTo>
                        <a:pt x="78867" y="46482"/>
                      </a:lnTo>
                      <a:lnTo>
                        <a:pt x="78010" y="46482"/>
                      </a:lnTo>
                      <a:lnTo>
                        <a:pt x="76962" y="48387"/>
                      </a:lnTo>
                      <a:close/>
                      <a:moveTo>
                        <a:pt x="82201" y="48768"/>
                      </a:moveTo>
                      <a:cubicBezTo>
                        <a:pt x="82201" y="48768"/>
                        <a:pt x="81629" y="47911"/>
                        <a:pt x="81629" y="47149"/>
                      </a:cubicBezTo>
                      <a:cubicBezTo>
                        <a:pt x="81629" y="45244"/>
                        <a:pt x="82487" y="43720"/>
                        <a:pt x="84201" y="42672"/>
                      </a:cubicBezTo>
                      <a:cubicBezTo>
                        <a:pt x="83820" y="42291"/>
                        <a:pt x="83439" y="42100"/>
                        <a:pt x="82963" y="42100"/>
                      </a:cubicBezTo>
                      <a:cubicBezTo>
                        <a:pt x="82868" y="42100"/>
                        <a:pt x="81534" y="42863"/>
                        <a:pt x="78772" y="44577"/>
                      </a:cubicBezTo>
                      <a:cubicBezTo>
                        <a:pt x="80486" y="45053"/>
                        <a:pt x="81344" y="45815"/>
                        <a:pt x="81344" y="46958"/>
                      </a:cubicBezTo>
                      <a:cubicBezTo>
                        <a:pt x="81344" y="47434"/>
                        <a:pt x="81153" y="48101"/>
                        <a:pt x="80772" y="48958"/>
                      </a:cubicBezTo>
                      <a:cubicBezTo>
                        <a:pt x="80391" y="49816"/>
                        <a:pt x="80201" y="50387"/>
                        <a:pt x="80201" y="50768"/>
                      </a:cubicBezTo>
                      <a:cubicBezTo>
                        <a:pt x="80201" y="51530"/>
                        <a:pt x="81058" y="51816"/>
                        <a:pt x="82772" y="51625"/>
                      </a:cubicBezTo>
                      <a:cubicBezTo>
                        <a:pt x="82772" y="50006"/>
                        <a:pt x="82582" y="49054"/>
                        <a:pt x="82201" y="48673"/>
                      </a:cubicBezTo>
                      <a:close/>
                      <a:moveTo>
                        <a:pt x="87440" y="57055"/>
                      </a:moveTo>
                      <a:lnTo>
                        <a:pt x="87916" y="56483"/>
                      </a:lnTo>
                      <a:lnTo>
                        <a:pt x="86868" y="55150"/>
                      </a:lnTo>
                      <a:lnTo>
                        <a:pt x="87440" y="57055"/>
                      </a:lnTo>
                      <a:close/>
                      <a:moveTo>
                        <a:pt x="90773" y="45148"/>
                      </a:moveTo>
                      <a:lnTo>
                        <a:pt x="92678" y="46577"/>
                      </a:lnTo>
                      <a:cubicBezTo>
                        <a:pt x="92202" y="45815"/>
                        <a:pt x="92012" y="45339"/>
                        <a:pt x="92202" y="45148"/>
                      </a:cubicBezTo>
                      <a:lnTo>
                        <a:pt x="90869" y="45148"/>
                      </a:lnTo>
                      <a:close/>
                      <a:moveTo>
                        <a:pt x="91250" y="23908"/>
                      </a:moveTo>
                      <a:lnTo>
                        <a:pt x="91250" y="25336"/>
                      </a:lnTo>
                      <a:lnTo>
                        <a:pt x="92678" y="23908"/>
                      </a:lnTo>
                      <a:lnTo>
                        <a:pt x="91250" y="23908"/>
                      </a:lnTo>
                      <a:close/>
                      <a:moveTo>
                        <a:pt x="92678" y="39243"/>
                      </a:moveTo>
                      <a:lnTo>
                        <a:pt x="95917" y="35909"/>
                      </a:lnTo>
                      <a:lnTo>
                        <a:pt x="94012" y="35909"/>
                      </a:lnTo>
                      <a:lnTo>
                        <a:pt x="92583" y="39243"/>
                      </a:lnTo>
                      <a:close/>
                      <a:moveTo>
                        <a:pt x="94107" y="54483"/>
                      </a:moveTo>
                      <a:lnTo>
                        <a:pt x="96012" y="53816"/>
                      </a:lnTo>
                      <a:cubicBezTo>
                        <a:pt x="96012" y="53816"/>
                        <a:pt x="95250" y="53150"/>
                        <a:pt x="94107" y="53150"/>
                      </a:cubicBezTo>
                      <a:lnTo>
                        <a:pt x="94107" y="54578"/>
                      </a:lnTo>
                      <a:close/>
                      <a:moveTo>
                        <a:pt x="98108" y="22003"/>
                      </a:moveTo>
                      <a:cubicBezTo>
                        <a:pt x="98108" y="22003"/>
                        <a:pt x="98965" y="22193"/>
                        <a:pt x="99632" y="22860"/>
                      </a:cubicBezTo>
                      <a:lnTo>
                        <a:pt x="98108" y="22003"/>
                      </a:lnTo>
                      <a:close/>
                      <a:moveTo>
                        <a:pt x="100679" y="23527"/>
                      </a:moveTo>
                      <a:cubicBezTo>
                        <a:pt x="100679" y="23527"/>
                        <a:pt x="100108" y="23336"/>
                        <a:pt x="99632" y="22860"/>
                      </a:cubicBezTo>
                      <a:lnTo>
                        <a:pt x="100679" y="23527"/>
                      </a:lnTo>
                      <a:close/>
                      <a:moveTo>
                        <a:pt x="101346" y="23908"/>
                      </a:moveTo>
                      <a:lnTo>
                        <a:pt x="100679" y="23527"/>
                      </a:lnTo>
                      <a:cubicBezTo>
                        <a:pt x="101251" y="23431"/>
                        <a:pt x="101537" y="23336"/>
                        <a:pt x="101346" y="23336"/>
                      </a:cubicBezTo>
                      <a:lnTo>
                        <a:pt x="101346" y="23908"/>
                      </a:lnTo>
                      <a:close/>
                      <a:moveTo>
                        <a:pt x="103823" y="15716"/>
                      </a:moveTo>
                      <a:cubicBezTo>
                        <a:pt x="103823" y="15716"/>
                        <a:pt x="103156" y="15526"/>
                        <a:pt x="102394" y="15526"/>
                      </a:cubicBezTo>
                      <a:cubicBezTo>
                        <a:pt x="101727" y="15526"/>
                        <a:pt x="101346" y="15335"/>
                        <a:pt x="101346" y="15050"/>
                      </a:cubicBezTo>
                      <a:cubicBezTo>
                        <a:pt x="101346" y="14668"/>
                        <a:pt x="101632" y="14288"/>
                        <a:pt x="102013" y="13811"/>
                      </a:cubicBezTo>
                      <a:lnTo>
                        <a:pt x="103727" y="15716"/>
                      </a:lnTo>
                      <a:close/>
                      <a:moveTo>
                        <a:pt x="104108" y="41338"/>
                      </a:moveTo>
                      <a:lnTo>
                        <a:pt x="102013" y="39910"/>
                      </a:lnTo>
                      <a:lnTo>
                        <a:pt x="104108" y="39910"/>
                      </a:lnTo>
                      <a:lnTo>
                        <a:pt x="104108" y="41338"/>
                      </a:lnTo>
                      <a:close/>
                      <a:moveTo>
                        <a:pt x="103823" y="15716"/>
                      </a:moveTo>
                      <a:lnTo>
                        <a:pt x="104108" y="16097"/>
                      </a:lnTo>
                      <a:lnTo>
                        <a:pt x="103823" y="15716"/>
                      </a:lnTo>
                      <a:close/>
                      <a:moveTo>
                        <a:pt x="105537" y="29908"/>
                      </a:moveTo>
                      <a:lnTo>
                        <a:pt x="106013" y="28003"/>
                      </a:lnTo>
                      <a:lnTo>
                        <a:pt x="110204" y="29432"/>
                      </a:lnTo>
                      <a:cubicBezTo>
                        <a:pt x="109157" y="29527"/>
                        <a:pt x="108395" y="30194"/>
                        <a:pt x="107728" y="31528"/>
                      </a:cubicBezTo>
                      <a:cubicBezTo>
                        <a:pt x="107537" y="31528"/>
                        <a:pt x="106775" y="30956"/>
                        <a:pt x="105537" y="29908"/>
                      </a:cubicBezTo>
                      <a:close/>
                      <a:moveTo>
                        <a:pt x="110204" y="11906"/>
                      </a:moveTo>
                      <a:cubicBezTo>
                        <a:pt x="110109" y="12478"/>
                        <a:pt x="109633" y="12763"/>
                        <a:pt x="108776" y="12763"/>
                      </a:cubicBezTo>
                      <a:lnTo>
                        <a:pt x="106871" y="12763"/>
                      </a:lnTo>
                      <a:lnTo>
                        <a:pt x="107347" y="11335"/>
                      </a:lnTo>
                      <a:cubicBezTo>
                        <a:pt x="107347" y="11335"/>
                        <a:pt x="108680" y="11811"/>
                        <a:pt x="110109" y="11811"/>
                      </a:cubicBezTo>
                      <a:close/>
                      <a:moveTo>
                        <a:pt x="109347" y="17145"/>
                      </a:moveTo>
                      <a:lnTo>
                        <a:pt x="109347" y="16097"/>
                      </a:lnTo>
                      <a:cubicBezTo>
                        <a:pt x="111919" y="16573"/>
                        <a:pt x="113633" y="16764"/>
                        <a:pt x="114681" y="16573"/>
                      </a:cubicBezTo>
                      <a:lnTo>
                        <a:pt x="114681" y="18002"/>
                      </a:lnTo>
                      <a:lnTo>
                        <a:pt x="109347" y="17145"/>
                      </a:lnTo>
                      <a:close/>
                      <a:moveTo>
                        <a:pt x="115443" y="43243"/>
                      </a:moveTo>
                      <a:lnTo>
                        <a:pt x="114110" y="43243"/>
                      </a:lnTo>
                      <a:lnTo>
                        <a:pt x="115157" y="41529"/>
                      </a:lnTo>
                      <a:cubicBezTo>
                        <a:pt x="115157" y="41529"/>
                        <a:pt x="115538" y="42386"/>
                        <a:pt x="115538" y="43243"/>
                      </a:cubicBezTo>
                      <a:close/>
                      <a:moveTo>
                        <a:pt x="114776" y="41338"/>
                      </a:moveTo>
                      <a:cubicBezTo>
                        <a:pt x="114776" y="41338"/>
                        <a:pt x="115062" y="40767"/>
                        <a:pt x="115443" y="40481"/>
                      </a:cubicBezTo>
                      <a:lnTo>
                        <a:pt x="115062" y="41529"/>
                      </a:lnTo>
                      <a:cubicBezTo>
                        <a:pt x="115062" y="41529"/>
                        <a:pt x="114871" y="41338"/>
                        <a:pt x="114776" y="41338"/>
                      </a:cubicBezTo>
                      <a:close/>
                      <a:moveTo>
                        <a:pt x="115443" y="40481"/>
                      </a:moveTo>
                      <a:lnTo>
                        <a:pt x="115919" y="39243"/>
                      </a:lnTo>
                      <a:cubicBezTo>
                        <a:pt x="115919" y="39243"/>
                        <a:pt x="115919" y="40005"/>
                        <a:pt x="115443" y="40481"/>
                      </a:cubicBezTo>
                      <a:close/>
                      <a:moveTo>
                        <a:pt x="118110" y="4000"/>
                      </a:moveTo>
                      <a:lnTo>
                        <a:pt x="119444" y="5429"/>
                      </a:lnTo>
                      <a:lnTo>
                        <a:pt x="116872" y="5429"/>
                      </a:lnTo>
                      <a:lnTo>
                        <a:pt x="118110" y="4000"/>
                      </a:lnTo>
                      <a:close/>
                      <a:moveTo>
                        <a:pt x="118967" y="22860"/>
                      </a:moveTo>
                      <a:lnTo>
                        <a:pt x="122206" y="26194"/>
                      </a:lnTo>
                      <a:cubicBezTo>
                        <a:pt x="119634" y="25336"/>
                        <a:pt x="118396" y="24765"/>
                        <a:pt x="118396" y="24289"/>
                      </a:cubicBezTo>
                      <a:cubicBezTo>
                        <a:pt x="118396" y="24003"/>
                        <a:pt x="118586" y="23527"/>
                        <a:pt x="118967" y="22955"/>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 name="Google Shape;811;p99"/>
                <p:cNvSpPr/>
                <p:nvPr/>
              </p:nvSpPr>
              <p:spPr>
                <a:xfrm>
                  <a:off x="5323140" y="2904267"/>
                  <a:ext cx="99917" cy="139922"/>
                </a:xfrm>
                <a:custGeom>
                  <a:avLst/>
                  <a:gdLst/>
                  <a:ahLst/>
                  <a:cxnLst/>
                  <a:rect l="l" t="t" r="r" b="b"/>
                  <a:pathLst>
                    <a:path w="99917" h="139922" extrusionOk="0">
                      <a:moveTo>
                        <a:pt x="99917" y="30289"/>
                      </a:moveTo>
                      <a:lnTo>
                        <a:pt x="99346" y="56864"/>
                      </a:lnTo>
                      <a:cubicBezTo>
                        <a:pt x="97917" y="57245"/>
                        <a:pt x="97250" y="58388"/>
                        <a:pt x="97250" y="60293"/>
                      </a:cubicBezTo>
                      <a:cubicBezTo>
                        <a:pt x="97250" y="62865"/>
                        <a:pt x="97060" y="64389"/>
                        <a:pt x="96584" y="64960"/>
                      </a:cubicBezTo>
                      <a:cubicBezTo>
                        <a:pt x="88487" y="75152"/>
                        <a:pt x="79629" y="81629"/>
                        <a:pt x="69914" y="84487"/>
                      </a:cubicBezTo>
                      <a:cubicBezTo>
                        <a:pt x="68390" y="86106"/>
                        <a:pt x="66485" y="86868"/>
                        <a:pt x="64008" y="86868"/>
                      </a:cubicBezTo>
                      <a:cubicBezTo>
                        <a:pt x="62865" y="86868"/>
                        <a:pt x="60960" y="86582"/>
                        <a:pt x="58388" y="86106"/>
                      </a:cubicBezTo>
                      <a:cubicBezTo>
                        <a:pt x="55817" y="85534"/>
                        <a:pt x="53816" y="85344"/>
                        <a:pt x="52578" y="85534"/>
                      </a:cubicBezTo>
                      <a:cubicBezTo>
                        <a:pt x="50673" y="83534"/>
                        <a:pt x="49816" y="81439"/>
                        <a:pt x="49816" y="79153"/>
                      </a:cubicBezTo>
                      <a:cubicBezTo>
                        <a:pt x="49816" y="78391"/>
                        <a:pt x="50483" y="75533"/>
                        <a:pt x="51911" y="70675"/>
                      </a:cubicBezTo>
                      <a:cubicBezTo>
                        <a:pt x="52864" y="67056"/>
                        <a:pt x="52578" y="64103"/>
                        <a:pt x="51245" y="61627"/>
                      </a:cubicBezTo>
                      <a:cubicBezTo>
                        <a:pt x="52388" y="59626"/>
                        <a:pt x="54578" y="58483"/>
                        <a:pt x="57817" y="58198"/>
                      </a:cubicBezTo>
                      <a:cubicBezTo>
                        <a:pt x="58008" y="57245"/>
                        <a:pt x="58865" y="56769"/>
                        <a:pt x="60198" y="56769"/>
                      </a:cubicBezTo>
                      <a:cubicBezTo>
                        <a:pt x="60579" y="56769"/>
                        <a:pt x="61151" y="56769"/>
                        <a:pt x="61913" y="56959"/>
                      </a:cubicBezTo>
                      <a:lnTo>
                        <a:pt x="63627" y="56959"/>
                      </a:lnTo>
                      <a:cubicBezTo>
                        <a:pt x="66008" y="56959"/>
                        <a:pt x="67247" y="55817"/>
                        <a:pt x="67247" y="53530"/>
                      </a:cubicBezTo>
                      <a:cubicBezTo>
                        <a:pt x="71152" y="51721"/>
                        <a:pt x="73057" y="48768"/>
                        <a:pt x="73057" y="44863"/>
                      </a:cubicBezTo>
                      <a:cubicBezTo>
                        <a:pt x="73533" y="40767"/>
                        <a:pt x="72485" y="37433"/>
                        <a:pt x="70009" y="35052"/>
                      </a:cubicBezTo>
                      <a:cubicBezTo>
                        <a:pt x="67247" y="32956"/>
                        <a:pt x="64484" y="30956"/>
                        <a:pt x="61817" y="28956"/>
                      </a:cubicBezTo>
                      <a:cubicBezTo>
                        <a:pt x="60770" y="28194"/>
                        <a:pt x="59246" y="27718"/>
                        <a:pt x="57341" y="27718"/>
                      </a:cubicBezTo>
                      <a:lnTo>
                        <a:pt x="55721" y="27718"/>
                      </a:lnTo>
                      <a:cubicBezTo>
                        <a:pt x="55055" y="27908"/>
                        <a:pt x="54483" y="27908"/>
                        <a:pt x="54197" y="27908"/>
                      </a:cubicBezTo>
                      <a:cubicBezTo>
                        <a:pt x="51340" y="27908"/>
                        <a:pt x="49816" y="26384"/>
                        <a:pt x="49816" y="23431"/>
                      </a:cubicBezTo>
                      <a:cubicBezTo>
                        <a:pt x="50197" y="21146"/>
                        <a:pt x="51435" y="19812"/>
                        <a:pt x="53816" y="19431"/>
                      </a:cubicBezTo>
                      <a:cubicBezTo>
                        <a:pt x="51054" y="18859"/>
                        <a:pt x="49625" y="17240"/>
                        <a:pt x="49625" y="14573"/>
                      </a:cubicBezTo>
                      <a:cubicBezTo>
                        <a:pt x="49625" y="14097"/>
                        <a:pt x="49625" y="13716"/>
                        <a:pt x="49816" y="13335"/>
                      </a:cubicBezTo>
                      <a:cubicBezTo>
                        <a:pt x="50387" y="12954"/>
                        <a:pt x="50578" y="12668"/>
                        <a:pt x="50387" y="12287"/>
                      </a:cubicBezTo>
                      <a:cubicBezTo>
                        <a:pt x="50006" y="11716"/>
                        <a:pt x="49435" y="11430"/>
                        <a:pt x="48483" y="11430"/>
                      </a:cubicBezTo>
                      <a:cubicBezTo>
                        <a:pt x="47244" y="17431"/>
                        <a:pt x="46863" y="21050"/>
                        <a:pt x="47054" y="22384"/>
                      </a:cubicBezTo>
                      <a:cubicBezTo>
                        <a:pt x="47244" y="22955"/>
                        <a:pt x="47435" y="23431"/>
                        <a:pt x="47435" y="23908"/>
                      </a:cubicBezTo>
                      <a:cubicBezTo>
                        <a:pt x="47435" y="26003"/>
                        <a:pt x="45625" y="27622"/>
                        <a:pt x="41910" y="28956"/>
                      </a:cubicBezTo>
                      <a:cubicBezTo>
                        <a:pt x="40862" y="27432"/>
                        <a:pt x="39338" y="26765"/>
                        <a:pt x="37243" y="26765"/>
                      </a:cubicBezTo>
                      <a:cubicBezTo>
                        <a:pt x="37719" y="26765"/>
                        <a:pt x="35624" y="27051"/>
                        <a:pt x="31052" y="27622"/>
                      </a:cubicBezTo>
                      <a:cubicBezTo>
                        <a:pt x="27337" y="30004"/>
                        <a:pt x="25527" y="33242"/>
                        <a:pt x="25527" y="37529"/>
                      </a:cubicBezTo>
                      <a:cubicBezTo>
                        <a:pt x="25527" y="39052"/>
                        <a:pt x="25813" y="41243"/>
                        <a:pt x="26289" y="44196"/>
                      </a:cubicBezTo>
                      <a:cubicBezTo>
                        <a:pt x="26861" y="47149"/>
                        <a:pt x="27051" y="49339"/>
                        <a:pt x="27051" y="50673"/>
                      </a:cubicBezTo>
                      <a:cubicBezTo>
                        <a:pt x="27051" y="52006"/>
                        <a:pt x="26861" y="53245"/>
                        <a:pt x="26575" y="54483"/>
                      </a:cubicBezTo>
                      <a:cubicBezTo>
                        <a:pt x="27908" y="57721"/>
                        <a:pt x="30766" y="59817"/>
                        <a:pt x="35052" y="60865"/>
                      </a:cubicBezTo>
                      <a:cubicBezTo>
                        <a:pt x="36767" y="61341"/>
                        <a:pt x="40672" y="61817"/>
                        <a:pt x="46673" y="62198"/>
                      </a:cubicBezTo>
                      <a:cubicBezTo>
                        <a:pt x="46006" y="64103"/>
                        <a:pt x="45625" y="66294"/>
                        <a:pt x="45625" y="68771"/>
                      </a:cubicBezTo>
                      <a:cubicBezTo>
                        <a:pt x="45625" y="70294"/>
                        <a:pt x="46673" y="75247"/>
                        <a:pt x="48578" y="83629"/>
                      </a:cubicBezTo>
                      <a:cubicBezTo>
                        <a:pt x="48101" y="83058"/>
                        <a:pt x="47625" y="82772"/>
                        <a:pt x="47149" y="82772"/>
                      </a:cubicBezTo>
                      <a:cubicBezTo>
                        <a:pt x="46577" y="82772"/>
                        <a:pt x="45911" y="83344"/>
                        <a:pt x="45053" y="84487"/>
                      </a:cubicBezTo>
                      <a:cubicBezTo>
                        <a:pt x="44196" y="85630"/>
                        <a:pt x="43720" y="86296"/>
                        <a:pt x="43339" y="86392"/>
                      </a:cubicBezTo>
                      <a:cubicBezTo>
                        <a:pt x="42482" y="85344"/>
                        <a:pt x="40767" y="84868"/>
                        <a:pt x="38100" y="84868"/>
                      </a:cubicBezTo>
                      <a:cubicBezTo>
                        <a:pt x="34100" y="84963"/>
                        <a:pt x="32004" y="85058"/>
                        <a:pt x="31909" y="85058"/>
                      </a:cubicBezTo>
                      <a:cubicBezTo>
                        <a:pt x="27718" y="88583"/>
                        <a:pt x="25718" y="93440"/>
                        <a:pt x="25718" y="99441"/>
                      </a:cubicBezTo>
                      <a:cubicBezTo>
                        <a:pt x="25718" y="100965"/>
                        <a:pt x="25908" y="103346"/>
                        <a:pt x="26289" y="106680"/>
                      </a:cubicBezTo>
                      <a:cubicBezTo>
                        <a:pt x="26670" y="110014"/>
                        <a:pt x="26861" y="112585"/>
                        <a:pt x="26861" y="114300"/>
                      </a:cubicBezTo>
                      <a:cubicBezTo>
                        <a:pt x="26861" y="115824"/>
                        <a:pt x="26766" y="117158"/>
                        <a:pt x="26575" y="118491"/>
                      </a:cubicBezTo>
                      <a:cubicBezTo>
                        <a:pt x="27813" y="126111"/>
                        <a:pt x="28480" y="130588"/>
                        <a:pt x="28480" y="131826"/>
                      </a:cubicBezTo>
                      <a:cubicBezTo>
                        <a:pt x="28480" y="134588"/>
                        <a:pt x="28004" y="137065"/>
                        <a:pt x="27051" y="139065"/>
                      </a:cubicBezTo>
                      <a:cubicBezTo>
                        <a:pt x="25908" y="138874"/>
                        <a:pt x="24670" y="138779"/>
                        <a:pt x="23432" y="138779"/>
                      </a:cubicBezTo>
                      <a:cubicBezTo>
                        <a:pt x="21812" y="138779"/>
                        <a:pt x="19526" y="138970"/>
                        <a:pt x="16383" y="139351"/>
                      </a:cubicBezTo>
                      <a:cubicBezTo>
                        <a:pt x="13335" y="139732"/>
                        <a:pt x="11144" y="139922"/>
                        <a:pt x="9716" y="139922"/>
                      </a:cubicBezTo>
                      <a:cubicBezTo>
                        <a:pt x="5620" y="139922"/>
                        <a:pt x="2762" y="138494"/>
                        <a:pt x="858" y="135731"/>
                      </a:cubicBezTo>
                      <a:cubicBezTo>
                        <a:pt x="286" y="134017"/>
                        <a:pt x="0" y="132302"/>
                        <a:pt x="0" y="130588"/>
                      </a:cubicBezTo>
                      <a:cubicBezTo>
                        <a:pt x="0" y="128873"/>
                        <a:pt x="381" y="126492"/>
                        <a:pt x="1048" y="123539"/>
                      </a:cubicBezTo>
                      <a:cubicBezTo>
                        <a:pt x="1715" y="120491"/>
                        <a:pt x="2096" y="118300"/>
                        <a:pt x="2096" y="116776"/>
                      </a:cubicBezTo>
                      <a:cubicBezTo>
                        <a:pt x="2096" y="115729"/>
                        <a:pt x="2000" y="114776"/>
                        <a:pt x="1715" y="113824"/>
                      </a:cubicBezTo>
                      <a:cubicBezTo>
                        <a:pt x="2572" y="113538"/>
                        <a:pt x="2953" y="113062"/>
                        <a:pt x="2953" y="112490"/>
                      </a:cubicBezTo>
                      <a:cubicBezTo>
                        <a:pt x="2953" y="112109"/>
                        <a:pt x="2762" y="111538"/>
                        <a:pt x="2286" y="110585"/>
                      </a:cubicBezTo>
                      <a:cubicBezTo>
                        <a:pt x="1810" y="109633"/>
                        <a:pt x="1619" y="108966"/>
                        <a:pt x="1715" y="108490"/>
                      </a:cubicBezTo>
                      <a:cubicBezTo>
                        <a:pt x="2572" y="104870"/>
                        <a:pt x="2953" y="100108"/>
                        <a:pt x="2953" y="94297"/>
                      </a:cubicBezTo>
                      <a:cubicBezTo>
                        <a:pt x="2953" y="92012"/>
                        <a:pt x="2953" y="88392"/>
                        <a:pt x="2762" y="83534"/>
                      </a:cubicBezTo>
                      <a:cubicBezTo>
                        <a:pt x="2572" y="78772"/>
                        <a:pt x="2477" y="75057"/>
                        <a:pt x="2477" y="72676"/>
                      </a:cubicBezTo>
                      <a:cubicBezTo>
                        <a:pt x="2477" y="66770"/>
                        <a:pt x="2858" y="61817"/>
                        <a:pt x="3620" y="57817"/>
                      </a:cubicBezTo>
                      <a:lnTo>
                        <a:pt x="1715" y="53150"/>
                      </a:lnTo>
                      <a:cubicBezTo>
                        <a:pt x="3905" y="52102"/>
                        <a:pt x="6572" y="52292"/>
                        <a:pt x="9716" y="53626"/>
                      </a:cubicBezTo>
                      <a:cubicBezTo>
                        <a:pt x="9906" y="52483"/>
                        <a:pt x="10192" y="51911"/>
                        <a:pt x="10859" y="51911"/>
                      </a:cubicBezTo>
                      <a:cubicBezTo>
                        <a:pt x="11240" y="51911"/>
                        <a:pt x="11811" y="52102"/>
                        <a:pt x="12573" y="52483"/>
                      </a:cubicBezTo>
                      <a:cubicBezTo>
                        <a:pt x="13430" y="52864"/>
                        <a:pt x="13907" y="53054"/>
                        <a:pt x="14192" y="53054"/>
                      </a:cubicBezTo>
                      <a:lnTo>
                        <a:pt x="15050" y="53530"/>
                      </a:lnTo>
                      <a:cubicBezTo>
                        <a:pt x="15050" y="53530"/>
                        <a:pt x="15621" y="52768"/>
                        <a:pt x="15621" y="51625"/>
                      </a:cubicBezTo>
                      <a:cubicBezTo>
                        <a:pt x="15526" y="51149"/>
                        <a:pt x="14859" y="50959"/>
                        <a:pt x="13716" y="50959"/>
                      </a:cubicBezTo>
                      <a:cubicBezTo>
                        <a:pt x="13811" y="49816"/>
                        <a:pt x="13716" y="49149"/>
                        <a:pt x="13049" y="49054"/>
                      </a:cubicBezTo>
                      <a:cubicBezTo>
                        <a:pt x="13049" y="49054"/>
                        <a:pt x="12287" y="49054"/>
                        <a:pt x="11240" y="49244"/>
                      </a:cubicBezTo>
                      <a:cubicBezTo>
                        <a:pt x="10478" y="49339"/>
                        <a:pt x="10001" y="49244"/>
                        <a:pt x="9716" y="48863"/>
                      </a:cubicBezTo>
                      <a:lnTo>
                        <a:pt x="9049" y="50959"/>
                      </a:lnTo>
                      <a:lnTo>
                        <a:pt x="2286" y="49625"/>
                      </a:lnTo>
                      <a:cubicBezTo>
                        <a:pt x="2572" y="48482"/>
                        <a:pt x="2953" y="47244"/>
                        <a:pt x="3334" y="45910"/>
                      </a:cubicBezTo>
                      <a:cubicBezTo>
                        <a:pt x="3715" y="44577"/>
                        <a:pt x="4477" y="43815"/>
                        <a:pt x="5620" y="43529"/>
                      </a:cubicBezTo>
                      <a:cubicBezTo>
                        <a:pt x="4001" y="43720"/>
                        <a:pt x="3239" y="43243"/>
                        <a:pt x="3239" y="42005"/>
                      </a:cubicBezTo>
                      <a:cubicBezTo>
                        <a:pt x="3239" y="41719"/>
                        <a:pt x="3239" y="41243"/>
                        <a:pt x="3429" y="40481"/>
                      </a:cubicBezTo>
                      <a:cubicBezTo>
                        <a:pt x="3524" y="39719"/>
                        <a:pt x="3620" y="39052"/>
                        <a:pt x="3620" y="38767"/>
                      </a:cubicBezTo>
                      <a:cubicBezTo>
                        <a:pt x="3620" y="37624"/>
                        <a:pt x="3143" y="36862"/>
                        <a:pt x="2477" y="36385"/>
                      </a:cubicBezTo>
                      <a:cubicBezTo>
                        <a:pt x="2953" y="35623"/>
                        <a:pt x="3143" y="34671"/>
                        <a:pt x="3143" y="33623"/>
                      </a:cubicBezTo>
                      <a:cubicBezTo>
                        <a:pt x="3143" y="31528"/>
                        <a:pt x="2286" y="30099"/>
                        <a:pt x="572" y="29146"/>
                      </a:cubicBezTo>
                      <a:cubicBezTo>
                        <a:pt x="2381" y="27527"/>
                        <a:pt x="3334" y="25241"/>
                        <a:pt x="3334" y="22384"/>
                      </a:cubicBezTo>
                      <a:cubicBezTo>
                        <a:pt x="3334" y="21336"/>
                        <a:pt x="3143" y="19621"/>
                        <a:pt x="2762" y="17335"/>
                      </a:cubicBezTo>
                      <a:cubicBezTo>
                        <a:pt x="2477" y="15050"/>
                        <a:pt x="2286" y="13240"/>
                        <a:pt x="2286" y="12097"/>
                      </a:cubicBezTo>
                      <a:cubicBezTo>
                        <a:pt x="2286" y="9715"/>
                        <a:pt x="2762" y="7525"/>
                        <a:pt x="3810" y="5715"/>
                      </a:cubicBezTo>
                      <a:lnTo>
                        <a:pt x="1905" y="4381"/>
                      </a:lnTo>
                      <a:cubicBezTo>
                        <a:pt x="2667" y="4381"/>
                        <a:pt x="3810" y="4286"/>
                        <a:pt x="5525" y="3619"/>
                      </a:cubicBezTo>
                      <a:cubicBezTo>
                        <a:pt x="7144" y="3048"/>
                        <a:pt x="8382" y="2762"/>
                        <a:pt x="9239" y="2762"/>
                      </a:cubicBezTo>
                      <a:cubicBezTo>
                        <a:pt x="10097" y="2762"/>
                        <a:pt x="10668" y="2953"/>
                        <a:pt x="11144" y="3429"/>
                      </a:cubicBezTo>
                      <a:cubicBezTo>
                        <a:pt x="11906" y="2953"/>
                        <a:pt x="13145" y="2762"/>
                        <a:pt x="14669" y="2762"/>
                      </a:cubicBezTo>
                      <a:cubicBezTo>
                        <a:pt x="15050" y="2762"/>
                        <a:pt x="15812" y="2762"/>
                        <a:pt x="16764" y="2953"/>
                      </a:cubicBezTo>
                      <a:lnTo>
                        <a:pt x="19050" y="2953"/>
                      </a:lnTo>
                      <a:cubicBezTo>
                        <a:pt x="21241" y="2953"/>
                        <a:pt x="22670" y="2286"/>
                        <a:pt x="23527" y="1048"/>
                      </a:cubicBezTo>
                      <a:cubicBezTo>
                        <a:pt x="23527" y="1238"/>
                        <a:pt x="23336" y="1619"/>
                        <a:pt x="22860" y="2096"/>
                      </a:cubicBezTo>
                      <a:cubicBezTo>
                        <a:pt x="22384" y="2572"/>
                        <a:pt x="22193" y="2858"/>
                        <a:pt x="22193" y="2953"/>
                      </a:cubicBezTo>
                      <a:cubicBezTo>
                        <a:pt x="21717" y="2953"/>
                        <a:pt x="23622" y="3048"/>
                        <a:pt x="27718" y="3048"/>
                      </a:cubicBezTo>
                      <a:cubicBezTo>
                        <a:pt x="29623" y="3048"/>
                        <a:pt x="31147" y="2096"/>
                        <a:pt x="32195" y="95"/>
                      </a:cubicBezTo>
                      <a:lnTo>
                        <a:pt x="44101" y="2381"/>
                      </a:lnTo>
                      <a:cubicBezTo>
                        <a:pt x="44387" y="2858"/>
                        <a:pt x="44863" y="3143"/>
                        <a:pt x="45434" y="3429"/>
                      </a:cubicBezTo>
                      <a:lnTo>
                        <a:pt x="47339" y="3429"/>
                      </a:lnTo>
                      <a:cubicBezTo>
                        <a:pt x="47339" y="5715"/>
                        <a:pt x="47816" y="7144"/>
                        <a:pt x="48768" y="7525"/>
                      </a:cubicBezTo>
                      <a:cubicBezTo>
                        <a:pt x="49911" y="7525"/>
                        <a:pt x="50673" y="6667"/>
                        <a:pt x="50959" y="4763"/>
                      </a:cubicBezTo>
                      <a:cubicBezTo>
                        <a:pt x="51340" y="2858"/>
                        <a:pt x="52197" y="1810"/>
                        <a:pt x="53531" y="1429"/>
                      </a:cubicBezTo>
                      <a:cubicBezTo>
                        <a:pt x="54959" y="476"/>
                        <a:pt x="56483" y="0"/>
                        <a:pt x="57817" y="0"/>
                      </a:cubicBezTo>
                      <a:cubicBezTo>
                        <a:pt x="59436" y="0"/>
                        <a:pt x="61436" y="952"/>
                        <a:pt x="63913" y="2858"/>
                      </a:cubicBezTo>
                      <a:cubicBezTo>
                        <a:pt x="66389" y="4763"/>
                        <a:pt x="68485" y="5715"/>
                        <a:pt x="70199" y="5715"/>
                      </a:cubicBezTo>
                      <a:cubicBezTo>
                        <a:pt x="71342" y="5715"/>
                        <a:pt x="72676" y="5334"/>
                        <a:pt x="74009" y="4667"/>
                      </a:cubicBezTo>
                      <a:cubicBezTo>
                        <a:pt x="77058" y="5810"/>
                        <a:pt x="80963" y="8096"/>
                        <a:pt x="85916" y="11335"/>
                      </a:cubicBezTo>
                      <a:cubicBezTo>
                        <a:pt x="88868" y="12668"/>
                        <a:pt x="91726" y="15621"/>
                        <a:pt x="94202" y="20383"/>
                      </a:cubicBezTo>
                      <a:cubicBezTo>
                        <a:pt x="97060" y="26003"/>
                        <a:pt x="98965" y="29242"/>
                        <a:pt x="99727" y="30099"/>
                      </a:cubicBezTo>
                      <a:close/>
                      <a:moveTo>
                        <a:pt x="15335" y="49721"/>
                      </a:moveTo>
                      <a:lnTo>
                        <a:pt x="18669" y="51054"/>
                      </a:lnTo>
                      <a:lnTo>
                        <a:pt x="17812" y="50387"/>
                      </a:lnTo>
                      <a:lnTo>
                        <a:pt x="15335" y="49721"/>
                      </a:lnTo>
                      <a:close/>
                      <a:moveTo>
                        <a:pt x="63437" y="98965"/>
                      </a:moveTo>
                      <a:lnTo>
                        <a:pt x="62770" y="93821"/>
                      </a:lnTo>
                      <a:cubicBezTo>
                        <a:pt x="63913" y="96107"/>
                        <a:pt x="64294" y="97631"/>
                        <a:pt x="64103" y="98488"/>
                      </a:cubicBezTo>
                      <a:lnTo>
                        <a:pt x="63437" y="98965"/>
                      </a:lnTo>
                      <a:close/>
                      <a:moveTo>
                        <a:pt x="94774" y="80486"/>
                      </a:moveTo>
                      <a:lnTo>
                        <a:pt x="94774" y="75152"/>
                      </a:lnTo>
                      <a:lnTo>
                        <a:pt x="95631" y="75152"/>
                      </a:lnTo>
                      <a:lnTo>
                        <a:pt x="95631" y="80486"/>
                      </a:lnTo>
                      <a:lnTo>
                        <a:pt x="94774" y="80486"/>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 name="Google Shape;812;p99"/>
                <p:cNvSpPr/>
                <p:nvPr/>
              </p:nvSpPr>
              <p:spPr>
                <a:xfrm>
                  <a:off x="5431249" y="2905029"/>
                  <a:ext cx="122110" cy="139540"/>
                </a:xfrm>
                <a:custGeom>
                  <a:avLst/>
                  <a:gdLst/>
                  <a:ahLst/>
                  <a:cxnLst/>
                  <a:rect l="l" t="t" r="r" b="b"/>
                  <a:pathLst>
                    <a:path w="122110" h="139540" extrusionOk="0">
                      <a:moveTo>
                        <a:pt x="99060" y="37147"/>
                      </a:moveTo>
                      <a:cubicBezTo>
                        <a:pt x="99251" y="37719"/>
                        <a:pt x="99727" y="38005"/>
                        <a:pt x="100203" y="38005"/>
                      </a:cubicBezTo>
                      <a:lnTo>
                        <a:pt x="101632" y="38005"/>
                      </a:lnTo>
                      <a:cubicBezTo>
                        <a:pt x="100108" y="41815"/>
                        <a:pt x="99917" y="46577"/>
                        <a:pt x="101060" y="52388"/>
                      </a:cubicBezTo>
                      <a:cubicBezTo>
                        <a:pt x="100775" y="53626"/>
                        <a:pt x="99536" y="55721"/>
                        <a:pt x="97631" y="58388"/>
                      </a:cubicBezTo>
                      <a:lnTo>
                        <a:pt x="99060" y="59817"/>
                      </a:lnTo>
                      <a:cubicBezTo>
                        <a:pt x="98584" y="60769"/>
                        <a:pt x="97346" y="61436"/>
                        <a:pt x="95441" y="62103"/>
                      </a:cubicBezTo>
                      <a:cubicBezTo>
                        <a:pt x="93536" y="62675"/>
                        <a:pt x="92202" y="63436"/>
                        <a:pt x="91630" y="64484"/>
                      </a:cubicBezTo>
                      <a:lnTo>
                        <a:pt x="94869" y="65056"/>
                      </a:lnTo>
                      <a:cubicBezTo>
                        <a:pt x="92202" y="69342"/>
                        <a:pt x="87440" y="74390"/>
                        <a:pt x="80486" y="80200"/>
                      </a:cubicBezTo>
                      <a:lnTo>
                        <a:pt x="77724" y="80200"/>
                      </a:lnTo>
                      <a:lnTo>
                        <a:pt x="77724" y="82105"/>
                      </a:lnTo>
                      <a:cubicBezTo>
                        <a:pt x="77724" y="82105"/>
                        <a:pt x="77153" y="81629"/>
                        <a:pt x="76676" y="81629"/>
                      </a:cubicBezTo>
                      <a:cubicBezTo>
                        <a:pt x="75724" y="81725"/>
                        <a:pt x="75247" y="81725"/>
                        <a:pt x="74962" y="81629"/>
                      </a:cubicBezTo>
                      <a:lnTo>
                        <a:pt x="74486" y="82105"/>
                      </a:lnTo>
                      <a:cubicBezTo>
                        <a:pt x="76105" y="82582"/>
                        <a:pt x="77248" y="84106"/>
                        <a:pt x="78010" y="86773"/>
                      </a:cubicBezTo>
                      <a:cubicBezTo>
                        <a:pt x="78677" y="89440"/>
                        <a:pt x="79534" y="90868"/>
                        <a:pt x="80582" y="91059"/>
                      </a:cubicBezTo>
                      <a:cubicBezTo>
                        <a:pt x="80201" y="93250"/>
                        <a:pt x="81058" y="95536"/>
                        <a:pt x="83153" y="98012"/>
                      </a:cubicBezTo>
                      <a:cubicBezTo>
                        <a:pt x="85630" y="100775"/>
                        <a:pt x="86963" y="103156"/>
                        <a:pt x="87344" y="104965"/>
                      </a:cubicBezTo>
                      <a:cubicBezTo>
                        <a:pt x="86678" y="106299"/>
                        <a:pt x="85249" y="106680"/>
                        <a:pt x="83058" y="106108"/>
                      </a:cubicBezTo>
                      <a:cubicBezTo>
                        <a:pt x="80963" y="105537"/>
                        <a:pt x="79915" y="105632"/>
                        <a:pt x="79915" y="106299"/>
                      </a:cubicBezTo>
                      <a:cubicBezTo>
                        <a:pt x="79915" y="106871"/>
                        <a:pt x="80201" y="107728"/>
                        <a:pt x="80582" y="108680"/>
                      </a:cubicBezTo>
                      <a:lnTo>
                        <a:pt x="83153" y="108204"/>
                      </a:lnTo>
                      <a:cubicBezTo>
                        <a:pt x="83344" y="108680"/>
                        <a:pt x="82963" y="109633"/>
                        <a:pt x="81725" y="110966"/>
                      </a:cubicBezTo>
                      <a:lnTo>
                        <a:pt x="83820" y="112871"/>
                      </a:lnTo>
                      <a:cubicBezTo>
                        <a:pt x="83820" y="112871"/>
                        <a:pt x="84582" y="111633"/>
                        <a:pt x="85058" y="110109"/>
                      </a:cubicBezTo>
                      <a:lnTo>
                        <a:pt x="85916" y="113443"/>
                      </a:lnTo>
                      <a:cubicBezTo>
                        <a:pt x="87344" y="112967"/>
                        <a:pt x="88011" y="111442"/>
                        <a:pt x="87821" y="108775"/>
                      </a:cubicBezTo>
                      <a:cubicBezTo>
                        <a:pt x="89440" y="109633"/>
                        <a:pt x="90678" y="111252"/>
                        <a:pt x="91630" y="113824"/>
                      </a:cubicBezTo>
                      <a:cubicBezTo>
                        <a:pt x="92583" y="116300"/>
                        <a:pt x="93631" y="117824"/>
                        <a:pt x="94869" y="118205"/>
                      </a:cubicBezTo>
                      <a:cubicBezTo>
                        <a:pt x="94488" y="119158"/>
                        <a:pt x="94297" y="120110"/>
                        <a:pt x="94297" y="121063"/>
                      </a:cubicBezTo>
                      <a:cubicBezTo>
                        <a:pt x="94297" y="122777"/>
                        <a:pt x="95250" y="125063"/>
                        <a:pt x="96965" y="127921"/>
                      </a:cubicBezTo>
                      <a:cubicBezTo>
                        <a:pt x="98774" y="130683"/>
                        <a:pt x="99632" y="132683"/>
                        <a:pt x="99632" y="133826"/>
                      </a:cubicBezTo>
                      <a:cubicBezTo>
                        <a:pt x="99632" y="135445"/>
                        <a:pt x="98774" y="136969"/>
                        <a:pt x="97060" y="138398"/>
                      </a:cubicBezTo>
                      <a:cubicBezTo>
                        <a:pt x="95631" y="138398"/>
                        <a:pt x="93345" y="138589"/>
                        <a:pt x="90107" y="138970"/>
                      </a:cubicBezTo>
                      <a:cubicBezTo>
                        <a:pt x="86868" y="139351"/>
                        <a:pt x="84487" y="139446"/>
                        <a:pt x="82868" y="139446"/>
                      </a:cubicBezTo>
                      <a:cubicBezTo>
                        <a:pt x="77819" y="139446"/>
                        <a:pt x="73914" y="138112"/>
                        <a:pt x="71152" y="135255"/>
                      </a:cubicBezTo>
                      <a:lnTo>
                        <a:pt x="70580" y="136112"/>
                      </a:lnTo>
                      <a:cubicBezTo>
                        <a:pt x="69913" y="134398"/>
                        <a:pt x="69152" y="132683"/>
                        <a:pt x="68485" y="130969"/>
                      </a:cubicBezTo>
                      <a:cubicBezTo>
                        <a:pt x="67437" y="128683"/>
                        <a:pt x="66104" y="127254"/>
                        <a:pt x="64294" y="126873"/>
                      </a:cubicBezTo>
                      <a:cubicBezTo>
                        <a:pt x="64675" y="126111"/>
                        <a:pt x="64865" y="125349"/>
                        <a:pt x="64865" y="124777"/>
                      </a:cubicBezTo>
                      <a:cubicBezTo>
                        <a:pt x="64865" y="123539"/>
                        <a:pt x="64008" y="122206"/>
                        <a:pt x="62294" y="121063"/>
                      </a:cubicBezTo>
                      <a:cubicBezTo>
                        <a:pt x="60579" y="119825"/>
                        <a:pt x="59722" y="118681"/>
                        <a:pt x="59722" y="117538"/>
                      </a:cubicBezTo>
                      <a:cubicBezTo>
                        <a:pt x="59722" y="116776"/>
                        <a:pt x="59912" y="115919"/>
                        <a:pt x="60388" y="114967"/>
                      </a:cubicBezTo>
                      <a:cubicBezTo>
                        <a:pt x="59246" y="113347"/>
                        <a:pt x="57817" y="110204"/>
                        <a:pt x="56197" y="105442"/>
                      </a:cubicBezTo>
                      <a:cubicBezTo>
                        <a:pt x="54864" y="101441"/>
                        <a:pt x="53054" y="98393"/>
                        <a:pt x="51054" y="96488"/>
                      </a:cubicBezTo>
                      <a:cubicBezTo>
                        <a:pt x="51054" y="93535"/>
                        <a:pt x="49721" y="89916"/>
                        <a:pt x="47054" y="85725"/>
                      </a:cubicBezTo>
                      <a:lnTo>
                        <a:pt x="41910" y="85058"/>
                      </a:lnTo>
                      <a:lnTo>
                        <a:pt x="42386" y="84582"/>
                      </a:lnTo>
                      <a:cubicBezTo>
                        <a:pt x="42101" y="84010"/>
                        <a:pt x="41529" y="83725"/>
                        <a:pt x="41053" y="83725"/>
                      </a:cubicBezTo>
                      <a:lnTo>
                        <a:pt x="39148" y="85820"/>
                      </a:lnTo>
                      <a:cubicBezTo>
                        <a:pt x="38576" y="85820"/>
                        <a:pt x="37243" y="86106"/>
                        <a:pt x="35243" y="86677"/>
                      </a:cubicBezTo>
                      <a:cubicBezTo>
                        <a:pt x="33242" y="87249"/>
                        <a:pt x="31623" y="87535"/>
                        <a:pt x="30671" y="87535"/>
                      </a:cubicBezTo>
                      <a:cubicBezTo>
                        <a:pt x="29813" y="87535"/>
                        <a:pt x="29146" y="87344"/>
                        <a:pt x="28575" y="87058"/>
                      </a:cubicBezTo>
                      <a:cubicBezTo>
                        <a:pt x="28480" y="87249"/>
                        <a:pt x="28480" y="87535"/>
                        <a:pt x="28480" y="87725"/>
                      </a:cubicBezTo>
                      <a:cubicBezTo>
                        <a:pt x="28480" y="88106"/>
                        <a:pt x="28575" y="88392"/>
                        <a:pt x="28956" y="88678"/>
                      </a:cubicBezTo>
                      <a:cubicBezTo>
                        <a:pt x="29242" y="88963"/>
                        <a:pt x="29337" y="89154"/>
                        <a:pt x="29337" y="89249"/>
                      </a:cubicBezTo>
                      <a:cubicBezTo>
                        <a:pt x="29337" y="89440"/>
                        <a:pt x="28766" y="89916"/>
                        <a:pt x="27718" y="90488"/>
                      </a:cubicBezTo>
                      <a:lnTo>
                        <a:pt x="28575" y="101155"/>
                      </a:lnTo>
                      <a:lnTo>
                        <a:pt x="27242" y="102394"/>
                      </a:lnTo>
                      <a:cubicBezTo>
                        <a:pt x="28194" y="105727"/>
                        <a:pt x="28575" y="110395"/>
                        <a:pt x="28575" y="116396"/>
                      </a:cubicBezTo>
                      <a:cubicBezTo>
                        <a:pt x="28575" y="116967"/>
                        <a:pt x="28289" y="118205"/>
                        <a:pt x="27813" y="120110"/>
                      </a:cubicBezTo>
                      <a:cubicBezTo>
                        <a:pt x="27337" y="122015"/>
                        <a:pt x="27051" y="123539"/>
                        <a:pt x="27051" y="124492"/>
                      </a:cubicBezTo>
                      <a:cubicBezTo>
                        <a:pt x="27051" y="126301"/>
                        <a:pt x="27718" y="127825"/>
                        <a:pt x="29146" y="128778"/>
                      </a:cubicBezTo>
                      <a:cubicBezTo>
                        <a:pt x="28289" y="129350"/>
                        <a:pt x="27908" y="130492"/>
                        <a:pt x="27908" y="132112"/>
                      </a:cubicBezTo>
                      <a:lnTo>
                        <a:pt x="27908" y="133826"/>
                      </a:lnTo>
                      <a:cubicBezTo>
                        <a:pt x="28004" y="134493"/>
                        <a:pt x="28099" y="135065"/>
                        <a:pt x="28099" y="135350"/>
                      </a:cubicBezTo>
                      <a:cubicBezTo>
                        <a:pt x="28099" y="137541"/>
                        <a:pt x="26861" y="138398"/>
                        <a:pt x="24479" y="138112"/>
                      </a:cubicBezTo>
                      <a:lnTo>
                        <a:pt x="25337" y="138779"/>
                      </a:lnTo>
                      <a:cubicBezTo>
                        <a:pt x="23432" y="139636"/>
                        <a:pt x="21146" y="139732"/>
                        <a:pt x="18288" y="139255"/>
                      </a:cubicBezTo>
                      <a:cubicBezTo>
                        <a:pt x="15430" y="138779"/>
                        <a:pt x="13526" y="138779"/>
                        <a:pt x="12573" y="139446"/>
                      </a:cubicBezTo>
                      <a:cubicBezTo>
                        <a:pt x="8668" y="138970"/>
                        <a:pt x="4858" y="137922"/>
                        <a:pt x="1334" y="136112"/>
                      </a:cubicBezTo>
                      <a:cubicBezTo>
                        <a:pt x="1524" y="127254"/>
                        <a:pt x="1334" y="113728"/>
                        <a:pt x="857" y="95440"/>
                      </a:cubicBezTo>
                      <a:lnTo>
                        <a:pt x="0" y="95440"/>
                      </a:lnTo>
                      <a:cubicBezTo>
                        <a:pt x="857" y="94202"/>
                        <a:pt x="1429" y="92583"/>
                        <a:pt x="1429" y="90773"/>
                      </a:cubicBezTo>
                      <a:cubicBezTo>
                        <a:pt x="1429" y="90011"/>
                        <a:pt x="1334" y="88868"/>
                        <a:pt x="1048" y="87249"/>
                      </a:cubicBezTo>
                      <a:cubicBezTo>
                        <a:pt x="762" y="85534"/>
                        <a:pt x="667" y="84201"/>
                        <a:pt x="667" y="83344"/>
                      </a:cubicBezTo>
                      <a:cubicBezTo>
                        <a:pt x="667" y="81248"/>
                        <a:pt x="1143" y="79438"/>
                        <a:pt x="2286" y="77819"/>
                      </a:cubicBezTo>
                      <a:cubicBezTo>
                        <a:pt x="1715" y="71818"/>
                        <a:pt x="1429" y="63627"/>
                        <a:pt x="1429" y="53245"/>
                      </a:cubicBezTo>
                      <a:lnTo>
                        <a:pt x="1429" y="28003"/>
                      </a:lnTo>
                      <a:cubicBezTo>
                        <a:pt x="667" y="27527"/>
                        <a:pt x="381" y="27051"/>
                        <a:pt x="381" y="26479"/>
                      </a:cubicBezTo>
                      <a:cubicBezTo>
                        <a:pt x="381" y="26098"/>
                        <a:pt x="762" y="25432"/>
                        <a:pt x="1334" y="24384"/>
                      </a:cubicBezTo>
                      <a:cubicBezTo>
                        <a:pt x="2000" y="23336"/>
                        <a:pt x="2286" y="22574"/>
                        <a:pt x="2286" y="22003"/>
                      </a:cubicBezTo>
                      <a:cubicBezTo>
                        <a:pt x="953" y="20764"/>
                        <a:pt x="191" y="19240"/>
                        <a:pt x="191" y="17717"/>
                      </a:cubicBezTo>
                      <a:cubicBezTo>
                        <a:pt x="191" y="16669"/>
                        <a:pt x="571" y="14954"/>
                        <a:pt x="1429" y="12478"/>
                      </a:cubicBezTo>
                      <a:cubicBezTo>
                        <a:pt x="2286" y="10096"/>
                        <a:pt x="2477" y="8192"/>
                        <a:pt x="2286" y="6763"/>
                      </a:cubicBezTo>
                      <a:lnTo>
                        <a:pt x="9430" y="667"/>
                      </a:lnTo>
                      <a:lnTo>
                        <a:pt x="39815" y="0"/>
                      </a:lnTo>
                      <a:cubicBezTo>
                        <a:pt x="40291" y="571"/>
                        <a:pt x="41624" y="1810"/>
                        <a:pt x="44005" y="3810"/>
                      </a:cubicBezTo>
                      <a:cubicBezTo>
                        <a:pt x="45625" y="5334"/>
                        <a:pt x="46672" y="6858"/>
                        <a:pt x="47244" y="8572"/>
                      </a:cubicBezTo>
                      <a:cubicBezTo>
                        <a:pt x="47149" y="8001"/>
                        <a:pt x="47054" y="7525"/>
                        <a:pt x="47054" y="7048"/>
                      </a:cubicBezTo>
                      <a:cubicBezTo>
                        <a:pt x="47054" y="5525"/>
                        <a:pt x="48006" y="4381"/>
                        <a:pt x="49816" y="3429"/>
                      </a:cubicBezTo>
                      <a:cubicBezTo>
                        <a:pt x="52102" y="2286"/>
                        <a:pt x="53435" y="1429"/>
                        <a:pt x="53912" y="667"/>
                      </a:cubicBezTo>
                      <a:cubicBezTo>
                        <a:pt x="54578" y="476"/>
                        <a:pt x="55436" y="857"/>
                        <a:pt x="56293" y="2096"/>
                      </a:cubicBezTo>
                      <a:cubicBezTo>
                        <a:pt x="56674" y="2000"/>
                        <a:pt x="57055" y="1905"/>
                        <a:pt x="57531" y="1905"/>
                      </a:cubicBezTo>
                      <a:cubicBezTo>
                        <a:pt x="58388" y="1905"/>
                        <a:pt x="59627" y="2381"/>
                        <a:pt x="61436" y="3429"/>
                      </a:cubicBezTo>
                      <a:cubicBezTo>
                        <a:pt x="63246" y="4477"/>
                        <a:pt x="64675" y="4953"/>
                        <a:pt x="65627" y="4858"/>
                      </a:cubicBezTo>
                      <a:lnTo>
                        <a:pt x="71533" y="4858"/>
                      </a:lnTo>
                      <a:cubicBezTo>
                        <a:pt x="71247" y="6667"/>
                        <a:pt x="71819" y="7620"/>
                        <a:pt x="73438" y="7620"/>
                      </a:cubicBezTo>
                      <a:cubicBezTo>
                        <a:pt x="73533" y="7620"/>
                        <a:pt x="73819" y="7620"/>
                        <a:pt x="74295" y="7429"/>
                      </a:cubicBezTo>
                      <a:lnTo>
                        <a:pt x="75533" y="7429"/>
                      </a:lnTo>
                      <a:cubicBezTo>
                        <a:pt x="77057" y="7429"/>
                        <a:pt x="77915" y="8096"/>
                        <a:pt x="78105" y="9525"/>
                      </a:cubicBezTo>
                      <a:lnTo>
                        <a:pt x="82201" y="9525"/>
                      </a:lnTo>
                      <a:cubicBezTo>
                        <a:pt x="84772" y="11906"/>
                        <a:pt x="87249" y="14383"/>
                        <a:pt x="89821" y="16764"/>
                      </a:cubicBezTo>
                      <a:cubicBezTo>
                        <a:pt x="92869" y="19812"/>
                        <a:pt x="94488" y="22574"/>
                        <a:pt x="94679" y="25241"/>
                      </a:cubicBezTo>
                      <a:cubicBezTo>
                        <a:pt x="96393" y="26098"/>
                        <a:pt x="97536" y="27718"/>
                        <a:pt x="98203" y="29908"/>
                      </a:cubicBezTo>
                      <a:cubicBezTo>
                        <a:pt x="98965" y="33052"/>
                        <a:pt x="99632" y="35052"/>
                        <a:pt x="100298" y="36004"/>
                      </a:cubicBezTo>
                      <a:lnTo>
                        <a:pt x="98870" y="37243"/>
                      </a:lnTo>
                      <a:close/>
                      <a:moveTo>
                        <a:pt x="16193" y="43720"/>
                      </a:moveTo>
                      <a:lnTo>
                        <a:pt x="16193" y="39910"/>
                      </a:lnTo>
                      <a:lnTo>
                        <a:pt x="15526" y="39910"/>
                      </a:lnTo>
                      <a:lnTo>
                        <a:pt x="15526" y="43720"/>
                      </a:lnTo>
                      <a:lnTo>
                        <a:pt x="16193" y="43720"/>
                      </a:lnTo>
                      <a:close/>
                      <a:moveTo>
                        <a:pt x="20860" y="20574"/>
                      </a:moveTo>
                      <a:cubicBezTo>
                        <a:pt x="20765" y="20002"/>
                        <a:pt x="20860" y="19050"/>
                        <a:pt x="21146" y="17907"/>
                      </a:cubicBezTo>
                      <a:cubicBezTo>
                        <a:pt x="21431" y="16669"/>
                        <a:pt x="21527" y="15907"/>
                        <a:pt x="21527" y="15621"/>
                      </a:cubicBezTo>
                      <a:cubicBezTo>
                        <a:pt x="21527" y="14192"/>
                        <a:pt x="20860" y="13335"/>
                        <a:pt x="19526" y="12859"/>
                      </a:cubicBezTo>
                      <a:lnTo>
                        <a:pt x="21527" y="10763"/>
                      </a:lnTo>
                      <a:cubicBezTo>
                        <a:pt x="21527" y="10763"/>
                        <a:pt x="21527" y="10287"/>
                        <a:pt x="21336" y="10096"/>
                      </a:cubicBezTo>
                      <a:cubicBezTo>
                        <a:pt x="20003" y="11239"/>
                        <a:pt x="19241" y="12382"/>
                        <a:pt x="19241" y="13525"/>
                      </a:cubicBezTo>
                      <a:cubicBezTo>
                        <a:pt x="19241" y="14097"/>
                        <a:pt x="19812" y="15621"/>
                        <a:pt x="20860" y="18097"/>
                      </a:cubicBezTo>
                      <a:cubicBezTo>
                        <a:pt x="20193" y="18097"/>
                        <a:pt x="19717" y="18574"/>
                        <a:pt x="19621" y="19240"/>
                      </a:cubicBezTo>
                      <a:cubicBezTo>
                        <a:pt x="19431" y="20002"/>
                        <a:pt x="19145" y="20383"/>
                        <a:pt x="18860" y="20669"/>
                      </a:cubicBezTo>
                      <a:lnTo>
                        <a:pt x="20955" y="20669"/>
                      </a:lnTo>
                      <a:close/>
                      <a:moveTo>
                        <a:pt x="27908" y="16573"/>
                      </a:moveTo>
                      <a:lnTo>
                        <a:pt x="30671" y="18478"/>
                      </a:lnTo>
                      <a:lnTo>
                        <a:pt x="30671" y="18669"/>
                      </a:lnTo>
                      <a:lnTo>
                        <a:pt x="29337" y="20098"/>
                      </a:lnTo>
                      <a:lnTo>
                        <a:pt x="30671" y="20098"/>
                      </a:lnTo>
                      <a:lnTo>
                        <a:pt x="30671" y="10573"/>
                      </a:lnTo>
                      <a:cubicBezTo>
                        <a:pt x="30671" y="10573"/>
                        <a:pt x="29813" y="11430"/>
                        <a:pt x="28956" y="11906"/>
                      </a:cubicBezTo>
                      <a:cubicBezTo>
                        <a:pt x="28956" y="11525"/>
                        <a:pt x="28670" y="11430"/>
                        <a:pt x="27908" y="11430"/>
                      </a:cubicBezTo>
                      <a:cubicBezTo>
                        <a:pt x="28289" y="11906"/>
                        <a:pt x="28670" y="12097"/>
                        <a:pt x="28956" y="11906"/>
                      </a:cubicBezTo>
                      <a:cubicBezTo>
                        <a:pt x="29146" y="12382"/>
                        <a:pt x="29146" y="13144"/>
                        <a:pt x="28670" y="14192"/>
                      </a:cubicBezTo>
                      <a:cubicBezTo>
                        <a:pt x="28670" y="14192"/>
                        <a:pt x="28670" y="13906"/>
                        <a:pt x="28766" y="13811"/>
                      </a:cubicBezTo>
                      <a:cubicBezTo>
                        <a:pt x="29242" y="13811"/>
                        <a:pt x="29623" y="14097"/>
                        <a:pt x="30004" y="14668"/>
                      </a:cubicBezTo>
                      <a:lnTo>
                        <a:pt x="27908" y="16573"/>
                      </a:lnTo>
                      <a:close/>
                      <a:moveTo>
                        <a:pt x="71723" y="45625"/>
                      </a:moveTo>
                      <a:cubicBezTo>
                        <a:pt x="71914" y="45053"/>
                        <a:pt x="72104" y="44577"/>
                        <a:pt x="72104" y="44196"/>
                      </a:cubicBezTo>
                      <a:cubicBezTo>
                        <a:pt x="72104" y="43434"/>
                        <a:pt x="71628" y="42577"/>
                        <a:pt x="70580" y="41815"/>
                      </a:cubicBezTo>
                      <a:cubicBezTo>
                        <a:pt x="69533" y="40957"/>
                        <a:pt x="68961" y="40386"/>
                        <a:pt x="68675" y="39910"/>
                      </a:cubicBezTo>
                      <a:cubicBezTo>
                        <a:pt x="69152" y="39243"/>
                        <a:pt x="69342" y="38576"/>
                        <a:pt x="69342" y="38005"/>
                      </a:cubicBezTo>
                      <a:cubicBezTo>
                        <a:pt x="69342" y="37052"/>
                        <a:pt x="68485" y="36100"/>
                        <a:pt x="66866" y="35052"/>
                      </a:cubicBezTo>
                      <a:cubicBezTo>
                        <a:pt x="65151" y="34004"/>
                        <a:pt x="64294" y="33242"/>
                        <a:pt x="64008" y="32671"/>
                      </a:cubicBezTo>
                      <a:cubicBezTo>
                        <a:pt x="63437" y="32099"/>
                        <a:pt x="62770" y="31813"/>
                        <a:pt x="61913" y="31813"/>
                      </a:cubicBezTo>
                      <a:cubicBezTo>
                        <a:pt x="61532" y="31813"/>
                        <a:pt x="61055" y="31813"/>
                        <a:pt x="60293" y="32099"/>
                      </a:cubicBezTo>
                      <a:cubicBezTo>
                        <a:pt x="59531" y="32290"/>
                        <a:pt x="58960" y="32385"/>
                        <a:pt x="58579" y="32385"/>
                      </a:cubicBezTo>
                      <a:cubicBezTo>
                        <a:pt x="57531" y="32385"/>
                        <a:pt x="56864" y="31718"/>
                        <a:pt x="56483" y="30480"/>
                      </a:cubicBezTo>
                      <a:lnTo>
                        <a:pt x="57817" y="29432"/>
                      </a:lnTo>
                      <a:cubicBezTo>
                        <a:pt x="55531" y="29146"/>
                        <a:pt x="54197" y="30004"/>
                        <a:pt x="54007" y="32004"/>
                      </a:cubicBezTo>
                      <a:cubicBezTo>
                        <a:pt x="53721" y="34766"/>
                        <a:pt x="53245" y="36481"/>
                        <a:pt x="52673" y="37147"/>
                      </a:cubicBezTo>
                      <a:cubicBezTo>
                        <a:pt x="52007" y="34957"/>
                        <a:pt x="51340" y="32766"/>
                        <a:pt x="50578" y="30480"/>
                      </a:cubicBezTo>
                      <a:cubicBezTo>
                        <a:pt x="49911" y="28194"/>
                        <a:pt x="48292" y="26479"/>
                        <a:pt x="45911" y="25241"/>
                      </a:cubicBezTo>
                      <a:cubicBezTo>
                        <a:pt x="45625" y="27527"/>
                        <a:pt x="44196" y="28670"/>
                        <a:pt x="41815" y="28670"/>
                      </a:cubicBezTo>
                      <a:cubicBezTo>
                        <a:pt x="41243" y="28670"/>
                        <a:pt x="40291" y="28670"/>
                        <a:pt x="39053" y="28480"/>
                      </a:cubicBezTo>
                      <a:cubicBezTo>
                        <a:pt x="37814" y="28384"/>
                        <a:pt x="36767" y="28289"/>
                        <a:pt x="36100" y="28289"/>
                      </a:cubicBezTo>
                      <a:cubicBezTo>
                        <a:pt x="35433" y="28289"/>
                        <a:pt x="34766" y="28289"/>
                        <a:pt x="34195" y="28480"/>
                      </a:cubicBezTo>
                      <a:cubicBezTo>
                        <a:pt x="30861" y="30575"/>
                        <a:pt x="29146" y="34100"/>
                        <a:pt x="29146" y="39148"/>
                      </a:cubicBezTo>
                      <a:cubicBezTo>
                        <a:pt x="29146" y="40100"/>
                        <a:pt x="29146" y="41624"/>
                        <a:pt x="29337" y="43720"/>
                      </a:cubicBezTo>
                      <a:cubicBezTo>
                        <a:pt x="29432" y="45815"/>
                        <a:pt x="29528" y="47434"/>
                        <a:pt x="29528" y="48482"/>
                      </a:cubicBezTo>
                      <a:cubicBezTo>
                        <a:pt x="29528" y="50768"/>
                        <a:pt x="29242" y="52768"/>
                        <a:pt x="28766" y="54388"/>
                      </a:cubicBezTo>
                      <a:cubicBezTo>
                        <a:pt x="28956" y="55721"/>
                        <a:pt x="29909" y="56388"/>
                        <a:pt x="31909" y="56293"/>
                      </a:cubicBezTo>
                      <a:cubicBezTo>
                        <a:pt x="33909" y="56197"/>
                        <a:pt x="35052" y="56864"/>
                        <a:pt x="35528" y="58388"/>
                      </a:cubicBezTo>
                      <a:cubicBezTo>
                        <a:pt x="36290" y="58864"/>
                        <a:pt x="38195" y="59055"/>
                        <a:pt x="41053" y="58960"/>
                      </a:cubicBezTo>
                      <a:cubicBezTo>
                        <a:pt x="43339" y="58960"/>
                        <a:pt x="44958" y="59722"/>
                        <a:pt x="45911" y="61246"/>
                      </a:cubicBezTo>
                      <a:cubicBezTo>
                        <a:pt x="46768" y="59626"/>
                        <a:pt x="47911" y="58674"/>
                        <a:pt x="49435" y="58483"/>
                      </a:cubicBezTo>
                      <a:lnTo>
                        <a:pt x="53721" y="58483"/>
                      </a:lnTo>
                      <a:cubicBezTo>
                        <a:pt x="54959" y="58293"/>
                        <a:pt x="55912" y="57626"/>
                        <a:pt x="56483" y="56578"/>
                      </a:cubicBezTo>
                      <a:cubicBezTo>
                        <a:pt x="60674" y="57055"/>
                        <a:pt x="65437" y="54483"/>
                        <a:pt x="70676" y="48958"/>
                      </a:cubicBezTo>
                      <a:lnTo>
                        <a:pt x="67913" y="47911"/>
                      </a:lnTo>
                      <a:lnTo>
                        <a:pt x="71723" y="45625"/>
                      </a:lnTo>
                      <a:close/>
                      <a:moveTo>
                        <a:pt x="68675" y="18574"/>
                      </a:moveTo>
                      <a:cubicBezTo>
                        <a:pt x="68675" y="18574"/>
                        <a:pt x="68294" y="17907"/>
                        <a:pt x="67818" y="17907"/>
                      </a:cubicBezTo>
                      <a:cubicBezTo>
                        <a:pt x="66770" y="17907"/>
                        <a:pt x="66294" y="18288"/>
                        <a:pt x="66294" y="19050"/>
                      </a:cubicBezTo>
                      <a:cubicBezTo>
                        <a:pt x="66294" y="19145"/>
                        <a:pt x="66389" y="19240"/>
                        <a:pt x="66580" y="19240"/>
                      </a:cubicBezTo>
                      <a:lnTo>
                        <a:pt x="68675" y="18574"/>
                      </a:lnTo>
                      <a:close/>
                      <a:moveTo>
                        <a:pt x="75914" y="10477"/>
                      </a:moveTo>
                      <a:lnTo>
                        <a:pt x="75914" y="9430"/>
                      </a:lnTo>
                      <a:cubicBezTo>
                        <a:pt x="75914" y="9430"/>
                        <a:pt x="74104" y="9906"/>
                        <a:pt x="71723" y="9906"/>
                      </a:cubicBezTo>
                      <a:lnTo>
                        <a:pt x="75914" y="10477"/>
                      </a:lnTo>
                      <a:close/>
                      <a:moveTo>
                        <a:pt x="71723" y="39910"/>
                      </a:moveTo>
                      <a:lnTo>
                        <a:pt x="74581" y="39910"/>
                      </a:lnTo>
                      <a:cubicBezTo>
                        <a:pt x="73438" y="38767"/>
                        <a:pt x="72485" y="38290"/>
                        <a:pt x="71723" y="38576"/>
                      </a:cubicBezTo>
                      <a:lnTo>
                        <a:pt x="71723" y="39910"/>
                      </a:lnTo>
                      <a:close/>
                      <a:moveTo>
                        <a:pt x="77248" y="48387"/>
                      </a:moveTo>
                      <a:lnTo>
                        <a:pt x="79153" y="46482"/>
                      </a:lnTo>
                      <a:lnTo>
                        <a:pt x="78296" y="46482"/>
                      </a:lnTo>
                      <a:lnTo>
                        <a:pt x="77248" y="48387"/>
                      </a:lnTo>
                      <a:close/>
                      <a:moveTo>
                        <a:pt x="82487" y="48768"/>
                      </a:moveTo>
                      <a:cubicBezTo>
                        <a:pt x="82487" y="48768"/>
                        <a:pt x="81820" y="47911"/>
                        <a:pt x="81820" y="47149"/>
                      </a:cubicBezTo>
                      <a:cubicBezTo>
                        <a:pt x="81820" y="45244"/>
                        <a:pt x="82677" y="43720"/>
                        <a:pt x="84392" y="42672"/>
                      </a:cubicBezTo>
                      <a:cubicBezTo>
                        <a:pt x="84011" y="42291"/>
                        <a:pt x="83629" y="42100"/>
                        <a:pt x="83153" y="42100"/>
                      </a:cubicBezTo>
                      <a:cubicBezTo>
                        <a:pt x="83058" y="42100"/>
                        <a:pt x="81629" y="42863"/>
                        <a:pt x="78962" y="44577"/>
                      </a:cubicBezTo>
                      <a:cubicBezTo>
                        <a:pt x="80677" y="45053"/>
                        <a:pt x="81534" y="45815"/>
                        <a:pt x="81534" y="46958"/>
                      </a:cubicBezTo>
                      <a:cubicBezTo>
                        <a:pt x="81534" y="47434"/>
                        <a:pt x="81344" y="48101"/>
                        <a:pt x="80963" y="48958"/>
                      </a:cubicBezTo>
                      <a:cubicBezTo>
                        <a:pt x="80582" y="49816"/>
                        <a:pt x="80391" y="50387"/>
                        <a:pt x="80391" y="50768"/>
                      </a:cubicBezTo>
                      <a:cubicBezTo>
                        <a:pt x="80391" y="51530"/>
                        <a:pt x="81248" y="51816"/>
                        <a:pt x="82963" y="51625"/>
                      </a:cubicBezTo>
                      <a:cubicBezTo>
                        <a:pt x="82963" y="50006"/>
                        <a:pt x="82772" y="49054"/>
                        <a:pt x="82391" y="48673"/>
                      </a:cubicBezTo>
                      <a:close/>
                      <a:moveTo>
                        <a:pt x="87725" y="57055"/>
                      </a:moveTo>
                      <a:lnTo>
                        <a:pt x="88202" y="56483"/>
                      </a:lnTo>
                      <a:lnTo>
                        <a:pt x="87154" y="55150"/>
                      </a:lnTo>
                      <a:lnTo>
                        <a:pt x="87725" y="57055"/>
                      </a:lnTo>
                      <a:close/>
                      <a:moveTo>
                        <a:pt x="90964" y="45148"/>
                      </a:moveTo>
                      <a:lnTo>
                        <a:pt x="92869" y="46577"/>
                      </a:lnTo>
                      <a:cubicBezTo>
                        <a:pt x="92393" y="45815"/>
                        <a:pt x="92202" y="45339"/>
                        <a:pt x="92393" y="45148"/>
                      </a:cubicBezTo>
                      <a:lnTo>
                        <a:pt x="90964" y="45148"/>
                      </a:lnTo>
                      <a:close/>
                      <a:moveTo>
                        <a:pt x="91535" y="23908"/>
                      </a:moveTo>
                      <a:lnTo>
                        <a:pt x="91535" y="25336"/>
                      </a:lnTo>
                      <a:lnTo>
                        <a:pt x="92869" y="23908"/>
                      </a:lnTo>
                      <a:lnTo>
                        <a:pt x="91535" y="23908"/>
                      </a:lnTo>
                      <a:close/>
                      <a:moveTo>
                        <a:pt x="92869" y="39243"/>
                      </a:moveTo>
                      <a:lnTo>
                        <a:pt x="96203" y="35909"/>
                      </a:lnTo>
                      <a:lnTo>
                        <a:pt x="94297" y="35909"/>
                      </a:lnTo>
                      <a:lnTo>
                        <a:pt x="92964" y="39243"/>
                      </a:lnTo>
                      <a:close/>
                      <a:moveTo>
                        <a:pt x="94202" y="54483"/>
                      </a:moveTo>
                      <a:lnTo>
                        <a:pt x="96107" y="53816"/>
                      </a:lnTo>
                      <a:cubicBezTo>
                        <a:pt x="96107" y="53816"/>
                        <a:pt x="95345" y="53150"/>
                        <a:pt x="94202" y="53150"/>
                      </a:cubicBezTo>
                      <a:lnTo>
                        <a:pt x="94202" y="54578"/>
                      </a:lnTo>
                      <a:close/>
                      <a:moveTo>
                        <a:pt x="98203" y="22003"/>
                      </a:moveTo>
                      <a:cubicBezTo>
                        <a:pt x="98203" y="22003"/>
                        <a:pt x="99060" y="22193"/>
                        <a:pt x="99727" y="22860"/>
                      </a:cubicBezTo>
                      <a:lnTo>
                        <a:pt x="98203" y="22003"/>
                      </a:lnTo>
                      <a:close/>
                      <a:moveTo>
                        <a:pt x="100775" y="23527"/>
                      </a:moveTo>
                      <a:cubicBezTo>
                        <a:pt x="100775" y="23527"/>
                        <a:pt x="100203" y="23336"/>
                        <a:pt x="99727" y="22860"/>
                      </a:cubicBezTo>
                      <a:lnTo>
                        <a:pt x="100775" y="23527"/>
                      </a:lnTo>
                      <a:close/>
                      <a:moveTo>
                        <a:pt x="101441" y="23908"/>
                      </a:moveTo>
                      <a:lnTo>
                        <a:pt x="100775" y="23527"/>
                      </a:lnTo>
                      <a:cubicBezTo>
                        <a:pt x="101346" y="23431"/>
                        <a:pt x="101537" y="23336"/>
                        <a:pt x="101441" y="23336"/>
                      </a:cubicBezTo>
                      <a:lnTo>
                        <a:pt x="101441" y="23908"/>
                      </a:lnTo>
                      <a:close/>
                      <a:moveTo>
                        <a:pt x="103822" y="15716"/>
                      </a:moveTo>
                      <a:cubicBezTo>
                        <a:pt x="103822" y="15716"/>
                        <a:pt x="103156" y="15526"/>
                        <a:pt x="102489" y="15526"/>
                      </a:cubicBezTo>
                      <a:cubicBezTo>
                        <a:pt x="101727" y="15526"/>
                        <a:pt x="101441" y="15335"/>
                        <a:pt x="101441" y="15050"/>
                      </a:cubicBezTo>
                      <a:cubicBezTo>
                        <a:pt x="101441" y="14668"/>
                        <a:pt x="101632" y="14288"/>
                        <a:pt x="102108" y="13811"/>
                      </a:cubicBezTo>
                      <a:lnTo>
                        <a:pt x="103822" y="15716"/>
                      </a:lnTo>
                      <a:close/>
                      <a:moveTo>
                        <a:pt x="104204" y="41338"/>
                      </a:moveTo>
                      <a:lnTo>
                        <a:pt x="102108" y="39910"/>
                      </a:lnTo>
                      <a:lnTo>
                        <a:pt x="104204" y="39910"/>
                      </a:lnTo>
                      <a:lnTo>
                        <a:pt x="104204" y="41338"/>
                      </a:lnTo>
                      <a:close/>
                      <a:moveTo>
                        <a:pt x="103822" y="15716"/>
                      </a:moveTo>
                      <a:lnTo>
                        <a:pt x="104204" y="16097"/>
                      </a:lnTo>
                      <a:lnTo>
                        <a:pt x="103822" y="15716"/>
                      </a:lnTo>
                      <a:close/>
                      <a:moveTo>
                        <a:pt x="105537" y="29908"/>
                      </a:moveTo>
                      <a:lnTo>
                        <a:pt x="106013" y="28003"/>
                      </a:lnTo>
                      <a:lnTo>
                        <a:pt x="110109" y="29432"/>
                      </a:lnTo>
                      <a:cubicBezTo>
                        <a:pt x="109061" y="29527"/>
                        <a:pt x="108299" y="30194"/>
                        <a:pt x="107728" y="31528"/>
                      </a:cubicBezTo>
                      <a:cubicBezTo>
                        <a:pt x="107537" y="31528"/>
                        <a:pt x="106775" y="30956"/>
                        <a:pt x="105442" y="29908"/>
                      </a:cubicBezTo>
                      <a:close/>
                      <a:moveTo>
                        <a:pt x="110204" y="11906"/>
                      </a:moveTo>
                      <a:cubicBezTo>
                        <a:pt x="110204" y="12478"/>
                        <a:pt x="109538" y="12763"/>
                        <a:pt x="108871" y="12763"/>
                      </a:cubicBezTo>
                      <a:lnTo>
                        <a:pt x="106966" y="12763"/>
                      </a:lnTo>
                      <a:lnTo>
                        <a:pt x="107442" y="11335"/>
                      </a:lnTo>
                      <a:cubicBezTo>
                        <a:pt x="107442" y="11335"/>
                        <a:pt x="108871" y="11811"/>
                        <a:pt x="110204" y="11811"/>
                      </a:cubicBezTo>
                      <a:close/>
                      <a:moveTo>
                        <a:pt x="109347" y="17145"/>
                      </a:moveTo>
                      <a:lnTo>
                        <a:pt x="109347" y="16097"/>
                      </a:lnTo>
                      <a:cubicBezTo>
                        <a:pt x="111919" y="16573"/>
                        <a:pt x="113729" y="16764"/>
                        <a:pt x="114776" y="16573"/>
                      </a:cubicBezTo>
                      <a:lnTo>
                        <a:pt x="114776" y="18002"/>
                      </a:lnTo>
                      <a:lnTo>
                        <a:pt x="109347" y="17145"/>
                      </a:lnTo>
                      <a:close/>
                      <a:moveTo>
                        <a:pt x="115443" y="43243"/>
                      </a:moveTo>
                      <a:lnTo>
                        <a:pt x="114110" y="43243"/>
                      </a:lnTo>
                      <a:lnTo>
                        <a:pt x="115062" y="41529"/>
                      </a:lnTo>
                      <a:cubicBezTo>
                        <a:pt x="115062" y="41529"/>
                        <a:pt x="115443" y="42386"/>
                        <a:pt x="115443" y="43243"/>
                      </a:cubicBezTo>
                      <a:close/>
                      <a:moveTo>
                        <a:pt x="114776" y="41338"/>
                      </a:moveTo>
                      <a:cubicBezTo>
                        <a:pt x="114776" y="41338"/>
                        <a:pt x="115062" y="40767"/>
                        <a:pt x="115443" y="40481"/>
                      </a:cubicBezTo>
                      <a:lnTo>
                        <a:pt x="115062" y="41529"/>
                      </a:lnTo>
                      <a:cubicBezTo>
                        <a:pt x="115062" y="41529"/>
                        <a:pt x="114871" y="41338"/>
                        <a:pt x="114776" y="41338"/>
                      </a:cubicBezTo>
                      <a:close/>
                      <a:moveTo>
                        <a:pt x="115443" y="40481"/>
                      </a:moveTo>
                      <a:lnTo>
                        <a:pt x="115919" y="39243"/>
                      </a:lnTo>
                      <a:cubicBezTo>
                        <a:pt x="115919" y="39243"/>
                        <a:pt x="115919" y="40005"/>
                        <a:pt x="115443" y="40481"/>
                      </a:cubicBezTo>
                      <a:close/>
                      <a:moveTo>
                        <a:pt x="118015" y="4000"/>
                      </a:moveTo>
                      <a:lnTo>
                        <a:pt x="119348" y="5429"/>
                      </a:lnTo>
                      <a:lnTo>
                        <a:pt x="116777" y="5429"/>
                      </a:lnTo>
                      <a:lnTo>
                        <a:pt x="118015" y="4000"/>
                      </a:lnTo>
                      <a:close/>
                      <a:moveTo>
                        <a:pt x="118872" y="22860"/>
                      </a:moveTo>
                      <a:lnTo>
                        <a:pt x="122111" y="26194"/>
                      </a:lnTo>
                      <a:cubicBezTo>
                        <a:pt x="119539" y="25336"/>
                        <a:pt x="118301" y="24765"/>
                        <a:pt x="118301" y="24289"/>
                      </a:cubicBezTo>
                      <a:cubicBezTo>
                        <a:pt x="118301" y="24003"/>
                        <a:pt x="118491" y="23527"/>
                        <a:pt x="118872" y="22955"/>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 name="Google Shape;813;p99"/>
                <p:cNvSpPr/>
                <p:nvPr/>
              </p:nvSpPr>
              <p:spPr>
                <a:xfrm>
                  <a:off x="5544311" y="2904077"/>
                  <a:ext cx="30956" cy="139922"/>
                </a:xfrm>
                <a:custGeom>
                  <a:avLst/>
                  <a:gdLst/>
                  <a:ahLst/>
                  <a:cxnLst/>
                  <a:rect l="l" t="t" r="r" b="b"/>
                  <a:pathLst>
                    <a:path w="30956" h="139922" extrusionOk="0">
                      <a:moveTo>
                        <a:pt x="28575" y="121634"/>
                      </a:moveTo>
                      <a:cubicBezTo>
                        <a:pt x="28670" y="124968"/>
                        <a:pt x="28575" y="127064"/>
                        <a:pt x="28099" y="127825"/>
                      </a:cubicBezTo>
                      <a:cubicBezTo>
                        <a:pt x="29242" y="132588"/>
                        <a:pt x="28956" y="136112"/>
                        <a:pt x="27432" y="138398"/>
                      </a:cubicBezTo>
                      <a:cubicBezTo>
                        <a:pt x="26384" y="138970"/>
                        <a:pt x="25051" y="139256"/>
                        <a:pt x="23432" y="139256"/>
                      </a:cubicBezTo>
                      <a:lnTo>
                        <a:pt x="18383" y="139256"/>
                      </a:lnTo>
                      <a:cubicBezTo>
                        <a:pt x="18383" y="137541"/>
                        <a:pt x="18193" y="136589"/>
                        <a:pt x="17907" y="136493"/>
                      </a:cubicBezTo>
                      <a:cubicBezTo>
                        <a:pt x="17907" y="138779"/>
                        <a:pt x="17050" y="139922"/>
                        <a:pt x="15335" y="139922"/>
                      </a:cubicBezTo>
                      <a:cubicBezTo>
                        <a:pt x="14764" y="139922"/>
                        <a:pt x="13811" y="139732"/>
                        <a:pt x="12383" y="139351"/>
                      </a:cubicBezTo>
                      <a:cubicBezTo>
                        <a:pt x="10954" y="138970"/>
                        <a:pt x="10001" y="138875"/>
                        <a:pt x="9430" y="138875"/>
                      </a:cubicBezTo>
                      <a:cubicBezTo>
                        <a:pt x="8763" y="138875"/>
                        <a:pt x="8192" y="138875"/>
                        <a:pt x="7906" y="139160"/>
                      </a:cubicBezTo>
                      <a:cubicBezTo>
                        <a:pt x="7429" y="138684"/>
                        <a:pt x="6953" y="138493"/>
                        <a:pt x="6477" y="138493"/>
                      </a:cubicBezTo>
                      <a:cubicBezTo>
                        <a:pt x="6191" y="138493"/>
                        <a:pt x="5715" y="138589"/>
                        <a:pt x="5239" y="138779"/>
                      </a:cubicBezTo>
                      <a:cubicBezTo>
                        <a:pt x="4763" y="138970"/>
                        <a:pt x="4382" y="139065"/>
                        <a:pt x="4096" y="139065"/>
                      </a:cubicBezTo>
                      <a:cubicBezTo>
                        <a:pt x="3524" y="139065"/>
                        <a:pt x="2953" y="138875"/>
                        <a:pt x="2572" y="138398"/>
                      </a:cubicBezTo>
                      <a:cubicBezTo>
                        <a:pt x="1429" y="132969"/>
                        <a:pt x="858" y="127254"/>
                        <a:pt x="858" y="121158"/>
                      </a:cubicBezTo>
                      <a:cubicBezTo>
                        <a:pt x="858" y="116300"/>
                        <a:pt x="1429" y="108490"/>
                        <a:pt x="2572" y="97631"/>
                      </a:cubicBezTo>
                      <a:cubicBezTo>
                        <a:pt x="1143" y="89630"/>
                        <a:pt x="953" y="76391"/>
                        <a:pt x="1715" y="58007"/>
                      </a:cubicBezTo>
                      <a:cubicBezTo>
                        <a:pt x="572" y="56864"/>
                        <a:pt x="0" y="55912"/>
                        <a:pt x="0" y="55245"/>
                      </a:cubicBezTo>
                      <a:cubicBezTo>
                        <a:pt x="0" y="54864"/>
                        <a:pt x="191" y="54388"/>
                        <a:pt x="762" y="53816"/>
                      </a:cubicBezTo>
                      <a:cubicBezTo>
                        <a:pt x="1238" y="53150"/>
                        <a:pt x="1524" y="52578"/>
                        <a:pt x="1524" y="52007"/>
                      </a:cubicBezTo>
                      <a:cubicBezTo>
                        <a:pt x="1524" y="51340"/>
                        <a:pt x="1238" y="50483"/>
                        <a:pt x="667" y="49435"/>
                      </a:cubicBezTo>
                      <a:cubicBezTo>
                        <a:pt x="1334" y="48673"/>
                        <a:pt x="1334" y="46482"/>
                        <a:pt x="667" y="43053"/>
                      </a:cubicBezTo>
                      <a:cubicBezTo>
                        <a:pt x="95" y="40100"/>
                        <a:pt x="953" y="38291"/>
                        <a:pt x="3239" y="37909"/>
                      </a:cubicBezTo>
                      <a:lnTo>
                        <a:pt x="667" y="33528"/>
                      </a:lnTo>
                      <a:cubicBezTo>
                        <a:pt x="1524" y="32957"/>
                        <a:pt x="2096" y="32004"/>
                        <a:pt x="2096" y="30575"/>
                      </a:cubicBezTo>
                      <a:cubicBezTo>
                        <a:pt x="2096" y="29718"/>
                        <a:pt x="1810" y="28004"/>
                        <a:pt x="1238" y="25717"/>
                      </a:cubicBezTo>
                      <a:cubicBezTo>
                        <a:pt x="667" y="23432"/>
                        <a:pt x="381" y="21717"/>
                        <a:pt x="381" y="20574"/>
                      </a:cubicBezTo>
                      <a:cubicBezTo>
                        <a:pt x="381" y="18955"/>
                        <a:pt x="858" y="17621"/>
                        <a:pt x="1715" y="16574"/>
                      </a:cubicBezTo>
                      <a:cubicBezTo>
                        <a:pt x="1334" y="12668"/>
                        <a:pt x="1238" y="10382"/>
                        <a:pt x="1238" y="9906"/>
                      </a:cubicBezTo>
                      <a:cubicBezTo>
                        <a:pt x="1238" y="5429"/>
                        <a:pt x="2858" y="2476"/>
                        <a:pt x="6096" y="1238"/>
                      </a:cubicBezTo>
                      <a:lnTo>
                        <a:pt x="9239" y="1238"/>
                      </a:lnTo>
                      <a:cubicBezTo>
                        <a:pt x="10383" y="1238"/>
                        <a:pt x="12192" y="1048"/>
                        <a:pt x="14764" y="667"/>
                      </a:cubicBezTo>
                      <a:cubicBezTo>
                        <a:pt x="17241" y="286"/>
                        <a:pt x="19241" y="0"/>
                        <a:pt x="20479" y="0"/>
                      </a:cubicBezTo>
                      <a:cubicBezTo>
                        <a:pt x="24003" y="0"/>
                        <a:pt x="26670" y="1429"/>
                        <a:pt x="28289" y="4286"/>
                      </a:cubicBezTo>
                      <a:cubicBezTo>
                        <a:pt x="28480" y="14478"/>
                        <a:pt x="28480" y="29718"/>
                        <a:pt x="28289" y="50006"/>
                      </a:cubicBezTo>
                      <a:cubicBezTo>
                        <a:pt x="28194" y="49911"/>
                        <a:pt x="27718" y="50006"/>
                        <a:pt x="26670" y="50483"/>
                      </a:cubicBezTo>
                      <a:cubicBezTo>
                        <a:pt x="26479" y="51340"/>
                        <a:pt x="26861" y="52007"/>
                        <a:pt x="28004" y="52673"/>
                      </a:cubicBezTo>
                      <a:cubicBezTo>
                        <a:pt x="29147" y="53340"/>
                        <a:pt x="29718" y="53912"/>
                        <a:pt x="29718" y="54197"/>
                      </a:cubicBezTo>
                      <a:cubicBezTo>
                        <a:pt x="29718" y="54674"/>
                        <a:pt x="29242" y="55150"/>
                        <a:pt x="28289" y="55721"/>
                      </a:cubicBezTo>
                      <a:lnTo>
                        <a:pt x="26670" y="57150"/>
                      </a:lnTo>
                      <a:cubicBezTo>
                        <a:pt x="28099" y="58960"/>
                        <a:pt x="28766" y="61150"/>
                        <a:pt x="28766" y="63722"/>
                      </a:cubicBezTo>
                      <a:cubicBezTo>
                        <a:pt x="28766" y="64865"/>
                        <a:pt x="28575" y="66675"/>
                        <a:pt x="28099" y="69151"/>
                      </a:cubicBezTo>
                      <a:cubicBezTo>
                        <a:pt x="27718" y="71628"/>
                        <a:pt x="27527" y="73533"/>
                        <a:pt x="27527" y="74771"/>
                      </a:cubicBezTo>
                      <a:cubicBezTo>
                        <a:pt x="27527" y="76391"/>
                        <a:pt x="27813" y="77915"/>
                        <a:pt x="28194" y="79248"/>
                      </a:cubicBezTo>
                      <a:cubicBezTo>
                        <a:pt x="28385" y="87725"/>
                        <a:pt x="28194" y="99822"/>
                        <a:pt x="27527" y="115538"/>
                      </a:cubicBezTo>
                      <a:cubicBezTo>
                        <a:pt x="27813" y="116015"/>
                        <a:pt x="28289" y="116205"/>
                        <a:pt x="29051" y="116110"/>
                      </a:cubicBezTo>
                      <a:lnTo>
                        <a:pt x="30956" y="116110"/>
                      </a:lnTo>
                      <a:cubicBezTo>
                        <a:pt x="29433" y="116872"/>
                        <a:pt x="28670" y="118682"/>
                        <a:pt x="28670" y="121444"/>
                      </a:cubicBezTo>
                      <a:close/>
                      <a:moveTo>
                        <a:pt x="5906" y="34671"/>
                      </a:moveTo>
                      <a:cubicBezTo>
                        <a:pt x="5906" y="34671"/>
                        <a:pt x="5429" y="34957"/>
                        <a:pt x="5429" y="35147"/>
                      </a:cubicBezTo>
                      <a:cubicBezTo>
                        <a:pt x="5429" y="35624"/>
                        <a:pt x="5715" y="36004"/>
                        <a:pt x="6287" y="36386"/>
                      </a:cubicBezTo>
                      <a:cubicBezTo>
                        <a:pt x="6858" y="36767"/>
                        <a:pt x="7334" y="36767"/>
                        <a:pt x="7811" y="36576"/>
                      </a:cubicBezTo>
                      <a:cubicBezTo>
                        <a:pt x="7239" y="35814"/>
                        <a:pt x="6572" y="35147"/>
                        <a:pt x="5906" y="34671"/>
                      </a:cubicBezTo>
                      <a:close/>
                      <a:moveTo>
                        <a:pt x="6382" y="31718"/>
                      </a:moveTo>
                      <a:lnTo>
                        <a:pt x="8287" y="28956"/>
                      </a:lnTo>
                      <a:lnTo>
                        <a:pt x="5906" y="29813"/>
                      </a:lnTo>
                      <a:cubicBezTo>
                        <a:pt x="5906" y="29813"/>
                        <a:pt x="6382" y="30575"/>
                        <a:pt x="6382" y="31718"/>
                      </a:cubicBezTo>
                      <a:close/>
                      <a:moveTo>
                        <a:pt x="5906" y="124492"/>
                      </a:moveTo>
                      <a:lnTo>
                        <a:pt x="8287" y="124492"/>
                      </a:lnTo>
                      <a:cubicBezTo>
                        <a:pt x="8192" y="123920"/>
                        <a:pt x="7811" y="123634"/>
                        <a:pt x="7049" y="123634"/>
                      </a:cubicBezTo>
                      <a:cubicBezTo>
                        <a:pt x="6287" y="123634"/>
                        <a:pt x="6001" y="123920"/>
                        <a:pt x="5906" y="124492"/>
                      </a:cubicBezTo>
                      <a:close/>
                      <a:moveTo>
                        <a:pt x="26099" y="54769"/>
                      </a:moveTo>
                      <a:cubicBezTo>
                        <a:pt x="25527" y="55721"/>
                        <a:pt x="25622" y="56293"/>
                        <a:pt x="26479" y="56674"/>
                      </a:cubicBezTo>
                      <a:cubicBezTo>
                        <a:pt x="27527" y="55912"/>
                        <a:pt x="28099" y="55150"/>
                        <a:pt x="28099" y="54578"/>
                      </a:cubicBezTo>
                      <a:cubicBezTo>
                        <a:pt x="28099" y="54102"/>
                        <a:pt x="27432" y="53435"/>
                        <a:pt x="26003" y="52578"/>
                      </a:cubicBezTo>
                      <a:cubicBezTo>
                        <a:pt x="24575" y="51721"/>
                        <a:pt x="24003" y="50863"/>
                        <a:pt x="24098" y="50101"/>
                      </a:cubicBezTo>
                      <a:lnTo>
                        <a:pt x="23241" y="50578"/>
                      </a:lnTo>
                      <a:lnTo>
                        <a:pt x="24575" y="51911"/>
                      </a:lnTo>
                      <a:lnTo>
                        <a:pt x="23241" y="53340"/>
                      </a:lnTo>
                      <a:cubicBezTo>
                        <a:pt x="23241" y="53340"/>
                        <a:pt x="22289" y="52292"/>
                        <a:pt x="21908" y="51245"/>
                      </a:cubicBezTo>
                      <a:cubicBezTo>
                        <a:pt x="21431" y="50197"/>
                        <a:pt x="20860" y="49721"/>
                        <a:pt x="20003" y="49721"/>
                      </a:cubicBezTo>
                      <a:cubicBezTo>
                        <a:pt x="19717" y="49721"/>
                        <a:pt x="19145" y="49721"/>
                        <a:pt x="18479" y="50006"/>
                      </a:cubicBezTo>
                      <a:lnTo>
                        <a:pt x="20765" y="52483"/>
                      </a:lnTo>
                      <a:cubicBezTo>
                        <a:pt x="20193" y="53245"/>
                        <a:pt x="19145" y="53816"/>
                        <a:pt x="17812" y="54197"/>
                      </a:cubicBezTo>
                      <a:cubicBezTo>
                        <a:pt x="16002" y="54769"/>
                        <a:pt x="14954" y="55054"/>
                        <a:pt x="14669" y="55245"/>
                      </a:cubicBezTo>
                      <a:cubicBezTo>
                        <a:pt x="19241" y="56674"/>
                        <a:pt x="22003" y="56007"/>
                        <a:pt x="22765" y="53340"/>
                      </a:cubicBezTo>
                      <a:cubicBezTo>
                        <a:pt x="23432" y="54674"/>
                        <a:pt x="23908" y="55340"/>
                        <a:pt x="24194" y="55245"/>
                      </a:cubicBezTo>
                      <a:cubicBezTo>
                        <a:pt x="24098" y="54769"/>
                        <a:pt x="24479" y="54197"/>
                        <a:pt x="25241" y="53340"/>
                      </a:cubicBezTo>
                      <a:cubicBezTo>
                        <a:pt x="26575" y="53340"/>
                        <a:pt x="26861" y="53816"/>
                        <a:pt x="26289" y="54674"/>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 name="Google Shape;814;p99"/>
                <p:cNvSpPr/>
                <p:nvPr/>
              </p:nvSpPr>
              <p:spPr>
                <a:xfrm>
                  <a:off x="5556503" y="2904267"/>
                  <a:ext cx="129540" cy="139445"/>
                </a:xfrm>
                <a:custGeom>
                  <a:avLst/>
                  <a:gdLst/>
                  <a:ahLst/>
                  <a:cxnLst/>
                  <a:rect l="l" t="t" r="r" b="b"/>
                  <a:pathLst>
                    <a:path w="129540" h="139445" extrusionOk="0">
                      <a:moveTo>
                        <a:pt x="1810" y="96774"/>
                      </a:moveTo>
                      <a:cubicBezTo>
                        <a:pt x="1715" y="97917"/>
                        <a:pt x="1810" y="98488"/>
                        <a:pt x="2381" y="98488"/>
                      </a:cubicBezTo>
                      <a:cubicBezTo>
                        <a:pt x="2477" y="98488"/>
                        <a:pt x="2762" y="98488"/>
                        <a:pt x="3048" y="98298"/>
                      </a:cubicBezTo>
                      <a:cubicBezTo>
                        <a:pt x="3429" y="98203"/>
                        <a:pt x="3715" y="98108"/>
                        <a:pt x="3905" y="98108"/>
                      </a:cubicBezTo>
                      <a:cubicBezTo>
                        <a:pt x="4286" y="98108"/>
                        <a:pt x="4477" y="98393"/>
                        <a:pt x="4667" y="98774"/>
                      </a:cubicBezTo>
                      <a:cubicBezTo>
                        <a:pt x="1905" y="98774"/>
                        <a:pt x="381" y="98584"/>
                        <a:pt x="0" y="98108"/>
                      </a:cubicBezTo>
                      <a:lnTo>
                        <a:pt x="1905" y="96774"/>
                      </a:lnTo>
                      <a:close/>
                      <a:moveTo>
                        <a:pt x="4572" y="114395"/>
                      </a:moveTo>
                      <a:cubicBezTo>
                        <a:pt x="4763" y="113824"/>
                        <a:pt x="5239" y="113538"/>
                        <a:pt x="5906" y="113538"/>
                      </a:cubicBezTo>
                      <a:lnTo>
                        <a:pt x="7811" y="113538"/>
                      </a:lnTo>
                      <a:cubicBezTo>
                        <a:pt x="7716" y="114109"/>
                        <a:pt x="7239" y="114395"/>
                        <a:pt x="6477" y="114395"/>
                      </a:cubicBezTo>
                      <a:lnTo>
                        <a:pt x="4572" y="114395"/>
                      </a:lnTo>
                      <a:close/>
                      <a:moveTo>
                        <a:pt x="10478" y="123539"/>
                      </a:moveTo>
                      <a:lnTo>
                        <a:pt x="10478" y="121634"/>
                      </a:lnTo>
                      <a:lnTo>
                        <a:pt x="11906" y="121634"/>
                      </a:lnTo>
                      <a:lnTo>
                        <a:pt x="10478" y="123539"/>
                      </a:lnTo>
                      <a:close/>
                      <a:moveTo>
                        <a:pt x="17907" y="112109"/>
                      </a:moveTo>
                      <a:cubicBezTo>
                        <a:pt x="18574" y="111823"/>
                        <a:pt x="19431" y="112300"/>
                        <a:pt x="20574" y="113538"/>
                      </a:cubicBezTo>
                      <a:lnTo>
                        <a:pt x="20098" y="114395"/>
                      </a:lnTo>
                      <a:lnTo>
                        <a:pt x="18002" y="112109"/>
                      </a:lnTo>
                      <a:close/>
                      <a:moveTo>
                        <a:pt x="20574" y="123539"/>
                      </a:moveTo>
                      <a:cubicBezTo>
                        <a:pt x="20574" y="123539"/>
                        <a:pt x="21241" y="123063"/>
                        <a:pt x="21717" y="122492"/>
                      </a:cubicBezTo>
                      <a:cubicBezTo>
                        <a:pt x="22098" y="121920"/>
                        <a:pt x="22479" y="121634"/>
                        <a:pt x="22860" y="121634"/>
                      </a:cubicBezTo>
                      <a:cubicBezTo>
                        <a:pt x="22860" y="122110"/>
                        <a:pt x="22574" y="122682"/>
                        <a:pt x="22003" y="123539"/>
                      </a:cubicBezTo>
                      <a:lnTo>
                        <a:pt x="20669" y="123539"/>
                      </a:lnTo>
                      <a:close/>
                      <a:moveTo>
                        <a:pt x="23908" y="108109"/>
                      </a:moveTo>
                      <a:lnTo>
                        <a:pt x="23336" y="109442"/>
                      </a:lnTo>
                      <a:lnTo>
                        <a:pt x="21431" y="109442"/>
                      </a:lnTo>
                      <a:cubicBezTo>
                        <a:pt x="21908" y="108109"/>
                        <a:pt x="22384" y="107347"/>
                        <a:pt x="22860" y="107347"/>
                      </a:cubicBezTo>
                      <a:cubicBezTo>
                        <a:pt x="23241" y="107347"/>
                        <a:pt x="23527" y="107633"/>
                        <a:pt x="23908" y="108013"/>
                      </a:cubicBezTo>
                      <a:close/>
                      <a:moveTo>
                        <a:pt x="26670" y="96202"/>
                      </a:moveTo>
                      <a:lnTo>
                        <a:pt x="26670" y="97536"/>
                      </a:lnTo>
                      <a:lnTo>
                        <a:pt x="23908" y="95345"/>
                      </a:lnTo>
                      <a:cubicBezTo>
                        <a:pt x="24575" y="95059"/>
                        <a:pt x="25527" y="95345"/>
                        <a:pt x="26670" y="96202"/>
                      </a:cubicBezTo>
                      <a:close/>
                      <a:moveTo>
                        <a:pt x="23908" y="116205"/>
                      </a:moveTo>
                      <a:cubicBezTo>
                        <a:pt x="24860" y="116205"/>
                        <a:pt x="25337" y="116872"/>
                        <a:pt x="25337" y="118110"/>
                      </a:cubicBezTo>
                      <a:lnTo>
                        <a:pt x="23908" y="118110"/>
                      </a:lnTo>
                      <a:lnTo>
                        <a:pt x="23908" y="116205"/>
                      </a:lnTo>
                      <a:close/>
                      <a:moveTo>
                        <a:pt x="27146" y="130969"/>
                      </a:moveTo>
                      <a:lnTo>
                        <a:pt x="26670" y="130207"/>
                      </a:lnTo>
                      <a:lnTo>
                        <a:pt x="29433" y="128683"/>
                      </a:lnTo>
                      <a:lnTo>
                        <a:pt x="27146" y="130969"/>
                      </a:lnTo>
                      <a:close/>
                      <a:moveTo>
                        <a:pt x="128874" y="103442"/>
                      </a:moveTo>
                      <a:lnTo>
                        <a:pt x="122777" y="104299"/>
                      </a:lnTo>
                      <a:cubicBezTo>
                        <a:pt x="122777" y="104299"/>
                        <a:pt x="122587" y="104680"/>
                        <a:pt x="122587" y="104870"/>
                      </a:cubicBezTo>
                      <a:cubicBezTo>
                        <a:pt x="122587" y="105251"/>
                        <a:pt x="123158" y="105727"/>
                        <a:pt x="124111" y="106299"/>
                      </a:cubicBezTo>
                      <a:cubicBezTo>
                        <a:pt x="125159" y="106871"/>
                        <a:pt x="125635" y="107537"/>
                        <a:pt x="125635" y="108204"/>
                      </a:cubicBezTo>
                      <a:lnTo>
                        <a:pt x="126968" y="108204"/>
                      </a:lnTo>
                      <a:cubicBezTo>
                        <a:pt x="126302" y="111823"/>
                        <a:pt x="125635" y="115348"/>
                        <a:pt x="125063" y="118967"/>
                      </a:cubicBezTo>
                      <a:cubicBezTo>
                        <a:pt x="124111" y="122777"/>
                        <a:pt x="121920" y="125254"/>
                        <a:pt x="118301" y="126397"/>
                      </a:cubicBezTo>
                      <a:cubicBezTo>
                        <a:pt x="117729" y="124301"/>
                        <a:pt x="116396" y="123730"/>
                        <a:pt x="114110" y="124492"/>
                      </a:cubicBezTo>
                      <a:lnTo>
                        <a:pt x="113443" y="124968"/>
                      </a:lnTo>
                      <a:lnTo>
                        <a:pt x="116015" y="127730"/>
                      </a:lnTo>
                      <a:cubicBezTo>
                        <a:pt x="114967" y="127540"/>
                        <a:pt x="113824" y="126873"/>
                        <a:pt x="112491" y="125730"/>
                      </a:cubicBezTo>
                      <a:cubicBezTo>
                        <a:pt x="111252" y="124587"/>
                        <a:pt x="110300" y="124111"/>
                        <a:pt x="109633" y="124111"/>
                      </a:cubicBezTo>
                      <a:cubicBezTo>
                        <a:pt x="108776" y="124111"/>
                        <a:pt x="107918" y="124587"/>
                        <a:pt x="106871" y="125444"/>
                      </a:cubicBezTo>
                      <a:lnTo>
                        <a:pt x="109252" y="125444"/>
                      </a:lnTo>
                      <a:lnTo>
                        <a:pt x="108776" y="126302"/>
                      </a:lnTo>
                      <a:cubicBezTo>
                        <a:pt x="110109" y="126778"/>
                        <a:pt x="111919" y="127921"/>
                        <a:pt x="114110" y="129540"/>
                      </a:cubicBezTo>
                      <a:lnTo>
                        <a:pt x="109252" y="131636"/>
                      </a:lnTo>
                      <a:lnTo>
                        <a:pt x="110109" y="132207"/>
                      </a:lnTo>
                      <a:cubicBezTo>
                        <a:pt x="110109" y="132207"/>
                        <a:pt x="108014" y="133160"/>
                        <a:pt x="104585" y="134683"/>
                      </a:cubicBezTo>
                      <a:cubicBezTo>
                        <a:pt x="102775" y="135350"/>
                        <a:pt x="100965" y="135636"/>
                        <a:pt x="99346" y="135636"/>
                      </a:cubicBezTo>
                      <a:cubicBezTo>
                        <a:pt x="98584" y="135636"/>
                        <a:pt x="97631" y="135636"/>
                        <a:pt x="96774" y="135446"/>
                      </a:cubicBezTo>
                      <a:cubicBezTo>
                        <a:pt x="96203" y="136970"/>
                        <a:pt x="96108" y="138017"/>
                        <a:pt x="96298" y="138589"/>
                      </a:cubicBezTo>
                      <a:lnTo>
                        <a:pt x="70009" y="139446"/>
                      </a:lnTo>
                      <a:cubicBezTo>
                        <a:pt x="67913" y="137541"/>
                        <a:pt x="64580" y="135827"/>
                        <a:pt x="60103" y="134493"/>
                      </a:cubicBezTo>
                      <a:cubicBezTo>
                        <a:pt x="55150" y="132969"/>
                        <a:pt x="52007" y="131826"/>
                        <a:pt x="50578" y="130873"/>
                      </a:cubicBezTo>
                      <a:cubicBezTo>
                        <a:pt x="50006" y="130016"/>
                        <a:pt x="48959" y="129540"/>
                        <a:pt x="47530" y="129159"/>
                      </a:cubicBezTo>
                      <a:cubicBezTo>
                        <a:pt x="46101" y="128778"/>
                        <a:pt x="44672" y="128492"/>
                        <a:pt x="43339" y="128111"/>
                      </a:cubicBezTo>
                      <a:lnTo>
                        <a:pt x="45244" y="126206"/>
                      </a:lnTo>
                      <a:lnTo>
                        <a:pt x="42672" y="123444"/>
                      </a:lnTo>
                      <a:lnTo>
                        <a:pt x="42005" y="125349"/>
                      </a:lnTo>
                      <a:cubicBezTo>
                        <a:pt x="39719" y="124778"/>
                        <a:pt x="38386" y="122872"/>
                        <a:pt x="38195" y="119634"/>
                      </a:cubicBezTo>
                      <a:cubicBezTo>
                        <a:pt x="38100" y="116776"/>
                        <a:pt x="36481" y="115348"/>
                        <a:pt x="33338" y="115348"/>
                      </a:cubicBezTo>
                      <a:lnTo>
                        <a:pt x="31052" y="115348"/>
                      </a:lnTo>
                      <a:cubicBezTo>
                        <a:pt x="33052" y="115252"/>
                        <a:pt x="34004" y="114109"/>
                        <a:pt x="34004" y="112014"/>
                      </a:cubicBezTo>
                      <a:cubicBezTo>
                        <a:pt x="34004" y="111347"/>
                        <a:pt x="33814" y="110680"/>
                        <a:pt x="33528" y="110109"/>
                      </a:cubicBezTo>
                      <a:cubicBezTo>
                        <a:pt x="33147" y="109538"/>
                        <a:pt x="31909" y="108871"/>
                        <a:pt x="29909" y="108013"/>
                      </a:cubicBezTo>
                      <a:lnTo>
                        <a:pt x="29433" y="108585"/>
                      </a:lnTo>
                      <a:cubicBezTo>
                        <a:pt x="29433" y="108585"/>
                        <a:pt x="29147" y="108871"/>
                        <a:pt x="28861" y="108871"/>
                      </a:cubicBezTo>
                      <a:cubicBezTo>
                        <a:pt x="28575" y="108871"/>
                        <a:pt x="28194" y="108394"/>
                        <a:pt x="28004" y="107537"/>
                      </a:cubicBezTo>
                      <a:cubicBezTo>
                        <a:pt x="27813" y="106775"/>
                        <a:pt x="27813" y="106013"/>
                        <a:pt x="28004" y="105251"/>
                      </a:cubicBezTo>
                      <a:cubicBezTo>
                        <a:pt x="29147" y="104965"/>
                        <a:pt x="30861" y="103822"/>
                        <a:pt x="33242" y="101632"/>
                      </a:cubicBezTo>
                      <a:cubicBezTo>
                        <a:pt x="35338" y="99822"/>
                        <a:pt x="37052" y="98869"/>
                        <a:pt x="38481" y="98869"/>
                      </a:cubicBezTo>
                      <a:cubicBezTo>
                        <a:pt x="39148" y="98869"/>
                        <a:pt x="39910" y="99060"/>
                        <a:pt x="40767" y="99441"/>
                      </a:cubicBezTo>
                      <a:cubicBezTo>
                        <a:pt x="40291" y="98679"/>
                        <a:pt x="40291" y="97917"/>
                        <a:pt x="40767" y="97346"/>
                      </a:cubicBezTo>
                      <a:cubicBezTo>
                        <a:pt x="41243" y="96774"/>
                        <a:pt x="40767" y="95917"/>
                        <a:pt x="39624" y="94774"/>
                      </a:cubicBezTo>
                      <a:lnTo>
                        <a:pt x="45530" y="92012"/>
                      </a:lnTo>
                      <a:lnTo>
                        <a:pt x="44196" y="90106"/>
                      </a:lnTo>
                      <a:cubicBezTo>
                        <a:pt x="45053" y="90106"/>
                        <a:pt x="46577" y="89535"/>
                        <a:pt x="48673" y="88487"/>
                      </a:cubicBezTo>
                      <a:cubicBezTo>
                        <a:pt x="50768" y="87439"/>
                        <a:pt x="52102" y="86868"/>
                        <a:pt x="52769" y="86868"/>
                      </a:cubicBezTo>
                      <a:cubicBezTo>
                        <a:pt x="53912" y="86868"/>
                        <a:pt x="54674" y="87725"/>
                        <a:pt x="55055" y="89440"/>
                      </a:cubicBezTo>
                      <a:cubicBezTo>
                        <a:pt x="54674" y="93250"/>
                        <a:pt x="56007" y="97060"/>
                        <a:pt x="59150" y="100870"/>
                      </a:cubicBezTo>
                      <a:cubicBezTo>
                        <a:pt x="60674" y="102679"/>
                        <a:pt x="63722" y="105632"/>
                        <a:pt x="68390" y="109538"/>
                      </a:cubicBezTo>
                      <a:cubicBezTo>
                        <a:pt x="69056" y="111157"/>
                        <a:pt x="70199" y="112014"/>
                        <a:pt x="71819" y="112014"/>
                      </a:cubicBezTo>
                      <a:cubicBezTo>
                        <a:pt x="72295" y="112014"/>
                        <a:pt x="73057" y="112014"/>
                        <a:pt x="74009" y="111728"/>
                      </a:cubicBezTo>
                      <a:cubicBezTo>
                        <a:pt x="74962" y="111538"/>
                        <a:pt x="75724" y="111442"/>
                        <a:pt x="76200" y="111442"/>
                      </a:cubicBezTo>
                      <a:cubicBezTo>
                        <a:pt x="77248" y="111442"/>
                        <a:pt x="78200" y="111633"/>
                        <a:pt x="79153" y="112109"/>
                      </a:cubicBezTo>
                      <a:cubicBezTo>
                        <a:pt x="80105" y="112585"/>
                        <a:pt x="81153" y="112776"/>
                        <a:pt x="82296" y="112776"/>
                      </a:cubicBezTo>
                      <a:cubicBezTo>
                        <a:pt x="84392" y="112776"/>
                        <a:pt x="86773" y="111823"/>
                        <a:pt x="89535" y="109823"/>
                      </a:cubicBezTo>
                      <a:cubicBezTo>
                        <a:pt x="93726" y="107061"/>
                        <a:pt x="96108" y="105537"/>
                        <a:pt x="96679" y="105346"/>
                      </a:cubicBezTo>
                      <a:cubicBezTo>
                        <a:pt x="97250" y="104489"/>
                        <a:pt x="97536" y="103537"/>
                        <a:pt x="97536" y="102584"/>
                      </a:cubicBezTo>
                      <a:cubicBezTo>
                        <a:pt x="97536" y="101251"/>
                        <a:pt x="96774" y="99346"/>
                        <a:pt x="95155" y="97155"/>
                      </a:cubicBezTo>
                      <a:cubicBezTo>
                        <a:pt x="93631" y="94869"/>
                        <a:pt x="92678" y="93154"/>
                        <a:pt x="92488" y="92012"/>
                      </a:cubicBezTo>
                      <a:cubicBezTo>
                        <a:pt x="89535" y="91535"/>
                        <a:pt x="88011" y="90488"/>
                        <a:pt x="87630" y="88773"/>
                      </a:cubicBezTo>
                      <a:lnTo>
                        <a:pt x="88487" y="88011"/>
                      </a:lnTo>
                      <a:cubicBezTo>
                        <a:pt x="84773" y="86296"/>
                        <a:pt x="79629" y="83629"/>
                        <a:pt x="73057" y="80105"/>
                      </a:cubicBezTo>
                      <a:cubicBezTo>
                        <a:pt x="72390" y="80677"/>
                        <a:pt x="71628" y="80963"/>
                        <a:pt x="70961" y="80963"/>
                      </a:cubicBezTo>
                      <a:cubicBezTo>
                        <a:pt x="70009" y="80963"/>
                        <a:pt x="68866" y="80391"/>
                        <a:pt x="67437" y="79058"/>
                      </a:cubicBezTo>
                      <a:cubicBezTo>
                        <a:pt x="66008" y="77819"/>
                        <a:pt x="64961" y="77152"/>
                        <a:pt x="64199" y="77152"/>
                      </a:cubicBezTo>
                      <a:cubicBezTo>
                        <a:pt x="63818" y="77152"/>
                        <a:pt x="63532" y="77343"/>
                        <a:pt x="63151" y="77533"/>
                      </a:cubicBezTo>
                      <a:cubicBezTo>
                        <a:pt x="60198" y="76676"/>
                        <a:pt x="57341" y="74295"/>
                        <a:pt x="54483" y="70390"/>
                      </a:cubicBezTo>
                      <a:cubicBezTo>
                        <a:pt x="51245" y="66008"/>
                        <a:pt x="48578" y="63151"/>
                        <a:pt x="46292" y="61913"/>
                      </a:cubicBezTo>
                      <a:cubicBezTo>
                        <a:pt x="46577" y="60674"/>
                        <a:pt x="46006" y="59055"/>
                        <a:pt x="44577" y="57150"/>
                      </a:cubicBezTo>
                      <a:cubicBezTo>
                        <a:pt x="43149" y="55245"/>
                        <a:pt x="42577" y="53816"/>
                        <a:pt x="42863" y="52768"/>
                      </a:cubicBezTo>
                      <a:cubicBezTo>
                        <a:pt x="42101" y="51244"/>
                        <a:pt x="41529" y="48387"/>
                        <a:pt x="41339" y="44101"/>
                      </a:cubicBezTo>
                      <a:cubicBezTo>
                        <a:pt x="41053" y="40291"/>
                        <a:pt x="40958" y="36481"/>
                        <a:pt x="40767" y="32671"/>
                      </a:cubicBezTo>
                      <a:cubicBezTo>
                        <a:pt x="41720" y="32290"/>
                        <a:pt x="42196" y="31909"/>
                        <a:pt x="42196" y="31337"/>
                      </a:cubicBezTo>
                      <a:cubicBezTo>
                        <a:pt x="42196" y="30956"/>
                        <a:pt x="41910" y="30385"/>
                        <a:pt x="41529" y="29718"/>
                      </a:cubicBezTo>
                      <a:cubicBezTo>
                        <a:pt x="41053" y="28956"/>
                        <a:pt x="40767" y="28480"/>
                        <a:pt x="40767" y="28099"/>
                      </a:cubicBezTo>
                      <a:cubicBezTo>
                        <a:pt x="41339" y="26479"/>
                        <a:pt x="43339" y="24289"/>
                        <a:pt x="46673" y="21526"/>
                      </a:cubicBezTo>
                      <a:cubicBezTo>
                        <a:pt x="49435" y="19145"/>
                        <a:pt x="50864" y="16764"/>
                        <a:pt x="50864" y="14573"/>
                      </a:cubicBezTo>
                      <a:cubicBezTo>
                        <a:pt x="51340" y="14478"/>
                        <a:pt x="52102" y="14002"/>
                        <a:pt x="53245" y="13144"/>
                      </a:cubicBezTo>
                      <a:cubicBezTo>
                        <a:pt x="54388" y="12383"/>
                        <a:pt x="55150" y="11906"/>
                        <a:pt x="55626" y="11906"/>
                      </a:cubicBezTo>
                      <a:cubicBezTo>
                        <a:pt x="55912" y="11906"/>
                        <a:pt x="56293" y="12097"/>
                        <a:pt x="56483" y="12573"/>
                      </a:cubicBezTo>
                      <a:cubicBezTo>
                        <a:pt x="58674" y="9239"/>
                        <a:pt x="62199" y="6667"/>
                        <a:pt x="67056" y="4858"/>
                      </a:cubicBezTo>
                      <a:cubicBezTo>
                        <a:pt x="71342" y="3429"/>
                        <a:pt x="75629" y="2096"/>
                        <a:pt x="79915" y="667"/>
                      </a:cubicBezTo>
                      <a:cubicBezTo>
                        <a:pt x="81153" y="190"/>
                        <a:pt x="82487" y="0"/>
                        <a:pt x="83725" y="0"/>
                      </a:cubicBezTo>
                      <a:cubicBezTo>
                        <a:pt x="85630" y="0"/>
                        <a:pt x="88106" y="762"/>
                        <a:pt x="91250" y="2191"/>
                      </a:cubicBezTo>
                      <a:cubicBezTo>
                        <a:pt x="94298" y="3619"/>
                        <a:pt x="96774" y="4381"/>
                        <a:pt x="98679" y="4381"/>
                      </a:cubicBezTo>
                      <a:cubicBezTo>
                        <a:pt x="99536" y="4381"/>
                        <a:pt x="100299" y="4286"/>
                        <a:pt x="101156" y="4000"/>
                      </a:cubicBezTo>
                      <a:cubicBezTo>
                        <a:pt x="101918" y="5620"/>
                        <a:pt x="103346" y="6763"/>
                        <a:pt x="105442" y="7334"/>
                      </a:cubicBezTo>
                      <a:cubicBezTo>
                        <a:pt x="108109" y="8096"/>
                        <a:pt x="109824" y="8858"/>
                        <a:pt x="110585" y="9334"/>
                      </a:cubicBezTo>
                      <a:cubicBezTo>
                        <a:pt x="114491" y="9715"/>
                        <a:pt x="118015" y="14764"/>
                        <a:pt x="121158" y="24575"/>
                      </a:cubicBezTo>
                      <a:cubicBezTo>
                        <a:pt x="121158" y="26003"/>
                        <a:pt x="120015" y="27813"/>
                        <a:pt x="118205" y="30099"/>
                      </a:cubicBezTo>
                      <a:cubicBezTo>
                        <a:pt x="116300" y="32385"/>
                        <a:pt x="115348" y="34290"/>
                        <a:pt x="115538" y="35909"/>
                      </a:cubicBezTo>
                      <a:cubicBezTo>
                        <a:pt x="114300" y="35719"/>
                        <a:pt x="113633" y="36195"/>
                        <a:pt x="113443" y="37338"/>
                      </a:cubicBezTo>
                      <a:cubicBezTo>
                        <a:pt x="113252" y="38862"/>
                        <a:pt x="113062" y="39624"/>
                        <a:pt x="112586" y="39910"/>
                      </a:cubicBezTo>
                      <a:cubicBezTo>
                        <a:pt x="109347" y="41434"/>
                        <a:pt x="107061" y="42196"/>
                        <a:pt x="105823" y="42196"/>
                      </a:cubicBezTo>
                      <a:cubicBezTo>
                        <a:pt x="104013" y="42196"/>
                        <a:pt x="102299" y="41053"/>
                        <a:pt x="100584" y="38767"/>
                      </a:cubicBezTo>
                      <a:cubicBezTo>
                        <a:pt x="100489" y="36957"/>
                        <a:pt x="99251" y="35528"/>
                        <a:pt x="97060" y="34576"/>
                      </a:cubicBezTo>
                      <a:cubicBezTo>
                        <a:pt x="94583" y="33623"/>
                        <a:pt x="93059" y="32575"/>
                        <a:pt x="92583" y="31242"/>
                      </a:cubicBezTo>
                      <a:cubicBezTo>
                        <a:pt x="91821" y="31147"/>
                        <a:pt x="90107" y="30480"/>
                        <a:pt x="87154" y="29337"/>
                      </a:cubicBezTo>
                      <a:cubicBezTo>
                        <a:pt x="84868" y="28480"/>
                        <a:pt x="82963" y="28004"/>
                        <a:pt x="81629" y="28004"/>
                      </a:cubicBezTo>
                      <a:cubicBezTo>
                        <a:pt x="79629" y="28004"/>
                        <a:pt x="78010" y="28956"/>
                        <a:pt x="76581" y="30766"/>
                      </a:cubicBezTo>
                      <a:cubicBezTo>
                        <a:pt x="76105" y="30671"/>
                        <a:pt x="75724" y="30575"/>
                        <a:pt x="75343" y="30575"/>
                      </a:cubicBezTo>
                      <a:cubicBezTo>
                        <a:pt x="74486" y="30575"/>
                        <a:pt x="72962" y="31433"/>
                        <a:pt x="71057" y="33147"/>
                      </a:cubicBezTo>
                      <a:cubicBezTo>
                        <a:pt x="71628" y="34195"/>
                        <a:pt x="71914" y="35052"/>
                        <a:pt x="71914" y="35909"/>
                      </a:cubicBezTo>
                      <a:cubicBezTo>
                        <a:pt x="71914" y="36957"/>
                        <a:pt x="71152" y="37909"/>
                        <a:pt x="69628" y="38767"/>
                      </a:cubicBezTo>
                      <a:cubicBezTo>
                        <a:pt x="68104" y="39624"/>
                        <a:pt x="67247" y="40481"/>
                        <a:pt x="67247" y="41243"/>
                      </a:cubicBezTo>
                      <a:cubicBezTo>
                        <a:pt x="67247" y="41910"/>
                        <a:pt x="67723" y="42863"/>
                        <a:pt x="68485" y="44005"/>
                      </a:cubicBezTo>
                      <a:cubicBezTo>
                        <a:pt x="73343" y="51054"/>
                        <a:pt x="80677" y="56388"/>
                        <a:pt x="90488" y="59912"/>
                      </a:cubicBezTo>
                      <a:cubicBezTo>
                        <a:pt x="91726" y="60198"/>
                        <a:pt x="93536" y="61436"/>
                        <a:pt x="96012" y="63246"/>
                      </a:cubicBezTo>
                      <a:cubicBezTo>
                        <a:pt x="98393" y="65151"/>
                        <a:pt x="100299" y="66199"/>
                        <a:pt x="101918" y="66389"/>
                      </a:cubicBezTo>
                      <a:cubicBezTo>
                        <a:pt x="103537" y="66580"/>
                        <a:pt x="105728" y="67913"/>
                        <a:pt x="108680" y="70294"/>
                      </a:cubicBezTo>
                      <a:cubicBezTo>
                        <a:pt x="111157" y="72580"/>
                        <a:pt x="113633" y="73628"/>
                        <a:pt x="115919" y="73247"/>
                      </a:cubicBezTo>
                      <a:cubicBezTo>
                        <a:pt x="115919" y="74390"/>
                        <a:pt x="116110" y="75057"/>
                        <a:pt x="116396" y="75152"/>
                      </a:cubicBezTo>
                      <a:cubicBezTo>
                        <a:pt x="117443" y="75152"/>
                        <a:pt x="118205" y="75914"/>
                        <a:pt x="118777" y="77438"/>
                      </a:cubicBezTo>
                      <a:cubicBezTo>
                        <a:pt x="119253" y="79058"/>
                        <a:pt x="120110" y="79629"/>
                        <a:pt x="121063" y="79248"/>
                      </a:cubicBezTo>
                      <a:cubicBezTo>
                        <a:pt x="121349" y="80010"/>
                        <a:pt x="122777" y="82391"/>
                        <a:pt x="125540" y="86296"/>
                      </a:cubicBezTo>
                      <a:cubicBezTo>
                        <a:pt x="127635" y="89535"/>
                        <a:pt x="128683" y="92488"/>
                        <a:pt x="128683" y="95155"/>
                      </a:cubicBezTo>
                      <a:cubicBezTo>
                        <a:pt x="129254" y="95821"/>
                        <a:pt x="129540" y="96583"/>
                        <a:pt x="129540" y="97250"/>
                      </a:cubicBezTo>
                      <a:cubicBezTo>
                        <a:pt x="129540" y="97822"/>
                        <a:pt x="129254" y="98584"/>
                        <a:pt x="128683" y="99441"/>
                      </a:cubicBezTo>
                      <a:cubicBezTo>
                        <a:pt x="128111" y="100298"/>
                        <a:pt x="127826" y="100965"/>
                        <a:pt x="127826" y="101251"/>
                      </a:cubicBezTo>
                      <a:cubicBezTo>
                        <a:pt x="127826" y="101917"/>
                        <a:pt x="128302" y="102584"/>
                        <a:pt x="129159" y="103251"/>
                      </a:cubicBezTo>
                      <a:close/>
                      <a:moveTo>
                        <a:pt x="29433" y="107633"/>
                      </a:moveTo>
                      <a:lnTo>
                        <a:pt x="33433" y="106299"/>
                      </a:lnTo>
                      <a:lnTo>
                        <a:pt x="31528" y="106299"/>
                      </a:lnTo>
                      <a:lnTo>
                        <a:pt x="29433" y="107633"/>
                      </a:lnTo>
                      <a:close/>
                      <a:moveTo>
                        <a:pt x="30575" y="124396"/>
                      </a:moveTo>
                      <a:lnTo>
                        <a:pt x="31433" y="124396"/>
                      </a:lnTo>
                      <a:lnTo>
                        <a:pt x="32766" y="125444"/>
                      </a:lnTo>
                      <a:lnTo>
                        <a:pt x="30575" y="124396"/>
                      </a:lnTo>
                      <a:close/>
                      <a:moveTo>
                        <a:pt x="36100" y="133540"/>
                      </a:moveTo>
                      <a:cubicBezTo>
                        <a:pt x="35909" y="132302"/>
                        <a:pt x="36291" y="131159"/>
                        <a:pt x="37338" y="130112"/>
                      </a:cubicBezTo>
                      <a:lnTo>
                        <a:pt x="37148" y="130302"/>
                      </a:lnTo>
                      <a:cubicBezTo>
                        <a:pt x="37148" y="130302"/>
                        <a:pt x="37433" y="131064"/>
                        <a:pt x="37910" y="131636"/>
                      </a:cubicBezTo>
                      <a:cubicBezTo>
                        <a:pt x="38386" y="132112"/>
                        <a:pt x="38672" y="132493"/>
                        <a:pt x="38672" y="132779"/>
                      </a:cubicBezTo>
                      <a:cubicBezTo>
                        <a:pt x="38672" y="133160"/>
                        <a:pt x="38481" y="133445"/>
                        <a:pt x="38005" y="133636"/>
                      </a:cubicBezTo>
                      <a:lnTo>
                        <a:pt x="36100" y="133636"/>
                      </a:lnTo>
                      <a:close/>
                      <a:moveTo>
                        <a:pt x="37624" y="129540"/>
                      </a:moveTo>
                      <a:cubicBezTo>
                        <a:pt x="37624" y="129540"/>
                        <a:pt x="37243" y="129921"/>
                        <a:pt x="37243" y="130016"/>
                      </a:cubicBezTo>
                      <a:cubicBezTo>
                        <a:pt x="37243" y="130016"/>
                        <a:pt x="37433" y="129730"/>
                        <a:pt x="37624" y="129540"/>
                      </a:cubicBezTo>
                      <a:close/>
                      <a:moveTo>
                        <a:pt x="37910" y="126302"/>
                      </a:moveTo>
                      <a:cubicBezTo>
                        <a:pt x="37910" y="126302"/>
                        <a:pt x="38958" y="126587"/>
                        <a:pt x="39434" y="127159"/>
                      </a:cubicBezTo>
                      <a:cubicBezTo>
                        <a:pt x="40005" y="127730"/>
                        <a:pt x="40386" y="128111"/>
                        <a:pt x="40481" y="128206"/>
                      </a:cubicBezTo>
                      <a:cubicBezTo>
                        <a:pt x="39815" y="128302"/>
                        <a:pt x="38767" y="128778"/>
                        <a:pt x="37529" y="129540"/>
                      </a:cubicBezTo>
                      <a:cubicBezTo>
                        <a:pt x="38481" y="128397"/>
                        <a:pt x="38481" y="127254"/>
                        <a:pt x="37814" y="126302"/>
                      </a:cubicBezTo>
                      <a:close/>
                      <a:moveTo>
                        <a:pt x="41910" y="111633"/>
                      </a:moveTo>
                      <a:lnTo>
                        <a:pt x="41910" y="110300"/>
                      </a:lnTo>
                      <a:lnTo>
                        <a:pt x="37910" y="108204"/>
                      </a:lnTo>
                      <a:lnTo>
                        <a:pt x="41910" y="111633"/>
                      </a:lnTo>
                      <a:close/>
                      <a:moveTo>
                        <a:pt x="45149" y="117062"/>
                      </a:moveTo>
                      <a:cubicBezTo>
                        <a:pt x="45149" y="117062"/>
                        <a:pt x="45625" y="117158"/>
                        <a:pt x="46863" y="117348"/>
                      </a:cubicBezTo>
                      <a:cubicBezTo>
                        <a:pt x="47530" y="117443"/>
                        <a:pt x="48101" y="117158"/>
                        <a:pt x="48387" y="116300"/>
                      </a:cubicBezTo>
                      <a:cubicBezTo>
                        <a:pt x="46958" y="115824"/>
                        <a:pt x="45911" y="116110"/>
                        <a:pt x="45053" y="117062"/>
                      </a:cubicBezTo>
                      <a:cubicBezTo>
                        <a:pt x="44672" y="117062"/>
                        <a:pt x="44482" y="117253"/>
                        <a:pt x="44482" y="117538"/>
                      </a:cubicBezTo>
                      <a:lnTo>
                        <a:pt x="43149" y="118872"/>
                      </a:lnTo>
                      <a:lnTo>
                        <a:pt x="44482" y="118872"/>
                      </a:lnTo>
                      <a:cubicBezTo>
                        <a:pt x="44482" y="118300"/>
                        <a:pt x="44482" y="117919"/>
                        <a:pt x="44482" y="117538"/>
                      </a:cubicBezTo>
                      <a:lnTo>
                        <a:pt x="45053" y="117062"/>
                      </a:lnTo>
                      <a:close/>
                      <a:moveTo>
                        <a:pt x="46006" y="51530"/>
                      </a:moveTo>
                      <a:cubicBezTo>
                        <a:pt x="46577" y="50959"/>
                        <a:pt x="46768" y="50387"/>
                        <a:pt x="46482" y="50006"/>
                      </a:cubicBezTo>
                      <a:lnTo>
                        <a:pt x="47054" y="48768"/>
                      </a:lnTo>
                      <a:cubicBezTo>
                        <a:pt x="46577" y="48196"/>
                        <a:pt x="46006" y="47720"/>
                        <a:pt x="45244" y="47339"/>
                      </a:cubicBezTo>
                      <a:cubicBezTo>
                        <a:pt x="44482" y="46958"/>
                        <a:pt x="44006" y="46863"/>
                        <a:pt x="43815" y="46863"/>
                      </a:cubicBezTo>
                      <a:cubicBezTo>
                        <a:pt x="45625" y="47815"/>
                        <a:pt x="46577" y="48863"/>
                        <a:pt x="46577" y="50006"/>
                      </a:cubicBezTo>
                      <a:lnTo>
                        <a:pt x="46101" y="51530"/>
                      </a:lnTo>
                      <a:close/>
                      <a:moveTo>
                        <a:pt x="57912" y="41529"/>
                      </a:moveTo>
                      <a:lnTo>
                        <a:pt x="57912" y="41053"/>
                      </a:lnTo>
                      <a:cubicBezTo>
                        <a:pt x="57436" y="38005"/>
                        <a:pt x="55341" y="36576"/>
                        <a:pt x="51721" y="36576"/>
                      </a:cubicBezTo>
                      <a:cubicBezTo>
                        <a:pt x="48863" y="36576"/>
                        <a:pt x="46482" y="37338"/>
                        <a:pt x="44577" y="38957"/>
                      </a:cubicBezTo>
                      <a:cubicBezTo>
                        <a:pt x="45149" y="39148"/>
                        <a:pt x="45816" y="40291"/>
                        <a:pt x="46387" y="42291"/>
                      </a:cubicBezTo>
                      <a:cubicBezTo>
                        <a:pt x="47054" y="44291"/>
                        <a:pt x="48197" y="45148"/>
                        <a:pt x="49816" y="44767"/>
                      </a:cubicBezTo>
                      <a:lnTo>
                        <a:pt x="49816" y="44196"/>
                      </a:lnTo>
                      <a:cubicBezTo>
                        <a:pt x="49816" y="44196"/>
                        <a:pt x="50578" y="42577"/>
                        <a:pt x="51054" y="40386"/>
                      </a:cubicBezTo>
                      <a:cubicBezTo>
                        <a:pt x="51435" y="38576"/>
                        <a:pt x="52102" y="37624"/>
                        <a:pt x="53150" y="37624"/>
                      </a:cubicBezTo>
                      <a:cubicBezTo>
                        <a:pt x="53531" y="37624"/>
                        <a:pt x="54102" y="37814"/>
                        <a:pt x="54674" y="38100"/>
                      </a:cubicBezTo>
                      <a:lnTo>
                        <a:pt x="54674" y="39433"/>
                      </a:lnTo>
                      <a:cubicBezTo>
                        <a:pt x="54674" y="39433"/>
                        <a:pt x="55150" y="39243"/>
                        <a:pt x="55531" y="39243"/>
                      </a:cubicBezTo>
                      <a:cubicBezTo>
                        <a:pt x="55817" y="39243"/>
                        <a:pt x="56579" y="39910"/>
                        <a:pt x="58008" y="41338"/>
                      </a:cubicBezTo>
                      <a:close/>
                      <a:moveTo>
                        <a:pt x="47054" y="96869"/>
                      </a:moveTo>
                      <a:cubicBezTo>
                        <a:pt x="46006" y="96869"/>
                        <a:pt x="45339" y="96679"/>
                        <a:pt x="45149" y="96298"/>
                      </a:cubicBezTo>
                      <a:lnTo>
                        <a:pt x="46482" y="98203"/>
                      </a:lnTo>
                      <a:cubicBezTo>
                        <a:pt x="47054" y="97822"/>
                        <a:pt x="47244" y="97441"/>
                        <a:pt x="47054" y="96869"/>
                      </a:cubicBezTo>
                      <a:close/>
                      <a:moveTo>
                        <a:pt x="48483" y="43434"/>
                      </a:moveTo>
                      <a:lnTo>
                        <a:pt x="47911" y="42863"/>
                      </a:lnTo>
                      <a:lnTo>
                        <a:pt x="49340" y="42863"/>
                      </a:lnTo>
                      <a:cubicBezTo>
                        <a:pt x="49340" y="42863"/>
                        <a:pt x="48959" y="43148"/>
                        <a:pt x="48483" y="43434"/>
                      </a:cubicBezTo>
                      <a:close/>
                      <a:moveTo>
                        <a:pt x="49340" y="42863"/>
                      </a:moveTo>
                      <a:cubicBezTo>
                        <a:pt x="49340" y="42863"/>
                        <a:pt x="49721" y="42672"/>
                        <a:pt x="49816" y="42863"/>
                      </a:cubicBezTo>
                      <a:lnTo>
                        <a:pt x="49340" y="42863"/>
                      </a:lnTo>
                      <a:close/>
                      <a:moveTo>
                        <a:pt x="50578" y="127825"/>
                      </a:moveTo>
                      <a:lnTo>
                        <a:pt x="52007" y="126397"/>
                      </a:lnTo>
                      <a:cubicBezTo>
                        <a:pt x="51435" y="125825"/>
                        <a:pt x="50959" y="125539"/>
                        <a:pt x="50578" y="125539"/>
                      </a:cubicBezTo>
                      <a:lnTo>
                        <a:pt x="50578" y="127825"/>
                      </a:lnTo>
                      <a:close/>
                      <a:moveTo>
                        <a:pt x="52674" y="45339"/>
                      </a:moveTo>
                      <a:cubicBezTo>
                        <a:pt x="52864" y="44577"/>
                        <a:pt x="52674" y="43815"/>
                        <a:pt x="52007" y="42863"/>
                      </a:cubicBezTo>
                      <a:lnTo>
                        <a:pt x="52007" y="46196"/>
                      </a:lnTo>
                      <a:lnTo>
                        <a:pt x="52674" y="45339"/>
                      </a:lnTo>
                      <a:close/>
                      <a:moveTo>
                        <a:pt x="55245" y="138970"/>
                      </a:moveTo>
                      <a:lnTo>
                        <a:pt x="54769" y="138398"/>
                      </a:lnTo>
                      <a:lnTo>
                        <a:pt x="56102" y="138398"/>
                      </a:lnTo>
                      <a:cubicBezTo>
                        <a:pt x="55436" y="138684"/>
                        <a:pt x="55150" y="138970"/>
                        <a:pt x="55245" y="138970"/>
                      </a:cubicBezTo>
                      <a:close/>
                      <a:moveTo>
                        <a:pt x="72009" y="124587"/>
                      </a:moveTo>
                      <a:lnTo>
                        <a:pt x="72676" y="123730"/>
                      </a:lnTo>
                      <a:lnTo>
                        <a:pt x="72009" y="121825"/>
                      </a:lnTo>
                      <a:lnTo>
                        <a:pt x="72009" y="124587"/>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 name="Google Shape;815;p99"/>
                <p:cNvSpPr/>
                <p:nvPr/>
              </p:nvSpPr>
              <p:spPr>
                <a:xfrm>
                  <a:off x="5691377" y="2904362"/>
                  <a:ext cx="107632" cy="140684"/>
                </a:xfrm>
                <a:custGeom>
                  <a:avLst/>
                  <a:gdLst/>
                  <a:ahLst/>
                  <a:cxnLst/>
                  <a:rect l="l" t="t" r="r" b="b"/>
                  <a:pathLst>
                    <a:path w="107632" h="140684" extrusionOk="0">
                      <a:moveTo>
                        <a:pt x="95060" y="112490"/>
                      </a:moveTo>
                      <a:cubicBezTo>
                        <a:pt x="97346" y="114014"/>
                        <a:pt x="98584" y="116491"/>
                        <a:pt x="98870" y="119920"/>
                      </a:cubicBezTo>
                      <a:cubicBezTo>
                        <a:pt x="98965" y="122968"/>
                        <a:pt x="99060" y="125825"/>
                        <a:pt x="99060" y="128683"/>
                      </a:cubicBezTo>
                      <a:cubicBezTo>
                        <a:pt x="99060" y="130302"/>
                        <a:pt x="99346" y="131731"/>
                        <a:pt x="99727" y="132874"/>
                      </a:cubicBezTo>
                      <a:cubicBezTo>
                        <a:pt x="96488" y="138017"/>
                        <a:pt x="91059" y="140684"/>
                        <a:pt x="83439" y="140684"/>
                      </a:cubicBezTo>
                      <a:cubicBezTo>
                        <a:pt x="81248" y="140684"/>
                        <a:pt x="77819" y="140399"/>
                        <a:pt x="73152" y="140017"/>
                      </a:cubicBezTo>
                      <a:cubicBezTo>
                        <a:pt x="68485" y="139541"/>
                        <a:pt x="64961" y="139351"/>
                        <a:pt x="62675" y="139351"/>
                      </a:cubicBezTo>
                      <a:cubicBezTo>
                        <a:pt x="60388" y="139351"/>
                        <a:pt x="58103" y="139351"/>
                        <a:pt x="56293" y="139732"/>
                      </a:cubicBezTo>
                      <a:lnTo>
                        <a:pt x="16859" y="139732"/>
                      </a:lnTo>
                      <a:lnTo>
                        <a:pt x="16859" y="139160"/>
                      </a:lnTo>
                      <a:cubicBezTo>
                        <a:pt x="15431" y="138398"/>
                        <a:pt x="13049" y="138208"/>
                        <a:pt x="9620" y="138779"/>
                      </a:cubicBezTo>
                      <a:cubicBezTo>
                        <a:pt x="6096" y="139351"/>
                        <a:pt x="3524" y="139065"/>
                        <a:pt x="1715" y="137732"/>
                      </a:cubicBezTo>
                      <a:cubicBezTo>
                        <a:pt x="2286" y="121253"/>
                        <a:pt x="2572" y="104966"/>
                        <a:pt x="2572" y="88773"/>
                      </a:cubicBezTo>
                      <a:cubicBezTo>
                        <a:pt x="2572" y="72580"/>
                        <a:pt x="2286" y="56293"/>
                        <a:pt x="1715" y="39815"/>
                      </a:cubicBezTo>
                      <a:cubicBezTo>
                        <a:pt x="2381" y="40291"/>
                        <a:pt x="2858" y="40481"/>
                        <a:pt x="3048" y="40291"/>
                      </a:cubicBezTo>
                      <a:lnTo>
                        <a:pt x="3620" y="39815"/>
                      </a:lnTo>
                      <a:cubicBezTo>
                        <a:pt x="3620" y="39148"/>
                        <a:pt x="3429" y="38671"/>
                        <a:pt x="2762" y="38386"/>
                      </a:cubicBezTo>
                      <a:cubicBezTo>
                        <a:pt x="2096" y="38100"/>
                        <a:pt x="1715" y="37909"/>
                        <a:pt x="1715" y="37719"/>
                      </a:cubicBezTo>
                      <a:cubicBezTo>
                        <a:pt x="1715" y="37529"/>
                        <a:pt x="2000" y="37148"/>
                        <a:pt x="2572" y="36481"/>
                      </a:cubicBezTo>
                      <a:cubicBezTo>
                        <a:pt x="2572" y="37529"/>
                        <a:pt x="2762" y="38195"/>
                        <a:pt x="3048" y="38386"/>
                      </a:cubicBezTo>
                      <a:cubicBezTo>
                        <a:pt x="4191" y="38291"/>
                        <a:pt x="4477" y="37624"/>
                        <a:pt x="4001" y="36386"/>
                      </a:cubicBezTo>
                      <a:cubicBezTo>
                        <a:pt x="3429" y="35147"/>
                        <a:pt x="3620" y="34480"/>
                        <a:pt x="4477" y="34290"/>
                      </a:cubicBezTo>
                      <a:cubicBezTo>
                        <a:pt x="4286" y="34480"/>
                        <a:pt x="4286" y="34766"/>
                        <a:pt x="4286" y="34957"/>
                      </a:cubicBezTo>
                      <a:cubicBezTo>
                        <a:pt x="4286" y="35433"/>
                        <a:pt x="4572" y="35909"/>
                        <a:pt x="5239" y="36386"/>
                      </a:cubicBezTo>
                      <a:cubicBezTo>
                        <a:pt x="5810" y="36957"/>
                        <a:pt x="6191" y="37338"/>
                        <a:pt x="6382" y="37529"/>
                      </a:cubicBezTo>
                      <a:lnTo>
                        <a:pt x="9144" y="37052"/>
                      </a:lnTo>
                      <a:lnTo>
                        <a:pt x="6382" y="35147"/>
                      </a:lnTo>
                      <a:lnTo>
                        <a:pt x="9144" y="33719"/>
                      </a:lnTo>
                      <a:cubicBezTo>
                        <a:pt x="9144" y="33719"/>
                        <a:pt x="8382" y="32957"/>
                        <a:pt x="7049" y="31718"/>
                      </a:cubicBezTo>
                      <a:cubicBezTo>
                        <a:pt x="6096" y="30956"/>
                        <a:pt x="5429" y="30480"/>
                        <a:pt x="4763" y="30480"/>
                      </a:cubicBezTo>
                      <a:cubicBezTo>
                        <a:pt x="4096" y="30480"/>
                        <a:pt x="3524" y="30956"/>
                        <a:pt x="3048" y="31813"/>
                      </a:cubicBezTo>
                      <a:cubicBezTo>
                        <a:pt x="2286" y="31433"/>
                        <a:pt x="1810" y="30956"/>
                        <a:pt x="1810" y="30480"/>
                      </a:cubicBezTo>
                      <a:cubicBezTo>
                        <a:pt x="1810" y="30290"/>
                        <a:pt x="2286" y="29813"/>
                        <a:pt x="3143" y="29051"/>
                      </a:cubicBezTo>
                      <a:cubicBezTo>
                        <a:pt x="4096" y="28289"/>
                        <a:pt x="4477" y="27623"/>
                        <a:pt x="4382" y="27051"/>
                      </a:cubicBezTo>
                      <a:lnTo>
                        <a:pt x="5715" y="28384"/>
                      </a:lnTo>
                      <a:lnTo>
                        <a:pt x="6572" y="27337"/>
                      </a:lnTo>
                      <a:cubicBezTo>
                        <a:pt x="6572" y="27337"/>
                        <a:pt x="7334" y="27813"/>
                        <a:pt x="7811" y="27813"/>
                      </a:cubicBezTo>
                      <a:cubicBezTo>
                        <a:pt x="8382" y="27813"/>
                        <a:pt x="9239" y="27527"/>
                        <a:pt x="10478" y="26956"/>
                      </a:cubicBezTo>
                      <a:cubicBezTo>
                        <a:pt x="11621" y="26384"/>
                        <a:pt x="12573" y="26099"/>
                        <a:pt x="13145" y="26099"/>
                      </a:cubicBezTo>
                      <a:cubicBezTo>
                        <a:pt x="13811" y="26099"/>
                        <a:pt x="14383" y="26384"/>
                        <a:pt x="14859" y="26956"/>
                      </a:cubicBezTo>
                      <a:lnTo>
                        <a:pt x="15716" y="26384"/>
                      </a:lnTo>
                      <a:cubicBezTo>
                        <a:pt x="15621" y="25337"/>
                        <a:pt x="14954" y="24670"/>
                        <a:pt x="13716" y="24194"/>
                      </a:cubicBezTo>
                      <a:cubicBezTo>
                        <a:pt x="12478" y="23813"/>
                        <a:pt x="11811" y="23432"/>
                        <a:pt x="11525" y="23050"/>
                      </a:cubicBezTo>
                      <a:cubicBezTo>
                        <a:pt x="9716" y="22955"/>
                        <a:pt x="7429" y="22955"/>
                        <a:pt x="4763" y="23050"/>
                      </a:cubicBezTo>
                      <a:cubicBezTo>
                        <a:pt x="4477" y="23622"/>
                        <a:pt x="4286" y="23908"/>
                        <a:pt x="4001" y="23908"/>
                      </a:cubicBezTo>
                      <a:cubicBezTo>
                        <a:pt x="3524" y="23622"/>
                        <a:pt x="3143" y="23336"/>
                        <a:pt x="2953" y="23336"/>
                      </a:cubicBezTo>
                      <a:cubicBezTo>
                        <a:pt x="2762" y="23336"/>
                        <a:pt x="2477" y="23336"/>
                        <a:pt x="2286" y="23527"/>
                      </a:cubicBezTo>
                      <a:lnTo>
                        <a:pt x="857" y="18383"/>
                      </a:lnTo>
                      <a:cubicBezTo>
                        <a:pt x="1810" y="18383"/>
                        <a:pt x="2381" y="18098"/>
                        <a:pt x="2762" y="17526"/>
                      </a:cubicBezTo>
                      <a:cubicBezTo>
                        <a:pt x="2762" y="16478"/>
                        <a:pt x="2286" y="16192"/>
                        <a:pt x="1429" y="16669"/>
                      </a:cubicBezTo>
                      <a:cubicBezTo>
                        <a:pt x="571" y="17145"/>
                        <a:pt x="95" y="17050"/>
                        <a:pt x="0" y="16383"/>
                      </a:cubicBezTo>
                      <a:lnTo>
                        <a:pt x="1429" y="14954"/>
                      </a:lnTo>
                      <a:lnTo>
                        <a:pt x="2762" y="16383"/>
                      </a:lnTo>
                      <a:cubicBezTo>
                        <a:pt x="2762" y="16383"/>
                        <a:pt x="3334" y="14954"/>
                        <a:pt x="3334" y="13049"/>
                      </a:cubicBezTo>
                      <a:cubicBezTo>
                        <a:pt x="3334" y="13525"/>
                        <a:pt x="3620" y="13907"/>
                        <a:pt x="4191" y="14097"/>
                      </a:cubicBezTo>
                      <a:cubicBezTo>
                        <a:pt x="5048" y="13430"/>
                        <a:pt x="5525" y="12859"/>
                        <a:pt x="5525" y="12383"/>
                      </a:cubicBezTo>
                      <a:cubicBezTo>
                        <a:pt x="5525" y="11906"/>
                        <a:pt x="4763" y="11049"/>
                        <a:pt x="3143" y="9906"/>
                      </a:cubicBezTo>
                      <a:cubicBezTo>
                        <a:pt x="1619" y="8858"/>
                        <a:pt x="762" y="7811"/>
                        <a:pt x="762" y="6858"/>
                      </a:cubicBezTo>
                      <a:cubicBezTo>
                        <a:pt x="762" y="5905"/>
                        <a:pt x="1238" y="5144"/>
                        <a:pt x="2191" y="4286"/>
                      </a:cubicBezTo>
                      <a:lnTo>
                        <a:pt x="5429" y="857"/>
                      </a:lnTo>
                      <a:cubicBezTo>
                        <a:pt x="11335" y="286"/>
                        <a:pt x="17621" y="0"/>
                        <a:pt x="24289" y="0"/>
                      </a:cubicBezTo>
                      <a:cubicBezTo>
                        <a:pt x="30956" y="0"/>
                        <a:pt x="40196" y="381"/>
                        <a:pt x="52864" y="1048"/>
                      </a:cubicBezTo>
                      <a:cubicBezTo>
                        <a:pt x="65532" y="1715"/>
                        <a:pt x="75152" y="2096"/>
                        <a:pt x="81629" y="2096"/>
                      </a:cubicBezTo>
                      <a:cubicBezTo>
                        <a:pt x="86201" y="2096"/>
                        <a:pt x="90583" y="2000"/>
                        <a:pt x="94774" y="1715"/>
                      </a:cubicBezTo>
                      <a:cubicBezTo>
                        <a:pt x="97441" y="3810"/>
                        <a:pt x="98774" y="6572"/>
                        <a:pt x="98774" y="10001"/>
                      </a:cubicBezTo>
                      <a:cubicBezTo>
                        <a:pt x="98774" y="11049"/>
                        <a:pt x="98584" y="12859"/>
                        <a:pt x="98203" y="15335"/>
                      </a:cubicBezTo>
                      <a:cubicBezTo>
                        <a:pt x="97822" y="17907"/>
                        <a:pt x="97727" y="19812"/>
                        <a:pt x="97727" y="21241"/>
                      </a:cubicBezTo>
                      <a:cubicBezTo>
                        <a:pt x="97727" y="22670"/>
                        <a:pt x="97822" y="23908"/>
                        <a:pt x="98108" y="25051"/>
                      </a:cubicBezTo>
                      <a:cubicBezTo>
                        <a:pt x="98108" y="26861"/>
                        <a:pt x="96965" y="27813"/>
                        <a:pt x="94583" y="27813"/>
                      </a:cubicBezTo>
                      <a:cubicBezTo>
                        <a:pt x="94202" y="27813"/>
                        <a:pt x="93631" y="27813"/>
                        <a:pt x="92869" y="27623"/>
                      </a:cubicBezTo>
                      <a:lnTo>
                        <a:pt x="91154" y="27623"/>
                      </a:lnTo>
                      <a:cubicBezTo>
                        <a:pt x="89821" y="27623"/>
                        <a:pt x="88773" y="27908"/>
                        <a:pt x="88106" y="28289"/>
                      </a:cubicBezTo>
                      <a:lnTo>
                        <a:pt x="84296" y="28289"/>
                      </a:lnTo>
                      <a:lnTo>
                        <a:pt x="84296" y="27623"/>
                      </a:lnTo>
                      <a:cubicBezTo>
                        <a:pt x="78962" y="28099"/>
                        <a:pt x="72962" y="28289"/>
                        <a:pt x="66294" y="28289"/>
                      </a:cubicBezTo>
                      <a:cubicBezTo>
                        <a:pt x="62103" y="28384"/>
                        <a:pt x="56102" y="28384"/>
                        <a:pt x="48101" y="28289"/>
                      </a:cubicBezTo>
                      <a:lnTo>
                        <a:pt x="29909" y="28289"/>
                      </a:lnTo>
                      <a:cubicBezTo>
                        <a:pt x="29051" y="30385"/>
                        <a:pt x="28670" y="32766"/>
                        <a:pt x="28670" y="35338"/>
                      </a:cubicBezTo>
                      <a:cubicBezTo>
                        <a:pt x="28670" y="36195"/>
                        <a:pt x="28766" y="37433"/>
                        <a:pt x="28861" y="38957"/>
                      </a:cubicBezTo>
                      <a:lnTo>
                        <a:pt x="28861" y="42767"/>
                      </a:lnTo>
                      <a:cubicBezTo>
                        <a:pt x="28861" y="45339"/>
                        <a:pt x="28575" y="47625"/>
                        <a:pt x="28004" y="49721"/>
                      </a:cubicBezTo>
                      <a:cubicBezTo>
                        <a:pt x="28385" y="51340"/>
                        <a:pt x="28575" y="52959"/>
                        <a:pt x="28861" y="54578"/>
                      </a:cubicBezTo>
                      <a:cubicBezTo>
                        <a:pt x="29432" y="56579"/>
                        <a:pt x="30480" y="57626"/>
                        <a:pt x="31909" y="57626"/>
                      </a:cubicBezTo>
                      <a:cubicBezTo>
                        <a:pt x="32385" y="57626"/>
                        <a:pt x="32861" y="57626"/>
                        <a:pt x="33338" y="57436"/>
                      </a:cubicBezTo>
                      <a:cubicBezTo>
                        <a:pt x="33719" y="57531"/>
                        <a:pt x="34100" y="57626"/>
                        <a:pt x="34481" y="57626"/>
                      </a:cubicBezTo>
                      <a:cubicBezTo>
                        <a:pt x="34862" y="57626"/>
                        <a:pt x="35624" y="57626"/>
                        <a:pt x="36576" y="57245"/>
                      </a:cubicBezTo>
                      <a:cubicBezTo>
                        <a:pt x="37433" y="57055"/>
                        <a:pt x="38100" y="56864"/>
                        <a:pt x="38481" y="56864"/>
                      </a:cubicBezTo>
                      <a:cubicBezTo>
                        <a:pt x="39434" y="56864"/>
                        <a:pt x="40100" y="57341"/>
                        <a:pt x="40767" y="58198"/>
                      </a:cubicBezTo>
                      <a:cubicBezTo>
                        <a:pt x="43910" y="57341"/>
                        <a:pt x="47530" y="56864"/>
                        <a:pt x="51626" y="56864"/>
                      </a:cubicBezTo>
                      <a:cubicBezTo>
                        <a:pt x="53721" y="56864"/>
                        <a:pt x="56674" y="57055"/>
                        <a:pt x="60770" y="57341"/>
                      </a:cubicBezTo>
                      <a:cubicBezTo>
                        <a:pt x="64770" y="57626"/>
                        <a:pt x="67723" y="57817"/>
                        <a:pt x="69723" y="57817"/>
                      </a:cubicBezTo>
                      <a:cubicBezTo>
                        <a:pt x="71723" y="57817"/>
                        <a:pt x="73533" y="57721"/>
                        <a:pt x="75248" y="57436"/>
                      </a:cubicBezTo>
                      <a:cubicBezTo>
                        <a:pt x="76105" y="60293"/>
                        <a:pt x="76391" y="64389"/>
                        <a:pt x="76295" y="69533"/>
                      </a:cubicBezTo>
                      <a:cubicBezTo>
                        <a:pt x="76200" y="75343"/>
                        <a:pt x="76295" y="79438"/>
                        <a:pt x="76581" y="81629"/>
                      </a:cubicBezTo>
                      <a:cubicBezTo>
                        <a:pt x="74200" y="83439"/>
                        <a:pt x="70866" y="84201"/>
                        <a:pt x="66770" y="84201"/>
                      </a:cubicBezTo>
                      <a:cubicBezTo>
                        <a:pt x="64961" y="84201"/>
                        <a:pt x="62389" y="84011"/>
                        <a:pt x="58865" y="83629"/>
                      </a:cubicBezTo>
                      <a:cubicBezTo>
                        <a:pt x="55340" y="83344"/>
                        <a:pt x="52673" y="83058"/>
                        <a:pt x="50768" y="83058"/>
                      </a:cubicBezTo>
                      <a:cubicBezTo>
                        <a:pt x="48863" y="83058"/>
                        <a:pt x="47435" y="83153"/>
                        <a:pt x="45911" y="83439"/>
                      </a:cubicBezTo>
                      <a:lnTo>
                        <a:pt x="45911" y="82582"/>
                      </a:lnTo>
                      <a:cubicBezTo>
                        <a:pt x="45149" y="82677"/>
                        <a:pt x="43339" y="82772"/>
                        <a:pt x="40577" y="82772"/>
                      </a:cubicBezTo>
                      <a:cubicBezTo>
                        <a:pt x="38767" y="82772"/>
                        <a:pt x="36957" y="83153"/>
                        <a:pt x="35338" y="84011"/>
                      </a:cubicBezTo>
                      <a:cubicBezTo>
                        <a:pt x="34766" y="83629"/>
                        <a:pt x="34004" y="83439"/>
                        <a:pt x="33052" y="83439"/>
                      </a:cubicBezTo>
                      <a:cubicBezTo>
                        <a:pt x="31623" y="83534"/>
                        <a:pt x="30861" y="83534"/>
                        <a:pt x="30575" y="83439"/>
                      </a:cubicBezTo>
                      <a:cubicBezTo>
                        <a:pt x="28766" y="84011"/>
                        <a:pt x="27813" y="85439"/>
                        <a:pt x="27813" y="87725"/>
                      </a:cubicBezTo>
                      <a:cubicBezTo>
                        <a:pt x="27813" y="89345"/>
                        <a:pt x="28099" y="90583"/>
                        <a:pt x="28670" y="91535"/>
                      </a:cubicBezTo>
                      <a:cubicBezTo>
                        <a:pt x="26099" y="90869"/>
                        <a:pt x="23908" y="91535"/>
                        <a:pt x="21908" y="93440"/>
                      </a:cubicBezTo>
                      <a:lnTo>
                        <a:pt x="26384" y="92583"/>
                      </a:lnTo>
                      <a:lnTo>
                        <a:pt x="25813" y="93440"/>
                      </a:lnTo>
                      <a:cubicBezTo>
                        <a:pt x="25813" y="93440"/>
                        <a:pt x="26384" y="94107"/>
                        <a:pt x="26670" y="94107"/>
                      </a:cubicBezTo>
                      <a:cubicBezTo>
                        <a:pt x="26479" y="94107"/>
                        <a:pt x="27051" y="93536"/>
                        <a:pt x="28575" y="92583"/>
                      </a:cubicBezTo>
                      <a:cubicBezTo>
                        <a:pt x="28575" y="92107"/>
                        <a:pt x="28575" y="95441"/>
                        <a:pt x="28385" y="102584"/>
                      </a:cubicBezTo>
                      <a:cubicBezTo>
                        <a:pt x="28385" y="106775"/>
                        <a:pt x="28956" y="109919"/>
                        <a:pt x="30480" y="112109"/>
                      </a:cubicBezTo>
                      <a:cubicBezTo>
                        <a:pt x="34766" y="112681"/>
                        <a:pt x="39243" y="112967"/>
                        <a:pt x="44006" y="112967"/>
                      </a:cubicBezTo>
                      <a:cubicBezTo>
                        <a:pt x="47530" y="112967"/>
                        <a:pt x="52769" y="112776"/>
                        <a:pt x="59627" y="112204"/>
                      </a:cubicBezTo>
                      <a:cubicBezTo>
                        <a:pt x="66485" y="111728"/>
                        <a:pt x="71628" y="111538"/>
                        <a:pt x="75057" y="111538"/>
                      </a:cubicBezTo>
                      <a:cubicBezTo>
                        <a:pt x="80296" y="111538"/>
                        <a:pt x="85058" y="111919"/>
                        <a:pt x="89535" y="112586"/>
                      </a:cubicBezTo>
                      <a:cubicBezTo>
                        <a:pt x="90392" y="110776"/>
                        <a:pt x="92012" y="110585"/>
                        <a:pt x="94393" y="112109"/>
                      </a:cubicBezTo>
                      <a:close/>
                      <a:moveTo>
                        <a:pt x="5810" y="25622"/>
                      </a:moveTo>
                      <a:lnTo>
                        <a:pt x="6858" y="27051"/>
                      </a:lnTo>
                      <a:lnTo>
                        <a:pt x="6668" y="27432"/>
                      </a:lnTo>
                      <a:cubicBezTo>
                        <a:pt x="6191" y="26956"/>
                        <a:pt x="5906" y="26384"/>
                        <a:pt x="5810" y="25717"/>
                      </a:cubicBezTo>
                      <a:close/>
                      <a:moveTo>
                        <a:pt x="41243" y="75152"/>
                      </a:moveTo>
                      <a:lnTo>
                        <a:pt x="39148" y="75152"/>
                      </a:lnTo>
                      <a:cubicBezTo>
                        <a:pt x="39529" y="75914"/>
                        <a:pt x="40196" y="75914"/>
                        <a:pt x="41243" y="75152"/>
                      </a:cubicBezTo>
                      <a:lnTo>
                        <a:pt x="42101" y="75152"/>
                      </a:lnTo>
                      <a:cubicBezTo>
                        <a:pt x="42101" y="75152"/>
                        <a:pt x="42482" y="75819"/>
                        <a:pt x="42482" y="76391"/>
                      </a:cubicBezTo>
                      <a:lnTo>
                        <a:pt x="44863" y="75152"/>
                      </a:lnTo>
                      <a:cubicBezTo>
                        <a:pt x="45434" y="75724"/>
                        <a:pt x="45720" y="76105"/>
                        <a:pt x="45720" y="76391"/>
                      </a:cubicBezTo>
                      <a:lnTo>
                        <a:pt x="48292" y="76391"/>
                      </a:lnTo>
                      <a:lnTo>
                        <a:pt x="48292" y="75152"/>
                      </a:lnTo>
                      <a:lnTo>
                        <a:pt x="42101" y="75152"/>
                      </a:lnTo>
                      <a:cubicBezTo>
                        <a:pt x="42101" y="75152"/>
                        <a:pt x="41529" y="74962"/>
                        <a:pt x="41243" y="75152"/>
                      </a:cubicBezTo>
                      <a:close/>
                      <a:moveTo>
                        <a:pt x="74962" y="9906"/>
                      </a:moveTo>
                      <a:lnTo>
                        <a:pt x="73628" y="9049"/>
                      </a:lnTo>
                      <a:lnTo>
                        <a:pt x="74962" y="11811"/>
                      </a:lnTo>
                      <a:lnTo>
                        <a:pt x="74962" y="9906"/>
                      </a:lnTo>
                      <a:close/>
                      <a:moveTo>
                        <a:pt x="106966" y="121825"/>
                      </a:moveTo>
                      <a:lnTo>
                        <a:pt x="107633" y="121825"/>
                      </a:lnTo>
                      <a:lnTo>
                        <a:pt x="105537" y="123063"/>
                      </a:lnTo>
                      <a:lnTo>
                        <a:pt x="106966" y="121825"/>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16" name="Google Shape;816;p99"/>
              <p:cNvGrpSpPr/>
              <p:nvPr/>
            </p:nvGrpSpPr>
            <p:grpSpPr>
              <a:xfrm>
                <a:off x="10060775" y="4959287"/>
                <a:ext cx="1016603" cy="206502"/>
                <a:chOff x="4807457" y="2677382"/>
                <a:chExt cx="1016603" cy="206502"/>
              </a:xfrm>
            </p:grpSpPr>
            <p:sp>
              <p:nvSpPr>
                <p:cNvPr id="817" name="Google Shape;817;p99"/>
                <p:cNvSpPr/>
                <p:nvPr/>
              </p:nvSpPr>
              <p:spPr>
                <a:xfrm>
                  <a:off x="4807457" y="2702051"/>
                  <a:ext cx="171735" cy="167354"/>
                </a:xfrm>
                <a:custGeom>
                  <a:avLst/>
                  <a:gdLst/>
                  <a:ahLst/>
                  <a:cxnLst/>
                  <a:rect l="l" t="t" r="r" b="b"/>
                  <a:pathLst>
                    <a:path w="171735" h="167354" extrusionOk="0">
                      <a:moveTo>
                        <a:pt x="1619" y="89249"/>
                      </a:moveTo>
                      <a:cubicBezTo>
                        <a:pt x="1619" y="89249"/>
                        <a:pt x="1905" y="89630"/>
                        <a:pt x="2572" y="90202"/>
                      </a:cubicBezTo>
                      <a:cubicBezTo>
                        <a:pt x="3238" y="90678"/>
                        <a:pt x="3429" y="91154"/>
                        <a:pt x="3238" y="91535"/>
                      </a:cubicBezTo>
                      <a:lnTo>
                        <a:pt x="0" y="91535"/>
                      </a:lnTo>
                      <a:lnTo>
                        <a:pt x="1619" y="89249"/>
                      </a:lnTo>
                      <a:close/>
                      <a:moveTo>
                        <a:pt x="0" y="101156"/>
                      </a:moveTo>
                      <a:cubicBezTo>
                        <a:pt x="667" y="102203"/>
                        <a:pt x="1619" y="102965"/>
                        <a:pt x="2857" y="103442"/>
                      </a:cubicBezTo>
                      <a:lnTo>
                        <a:pt x="0" y="103442"/>
                      </a:lnTo>
                      <a:lnTo>
                        <a:pt x="0" y="101156"/>
                      </a:lnTo>
                      <a:close/>
                      <a:moveTo>
                        <a:pt x="571" y="112205"/>
                      </a:moveTo>
                      <a:lnTo>
                        <a:pt x="0" y="109728"/>
                      </a:lnTo>
                      <a:cubicBezTo>
                        <a:pt x="667" y="109919"/>
                        <a:pt x="1810" y="110395"/>
                        <a:pt x="3238" y="111347"/>
                      </a:cubicBezTo>
                      <a:lnTo>
                        <a:pt x="571" y="112205"/>
                      </a:lnTo>
                      <a:close/>
                      <a:moveTo>
                        <a:pt x="5524" y="103442"/>
                      </a:moveTo>
                      <a:cubicBezTo>
                        <a:pt x="4572" y="103537"/>
                        <a:pt x="3715" y="103537"/>
                        <a:pt x="2857" y="103442"/>
                      </a:cubicBezTo>
                      <a:lnTo>
                        <a:pt x="5524" y="103442"/>
                      </a:lnTo>
                      <a:close/>
                      <a:moveTo>
                        <a:pt x="3905" y="116300"/>
                      </a:moveTo>
                      <a:cubicBezTo>
                        <a:pt x="3905" y="116300"/>
                        <a:pt x="5048" y="116586"/>
                        <a:pt x="6191" y="117539"/>
                      </a:cubicBezTo>
                      <a:lnTo>
                        <a:pt x="6191" y="118586"/>
                      </a:lnTo>
                      <a:lnTo>
                        <a:pt x="3905" y="118586"/>
                      </a:lnTo>
                      <a:lnTo>
                        <a:pt x="3905" y="116300"/>
                      </a:lnTo>
                      <a:close/>
                      <a:moveTo>
                        <a:pt x="9430" y="87059"/>
                      </a:moveTo>
                      <a:cubicBezTo>
                        <a:pt x="9811" y="87630"/>
                        <a:pt x="10096" y="88583"/>
                        <a:pt x="10287" y="89916"/>
                      </a:cubicBezTo>
                      <a:cubicBezTo>
                        <a:pt x="8763" y="89916"/>
                        <a:pt x="8001" y="89726"/>
                        <a:pt x="7811" y="89345"/>
                      </a:cubicBezTo>
                      <a:lnTo>
                        <a:pt x="9430" y="87059"/>
                      </a:lnTo>
                      <a:close/>
                      <a:moveTo>
                        <a:pt x="7811" y="140684"/>
                      </a:moveTo>
                      <a:cubicBezTo>
                        <a:pt x="7811" y="140684"/>
                        <a:pt x="8763" y="140018"/>
                        <a:pt x="10287" y="140018"/>
                      </a:cubicBezTo>
                      <a:lnTo>
                        <a:pt x="10287" y="141256"/>
                      </a:lnTo>
                      <a:lnTo>
                        <a:pt x="7811" y="140684"/>
                      </a:lnTo>
                      <a:close/>
                      <a:moveTo>
                        <a:pt x="17431" y="113633"/>
                      </a:moveTo>
                      <a:cubicBezTo>
                        <a:pt x="18383" y="113252"/>
                        <a:pt x="19240" y="112871"/>
                        <a:pt x="20098" y="112586"/>
                      </a:cubicBezTo>
                      <a:cubicBezTo>
                        <a:pt x="21336" y="112205"/>
                        <a:pt x="22288" y="112300"/>
                        <a:pt x="22955" y="112967"/>
                      </a:cubicBezTo>
                      <a:lnTo>
                        <a:pt x="17336" y="113538"/>
                      </a:lnTo>
                      <a:close/>
                      <a:moveTo>
                        <a:pt x="21336" y="93155"/>
                      </a:moveTo>
                      <a:cubicBezTo>
                        <a:pt x="19526" y="88868"/>
                        <a:pt x="20098" y="86011"/>
                        <a:pt x="22955" y="84582"/>
                      </a:cubicBezTo>
                      <a:lnTo>
                        <a:pt x="23717" y="85344"/>
                      </a:lnTo>
                      <a:cubicBezTo>
                        <a:pt x="22098" y="85344"/>
                        <a:pt x="21146" y="86297"/>
                        <a:pt x="21050" y="88202"/>
                      </a:cubicBezTo>
                      <a:cubicBezTo>
                        <a:pt x="21241" y="89821"/>
                        <a:pt x="21241" y="91440"/>
                        <a:pt x="21241" y="93155"/>
                      </a:cubicBezTo>
                      <a:close/>
                      <a:moveTo>
                        <a:pt x="41148" y="103442"/>
                      </a:moveTo>
                      <a:cubicBezTo>
                        <a:pt x="40577" y="103537"/>
                        <a:pt x="40005" y="103346"/>
                        <a:pt x="39433" y="102584"/>
                      </a:cubicBezTo>
                      <a:cubicBezTo>
                        <a:pt x="38862" y="101918"/>
                        <a:pt x="38290" y="101537"/>
                        <a:pt x="37910" y="101537"/>
                      </a:cubicBezTo>
                      <a:cubicBezTo>
                        <a:pt x="37814" y="101537"/>
                        <a:pt x="37529" y="101537"/>
                        <a:pt x="37243" y="101727"/>
                      </a:cubicBezTo>
                      <a:cubicBezTo>
                        <a:pt x="39433" y="100108"/>
                        <a:pt x="41243" y="99822"/>
                        <a:pt x="42767" y="101060"/>
                      </a:cubicBezTo>
                      <a:cubicBezTo>
                        <a:pt x="42958" y="101632"/>
                        <a:pt x="42767" y="102013"/>
                        <a:pt x="42386" y="102394"/>
                      </a:cubicBezTo>
                      <a:cubicBezTo>
                        <a:pt x="41910" y="102775"/>
                        <a:pt x="41529" y="103061"/>
                        <a:pt x="41148" y="103346"/>
                      </a:cubicBezTo>
                      <a:close/>
                      <a:moveTo>
                        <a:pt x="39529" y="60865"/>
                      </a:moveTo>
                      <a:lnTo>
                        <a:pt x="39529" y="63341"/>
                      </a:lnTo>
                      <a:lnTo>
                        <a:pt x="38957" y="60865"/>
                      </a:lnTo>
                      <a:lnTo>
                        <a:pt x="39529" y="60865"/>
                      </a:lnTo>
                      <a:close/>
                      <a:moveTo>
                        <a:pt x="40577" y="79724"/>
                      </a:moveTo>
                      <a:cubicBezTo>
                        <a:pt x="41529" y="79629"/>
                        <a:pt x="42291" y="79915"/>
                        <a:pt x="42863" y="80772"/>
                      </a:cubicBezTo>
                      <a:cubicBezTo>
                        <a:pt x="42577" y="81344"/>
                        <a:pt x="42101" y="81534"/>
                        <a:pt x="41434" y="81344"/>
                      </a:cubicBezTo>
                      <a:lnTo>
                        <a:pt x="39529" y="81344"/>
                      </a:lnTo>
                      <a:cubicBezTo>
                        <a:pt x="39433" y="80391"/>
                        <a:pt x="39719" y="79820"/>
                        <a:pt x="40577" y="79724"/>
                      </a:cubicBezTo>
                      <a:close/>
                      <a:moveTo>
                        <a:pt x="40196" y="123349"/>
                      </a:moveTo>
                      <a:lnTo>
                        <a:pt x="40196" y="122492"/>
                      </a:lnTo>
                      <a:lnTo>
                        <a:pt x="42863" y="122492"/>
                      </a:lnTo>
                      <a:lnTo>
                        <a:pt x="40196" y="123349"/>
                      </a:lnTo>
                      <a:close/>
                      <a:moveTo>
                        <a:pt x="41243" y="112300"/>
                      </a:moveTo>
                      <a:lnTo>
                        <a:pt x="41243" y="109823"/>
                      </a:lnTo>
                      <a:lnTo>
                        <a:pt x="43529" y="112300"/>
                      </a:lnTo>
                      <a:lnTo>
                        <a:pt x="41243" y="112300"/>
                      </a:lnTo>
                      <a:close/>
                      <a:moveTo>
                        <a:pt x="42863" y="97155"/>
                      </a:moveTo>
                      <a:cubicBezTo>
                        <a:pt x="44101" y="97155"/>
                        <a:pt x="44863" y="97441"/>
                        <a:pt x="45148" y="98012"/>
                      </a:cubicBezTo>
                      <a:lnTo>
                        <a:pt x="42863" y="99632"/>
                      </a:lnTo>
                      <a:lnTo>
                        <a:pt x="42863" y="97155"/>
                      </a:lnTo>
                      <a:close/>
                      <a:moveTo>
                        <a:pt x="45148" y="90011"/>
                      </a:moveTo>
                      <a:cubicBezTo>
                        <a:pt x="46291" y="92202"/>
                        <a:pt x="46482" y="93440"/>
                        <a:pt x="45720" y="93917"/>
                      </a:cubicBezTo>
                      <a:lnTo>
                        <a:pt x="45148" y="93917"/>
                      </a:lnTo>
                      <a:lnTo>
                        <a:pt x="45148" y="90011"/>
                      </a:lnTo>
                      <a:close/>
                      <a:moveTo>
                        <a:pt x="45720" y="135255"/>
                      </a:moveTo>
                      <a:cubicBezTo>
                        <a:pt x="48768" y="135922"/>
                        <a:pt x="50387" y="135160"/>
                        <a:pt x="50673" y="132779"/>
                      </a:cubicBezTo>
                      <a:cubicBezTo>
                        <a:pt x="50673" y="133445"/>
                        <a:pt x="50292" y="134588"/>
                        <a:pt x="49054" y="136303"/>
                      </a:cubicBezTo>
                      <a:cubicBezTo>
                        <a:pt x="48196" y="136493"/>
                        <a:pt x="47149" y="136112"/>
                        <a:pt x="45720" y="135255"/>
                      </a:cubicBezTo>
                      <a:close/>
                      <a:moveTo>
                        <a:pt x="46768" y="86106"/>
                      </a:moveTo>
                      <a:cubicBezTo>
                        <a:pt x="47720" y="85820"/>
                        <a:pt x="49054" y="86106"/>
                        <a:pt x="50673" y="87154"/>
                      </a:cubicBezTo>
                      <a:lnTo>
                        <a:pt x="46768" y="87154"/>
                      </a:lnTo>
                      <a:lnTo>
                        <a:pt x="46768" y="86106"/>
                      </a:lnTo>
                      <a:close/>
                      <a:moveTo>
                        <a:pt x="50292" y="92869"/>
                      </a:moveTo>
                      <a:cubicBezTo>
                        <a:pt x="50292" y="92869"/>
                        <a:pt x="49721" y="92012"/>
                        <a:pt x="49911" y="91631"/>
                      </a:cubicBezTo>
                      <a:lnTo>
                        <a:pt x="50292" y="92869"/>
                      </a:lnTo>
                      <a:close/>
                      <a:moveTo>
                        <a:pt x="50292" y="92869"/>
                      </a:moveTo>
                      <a:lnTo>
                        <a:pt x="52388" y="95345"/>
                      </a:lnTo>
                      <a:cubicBezTo>
                        <a:pt x="52388" y="95345"/>
                        <a:pt x="52102" y="96203"/>
                        <a:pt x="51530" y="96584"/>
                      </a:cubicBezTo>
                      <a:lnTo>
                        <a:pt x="50292" y="92869"/>
                      </a:lnTo>
                      <a:close/>
                      <a:moveTo>
                        <a:pt x="144113" y="133636"/>
                      </a:moveTo>
                      <a:cubicBezTo>
                        <a:pt x="145256" y="133922"/>
                        <a:pt x="146495" y="134017"/>
                        <a:pt x="148019" y="134017"/>
                      </a:cubicBezTo>
                      <a:cubicBezTo>
                        <a:pt x="149066" y="134017"/>
                        <a:pt x="150876" y="134017"/>
                        <a:pt x="153448" y="133731"/>
                      </a:cubicBezTo>
                      <a:cubicBezTo>
                        <a:pt x="156020" y="133541"/>
                        <a:pt x="157829" y="133445"/>
                        <a:pt x="159068" y="133445"/>
                      </a:cubicBezTo>
                      <a:cubicBezTo>
                        <a:pt x="165354" y="133445"/>
                        <a:pt x="169545" y="135350"/>
                        <a:pt x="171736" y="139160"/>
                      </a:cubicBezTo>
                      <a:cubicBezTo>
                        <a:pt x="171450" y="143923"/>
                        <a:pt x="171164" y="148685"/>
                        <a:pt x="170879" y="153257"/>
                      </a:cubicBezTo>
                      <a:cubicBezTo>
                        <a:pt x="170307" y="158877"/>
                        <a:pt x="168783" y="163163"/>
                        <a:pt x="166211" y="166116"/>
                      </a:cubicBezTo>
                      <a:cubicBezTo>
                        <a:pt x="165068" y="166973"/>
                        <a:pt x="164021" y="167354"/>
                        <a:pt x="162973" y="167354"/>
                      </a:cubicBezTo>
                      <a:cubicBezTo>
                        <a:pt x="161830" y="167354"/>
                        <a:pt x="160401" y="166878"/>
                        <a:pt x="158591" y="165926"/>
                      </a:cubicBezTo>
                      <a:cubicBezTo>
                        <a:pt x="156781" y="164973"/>
                        <a:pt x="155257" y="164497"/>
                        <a:pt x="154210" y="164497"/>
                      </a:cubicBezTo>
                      <a:cubicBezTo>
                        <a:pt x="152971" y="164497"/>
                        <a:pt x="151733" y="165068"/>
                        <a:pt x="150495" y="166116"/>
                      </a:cubicBezTo>
                      <a:cubicBezTo>
                        <a:pt x="145447" y="166688"/>
                        <a:pt x="138779" y="166688"/>
                        <a:pt x="130493" y="166307"/>
                      </a:cubicBezTo>
                      <a:cubicBezTo>
                        <a:pt x="122206" y="165926"/>
                        <a:pt x="115729" y="166021"/>
                        <a:pt x="110966" y="166688"/>
                      </a:cubicBezTo>
                      <a:lnTo>
                        <a:pt x="110966" y="166307"/>
                      </a:lnTo>
                      <a:cubicBezTo>
                        <a:pt x="105442" y="166021"/>
                        <a:pt x="97536" y="166211"/>
                        <a:pt x="87154" y="166688"/>
                      </a:cubicBezTo>
                      <a:cubicBezTo>
                        <a:pt x="83629" y="165830"/>
                        <a:pt x="78867" y="165735"/>
                        <a:pt x="72771" y="166307"/>
                      </a:cubicBezTo>
                      <a:lnTo>
                        <a:pt x="56007" y="166307"/>
                      </a:lnTo>
                      <a:lnTo>
                        <a:pt x="56007" y="119253"/>
                      </a:lnTo>
                      <a:lnTo>
                        <a:pt x="58674" y="117634"/>
                      </a:lnTo>
                      <a:lnTo>
                        <a:pt x="53149" y="116967"/>
                      </a:lnTo>
                      <a:cubicBezTo>
                        <a:pt x="55054" y="116015"/>
                        <a:pt x="56007" y="114395"/>
                        <a:pt x="56007" y="112300"/>
                      </a:cubicBezTo>
                      <a:cubicBezTo>
                        <a:pt x="56007" y="111633"/>
                        <a:pt x="55912" y="110490"/>
                        <a:pt x="55626" y="108871"/>
                      </a:cubicBezTo>
                      <a:cubicBezTo>
                        <a:pt x="55340" y="107347"/>
                        <a:pt x="55245" y="106204"/>
                        <a:pt x="55245" y="105442"/>
                      </a:cubicBezTo>
                      <a:cubicBezTo>
                        <a:pt x="55245" y="104680"/>
                        <a:pt x="55245" y="103918"/>
                        <a:pt x="55436" y="103442"/>
                      </a:cubicBezTo>
                      <a:lnTo>
                        <a:pt x="53149" y="103442"/>
                      </a:lnTo>
                      <a:cubicBezTo>
                        <a:pt x="54388" y="103061"/>
                        <a:pt x="55912" y="101727"/>
                        <a:pt x="57626" y="99536"/>
                      </a:cubicBezTo>
                      <a:cubicBezTo>
                        <a:pt x="55721" y="98012"/>
                        <a:pt x="54769" y="96107"/>
                        <a:pt x="54769" y="93631"/>
                      </a:cubicBezTo>
                      <a:cubicBezTo>
                        <a:pt x="54769" y="92297"/>
                        <a:pt x="55245" y="90107"/>
                        <a:pt x="56197" y="87059"/>
                      </a:cubicBezTo>
                      <a:cubicBezTo>
                        <a:pt x="57150" y="84106"/>
                        <a:pt x="57626" y="81915"/>
                        <a:pt x="57626" y="80677"/>
                      </a:cubicBezTo>
                      <a:cubicBezTo>
                        <a:pt x="58007" y="80677"/>
                        <a:pt x="58293" y="81058"/>
                        <a:pt x="58388" y="81820"/>
                      </a:cubicBezTo>
                      <a:cubicBezTo>
                        <a:pt x="58388" y="82582"/>
                        <a:pt x="58579" y="82963"/>
                        <a:pt x="58674" y="82963"/>
                      </a:cubicBezTo>
                      <a:cubicBezTo>
                        <a:pt x="59055" y="82963"/>
                        <a:pt x="59531" y="82582"/>
                        <a:pt x="60103" y="81915"/>
                      </a:cubicBezTo>
                      <a:lnTo>
                        <a:pt x="63341" y="87630"/>
                      </a:lnTo>
                      <a:cubicBezTo>
                        <a:pt x="64294" y="85916"/>
                        <a:pt x="64484" y="82963"/>
                        <a:pt x="64008" y="79058"/>
                      </a:cubicBezTo>
                      <a:cubicBezTo>
                        <a:pt x="63341" y="78391"/>
                        <a:pt x="62198" y="78010"/>
                        <a:pt x="60770" y="78010"/>
                      </a:cubicBezTo>
                      <a:lnTo>
                        <a:pt x="57912" y="78010"/>
                      </a:lnTo>
                      <a:cubicBezTo>
                        <a:pt x="57912" y="77153"/>
                        <a:pt x="57626" y="76772"/>
                        <a:pt x="57055" y="76772"/>
                      </a:cubicBezTo>
                      <a:lnTo>
                        <a:pt x="61722" y="75724"/>
                      </a:lnTo>
                      <a:cubicBezTo>
                        <a:pt x="59246" y="74771"/>
                        <a:pt x="57721" y="73057"/>
                        <a:pt x="57245" y="70580"/>
                      </a:cubicBezTo>
                      <a:cubicBezTo>
                        <a:pt x="57245" y="68390"/>
                        <a:pt x="57245" y="66199"/>
                        <a:pt x="57055" y="63818"/>
                      </a:cubicBezTo>
                      <a:lnTo>
                        <a:pt x="58674" y="62198"/>
                      </a:lnTo>
                      <a:lnTo>
                        <a:pt x="54769" y="56960"/>
                      </a:lnTo>
                      <a:cubicBezTo>
                        <a:pt x="56388" y="49244"/>
                        <a:pt x="57245" y="44958"/>
                        <a:pt x="57245" y="44291"/>
                      </a:cubicBezTo>
                      <a:cubicBezTo>
                        <a:pt x="57245" y="41720"/>
                        <a:pt x="56674" y="39624"/>
                        <a:pt x="55436" y="38005"/>
                      </a:cubicBezTo>
                      <a:cubicBezTo>
                        <a:pt x="55531" y="37433"/>
                        <a:pt x="55912" y="31147"/>
                        <a:pt x="56483" y="19241"/>
                      </a:cubicBezTo>
                      <a:cubicBezTo>
                        <a:pt x="56864" y="11716"/>
                        <a:pt x="58483" y="6191"/>
                        <a:pt x="61151" y="2477"/>
                      </a:cubicBezTo>
                      <a:cubicBezTo>
                        <a:pt x="60484" y="2477"/>
                        <a:pt x="64103" y="2477"/>
                        <a:pt x="72104" y="2477"/>
                      </a:cubicBezTo>
                      <a:cubicBezTo>
                        <a:pt x="76486" y="2572"/>
                        <a:pt x="79820" y="1810"/>
                        <a:pt x="82296" y="0"/>
                      </a:cubicBezTo>
                      <a:cubicBezTo>
                        <a:pt x="86106" y="4382"/>
                        <a:pt x="88011" y="11525"/>
                        <a:pt x="88011" y="21527"/>
                      </a:cubicBezTo>
                      <a:lnTo>
                        <a:pt x="88011" y="37719"/>
                      </a:lnTo>
                      <a:cubicBezTo>
                        <a:pt x="88011" y="42196"/>
                        <a:pt x="88202" y="46006"/>
                        <a:pt x="88773" y="48959"/>
                      </a:cubicBezTo>
                      <a:cubicBezTo>
                        <a:pt x="87630" y="49625"/>
                        <a:pt x="87154" y="50768"/>
                        <a:pt x="87154" y="52292"/>
                      </a:cubicBezTo>
                      <a:cubicBezTo>
                        <a:pt x="87154" y="52959"/>
                        <a:pt x="87249" y="54007"/>
                        <a:pt x="87535" y="55340"/>
                      </a:cubicBezTo>
                      <a:cubicBezTo>
                        <a:pt x="87821" y="56674"/>
                        <a:pt x="87916" y="57626"/>
                        <a:pt x="87916" y="58198"/>
                      </a:cubicBezTo>
                      <a:cubicBezTo>
                        <a:pt x="87916" y="58865"/>
                        <a:pt x="87821" y="59436"/>
                        <a:pt x="87725" y="59817"/>
                      </a:cubicBezTo>
                      <a:lnTo>
                        <a:pt x="87154" y="59246"/>
                      </a:lnTo>
                      <a:cubicBezTo>
                        <a:pt x="87154" y="60008"/>
                        <a:pt x="87439" y="61532"/>
                        <a:pt x="87916" y="63722"/>
                      </a:cubicBezTo>
                      <a:cubicBezTo>
                        <a:pt x="88392" y="65913"/>
                        <a:pt x="88678" y="67532"/>
                        <a:pt x="88678" y="68675"/>
                      </a:cubicBezTo>
                      <a:cubicBezTo>
                        <a:pt x="88678" y="70199"/>
                        <a:pt x="88487" y="71533"/>
                        <a:pt x="88106" y="72771"/>
                      </a:cubicBezTo>
                      <a:lnTo>
                        <a:pt x="89535" y="75819"/>
                      </a:lnTo>
                      <a:lnTo>
                        <a:pt x="88868" y="75819"/>
                      </a:lnTo>
                      <a:cubicBezTo>
                        <a:pt x="88297" y="76772"/>
                        <a:pt x="88106" y="79153"/>
                        <a:pt x="88106" y="82963"/>
                      </a:cubicBezTo>
                      <a:cubicBezTo>
                        <a:pt x="88106" y="86011"/>
                        <a:pt x="87249" y="88106"/>
                        <a:pt x="85630" y="89345"/>
                      </a:cubicBezTo>
                      <a:cubicBezTo>
                        <a:pt x="85915" y="89726"/>
                        <a:pt x="86773" y="89916"/>
                        <a:pt x="88106" y="89916"/>
                      </a:cubicBezTo>
                      <a:cubicBezTo>
                        <a:pt x="88868" y="105632"/>
                        <a:pt x="88868" y="118396"/>
                        <a:pt x="88106" y="128207"/>
                      </a:cubicBezTo>
                      <a:cubicBezTo>
                        <a:pt x="87916" y="127540"/>
                        <a:pt x="87535" y="127159"/>
                        <a:pt x="86773" y="127159"/>
                      </a:cubicBezTo>
                      <a:lnTo>
                        <a:pt x="84772" y="127159"/>
                      </a:lnTo>
                      <a:cubicBezTo>
                        <a:pt x="84772" y="127159"/>
                        <a:pt x="85154" y="127921"/>
                        <a:pt x="85154" y="128397"/>
                      </a:cubicBezTo>
                      <a:cubicBezTo>
                        <a:pt x="85154" y="129064"/>
                        <a:pt x="84772" y="129921"/>
                        <a:pt x="83915" y="130874"/>
                      </a:cubicBezTo>
                      <a:cubicBezTo>
                        <a:pt x="83058" y="131826"/>
                        <a:pt x="82677" y="132588"/>
                        <a:pt x="82677" y="133160"/>
                      </a:cubicBezTo>
                      <a:cubicBezTo>
                        <a:pt x="82677" y="133826"/>
                        <a:pt x="82963" y="134493"/>
                        <a:pt x="83725" y="135160"/>
                      </a:cubicBezTo>
                      <a:cubicBezTo>
                        <a:pt x="84677" y="132493"/>
                        <a:pt x="86011" y="131064"/>
                        <a:pt x="87821" y="131064"/>
                      </a:cubicBezTo>
                      <a:cubicBezTo>
                        <a:pt x="88963" y="131064"/>
                        <a:pt x="91630" y="132398"/>
                        <a:pt x="95821" y="135160"/>
                      </a:cubicBezTo>
                      <a:cubicBezTo>
                        <a:pt x="96203" y="135350"/>
                        <a:pt x="96774" y="135065"/>
                        <a:pt x="97441" y="134303"/>
                      </a:cubicBezTo>
                      <a:lnTo>
                        <a:pt x="97441" y="132683"/>
                      </a:lnTo>
                      <a:cubicBezTo>
                        <a:pt x="98107" y="133255"/>
                        <a:pt x="100203" y="133541"/>
                        <a:pt x="103537" y="133541"/>
                      </a:cubicBezTo>
                      <a:lnTo>
                        <a:pt x="102965" y="134398"/>
                      </a:lnTo>
                      <a:cubicBezTo>
                        <a:pt x="103727" y="134779"/>
                        <a:pt x="104585" y="134969"/>
                        <a:pt x="105442" y="134969"/>
                      </a:cubicBezTo>
                      <a:cubicBezTo>
                        <a:pt x="106299" y="134969"/>
                        <a:pt x="107442" y="134588"/>
                        <a:pt x="108966" y="133826"/>
                      </a:cubicBezTo>
                      <a:cubicBezTo>
                        <a:pt x="110490" y="133064"/>
                        <a:pt x="111538" y="132683"/>
                        <a:pt x="112204" y="132683"/>
                      </a:cubicBezTo>
                      <a:cubicBezTo>
                        <a:pt x="113252" y="132683"/>
                        <a:pt x="114395" y="133255"/>
                        <a:pt x="115443" y="134303"/>
                      </a:cubicBezTo>
                      <a:cubicBezTo>
                        <a:pt x="118205" y="133255"/>
                        <a:pt x="121158" y="132683"/>
                        <a:pt x="124492" y="132683"/>
                      </a:cubicBezTo>
                      <a:cubicBezTo>
                        <a:pt x="126111" y="132683"/>
                        <a:pt x="128588" y="132874"/>
                        <a:pt x="131826" y="133350"/>
                      </a:cubicBezTo>
                      <a:cubicBezTo>
                        <a:pt x="135064" y="133731"/>
                        <a:pt x="137636" y="133922"/>
                        <a:pt x="139446" y="133922"/>
                      </a:cubicBezTo>
                      <a:cubicBezTo>
                        <a:pt x="141065" y="133922"/>
                        <a:pt x="142685" y="133826"/>
                        <a:pt x="144208" y="133541"/>
                      </a:cubicBezTo>
                      <a:close/>
                      <a:moveTo>
                        <a:pt x="55436" y="71152"/>
                      </a:moveTo>
                      <a:lnTo>
                        <a:pt x="55436" y="72771"/>
                      </a:lnTo>
                      <a:lnTo>
                        <a:pt x="53149" y="70295"/>
                      </a:lnTo>
                      <a:cubicBezTo>
                        <a:pt x="53721" y="70295"/>
                        <a:pt x="54483" y="70580"/>
                        <a:pt x="55436" y="71152"/>
                      </a:cubicBezTo>
                      <a:close/>
                      <a:moveTo>
                        <a:pt x="57912" y="78105"/>
                      </a:moveTo>
                      <a:cubicBezTo>
                        <a:pt x="57912" y="78105"/>
                        <a:pt x="57721" y="78486"/>
                        <a:pt x="57721" y="78105"/>
                      </a:cubicBezTo>
                      <a:lnTo>
                        <a:pt x="57912" y="78105"/>
                      </a:lnTo>
                      <a:close/>
                      <a:moveTo>
                        <a:pt x="60198" y="124206"/>
                      </a:moveTo>
                      <a:lnTo>
                        <a:pt x="58769" y="122587"/>
                      </a:lnTo>
                      <a:lnTo>
                        <a:pt x="61246" y="120301"/>
                      </a:lnTo>
                      <a:lnTo>
                        <a:pt x="59341" y="120301"/>
                      </a:lnTo>
                      <a:lnTo>
                        <a:pt x="60198" y="117634"/>
                      </a:lnTo>
                      <a:lnTo>
                        <a:pt x="57721" y="121730"/>
                      </a:lnTo>
                      <a:lnTo>
                        <a:pt x="58483" y="123539"/>
                      </a:lnTo>
                      <a:cubicBezTo>
                        <a:pt x="58769" y="124206"/>
                        <a:pt x="59341" y="124492"/>
                        <a:pt x="60103" y="124111"/>
                      </a:cubicBezTo>
                      <a:close/>
                      <a:moveTo>
                        <a:pt x="65722" y="128302"/>
                      </a:moveTo>
                      <a:lnTo>
                        <a:pt x="68961" y="127254"/>
                      </a:lnTo>
                      <a:lnTo>
                        <a:pt x="66675" y="127254"/>
                      </a:lnTo>
                      <a:lnTo>
                        <a:pt x="65627" y="128302"/>
                      </a:lnTo>
                      <a:close/>
                      <a:moveTo>
                        <a:pt x="76010" y="86106"/>
                      </a:moveTo>
                      <a:lnTo>
                        <a:pt x="78677" y="84677"/>
                      </a:lnTo>
                      <a:lnTo>
                        <a:pt x="77057" y="84677"/>
                      </a:lnTo>
                      <a:lnTo>
                        <a:pt x="76010" y="86106"/>
                      </a:lnTo>
                      <a:close/>
                      <a:moveTo>
                        <a:pt x="78677" y="59246"/>
                      </a:moveTo>
                      <a:lnTo>
                        <a:pt x="79248" y="56960"/>
                      </a:lnTo>
                      <a:lnTo>
                        <a:pt x="76962" y="55912"/>
                      </a:lnTo>
                      <a:lnTo>
                        <a:pt x="78581" y="59150"/>
                      </a:lnTo>
                      <a:close/>
                      <a:moveTo>
                        <a:pt x="106966" y="38957"/>
                      </a:moveTo>
                      <a:lnTo>
                        <a:pt x="106966" y="41815"/>
                      </a:lnTo>
                      <a:lnTo>
                        <a:pt x="106299" y="41815"/>
                      </a:lnTo>
                      <a:lnTo>
                        <a:pt x="106299" y="38957"/>
                      </a:lnTo>
                      <a:lnTo>
                        <a:pt x="106966" y="38957"/>
                      </a:lnTo>
                      <a:close/>
                      <a:moveTo>
                        <a:pt x="145637" y="140780"/>
                      </a:moveTo>
                      <a:lnTo>
                        <a:pt x="145637" y="138494"/>
                      </a:lnTo>
                      <a:lnTo>
                        <a:pt x="144875" y="136874"/>
                      </a:lnTo>
                      <a:lnTo>
                        <a:pt x="145637" y="140780"/>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 name="Google Shape;818;p99"/>
                <p:cNvSpPr/>
                <p:nvPr/>
              </p:nvSpPr>
              <p:spPr>
                <a:xfrm>
                  <a:off x="4982812" y="2703480"/>
                  <a:ext cx="127444" cy="166592"/>
                </a:xfrm>
                <a:custGeom>
                  <a:avLst/>
                  <a:gdLst/>
                  <a:ahLst/>
                  <a:cxnLst/>
                  <a:rect l="l" t="t" r="r" b="b"/>
                  <a:pathLst>
                    <a:path w="127444" h="166592" extrusionOk="0">
                      <a:moveTo>
                        <a:pt x="112395" y="133064"/>
                      </a:moveTo>
                      <a:cubicBezTo>
                        <a:pt x="115157" y="134874"/>
                        <a:pt x="116681" y="137731"/>
                        <a:pt x="116872" y="141922"/>
                      </a:cubicBezTo>
                      <a:cubicBezTo>
                        <a:pt x="116967" y="145447"/>
                        <a:pt x="117062" y="148971"/>
                        <a:pt x="117062" y="152400"/>
                      </a:cubicBezTo>
                      <a:cubicBezTo>
                        <a:pt x="117157" y="154305"/>
                        <a:pt x="117443" y="155924"/>
                        <a:pt x="117824" y="157353"/>
                      </a:cubicBezTo>
                      <a:cubicBezTo>
                        <a:pt x="114014" y="163449"/>
                        <a:pt x="107632" y="166592"/>
                        <a:pt x="98584" y="166592"/>
                      </a:cubicBezTo>
                      <a:cubicBezTo>
                        <a:pt x="96012" y="166592"/>
                        <a:pt x="91916" y="166306"/>
                        <a:pt x="86392" y="165735"/>
                      </a:cubicBezTo>
                      <a:cubicBezTo>
                        <a:pt x="80867" y="165163"/>
                        <a:pt x="76676" y="164973"/>
                        <a:pt x="74009" y="164973"/>
                      </a:cubicBezTo>
                      <a:cubicBezTo>
                        <a:pt x="71152" y="164973"/>
                        <a:pt x="68580" y="165068"/>
                        <a:pt x="66389" y="165354"/>
                      </a:cubicBezTo>
                      <a:lnTo>
                        <a:pt x="19717" y="165354"/>
                      </a:lnTo>
                      <a:lnTo>
                        <a:pt x="19717" y="164783"/>
                      </a:lnTo>
                      <a:cubicBezTo>
                        <a:pt x="18097" y="163830"/>
                        <a:pt x="15240" y="163735"/>
                        <a:pt x="11144" y="164401"/>
                      </a:cubicBezTo>
                      <a:cubicBezTo>
                        <a:pt x="7048" y="165068"/>
                        <a:pt x="3905" y="164687"/>
                        <a:pt x="1714" y="163163"/>
                      </a:cubicBezTo>
                      <a:cubicBezTo>
                        <a:pt x="2381" y="143637"/>
                        <a:pt x="2762" y="124301"/>
                        <a:pt x="2762" y="105251"/>
                      </a:cubicBezTo>
                      <a:cubicBezTo>
                        <a:pt x="2762" y="86201"/>
                        <a:pt x="2381" y="66770"/>
                        <a:pt x="1714" y="47244"/>
                      </a:cubicBezTo>
                      <a:cubicBezTo>
                        <a:pt x="2477" y="47816"/>
                        <a:pt x="3048" y="48006"/>
                        <a:pt x="3334" y="47911"/>
                      </a:cubicBezTo>
                      <a:lnTo>
                        <a:pt x="4000" y="47244"/>
                      </a:lnTo>
                      <a:cubicBezTo>
                        <a:pt x="4000" y="46387"/>
                        <a:pt x="3810" y="45815"/>
                        <a:pt x="2953" y="45529"/>
                      </a:cubicBezTo>
                      <a:cubicBezTo>
                        <a:pt x="2096" y="45149"/>
                        <a:pt x="1714" y="44958"/>
                        <a:pt x="1714" y="44863"/>
                      </a:cubicBezTo>
                      <a:cubicBezTo>
                        <a:pt x="1714" y="44577"/>
                        <a:pt x="2000" y="44101"/>
                        <a:pt x="2762" y="43434"/>
                      </a:cubicBezTo>
                      <a:cubicBezTo>
                        <a:pt x="2762" y="44672"/>
                        <a:pt x="2953" y="45434"/>
                        <a:pt x="3334" y="45720"/>
                      </a:cubicBezTo>
                      <a:cubicBezTo>
                        <a:pt x="4667" y="45625"/>
                        <a:pt x="5048" y="44767"/>
                        <a:pt x="4477" y="43339"/>
                      </a:cubicBezTo>
                      <a:cubicBezTo>
                        <a:pt x="3905" y="41910"/>
                        <a:pt x="4000" y="41053"/>
                        <a:pt x="4953" y="40767"/>
                      </a:cubicBezTo>
                      <a:cubicBezTo>
                        <a:pt x="4763" y="41053"/>
                        <a:pt x="4763" y="41338"/>
                        <a:pt x="4763" y="41529"/>
                      </a:cubicBezTo>
                      <a:cubicBezTo>
                        <a:pt x="4763" y="42100"/>
                        <a:pt x="5144" y="42672"/>
                        <a:pt x="5905" y="43243"/>
                      </a:cubicBezTo>
                      <a:cubicBezTo>
                        <a:pt x="6667" y="43815"/>
                        <a:pt x="7144" y="44291"/>
                        <a:pt x="7239" y="44577"/>
                      </a:cubicBezTo>
                      <a:lnTo>
                        <a:pt x="10573" y="44005"/>
                      </a:lnTo>
                      <a:lnTo>
                        <a:pt x="7239" y="41720"/>
                      </a:lnTo>
                      <a:lnTo>
                        <a:pt x="10573" y="40100"/>
                      </a:lnTo>
                      <a:cubicBezTo>
                        <a:pt x="10573" y="40100"/>
                        <a:pt x="9620" y="39148"/>
                        <a:pt x="8096" y="37624"/>
                      </a:cubicBezTo>
                      <a:cubicBezTo>
                        <a:pt x="7048" y="36671"/>
                        <a:pt x="6096" y="36195"/>
                        <a:pt x="5429" y="36195"/>
                      </a:cubicBezTo>
                      <a:cubicBezTo>
                        <a:pt x="4572" y="36195"/>
                        <a:pt x="3905" y="36767"/>
                        <a:pt x="3429" y="37814"/>
                      </a:cubicBezTo>
                      <a:cubicBezTo>
                        <a:pt x="2477" y="37243"/>
                        <a:pt x="2000" y="36671"/>
                        <a:pt x="2000" y="36195"/>
                      </a:cubicBezTo>
                      <a:cubicBezTo>
                        <a:pt x="2000" y="35909"/>
                        <a:pt x="2572" y="35338"/>
                        <a:pt x="3620" y="34480"/>
                      </a:cubicBezTo>
                      <a:cubicBezTo>
                        <a:pt x="4763" y="33623"/>
                        <a:pt x="5239" y="32766"/>
                        <a:pt x="5048" y="32099"/>
                      </a:cubicBezTo>
                      <a:lnTo>
                        <a:pt x="6667" y="33718"/>
                      </a:lnTo>
                      <a:lnTo>
                        <a:pt x="7620" y="32480"/>
                      </a:lnTo>
                      <a:cubicBezTo>
                        <a:pt x="7620" y="32480"/>
                        <a:pt x="8477" y="33052"/>
                        <a:pt x="9144" y="33052"/>
                      </a:cubicBezTo>
                      <a:cubicBezTo>
                        <a:pt x="9811" y="33052"/>
                        <a:pt x="10858" y="32671"/>
                        <a:pt x="12287" y="32004"/>
                      </a:cubicBezTo>
                      <a:cubicBezTo>
                        <a:pt x="13716" y="31337"/>
                        <a:pt x="14764" y="30956"/>
                        <a:pt x="15526" y="30956"/>
                      </a:cubicBezTo>
                      <a:cubicBezTo>
                        <a:pt x="16383" y="30956"/>
                        <a:pt x="17050" y="31337"/>
                        <a:pt x="17526" y="32004"/>
                      </a:cubicBezTo>
                      <a:lnTo>
                        <a:pt x="18574" y="31433"/>
                      </a:lnTo>
                      <a:cubicBezTo>
                        <a:pt x="18479" y="30194"/>
                        <a:pt x="17716" y="29337"/>
                        <a:pt x="16192" y="28861"/>
                      </a:cubicBezTo>
                      <a:cubicBezTo>
                        <a:pt x="14764" y="28384"/>
                        <a:pt x="13906" y="27908"/>
                        <a:pt x="13621" y="27527"/>
                      </a:cubicBezTo>
                      <a:cubicBezTo>
                        <a:pt x="11430" y="27337"/>
                        <a:pt x="8763" y="27337"/>
                        <a:pt x="5620" y="27527"/>
                      </a:cubicBezTo>
                      <a:cubicBezTo>
                        <a:pt x="5334" y="28194"/>
                        <a:pt x="5048" y="28575"/>
                        <a:pt x="4763" y="28575"/>
                      </a:cubicBezTo>
                      <a:cubicBezTo>
                        <a:pt x="4191" y="28194"/>
                        <a:pt x="3810" y="28004"/>
                        <a:pt x="3524" y="28004"/>
                      </a:cubicBezTo>
                      <a:cubicBezTo>
                        <a:pt x="3238" y="28004"/>
                        <a:pt x="2953" y="28004"/>
                        <a:pt x="2667" y="28194"/>
                      </a:cubicBezTo>
                      <a:lnTo>
                        <a:pt x="1048" y="22003"/>
                      </a:lnTo>
                      <a:cubicBezTo>
                        <a:pt x="2096" y="22003"/>
                        <a:pt x="2857" y="21622"/>
                        <a:pt x="3238" y="20955"/>
                      </a:cubicBezTo>
                      <a:cubicBezTo>
                        <a:pt x="3238" y="19717"/>
                        <a:pt x="2762" y="19336"/>
                        <a:pt x="1714" y="19907"/>
                      </a:cubicBezTo>
                      <a:cubicBezTo>
                        <a:pt x="667" y="20479"/>
                        <a:pt x="95" y="20288"/>
                        <a:pt x="0" y="19526"/>
                      </a:cubicBezTo>
                      <a:lnTo>
                        <a:pt x="1619" y="17907"/>
                      </a:lnTo>
                      <a:lnTo>
                        <a:pt x="3238" y="19526"/>
                      </a:lnTo>
                      <a:cubicBezTo>
                        <a:pt x="3238" y="19526"/>
                        <a:pt x="3905" y="17812"/>
                        <a:pt x="3905" y="15621"/>
                      </a:cubicBezTo>
                      <a:cubicBezTo>
                        <a:pt x="3905" y="16192"/>
                        <a:pt x="4191" y="16574"/>
                        <a:pt x="4953" y="16859"/>
                      </a:cubicBezTo>
                      <a:cubicBezTo>
                        <a:pt x="6001" y="16002"/>
                        <a:pt x="6572" y="15335"/>
                        <a:pt x="6572" y="14764"/>
                      </a:cubicBezTo>
                      <a:cubicBezTo>
                        <a:pt x="6572" y="14097"/>
                        <a:pt x="5620" y="13145"/>
                        <a:pt x="3810" y="11811"/>
                      </a:cubicBezTo>
                      <a:cubicBezTo>
                        <a:pt x="2000" y="10477"/>
                        <a:pt x="1048" y="9334"/>
                        <a:pt x="1048" y="8192"/>
                      </a:cubicBezTo>
                      <a:cubicBezTo>
                        <a:pt x="1048" y="7239"/>
                        <a:pt x="1524" y="6191"/>
                        <a:pt x="2667" y="5143"/>
                      </a:cubicBezTo>
                      <a:lnTo>
                        <a:pt x="6572" y="1048"/>
                      </a:lnTo>
                      <a:cubicBezTo>
                        <a:pt x="13525" y="381"/>
                        <a:pt x="20955" y="0"/>
                        <a:pt x="28861" y="0"/>
                      </a:cubicBezTo>
                      <a:cubicBezTo>
                        <a:pt x="36386" y="0"/>
                        <a:pt x="47625" y="381"/>
                        <a:pt x="62674" y="1238"/>
                      </a:cubicBezTo>
                      <a:cubicBezTo>
                        <a:pt x="77724" y="2000"/>
                        <a:pt x="89059" y="2476"/>
                        <a:pt x="96679" y="2476"/>
                      </a:cubicBezTo>
                      <a:cubicBezTo>
                        <a:pt x="102108" y="2476"/>
                        <a:pt x="107347" y="2381"/>
                        <a:pt x="112204" y="2096"/>
                      </a:cubicBezTo>
                      <a:cubicBezTo>
                        <a:pt x="115348" y="4572"/>
                        <a:pt x="116967" y="7810"/>
                        <a:pt x="116967" y="11906"/>
                      </a:cubicBezTo>
                      <a:cubicBezTo>
                        <a:pt x="116967" y="13145"/>
                        <a:pt x="116777" y="15240"/>
                        <a:pt x="116300" y="18288"/>
                      </a:cubicBezTo>
                      <a:cubicBezTo>
                        <a:pt x="115824" y="21336"/>
                        <a:pt x="115633" y="23622"/>
                        <a:pt x="115633" y="25241"/>
                      </a:cubicBezTo>
                      <a:cubicBezTo>
                        <a:pt x="115633" y="26860"/>
                        <a:pt x="115824" y="28384"/>
                        <a:pt x="116014" y="29813"/>
                      </a:cubicBezTo>
                      <a:cubicBezTo>
                        <a:pt x="116014" y="32004"/>
                        <a:pt x="114681" y="33052"/>
                        <a:pt x="111919" y="33052"/>
                      </a:cubicBezTo>
                      <a:cubicBezTo>
                        <a:pt x="111538" y="33052"/>
                        <a:pt x="110776" y="33052"/>
                        <a:pt x="109919" y="32861"/>
                      </a:cubicBezTo>
                      <a:lnTo>
                        <a:pt x="107823" y="32861"/>
                      </a:lnTo>
                      <a:cubicBezTo>
                        <a:pt x="106204" y="32861"/>
                        <a:pt x="104965" y="33147"/>
                        <a:pt x="104108" y="33718"/>
                      </a:cubicBezTo>
                      <a:lnTo>
                        <a:pt x="99631" y="33718"/>
                      </a:lnTo>
                      <a:lnTo>
                        <a:pt x="99631" y="32861"/>
                      </a:lnTo>
                      <a:cubicBezTo>
                        <a:pt x="93345" y="33433"/>
                        <a:pt x="86296" y="33718"/>
                        <a:pt x="78391" y="33718"/>
                      </a:cubicBezTo>
                      <a:cubicBezTo>
                        <a:pt x="73533" y="33814"/>
                        <a:pt x="66294" y="33814"/>
                        <a:pt x="56864" y="33718"/>
                      </a:cubicBezTo>
                      <a:lnTo>
                        <a:pt x="35338" y="33718"/>
                      </a:lnTo>
                      <a:cubicBezTo>
                        <a:pt x="34385" y="36195"/>
                        <a:pt x="33909" y="38957"/>
                        <a:pt x="33909" y="42100"/>
                      </a:cubicBezTo>
                      <a:cubicBezTo>
                        <a:pt x="33909" y="43053"/>
                        <a:pt x="33909" y="44482"/>
                        <a:pt x="34099" y="46387"/>
                      </a:cubicBezTo>
                      <a:lnTo>
                        <a:pt x="34099" y="50863"/>
                      </a:lnTo>
                      <a:cubicBezTo>
                        <a:pt x="34099" y="53912"/>
                        <a:pt x="33719" y="56579"/>
                        <a:pt x="33052" y="59055"/>
                      </a:cubicBezTo>
                      <a:cubicBezTo>
                        <a:pt x="33433" y="60960"/>
                        <a:pt x="33814" y="62865"/>
                        <a:pt x="34099" y="64770"/>
                      </a:cubicBezTo>
                      <a:cubicBezTo>
                        <a:pt x="34766" y="67246"/>
                        <a:pt x="36004" y="68485"/>
                        <a:pt x="37814" y="68485"/>
                      </a:cubicBezTo>
                      <a:cubicBezTo>
                        <a:pt x="38386" y="68485"/>
                        <a:pt x="38862" y="68485"/>
                        <a:pt x="39433" y="68294"/>
                      </a:cubicBezTo>
                      <a:cubicBezTo>
                        <a:pt x="39814" y="68485"/>
                        <a:pt x="40291" y="68485"/>
                        <a:pt x="40862" y="68485"/>
                      </a:cubicBezTo>
                      <a:cubicBezTo>
                        <a:pt x="41434" y="68485"/>
                        <a:pt x="42196" y="68389"/>
                        <a:pt x="43339" y="68104"/>
                      </a:cubicBezTo>
                      <a:cubicBezTo>
                        <a:pt x="44387" y="67818"/>
                        <a:pt x="45148" y="67627"/>
                        <a:pt x="45625" y="67627"/>
                      </a:cubicBezTo>
                      <a:cubicBezTo>
                        <a:pt x="46672" y="67627"/>
                        <a:pt x="47625" y="68199"/>
                        <a:pt x="48292" y="69247"/>
                      </a:cubicBezTo>
                      <a:cubicBezTo>
                        <a:pt x="52006" y="68199"/>
                        <a:pt x="56293" y="67627"/>
                        <a:pt x="61246" y="67627"/>
                      </a:cubicBezTo>
                      <a:cubicBezTo>
                        <a:pt x="63722" y="67627"/>
                        <a:pt x="67246" y="67818"/>
                        <a:pt x="72009" y="68104"/>
                      </a:cubicBezTo>
                      <a:cubicBezTo>
                        <a:pt x="76676" y="68485"/>
                        <a:pt x="80200" y="68580"/>
                        <a:pt x="82582" y="68580"/>
                      </a:cubicBezTo>
                      <a:cubicBezTo>
                        <a:pt x="84963" y="68580"/>
                        <a:pt x="87058" y="68485"/>
                        <a:pt x="89154" y="68199"/>
                      </a:cubicBezTo>
                      <a:cubicBezTo>
                        <a:pt x="90106" y="71628"/>
                        <a:pt x="90488" y="76391"/>
                        <a:pt x="90392" y="82487"/>
                      </a:cubicBezTo>
                      <a:cubicBezTo>
                        <a:pt x="90202" y="89440"/>
                        <a:pt x="90392" y="94202"/>
                        <a:pt x="90773" y="96774"/>
                      </a:cubicBezTo>
                      <a:cubicBezTo>
                        <a:pt x="87916" y="98870"/>
                        <a:pt x="84011" y="99822"/>
                        <a:pt x="79153" y="99822"/>
                      </a:cubicBezTo>
                      <a:cubicBezTo>
                        <a:pt x="77153" y="99822"/>
                        <a:pt x="74009" y="99631"/>
                        <a:pt x="69818" y="99250"/>
                      </a:cubicBezTo>
                      <a:cubicBezTo>
                        <a:pt x="65627" y="98870"/>
                        <a:pt x="62484" y="98679"/>
                        <a:pt x="60293" y="98679"/>
                      </a:cubicBezTo>
                      <a:cubicBezTo>
                        <a:pt x="58293" y="98679"/>
                        <a:pt x="56293" y="98870"/>
                        <a:pt x="54578" y="99060"/>
                      </a:cubicBezTo>
                      <a:lnTo>
                        <a:pt x="54578" y="98012"/>
                      </a:lnTo>
                      <a:cubicBezTo>
                        <a:pt x="53626" y="98203"/>
                        <a:pt x="51530" y="98203"/>
                        <a:pt x="48196" y="98203"/>
                      </a:cubicBezTo>
                      <a:cubicBezTo>
                        <a:pt x="46006" y="98203"/>
                        <a:pt x="44005" y="98679"/>
                        <a:pt x="42100" y="99631"/>
                      </a:cubicBezTo>
                      <a:cubicBezTo>
                        <a:pt x="41434" y="99250"/>
                        <a:pt x="40577" y="98965"/>
                        <a:pt x="39433" y="98965"/>
                      </a:cubicBezTo>
                      <a:cubicBezTo>
                        <a:pt x="37814" y="99060"/>
                        <a:pt x="36862" y="99060"/>
                        <a:pt x="36576" y="98965"/>
                      </a:cubicBezTo>
                      <a:cubicBezTo>
                        <a:pt x="34385" y="99631"/>
                        <a:pt x="33338" y="101346"/>
                        <a:pt x="33338" y="104108"/>
                      </a:cubicBezTo>
                      <a:cubicBezTo>
                        <a:pt x="33338" y="106013"/>
                        <a:pt x="33719" y="107537"/>
                        <a:pt x="34385" y="108585"/>
                      </a:cubicBezTo>
                      <a:cubicBezTo>
                        <a:pt x="31337" y="107728"/>
                        <a:pt x="28670" y="108585"/>
                        <a:pt x="26384" y="110871"/>
                      </a:cubicBezTo>
                      <a:lnTo>
                        <a:pt x="31718" y="109823"/>
                      </a:lnTo>
                      <a:lnTo>
                        <a:pt x="31052" y="110871"/>
                      </a:lnTo>
                      <a:cubicBezTo>
                        <a:pt x="31337" y="111442"/>
                        <a:pt x="31718" y="111728"/>
                        <a:pt x="32099" y="111728"/>
                      </a:cubicBezTo>
                      <a:cubicBezTo>
                        <a:pt x="31813" y="111728"/>
                        <a:pt x="32575" y="111157"/>
                        <a:pt x="34385" y="109823"/>
                      </a:cubicBezTo>
                      <a:cubicBezTo>
                        <a:pt x="34385" y="109252"/>
                        <a:pt x="34385" y="113252"/>
                        <a:pt x="34195" y="121729"/>
                      </a:cubicBezTo>
                      <a:cubicBezTo>
                        <a:pt x="34099" y="126683"/>
                        <a:pt x="34862" y="130397"/>
                        <a:pt x="36671" y="132969"/>
                      </a:cubicBezTo>
                      <a:cubicBezTo>
                        <a:pt x="41720" y="133636"/>
                        <a:pt x="47054" y="134017"/>
                        <a:pt x="52578" y="134017"/>
                      </a:cubicBezTo>
                      <a:cubicBezTo>
                        <a:pt x="56864" y="134017"/>
                        <a:pt x="62960" y="133731"/>
                        <a:pt x="71152" y="133159"/>
                      </a:cubicBezTo>
                      <a:cubicBezTo>
                        <a:pt x="79248" y="132588"/>
                        <a:pt x="85344" y="132302"/>
                        <a:pt x="89440" y="132302"/>
                      </a:cubicBezTo>
                      <a:cubicBezTo>
                        <a:pt x="95536" y="132302"/>
                        <a:pt x="101346" y="132683"/>
                        <a:pt x="106585" y="133541"/>
                      </a:cubicBezTo>
                      <a:cubicBezTo>
                        <a:pt x="107537" y="131350"/>
                        <a:pt x="109442" y="131159"/>
                        <a:pt x="112300" y="132969"/>
                      </a:cubicBezTo>
                      <a:close/>
                      <a:moveTo>
                        <a:pt x="6763" y="30289"/>
                      </a:moveTo>
                      <a:lnTo>
                        <a:pt x="8001" y="31909"/>
                      </a:lnTo>
                      <a:lnTo>
                        <a:pt x="7811" y="32290"/>
                      </a:lnTo>
                      <a:cubicBezTo>
                        <a:pt x="7239" y="31718"/>
                        <a:pt x="6953" y="31051"/>
                        <a:pt x="6858" y="30194"/>
                      </a:cubicBezTo>
                      <a:close/>
                      <a:moveTo>
                        <a:pt x="48768" y="88868"/>
                      </a:moveTo>
                      <a:lnTo>
                        <a:pt x="46291" y="88868"/>
                      </a:lnTo>
                      <a:cubicBezTo>
                        <a:pt x="46672" y="89821"/>
                        <a:pt x="47530" y="89821"/>
                        <a:pt x="48768" y="88868"/>
                      </a:cubicBezTo>
                      <a:lnTo>
                        <a:pt x="49816" y="88868"/>
                      </a:lnTo>
                      <a:cubicBezTo>
                        <a:pt x="49816" y="88868"/>
                        <a:pt x="50197" y="89630"/>
                        <a:pt x="50197" y="90297"/>
                      </a:cubicBezTo>
                      <a:lnTo>
                        <a:pt x="53054" y="88868"/>
                      </a:lnTo>
                      <a:cubicBezTo>
                        <a:pt x="53721" y="89535"/>
                        <a:pt x="54102" y="90011"/>
                        <a:pt x="54102" y="90297"/>
                      </a:cubicBezTo>
                      <a:lnTo>
                        <a:pt x="57150" y="90297"/>
                      </a:lnTo>
                      <a:lnTo>
                        <a:pt x="57150" y="88868"/>
                      </a:lnTo>
                      <a:lnTo>
                        <a:pt x="49816" y="88868"/>
                      </a:lnTo>
                      <a:cubicBezTo>
                        <a:pt x="49816" y="88868"/>
                        <a:pt x="49244" y="88583"/>
                        <a:pt x="48768" y="88868"/>
                      </a:cubicBezTo>
                      <a:close/>
                      <a:moveTo>
                        <a:pt x="88678" y="11621"/>
                      </a:moveTo>
                      <a:lnTo>
                        <a:pt x="87058" y="10573"/>
                      </a:lnTo>
                      <a:lnTo>
                        <a:pt x="88678" y="13811"/>
                      </a:lnTo>
                      <a:lnTo>
                        <a:pt x="88678" y="11525"/>
                      </a:lnTo>
                      <a:close/>
                      <a:moveTo>
                        <a:pt x="126587" y="144113"/>
                      </a:moveTo>
                      <a:lnTo>
                        <a:pt x="127445" y="144113"/>
                      </a:lnTo>
                      <a:lnTo>
                        <a:pt x="124968" y="145542"/>
                      </a:lnTo>
                      <a:lnTo>
                        <a:pt x="126587" y="144113"/>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 name="Google Shape;819;p99"/>
                <p:cNvSpPr/>
                <p:nvPr/>
              </p:nvSpPr>
              <p:spPr>
                <a:xfrm>
                  <a:off x="5109685" y="2677382"/>
                  <a:ext cx="161067" cy="192595"/>
                </a:xfrm>
                <a:custGeom>
                  <a:avLst/>
                  <a:gdLst/>
                  <a:ahLst/>
                  <a:cxnLst/>
                  <a:rect l="l" t="t" r="r" b="b"/>
                  <a:pathLst>
                    <a:path w="161067" h="192595" extrusionOk="0">
                      <a:moveTo>
                        <a:pt x="125539" y="156877"/>
                      </a:moveTo>
                      <a:cubicBezTo>
                        <a:pt x="124968" y="158972"/>
                        <a:pt x="124777" y="160877"/>
                        <a:pt x="124777" y="162592"/>
                      </a:cubicBezTo>
                      <a:cubicBezTo>
                        <a:pt x="124777" y="165354"/>
                        <a:pt x="125444" y="168497"/>
                        <a:pt x="126873" y="172021"/>
                      </a:cubicBezTo>
                      <a:cubicBezTo>
                        <a:pt x="128778" y="176403"/>
                        <a:pt x="129826" y="179261"/>
                        <a:pt x="130111" y="180594"/>
                      </a:cubicBezTo>
                      <a:cubicBezTo>
                        <a:pt x="130778" y="181451"/>
                        <a:pt x="131159" y="182213"/>
                        <a:pt x="131159" y="183071"/>
                      </a:cubicBezTo>
                      <a:cubicBezTo>
                        <a:pt x="131159" y="184023"/>
                        <a:pt x="130492" y="185166"/>
                        <a:pt x="129349" y="186595"/>
                      </a:cubicBezTo>
                      <a:cubicBezTo>
                        <a:pt x="127540" y="188690"/>
                        <a:pt x="126587" y="189833"/>
                        <a:pt x="126301" y="190310"/>
                      </a:cubicBezTo>
                      <a:cubicBezTo>
                        <a:pt x="124968" y="190024"/>
                        <a:pt x="123444" y="189929"/>
                        <a:pt x="121825" y="189929"/>
                      </a:cubicBezTo>
                      <a:cubicBezTo>
                        <a:pt x="120205" y="189929"/>
                        <a:pt x="117729" y="190119"/>
                        <a:pt x="114490" y="190405"/>
                      </a:cubicBezTo>
                      <a:cubicBezTo>
                        <a:pt x="111157" y="190786"/>
                        <a:pt x="108775" y="190976"/>
                        <a:pt x="107251" y="190976"/>
                      </a:cubicBezTo>
                      <a:cubicBezTo>
                        <a:pt x="101536" y="190976"/>
                        <a:pt x="97346" y="189167"/>
                        <a:pt x="94774" y="185642"/>
                      </a:cubicBezTo>
                      <a:cubicBezTo>
                        <a:pt x="95631" y="183833"/>
                        <a:pt x="96012" y="182213"/>
                        <a:pt x="96012" y="180689"/>
                      </a:cubicBezTo>
                      <a:cubicBezTo>
                        <a:pt x="96012" y="178499"/>
                        <a:pt x="94869" y="176022"/>
                        <a:pt x="92488" y="173355"/>
                      </a:cubicBezTo>
                      <a:cubicBezTo>
                        <a:pt x="89249" y="169640"/>
                        <a:pt x="87344" y="167259"/>
                        <a:pt x="86773" y="166021"/>
                      </a:cubicBezTo>
                      <a:cubicBezTo>
                        <a:pt x="86106" y="165735"/>
                        <a:pt x="85344" y="165640"/>
                        <a:pt x="84487" y="165640"/>
                      </a:cubicBezTo>
                      <a:cubicBezTo>
                        <a:pt x="83344" y="165640"/>
                        <a:pt x="81534" y="165925"/>
                        <a:pt x="78962" y="166592"/>
                      </a:cubicBezTo>
                      <a:cubicBezTo>
                        <a:pt x="76390" y="167259"/>
                        <a:pt x="74485" y="167545"/>
                        <a:pt x="73438" y="167545"/>
                      </a:cubicBezTo>
                      <a:cubicBezTo>
                        <a:pt x="70675" y="167545"/>
                        <a:pt x="68866" y="166307"/>
                        <a:pt x="68104" y="163830"/>
                      </a:cubicBezTo>
                      <a:lnTo>
                        <a:pt x="66484" y="163830"/>
                      </a:lnTo>
                      <a:cubicBezTo>
                        <a:pt x="66484" y="162878"/>
                        <a:pt x="66294" y="161639"/>
                        <a:pt x="65913" y="160020"/>
                      </a:cubicBezTo>
                      <a:cubicBezTo>
                        <a:pt x="65532" y="158496"/>
                        <a:pt x="65341" y="157353"/>
                        <a:pt x="65341" y="156877"/>
                      </a:cubicBezTo>
                      <a:cubicBezTo>
                        <a:pt x="65341" y="155734"/>
                        <a:pt x="65722" y="154877"/>
                        <a:pt x="66484" y="154210"/>
                      </a:cubicBezTo>
                      <a:cubicBezTo>
                        <a:pt x="65817" y="153257"/>
                        <a:pt x="65532" y="152305"/>
                        <a:pt x="65532" y="151352"/>
                      </a:cubicBezTo>
                      <a:cubicBezTo>
                        <a:pt x="65532" y="150495"/>
                        <a:pt x="65817" y="149352"/>
                        <a:pt x="66484" y="147733"/>
                      </a:cubicBezTo>
                      <a:cubicBezTo>
                        <a:pt x="67246" y="146209"/>
                        <a:pt x="67532" y="144971"/>
                        <a:pt x="67532" y="144113"/>
                      </a:cubicBezTo>
                      <a:cubicBezTo>
                        <a:pt x="67532" y="143542"/>
                        <a:pt x="67342" y="142970"/>
                        <a:pt x="67151" y="142304"/>
                      </a:cubicBezTo>
                      <a:cubicBezTo>
                        <a:pt x="68389" y="140208"/>
                        <a:pt x="71914" y="139160"/>
                        <a:pt x="78010" y="139065"/>
                      </a:cubicBezTo>
                      <a:cubicBezTo>
                        <a:pt x="83439" y="138970"/>
                        <a:pt x="86201" y="137922"/>
                        <a:pt x="86201" y="136208"/>
                      </a:cubicBezTo>
                      <a:cubicBezTo>
                        <a:pt x="86201" y="135160"/>
                        <a:pt x="85439" y="133445"/>
                        <a:pt x="83915" y="131350"/>
                      </a:cubicBezTo>
                      <a:lnTo>
                        <a:pt x="86773" y="131350"/>
                      </a:lnTo>
                      <a:cubicBezTo>
                        <a:pt x="86677" y="132398"/>
                        <a:pt x="86963" y="133731"/>
                        <a:pt x="87821" y="135255"/>
                      </a:cubicBezTo>
                      <a:cubicBezTo>
                        <a:pt x="88201" y="134874"/>
                        <a:pt x="88487" y="133731"/>
                        <a:pt x="88678" y="132017"/>
                      </a:cubicBezTo>
                      <a:cubicBezTo>
                        <a:pt x="88773" y="130683"/>
                        <a:pt x="89535" y="129921"/>
                        <a:pt x="90868" y="129731"/>
                      </a:cubicBezTo>
                      <a:lnTo>
                        <a:pt x="88487" y="127254"/>
                      </a:lnTo>
                      <a:lnTo>
                        <a:pt x="90868" y="126683"/>
                      </a:lnTo>
                      <a:lnTo>
                        <a:pt x="89059" y="125063"/>
                      </a:lnTo>
                      <a:cubicBezTo>
                        <a:pt x="89059" y="125063"/>
                        <a:pt x="89630" y="125444"/>
                        <a:pt x="90106" y="125444"/>
                      </a:cubicBezTo>
                      <a:cubicBezTo>
                        <a:pt x="90583" y="125444"/>
                        <a:pt x="91440" y="125158"/>
                        <a:pt x="92488" y="124492"/>
                      </a:cubicBezTo>
                      <a:cubicBezTo>
                        <a:pt x="93535" y="123920"/>
                        <a:pt x="94202" y="123539"/>
                        <a:pt x="94583" y="123539"/>
                      </a:cubicBezTo>
                      <a:cubicBezTo>
                        <a:pt x="95250" y="123539"/>
                        <a:pt x="95726" y="124206"/>
                        <a:pt x="95821" y="125540"/>
                      </a:cubicBezTo>
                      <a:cubicBezTo>
                        <a:pt x="95440" y="125540"/>
                        <a:pt x="93821" y="126111"/>
                        <a:pt x="90868" y="127159"/>
                      </a:cubicBezTo>
                      <a:cubicBezTo>
                        <a:pt x="91059" y="127349"/>
                        <a:pt x="92107" y="128016"/>
                        <a:pt x="94202" y="129254"/>
                      </a:cubicBezTo>
                      <a:cubicBezTo>
                        <a:pt x="95440" y="130016"/>
                        <a:pt x="96012" y="130874"/>
                        <a:pt x="96012" y="131731"/>
                      </a:cubicBezTo>
                      <a:cubicBezTo>
                        <a:pt x="96012" y="132112"/>
                        <a:pt x="96012" y="132588"/>
                        <a:pt x="95821" y="132969"/>
                      </a:cubicBezTo>
                      <a:cubicBezTo>
                        <a:pt x="96488" y="132588"/>
                        <a:pt x="96964" y="131826"/>
                        <a:pt x="97250" y="130683"/>
                      </a:cubicBezTo>
                      <a:cubicBezTo>
                        <a:pt x="97536" y="129635"/>
                        <a:pt x="97441" y="128778"/>
                        <a:pt x="97060" y="128207"/>
                      </a:cubicBezTo>
                      <a:lnTo>
                        <a:pt x="99727" y="125540"/>
                      </a:lnTo>
                      <a:lnTo>
                        <a:pt x="94202" y="120396"/>
                      </a:lnTo>
                      <a:lnTo>
                        <a:pt x="94774" y="119348"/>
                      </a:lnTo>
                      <a:cubicBezTo>
                        <a:pt x="94392" y="118777"/>
                        <a:pt x="93916" y="118491"/>
                        <a:pt x="93345" y="118491"/>
                      </a:cubicBezTo>
                      <a:cubicBezTo>
                        <a:pt x="93059" y="118491"/>
                        <a:pt x="92488" y="118872"/>
                        <a:pt x="91630" y="119539"/>
                      </a:cubicBezTo>
                      <a:cubicBezTo>
                        <a:pt x="90773" y="120206"/>
                        <a:pt x="89916" y="120491"/>
                        <a:pt x="89059" y="120396"/>
                      </a:cubicBezTo>
                      <a:cubicBezTo>
                        <a:pt x="88773" y="120301"/>
                        <a:pt x="86963" y="120206"/>
                        <a:pt x="83725" y="120206"/>
                      </a:cubicBezTo>
                      <a:cubicBezTo>
                        <a:pt x="81820" y="120206"/>
                        <a:pt x="80772" y="118872"/>
                        <a:pt x="80677" y="116300"/>
                      </a:cubicBezTo>
                      <a:cubicBezTo>
                        <a:pt x="79534" y="115919"/>
                        <a:pt x="79057" y="115062"/>
                        <a:pt x="79057" y="113824"/>
                      </a:cubicBezTo>
                      <a:cubicBezTo>
                        <a:pt x="79057" y="113252"/>
                        <a:pt x="79153" y="112395"/>
                        <a:pt x="79438" y="111157"/>
                      </a:cubicBezTo>
                      <a:cubicBezTo>
                        <a:pt x="79724" y="109919"/>
                        <a:pt x="79819" y="108966"/>
                        <a:pt x="79819" y="108299"/>
                      </a:cubicBezTo>
                      <a:cubicBezTo>
                        <a:pt x="79819" y="106490"/>
                        <a:pt x="78772" y="105537"/>
                        <a:pt x="76581" y="105251"/>
                      </a:cubicBezTo>
                      <a:cubicBezTo>
                        <a:pt x="76200" y="104585"/>
                        <a:pt x="76009" y="103727"/>
                        <a:pt x="76009" y="102775"/>
                      </a:cubicBezTo>
                      <a:cubicBezTo>
                        <a:pt x="76009" y="102394"/>
                        <a:pt x="76009" y="101727"/>
                        <a:pt x="76200" y="100775"/>
                      </a:cubicBezTo>
                      <a:cubicBezTo>
                        <a:pt x="76295" y="99917"/>
                        <a:pt x="76390" y="99250"/>
                        <a:pt x="76390" y="98870"/>
                      </a:cubicBezTo>
                      <a:cubicBezTo>
                        <a:pt x="76390" y="97536"/>
                        <a:pt x="75724" y="96393"/>
                        <a:pt x="74295" y="95631"/>
                      </a:cubicBezTo>
                      <a:lnTo>
                        <a:pt x="72009" y="94964"/>
                      </a:lnTo>
                      <a:cubicBezTo>
                        <a:pt x="73152" y="93631"/>
                        <a:pt x="73628" y="92202"/>
                        <a:pt x="73628" y="90678"/>
                      </a:cubicBezTo>
                      <a:cubicBezTo>
                        <a:pt x="73628" y="89249"/>
                        <a:pt x="73152" y="87630"/>
                        <a:pt x="72199" y="85535"/>
                      </a:cubicBezTo>
                      <a:cubicBezTo>
                        <a:pt x="71438" y="84011"/>
                        <a:pt x="70580" y="82487"/>
                        <a:pt x="69723" y="80867"/>
                      </a:cubicBezTo>
                      <a:cubicBezTo>
                        <a:pt x="70390" y="80486"/>
                        <a:pt x="70771" y="79820"/>
                        <a:pt x="70961" y="79058"/>
                      </a:cubicBezTo>
                      <a:cubicBezTo>
                        <a:pt x="71152" y="78105"/>
                        <a:pt x="70675" y="77438"/>
                        <a:pt x="69723" y="77057"/>
                      </a:cubicBezTo>
                      <a:lnTo>
                        <a:pt x="66484" y="77629"/>
                      </a:lnTo>
                      <a:lnTo>
                        <a:pt x="65722" y="71914"/>
                      </a:lnTo>
                      <a:cubicBezTo>
                        <a:pt x="64579" y="72200"/>
                        <a:pt x="64008" y="72962"/>
                        <a:pt x="63913" y="74390"/>
                      </a:cubicBezTo>
                      <a:cubicBezTo>
                        <a:pt x="63913" y="75724"/>
                        <a:pt x="63151" y="76676"/>
                        <a:pt x="61817" y="77057"/>
                      </a:cubicBezTo>
                      <a:cubicBezTo>
                        <a:pt x="62103" y="77915"/>
                        <a:pt x="62198" y="78581"/>
                        <a:pt x="62198" y="79343"/>
                      </a:cubicBezTo>
                      <a:cubicBezTo>
                        <a:pt x="62198" y="80582"/>
                        <a:pt x="61627" y="82296"/>
                        <a:pt x="60579" y="84487"/>
                      </a:cubicBezTo>
                      <a:cubicBezTo>
                        <a:pt x="59531" y="86678"/>
                        <a:pt x="58960" y="88868"/>
                        <a:pt x="59150" y="91250"/>
                      </a:cubicBezTo>
                      <a:cubicBezTo>
                        <a:pt x="57055" y="92297"/>
                        <a:pt x="55912" y="94202"/>
                        <a:pt x="55721" y="96774"/>
                      </a:cubicBezTo>
                      <a:cubicBezTo>
                        <a:pt x="55340" y="100489"/>
                        <a:pt x="54959" y="102489"/>
                        <a:pt x="54673" y="102965"/>
                      </a:cubicBezTo>
                      <a:cubicBezTo>
                        <a:pt x="54007" y="102775"/>
                        <a:pt x="53149" y="103727"/>
                        <a:pt x="52006" y="105823"/>
                      </a:cubicBezTo>
                      <a:cubicBezTo>
                        <a:pt x="50768" y="108490"/>
                        <a:pt x="49530" y="110109"/>
                        <a:pt x="48292" y="110966"/>
                      </a:cubicBezTo>
                      <a:cubicBezTo>
                        <a:pt x="48292" y="111252"/>
                        <a:pt x="48863" y="112014"/>
                        <a:pt x="49911" y="113252"/>
                      </a:cubicBezTo>
                      <a:lnTo>
                        <a:pt x="51340" y="111633"/>
                      </a:lnTo>
                      <a:cubicBezTo>
                        <a:pt x="51340" y="111633"/>
                        <a:pt x="51721" y="112014"/>
                        <a:pt x="51721" y="112300"/>
                      </a:cubicBezTo>
                      <a:cubicBezTo>
                        <a:pt x="51721" y="112681"/>
                        <a:pt x="51435" y="113443"/>
                        <a:pt x="50768" y="114586"/>
                      </a:cubicBezTo>
                      <a:cubicBezTo>
                        <a:pt x="50101" y="115633"/>
                        <a:pt x="49816" y="116396"/>
                        <a:pt x="49816" y="116586"/>
                      </a:cubicBezTo>
                      <a:cubicBezTo>
                        <a:pt x="48768" y="118110"/>
                        <a:pt x="48196" y="118872"/>
                        <a:pt x="48196" y="119063"/>
                      </a:cubicBezTo>
                      <a:lnTo>
                        <a:pt x="49816" y="120682"/>
                      </a:lnTo>
                      <a:cubicBezTo>
                        <a:pt x="50197" y="120015"/>
                        <a:pt x="50673" y="119634"/>
                        <a:pt x="51244" y="119634"/>
                      </a:cubicBezTo>
                      <a:lnTo>
                        <a:pt x="51244" y="121253"/>
                      </a:lnTo>
                      <a:cubicBezTo>
                        <a:pt x="50768" y="120967"/>
                        <a:pt x="50197" y="120872"/>
                        <a:pt x="49816" y="120872"/>
                      </a:cubicBezTo>
                      <a:cubicBezTo>
                        <a:pt x="48768" y="120872"/>
                        <a:pt x="47911" y="122206"/>
                        <a:pt x="47339" y="124968"/>
                      </a:cubicBezTo>
                      <a:cubicBezTo>
                        <a:pt x="46672" y="128111"/>
                        <a:pt x="45815" y="130016"/>
                        <a:pt x="44863" y="130683"/>
                      </a:cubicBezTo>
                      <a:cubicBezTo>
                        <a:pt x="45720" y="131350"/>
                        <a:pt x="46291" y="132779"/>
                        <a:pt x="46672" y="135065"/>
                      </a:cubicBezTo>
                      <a:cubicBezTo>
                        <a:pt x="47054" y="137350"/>
                        <a:pt x="48101" y="138684"/>
                        <a:pt x="49721" y="139256"/>
                      </a:cubicBezTo>
                      <a:cubicBezTo>
                        <a:pt x="50482" y="138684"/>
                        <a:pt x="52483" y="138494"/>
                        <a:pt x="55435" y="138589"/>
                      </a:cubicBezTo>
                      <a:cubicBezTo>
                        <a:pt x="58007" y="138589"/>
                        <a:pt x="59531" y="138303"/>
                        <a:pt x="59912" y="137541"/>
                      </a:cubicBezTo>
                      <a:cubicBezTo>
                        <a:pt x="60103" y="139065"/>
                        <a:pt x="60484" y="142304"/>
                        <a:pt x="61341" y="147352"/>
                      </a:cubicBezTo>
                      <a:cubicBezTo>
                        <a:pt x="62008" y="151352"/>
                        <a:pt x="62389" y="154496"/>
                        <a:pt x="62389" y="156972"/>
                      </a:cubicBezTo>
                      <a:cubicBezTo>
                        <a:pt x="62389" y="160782"/>
                        <a:pt x="61817" y="164402"/>
                        <a:pt x="60484" y="167831"/>
                      </a:cubicBezTo>
                      <a:cubicBezTo>
                        <a:pt x="58579" y="168402"/>
                        <a:pt x="55435" y="168592"/>
                        <a:pt x="50959" y="168402"/>
                      </a:cubicBezTo>
                      <a:cubicBezTo>
                        <a:pt x="46482" y="168212"/>
                        <a:pt x="43148" y="168783"/>
                        <a:pt x="40767" y="170021"/>
                      </a:cubicBezTo>
                      <a:lnTo>
                        <a:pt x="41815" y="170688"/>
                      </a:lnTo>
                      <a:cubicBezTo>
                        <a:pt x="38576" y="171450"/>
                        <a:pt x="36671" y="173927"/>
                        <a:pt x="36100" y="177832"/>
                      </a:cubicBezTo>
                      <a:cubicBezTo>
                        <a:pt x="35814" y="181070"/>
                        <a:pt x="35433" y="184309"/>
                        <a:pt x="35052" y="187452"/>
                      </a:cubicBezTo>
                      <a:cubicBezTo>
                        <a:pt x="34099" y="190595"/>
                        <a:pt x="31337" y="191929"/>
                        <a:pt x="26670" y="191548"/>
                      </a:cubicBezTo>
                      <a:cubicBezTo>
                        <a:pt x="26289" y="192215"/>
                        <a:pt x="25717" y="192596"/>
                        <a:pt x="25051" y="192596"/>
                      </a:cubicBezTo>
                      <a:cubicBezTo>
                        <a:pt x="24479" y="192596"/>
                        <a:pt x="23622" y="192310"/>
                        <a:pt x="22288" y="191548"/>
                      </a:cubicBezTo>
                      <a:cubicBezTo>
                        <a:pt x="21050" y="190881"/>
                        <a:pt x="20002" y="190500"/>
                        <a:pt x="19431" y="190405"/>
                      </a:cubicBezTo>
                      <a:cubicBezTo>
                        <a:pt x="18859" y="190405"/>
                        <a:pt x="18002" y="190405"/>
                        <a:pt x="16859" y="190405"/>
                      </a:cubicBezTo>
                      <a:cubicBezTo>
                        <a:pt x="15907" y="190405"/>
                        <a:pt x="14478" y="190500"/>
                        <a:pt x="12573" y="190786"/>
                      </a:cubicBezTo>
                      <a:cubicBezTo>
                        <a:pt x="10668" y="191071"/>
                        <a:pt x="9239" y="191167"/>
                        <a:pt x="8287" y="191167"/>
                      </a:cubicBezTo>
                      <a:cubicBezTo>
                        <a:pt x="4096" y="191167"/>
                        <a:pt x="1524" y="189833"/>
                        <a:pt x="667" y="187071"/>
                      </a:cubicBezTo>
                      <a:cubicBezTo>
                        <a:pt x="286" y="185833"/>
                        <a:pt x="0" y="184690"/>
                        <a:pt x="0" y="183547"/>
                      </a:cubicBezTo>
                      <a:cubicBezTo>
                        <a:pt x="0" y="181928"/>
                        <a:pt x="667" y="179642"/>
                        <a:pt x="2000" y="176784"/>
                      </a:cubicBezTo>
                      <a:cubicBezTo>
                        <a:pt x="3429" y="173927"/>
                        <a:pt x="3905" y="171450"/>
                        <a:pt x="3524" y="169450"/>
                      </a:cubicBezTo>
                      <a:cubicBezTo>
                        <a:pt x="5810" y="168783"/>
                        <a:pt x="6953" y="167164"/>
                        <a:pt x="6953" y="164687"/>
                      </a:cubicBezTo>
                      <a:cubicBezTo>
                        <a:pt x="6953" y="164306"/>
                        <a:pt x="6953" y="163640"/>
                        <a:pt x="6763" y="162878"/>
                      </a:cubicBezTo>
                      <a:lnTo>
                        <a:pt x="6763" y="160782"/>
                      </a:lnTo>
                      <a:cubicBezTo>
                        <a:pt x="6763" y="159449"/>
                        <a:pt x="7048" y="158306"/>
                        <a:pt x="7620" y="157448"/>
                      </a:cubicBezTo>
                      <a:cubicBezTo>
                        <a:pt x="9811" y="156591"/>
                        <a:pt x="10858" y="155162"/>
                        <a:pt x="10858" y="152971"/>
                      </a:cubicBezTo>
                      <a:cubicBezTo>
                        <a:pt x="10858" y="152305"/>
                        <a:pt x="10763" y="151162"/>
                        <a:pt x="10477" y="149638"/>
                      </a:cubicBezTo>
                      <a:cubicBezTo>
                        <a:pt x="10192" y="148114"/>
                        <a:pt x="10096" y="146971"/>
                        <a:pt x="10096" y="146209"/>
                      </a:cubicBezTo>
                      <a:cubicBezTo>
                        <a:pt x="10096" y="143923"/>
                        <a:pt x="11144" y="142208"/>
                        <a:pt x="13144" y="141065"/>
                      </a:cubicBezTo>
                      <a:cubicBezTo>
                        <a:pt x="12859" y="140113"/>
                        <a:pt x="12763" y="139256"/>
                        <a:pt x="12763" y="138398"/>
                      </a:cubicBezTo>
                      <a:cubicBezTo>
                        <a:pt x="12763" y="136684"/>
                        <a:pt x="13621" y="134398"/>
                        <a:pt x="15240" y="131826"/>
                      </a:cubicBezTo>
                      <a:cubicBezTo>
                        <a:pt x="16859" y="129254"/>
                        <a:pt x="17716" y="127254"/>
                        <a:pt x="17716" y="125921"/>
                      </a:cubicBezTo>
                      <a:cubicBezTo>
                        <a:pt x="17716" y="124682"/>
                        <a:pt x="17335" y="123349"/>
                        <a:pt x="16478" y="122015"/>
                      </a:cubicBezTo>
                      <a:cubicBezTo>
                        <a:pt x="18764" y="119253"/>
                        <a:pt x="20479" y="115253"/>
                        <a:pt x="21336" y="109919"/>
                      </a:cubicBezTo>
                      <a:cubicBezTo>
                        <a:pt x="21907" y="105823"/>
                        <a:pt x="22384" y="101727"/>
                        <a:pt x="22765" y="97536"/>
                      </a:cubicBezTo>
                      <a:cubicBezTo>
                        <a:pt x="24955" y="96583"/>
                        <a:pt x="26384" y="94202"/>
                        <a:pt x="26956" y="90392"/>
                      </a:cubicBezTo>
                      <a:cubicBezTo>
                        <a:pt x="27527" y="86582"/>
                        <a:pt x="28765" y="84011"/>
                        <a:pt x="30480" y="82772"/>
                      </a:cubicBezTo>
                      <a:cubicBezTo>
                        <a:pt x="29908" y="81534"/>
                        <a:pt x="29623" y="80200"/>
                        <a:pt x="29623" y="78677"/>
                      </a:cubicBezTo>
                      <a:cubicBezTo>
                        <a:pt x="29623" y="77343"/>
                        <a:pt x="29813" y="75533"/>
                        <a:pt x="30385" y="73342"/>
                      </a:cubicBezTo>
                      <a:cubicBezTo>
                        <a:pt x="30861" y="71152"/>
                        <a:pt x="31147" y="69818"/>
                        <a:pt x="31147" y="69247"/>
                      </a:cubicBezTo>
                      <a:cubicBezTo>
                        <a:pt x="32766" y="68294"/>
                        <a:pt x="33623" y="67056"/>
                        <a:pt x="33623" y="65532"/>
                      </a:cubicBezTo>
                      <a:lnTo>
                        <a:pt x="33623" y="63056"/>
                      </a:lnTo>
                      <a:cubicBezTo>
                        <a:pt x="33623" y="60960"/>
                        <a:pt x="34671" y="59341"/>
                        <a:pt x="36862" y="57912"/>
                      </a:cubicBezTo>
                      <a:cubicBezTo>
                        <a:pt x="35719" y="56007"/>
                        <a:pt x="35719" y="52673"/>
                        <a:pt x="36862" y="47816"/>
                      </a:cubicBezTo>
                      <a:cubicBezTo>
                        <a:pt x="40005" y="47244"/>
                        <a:pt x="41243" y="45149"/>
                        <a:pt x="40481" y="41434"/>
                      </a:cubicBezTo>
                      <a:cubicBezTo>
                        <a:pt x="39624" y="37052"/>
                        <a:pt x="39719" y="34481"/>
                        <a:pt x="40672" y="33623"/>
                      </a:cubicBezTo>
                      <a:cubicBezTo>
                        <a:pt x="44482" y="29242"/>
                        <a:pt x="47530" y="27051"/>
                        <a:pt x="49911" y="27051"/>
                      </a:cubicBezTo>
                      <a:cubicBezTo>
                        <a:pt x="51530" y="27051"/>
                        <a:pt x="52959" y="27908"/>
                        <a:pt x="54197" y="29528"/>
                      </a:cubicBezTo>
                      <a:cubicBezTo>
                        <a:pt x="54578" y="29242"/>
                        <a:pt x="54864" y="28480"/>
                        <a:pt x="54864" y="27242"/>
                      </a:cubicBezTo>
                      <a:cubicBezTo>
                        <a:pt x="55245" y="26956"/>
                        <a:pt x="55721" y="26861"/>
                        <a:pt x="56292" y="26861"/>
                      </a:cubicBezTo>
                      <a:cubicBezTo>
                        <a:pt x="56864" y="26861"/>
                        <a:pt x="57721" y="27051"/>
                        <a:pt x="59055" y="27337"/>
                      </a:cubicBezTo>
                      <a:cubicBezTo>
                        <a:pt x="60293" y="27718"/>
                        <a:pt x="61246" y="27813"/>
                        <a:pt x="61817" y="27813"/>
                      </a:cubicBezTo>
                      <a:cubicBezTo>
                        <a:pt x="63436" y="27813"/>
                        <a:pt x="64579" y="27051"/>
                        <a:pt x="65341" y="25622"/>
                      </a:cubicBezTo>
                      <a:cubicBezTo>
                        <a:pt x="66008" y="26194"/>
                        <a:pt x="67342" y="27146"/>
                        <a:pt x="69437" y="28480"/>
                      </a:cubicBezTo>
                      <a:cubicBezTo>
                        <a:pt x="70009" y="27432"/>
                        <a:pt x="70866" y="26861"/>
                        <a:pt x="71914" y="26861"/>
                      </a:cubicBezTo>
                      <a:cubicBezTo>
                        <a:pt x="72676" y="26861"/>
                        <a:pt x="73723" y="27146"/>
                        <a:pt x="75342" y="27623"/>
                      </a:cubicBezTo>
                      <a:cubicBezTo>
                        <a:pt x="76867" y="28099"/>
                        <a:pt x="78200" y="28385"/>
                        <a:pt x="79153" y="28385"/>
                      </a:cubicBezTo>
                      <a:cubicBezTo>
                        <a:pt x="79819" y="28385"/>
                        <a:pt x="80486" y="28289"/>
                        <a:pt x="80963" y="28004"/>
                      </a:cubicBezTo>
                      <a:cubicBezTo>
                        <a:pt x="82772" y="29146"/>
                        <a:pt x="84582" y="30290"/>
                        <a:pt x="86296" y="31528"/>
                      </a:cubicBezTo>
                      <a:cubicBezTo>
                        <a:pt x="88011" y="32766"/>
                        <a:pt x="88963" y="34385"/>
                        <a:pt x="88963" y="36386"/>
                      </a:cubicBezTo>
                      <a:cubicBezTo>
                        <a:pt x="88963" y="36957"/>
                        <a:pt x="88963" y="37529"/>
                        <a:pt x="88773" y="38195"/>
                      </a:cubicBezTo>
                      <a:lnTo>
                        <a:pt x="92297" y="37624"/>
                      </a:lnTo>
                      <a:cubicBezTo>
                        <a:pt x="91726" y="39433"/>
                        <a:pt x="91440" y="41243"/>
                        <a:pt x="91440" y="43148"/>
                      </a:cubicBezTo>
                      <a:cubicBezTo>
                        <a:pt x="91440" y="47244"/>
                        <a:pt x="93059" y="51911"/>
                        <a:pt x="96202" y="57245"/>
                      </a:cubicBezTo>
                      <a:lnTo>
                        <a:pt x="92297" y="58865"/>
                      </a:lnTo>
                      <a:lnTo>
                        <a:pt x="96202" y="60293"/>
                      </a:lnTo>
                      <a:cubicBezTo>
                        <a:pt x="95631" y="60198"/>
                        <a:pt x="94583" y="60674"/>
                        <a:pt x="92869" y="61913"/>
                      </a:cubicBezTo>
                      <a:lnTo>
                        <a:pt x="92869" y="62675"/>
                      </a:lnTo>
                      <a:cubicBezTo>
                        <a:pt x="94012" y="62294"/>
                        <a:pt x="95821" y="62484"/>
                        <a:pt x="98393" y="63532"/>
                      </a:cubicBezTo>
                      <a:lnTo>
                        <a:pt x="95536" y="68008"/>
                      </a:lnTo>
                      <a:cubicBezTo>
                        <a:pt x="98679" y="71819"/>
                        <a:pt x="101441" y="73724"/>
                        <a:pt x="103917" y="73724"/>
                      </a:cubicBezTo>
                      <a:lnTo>
                        <a:pt x="103917" y="75343"/>
                      </a:lnTo>
                      <a:cubicBezTo>
                        <a:pt x="102965" y="74009"/>
                        <a:pt x="102203" y="73438"/>
                        <a:pt x="101632" y="73724"/>
                      </a:cubicBezTo>
                      <a:cubicBezTo>
                        <a:pt x="101060" y="75629"/>
                        <a:pt x="100774" y="77724"/>
                        <a:pt x="100774" y="79915"/>
                      </a:cubicBezTo>
                      <a:cubicBezTo>
                        <a:pt x="100774" y="84392"/>
                        <a:pt x="101822" y="87821"/>
                        <a:pt x="103822" y="90107"/>
                      </a:cubicBezTo>
                      <a:cubicBezTo>
                        <a:pt x="103346" y="90678"/>
                        <a:pt x="102965" y="91250"/>
                        <a:pt x="102965" y="91726"/>
                      </a:cubicBezTo>
                      <a:cubicBezTo>
                        <a:pt x="102965" y="92202"/>
                        <a:pt x="103537" y="93059"/>
                        <a:pt x="104489" y="94012"/>
                      </a:cubicBezTo>
                      <a:cubicBezTo>
                        <a:pt x="105537" y="94964"/>
                        <a:pt x="106013" y="95821"/>
                        <a:pt x="106013" y="96488"/>
                      </a:cubicBezTo>
                      <a:cubicBezTo>
                        <a:pt x="106013" y="96869"/>
                        <a:pt x="105823" y="97346"/>
                        <a:pt x="105346" y="97917"/>
                      </a:cubicBezTo>
                      <a:lnTo>
                        <a:pt x="107728" y="98965"/>
                      </a:lnTo>
                      <a:cubicBezTo>
                        <a:pt x="109156" y="106775"/>
                        <a:pt x="110014" y="111442"/>
                        <a:pt x="110395" y="113062"/>
                      </a:cubicBezTo>
                      <a:cubicBezTo>
                        <a:pt x="111633" y="118396"/>
                        <a:pt x="113347" y="122873"/>
                        <a:pt x="115538" y="126587"/>
                      </a:cubicBezTo>
                      <a:cubicBezTo>
                        <a:pt x="113919" y="129254"/>
                        <a:pt x="114490" y="131445"/>
                        <a:pt x="117157" y="132874"/>
                      </a:cubicBezTo>
                      <a:cubicBezTo>
                        <a:pt x="116872" y="139732"/>
                        <a:pt x="117919" y="144399"/>
                        <a:pt x="120205" y="146971"/>
                      </a:cubicBezTo>
                      <a:cubicBezTo>
                        <a:pt x="120205" y="153543"/>
                        <a:pt x="121825" y="156877"/>
                        <a:pt x="125158" y="156972"/>
                      </a:cubicBezTo>
                      <a:close/>
                      <a:moveTo>
                        <a:pt x="6953" y="29337"/>
                      </a:moveTo>
                      <a:lnTo>
                        <a:pt x="5334" y="30956"/>
                      </a:lnTo>
                      <a:lnTo>
                        <a:pt x="3143" y="28289"/>
                      </a:lnTo>
                      <a:lnTo>
                        <a:pt x="7048" y="29337"/>
                      </a:lnTo>
                      <a:close/>
                      <a:moveTo>
                        <a:pt x="10477" y="60103"/>
                      </a:moveTo>
                      <a:lnTo>
                        <a:pt x="11716" y="64008"/>
                      </a:lnTo>
                      <a:lnTo>
                        <a:pt x="8667" y="68961"/>
                      </a:lnTo>
                      <a:lnTo>
                        <a:pt x="10477" y="60198"/>
                      </a:lnTo>
                      <a:close/>
                      <a:moveTo>
                        <a:pt x="13144" y="41815"/>
                      </a:moveTo>
                      <a:cubicBezTo>
                        <a:pt x="13144" y="41815"/>
                        <a:pt x="12192" y="42386"/>
                        <a:pt x="11049" y="43434"/>
                      </a:cubicBezTo>
                      <a:lnTo>
                        <a:pt x="10477" y="41148"/>
                      </a:lnTo>
                      <a:lnTo>
                        <a:pt x="13144" y="41720"/>
                      </a:lnTo>
                      <a:close/>
                      <a:moveTo>
                        <a:pt x="30766" y="45911"/>
                      </a:moveTo>
                      <a:cubicBezTo>
                        <a:pt x="29813" y="43720"/>
                        <a:pt x="28004" y="42958"/>
                        <a:pt x="25241" y="43434"/>
                      </a:cubicBezTo>
                      <a:lnTo>
                        <a:pt x="24670" y="44291"/>
                      </a:lnTo>
                      <a:cubicBezTo>
                        <a:pt x="24670" y="42958"/>
                        <a:pt x="25051" y="42196"/>
                        <a:pt x="25813" y="42196"/>
                      </a:cubicBezTo>
                      <a:cubicBezTo>
                        <a:pt x="25908" y="42196"/>
                        <a:pt x="26670" y="42386"/>
                        <a:pt x="28099" y="42767"/>
                      </a:cubicBezTo>
                      <a:cubicBezTo>
                        <a:pt x="29146" y="43053"/>
                        <a:pt x="30099" y="43053"/>
                        <a:pt x="30766" y="42767"/>
                      </a:cubicBezTo>
                      <a:lnTo>
                        <a:pt x="30766" y="45815"/>
                      </a:lnTo>
                      <a:close/>
                      <a:moveTo>
                        <a:pt x="27527" y="112204"/>
                      </a:moveTo>
                      <a:lnTo>
                        <a:pt x="27527" y="108299"/>
                      </a:lnTo>
                      <a:lnTo>
                        <a:pt x="26860" y="108299"/>
                      </a:lnTo>
                      <a:lnTo>
                        <a:pt x="26860" y="112204"/>
                      </a:lnTo>
                      <a:lnTo>
                        <a:pt x="27527" y="112204"/>
                      </a:lnTo>
                      <a:close/>
                      <a:moveTo>
                        <a:pt x="38767" y="49149"/>
                      </a:moveTo>
                      <a:lnTo>
                        <a:pt x="43339" y="46673"/>
                      </a:lnTo>
                      <a:lnTo>
                        <a:pt x="42767" y="44196"/>
                      </a:lnTo>
                      <a:lnTo>
                        <a:pt x="38862" y="49054"/>
                      </a:lnTo>
                      <a:close/>
                      <a:moveTo>
                        <a:pt x="43339" y="77438"/>
                      </a:moveTo>
                      <a:lnTo>
                        <a:pt x="47244" y="78486"/>
                      </a:lnTo>
                      <a:lnTo>
                        <a:pt x="46577" y="77438"/>
                      </a:lnTo>
                      <a:lnTo>
                        <a:pt x="43339" y="77438"/>
                      </a:lnTo>
                      <a:close/>
                      <a:moveTo>
                        <a:pt x="46577" y="73533"/>
                      </a:moveTo>
                      <a:lnTo>
                        <a:pt x="48196" y="72676"/>
                      </a:lnTo>
                      <a:lnTo>
                        <a:pt x="46577" y="71057"/>
                      </a:lnTo>
                      <a:lnTo>
                        <a:pt x="46577" y="73533"/>
                      </a:lnTo>
                      <a:close/>
                      <a:moveTo>
                        <a:pt x="48196" y="39529"/>
                      </a:moveTo>
                      <a:lnTo>
                        <a:pt x="50673" y="38862"/>
                      </a:lnTo>
                      <a:lnTo>
                        <a:pt x="47244" y="37814"/>
                      </a:lnTo>
                      <a:lnTo>
                        <a:pt x="48292" y="39433"/>
                      </a:lnTo>
                      <a:close/>
                      <a:moveTo>
                        <a:pt x="48768" y="14097"/>
                      </a:moveTo>
                      <a:lnTo>
                        <a:pt x="49816" y="16574"/>
                      </a:lnTo>
                      <a:lnTo>
                        <a:pt x="48196" y="16574"/>
                      </a:lnTo>
                      <a:lnTo>
                        <a:pt x="48768" y="14097"/>
                      </a:lnTo>
                      <a:close/>
                      <a:moveTo>
                        <a:pt x="56197" y="8573"/>
                      </a:moveTo>
                      <a:cubicBezTo>
                        <a:pt x="55054" y="8192"/>
                        <a:pt x="54578" y="7334"/>
                        <a:pt x="54578" y="6096"/>
                      </a:cubicBezTo>
                      <a:lnTo>
                        <a:pt x="54578" y="3238"/>
                      </a:lnTo>
                      <a:lnTo>
                        <a:pt x="60103" y="0"/>
                      </a:lnTo>
                      <a:cubicBezTo>
                        <a:pt x="60103" y="571"/>
                        <a:pt x="59436" y="1238"/>
                        <a:pt x="58007" y="2000"/>
                      </a:cubicBezTo>
                      <a:cubicBezTo>
                        <a:pt x="56579" y="2762"/>
                        <a:pt x="55816" y="3429"/>
                        <a:pt x="55816" y="4096"/>
                      </a:cubicBezTo>
                      <a:cubicBezTo>
                        <a:pt x="55816" y="4572"/>
                        <a:pt x="56197" y="5048"/>
                        <a:pt x="56864" y="5715"/>
                      </a:cubicBezTo>
                      <a:cubicBezTo>
                        <a:pt x="57150" y="6572"/>
                        <a:pt x="56864" y="7525"/>
                        <a:pt x="56292" y="8573"/>
                      </a:cubicBezTo>
                      <a:close/>
                      <a:moveTo>
                        <a:pt x="61722" y="19050"/>
                      </a:moveTo>
                      <a:lnTo>
                        <a:pt x="63151" y="19050"/>
                      </a:lnTo>
                      <a:lnTo>
                        <a:pt x="60674" y="23146"/>
                      </a:lnTo>
                      <a:lnTo>
                        <a:pt x="61722" y="19050"/>
                      </a:lnTo>
                      <a:close/>
                      <a:moveTo>
                        <a:pt x="61722" y="47530"/>
                      </a:moveTo>
                      <a:lnTo>
                        <a:pt x="61722" y="45053"/>
                      </a:lnTo>
                      <a:lnTo>
                        <a:pt x="60674" y="45053"/>
                      </a:lnTo>
                      <a:lnTo>
                        <a:pt x="60674" y="47530"/>
                      </a:lnTo>
                      <a:lnTo>
                        <a:pt x="61722" y="47530"/>
                      </a:lnTo>
                      <a:close/>
                      <a:moveTo>
                        <a:pt x="71914" y="15812"/>
                      </a:moveTo>
                      <a:lnTo>
                        <a:pt x="71914" y="19050"/>
                      </a:lnTo>
                      <a:lnTo>
                        <a:pt x="69628" y="13525"/>
                      </a:lnTo>
                      <a:cubicBezTo>
                        <a:pt x="71152" y="13525"/>
                        <a:pt x="71914" y="14288"/>
                        <a:pt x="71914" y="15812"/>
                      </a:cubicBezTo>
                      <a:close/>
                      <a:moveTo>
                        <a:pt x="75819" y="45911"/>
                      </a:moveTo>
                      <a:lnTo>
                        <a:pt x="80486" y="44291"/>
                      </a:lnTo>
                      <a:lnTo>
                        <a:pt x="78010" y="44291"/>
                      </a:lnTo>
                      <a:lnTo>
                        <a:pt x="75724" y="45911"/>
                      </a:lnTo>
                      <a:close/>
                      <a:moveTo>
                        <a:pt x="75819" y="61722"/>
                      </a:moveTo>
                      <a:lnTo>
                        <a:pt x="76390" y="59246"/>
                      </a:lnTo>
                      <a:lnTo>
                        <a:pt x="75819" y="58674"/>
                      </a:lnTo>
                      <a:lnTo>
                        <a:pt x="75819" y="61722"/>
                      </a:lnTo>
                      <a:close/>
                      <a:moveTo>
                        <a:pt x="82772" y="126492"/>
                      </a:moveTo>
                      <a:cubicBezTo>
                        <a:pt x="82772" y="126492"/>
                        <a:pt x="83439" y="126683"/>
                        <a:pt x="84391" y="127063"/>
                      </a:cubicBezTo>
                      <a:lnTo>
                        <a:pt x="84963" y="126492"/>
                      </a:lnTo>
                      <a:lnTo>
                        <a:pt x="82677" y="124206"/>
                      </a:lnTo>
                      <a:lnTo>
                        <a:pt x="85915" y="125444"/>
                      </a:lnTo>
                      <a:cubicBezTo>
                        <a:pt x="84106" y="127254"/>
                        <a:pt x="83058" y="128111"/>
                        <a:pt x="82677" y="128111"/>
                      </a:cubicBezTo>
                      <a:lnTo>
                        <a:pt x="82677" y="126492"/>
                      </a:lnTo>
                      <a:close/>
                      <a:moveTo>
                        <a:pt x="88868" y="86963"/>
                      </a:moveTo>
                      <a:cubicBezTo>
                        <a:pt x="90392" y="86296"/>
                        <a:pt x="90964" y="84963"/>
                        <a:pt x="90678" y="83058"/>
                      </a:cubicBezTo>
                      <a:cubicBezTo>
                        <a:pt x="88678" y="83629"/>
                        <a:pt x="87630" y="84677"/>
                        <a:pt x="87630" y="86296"/>
                      </a:cubicBezTo>
                      <a:cubicBezTo>
                        <a:pt x="88201" y="86868"/>
                        <a:pt x="88582" y="87058"/>
                        <a:pt x="88868" y="86868"/>
                      </a:cubicBezTo>
                      <a:close/>
                      <a:moveTo>
                        <a:pt x="90678" y="56007"/>
                      </a:moveTo>
                      <a:lnTo>
                        <a:pt x="88297" y="56007"/>
                      </a:lnTo>
                      <a:lnTo>
                        <a:pt x="88868" y="61722"/>
                      </a:lnTo>
                      <a:lnTo>
                        <a:pt x="90678" y="56007"/>
                      </a:lnTo>
                      <a:close/>
                      <a:moveTo>
                        <a:pt x="90678" y="76867"/>
                      </a:moveTo>
                      <a:cubicBezTo>
                        <a:pt x="90392" y="76295"/>
                        <a:pt x="90297" y="75819"/>
                        <a:pt x="90297" y="75438"/>
                      </a:cubicBezTo>
                      <a:cubicBezTo>
                        <a:pt x="90297" y="74390"/>
                        <a:pt x="91059" y="73819"/>
                        <a:pt x="92583" y="73819"/>
                      </a:cubicBezTo>
                      <a:lnTo>
                        <a:pt x="94012" y="73628"/>
                      </a:lnTo>
                      <a:lnTo>
                        <a:pt x="94012" y="72771"/>
                      </a:lnTo>
                      <a:cubicBezTo>
                        <a:pt x="94012" y="72771"/>
                        <a:pt x="93154" y="72581"/>
                        <a:pt x="92773" y="72581"/>
                      </a:cubicBezTo>
                      <a:cubicBezTo>
                        <a:pt x="91821" y="72581"/>
                        <a:pt x="90868" y="73057"/>
                        <a:pt x="90106" y="74009"/>
                      </a:cubicBezTo>
                      <a:cubicBezTo>
                        <a:pt x="89344" y="74962"/>
                        <a:pt x="88868" y="75914"/>
                        <a:pt x="88868" y="76867"/>
                      </a:cubicBezTo>
                      <a:lnTo>
                        <a:pt x="90678" y="76867"/>
                      </a:lnTo>
                      <a:close/>
                      <a:moveTo>
                        <a:pt x="91535" y="111252"/>
                      </a:moveTo>
                      <a:cubicBezTo>
                        <a:pt x="91535" y="111252"/>
                        <a:pt x="91821" y="110585"/>
                        <a:pt x="92392" y="109633"/>
                      </a:cubicBezTo>
                      <a:cubicBezTo>
                        <a:pt x="91535" y="109442"/>
                        <a:pt x="91059" y="109633"/>
                        <a:pt x="90868" y="110204"/>
                      </a:cubicBezTo>
                      <a:cubicBezTo>
                        <a:pt x="90678" y="110776"/>
                        <a:pt x="90392" y="111062"/>
                        <a:pt x="89916" y="111252"/>
                      </a:cubicBezTo>
                      <a:lnTo>
                        <a:pt x="91535" y="111252"/>
                      </a:lnTo>
                      <a:close/>
                      <a:moveTo>
                        <a:pt x="92392" y="23813"/>
                      </a:moveTo>
                      <a:lnTo>
                        <a:pt x="94012" y="22193"/>
                      </a:lnTo>
                      <a:lnTo>
                        <a:pt x="91535" y="19907"/>
                      </a:lnTo>
                      <a:lnTo>
                        <a:pt x="92964" y="18288"/>
                      </a:lnTo>
                      <a:lnTo>
                        <a:pt x="95631" y="23241"/>
                      </a:lnTo>
                      <a:lnTo>
                        <a:pt x="92392" y="23813"/>
                      </a:lnTo>
                      <a:close/>
                      <a:moveTo>
                        <a:pt x="102394" y="124206"/>
                      </a:moveTo>
                      <a:lnTo>
                        <a:pt x="102394" y="121539"/>
                      </a:lnTo>
                      <a:cubicBezTo>
                        <a:pt x="102394" y="121539"/>
                        <a:pt x="102108" y="121825"/>
                        <a:pt x="100774" y="122587"/>
                      </a:cubicBezTo>
                      <a:cubicBezTo>
                        <a:pt x="100393" y="122301"/>
                        <a:pt x="99917" y="121825"/>
                        <a:pt x="99441" y="121158"/>
                      </a:cubicBezTo>
                      <a:cubicBezTo>
                        <a:pt x="98965" y="120491"/>
                        <a:pt x="98584" y="120110"/>
                        <a:pt x="98298" y="120110"/>
                      </a:cubicBezTo>
                      <a:cubicBezTo>
                        <a:pt x="97917" y="120110"/>
                        <a:pt x="97441" y="120396"/>
                        <a:pt x="96869" y="120967"/>
                      </a:cubicBezTo>
                      <a:lnTo>
                        <a:pt x="102394" y="124206"/>
                      </a:lnTo>
                      <a:close/>
                      <a:moveTo>
                        <a:pt x="107251" y="123158"/>
                      </a:moveTo>
                      <a:cubicBezTo>
                        <a:pt x="107251" y="123158"/>
                        <a:pt x="107537" y="123063"/>
                        <a:pt x="107251" y="122777"/>
                      </a:cubicBezTo>
                      <a:lnTo>
                        <a:pt x="106489" y="117634"/>
                      </a:lnTo>
                      <a:cubicBezTo>
                        <a:pt x="105918" y="118205"/>
                        <a:pt x="105632" y="118682"/>
                        <a:pt x="105632" y="119253"/>
                      </a:cubicBezTo>
                      <a:cubicBezTo>
                        <a:pt x="105632" y="118872"/>
                        <a:pt x="106204" y="120015"/>
                        <a:pt x="107251" y="122682"/>
                      </a:cubicBezTo>
                      <a:lnTo>
                        <a:pt x="107251" y="123063"/>
                      </a:lnTo>
                      <a:close/>
                      <a:moveTo>
                        <a:pt x="116491" y="667"/>
                      </a:moveTo>
                      <a:lnTo>
                        <a:pt x="116491" y="2477"/>
                      </a:lnTo>
                      <a:lnTo>
                        <a:pt x="113633" y="2477"/>
                      </a:lnTo>
                      <a:lnTo>
                        <a:pt x="116491" y="667"/>
                      </a:lnTo>
                      <a:close/>
                      <a:moveTo>
                        <a:pt x="118110" y="33433"/>
                      </a:moveTo>
                      <a:lnTo>
                        <a:pt x="115824" y="35719"/>
                      </a:lnTo>
                      <a:lnTo>
                        <a:pt x="118110" y="32480"/>
                      </a:lnTo>
                      <a:lnTo>
                        <a:pt x="118110" y="33528"/>
                      </a:lnTo>
                      <a:close/>
                      <a:moveTo>
                        <a:pt x="130016" y="69437"/>
                      </a:moveTo>
                      <a:lnTo>
                        <a:pt x="128397" y="71057"/>
                      </a:lnTo>
                      <a:lnTo>
                        <a:pt x="127159" y="71057"/>
                      </a:lnTo>
                      <a:lnTo>
                        <a:pt x="130016" y="69437"/>
                      </a:lnTo>
                      <a:close/>
                      <a:moveTo>
                        <a:pt x="129445" y="35052"/>
                      </a:moveTo>
                      <a:cubicBezTo>
                        <a:pt x="129445" y="35052"/>
                        <a:pt x="128778" y="35052"/>
                        <a:pt x="128683" y="33909"/>
                      </a:cubicBezTo>
                      <a:cubicBezTo>
                        <a:pt x="128683" y="32861"/>
                        <a:pt x="128492" y="32385"/>
                        <a:pt x="128397" y="32385"/>
                      </a:cubicBezTo>
                      <a:lnTo>
                        <a:pt x="129445" y="32385"/>
                      </a:lnTo>
                      <a:lnTo>
                        <a:pt x="129445" y="35052"/>
                      </a:lnTo>
                      <a:close/>
                      <a:moveTo>
                        <a:pt x="159353" y="18288"/>
                      </a:moveTo>
                      <a:cubicBezTo>
                        <a:pt x="159258" y="17717"/>
                        <a:pt x="159353" y="17145"/>
                        <a:pt x="159734" y="16574"/>
                      </a:cubicBezTo>
                      <a:cubicBezTo>
                        <a:pt x="160020" y="16002"/>
                        <a:pt x="160496" y="15716"/>
                        <a:pt x="161068" y="15907"/>
                      </a:cubicBezTo>
                      <a:lnTo>
                        <a:pt x="161068" y="18383"/>
                      </a:lnTo>
                      <a:lnTo>
                        <a:pt x="159448" y="18383"/>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 name="Google Shape;820;p99"/>
                <p:cNvSpPr/>
                <p:nvPr/>
              </p:nvSpPr>
              <p:spPr>
                <a:xfrm>
                  <a:off x="5248274" y="2704052"/>
                  <a:ext cx="144589" cy="165081"/>
                </a:xfrm>
                <a:custGeom>
                  <a:avLst/>
                  <a:gdLst/>
                  <a:ahLst/>
                  <a:cxnLst/>
                  <a:rect l="l" t="t" r="r" b="b"/>
                  <a:pathLst>
                    <a:path w="144589" h="165081" extrusionOk="0">
                      <a:moveTo>
                        <a:pt x="117062" y="44005"/>
                      </a:moveTo>
                      <a:cubicBezTo>
                        <a:pt x="117348" y="44672"/>
                        <a:pt x="117824" y="45053"/>
                        <a:pt x="118491" y="45053"/>
                      </a:cubicBezTo>
                      <a:lnTo>
                        <a:pt x="120110" y="45053"/>
                      </a:lnTo>
                      <a:cubicBezTo>
                        <a:pt x="118396" y="49530"/>
                        <a:pt x="118110" y="55245"/>
                        <a:pt x="119539" y="62008"/>
                      </a:cubicBezTo>
                      <a:cubicBezTo>
                        <a:pt x="119158" y="63532"/>
                        <a:pt x="117729" y="65913"/>
                        <a:pt x="115443" y="69151"/>
                      </a:cubicBezTo>
                      <a:lnTo>
                        <a:pt x="117062" y="70771"/>
                      </a:lnTo>
                      <a:cubicBezTo>
                        <a:pt x="116491" y="71818"/>
                        <a:pt x="115062" y="72771"/>
                        <a:pt x="112776" y="73438"/>
                      </a:cubicBezTo>
                      <a:cubicBezTo>
                        <a:pt x="110490" y="74104"/>
                        <a:pt x="108966" y="75057"/>
                        <a:pt x="108299" y="76391"/>
                      </a:cubicBezTo>
                      <a:lnTo>
                        <a:pt x="112204" y="76962"/>
                      </a:lnTo>
                      <a:cubicBezTo>
                        <a:pt x="109061" y="82010"/>
                        <a:pt x="103346" y="88011"/>
                        <a:pt x="95155" y="94964"/>
                      </a:cubicBezTo>
                      <a:lnTo>
                        <a:pt x="91916" y="94964"/>
                      </a:lnTo>
                      <a:lnTo>
                        <a:pt x="91916" y="97250"/>
                      </a:lnTo>
                      <a:cubicBezTo>
                        <a:pt x="91916" y="97250"/>
                        <a:pt x="91249" y="96679"/>
                        <a:pt x="90678" y="96679"/>
                      </a:cubicBezTo>
                      <a:cubicBezTo>
                        <a:pt x="89630" y="96774"/>
                        <a:pt x="88963" y="96774"/>
                        <a:pt x="88678" y="96679"/>
                      </a:cubicBezTo>
                      <a:lnTo>
                        <a:pt x="88011" y="97250"/>
                      </a:lnTo>
                      <a:cubicBezTo>
                        <a:pt x="89916" y="97822"/>
                        <a:pt x="91345" y="99632"/>
                        <a:pt x="92107" y="102775"/>
                      </a:cubicBezTo>
                      <a:cubicBezTo>
                        <a:pt x="92869" y="105918"/>
                        <a:pt x="93916" y="107633"/>
                        <a:pt x="95155" y="107918"/>
                      </a:cubicBezTo>
                      <a:cubicBezTo>
                        <a:pt x="94774" y="110490"/>
                        <a:pt x="95821" y="113252"/>
                        <a:pt x="98203" y="116110"/>
                      </a:cubicBezTo>
                      <a:cubicBezTo>
                        <a:pt x="101060" y="119348"/>
                        <a:pt x="102775" y="122111"/>
                        <a:pt x="103156" y="124301"/>
                      </a:cubicBezTo>
                      <a:cubicBezTo>
                        <a:pt x="102298" y="125825"/>
                        <a:pt x="100679" y="126301"/>
                        <a:pt x="98107" y="125635"/>
                      </a:cubicBezTo>
                      <a:cubicBezTo>
                        <a:pt x="95631" y="125063"/>
                        <a:pt x="94297" y="125158"/>
                        <a:pt x="94297" y="125921"/>
                      </a:cubicBezTo>
                      <a:cubicBezTo>
                        <a:pt x="94297" y="126587"/>
                        <a:pt x="94583" y="127540"/>
                        <a:pt x="95155" y="128778"/>
                      </a:cubicBezTo>
                      <a:lnTo>
                        <a:pt x="98203" y="128207"/>
                      </a:lnTo>
                      <a:cubicBezTo>
                        <a:pt x="98488" y="128778"/>
                        <a:pt x="97917" y="129826"/>
                        <a:pt x="96584" y="131445"/>
                      </a:cubicBezTo>
                      <a:lnTo>
                        <a:pt x="99060" y="133731"/>
                      </a:lnTo>
                      <a:cubicBezTo>
                        <a:pt x="99060" y="133731"/>
                        <a:pt x="99917" y="132207"/>
                        <a:pt x="100489" y="130397"/>
                      </a:cubicBezTo>
                      <a:lnTo>
                        <a:pt x="101441" y="134303"/>
                      </a:lnTo>
                      <a:cubicBezTo>
                        <a:pt x="103251" y="133731"/>
                        <a:pt x="104013" y="131921"/>
                        <a:pt x="103727" y="128778"/>
                      </a:cubicBezTo>
                      <a:cubicBezTo>
                        <a:pt x="105632" y="129730"/>
                        <a:pt x="107156" y="131731"/>
                        <a:pt x="108204" y="134684"/>
                      </a:cubicBezTo>
                      <a:cubicBezTo>
                        <a:pt x="109252" y="137636"/>
                        <a:pt x="110585" y="139351"/>
                        <a:pt x="112109" y="139922"/>
                      </a:cubicBezTo>
                      <a:cubicBezTo>
                        <a:pt x="111728" y="141065"/>
                        <a:pt x="111443" y="142113"/>
                        <a:pt x="111443" y="143256"/>
                      </a:cubicBezTo>
                      <a:cubicBezTo>
                        <a:pt x="111443" y="145351"/>
                        <a:pt x="112490" y="148018"/>
                        <a:pt x="114681" y="151352"/>
                      </a:cubicBezTo>
                      <a:cubicBezTo>
                        <a:pt x="116777" y="154686"/>
                        <a:pt x="117824" y="156972"/>
                        <a:pt x="117824" y="158401"/>
                      </a:cubicBezTo>
                      <a:cubicBezTo>
                        <a:pt x="117824" y="160306"/>
                        <a:pt x="116777" y="162116"/>
                        <a:pt x="114776" y="163735"/>
                      </a:cubicBezTo>
                      <a:cubicBezTo>
                        <a:pt x="113157" y="163735"/>
                        <a:pt x="110395" y="163925"/>
                        <a:pt x="106585" y="164401"/>
                      </a:cubicBezTo>
                      <a:cubicBezTo>
                        <a:pt x="102775" y="164783"/>
                        <a:pt x="99917" y="164973"/>
                        <a:pt x="98012" y="164973"/>
                      </a:cubicBezTo>
                      <a:cubicBezTo>
                        <a:pt x="92012" y="164973"/>
                        <a:pt x="87344" y="163354"/>
                        <a:pt x="84106" y="160020"/>
                      </a:cubicBezTo>
                      <a:lnTo>
                        <a:pt x="83534" y="161068"/>
                      </a:lnTo>
                      <a:cubicBezTo>
                        <a:pt x="82677" y="158972"/>
                        <a:pt x="81915" y="156972"/>
                        <a:pt x="81058" y="154972"/>
                      </a:cubicBezTo>
                      <a:cubicBezTo>
                        <a:pt x="79820" y="152209"/>
                        <a:pt x="78200" y="150590"/>
                        <a:pt x="76105" y="150019"/>
                      </a:cubicBezTo>
                      <a:cubicBezTo>
                        <a:pt x="76486" y="149066"/>
                        <a:pt x="76676" y="148209"/>
                        <a:pt x="76676" y="147542"/>
                      </a:cubicBezTo>
                      <a:cubicBezTo>
                        <a:pt x="76676" y="146018"/>
                        <a:pt x="75724" y="144590"/>
                        <a:pt x="73723" y="143161"/>
                      </a:cubicBezTo>
                      <a:cubicBezTo>
                        <a:pt x="71723" y="141732"/>
                        <a:pt x="70771" y="140399"/>
                        <a:pt x="70771" y="138970"/>
                      </a:cubicBezTo>
                      <a:cubicBezTo>
                        <a:pt x="70771" y="138017"/>
                        <a:pt x="71056" y="136970"/>
                        <a:pt x="71628" y="135922"/>
                      </a:cubicBezTo>
                      <a:cubicBezTo>
                        <a:pt x="70295" y="134017"/>
                        <a:pt x="68580" y="130302"/>
                        <a:pt x="66675" y="124682"/>
                      </a:cubicBezTo>
                      <a:cubicBezTo>
                        <a:pt x="65056" y="119920"/>
                        <a:pt x="62960" y="116396"/>
                        <a:pt x="60484" y="114014"/>
                      </a:cubicBezTo>
                      <a:cubicBezTo>
                        <a:pt x="60484" y="110490"/>
                        <a:pt x="58960" y="106204"/>
                        <a:pt x="55816" y="101346"/>
                      </a:cubicBezTo>
                      <a:lnTo>
                        <a:pt x="49721" y="100489"/>
                      </a:lnTo>
                      <a:lnTo>
                        <a:pt x="50292" y="99917"/>
                      </a:lnTo>
                      <a:cubicBezTo>
                        <a:pt x="49911" y="99250"/>
                        <a:pt x="49339" y="98870"/>
                        <a:pt x="48673" y="98870"/>
                      </a:cubicBezTo>
                      <a:lnTo>
                        <a:pt x="46482" y="101346"/>
                      </a:lnTo>
                      <a:cubicBezTo>
                        <a:pt x="45815" y="101346"/>
                        <a:pt x="44291" y="101727"/>
                        <a:pt x="41910" y="102394"/>
                      </a:cubicBezTo>
                      <a:cubicBezTo>
                        <a:pt x="39529" y="103061"/>
                        <a:pt x="37719" y="103442"/>
                        <a:pt x="36481" y="103442"/>
                      </a:cubicBezTo>
                      <a:cubicBezTo>
                        <a:pt x="35528" y="103442"/>
                        <a:pt x="34766" y="103251"/>
                        <a:pt x="34004" y="102775"/>
                      </a:cubicBezTo>
                      <a:cubicBezTo>
                        <a:pt x="33814" y="103061"/>
                        <a:pt x="33814" y="103346"/>
                        <a:pt x="33814" y="103632"/>
                      </a:cubicBezTo>
                      <a:cubicBezTo>
                        <a:pt x="33814" y="104013"/>
                        <a:pt x="34004" y="104394"/>
                        <a:pt x="34385" y="104775"/>
                      </a:cubicBezTo>
                      <a:cubicBezTo>
                        <a:pt x="34671" y="105061"/>
                        <a:pt x="34862" y="105346"/>
                        <a:pt x="34862" y="105442"/>
                      </a:cubicBezTo>
                      <a:cubicBezTo>
                        <a:pt x="34862" y="105728"/>
                        <a:pt x="34290" y="106204"/>
                        <a:pt x="32956" y="106871"/>
                      </a:cubicBezTo>
                      <a:lnTo>
                        <a:pt x="34004" y="119539"/>
                      </a:lnTo>
                      <a:lnTo>
                        <a:pt x="32385" y="120967"/>
                      </a:lnTo>
                      <a:cubicBezTo>
                        <a:pt x="33528" y="124968"/>
                        <a:pt x="34004" y="130492"/>
                        <a:pt x="34004" y="137541"/>
                      </a:cubicBezTo>
                      <a:cubicBezTo>
                        <a:pt x="34004" y="138208"/>
                        <a:pt x="33719" y="139732"/>
                        <a:pt x="33052" y="141922"/>
                      </a:cubicBezTo>
                      <a:cubicBezTo>
                        <a:pt x="32385" y="144209"/>
                        <a:pt x="32099" y="145923"/>
                        <a:pt x="32099" y="147161"/>
                      </a:cubicBezTo>
                      <a:cubicBezTo>
                        <a:pt x="32099" y="149352"/>
                        <a:pt x="32956" y="151067"/>
                        <a:pt x="34576" y="152305"/>
                      </a:cubicBezTo>
                      <a:cubicBezTo>
                        <a:pt x="33623" y="152971"/>
                        <a:pt x="33147" y="154305"/>
                        <a:pt x="33147" y="156210"/>
                      </a:cubicBezTo>
                      <a:lnTo>
                        <a:pt x="33147" y="158305"/>
                      </a:lnTo>
                      <a:cubicBezTo>
                        <a:pt x="33338" y="159067"/>
                        <a:pt x="33338" y="159734"/>
                        <a:pt x="33338" y="160115"/>
                      </a:cubicBezTo>
                      <a:cubicBezTo>
                        <a:pt x="33338" y="162687"/>
                        <a:pt x="31909" y="163830"/>
                        <a:pt x="29051" y="163354"/>
                      </a:cubicBezTo>
                      <a:lnTo>
                        <a:pt x="30099" y="164211"/>
                      </a:lnTo>
                      <a:cubicBezTo>
                        <a:pt x="27908" y="165163"/>
                        <a:pt x="25146" y="165354"/>
                        <a:pt x="21717" y="164687"/>
                      </a:cubicBezTo>
                      <a:cubicBezTo>
                        <a:pt x="18288" y="164116"/>
                        <a:pt x="16097" y="164211"/>
                        <a:pt x="14954" y="164973"/>
                      </a:cubicBezTo>
                      <a:cubicBezTo>
                        <a:pt x="10287" y="164401"/>
                        <a:pt x="5905" y="163163"/>
                        <a:pt x="1619" y="161068"/>
                      </a:cubicBezTo>
                      <a:cubicBezTo>
                        <a:pt x="1905" y="150590"/>
                        <a:pt x="1619" y="134493"/>
                        <a:pt x="1048" y="112967"/>
                      </a:cubicBezTo>
                      <a:lnTo>
                        <a:pt x="0" y="112967"/>
                      </a:lnTo>
                      <a:cubicBezTo>
                        <a:pt x="1048" y="111442"/>
                        <a:pt x="1619" y="109633"/>
                        <a:pt x="1619" y="107442"/>
                      </a:cubicBezTo>
                      <a:cubicBezTo>
                        <a:pt x="1619" y="106585"/>
                        <a:pt x="1524" y="105251"/>
                        <a:pt x="1238" y="103251"/>
                      </a:cubicBezTo>
                      <a:cubicBezTo>
                        <a:pt x="953" y="101251"/>
                        <a:pt x="857" y="99727"/>
                        <a:pt x="857" y="98679"/>
                      </a:cubicBezTo>
                      <a:cubicBezTo>
                        <a:pt x="857" y="96203"/>
                        <a:pt x="1524" y="94012"/>
                        <a:pt x="2667" y="92107"/>
                      </a:cubicBezTo>
                      <a:cubicBezTo>
                        <a:pt x="2000" y="84963"/>
                        <a:pt x="1619" y="75343"/>
                        <a:pt x="1619" y="63055"/>
                      </a:cubicBezTo>
                      <a:lnTo>
                        <a:pt x="1619" y="33147"/>
                      </a:lnTo>
                      <a:cubicBezTo>
                        <a:pt x="762" y="32575"/>
                        <a:pt x="381" y="32004"/>
                        <a:pt x="381" y="31337"/>
                      </a:cubicBezTo>
                      <a:cubicBezTo>
                        <a:pt x="381" y="30956"/>
                        <a:pt x="762" y="30099"/>
                        <a:pt x="1524" y="28861"/>
                      </a:cubicBezTo>
                      <a:cubicBezTo>
                        <a:pt x="2286" y="27622"/>
                        <a:pt x="2667" y="26670"/>
                        <a:pt x="2667" y="26003"/>
                      </a:cubicBezTo>
                      <a:cubicBezTo>
                        <a:pt x="1048" y="24479"/>
                        <a:pt x="190" y="22765"/>
                        <a:pt x="190" y="20860"/>
                      </a:cubicBezTo>
                      <a:cubicBezTo>
                        <a:pt x="190" y="19621"/>
                        <a:pt x="667" y="17621"/>
                        <a:pt x="1619" y="14764"/>
                      </a:cubicBezTo>
                      <a:cubicBezTo>
                        <a:pt x="2572" y="11906"/>
                        <a:pt x="2953" y="9620"/>
                        <a:pt x="2667" y="8001"/>
                      </a:cubicBezTo>
                      <a:lnTo>
                        <a:pt x="11049" y="857"/>
                      </a:lnTo>
                      <a:lnTo>
                        <a:pt x="47054" y="0"/>
                      </a:lnTo>
                      <a:cubicBezTo>
                        <a:pt x="47625" y="667"/>
                        <a:pt x="49244" y="2191"/>
                        <a:pt x="52006" y="4572"/>
                      </a:cubicBezTo>
                      <a:cubicBezTo>
                        <a:pt x="53912" y="6382"/>
                        <a:pt x="55245" y="8287"/>
                        <a:pt x="55912" y="10287"/>
                      </a:cubicBezTo>
                      <a:cubicBezTo>
                        <a:pt x="55816" y="9620"/>
                        <a:pt x="55721" y="8954"/>
                        <a:pt x="55721" y="8477"/>
                      </a:cubicBezTo>
                      <a:cubicBezTo>
                        <a:pt x="55721" y="6667"/>
                        <a:pt x="56769" y="5239"/>
                        <a:pt x="58960" y="4191"/>
                      </a:cubicBezTo>
                      <a:cubicBezTo>
                        <a:pt x="61722" y="2858"/>
                        <a:pt x="63341" y="1715"/>
                        <a:pt x="63913" y="857"/>
                      </a:cubicBezTo>
                      <a:cubicBezTo>
                        <a:pt x="64770" y="571"/>
                        <a:pt x="65722" y="1143"/>
                        <a:pt x="66770" y="2476"/>
                      </a:cubicBezTo>
                      <a:cubicBezTo>
                        <a:pt x="67151" y="2286"/>
                        <a:pt x="67628" y="2286"/>
                        <a:pt x="68199" y="2286"/>
                      </a:cubicBezTo>
                      <a:cubicBezTo>
                        <a:pt x="69152" y="2286"/>
                        <a:pt x="70676" y="2858"/>
                        <a:pt x="72771" y="4096"/>
                      </a:cubicBezTo>
                      <a:cubicBezTo>
                        <a:pt x="74866" y="5334"/>
                        <a:pt x="76581" y="5905"/>
                        <a:pt x="77819" y="5715"/>
                      </a:cubicBezTo>
                      <a:lnTo>
                        <a:pt x="84772" y="5715"/>
                      </a:lnTo>
                      <a:cubicBezTo>
                        <a:pt x="84391" y="7906"/>
                        <a:pt x="85058" y="8954"/>
                        <a:pt x="87059" y="8954"/>
                      </a:cubicBezTo>
                      <a:cubicBezTo>
                        <a:pt x="87154" y="8954"/>
                        <a:pt x="87535" y="8954"/>
                        <a:pt x="88106" y="8763"/>
                      </a:cubicBezTo>
                      <a:lnTo>
                        <a:pt x="89535" y="8763"/>
                      </a:lnTo>
                      <a:cubicBezTo>
                        <a:pt x="91345" y="8763"/>
                        <a:pt x="92297" y="9620"/>
                        <a:pt x="92583" y="11240"/>
                      </a:cubicBezTo>
                      <a:lnTo>
                        <a:pt x="97536" y="11240"/>
                      </a:lnTo>
                      <a:cubicBezTo>
                        <a:pt x="100584" y="14097"/>
                        <a:pt x="103537" y="16954"/>
                        <a:pt x="106585" y="19812"/>
                      </a:cubicBezTo>
                      <a:cubicBezTo>
                        <a:pt x="110109" y="23336"/>
                        <a:pt x="112014" y="26670"/>
                        <a:pt x="112300" y="29813"/>
                      </a:cubicBezTo>
                      <a:cubicBezTo>
                        <a:pt x="114300" y="30956"/>
                        <a:pt x="115729" y="32766"/>
                        <a:pt x="116396" y="35338"/>
                      </a:cubicBezTo>
                      <a:cubicBezTo>
                        <a:pt x="117348" y="39053"/>
                        <a:pt x="118205" y="41434"/>
                        <a:pt x="118872" y="42482"/>
                      </a:cubicBezTo>
                      <a:lnTo>
                        <a:pt x="117253" y="43910"/>
                      </a:lnTo>
                      <a:close/>
                      <a:moveTo>
                        <a:pt x="18955" y="51816"/>
                      </a:moveTo>
                      <a:lnTo>
                        <a:pt x="18955" y="47339"/>
                      </a:lnTo>
                      <a:lnTo>
                        <a:pt x="18097" y="47339"/>
                      </a:lnTo>
                      <a:lnTo>
                        <a:pt x="18097" y="51816"/>
                      </a:lnTo>
                      <a:lnTo>
                        <a:pt x="18955" y="51816"/>
                      </a:lnTo>
                      <a:close/>
                      <a:moveTo>
                        <a:pt x="24479" y="24384"/>
                      </a:moveTo>
                      <a:cubicBezTo>
                        <a:pt x="24384" y="23717"/>
                        <a:pt x="24479" y="22670"/>
                        <a:pt x="24765" y="21146"/>
                      </a:cubicBezTo>
                      <a:cubicBezTo>
                        <a:pt x="25051" y="19717"/>
                        <a:pt x="25241" y="18764"/>
                        <a:pt x="25241" y="18383"/>
                      </a:cubicBezTo>
                      <a:cubicBezTo>
                        <a:pt x="25241" y="16764"/>
                        <a:pt x="24384" y="15621"/>
                        <a:pt x="22765" y="15050"/>
                      </a:cubicBezTo>
                      <a:lnTo>
                        <a:pt x="25241" y="12573"/>
                      </a:lnTo>
                      <a:cubicBezTo>
                        <a:pt x="25241" y="12573"/>
                        <a:pt x="25241" y="12001"/>
                        <a:pt x="25051" y="11716"/>
                      </a:cubicBezTo>
                      <a:cubicBezTo>
                        <a:pt x="23431" y="13049"/>
                        <a:pt x="22574" y="14478"/>
                        <a:pt x="22574" y="15812"/>
                      </a:cubicBezTo>
                      <a:cubicBezTo>
                        <a:pt x="22574" y="16478"/>
                        <a:pt x="23241" y="18288"/>
                        <a:pt x="24384" y="21146"/>
                      </a:cubicBezTo>
                      <a:cubicBezTo>
                        <a:pt x="23622" y="21336"/>
                        <a:pt x="23051" y="21717"/>
                        <a:pt x="22860" y="22574"/>
                      </a:cubicBezTo>
                      <a:cubicBezTo>
                        <a:pt x="22670" y="23432"/>
                        <a:pt x="22384" y="23908"/>
                        <a:pt x="21907" y="24193"/>
                      </a:cubicBezTo>
                      <a:lnTo>
                        <a:pt x="24384" y="24193"/>
                      </a:lnTo>
                      <a:close/>
                      <a:moveTo>
                        <a:pt x="32861" y="19621"/>
                      </a:moveTo>
                      <a:lnTo>
                        <a:pt x="36100" y="21908"/>
                      </a:lnTo>
                      <a:lnTo>
                        <a:pt x="36100" y="22098"/>
                      </a:lnTo>
                      <a:lnTo>
                        <a:pt x="34480" y="23717"/>
                      </a:lnTo>
                      <a:lnTo>
                        <a:pt x="36100" y="23717"/>
                      </a:lnTo>
                      <a:lnTo>
                        <a:pt x="36100" y="12383"/>
                      </a:lnTo>
                      <a:cubicBezTo>
                        <a:pt x="36100" y="12383"/>
                        <a:pt x="35052" y="13335"/>
                        <a:pt x="34099" y="14002"/>
                      </a:cubicBezTo>
                      <a:cubicBezTo>
                        <a:pt x="34099" y="13621"/>
                        <a:pt x="33719" y="13430"/>
                        <a:pt x="32861" y="13430"/>
                      </a:cubicBezTo>
                      <a:cubicBezTo>
                        <a:pt x="33242" y="14002"/>
                        <a:pt x="33719" y="14192"/>
                        <a:pt x="34099" y="14002"/>
                      </a:cubicBezTo>
                      <a:cubicBezTo>
                        <a:pt x="34385" y="14573"/>
                        <a:pt x="34290" y="15430"/>
                        <a:pt x="33719" y="16669"/>
                      </a:cubicBezTo>
                      <a:cubicBezTo>
                        <a:pt x="33719" y="16574"/>
                        <a:pt x="33719" y="16383"/>
                        <a:pt x="33909" y="16288"/>
                      </a:cubicBezTo>
                      <a:cubicBezTo>
                        <a:pt x="34480" y="16288"/>
                        <a:pt x="34862" y="16574"/>
                        <a:pt x="35338" y="17240"/>
                      </a:cubicBezTo>
                      <a:lnTo>
                        <a:pt x="32861" y="19526"/>
                      </a:lnTo>
                      <a:close/>
                      <a:moveTo>
                        <a:pt x="84677" y="54007"/>
                      </a:moveTo>
                      <a:cubicBezTo>
                        <a:pt x="84963" y="53340"/>
                        <a:pt x="85058" y="52768"/>
                        <a:pt x="85058" y="52388"/>
                      </a:cubicBezTo>
                      <a:cubicBezTo>
                        <a:pt x="85058" y="51435"/>
                        <a:pt x="84487" y="50483"/>
                        <a:pt x="83248" y="49530"/>
                      </a:cubicBezTo>
                      <a:cubicBezTo>
                        <a:pt x="82010" y="48578"/>
                        <a:pt x="81248" y="47816"/>
                        <a:pt x="80963" y="47244"/>
                      </a:cubicBezTo>
                      <a:cubicBezTo>
                        <a:pt x="81534" y="46387"/>
                        <a:pt x="81724" y="45625"/>
                        <a:pt x="81724" y="44958"/>
                      </a:cubicBezTo>
                      <a:cubicBezTo>
                        <a:pt x="81724" y="43815"/>
                        <a:pt x="80772" y="42672"/>
                        <a:pt x="78772" y="41434"/>
                      </a:cubicBezTo>
                      <a:cubicBezTo>
                        <a:pt x="76771" y="40196"/>
                        <a:pt x="75629" y="39243"/>
                        <a:pt x="75438" y="38576"/>
                      </a:cubicBezTo>
                      <a:cubicBezTo>
                        <a:pt x="74771" y="37909"/>
                        <a:pt x="73914" y="37529"/>
                        <a:pt x="72962" y="37529"/>
                      </a:cubicBezTo>
                      <a:cubicBezTo>
                        <a:pt x="72580" y="37529"/>
                        <a:pt x="71914" y="37529"/>
                        <a:pt x="71056" y="37814"/>
                      </a:cubicBezTo>
                      <a:cubicBezTo>
                        <a:pt x="70199" y="38005"/>
                        <a:pt x="69532" y="38100"/>
                        <a:pt x="69152" y="38100"/>
                      </a:cubicBezTo>
                      <a:cubicBezTo>
                        <a:pt x="67913" y="38100"/>
                        <a:pt x="67056" y="37338"/>
                        <a:pt x="66675" y="35814"/>
                      </a:cubicBezTo>
                      <a:lnTo>
                        <a:pt x="68294" y="34576"/>
                      </a:lnTo>
                      <a:cubicBezTo>
                        <a:pt x="65532" y="34290"/>
                        <a:pt x="64008" y="35338"/>
                        <a:pt x="63818" y="37624"/>
                      </a:cubicBezTo>
                      <a:cubicBezTo>
                        <a:pt x="63437" y="40862"/>
                        <a:pt x="62865" y="42958"/>
                        <a:pt x="62198" y="43815"/>
                      </a:cubicBezTo>
                      <a:cubicBezTo>
                        <a:pt x="61341" y="41243"/>
                        <a:pt x="60484" y="38576"/>
                        <a:pt x="59722" y="35909"/>
                      </a:cubicBezTo>
                      <a:cubicBezTo>
                        <a:pt x="58960" y="33242"/>
                        <a:pt x="57055" y="31147"/>
                        <a:pt x="54197" y="29623"/>
                      </a:cubicBezTo>
                      <a:cubicBezTo>
                        <a:pt x="53816" y="32385"/>
                        <a:pt x="52102" y="33718"/>
                        <a:pt x="49244" y="33718"/>
                      </a:cubicBezTo>
                      <a:cubicBezTo>
                        <a:pt x="48578" y="33718"/>
                        <a:pt x="47435" y="33718"/>
                        <a:pt x="46006" y="33528"/>
                      </a:cubicBezTo>
                      <a:cubicBezTo>
                        <a:pt x="44482" y="33338"/>
                        <a:pt x="43339" y="33338"/>
                        <a:pt x="42481" y="33338"/>
                      </a:cubicBezTo>
                      <a:cubicBezTo>
                        <a:pt x="41720" y="33338"/>
                        <a:pt x="40957" y="33338"/>
                        <a:pt x="40291" y="33528"/>
                      </a:cubicBezTo>
                      <a:cubicBezTo>
                        <a:pt x="36386" y="36004"/>
                        <a:pt x="34385" y="40196"/>
                        <a:pt x="34385" y="46196"/>
                      </a:cubicBezTo>
                      <a:cubicBezTo>
                        <a:pt x="34385" y="47244"/>
                        <a:pt x="34385" y="49054"/>
                        <a:pt x="34576" y="51625"/>
                      </a:cubicBezTo>
                      <a:cubicBezTo>
                        <a:pt x="34766" y="54102"/>
                        <a:pt x="34766" y="56007"/>
                        <a:pt x="34766" y="57245"/>
                      </a:cubicBezTo>
                      <a:cubicBezTo>
                        <a:pt x="34766" y="59912"/>
                        <a:pt x="34480" y="62293"/>
                        <a:pt x="33909" y="64199"/>
                      </a:cubicBezTo>
                      <a:cubicBezTo>
                        <a:pt x="34004" y="65818"/>
                        <a:pt x="35243" y="66580"/>
                        <a:pt x="37624" y="66484"/>
                      </a:cubicBezTo>
                      <a:cubicBezTo>
                        <a:pt x="39910" y="66294"/>
                        <a:pt x="41338" y="67151"/>
                        <a:pt x="41910" y="68961"/>
                      </a:cubicBezTo>
                      <a:cubicBezTo>
                        <a:pt x="42863" y="69533"/>
                        <a:pt x="45053" y="69723"/>
                        <a:pt x="48482" y="69533"/>
                      </a:cubicBezTo>
                      <a:cubicBezTo>
                        <a:pt x="51245" y="69533"/>
                        <a:pt x="53149" y="70485"/>
                        <a:pt x="54197" y="72200"/>
                      </a:cubicBezTo>
                      <a:cubicBezTo>
                        <a:pt x="55150" y="70295"/>
                        <a:pt x="56483" y="69247"/>
                        <a:pt x="58293" y="68961"/>
                      </a:cubicBezTo>
                      <a:lnTo>
                        <a:pt x="63437" y="68961"/>
                      </a:lnTo>
                      <a:cubicBezTo>
                        <a:pt x="64961" y="68675"/>
                        <a:pt x="66008" y="67913"/>
                        <a:pt x="66675" y="66675"/>
                      </a:cubicBezTo>
                      <a:cubicBezTo>
                        <a:pt x="71628" y="67246"/>
                        <a:pt x="77248" y="64199"/>
                        <a:pt x="83439" y="57626"/>
                      </a:cubicBezTo>
                      <a:lnTo>
                        <a:pt x="80201" y="56388"/>
                      </a:lnTo>
                      <a:lnTo>
                        <a:pt x="84677" y="53721"/>
                      </a:lnTo>
                      <a:close/>
                      <a:moveTo>
                        <a:pt x="80963" y="22098"/>
                      </a:moveTo>
                      <a:cubicBezTo>
                        <a:pt x="80867" y="21526"/>
                        <a:pt x="80486" y="21241"/>
                        <a:pt x="79915" y="21241"/>
                      </a:cubicBezTo>
                      <a:cubicBezTo>
                        <a:pt x="78677" y="21241"/>
                        <a:pt x="78010" y="21717"/>
                        <a:pt x="78010" y="22670"/>
                      </a:cubicBezTo>
                      <a:cubicBezTo>
                        <a:pt x="78010" y="22860"/>
                        <a:pt x="78105" y="22860"/>
                        <a:pt x="78391" y="22860"/>
                      </a:cubicBezTo>
                      <a:lnTo>
                        <a:pt x="80867" y="22003"/>
                      </a:lnTo>
                      <a:close/>
                      <a:moveTo>
                        <a:pt x="89535" y="12478"/>
                      </a:moveTo>
                      <a:lnTo>
                        <a:pt x="89535" y="11240"/>
                      </a:lnTo>
                      <a:cubicBezTo>
                        <a:pt x="88963" y="11621"/>
                        <a:pt x="87344" y="11906"/>
                        <a:pt x="84677" y="11906"/>
                      </a:cubicBezTo>
                      <a:lnTo>
                        <a:pt x="89535" y="12478"/>
                      </a:lnTo>
                      <a:close/>
                      <a:moveTo>
                        <a:pt x="84677" y="47339"/>
                      </a:moveTo>
                      <a:lnTo>
                        <a:pt x="87916" y="47339"/>
                      </a:lnTo>
                      <a:cubicBezTo>
                        <a:pt x="86582" y="46006"/>
                        <a:pt x="85439" y="45434"/>
                        <a:pt x="84677" y="45720"/>
                      </a:cubicBezTo>
                      <a:lnTo>
                        <a:pt x="84677" y="47339"/>
                      </a:lnTo>
                      <a:close/>
                      <a:moveTo>
                        <a:pt x="91249" y="57341"/>
                      </a:moveTo>
                      <a:lnTo>
                        <a:pt x="93440" y="55054"/>
                      </a:lnTo>
                      <a:lnTo>
                        <a:pt x="92393" y="55054"/>
                      </a:lnTo>
                      <a:lnTo>
                        <a:pt x="91154" y="57341"/>
                      </a:lnTo>
                      <a:close/>
                      <a:moveTo>
                        <a:pt x="97441" y="57721"/>
                      </a:moveTo>
                      <a:cubicBezTo>
                        <a:pt x="96964" y="57341"/>
                        <a:pt x="96774" y="56674"/>
                        <a:pt x="96774" y="55912"/>
                      </a:cubicBezTo>
                      <a:cubicBezTo>
                        <a:pt x="96774" y="53626"/>
                        <a:pt x="97727" y="51816"/>
                        <a:pt x="99822" y="50578"/>
                      </a:cubicBezTo>
                      <a:cubicBezTo>
                        <a:pt x="99441" y="50197"/>
                        <a:pt x="98870" y="50006"/>
                        <a:pt x="98393" y="50006"/>
                      </a:cubicBezTo>
                      <a:cubicBezTo>
                        <a:pt x="98298" y="50006"/>
                        <a:pt x="96584" y="50959"/>
                        <a:pt x="93440" y="52864"/>
                      </a:cubicBezTo>
                      <a:cubicBezTo>
                        <a:pt x="95536" y="53435"/>
                        <a:pt x="96584" y="54388"/>
                        <a:pt x="96584" y="55721"/>
                      </a:cubicBezTo>
                      <a:cubicBezTo>
                        <a:pt x="96584" y="56293"/>
                        <a:pt x="96298" y="57055"/>
                        <a:pt x="95821" y="58103"/>
                      </a:cubicBezTo>
                      <a:cubicBezTo>
                        <a:pt x="95345" y="59150"/>
                        <a:pt x="95060" y="59817"/>
                        <a:pt x="95060" y="60198"/>
                      </a:cubicBezTo>
                      <a:cubicBezTo>
                        <a:pt x="95060" y="61055"/>
                        <a:pt x="96107" y="61341"/>
                        <a:pt x="98107" y="61246"/>
                      </a:cubicBezTo>
                      <a:cubicBezTo>
                        <a:pt x="98107" y="59341"/>
                        <a:pt x="97917" y="58198"/>
                        <a:pt x="97441" y="57817"/>
                      </a:cubicBezTo>
                      <a:close/>
                      <a:moveTo>
                        <a:pt x="103632" y="67532"/>
                      </a:moveTo>
                      <a:lnTo>
                        <a:pt x="104299" y="66866"/>
                      </a:lnTo>
                      <a:lnTo>
                        <a:pt x="103061" y="65246"/>
                      </a:lnTo>
                      <a:lnTo>
                        <a:pt x="103632" y="67532"/>
                      </a:lnTo>
                      <a:close/>
                      <a:moveTo>
                        <a:pt x="107537" y="53435"/>
                      </a:moveTo>
                      <a:lnTo>
                        <a:pt x="109823" y="55054"/>
                      </a:lnTo>
                      <a:cubicBezTo>
                        <a:pt x="109252" y="54102"/>
                        <a:pt x="109061" y="53530"/>
                        <a:pt x="109252" y="53435"/>
                      </a:cubicBezTo>
                      <a:lnTo>
                        <a:pt x="107632" y="53435"/>
                      </a:lnTo>
                      <a:close/>
                      <a:moveTo>
                        <a:pt x="108109" y="28194"/>
                      </a:moveTo>
                      <a:lnTo>
                        <a:pt x="108109" y="29813"/>
                      </a:lnTo>
                      <a:lnTo>
                        <a:pt x="109728" y="28194"/>
                      </a:lnTo>
                      <a:lnTo>
                        <a:pt x="108109" y="28194"/>
                      </a:lnTo>
                      <a:close/>
                      <a:moveTo>
                        <a:pt x="109728" y="46387"/>
                      </a:moveTo>
                      <a:lnTo>
                        <a:pt x="113633" y="42482"/>
                      </a:lnTo>
                      <a:lnTo>
                        <a:pt x="111347" y="42482"/>
                      </a:lnTo>
                      <a:lnTo>
                        <a:pt x="109728" y="46387"/>
                      </a:lnTo>
                      <a:close/>
                      <a:moveTo>
                        <a:pt x="111347" y="64389"/>
                      </a:moveTo>
                      <a:lnTo>
                        <a:pt x="113633" y="63532"/>
                      </a:lnTo>
                      <a:cubicBezTo>
                        <a:pt x="113538" y="62960"/>
                        <a:pt x="112776" y="62675"/>
                        <a:pt x="111347" y="62675"/>
                      </a:cubicBezTo>
                      <a:lnTo>
                        <a:pt x="111347" y="64294"/>
                      </a:lnTo>
                      <a:close/>
                      <a:moveTo>
                        <a:pt x="116110" y="25908"/>
                      </a:moveTo>
                      <a:cubicBezTo>
                        <a:pt x="116110" y="25908"/>
                        <a:pt x="117157" y="26099"/>
                        <a:pt x="117920" y="26956"/>
                      </a:cubicBezTo>
                      <a:lnTo>
                        <a:pt x="116110" y="25908"/>
                      </a:lnTo>
                      <a:close/>
                      <a:moveTo>
                        <a:pt x="119253" y="27718"/>
                      </a:moveTo>
                      <a:cubicBezTo>
                        <a:pt x="119253" y="27718"/>
                        <a:pt x="118586" y="27432"/>
                        <a:pt x="118015" y="26861"/>
                      </a:cubicBezTo>
                      <a:lnTo>
                        <a:pt x="119253" y="27718"/>
                      </a:lnTo>
                      <a:close/>
                      <a:moveTo>
                        <a:pt x="120015" y="28099"/>
                      </a:moveTo>
                      <a:lnTo>
                        <a:pt x="119253" y="27718"/>
                      </a:lnTo>
                      <a:cubicBezTo>
                        <a:pt x="119920" y="27622"/>
                        <a:pt x="120205" y="27527"/>
                        <a:pt x="120015" y="27527"/>
                      </a:cubicBezTo>
                      <a:lnTo>
                        <a:pt x="120015" y="28194"/>
                      </a:lnTo>
                      <a:close/>
                      <a:moveTo>
                        <a:pt x="122872" y="18479"/>
                      </a:moveTo>
                      <a:cubicBezTo>
                        <a:pt x="122872" y="18479"/>
                        <a:pt x="122015" y="18288"/>
                        <a:pt x="121253" y="18193"/>
                      </a:cubicBezTo>
                      <a:cubicBezTo>
                        <a:pt x="120396" y="18193"/>
                        <a:pt x="120015" y="17907"/>
                        <a:pt x="120015" y="17717"/>
                      </a:cubicBezTo>
                      <a:cubicBezTo>
                        <a:pt x="120015" y="17336"/>
                        <a:pt x="120301" y="16859"/>
                        <a:pt x="120872" y="16288"/>
                      </a:cubicBezTo>
                      <a:lnTo>
                        <a:pt x="122968" y="18479"/>
                      </a:lnTo>
                      <a:close/>
                      <a:moveTo>
                        <a:pt x="123254" y="48768"/>
                      </a:moveTo>
                      <a:lnTo>
                        <a:pt x="120777" y="47149"/>
                      </a:lnTo>
                      <a:lnTo>
                        <a:pt x="123254" y="47149"/>
                      </a:lnTo>
                      <a:lnTo>
                        <a:pt x="123254" y="48768"/>
                      </a:lnTo>
                      <a:close/>
                      <a:moveTo>
                        <a:pt x="122872" y="18479"/>
                      </a:moveTo>
                      <a:lnTo>
                        <a:pt x="123254" y="18859"/>
                      </a:lnTo>
                      <a:lnTo>
                        <a:pt x="122872" y="18479"/>
                      </a:lnTo>
                      <a:close/>
                      <a:moveTo>
                        <a:pt x="124968" y="35242"/>
                      </a:moveTo>
                      <a:lnTo>
                        <a:pt x="125539" y="32957"/>
                      </a:lnTo>
                      <a:lnTo>
                        <a:pt x="130397" y="34576"/>
                      </a:lnTo>
                      <a:cubicBezTo>
                        <a:pt x="129159" y="34766"/>
                        <a:pt x="128206" y="35528"/>
                        <a:pt x="127540" y="37052"/>
                      </a:cubicBezTo>
                      <a:cubicBezTo>
                        <a:pt x="127254" y="37052"/>
                        <a:pt x="126397" y="36481"/>
                        <a:pt x="124873" y="35242"/>
                      </a:cubicBezTo>
                      <a:close/>
                      <a:moveTo>
                        <a:pt x="130493" y="13907"/>
                      </a:moveTo>
                      <a:cubicBezTo>
                        <a:pt x="130397" y="14573"/>
                        <a:pt x="129826" y="14954"/>
                        <a:pt x="128873" y="14954"/>
                      </a:cubicBezTo>
                      <a:lnTo>
                        <a:pt x="126587" y="14954"/>
                      </a:lnTo>
                      <a:lnTo>
                        <a:pt x="127254" y="13335"/>
                      </a:lnTo>
                      <a:cubicBezTo>
                        <a:pt x="127826" y="13716"/>
                        <a:pt x="128873" y="13907"/>
                        <a:pt x="130493" y="13907"/>
                      </a:cubicBezTo>
                      <a:close/>
                      <a:moveTo>
                        <a:pt x="129540" y="20098"/>
                      </a:moveTo>
                      <a:lnTo>
                        <a:pt x="129540" y="18859"/>
                      </a:lnTo>
                      <a:cubicBezTo>
                        <a:pt x="132493" y="19431"/>
                        <a:pt x="134588" y="19621"/>
                        <a:pt x="135827" y="19431"/>
                      </a:cubicBezTo>
                      <a:lnTo>
                        <a:pt x="135827" y="21050"/>
                      </a:lnTo>
                      <a:lnTo>
                        <a:pt x="129540" y="20003"/>
                      </a:lnTo>
                      <a:close/>
                      <a:moveTo>
                        <a:pt x="136684" y="51054"/>
                      </a:moveTo>
                      <a:lnTo>
                        <a:pt x="134969" y="51054"/>
                      </a:lnTo>
                      <a:lnTo>
                        <a:pt x="136207" y="49054"/>
                      </a:lnTo>
                      <a:cubicBezTo>
                        <a:pt x="136207" y="49054"/>
                        <a:pt x="136588" y="50006"/>
                        <a:pt x="136588" y="51054"/>
                      </a:cubicBezTo>
                      <a:close/>
                      <a:moveTo>
                        <a:pt x="135827" y="48863"/>
                      </a:moveTo>
                      <a:cubicBezTo>
                        <a:pt x="135827" y="48863"/>
                        <a:pt x="136207" y="48196"/>
                        <a:pt x="136684" y="47816"/>
                      </a:cubicBezTo>
                      <a:lnTo>
                        <a:pt x="136303" y="49054"/>
                      </a:lnTo>
                      <a:cubicBezTo>
                        <a:pt x="136303" y="49054"/>
                        <a:pt x="136017" y="48863"/>
                        <a:pt x="135922" y="48863"/>
                      </a:cubicBezTo>
                      <a:close/>
                      <a:moveTo>
                        <a:pt x="136684" y="47816"/>
                      </a:moveTo>
                      <a:lnTo>
                        <a:pt x="137255" y="46387"/>
                      </a:lnTo>
                      <a:cubicBezTo>
                        <a:pt x="137255" y="46387"/>
                        <a:pt x="137255" y="47244"/>
                        <a:pt x="136684" y="47816"/>
                      </a:cubicBezTo>
                      <a:close/>
                      <a:moveTo>
                        <a:pt x="139732" y="4572"/>
                      </a:moveTo>
                      <a:lnTo>
                        <a:pt x="141351" y="6191"/>
                      </a:lnTo>
                      <a:lnTo>
                        <a:pt x="138208" y="6191"/>
                      </a:lnTo>
                      <a:lnTo>
                        <a:pt x="139732" y="4572"/>
                      </a:lnTo>
                      <a:close/>
                      <a:moveTo>
                        <a:pt x="140684" y="26861"/>
                      </a:moveTo>
                      <a:lnTo>
                        <a:pt x="144589" y="30766"/>
                      </a:lnTo>
                      <a:cubicBezTo>
                        <a:pt x="141637" y="29813"/>
                        <a:pt x="140113" y="29051"/>
                        <a:pt x="140113" y="28480"/>
                      </a:cubicBezTo>
                      <a:cubicBezTo>
                        <a:pt x="140113" y="28099"/>
                        <a:pt x="140303" y="27527"/>
                        <a:pt x="140684" y="26861"/>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 name="Google Shape;821;p99"/>
                <p:cNvSpPr/>
                <p:nvPr/>
              </p:nvSpPr>
              <p:spPr>
                <a:xfrm>
                  <a:off x="5381719" y="2703480"/>
                  <a:ext cx="116300" cy="173545"/>
                </a:xfrm>
                <a:custGeom>
                  <a:avLst/>
                  <a:gdLst/>
                  <a:ahLst/>
                  <a:cxnLst/>
                  <a:rect l="l" t="t" r="r" b="b"/>
                  <a:pathLst>
                    <a:path w="116300" h="173545" extrusionOk="0">
                      <a:moveTo>
                        <a:pt x="116300" y="117538"/>
                      </a:moveTo>
                      <a:cubicBezTo>
                        <a:pt x="115348" y="117920"/>
                        <a:pt x="114871" y="118491"/>
                        <a:pt x="114871" y="119158"/>
                      </a:cubicBezTo>
                      <a:cubicBezTo>
                        <a:pt x="114871" y="118586"/>
                        <a:pt x="115348" y="119634"/>
                        <a:pt x="116300" y="122206"/>
                      </a:cubicBezTo>
                      <a:cubicBezTo>
                        <a:pt x="114967" y="124777"/>
                        <a:pt x="114300" y="128111"/>
                        <a:pt x="114300" y="132017"/>
                      </a:cubicBezTo>
                      <a:cubicBezTo>
                        <a:pt x="114300" y="134207"/>
                        <a:pt x="114586" y="137541"/>
                        <a:pt x="115157" y="142113"/>
                      </a:cubicBezTo>
                      <a:cubicBezTo>
                        <a:pt x="115729" y="146685"/>
                        <a:pt x="116014" y="149924"/>
                        <a:pt x="116014" y="151829"/>
                      </a:cubicBezTo>
                      <a:cubicBezTo>
                        <a:pt x="116014" y="160687"/>
                        <a:pt x="111252" y="165640"/>
                        <a:pt x="101727" y="166592"/>
                      </a:cubicBezTo>
                      <a:cubicBezTo>
                        <a:pt x="100489" y="165354"/>
                        <a:pt x="99250" y="164783"/>
                        <a:pt x="97822" y="164783"/>
                      </a:cubicBezTo>
                      <a:cubicBezTo>
                        <a:pt x="97155" y="164783"/>
                        <a:pt x="96202" y="164973"/>
                        <a:pt x="95059" y="165354"/>
                      </a:cubicBezTo>
                      <a:cubicBezTo>
                        <a:pt x="93916" y="165735"/>
                        <a:pt x="93059" y="165925"/>
                        <a:pt x="92678" y="165925"/>
                      </a:cubicBezTo>
                      <a:cubicBezTo>
                        <a:pt x="91345" y="165925"/>
                        <a:pt x="90297" y="165259"/>
                        <a:pt x="89821" y="163925"/>
                      </a:cubicBezTo>
                      <a:lnTo>
                        <a:pt x="87535" y="163259"/>
                      </a:lnTo>
                      <a:lnTo>
                        <a:pt x="88582" y="162687"/>
                      </a:lnTo>
                      <a:cubicBezTo>
                        <a:pt x="86392" y="162306"/>
                        <a:pt x="84296" y="160401"/>
                        <a:pt x="82105" y="157067"/>
                      </a:cubicBezTo>
                      <a:cubicBezTo>
                        <a:pt x="80010" y="153734"/>
                        <a:pt x="77819" y="151829"/>
                        <a:pt x="75629" y="151447"/>
                      </a:cubicBezTo>
                      <a:cubicBezTo>
                        <a:pt x="75724" y="150876"/>
                        <a:pt x="75724" y="150304"/>
                        <a:pt x="75629" y="149638"/>
                      </a:cubicBezTo>
                      <a:cubicBezTo>
                        <a:pt x="75343" y="148780"/>
                        <a:pt x="75247" y="148304"/>
                        <a:pt x="75247" y="148209"/>
                      </a:cubicBezTo>
                      <a:cubicBezTo>
                        <a:pt x="75247" y="147542"/>
                        <a:pt x="75724" y="147066"/>
                        <a:pt x="76676" y="146780"/>
                      </a:cubicBezTo>
                      <a:cubicBezTo>
                        <a:pt x="74485" y="145256"/>
                        <a:pt x="72295" y="142208"/>
                        <a:pt x="70104" y="137446"/>
                      </a:cubicBezTo>
                      <a:cubicBezTo>
                        <a:pt x="67913" y="132779"/>
                        <a:pt x="65818" y="129730"/>
                        <a:pt x="63722" y="128302"/>
                      </a:cubicBezTo>
                      <a:cubicBezTo>
                        <a:pt x="63151" y="124301"/>
                        <a:pt x="61341" y="119825"/>
                        <a:pt x="58198" y="114586"/>
                      </a:cubicBezTo>
                      <a:cubicBezTo>
                        <a:pt x="53435" y="107061"/>
                        <a:pt x="50863" y="102965"/>
                        <a:pt x="50673" y="102299"/>
                      </a:cubicBezTo>
                      <a:cubicBezTo>
                        <a:pt x="50768" y="101060"/>
                        <a:pt x="50292" y="99536"/>
                        <a:pt x="49054" y="97536"/>
                      </a:cubicBezTo>
                      <a:cubicBezTo>
                        <a:pt x="47911" y="95631"/>
                        <a:pt x="47339" y="94202"/>
                        <a:pt x="47339" y="93250"/>
                      </a:cubicBezTo>
                      <a:cubicBezTo>
                        <a:pt x="47339" y="92678"/>
                        <a:pt x="47530" y="92107"/>
                        <a:pt x="47911" y="91440"/>
                      </a:cubicBezTo>
                      <a:cubicBezTo>
                        <a:pt x="47244" y="91726"/>
                        <a:pt x="46672" y="91821"/>
                        <a:pt x="46101" y="91821"/>
                      </a:cubicBezTo>
                      <a:cubicBezTo>
                        <a:pt x="44196" y="91821"/>
                        <a:pt x="42577" y="89725"/>
                        <a:pt x="41148" y="85534"/>
                      </a:cubicBezTo>
                      <a:cubicBezTo>
                        <a:pt x="39719" y="81343"/>
                        <a:pt x="37719" y="79248"/>
                        <a:pt x="35052" y="79248"/>
                      </a:cubicBezTo>
                      <a:cubicBezTo>
                        <a:pt x="34480" y="79248"/>
                        <a:pt x="33909" y="79248"/>
                        <a:pt x="33242" y="79438"/>
                      </a:cubicBezTo>
                      <a:cubicBezTo>
                        <a:pt x="33909" y="83058"/>
                        <a:pt x="34290" y="87154"/>
                        <a:pt x="34290" y="91726"/>
                      </a:cubicBezTo>
                      <a:cubicBezTo>
                        <a:pt x="34290" y="95441"/>
                        <a:pt x="33909" y="100870"/>
                        <a:pt x="33242" y="108204"/>
                      </a:cubicBezTo>
                      <a:cubicBezTo>
                        <a:pt x="32575" y="115538"/>
                        <a:pt x="32195" y="120872"/>
                        <a:pt x="32195" y="124396"/>
                      </a:cubicBezTo>
                      <a:cubicBezTo>
                        <a:pt x="32195" y="131254"/>
                        <a:pt x="33052" y="137255"/>
                        <a:pt x="34862" y="142589"/>
                      </a:cubicBezTo>
                      <a:cubicBezTo>
                        <a:pt x="33052" y="143637"/>
                        <a:pt x="32195" y="145256"/>
                        <a:pt x="32195" y="147256"/>
                      </a:cubicBezTo>
                      <a:cubicBezTo>
                        <a:pt x="32195" y="148400"/>
                        <a:pt x="32480" y="149924"/>
                        <a:pt x="32956" y="151924"/>
                      </a:cubicBezTo>
                      <a:cubicBezTo>
                        <a:pt x="33528" y="153924"/>
                        <a:pt x="33814" y="155448"/>
                        <a:pt x="33814" y="156400"/>
                      </a:cubicBezTo>
                      <a:cubicBezTo>
                        <a:pt x="33814" y="158401"/>
                        <a:pt x="32766" y="159829"/>
                        <a:pt x="30766" y="160687"/>
                      </a:cubicBezTo>
                      <a:cubicBezTo>
                        <a:pt x="30766" y="162496"/>
                        <a:pt x="30194" y="163735"/>
                        <a:pt x="29146" y="164592"/>
                      </a:cubicBezTo>
                      <a:lnTo>
                        <a:pt x="7620" y="163639"/>
                      </a:lnTo>
                      <a:cubicBezTo>
                        <a:pt x="7620" y="162782"/>
                        <a:pt x="7429" y="162306"/>
                        <a:pt x="7048" y="162306"/>
                      </a:cubicBezTo>
                      <a:cubicBezTo>
                        <a:pt x="6953" y="162306"/>
                        <a:pt x="6572" y="162496"/>
                        <a:pt x="6001" y="162782"/>
                      </a:cubicBezTo>
                      <a:cubicBezTo>
                        <a:pt x="5429" y="163163"/>
                        <a:pt x="5048" y="163354"/>
                        <a:pt x="4763" y="163354"/>
                      </a:cubicBezTo>
                      <a:cubicBezTo>
                        <a:pt x="4381" y="163354"/>
                        <a:pt x="4000" y="163068"/>
                        <a:pt x="3810" y="162496"/>
                      </a:cubicBezTo>
                      <a:cubicBezTo>
                        <a:pt x="1714" y="161163"/>
                        <a:pt x="762" y="159449"/>
                        <a:pt x="762" y="157353"/>
                      </a:cubicBezTo>
                      <a:cubicBezTo>
                        <a:pt x="762" y="156400"/>
                        <a:pt x="1143" y="154686"/>
                        <a:pt x="1905" y="152305"/>
                      </a:cubicBezTo>
                      <a:cubicBezTo>
                        <a:pt x="2667" y="149924"/>
                        <a:pt x="3048" y="148018"/>
                        <a:pt x="3048" y="146685"/>
                      </a:cubicBezTo>
                      <a:cubicBezTo>
                        <a:pt x="3048" y="145447"/>
                        <a:pt x="2762" y="144304"/>
                        <a:pt x="2286" y="143161"/>
                      </a:cubicBezTo>
                      <a:cubicBezTo>
                        <a:pt x="1714" y="139637"/>
                        <a:pt x="1524" y="133255"/>
                        <a:pt x="1619" y="124111"/>
                      </a:cubicBezTo>
                      <a:cubicBezTo>
                        <a:pt x="1810" y="116110"/>
                        <a:pt x="1238" y="109823"/>
                        <a:pt x="0" y="105251"/>
                      </a:cubicBezTo>
                      <a:cubicBezTo>
                        <a:pt x="1048" y="103727"/>
                        <a:pt x="1619" y="101822"/>
                        <a:pt x="1619" y="99536"/>
                      </a:cubicBezTo>
                      <a:cubicBezTo>
                        <a:pt x="1619" y="98584"/>
                        <a:pt x="1524" y="97155"/>
                        <a:pt x="1238" y="95155"/>
                      </a:cubicBezTo>
                      <a:cubicBezTo>
                        <a:pt x="952" y="93154"/>
                        <a:pt x="857" y="91726"/>
                        <a:pt x="857" y="90773"/>
                      </a:cubicBezTo>
                      <a:cubicBezTo>
                        <a:pt x="857" y="88011"/>
                        <a:pt x="1619" y="85820"/>
                        <a:pt x="3334" y="84010"/>
                      </a:cubicBezTo>
                      <a:cubicBezTo>
                        <a:pt x="1238" y="76105"/>
                        <a:pt x="381" y="67056"/>
                        <a:pt x="667" y="56959"/>
                      </a:cubicBezTo>
                      <a:lnTo>
                        <a:pt x="1714" y="56959"/>
                      </a:lnTo>
                      <a:cubicBezTo>
                        <a:pt x="1429" y="55912"/>
                        <a:pt x="1333" y="54578"/>
                        <a:pt x="1333" y="53054"/>
                      </a:cubicBezTo>
                      <a:cubicBezTo>
                        <a:pt x="1333" y="51721"/>
                        <a:pt x="1524" y="49530"/>
                        <a:pt x="1905" y="46672"/>
                      </a:cubicBezTo>
                      <a:cubicBezTo>
                        <a:pt x="2286" y="43815"/>
                        <a:pt x="2381" y="41624"/>
                        <a:pt x="2381" y="40100"/>
                      </a:cubicBezTo>
                      <a:cubicBezTo>
                        <a:pt x="2381" y="37147"/>
                        <a:pt x="1810" y="34480"/>
                        <a:pt x="762" y="32290"/>
                      </a:cubicBezTo>
                      <a:cubicBezTo>
                        <a:pt x="2381" y="32195"/>
                        <a:pt x="4191" y="31433"/>
                        <a:pt x="6096" y="30289"/>
                      </a:cubicBezTo>
                      <a:cubicBezTo>
                        <a:pt x="6191" y="30671"/>
                        <a:pt x="6858" y="30956"/>
                        <a:pt x="7906" y="30956"/>
                      </a:cubicBezTo>
                      <a:cubicBezTo>
                        <a:pt x="9049" y="30956"/>
                        <a:pt x="9811" y="31242"/>
                        <a:pt x="10382" y="31623"/>
                      </a:cubicBezTo>
                      <a:lnTo>
                        <a:pt x="12001" y="29337"/>
                      </a:lnTo>
                      <a:cubicBezTo>
                        <a:pt x="11621" y="30480"/>
                        <a:pt x="11716" y="31528"/>
                        <a:pt x="12478" y="32766"/>
                      </a:cubicBezTo>
                      <a:cubicBezTo>
                        <a:pt x="13145" y="33909"/>
                        <a:pt x="14097" y="34290"/>
                        <a:pt x="15335" y="33909"/>
                      </a:cubicBezTo>
                      <a:cubicBezTo>
                        <a:pt x="16573" y="32575"/>
                        <a:pt x="17145" y="31337"/>
                        <a:pt x="17145" y="30194"/>
                      </a:cubicBezTo>
                      <a:cubicBezTo>
                        <a:pt x="17145" y="28289"/>
                        <a:pt x="14954" y="26479"/>
                        <a:pt x="10763" y="24765"/>
                      </a:cubicBezTo>
                      <a:cubicBezTo>
                        <a:pt x="6572" y="23050"/>
                        <a:pt x="4286" y="21908"/>
                        <a:pt x="4000" y="21431"/>
                      </a:cubicBezTo>
                      <a:cubicBezTo>
                        <a:pt x="4572" y="21622"/>
                        <a:pt x="5048" y="21622"/>
                        <a:pt x="5620" y="21622"/>
                      </a:cubicBezTo>
                      <a:cubicBezTo>
                        <a:pt x="6763" y="21622"/>
                        <a:pt x="9620" y="20479"/>
                        <a:pt x="14192" y="18193"/>
                      </a:cubicBezTo>
                      <a:cubicBezTo>
                        <a:pt x="13811" y="17431"/>
                        <a:pt x="13335" y="16954"/>
                        <a:pt x="12763" y="16954"/>
                      </a:cubicBezTo>
                      <a:cubicBezTo>
                        <a:pt x="12478" y="16954"/>
                        <a:pt x="12001" y="17145"/>
                        <a:pt x="11335" y="17526"/>
                      </a:cubicBezTo>
                      <a:cubicBezTo>
                        <a:pt x="10668" y="17907"/>
                        <a:pt x="10096" y="18193"/>
                        <a:pt x="9715" y="18193"/>
                      </a:cubicBezTo>
                      <a:cubicBezTo>
                        <a:pt x="10096" y="17907"/>
                        <a:pt x="10287" y="17145"/>
                        <a:pt x="10287" y="15907"/>
                      </a:cubicBezTo>
                      <a:cubicBezTo>
                        <a:pt x="6572" y="13621"/>
                        <a:pt x="3715" y="12859"/>
                        <a:pt x="1619" y="13621"/>
                      </a:cubicBezTo>
                      <a:lnTo>
                        <a:pt x="1619" y="4000"/>
                      </a:lnTo>
                      <a:lnTo>
                        <a:pt x="36290" y="2953"/>
                      </a:lnTo>
                      <a:cubicBezTo>
                        <a:pt x="38100" y="6477"/>
                        <a:pt x="39814" y="10096"/>
                        <a:pt x="41529" y="13716"/>
                      </a:cubicBezTo>
                      <a:cubicBezTo>
                        <a:pt x="43243" y="17335"/>
                        <a:pt x="43910" y="21241"/>
                        <a:pt x="43529" y="25527"/>
                      </a:cubicBezTo>
                      <a:cubicBezTo>
                        <a:pt x="44482" y="24384"/>
                        <a:pt x="45244" y="23908"/>
                        <a:pt x="46006" y="23908"/>
                      </a:cubicBezTo>
                      <a:cubicBezTo>
                        <a:pt x="46577" y="23908"/>
                        <a:pt x="47149" y="24670"/>
                        <a:pt x="47815" y="26289"/>
                      </a:cubicBezTo>
                      <a:cubicBezTo>
                        <a:pt x="48577" y="27813"/>
                        <a:pt x="49244" y="28861"/>
                        <a:pt x="49911" y="29432"/>
                      </a:cubicBezTo>
                      <a:cubicBezTo>
                        <a:pt x="49625" y="30385"/>
                        <a:pt x="49530" y="31242"/>
                        <a:pt x="49530" y="32099"/>
                      </a:cubicBezTo>
                      <a:cubicBezTo>
                        <a:pt x="49530" y="33909"/>
                        <a:pt x="50768" y="35909"/>
                        <a:pt x="53435" y="38386"/>
                      </a:cubicBezTo>
                      <a:cubicBezTo>
                        <a:pt x="56007" y="40767"/>
                        <a:pt x="57245" y="43053"/>
                        <a:pt x="57055" y="45244"/>
                      </a:cubicBezTo>
                      <a:cubicBezTo>
                        <a:pt x="57626" y="46292"/>
                        <a:pt x="60293" y="51340"/>
                        <a:pt x="65056" y="60198"/>
                      </a:cubicBezTo>
                      <a:cubicBezTo>
                        <a:pt x="65056" y="63913"/>
                        <a:pt x="65627" y="66294"/>
                        <a:pt x="66675" y="67342"/>
                      </a:cubicBezTo>
                      <a:cubicBezTo>
                        <a:pt x="67246" y="67056"/>
                        <a:pt x="67723" y="66961"/>
                        <a:pt x="68104" y="66961"/>
                      </a:cubicBezTo>
                      <a:cubicBezTo>
                        <a:pt x="68771" y="66961"/>
                        <a:pt x="69151" y="67532"/>
                        <a:pt x="69342" y="68580"/>
                      </a:cubicBezTo>
                      <a:cubicBezTo>
                        <a:pt x="69437" y="70104"/>
                        <a:pt x="69628" y="70961"/>
                        <a:pt x="69723" y="71247"/>
                      </a:cubicBezTo>
                      <a:cubicBezTo>
                        <a:pt x="70580" y="71818"/>
                        <a:pt x="72009" y="73819"/>
                        <a:pt x="74009" y="77343"/>
                      </a:cubicBezTo>
                      <a:cubicBezTo>
                        <a:pt x="75629" y="79915"/>
                        <a:pt x="77629" y="81343"/>
                        <a:pt x="79915" y="81439"/>
                      </a:cubicBezTo>
                      <a:cubicBezTo>
                        <a:pt x="79629" y="82391"/>
                        <a:pt x="80200" y="83439"/>
                        <a:pt x="81534" y="84487"/>
                      </a:cubicBezTo>
                      <a:lnTo>
                        <a:pt x="83725" y="82010"/>
                      </a:lnTo>
                      <a:lnTo>
                        <a:pt x="83153" y="52673"/>
                      </a:lnTo>
                      <a:cubicBezTo>
                        <a:pt x="84106" y="52006"/>
                        <a:pt x="84582" y="51340"/>
                        <a:pt x="84582" y="50673"/>
                      </a:cubicBezTo>
                      <a:cubicBezTo>
                        <a:pt x="84582" y="50101"/>
                        <a:pt x="84106" y="49244"/>
                        <a:pt x="83248" y="48006"/>
                      </a:cubicBezTo>
                      <a:cubicBezTo>
                        <a:pt x="82391" y="46768"/>
                        <a:pt x="81915" y="45815"/>
                        <a:pt x="81915" y="45149"/>
                      </a:cubicBezTo>
                      <a:cubicBezTo>
                        <a:pt x="81915" y="44196"/>
                        <a:pt x="82487" y="43243"/>
                        <a:pt x="83725" y="42481"/>
                      </a:cubicBezTo>
                      <a:cubicBezTo>
                        <a:pt x="82677" y="39433"/>
                        <a:pt x="82105" y="36290"/>
                        <a:pt x="82105" y="32861"/>
                      </a:cubicBezTo>
                      <a:cubicBezTo>
                        <a:pt x="82105" y="30385"/>
                        <a:pt x="82487" y="26956"/>
                        <a:pt x="83153" y="22384"/>
                      </a:cubicBezTo>
                      <a:cubicBezTo>
                        <a:pt x="83820" y="17812"/>
                        <a:pt x="84201" y="14573"/>
                        <a:pt x="84201" y="12478"/>
                      </a:cubicBezTo>
                      <a:cubicBezTo>
                        <a:pt x="84201" y="10858"/>
                        <a:pt x="84106" y="9239"/>
                        <a:pt x="83725" y="7715"/>
                      </a:cubicBezTo>
                      <a:cubicBezTo>
                        <a:pt x="85249" y="7715"/>
                        <a:pt x="86677" y="6287"/>
                        <a:pt x="88011" y="3429"/>
                      </a:cubicBezTo>
                      <a:cubicBezTo>
                        <a:pt x="89249" y="952"/>
                        <a:pt x="90964" y="0"/>
                        <a:pt x="93154" y="571"/>
                      </a:cubicBezTo>
                      <a:lnTo>
                        <a:pt x="96679" y="571"/>
                      </a:lnTo>
                      <a:cubicBezTo>
                        <a:pt x="98012" y="571"/>
                        <a:pt x="99917" y="476"/>
                        <a:pt x="102394" y="286"/>
                      </a:cubicBezTo>
                      <a:cubicBezTo>
                        <a:pt x="104870" y="95"/>
                        <a:pt x="106680" y="0"/>
                        <a:pt x="107918" y="0"/>
                      </a:cubicBezTo>
                      <a:cubicBezTo>
                        <a:pt x="110680" y="0"/>
                        <a:pt x="112966" y="857"/>
                        <a:pt x="114681" y="2476"/>
                      </a:cubicBezTo>
                      <a:cubicBezTo>
                        <a:pt x="115443" y="11811"/>
                        <a:pt x="115919" y="23146"/>
                        <a:pt x="115919" y="36671"/>
                      </a:cubicBezTo>
                      <a:cubicBezTo>
                        <a:pt x="115919" y="42100"/>
                        <a:pt x="115919" y="50483"/>
                        <a:pt x="115729" y="61817"/>
                      </a:cubicBezTo>
                      <a:cubicBezTo>
                        <a:pt x="115538" y="73152"/>
                        <a:pt x="115538" y="81629"/>
                        <a:pt x="115538" y="87249"/>
                      </a:cubicBezTo>
                      <a:cubicBezTo>
                        <a:pt x="115538" y="98870"/>
                        <a:pt x="115824" y="108871"/>
                        <a:pt x="116300" y="117158"/>
                      </a:cubicBezTo>
                      <a:close/>
                      <a:moveTo>
                        <a:pt x="1619" y="24384"/>
                      </a:moveTo>
                      <a:lnTo>
                        <a:pt x="3905" y="26670"/>
                      </a:lnTo>
                      <a:lnTo>
                        <a:pt x="3905" y="28956"/>
                      </a:lnTo>
                      <a:lnTo>
                        <a:pt x="1619" y="24479"/>
                      </a:lnTo>
                      <a:close/>
                      <a:moveTo>
                        <a:pt x="5524" y="28861"/>
                      </a:moveTo>
                      <a:cubicBezTo>
                        <a:pt x="5810" y="29432"/>
                        <a:pt x="5905" y="30004"/>
                        <a:pt x="5905" y="30671"/>
                      </a:cubicBezTo>
                      <a:cubicBezTo>
                        <a:pt x="5620" y="30099"/>
                        <a:pt x="5524" y="29527"/>
                        <a:pt x="5524" y="28861"/>
                      </a:cubicBezTo>
                      <a:close/>
                      <a:moveTo>
                        <a:pt x="8572" y="26575"/>
                      </a:moveTo>
                      <a:lnTo>
                        <a:pt x="8572" y="28861"/>
                      </a:lnTo>
                      <a:lnTo>
                        <a:pt x="6096" y="26003"/>
                      </a:lnTo>
                      <a:lnTo>
                        <a:pt x="8572" y="26575"/>
                      </a:lnTo>
                      <a:close/>
                      <a:moveTo>
                        <a:pt x="7144" y="17907"/>
                      </a:moveTo>
                      <a:cubicBezTo>
                        <a:pt x="8477" y="17907"/>
                        <a:pt x="9334" y="18097"/>
                        <a:pt x="9620" y="18574"/>
                      </a:cubicBezTo>
                      <a:lnTo>
                        <a:pt x="8572" y="19145"/>
                      </a:lnTo>
                      <a:lnTo>
                        <a:pt x="7144" y="17907"/>
                      </a:lnTo>
                      <a:close/>
                      <a:moveTo>
                        <a:pt x="17335" y="18574"/>
                      </a:moveTo>
                      <a:lnTo>
                        <a:pt x="16954" y="18193"/>
                      </a:lnTo>
                      <a:lnTo>
                        <a:pt x="15335" y="15526"/>
                      </a:lnTo>
                      <a:cubicBezTo>
                        <a:pt x="14764" y="14573"/>
                        <a:pt x="13811" y="14097"/>
                        <a:pt x="12478" y="14097"/>
                      </a:cubicBezTo>
                      <a:cubicBezTo>
                        <a:pt x="13049" y="14383"/>
                        <a:pt x="14478" y="15716"/>
                        <a:pt x="16954" y="18193"/>
                      </a:cubicBezTo>
                      <a:lnTo>
                        <a:pt x="17335" y="18574"/>
                      </a:lnTo>
                      <a:close/>
                      <a:moveTo>
                        <a:pt x="19812" y="29813"/>
                      </a:moveTo>
                      <a:lnTo>
                        <a:pt x="22955" y="29813"/>
                      </a:lnTo>
                      <a:cubicBezTo>
                        <a:pt x="22098" y="29432"/>
                        <a:pt x="21050" y="29432"/>
                        <a:pt x="19812" y="29813"/>
                      </a:cubicBezTo>
                      <a:lnTo>
                        <a:pt x="18002" y="29813"/>
                      </a:lnTo>
                      <a:lnTo>
                        <a:pt x="18669" y="31433"/>
                      </a:lnTo>
                      <a:cubicBezTo>
                        <a:pt x="18669" y="31433"/>
                        <a:pt x="18764" y="32099"/>
                        <a:pt x="19050" y="32671"/>
                      </a:cubicBezTo>
                      <a:lnTo>
                        <a:pt x="18669" y="31433"/>
                      </a:lnTo>
                      <a:cubicBezTo>
                        <a:pt x="18669" y="30575"/>
                        <a:pt x="19050" y="30099"/>
                        <a:pt x="19907" y="29813"/>
                      </a:cubicBezTo>
                      <a:close/>
                      <a:moveTo>
                        <a:pt x="22955" y="127063"/>
                      </a:moveTo>
                      <a:lnTo>
                        <a:pt x="22955" y="121539"/>
                      </a:lnTo>
                      <a:lnTo>
                        <a:pt x="22098" y="121539"/>
                      </a:lnTo>
                      <a:lnTo>
                        <a:pt x="22098" y="127063"/>
                      </a:lnTo>
                      <a:lnTo>
                        <a:pt x="22955" y="127063"/>
                      </a:lnTo>
                      <a:close/>
                      <a:moveTo>
                        <a:pt x="26479" y="32671"/>
                      </a:moveTo>
                      <a:cubicBezTo>
                        <a:pt x="26479" y="32671"/>
                        <a:pt x="27146" y="33338"/>
                        <a:pt x="27718" y="33718"/>
                      </a:cubicBezTo>
                      <a:lnTo>
                        <a:pt x="26479" y="32671"/>
                      </a:lnTo>
                      <a:cubicBezTo>
                        <a:pt x="26479" y="31813"/>
                        <a:pt x="26098" y="30575"/>
                        <a:pt x="25432" y="28766"/>
                      </a:cubicBezTo>
                      <a:cubicBezTo>
                        <a:pt x="24765" y="29337"/>
                        <a:pt x="24384" y="29813"/>
                        <a:pt x="24384" y="30385"/>
                      </a:cubicBezTo>
                      <a:cubicBezTo>
                        <a:pt x="24384" y="31051"/>
                        <a:pt x="25051" y="31813"/>
                        <a:pt x="26479" y="32671"/>
                      </a:cubicBezTo>
                      <a:close/>
                      <a:moveTo>
                        <a:pt x="27146" y="38386"/>
                      </a:moveTo>
                      <a:lnTo>
                        <a:pt x="31051" y="38386"/>
                      </a:lnTo>
                      <a:lnTo>
                        <a:pt x="28384" y="36100"/>
                      </a:lnTo>
                      <a:lnTo>
                        <a:pt x="27146" y="38386"/>
                      </a:lnTo>
                      <a:close/>
                      <a:moveTo>
                        <a:pt x="65056" y="164783"/>
                      </a:moveTo>
                      <a:cubicBezTo>
                        <a:pt x="66008" y="164497"/>
                        <a:pt x="67056" y="164783"/>
                        <a:pt x="68104" y="165449"/>
                      </a:cubicBezTo>
                      <a:lnTo>
                        <a:pt x="65627" y="167259"/>
                      </a:lnTo>
                      <a:lnTo>
                        <a:pt x="65056" y="164783"/>
                      </a:lnTo>
                      <a:close/>
                      <a:moveTo>
                        <a:pt x="81629" y="173546"/>
                      </a:moveTo>
                      <a:lnTo>
                        <a:pt x="81629" y="170497"/>
                      </a:lnTo>
                      <a:lnTo>
                        <a:pt x="82487" y="170497"/>
                      </a:lnTo>
                      <a:cubicBezTo>
                        <a:pt x="82677" y="171259"/>
                        <a:pt x="82391" y="172307"/>
                        <a:pt x="81629" y="173546"/>
                      </a:cubicBezTo>
                      <a:close/>
                      <a:moveTo>
                        <a:pt x="89440" y="139541"/>
                      </a:moveTo>
                      <a:cubicBezTo>
                        <a:pt x="87916" y="140303"/>
                        <a:pt x="87154" y="141160"/>
                        <a:pt x="87154" y="142018"/>
                      </a:cubicBezTo>
                      <a:cubicBezTo>
                        <a:pt x="87154" y="142494"/>
                        <a:pt x="87535" y="143446"/>
                        <a:pt x="88392" y="144589"/>
                      </a:cubicBezTo>
                      <a:cubicBezTo>
                        <a:pt x="89249" y="145733"/>
                        <a:pt x="89630" y="146590"/>
                        <a:pt x="89630" y="147161"/>
                      </a:cubicBezTo>
                      <a:lnTo>
                        <a:pt x="89630" y="147542"/>
                      </a:lnTo>
                      <a:cubicBezTo>
                        <a:pt x="89630" y="147542"/>
                        <a:pt x="89440" y="148018"/>
                        <a:pt x="89440" y="148209"/>
                      </a:cubicBezTo>
                      <a:cubicBezTo>
                        <a:pt x="89535" y="147923"/>
                        <a:pt x="89630" y="147542"/>
                        <a:pt x="89725" y="147066"/>
                      </a:cubicBezTo>
                      <a:cubicBezTo>
                        <a:pt x="89725" y="146590"/>
                        <a:pt x="90011" y="145923"/>
                        <a:pt x="90488" y="144971"/>
                      </a:cubicBezTo>
                      <a:cubicBezTo>
                        <a:pt x="90868" y="144018"/>
                        <a:pt x="91059" y="143256"/>
                        <a:pt x="91059" y="142684"/>
                      </a:cubicBezTo>
                      <a:cubicBezTo>
                        <a:pt x="91059" y="141732"/>
                        <a:pt x="90488" y="140684"/>
                        <a:pt x="89440" y="139637"/>
                      </a:cubicBezTo>
                      <a:close/>
                      <a:moveTo>
                        <a:pt x="89440" y="157543"/>
                      </a:moveTo>
                      <a:cubicBezTo>
                        <a:pt x="90773" y="156496"/>
                        <a:pt x="91345" y="155543"/>
                        <a:pt x="91059" y="154686"/>
                      </a:cubicBezTo>
                      <a:cubicBezTo>
                        <a:pt x="90773" y="153734"/>
                        <a:pt x="90297" y="153448"/>
                        <a:pt x="89440" y="153638"/>
                      </a:cubicBezTo>
                      <a:cubicBezTo>
                        <a:pt x="88582" y="154496"/>
                        <a:pt x="88297" y="155258"/>
                        <a:pt x="88582" y="156115"/>
                      </a:cubicBezTo>
                      <a:cubicBezTo>
                        <a:pt x="89154" y="157543"/>
                        <a:pt x="89440" y="158020"/>
                        <a:pt x="89440" y="157734"/>
                      </a:cubicBezTo>
                      <a:lnTo>
                        <a:pt x="90106" y="158305"/>
                      </a:lnTo>
                      <a:cubicBezTo>
                        <a:pt x="90773" y="158972"/>
                        <a:pt x="91154" y="159544"/>
                        <a:pt x="91154" y="159925"/>
                      </a:cubicBezTo>
                      <a:cubicBezTo>
                        <a:pt x="91249" y="159544"/>
                        <a:pt x="91154" y="159067"/>
                        <a:pt x="90583" y="158591"/>
                      </a:cubicBezTo>
                      <a:cubicBezTo>
                        <a:pt x="90011" y="158115"/>
                        <a:pt x="89630" y="157734"/>
                        <a:pt x="89535" y="157448"/>
                      </a:cubicBezTo>
                      <a:close/>
                      <a:moveTo>
                        <a:pt x="106871" y="52483"/>
                      </a:moveTo>
                      <a:lnTo>
                        <a:pt x="110966" y="54769"/>
                      </a:lnTo>
                      <a:lnTo>
                        <a:pt x="108775" y="51911"/>
                      </a:lnTo>
                      <a:lnTo>
                        <a:pt x="109918" y="50292"/>
                      </a:lnTo>
                      <a:lnTo>
                        <a:pt x="101917" y="47054"/>
                      </a:lnTo>
                      <a:cubicBezTo>
                        <a:pt x="103060" y="47434"/>
                        <a:pt x="103537" y="48101"/>
                        <a:pt x="103537" y="48863"/>
                      </a:cubicBezTo>
                      <a:cubicBezTo>
                        <a:pt x="103537" y="49721"/>
                        <a:pt x="102965" y="50387"/>
                        <a:pt x="101917" y="50959"/>
                      </a:cubicBezTo>
                      <a:cubicBezTo>
                        <a:pt x="101537" y="50006"/>
                        <a:pt x="100965" y="49530"/>
                        <a:pt x="100298" y="49530"/>
                      </a:cubicBezTo>
                      <a:cubicBezTo>
                        <a:pt x="99917" y="49530"/>
                        <a:pt x="99250" y="49721"/>
                        <a:pt x="98488" y="49911"/>
                      </a:cubicBezTo>
                      <a:cubicBezTo>
                        <a:pt x="97631" y="50197"/>
                        <a:pt x="97060" y="50292"/>
                        <a:pt x="96679" y="50292"/>
                      </a:cubicBezTo>
                      <a:cubicBezTo>
                        <a:pt x="96107" y="50292"/>
                        <a:pt x="95631" y="50101"/>
                        <a:pt x="95250" y="49625"/>
                      </a:cubicBezTo>
                      <a:lnTo>
                        <a:pt x="95821" y="48577"/>
                      </a:lnTo>
                      <a:lnTo>
                        <a:pt x="88868" y="50197"/>
                      </a:lnTo>
                      <a:lnTo>
                        <a:pt x="92773" y="50197"/>
                      </a:lnTo>
                      <a:cubicBezTo>
                        <a:pt x="94107" y="50101"/>
                        <a:pt x="95250" y="50673"/>
                        <a:pt x="96107" y="51911"/>
                      </a:cubicBezTo>
                      <a:cubicBezTo>
                        <a:pt x="96964" y="53245"/>
                        <a:pt x="97441" y="54388"/>
                        <a:pt x="97441" y="55531"/>
                      </a:cubicBezTo>
                      <a:lnTo>
                        <a:pt x="98107" y="54674"/>
                      </a:lnTo>
                      <a:cubicBezTo>
                        <a:pt x="98679" y="54578"/>
                        <a:pt x="99155" y="54674"/>
                        <a:pt x="99536" y="55054"/>
                      </a:cubicBezTo>
                      <a:cubicBezTo>
                        <a:pt x="100203" y="55912"/>
                        <a:pt x="100584" y="56293"/>
                        <a:pt x="100774" y="56293"/>
                      </a:cubicBezTo>
                      <a:lnTo>
                        <a:pt x="100774" y="53245"/>
                      </a:lnTo>
                      <a:cubicBezTo>
                        <a:pt x="100584" y="52006"/>
                        <a:pt x="101060" y="51149"/>
                        <a:pt x="102013" y="50768"/>
                      </a:cubicBezTo>
                      <a:cubicBezTo>
                        <a:pt x="102965" y="51435"/>
                        <a:pt x="103537" y="51816"/>
                        <a:pt x="103632" y="51816"/>
                      </a:cubicBezTo>
                      <a:cubicBezTo>
                        <a:pt x="103632" y="50483"/>
                        <a:pt x="103918" y="49721"/>
                        <a:pt x="104680" y="49530"/>
                      </a:cubicBezTo>
                      <a:cubicBezTo>
                        <a:pt x="105251" y="49244"/>
                        <a:pt x="106204" y="49625"/>
                        <a:pt x="107728" y="50768"/>
                      </a:cubicBezTo>
                      <a:cubicBezTo>
                        <a:pt x="107918" y="51149"/>
                        <a:pt x="107632" y="51721"/>
                        <a:pt x="106966" y="52388"/>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 name="Google Shape;822;p99"/>
                <p:cNvSpPr/>
                <p:nvPr/>
              </p:nvSpPr>
              <p:spPr>
                <a:xfrm>
                  <a:off x="5514879" y="2702909"/>
                  <a:ext cx="36480" cy="165734"/>
                </a:xfrm>
                <a:custGeom>
                  <a:avLst/>
                  <a:gdLst/>
                  <a:ahLst/>
                  <a:cxnLst/>
                  <a:rect l="l" t="t" r="r" b="b"/>
                  <a:pathLst>
                    <a:path w="36480" h="165734" extrusionOk="0">
                      <a:moveTo>
                        <a:pt x="33909" y="144113"/>
                      </a:moveTo>
                      <a:cubicBezTo>
                        <a:pt x="34004" y="148114"/>
                        <a:pt x="33909" y="150495"/>
                        <a:pt x="33242" y="151447"/>
                      </a:cubicBezTo>
                      <a:cubicBezTo>
                        <a:pt x="34671" y="157067"/>
                        <a:pt x="34385" y="161163"/>
                        <a:pt x="32480" y="163925"/>
                      </a:cubicBezTo>
                      <a:cubicBezTo>
                        <a:pt x="31242" y="164592"/>
                        <a:pt x="29718" y="164973"/>
                        <a:pt x="27718" y="164973"/>
                      </a:cubicBezTo>
                      <a:lnTo>
                        <a:pt x="21812" y="164973"/>
                      </a:lnTo>
                      <a:cubicBezTo>
                        <a:pt x="21812" y="162877"/>
                        <a:pt x="21622" y="161830"/>
                        <a:pt x="21241" y="161639"/>
                      </a:cubicBezTo>
                      <a:cubicBezTo>
                        <a:pt x="21241" y="164401"/>
                        <a:pt x="20193" y="165735"/>
                        <a:pt x="18193" y="165735"/>
                      </a:cubicBezTo>
                      <a:cubicBezTo>
                        <a:pt x="17526" y="165735"/>
                        <a:pt x="16383" y="165544"/>
                        <a:pt x="14669" y="165163"/>
                      </a:cubicBezTo>
                      <a:cubicBezTo>
                        <a:pt x="13049" y="164783"/>
                        <a:pt x="11811" y="164592"/>
                        <a:pt x="11144" y="164592"/>
                      </a:cubicBezTo>
                      <a:cubicBezTo>
                        <a:pt x="10287" y="164592"/>
                        <a:pt x="9716" y="164687"/>
                        <a:pt x="9335" y="164973"/>
                      </a:cubicBezTo>
                      <a:cubicBezTo>
                        <a:pt x="8763" y="164401"/>
                        <a:pt x="8287" y="164116"/>
                        <a:pt x="7715" y="164116"/>
                      </a:cubicBezTo>
                      <a:cubicBezTo>
                        <a:pt x="7334" y="164116"/>
                        <a:pt x="6763" y="164211"/>
                        <a:pt x="6191" y="164401"/>
                      </a:cubicBezTo>
                      <a:cubicBezTo>
                        <a:pt x="5525" y="164592"/>
                        <a:pt x="5144" y="164687"/>
                        <a:pt x="4858" y="164687"/>
                      </a:cubicBezTo>
                      <a:cubicBezTo>
                        <a:pt x="4191" y="164687"/>
                        <a:pt x="3524" y="164401"/>
                        <a:pt x="3048" y="163830"/>
                      </a:cubicBezTo>
                      <a:cubicBezTo>
                        <a:pt x="1715" y="157448"/>
                        <a:pt x="953" y="150590"/>
                        <a:pt x="953" y="143351"/>
                      </a:cubicBezTo>
                      <a:cubicBezTo>
                        <a:pt x="953" y="137636"/>
                        <a:pt x="1619" y="128397"/>
                        <a:pt x="3048" y="115538"/>
                      </a:cubicBezTo>
                      <a:cubicBezTo>
                        <a:pt x="1334" y="106013"/>
                        <a:pt x="1048" y="90392"/>
                        <a:pt x="2000" y="68580"/>
                      </a:cubicBezTo>
                      <a:cubicBezTo>
                        <a:pt x="667" y="67246"/>
                        <a:pt x="0" y="66104"/>
                        <a:pt x="0" y="65342"/>
                      </a:cubicBezTo>
                      <a:cubicBezTo>
                        <a:pt x="0" y="64865"/>
                        <a:pt x="286" y="64389"/>
                        <a:pt x="953" y="63627"/>
                      </a:cubicBezTo>
                      <a:cubicBezTo>
                        <a:pt x="1524" y="62865"/>
                        <a:pt x="1810" y="62198"/>
                        <a:pt x="1810" y="61436"/>
                      </a:cubicBezTo>
                      <a:cubicBezTo>
                        <a:pt x="1810" y="60674"/>
                        <a:pt x="1524" y="59626"/>
                        <a:pt x="762" y="58388"/>
                      </a:cubicBezTo>
                      <a:cubicBezTo>
                        <a:pt x="1524" y="57436"/>
                        <a:pt x="1524" y="54959"/>
                        <a:pt x="762" y="50863"/>
                      </a:cubicBezTo>
                      <a:cubicBezTo>
                        <a:pt x="95" y="47339"/>
                        <a:pt x="1048" y="45244"/>
                        <a:pt x="3810" y="44767"/>
                      </a:cubicBezTo>
                      <a:lnTo>
                        <a:pt x="762" y="39719"/>
                      </a:lnTo>
                      <a:cubicBezTo>
                        <a:pt x="1810" y="39052"/>
                        <a:pt x="2381" y="37814"/>
                        <a:pt x="2381" y="36195"/>
                      </a:cubicBezTo>
                      <a:cubicBezTo>
                        <a:pt x="2381" y="35147"/>
                        <a:pt x="2000" y="33242"/>
                        <a:pt x="1334" y="30480"/>
                      </a:cubicBezTo>
                      <a:cubicBezTo>
                        <a:pt x="667" y="27718"/>
                        <a:pt x="286" y="25717"/>
                        <a:pt x="286" y="24384"/>
                      </a:cubicBezTo>
                      <a:cubicBezTo>
                        <a:pt x="286" y="22479"/>
                        <a:pt x="857" y="20955"/>
                        <a:pt x="1905" y="19717"/>
                      </a:cubicBezTo>
                      <a:cubicBezTo>
                        <a:pt x="1524" y="15050"/>
                        <a:pt x="1238" y="12383"/>
                        <a:pt x="1238" y="11716"/>
                      </a:cubicBezTo>
                      <a:cubicBezTo>
                        <a:pt x="1238" y="6382"/>
                        <a:pt x="3143" y="3048"/>
                        <a:pt x="6953" y="1524"/>
                      </a:cubicBezTo>
                      <a:lnTo>
                        <a:pt x="10573" y="1524"/>
                      </a:lnTo>
                      <a:cubicBezTo>
                        <a:pt x="12002" y="1524"/>
                        <a:pt x="14192" y="1238"/>
                        <a:pt x="17145" y="762"/>
                      </a:cubicBezTo>
                      <a:cubicBezTo>
                        <a:pt x="20193" y="286"/>
                        <a:pt x="22384" y="0"/>
                        <a:pt x="23908" y="0"/>
                      </a:cubicBezTo>
                      <a:cubicBezTo>
                        <a:pt x="28194" y="0"/>
                        <a:pt x="31242" y="1714"/>
                        <a:pt x="33147" y="5143"/>
                      </a:cubicBezTo>
                      <a:cubicBezTo>
                        <a:pt x="33433" y="17145"/>
                        <a:pt x="33433" y="35147"/>
                        <a:pt x="33147" y="59246"/>
                      </a:cubicBezTo>
                      <a:cubicBezTo>
                        <a:pt x="33052" y="59150"/>
                        <a:pt x="32385" y="59246"/>
                        <a:pt x="31337" y="59817"/>
                      </a:cubicBezTo>
                      <a:cubicBezTo>
                        <a:pt x="31052" y="60769"/>
                        <a:pt x="31623" y="61627"/>
                        <a:pt x="32861" y="62484"/>
                      </a:cubicBezTo>
                      <a:cubicBezTo>
                        <a:pt x="34100" y="63341"/>
                        <a:pt x="34766" y="63913"/>
                        <a:pt x="34766" y="64294"/>
                      </a:cubicBezTo>
                      <a:cubicBezTo>
                        <a:pt x="34766" y="64865"/>
                        <a:pt x="34195" y="65437"/>
                        <a:pt x="33147" y="66104"/>
                      </a:cubicBezTo>
                      <a:lnTo>
                        <a:pt x="31337" y="67723"/>
                      </a:lnTo>
                      <a:cubicBezTo>
                        <a:pt x="32957" y="69913"/>
                        <a:pt x="33814" y="72485"/>
                        <a:pt x="33814" y="75533"/>
                      </a:cubicBezTo>
                      <a:cubicBezTo>
                        <a:pt x="33814" y="76867"/>
                        <a:pt x="33528" y="79058"/>
                        <a:pt x="33052" y="82010"/>
                      </a:cubicBezTo>
                      <a:cubicBezTo>
                        <a:pt x="32576" y="84963"/>
                        <a:pt x="32385" y="87154"/>
                        <a:pt x="32385" y="88678"/>
                      </a:cubicBezTo>
                      <a:cubicBezTo>
                        <a:pt x="32385" y="90583"/>
                        <a:pt x="32671" y="92392"/>
                        <a:pt x="33147" y="94012"/>
                      </a:cubicBezTo>
                      <a:cubicBezTo>
                        <a:pt x="33433" y="104013"/>
                        <a:pt x="33147" y="118300"/>
                        <a:pt x="32385" y="137065"/>
                      </a:cubicBezTo>
                      <a:cubicBezTo>
                        <a:pt x="32671" y="137636"/>
                        <a:pt x="33242" y="137827"/>
                        <a:pt x="34195" y="137636"/>
                      </a:cubicBezTo>
                      <a:lnTo>
                        <a:pt x="36481" y="137636"/>
                      </a:lnTo>
                      <a:cubicBezTo>
                        <a:pt x="34766" y="138589"/>
                        <a:pt x="33814" y="140684"/>
                        <a:pt x="33814" y="144018"/>
                      </a:cubicBezTo>
                      <a:close/>
                      <a:moveTo>
                        <a:pt x="7049" y="41148"/>
                      </a:moveTo>
                      <a:cubicBezTo>
                        <a:pt x="7049" y="41148"/>
                        <a:pt x="6477" y="41434"/>
                        <a:pt x="6477" y="41719"/>
                      </a:cubicBezTo>
                      <a:cubicBezTo>
                        <a:pt x="6477" y="42291"/>
                        <a:pt x="6858" y="42767"/>
                        <a:pt x="7525" y="43148"/>
                      </a:cubicBezTo>
                      <a:cubicBezTo>
                        <a:pt x="8192" y="43529"/>
                        <a:pt x="8763" y="43625"/>
                        <a:pt x="9335" y="43339"/>
                      </a:cubicBezTo>
                      <a:cubicBezTo>
                        <a:pt x="8668" y="42386"/>
                        <a:pt x="7906" y="41624"/>
                        <a:pt x="7049" y="41053"/>
                      </a:cubicBezTo>
                      <a:close/>
                      <a:moveTo>
                        <a:pt x="7715" y="37719"/>
                      </a:moveTo>
                      <a:lnTo>
                        <a:pt x="9906" y="34385"/>
                      </a:lnTo>
                      <a:lnTo>
                        <a:pt x="7049" y="35433"/>
                      </a:lnTo>
                      <a:cubicBezTo>
                        <a:pt x="7049" y="35433"/>
                        <a:pt x="7715" y="36290"/>
                        <a:pt x="7715" y="37719"/>
                      </a:cubicBezTo>
                      <a:close/>
                      <a:moveTo>
                        <a:pt x="7049" y="147447"/>
                      </a:moveTo>
                      <a:lnTo>
                        <a:pt x="9906" y="147447"/>
                      </a:lnTo>
                      <a:cubicBezTo>
                        <a:pt x="9906" y="146780"/>
                        <a:pt x="9335" y="146399"/>
                        <a:pt x="8477" y="146399"/>
                      </a:cubicBezTo>
                      <a:cubicBezTo>
                        <a:pt x="7620" y="146399"/>
                        <a:pt x="7239" y="146780"/>
                        <a:pt x="7049" y="147447"/>
                      </a:cubicBezTo>
                      <a:close/>
                      <a:moveTo>
                        <a:pt x="31052" y="64960"/>
                      </a:moveTo>
                      <a:cubicBezTo>
                        <a:pt x="30385" y="66008"/>
                        <a:pt x="30480" y="66770"/>
                        <a:pt x="31433" y="67246"/>
                      </a:cubicBezTo>
                      <a:cubicBezTo>
                        <a:pt x="32671" y="66294"/>
                        <a:pt x="33242" y="65437"/>
                        <a:pt x="33242" y="64770"/>
                      </a:cubicBezTo>
                      <a:cubicBezTo>
                        <a:pt x="33242" y="64198"/>
                        <a:pt x="32480" y="63436"/>
                        <a:pt x="30766" y="62389"/>
                      </a:cubicBezTo>
                      <a:cubicBezTo>
                        <a:pt x="29146" y="61341"/>
                        <a:pt x="28385" y="60388"/>
                        <a:pt x="28480" y="59436"/>
                      </a:cubicBezTo>
                      <a:lnTo>
                        <a:pt x="27432" y="60008"/>
                      </a:lnTo>
                      <a:lnTo>
                        <a:pt x="29051" y="61627"/>
                      </a:lnTo>
                      <a:lnTo>
                        <a:pt x="27432" y="63246"/>
                      </a:lnTo>
                      <a:cubicBezTo>
                        <a:pt x="26861" y="62865"/>
                        <a:pt x="26289" y="62008"/>
                        <a:pt x="25813" y="60769"/>
                      </a:cubicBezTo>
                      <a:cubicBezTo>
                        <a:pt x="25241" y="59531"/>
                        <a:pt x="24479" y="58960"/>
                        <a:pt x="23527" y="58960"/>
                      </a:cubicBezTo>
                      <a:cubicBezTo>
                        <a:pt x="23146" y="58960"/>
                        <a:pt x="22479" y="59055"/>
                        <a:pt x="21717" y="59341"/>
                      </a:cubicBezTo>
                      <a:lnTo>
                        <a:pt x="24384" y="62198"/>
                      </a:lnTo>
                      <a:cubicBezTo>
                        <a:pt x="23717" y="63151"/>
                        <a:pt x="22574" y="63817"/>
                        <a:pt x="20860" y="64294"/>
                      </a:cubicBezTo>
                      <a:cubicBezTo>
                        <a:pt x="18669" y="64960"/>
                        <a:pt x="17431" y="65342"/>
                        <a:pt x="17145" y="65532"/>
                      </a:cubicBezTo>
                      <a:cubicBezTo>
                        <a:pt x="22670" y="67151"/>
                        <a:pt x="25813" y="66389"/>
                        <a:pt x="26765" y="63246"/>
                      </a:cubicBezTo>
                      <a:cubicBezTo>
                        <a:pt x="27623" y="64865"/>
                        <a:pt x="28099" y="65627"/>
                        <a:pt x="28385" y="65532"/>
                      </a:cubicBezTo>
                      <a:cubicBezTo>
                        <a:pt x="28289" y="64960"/>
                        <a:pt x="28670" y="64198"/>
                        <a:pt x="29623" y="63246"/>
                      </a:cubicBezTo>
                      <a:cubicBezTo>
                        <a:pt x="31147" y="63246"/>
                        <a:pt x="31528" y="63817"/>
                        <a:pt x="30861" y="64865"/>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 name="Google Shape;823;p99"/>
                <p:cNvSpPr/>
                <p:nvPr/>
              </p:nvSpPr>
              <p:spPr>
                <a:xfrm>
                  <a:off x="5565266" y="2703480"/>
                  <a:ext cx="116585" cy="173545"/>
                </a:xfrm>
                <a:custGeom>
                  <a:avLst/>
                  <a:gdLst/>
                  <a:ahLst/>
                  <a:cxnLst/>
                  <a:rect l="l" t="t" r="r" b="b"/>
                  <a:pathLst>
                    <a:path w="116585" h="173545" extrusionOk="0">
                      <a:moveTo>
                        <a:pt x="116491" y="117538"/>
                      </a:moveTo>
                      <a:cubicBezTo>
                        <a:pt x="115538" y="117920"/>
                        <a:pt x="115062" y="118491"/>
                        <a:pt x="115062" y="119158"/>
                      </a:cubicBezTo>
                      <a:cubicBezTo>
                        <a:pt x="115062" y="118586"/>
                        <a:pt x="115538" y="119634"/>
                        <a:pt x="116491" y="122206"/>
                      </a:cubicBezTo>
                      <a:cubicBezTo>
                        <a:pt x="115157" y="124777"/>
                        <a:pt x="114490" y="128111"/>
                        <a:pt x="114490" y="132017"/>
                      </a:cubicBezTo>
                      <a:cubicBezTo>
                        <a:pt x="114490" y="134207"/>
                        <a:pt x="114776" y="137541"/>
                        <a:pt x="115443" y="142113"/>
                      </a:cubicBezTo>
                      <a:cubicBezTo>
                        <a:pt x="116014" y="146685"/>
                        <a:pt x="116396" y="149924"/>
                        <a:pt x="116396" y="151829"/>
                      </a:cubicBezTo>
                      <a:cubicBezTo>
                        <a:pt x="116396" y="160687"/>
                        <a:pt x="111633" y="165640"/>
                        <a:pt x="102013" y="166592"/>
                      </a:cubicBezTo>
                      <a:cubicBezTo>
                        <a:pt x="100774" y="165354"/>
                        <a:pt x="99536" y="164783"/>
                        <a:pt x="98107" y="164783"/>
                      </a:cubicBezTo>
                      <a:cubicBezTo>
                        <a:pt x="97441" y="164783"/>
                        <a:pt x="96488" y="164973"/>
                        <a:pt x="95345" y="165354"/>
                      </a:cubicBezTo>
                      <a:cubicBezTo>
                        <a:pt x="94202" y="165735"/>
                        <a:pt x="93440" y="165925"/>
                        <a:pt x="92964" y="165925"/>
                      </a:cubicBezTo>
                      <a:cubicBezTo>
                        <a:pt x="91630" y="165925"/>
                        <a:pt x="90678" y="165259"/>
                        <a:pt x="90106" y="163925"/>
                      </a:cubicBezTo>
                      <a:lnTo>
                        <a:pt x="87821" y="163259"/>
                      </a:lnTo>
                      <a:lnTo>
                        <a:pt x="88868" y="162687"/>
                      </a:lnTo>
                      <a:cubicBezTo>
                        <a:pt x="86678" y="162306"/>
                        <a:pt x="84582" y="160401"/>
                        <a:pt x="82391" y="157067"/>
                      </a:cubicBezTo>
                      <a:cubicBezTo>
                        <a:pt x="80296" y="153734"/>
                        <a:pt x="78105" y="151829"/>
                        <a:pt x="75914" y="151447"/>
                      </a:cubicBezTo>
                      <a:cubicBezTo>
                        <a:pt x="76010" y="150876"/>
                        <a:pt x="76010" y="150304"/>
                        <a:pt x="75914" y="149638"/>
                      </a:cubicBezTo>
                      <a:cubicBezTo>
                        <a:pt x="75629" y="148780"/>
                        <a:pt x="75533" y="148304"/>
                        <a:pt x="75533" y="148209"/>
                      </a:cubicBezTo>
                      <a:cubicBezTo>
                        <a:pt x="75533" y="147542"/>
                        <a:pt x="76010" y="147066"/>
                        <a:pt x="76962" y="146780"/>
                      </a:cubicBezTo>
                      <a:cubicBezTo>
                        <a:pt x="74771" y="145256"/>
                        <a:pt x="72580" y="142208"/>
                        <a:pt x="70390" y="137446"/>
                      </a:cubicBezTo>
                      <a:cubicBezTo>
                        <a:pt x="68199" y="132779"/>
                        <a:pt x="66104" y="129730"/>
                        <a:pt x="64008" y="128302"/>
                      </a:cubicBezTo>
                      <a:cubicBezTo>
                        <a:pt x="63437" y="124301"/>
                        <a:pt x="61627" y="119825"/>
                        <a:pt x="58484" y="114586"/>
                      </a:cubicBezTo>
                      <a:cubicBezTo>
                        <a:pt x="53721" y="107061"/>
                        <a:pt x="51149" y="102965"/>
                        <a:pt x="50863" y="102299"/>
                      </a:cubicBezTo>
                      <a:cubicBezTo>
                        <a:pt x="51054" y="101060"/>
                        <a:pt x="50482" y="99536"/>
                        <a:pt x="49339" y="97536"/>
                      </a:cubicBezTo>
                      <a:cubicBezTo>
                        <a:pt x="48196" y="95631"/>
                        <a:pt x="47625" y="94202"/>
                        <a:pt x="47625" y="93250"/>
                      </a:cubicBezTo>
                      <a:cubicBezTo>
                        <a:pt x="47625" y="92678"/>
                        <a:pt x="47815" y="92107"/>
                        <a:pt x="48196" y="91440"/>
                      </a:cubicBezTo>
                      <a:cubicBezTo>
                        <a:pt x="47530" y="91726"/>
                        <a:pt x="46958" y="91821"/>
                        <a:pt x="46387" y="91821"/>
                      </a:cubicBezTo>
                      <a:cubicBezTo>
                        <a:pt x="44482" y="91821"/>
                        <a:pt x="42863" y="89725"/>
                        <a:pt x="41434" y="85534"/>
                      </a:cubicBezTo>
                      <a:cubicBezTo>
                        <a:pt x="40100" y="81343"/>
                        <a:pt x="38005" y="79248"/>
                        <a:pt x="35338" y="79248"/>
                      </a:cubicBezTo>
                      <a:cubicBezTo>
                        <a:pt x="34766" y="79248"/>
                        <a:pt x="34195" y="79248"/>
                        <a:pt x="33433" y="79438"/>
                      </a:cubicBezTo>
                      <a:cubicBezTo>
                        <a:pt x="34099" y="83058"/>
                        <a:pt x="34480" y="87154"/>
                        <a:pt x="34480" y="91726"/>
                      </a:cubicBezTo>
                      <a:cubicBezTo>
                        <a:pt x="34480" y="95441"/>
                        <a:pt x="34195" y="100870"/>
                        <a:pt x="33433" y="108204"/>
                      </a:cubicBezTo>
                      <a:cubicBezTo>
                        <a:pt x="32766" y="115538"/>
                        <a:pt x="32385" y="120872"/>
                        <a:pt x="32385" y="124396"/>
                      </a:cubicBezTo>
                      <a:cubicBezTo>
                        <a:pt x="32385" y="131254"/>
                        <a:pt x="33242" y="137255"/>
                        <a:pt x="35052" y="142589"/>
                      </a:cubicBezTo>
                      <a:cubicBezTo>
                        <a:pt x="33242" y="143637"/>
                        <a:pt x="32385" y="145256"/>
                        <a:pt x="32385" y="147256"/>
                      </a:cubicBezTo>
                      <a:cubicBezTo>
                        <a:pt x="32385" y="148400"/>
                        <a:pt x="32671" y="149924"/>
                        <a:pt x="33147" y="151924"/>
                      </a:cubicBezTo>
                      <a:cubicBezTo>
                        <a:pt x="33623" y="153924"/>
                        <a:pt x="33909" y="155448"/>
                        <a:pt x="33909" y="156400"/>
                      </a:cubicBezTo>
                      <a:cubicBezTo>
                        <a:pt x="33909" y="158401"/>
                        <a:pt x="32861" y="159829"/>
                        <a:pt x="30861" y="160687"/>
                      </a:cubicBezTo>
                      <a:cubicBezTo>
                        <a:pt x="30861" y="162496"/>
                        <a:pt x="30385" y="163735"/>
                        <a:pt x="29242" y="164592"/>
                      </a:cubicBezTo>
                      <a:lnTo>
                        <a:pt x="7715" y="163639"/>
                      </a:lnTo>
                      <a:cubicBezTo>
                        <a:pt x="7715" y="162782"/>
                        <a:pt x="7525" y="162306"/>
                        <a:pt x="7144" y="162306"/>
                      </a:cubicBezTo>
                      <a:cubicBezTo>
                        <a:pt x="6953" y="162306"/>
                        <a:pt x="6668" y="162496"/>
                        <a:pt x="6096" y="162782"/>
                      </a:cubicBezTo>
                      <a:cubicBezTo>
                        <a:pt x="5524" y="163163"/>
                        <a:pt x="5144" y="163354"/>
                        <a:pt x="4858" y="163354"/>
                      </a:cubicBezTo>
                      <a:cubicBezTo>
                        <a:pt x="4477" y="163354"/>
                        <a:pt x="4096" y="163068"/>
                        <a:pt x="3810" y="162496"/>
                      </a:cubicBezTo>
                      <a:cubicBezTo>
                        <a:pt x="1810" y="161163"/>
                        <a:pt x="762" y="159449"/>
                        <a:pt x="762" y="157353"/>
                      </a:cubicBezTo>
                      <a:cubicBezTo>
                        <a:pt x="762" y="156400"/>
                        <a:pt x="1143" y="154686"/>
                        <a:pt x="1905" y="152305"/>
                      </a:cubicBezTo>
                      <a:cubicBezTo>
                        <a:pt x="2667" y="149924"/>
                        <a:pt x="3048" y="148018"/>
                        <a:pt x="3048" y="146685"/>
                      </a:cubicBezTo>
                      <a:cubicBezTo>
                        <a:pt x="3048" y="145447"/>
                        <a:pt x="2762" y="144304"/>
                        <a:pt x="2191" y="143161"/>
                      </a:cubicBezTo>
                      <a:cubicBezTo>
                        <a:pt x="1619" y="139637"/>
                        <a:pt x="1429" y="133255"/>
                        <a:pt x="1619" y="124111"/>
                      </a:cubicBezTo>
                      <a:cubicBezTo>
                        <a:pt x="1810" y="116110"/>
                        <a:pt x="1238" y="109823"/>
                        <a:pt x="0" y="105251"/>
                      </a:cubicBezTo>
                      <a:cubicBezTo>
                        <a:pt x="1143" y="103727"/>
                        <a:pt x="1619" y="101822"/>
                        <a:pt x="1619" y="99536"/>
                      </a:cubicBezTo>
                      <a:cubicBezTo>
                        <a:pt x="1619" y="98584"/>
                        <a:pt x="1429" y="97155"/>
                        <a:pt x="1238" y="95155"/>
                      </a:cubicBezTo>
                      <a:cubicBezTo>
                        <a:pt x="1048" y="93154"/>
                        <a:pt x="857" y="91726"/>
                        <a:pt x="857" y="90773"/>
                      </a:cubicBezTo>
                      <a:cubicBezTo>
                        <a:pt x="857" y="88011"/>
                        <a:pt x="1714" y="85820"/>
                        <a:pt x="3334" y="84010"/>
                      </a:cubicBezTo>
                      <a:cubicBezTo>
                        <a:pt x="1238" y="76105"/>
                        <a:pt x="381" y="67056"/>
                        <a:pt x="667" y="56959"/>
                      </a:cubicBezTo>
                      <a:lnTo>
                        <a:pt x="1714" y="56959"/>
                      </a:lnTo>
                      <a:cubicBezTo>
                        <a:pt x="1429" y="55912"/>
                        <a:pt x="1334" y="54578"/>
                        <a:pt x="1334" y="53054"/>
                      </a:cubicBezTo>
                      <a:cubicBezTo>
                        <a:pt x="1334" y="51721"/>
                        <a:pt x="1524" y="49530"/>
                        <a:pt x="1905" y="46672"/>
                      </a:cubicBezTo>
                      <a:cubicBezTo>
                        <a:pt x="2286" y="43815"/>
                        <a:pt x="2381" y="41624"/>
                        <a:pt x="2381" y="40100"/>
                      </a:cubicBezTo>
                      <a:cubicBezTo>
                        <a:pt x="2381" y="37147"/>
                        <a:pt x="1810" y="34480"/>
                        <a:pt x="762" y="32290"/>
                      </a:cubicBezTo>
                      <a:cubicBezTo>
                        <a:pt x="2381" y="32195"/>
                        <a:pt x="4191" y="31433"/>
                        <a:pt x="6096" y="30289"/>
                      </a:cubicBezTo>
                      <a:cubicBezTo>
                        <a:pt x="6191" y="30671"/>
                        <a:pt x="6858" y="30956"/>
                        <a:pt x="8001" y="30956"/>
                      </a:cubicBezTo>
                      <a:cubicBezTo>
                        <a:pt x="9049" y="30956"/>
                        <a:pt x="9906" y="31242"/>
                        <a:pt x="10478" y="31623"/>
                      </a:cubicBezTo>
                      <a:lnTo>
                        <a:pt x="12097" y="29337"/>
                      </a:lnTo>
                      <a:cubicBezTo>
                        <a:pt x="11716" y="30480"/>
                        <a:pt x="11811" y="31528"/>
                        <a:pt x="12478" y="32766"/>
                      </a:cubicBezTo>
                      <a:cubicBezTo>
                        <a:pt x="13145" y="33909"/>
                        <a:pt x="14097" y="34290"/>
                        <a:pt x="15335" y="33909"/>
                      </a:cubicBezTo>
                      <a:cubicBezTo>
                        <a:pt x="16573" y="32575"/>
                        <a:pt x="17240" y="31337"/>
                        <a:pt x="17240" y="30194"/>
                      </a:cubicBezTo>
                      <a:cubicBezTo>
                        <a:pt x="17240" y="28289"/>
                        <a:pt x="15049" y="26479"/>
                        <a:pt x="10859" y="24765"/>
                      </a:cubicBezTo>
                      <a:cubicBezTo>
                        <a:pt x="6572" y="23050"/>
                        <a:pt x="4381" y="21908"/>
                        <a:pt x="4096" y="21431"/>
                      </a:cubicBezTo>
                      <a:cubicBezTo>
                        <a:pt x="4667" y="21622"/>
                        <a:pt x="5239" y="21622"/>
                        <a:pt x="5715" y="21622"/>
                      </a:cubicBezTo>
                      <a:cubicBezTo>
                        <a:pt x="6858" y="21622"/>
                        <a:pt x="9715" y="20479"/>
                        <a:pt x="14288" y="18193"/>
                      </a:cubicBezTo>
                      <a:cubicBezTo>
                        <a:pt x="13906" y="17431"/>
                        <a:pt x="13430" y="16954"/>
                        <a:pt x="12859" y="16954"/>
                      </a:cubicBezTo>
                      <a:cubicBezTo>
                        <a:pt x="12573" y="16954"/>
                        <a:pt x="12097" y="17145"/>
                        <a:pt x="11430" y="17526"/>
                      </a:cubicBezTo>
                      <a:cubicBezTo>
                        <a:pt x="10763" y="17907"/>
                        <a:pt x="10192" y="18193"/>
                        <a:pt x="9811" y="18193"/>
                      </a:cubicBezTo>
                      <a:cubicBezTo>
                        <a:pt x="10192" y="17907"/>
                        <a:pt x="10382" y="17145"/>
                        <a:pt x="10382" y="15907"/>
                      </a:cubicBezTo>
                      <a:cubicBezTo>
                        <a:pt x="6668" y="13621"/>
                        <a:pt x="3810" y="12859"/>
                        <a:pt x="1810" y="13621"/>
                      </a:cubicBezTo>
                      <a:lnTo>
                        <a:pt x="1810" y="4000"/>
                      </a:lnTo>
                      <a:lnTo>
                        <a:pt x="36481" y="2953"/>
                      </a:lnTo>
                      <a:cubicBezTo>
                        <a:pt x="38195" y="6477"/>
                        <a:pt x="40005" y="10096"/>
                        <a:pt x="41624" y="13716"/>
                      </a:cubicBezTo>
                      <a:cubicBezTo>
                        <a:pt x="43339" y="17335"/>
                        <a:pt x="44005" y="21241"/>
                        <a:pt x="43624" y="25527"/>
                      </a:cubicBezTo>
                      <a:cubicBezTo>
                        <a:pt x="44577" y="24384"/>
                        <a:pt x="45434" y="23908"/>
                        <a:pt x="46101" y="23908"/>
                      </a:cubicBezTo>
                      <a:cubicBezTo>
                        <a:pt x="46672" y="23908"/>
                        <a:pt x="47244" y="24670"/>
                        <a:pt x="47911" y="26289"/>
                      </a:cubicBezTo>
                      <a:cubicBezTo>
                        <a:pt x="48673" y="27813"/>
                        <a:pt x="49339" y="28861"/>
                        <a:pt x="50006" y="29432"/>
                      </a:cubicBezTo>
                      <a:cubicBezTo>
                        <a:pt x="49721" y="30385"/>
                        <a:pt x="49625" y="31242"/>
                        <a:pt x="49625" y="32099"/>
                      </a:cubicBezTo>
                      <a:cubicBezTo>
                        <a:pt x="49625" y="33909"/>
                        <a:pt x="50959" y="35909"/>
                        <a:pt x="53530" y="38386"/>
                      </a:cubicBezTo>
                      <a:cubicBezTo>
                        <a:pt x="56102" y="40767"/>
                        <a:pt x="57340" y="43053"/>
                        <a:pt x="57150" y="45244"/>
                      </a:cubicBezTo>
                      <a:cubicBezTo>
                        <a:pt x="57721" y="46292"/>
                        <a:pt x="60388" y="51340"/>
                        <a:pt x="65151" y="60198"/>
                      </a:cubicBezTo>
                      <a:cubicBezTo>
                        <a:pt x="65151" y="63913"/>
                        <a:pt x="65722" y="66294"/>
                        <a:pt x="66770" y="67342"/>
                      </a:cubicBezTo>
                      <a:cubicBezTo>
                        <a:pt x="67342" y="67056"/>
                        <a:pt x="67818" y="66961"/>
                        <a:pt x="68199" y="66961"/>
                      </a:cubicBezTo>
                      <a:cubicBezTo>
                        <a:pt x="68866" y="66961"/>
                        <a:pt x="69342" y="67532"/>
                        <a:pt x="69437" y="68580"/>
                      </a:cubicBezTo>
                      <a:cubicBezTo>
                        <a:pt x="69628" y="70104"/>
                        <a:pt x="69723" y="70961"/>
                        <a:pt x="69818" y="71247"/>
                      </a:cubicBezTo>
                      <a:cubicBezTo>
                        <a:pt x="70676" y="71818"/>
                        <a:pt x="72104" y="73819"/>
                        <a:pt x="74104" y="77343"/>
                      </a:cubicBezTo>
                      <a:cubicBezTo>
                        <a:pt x="75724" y="79915"/>
                        <a:pt x="77724" y="81343"/>
                        <a:pt x="80010" y="81439"/>
                      </a:cubicBezTo>
                      <a:cubicBezTo>
                        <a:pt x="79724" y="82391"/>
                        <a:pt x="80296" y="83439"/>
                        <a:pt x="81629" y="84487"/>
                      </a:cubicBezTo>
                      <a:lnTo>
                        <a:pt x="83915" y="82010"/>
                      </a:lnTo>
                      <a:lnTo>
                        <a:pt x="83248" y="52673"/>
                      </a:lnTo>
                      <a:cubicBezTo>
                        <a:pt x="84201" y="52006"/>
                        <a:pt x="84677" y="51340"/>
                        <a:pt x="84677" y="50673"/>
                      </a:cubicBezTo>
                      <a:cubicBezTo>
                        <a:pt x="84677" y="50101"/>
                        <a:pt x="84201" y="49244"/>
                        <a:pt x="83344" y="48006"/>
                      </a:cubicBezTo>
                      <a:cubicBezTo>
                        <a:pt x="82391" y="46768"/>
                        <a:pt x="82010" y="45815"/>
                        <a:pt x="82010" y="45149"/>
                      </a:cubicBezTo>
                      <a:cubicBezTo>
                        <a:pt x="82010" y="44196"/>
                        <a:pt x="82582" y="43243"/>
                        <a:pt x="83915" y="42481"/>
                      </a:cubicBezTo>
                      <a:cubicBezTo>
                        <a:pt x="82868" y="39433"/>
                        <a:pt x="82296" y="36290"/>
                        <a:pt x="82296" y="32861"/>
                      </a:cubicBezTo>
                      <a:cubicBezTo>
                        <a:pt x="82296" y="30385"/>
                        <a:pt x="82677" y="26956"/>
                        <a:pt x="83344" y="22384"/>
                      </a:cubicBezTo>
                      <a:cubicBezTo>
                        <a:pt x="84011" y="17812"/>
                        <a:pt x="84392" y="14573"/>
                        <a:pt x="84392" y="12478"/>
                      </a:cubicBezTo>
                      <a:cubicBezTo>
                        <a:pt x="84392" y="10858"/>
                        <a:pt x="84296" y="9239"/>
                        <a:pt x="84011" y="7715"/>
                      </a:cubicBezTo>
                      <a:cubicBezTo>
                        <a:pt x="85535" y="7715"/>
                        <a:pt x="86963" y="6287"/>
                        <a:pt x="88297" y="3429"/>
                      </a:cubicBezTo>
                      <a:cubicBezTo>
                        <a:pt x="89535" y="952"/>
                        <a:pt x="91249" y="0"/>
                        <a:pt x="93440" y="571"/>
                      </a:cubicBezTo>
                      <a:lnTo>
                        <a:pt x="96869" y="571"/>
                      </a:lnTo>
                      <a:cubicBezTo>
                        <a:pt x="98298" y="571"/>
                        <a:pt x="100203" y="476"/>
                        <a:pt x="102584" y="286"/>
                      </a:cubicBezTo>
                      <a:cubicBezTo>
                        <a:pt x="105061" y="95"/>
                        <a:pt x="106871" y="0"/>
                        <a:pt x="108109" y="0"/>
                      </a:cubicBezTo>
                      <a:cubicBezTo>
                        <a:pt x="110871" y="0"/>
                        <a:pt x="113062" y="857"/>
                        <a:pt x="114871" y="2476"/>
                      </a:cubicBezTo>
                      <a:cubicBezTo>
                        <a:pt x="115729" y="11811"/>
                        <a:pt x="116110" y="23146"/>
                        <a:pt x="116110" y="36671"/>
                      </a:cubicBezTo>
                      <a:cubicBezTo>
                        <a:pt x="116110" y="42100"/>
                        <a:pt x="116110" y="50483"/>
                        <a:pt x="115919" y="61817"/>
                      </a:cubicBezTo>
                      <a:cubicBezTo>
                        <a:pt x="115824" y="73152"/>
                        <a:pt x="115729" y="81629"/>
                        <a:pt x="115729" y="87249"/>
                      </a:cubicBezTo>
                      <a:cubicBezTo>
                        <a:pt x="115729" y="98870"/>
                        <a:pt x="116014" y="108871"/>
                        <a:pt x="116586" y="117158"/>
                      </a:cubicBezTo>
                      <a:close/>
                      <a:moveTo>
                        <a:pt x="1810" y="24384"/>
                      </a:moveTo>
                      <a:lnTo>
                        <a:pt x="4096" y="26670"/>
                      </a:lnTo>
                      <a:lnTo>
                        <a:pt x="4096" y="28956"/>
                      </a:lnTo>
                      <a:lnTo>
                        <a:pt x="1810" y="24479"/>
                      </a:lnTo>
                      <a:close/>
                      <a:moveTo>
                        <a:pt x="5715" y="28861"/>
                      </a:moveTo>
                      <a:cubicBezTo>
                        <a:pt x="6001" y="29432"/>
                        <a:pt x="6096" y="30004"/>
                        <a:pt x="6096" y="30671"/>
                      </a:cubicBezTo>
                      <a:cubicBezTo>
                        <a:pt x="5810" y="30099"/>
                        <a:pt x="5715" y="29527"/>
                        <a:pt x="5715" y="28861"/>
                      </a:cubicBezTo>
                      <a:close/>
                      <a:moveTo>
                        <a:pt x="8763" y="26575"/>
                      </a:moveTo>
                      <a:lnTo>
                        <a:pt x="8763" y="28861"/>
                      </a:lnTo>
                      <a:lnTo>
                        <a:pt x="6287" y="26003"/>
                      </a:lnTo>
                      <a:lnTo>
                        <a:pt x="8763" y="26575"/>
                      </a:lnTo>
                      <a:close/>
                      <a:moveTo>
                        <a:pt x="7334" y="17907"/>
                      </a:moveTo>
                      <a:cubicBezTo>
                        <a:pt x="8668" y="17907"/>
                        <a:pt x="9525" y="18097"/>
                        <a:pt x="9811" y="18574"/>
                      </a:cubicBezTo>
                      <a:lnTo>
                        <a:pt x="8763" y="19145"/>
                      </a:lnTo>
                      <a:lnTo>
                        <a:pt x="7334" y="17907"/>
                      </a:lnTo>
                      <a:close/>
                      <a:moveTo>
                        <a:pt x="17526" y="18574"/>
                      </a:moveTo>
                      <a:lnTo>
                        <a:pt x="17145" y="18193"/>
                      </a:lnTo>
                      <a:lnTo>
                        <a:pt x="15526" y="15526"/>
                      </a:lnTo>
                      <a:cubicBezTo>
                        <a:pt x="14954" y="14573"/>
                        <a:pt x="14002" y="14097"/>
                        <a:pt x="12668" y="14097"/>
                      </a:cubicBezTo>
                      <a:cubicBezTo>
                        <a:pt x="13240" y="14383"/>
                        <a:pt x="14669" y="15716"/>
                        <a:pt x="17145" y="18193"/>
                      </a:cubicBezTo>
                      <a:lnTo>
                        <a:pt x="17526" y="18574"/>
                      </a:lnTo>
                      <a:close/>
                      <a:moveTo>
                        <a:pt x="20003" y="29813"/>
                      </a:moveTo>
                      <a:lnTo>
                        <a:pt x="23051" y="29813"/>
                      </a:lnTo>
                      <a:cubicBezTo>
                        <a:pt x="22193" y="29432"/>
                        <a:pt x="21241" y="29432"/>
                        <a:pt x="20003" y="29813"/>
                      </a:cubicBezTo>
                      <a:lnTo>
                        <a:pt x="18097" y="29813"/>
                      </a:lnTo>
                      <a:lnTo>
                        <a:pt x="18764" y="31433"/>
                      </a:lnTo>
                      <a:cubicBezTo>
                        <a:pt x="18764" y="31433"/>
                        <a:pt x="18860" y="32099"/>
                        <a:pt x="19145" y="32671"/>
                      </a:cubicBezTo>
                      <a:lnTo>
                        <a:pt x="18764" y="31433"/>
                      </a:lnTo>
                      <a:cubicBezTo>
                        <a:pt x="18764" y="30575"/>
                        <a:pt x="19145" y="30099"/>
                        <a:pt x="20003" y="29813"/>
                      </a:cubicBezTo>
                      <a:close/>
                      <a:moveTo>
                        <a:pt x="23051" y="127063"/>
                      </a:moveTo>
                      <a:lnTo>
                        <a:pt x="23051" y="121539"/>
                      </a:lnTo>
                      <a:lnTo>
                        <a:pt x="22193" y="121539"/>
                      </a:lnTo>
                      <a:lnTo>
                        <a:pt x="22193" y="127063"/>
                      </a:lnTo>
                      <a:lnTo>
                        <a:pt x="23051" y="127063"/>
                      </a:lnTo>
                      <a:close/>
                      <a:moveTo>
                        <a:pt x="26575" y="32671"/>
                      </a:moveTo>
                      <a:cubicBezTo>
                        <a:pt x="26575" y="32671"/>
                        <a:pt x="27242" y="33338"/>
                        <a:pt x="27718" y="33718"/>
                      </a:cubicBezTo>
                      <a:lnTo>
                        <a:pt x="26575" y="32671"/>
                      </a:lnTo>
                      <a:cubicBezTo>
                        <a:pt x="26575" y="31813"/>
                        <a:pt x="26194" y="30575"/>
                        <a:pt x="25527" y="28766"/>
                      </a:cubicBezTo>
                      <a:cubicBezTo>
                        <a:pt x="24765" y="29337"/>
                        <a:pt x="24479" y="29813"/>
                        <a:pt x="24479" y="30385"/>
                      </a:cubicBezTo>
                      <a:cubicBezTo>
                        <a:pt x="24479" y="31051"/>
                        <a:pt x="25146" y="31813"/>
                        <a:pt x="26575" y="32671"/>
                      </a:cubicBezTo>
                      <a:close/>
                      <a:moveTo>
                        <a:pt x="27146" y="38386"/>
                      </a:moveTo>
                      <a:lnTo>
                        <a:pt x="31052" y="38386"/>
                      </a:lnTo>
                      <a:lnTo>
                        <a:pt x="28385" y="36100"/>
                      </a:lnTo>
                      <a:lnTo>
                        <a:pt x="27146" y="38386"/>
                      </a:lnTo>
                      <a:close/>
                      <a:moveTo>
                        <a:pt x="65056" y="164783"/>
                      </a:moveTo>
                      <a:cubicBezTo>
                        <a:pt x="66008" y="164497"/>
                        <a:pt x="67056" y="164783"/>
                        <a:pt x="68104" y="165449"/>
                      </a:cubicBezTo>
                      <a:lnTo>
                        <a:pt x="65627" y="167259"/>
                      </a:lnTo>
                      <a:lnTo>
                        <a:pt x="65056" y="164783"/>
                      </a:lnTo>
                      <a:close/>
                      <a:moveTo>
                        <a:pt x="81629" y="173546"/>
                      </a:moveTo>
                      <a:lnTo>
                        <a:pt x="81629" y="170497"/>
                      </a:lnTo>
                      <a:lnTo>
                        <a:pt x="82487" y="170497"/>
                      </a:lnTo>
                      <a:cubicBezTo>
                        <a:pt x="82582" y="171259"/>
                        <a:pt x="82391" y="172307"/>
                        <a:pt x="81629" y="173546"/>
                      </a:cubicBezTo>
                      <a:close/>
                      <a:moveTo>
                        <a:pt x="89440" y="139541"/>
                      </a:moveTo>
                      <a:cubicBezTo>
                        <a:pt x="87916" y="140303"/>
                        <a:pt x="87154" y="141160"/>
                        <a:pt x="87154" y="142018"/>
                      </a:cubicBezTo>
                      <a:cubicBezTo>
                        <a:pt x="87154" y="142494"/>
                        <a:pt x="87535" y="143446"/>
                        <a:pt x="88392" y="144589"/>
                      </a:cubicBezTo>
                      <a:cubicBezTo>
                        <a:pt x="89249" y="145733"/>
                        <a:pt x="89630" y="146590"/>
                        <a:pt x="89630" y="147161"/>
                      </a:cubicBezTo>
                      <a:lnTo>
                        <a:pt x="89630" y="147542"/>
                      </a:lnTo>
                      <a:cubicBezTo>
                        <a:pt x="89630" y="147542"/>
                        <a:pt x="89440" y="148018"/>
                        <a:pt x="89440" y="148209"/>
                      </a:cubicBezTo>
                      <a:cubicBezTo>
                        <a:pt x="89535" y="147923"/>
                        <a:pt x="89630" y="147542"/>
                        <a:pt x="89726" y="147066"/>
                      </a:cubicBezTo>
                      <a:cubicBezTo>
                        <a:pt x="89726" y="146590"/>
                        <a:pt x="90106" y="145923"/>
                        <a:pt x="90488" y="144971"/>
                      </a:cubicBezTo>
                      <a:cubicBezTo>
                        <a:pt x="90869" y="144018"/>
                        <a:pt x="91154" y="143256"/>
                        <a:pt x="91154" y="142684"/>
                      </a:cubicBezTo>
                      <a:cubicBezTo>
                        <a:pt x="91154" y="141732"/>
                        <a:pt x="90583" y="140684"/>
                        <a:pt x="89535" y="139637"/>
                      </a:cubicBezTo>
                      <a:close/>
                      <a:moveTo>
                        <a:pt x="89440" y="157543"/>
                      </a:moveTo>
                      <a:cubicBezTo>
                        <a:pt x="90773" y="156496"/>
                        <a:pt x="91345" y="155543"/>
                        <a:pt x="91059" y="154686"/>
                      </a:cubicBezTo>
                      <a:cubicBezTo>
                        <a:pt x="90773" y="153734"/>
                        <a:pt x="90202" y="153448"/>
                        <a:pt x="89440" y="153638"/>
                      </a:cubicBezTo>
                      <a:cubicBezTo>
                        <a:pt x="88582" y="154496"/>
                        <a:pt x="88392" y="155258"/>
                        <a:pt x="88582" y="156115"/>
                      </a:cubicBezTo>
                      <a:cubicBezTo>
                        <a:pt x="89154" y="157543"/>
                        <a:pt x="89440" y="158020"/>
                        <a:pt x="89440" y="157734"/>
                      </a:cubicBezTo>
                      <a:lnTo>
                        <a:pt x="90106" y="158305"/>
                      </a:lnTo>
                      <a:cubicBezTo>
                        <a:pt x="90773" y="158972"/>
                        <a:pt x="91154" y="159544"/>
                        <a:pt x="91154" y="159925"/>
                      </a:cubicBezTo>
                      <a:cubicBezTo>
                        <a:pt x="91154" y="159544"/>
                        <a:pt x="91059" y="159067"/>
                        <a:pt x="90488" y="158591"/>
                      </a:cubicBezTo>
                      <a:cubicBezTo>
                        <a:pt x="89916" y="158115"/>
                        <a:pt x="89630" y="157734"/>
                        <a:pt x="89440" y="157448"/>
                      </a:cubicBezTo>
                      <a:close/>
                      <a:moveTo>
                        <a:pt x="106871" y="52483"/>
                      </a:moveTo>
                      <a:lnTo>
                        <a:pt x="110966" y="54769"/>
                      </a:lnTo>
                      <a:lnTo>
                        <a:pt x="108680" y="51911"/>
                      </a:lnTo>
                      <a:lnTo>
                        <a:pt x="109919" y="50292"/>
                      </a:lnTo>
                      <a:lnTo>
                        <a:pt x="101918" y="47054"/>
                      </a:lnTo>
                      <a:cubicBezTo>
                        <a:pt x="103061" y="47434"/>
                        <a:pt x="103537" y="48101"/>
                        <a:pt x="103537" y="48863"/>
                      </a:cubicBezTo>
                      <a:cubicBezTo>
                        <a:pt x="103537" y="49721"/>
                        <a:pt x="102965" y="50387"/>
                        <a:pt x="101918" y="50959"/>
                      </a:cubicBezTo>
                      <a:cubicBezTo>
                        <a:pt x="101537" y="50006"/>
                        <a:pt x="100965" y="49530"/>
                        <a:pt x="100298" y="49530"/>
                      </a:cubicBezTo>
                      <a:cubicBezTo>
                        <a:pt x="99917" y="49530"/>
                        <a:pt x="99251" y="49721"/>
                        <a:pt x="98488" y="49911"/>
                      </a:cubicBezTo>
                      <a:cubicBezTo>
                        <a:pt x="97631" y="50197"/>
                        <a:pt x="97060" y="50292"/>
                        <a:pt x="96679" y="50292"/>
                      </a:cubicBezTo>
                      <a:cubicBezTo>
                        <a:pt x="96107" y="50292"/>
                        <a:pt x="95631" y="50101"/>
                        <a:pt x="95250" y="49625"/>
                      </a:cubicBezTo>
                      <a:lnTo>
                        <a:pt x="95821" y="48577"/>
                      </a:lnTo>
                      <a:lnTo>
                        <a:pt x="88868" y="50197"/>
                      </a:lnTo>
                      <a:lnTo>
                        <a:pt x="92773" y="50197"/>
                      </a:lnTo>
                      <a:cubicBezTo>
                        <a:pt x="94107" y="50101"/>
                        <a:pt x="95250" y="50673"/>
                        <a:pt x="96107" y="51911"/>
                      </a:cubicBezTo>
                      <a:cubicBezTo>
                        <a:pt x="97060" y="53245"/>
                        <a:pt x="97441" y="54388"/>
                        <a:pt x="97441" y="55531"/>
                      </a:cubicBezTo>
                      <a:lnTo>
                        <a:pt x="98012" y="54674"/>
                      </a:lnTo>
                      <a:cubicBezTo>
                        <a:pt x="98584" y="54578"/>
                        <a:pt x="99060" y="54674"/>
                        <a:pt x="99441" y="55054"/>
                      </a:cubicBezTo>
                      <a:cubicBezTo>
                        <a:pt x="100108" y="55912"/>
                        <a:pt x="100489" y="56293"/>
                        <a:pt x="100679" y="56293"/>
                      </a:cubicBezTo>
                      <a:lnTo>
                        <a:pt x="100679" y="53245"/>
                      </a:lnTo>
                      <a:cubicBezTo>
                        <a:pt x="100584" y="52006"/>
                        <a:pt x="100965" y="51149"/>
                        <a:pt x="101918" y="50768"/>
                      </a:cubicBezTo>
                      <a:cubicBezTo>
                        <a:pt x="102870" y="51435"/>
                        <a:pt x="103442" y="51816"/>
                        <a:pt x="103537" y="51816"/>
                      </a:cubicBezTo>
                      <a:cubicBezTo>
                        <a:pt x="103537" y="50483"/>
                        <a:pt x="103822" y="49721"/>
                        <a:pt x="104585" y="49530"/>
                      </a:cubicBezTo>
                      <a:cubicBezTo>
                        <a:pt x="105061" y="49244"/>
                        <a:pt x="106109" y="49625"/>
                        <a:pt x="107632" y="50768"/>
                      </a:cubicBezTo>
                      <a:cubicBezTo>
                        <a:pt x="107728" y="51149"/>
                        <a:pt x="107442" y="51721"/>
                        <a:pt x="106775" y="52388"/>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 name="Google Shape;824;p99"/>
                <p:cNvSpPr/>
                <p:nvPr/>
              </p:nvSpPr>
              <p:spPr>
                <a:xfrm>
                  <a:off x="5698664" y="2685764"/>
                  <a:ext cx="125396" cy="198120"/>
                </a:xfrm>
                <a:custGeom>
                  <a:avLst/>
                  <a:gdLst/>
                  <a:ahLst/>
                  <a:cxnLst/>
                  <a:rect l="l" t="t" r="r" b="b"/>
                  <a:pathLst>
                    <a:path w="125396" h="198120" extrusionOk="0">
                      <a:moveTo>
                        <a:pt x="113776" y="59817"/>
                      </a:moveTo>
                      <a:cubicBezTo>
                        <a:pt x="117014" y="61436"/>
                        <a:pt x="118919" y="62293"/>
                        <a:pt x="119491" y="62293"/>
                      </a:cubicBezTo>
                      <a:cubicBezTo>
                        <a:pt x="116729" y="65246"/>
                        <a:pt x="115586" y="67437"/>
                        <a:pt x="116062" y="68866"/>
                      </a:cubicBezTo>
                      <a:cubicBezTo>
                        <a:pt x="115776" y="68771"/>
                        <a:pt x="115395" y="68675"/>
                        <a:pt x="114824" y="68675"/>
                      </a:cubicBezTo>
                      <a:cubicBezTo>
                        <a:pt x="114252" y="68675"/>
                        <a:pt x="113300" y="68961"/>
                        <a:pt x="111871" y="69533"/>
                      </a:cubicBezTo>
                      <a:cubicBezTo>
                        <a:pt x="110442" y="70104"/>
                        <a:pt x="109394" y="70390"/>
                        <a:pt x="108728" y="70390"/>
                      </a:cubicBezTo>
                      <a:cubicBezTo>
                        <a:pt x="107489" y="70390"/>
                        <a:pt x="106632" y="69533"/>
                        <a:pt x="106061" y="67913"/>
                      </a:cubicBezTo>
                      <a:cubicBezTo>
                        <a:pt x="105775" y="68294"/>
                        <a:pt x="105489" y="69628"/>
                        <a:pt x="105203" y="71818"/>
                      </a:cubicBezTo>
                      <a:cubicBezTo>
                        <a:pt x="104917" y="73342"/>
                        <a:pt x="104156" y="74390"/>
                        <a:pt x="102727" y="75057"/>
                      </a:cubicBezTo>
                      <a:lnTo>
                        <a:pt x="96345" y="75629"/>
                      </a:lnTo>
                      <a:lnTo>
                        <a:pt x="97393" y="76676"/>
                      </a:lnTo>
                      <a:cubicBezTo>
                        <a:pt x="94535" y="77629"/>
                        <a:pt x="91297" y="78105"/>
                        <a:pt x="87773" y="78105"/>
                      </a:cubicBezTo>
                      <a:lnTo>
                        <a:pt x="88630" y="77248"/>
                      </a:lnTo>
                      <a:cubicBezTo>
                        <a:pt x="88916" y="75724"/>
                        <a:pt x="88344" y="74962"/>
                        <a:pt x="87011" y="74962"/>
                      </a:cubicBezTo>
                      <a:cubicBezTo>
                        <a:pt x="85201" y="74867"/>
                        <a:pt x="84248" y="74485"/>
                        <a:pt x="83963" y="73914"/>
                      </a:cubicBezTo>
                      <a:lnTo>
                        <a:pt x="80629" y="73914"/>
                      </a:lnTo>
                      <a:cubicBezTo>
                        <a:pt x="82248" y="73342"/>
                        <a:pt x="83105" y="72580"/>
                        <a:pt x="83105" y="71438"/>
                      </a:cubicBezTo>
                      <a:cubicBezTo>
                        <a:pt x="83105" y="71056"/>
                        <a:pt x="82915" y="70295"/>
                        <a:pt x="82534" y="69247"/>
                      </a:cubicBezTo>
                      <a:cubicBezTo>
                        <a:pt x="82153" y="68199"/>
                        <a:pt x="81867" y="67532"/>
                        <a:pt x="81867" y="67151"/>
                      </a:cubicBezTo>
                      <a:cubicBezTo>
                        <a:pt x="81867" y="66675"/>
                        <a:pt x="82058" y="66389"/>
                        <a:pt x="82248" y="66104"/>
                      </a:cubicBezTo>
                      <a:lnTo>
                        <a:pt x="78914" y="64865"/>
                      </a:lnTo>
                      <a:cubicBezTo>
                        <a:pt x="79200" y="64199"/>
                        <a:pt x="79295" y="63532"/>
                        <a:pt x="79295" y="62865"/>
                      </a:cubicBezTo>
                      <a:cubicBezTo>
                        <a:pt x="79295" y="61531"/>
                        <a:pt x="78248" y="60103"/>
                        <a:pt x="76247" y="58769"/>
                      </a:cubicBezTo>
                      <a:cubicBezTo>
                        <a:pt x="73771" y="57150"/>
                        <a:pt x="72342" y="56007"/>
                        <a:pt x="71961" y="55340"/>
                      </a:cubicBezTo>
                      <a:cubicBezTo>
                        <a:pt x="71008" y="55721"/>
                        <a:pt x="70151" y="55912"/>
                        <a:pt x="69484" y="55912"/>
                      </a:cubicBezTo>
                      <a:cubicBezTo>
                        <a:pt x="68151" y="55912"/>
                        <a:pt x="66817" y="54959"/>
                        <a:pt x="65484" y="53150"/>
                      </a:cubicBezTo>
                      <a:cubicBezTo>
                        <a:pt x="64246" y="51340"/>
                        <a:pt x="63103" y="50387"/>
                        <a:pt x="62341" y="50387"/>
                      </a:cubicBezTo>
                      <a:cubicBezTo>
                        <a:pt x="61579" y="50387"/>
                        <a:pt x="60531" y="50959"/>
                        <a:pt x="59483" y="52006"/>
                      </a:cubicBezTo>
                      <a:lnTo>
                        <a:pt x="56816" y="49530"/>
                      </a:lnTo>
                      <a:cubicBezTo>
                        <a:pt x="55673" y="50863"/>
                        <a:pt x="53483" y="52292"/>
                        <a:pt x="50339" y="53721"/>
                      </a:cubicBezTo>
                      <a:cubicBezTo>
                        <a:pt x="47291" y="55150"/>
                        <a:pt x="45100" y="56959"/>
                        <a:pt x="43672" y="59150"/>
                      </a:cubicBezTo>
                      <a:cubicBezTo>
                        <a:pt x="43386" y="58483"/>
                        <a:pt x="42910" y="58103"/>
                        <a:pt x="42243" y="58103"/>
                      </a:cubicBezTo>
                      <a:lnTo>
                        <a:pt x="40433" y="58103"/>
                      </a:lnTo>
                      <a:cubicBezTo>
                        <a:pt x="39100" y="59436"/>
                        <a:pt x="37195" y="64484"/>
                        <a:pt x="34718" y="73057"/>
                      </a:cubicBezTo>
                      <a:cubicBezTo>
                        <a:pt x="32813" y="79343"/>
                        <a:pt x="29480" y="82487"/>
                        <a:pt x="24717" y="82487"/>
                      </a:cubicBezTo>
                      <a:cubicBezTo>
                        <a:pt x="23574" y="82487"/>
                        <a:pt x="22336" y="82296"/>
                        <a:pt x="21002" y="82105"/>
                      </a:cubicBezTo>
                      <a:cubicBezTo>
                        <a:pt x="22622" y="82391"/>
                        <a:pt x="25003" y="82867"/>
                        <a:pt x="28146" y="83534"/>
                      </a:cubicBezTo>
                      <a:lnTo>
                        <a:pt x="27956" y="83534"/>
                      </a:lnTo>
                      <a:cubicBezTo>
                        <a:pt x="27384" y="85058"/>
                        <a:pt x="25955" y="85916"/>
                        <a:pt x="23479" y="86011"/>
                      </a:cubicBezTo>
                      <a:lnTo>
                        <a:pt x="17764" y="86011"/>
                      </a:lnTo>
                      <a:cubicBezTo>
                        <a:pt x="16621" y="86106"/>
                        <a:pt x="15764" y="86392"/>
                        <a:pt x="15097" y="86868"/>
                      </a:cubicBezTo>
                      <a:cubicBezTo>
                        <a:pt x="15001" y="87535"/>
                        <a:pt x="14906" y="88201"/>
                        <a:pt x="14906" y="88678"/>
                      </a:cubicBezTo>
                      <a:cubicBezTo>
                        <a:pt x="14906" y="90202"/>
                        <a:pt x="15764" y="90964"/>
                        <a:pt x="17573" y="90964"/>
                      </a:cubicBezTo>
                      <a:cubicBezTo>
                        <a:pt x="17859" y="90964"/>
                        <a:pt x="18335" y="90964"/>
                        <a:pt x="19002" y="90773"/>
                      </a:cubicBezTo>
                      <a:lnTo>
                        <a:pt x="20621" y="90773"/>
                      </a:lnTo>
                      <a:cubicBezTo>
                        <a:pt x="21859" y="90773"/>
                        <a:pt x="22622" y="91059"/>
                        <a:pt x="23098" y="91630"/>
                      </a:cubicBezTo>
                      <a:lnTo>
                        <a:pt x="23098" y="89821"/>
                      </a:lnTo>
                      <a:lnTo>
                        <a:pt x="28051" y="94774"/>
                      </a:lnTo>
                      <a:lnTo>
                        <a:pt x="29289" y="92297"/>
                      </a:lnTo>
                      <a:lnTo>
                        <a:pt x="28717" y="91726"/>
                      </a:lnTo>
                      <a:lnTo>
                        <a:pt x="29289" y="90868"/>
                      </a:lnTo>
                      <a:lnTo>
                        <a:pt x="31194" y="94774"/>
                      </a:lnTo>
                      <a:cubicBezTo>
                        <a:pt x="32813" y="92869"/>
                        <a:pt x="32528" y="90678"/>
                        <a:pt x="30337" y="88201"/>
                      </a:cubicBezTo>
                      <a:cubicBezTo>
                        <a:pt x="31289" y="88106"/>
                        <a:pt x="32337" y="88392"/>
                        <a:pt x="33480" y="89249"/>
                      </a:cubicBezTo>
                      <a:cubicBezTo>
                        <a:pt x="32147" y="90011"/>
                        <a:pt x="32147" y="92964"/>
                        <a:pt x="33480" y="97822"/>
                      </a:cubicBezTo>
                      <a:lnTo>
                        <a:pt x="32813" y="127159"/>
                      </a:lnTo>
                      <a:cubicBezTo>
                        <a:pt x="33956" y="128778"/>
                        <a:pt x="35195" y="132207"/>
                        <a:pt x="36719" y="137350"/>
                      </a:cubicBezTo>
                      <a:cubicBezTo>
                        <a:pt x="43005" y="143351"/>
                        <a:pt x="52721" y="147923"/>
                        <a:pt x="66056" y="150876"/>
                      </a:cubicBezTo>
                      <a:cubicBezTo>
                        <a:pt x="67103" y="148018"/>
                        <a:pt x="69866" y="146304"/>
                        <a:pt x="74247" y="145828"/>
                      </a:cubicBezTo>
                      <a:cubicBezTo>
                        <a:pt x="78629" y="145351"/>
                        <a:pt x="81200" y="143637"/>
                        <a:pt x="81772" y="140589"/>
                      </a:cubicBezTo>
                      <a:cubicBezTo>
                        <a:pt x="82629" y="140208"/>
                        <a:pt x="83582" y="139446"/>
                        <a:pt x="84629" y="138303"/>
                      </a:cubicBezTo>
                      <a:lnTo>
                        <a:pt x="83010" y="135636"/>
                      </a:lnTo>
                      <a:cubicBezTo>
                        <a:pt x="83010" y="135636"/>
                        <a:pt x="84344" y="134874"/>
                        <a:pt x="86249" y="133350"/>
                      </a:cubicBezTo>
                      <a:cubicBezTo>
                        <a:pt x="85296" y="128397"/>
                        <a:pt x="82724" y="125921"/>
                        <a:pt x="78629" y="125921"/>
                      </a:cubicBezTo>
                      <a:cubicBezTo>
                        <a:pt x="77390" y="125921"/>
                        <a:pt x="75390" y="126206"/>
                        <a:pt x="72533" y="126873"/>
                      </a:cubicBezTo>
                      <a:cubicBezTo>
                        <a:pt x="69675" y="127540"/>
                        <a:pt x="67484" y="127825"/>
                        <a:pt x="66151" y="127825"/>
                      </a:cubicBezTo>
                      <a:cubicBezTo>
                        <a:pt x="64817" y="127825"/>
                        <a:pt x="63579" y="127540"/>
                        <a:pt x="62626" y="127063"/>
                      </a:cubicBezTo>
                      <a:lnTo>
                        <a:pt x="56245" y="127063"/>
                      </a:lnTo>
                      <a:cubicBezTo>
                        <a:pt x="56245" y="127063"/>
                        <a:pt x="55864" y="126016"/>
                        <a:pt x="54625" y="124778"/>
                      </a:cubicBezTo>
                      <a:cubicBezTo>
                        <a:pt x="53673" y="125730"/>
                        <a:pt x="53006" y="126206"/>
                        <a:pt x="52530" y="126206"/>
                      </a:cubicBezTo>
                      <a:cubicBezTo>
                        <a:pt x="52054" y="126206"/>
                        <a:pt x="51863" y="125921"/>
                        <a:pt x="51673" y="125349"/>
                      </a:cubicBezTo>
                      <a:cubicBezTo>
                        <a:pt x="50149" y="124301"/>
                        <a:pt x="49673" y="122301"/>
                        <a:pt x="50339" y="119539"/>
                      </a:cubicBezTo>
                      <a:cubicBezTo>
                        <a:pt x="50911" y="116776"/>
                        <a:pt x="50816" y="114681"/>
                        <a:pt x="50054" y="113443"/>
                      </a:cubicBezTo>
                      <a:cubicBezTo>
                        <a:pt x="50054" y="109061"/>
                        <a:pt x="50054" y="106585"/>
                        <a:pt x="50244" y="106108"/>
                      </a:cubicBezTo>
                      <a:cubicBezTo>
                        <a:pt x="50625" y="103060"/>
                        <a:pt x="51863" y="101060"/>
                        <a:pt x="53959" y="99917"/>
                      </a:cubicBezTo>
                      <a:cubicBezTo>
                        <a:pt x="59102" y="98393"/>
                        <a:pt x="65198" y="97631"/>
                        <a:pt x="71961" y="97631"/>
                      </a:cubicBezTo>
                      <a:cubicBezTo>
                        <a:pt x="75200" y="97631"/>
                        <a:pt x="80248" y="97822"/>
                        <a:pt x="87011" y="98298"/>
                      </a:cubicBezTo>
                      <a:cubicBezTo>
                        <a:pt x="93773" y="98679"/>
                        <a:pt x="98917" y="98870"/>
                        <a:pt x="102441" y="98870"/>
                      </a:cubicBezTo>
                      <a:cubicBezTo>
                        <a:pt x="105299" y="98870"/>
                        <a:pt x="107966" y="98870"/>
                        <a:pt x="110442" y="98679"/>
                      </a:cubicBezTo>
                      <a:lnTo>
                        <a:pt x="117776" y="99346"/>
                      </a:lnTo>
                      <a:lnTo>
                        <a:pt x="117776" y="142780"/>
                      </a:lnTo>
                      <a:cubicBezTo>
                        <a:pt x="115586" y="144685"/>
                        <a:pt x="114442" y="146209"/>
                        <a:pt x="114442" y="147256"/>
                      </a:cubicBezTo>
                      <a:cubicBezTo>
                        <a:pt x="114442" y="147923"/>
                        <a:pt x="114728" y="148590"/>
                        <a:pt x="115300" y="149066"/>
                      </a:cubicBezTo>
                      <a:cubicBezTo>
                        <a:pt x="113585" y="152876"/>
                        <a:pt x="109585" y="157543"/>
                        <a:pt x="103394" y="162973"/>
                      </a:cubicBezTo>
                      <a:cubicBezTo>
                        <a:pt x="96726" y="168974"/>
                        <a:pt x="92440" y="173260"/>
                        <a:pt x="90725" y="175927"/>
                      </a:cubicBezTo>
                      <a:cubicBezTo>
                        <a:pt x="90154" y="175546"/>
                        <a:pt x="89678" y="175260"/>
                        <a:pt x="89106" y="175260"/>
                      </a:cubicBezTo>
                      <a:cubicBezTo>
                        <a:pt x="88439" y="175260"/>
                        <a:pt x="87296" y="175927"/>
                        <a:pt x="85867" y="177070"/>
                      </a:cubicBezTo>
                      <a:cubicBezTo>
                        <a:pt x="84344" y="178308"/>
                        <a:pt x="83105" y="178879"/>
                        <a:pt x="82153" y="178879"/>
                      </a:cubicBezTo>
                      <a:cubicBezTo>
                        <a:pt x="74628" y="181166"/>
                        <a:pt x="69104" y="182404"/>
                        <a:pt x="65579" y="182404"/>
                      </a:cubicBezTo>
                      <a:cubicBezTo>
                        <a:pt x="64341" y="182404"/>
                        <a:pt x="63103" y="182404"/>
                        <a:pt x="61865" y="182213"/>
                      </a:cubicBezTo>
                      <a:cubicBezTo>
                        <a:pt x="61579" y="181166"/>
                        <a:pt x="61103" y="180594"/>
                        <a:pt x="60626" y="180594"/>
                      </a:cubicBezTo>
                      <a:cubicBezTo>
                        <a:pt x="60341" y="180594"/>
                        <a:pt x="59864" y="180880"/>
                        <a:pt x="59102" y="181546"/>
                      </a:cubicBezTo>
                      <a:cubicBezTo>
                        <a:pt x="58340" y="182213"/>
                        <a:pt x="57674" y="182499"/>
                        <a:pt x="57102" y="182499"/>
                      </a:cubicBezTo>
                      <a:lnTo>
                        <a:pt x="53387" y="182499"/>
                      </a:lnTo>
                      <a:cubicBezTo>
                        <a:pt x="52054" y="182499"/>
                        <a:pt x="50054" y="181928"/>
                        <a:pt x="47387" y="180975"/>
                      </a:cubicBezTo>
                      <a:cubicBezTo>
                        <a:pt x="44815" y="179927"/>
                        <a:pt x="42910" y="179451"/>
                        <a:pt x="41672" y="179451"/>
                      </a:cubicBezTo>
                      <a:cubicBezTo>
                        <a:pt x="40529" y="179451"/>
                        <a:pt x="39576" y="179642"/>
                        <a:pt x="38624" y="180022"/>
                      </a:cubicBezTo>
                      <a:cubicBezTo>
                        <a:pt x="38147" y="177927"/>
                        <a:pt x="36338" y="176784"/>
                        <a:pt x="33099" y="176403"/>
                      </a:cubicBezTo>
                      <a:cubicBezTo>
                        <a:pt x="29861" y="176022"/>
                        <a:pt x="28051" y="174784"/>
                        <a:pt x="27765" y="172593"/>
                      </a:cubicBezTo>
                      <a:cubicBezTo>
                        <a:pt x="25765" y="170688"/>
                        <a:pt x="23383" y="169926"/>
                        <a:pt x="20621" y="170307"/>
                      </a:cubicBezTo>
                      <a:cubicBezTo>
                        <a:pt x="20717" y="169926"/>
                        <a:pt x="20812" y="169545"/>
                        <a:pt x="20812" y="169259"/>
                      </a:cubicBezTo>
                      <a:cubicBezTo>
                        <a:pt x="20812" y="168116"/>
                        <a:pt x="19669" y="166783"/>
                        <a:pt x="17288" y="165163"/>
                      </a:cubicBezTo>
                      <a:cubicBezTo>
                        <a:pt x="14906" y="163544"/>
                        <a:pt x="13763" y="161925"/>
                        <a:pt x="13763" y="160496"/>
                      </a:cubicBezTo>
                      <a:cubicBezTo>
                        <a:pt x="13763" y="159829"/>
                        <a:pt x="13858" y="159163"/>
                        <a:pt x="14240" y="158401"/>
                      </a:cubicBezTo>
                      <a:cubicBezTo>
                        <a:pt x="7000" y="153734"/>
                        <a:pt x="3381" y="147447"/>
                        <a:pt x="3381" y="139351"/>
                      </a:cubicBezTo>
                      <a:cubicBezTo>
                        <a:pt x="3381" y="137731"/>
                        <a:pt x="3572" y="136112"/>
                        <a:pt x="3953" y="134588"/>
                      </a:cubicBezTo>
                      <a:cubicBezTo>
                        <a:pt x="4429" y="133064"/>
                        <a:pt x="3953" y="131445"/>
                        <a:pt x="2714" y="129635"/>
                      </a:cubicBezTo>
                      <a:cubicBezTo>
                        <a:pt x="1095" y="127540"/>
                        <a:pt x="238" y="126111"/>
                        <a:pt x="47" y="125158"/>
                      </a:cubicBezTo>
                      <a:cubicBezTo>
                        <a:pt x="714" y="120205"/>
                        <a:pt x="809" y="111919"/>
                        <a:pt x="238" y="100203"/>
                      </a:cubicBezTo>
                      <a:cubicBezTo>
                        <a:pt x="-334" y="89535"/>
                        <a:pt x="142" y="81248"/>
                        <a:pt x="1476" y="75438"/>
                      </a:cubicBezTo>
                      <a:cubicBezTo>
                        <a:pt x="2809" y="73628"/>
                        <a:pt x="3667" y="69247"/>
                        <a:pt x="3953" y="62103"/>
                      </a:cubicBezTo>
                      <a:cubicBezTo>
                        <a:pt x="4048" y="56197"/>
                        <a:pt x="6239" y="52292"/>
                        <a:pt x="10334" y="50197"/>
                      </a:cubicBezTo>
                      <a:cubicBezTo>
                        <a:pt x="10811" y="46768"/>
                        <a:pt x="13287" y="43053"/>
                        <a:pt x="17478" y="38957"/>
                      </a:cubicBezTo>
                      <a:cubicBezTo>
                        <a:pt x="18431" y="38005"/>
                        <a:pt x="22241" y="34766"/>
                        <a:pt x="28908" y="29146"/>
                      </a:cubicBezTo>
                      <a:cubicBezTo>
                        <a:pt x="29575" y="29528"/>
                        <a:pt x="30242" y="29718"/>
                        <a:pt x="30908" y="29718"/>
                      </a:cubicBezTo>
                      <a:cubicBezTo>
                        <a:pt x="31861" y="29718"/>
                        <a:pt x="33099" y="28956"/>
                        <a:pt x="34623" y="27337"/>
                      </a:cubicBezTo>
                      <a:cubicBezTo>
                        <a:pt x="36147" y="25813"/>
                        <a:pt x="37481" y="24955"/>
                        <a:pt x="38719" y="24955"/>
                      </a:cubicBezTo>
                      <a:cubicBezTo>
                        <a:pt x="39100" y="24955"/>
                        <a:pt x="39576" y="24955"/>
                        <a:pt x="40148" y="25146"/>
                      </a:cubicBezTo>
                      <a:cubicBezTo>
                        <a:pt x="39862" y="23813"/>
                        <a:pt x="40338" y="22955"/>
                        <a:pt x="41386" y="22670"/>
                      </a:cubicBezTo>
                      <a:cubicBezTo>
                        <a:pt x="42433" y="22384"/>
                        <a:pt x="43576" y="22098"/>
                        <a:pt x="44720" y="21812"/>
                      </a:cubicBezTo>
                      <a:lnTo>
                        <a:pt x="46339" y="24098"/>
                      </a:lnTo>
                      <a:cubicBezTo>
                        <a:pt x="50054" y="20669"/>
                        <a:pt x="54245" y="18955"/>
                        <a:pt x="58817" y="18955"/>
                      </a:cubicBezTo>
                      <a:cubicBezTo>
                        <a:pt x="63389" y="18955"/>
                        <a:pt x="67294" y="21050"/>
                        <a:pt x="70056" y="25146"/>
                      </a:cubicBezTo>
                      <a:lnTo>
                        <a:pt x="71675" y="21908"/>
                      </a:lnTo>
                      <a:cubicBezTo>
                        <a:pt x="74628" y="22574"/>
                        <a:pt x="77867" y="23336"/>
                        <a:pt x="81200" y="24193"/>
                      </a:cubicBezTo>
                      <a:cubicBezTo>
                        <a:pt x="84534" y="25051"/>
                        <a:pt x="87392" y="26289"/>
                        <a:pt x="89868" y="28099"/>
                      </a:cubicBezTo>
                      <a:cubicBezTo>
                        <a:pt x="89582" y="28384"/>
                        <a:pt x="88916" y="28670"/>
                        <a:pt x="88058" y="28861"/>
                      </a:cubicBezTo>
                      <a:cubicBezTo>
                        <a:pt x="87106" y="29146"/>
                        <a:pt x="86630" y="29623"/>
                        <a:pt x="86630" y="30289"/>
                      </a:cubicBezTo>
                      <a:lnTo>
                        <a:pt x="89963" y="30289"/>
                      </a:lnTo>
                      <a:cubicBezTo>
                        <a:pt x="91487" y="30194"/>
                        <a:pt x="92249" y="29432"/>
                        <a:pt x="92249" y="28099"/>
                      </a:cubicBezTo>
                      <a:lnTo>
                        <a:pt x="99393" y="32004"/>
                      </a:lnTo>
                      <a:cubicBezTo>
                        <a:pt x="99107" y="32575"/>
                        <a:pt x="99012" y="33052"/>
                        <a:pt x="99012" y="33623"/>
                      </a:cubicBezTo>
                      <a:cubicBezTo>
                        <a:pt x="99012" y="34862"/>
                        <a:pt x="99965" y="36100"/>
                        <a:pt x="101870" y="37338"/>
                      </a:cubicBezTo>
                      <a:cubicBezTo>
                        <a:pt x="104346" y="38957"/>
                        <a:pt x="105584" y="39910"/>
                        <a:pt x="105775" y="40005"/>
                      </a:cubicBezTo>
                      <a:cubicBezTo>
                        <a:pt x="105203" y="40291"/>
                        <a:pt x="104917" y="41053"/>
                        <a:pt x="104917" y="42291"/>
                      </a:cubicBezTo>
                      <a:lnTo>
                        <a:pt x="107966" y="43910"/>
                      </a:lnTo>
                      <a:cubicBezTo>
                        <a:pt x="108347" y="44863"/>
                        <a:pt x="107966" y="46101"/>
                        <a:pt x="106632" y="47625"/>
                      </a:cubicBezTo>
                      <a:cubicBezTo>
                        <a:pt x="105299" y="49149"/>
                        <a:pt x="104632" y="50006"/>
                        <a:pt x="104632" y="50292"/>
                      </a:cubicBezTo>
                      <a:cubicBezTo>
                        <a:pt x="104632" y="50863"/>
                        <a:pt x="105680" y="51149"/>
                        <a:pt x="107870" y="51340"/>
                      </a:cubicBezTo>
                      <a:lnTo>
                        <a:pt x="108918" y="47816"/>
                      </a:lnTo>
                      <a:cubicBezTo>
                        <a:pt x="109013" y="48673"/>
                        <a:pt x="109680" y="49149"/>
                        <a:pt x="111014" y="49244"/>
                      </a:cubicBezTo>
                      <a:cubicBezTo>
                        <a:pt x="112252" y="49435"/>
                        <a:pt x="112823" y="50101"/>
                        <a:pt x="112823" y="51340"/>
                      </a:cubicBezTo>
                      <a:lnTo>
                        <a:pt x="108918" y="52959"/>
                      </a:lnTo>
                      <a:cubicBezTo>
                        <a:pt x="109299" y="53816"/>
                        <a:pt x="110823" y="54197"/>
                        <a:pt x="113395" y="54197"/>
                      </a:cubicBezTo>
                      <a:lnTo>
                        <a:pt x="113966" y="53626"/>
                      </a:lnTo>
                      <a:cubicBezTo>
                        <a:pt x="113966" y="57341"/>
                        <a:pt x="113776" y="59341"/>
                        <a:pt x="113395" y="59722"/>
                      </a:cubicBezTo>
                      <a:close/>
                      <a:moveTo>
                        <a:pt x="28146" y="83534"/>
                      </a:moveTo>
                      <a:cubicBezTo>
                        <a:pt x="28813" y="83249"/>
                        <a:pt x="29194" y="83344"/>
                        <a:pt x="29384" y="83725"/>
                      </a:cubicBezTo>
                      <a:cubicBezTo>
                        <a:pt x="29099" y="83629"/>
                        <a:pt x="28717" y="83534"/>
                        <a:pt x="28146" y="83534"/>
                      </a:cubicBezTo>
                      <a:close/>
                      <a:moveTo>
                        <a:pt x="32623" y="84106"/>
                      </a:moveTo>
                      <a:cubicBezTo>
                        <a:pt x="31956" y="84772"/>
                        <a:pt x="31384" y="85154"/>
                        <a:pt x="31004" y="85154"/>
                      </a:cubicBezTo>
                      <a:cubicBezTo>
                        <a:pt x="31575" y="85154"/>
                        <a:pt x="31004" y="84677"/>
                        <a:pt x="29384" y="83725"/>
                      </a:cubicBezTo>
                      <a:cubicBezTo>
                        <a:pt x="30146" y="83725"/>
                        <a:pt x="31289" y="83820"/>
                        <a:pt x="32623" y="84106"/>
                      </a:cubicBezTo>
                      <a:close/>
                      <a:moveTo>
                        <a:pt x="64150" y="34576"/>
                      </a:moveTo>
                      <a:lnTo>
                        <a:pt x="66437" y="34576"/>
                      </a:lnTo>
                      <a:cubicBezTo>
                        <a:pt x="66437" y="34576"/>
                        <a:pt x="65675" y="33909"/>
                        <a:pt x="65198" y="33528"/>
                      </a:cubicBezTo>
                      <a:cubicBezTo>
                        <a:pt x="64817" y="33147"/>
                        <a:pt x="64722" y="32671"/>
                        <a:pt x="64817" y="32099"/>
                      </a:cubicBezTo>
                      <a:lnTo>
                        <a:pt x="64246" y="32099"/>
                      </a:lnTo>
                      <a:lnTo>
                        <a:pt x="64246" y="34576"/>
                      </a:lnTo>
                      <a:close/>
                      <a:moveTo>
                        <a:pt x="71294" y="41720"/>
                      </a:moveTo>
                      <a:lnTo>
                        <a:pt x="71294" y="38481"/>
                      </a:lnTo>
                      <a:lnTo>
                        <a:pt x="69675" y="38481"/>
                      </a:lnTo>
                      <a:lnTo>
                        <a:pt x="71294" y="41720"/>
                      </a:lnTo>
                      <a:close/>
                      <a:moveTo>
                        <a:pt x="78248" y="66104"/>
                      </a:moveTo>
                      <a:lnTo>
                        <a:pt x="78819" y="64675"/>
                      </a:lnTo>
                      <a:lnTo>
                        <a:pt x="78819" y="64865"/>
                      </a:lnTo>
                      <a:lnTo>
                        <a:pt x="78248" y="66104"/>
                      </a:lnTo>
                      <a:close/>
                      <a:moveTo>
                        <a:pt x="85391" y="12478"/>
                      </a:moveTo>
                      <a:lnTo>
                        <a:pt x="86820" y="14097"/>
                      </a:lnTo>
                      <a:lnTo>
                        <a:pt x="82153" y="11811"/>
                      </a:lnTo>
                      <a:lnTo>
                        <a:pt x="85391" y="12383"/>
                      </a:lnTo>
                      <a:close/>
                      <a:moveTo>
                        <a:pt x="89297" y="0"/>
                      </a:moveTo>
                      <a:lnTo>
                        <a:pt x="90725" y="0"/>
                      </a:lnTo>
                      <a:lnTo>
                        <a:pt x="88534" y="2191"/>
                      </a:lnTo>
                      <a:lnTo>
                        <a:pt x="89297" y="0"/>
                      </a:lnTo>
                      <a:close/>
                      <a:moveTo>
                        <a:pt x="92345" y="25337"/>
                      </a:moveTo>
                      <a:lnTo>
                        <a:pt x="90725" y="25337"/>
                      </a:lnTo>
                      <a:lnTo>
                        <a:pt x="94631" y="23717"/>
                      </a:lnTo>
                      <a:lnTo>
                        <a:pt x="92345" y="25337"/>
                      </a:lnTo>
                      <a:close/>
                      <a:moveTo>
                        <a:pt x="93964" y="57531"/>
                      </a:moveTo>
                      <a:lnTo>
                        <a:pt x="95583" y="56959"/>
                      </a:lnTo>
                      <a:cubicBezTo>
                        <a:pt x="95202" y="56293"/>
                        <a:pt x="94440" y="55912"/>
                        <a:pt x="93392" y="55912"/>
                      </a:cubicBezTo>
                      <a:lnTo>
                        <a:pt x="93964" y="57531"/>
                      </a:lnTo>
                      <a:close/>
                      <a:moveTo>
                        <a:pt x="102155" y="47339"/>
                      </a:moveTo>
                      <a:cubicBezTo>
                        <a:pt x="103013" y="47434"/>
                        <a:pt x="103870" y="47339"/>
                        <a:pt x="104822" y="46672"/>
                      </a:cubicBezTo>
                      <a:cubicBezTo>
                        <a:pt x="105775" y="46101"/>
                        <a:pt x="106156" y="45815"/>
                        <a:pt x="105870" y="45625"/>
                      </a:cubicBezTo>
                      <a:cubicBezTo>
                        <a:pt x="105013" y="46006"/>
                        <a:pt x="103870" y="46577"/>
                        <a:pt x="102250" y="47244"/>
                      </a:cubicBezTo>
                      <a:cubicBezTo>
                        <a:pt x="101489" y="47244"/>
                        <a:pt x="100822" y="46863"/>
                        <a:pt x="100155" y="46196"/>
                      </a:cubicBezTo>
                      <a:cubicBezTo>
                        <a:pt x="100822" y="46863"/>
                        <a:pt x="101489" y="47244"/>
                        <a:pt x="102250" y="47244"/>
                      </a:cubicBezTo>
                      <a:close/>
                      <a:moveTo>
                        <a:pt x="102536" y="53721"/>
                      </a:moveTo>
                      <a:lnTo>
                        <a:pt x="102536" y="51435"/>
                      </a:lnTo>
                      <a:lnTo>
                        <a:pt x="101965" y="50387"/>
                      </a:lnTo>
                      <a:lnTo>
                        <a:pt x="102536" y="53721"/>
                      </a:lnTo>
                      <a:close/>
                      <a:moveTo>
                        <a:pt x="104156" y="198120"/>
                      </a:moveTo>
                      <a:lnTo>
                        <a:pt x="103298" y="195834"/>
                      </a:lnTo>
                      <a:lnTo>
                        <a:pt x="104156" y="195834"/>
                      </a:lnTo>
                      <a:lnTo>
                        <a:pt x="104156" y="198120"/>
                      </a:lnTo>
                      <a:close/>
                      <a:moveTo>
                        <a:pt x="123777" y="59246"/>
                      </a:moveTo>
                      <a:lnTo>
                        <a:pt x="125396" y="60865"/>
                      </a:lnTo>
                      <a:lnTo>
                        <a:pt x="121491" y="59246"/>
                      </a:lnTo>
                      <a:lnTo>
                        <a:pt x="123777" y="59246"/>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25" name="Google Shape;825;p99"/>
              <p:cNvGrpSpPr/>
              <p:nvPr/>
            </p:nvGrpSpPr>
            <p:grpSpPr>
              <a:xfrm>
                <a:off x="8396281" y="6018562"/>
                <a:ext cx="888587" cy="193548"/>
                <a:chOff x="3142963" y="3736657"/>
                <a:chExt cx="888587" cy="193548"/>
              </a:xfrm>
            </p:grpSpPr>
            <p:sp>
              <p:nvSpPr>
                <p:cNvPr id="826" name="Google Shape;826;p99"/>
                <p:cNvSpPr/>
                <p:nvPr/>
              </p:nvSpPr>
              <p:spPr>
                <a:xfrm>
                  <a:off x="3142963" y="3740372"/>
                  <a:ext cx="169925" cy="163449"/>
                </a:xfrm>
                <a:custGeom>
                  <a:avLst/>
                  <a:gdLst/>
                  <a:ahLst/>
                  <a:cxnLst/>
                  <a:rect l="l" t="t" r="r" b="b"/>
                  <a:pathLst>
                    <a:path w="169925" h="163449" extrusionOk="0">
                      <a:moveTo>
                        <a:pt x="2572" y="113538"/>
                      </a:moveTo>
                      <a:cubicBezTo>
                        <a:pt x="2477" y="114967"/>
                        <a:pt x="2572" y="115538"/>
                        <a:pt x="3238" y="115538"/>
                      </a:cubicBezTo>
                      <a:cubicBezTo>
                        <a:pt x="3334" y="115538"/>
                        <a:pt x="3715" y="115538"/>
                        <a:pt x="4096" y="115348"/>
                      </a:cubicBezTo>
                      <a:cubicBezTo>
                        <a:pt x="4572" y="115253"/>
                        <a:pt x="4953" y="115157"/>
                        <a:pt x="5239" y="115157"/>
                      </a:cubicBezTo>
                      <a:cubicBezTo>
                        <a:pt x="5620" y="115157"/>
                        <a:pt x="6001" y="115443"/>
                        <a:pt x="6096" y="115919"/>
                      </a:cubicBezTo>
                      <a:cubicBezTo>
                        <a:pt x="2477" y="115919"/>
                        <a:pt x="381" y="115633"/>
                        <a:pt x="0" y="115157"/>
                      </a:cubicBezTo>
                      <a:lnTo>
                        <a:pt x="2477" y="113443"/>
                      </a:lnTo>
                      <a:close/>
                      <a:moveTo>
                        <a:pt x="6191" y="134303"/>
                      </a:moveTo>
                      <a:cubicBezTo>
                        <a:pt x="6477" y="133636"/>
                        <a:pt x="7144" y="133255"/>
                        <a:pt x="8001" y="133255"/>
                      </a:cubicBezTo>
                      <a:lnTo>
                        <a:pt x="10477" y="133255"/>
                      </a:lnTo>
                      <a:cubicBezTo>
                        <a:pt x="10382" y="133921"/>
                        <a:pt x="9715" y="134303"/>
                        <a:pt x="8668" y="134303"/>
                      </a:cubicBezTo>
                      <a:lnTo>
                        <a:pt x="6191" y="134303"/>
                      </a:lnTo>
                      <a:close/>
                      <a:moveTo>
                        <a:pt x="13906" y="145066"/>
                      </a:moveTo>
                      <a:lnTo>
                        <a:pt x="13906" y="142780"/>
                      </a:lnTo>
                      <a:lnTo>
                        <a:pt x="15716" y="142780"/>
                      </a:lnTo>
                      <a:lnTo>
                        <a:pt x="13906" y="145066"/>
                      </a:lnTo>
                      <a:close/>
                      <a:moveTo>
                        <a:pt x="23717" y="131636"/>
                      </a:moveTo>
                      <a:cubicBezTo>
                        <a:pt x="24479" y="131350"/>
                        <a:pt x="25622" y="131921"/>
                        <a:pt x="27146" y="133255"/>
                      </a:cubicBezTo>
                      <a:lnTo>
                        <a:pt x="26479" y="134303"/>
                      </a:lnTo>
                      <a:lnTo>
                        <a:pt x="23717" y="131636"/>
                      </a:lnTo>
                      <a:close/>
                      <a:moveTo>
                        <a:pt x="27146" y="145066"/>
                      </a:moveTo>
                      <a:cubicBezTo>
                        <a:pt x="27146" y="145066"/>
                        <a:pt x="28099" y="144494"/>
                        <a:pt x="28670" y="143828"/>
                      </a:cubicBezTo>
                      <a:cubicBezTo>
                        <a:pt x="29242" y="143161"/>
                        <a:pt x="29718" y="142780"/>
                        <a:pt x="30099" y="142780"/>
                      </a:cubicBezTo>
                      <a:cubicBezTo>
                        <a:pt x="30099" y="143351"/>
                        <a:pt x="29718" y="144018"/>
                        <a:pt x="28956" y="145066"/>
                      </a:cubicBezTo>
                      <a:lnTo>
                        <a:pt x="27146" y="145066"/>
                      </a:lnTo>
                      <a:close/>
                      <a:moveTo>
                        <a:pt x="31432" y="126968"/>
                      </a:moveTo>
                      <a:lnTo>
                        <a:pt x="30766" y="128588"/>
                      </a:lnTo>
                      <a:lnTo>
                        <a:pt x="28289" y="128588"/>
                      </a:lnTo>
                      <a:cubicBezTo>
                        <a:pt x="28861" y="126968"/>
                        <a:pt x="29527" y="126206"/>
                        <a:pt x="30099" y="126206"/>
                      </a:cubicBezTo>
                      <a:cubicBezTo>
                        <a:pt x="30575" y="126206"/>
                        <a:pt x="31052" y="126492"/>
                        <a:pt x="31432" y="127063"/>
                      </a:cubicBezTo>
                      <a:close/>
                      <a:moveTo>
                        <a:pt x="35052" y="112966"/>
                      </a:moveTo>
                      <a:lnTo>
                        <a:pt x="35052" y="114586"/>
                      </a:lnTo>
                      <a:lnTo>
                        <a:pt x="31432" y="111919"/>
                      </a:lnTo>
                      <a:cubicBezTo>
                        <a:pt x="32385" y="111633"/>
                        <a:pt x="33623" y="111919"/>
                        <a:pt x="35052" y="112966"/>
                      </a:cubicBezTo>
                      <a:close/>
                      <a:moveTo>
                        <a:pt x="31432" y="136493"/>
                      </a:moveTo>
                      <a:cubicBezTo>
                        <a:pt x="32671" y="136493"/>
                        <a:pt x="33242" y="137255"/>
                        <a:pt x="33242" y="138779"/>
                      </a:cubicBezTo>
                      <a:lnTo>
                        <a:pt x="31432" y="138779"/>
                      </a:lnTo>
                      <a:lnTo>
                        <a:pt x="31432" y="136493"/>
                      </a:lnTo>
                      <a:close/>
                      <a:moveTo>
                        <a:pt x="35814" y="153733"/>
                      </a:moveTo>
                      <a:lnTo>
                        <a:pt x="35147" y="152876"/>
                      </a:lnTo>
                      <a:lnTo>
                        <a:pt x="38767" y="150971"/>
                      </a:lnTo>
                      <a:lnTo>
                        <a:pt x="35814" y="153638"/>
                      </a:lnTo>
                      <a:close/>
                      <a:moveTo>
                        <a:pt x="169354" y="121444"/>
                      </a:moveTo>
                      <a:lnTo>
                        <a:pt x="161449" y="122491"/>
                      </a:lnTo>
                      <a:cubicBezTo>
                        <a:pt x="161449" y="122491"/>
                        <a:pt x="161163" y="122968"/>
                        <a:pt x="161163" y="123063"/>
                      </a:cubicBezTo>
                      <a:cubicBezTo>
                        <a:pt x="161163" y="123444"/>
                        <a:pt x="161830" y="124015"/>
                        <a:pt x="163068" y="124682"/>
                      </a:cubicBezTo>
                      <a:cubicBezTo>
                        <a:pt x="164306" y="125349"/>
                        <a:pt x="164973" y="126111"/>
                        <a:pt x="164973" y="126968"/>
                      </a:cubicBezTo>
                      <a:lnTo>
                        <a:pt x="166783" y="126968"/>
                      </a:lnTo>
                      <a:cubicBezTo>
                        <a:pt x="165925" y="131159"/>
                        <a:pt x="165068" y="135350"/>
                        <a:pt x="164306" y="139541"/>
                      </a:cubicBezTo>
                      <a:cubicBezTo>
                        <a:pt x="163068" y="144018"/>
                        <a:pt x="160115" y="146875"/>
                        <a:pt x="155448" y="148209"/>
                      </a:cubicBezTo>
                      <a:cubicBezTo>
                        <a:pt x="154686" y="145732"/>
                        <a:pt x="152876" y="145066"/>
                        <a:pt x="150019" y="145923"/>
                      </a:cubicBezTo>
                      <a:lnTo>
                        <a:pt x="149161" y="146495"/>
                      </a:lnTo>
                      <a:lnTo>
                        <a:pt x="152590" y="149828"/>
                      </a:lnTo>
                      <a:cubicBezTo>
                        <a:pt x="151257" y="149543"/>
                        <a:pt x="149733" y="148685"/>
                        <a:pt x="148019" y="147447"/>
                      </a:cubicBezTo>
                      <a:cubicBezTo>
                        <a:pt x="146399" y="146113"/>
                        <a:pt x="145066" y="145447"/>
                        <a:pt x="144209" y="145447"/>
                      </a:cubicBezTo>
                      <a:cubicBezTo>
                        <a:pt x="143161" y="145447"/>
                        <a:pt x="141923" y="146018"/>
                        <a:pt x="140589" y="147066"/>
                      </a:cubicBezTo>
                      <a:lnTo>
                        <a:pt x="143732" y="147066"/>
                      </a:lnTo>
                      <a:lnTo>
                        <a:pt x="143065" y="148114"/>
                      </a:lnTo>
                      <a:cubicBezTo>
                        <a:pt x="144875" y="148685"/>
                        <a:pt x="147256" y="149923"/>
                        <a:pt x="150114" y="151924"/>
                      </a:cubicBezTo>
                      <a:lnTo>
                        <a:pt x="143732" y="154400"/>
                      </a:lnTo>
                      <a:lnTo>
                        <a:pt x="144875" y="154972"/>
                      </a:lnTo>
                      <a:cubicBezTo>
                        <a:pt x="144875" y="154972"/>
                        <a:pt x="142208" y="156020"/>
                        <a:pt x="137636" y="157829"/>
                      </a:cubicBezTo>
                      <a:cubicBezTo>
                        <a:pt x="135255" y="158591"/>
                        <a:pt x="132969" y="158972"/>
                        <a:pt x="130778" y="158972"/>
                      </a:cubicBezTo>
                      <a:cubicBezTo>
                        <a:pt x="129730" y="158972"/>
                        <a:pt x="128588" y="158972"/>
                        <a:pt x="127349" y="158782"/>
                      </a:cubicBezTo>
                      <a:cubicBezTo>
                        <a:pt x="126587" y="160591"/>
                        <a:pt x="126397" y="161830"/>
                        <a:pt x="126682" y="162496"/>
                      </a:cubicBezTo>
                      <a:lnTo>
                        <a:pt x="92202" y="163449"/>
                      </a:lnTo>
                      <a:cubicBezTo>
                        <a:pt x="89535" y="161163"/>
                        <a:pt x="85154" y="159163"/>
                        <a:pt x="79248" y="157639"/>
                      </a:cubicBezTo>
                      <a:cubicBezTo>
                        <a:pt x="72676" y="155924"/>
                        <a:pt x="68580" y="154496"/>
                        <a:pt x="66770" y="153448"/>
                      </a:cubicBezTo>
                      <a:cubicBezTo>
                        <a:pt x="66008" y="152495"/>
                        <a:pt x="64675" y="151829"/>
                        <a:pt x="62770" y="151447"/>
                      </a:cubicBezTo>
                      <a:cubicBezTo>
                        <a:pt x="60865" y="151066"/>
                        <a:pt x="59055" y="150590"/>
                        <a:pt x="57150" y="150304"/>
                      </a:cubicBezTo>
                      <a:lnTo>
                        <a:pt x="59722" y="148114"/>
                      </a:lnTo>
                      <a:lnTo>
                        <a:pt x="56293" y="144875"/>
                      </a:lnTo>
                      <a:lnTo>
                        <a:pt x="55435" y="147066"/>
                      </a:lnTo>
                      <a:cubicBezTo>
                        <a:pt x="52388" y="146399"/>
                        <a:pt x="50768" y="144208"/>
                        <a:pt x="50387" y="140398"/>
                      </a:cubicBezTo>
                      <a:cubicBezTo>
                        <a:pt x="50292" y="136970"/>
                        <a:pt x="48101" y="135350"/>
                        <a:pt x="44005" y="135350"/>
                      </a:cubicBezTo>
                      <a:lnTo>
                        <a:pt x="41053" y="135350"/>
                      </a:lnTo>
                      <a:cubicBezTo>
                        <a:pt x="43625" y="135255"/>
                        <a:pt x="44863" y="134017"/>
                        <a:pt x="44863" y="131540"/>
                      </a:cubicBezTo>
                      <a:cubicBezTo>
                        <a:pt x="44863" y="130778"/>
                        <a:pt x="44672" y="130016"/>
                        <a:pt x="44196" y="129349"/>
                      </a:cubicBezTo>
                      <a:cubicBezTo>
                        <a:pt x="43720" y="128683"/>
                        <a:pt x="42196" y="127825"/>
                        <a:pt x="39433" y="126968"/>
                      </a:cubicBezTo>
                      <a:lnTo>
                        <a:pt x="38767" y="127540"/>
                      </a:lnTo>
                      <a:cubicBezTo>
                        <a:pt x="38767" y="127540"/>
                        <a:pt x="38386" y="128016"/>
                        <a:pt x="38100" y="128016"/>
                      </a:cubicBezTo>
                      <a:cubicBezTo>
                        <a:pt x="37624" y="128016"/>
                        <a:pt x="37243" y="127445"/>
                        <a:pt x="36957" y="126397"/>
                      </a:cubicBezTo>
                      <a:cubicBezTo>
                        <a:pt x="36671" y="125444"/>
                        <a:pt x="36671" y="124587"/>
                        <a:pt x="36957" y="123730"/>
                      </a:cubicBezTo>
                      <a:cubicBezTo>
                        <a:pt x="38481" y="123444"/>
                        <a:pt x="40767" y="122015"/>
                        <a:pt x="43815" y="119444"/>
                      </a:cubicBezTo>
                      <a:cubicBezTo>
                        <a:pt x="46577" y="117348"/>
                        <a:pt x="48768" y="116205"/>
                        <a:pt x="50578" y="116205"/>
                      </a:cubicBezTo>
                      <a:cubicBezTo>
                        <a:pt x="51530" y="116205"/>
                        <a:pt x="52483" y="116396"/>
                        <a:pt x="53530" y="116872"/>
                      </a:cubicBezTo>
                      <a:cubicBezTo>
                        <a:pt x="52959" y="115919"/>
                        <a:pt x="52864" y="115062"/>
                        <a:pt x="53435" y="114395"/>
                      </a:cubicBezTo>
                      <a:cubicBezTo>
                        <a:pt x="54007" y="113729"/>
                        <a:pt x="53435" y="112681"/>
                        <a:pt x="52006" y="111347"/>
                      </a:cubicBezTo>
                      <a:lnTo>
                        <a:pt x="59722" y="108109"/>
                      </a:lnTo>
                      <a:lnTo>
                        <a:pt x="57912" y="105918"/>
                      </a:lnTo>
                      <a:cubicBezTo>
                        <a:pt x="59150" y="105918"/>
                        <a:pt x="61055" y="105251"/>
                        <a:pt x="63817" y="103918"/>
                      </a:cubicBezTo>
                      <a:cubicBezTo>
                        <a:pt x="66580" y="102679"/>
                        <a:pt x="68390" y="102013"/>
                        <a:pt x="69247" y="102013"/>
                      </a:cubicBezTo>
                      <a:cubicBezTo>
                        <a:pt x="70771" y="102013"/>
                        <a:pt x="71723" y="102965"/>
                        <a:pt x="72200" y="105061"/>
                      </a:cubicBezTo>
                      <a:cubicBezTo>
                        <a:pt x="71723" y="109538"/>
                        <a:pt x="73533" y="114014"/>
                        <a:pt x="77629" y="118491"/>
                      </a:cubicBezTo>
                      <a:cubicBezTo>
                        <a:pt x="79629" y="120682"/>
                        <a:pt x="83629" y="124015"/>
                        <a:pt x="89630" y="128588"/>
                      </a:cubicBezTo>
                      <a:cubicBezTo>
                        <a:pt x="90488" y="130493"/>
                        <a:pt x="92011" y="131445"/>
                        <a:pt x="94107" y="131445"/>
                      </a:cubicBezTo>
                      <a:cubicBezTo>
                        <a:pt x="94774" y="131445"/>
                        <a:pt x="95631" y="131445"/>
                        <a:pt x="96965" y="131159"/>
                      </a:cubicBezTo>
                      <a:cubicBezTo>
                        <a:pt x="98203" y="130969"/>
                        <a:pt x="99155" y="130873"/>
                        <a:pt x="99727" y="130873"/>
                      </a:cubicBezTo>
                      <a:cubicBezTo>
                        <a:pt x="101155" y="130873"/>
                        <a:pt x="102394" y="131159"/>
                        <a:pt x="103632" y="131636"/>
                      </a:cubicBezTo>
                      <a:cubicBezTo>
                        <a:pt x="104870" y="132207"/>
                        <a:pt x="106204" y="132397"/>
                        <a:pt x="107728" y="132397"/>
                      </a:cubicBezTo>
                      <a:cubicBezTo>
                        <a:pt x="110490" y="132397"/>
                        <a:pt x="113633" y="131350"/>
                        <a:pt x="117253" y="128969"/>
                      </a:cubicBezTo>
                      <a:cubicBezTo>
                        <a:pt x="122682" y="125730"/>
                        <a:pt x="125825" y="123920"/>
                        <a:pt x="126587" y="123730"/>
                      </a:cubicBezTo>
                      <a:cubicBezTo>
                        <a:pt x="127349" y="122587"/>
                        <a:pt x="127730" y="121539"/>
                        <a:pt x="127730" y="120396"/>
                      </a:cubicBezTo>
                      <a:cubicBezTo>
                        <a:pt x="127730" y="118777"/>
                        <a:pt x="126682" y="116681"/>
                        <a:pt x="124682" y="114014"/>
                      </a:cubicBezTo>
                      <a:cubicBezTo>
                        <a:pt x="122682" y="111443"/>
                        <a:pt x="121444" y="109442"/>
                        <a:pt x="121158" y="108013"/>
                      </a:cubicBezTo>
                      <a:cubicBezTo>
                        <a:pt x="117348" y="107442"/>
                        <a:pt x="115252" y="106108"/>
                        <a:pt x="114776" y="104204"/>
                      </a:cubicBezTo>
                      <a:lnTo>
                        <a:pt x="115919" y="103346"/>
                      </a:lnTo>
                      <a:cubicBezTo>
                        <a:pt x="111061" y="101346"/>
                        <a:pt x="104299" y="98203"/>
                        <a:pt x="95631" y="94012"/>
                      </a:cubicBezTo>
                      <a:cubicBezTo>
                        <a:pt x="94774" y="94679"/>
                        <a:pt x="93821" y="95060"/>
                        <a:pt x="92964" y="95060"/>
                      </a:cubicBezTo>
                      <a:cubicBezTo>
                        <a:pt x="91726" y="95060"/>
                        <a:pt x="90297" y="94297"/>
                        <a:pt x="88392" y="92773"/>
                      </a:cubicBezTo>
                      <a:cubicBezTo>
                        <a:pt x="86582" y="91345"/>
                        <a:pt x="85154" y="90583"/>
                        <a:pt x="84106" y="90583"/>
                      </a:cubicBezTo>
                      <a:cubicBezTo>
                        <a:pt x="83629" y="90583"/>
                        <a:pt x="83248" y="90583"/>
                        <a:pt x="82772" y="90964"/>
                      </a:cubicBezTo>
                      <a:cubicBezTo>
                        <a:pt x="78962" y="90106"/>
                        <a:pt x="75248" y="87344"/>
                        <a:pt x="71438" y="82677"/>
                      </a:cubicBezTo>
                      <a:cubicBezTo>
                        <a:pt x="67151" y="77533"/>
                        <a:pt x="63627" y="74200"/>
                        <a:pt x="60769" y="72676"/>
                      </a:cubicBezTo>
                      <a:cubicBezTo>
                        <a:pt x="61055" y="71152"/>
                        <a:pt x="60293" y="69342"/>
                        <a:pt x="58483" y="67056"/>
                      </a:cubicBezTo>
                      <a:cubicBezTo>
                        <a:pt x="56674" y="64865"/>
                        <a:pt x="55912" y="63151"/>
                        <a:pt x="56198" y="61817"/>
                      </a:cubicBezTo>
                      <a:cubicBezTo>
                        <a:pt x="55150" y="60103"/>
                        <a:pt x="54388" y="56674"/>
                        <a:pt x="54102" y="51721"/>
                      </a:cubicBezTo>
                      <a:cubicBezTo>
                        <a:pt x="53816" y="47244"/>
                        <a:pt x="53530" y="42767"/>
                        <a:pt x="53435" y="38386"/>
                      </a:cubicBezTo>
                      <a:cubicBezTo>
                        <a:pt x="54673" y="38005"/>
                        <a:pt x="55245" y="37433"/>
                        <a:pt x="55245" y="36671"/>
                      </a:cubicBezTo>
                      <a:cubicBezTo>
                        <a:pt x="55245" y="36290"/>
                        <a:pt x="54959" y="35623"/>
                        <a:pt x="54292" y="34766"/>
                      </a:cubicBezTo>
                      <a:cubicBezTo>
                        <a:pt x="53626" y="33909"/>
                        <a:pt x="53435" y="33242"/>
                        <a:pt x="53435" y="32861"/>
                      </a:cubicBezTo>
                      <a:cubicBezTo>
                        <a:pt x="54197" y="30956"/>
                        <a:pt x="56769" y="28385"/>
                        <a:pt x="61150" y="25241"/>
                      </a:cubicBezTo>
                      <a:cubicBezTo>
                        <a:pt x="64770" y="22384"/>
                        <a:pt x="66675" y="19621"/>
                        <a:pt x="66675" y="17050"/>
                      </a:cubicBezTo>
                      <a:cubicBezTo>
                        <a:pt x="67342" y="16859"/>
                        <a:pt x="68294" y="16383"/>
                        <a:pt x="69723" y="15430"/>
                      </a:cubicBezTo>
                      <a:cubicBezTo>
                        <a:pt x="71152" y="14478"/>
                        <a:pt x="72200" y="14002"/>
                        <a:pt x="72866" y="14002"/>
                      </a:cubicBezTo>
                      <a:cubicBezTo>
                        <a:pt x="73342" y="14002"/>
                        <a:pt x="73723" y="14288"/>
                        <a:pt x="74009" y="14859"/>
                      </a:cubicBezTo>
                      <a:cubicBezTo>
                        <a:pt x="76867" y="10954"/>
                        <a:pt x="81439" y="7906"/>
                        <a:pt x="87821" y="5715"/>
                      </a:cubicBezTo>
                      <a:cubicBezTo>
                        <a:pt x="93440" y="4096"/>
                        <a:pt x="98965" y="2477"/>
                        <a:pt x="104584" y="857"/>
                      </a:cubicBezTo>
                      <a:cubicBezTo>
                        <a:pt x="106204" y="286"/>
                        <a:pt x="107918" y="0"/>
                        <a:pt x="109633" y="0"/>
                      </a:cubicBezTo>
                      <a:cubicBezTo>
                        <a:pt x="112014" y="0"/>
                        <a:pt x="115348" y="857"/>
                        <a:pt x="119444" y="2572"/>
                      </a:cubicBezTo>
                      <a:cubicBezTo>
                        <a:pt x="123444" y="4191"/>
                        <a:pt x="126778" y="5048"/>
                        <a:pt x="129159" y="5048"/>
                      </a:cubicBezTo>
                      <a:cubicBezTo>
                        <a:pt x="130207" y="5048"/>
                        <a:pt x="131254" y="4858"/>
                        <a:pt x="132302" y="4667"/>
                      </a:cubicBezTo>
                      <a:cubicBezTo>
                        <a:pt x="133350" y="6572"/>
                        <a:pt x="135255" y="7906"/>
                        <a:pt x="138017" y="8572"/>
                      </a:cubicBezTo>
                      <a:cubicBezTo>
                        <a:pt x="141542" y="9525"/>
                        <a:pt x="143732" y="10287"/>
                        <a:pt x="144780" y="11049"/>
                      </a:cubicBezTo>
                      <a:cubicBezTo>
                        <a:pt x="149923" y="11430"/>
                        <a:pt x="154591" y="17336"/>
                        <a:pt x="158686" y="28861"/>
                      </a:cubicBezTo>
                      <a:cubicBezTo>
                        <a:pt x="158496" y="30480"/>
                        <a:pt x="157163" y="32671"/>
                        <a:pt x="154686" y="35338"/>
                      </a:cubicBezTo>
                      <a:cubicBezTo>
                        <a:pt x="152209" y="38005"/>
                        <a:pt x="151067" y="40291"/>
                        <a:pt x="151162" y="42196"/>
                      </a:cubicBezTo>
                      <a:cubicBezTo>
                        <a:pt x="149447" y="41910"/>
                        <a:pt x="148590" y="42481"/>
                        <a:pt x="148400" y="43815"/>
                      </a:cubicBezTo>
                      <a:cubicBezTo>
                        <a:pt x="148209" y="45529"/>
                        <a:pt x="147828" y="46577"/>
                        <a:pt x="147256" y="46863"/>
                      </a:cubicBezTo>
                      <a:cubicBezTo>
                        <a:pt x="143065" y="48578"/>
                        <a:pt x="140017" y="49435"/>
                        <a:pt x="138398" y="49435"/>
                      </a:cubicBezTo>
                      <a:cubicBezTo>
                        <a:pt x="135922" y="49435"/>
                        <a:pt x="133636" y="48101"/>
                        <a:pt x="131540" y="45339"/>
                      </a:cubicBezTo>
                      <a:cubicBezTo>
                        <a:pt x="131445" y="43148"/>
                        <a:pt x="129921" y="41529"/>
                        <a:pt x="127063" y="40481"/>
                      </a:cubicBezTo>
                      <a:cubicBezTo>
                        <a:pt x="123730" y="39433"/>
                        <a:pt x="121729" y="38100"/>
                        <a:pt x="121158" y="36576"/>
                      </a:cubicBezTo>
                      <a:cubicBezTo>
                        <a:pt x="120205" y="36481"/>
                        <a:pt x="117919" y="35719"/>
                        <a:pt x="114109" y="34385"/>
                      </a:cubicBezTo>
                      <a:cubicBezTo>
                        <a:pt x="111061" y="33338"/>
                        <a:pt x="108585" y="32766"/>
                        <a:pt x="106871" y="32766"/>
                      </a:cubicBezTo>
                      <a:cubicBezTo>
                        <a:pt x="104299" y="32766"/>
                        <a:pt x="102108" y="33909"/>
                        <a:pt x="100298" y="36004"/>
                      </a:cubicBezTo>
                      <a:cubicBezTo>
                        <a:pt x="99727" y="35909"/>
                        <a:pt x="99155" y="35814"/>
                        <a:pt x="98679" y="35814"/>
                      </a:cubicBezTo>
                      <a:cubicBezTo>
                        <a:pt x="97536" y="35814"/>
                        <a:pt x="95631" y="36862"/>
                        <a:pt x="93059" y="38862"/>
                      </a:cubicBezTo>
                      <a:cubicBezTo>
                        <a:pt x="93821" y="40100"/>
                        <a:pt x="94202" y="41148"/>
                        <a:pt x="94202" y="42100"/>
                      </a:cubicBezTo>
                      <a:cubicBezTo>
                        <a:pt x="94202" y="43339"/>
                        <a:pt x="93154" y="44482"/>
                        <a:pt x="91154" y="45434"/>
                      </a:cubicBezTo>
                      <a:cubicBezTo>
                        <a:pt x="89154" y="46482"/>
                        <a:pt x="88106" y="47435"/>
                        <a:pt x="88106" y="48387"/>
                      </a:cubicBezTo>
                      <a:cubicBezTo>
                        <a:pt x="88106" y="49244"/>
                        <a:pt x="88678" y="50292"/>
                        <a:pt x="89725" y="51625"/>
                      </a:cubicBezTo>
                      <a:cubicBezTo>
                        <a:pt x="96107" y="59912"/>
                        <a:pt x="105632" y="66104"/>
                        <a:pt x="118586" y="70295"/>
                      </a:cubicBezTo>
                      <a:cubicBezTo>
                        <a:pt x="120301" y="70675"/>
                        <a:pt x="122587" y="72009"/>
                        <a:pt x="125730" y="74295"/>
                      </a:cubicBezTo>
                      <a:cubicBezTo>
                        <a:pt x="128778" y="76581"/>
                        <a:pt x="131445" y="77724"/>
                        <a:pt x="133540" y="77914"/>
                      </a:cubicBezTo>
                      <a:cubicBezTo>
                        <a:pt x="135636" y="78105"/>
                        <a:pt x="138589" y="79629"/>
                        <a:pt x="142399" y="82487"/>
                      </a:cubicBezTo>
                      <a:cubicBezTo>
                        <a:pt x="145732" y="85154"/>
                        <a:pt x="148971" y="86296"/>
                        <a:pt x="152019" y="85915"/>
                      </a:cubicBezTo>
                      <a:cubicBezTo>
                        <a:pt x="152019" y="87249"/>
                        <a:pt x="152209" y="88011"/>
                        <a:pt x="152686" y="88106"/>
                      </a:cubicBezTo>
                      <a:cubicBezTo>
                        <a:pt x="154019" y="88106"/>
                        <a:pt x="155067" y="88963"/>
                        <a:pt x="155734" y="90869"/>
                      </a:cubicBezTo>
                      <a:cubicBezTo>
                        <a:pt x="156400" y="92678"/>
                        <a:pt x="157448" y="93440"/>
                        <a:pt x="158782" y="93059"/>
                      </a:cubicBezTo>
                      <a:cubicBezTo>
                        <a:pt x="159067" y="94012"/>
                        <a:pt x="161068" y="96679"/>
                        <a:pt x="164687" y="101346"/>
                      </a:cubicBezTo>
                      <a:cubicBezTo>
                        <a:pt x="167450" y="105156"/>
                        <a:pt x="168783" y="108585"/>
                        <a:pt x="168783" y="111728"/>
                      </a:cubicBezTo>
                      <a:cubicBezTo>
                        <a:pt x="169545" y="112586"/>
                        <a:pt x="169926" y="113347"/>
                        <a:pt x="169926" y="114205"/>
                      </a:cubicBezTo>
                      <a:cubicBezTo>
                        <a:pt x="169926" y="114871"/>
                        <a:pt x="169545" y="115729"/>
                        <a:pt x="168783" y="116777"/>
                      </a:cubicBezTo>
                      <a:cubicBezTo>
                        <a:pt x="168021" y="117729"/>
                        <a:pt x="167640" y="118491"/>
                        <a:pt x="167640" y="118872"/>
                      </a:cubicBezTo>
                      <a:cubicBezTo>
                        <a:pt x="167640" y="119729"/>
                        <a:pt x="168211" y="120491"/>
                        <a:pt x="169450" y="121348"/>
                      </a:cubicBezTo>
                      <a:close/>
                      <a:moveTo>
                        <a:pt x="38767" y="126302"/>
                      </a:moveTo>
                      <a:lnTo>
                        <a:pt x="44005" y="124587"/>
                      </a:lnTo>
                      <a:lnTo>
                        <a:pt x="41529" y="124587"/>
                      </a:lnTo>
                      <a:lnTo>
                        <a:pt x="38767" y="126302"/>
                      </a:lnTo>
                      <a:close/>
                      <a:moveTo>
                        <a:pt x="40386" y="145923"/>
                      </a:moveTo>
                      <a:lnTo>
                        <a:pt x="41529" y="145923"/>
                      </a:lnTo>
                      <a:lnTo>
                        <a:pt x="43339" y="147161"/>
                      </a:lnTo>
                      <a:lnTo>
                        <a:pt x="40386" y="145923"/>
                      </a:lnTo>
                      <a:close/>
                      <a:moveTo>
                        <a:pt x="47625" y="156686"/>
                      </a:moveTo>
                      <a:cubicBezTo>
                        <a:pt x="47339" y="155162"/>
                        <a:pt x="47911" y="153829"/>
                        <a:pt x="49244" y="152686"/>
                      </a:cubicBezTo>
                      <a:lnTo>
                        <a:pt x="48958" y="152876"/>
                      </a:lnTo>
                      <a:cubicBezTo>
                        <a:pt x="48958" y="152876"/>
                        <a:pt x="49340" y="153733"/>
                        <a:pt x="50006" y="154400"/>
                      </a:cubicBezTo>
                      <a:cubicBezTo>
                        <a:pt x="50673" y="154972"/>
                        <a:pt x="51054" y="155448"/>
                        <a:pt x="51054" y="155734"/>
                      </a:cubicBezTo>
                      <a:cubicBezTo>
                        <a:pt x="51054" y="156115"/>
                        <a:pt x="50768" y="156496"/>
                        <a:pt x="50102" y="156686"/>
                      </a:cubicBezTo>
                      <a:lnTo>
                        <a:pt x="47625" y="156686"/>
                      </a:lnTo>
                      <a:close/>
                      <a:moveTo>
                        <a:pt x="49721" y="152019"/>
                      </a:moveTo>
                      <a:cubicBezTo>
                        <a:pt x="49721" y="152019"/>
                        <a:pt x="49244" y="152495"/>
                        <a:pt x="49244" y="152686"/>
                      </a:cubicBezTo>
                      <a:cubicBezTo>
                        <a:pt x="49244" y="152495"/>
                        <a:pt x="49340" y="152305"/>
                        <a:pt x="49721" y="152019"/>
                      </a:cubicBezTo>
                      <a:close/>
                      <a:moveTo>
                        <a:pt x="50197" y="148209"/>
                      </a:moveTo>
                      <a:cubicBezTo>
                        <a:pt x="50768" y="148209"/>
                        <a:pt x="51435" y="148495"/>
                        <a:pt x="52197" y="149162"/>
                      </a:cubicBezTo>
                      <a:cubicBezTo>
                        <a:pt x="52959" y="149828"/>
                        <a:pt x="53435" y="150304"/>
                        <a:pt x="53530" y="150400"/>
                      </a:cubicBezTo>
                      <a:cubicBezTo>
                        <a:pt x="52673" y="150495"/>
                        <a:pt x="51340" y="151162"/>
                        <a:pt x="49721" y="152019"/>
                      </a:cubicBezTo>
                      <a:cubicBezTo>
                        <a:pt x="50863" y="150686"/>
                        <a:pt x="51054" y="149352"/>
                        <a:pt x="50197" y="148209"/>
                      </a:cubicBezTo>
                      <a:close/>
                      <a:moveTo>
                        <a:pt x="55435" y="130969"/>
                      </a:moveTo>
                      <a:lnTo>
                        <a:pt x="55435" y="129349"/>
                      </a:lnTo>
                      <a:lnTo>
                        <a:pt x="50197" y="126968"/>
                      </a:lnTo>
                      <a:lnTo>
                        <a:pt x="55435" y="131064"/>
                      </a:lnTo>
                      <a:close/>
                      <a:moveTo>
                        <a:pt x="59817" y="137255"/>
                      </a:moveTo>
                      <a:cubicBezTo>
                        <a:pt x="59817" y="137255"/>
                        <a:pt x="60388" y="137446"/>
                        <a:pt x="62008" y="137636"/>
                      </a:cubicBezTo>
                      <a:cubicBezTo>
                        <a:pt x="62960" y="137731"/>
                        <a:pt x="63627" y="137350"/>
                        <a:pt x="64103" y="136398"/>
                      </a:cubicBezTo>
                      <a:cubicBezTo>
                        <a:pt x="62294" y="135922"/>
                        <a:pt x="60865" y="136112"/>
                        <a:pt x="59817" y="137255"/>
                      </a:cubicBezTo>
                      <a:cubicBezTo>
                        <a:pt x="59341" y="137255"/>
                        <a:pt x="59055" y="137446"/>
                        <a:pt x="59055" y="137827"/>
                      </a:cubicBezTo>
                      <a:lnTo>
                        <a:pt x="57245" y="139541"/>
                      </a:lnTo>
                      <a:lnTo>
                        <a:pt x="59055" y="139541"/>
                      </a:lnTo>
                      <a:cubicBezTo>
                        <a:pt x="58960" y="138874"/>
                        <a:pt x="58960" y="138303"/>
                        <a:pt x="59055" y="137827"/>
                      </a:cubicBezTo>
                      <a:lnTo>
                        <a:pt x="59817" y="137255"/>
                      </a:lnTo>
                      <a:close/>
                      <a:moveTo>
                        <a:pt x="60960" y="60388"/>
                      </a:moveTo>
                      <a:cubicBezTo>
                        <a:pt x="61722" y="59722"/>
                        <a:pt x="61913" y="59150"/>
                        <a:pt x="61627" y="58579"/>
                      </a:cubicBezTo>
                      <a:lnTo>
                        <a:pt x="62294" y="57150"/>
                      </a:lnTo>
                      <a:cubicBezTo>
                        <a:pt x="61722" y="56483"/>
                        <a:pt x="60865" y="56007"/>
                        <a:pt x="59912" y="55531"/>
                      </a:cubicBezTo>
                      <a:cubicBezTo>
                        <a:pt x="58865" y="55150"/>
                        <a:pt x="58198" y="54959"/>
                        <a:pt x="58007" y="54959"/>
                      </a:cubicBezTo>
                      <a:cubicBezTo>
                        <a:pt x="60388" y="56007"/>
                        <a:pt x="61627" y="57245"/>
                        <a:pt x="61627" y="58579"/>
                      </a:cubicBezTo>
                      <a:lnTo>
                        <a:pt x="60960" y="60388"/>
                      </a:lnTo>
                      <a:close/>
                      <a:moveTo>
                        <a:pt x="76581" y="48673"/>
                      </a:moveTo>
                      <a:lnTo>
                        <a:pt x="76581" y="48101"/>
                      </a:lnTo>
                      <a:cubicBezTo>
                        <a:pt x="76009" y="44577"/>
                        <a:pt x="73247" y="42863"/>
                        <a:pt x="68390" y="42863"/>
                      </a:cubicBezTo>
                      <a:cubicBezTo>
                        <a:pt x="64579" y="42863"/>
                        <a:pt x="61531" y="43815"/>
                        <a:pt x="59055" y="45720"/>
                      </a:cubicBezTo>
                      <a:cubicBezTo>
                        <a:pt x="59817" y="46006"/>
                        <a:pt x="60579" y="47339"/>
                        <a:pt x="61436" y="49721"/>
                      </a:cubicBezTo>
                      <a:cubicBezTo>
                        <a:pt x="62294" y="52102"/>
                        <a:pt x="63722" y="53054"/>
                        <a:pt x="65913" y="52673"/>
                      </a:cubicBezTo>
                      <a:lnTo>
                        <a:pt x="65913" y="52006"/>
                      </a:lnTo>
                      <a:cubicBezTo>
                        <a:pt x="65913" y="52006"/>
                        <a:pt x="66865" y="50102"/>
                        <a:pt x="67437" y="47530"/>
                      </a:cubicBezTo>
                      <a:cubicBezTo>
                        <a:pt x="67913" y="45339"/>
                        <a:pt x="68771" y="44291"/>
                        <a:pt x="70199" y="44291"/>
                      </a:cubicBezTo>
                      <a:cubicBezTo>
                        <a:pt x="70866" y="44291"/>
                        <a:pt x="71438" y="44482"/>
                        <a:pt x="72295" y="44958"/>
                      </a:cubicBezTo>
                      <a:lnTo>
                        <a:pt x="72295" y="46577"/>
                      </a:lnTo>
                      <a:cubicBezTo>
                        <a:pt x="72295" y="46577"/>
                        <a:pt x="72961" y="46291"/>
                        <a:pt x="73438" y="46291"/>
                      </a:cubicBezTo>
                      <a:cubicBezTo>
                        <a:pt x="73723" y="46291"/>
                        <a:pt x="74771" y="47149"/>
                        <a:pt x="76581" y="48768"/>
                      </a:cubicBezTo>
                      <a:close/>
                      <a:moveTo>
                        <a:pt x="62294" y="113538"/>
                      </a:moveTo>
                      <a:cubicBezTo>
                        <a:pt x="60960" y="113538"/>
                        <a:pt x="60103" y="113347"/>
                        <a:pt x="59817" y="112966"/>
                      </a:cubicBezTo>
                      <a:lnTo>
                        <a:pt x="61627" y="115253"/>
                      </a:lnTo>
                      <a:cubicBezTo>
                        <a:pt x="62389" y="114871"/>
                        <a:pt x="62579" y="114300"/>
                        <a:pt x="62294" y="113538"/>
                      </a:cubicBezTo>
                      <a:close/>
                      <a:moveTo>
                        <a:pt x="64103" y="50863"/>
                      </a:moveTo>
                      <a:lnTo>
                        <a:pt x="63436" y="50292"/>
                      </a:lnTo>
                      <a:lnTo>
                        <a:pt x="65246" y="50292"/>
                      </a:lnTo>
                      <a:cubicBezTo>
                        <a:pt x="65246" y="50292"/>
                        <a:pt x="64675" y="50578"/>
                        <a:pt x="64103" y="50863"/>
                      </a:cubicBezTo>
                      <a:close/>
                      <a:moveTo>
                        <a:pt x="65246" y="50292"/>
                      </a:moveTo>
                      <a:cubicBezTo>
                        <a:pt x="65246" y="50292"/>
                        <a:pt x="65723" y="50006"/>
                        <a:pt x="65913" y="50292"/>
                      </a:cubicBezTo>
                      <a:lnTo>
                        <a:pt x="65246" y="50292"/>
                      </a:lnTo>
                      <a:close/>
                      <a:moveTo>
                        <a:pt x="66865" y="149923"/>
                      </a:moveTo>
                      <a:lnTo>
                        <a:pt x="68675" y="148304"/>
                      </a:lnTo>
                      <a:cubicBezTo>
                        <a:pt x="67913" y="147638"/>
                        <a:pt x="67342" y="147256"/>
                        <a:pt x="66865" y="147256"/>
                      </a:cubicBezTo>
                      <a:lnTo>
                        <a:pt x="66865" y="149923"/>
                      </a:lnTo>
                      <a:close/>
                      <a:moveTo>
                        <a:pt x="69532" y="53149"/>
                      </a:moveTo>
                      <a:cubicBezTo>
                        <a:pt x="69913" y="52388"/>
                        <a:pt x="69532" y="51435"/>
                        <a:pt x="68675" y="50387"/>
                      </a:cubicBezTo>
                      <a:lnTo>
                        <a:pt x="68675" y="54197"/>
                      </a:lnTo>
                      <a:lnTo>
                        <a:pt x="69532" y="53149"/>
                      </a:lnTo>
                      <a:close/>
                      <a:moveTo>
                        <a:pt x="72961" y="162878"/>
                      </a:moveTo>
                      <a:lnTo>
                        <a:pt x="72295" y="162306"/>
                      </a:lnTo>
                      <a:lnTo>
                        <a:pt x="74104" y="162306"/>
                      </a:lnTo>
                      <a:cubicBezTo>
                        <a:pt x="73152" y="162687"/>
                        <a:pt x="72771" y="162878"/>
                        <a:pt x="72961" y="162878"/>
                      </a:cubicBezTo>
                      <a:close/>
                      <a:moveTo>
                        <a:pt x="94964" y="146018"/>
                      </a:moveTo>
                      <a:lnTo>
                        <a:pt x="95821" y="145066"/>
                      </a:lnTo>
                      <a:lnTo>
                        <a:pt x="94964" y="142780"/>
                      </a:lnTo>
                      <a:lnTo>
                        <a:pt x="94964" y="146018"/>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 name="Google Shape;827;p99"/>
                <p:cNvSpPr/>
                <p:nvPr/>
              </p:nvSpPr>
              <p:spPr>
                <a:xfrm>
                  <a:off x="3310413" y="3740276"/>
                  <a:ext cx="143446" cy="173355"/>
                </a:xfrm>
                <a:custGeom>
                  <a:avLst/>
                  <a:gdLst/>
                  <a:ahLst/>
                  <a:cxnLst/>
                  <a:rect l="l" t="t" r="r" b="b"/>
                  <a:pathLst>
                    <a:path w="143446" h="173355" extrusionOk="0">
                      <a:moveTo>
                        <a:pt x="2762" y="173355"/>
                      </a:moveTo>
                      <a:lnTo>
                        <a:pt x="0" y="171736"/>
                      </a:lnTo>
                      <a:lnTo>
                        <a:pt x="2762" y="172307"/>
                      </a:lnTo>
                      <a:lnTo>
                        <a:pt x="2762" y="173355"/>
                      </a:lnTo>
                      <a:close/>
                      <a:moveTo>
                        <a:pt x="139922" y="66675"/>
                      </a:moveTo>
                      <a:cubicBezTo>
                        <a:pt x="139446" y="68104"/>
                        <a:pt x="139922" y="69723"/>
                        <a:pt x="141160" y="71342"/>
                      </a:cubicBezTo>
                      <a:cubicBezTo>
                        <a:pt x="142399" y="72962"/>
                        <a:pt x="143066" y="74009"/>
                        <a:pt x="143066" y="74581"/>
                      </a:cubicBezTo>
                      <a:cubicBezTo>
                        <a:pt x="143066" y="75533"/>
                        <a:pt x="142494" y="76581"/>
                        <a:pt x="141256" y="77819"/>
                      </a:cubicBezTo>
                      <a:cubicBezTo>
                        <a:pt x="142018" y="83249"/>
                        <a:pt x="142399" y="88963"/>
                        <a:pt x="142399" y="95250"/>
                      </a:cubicBezTo>
                      <a:cubicBezTo>
                        <a:pt x="142399" y="101537"/>
                        <a:pt x="142018" y="107252"/>
                        <a:pt x="141256" y="112871"/>
                      </a:cubicBezTo>
                      <a:cubicBezTo>
                        <a:pt x="138398" y="113633"/>
                        <a:pt x="136874" y="114967"/>
                        <a:pt x="136874" y="116681"/>
                      </a:cubicBezTo>
                      <a:cubicBezTo>
                        <a:pt x="136874" y="117253"/>
                        <a:pt x="137160" y="118205"/>
                        <a:pt x="137541" y="119539"/>
                      </a:cubicBezTo>
                      <a:cubicBezTo>
                        <a:pt x="138017" y="120968"/>
                        <a:pt x="138208" y="122015"/>
                        <a:pt x="138208" y="122872"/>
                      </a:cubicBezTo>
                      <a:cubicBezTo>
                        <a:pt x="138208" y="123539"/>
                        <a:pt x="138017" y="124111"/>
                        <a:pt x="137731" y="124682"/>
                      </a:cubicBezTo>
                      <a:lnTo>
                        <a:pt x="138684" y="130397"/>
                      </a:lnTo>
                      <a:cubicBezTo>
                        <a:pt x="136684" y="131350"/>
                        <a:pt x="135160" y="133160"/>
                        <a:pt x="134017" y="135731"/>
                      </a:cubicBezTo>
                      <a:cubicBezTo>
                        <a:pt x="132874" y="138303"/>
                        <a:pt x="131921" y="140875"/>
                        <a:pt x="130969" y="143351"/>
                      </a:cubicBezTo>
                      <a:cubicBezTo>
                        <a:pt x="128111" y="144399"/>
                        <a:pt x="123349" y="147352"/>
                        <a:pt x="116681" y="152210"/>
                      </a:cubicBezTo>
                      <a:lnTo>
                        <a:pt x="119158" y="154400"/>
                      </a:lnTo>
                      <a:cubicBezTo>
                        <a:pt x="110776" y="154686"/>
                        <a:pt x="104775" y="156496"/>
                        <a:pt x="100965" y="159925"/>
                      </a:cubicBezTo>
                      <a:cubicBezTo>
                        <a:pt x="100393" y="159925"/>
                        <a:pt x="99727" y="159734"/>
                        <a:pt x="99155" y="159734"/>
                      </a:cubicBezTo>
                      <a:cubicBezTo>
                        <a:pt x="97822" y="159734"/>
                        <a:pt x="96488" y="160211"/>
                        <a:pt x="95441" y="161258"/>
                      </a:cubicBezTo>
                      <a:cubicBezTo>
                        <a:pt x="94297" y="162306"/>
                        <a:pt x="93821" y="163449"/>
                        <a:pt x="94012" y="164592"/>
                      </a:cubicBezTo>
                      <a:cubicBezTo>
                        <a:pt x="92012" y="163544"/>
                        <a:pt x="89821" y="162973"/>
                        <a:pt x="87439" y="162973"/>
                      </a:cubicBezTo>
                      <a:lnTo>
                        <a:pt x="80200" y="162973"/>
                      </a:lnTo>
                      <a:cubicBezTo>
                        <a:pt x="80486" y="162020"/>
                        <a:pt x="80010" y="161258"/>
                        <a:pt x="78772" y="160782"/>
                      </a:cubicBezTo>
                      <a:cubicBezTo>
                        <a:pt x="77438" y="160306"/>
                        <a:pt x="76771" y="159639"/>
                        <a:pt x="76581" y="158877"/>
                      </a:cubicBezTo>
                      <a:cubicBezTo>
                        <a:pt x="74771" y="161449"/>
                        <a:pt x="72104" y="162878"/>
                        <a:pt x="68580" y="163259"/>
                      </a:cubicBezTo>
                      <a:cubicBezTo>
                        <a:pt x="68008" y="163259"/>
                        <a:pt x="65056" y="163259"/>
                        <a:pt x="59722" y="162973"/>
                      </a:cubicBezTo>
                      <a:cubicBezTo>
                        <a:pt x="55912" y="161639"/>
                        <a:pt x="52102" y="160211"/>
                        <a:pt x="48101" y="158687"/>
                      </a:cubicBezTo>
                      <a:cubicBezTo>
                        <a:pt x="43529" y="156972"/>
                        <a:pt x="40005" y="154972"/>
                        <a:pt x="37624" y="152781"/>
                      </a:cubicBezTo>
                      <a:cubicBezTo>
                        <a:pt x="36767" y="153734"/>
                        <a:pt x="34862" y="153543"/>
                        <a:pt x="32004" y="152114"/>
                      </a:cubicBezTo>
                      <a:cubicBezTo>
                        <a:pt x="28384" y="148114"/>
                        <a:pt x="24670" y="143923"/>
                        <a:pt x="20860" y="139732"/>
                      </a:cubicBezTo>
                      <a:cubicBezTo>
                        <a:pt x="16859" y="134874"/>
                        <a:pt x="14668" y="130302"/>
                        <a:pt x="14288" y="126111"/>
                      </a:cubicBezTo>
                      <a:cubicBezTo>
                        <a:pt x="12192" y="123825"/>
                        <a:pt x="11144" y="120491"/>
                        <a:pt x="11335" y="116205"/>
                      </a:cubicBezTo>
                      <a:cubicBezTo>
                        <a:pt x="11525" y="109823"/>
                        <a:pt x="11525" y="106299"/>
                        <a:pt x="11335" y="105632"/>
                      </a:cubicBezTo>
                      <a:cubicBezTo>
                        <a:pt x="11239" y="104680"/>
                        <a:pt x="11144" y="103632"/>
                        <a:pt x="11144" y="102584"/>
                      </a:cubicBezTo>
                      <a:cubicBezTo>
                        <a:pt x="11144" y="101060"/>
                        <a:pt x="11335" y="98774"/>
                        <a:pt x="11811" y="95821"/>
                      </a:cubicBezTo>
                      <a:cubicBezTo>
                        <a:pt x="12192" y="92774"/>
                        <a:pt x="12478" y="90392"/>
                        <a:pt x="12478" y="88773"/>
                      </a:cubicBezTo>
                      <a:cubicBezTo>
                        <a:pt x="12478" y="86011"/>
                        <a:pt x="11906" y="83534"/>
                        <a:pt x="10668" y="81439"/>
                      </a:cubicBezTo>
                      <a:cubicBezTo>
                        <a:pt x="12192" y="80867"/>
                        <a:pt x="12573" y="79915"/>
                        <a:pt x="11906" y="78391"/>
                      </a:cubicBezTo>
                      <a:cubicBezTo>
                        <a:pt x="11239" y="76867"/>
                        <a:pt x="11430" y="75819"/>
                        <a:pt x="12478" y="75152"/>
                      </a:cubicBezTo>
                      <a:cubicBezTo>
                        <a:pt x="11621" y="68580"/>
                        <a:pt x="11144" y="62960"/>
                        <a:pt x="11144" y="58579"/>
                      </a:cubicBezTo>
                      <a:cubicBezTo>
                        <a:pt x="11144" y="50578"/>
                        <a:pt x="12383" y="43815"/>
                        <a:pt x="14954" y="38291"/>
                      </a:cubicBezTo>
                      <a:cubicBezTo>
                        <a:pt x="16192" y="33623"/>
                        <a:pt x="17145" y="30575"/>
                        <a:pt x="17907" y="29146"/>
                      </a:cubicBezTo>
                      <a:cubicBezTo>
                        <a:pt x="19717" y="25908"/>
                        <a:pt x="22288" y="23908"/>
                        <a:pt x="25622" y="23336"/>
                      </a:cubicBezTo>
                      <a:cubicBezTo>
                        <a:pt x="27622" y="18574"/>
                        <a:pt x="32004" y="14478"/>
                        <a:pt x="38767" y="10954"/>
                      </a:cubicBezTo>
                      <a:lnTo>
                        <a:pt x="37624" y="10382"/>
                      </a:lnTo>
                      <a:cubicBezTo>
                        <a:pt x="39814" y="10001"/>
                        <a:pt x="42767" y="8477"/>
                        <a:pt x="46768" y="5905"/>
                      </a:cubicBezTo>
                      <a:cubicBezTo>
                        <a:pt x="50101" y="3810"/>
                        <a:pt x="53245" y="2858"/>
                        <a:pt x="56293" y="3048"/>
                      </a:cubicBezTo>
                      <a:cubicBezTo>
                        <a:pt x="56293" y="1048"/>
                        <a:pt x="57245" y="0"/>
                        <a:pt x="59055" y="0"/>
                      </a:cubicBezTo>
                      <a:cubicBezTo>
                        <a:pt x="59626" y="0"/>
                        <a:pt x="60769" y="191"/>
                        <a:pt x="62484" y="476"/>
                      </a:cubicBezTo>
                      <a:cubicBezTo>
                        <a:pt x="64103" y="857"/>
                        <a:pt x="65246" y="857"/>
                        <a:pt x="65913" y="857"/>
                      </a:cubicBezTo>
                      <a:cubicBezTo>
                        <a:pt x="68294" y="3905"/>
                        <a:pt x="71533" y="5525"/>
                        <a:pt x="75438" y="5525"/>
                      </a:cubicBezTo>
                      <a:cubicBezTo>
                        <a:pt x="77248" y="5525"/>
                        <a:pt x="80296" y="4953"/>
                        <a:pt x="84582" y="3810"/>
                      </a:cubicBezTo>
                      <a:cubicBezTo>
                        <a:pt x="87725" y="4667"/>
                        <a:pt x="91726" y="4667"/>
                        <a:pt x="96583" y="3810"/>
                      </a:cubicBezTo>
                      <a:lnTo>
                        <a:pt x="96583" y="4667"/>
                      </a:lnTo>
                      <a:cubicBezTo>
                        <a:pt x="97917" y="4096"/>
                        <a:pt x="99346" y="3810"/>
                        <a:pt x="100679" y="3810"/>
                      </a:cubicBezTo>
                      <a:cubicBezTo>
                        <a:pt x="102584" y="3810"/>
                        <a:pt x="105156" y="4953"/>
                        <a:pt x="108204" y="7239"/>
                      </a:cubicBezTo>
                      <a:cubicBezTo>
                        <a:pt x="111252" y="9430"/>
                        <a:pt x="113824" y="10763"/>
                        <a:pt x="116205" y="10954"/>
                      </a:cubicBezTo>
                      <a:cubicBezTo>
                        <a:pt x="116776" y="13145"/>
                        <a:pt x="118777" y="15335"/>
                        <a:pt x="122015" y="17431"/>
                      </a:cubicBezTo>
                      <a:cubicBezTo>
                        <a:pt x="125254" y="19621"/>
                        <a:pt x="127159" y="21146"/>
                        <a:pt x="127635" y="22098"/>
                      </a:cubicBezTo>
                      <a:cubicBezTo>
                        <a:pt x="129921" y="22098"/>
                        <a:pt x="131254" y="23527"/>
                        <a:pt x="131731" y="26384"/>
                      </a:cubicBezTo>
                      <a:cubicBezTo>
                        <a:pt x="132207" y="29242"/>
                        <a:pt x="133445" y="30671"/>
                        <a:pt x="135541" y="30671"/>
                      </a:cubicBezTo>
                      <a:cubicBezTo>
                        <a:pt x="137160" y="32480"/>
                        <a:pt x="138017" y="34957"/>
                        <a:pt x="138017" y="38195"/>
                      </a:cubicBezTo>
                      <a:lnTo>
                        <a:pt x="138017" y="40958"/>
                      </a:lnTo>
                      <a:cubicBezTo>
                        <a:pt x="137922" y="42291"/>
                        <a:pt x="137827" y="43244"/>
                        <a:pt x="137827" y="43815"/>
                      </a:cubicBezTo>
                      <a:cubicBezTo>
                        <a:pt x="137827" y="47720"/>
                        <a:pt x="139446" y="50578"/>
                        <a:pt x="142589" y="52388"/>
                      </a:cubicBezTo>
                      <a:cubicBezTo>
                        <a:pt x="142018" y="53245"/>
                        <a:pt x="141637" y="54388"/>
                        <a:pt x="141637" y="55626"/>
                      </a:cubicBezTo>
                      <a:cubicBezTo>
                        <a:pt x="141637" y="56769"/>
                        <a:pt x="142018" y="58103"/>
                        <a:pt x="142589" y="59912"/>
                      </a:cubicBezTo>
                      <a:cubicBezTo>
                        <a:pt x="143256" y="61627"/>
                        <a:pt x="143446" y="62865"/>
                        <a:pt x="143446" y="63532"/>
                      </a:cubicBezTo>
                      <a:cubicBezTo>
                        <a:pt x="143446" y="65151"/>
                        <a:pt x="142304" y="66199"/>
                        <a:pt x="140017" y="66580"/>
                      </a:cubicBezTo>
                      <a:close/>
                      <a:moveTo>
                        <a:pt x="116110" y="77819"/>
                      </a:moveTo>
                      <a:cubicBezTo>
                        <a:pt x="116872" y="77819"/>
                        <a:pt x="120396" y="78772"/>
                        <a:pt x="126492" y="80582"/>
                      </a:cubicBezTo>
                      <a:lnTo>
                        <a:pt x="126492" y="76200"/>
                      </a:lnTo>
                      <a:cubicBezTo>
                        <a:pt x="121539" y="74581"/>
                        <a:pt x="119253" y="73724"/>
                        <a:pt x="119729" y="73724"/>
                      </a:cubicBezTo>
                      <a:cubicBezTo>
                        <a:pt x="118681" y="73724"/>
                        <a:pt x="118300" y="74486"/>
                        <a:pt x="118586" y="76200"/>
                      </a:cubicBezTo>
                      <a:lnTo>
                        <a:pt x="116110" y="73724"/>
                      </a:lnTo>
                      <a:lnTo>
                        <a:pt x="114967" y="74295"/>
                      </a:lnTo>
                      <a:cubicBezTo>
                        <a:pt x="113919" y="72866"/>
                        <a:pt x="112395" y="71628"/>
                        <a:pt x="110490" y="70866"/>
                      </a:cubicBezTo>
                      <a:cubicBezTo>
                        <a:pt x="107156" y="69818"/>
                        <a:pt x="105251" y="69056"/>
                        <a:pt x="104775" y="68866"/>
                      </a:cubicBezTo>
                      <a:cubicBezTo>
                        <a:pt x="105346" y="68199"/>
                        <a:pt x="105632" y="67056"/>
                        <a:pt x="105442" y="65627"/>
                      </a:cubicBezTo>
                      <a:lnTo>
                        <a:pt x="105442" y="62008"/>
                      </a:lnTo>
                      <a:cubicBezTo>
                        <a:pt x="104966" y="61341"/>
                        <a:pt x="103251" y="57817"/>
                        <a:pt x="100203" y="51435"/>
                      </a:cubicBezTo>
                      <a:cubicBezTo>
                        <a:pt x="98203" y="47054"/>
                        <a:pt x="96393" y="44291"/>
                        <a:pt x="94774" y="43053"/>
                      </a:cubicBezTo>
                      <a:lnTo>
                        <a:pt x="95917" y="42386"/>
                      </a:lnTo>
                      <a:cubicBezTo>
                        <a:pt x="94202" y="40481"/>
                        <a:pt x="91916" y="39148"/>
                        <a:pt x="89059" y="38386"/>
                      </a:cubicBezTo>
                      <a:cubicBezTo>
                        <a:pt x="86201" y="37624"/>
                        <a:pt x="83439" y="36767"/>
                        <a:pt x="80867" y="36100"/>
                      </a:cubicBezTo>
                      <a:cubicBezTo>
                        <a:pt x="80963" y="33909"/>
                        <a:pt x="80010" y="32861"/>
                        <a:pt x="77914" y="32861"/>
                      </a:cubicBezTo>
                      <a:cubicBezTo>
                        <a:pt x="75057" y="32861"/>
                        <a:pt x="73152" y="33909"/>
                        <a:pt x="72200" y="36100"/>
                      </a:cubicBezTo>
                      <a:cubicBezTo>
                        <a:pt x="70580" y="36195"/>
                        <a:pt x="68294" y="37147"/>
                        <a:pt x="65532" y="38767"/>
                      </a:cubicBezTo>
                      <a:cubicBezTo>
                        <a:pt x="62675" y="40386"/>
                        <a:pt x="60579" y="41053"/>
                        <a:pt x="59055" y="40767"/>
                      </a:cubicBezTo>
                      <a:cubicBezTo>
                        <a:pt x="56007" y="41529"/>
                        <a:pt x="53912" y="43815"/>
                        <a:pt x="52673" y="47435"/>
                      </a:cubicBezTo>
                      <a:cubicBezTo>
                        <a:pt x="51435" y="51530"/>
                        <a:pt x="50006" y="53912"/>
                        <a:pt x="48292" y="54769"/>
                      </a:cubicBezTo>
                      <a:cubicBezTo>
                        <a:pt x="48387" y="56769"/>
                        <a:pt x="48292" y="59531"/>
                        <a:pt x="47720" y="62865"/>
                      </a:cubicBezTo>
                      <a:cubicBezTo>
                        <a:pt x="47149" y="66294"/>
                        <a:pt x="46958" y="68675"/>
                        <a:pt x="46958" y="70009"/>
                      </a:cubicBezTo>
                      <a:cubicBezTo>
                        <a:pt x="46958" y="72295"/>
                        <a:pt x="47434" y="74390"/>
                        <a:pt x="48292" y="76105"/>
                      </a:cubicBezTo>
                      <a:cubicBezTo>
                        <a:pt x="46577" y="77153"/>
                        <a:pt x="46387" y="79343"/>
                        <a:pt x="47625" y="82582"/>
                      </a:cubicBezTo>
                      <a:cubicBezTo>
                        <a:pt x="48768" y="85249"/>
                        <a:pt x="48101" y="86773"/>
                        <a:pt x="45815" y="87059"/>
                      </a:cubicBezTo>
                      <a:cubicBezTo>
                        <a:pt x="47434" y="93536"/>
                        <a:pt x="48292" y="98393"/>
                        <a:pt x="48292" y="101822"/>
                      </a:cubicBezTo>
                      <a:cubicBezTo>
                        <a:pt x="48292" y="104299"/>
                        <a:pt x="48101" y="106680"/>
                        <a:pt x="47625" y="108966"/>
                      </a:cubicBezTo>
                      <a:cubicBezTo>
                        <a:pt x="48768" y="109728"/>
                        <a:pt x="50863" y="113729"/>
                        <a:pt x="54007" y="120777"/>
                      </a:cubicBezTo>
                      <a:cubicBezTo>
                        <a:pt x="56293" y="125921"/>
                        <a:pt x="60008" y="128111"/>
                        <a:pt x="65151" y="127635"/>
                      </a:cubicBezTo>
                      <a:cubicBezTo>
                        <a:pt x="65627" y="127826"/>
                        <a:pt x="66199" y="127635"/>
                        <a:pt x="66770" y="127063"/>
                      </a:cubicBezTo>
                      <a:cubicBezTo>
                        <a:pt x="67437" y="126492"/>
                        <a:pt x="67818" y="126206"/>
                        <a:pt x="68104" y="126206"/>
                      </a:cubicBezTo>
                      <a:cubicBezTo>
                        <a:pt x="68580" y="126206"/>
                        <a:pt x="69056" y="126492"/>
                        <a:pt x="69437" y="127063"/>
                      </a:cubicBezTo>
                      <a:lnTo>
                        <a:pt x="68485" y="127635"/>
                      </a:lnTo>
                      <a:cubicBezTo>
                        <a:pt x="68485" y="128397"/>
                        <a:pt x="68866" y="128873"/>
                        <a:pt x="69628" y="129445"/>
                      </a:cubicBezTo>
                      <a:lnTo>
                        <a:pt x="71247" y="130874"/>
                      </a:lnTo>
                      <a:cubicBezTo>
                        <a:pt x="72295" y="132112"/>
                        <a:pt x="73723" y="132683"/>
                        <a:pt x="75343" y="132683"/>
                      </a:cubicBezTo>
                      <a:cubicBezTo>
                        <a:pt x="77629" y="132683"/>
                        <a:pt x="78867" y="131826"/>
                        <a:pt x="78962" y="130302"/>
                      </a:cubicBezTo>
                      <a:cubicBezTo>
                        <a:pt x="80010" y="131159"/>
                        <a:pt x="81058" y="131445"/>
                        <a:pt x="81915" y="131445"/>
                      </a:cubicBezTo>
                      <a:cubicBezTo>
                        <a:pt x="82772" y="131445"/>
                        <a:pt x="83820" y="130588"/>
                        <a:pt x="84963" y="128778"/>
                      </a:cubicBezTo>
                      <a:cubicBezTo>
                        <a:pt x="86106" y="127063"/>
                        <a:pt x="87154" y="126206"/>
                        <a:pt x="88011" y="126206"/>
                      </a:cubicBezTo>
                      <a:cubicBezTo>
                        <a:pt x="88868" y="126206"/>
                        <a:pt x="90011" y="126683"/>
                        <a:pt x="91440" y="127635"/>
                      </a:cubicBezTo>
                      <a:cubicBezTo>
                        <a:pt x="91726" y="127063"/>
                        <a:pt x="93154" y="126302"/>
                        <a:pt x="95821" y="125254"/>
                      </a:cubicBezTo>
                      <a:cubicBezTo>
                        <a:pt x="97917" y="124492"/>
                        <a:pt x="98965" y="123254"/>
                        <a:pt x="98965" y="121825"/>
                      </a:cubicBezTo>
                      <a:cubicBezTo>
                        <a:pt x="98965" y="121253"/>
                        <a:pt x="98774" y="120587"/>
                        <a:pt x="98488" y="119729"/>
                      </a:cubicBezTo>
                      <a:cubicBezTo>
                        <a:pt x="100584" y="118777"/>
                        <a:pt x="101917" y="116681"/>
                        <a:pt x="102394" y="113443"/>
                      </a:cubicBezTo>
                      <a:cubicBezTo>
                        <a:pt x="102870" y="110204"/>
                        <a:pt x="103822" y="108204"/>
                        <a:pt x="105346" y="107347"/>
                      </a:cubicBezTo>
                      <a:lnTo>
                        <a:pt x="105346" y="94012"/>
                      </a:lnTo>
                      <a:cubicBezTo>
                        <a:pt x="105632" y="93059"/>
                        <a:pt x="105823" y="91916"/>
                        <a:pt x="105823" y="90773"/>
                      </a:cubicBezTo>
                      <a:cubicBezTo>
                        <a:pt x="105823" y="89535"/>
                        <a:pt x="105632" y="87725"/>
                        <a:pt x="105156" y="85535"/>
                      </a:cubicBezTo>
                      <a:cubicBezTo>
                        <a:pt x="104680" y="83249"/>
                        <a:pt x="104489" y="81629"/>
                        <a:pt x="104489" y="80582"/>
                      </a:cubicBezTo>
                      <a:cubicBezTo>
                        <a:pt x="104489" y="79153"/>
                        <a:pt x="104775" y="77819"/>
                        <a:pt x="105346" y="76771"/>
                      </a:cubicBezTo>
                      <a:cubicBezTo>
                        <a:pt x="105251" y="75247"/>
                        <a:pt x="105632" y="74390"/>
                        <a:pt x="106680" y="74104"/>
                      </a:cubicBezTo>
                      <a:cubicBezTo>
                        <a:pt x="107156" y="74104"/>
                        <a:pt x="108394" y="74104"/>
                        <a:pt x="110585" y="74486"/>
                      </a:cubicBezTo>
                      <a:cubicBezTo>
                        <a:pt x="112204" y="74771"/>
                        <a:pt x="113443" y="74676"/>
                        <a:pt x="114205" y="74295"/>
                      </a:cubicBezTo>
                      <a:cubicBezTo>
                        <a:pt x="115538" y="75533"/>
                        <a:pt x="116110" y="76676"/>
                        <a:pt x="116014" y="77819"/>
                      </a:cubicBezTo>
                      <a:close/>
                      <a:moveTo>
                        <a:pt x="135350" y="66675"/>
                      </a:moveTo>
                      <a:cubicBezTo>
                        <a:pt x="134112" y="66104"/>
                        <a:pt x="132969" y="65818"/>
                        <a:pt x="131731" y="65818"/>
                      </a:cubicBezTo>
                      <a:cubicBezTo>
                        <a:pt x="130969" y="65818"/>
                        <a:pt x="129730" y="66008"/>
                        <a:pt x="128016" y="66294"/>
                      </a:cubicBezTo>
                      <a:cubicBezTo>
                        <a:pt x="126397" y="66580"/>
                        <a:pt x="124873" y="66770"/>
                        <a:pt x="123730" y="66580"/>
                      </a:cubicBezTo>
                      <a:lnTo>
                        <a:pt x="129159" y="69818"/>
                      </a:lnTo>
                      <a:lnTo>
                        <a:pt x="129826" y="66580"/>
                      </a:lnTo>
                      <a:cubicBezTo>
                        <a:pt x="129826" y="66580"/>
                        <a:pt x="132017" y="67151"/>
                        <a:pt x="135255" y="68199"/>
                      </a:cubicBezTo>
                      <a:lnTo>
                        <a:pt x="135255" y="66580"/>
                      </a:lnTo>
                      <a:close/>
                      <a:moveTo>
                        <a:pt x="129921" y="117634"/>
                      </a:moveTo>
                      <a:cubicBezTo>
                        <a:pt x="129921" y="117634"/>
                        <a:pt x="130397" y="117348"/>
                        <a:pt x="130397" y="117253"/>
                      </a:cubicBezTo>
                      <a:cubicBezTo>
                        <a:pt x="130397" y="117062"/>
                        <a:pt x="129921" y="116872"/>
                        <a:pt x="129254" y="116491"/>
                      </a:cubicBezTo>
                      <a:cubicBezTo>
                        <a:pt x="128492" y="116110"/>
                        <a:pt x="128111" y="115824"/>
                        <a:pt x="128111" y="115538"/>
                      </a:cubicBezTo>
                      <a:cubicBezTo>
                        <a:pt x="128111" y="115253"/>
                        <a:pt x="128492" y="114967"/>
                        <a:pt x="129254" y="114586"/>
                      </a:cubicBezTo>
                      <a:cubicBezTo>
                        <a:pt x="128302" y="114300"/>
                        <a:pt x="127444" y="114395"/>
                        <a:pt x="126492" y="114776"/>
                      </a:cubicBezTo>
                      <a:cubicBezTo>
                        <a:pt x="125158" y="115634"/>
                        <a:pt x="124396" y="116014"/>
                        <a:pt x="124206" y="116014"/>
                      </a:cubicBezTo>
                      <a:cubicBezTo>
                        <a:pt x="124587" y="116014"/>
                        <a:pt x="126587" y="116586"/>
                        <a:pt x="129826" y="117634"/>
                      </a:cubicBezTo>
                      <a:close/>
                      <a:moveTo>
                        <a:pt x="136017" y="76295"/>
                      </a:moveTo>
                      <a:lnTo>
                        <a:pt x="138779" y="76295"/>
                      </a:lnTo>
                      <a:cubicBezTo>
                        <a:pt x="137446" y="75438"/>
                        <a:pt x="136493" y="75438"/>
                        <a:pt x="136017" y="76105"/>
                      </a:cubicBezTo>
                      <a:cubicBezTo>
                        <a:pt x="134398" y="75629"/>
                        <a:pt x="132017" y="75057"/>
                        <a:pt x="128968" y="74295"/>
                      </a:cubicBezTo>
                      <a:cubicBezTo>
                        <a:pt x="128683" y="73343"/>
                        <a:pt x="127825" y="72866"/>
                        <a:pt x="126492" y="72866"/>
                      </a:cubicBezTo>
                      <a:cubicBezTo>
                        <a:pt x="127159" y="73152"/>
                        <a:pt x="127921" y="73628"/>
                        <a:pt x="128968" y="74295"/>
                      </a:cubicBezTo>
                      <a:cubicBezTo>
                        <a:pt x="129064" y="74867"/>
                        <a:pt x="129159" y="75438"/>
                        <a:pt x="129159" y="76295"/>
                      </a:cubicBezTo>
                      <a:cubicBezTo>
                        <a:pt x="128968" y="77343"/>
                        <a:pt x="128968" y="78010"/>
                        <a:pt x="129159" y="78105"/>
                      </a:cubicBezTo>
                      <a:cubicBezTo>
                        <a:pt x="129159" y="78486"/>
                        <a:pt x="129350" y="78677"/>
                        <a:pt x="129826" y="78486"/>
                      </a:cubicBezTo>
                      <a:lnTo>
                        <a:pt x="132397" y="76295"/>
                      </a:lnTo>
                      <a:lnTo>
                        <a:pt x="133541" y="76867"/>
                      </a:lnTo>
                      <a:cubicBezTo>
                        <a:pt x="133636" y="77343"/>
                        <a:pt x="133541" y="78010"/>
                        <a:pt x="133064" y="78581"/>
                      </a:cubicBezTo>
                      <a:cubicBezTo>
                        <a:pt x="132588" y="79153"/>
                        <a:pt x="132397" y="79724"/>
                        <a:pt x="132397" y="80105"/>
                      </a:cubicBezTo>
                      <a:cubicBezTo>
                        <a:pt x="133826" y="80296"/>
                        <a:pt x="134588" y="80010"/>
                        <a:pt x="134969" y="78962"/>
                      </a:cubicBezTo>
                      <a:cubicBezTo>
                        <a:pt x="135350" y="78010"/>
                        <a:pt x="135636" y="76962"/>
                        <a:pt x="136017" y="76105"/>
                      </a:cubicBezTo>
                      <a:lnTo>
                        <a:pt x="136017" y="76295"/>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 name="Google Shape;828;p99"/>
                <p:cNvSpPr/>
                <p:nvPr/>
              </p:nvSpPr>
              <p:spPr>
                <a:xfrm>
                  <a:off x="3410806" y="3739324"/>
                  <a:ext cx="190309" cy="165735"/>
                </a:xfrm>
                <a:custGeom>
                  <a:avLst/>
                  <a:gdLst/>
                  <a:ahLst/>
                  <a:cxnLst/>
                  <a:rect l="l" t="t" r="r" b="b"/>
                  <a:pathLst>
                    <a:path w="190309" h="165735" extrusionOk="0">
                      <a:moveTo>
                        <a:pt x="1810" y="88487"/>
                      </a:moveTo>
                      <a:cubicBezTo>
                        <a:pt x="1810" y="88487"/>
                        <a:pt x="2191" y="88964"/>
                        <a:pt x="2858" y="89440"/>
                      </a:cubicBezTo>
                      <a:cubicBezTo>
                        <a:pt x="3524" y="89916"/>
                        <a:pt x="3810" y="90392"/>
                        <a:pt x="3620" y="90773"/>
                      </a:cubicBezTo>
                      <a:lnTo>
                        <a:pt x="0" y="90773"/>
                      </a:lnTo>
                      <a:lnTo>
                        <a:pt x="1810" y="88487"/>
                      </a:lnTo>
                      <a:close/>
                      <a:moveTo>
                        <a:pt x="0" y="100298"/>
                      </a:moveTo>
                      <a:cubicBezTo>
                        <a:pt x="762" y="101441"/>
                        <a:pt x="1810" y="102108"/>
                        <a:pt x="3238" y="102489"/>
                      </a:cubicBezTo>
                      <a:lnTo>
                        <a:pt x="0" y="102489"/>
                      </a:lnTo>
                      <a:lnTo>
                        <a:pt x="0" y="100298"/>
                      </a:lnTo>
                      <a:close/>
                      <a:moveTo>
                        <a:pt x="667" y="111252"/>
                      </a:moveTo>
                      <a:lnTo>
                        <a:pt x="0" y="108871"/>
                      </a:lnTo>
                      <a:cubicBezTo>
                        <a:pt x="762" y="108871"/>
                        <a:pt x="2000" y="109538"/>
                        <a:pt x="3620" y="110490"/>
                      </a:cubicBezTo>
                      <a:lnTo>
                        <a:pt x="667" y="111347"/>
                      </a:lnTo>
                      <a:close/>
                      <a:moveTo>
                        <a:pt x="6096" y="102489"/>
                      </a:moveTo>
                      <a:cubicBezTo>
                        <a:pt x="5048" y="102679"/>
                        <a:pt x="4000" y="102679"/>
                        <a:pt x="3143" y="102489"/>
                      </a:cubicBezTo>
                      <a:lnTo>
                        <a:pt x="6096" y="102489"/>
                      </a:lnTo>
                      <a:close/>
                      <a:moveTo>
                        <a:pt x="4286" y="115253"/>
                      </a:moveTo>
                      <a:cubicBezTo>
                        <a:pt x="4286" y="115253"/>
                        <a:pt x="5620" y="115538"/>
                        <a:pt x="6763" y="116396"/>
                      </a:cubicBezTo>
                      <a:lnTo>
                        <a:pt x="6763" y="117443"/>
                      </a:lnTo>
                      <a:lnTo>
                        <a:pt x="4286" y="117443"/>
                      </a:lnTo>
                      <a:lnTo>
                        <a:pt x="4286" y="115253"/>
                      </a:lnTo>
                      <a:close/>
                      <a:moveTo>
                        <a:pt x="10478" y="86297"/>
                      </a:moveTo>
                      <a:cubicBezTo>
                        <a:pt x="10954" y="86773"/>
                        <a:pt x="11240" y="87725"/>
                        <a:pt x="11335" y="89154"/>
                      </a:cubicBezTo>
                      <a:cubicBezTo>
                        <a:pt x="9716" y="89154"/>
                        <a:pt x="8763" y="88868"/>
                        <a:pt x="8668" y="88487"/>
                      </a:cubicBezTo>
                      <a:lnTo>
                        <a:pt x="10478" y="86297"/>
                      </a:lnTo>
                      <a:close/>
                      <a:moveTo>
                        <a:pt x="8668" y="139446"/>
                      </a:moveTo>
                      <a:cubicBezTo>
                        <a:pt x="8668" y="139446"/>
                        <a:pt x="9716" y="138875"/>
                        <a:pt x="11335" y="138875"/>
                      </a:cubicBezTo>
                      <a:lnTo>
                        <a:pt x="11335" y="140018"/>
                      </a:lnTo>
                      <a:lnTo>
                        <a:pt x="8668" y="139446"/>
                      </a:lnTo>
                      <a:close/>
                      <a:moveTo>
                        <a:pt x="19336" y="112681"/>
                      </a:moveTo>
                      <a:cubicBezTo>
                        <a:pt x="20383" y="112300"/>
                        <a:pt x="21336" y="111919"/>
                        <a:pt x="22288" y="111633"/>
                      </a:cubicBezTo>
                      <a:cubicBezTo>
                        <a:pt x="23622" y="111252"/>
                        <a:pt x="24765" y="111347"/>
                        <a:pt x="25527" y="112014"/>
                      </a:cubicBezTo>
                      <a:lnTo>
                        <a:pt x="19336" y="112586"/>
                      </a:lnTo>
                      <a:close/>
                      <a:moveTo>
                        <a:pt x="23622" y="92393"/>
                      </a:moveTo>
                      <a:cubicBezTo>
                        <a:pt x="21622" y="88202"/>
                        <a:pt x="22288" y="85344"/>
                        <a:pt x="25432" y="83916"/>
                      </a:cubicBezTo>
                      <a:lnTo>
                        <a:pt x="26384" y="84677"/>
                      </a:lnTo>
                      <a:cubicBezTo>
                        <a:pt x="24575" y="84677"/>
                        <a:pt x="23527" y="85630"/>
                        <a:pt x="23432" y="87535"/>
                      </a:cubicBezTo>
                      <a:cubicBezTo>
                        <a:pt x="23622" y="89249"/>
                        <a:pt x="23717" y="90773"/>
                        <a:pt x="23717" y="92393"/>
                      </a:cubicBezTo>
                      <a:close/>
                      <a:moveTo>
                        <a:pt x="45625" y="102489"/>
                      </a:moveTo>
                      <a:cubicBezTo>
                        <a:pt x="45053" y="102679"/>
                        <a:pt x="44387" y="102394"/>
                        <a:pt x="43720" y="101632"/>
                      </a:cubicBezTo>
                      <a:cubicBezTo>
                        <a:pt x="43053" y="100965"/>
                        <a:pt x="42482" y="100584"/>
                        <a:pt x="42005" y="100584"/>
                      </a:cubicBezTo>
                      <a:cubicBezTo>
                        <a:pt x="41815" y="100584"/>
                        <a:pt x="41624" y="100679"/>
                        <a:pt x="41338" y="100775"/>
                      </a:cubicBezTo>
                      <a:cubicBezTo>
                        <a:pt x="43815" y="99155"/>
                        <a:pt x="45815" y="98965"/>
                        <a:pt x="47435" y="100203"/>
                      </a:cubicBezTo>
                      <a:cubicBezTo>
                        <a:pt x="47625" y="100775"/>
                        <a:pt x="47435" y="101156"/>
                        <a:pt x="47054" y="101441"/>
                      </a:cubicBezTo>
                      <a:cubicBezTo>
                        <a:pt x="46577" y="101822"/>
                        <a:pt x="46101" y="102108"/>
                        <a:pt x="45625" y="102394"/>
                      </a:cubicBezTo>
                      <a:close/>
                      <a:moveTo>
                        <a:pt x="43815" y="60293"/>
                      </a:moveTo>
                      <a:lnTo>
                        <a:pt x="43815" y="62675"/>
                      </a:lnTo>
                      <a:lnTo>
                        <a:pt x="43148" y="60293"/>
                      </a:lnTo>
                      <a:lnTo>
                        <a:pt x="43815" y="60293"/>
                      </a:lnTo>
                      <a:close/>
                      <a:moveTo>
                        <a:pt x="44958" y="78962"/>
                      </a:moveTo>
                      <a:cubicBezTo>
                        <a:pt x="46006" y="78867"/>
                        <a:pt x="46863" y="79153"/>
                        <a:pt x="47435" y="80010"/>
                      </a:cubicBezTo>
                      <a:cubicBezTo>
                        <a:pt x="47149" y="80582"/>
                        <a:pt x="46673" y="80772"/>
                        <a:pt x="45911" y="80582"/>
                      </a:cubicBezTo>
                      <a:lnTo>
                        <a:pt x="43910" y="80582"/>
                      </a:lnTo>
                      <a:cubicBezTo>
                        <a:pt x="43720" y="79629"/>
                        <a:pt x="44101" y="79058"/>
                        <a:pt x="45053" y="78962"/>
                      </a:cubicBezTo>
                      <a:close/>
                      <a:moveTo>
                        <a:pt x="44482" y="122206"/>
                      </a:moveTo>
                      <a:lnTo>
                        <a:pt x="44482" y="121349"/>
                      </a:lnTo>
                      <a:lnTo>
                        <a:pt x="47339" y="121349"/>
                      </a:lnTo>
                      <a:lnTo>
                        <a:pt x="44482" y="122206"/>
                      </a:lnTo>
                      <a:close/>
                      <a:moveTo>
                        <a:pt x="45625" y="111252"/>
                      </a:moveTo>
                      <a:lnTo>
                        <a:pt x="45625" y="108871"/>
                      </a:lnTo>
                      <a:lnTo>
                        <a:pt x="48101" y="111252"/>
                      </a:lnTo>
                      <a:lnTo>
                        <a:pt x="45625" y="111252"/>
                      </a:lnTo>
                      <a:close/>
                      <a:moveTo>
                        <a:pt x="47435" y="96203"/>
                      </a:moveTo>
                      <a:cubicBezTo>
                        <a:pt x="48768" y="96203"/>
                        <a:pt x="49625" y="96488"/>
                        <a:pt x="49911" y="97060"/>
                      </a:cubicBezTo>
                      <a:lnTo>
                        <a:pt x="47435" y="98679"/>
                      </a:lnTo>
                      <a:lnTo>
                        <a:pt x="47435" y="96203"/>
                      </a:lnTo>
                      <a:close/>
                      <a:moveTo>
                        <a:pt x="49911" y="89154"/>
                      </a:moveTo>
                      <a:cubicBezTo>
                        <a:pt x="51149" y="91250"/>
                        <a:pt x="51340" y="92583"/>
                        <a:pt x="50578" y="92964"/>
                      </a:cubicBezTo>
                      <a:lnTo>
                        <a:pt x="49911" y="92964"/>
                      </a:lnTo>
                      <a:lnTo>
                        <a:pt x="49911" y="89154"/>
                      </a:lnTo>
                      <a:close/>
                      <a:moveTo>
                        <a:pt x="50578" y="133922"/>
                      </a:moveTo>
                      <a:cubicBezTo>
                        <a:pt x="53912" y="134588"/>
                        <a:pt x="55721" y="133731"/>
                        <a:pt x="56102" y="131541"/>
                      </a:cubicBezTo>
                      <a:cubicBezTo>
                        <a:pt x="56198" y="132207"/>
                        <a:pt x="55626" y="133350"/>
                        <a:pt x="54292" y="134969"/>
                      </a:cubicBezTo>
                      <a:cubicBezTo>
                        <a:pt x="53435" y="135160"/>
                        <a:pt x="52197" y="134779"/>
                        <a:pt x="50673" y="133922"/>
                      </a:cubicBezTo>
                      <a:close/>
                      <a:moveTo>
                        <a:pt x="51721" y="85249"/>
                      </a:moveTo>
                      <a:cubicBezTo>
                        <a:pt x="52769" y="84963"/>
                        <a:pt x="54197" y="85249"/>
                        <a:pt x="56102" y="86297"/>
                      </a:cubicBezTo>
                      <a:lnTo>
                        <a:pt x="51721" y="86297"/>
                      </a:lnTo>
                      <a:lnTo>
                        <a:pt x="51721" y="85249"/>
                      </a:lnTo>
                      <a:close/>
                      <a:moveTo>
                        <a:pt x="55626" y="91916"/>
                      </a:moveTo>
                      <a:cubicBezTo>
                        <a:pt x="55626" y="91916"/>
                        <a:pt x="55054" y="91059"/>
                        <a:pt x="55150" y="90773"/>
                      </a:cubicBezTo>
                      <a:lnTo>
                        <a:pt x="55626" y="91916"/>
                      </a:lnTo>
                      <a:close/>
                      <a:moveTo>
                        <a:pt x="55626" y="91916"/>
                      </a:moveTo>
                      <a:lnTo>
                        <a:pt x="57912" y="94393"/>
                      </a:lnTo>
                      <a:cubicBezTo>
                        <a:pt x="57912" y="94393"/>
                        <a:pt x="57626" y="95155"/>
                        <a:pt x="56960" y="95631"/>
                      </a:cubicBezTo>
                      <a:lnTo>
                        <a:pt x="55626" y="92012"/>
                      </a:lnTo>
                      <a:close/>
                      <a:moveTo>
                        <a:pt x="159639" y="132302"/>
                      </a:moveTo>
                      <a:cubicBezTo>
                        <a:pt x="160877" y="132588"/>
                        <a:pt x="162306" y="132683"/>
                        <a:pt x="163925" y="132683"/>
                      </a:cubicBezTo>
                      <a:cubicBezTo>
                        <a:pt x="165163" y="132683"/>
                        <a:pt x="167164" y="132683"/>
                        <a:pt x="169926" y="132398"/>
                      </a:cubicBezTo>
                      <a:cubicBezTo>
                        <a:pt x="172688" y="132207"/>
                        <a:pt x="174784" y="132112"/>
                        <a:pt x="176213" y="132112"/>
                      </a:cubicBezTo>
                      <a:cubicBezTo>
                        <a:pt x="183166" y="132112"/>
                        <a:pt x="187833" y="134017"/>
                        <a:pt x="190310" y="137732"/>
                      </a:cubicBezTo>
                      <a:cubicBezTo>
                        <a:pt x="190024" y="142494"/>
                        <a:pt x="189738" y="147161"/>
                        <a:pt x="189357" y="151733"/>
                      </a:cubicBezTo>
                      <a:cubicBezTo>
                        <a:pt x="188690" y="157258"/>
                        <a:pt x="186976" y="161544"/>
                        <a:pt x="184118" y="164497"/>
                      </a:cubicBezTo>
                      <a:cubicBezTo>
                        <a:pt x="182880" y="165354"/>
                        <a:pt x="181642" y="165735"/>
                        <a:pt x="180499" y="165735"/>
                      </a:cubicBezTo>
                      <a:cubicBezTo>
                        <a:pt x="179356" y="165735"/>
                        <a:pt x="177641" y="165259"/>
                        <a:pt x="175641" y="164306"/>
                      </a:cubicBezTo>
                      <a:cubicBezTo>
                        <a:pt x="173546" y="163354"/>
                        <a:pt x="171926" y="162878"/>
                        <a:pt x="170783" y="162878"/>
                      </a:cubicBezTo>
                      <a:cubicBezTo>
                        <a:pt x="169450" y="162878"/>
                        <a:pt x="168021" y="163449"/>
                        <a:pt x="166688" y="164497"/>
                      </a:cubicBezTo>
                      <a:cubicBezTo>
                        <a:pt x="161068" y="165068"/>
                        <a:pt x="153734" y="165164"/>
                        <a:pt x="144590" y="164783"/>
                      </a:cubicBezTo>
                      <a:cubicBezTo>
                        <a:pt x="135350" y="164402"/>
                        <a:pt x="128207" y="164497"/>
                        <a:pt x="122873" y="165164"/>
                      </a:cubicBezTo>
                      <a:lnTo>
                        <a:pt x="122873" y="164783"/>
                      </a:lnTo>
                      <a:cubicBezTo>
                        <a:pt x="116777" y="164497"/>
                        <a:pt x="108013" y="164592"/>
                        <a:pt x="96488" y="165164"/>
                      </a:cubicBezTo>
                      <a:cubicBezTo>
                        <a:pt x="92583" y="164306"/>
                        <a:pt x="87249" y="164211"/>
                        <a:pt x="80582" y="164783"/>
                      </a:cubicBezTo>
                      <a:lnTo>
                        <a:pt x="61913" y="164783"/>
                      </a:lnTo>
                      <a:lnTo>
                        <a:pt x="61913" y="118110"/>
                      </a:lnTo>
                      <a:lnTo>
                        <a:pt x="64865" y="116491"/>
                      </a:lnTo>
                      <a:lnTo>
                        <a:pt x="58674" y="115919"/>
                      </a:lnTo>
                      <a:cubicBezTo>
                        <a:pt x="60770" y="114967"/>
                        <a:pt x="61913" y="113443"/>
                        <a:pt x="61913" y="111252"/>
                      </a:cubicBezTo>
                      <a:cubicBezTo>
                        <a:pt x="61913" y="110490"/>
                        <a:pt x="61722" y="109442"/>
                        <a:pt x="61436" y="107823"/>
                      </a:cubicBezTo>
                      <a:cubicBezTo>
                        <a:pt x="61150" y="106299"/>
                        <a:pt x="60960" y="105061"/>
                        <a:pt x="60960" y="104489"/>
                      </a:cubicBezTo>
                      <a:cubicBezTo>
                        <a:pt x="60960" y="103727"/>
                        <a:pt x="60960" y="103061"/>
                        <a:pt x="61150" y="102489"/>
                      </a:cubicBezTo>
                      <a:lnTo>
                        <a:pt x="58674" y="102489"/>
                      </a:lnTo>
                      <a:cubicBezTo>
                        <a:pt x="60008" y="102108"/>
                        <a:pt x="61722" y="100775"/>
                        <a:pt x="63722" y="98679"/>
                      </a:cubicBezTo>
                      <a:cubicBezTo>
                        <a:pt x="61627" y="97155"/>
                        <a:pt x="60484" y="95155"/>
                        <a:pt x="60484" y="92774"/>
                      </a:cubicBezTo>
                      <a:cubicBezTo>
                        <a:pt x="60484" y="91440"/>
                        <a:pt x="61055" y="89154"/>
                        <a:pt x="62103" y="86297"/>
                      </a:cubicBezTo>
                      <a:cubicBezTo>
                        <a:pt x="63151" y="83249"/>
                        <a:pt x="63722" y="81153"/>
                        <a:pt x="63722" y="80010"/>
                      </a:cubicBezTo>
                      <a:cubicBezTo>
                        <a:pt x="64103" y="80010"/>
                        <a:pt x="64484" y="80391"/>
                        <a:pt x="64484" y="81153"/>
                      </a:cubicBezTo>
                      <a:cubicBezTo>
                        <a:pt x="64484" y="81915"/>
                        <a:pt x="64675" y="82296"/>
                        <a:pt x="64865" y="82296"/>
                      </a:cubicBezTo>
                      <a:cubicBezTo>
                        <a:pt x="65342" y="82296"/>
                        <a:pt x="65818" y="82010"/>
                        <a:pt x="66485" y="81248"/>
                      </a:cubicBezTo>
                      <a:lnTo>
                        <a:pt x="70104" y="86963"/>
                      </a:lnTo>
                      <a:cubicBezTo>
                        <a:pt x="71152" y="85249"/>
                        <a:pt x="71342" y="82391"/>
                        <a:pt x="70771" y="78391"/>
                      </a:cubicBezTo>
                      <a:cubicBezTo>
                        <a:pt x="70009" y="77724"/>
                        <a:pt x="68866" y="77343"/>
                        <a:pt x="67151" y="77343"/>
                      </a:cubicBezTo>
                      <a:lnTo>
                        <a:pt x="64008" y="77343"/>
                      </a:lnTo>
                      <a:cubicBezTo>
                        <a:pt x="64008" y="76581"/>
                        <a:pt x="63722" y="76200"/>
                        <a:pt x="63151" y="76200"/>
                      </a:cubicBezTo>
                      <a:lnTo>
                        <a:pt x="68390" y="75152"/>
                      </a:lnTo>
                      <a:cubicBezTo>
                        <a:pt x="65627" y="74200"/>
                        <a:pt x="64008" y="72485"/>
                        <a:pt x="63341" y="70104"/>
                      </a:cubicBezTo>
                      <a:cubicBezTo>
                        <a:pt x="63341" y="67913"/>
                        <a:pt x="63341" y="65723"/>
                        <a:pt x="63151" y="63437"/>
                      </a:cubicBezTo>
                      <a:lnTo>
                        <a:pt x="64961" y="61817"/>
                      </a:lnTo>
                      <a:lnTo>
                        <a:pt x="60579" y="56579"/>
                      </a:lnTo>
                      <a:cubicBezTo>
                        <a:pt x="62389" y="48863"/>
                        <a:pt x="63341" y="44672"/>
                        <a:pt x="63341" y="44006"/>
                      </a:cubicBezTo>
                      <a:cubicBezTo>
                        <a:pt x="63341" y="41434"/>
                        <a:pt x="62675" y="39338"/>
                        <a:pt x="61246" y="37719"/>
                      </a:cubicBezTo>
                      <a:cubicBezTo>
                        <a:pt x="61436" y="37243"/>
                        <a:pt x="61817" y="30956"/>
                        <a:pt x="62389" y="19050"/>
                      </a:cubicBezTo>
                      <a:cubicBezTo>
                        <a:pt x="62865" y="11621"/>
                        <a:pt x="64579" y="6096"/>
                        <a:pt x="67532" y="2477"/>
                      </a:cubicBezTo>
                      <a:cubicBezTo>
                        <a:pt x="66770" y="2477"/>
                        <a:pt x="70866" y="2477"/>
                        <a:pt x="79724" y="2477"/>
                      </a:cubicBezTo>
                      <a:cubicBezTo>
                        <a:pt x="84487" y="2667"/>
                        <a:pt x="88297" y="1810"/>
                        <a:pt x="90964" y="0"/>
                      </a:cubicBezTo>
                      <a:cubicBezTo>
                        <a:pt x="95155" y="4382"/>
                        <a:pt x="97250" y="11525"/>
                        <a:pt x="97250" y="21336"/>
                      </a:cubicBezTo>
                      <a:lnTo>
                        <a:pt x="97250" y="37338"/>
                      </a:lnTo>
                      <a:cubicBezTo>
                        <a:pt x="97250" y="41815"/>
                        <a:pt x="97631" y="45529"/>
                        <a:pt x="98203" y="48483"/>
                      </a:cubicBezTo>
                      <a:cubicBezTo>
                        <a:pt x="96965" y="49149"/>
                        <a:pt x="96393" y="50292"/>
                        <a:pt x="96393" y="51721"/>
                      </a:cubicBezTo>
                      <a:cubicBezTo>
                        <a:pt x="96393" y="52388"/>
                        <a:pt x="96583" y="53435"/>
                        <a:pt x="96869" y="54769"/>
                      </a:cubicBezTo>
                      <a:cubicBezTo>
                        <a:pt x="97155" y="56102"/>
                        <a:pt x="97250" y="57055"/>
                        <a:pt x="97250" y="57626"/>
                      </a:cubicBezTo>
                      <a:cubicBezTo>
                        <a:pt x="97250" y="58293"/>
                        <a:pt x="97250" y="58769"/>
                        <a:pt x="97060" y="59246"/>
                      </a:cubicBezTo>
                      <a:lnTo>
                        <a:pt x="96393" y="58674"/>
                      </a:lnTo>
                      <a:cubicBezTo>
                        <a:pt x="96393" y="59436"/>
                        <a:pt x="96679" y="60960"/>
                        <a:pt x="97155" y="63056"/>
                      </a:cubicBezTo>
                      <a:cubicBezTo>
                        <a:pt x="97727" y="65342"/>
                        <a:pt x="98012" y="66866"/>
                        <a:pt x="98012" y="67913"/>
                      </a:cubicBezTo>
                      <a:cubicBezTo>
                        <a:pt x="98012" y="69437"/>
                        <a:pt x="97822" y="70771"/>
                        <a:pt x="97250" y="72009"/>
                      </a:cubicBezTo>
                      <a:lnTo>
                        <a:pt x="98870" y="75057"/>
                      </a:lnTo>
                      <a:lnTo>
                        <a:pt x="98203" y="75057"/>
                      </a:lnTo>
                      <a:cubicBezTo>
                        <a:pt x="97631" y="75914"/>
                        <a:pt x="97250" y="78391"/>
                        <a:pt x="97250" y="82106"/>
                      </a:cubicBezTo>
                      <a:cubicBezTo>
                        <a:pt x="97250" y="85058"/>
                        <a:pt x="96393" y="87249"/>
                        <a:pt x="94583" y="88392"/>
                      </a:cubicBezTo>
                      <a:cubicBezTo>
                        <a:pt x="94869" y="88868"/>
                        <a:pt x="95821" y="89059"/>
                        <a:pt x="97250" y="89059"/>
                      </a:cubicBezTo>
                      <a:cubicBezTo>
                        <a:pt x="98203" y="104585"/>
                        <a:pt x="98203" y="117253"/>
                        <a:pt x="97250" y="126968"/>
                      </a:cubicBezTo>
                      <a:cubicBezTo>
                        <a:pt x="97155" y="126302"/>
                        <a:pt x="96583" y="125921"/>
                        <a:pt x="95821" y="125921"/>
                      </a:cubicBezTo>
                      <a:lnTo>
                        <a:pt x="93631" y="125921"/>
                      </a:lnTo>
                      <a:cubicBezTo>
                        <a:pt x="93631" y="125921"/>
                        <a:pt x="94107" y="126683"/>
                        <a:pt x="94107" y="127159"/>
                      </a:cubicBezTo>
                      <a:cubicBezTo>
                        <a:pt x="94107" y="127826"/>
                        <a:pt x="93631" y="128683"/>
                        <a:pt x="92774" y="129540"/>
                      </a:cubicBezTo>
                      <a:cubicBezTo>
                        <a:pt x="91821" y="130493"/>
                        <a:pt x="91440" y="131254"/>
                        <a:pt x="91440" y="131826"/>
                      </a:cubicBezTo>
                      <a:cubicBezTo>
                        <a:pt x="91440" y="132493"/>
                        <a:pt x="91821" y="133160"/>
                        <a:pt x="92583" y="133826"/>
                      </a:cubicBezTo>
                      <a:cubicBezTo>
                        <a:pt x="93631" y="131159"/>
                        <a:pt x="95155" y="129731"/>
                        <a:pt x="97060" y="129731"/>
                      </a:cubicBezTo>
                      <a:cubicBezTo>
                        <a:pt x="98298" y="129731"/>
                        <a:pt x="101251" y="131159"/>
                        <a:pt x="105918" y="133826"/>
                      </a:cubicBezTo>
                      <a:cubicBezTo>
                        <a:pt x="106299" y="134017"/>
                        <a:pt x="106966" y="133636"/>
                        <a:pt x="107728" y="133064"/>
                      </a:cubicBezTo>
                      <a:lnTo>
                        <a:pt x="107728" y="131445"/>
                      </a:lnTo>
                      <a:cubicBezTo>
                        <a:pt x="108490" y="132017"/>
                        <a:pt x="110681" y="132302"/>
                        <a:pt x="114586" y="132302"/>
                      </a:cubicBezTo>
                      <a:lnTo>
                        <a:pt x="113919" y="133160"/>
                      </a:lnTo>
                      <a:cubicBezTo>
                        <a:pt x="114776" y="133541"/>
                        <a:pt x="115729" y="133731"/>
                        <a:pt x="116681" y="133731"/>
                      </a:cubicBezTo>
                      <a:cubicBezTo>
                        <a:pt x="117634" y="133731"/>
                        <a:pt x="118872" y="133350"/>
                        <a:pt x="120491" y="132588"/>
                      </a:cubicBezTo>
                      <a:cubicBezTo>
                        <a:pt x="122206" y="131826"/>
                        <a:pt x="123444" y="131445"/>
                        <a:pt x="124111" y="131445"/>
                      </a:cubicBezTo>
                      <a:cubicBezTo>
                        <a:pt x="125349" y="131445"/>
                        <a:pt x="126492" y="132017"/>
                        <a:pt x="127730" y="133064"/>
                      </a:cubicBezTo>
                      <a:cubicBezTo>
                        <a:pt x="130778" y="131921"/>
                        <a:pt x="134112" y="131445"/>
                        <a:pt x="137732" y="131445"/>
                      </a:cubicBezTo>
                      <a:cubicBezTo>
                        <a:pt x="139541" y="131445"/>
                        <a:pt x="142304" y="131636"/>
                        <a:pt x="145923" y="132112"/>
                      </a:cubicBezTo>
                      <a:cubicBezTo>
                        <a:pt x="149542" y="132493"/>
                        <a:pt x="152305" y="132683"/>
                        <a:pt x="154305" y="132683"/>
                      </a:cubicBezTo>
                      <a:cubicBezTo>
                        <a:pt x="156115" y="132683"/>
                        <a:pt x="157829" y="132493"/>
                        <a:pt x="159544" y="132302"/>
                      </a:cubicBezTo>
                      <a:close/>
                      <a:moveTo>
                        <a:pt x="61246" y="70390"/>
                      </a:moveTo>
                      <a:lnTo>
                        <a:pt x="61246" y="72009"/>
                      </a:lnTo>
                      <a:lnTo>
                        <a:pt x="58769" y="69628"/>
                      </a:lnTo>
                      <a:cubicBezTo>
                        <a:pt x="59436" y="69628"/>
                        <a:pt x="60198" y="69914"/>
                        <a:pt x="61246" y="70390"/>
                      </a:cubicBezTo>
                      <a:close/>
                      <a:moveTo>
                        <a:pt x="64008" y="77248"/>
                      </a:moveTo>
                      <a:cubicBezTo>
                        <a:pt x="64008" y="77248"/>
                        <a:pt x="63817" y="77724"/>
                        <a:pt x="63817" y="77248"/>
                      </a:cubicBezTo>
                      <a:lnTo>
                        <a:pt x="64008" y="77248"/>
                      </a:lnTo>
                      <a:close/>
                      <a:moveTo>
                        <a:pt x="66485" y="122873"/>
                      </a:moveTo>
                      <a:lnTo>
                        <a:pt x="64865" y="121253"/>
                      </a:lnTo>
                      <a:lnTo>
                        <a:pt x="67628" y="119063"/>
                      </a:lnTo>
                      <a:lnTo>
                        <a:pt x="65532" y="119063"/>
                      </a:lnTo>
                      <a:lnTo>
                        <a:pt x="66485" y="116396"/>
                      </a:lnTo>
                      <a:lnTo>
                        <a:pt x="63722" y="120491"/>
                      </a:lnTo>
                      <a:lnTo>
                        <a:pt x="64675" y="122396"/>
                      </a:lnTo>
                      <a:cubicBezTo>
                        <a:pt x="64961" y="123063"/>
                        <a:pt x="65532" y="123254"/>
                        <a:pt x="66485" y="122968"/>
                      </a:cubicBezTo>
                      <a:close/>
                      <a:moveTo>
                        <a:pt x="72581" y="126968"/>
                      </a:moveTo>
                      <a:lnTo>
                        <a:pt x="76200" y="125921"/>
                      </a:lnTo>
                      <a:lnTo>
                        <a:pt x="73628" y="125921"/>
                      </a:lnTo>
                      <a:lnTo>
                        <a:pt x="72485" y="126968"/>
                      </a:lnTo>
                      <a:close/>
                      <a:moveTo>
                        <a:pt x="83915" y="85154"/>
                      </a:moveTo>
                      <a:lnTo>
                        <a:pt x="86868" y="83725"/>
                      </a:lnTo>
                      <a:lnTo>
                        <a:pt x="85058" y="83725"/>
                      </a:lnTo>
                      <a:lnTo>
                        <a:pt x="83915" y="85154"/>
                      </a:lnTo>
                      <a:close/>
                      <a:moveTo>
                        <a:pt x="86868" y="58579"/>
                      </a:moveTo>
                      <a:lnTo>
                        <a:pt x="87535" y="56388"/>
                      </a:lnTo>
                      <a:lnTo>
                        <a:pt x="85058" y="55341"/>
                      </a:lnTo>
                      <a:lnTo>
                        <a:pt x="86868" y="58579"/>
                      </a:lnTo>
                      <a:close/>
                      <a:moveTo>
                        <a:pt x="118205" y="38576"/>
                      </a:moveTo>
                      <a:lnTo>
                        <a:pt x="118205" y="41339"/>
                      </a:lnTo>
                      <a:lnTo>
                        <a:pt x="117538" y="41339"/>
                      </a:lnTo>
                      <a:lnTo>
                        <a:pt x="117538" y="38576"/>
                      </a:lnTo>
                      <a:lnTo>
                        <a:pt x="118205" y="38576"/>
                      </a:lnTo>
                      <a:close/>
                      <a:moveTo>
                        <a:pt x="161163" y="139351"/>
                      </a:moveTo>
                      <a:lnTo>
                        <a:pt x="161163" y="137160"/>
                      </a:lnTo>
                      <a:lnTo>
                        <a:pt x="160306" y="135541"/>
                      </a:lnTo>
                      <a:lnTo>
                        <a:pt x="161163" y="139446"/>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 name="Google Shape;829;p99"/>
                <p:cNvSpPr/>
                <p:nvPr/>
              </p:nvSpPr>
              <p:spPr>
                <a:xfrm>
                  <a:off x="3559396" y="3736657"/>
                  <a:ext cx="211740" cy="169068"/>
                </a:xfrm>
                <a:custGeom>
                  <a:avLst/>
                  <a:gdLst/>
                  <a:ahLst/>
                  <a:cxnLst/>
                  <a:rect l="l" t="t" r="r" b="b"/>
                  <a:pathLst>
                    <a:path w="211740" h="169068" extrusionOk="0">
                      <a:moveTo>
                        <a:pt x="0" y="90964"/>
                      </a:moveTo>
                      <a:cubicBezTo>
                        <a:pt x="3143" y="92393"/>
                        <a:pt x="4667" y="94202"/>
                        <a:pt x="4572" y="96393"/>
                      </a:cubicBezTo>
                      <a:lnTo>
                        <a:pt x="1810" y="96393"/>
                      </a:lnTo>
                      <a:cubicBezTo>
                        <a:pt x="2286" y="95821"/>
                        <a:pt x="2476" y="95250"/>
                        <a:pt x="2476" y="94679"/>
                      </a:cubicBezTo>
                      <a:cubicBezTo>
                        <a:pt x="2476" y="93250"/>
                        <a:pt x="1619" y="91916"/>
                        <a:pt x="0" y="90869"/>
                      </a:cubicBezTo>
                      <a:close/>
                      <a:moveTo>
                        <a:pt x="667" y="115443"/>
                      </a:moveTo>
                      <a:lnTo>
                        <a:pt x="1810" y="115443"/>
                      </a:lnTo>
                      <a:lnTo>
                        <a:pt x="3620" y="116681"/>
                      </a:lnTo>
                      <a:lnTo>
                        <a:pt x="667" y="115443"/>
                      </a:lnTo>
                      <a:close/>
                      <a:moveTo>
                        <a:pt x="14764" y="144875"/>
                      </a:moveTo>
                      <a:cubicBezTo>
                        <a:pt x="11906" y="145447"/>
                        <a:pt x="10573" y="144875"/>
                        <a:pt x="10668" y="143446"/>
                      </a:cubicBezTo>
                      <a:lnTo>
                        <a:pt x="14764" y="144875"/>
                      </a:lnTo>
                      <a:close/>
                      <a:moveTo>
                        <a:pt x="10668" y="858"/>
                      </a:moveTo>
                      <a:lnTo>
                        <a:pt x="11335" y="0"/>
                      </a:lnTo>
                      <a:lnTo>
                        <a:pt x="17431" y="0"/>
                      </a:lnTo>
                      <a:lnTo>
                        <a:pt x="10668" y="858"/>
                      </a:lnTo>
                      <a:close/>
                      <a:moveTo>
                        <a:pt x="10668" y="123158"/>
                      </a:moveTo>
                      <a:cubicBezTo>
                        <a:pt x="11430" y="122777"/>
                        <a:pt x="11716" y="122206"/>
                        <a:pt x="11525" y="121539"/>
                      </a:cubicBezTo>
                      <a:cubicBezTo>
                        <a:pt x="11430" y="119253"/>
                        <a:pt x="11335" y="118491"/>
                        <a:pt x="11335" y="119253"/>
                      </a:cubicBezTo>
                      <a:lnTo>
                        <a:pt x="13145" y="119253"/>
                      </a:lnTo>
                      <a:cubicBezTo>
                        <a:pt x="12954" y="120110"/>
                        <a:pt x="12763" y="121063"/>
                        <a:pt x="12573" y="122015"/>
                      </a:cubicBezTo>
                      <a:cubicBezTo>
                        <a:pt x="12383" y="122968"/>
                        <a:pt x="11716" y="123444"/>
                        <a:pt x="10668" y="123063"/>
                      </a:cubicBezTo>
                      <a:close/>
                      <a:moveTo>
                        <a:pt x="14764" y="144875"/>
                      </a:moveTo>
                      <a:lnTo>
                        <a:pt x="14954" y="145066"/>
                      </a:lnTo>
                      <a:lnTo>
                        <a:pt x="14764" y="144875"/>
                      </a:lnTo>
                      <a:close/>
                      <a:moveTo>
                        <a:pt x="22098" y="84011"/>
                      </a:moveTo>
                      <a:lnTo>
                        <a:pt x="25717" y="84582"/>
                      </a:lnTo>
                      <a:lnTo>
                        <a:pt x="23908" y="86201"/>
                      </a:lnTo>
                      <a:lnTo>
                        <a:pt x="22098" y="83915"/>
                      </a:lnTo>
                      <a:close/>
                      <a:moveTo>
                        <a:pt x="24575" y="93154"/>
                      </a:moveTo>
                      <a:cubicBezTo>
                        <a:pt x="25337" y="92774"/>
                        <a:pt x="26098" y="92583"/>
                        <a:pt x="26860" y="92583"/>
                      </a:cubicBezTo>
                      <a:cubicBezTo>
                        <a:pt x="28670" y="92583"/>
                        <a:pt x="30575" y="93345"/>
                        <a:pt x="32575" y="94774"/>
                      </a:cubicBezTo>
                      <a:lnTo>
                        <a:pt x="24575" y="93154"/>
                      </a:lnTo>
                      <a:close/>
                      <a:moveTo>
                        <a:pt x="28956" y="65723"/>
                      </a:moveTo>
                      <a:lnTo>
                        <a:pt x="28956" y="66770"/>
                      </a:lnTo>
                      <a:lnTo>
                        <a:pt x="25717" y="65151"/>
                      </a:lnTo>
                      <a:cubicBezTo>
                        <a:pt x="26479" y="64865"/>
                        <a:pt x="27527" y="65151"/>
                        <a:pt x="28956" y="65723"/>
                      </a:cubicBezTo>
                      <a:close/>
                      <a:moveTo>
                        <a:pt x="27146" y="139065"/>
                      </a:moveTo>
                      <a:lnTo>
                        <a:pt x="25813" y="138017"/>
                      </a:lnTo>
                      <a:lnTo>
                        <a:pt x="28289" y="137160"/>
                      </a:lnTo>
                      <a:lnTo>
                        <a:pt x="27146" y="139065"/>
                      </a:lnTo>
                      <a:close/>
                      <a:moveTo>
                        <a:pt x="30099" y="107633"/>
                      </a:moveTo>
                      <a:lnTo>
                        <a:pt x="28956" y="108204"/>
                      </a:lnTo>
                      <a:lnTo>
                        <a:pt x="28194" y="106013"/>
                      </a:lnTo>
                      <a:lnTo>
                        <a:pt x="30004" y="107633"/>
                      </a:lnTo>
                      <a:close/>
                      <a:moveTo>
                        <a:pt x="28956" y="124683"/>
                      </a:moveTo>
                      <a:cubicBezTo>
                        <a:pt x="28004" y="124492"/>
                        <a:pt x="29337" y="124492"/>
                        <a:pt x="32766" y="124492"/>
                      </a:cubicBezTo>
                      <a:cubicBezTo>
                        <a:pt x="34100" y="124492"/>
                        <a:pt x="35242" y="124873"/>
                        <a:pt x="36004" y="125635"/>
                      </a:cubicBezTo>
                      <a:cubicBezTo>
                        <a:pt x="35528" y="125635"/>
                        <a:pt x="34766" y="125825"/>
                        <a:pt x="33623" y="126206"/>
                      </a:cubicBezTo>
                      <a:cubicBezTo>
                        <a:pt x="32480" y="126587"/>
                        <a:pt x="31623" y="126778"/>
                        <a:pt x="30956" y="126778"/>
                      </a:cubicBezTo>
                      <a:cubicBezTo>
                        <a:pt x="29908" y="126778"/>
                        <a:pt x="29242" y="126016"/>
                        <a:pt x="28956" y="124587"/>
                      </a:cubicBezTo>
                      <a:close/>
                      <a:moveTo>
                        <a:pt x="32575" y="116110"/>
                      </a:moveTo>
                      <a:lnTo>
                        <a:pt x="28956" y="119920"/>
                      </a:lnTo>
                      <a:cubicBezTo>
                        <a:pt x="28766" y="119348"/>
                        <a:pt x="29051" y="118586"/>
                        <a:pt x="29718" y="117539"/>
                      </a:cubicBezTo>
                      <a:cubicBezTo>
                        <a:pt x="30385" y="116396"/>
                        <a:pt x="31337" y="115919"/>
                        <a:pt x="32575" y="116110"/>
                      </a:cubicBezTo>
                      <a:close/>
                      <a:moveTo>
                        <a:pt x="31623" y="61055"/>
                      </a:moveTo>
                      <a:lnTo>
                        <a:pt x="31623" y="63532"/>
                      </a:lnTo>
                      <a:lnTo>
                        <a:pt x="30004" y="58865"/>
                      </a:lnTo>
                      <a:cubicBezTo>
                        <a:pt x="30766" y="58769"/>
                        <a:pt x="31242" y="58865"/>
                        <a:pt x="31528" y="59531"/>
                      </a:cubicBezTo>
                      <a:cubicBezTo>
                        <a:pt x="31718" y="60103"/>
                        <a:pt x="31813" y="60674"/>
                        <a:pt x="31623" y="61151"/>
                      </a:cubicBezTo>
                      <a:close/>
                      <a:moveTo>
                        <a:pt x="34385" y="140208"/>
                      </a:moveTo>
                      <a:lnTo>
                        <a:pt x="35338" y="141256"/>
                      </a:lnTo>
                      <a:lnTo>
                        <a:pt x="31718" y="140208"/>
                      </a:lnTo>
                      <a:lnTo>
                        <a:pt x="34480" y="140208"/>
                      </a:lnTo>
                      <a:close/>
                      <a:moveTo>
                        <a:pt x="35338" y="25146"/>
                      </a:moveTo>
                      <a:lnTo>
                        <a:pt x="35338" y="25718"/>
                      </a:lnTo>
                      <a:lnTo>
                        <a:pt x="32671" y="25718"/>
                      </a:lnTo>
                      <a:cubicBezTo>
                        <a:pt x="32671" y="25718"/>
                        <a:pt x="33718" y="25146"/>
                        <a:pt x="35338" y="25146"/>
                      </a:cubicBezTo>
                      <a:close/>
                      <a:moveTo>
                        <a:pt x="32671" y="132302"/>
                      </a:moveTo>
                      <a:cubicBezTo>
                        <a:pt x="36100" y="132302"/>
                        <a:pt x="38195" y="131540"/>
                        <a:pt x="39052" y="130112"/>
                      </a:cubicBezTo>
                      <a:lnTo>
                        <a:pt x="39052" y="133350"/>
                      </a:lnTo>
                      <a:cubicBezTo>
                        <a:pt x="38386" y="133921"/>
                        <a:pt x="37814" y="134208"/>
                        <a:pt x="37243" y="134208"/>
                      </a:cubicBezTo>
                      <a:cubicBezTo>
                        <a:pt x="36671" y="134208"/>
                        <a:pt x="35814" y="133921"/>
                        <a:pt x="34766" y="133350"/>
                      </a:cubicBezTo>
                      <a:cubicBezTo>
                        <a:pt x="33718" y="132779"/>
                        <a:pt x="33052" y="132493"/>
                        <a:pt x="32766" y="132302"/>
                      </a:cubicBezTo>
                      <a:close/>
                      <a:moveTo>
                        <a:pt x="34480" y="67437"/>
                      </a:moveTo>
                      <a:cubicBezTo>
                        <a:pt x="34480" y="67437"/>
                        <a:pt x="35433" y="67437"/>
                        <a:pt x="36100" y="68009"/>
                      </a:cubicBezTo>
                      <a:cubicBezTo>
                        <a:pt x="36671" y="68580"/>
                        <a:pt x="37052" y="68866"/>
                        <a:pt x="37243" y="69056"/>
                      </a:cubicBezTo>
                      <a:cubicBezTo>
                        <a:pt x="36671" y="68866"/>
                        <a:pt x="36100" y="69056"/>
                        <a:pt x="35623" y="69437"/>
                      </a:cubicBezTo>
                      <a:cubicBezTo>
                        <a:pt x="35147" y="69818"/>
                        <a:pt x="34766" y="70295"/>
                        <a:pt x="34480" y="70676"/>
                      </a:cubicBezTo>
                      <a:cubicBezTo>
                        <a:pt x="33242" y="70580"/>
                        <a:pt x="32766" y="70104"/>
                        <a:pt x="32861" y="69247"/>
                      </a:cubicBezTo>
                      <a:cubicBezTo>
                        <a:pt x="32861" y="68580"/>
                        <a:pt x="33338" y="68009"/>
                        <a:pt x="34480" y="67437"/>
                      </a:cubicBezTo>
                      <a:close/>
                      <a:moveTo>
                        <a:pt x="34480" y="152019"/>
                      </a:moveTo>
                      <a:cubicBezTo>
                        <a:pt x="36767" y="152591"/>
                        <a:pt x="37909" y="154019"/>
                        <a:pt x="37909" y="156305"/>
                      </a:cubicBezTo>
                      <a:cubicBezTo>
                        <a:pt x="37909" y="157067"/>
                        <a:pt x="37624" y="157734"/>
                        <a:pt x="36957" y="158115"/>
                      </a:cubicBezTo>
                      <a:lnTo>
                        <a:pt x="34957" y="156305"/>
                      </a:lnTo>
                      <a:cubicBezTo>
                        <a:pt x="33909" y="155448"/>
                        <a:pt x="33433" y="154781"/>
                        <a:pt x="33433" y="154019"/>
                      </a:cubicBezTo>
                      <a:cubicBezTo>
                        <a:pt x="33433" y="153353"/>
                        <a:pt x="33814" y="152686"/>
                        <a:pt x="34576" y="152019"/>
                      </a:cubicBezTo>
                      <a:close/>
                      <a:moveTo>
                        <a:pt x="33623" y="129445"/>
                      </a:moveTo>
                      <a:cubicBezTo>
                        <a:pt x="34480" y="127445"/>
                        <a:pt x="36385" y="126683"/>
                        <a:pt x="39052" y="127254"/>
                      </a:cubicBezTo>
                      <a:cubicBezTo>
                        <a:pt x="38576" y="127921"/>
                        <a:pt x="36767" y="128683"/>
                        <a:pt x="33623" y="129445"/>
                      </a:cubicBezTo>
                      <a:close/>
                      <a:moveTo>
                        <a:pt x="35433" y="88678"/>
                      </a:moveTo>
                      <a:lnTo>
                        <a:pt x="34480" y="86201"/>
                      </a:lnTo>
                      <a:lnTo>
                        <a:pt x="35433" y="87821"/>
                      </a:lnTo>
                      <a:lnTo>
                        <a:pt x="35433" y="88678"/>
                      </a:lnTo>
                      <a:close/>
                      <a:moveTo>
                        <a:pt x="36100" y="104870"/>
                      </a:moveTo>
                      <a:cubicBezTo>
                        <a:pt x="38005" y="102679"/>
                        <a:pt x="40100" y="102394"/>
                        <a:pt x="42196" y="104299"/>
                      </a:cubicBezTo>
                      <a:cubicBezTo>
                        <a:pt x="41910" y="104204"/>
                        <a:pt x="41148" y="104489"/>
                        <a:pt x="40100" y="105251"/>
                      </a:cubicBezTo>
                      <a:cubicBezTo>
                        <a:pt x="39052" y="106013"/>
                        <a:pt x="38291" y="106394"/>
                        <a:pt x="37814" y="106394"/>
                      </a:cubicBezTo>
                      <a:cubicBezTo>
                        <a:pt x="37052" y="106394"/>
                        <a:pt x="36481" y="105918"/>
                        <a:pt x="36004" y="104966"/>
                      </a:cubicBezTo>
                      <a:close/>
                      <a:moveTo>
                        <a:pt x="37243" y="159068"/>
                      </a:moveTo>
                      <a:lnTo>
                        <a:pt x="36100" y="158496"/>
                      </a:lnTo>
                      <a:cubicBezTo>
                        <a:pt x="36100" y="158496"/>
                        <a:pt x="36671" y="158306"/>
                        <a:pt x="36957" y="158020"/>
                      </a:cubicBezTo>
                      <a:cubicBezTo>
                        <a:pt x="37433" y="158496"/>
                        <a:pt x="37529" y="158782"/>
                        <a:pt x="37243" y="159068"/>
                      </a:cubicBezTo>
                      <a:close/>
                      <a:moveTo>
                        <a:pt x="37243" y="119253"/>
                      </a:moveTo>
                      <a:lnTo>
                        <a:pt x="37243" y="116681"/>
                      </a:lnTo>
                      <a:lnTo>
                        <a:pt x="41529" y="117729"/>
                      </a:lnTo>
                      <a:cubicBezTo>
                        <a:pt x="40196" y="118967"/>
                        <a:pt x="38767" y="119539"/>
                        <a:pt x="37243" y="119348"/>
                      </a:cubicBezTo>
                      <a:close/>
                      <a:moveTo>
                        <a:pt x="40386" y="68961"/>
                      </a:moveTo>
                      <a:cubicBezTo>
                        <a:pt x="40386" y="68961"/>
                        <a:pt x="39624" y="68961"/>
                        <a:pt x="39052" y="68390"/>
                      </a:cubicBezTo>
                      <a:lnTo>
                        <a:pt x="40386" y="66675"/>
                      </a:lnTo>
                      <a:lnTo>
                        <a:pt x="40386" y="68961"/>
                      </a:lnTo>
                      <a:close/>
                      <a:moveTo>
                        <a:pt x="40386" y="151924"/>
                      </a:moveTo>
                      <a:cubicBezTo>
                        <a:pt x="39433" y="151543"/>
                        <a:pt x="39052" y="151067"/>
                        <a:pt x="39052" y="150686"/>
                      </a:cubicBezTo>
                      <a:cubicBezTo>
                        <a:pt x="39052" y="150400"/>
                        <a:pt x="39243" y="150019"/>
                        <a:pt x="39719" y="149447"/>
                      </a:cubicBezTo>
                      <a:cubicBezTo>
                        <a:pt x="40196" y="148876"/>
                        <a:pt x="40386" y="148400"/>
                        <a:pt x="40386" y="148019"/>
                      </a:cubicBezTo>
                      <a:lnTo>
                        <a:pt x="40386" y="151924"/>
                      </a:lnTo>
                      <a:close/>
                      <a:moveTo>
                        <a:pt x="39719" y="92488"/>
                      </a:moveTo>
                      <a:cubicBezTo>
                        <a:pt x="39719" y="92488"/>
                        <a:pt x="41148" y="91154"/>
                        <a:pt x="44101" y="89726"/>
                      </a:cubicBezTo>
                      <a:cubicBezTo>
                        <a:pt x="43148" y="90488"/>
                        <a:pt x="41720" y="91440"/>
                        <a:pt x="39719" y="92488"/>
                      </a:cubicBezTo>
                      <a:close/>
                      <a:moveTo>
                        <a:pt x="39719" y="111347"/>
                      </a:moveTo>
                      <a:lnTo>
                        <a:pt x="41529" y="110681"/>
                      </a:lnTo>
                      <a:cubicBezTo>
                        <a:pt x="42291" y="110395"/>
                        <a:pt x="42863" y="110681"/>
                        <a:pt x="43339" y="111347"/>
                      </a:cubicBezTo>
                      <a:lnTo>
                        <a:pt x="39719" y="111347"/>
                      </a:lnTo>
                      <a:close/>
                      <a:moveTo>
                        <a:pt x="44101" y="63437"/>
                      </a:moveTo>
                      <a:cubicBezTo>
                        <a:pt x="42386" y="62960"/>
                        <a:pt x="41624" y="62008"/>
                        <a:pt x="41624" y="60389"/>
                      </a:cubicBezTo>
                      <a:cubicBezTo>
                        <a:pt x="41624" y="59722"/>
                        <a:pt x="41815" y="59150"/>
                        <a:pt x="42386" y="58769"/>
                      </a:cubicBezTo>
                      <a:cubicBezTo>
                        <a:pt x="42100" y="59627"/>
                        <a:pt x="42386" y="60674"/>
                        <a:pt x="43529" y="61817"/>
                      </a:cubicBezTo>
                      <a:lnTo>
                        <a:pt x="45053" y="61817"/>
                      </a:lnTo>
                      <a:cubicBezTo>
                        <a:pt x="44482" y="62770"/>
                        <a:pt x="44196" y="63341"/>
                        <a:pt x="44196" y="63437"/>
                      </a:cubicBezTo>
                      <a:close/>
                      <a:moveTo>
                        <a:pt x="44101" y="143351"/>
                      </a:moveTo>
                      <a:lnTo>
                        <a:pt x="45910" y="144971"/>
                      </a:lnTo>
                      <a:cubicBezTo>
                        <a:pt x="45910" y="145542"/>
                        <a:pt x="45434" y="145828"/>
                        <a:pt x="44577" y="145828"/>
                      </a:cubicBezTo>
                      <a:lnTo>
                        <a:pt x="42291" y="145637"/>
                      </a:lnTo>
                      <a:cubicBezTo>
                        <a:pt x="43625" y="144399"/>
                        <a:pt x="44196" y="143637"/>
                        <a:pt x="44101" y="143446"/>
                      </a:cubicBezTo>
                      <a:close/>
                      <a:moveTo>
                        <a:pt x="43434" y="142780"/>
                      </a:moveTo>
                      <a:cubicBezTo>
                        <a:pt x="43434" y="142780"/>
                        <a:pt x="44101" y="143066"/>
                        <a:pt x="44101" y="143351"/>
                      </a:cubicBezTo>
                      <a:lnTo>
                        <a:pt x="43434" y="142780"/>
                      </a:lnTo>
                      <a:close/>
                      <a:moveTo>
                        <a:pt x="48673" y="131064"/>
                      </a:moveTo>
                      <a:cubicBezTo>
                        <a:pt x="48958" y="131540"/>
                        <a:pt x="49149" y="132017"/>
                        <a:pt x="49149" y="132398"/>
                      </a:cubicBezTo>
                      <a:cubicBezTo>
                        <a:pt x="49149" y="133255"/>
                        <a:pt x="48673" y="133636"/>
                        <a:pt x="47530" y="133636"/>
                      </a:cubicBezTo>
                      <a:cubicBezTo>
                        <a:pt x="46387" y="133636"/>
                        <a:pt x="45244" y="133255"/>
                        <a:pt x="44387" y="132493"/>
                      </a:cubicBezTo>
                      <a:cubicBezTo>
                        <a:pt x="43434" y="131731"/>
                        <a:pt x="43434" y="130874"/>
                        <a:pt x="44196" y="130016"/>
                      </a:cubicBezTo>
                      <a:lnTo>
                        <a:pt x="48768" y="131064"/>
                      </a:lnTo>
                      <a:close/>
                      <a:moveTo>
                        <a:pt x="44101" y="89630"/>
                      </a:moveTo>
                      <a:cubicBezTo>
                        <a:pt x="44101" y="89630"/>
                        <a:pt x="44672" y="89154"/>
                        <a:pt x="44958" y="89154"/>
                      </a:cubicBezTo>
                      <a:cubicBezTo>
                        <a:pt x="44672" y="89154"/>
                        <a:pt x="44387" y="89440"/>
                        <a:pt x="44101" y="89630"/>
                      </a:cubicBezTo>
                      <a:close/>
                      <a:moveTo>
                        <a:pt x="51149" y="101918"/>
                      </a:moveTo>
                      <a:cubicBezTo>
                        <a:pt x="51149" y="101918"/>
                        <a:pt x="50768" y="102203"/>
                        <a:pt x="50483" y="103537"/>
                      </a:cubicBezTo>
                      <a:lnTo>
                        <a:pt x="45053" y="99536"/>
                      </a:lnTo>
                      <a:cubicBezTo>
                        <a:pt x="45815" y="99536"/>
                        <a:pt x="46768" y="99917"/>
                        <a:pt x="48006" y="100775"/>
                      </a:cubicBezTo>
                      <a:cubicBezTo>
                        <a:pt x="49244" y="101632"/>
                        <a:pt x="50292" y="102013"/>
                        <a:pt x="51149" y="101918"/>
                      </a:cubicBezTo>
                      <a:close/>
                      <a:moveTo>
                        <a:pt x="48006" y="82201"/>
                      </a:moveTo>
                      <a:cubicBezTo>
                        <a:pt x="48006" y="82201"/>
                        <a:pt x="47530" y="82487"/>
                        <a:pt x="47530" y="82677"/>
                      </a:cubicBezTo>
                      <a:cubicBezTo>
                        <a:pt x="46863" y="81439"/>
                        <a:pt x="46672" y="80486"/>
                        <a:pt x="46672" y="79629"/>
                      </a:cubicBezTo>
                      <a:cubicBezTo>
                        <a:pt x="46672" y="79343"/>
                        <a:pt x="46672" y="79153"/>
                        <a:pt x="46863" y="78962"/>
                      </a:cubicBezTo>
                      <a:cubicBezTo>
                        <a:pt x="47339" y="79248"/>
                        <a:pt x="47720" y="79724"/>
                        <a:pt x="48006" y="80582"/>
                      </a:cubicBezTo>
                      <a:cubicBezTo>
                        <a:pt x="48292" y="81439"/>
                        <a:pt x="48292" y="81915"/>
                        <a:pt x="48006" y="82106"/>
                      </a:cubicBezTo>
                      <a:close/>
                      <a:moveTo>
                        <a:pt x="48673" y="72104"/>
                      </a:moveTo>
                      <a:cubicBezTo>
                        <a:pt x="49244" y="72200"/>
                        <a:pt x="50006" y="72104"/>
                        <a:pt x="51054" y="71438"/>
                      </a:cubicBezTo>
                      <a:cubicBezTo>
                        <a:pt x="52006" y="70866"/>
                        <a:pt x="52864" y="70771"/>
                        <a:pt x="53626" y="71057"/>
                      </a:cubicBezTo>
                      <a:cubicBezTo>
                        <a:pt x="53054" y="72485"/>
                        <a:pt x="51530" y="73057"/>
                        <a:pt x="49339" y="72676"/>
                      </a:cubicBezTo>
                      <a:lnTo>
                        <a:pt x="48673" y="72009"/>
                      </a:lnTo>
                      <a:close/>
                      <a:moveTo>
                        <a:pt x="52292" y="143351"/>
                      </a:moveTo>
                      <a:cubicBezTo>
                        <a:pt x="52292" y="143351"/>
                        <a:pt x="52102" y="144113"/>
                        <a:pt x="52102" y="144494"/>
                      </a:cubicBezTo>
                      <a:cubicBezTo>
                        <a:pt x="51435" y="145447"/>
                        <a:pt x="50768" y="145923"/>
                        <a:pt x="50006" y="145923"/>
                      </a:cubicBezTo>
                      <a:cubicBezTo>
                        <a:pt x="49530" y="145923"/>
                        <a:pt x="49149" y="145828"/>
                        <a:pt x="48673" y="145542"/>
                      </a:cubicBezTo>
                      <a:lnTo>
                        <a:pt x="49339" y="142780"/>
                      </a:lnTo>
                      <a:lnTo>
                        <a:pt x="52292" y="143351"/>
                      </a:lnTo>
                      <a:close/>
                      <a:moveTo>
                        <a:pt x="142494" y="7144"/>
                      </a:moveTo>
                      <a:cubicBezTo>
                        <a:pt x="146113" y="5715"/>
                        <a:pt x="150019" y="4953"/>
                        <a:pt x="154019" y="4953"/>
                      </a:cubicBezTo>
                      <a:cubicBezTo>
                        <a:pt x="162306" y="4953"/>
                        <a:pt x="169831" y="7429"/>
                        <a:pt x="176498" y="12478"/>
                      </a:cubicBezTo>
                      <a:cubicBezTo>
                        <a:pt x="176308" y="13145"/>
                        <a:pt x="175450" y="15526"/>
                        <a:pt x="173736" y="19526"/>
                      </a:cubicBezTo>
                      <a:cubicBezTo>
                        <a:pt x="172212" y="22860"/>
                        <a:pt x="171736" y="25432"/>
                        <a:pt x="172212" y="27527"/>
                      </a:cubicBezTo>
                      <a:lnTo>
                        <a:pt x="170402" y="27527"/>
                      </a:lnTo>
                      <a:cubicBezTo>
                        <a:pt x="170593" y="28480"/>
                        <a:pt x="170593" y="29337"/>
                        <a:pt x="170593" y="30194"/>
                      </a:cubicBezTo>
                      <a:cubicBezTo>
                        <a:pt x="170593" y="32671"/>
                        <a:pt x="169640" y="36100"/>
                        <a:pt x="167735" y="40386"/>
                      </a:cubicBezTo>
                      <a:cubicBezTo>
                        <a:pt x="165830" y="44768"/>
                        <a:pt x="164878" y="48196"/>
                        <a:pt x="164878" y="50673"/>
                      </a:cubicBezTo>
                      <a:cubicBezTo>
                        <a:pt x="164878" y="51435"/>
                        <a:pt x="164973" y="52388"/>
                        <a:pt x="165163" y="53245"/>
                      </a:cubicBezTo>
                      <a:cubicBezTo>
                        <a:pt x="163068" y="53340"/>
                        <a:pt x="161734" y="54959"/>
                        <a:pt x="161354" y="57817"/>
                      </a:cubicBezTo>
                      <a:cubicBezTo>
                        <a:pt x="160877" y="60674"/>
                        <a:pt x="159925" y="62294"/>
                        <a:pt x="158401" y="62579"/>
                      </a:cubicBezTo>
                      <a:cubicBezTo>
                        <a:pt x="158782" y="65532"/>
                        <a:pt x="159067" y="68104"/>
                        <a:pt x="159067" y="70104"/>
                      </a:cubicBezTo>
                      <a:cubicBezTo>
                        <a:pt x="159067" y="76200"/>
                        <a:pt x="157353" y="80296"/>
                        <a:pt x="153829" y="82296"/>
                      </a:cubicBezTo>
                      <a:cubicBezTo>
                        <a:pt x="154305" y="83629"/>
                        <a:pt x="154496" y="84963"/>
                        <a:pt x="154496" y="86201"/>
                      </a:cubicBezTo>
                      <a:cubicBezTo>
                        <a:pt x="154496" y="88678"/>
                        <a:pt x="153448" y="91631"/>
                        <a:pt x="151352" y="95155"/>
                      </a:cubicBezTo>
                      <a:cubicBezTo>
                        <a:pt x="148971" y="99441"/>
                        <a:pt x="147447" y="102489"/>
                        <a:pt x="147066" y="104299"/>
                      </a:cubicBezTo>
                      <a:lnTo>
                        <a:pt x="147066" y="112204"/>
                      </a:lnTo>
                      <a:cubicBezTo>
                        <a:pt x="144685" y="113824"/>
                        <a:pt x="143446" y="118205"/>
                        <a:pt x="143446" y="125540"/>
                      </a:cubicBezTo>
                      <a:cubicBezTo>
                        <a:pt x="141446" y="125635"/>
                        <a:pt x="140303" y="126873"/>
                        <a:pt x="140017" y="129159"/>
                      </a:cubicBezTo>
                      <a:cubicBezTo>
                        <a:pt x="139732" y="132398"/>
                        <a:pt x="139255" y="134303"/>
                        <a:pt x="138875" y="134874"/>
                      </a:cubicBezTo>
                      <a:cubicBezTo>
                        <a:pt x="138875" y="136208"/>
                        <a:pt x="138589" y="137922"/>
                        <a:pt x="138113" y="139827"/>
                      </a:cubicBezTo>
                      <a:cubicBezTo>
                        <a:pt x="137541" y="141827"/>
                        <a:pt x="137350" y="143256"/>
                        <a:pt x="137350" y="144018"/>
                      </a:cubicBezTo>
                      <a:cubicBezTo>
                        <a:pt x="137350" y="145066"/>
                        <a:pt x="137636" y="146209"/>
                        <a:pt x="138303" y="147257"/>
                      </a:cubicBezTo>
                      <a:cubicBezTo>
                        <a:pt x="135731" y="148304"/>
                        <a:pt x="134112" y="151257"/>
                        <a:pt x="133541" y="156020"/>
                      </a:cubicBezTo>
                      <a:cubicBezTo>
                        <a:pt x="132874" y="160782"/>
                        <a:pt x="131254" y="163640"/>
                        <a:pt x="128588" y="164783"/>
                      </a:cubicBezTo>
                      <a:cubicBezTo>
                        <a:pt x="129064" y="166116"/>
                        <a:pt x="128397" y="166973"/>
                        <a:pt x="126587" y="167450"/>
                      </a:cubicBezTo>
                      <a:cubicBezTo>
                        <a:pt x="124873" y="167831"/>
                        <a:pt x="123158" y="168212"/>
                        <a:pt x="121444" y="168688"/>
                      </a:cubicBezTo>
                      <a:cubicBezTo>
                        <a:pt x="119348" y="168116"/>
                        <a:pt x="116872" y="167926"/>
                        <a:pt x="114014" y="167926"/>
                      </a:cubicBezTo>
                      <a:cubicBezTo>
                        <a:pt x="113062" y="167926"/>
                        <a:pt x="111823" y="167926"/>
                        <a:pt x="110109" y="168116"/>
                      </a:cubicBezTo>
                      <a:lnTo>
                        <a:pt x="106204" y="168116"/>
                      </a:lnTo>
                      <a:cubicBezTo>
                        <a:pt x="100775" y="168116"/>
                        <a:pt x="96488" y="166973"/>
                        <a:pt x="93250" y="164878"/>
                      </a:cubicBezTo>
                      <a:cubicBezTo>
                        <a:pt x="93535" y="164211"/>
                        <a:pt x="93631" y="163449"/>
                        <a:pt x="93631" y="162592"/>
                      </a:cubicBezTo>
                      <a:cubicBezTo>
                        <a:pt x="93631" y="161449"/>
                        <a:pt x="92964" y="159734"/>
                        <a:pt x="91440" y="157639"/>
                      </a:cubicBezTo>
                      <a:cubicBezTo>
                        <a:pt x="90011" y="155543"/>
                        <a:pt x="89249" y="153924"/>
                        <a:pt x="89249" y="152686"/>
                      </a:cubicBezTo>
                      <a:cubicBezTo>
                        <a:pt x="89249" y="151733"/>
                        <a:pt x="89440" y="150781"/>
                        <a:pt x="89916" y="149828"/>
                      </a:cubicBezTo>
                      <a:cubicBezTo>
                        <a:pt x="89916" y="148114"/>
                        <a:pt x="88963" y="146400"/>
                        <a:pt x="86963" y="144971"/>
                      </a:cubicBezTo>
                      <a:cubicBezTo>
                        <a:pt x="84963" y="143446"/>
                        <a:pt x="83915" y="142304"/>
                        <a:pt x="83629" y="141256"/>
                      </a:cubicBezTo>
                      <a:lnTo>
                        <a:pt x="83153" y="141542"/>
                      </a:lnTo>
                      <a:cubicBezTo>
                        <a:pt x="85630" y="139922"/>
                        <a:pt x="86392" y="137446"/>
                        <a:pt x="85439" y="134017"/>
                      </a:cubicBezTo>
                      <a:cubicBezTo>
                        <a:pt x="85249" y="133826"/>
                        <a:pt x="84392" y="133636"/>
                        <a:pt x="82677" y="133160"/>
                      </a:cubicBezTo>
                      <a:cubicBezTo>
                        <a:pt x="81820" y="132969"/>
                        <a:pt x="81248" y="132207"/>
                        <a:pt x="81058" y="131159"/>
                      </a:cubicBezTo>
                      <a:lnTo>
                        <a:pt x="84296" y="129540"/>
                      </a:lnTo>
                      <a:cubicBezTo>
                        <a:pt x="83534" y="129254"/>
                        <a:pt x="82867" y="128207"/>
                        <a:pt x="82296" y="126492"/>
                      </a:cubicBezTo>
                      <a:cubicBezTo>
                        <a:pt x="81629" y="124778"/>
                        <a:pt x="80963" y="123730"/>
                        <a:pt x="80200" y="123635"/>
                      </a:cubicBezTo>
                      <a:cubicBezTo>
                        <a:pt x="81058" y="123730"/>
                        <a:pt x="82296" y="123254"/>
                        <a:pt x="83629" y="122206"/>
                      </a:cubicBezTo>
                      <a:cubicBezTo>
                        <a:pt x="83915" y="120968"/>
                        <a:pt x="83248" y="120110"/>
                        <a:pt x="81534" y="119634"/>
                      </a:cubicBezTo>
                      <a:cubicBezTo>
                        <a:pt x="79915" y="119158"/>
                        <a:pt x="78867" y="118491"/>
                        <a:pt x="78581" y="117729"/>
                      </a:cubicBezTo>
                      <a:cubicBezTo>
                        <a:pt x="78486" y="117158"/>
                        <a:pt x="78486" y="114491"/>
                        <a:pt x="78581" y="109823"/>
                      </a:cubicBezTo>
                      <a:cubicBezTo>
                        <a:pt x="78772" y="106394"/>
                        <a:pt x="77533" y="104394"/>
                        <a:pt x="74962" y="103727"/>
                      </a:cubicBezTo>
                      <a:cubicBezTo>
                        <a:pt x="75247" y="102394"/>
                        <a:pt x="75533" y="101822"/>
                        <a:pt x="75629" y="102013"/>
                      </a:cubicBezTo>
                      <a:cubicBezTo>
                        <a:pt x="74295" y="101632"/>
                        <a:pt x="73628" y="101060"/>
                        <a:pt x="73628" y="100203"/>
                      </a:cubicBezTo>
                      <a:cubicBezTo>
                        <a:pt x="73628" y="100108"/>
                        <a:pt x="73628" y="99917"/>
                        <a:pt x="73819" y="99632"/>
                      </a:cubicBezTo>
                      <a:lnTo>
                        <a:pt x="73819" y="98870"/>
                      </a:lnTo>
                      <a:cubicBezTo>
                        <a:pt x="73819" y="98298"/>
                        <a:pt x="72866" y="98012"/>
                        <a:pt x="71056" y="98012"/>
                      </a:cubicBezTo>
                      <a:cubicBezTo>
                        <a:pt x="71533" y="94583"/>
                        <a:pt x="71723" y="92297"/>
                        <a:pt x="71723" y="90964"/>
                      </a:cubicBezTo>
                      <a:cubicBezTo>
                        <a:pt x="71723" y="87154"/>
                        <a:pt x="70390" y="84296"/>
                        <a:pt x="67818" y="82391"/>
                      </a:cubicBezTo>
                      <a:cubicBezTo>
                        <a:pt x="67913" y="82010"/>
                        <a:pt x="68104" y="81629"/>
                        <a:pt x="68104" y="81248"/>
                      </a:cubicBezTo>
                      <a:cubicBezTo>
                        <a:pt x="68104" y="80582"/>
                        <a:pt x="67913" y="79724"/>
                        <a:pt x="67532" y="78677"/>
                      </a:cubicBezTo>
                      <a:cubicBezTo>
                        <a:pt x="67151" y="77629"/>
                        <a:pt x="66961" y="76962"/>
                        <a:pt x="66961" y="76581"/>
                      </a:cubicBezTo>
                      <a:cubicBezTo>
                        <a:pt x="66961" y="75724"/>
                        <a:pt x="67532" y="75057"/>
                        <a:pt x="68580" y="74581"/>
                      </a:cubicBezTo>
                      <a:cubicBezTo>
                        <a:pt x="65818" y="73343"/>
                        <a:pt x="64198" y="70390"/>
                        <a:pt x="63722" y="65532"/>
                      </a:cubicBezTo>
                      <a:cubicBezTo>
                        <a:pt x="63151" y="60865"/>
                        <a:pt x="62293" y="57817"/>
                        <a:pt x="60865" y="56579"/>
                      </a:cubicBezTo>
                      <a:cubicBezTo>
                        <a:pt x="61055" y="55626"/>
                        <a:pt x="61055" y="54769"/>
                        <a:pt x="61055" y="54007"/>
                      </a:cubicBezTo>
                      <a:cubicBezTo>
                        <a:pt x="61055" y="51816"/>
                        <a:pt x="60198" y="48863"/>
                        <a:pt x="58293" y="45149"/>
                      </a:cubicBezTo>
                      <a:cubicBezTo>
                        <a:pt x="56483" y="41339"/>
                        <a:pt x="55531" y="38481"/>
                        <a:pt x="55531" y="36481"/>
                      </a:cubicBezTo>
                      <a:cubicBezTo>
                        <a:pt x="55531" y="34957"/>
                        <a:pt x="55817" y="33528"/>
                        <a:pt x="56388" y="32004"/>
                      </a:cubicBezTo>
                      <a:cubicBezTo>
                        <a:pt x="54864" y="31242"/>
                        <a:pt x="53912" y="29337"/>
                        <a:pt x="53435" y="26575"/>
                      </a:cubicBezTo>
                      <a:cubicBezTo>
                        <a:pt x="52959" y="23717"/>
                        <a:pt x="52483" y="20860"/>
                        <a:pt x="52102" y="18002"/>
                      </a:cubicBezTo>
                      <a:cubicBezTo>
                        <a:pt x="49054" y="16669"/>
                        <a:pt x="48101" y="14002"/>
                        <a:pt x="49149" y="10096"/>
                      </a:cubicBezTo>
                      <a:cubicBezTo>
                        <a:pt x="50959" y="6953"/>
                        <a:pt x="54007" y="5429"/>
                        <a:pt x="58293" y="5429"/>
                      </a:cubicBezTo>
                      <a:cubicBezTo>
                        <a:pt x="59531" y="5429"/>
                        <a:pt x="61341" y="5620"/>
                        <a:pt x="63817" y="6096"/>
                      </a:cubicBezTo>
                      <a:cubicBezTo>
                        <a:pt x="66294" y="6572"/>
                        <a:pt x="68294" y="6858"/>
                        <a:pt x="69628" y="6858"/>
                      </a:cubicBezTo>
                      <a:cubicBezTo>
                        <a:pt x="72771" y="6858"/>
                        <a:pt x="75343" y="6001"/>
                        <a:pt x="77343" y="4382"/>
                      </a:cubicBezTo>
                      <a:cubicBezTo>
                        <a:pt x="78962" y="4858"/>
                        <a:pt x="80867" y="6477"/>
                        <a:pt x="82772" y="8954"/>
                      </a:cubicBezTo>
                      <a:cubicBezTo>
                        <a:pt x="84772" y="11430"/>
                        <a:pt x="86487" y="12859"/>
                        <a:pt x="88011" y="12954"/>
                      </a:cubicBezTo>
                      <a:cubicBezTo>
                        <a:pt x="88487" y="13621"/>
                        <a:pt x="88773" y="15812"/>
                        <a:pt x="88773" y="19717"/>
                      </a:cubicBezTo>
                      <a:cubicBezTo>
                        <a:pt x="88773" y="22574"/>
                        <a:pt x="89916" y="24098"/>
                        <a:pt x="92392" y="24575"/>
                      </a:cubicBezTo>
                      <a:cubicBezTo>
                        <a:pt x="92678" y="25337"/>
                        <a:pt x="92869" y="26194"/>
                        <a:pt x="92869" y="27242"/>
                      </a:cubicBezTo>
                      <a:cubicBezTo>
                        <a:pt x="92869" y="28289"/>
                        <a:pt x="92678" y="29623"/>
                        <a:pt x="92202" y="31433"/>
                      </a:cubicBezTo>
                      <a:cubicBezTo>
                        <a:pt x="91726" y="33433"/>
                        <a:pt x="91535" y="34671"/>
                        <a:pt x="91535" y="35528"/>
                      </a:cubicBezTo>
                      <a:cubicBezTo>
                        <a:pt x="91535" y="37814"/>
                        <a:pt x="93059" y="39148"/>
                        <a:pt x="96107" y="39624"/>
                      </a:cubicBezTo>
                      <a:cubicBezTo>
                        <a:pt x="96393" y="40386"/>
                        <a:pt x="96583" y="41243"/>
                        <a:pt x="96583" y="42005"/>
                      </a:cubicBezTo>
                      <a:cubicBezTo>
                        <a:pt x="96583" y="43148"/>
                        <a:pt x="96393" y="44387"/>
                        <a:pt x="95917" y="46006"/>
                      </a:cubicBezTo>
                      <a:cubicBezTo>
                        <a:pt x="95441" y="47530"/>
                        <a:pt x="95250" y="48673"/>
                        <a:pt x="95250" y="49340"/>
                      </a:cubicBezTo>
                      <a:cubicBezTo>
                        <a:pt x="95250" y="51054"/>
                        <a:pt x="96583" y="52292"/>
                        <a:pt x="99346" y="52959"/>
                      </a:cubicBezTo>
                      <a:cubicBezTo>
                        <a:pt x="98679" y="54293"/>
                        <a:pt x="98488" y="55626"/>
                        <a:pt x="98488" y="57055"/>
                      </a:cubicBezTo>
                      <a:cubicBezTo>
                        <a:pt x="98488" y="58769"/>
                        <a:pt x="99346" y="61246"/>
                        <a:pt x="101155" y="64484"/>
                      </a:cubicBezTo>
                      <a:cubicBezTo>
                        <a:pt x="102870" y="67628"/>
                        <a:pt x="103727" y="70009"/>
                        <a:pt x="103727" y="71723"/>
                      </a:cubicBezTo>
                      <a:cubicBezTo>
                        <a:pt x="103727" y="73438"/>
                        <a:pt x="103251" y="74962"/>
                        <a:pt x="102203" y="76581"/>
                      </a:cubicBezTo>
                      <a:cubicBezTo>
                        <a:pt x="104584" y="77153"/>
                        <a:pt x="106108" y="80105"/>
                        <a:pt x="106775" y="85439"/>
                      </a:cubicBezTo>
                      <a:cubicBezTo>
                        <a:pt x="107347" y="90773"/>
                        <a:pt x="110014" y="93345"/>
                        <a:pt x="114681" y="93059"/>
                      </a:cubicBezTo>
                      <a:cubicBezTo>
                        <a:pt x="115919" y="92678"/>
                        <a:pt x="116491" y="91916"/>
                        <a:pt x="116491" y="90869"/>
                      </a:cubicBezTo>
                      <a:cubicBezTo>
                        <a:pt x="116491" y="89916"/>
                        <a:pt x="115824" y="88583"/>
                        <a:pt x="114681" y="86773"/>
                      </a:cubicBezTo>
                      <a:cubicBezTo>
                        <a:pt x="115157" y="83629"/>
                        <a:pt x="116776" y="79820"/>
                        <a:pt x="119539" y="75438"/>
                      </a:cubicBezTo>
                      <a:cubicBezTo>
                        <a:pt x="122396" y="70961"/>
                        <a:pt x="123730" y="67246"/>
                        <a:pt x="123730" y="64294"/>
                      </a:cubicBezTo>
                      <a:cubicBezTo>
                        <a:pt x="123730" y="63151"/>
                        <a:pt x="123539" y="62103"/>
                        <a:pt x="123254" y="61055"/>
                      </a:cubicBezTo>
                      <a:cubicBezTo>
                        <a:pt x="124968" y="59531"/>
                        <a:pt x="125921" y="56674"/>
                        <a:pt x="126301" y="52292"/>
                      </a:cubicBezTo>
                      <a:cubicBezTo>
                        <a:pt x="126683" y="48006"/>
                        <a:pt x="127730" y="45149"/>
                        <a:pt x="129635" y="43720"/>
                      </a:cubicBezTo>
                      <a:cubicBezTo>
                        <a:pt x="129350" y="42958"/>
                        <a:pt x="129159" y="42101"/>
                        <a:pt x="129159" y="41339"/>
                      </a:cubicBezTo>
                      <a:cubicBezTo>
                        <a:pt x="129159" y="39529"/>
                        <a:pt x="130016" y="37338"/>
                        <a:pt x="131826" y="34766"/>
                      </a:cubicBezTo>
                      <a:cubicBezTo>
                        <a:pt x="133541" y="32099"/>
                        <a:pt x="134398" y="30290"/>
                        <a:pt x="134398" y="29146"/>
                      </a:cubicBezTo>
                      <a:cubicBezTo>
                        <a:pt x="134398" y="28004"/>
                        <a:pt x="133826" y="27146"/>
                        <a:pt x="132874" y="26289"/>
                      </a:cubicBezTo>
                      <a:cubicBezTo>
                        <a:pt x="133064" y="25622"/>
                        <a:pt x="134017" y="24098"/>
                        <a:pt x="135922" y="21622"/>
                      </a:cubicBezTo>
                      <a:cubicBezTo>
                        <a:pt x="137827" y="19241"/>
                        <a:pt x="138779" y="17050"/>
                        <a:pt x="138779" y="15335"/>
                      </a:cubicBezTo>
                      <a:cubicBezTo>
                        <a:pt x="138779" y="14573"/>
                        <a:pt x="138589" y="13907"/>
                        <a:pt x="138303" y="13049"/>
                      </a:cubicBezTo>
                      <a:cubicBezTo>
                        <a:pt x="139637" y="13049"/>
                        <a:pt x="140684" y="12097"/>
                        <a:pt x="141446" y="10668"/>
                      </a:cubicBezTo>
                      <a:cubicBezTo>
                        <a:pt x="141732" y="9716"/>
                        <a:pt x="142113" y="8763"/>
                        <a:pt x="142589" y="7811"/>
                      </a:cubicBezTo>
                      <a:close/>
                      <a:moveTo>
                        <a:pt x="58293" y="137827"/>
                      </a:moveTo>
                      <a:lnTo>
                        <a:pt x="57341" y="136208"/>
                      </a:lnTo>
                      <a:lnTo>
                        <a:pt x="59150" y="136208"/>
                      </a:lnTo>
                      <a:cubicBezTo>
                        <a:pt x="58960" y="138494"/>
                        <a:pt x="57817" y="139637"/>
                        <a:pt x="55721" y="139637"/>
                      </a:cubicBezTo>
                      <a:cubicBezTo>
                        <a:pt x="55054" y="139637"/>
                        <a:pt x="54102" y="139541"/>
                        <a:pt x="52483" y="139256"/>
                      </a:cubicBezTo>
                      <a:cubicBezTo>
                        <a:pt x="50959" y="138970"/>
                        <a:pt x="49911" y="138875"/>
                        <a:pt x="49339" y="138875"/>
                      </a:cubicBezTo>
                      <a:cubicBezTo>
                        <a:pt x="49911" y="138589"/>
                        <a:pt x="50578" y="138494"/>
                        <a:pt x="51149" y="138494"/>
                      </a:cubicBezTo>
                      <a:cubicBezTo>
                        <a:pt x="51721" y="138494"/>
                        <a:pt x="52578" y="138684"/>
                        <a:pt x="53626" y="138970"/>
                      </a:cubicBezTo>
                      <a:cubicBezTo>
                        <a:pt x="54673" y="139351"/>
                        <a:pt x="55435" y="139446"/>
                        <a:pt x="55912" y="139446"/>
                      </a:cubicBezTo>
                      <a:cubicBezTo>
                        <a:pt x="56864" y="139446"/>
                        <a:pt x="57626" y="138875"/>
                        <a:pt x="58198" y="137827"/>
                      </a:cubicBezTo>
                      <a:close/>
                      <a:moveTo>
                        <a:pt x="50578" y="78391"/>
                      </a:moveTo>
                      <a:cubicBezTo>
                        <a:pt x="52102" y="77724"/>
                        <a:pt x="53245" y="77343"/>
                        <a:pt x="54007" y="77343"/>
                      </a:cubicBezTo>
                      <a:cubicBezTo>
                        <a:pt x="54769" y="77343"/>
                        <a:pt x="55912" y="77629"/>
                        <a:pt x="57341" y="78391"/>
                      </a:cubicBezTo>
                      <a:lnTo>
                        <a:pt x="55531" y="80010"/>
                      </a:lnTo>
                      <a:lnTo>
                        <a:pt x="58293" y="82201"/>
                      </a:lnTo>
                      <a:cubicBezTo>
                        <a:pt x="57245" y="83820"/>
                        <a:pt x="55721" y="84011"/>
                        <a:pt x="53721" y="82772"/>
                      </a:cubicBezTo>
                      <a:lnTo>
                        <a:pt x="52388" y="81153"/>
                      </a:lnTo>
                      <a:lnTo>
                        <a:pt x="53054" y="80486"/>
                      </a:lnTo>
                      <a:lnTo>
                        <a:pt x="50578" y="78296"/>
                      </a:lnTo>
                      <a:close/>
                      <a:moveTo>
                        <a:pt x="54864" y="132112"/>
                      </a:moveTo>
                      <a:cubicBezTo>
                        <a:pt x="54578" y="132683"/>
                        <a:pt x="53816" y="132874"/>
                        <a:pt x="52578" y="132779"/>
                      </a:cubicBezTo>
                      <a:cubicBezTo>
                        <a:pt x="51245" y="132493"/>
                        <a:pt x="50578" y="131921"/>
                        <a:pt x="50578" y="130969"/>
                      </a:cubicBezTo>
                      <a:lnTo>
                        <a:pt x="54864" y="132112"/>
                      </a:lnTo>
                      <a:close/>
                      <a:moveTo>
                        <a:pt x="52388" y="108585"/>
                      </a:moveTo>
                      <a:lnTo>
                        <a:pt x="52388" y="107442"/>
                      </a:lnTo>
                      <a:lnTo>
                        <a:pt x="56959" y="107442"/>
                      </a:lnTo>
                      <a:cubicBezTo>
                        <a:pt x="55626" y="108109"/>
                        <a:pt x="54007" y="108490"/>
                        <a:pt x="52388" y="108585"/>
                      </a:cubicBezTo>
                      <a:close/>
                      <a:moveTo>
                        <a:pt x="60103" y="104680"/>
                      </a:moveTo>
                      <a:cubicBezTo>
                        <a:pt x="59150" y="105633"/>
                        <a:pt x="58293" y="106490"/>
                        <a:pt x="57341" y="107156"/>
                      </a:cubicBezTo>
                      <a:lnTo>
                        <a:pt x="56674" y="104108"/>
                      </a:lnTo>
                      <a:lnTo>
                        <a:pt x="60103" y="104680"/>
                      </a:lnTo>
                      <a:close/>
                      <a:moveTo>
                        <a:pt x="57341" y="66580"/>
                      </a:moveTo>
                      <a:cubicBezTo>
                        <a:pt x="57341" y="66580"/>
                        <a:pt x="57626" y="66104"/>
                        <a:pt x="57626" y="65818"/>
                      </a:cubicBezTo>
                      <a:cubicBezTo>
                        <a:pt x="57626" y="65532"/>
                        <a:pt x="57531" y="65246"/>
                        <a:pt x="57245" y="64961"/>
                      </a:cubicBezTo>
                      <a:cubicBezTo>
                        <a:pt x="57055" y="64579"/>
                        <a:pt x="56959" y="64389"/>
                        <a:pt x="56959" y="64199"/>
                      </a:cubicBezTo>
                      <a:cubicBezTo>
                        <a:pt x="57150" y="63913"/>
                        <a:pt x="57531" y="63627"/>
                        <a:pt x="58293" y="63437"/>
                      </a:cubicBezTo>
                      <a:lnTo>
                        <a:pt x="60103" y="66675"/>
                      </a:lnTo>
                      <a:lnTo>
                        <a:pt x="57341" y="66675"/>
                      </a:lnTo>
                      <a:close/>
                      <a:moveTo>
                        <a:pt x="57341" y="107442"/>
                      </a:moveTo>
                      <a:lnTo>
                        <a:pt x="56959" y="107442"/>
                      </a:lnTo>
                      <a:cubicBezTo>
                        <a:pt x="56959" y="107442"/>
                        <a:pt x="57245" y="107252"/>
                        <a:pt x="57341" y="107252"/>
                      </a:cubicBezTo>
                      <a:lnTo>
                        <a:pt x="57341" y="107442"/>
                      </a:lnTo>
                      <a:close/>
                      <a:moveTo>
                        <a:pt x="58293" y="112109"/>
                      </a:moveTo>
                      <a:cubicBezTo>
                        <a:pt x="59626" y="112204"/>
                        <a:pt x="60484" y="111538"/>
                        <a:pt x="60674" y="110109"/>
                      </a:cubicBezTo>
                      <a:cubicBezTo>
                        <a:pt x="60960" y="108585"/>
                        <a:pt x="61531" y="107918"/>
                        <a:pt x="62579" y="108109"/>
                      </a:cubicBezTo>
                      <a:lnTo>
                        <a:pt x="60960" y="114395"/>
                      </a:lnTo>
                      <a:lnTo>
                        <a:pt x="58198" y="112204"/>
                      </a:lnTo>
                      <a:close/>
                      <a:moveTo>
                        <a:pt x="58293" y="130969"/>
                      </a:moveTo>
                      <a:lnTo>
                        <a:pt x="61055" y="130969"/>
                      </a:lnTo>
                      <a:lnTo>
                        <a:pt x="59246" y="132112"/>
                      </a:lnTo>
                      <a:lnTo>
                        <a:pt x="58388" y="130969"/>
                      </a:lnTo>
                      <a:close/>
                      <a:moveTo>
                        <a:pt x="62579" y="150400"/>
                      </a:moveTo>
                      <a:cubicBezTo>
                        <a:pt x="62579" y="150400"/>
                        <a:pt x="62579" y="151257"/>
                        <a:pt x="63246" y="151733"/>
                      </a:cubicBezTo>
                      <a:cubicBezTo>
                        <a:pt x="63817" y="152210"/>
                        <a:pt x="64294" y="152591"/>
                        <a:pt x="64389" y="152781"/>
                      </a:cubicBezTo>
                      <a:lnTo>
                        <a:pt x="60960" y="150400"/>
                      </a:lnTo>
                      <a:lnTo>
                        <a:pt x="62579" y="150400"/>
                      </a:lnTo>
                      <a:close/>
                      <a:moveTo>
                        <a:pt x="61913" y="139446"/>
                      </a:moveTo>
                      <a:cubicBezTo>
                        <a:pt x="62865" y="140018"/>
                        <a:pt x="64294" y="140684"/>
                        <a:pt x="66199" y="141637"/>
                      </a:cubicBezTo>
                      <a:cubicBezTo>
                        <a:pt x="65246" y="141827"/>
                        <a:pt x="64198" y="141827"/>
                        <a:pt x="62960" y="141637"/>
                      </a:cubicBezTo>
                      <a:cubicBezTo>
                        <a:pt x="61913" y="141351"/>
                        <a:pt x="61341" y="140970"/>
                        <a:pt x="61341" y="140208"/>
                      </a:cubicBezTo>
                      <a:cubicBezTo>
                        <a:pt x="61341" y="139922"/>
                        <a:pt x="61531" y="139732"/>
                        <a:pt x="61817" y="139446"/>
                      </a:cubicBezTo>
                      <a:close/>
                      <a:moveTo>
                        <a:pt x="66866" y="123635"/>
                      </a:moveTo>
                      <a:cubicBezTo>
                        <a:pt x="66675" y="122968"/>
                        <a:pt x="65818" y="122396"/>
                        <a:pt x="64008" y="122015"/>
                      </a:cubicBezTo>
                      <a:cubicBezTo>
                        <a:pt x="62293" y="121634"/>
                        <a:pt x="61531" y="120682"/>
                        <a:pt x="61817" y="119158"/>
                      </a:cubicBezTo>
                      <a:lnTo>
                        <a:pt x="65437" y="117539"/>
                      </a:lnTo>
                      <a:cubicBezTo>
                        <a:pt x="65151" y="118205"/>
                        <a:pt x="65437" y="118967"/>
                        <a:pt x="66389" y="119729"/>
                      </a:cubicBezTo>
                      <a:cubicBezTo>
                        <a:pt x="67342" y="120587"/>
                        <a:pt x="67913" y="121253"/>
                        <a:pt x="67913" y="121729"/>
                      </a:cubicBezTo>
                      <a:cubicBezTo>
                        <a:pt x="67913" y="122206"/>
                        <a:pt x="67532" y="122873"/>
                        <a:pt x="66770" y="123539"/>
                      </a:cubicBezTo>
                      <a:close/>
                      <a:moveTo>
                        <a:pt x="68008" y="92393"/>
                      </a:moveTo>
                      <a:cubicBezTo>
                        <a:pt x="67437" y="92012"/>
                        <a:pt x="66866" y="91821"/>
                        <a:pt x="66389" y="91821"/>
                      </a:cubicBezTo>
                      <a:cubicBezTo>
                        <a:pt x="65818" y="91821"/>
                        <a:pt x="65246" y="92107"/>
                        <a:pt x="64770" y="92678"/>
                      </a:cubicBezTo>
                      <a:cubicBezTo>
                        <a:pt x="64294" y="93154"/>
                        <a:pt x="64008" y="93440"/>
                        <a:pt x="63913" y="93440"/>
                      </a:cubicBezTo>
                      <a:cubicBezTo>
                        <a:pt x="63437" y="93440"/>
                        <a:pt x="62960" y="93059"/>
                        <a:pt x="62579" y="92393"/>
                      </a:cubicBezTo>
                      <a:cubicBezTo>
                        <a:pt x="62865" y="92678"/>
                        <a:pt x="63532" y="92678"/>
                        <a:pt x="64579" y="92202"/>
                      </a:cubicBezTo>
                      <a:cubicBezTo>
                        <a:pt x="65627" y="91821"/>
                        <a:pt x="66389" y="91631"/>
                        <a:pt x="66866" y="91631"/>
                      </a:cubicBezTo>
                      <a:cubicBezTo>
                        <a:pt x="67342" y="91631"/>
                        <a:pt x="67723" y="91916"/>
                        <a:pt x="68008" y="92393"/>
                      </a:cubicBezTo>
                      <a:close/>
                      <a:moveTo>
                        <a:pt x="64389" y="130969"/>
                      </a:moveTo>
                      <a:lnTo>
                        <a:pt x="64389" y="128207"/>
                      </a:lnTo>
                      <a:cubicBezTo>
                        <a:pt x="64389" y="128207"/>
                        <a:pt x="65437" y="128588"/>
                        <a:pt x="66199" y="129254"/>
                      </a:cubicBezTo>
                      <a:lnTo>
                        <a:pt x="64389" y="130969"/>
                      </a:lnTo>
                      <a:close/>
                      <a:moveTo>
                        <a:pt x="65532" y="112681"/>
                      </a:moveTo>
                      <a:cubicBezTo>
                        <a:pt x="67627" y="111728"/>
                        <a:pt x="69056" y="111728"/>
                        <a:pt x="69818" y="112681"/>
                      </a:cubicBezTo>
                      <a:lnTo>
                        <a:pt x="65532" y="112681"/>
                      </a:lnTo>
                      <a:close/>
                      <a:moveTo>
                        <a:pt x="68008" y="136208"/>
                      </a:moveTo>
                      <a:lnTo>
                        <a:pt x="68008" y="138875"/>
                      </a:lnTo>
                      <a:lnTo>
                        <a:pt x="65532" y="135350"/>
                      </a:lnTo>
                      <a:cubicBezTo>
                        <a:pt x="66866" y="135350"/>
                        <a:pt x="67723" y="135636"/>
                        <a:pt x="68008" y="136208"/>
                      </a:cubicBezTo>
                      <a:close/>
                      <a:moveTo>
                        <a:pt x="66675" y="159068"/>
                      </a:moveTo>
                      <a:lnTo>
                        <a:pt x="66199" y="158877"/>
                      </a:lnTo>
                      <a:lnTo>
                        <a:pt x="66675" y="159068"/>
                      </a:lnTo>
                      <a:close/>
                      <a:moveTo>
                        <a:pt x="66675" y="159068"/>
                      </a:moveTo>
                      <a:cubicBezTo>
                        <a:pt x="66675" y="159068"/>
                        <a:pt x="67151" y="158877"/>
                        <a:pt x="67627" y="158496"/>
                      </a:cubicBezTo>
                      <a:cubicBezTo>
                        <a:pt x="68104" y="158115"/>
                        <a:pt x="68485" y="158020"/>
                        <a:pt x="68771" y="158306"/>
                      </a:cubicBezTo>
                      <a:lnTo>
                        <a:pt x="68771" y="159734"/>
                      </a:lnTo>
                      <a:lnTo>
                        <a:pt x="66675" y="159068"/>
                      </a:lnTo>
                      <a:close/>
                      <a:moveTo>
                        <a:pt x="72390" y="82201"/>
                      </a:moveTo>
                      <a:lnTo>
                        <a:pt x="75724" y="80582"/>
                      </a:lnTo>
                      <a:cubicBezTo>
                        <a:pt x="74867" y="79248"/>
                        <a:pt x="73723" y="78677"/>
                        <a:pt x="72390" y="78962"/>
                      </a:cubicBezTo>
                      <a:lnTo>
                        <a:pt x="72390" y="82201"/>
                      </a:lnTo>
                      <a:close/>
                      <a:moveTo>
                        <a:pt x="72390" y="143923"/>
                      </a:moveTo>
                      <a:lnTo>
                        <a:pt x="73247" y="143351"/>
                      </a:lnTo>
                      <a:lnTo>
                        <a:pt x="75057" y="143351"/>
                      </a:lnTo>
                      <a:lnTo>
                        <a:pt x="72390" y="143923"/>
                      </a:lnTo>
                      <a:close/>
                      <a:moveTo>
                        <a:pt x="77629" y="124492"/>
                      </a:moveTo>
                      <a:cubicBezTo>
                        <a:pt x="77533" y="123349"/>
                        <a:pt x="77819" y="122015"/>
                        <a:pt x="78772" y="120396"/>
                      </a:cubicBezTo>
                      <a:lnTo>
                        <a:pt x="79438" y="123444"/>
                      </a:lnTo>
                      <a:cubicBezTo>
                        <a:pt x="79438" y="123444"/>
                        <a:pt x="78581" y="123920"/>
                        <a:pt x="77629" y="124492"/>
                      </a:cubicBezTo>
                      <a:close/>
                      <a:moveTo>
                        <a:pt x="77629" y="146590"/>
                      </a:moveTo>
                      <a:cubicBezTo>
                        <a:pt x="78105" y="145828"/>
                        <a:pt x="78962" y="144875"/>
                        <a:pt x="80105" y="143923"/>
                      </a:cubicBezTo>
                      <a:cubicBezTo>
                        <a:pt x="80105" y="145447"/>
                        <a:pt x="79915" y="146304"/>
                        <a:pt x="79438" y="146590"/>
                      </a:cubicBezTo>
                      <a:lnTo>
                        <a:pt x="77629" y="146590"/>
                      </a:lnTo>
                      <a:close/>
                      <a:moveTo>
                        <a:pt x="79438" y="123444"/>
                      </a:moveTo>
                      <a:lnTo>
                        <a:pt x="80391" y="123444"/>
                      </a:lnTo>
                      <a:cubicBezTo>
                        <a:pt x="80391" y="123444"/>
                        <a:pt x="79629" y="123444"/>
                        <a:pt x="79438" y="123635"/>
                      </a:cubicBezTo>
                      <a:lnTo>
                        <a:pt x="79438" y="123444"/>
                      </a:lnTo>
                      <a:close/>
                      <a:moveTo>
                        <a:pt x="83248" y="141351"/>
                      </a:moveTo>
                      <a:cubicBezTo>
                        <a:pt x="82677" y="141732"/>
                        <a:pt x="81629" y="142208"/>
                        <a:pt x="80105" y="142780"/>
                      </a:cubicBezTo>
                      <a:lnTo>
                        <a:pt x="83248" y="141351"/>
                      </a:lnTo>
                      <a:close/>
                      <a:moveTo>
                        <a:pt x="83725" y="109633"/>
                      </a:moveTo>
                      <a:lnTo>
                        <a:pt x="84392" y="107442"/>
                      </a:lnTo>
                      <a:lnTo>
                        <a:pt x="83058" y="107442"/>
                      </a:lnTo>
                      <a:lnTo>
                        <a:pt x="83820" y="109633"/>
                      </a:lnTo>
                      <a:close/>
                      <a:moveTo>
                        <a:pt x="88963" y="75152"/>
                      </a:moveTo>
                      <a:cubicBezTo>
                        <a:pt x="88297" y="72866"/>
                        <a:pt x="86868" y="72009"/>
                        <a:pt x="84392" y="72771"/>
                      </a:cubicBezTo>
                      <a:lnTo>
                        <a:pt x="85534" y="76010"/>
                      </a:lnTo>
                      <a:lnTo>
                        <a:pt x="86201" y="75152"/>
                      </a:lnTo>
                      <a:cubicBezTo>
                        <a:pt x="87535" y="76391"/>
                        <a:pt x="88201" y="77153"/>
                        <a:pt x="88201" y="77438"/>
                      </a:cubicBezTo>
                      <a:lnTo>
                        <a:pt x="88963" y="75152"/>
                      </a:lnTo>
                      <a:close/>
                      <a:moveTo>
                        <a:pt x="84392" y="85058"/>
                      </a:moveTo>
                      <a:lnTo>
                        <a:pt x="88201" y="82868"/>
                      </a:lnTo>
                      <a:cubicBezTo>
                        <a:pt x="88201" y="82868"/>
                        <a:pt x="87439" y="82296"/>
                        <a:pt x="86582" y="82296"/>
                      </a:cubicBezTo>
                      <a:cubicBezTo>
                        <a:pt x="85439" y="82391"/>
                        <a:pt x="84582" y="82391"/>
                        <a:pt x="84296" y="82296"/>
                      </a:cubicBezTo>
                      <a:lnTo>
                        <a:pt x="86106" y="83915"/>
                      </a:lnTo>
                      <a:lnTo>
                        <a:pt x="84296" y="85154"/>
                      </a:lnTo>
                      <a:close/>
                      <a:moveTo>
                        <a:pt x="92583" y="117539"/>
                      </a:moveTo>
                      <a:lnTo>
                        <a:pt x="95059" y="115348"/>
                      </a:lnTo>
                      <a:cubicBezTo>
                        <a:pt x="94297" y="115253"/>
                        <a:pt x="93440" y="114681"/>
                        <a:pt x="92297" y="113633"/>
                      </a:cubicBezTo>
                      <a:cubicBezTo>
                        <a:pt x="91250" y="112586"/>
                        <a:pt x="90488" y="112109"/>
                        <a:pt x="90011" y="112109"/>
                      </a:cubicBezTo>
                      <a:cubicBezTo>
                        <a:pt x="89440" y="112109"/>
                        <a:pt x="88868" y="112586"/>
                        <a:pt x="88201" y="113729"/>
                      </a:cubicBezTo>
                      <a:lnTo>
                        <a:pt x="92583" y="117539"/>
                      </a:lnTo>
                      <a:close/>
                      <a:moveTo>
                        <a:pt x="94393" y="140018"/>
                      </a:moveTo>
                      <a:cubicBezTo>
                        <a:pt x="94297" y="139541"/>
                        <a:pt x="94202" y="138970"/>
                        <a:pt x="94202" y="138398"/>
                      </a:cubicBezTo>
                      <a:cubicBezTo>
                        <a:pt x="93440" y="138589"/>
                        <a:pt x="92869" y="138589"/>
                        <a:pt x="92583" y="138398"/>
                      </a:cubicBezTo>
                      <a:lnTo>
                        <a:pt x="91916" y="137827"/>
                      </a:lnTo>
                      <a:lnTo>
                        <a:pt x="91916" y="135922"/>
                      </a:lnTo>
                      <a:lnTo>
                        <a:pt x="92583" y="135350"/>
                      </a:lnTo>
                      <a:cubicBezTo>
                        <a:pt x="92583" y="135350"/>
                        <a:pt x="92202" y="135731"/>
                        <a:pt x="91916" y="135922"/>
                      </a:cubicBezTo>
                      <a:lnTo>
                        <a:pt x="88963" y="138779"/>
                      </a:lnTo>
                      <a:lnTo>
                        <a:pt x="90106" y="139351"/>
                      </a:lnTo>
                      <a:lnTo>
                        <a:pt x="91916" y="137732"/>
                      </a:lnTo>
                      <a:lnTo>
                        <a:pt x="94393" y="139922"/>
                      </a:lnTo>
                      <a:close/>
                      <a:moveTo>
                        <a:pt x="94393" y="91726"/>
                      </a:moveTo>
                      <a:cubicBezTo>
                        <a:pt x="94964" y="91345"/>
                        <a:pt x="96393" y="91059"/>
                        <a:pt x="98774" y="90869"/>
                      </a:cubicBezTo>
                      <a:cubicBezTo>
                        <a:pt x="99917" y="90773"/>
                        <a:pt x="100775" y="90107"/>
                        <a:pt x="101251" y="89059"/>
                      </a:cubicBezTo>
                      <a:cubicBezTo>
                        <a:pt x="98203" y="87916"/>
                        <a:pt x="95917" y="88868"/>
                        <a:pt x="94488" y="91631"/>
                      </a:cubicBezTo>
                      <a:close/>
                      <a:moveTo>
                        <a:pt x="102108" y="122968"/>
                      </a:moveTo>
                      <a:lnTo>
                        <a:pt x="102108" y="121349"/>
                      </a:lnTo>
                      <a:lnTo>
                        <a:pt x="101155" y="119063"/>
                      </a:lnTo>
                      <a:lnTo>
                        <a:pt x="102108" y="122968"/>
                      </a:lnTo>
                      <a:close/>
                      <a:moveTo>
                        <a:pt x="112490" y="139446"/>
                      </a:moveTo>
                      <a:cubicBezTo>
                        <a:pt x="112490" y="139446"/>
                        <a:pt x="112490" y="137636"/>
                        <a:pt x="111823" y="135350"/>
                      </a:cubicBezTo>
                      <a:lnTo>
                        <a:pt x="110680" y="136208"/>
                      </a:lnTo>
                      <a:cubicBezTo>
                        <a:pt x="107918" y="131921"/>
                        <a:pt x="106966" y="127445"/>
                        <a:pt x="107537" y="122968"/>
                      </a:cubicBezTo>
                      <a:lnTo>
                        <a:pt x="105061" y="125444"/>
                      </a:lnTo>
                      <a:cubicBezTo>
                        <a:pt x="106108" y="125825"/>
                        <a:pt x="106680" y="126968"/>
                        <a:pt x="106680" y="128683"/>
                      </a:cubicBezTo>
                      <a:cubicBezTo>
                        <a:pt x="106680" y="129254"/>
                        <a:pt x="106585" y="130016"/>
                        <a:pt x="106394" y="131064"/>
                      </a:cubicBezTo>
                      <a:lnTo>
                        <a:pt x="106394" y="133541"/>
                      </a:lnTo>
                      <a:cubicBezTo>
                        <a:pt x="106394" y="136112"/>
                        <a:pt x="107442" y="137541"/>
                        <a:pt x="109347" y="137827"/>
                      </a:cubicBezTo>
                      <a:cubicBezTo>
                        <a:pt x="108585" y="138494"/>
                        <a:pt x="108013" y="138875"/>
                        <a:pt x="107537" y="138875"/>
                      </a:cubicBezTo>
                      <a:lnTo>
                        <a:pt x="107537" y="143923"/>
                      </a:lnTo>
                      <a:cubicBezTo>
                        <a:pt x="108204" y="143351"/>
                        <a:pt x="108680" y="143161"/>
                        <a:pt x="109347" y="143351"/>
                      </a:cubicBezTo>
                      <a:cubicBezTo>
                        <a:pt x="108871" y="140303"/>
                        <a:pt x="109347" y="138303"/>
                        <a:pt x="110680" y="136970"/>
                      </a:cubicBezTo>
                      <a:cubicBezTo>
                        <a:pt x="112014" y="138208"/>
                        <a:pt x="112681" y="138970"/>
                        <a:pt x="112490" y="139446"/>
                      </a:cubicBezTo>
                      <a:close/>
                      <a:moveTo>
                        <a:pt x="109347" y="119158"/>
                      </a:moveTo>
                      <a:cubicBezTo>
                        <a:pt x="109061" y="118682"/>
                        <a:pt x="108680" y="118396"/>
                        <a:pt x="108204" y="118396"/>
                      </a:cubicBezTo>
                      <a:cubicBezTo>
                        <a:pt x="107633" y="118396"/>
                        <a:pt x="106775" y="118872"/>
                        <a:pt x="105632" y="119825"/>
                      </a:cubicBezTo>
                      <a:lnTo>
                        <a:pt x="109252" y="119825"/>
                      </a:lnTo>
                      <a:lnTo>
                        <a:pt x="109252" y="119158"/>
                      </a:lnTo>
                      <a:close/>
                      <a:moveTo>
                        <a:pt x="107537" y="112109"/>
                      </a:moveTo>
                      <a:lnTo>
                        <a:pt x="107537" y="114300"/>
                      </a:lnTo>
                      <a:lnTo>
                        <a:pt x="109347" y="112681"/>
                      </a:lnTo>
                      <a:cubicBezTo>
                        <a:pt x="108490" y="112109"/>
                        <a:pt x="107823" y="111919"/>
                        <a:pt x="107537" y="112109"/>
                      </a:cubicBezTo>
                      <a:close/>
                      <a:moveTo>
                        <a:pt x="122492" y="121444"/>
                      </a:moveTo>
                      <a:lnTo>
                        <a:pt x="123158" y="119825"/>
                      </a:lnTo>
                      <a:lnTo>
                        <a:pt x="121348" y="120491"/>
                      </a:lnTo>
                      <a:lnTo>
                        <a:pt x="120682" y="115348"/>
                      </a:lnTo>
                      <a:lnTo>
                        <a:pt x="118205" y="119158"/>
                      </a:lnTo>
                      <a:lnTo>
                        <a:pt x="115252" y="116586"/>
                      </a:lnTo>
                      <a:cubicBezTo>
                        <a:pt x="114586" y="118967"/>
                        <a:pt x="115633" y="120301"/>
                        <a:pt x="118396" y="120587"/>
                      </a:cubicBezTo>
                      <a:cubicBezTo>
                        <a:pt x="120967" y="120777"/>
                        <a:pt x="122492" y="121063"/>
                        <a:pt x="122587" y="121539"/>
                      </a:cubicBezTo>
                      <a:close/>
                      <a:moveTo>
                        <a:pt x="131350" y="105823"/>
                      </a:moveTo>
                      <a:cubicBezTo>
                        <a:pt x="132112" y="105918"/>
                        <a:pt x="132683" y="105537"/>
                        <a:pt x="133159" y="104585"/>
                      </a:cubicBezTo>
                      <a:cubicBezTo>
                        <a:pt x="133636" y="103632"/>
                        <a:pt x="134017" y="103156"/>
                        <a:pt x="134302" y="103156"/>
                      </a:cubicBezTo>
                      <a:cubicBezTo>
                        <a:pt x="134588" y="103156"/>
                        <a:pt x="135064" y="103537"/>
                        <a:pt x="135636" y="104204"/>
                      </a:cubicBezTo>
                      <a:cubicBezTo>
                        <a:pt x="135160" y="103346"/>
                        <a:pt x="134684" y="102775"/>
                        <a:pt x="134017" y="102775"/>
                      </a:cubicBezTo>
                      <a:cubicBezTo>
                        <a:pt x="133541" y="102775"/>
                        <a:pt x="132493" y="103442"/>
                        <a:pt x="130778" y="104775"/>
                      </a:cubicBezTo>
                      <a:cubicBezTo>
                        <a:pt x="129159" y="106204"/>
                        <a:pt x="127635" y="106775"/>
                        <a:pt x="126397" y="106775"/>
                      </a:cubicBezTo>
                      <a:cubicBezTo>
                        <a:pt x="125825" y="106775"/>
                        <a:pt x="125254" y="106680"/>
                        <a:pt x="124777" y="106394"/>
                      </a:cubicBezTo>
                      <a:cubicBezTo>
                        <a:pt x="123730" y="104585"/>
                        <a:pt x="123254" y="103823"/>
                        <a:pt x="123254" y="103918"/>
                      </a:cubicBezTo>
                      <a:cubicBezTo>
                        <a:pt x="123254" y="103346"/>
                        <a:pt x="123825" y="102870"/>
                        <a:pt x="124777" y="102489"/>
                      </a:cubicBezTo>
                      <a:cubicBezTo>
                        <a:pt x="125063" y="102299"/>
                        <a:pt x="125921" y="102870"/>
                        <a:pt x="127254" y="104108"/>
                      </a:cubicBezTo>
                      <a:cubicBezTo>
                        <a:pt x="127445" y="103346"/>
                        <a:pt x="126873" y="102584"/>
                        <a:pt x="125635" y="101918"/>
                      </a:cubicBezTo>
                      <a:cubicBezTo>
                        <a:pt x="124682" y="101727"/>
                        <a:pt x="123825" y="101346"/>
                        <a:pt x="122872" y="100965"/>
                      </a:cubicBezTo>
                      <a:lnTo>
                        <a:pt x="123539" y="101918"/>
                      </a:lnTo>
                      <a:lnTo>
                        <a:pt x="117158" y="102299"/>
                      </a:lnTo>
                      <a:cubicBezTo>
                        <a:pt x="120301" y="102299"/>
                        <a:pt x="122301" y="103156"/>
                        <a:pt x="122872" y="104775"/>
                      </a:cubicBezTo>
                      <a:lnTo>
                        <a:pt x="116776" y="108680"/>
                      </a:lnTo>
                      <a:cubicBezTo>
                        <a:pt x="121158" y="108585"/>
                        <a:pt x="125349" y="107823"/>
                        <a:pt x="129254" y="106490"/>
                      </a:cubicBezTo>
                      <a:lnTo>
                        <a:pt x="129921" y="109728"/>
                      </a:lnTo>
                      <a:cubicBezTo>
                        <a:pt x="130683" y="108776"/>
                        <a:pt x="132112" y="107728"/>
                        <a:pt x="134207" y="106490"/>
                      </a:cubicBezTo>
                      <a:lnTo>
                        <a:pt x="131064" y="105918"/>
                      </a:lnTo>
                      <a:close/>
                      <a:moveTo>
                        <a:pt x="118872" y="90202"/>
                      </a:moveTo>
                      <a:lnTo>
                        <a:pt x="118872" y="92964"/>
                      </a:lnTo>
                      <a:lnTo>
                        <a:pt x="119539" y="92964"/>
                      </a:lnTo>
                      <a:lnTo>
                        <a:pt x="119539" y="90202"/>
                      </a:lnTo>
                      <a:lnTo>
                        <a:pt x="118872" y="90202"/>
                      </a:lnTo>
                      <a:close/>
                      <a:moveTo>
                        <a:pt x="131350" y="121444"/>
                      </a:moveTo>
                      <a:cubicBezTo>
                        <a:pt x="131635" y="120587"/>
                        <a:pt x="131540" y="119634"/>
                        <a:pt x="130873" y="118396"/>
                      </a:cubicBezTo>
                      <a:cubicBezTo>
                        <a:pt x="130302" y="117158"/>
                        <a:pt x="130016" y="116396"/>
                        <a:pt x="130207" y="116015"/>
                      </a:cubicBezTo>
                      <a:cubicBezTo>
                        <a:pt x="130302" y="116015"/>
                        <a:pt x="128873" y="115824"/>
                        <a:pt x="125635" y="115348"/>
                      </a:cubicBezTo>
                      <a:lnTo>
                        <a:pt x="124968" y="117539"/>
                      </a:lnTo>
                      <a:cubicBezTo>
                        <a:pt x="126301" y="117253"/>
                        <a:pt x="127063" y="117348"/>
                        <a:pt x="127254" y="117920"/>
                      </a:cubicBezTo>
                      <a:cubicBezTo>
                        <a:pt x="127445" y="118205"/>
                        <a:pt x="127254" y="118777"/>
                        <a:pt x="126778" y="119539"/>
                      </a:cubicBezTo>
                      <a:cubicBezTo>
                        <a:pt x="126492" y="120206"/>
                        <a:pt x="126492" y="120587"/>
                        <a:pt x="126778" y="120587"/>
                      </a:cubicBezTo>
                      <a:cubicBezTo>
                        <a:pt x="126968" y="120587"/>
                        <a:pt x="127159" y="120587"/>
                        <a:pt x="127445" y="120396"/>
                      </a:cubicBezTo>
                      <a:lnTo>
                        <a:pt x="126778" y="119729"/>
                      </a:lnTo>
                      <a:lnTo>
                        <a:pt x="129540" y="117539"/>
                      </a:lnTo>
                      <a:lnTo>
                        <a:pt x="131350" y="121444"/>
                      </a:lnTo>
                      <a:close/>
                      <a:moveTo>
                        <a:pt x="199739" y="168497"/>
                      </a:moveTo>
                      <a:lnTo>
                        <a:pt x="202216" y="168497"/>
                      </a:lnTo>
                      <a:lnTo>
                        <a:pt x="202978" y="169069"/>
                      </a:lnTo>
                      <a:lnTo>
                        <a:pt x="199834" y="168497"/>
                      </a:lnTo>
                      <a:close/>
                      <a:moveTo>
                        <a:pt x="209931" y="40862"/>
                      </a:moveTo>
                      <a:lnTo>
                        <a:pt x="211741" y="40862"/>
                      </a:lnTo>
                      <a:lnTo>
                        <a:pt x="211741" y="43053"/>
                      </a:lnTo>
                      <a:lnTo>
                        <a:pt x="209931" y="40862"/>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 name="Google Shape;830;p99"/>
                <p:cNvSpPr/>
                <p:nvPr/>
              </p:nvSpPr>
              <p:spPr>
                <a:xfrm>
                  <a:off x="3736657" y="3740372"/>
                  <a:ext cx="141160" cy="165353"/>
                </a:xfrm>
                <a:custGeom>
                  <a:avLst/>
                  <a:gdLst/>
                  <a:ahLst/>
                  <a:cxnLst/>
                  <a:rect l="l" t="t" r="r" b="b"/>
                  <a:pathLst>
                    <a:path w="141160" h="165353" extrusionOk="0">
                      <a:moveTo>
                        <a:pt x="124587" y="132302"/>
                      </a:moveTo>
                      <a:cubicBezTo>
                        <a:pt x="127635" y="134112"/>
                        <a:pt x="129254" y="136874"/>
                        <a:pt x="129540" y="140970"/>
                      </a:cubicBezTo>
                      <a:cubicBezTo>
                        <a:pt x="129730" y="144494"/>
                        <a:pt x="129826" y="147923"/>
                        <a:pt x="129826" y="151352"/>
                      </a:cubicBezTo>
                      <a:cubicBezTo>
                        <a:pt x="130016" y="153257"/>
                        <a:pt x="130302" y="154877"/>
                        <a:pt x="130683" y="156210"/>
                      </a:cubicBezTo>
                      <a:cubicBezTo>
                        <a:pt x="126397" y="162306"/>
                        <a:pt x="119348" y="165354"/>
                        <a:pt x="109347" y="165354"/>
                      </a:cubicBezTo>
                      <a:cubicBezTo>
                        <a:pt x="106489" y="165354"/>
                        <a:pt x="102013" y="165068"/>
                        <a:pt x="95821" y="164497"/>
                      </a:cubicBezTo>
                      <a:cubicBezTo>
                        <a:pt x="89725" y="164021"/>
                        <a:pt x="85154" y="163735"/>
                        <a:pt x="82105" y="163735"/>
                      </a:cubicBezTo>
                      <a:cubicBezTo>
                        <a:pt x="78962" y="163735"/>
                        <a:pt x="76105" y="163735"/>
                        <a:pt x="73723" y="164116"/>
                      </a:cubicBezTo>
                      <a:lnTo>
                        <a:pt x="21908" y="164116"/>
                      </a:lnTo>
                      <a:lnTo>
                        <a:pt x="21908" y="163449"/>
                      </a:lnTo>
                      <a:cubicBezTo>
                        <a:pt x="20098" y="162496"/>
                        <a:pt x="16954" y="162401"/>
                        <a:pt x="12383" y="163068"/>
                      </a:cubicBezTo>
                      <a:cubicBezTo>
                        <a:pt x="7810" y="163639"/>
                        <a:pt x="4381" y="163354"/>
                        <a:pt x="1905" y="161830"/>
                      </a:cubicBezTo>
                      <a:cubicBezTo>
                        <a:pt x="2667" y="142494"/>
                        <a:pt x="3048" y="123349"/>
                        <a:pt x="3048" y="104394"/>
                      </a:cubicBezTo>
                      <a:cubicBezTo>
                        <a:pt x="3048" y="85439"/>
                        <a:pt x="2667" y="66294"/>
                        <a:pt x="1905" y="46958"/>
                      </a:cubicBezTo>
                      <a:cubicBezTo>
                        <a:pt x="2762" y="47435"/>
                        <a:pt x="3429" y="47720"/>
                        <a:pt x="3715" y="47530"/>
                      </a:cubicBezTo>
                      <a:lnTo>
                        <a:pt x="4381" y="46958"/>
                      </a:lnTo>
                      <a:cubicBezTo>
                        <a:pt x="4572" y="46101"/>
                        <a:pt x="4191" y="45529"/>
                        <a:pt x="3238" y="45148"/>
                      </a:cubicBezTo>
                      <a:cubicBezTo>
                        <a:pt x="2381" y="44863"/>
                        <a:pt x="1905" y="44672"/>
                        <a:pt x="1905" y="44482"/>
                      </a:cubicBezTo>
                      <a:cubicBezTo>
                        <a:pt x="1905" y="44291"/>
                        <a:pt x="2286" y="43720"/>
                        <a:pt x="3048" y="43053"/>
                      </a:cubicBezTo>
                      <a:cubicBezTo>
                        <a:pt x="3048" y="44291"/>
                        <a:pt x="3334" y="45053"/>
                        <a:pt x="3715" y="45244"/>
                      </a:cubicBezTo>
                      <a:cubicBezTo>
                        <a:pt x="5239" y="45053"/>
                        <a:pt x="5620" y="44387"/>
                        <a:pt x="4953" y="42863"/>
                      </a:cubicBezTo>
                      <a:cubicBezTo>
                        <a:pt x="4286" y="41434"/>
                        <a:pt x="4477" y="40577"/>
                        <a:pt x="5525" y="40291"/>
                      </a:cubicBezTo>
                      <a:cubicBezTo>
                        <a:pt x="5429" y="40577"/>
                        <a:pt x="5334" y="40862"/>
                        <a:pt x="5334" y="41148"/>
                      </a:cubicBezTo>
                      <a:cubicBezTo>
                        <a:pt x="5334" y="41720"/>
                        <a:pt x="5715" y="42291"/>
                        <a:pt x="6572" y="42863"/>
                      </a:cubicBezTo>
                      <a:cubicBezTo>
                        <a:pt x="7334" y="43529"/>
                        <a:pt x="7906" y="43910"/>
                        <a:pt x="8001" y="44196"/>
                      </a:cubicBezTo>
                      <a:lnTo>
                        <a:pt x="11621" y="43624"/>
                      </a:lnTo>
                      <a:lnTo>
                        <a:pt x="8001" y="41338"/>
                      </a:lnTo>
                      <a:lnTo>
                        <a:pt x="11621" y="39719"/>
                      </a:lnTo>
                      <a:cubicBezTo>
                        <a:pt x="11621" y="39719"/>
                        <a:pt x="10573" y="38862"/>
                        <a:pt x="8858" y="37338"/>
                      </a:cubicBezTo>
                      <a:cubicBezTo>
                        <a:pt x="7715" y="36386"/>
                        <a:pt x="6667" y="35909"/>
                        <a:pt x="5905" y="35909"/>
                      </a:cubicBezTo>
                      <a:cubicBezTo>
                        <a:pt x="5048" y="35909"/>
                        <a:pt x="4286" y="36481"/>
                        <a:pt x="3619" y="37529"/>
                      </a:cubicBezTo>
                      <a:cubicBezTo>
                        <a:pt x="2572" y="36957"/>
                        <a:pt x="2000" y="36481"/>
                        <a:pt x="2000" y="35909"/>
                      </a:cubicBezTo>
                      <a:cubicBezTo>
                        <a:pt x="2000" y="35623"/>
                        <a:pt x="2572" y="35052"/>
                        <a:pt x="3810" y="34195"/>
                      </a:cubicBezTo>
                      <a:cubicBezTo>
                        <a:pt x="4953" y="33338"/>
                        <a:pt x="5525" y="32480"/>
                        <a:pt x="5334" y="31813"/>
                      </a:cubicBezTo>
                      <a:lnTo>
                        <a:pt x="7144" y="33433"/>
                      </a:lnTo>
                      <a:lnTo>
                        <a:pt x="8287" y="32195"/>
                      </a:lnTo>
                      <a:cubicBezTo>
                        <a:pt x="8287" y="32195"/>
                        <a:pt x="9334" y="32766"/>
                        <a:pt x="9906" y="32766"/>
                      </a:cubicBezTo>
                      <a:cubicBezTo>
                        <a:pt x="10668" y="32766"/>
                        <a:pt x="11811" y="32385"/>
                        <a:pt x="13430" y="31718"/>
                      </a:cubicBezTo>
                      <a:cubicBezTo>
                        <a:pt x="15050" y="31052"/>
                        <a:pt x="16192" y="30671"/>
                        <a:pt x="16954" y="30671"/>
                      </a:cubicBezTo>
                      <a:cubicBezTo>
                        <a:pt x="17812" y="30671"/>
                        <a:pt x="18574" y="31052"/>
                        <a:pt x="19241" y="31718"/>
                      </a:cubicBezTo>
                      <a:lnTo>
                        <a:pt x="20383" y="31147"/>
                      </a:lnTo>
                      <a:cubicBezTo>
                        <a:pt x="20288" y="29908"/>
                        <a:pt x="19336" y="29146"/>
                        <a:pt x="17812" y="28575"/>
                      </a:cubicBezTo>
                      <a:cubicBezTo>
                        <a:pt x="16192" y="28194"/>
                        <a:pt x="15240" y="27718"/>
                        <a:pt x="14954" y="27241"/>
                      </a:cubicBezTo>
                      <a:cubicBezTo>
                        <a:pt x="12573" y="27146"/>
                        <a:pt x="9620" y="27146"/>
                        <a:pt x="6096" y="27241"/>
                      </a:cubicBezTo>
                      <a:cubicBezTo>
                        <a:pt x="5810" y="27908"/>
                        <a:pt x="5525" y="28289"/>
                        <a:pt x="5239" y="28289"/>
                      </a:cubicBezTo>
                      <a:cubicBezTo>
                        <a:pt x="4667" y="27908"/>
                        <a:pt x="4191" y="27718"/>
                        <a:pt x="3905" y="27718"/>
                      </a:cubicBezTo>
                      <a:cubicBezTo>
                        <a:pt x="3619" y="27718"/>
                        <a:pt x="3238" y="27718"/>
                        <a:pt x="2953" y="27908"/>
                      </a:cubicBezTo>
                      <a:lnTo>
                        <a:pt x="1143" y="21812"/>
                      </a:lnTo>
                      <a:cubicBezTo>
                        <a:pt x="2381" y="21812"/>
                        <a:pt x="3238" y="21431"/>
                        <a:pt x="3619" y="20764"/>
                      </a:cubicBezTo>
                      <a:cubicBezTo>
                        <a:pt x="3619" y="19526"/>
                        <a:pt x="3048" y="19240"/>
                        <a:pt x="1905" y="19717"/>
                      </a:cubicBezTo>
                      <a:cubicBezTo>
                        <a:pt x="762" y="20288"/>
                        <a:pt x="191" y="20098"/>
                        <a:pt x="0" y="19336"/>
                      </a:cubicBezTo>
                      <a:lnTo>
                        <a:pt x="1905" y="17716"/>
                      </a:lnTo>
                      <a:lnTo>
                        <a:pt x="3715" y="19336"/>
                      </a:lnTo>
                      <a:cubicBezTo>
                        <a:pt x="4191" y="18955"/>
                        <a:pt x="4381" y="17621"/>
                        <a:pt x="4381" y="15526"/>
                      </a:cubicBezTo>
                      <a:cubicBezTo>
                        <a:pt x="4381" y="16097"/>
                        <a:pt x="4763" y="16478"/>
                        <a:pt x="5525" y="16764"/>
                      </a:cubicBezTo>
                      <a:cubicBezTo>
                        <a:pt x="6763" y="15907"/>
                        <a:pt x="7334" y="15240"/>
                        <a:pt x="7334" y="14764"/>
                      </a:cubicBezTo>
                      <a:cubicBezTo>
                        <a:pt x="7334" y="14097"/>
                        <a:pt x="6287" y="13145"/>
                        <a:pt x="4286" y="11811"/>
                      </a:cubicBezTo>
                      <a:cubicBezTo>
                        <a:pt x="2286" y="10573"/>
                        <a:pt x="1238" y="9335"/>
                        <a:pt x="1238" y="8191"/>
                      </a:cubicBezTo>
                      <a:cubicBezTo>
                        <a:pt x="1238" y="7239"/>
                        <a:pt x="1905" y="6287"/>
                        <a:pt x="3048" y="5144"/>
                      </a:cubicBezTo>
                      <a:lnTo>
                        <a:pt x="7429" y="1048"/>
                      </a:lnTo>
                      <a:cubicBezTo>
                        <a:pt x="15145" y="381"/>
                        <a:pt x="23336" y="0"/>
                        <a:pt x="32194" y="0"/>
                      </a:cubicBezTo>
                      <a:cubicBezTo>
                        <a:pt x="40481" y="0"/>
                        <a:pt x="53054" y="381"/>
                        <a:pt x="69628" y="1238"/>
                      </a:cubicBezTo>
                      <a:cubicBezTo>
                        <a:pt x="86296" y="2096"/>
                        <a:pt x="98869" y="2477"/>
                        <a:pt x="107347" y="2477"/>
                      </a:cubicBezTo>
                      <a:cubicBezTo>
                        <a:pt x="113443" y="2477"/>
                        <a:pt x="119158" y="2286"/>
                        <a:pt x="124587" y="2096"/>
                      </a:cubicBezTo>
                      <a:cubicBezTo>
                        <a:pt x="128111" y="4477"/>
                        <a:pt x="129826" y="7811"/>
                        <a:pt x="129826" y="11811"/>
                      </a:cubicBezTo>
                      <a:cubicBezTo>
                        <a:pt x="129826" y="13049"/>
                        <a:pt x="129540" y="15145"/>
                        <a:pt x="129064" y="18097"/>
                      </a:cubicBezTo>
                      <a:cubicBezTo>
                        <a:pt x="128683" y="21050"/>
                        <a:pt x="128397" y="23336"/>
                        <a:pt x="128397" y="25051"/>
                      </a:cubicBezTo>
                      <a:cubicBezTo>
                        <a:pt x="128397" y="26670"/>
                        <a:pt x="128588" y="28099"/>
                        <a:pt x="128873" y="29432"/>
                      </a:cubicBezTo>
                      <a:cubicBezTo>
                        <a:pt x="128873" y="31623"/>
                        <a:pt x="127349" y="32671"/>
                        <a:pt x="124396" y="32671"/>
                      </a:cubicBezTo>
                      <a:cubicBezTo>
                        <a:pt x="123920" y="32671"/>
                        <a:pt x="123158" y="32671"/>
                        <a:pt x="122110" y="32480"/>
                      </a:cubicBezTo>
                      <a:lnTo>
                        <a:pt x="119825" y="32480"/>
                      </a:lnTo>
                      <a:cubicBezTo>
                        <a:pt x="118015" y="32480"/>
                        <a:pt x="116681" y="32766"/>
                        <a:pt x="115729" y="33338"/>
                      </a:cubicBezTo>
                      <a:lnTo>
                        <a:pt x="110680" y="33338"/>
                      </a:lnTo>
                      <a:lnTo>
                        <a:pt x="110680" y="32480"/>
                      </a:lnTo>
                      <a:cubicBezTo>
                        <a:pt x="103727" y="33052"/>
                        <a:pt x="95917" y="33338"/>
                        <a:pt x="87058" y="33338"/>
                      </a:cubicBezTo>
                      <a:cubicBezTo>
                        <a:pt x="81629" y="33433"/>
                        <a:pt x="73628" y="33433"/>
                        <a:pt x="63246" y="33338"/>
                      </a:cubicBezTo>
                      <a:lnTo>
                        <a:pt x="39433" y="33338"/>
                      </a:lnTo>
                      <a:cubicBezTo>
                        <a:pt x="38386" y="35719"/>
                        <a:pt x="37814" y="38481"/>
                        <a:pt x="37814" y="41624"/>
                      </a:cubicBezTo>
                      <a:cubicBezTo>
                        <a:pt x="37814" y="42577"/>
                        <a:pt x="37814" y="44005"/>
                        <a:pt x="38005" y="45815"/>
                      </a:cubicBezTo>
                      <a:lnTo>
                        <a:pt x="38005" y="50292"/>
                      </a:lnTo>
                      <a:cubicBezTo>
                        <a:pt x="38005" y="53340"/>
                        <a:pt x="37624" y="56007"/>
                        <a:pt x="36862" y="58483"/>
                      </a:cubicBezTo>
                      <a:cubicBezTo>
                        <a:pt x="37338" y="60388"/>
                        <a:pt x="37719" y="62198"/>
                        <a:pt x="38005" y="64198"/>
                      </a:cubicBezTo>
                      <a:cubicBezTo>
                        <a:pt x="38767" y="66580"/>
                        <a:pt x="40100" y="67913"/>
                        <a:pt x="42100" y="67913"/>
                      </a:cubicBezTo>
                      <a:cubicBezTo>
                        <a:pt x="42672" y="67913"/>
                        <a:pt x="43339" y="67913"/>
                        <a:pt x="43910" y="67628"/>
                      </a:cubicBezTo>
                      <a:cubicBezTo>
                        <a:pt x="44387" y="67818"/>
                        <a:pt x="44863" y="67913"/>
                        <a:pt x="45529" y="67913"/>
                      </a:cubicBezTo>
                      <a:cubicBezTo>
                        <a:pt x="46196" y="67913"/>
                        <a:pt x="47054" y="67723"/>
                        <a:pt x="48292" y="67437"/>
                      </a:cubicBezTo>
                      <a:cubicBezTo>
                        <a:pt x="49530" y="67151"/>
                        <a:pt x="50387" y="66961"/>
                        <a:pt x="50768" y="66961"/>
                      </a:cubicBezTo>
                      <a:cubicBezTo>
                        <a:pt x="52006" y="66961"/>
                        <a:pt x="52959" y="67532"/>
                        <a:pt x="53721" y="68675"/>
                      </a:cubicBezTo>
                      <a:cubicBezTo>
                        <a:pt x="57817" y="67628"/>
                        <a:pt x="62579" y="66961"/>
                        <a:pt x="68008" y="66961"/>
                      </a:cubicBezTo>
                      <a:cubicBezTo>
                        <a:pt x="70771" y="66961"/>
                        <a:pt x="74676" y="67151"/>
                        <a:pt x="79915" y="67437"/>
                      </a:cubicBezTo>
                      <a:cubicBezTo>
                        <a:pt x="85154" y="67818"/>
                        <a:pt x="89059" y="67913"/>
                        <a:pt x="91630" y="67913"/>
                      </a:cubicBezTo>
                      <a:cubicBezTo>
                        <a:pt x="94202" y="67913"/>
                        <a:pt x="96583" y="67818"/>
                        <a:pt x="98869" y="67532"/>
                      </a:cubicBezTo>
                      <a:cubicBezTo>
                        <a:pt x="99917" y="70961"/>
                        <a:pt x="100393" y="75724"/>
                        <a:pt x="100298" y="81724"/>
                      </a:cubicBezTo>
                      <a:cubicBezTo>
                        <a:pt x="100108" y="88582"/>
                        <a:pt x="100298" y="93345"/>
                        <a:pt x="100679" y="95917"/>
                      </a:cubicBezTo>
                      <a:cubicBezTo>
                        <a:pt x="97536" y="97917"/>
                        <a:pt x="93250" y="98870"/>
                        <a:pt x="87725" y="98870"/>
                      </a:cubicBezTo>
                      <a:cubicBezTo>
                        <a:pt x="85439" y="98870"/>
                        <a:pt x="82010" y="98774"/>
                        <a:pt x="77343" y="98298"/>
                      </a:cubicBezTo>
                      <a:cubicBezTo>
                        <a:pt x="72676" y="97917"/>
                        <a:pt x="69247" y="97727"/>
                        <a:pt x="66770" y="97727"/>
                      </a:cubicBezTo>
                      <a:cubicBezTo>
                        <a:pt x="64484" y="97727"/>
                        <a:pt x="62389" y="97917"/>
                        <a:pt x="60388" y="98107"/>
                      </a:cubicBezTo>
                      <a:lnTo>
                        <a:pt x="60388" y="97060"/>
                      </a:lnTo>
                      <a:cubicBezTo>
                        <a:pt x="59341" y="97155"/>
                        <a:pt x="56959" y="97250"/>
                        <a:pt x="53340" y="97250"/>
                      </a:cubicBezTo>
                      <a:cubicBezTo>
                        <a:pt x="50959" y="97250"/>
                        <a:pt x="48673" y="97727"/>
                        <a:pt x="46577" y="98679"/>
                      </a:cubicBezTo>
                      <a:cubicBezTo>
                        <a:pt x="45815" y="98203"/>
                        <a:pt x="44863" y="98107"/>
                        <a:pt x="43625" y="98107"/>
                      </a:cubicBezTo>
                      <a:cubicBezTo>
                        <a:pt x="41815" y="98203"/>
                        <a:pt x="40767" y="98203"/>
                        <a:pt x="40481" y="98107"/>
                      </a:cubicBezTo>
                      <a:cubicBezTo>
                        <a:pt x="38005" y="98774"/>
                        <a:pt x="36862" y="100489"/>
                        <a:pt x="36862" y="103156"/>
                      </a:cubicBezTo>
                      <a:cubicBezTo>
                        <a:pt x="36862" y="105061"/>
                        <a:pt x="37243" y="106489"/>
                        <a:pt x="38005" y="107632"/>
                      </a:cubicBezTo>
                      <a:cubicBezTo>
                        <a:pt x="34671" y="106775"/>
                        <a:pt x="31718" y="107632"/>
                        <a:pt x="29146" y="109823"/>
                      </a:cubicBezTo>
                      <a:lnTo>
                        <a:pt x="35052" y="108775"/>
                      </a:lnTo>
                      <a:lnTo>
                        <a:pt x="34385" y="109823"/>
                      </a:lnTo>
                      <a:cubicBezTo>
                        <a:pt x="34671" y="110395"/>
                        <a:pt x="35052" y="110680"/>
                        <a:pt x="35528" y="110680"/>
                      </a:cubicBezTo>
                      <a:cubicBezTo>
                        <a:pt x="35242" y="110680"/>
                        <a:pt x="36100" y="110109"/>
                        <a:pt x="38005" y="108871"/>
                      </a:cubicBezTo>
                      <a:cubicBezTo>
                        <a:pt x="38005" y="108395"/>
                        <a:pt x="38005" y="112204"/>
                        <a:pt x="37814" y="120682"/>
                      </a:cubicBezTo>
                      <a:cubicBezTo>
                        <a:pt x="37719" y="125539"/>
                        <a:pt x="38576" y="129254"/>
                        <a:pt x="40576" y="131826"/>
                      </a:cubicBezTo>
                      <a:cubicBezTo>
                        <a:pt x="46196" y="132493"/>
                        <a:pt x="52102" y="132874"/>
                        <a:pt x="58293" y="132874"/>
                      </a:cubicBezTo>
                      <a:cubicBezTo>
                        <a:pt x="62960" y="132874"/>
                        <a:pt x="69818" y="132588"/>
                        <a:pt x="78867" y="132016"/>
                      </a:cubicBezTo>
                      <a:cubicBezTo>
                        <a:pt x="87916" y="131540"/>
                        <a:pt x="94583" y="131254"/>
                        <a:pt x="99155" y="131254"/>
                      </a:cubicBezTo>
                      <a:cubicBezTo>
                        <a:pt x="105918" y="131254"/>
                        <a:pt x="112300" y="131636"/>
                        <a:pt x="118205" y="132493"/>
                      </a:cubicBezTo>
                      <a:cubicBezTo>
                        <a:pt x="119253" y="130397"/>
                        <a:pt x="121348" y="130112"/>
                        <a:pt x="124587" y="131921"/>
                      </a:cubicBezTo>
                      <a:close/>
                      <a:moveTo>
                        <a:pt x="7429" y="30385"/>
                      </a:moveTo>
                      <a:lnTo>
                        <a:pt x="8763" y="32004"/>
                      </a:lnTo>
                      <a:lnTo>
                        <a:pt x="8572" y="32480"/>
                      </a:lnTo>
                      <a:cubicBezTo>
                        <a:pt x="8001" y="31909"/>
                        <a:pt x="7620" y="31242"/>
                        <a:pt x="7429" y="30385"/>
                      </a:cubicBezTo>
                      <a:close/>
                      <a:moveTo>
                        <a:pt x="54007" y="88392"/>
                      </a:moveTo>
                      <a:lnTo>
                        <a:pt x="51340" y="88392"/>
                      </a:lnTo>
                      <a:cubicBezTo>
                        <a:pt x="51721" y="89345"/>
                        <a:pt x="52673" y="89345"/>
                        <a:pt x="54007" y="88392"/>
                      </a:cubicBezTo>
                      <a:lnTo>
                        <a:pt x="55150" y="88392"/>
                      </a:lnTo>
                      <a:cubicBezTo>
                        <a:pt x="55150" y="88392"/>
                        <a:pt x="55626" y="89154"/>
                        <a:pt x="55626" y="89821"/>
                      </a:cubicBezTo>
                      <a:lnTo>
                        <a:pt x="58769" y="88392"/>
                      </a:lnTo>
                      <a:cubicBezTo>
                        <a:pt x="59531" y="89059"/>
                        <a:pt x="59912" y="89535"/>
                        <a:pt x="59912" y="89821"/>
                      </a:cubicBezTo>
                      <a:lnTo>
                        <a:pt x="63341" y="89821"/>
                      </a:lnTo>
                      <a:lnTo>
                        <a:pt x="63341" y="88392"/>
                      </a:lnTo>
                      <a:lnTo>
                        <a:pt x="55150" y="88392"/>
                      </a:lnTo>
                      <a:cubicBezTo>
                        <a:pt x="55150" y="88392"/>
                        <a:pt x="54483" y="88106"/>
                        <a:pt x="54007" y="88392"/>
                      </a:cubicBezTo>
                      <a:close/>
                      <a:moveTo>
                        <a:pt x="98298" y="11906"/>
                      </a:moveTo>
                      <a:lnTo>
                        <a:pt x="96488" y="10858"/>
                      </a:lnTo>
                      <a:lnTo>
                        <a:pt x="98298" y="14097"/>
                      </a:lnTo>
                      <a:lnTo>
                        <a:pt x="98298" y="11811"/>
                      </a:lnTo>
                      <a:close/>
                      <a:moveTo>
                        <a:pt x="140303" y="143161"/>
                      </a:moveTo>
                      <a:lnTo>
                        <a:pt x="141160" y="143161"/>
                      </a:lnTo>
                      <a:lnTo>
                        <a:pt x="138493" y="144589"/>
                      </a:lnTo>
                      <a:lnTo>
                        <a:pt x="140303" y="14316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 name="Google Shape;831;p99"/>
                <p:cNvSpPr/>
                <p:nvPr/>
              </p:nvSpPr>
              <p:spPr>
                <a:xfrm>
                  <a:off x="3876865" y="3741515"/>
                  <a:ext cx="154685" cy="188690"/>
                </a:xfrm>
                <a:custGeom>
                  <a:avLst/>
                  <a:gdLst/>
                  <a:ahLst/>
                  <a:cxnLst/>
                  <a:rect l="l" t="t" r="r" b="b"/>
                  <a:pathLst>
                    <a:path w="154685" h="188690" extrusionOk="0">
                      <a:moveTo>
                        <a:pt x="130873" y="90964"/>
                      </a:moveTo>
                      <a:cubicBezTo>
                        <a:pt x="130969" y="90297"/>
                        <a:pt x="130683" y="89726"/>
                        <a:pt x="129921" y="89345"/>
                      </a:cubicBezTo>
                      <a:lnTo>
                        <a:pt x="129254" y="89345"/>
                      </a:lnTo>
                      <a:cubicBezTo>
                        <a:pt x="129254" y="89345"/>
                        <a:pt x="129730" y="90202"/>
                        <a:pt x="129730" y="90583"/>
                      </a:cubicBezTo>
                      <a:cubicBezTo>
                        <a:pt x="129730" y="91059"/>
                        <a:pt x="129350" y="91916"/>
                        <a:pt x="128492" y="93250"/>
                      </a:cubicBezTo>
                      <a:cubicBezTo>
                        <a:pt x="127730" y="94488"/>
                        <a:pt x="127254" y="95345"/>
                        <a:pt x="127254" y="96012"/>
                      </a:cubicBezTo>
                      <a:cubicBezTo>
                        <a:pt x="127254" y="97060"/>
                        <a:pt x="127921" y="97917"/>
                        <a:pt x="129254" y="98679"/>
                      </a:cubicBezTo>
                      <a:cubicBezTo>
                        <a:pt x="129254" y="98965"/>
                        <a:pt x="128873" y="99631"/>
                        <a:pt x="128111" y="100679"/>
                      </a:cubicBezTo>
                      <a:cubicBezTo>
                        <a:pt x="127349" y="101727"/>
                        <a:pt x="127159" y="102584"/>
                        <a:pt x="127444" y="103442"/>
                      </a:cubicBezTo>
                      <a:lnTo>
                        <a:pt x="128111" y="104013"/>
                      </a:lnTo>
                      <a:cubicBezTo>
                        <a:pt x="127349" y="104680"/>
                        <a:pt x="126301" y="105061"/>
                        <a:pt x="124968" y="105061"/>
                      </a:cubicBezTo>
                      <a:lnTo>
                        <a:pt x="121348" y="105061"/>
                      </a:lnTo>
                      <a:cubicBezTo>
                        <a:pt x="120872" y="104394"/>
                        <a:pt x="120491" y="103822"/>
                        <a:pt x="120015" y="103156"/>
                      </a:cubicBezTo>
                      <a:cubicBezTo>
                        <a:pt x="119539" y="102489"/>
                        <a:pt x="118777" y="102394"/>
                        <a:pt x="117729" y="102679"/>
                      </a:cubicBezTo>
                      <a:cubicBezTo>
                        <a:pt x="116491" y="103727"/>
                        <a:pt x="115919" y="104585"/>
                        <a:pt x="115919" y="105251"/>
                      </a:cubicBezTo>
                      <a:cubicBezTo>
                        <a:pt x="115919" y="105918"/>
                        <a:pt x="117348" y="106489"/>
                        <a:pt x="120110" y="106775"/>
                      </a:cubicBezTo>
                      <a:cubicBezTo>
                        <a:pt x="122872" y="107156"/>
                        <a:pt x="124587" y="107823"/>
                        <a:pt x="125063" y="108966"/>
                      </a:cubicBezTo>
                      <a:lnTo>
                        <a:pt x="127540" y="106775"/>
                      </a:lnTo>
                      <a:lnTo>
                        <a:pt x="126397" y="118491"/>
                      </a:lnTo>
                      <a:cubicBezTo>
                        <a:pt x="126397" y="117062"/>
                        <a:pt x="126206" y="116205"/>
                        <a:pt x="125730" y="115919"/>
                      </a:cubicBezTo>
                      <a:cubicBezTo>
                        <a:pt x="125921" y="115919"/>
                        <a:pt x="125063" y="116491"/>
                        <a:pt x="123158" y="117538"/>
                      </a:cubicBezTo>
                      <a:cubicBezTo>
                        <a:pt x="124206" y="118491"/>
                        <a:pt x="126301" y="122111"/>
                        <a:pt x="129350" y="128492"/>
                      </a:cubicBezTo>
                      <a:cubicBezTo>
                        <a:pt x="128492" y="128397"/>
                        <a:pt x="127254" y="127635"/>
                        <a:pt x="125730" y="126302"/>
                      </a:cubicBezTo>
                      <a:cubicBezTo>
                        <a:pt x="125921" y="128302"/>
                        <a:pt x="126111" y="130493"/>
                        <a:pt x="126301" y="132588"/>
                      </a:cubicBezTo>
                      <a:cubicBezTo>
                        <a:pt x="126492" y="134779"/>
                        <a:pt x="127159" y="136779"/>
                        <a:pt x="128206" y="138684"/>
                      </a:cubicBezTo>
                      <a:cubicBezTo>
                        <a:pt x="126683" y="140779"/>
                        <a:pt x="125158" y="141065"/>
                        <a:pt x="123730" y="139446"/>
                      </a:cubicBezTo>
                      <a:cubicBezTo>
                        <a:pt x="122682" y="138208"/>
                        <a:pt x="121920" y="139065"/>
                        <a:pt x="121444" y="141827"/>
                      </a:cubicBezTo>
                      <a:cubicBezTo>
                        <a:pt x="121729" y="142780"/>
                        <a:pt x="122396" y="143351"/>
                        <a:pt x="123349" y="143446"/>
                      </a:cubicBezTo>
                      <a:cubicBezTo>
                        <a:pt x="124396" y="143542"/>
                        <a:pt x="124777" y="143732"/>
                        <a:pt x="124777" y="143828"/>
                      </a:cubicBezTo>
                      <a:cubicBezTo>
                        <a:pt x="124777" y="144113"/>
                        <a:pt x="124492" y="144685"/>
                        <a:pt x="123920" y="145637"/>
                      </a:cubicBezTo>
                      <a:cubicBezTo>
                        <a:pt x="120396" y="146876"/>
                        <a:pt x="118205" y="148780"/>
                        <a:pt x="117158" y="151447"/>
                      </a:cubicBezTo>
                      <a:cubicBezTo>
                        <a:pt x="116110" y="154114"/>
                        <a:pt x="113729" y="156115"/>
                        <a:pt x="110109" y="157448"/>
                      </a:cubicBezTo>
                      <a:cubicBezTo>
                        <a:pt x="109538" y="158305"/>
                        <a:pt x="108394" y="159068"/>
                        <a:pt x="106585" y="159734"/>
                      </a:cubicBezTo>
                      <a:cubicBezTo>
                        <a:pt x="104870" y="160496"/>
                        <a:pt x="103346" y="160687"/>
                        <a:pt x="102203" y="160496"/>
                      </a:cubicBezTo>
                      <a:lnTo>
                        <a:pt x="98774" y="164402"/>
                      </a:lnTo>
                      <a:lnTo>
                        <a:pt x="99441" y="165449"/>
                      </a:lnTo>
                      <a:cubicBezTo>
                        <a:pt x="94774" y="163830"/>
                        <a:pt x="89535" y="162878"/>
                        <a:pt x="84010" y="162782"/>
                      </a:cubicBezTo>
                      <a:lnTo>
                        <a:pt x="78296" y="162782"/>
                      </a:lnTo>
                      <a:cubicBezTo>
                        <a:pt x="74485" y="162782"/>
                        <a:pt x="71056" y="162496"/>
                        <a:pt x="68104" y="162211"/>
                      </a:cubicBezTo>
                      <a:cubicBezTo>
                        <a:pt x="66865" y="160020"/>
                        <a:pt x="65532" y="158877"/>
                        <a:pt x="64103" y="158877"/>
                      </a:cubicBezTo>
                      <a:cubicBezTo>
                        <a:pt x="63055" y="158877"/>
                        <a:pt x="61436" y="159544"/>
                        <a:pt x="59341" y="160782"/>
                      </a:cubicBezTo>
                      <a:cubicBezTo>
                        <a:pt x="57245" y="162020"/>
                        <a:pt x="55435" y="162782"/>
                        <a:pt x="54102" y="162782"/>
                      </a:cubicBezTo>
                      <a:cubicBezTo>
                        <a:pt x="53435" y="162782"/>
                        <a:pt x="52959" y="162782"/>
                        <a:pt x="52483" y="162496"/>
                      </a:cubicBezTo>
                      <a:cubicBezTo>
                        <a:pt x="26765" y="162496"/>
                        <a:pt x="10954" y="162306"/>
                        <a:pt x="5048" y="161925"/>
                      </a:cubicBezTo>
                      <a:cubicBezTo>
                        <a:pt x="2762" y="159734"/>
                        <a:pt x="1619" y="156020"/>
                        <a:pt x="1619" y="150781"/>
                      </a:cubicBezTo>
                      <a:lnTo>
                        <a:pt x="1619" y="143256"/>
                      </a:lnTo>
                      <a:cubicBezTo>
                        <a:pt x="1619" y="139637"/>
                        <a:pt x="1048" y="136874"/>
                        <a:pt x="0" y="135160"/>
                      </a:cubicBezTo>
                      <a:cubicBezTo>
                        <a:pt x="1619" y="130016"/>
                        <a:pt x="2476" y="124111"/>
                        <a:pt x="2476" y="117538"/>
                      </a:cubicBezTo>
                      <a:cubicBezTo>
                        <a:pt x="2476" y="114110"/>
                        <a:pt x="2096" y="108013"/>
                        <a:pt x="1333" y="98965"/>
                      </a:cubicBezTo>
                      <a:cubicBezTo>
                        <a:pt x="571" y="91154"/>
                        <a:pt x="286" y="84963"/>
                        <a:pt x="667" y="80486"/>
                      </a:cubicBezTo>
                      <a:lnTo>
                        <a:pt x="667" y="77819"/>
                      </a:lnTo>
                      <a:cubicBezTo>
                        <a:pt x="667" y="76486"/>
                        <a:pt x="1238" y="75343"/>
                        <a:pt x="2476" y="74390"/>
                      </a:cubicBezTo>
                      <a:cubicBezTo>
                        <a:pt x="2286" y="72962"/>
                        <a:pt x="2286" y="71342"/>
                        <a:pt x="2286" y="69532"/>
                      </a:cubicBezTo>
                      <a:cubicBezTo>
                        <a:pt x="2286" y="67723"/>
                        <a:pt x="2381" y="65246"/>
                        <a:pt x="2572" y="61913"/>
                      </a:cubicBezTo>
                      <a:cubicBezTo>
                        <a:pt x="2858" y="58579"/>
                        <a:pt x="2953" y="56293"/>
                        <a:pt x="2953" y="54959"/>
                      </a:cubicBezTo>
                      <a:cubicBezTo>
                        <a:pt x="2953" y="51435"/>
                        <a:pt x="2381" y="48863"/>
                        <a:pt x="1333" y="47054"/>
                      </a:cubicBezTo>
                      <a:cubicBezTo>
                        <a:pt x="667" y="44482"/>
                        <a:pt x="381" y="41720"/>
                        <a:pt x="381" y="38576"/>
                      </a:cubicBezTo>
                      <a:cubicBezTo>
                        <a:pt x="381" y="35433"/>
                        <a:pt x="762" y="30956"/>
                        <a:pt x="1619" y="24670"/>
                      </a:cubicBezTo>
                      <a:cubicBezTo>
                        <a:pt x="2476" y="18383"/>
                        <a:pt x="2858" y="13526"/>
                        <a:pt x="2858" y="10192"/>
                      </a:cubicBezTo>
                      <a:cubicBezTo>
                        <a:pt x="2858" y="8001"/>
                        <a:pt x="2667" y="6001"/>
                        <a:pt x="2381" y="4096"/>
                      </a:cubicBezTo>
                      <a:cubicBezTo>
                        <a:pt x="4000" y="2857"/>
                        <a:pt x="8477" y="1524"/>
                        <a:pt x="15526" y="0"/>
                      </a:cubicBezTo>
                      <a:lnTo>
                        <a:pt x="54769" y="1048"/>
                      </a:lnTo>
                      <a:cubicBezTo>
                        <a:pt x="57340" y="1905"/>
                        <a:pt x="58579" y="4001"/>
                        <a:pt x="58388" y="7525"/>
                      </a:cubicBezTo>
                      <a:cubicBezTo>
                        <a:pt x="58198" y="11811"/>
                        <a:pt x="58579" y="14288"/>
                        <a:pt x="59341" y="14954"/>
                      </a:cubicBezTo>
                      <a:cubicBezTo>
                        <a:pt x="61150" y="15526"/>
                        <a:pt x="62579" y="14478"/>
                        <a:pt x="63627" y="11716"/>
                      </a:cubicBezTo>
                      <a:cubicBezTo>
                        <a:pt x="63627" y="11335"/>
                        <a:pt x="63436" y="10478"/>
                        <a:pt x="62960" y="9144"/>
                      </a:cubicBezTo>
                      <a:cubicBezTo>
                        <a:pt x="62484" y="7811"/>
                        <a:pt x="62293" y="6763"/>
                        <a:pt x="62293" y="6096"/>
                      </a:cubicBezTo>
                      <a:cubicBezTo>
                        <a:pt x="62293" y="4286"/>
                        <a:pt x="63627" y="3429"/>
                        <a:pt x="66199" y="3238"/>
                      </a:cubicBezTo>
                      <a:cubicBezTo>
                        <a:pt x="66770" y="3810"/>
                        <a:pt x="67437" y="4096"/>
                        <a:pt x="68008" y="4096"/>
                      </a:cubicBezTo>
                      <a:cubicBezTo>
                        <a:pt x="69723" y="4096"/>
                        <a:pt x="70771" y="3048"/>
                        <a:pt x="71438" y="1048"/>
                      </a:cubicBezTo>
                      <a:lnTo>
                        <a:pt x="103251" y="1714"/>
                      </a:lnTo>
                      <a:cubicBezTo>
                        <a:pt x="103822" y="3048"/>
                        <a:pt x="104775" y="3620"/>
                        <a:pt x="106108" y="3524"/>
                      </a:cubicBezTo>
                      <a:cubicBezTo>
                        <a:pt x="107347" y="3334"/>
                        <a:pt x="108394" y="3524"/>
                        <a:pt x="108966" y="4096"/>
                      </a:cubicBezTo>
                      <a:cubicBezTo>
                        <a:pt x="113824" y="5429"/>
                        <a:pt x="117729" y="8192"/>
                        <a:pt x="120777" y="12192"/>
                      </a:cubicBezTo>
                      <a:cubicBezTo>
                        <a:pt x="123158" y="15716"/>
                        <a:pt x="125635" y="19336"/>
                        <a:pt x="128206" y="22955"/>
                      </a:cubicBezTo>
                      <a:cubicBezTo>
                        <a:pt x="126968" y="26575"/>
                        <a:pt x="126397" y="30575"/>
                        <a:pt x="126397" y="34957"/>
                      </a:cubicBezTo>
                      <a:cubicBezTo>
                        <a:pt x="126397" y="38767"/>
                        <a:pt x="127159" y="44482"/>
                        <a:pt x="128683" y="52292"/>
                      </a:cubicBezTo>
                      <a:cubicBezTo>
                        <a:pt x="130207" y="60007"/>
                        <a:pt x="130969" y="65913"/>
                        <a:pt x="130969" y="70009"/>
                      </a:cubicBezTo>
                      <a:cubicBezTo>
                        <a:pt x="130969" y="74104"/>
                        <a:pt x="130397" y="77914"/>
                        <a:pt x="129350" y="81534"/>
                      </a:cubicBezTo>
                      <a:lnTo>
                        <a:pt x="132779" y="83153"/>
                      </a:lnTo>
                      <a:cubicBezTo>
                        <a:pt x="131731" y="83248"/>
                        <a:pt x="130207" y="84106"/>
                        <a:pt x="128206" y="85344"/>
                      </a:cubicBezTo>
                      <a:cubicBezTo>
                        <a:pt x="127921" y="85915"/>
                        <a:pt x="127730" y="86392"/>
                        <a:pt x="127730" y="86773"/>
                      </a:cubicBezTo>
                      <a:cubicBezTo>
                        <a:pt x="127730" y="87630"/>
                        <a:pt x="128492" y="88202"/>
                        <a:pt x="130016" y="88487"/>
                      </a:cubicBezTo>
                      <a:cubicBezTo>
                        <a:pt x="131540" y="88868"/>
                        <a:pt x="132493" y="89154"/>
                        <a:pt x="132779" y="89440"/>
                      </a:cubicBezTo>
                      <a:lnTo>
                        <a:pt x="130969" y="91059"/>
                      </a:lnTo>
                      <a:close/>
                      <a:moveTo>
                        <a:pt x="13716" y="54483"/>
                      </a:moveTo>
                      <a:cubicBezTo>
                        <a:pt x="14954" y="53530"/>
                        <a:pt x="15716" y="53150"/>
                        <a:pt x="16192" y="53340"/>
                      </a:cubicBezTo>
                      <a:cubicBezTo>
                        <a:pt x="15716" y="52959"/>
                        <a:pt x="15526" y="52388"/>
                        <a:pt x="15526" y="51626"/>
                      </a:cubicBezTo>
                      <a:cubicBezTo>
                        <a:pt x="15621" y="50578"/>
                        <a:pt x="15621" y="49911"/>
                        <a:pt x="15526" y="49625"/>
                      </a:cubicBezTo>
                      <a:cubicBezTo>
                        <a:pt x="14288" y="50482"/>
                        <a:pt x="13716" y="52102"/>
                        <a:pt x="13716" y="54483"/>
                      </a:cubicBezTo>
                      <a:close/>
                      <a:moveTo>
                        <a:pt x="121348" y="109633"/>
                      </a:moveTo>
                      <a:cubicBezTo>
                        <a:pt x="118967" y="108299"/>
                        <a:pt x="116586" y="106966"/>
                        <a:pt x="114300" y="105632"/>
                      </a:cubicBezTo>
                      <a:cubicBezTo>
                        <a:pt x="111252" y="104013"/>
                        <a:pt x="108680" y="103442"/>
                        <a:pt x="106394" y="104013"/>
                      </a:cubicBezTo>
                      <a:cubicBezTo>
                        <a:pt x="105346" y="102489"/>
                        <a:pt x="102965" y="101632"/>
                        <a:pt x="99250" y="101346"/>
                      </a:cubicBezTo>
                      <a:cubicBezTo>
                        <a:pt x="95536" y="101060"/>
                        <a:pt x="92869" y="99917"/>
                        <a:pt x="91440" y="97631"/>
                      </a:cubicBezTo>
                      <a:lnTo>
                        <a:pt x="93250" y="96012"/>
                      </a:lnTo>
                      <a:lnTo>
                        <a:pt x="90773" y="93821"/>
                      </a:lnTo>
                      <a:cubicBezTo>
                        <a:pt x="90773" y="87916"/>
                        <a:pt x="90773" y="81820"/>
                        <a:pt x="90964" y="75819"/>
                      </a:cubicBezTo>
                      <a:cubicBezTo>
                        <a:pt x="90964" y="68580"/>
                        <a:pt x="91535" y="62675"/>
                        <a:pt x="92583" y="57912"/>
                      </a:cubicBezTo>
                      <a:cubicBezTo>
                        <a:pt x="92011" y="56864"/>
                        <a:pt x="91726" y="55436"/>
                        <a:pt x="91726" y="53626"/>
                      </a:cubicBezTo>
                      <a:cubicBezTo>
                        <a:pt x="91726" y="52006"/>
                        <a:pt x="92011" y="50673"/>
                        <a:pt x="92583" y="49530"/>
                      </a:cubicBezTo>
                      <a:cubicBezTo>
                        <a:pt x="92773" y="47815"/>
                        <a:pt x="94393" y="47339"/>
                        <a:pt x="97631" y="48387"/>
                      </a:cubicBezTo>
                      <a:lnTo>
                        <a:pt x="97631" y="48578"/>
                      </a:lnTo>
                      <a:cubicBezTo>
                        <a:pt x="97631" y="48578"/>
                        <a:pt x="97917" y="48578"/>
                        <a:pt x="97631" y="48387"/>
                      </a:cubicBezTo>
                      <a:lnTo>
                        <a:pt x="99441" y="46101"/>
                      </a:lnTo>
                      <a:cubicBezTo>
                        <a:pt x="98965" y="45148"/>
                        <a:pt x="98108" y="45053"/>
                        <a:pt x="96964" y="45720"/>
                      </a:cubicBezTo>
                      <a:cubicBezTo>
                        <a:pt x="95726" y="46387"/>
                        <a:pt x="95155" y="46006"/>
                        <a:pt x="95155" y="44482"/>
                      </a:cubicBezTo>
                      <a:lnTo>
                        <a:pt x="91535" y="45529"/>
                      </a:lnTo>
                      <a:cubicBezTo>
                        <a:pt x="91535" y="40386"/>
                        <a:pt x="91345" y="37529"/>
                        <a:pt x="90868" y="36767"/>
                      </a:cubicBezTo>
                      <a:cubicBezTo>
                        <a:pt x="84963" y="33528"/>
                        <a:pt x="78391" y="31909"/>
                        <a:pt x="71152" y="31909"/>
                      </a:cubicBezTo>
                      <a:cubicBezTo>
                        <a:pt x="69818" y="31909"/>
                        <a:pt x="68389" y="31909"/>
                        <a:pt x="67056" y="32099"/>
                      </a:cubicBezTo>
                      <a:cubicBezTo>
                        <a:pt x="64198" y="31528"/>
                        <a:pt x="62770" y="29718"/>
                        <a:pt x="62770" y="26575"/>
                      </a:cubicBezTo>
                      <a:lnTo>
                        <a:pt x="62770" y="24194"/>
                      </a:lnTo>
                      <a:cubicBezTo>
                        <a:pt x="62865" y="22955"/>
                        <a:pt x="62960" y="22098"/>
                        <a:pt x="62960" y="21527"/>
                      </a:cubicBezTo>
                      <a:cubicBezTo>
                        <a:pt x="62960" y="20003"/>
                        <a:pt x="62675" y="18860"/>
                        <a:pt x="62103" y="18097"/>
                      </a:cubicBezTo>
                      <a:cubicBezTo>
                        <a:pt x="61055" y="19621"/>
                        <a:pt x="60293" y="21907"/>
                        <a:pt x="59817" y="25146"/>
                      </a:cubicBezTo>
                      <a:cubicBezTo>
                        <a:pt x="59436" y="28385"/>
                        <a:pt x="58674" y="31052"/>
                        <a:pt x="57817" y="32861"/>
                      </a:cubicBezTo>
                      <a:cubicBezTo>
                        <a:pt x="54578" y="33052"/>
                        <a:pt x="50483" y="32671"/>
                        <a:pt x="45339" y="32099"/>
                      </a:cubicBezTo>
                      <a:cubicBezTo>
                        <a:pt x="40005" y="31432"/>
                        <a:pt x="37433" y="33338"/>
                        <a:pt x="37433" y="38005"/>
                      </a:cubicBezTo>
                      <a:cubicBezTo>
                        <a:pt x="37433" y="39053"/>
                        <a:pt x="37624" y="40672"/>
                        <a:pt x="38005" y="42863"/>
                      </a:cubicBezTo>
                      <a:cubicBezTo>
                        <a:pt x="38386" y="44958"/>
                        <a:pt x="38576" y="46387"/>
                        <a:pt x="38576" y="46863"/>
                      </a:cubicBezTo>
                      <a:cubicBezTo>
                        <a:pt x="37338" y="48768"/>
                        <a:pt x="36767" y="50387"/>
                        <a:pt x="36767" y="51530"/>
                      </a:cubicBezTo>
                      <a:cubicBezTo>
                        <a:pt x="36767" y="52769"/>
                        <a:pt x="37338" y="53816"/>
                        <a:pt x="38576" y="54578"/>
                      </a:cubicBezTo>
                      <a:cubicBezTo>
                        <a:pt x="36957" y="55150"/>
                        <a:pt x="36100" y="56293"/>
                        <a:pt x="36100" y="58103"/>
                      </a:cubicBezTo>
                      <a:lnTo>
                        <a:pt x="35814" y="62579"/>
                      </a:lnTo>
                      <a:cubicBezTo>
                        <a:pt x="34480" y="61913"/>
                        <a:pt x="33814" y="60388"/>
                        <a:pt x="34004" y="58103"/>
                      </a:cubicBezTo>
                      <a:cubicBezTo>
                        <a:pt x="34195" y="55817"/>
                        <a:pt x="34004" y="54197"/>
                        <a:pt x="33338" y="53435"/>
                      </a:cubicBezTo>
                      <a:cubicBezTo>
                        <a:pt x="31813" y="52769"/>
                        <a:pt x="28575" y="52388"/>
                        <a:pt x="23527" y="52388"/>
                      </a:cubicBezTo>
                      <a:lnTo>
                        <a:pt x="30861" y="58674"/>
                      </a:lnTo>
                      <a:cubicBezTo>
                        <a:pt x="32480" y="58198"/>
                        <a:pt x="33338" y="58674"/>
                        <a:pt x="33338" y="60103"/>
                      </a:cubicBezTo>
                      <a:lnTo>
                        <a:pt x="33338" y="61531"/>
                      </a:lnTo>
                      <a:cubicBezTo>
                        <a:pt x="33147" y="62198"/>
                        <a:pt x="33147" y="62675"/>
                        <a:pt x="33147" y="63151"/>
                      </a:cubicBezTo>
                      <a:cubicBezTo>
                        <a:pt x="33147" y="64198"/>
                        <a:pt x="33433" y="65151"/>
                        <a:pt x="34004" y="65818"/>
                      </a:cubicBezTo>
                      <a:lnTo>
                        <a:pt x="35147" y="64770"/>
                      </a:lnTo>
                      <a:cubicBezTo>
                        <a:pt x="37624" y="66008"/>
                        <a:pt x="38767" y="68580"/>
                        <a:pt x="38767" y="72485"/>
                      </a:cubicBezTo>
                      <a:lnTo>
                        <a:pt x="38576" y="81439"/>
                      </a:lnTo>
                      <a:cubicBezTo>
                        <a:pt x="38481" y="83439"/>
                        <a:pt x="38386" y="85725"/>
                        <a:pt x="38386" y="88106"/>
                      </a:cubicBezTo>
                      <a:cubicBezTo>
                        <a:pt x="38386" y="90488"/>
                        <a:pt x="38576" y="94202"/>
                        <a:pt x="38767" y="99155"/>
                      </a:cubicBezTo>
                      <a:cubicBezTo>
                        <a:pt x="39052" y="104013"/>
                        <a:pt x="39243" y="107823"/>
                        <a:pt x="39243" y="110204"/>
                      </a:cubicBezTo>
                      <a:cubicBezTo>
                        <a:pt x="39243" y="115062"/>
                        <a:pt x="38671" y="119444"/>
                        <a:pt x="37624" y="123349"/>
                      </a:cubicBezTo>
                      <a:cubicBezTo>
                        <a:pt x="37147" y="124301"/>
                        <a:pt x="37624" y="125539"/>
                        <a:pt x="39052" y="127159"/>
                      </a:cubicBezTo>
                      <a:cubicBezTo>
                        <a:pt x="40481" y="128778"/>
                        <a:pt x="41243" y="129921"/>
                        <a:pt x="41243" y="130397"/>
                      </a:cubicBezTo>
                      <a:cubicBezTo>
                        <a:pt x="41243" y="131064"/>
                        <a:pt x="40386" y="131731"/>
                        <a:pt x="38481" y="132207"/>
                      </a:cubicBezTo>
                      <a:cubicBezTo>
                        <a:pt x="40291" y="132207"/>
                        <a:pt x="41719" y="131731"/>
                        <a:pt x="42767" y="130588"/>
                      </a:cubicBezTo>
                      <a:cubicBezTo>
                        <a:pt x="43625" y="130588"/>
                        <a:pt x="45148" y="130588"/>
                        <a:pt x="47339" y="130302"/>
                      </a:cubicBezTo>
                      <a:cubicBezTo>
                        <a:pt x="49530" y="130112"/>
                        <a:pt x="51054" y="130016"/>
                        <a:pt x="52102" y="130016"/>
                      </a:cubicBezTo>
                      <a:cubicBezTo>
                        <a:pt x="55721" y="130016"/>
                        <a:pt x="58293" y="130969"/>
                        <a:pt x="59626" y="132874"/>
                      </a:cubicBezTo>
                      <a:cubicBezTo>
                        <a:pt x="58293" y="134398"/>
                        <a:pt x="58483" y="135636"/>
                        <a:pt x="60293" y="136684"/>
                      </a:cubicBezTo>
                      <a:cubicBezTo>
                        <a:pt x="59817" y="138875"/>
                        <a:pt x="59626" y="143923"/>
                        <a:pt x="59626" y="151733"/>
                      </a:cubicBezTo>
                      <a:cubicBezTo>
                        <a:pt x="58579" y="151733"/>
                        <a:pt x="57721" y="151162"/>
                        <a:pt x="57245" y="150114"/>
                      </a:cubicBezTo>
                      <a:cubicBezTo>
                        <a:pt x="56674" y="149066"/>
                        <a:pt x="56007" y="148495"/>
                        <a:pt x="55054" y="148495"/>
                      </a:cubicBezTo>
                      <a:cubicBezTo>
                        <a:pt x="55340" y="149733"/>
                        <a:pt x="56579" y="150971"/>
                        <a:pt x="58769" y="152210"/>
                      </a:cubicBezTo>
                      <a:cubicBezTo>
                        <a:pt x="60960" y="153448"/>
                        <a:pt x="62103" y="154686"/>
                        <a:pt x="62103" y="155829"/>
                      </a:cubicBezTo>
                      <a:cubicBezTo>
                        <a:pt x="62103" y="156496"/>
                        <a:pt x="61817" y="157258"/>
                        <a:pt x="61436" y="158020"/>
                      </a:cubicBezTo>
                      <a:cubicBezTo>
                        <a:pt x="62770" y="157163"/>
                        <a:pt x="64198" y="156401"/>
                        <a:pt x="65722" y="155543"/>
                      </a:cubicBezTo>
                      <a:lnTo>
                        <a:pt x="64579" y="155543"/>
                      </a:lnTo>
                      <a:cubicBezTo>
                        <a:pt x="63722" y="152019"/>
                        <a:pt x="62293" y="146304"/>
                        <a:pt x="60293" y="138303"/>
                      </a:cubicBezTo>
                      <a:cubicBezTo>
                        <a:pt x="61341" y="135350"/>
                        <a:pt x="63722" y="132874"/>
                        <a:pt x="67532" y="130969"/>
                      </a:cubicBezTo>
                      <a:cubicBezTo>
                        <a:pt x="68580" y="130493"/>
                        <a:pt x="72009" y="129350"/>
                        <a:pt x="77724" y="127254"/>
                      </a:cubicBezTo>
                      <a:cubicBezTo>
                        <a:pt x="78391" y="128111"/>
                        <a:pt x="78581" y="128588"/>
                        <a:pt x="78391" y="128873"/>
                      </a:cubicBezTo>
                      <a:lnTo>
                        <a:pt x="84772" y="129730"/>
                      </a:lnTo>
                      <a:cubicBezTo>
                        <a:pt x="85058" y="128397"/>
                        <a:pt x="84963" y="127254"/>
                        <a:pt x="84582" y="126397"/>
                      </a:cubicBezTo>
                      <a:cubicBezTo>
                        <a:pt x="84106" y="125539"/>
                        <a:pt x="83915" y="124778"/>
                        <a:pt x="83915" y="124301"/>
                      </a:cubicBezTo>
                      <a:cubicBezTo>
                        <a:pt x="85154" y="123063"/>
                        <a:pt x="87249" y="121539"/>
                        <a:pt x="90297" y="119444"/>
                      </a:cubicBezTo>
                      <a:lnTo>
                        <a:pt x="90297" y="122682"/>
                      </a:lnTo>
                      <a:cubicBezTo>
                        <a:pt x="92011" y="122015"/>
                        <a:pt x="92773" y="121158"/>
                        <a:pt x="92773" y="120110"/>
                      </a:cubicBezTo>
                      <a:cubicBezTo>
                        <a:pt x="92773" y="119539"/>
                        <a:pt x="92488" y="118777"/>
                        <a:pt x="91726" y="117538"/>
                      </a:cubicBezTo>
                      <a:cubicBezTo>
                        <a:pt x="91059" y="116396"/>
                        <a:pt x="90773" y="115634"/>
                        <a:pt x="90773" y="115348"/>
                      </a:cubicBezTo>
                      <a:cubicBezTo>
                        <a:pt x="90773" y="114871"/>
                        <a:pt x="91059" y="114395"/>
                        <a:pt x="91630" y="114110"/>
                      </a:cubicBezTo>
                      <a:lnTo>
                        <a:pt x="90202" y="108680"/>
                      </a:lnTo>
                      <a:cubicBezTo>
                        <a:pt x="89344" y="108395"/>
                        <a:pt x="88106" y="108680"/>
                        <a:pt x="86582" y="109252"/>
                      </a:cubicBezTo>
                      <a:cubicBezTo>
                        <a:pt x="84296" y="107537"/>
                        <a:pt x="83439" y="106013"/>
                        <a:pt x="83820" y="104775"/>
                      </a:cubicBezTo>
                      <a:cubicBezTo>
                        <a:pt x="84010" y="104394"/>
                        <a:pt x="84868" y="104013"/>
                        <a:pt x="86582" y="103727"/>
                      </a:cubicBezTo>
                      <a:cubicBezTo>
                        <a:pt x="87058" y="104965"/>
                        <a:pt x="87344" y="105537"/>
                        <a:pt x="87344" y="105346"/>
                      </a:cubicBezTo>
                      <a:cubicBezTo>
                        <a:pt x="92583" y="104965"/>
                        <a:pt x="96964" y="105728"/>
                        <a:pt x="100489" y="107632"/>
                      </a:cubicBezTo>
                      <a:cubicBezTo>
                        <a:pt x="100584" y="108013"/>
                        <a:pt x="100775" y="108395"/>
                        <a:pt x="100775" y="108871"/>
                      </a:cubicBezTo>
                      <a:cubicBezTo>
                        <a:pt x="100775" y="109442"/>
                        <a:pt x="100203" y="109823"/>
                        <a:pt x="99155" y="110109"/>
                      </a:cubicBezTo>
                      <a:cubicBezTo>
                        <a:pt x="98108" y="110395"/>
                        <a:pt x="97441" y="110680"/>
                        <a:pt x="97155" y="110966"/>
                      </a:cubicBezTo>
                      <a:lnTo>
                        <a:pt x="100584" y="110966"/>
                      </a:lnTo>
                      <a:cubicBezTo>
                        <a:pt x="101346" y="111347"/>
                        <a:pt x="101727" y="112109"/>
                        <a:pt x="101727" y="113157"/>
                      </a:cubicBezTo>
                      <a:cubicBezTo>
                        <a:pt x="102965" y="111919"/>
                        <a:pt x="103918" y="111347"/>
                        <a:pt x="104680" y="111347"/>
                      </a:cubicBezTo>
                      <a:cubicBezTo>
                        <a:pt x="105346" y="111347"/>
                        <a:pt x="105918" y="112204"/>
                        <a:pt x="106680" y="114110"/>
                      </a:cubicBezTo>
                      <a:cubicBezTo>
                        <a:pt x="107347" y="115919"/>
                        <a:pt x="108204" y="116967"/>
                        <a:pt x="109252" y="117253"/>
                      </a:cubicBezTo>
                      <a:lnTo>
                        <a:pt x="109252" y="110966"/>
                      </a:lnTo>
                      <a:cubicBezTo>
                        <a:pt x="109823" y="111443"/>
                        <a:pt x="110395" y="111728"/>
                        <a:pt x="111061" y="111728"/>
                      </a:cubicBezTo>
                      <a:cubicBezTo>
                        <a:pt x="111633" y="111728"/>
                        <a:pt x="112585" y="111443"/>
                        <a:pt x="113729" y="110966"/>
                      </a:cubicBezTo>
                      <a:cubicBezTo>
                        <a:pt x="114967" y="110395"/>
                        <a:pt x="115824" y="110204"/>
                        <a:pt x="116491" y="110395"/>
                      </a:cubicBezTo>
                      <a:cubicBezTo>
                        <a:pt x="117062" y="110776"/>
                        <a:pt x="117443" y="111252"/>
                        <a:pt x="117443" y="111823"/>
                      </a:cubicBezTo>
                      <a:cubicBezTo>
                        <a:pt x="117443" y="112204"/>
                        <a:pt x="116967" y="112871"/>
                        <a:pt x="116014" y="113633"/>
                      </a:cubicBezTo>
                      <a:cubicBezTo>
                        <a:pt x="115062" y="114395"/>
                        <a:pt x="114681" y="115157"/>
                        <a:pt x="114681" y="115634"/>
                      </a:cubicBezTo>
                      <a:lnTo>
                        <a:pt x="117443" y="115634"/>
                      </a:lnTo>
                      <a:lnTo>
                        <a:pt x="118110" y="108776"/>
                      </a:lnTo>
                      <a:lnTo>
                        <a:pt x="121063" y="110966"/>
                      </a:lnTo>
                      <a:cubicBezTo>
                        <a:pt x="121063" y="110395"/>
                        <a:pt x="121253" y="109919"/>
                        <a:pt x="121729" y="109538"/>
                      </a:cubicBezTo>
                      <a:cubicBezTo>
                        <a:pt x="122206" y="109728"/>
                        <a:pt x="122777" y="109919"/>
                        <a:pt x="123349" y="110204"/>
                      </a:cubicBezTo>
                      <a:cubicBezTo>
                        <a:pt x="124301" y="111062"/>
                        <a:pt x="124587" y="111062"/>
                        <a:pt x="124301" y="110395"/>
                      </a:cubicBezTo>
                      <a:cubicBezTo>
                        <a:pt x="124111" y="110395"/>
                        <a:pt x="124015" y="110395"/>
                        <a:pt x="123825" y="110204"/>
                      </a:cubicBezTo>
                      <a:lnTo>
                        <a:pt x="123349" y="110204"/>
                      </a:lnTo>
                      <a:cubicBezTo>
                        <a:pt x="122587" y="109538"/>
                        <a:pt x="122015" y="109347"/>
                        <a:pt x="121729" y="109538"/>
                      </a:cubicBezTo>
                      <a:close/>
                      <a:moveTo>
                        <a:pt x="65532" y="130683"/>
                      </a:moveTo>
                      <a:lnTo>
                        <a:pt x="65532" y="129064"/>
                      </a:lnTo>
                      <a:lnTo>
                        <a:pt x="66865" y="129064"/>
                      </a:lnTo>
                      <a:lnTo>
                        <a:pt x="65532" y="130683"/>
                      </a:lnTo>
                      <a:close/>
                      <a:moveTo>
                        <a:pt x="70771" y="149543"/>
                      </a:moveTo>
                      <a:lnTo>
                        <a:pt x="70771" y="147923"/>
                      </a:lnTo>
                      <a:cubicBezTo>
                        <a:pt x="70104" y="147638"/>
                        <a:pt x="69247" y="147256"/>
                        <a:pt x="68008" y="146876"/>
                      </a:cubicBezTo>
                      <a:cubicBezTo>
                        <a:pt x="67723" y="147733"/>
                        <a:pt x="67913" y="148400"/>
                        <a:pt x="68485" y="148971"/>
                      </a:cubicBezTo>
                      <a:cubicBezTo>
                        <a:pt x="69056" y="149638"/>
                        <a:pt x="69818" y="149733"/>
                        <a:pt x="70771" y="149447"/>
                      </a:cubicBezTo>
                      <a:close/>
                      <a:moveTo>
                        <a:pt x="71438" y="159639"/>
                      </a:moveTo>
                      <a:lnTo>
                        <a:pt x="73247" y="158020"/>
                      </a:lnTo>
                      <a:lnTo>
                        <a:pt x="71438" y="156210"/>
                      </a:lnTo>
                      <a:lnTo>
                        <a:pt x="71438" y="159639"/>
                      </a:lnTo>
                      <a:close/>
                      <a:moveTo>
                        <a:pt x="80105" y="153924"/>
                      </a:moveTo>
                      <a:cubicBezTo>
                        <a:pt x="80391" y="152019"/>
                        <a:pt x="80105" y="151067"/>
                        <a:pt x="78962" y="151067"/>
                      </a:cubicBezTo>
                      <a:cubicBezTo>
                        <a:pt x="78200" y="151067"/>
                        <a:pt x="76962" y="151543"/>
                        <a:pt x="75343" y="152495"/>
                      </a:cubicBezTo>
                      <a:cubicBezTo>
                        <a:pt x="73723" y="153448"/>
                        <a:pt x="72771" y="153924"/>
                        <a:pt x="72580" y="153924"/>
                      </a:cubicBezTo>
                      <a:cubicBezTo>
                        <a:pt x="73342" y="154591"/>
                        <a:pt x="74009" y="154972"/>
                        <a:pt x="74581" y="154972"/>
                      </a:cubicBezTo>
                      <a:cubicBezTo>
                        <a:pt x="75057" y="154972"/>
                        <a:pt x="75629" y="154686"/>
                        <a:pt x="76390" y="154114"/>
                      </a:cubicBezTo>
                      <a:cubicBezTo>
                        <a:pt x="77152" y="153448"/>
                        <a:pt x="77819" y="153162"/>
                        <a:pt x="78200" y="153162"/>
                      </a:cubicBezTo>
                      <a:cubicBezTo>
                        <a:pt x="78772" y="153162"/>
                        <a:pt x="79438" y="153448"/>
                        <a:pt x="80010" y="154019"/>
                      </a:cubicBezTo>
                      <a:close/>
                      <a:moveTo>
                        <a:pt x="77629" y="122682"/>
                      </a:moveTo>
                      <a:cubicBezTo>
                        <a:pt x="75533" y="121063"/>
                        <a:pt x="75247" y="119825"/>
                        <a:pt x="76962" y="118872"/>
                      </a:cubicBezTo>
                      <a:lnTo>
                        <a:pt x="79438" y="122111"/>
                      </a:lnTo>
                      <a:cubicBezTo>
                        <a:pt x="79438" y="122111"/>
                        <a:pt x="78391" y="122111"/>
                        <a:pt x="77629" y="122682"/>
                      </a:cubicBezTo>
                      <a:close/>
                      <a:moveTo>
                        <a:pt x="85534" y="172784"/>
                      </a:moveTo>
                      <a:cubicBezTo>
                        <a:pt x="84772" y="172117"/>
                        <a:pt x="84392" y="171545"/>
                        <a:pt x="84392" y="170879"/>
                      </a:cubicBezTo>
                      <a:cubicBezTo>
                        <a:pt x="84392" y="170212"/>
                        <a:pt x="85344" y="169545"/>
                        <a:pt x="87249" y="168878"/>
                      </a:cubicBezTo>
                      <a:cubicBezTo>
                        <a:pt x="89154" y="168212"/>
                        <a:pt x="90297" y="167735"/>
                        <a:pt x="90773" y="167259"/>
                      </a:cubicBezTo>
                      <a:cubicBezTo>
                        <a:pt x="90583" y="167830"/>
                        <a:pt x="89821" y="168402"/>
                        <a:pt x="88297" y="169164"/>
                      </a:cubicBezTo>
                      <a:cubicBezTo>
                        <a:pt x="86773" y="169831"/>
                        <a:pt x="86011" y="170497"/>
                        <a:pt x="86011" y="171164"/>
                      </a:cubicBezTo>
                      <a:cubicBezTo>
                        <a:pt x="86011" y="171545"/>
                        <a:pt x="86392" y="172117"/>
                        <a:pt x="87154" y="172784"/>
                      </a:cubicBezTo>
                      <a:lnTo>
                        <a:pt x="85534" y="172784"/>
                      </a:lnTo>
                      <a:close/>
                      <a:moveTo>
                        <a:pt x="92583" y="102394"/>
                      </a:moveTo>
                      <a:cubicBezTo>
                        <a:pt x="94107" y="102394"/>
                        <a:pt x="94964" y="102679"/>
                        <a:pt x="95059" y="103251"/>
                      </a:cubicBezTo>
                      <a:lnTo>
                        <a:pt x="93250" y="103822"/>
                      </a:lnTo>
                      <a:lnTo>
                        <a:pt x="92583" y="102394"/>
                      </a:lnTo>
                      <a:close/>
                      <a:moveTo>
                        <a:pt x="94393" y="138875"/>
                      </a:moveTo>
                      <a:lnTo>
                        <a:pt x="100298" y="138303"/>
                      </a:lnTo>
                      <a:lnTo>
                        <a:pt x="100298" y="136588"/>
                      </a:lnTo>
                      <a:cubicBezTo>
                        <a:pt x="100298" y="134017"/>
                        <a:pt x="100870" y="132588"/>
                        <a:pt x="102108" y="132112"/>
                      </a:cubicBezTo>
                      <a:lnTo>
                        <a:pt x="98679" y="131064"/>
                      </a:lnTo>
                      <a:cubicBezTo>
                        <a:pt x="98488" y="132302"/>
                        <a:pt x="98298" y="134112"/>
                        <a:pt x="98012" y="136588"/>
                      </a:cubicBezTo>
                      <a:cubicBezTo>
                        <a:pt x="97822" y="137827"/>
                        <a:pt x="96679" y="138589"/>
                        <a:pt x="94393" y="138875"/>
                      </a:cubicBezTo>
                      <a:close/>
                      <a:moveTo>
                        <a:pt x="97631" y="149447"/>
                      </a:moveTo>
                      <a:lnTo>
                        <a:pt x="97631" y="145352"/>
                      </a:lnTo>
                      <a:lnTo>
                        <a:pt x="96964" y="145352"/>
                      </a:lnTo>
                      <a:lnTo>
                        <a:pt x="96964" y="149447"/>
                      </a:lnTo>
                      <a:lnTo>
                        <a:pt x="97631" y="149447"/>
                      </a:lnTo>
                      <a:close/>
                      <a:moveTo>
                        <a:pt x="104013" y="81915"/>
                      </a:moveTo>
                      <a:lnTo>
                        <a:pt x="98774" y="81344"/>
                      </a:lnTo>
                      <a:lnTo>
                        <a:pt x="97631" y="84201"/>
                      </a:lnTo>
                      <a:cubicBezTo>
                        <a:pt x="99917" y="85820"/>
                        <a:pt x="101822" y="86582"/>
                        <a:pt x="103251" y="86582"/>
                      </a:cubicBezTo>
                      <a:cubicBezTo>
                        <a:pt x="104108" y="86582"/>
                        <a:pt x="104965" y="86296"/>
                        <a:pt x="105727" y="85820"/>
                      </a:cubicBezTo>
                      <a:cubicBezTo>
                        <a:pt x="102203" y="86392"/>
                        <a:pt x="100393" y="85725"/>
                        <a:pt x="100298" y="83534"/>
                      </a:cubicBezTo>
                      <a:lnTo>
                        <a:pt x="103918" y="81915"/>
                      </a:lnTo>
                      <a:close/>
                      <a:moveTo>
                        <a:pt x="97631" y="114776"/>
                      </a:moveTo>
                      <a:lnTo>
                        <a:pt x="99441" y="114776"/>
                      </a:lnTo>
                      <a:lnTo>
                        <a:pt x="99441" y="113157"/>
                      </a:lnTo>
                      <a:lnTo>
                        <a:pt x="97631" y="113157"/>
                      </a:lnTo>
                      <a:lnTo>
                        <a:pt x="97631" y="114776"/>
                      </a:lnTo>
                      <a:close/>
                      <a:moveTo>
                        <a:pt x="103251" y="157163"/>
                      </a:moveTo>
                      <a:cubicBezTo>
                        <a:pt x="104013" y="155924"/>
                        <a:pt x="105442" y="154305"/>
                        <a:pt x="107537" y="152305"/>
                      </a:cubicBezTo>
                      <a:lnTo>
                        <a:pt x="106394" y="151733"/>
                      </a:lnTo>
                      <a:lnTo>
                        <a:pt x="104584" y="152305"/>
                      </a:lnTo>
                      <a:lnTo>
                        <a:pt x="103918" y="149447"/>
                      </a:lnTo>
                      <a:cubicBezTo>
                        <a:pt x="101060" y="150781"/>
                        <a:pt x="99822" y="152305"/>
                        <a:pt x="100298" y="153924"/>
                      </a:cubicBezTo>
                      <a:lnTo>
                        <a:pt x="103251" y="153353"/>
                      </a:lnTo>
                      <a:lnTo>
                        <a:pt x="103251" y="157163"/>
                      </a:lnTo>
                      <a:close/>
                      <a:moveTo>
                        <a:pt x="103251" y="145352"/>
                      </a:moveTo>
                      <a:lnTo>
                        <a:pt x="104584" y="140494"/>
                      </a:lnTo>
                      <a:lnTo>
                        <a:pt x="103918" y="140494"/>
                      </a:lnTo>
                      <a:lnTo>
                        <a:pt x="103251" y="145352"/>
                      </a:lnTo>
                      <a:close/>
                      <a:moveTo>
                        <a:pt x="108299" y="97441"/>
                      </a:moveTo>
                      <a:cubicBezTo>
                        <a:pt x="108299" y="97441"/>
                        <a:pt x="107251" y="96869"/>
                        <a:pt x="105823" y="96869"/>
                      </a:cubicBezTo>
                      <a:lnTo>
                        <a:pt x="105823" y="99060"/>
                      </a:lnTo>
                      <a:lnTo>
                        <a:pt x="107633" y="99060"/>
                      </a:lnTo>
                      <a:cubicBezTo>
                        <a:pt x="108204" y="98488"/>
                        <a:pt x="108490" y="97917"/>
                        <a:pt x="108299" y="97441"/>
                      </a:cubicBezTo>
                      <a:close/>
                      <a:moveTo>
                        <a:pt x="110776" y="64579"/>
                      </a:moveTo>
                      <a:cubicBezTo>
                        <a:pt x="111538" y="65151"/>
                        <a:pt x="111919" y="65627"/>
                        <a:pt x="111919" y="66199"/>
                      </a:cubicBezTo>
                      <a:cubicBezTo>
                        <a:pt x="111919" y="67628"/>
                        <a:pt x="110871" y="68389"/>
                        <a:pt x="108966" y="68389"/>
                      </a:cubicBezTo>
                      <a:lnTo>
                        <a:pt x="110776" y="68389"/>
                      </a:lnTo>
                      <a:cubicBezTo>
                        <a:pt x="111252" y="67818"/>
                        <a:pt x="111728" y="67246"/>
                        <a:pt x="112300" y="66675"/>
                      </a:cubicBezTo>
                      <a:cubicBezTo>
                        <a:pt x="112776" y="66008"/>
                        <a:pt x="112967" y="65342"/>
                        <a:pt x="112585" y="64579"/>
                      </a:cubicBezTo>
                      <a:lnTo>
                        <a:pt x="110776" y="64579"/>
                      </a:lnTo>
                      <a:close/>
                      <a:moveTo>
                        <a:pt x="115348" y="97441"/>
                      </a:moveTo>
                      <a:cubicBezTo>
                        <a:pt x="115348" y="97441"/>
                        <a:pt x="113538" y="96393"/>
                        <a:pt x="110776" y="95250"/>
                      </a:cubicBezTo>
                      <a:lnTo>
                        <a:pt x="110109" y="96869"/>
                      </a:lnTo>
                      <a:lnTo>
                        <a:pt x="115348" y="97441"/>
                      </a:lnTo>
                      <a:close/>
                      <a:moveTo>
                        <a:pt x="111919" y="21050"/>
                      </a:moveTo>
                      <a:lnTo>
                        <a:pt x="111919" y="22670"/>
                      </a:lnTo>
                      <a:lnTo>
                        <a:pt x="114395" y="22098"/>
                      </a:lnTo>
                      <a:cubicBezTo>
                        <a:pt x="113919" y="21431"/>
                        <a:pt x="113062" y="21050"/>
                        <a:pt x="111919" y="21050"/>
                      </a:cubicBezTo>
                      <a:close/>
                      <a:moveTo>
                        <a:pt x="113538" y="121063"/>
                      </a:moveTo>
                      <a:lnTo>
                        <a:pt x="119634" y="120491"/>
                      </a:lnTo>
                      <a:cubicBezTo>
                        <a:pt x="118586" y="119825"/>
                        <a:pt x="117348" y="119444"/>
                        <a:pt x="116014" y="119444"/>
                      </a:cubicBezTo>
                      <a:cubicBezTo>
                        <a:pt x="114490" y="119253"/>
                        <a:pt x="113729" y="119825"/>
                        <a:pt x="113538" y="121063"/>
                      </a:cubicBezTo>
                      <a:close/>
                      <a:moveTo>
                        <a:pt x="119634" y="64675"/>
                      </a:moveTo>
                      <a:lnTo>
                        <a:pt x="123254" y="68009"/>
                      </a:lnTo>
                      <a:lnTo>
                        <a:pt x="123254" y="66389"/>
                      </a:lnTo>
                      <a:cubicBezTo>
                        <a:pt x="121158" y="65246"/>
                        <a:pt x="119920" y="64770"/>
                        <a:pt x="119634" y="64770"/>
                      </a:cubicBezTo>
                      <a:close/>
                      <a:moveTo>
                        <a:pt x="124015" y="85154"/>
                      </a:moveTo>
                      <a:lnTo>
                        <a:pt x="126492" y="82963"/>
                      </a:lnTo>
                      <a:cubicBezTo>
                        <a:pt x="125921" y="82296"/>
                        <a:pt x="124015" y="81439"/>
                        <a:pt x="120872" y="80296"/>
                      </a:cubicBezTo>
                      <a:lnTo>
                        <a:pt x="124015" y="85154"/>
                      </a:lnTo>
                      <a:close/>
                      <a:moveTo>
                        <a:pt x="125158" y="96964"/>
                      </a:moveTo>
                      <a:lnTo>
                        <a:pt x="125158" y="93726"/>
                      </a:lnTo>
                      <a:lnTo>
                        <a:pt x="124015" y="93726"/>
                      </a:lnTo>
                      <a:lnTo>
                        <a:pt x="124015" y="96964"/>
                      </a:lnTo>
                      <a:lnTo>
                        <a:pt x="125158" y="96964"/>
                      </a:lnTo>
                      <a:close/>
                      <a:moveTo>
                        <a:pt x="126492" y="184595"/>
                      </a:moveTo>
                      <a:cubicBezTo>
                        <a:pt x="128302" y="185356"/>
                        <a:pt x="128873" y="186404"/>
                        <a:pt x="128302" y="187643"/>
                      </a:cubicBezTo>
                      <a:lnTo>
                        <a:pt x="127635" y="188690"/>
                      </a:lnTo>
                      <a:cubicBezTo>
                        <a:pt x="126873" y="188309"/>
                        <a:pt x="126492" y="187738"/>
                        <a:pt x="126492" y="187071"/>
                      </a:cubicBezTo>
                      <a:lnTo>
                        <a:pt x="126492" y="184595"/>
                      </a:lnTo>
                      <a:close/>
                      <a:moveTo>
                        <a:pt x="131064" y="159639"/>
                      </a:moveTo>
                      <a:cubicBezTo>
                        <a:pt x="132302" y="159353"/>
                        <a:pt x="133731" y="159639"/>
                        <a:pt x="135446" y="160211"/>
                      </a:cubicBezTo>
                      <a:cubicBezTo>
                        <a:pt x="135922" y="161163"/>
                        <a:pt x="135636" y="161925"/>
                        <a:pt x="134684" y="162211"/>
                      </a:cubicBezTo>
                      <a:cubicBezTo>
                        <a:pt x="133826" y="162592"/>
                        <a:pt x="132874" y="163068"/>
                        <a:pt x="131921" y="163449"/>
                      </a:cubicBezTo>
                      <a:lnTo>
                        <a:pt x="131064" y="163449"/>
                      </a:lnTo>
                      <a:lnTo>
                        <a:pt x="131064" y="159544"/>
                      </a:lnTo>
                      <a:close/>
                      <a:moveTo>
                        <a:pt x="131921" y="124396"/>
                      </a:moveTo>
                      <a:cubicBezTo>
                        <a:pt x="132493" y="123254"/>
                        <a:pt x="133255" y="122777"/>
                        <a:pt x="134017" y="122777"/>
                      </a:cubicBezTo>
                      <a:cubicBezTo>
                        <a:pt x="133826" y="122968"/>
                        <a:pt x="133540" y="123254"/>
                        <a:pt x="133064" y="123539"/>
                      </a:cubicBezTo>
                      <a:cubicBezTo>
                        <a:pt x="132588" y="123920"/>
                        <a:pt x="132207" y="124206"/>
                        <a:pt x="131921" y="124396"/>
                      </a:cubicBezTo>
                      <a:close/>
                      <a:moveTo>
                        <a:pt x="137160" y="122777"/>
                      </a:moveTo>
                      <a:cubicBezTo>
                        <a:pt x="137160" y="122777"/>
                        <a:pt x="137922" y="122968"/>
                        <a:pt x="138970" y="123444"/>
                      </a:cubicBezTo>
                      <a:cubicBezTo>
                        <a:pt x="138208" y="123825"/>
                        <a:pt x="137255" y="123825"/>
                        <a:pt x="136208" y="123444"/>
                      </a:cubicBezTo>
                      <a:cubicBezTo>
                        <a:pt x="134969" y="123063"/>
                        <a:pt x="134207" y="122777"/>
                        <a:pt x="133921" y="122777"/>
                      </a:cubicBezTo>
                      <a:cubicBezTo>
                        <a:pt x="135160" y="121634"/>
                        <a:pt x="136208" y="121634"/>
                        <a:pt x="137160" y="122777"/>
                      </a:cubicBezTo>
                      <a:close/>
                      <a:moveTo>
                        <a:pt x="138303" y="110490"/>
                      </a:moveTo>
                      <a:lnTo>
                        <a:pt x="138303" y="111633"/>
                      </a:lnTo>
                      <a:lnTo>
                        <a:pt x="135350" y="110490"/>
                      </a:lnTo>
                      <a:lnTo>
                        <a:pt x="138303" y="110490"/>
                      </a:lnTo>
                      <a:close/>
                      <a:moveTo>
                        <a:pt x="151447" y="100965"/>
                      </a:moveTo>
                      <a:lnTo>
                        <a:pt x="154686" y="104013"/>
                      </a:lnTo>
                      <a:lnTo>
                        <a:pt x="150400" y="103442"/>
                      </a:lnTo>
                      <a:lnTo>
                        <a:pt x="151543" y="100965"/>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32" name="Google Shape;832;p99"/>
              <p:cNvGrpSpPr/>
              <p:nvPr/>
            </p:nvGrpSpPr>
            <p:grpSpPr>
              <a:xfrm>
                <a:off x="8432952" y="6190203"/>
                <a:ext cx="878109" cy="163067"/>
                <a:chOff x="3179634" y="3908298"/>
                <a:chExt cx="878109" cy="163067"/>
              </a:xfrm>
            </p:grpSpPr>
            <p:sp>
              <p:nvSpPr>
                <p:cNvPr id="833" name="Google Shape;833;p99"/>
                <p:cNvSpPr/>
                <p:nvPr/>
              </p:nvSpPr>
              <p:spPr>
                <a:xfrm>
                  <a:off x="3179634" y="3929062"/>
                  <a:ext cx="121824" cy="134492"/>
                </a:xfrm>
                <a:custGeom>
                  <a:avLst/>
                  <a:gdLst/>
                  <a:ahLst/>
                  <a:cxnLst/>
                  <a:rect l="l" t="t" r="r" b="b"/>
                  <a:pathLst>
                    <a:path w="121824" h="134492" extrusionOk="0">
                      <a:moveTo>
                        <a:pt x="1810" y="93250"/>
                      </a:moveTo>
                      <a:cubicBezTo>
                        <a:pt x="1715" y="94393"/>
                        <a:pt x="1810" y="94964"/>
                        <a:pt x="2286" y="94964"/>
                      </a:cubicBezTo>
                      <a:cubicBezTo>
                        <a:pt x="2286" y="94964"/>
                        <a:pt x="2572" y="94964"/>
                        <a:pt x="2953" y="94774"/>
                      </a:cubicBezTo>
                      <a:cubicBezTo>
                        <a:pt x="3239" y="94774"/>
                        <a:pt x="3524" y="94583"/>
                        <a:pt x="3715" y="94583"/>
                      </a:cubicBezTo>
                      <a:cubicBezTo>
                        <a:pt x="4000" y="94583"/>
                        <a:pt x="4286" y="94774"/>
                        <a:pt x="4381" y="95250"/>
                      </a:cubicBezTo>
                      <a:cubicBezTo>
                        <a:pt x="1810" y="95250"/>
                        <a:pt x="286" y="95060"/>
                        <a:pt x="0" y="94583"/>
                      </a:cubicBezTo>
                      <a:lnTo>
                        <a:pt x="1810" y="93250"/>
                      </a:lnTo>
                      <a:close/>
                      <a:moveTo>
                        <a:pt x="4381" y="110299"/>
                      </a:moveTo>
                      <a:cubicBezTo>
                        <a:pt x="4667" y="109728"/>
                        <a:pt x="5048" y="109442"/>
                        <a:pt x="5715" y="109442"/>
                      </a:cubicBezTo>
                      <a:lnTo>
                        <a:pt x="7525" y="109442"/>
                      </a:lnTo>
                      <a:cubicBezTo>
                        <a:pt x="7429" y="109919"/>
                        <a:pt x="7048" y="110299"/>
                        <a:pt x="6191" y="110299"/>
                      </a:cubicBezTo>
                      <a:lnTo>
                        <a:pt x="4381" y="110299"/>
                      </a:lnTo>
                      <a:close/>
                      <a:moveTo>
                        <a:pt x="9906" y="119158"/>
                      </a:moveTo>
                      <a:lnTo>
                        <a:pt x="9906" y="117348"/>
                      </a:lnTo>
                      <a:lnTo>
                        <a:pt x="11240" y="117348"/>
                      </a:lnTo>
                      <a:lnTo>
                        <a:pt x="9906" y="119158"/>
                      </a:lnTo>
                      <a:close/>
                      <a:moveTo>
                        <a:pt x="16859" y="108204"/>
                      </a:moveTo>
                      <a:cubicBezTo>
                        <a:pt x="17431" y="108013"/>
                        <a:pt x="18193" y="108395"/>
                        <a:pt x="19336" y="109538"/>
                      </a:cubicBezTo>
                      <a:lnTo>
                        <a:pt x="18860" y="110395"/>
                      </a:lnTo>
                      <a:lnTo>
                        <a:pt x="16859" y="108204"/>
                      </a:lnTo>
                      <a:close/>
                      <a:moveTo>
                        <a:pt x="19336" y="119158"/>
                      </a:moveTo>
                      <a:cubicBezTo>
                        <a:pt x="19336" y="119158"/>
                        <a:pt x="20002" y="118777"/>
                        <a:pt x="20383" y="118205"/>
                      </a:cubicBezTo>
                      <a:cubicBezTo>
                        <a:pt x="20765" y="117634"/>
                        <a:pt x="21146" y="117348"/>
                        <a:pt x="21431" y="117348"/>
                      </a:cubicBezTo>
                      <a:cubicBezTo>
                        <a:pt x="21431" y="117824"/>
                        <a:pt x="21146" y="118396"/>
                        <a:pt x="20669" y="119158"/>
                      </a:cubicBezTo>
                      <a:lnTo>
                        <a:pt x="19336" y="119158"/>
                      </a:lnTo>
                      <a:close/>
                      <a:moveTo>
                        <a:pt x="22384" y="104299"/>
                      </a:moveTo>
                      <a:lnTo>
                        <a:pt x="21908" y="105632"/>
                      </a:lnTo>
                      <a:lnTo>
                        <a:pt x="20098" y="105632"/>
                      </a:lnTo>
                      <a:cubicBezTo>
                        <a:pt x="20574" y="104299"/>
                        <a:pt x="20955" y="103632"/>
                        <a:pt x="21431" y="103632"/>
                      </a:cubicBezTo>
                      <a:cubicBezTo>
                        <a:pt x="21812" y="103632"/>
                        <a:pt x="22098" y="103822"/>
                        <a:pt x="22384" y="104299"/>
                      </a:cubicBezTo>
                      <a:close/>
                      <a:moveTo>
                        <a:pt x="24956" y="92773"/>
                      </a:moveTo>
                      <a:lnTo>
                        <a:pt x="24956" y="94107"/>
                      </a:lnTo>
                      <a:lnTo>
                        <a:pt x="22384" y="92012"/>
                      </a:lnTo>
                      <a:cubicBezTo>
                        <a:pt x="23050" y="91726"/>
                        <a:pt x="23908" y="92012"/>
                        <a:pt x="24956" y="92773"/>
                      </a:cubicBezTo>
                      <a:close/>
                      <a:moveTo>
                        <a:pt x="22384" y="112109"/>
                      </a:moveTo>
                      <a:cubicBezTo>
                        <a:pt x="23241" y="112109"/>
                        <a:pt x="23717" y="112681"/>
                        <a:pt x="23717" y="113919"/>
                      </a:cubicBezTo>
                      <a:lnTo>
                        <a:pt x="22384" y="113919"/>
                      </a:lnTo>
                      <a:lnTo>
                        <a:pt x="22384" y="112109"/>
                      </a:lnTo>
                      <a:close/>
                      <a:moveTo>
                        <a:pt x="25432" y="126302"/>
                      </a:moveTo>
                      <a:lnTo>
                        <a:pt x="24956" y="125635"/>
                      </a:lnTo>
                      <a:lnTo>
                        <a:pt x="27527" y="124111"/>
                      </a:lnTo>
                      <a:lnTo>
                        <a:pt x="25432" y="126302"/>
                      </a:lnTo>
                      <a:close/>
                      <a:moveTo>
                        <a:pt x="120967" y="99822"/>
                      </a:moveTo>
                      <a:lnTo>
                        <a:pt x="115252" y="100584"/>
                      </a:lnTo>
                      <a:cubicBezTo>
                        <a:pt x="115252" y="100584"/>
                        <a:pt x="115157" y="100965"/>
                        <a:pt x="115157" y="101155"/>
                      </a:cubicBezTo>
                      <a:cubicBezTo>
                        <a:pt x="115157" y="101441"/>
                        <a:pt x="115633" y="101918"/>
                        <a:pt x="116586" y="102489"/>
                      </a:cubicBezTo>
                      <a:cubicBezTo>
                        <a:pt x="117443" y="103061"/>
                        <a:pt x="117919" y="103632"/>
                        <a:pt x="117919" y="104299"/>
                      </a:cubicBezTo>
                      <a:lnTo>
                        <a:pt x="119253" y="104299"/>
                      </a:lnTo>
                      <a:cubicBezTo>
                        <a:pt x="118586" y="107728"/>
                        <a:pt x="118015" y="111157"/>
                        <a:pt x="117443" y="114681"/>
                      </a:cubicBezTo>
                      <a:cubicBezTo>
                        <a:pt x="116586" y="118301"/>
                        <a:pt x="114395" y="120682"/>
                        <a:pt x="111062" y="121825"/>
                      </a:cubicBezTo>
                      <a:cubicBezTo>
                        <a:pt x="110585" y="119824"/>
                        <a:pt x="109252" y="119158"/>
                        <a:pt x="107252" y="119920"/>
                      </a:cubicBezTo>
                      <a:lnTo>
                        <a:pt x="106585" y="120396"/>
                      </a:lnTo>
                      <a:lnTo>
                        <a:pt x="108966" y="123063"/>
                      </a:lnTo>
                      <a:cubicBezTo>
                        <a:pt x="108014" y="122872"/>
                        <a:pt x="106966" y="122206"/>
                        <a:pt x="105727" y="121158"/>
                      </a:cubicBezTo>
                      <a:cubicBezTo>
                        <a:pt x="104489" y="120110"/>
                        <a:pt x="103632" y="119634"/>
                        <a:pt x="102965" y="119634"/>
                      </a:cubicBezTo>
                      <a:cubicBezTo>
                        <a:pt x="102203" y="119634"/>
                        <a:pt x="101346" y="120110"/>
                        <a:pt x="100394" y="120968"/>
                      </a:cubicBezTo>
                      <a:lnTo>
                        <a:pt x="102584" y="120968"/>
                      </a:lnTo>
                      <a:lnTo>
                        <a:pt x="102203" y="121825"/>
                      </a:lnTo>
                      <a:cubicBezTo>
                        <a:pt x="103442" y="122206"/>
                        <a:pt x="105156" y="123349"/>
                        <a:pt x="107252" y="124968"/>
                      </a:cubicBezTo>
                      <a:lnTo>
                        <a:pt x="102679" y="126968"/>
                      </a:lnTo>
                      <a:lnTo>
                        <a:pt x="103537" y="127445"/>
                      </a:lnTo>
                      <a:cubicBezTo>
                        <a:pt x="103537" y="127445"/>
                        <a:pt x="101632" y="128397"/>
                        <a:pt x="98298" y="129826"/>
                      </a:cubicBezTo>
                      <a:cubicBezTo>
                        <a:pt x="96583" y="130493"/>
                        <a:pt x="94964" y="130873"/>
                        <a:pt x="93440" y="130873"/>
                      </a:cubicBezTo>
                      <a:cubicBezTo>
                        <a:pt x="92678" y="130873"/>
                        <a:pt x="91916" y="130873"/>
                        <a:pt x="91059" y="130683"/>
                      </a:cubicBezTo>
                      <a:cubicBezTo>
                        <a:pt x="90488" y="132207"/>
                        <a:pt x="90392" y="133255"/>
                        <a:pt x="90583" y="133731"/>
                      </a:cubicBezTo>
                      <a:lnTo>
                        <a:pt x="65913" y="134493"/>
                      </a:lnTo>
                      <a:cubicBezTo>
                        <a:pt x="63913" y="132683"/>
                        <a:pt x="60865" y="131064"/>
                        <a:pt x="56674" y="129730"/>
                      </a:cubicBezTo>
                      <a:cubicBezTo>
                        <a:pt x="52006" y="128302"/>
                        <a:pt x="49054" y="127159"/>
                        <a:pt x="47720" y="126206"/>
                      </a:cubicBezTo>
                      <a:cubicBezTo>
                        <a:pt x="47149" y="125444"/>
                        <a:pt x="46196" y="124873"/>
                        <a:pt x="44863" y="124587"/>
                      </a:cubicBezTo>
                      <a:cubicBezTo>
                        <a:pt x="43434" y="124206"/>
                        <a:pt x="42196" y="123920"/>
                        <a:pt x="40862" y="123635"/>
                      </a:cubicBezTo>
                      <a:lnTo>
                        <a:pt x="42672" y="121729"/>
                      </a:lnTo>
                      <a:lnTo>
                        <a:pt x="40291" y="119063"/>
                      </a:lnTo>
                      <a:lnTo>
                        <a:pt x="39624" y="120872"/>
                      </a:lnTo>
                      <a:cubicBezTo>
                        <a:pt x="37529" y="120301"/>
                        <a:pt x="36290" y="118491"/>
                        <a:pt x="36100" y="115348"/>
                      </a:cubicBezTo>
                      <a:cubicBezTo>
                        <a:pt x="36004" y="112586"/>
                        <a:pt x="34481" y="111252"/>
                        <a:pt x="31528" y="111252"/>
                      </a:cubicBezTo>
                      <a:lnTo>
                        <a:pt x="29432" y="111252"/>
                      </a:lnTo>
                      <a:cubicBezTo>
                        <a:pt x="31242" y="111062"/>
                        <a:pt x="32194" y="110014"/>
                        <a:pt x="32194" y="108013"/>
                      </a:cubicBezTo>
                      <a:cubicBezTo>
                        <a:pt x="32194" y="107347"/>
                        <a:pt x="32004" y="106775"/>
                        <a:pt x="31718" y="106204"/>
                      </a:cubicBezTo>
                      <a:cubicBezTo>
                        <a:pt x="31337" y="105632"/>
                        <a:pt x="30290" y="104965"/>
                        <a:pt x="28289" y="104204"/>
                      </a:cubicBezTo>
                      <a:lnTo>
                        <a:pt x="27813" y="104680"/>
                      </a:lnTo>
                      <a:cubicBezTo>
                        <a:pt x="27813" y="104680"/>
                        <a:pt x="27527" y="105061"/>
                        <a:pt x="27337" y="105061"/>
                      </a:cubicBezTo>
                      <a:cubicBezTo>
                        <a:pt x="27051" y="105061"/>
                        <a:pt x="26765" y="104585"/>
                        <a:pt x="26575" y="103632"/>
                      </a:cubicBezTo>
                      <a:cubicBezTo>
                        <a:pt x="26289" y="102870"/>
                        <a:pt x="26289" y="102108"/>
                        <a:pt x="26575" y="101441"/>
                      </a:cubicBezTo>
                      <a:cubicBezTo>
                        <a:pt x="27623" y="101251"/>
                        <a:pt x="29242" y="100013"/>
                        <a:pt x="31433" y="97917"/>
                      </a:cubicBezTo>
                      <a:cubicBezTo>
                        <a:pt x="33433" y="96203"/>
                        <a:pt x="35052" y="95250"/>
                        <a:pt x="36290" y="95250"/>
                      </a:cubicBezTo>
                      <a:cubicBezTo>
                        <a:pt x="36957" y="95250"/>
                        <a:pt x="37624" y="95345"/>
                        <a:pt x="38386" y="95726"/>
                      </a:cubicBezTo>
                      <a:cubicBezTo>
                        <a:pt x="38005" y="94964"/>
                        <a:pt x="38005" y="94297"/>
                        <a:pt x="38386" y="93726"/>
                      </a:cubicBezTo>
                      <a:cubicBezTo>
                        <a:pt x="38767" y="93154"/>
                        <a:pt x="38386" y="92297"/>
                        <a:pt x="37338" y="91249"/>
                      </a:cubicBezTo>
                      <a:lnTo>
                        <a:pt x="42863" y="88582"/>
                      </a:lnTo>
                      <a:lnTo>
                        <a:pt x="41529" y="86773"/>
                      </a:lnTo>
                      <a:cubicBezTo>
                        <a:pt x="42386" y="86773"/>
                        <a:pt x="43815" y="86201"/>
                        <a:pt x="45720" y="85154"/>
                      </a:cubicBezTo>
                      <a:cubicBezTo>
                        <a:pt x="47720" y="84106"/>
                        <a:pt x="48958" y="83629"/>
                        <a:pt x="49625" y="83629"/>
                      </a:cubicBezTo>
                      <a:cubicBezTo>
                        <a:pt x="50768" y="83629"/>
                        <a:pt x="51435" y="84391"/>
                        <a:pt x="51816" y="86106"/>
                      </a:cubicBezTo>
                      <a:cubicBezTo>
                        <a:pt x="51435" y="89726"/>
                        <a:pt x="52769" y="93440"/>
                        <a:pt x="55626" y="97060"/>
                      </a:cubicBezTo>
                      <a:cubicBezTo>
                        <a:pt x="57055" y="98774"/>
                        <a:pt x="59912" y="101632"/>
                        <a:pt x="64294" y="105346"/>
                      </a:cubicBezTo>
                      <a:cubicBezTo>
                        <a:pt x="64960" y="106871"/>
                        <a:pt x="66008" y="107632"/>
                        <a:pt x="67532" y="107632"/>
                      </a:cubicBezTo>
                      <a:cubicBezTo>
                        <a:pt x="68008" y="107632"/>
                        <a:pt x="68675" y="107632"/>
                        <a:pt x="69533" y="107442"/>
                      </a:cubicBezTo>
                      <a:cubicBezTo>
                        <a:pt x="70390" y="107347"/>
                        <a:pt x="71152" y="107156"/>
                        <a:pt x="71533" y="107156"/>
                      </a:cubicBezTo>
                      <a:cubicBezTo>
                        <a:pt x="72485" y="107156"/>
                        <a:pt x="73438" y="107442"/>
                        <a:pt x="74295" y="107823"/>
                      </a:cubicBezTo>
                      <a:cubicBezTo>
                        <a:pt x="75152" y="108299"/>
                        <a:pt x="76200" y="108490"/>
                        <a:pt x="77248" y="108490"/>
                      </a:cubicBezTo>
                      <a:cubicBezTo>
                        <a:pt x="79153" y="108490"/>
                        <a:pt x="81439" y="107537"/>
                        <a:pt x="84106" y="105728"/>
                      </a:cubicBezTo>
                      <a:cubicBezTo>
                        <a:pt x="88011" y="103061"/>
                        <a:pt x="90202" y="101537"/>
                        <a:pt x="90773" y="101346"/>
                      </a:cubicBezTo>
                      <a:cubicBezTo>
                        <a:pt x="91345" y="100489"/>
                        <a:pt x="91631" y="99631"/>
                        <a:pt x="91631" y="98679"/>
                      </a:cubicBezTo>
                      <a:cubicBezTo>
                        <a:pt x="91631" y="97346"/>
                        <a:pt x="90869" y="95536"/>
                        <a:pt x="89440" y="93440"/>
                      </a:cubicBezTo>
                      <a:cubicBezTo>
                        <a:pt x="87916" y="91249"/>
                        <a:pt x="87154" y="89630"/>
                        <a:pt x="86963" y="88487"/>
                      </a:cubicBezTo>
                      <a:cubicBezTo>
                        <a:pt x="84296" y="88011"/>
                        <a:pt x="82677" y="87059"/>
                        <a:pt x="82391" y="85344"/>
                      </a:cubicBezTo>
                      <a:lnTo>
                        <a:pt x="83248" y="84677"/>
                      </a:lnTo>
                      <a:cubicBezTo>
                        <a:pt x="79819" y="83058"/>
                        <a:pt x="74962" y="80486"/>
                        <a:pt x="68771" y="77057"/>
                      </a:cubicBezTo>
                      <a:cubicBezTo>
                        <a:pt x="68104" y="77534"/>
                        <a:pt x="67437" y="77914"/>
                        <a:pt x="66865" y="77914"/>
                      </a:cubicBezTo>
                      <a:cubicBezTo>
                        <a:pt x="66008" y="77914"/>
                        <a:pt x="64960" y="77343"/>
                        <a:pt x="63627" y="76105"/>
                      </a:cubicBezTo>
                      <a:cubicBezTo>
                        <a:pt x="62294" y="74866"/>
                        <a:pt x="61341" y="74295"/>
                        <a:pt x="60579" y="74295"/>
                      </a:cubicBezTo>
                      <a:cubicBezTo>
                        <a:pt x="60198" y="74295"/>
                        <a:pt x="59912" y="74295"/>
                        <a:pt x="59627" y="74676"/>
                      </a:cubicBezTo>
                      <a:cubicBezTo>
                        <a:pt x="56864" y="73914"/>
                        <a:pt x="54197" y="71628"/>
                        <a:pt x="51530" y="67818"/>
                      </a:cubicBezTo>
                      <a:cubicBezTo>
                        <a:pt x="48482" y="63627"/>
                        <a:pt x="45910" y="60865"/>
                        <a:pt x="43910" y="59722"/>
                      </a:cubicBezTo>
                      <a:cubicBezTo>
                        <a:pt x="44196" y="58484"/>
                        <a:pt x="43625" y="56960"/>
                        <a:pt x="42291" y="55054"/>
                      </a:cubicBezTo>
                      <a:cubicBezTo>
                        <a:pt x="40958" y="53149"/>
                        <a:pt x="40481" y="51816"/>
                        <a:pt x="40672" y="50768"/>
                      </a:cubicBezTo>
                      <a:cubicBezTo>
                        <a:pt x="39910" y="49339"/>
                        <a:pt x="39433" y="46482"/>
                        <a:pt x="39148" y="42386"/>
                      </a:cubicBezTo>
                      <a:cubicBezTo>
                        <a:pt x="38957" y="38767"/>
                        <a:pt x="38767" y="35052"/>
                        <a:pt x="38671" y="31432"/>
                      </a:cubicBezTo>
                      <a:cubicBezTo>
                        <a:pt x="39529" y="31052"/>
                        <a:pt x="39910" y="30671"/>
                        <a:pt x="39910" y="30099"/>
                      </a:cubicBezTo>
                      <a:cubicBezTo>
                        <a:pt x="39910" y="29813"/>
                        <a:pt x="39719" y="29242"/>
                        <a:pt x="39243" y="28575"/>
                      </a:cubicBezTo>
                      <a:cubicBezTo>
                        <a:pt x="38767" y="27813"/>
                        <a:pt x="38576" y="27337"/>
                        <a:pt x="38576" y="27051"/>
                      </a:cubicBezTo>
                      <a:cubicBezTo>
                        <a:pt x="39148" y="25432"/>
                        <a:pt x="40958" y="23431"/>
                        <a:pt x="44196" y="20669"/>
                      </a:cubicBezTo>
                      <a:cubicBezTo>
                        <a:pt x="46768" y="18383"/>
                        <a:pt x="48101" y="16193"/>
                        <a:pt x="48101" y="14002"/>
                      </a:cubicBezTo>
                      <a:cubicBezTo>
                        <a:pt x="48482" y="14002"/>
                        <a:pt x="49244" y="13526"/>
                        <a:pt x="50292" y="12668"/>
                      </a:cubicBezTo>
                      <a:cubicBezTo>
                        <a:pt x="51340" y="11906"/>
                        <a:pt x="52102" y="11525"/>
                        <a:pt x="52483" y="11525"/>
                      </a:cubicBezTo>
                      <a:cubicBezTo>
                        <a:pt x="52864" y="11525"/>
                        <a:pt x="53150" y="11716"/>
                        <a:pt x="53340" y="12192"/>
                      </a:cubicBezTo>
                      <a:cubicBezTo>
                        <a:pt x="55435" y="8954"/>
                        <a:pt x="58769" y="6477"/>
                        <a:pt x="63246" y="4667"/>
                      </a:cubicBezTo>
                      <a:cubicBezTo>
                        <a:pt x="67246" y="3334"/>
                        <a:pt x="71152" y="2000"/>
                        <a:pt x="75248" y="667"/>
                      </a:cubicBezTo>
                      <a:cubicBezTo>
                        <a:pt x="76486" y="190"/>
                        <a:pt x="77629" y="0"/>
                        <a:pt x="78867" y="0"/>
                      </a:cubicBezTo>
                      <a:cubicBezTo>
                        <a:pt x="80581" y="0"/>
                        <a:pt x="82867" y="667"/>
                        <a:pt x="85820" y="2096"/>
                      </a:cubicBezTo>
                      <a:cubicBezTo>
                        <a:pt x="88773" y="3429"/>
                        <a:pt x="91059" y="4191"/>
                        <a:pt x="92773" y="4191"/>
                      </a:cubicBezTo>
                      <a:cubicBezTo>
                        <a:pt x="93536" y="4191"/>
                        <a:pt x="94298" y="4001"/>
                        <a:pt x="95060" y="3810"/>
                      </a:cubicBezTo>
                      <a:cubicBezTo>
                        <a:pt x="95821" y="5334"/>
                        <a:pt x="97155" y="6382"/>
                        <a:pt x="99155" y="6953"/>
                      </a:cubicBezTo>
                      <a:cubicBezTo>
                        <a:pt x="101632" y="7715"/>
                        <a:pt x="103251" y="8382"/>
                        <a:pt x="104013" y="8954"/>
                      </a:cubicBezTo>
                      <a:cubicBezTo>
                        <a:pt x="107728" y="9239"/>
                        <a:pt x="110966" y="14192"/>
                        <a:pt x="113919" y="23622"/>
                      </a:cubicBezTo>
                      <a:cubicBezTo>
                        <a:pt x="113824" y="24955"/>
                        <a:pt x="112871" y="26765"/>
                        <a:pt x="111062" y="28956"/>
                      </a:cubicBezTo>
                      <a:cubicBezTo>
                        <a:pt x="109252" y="31147"/>
                        <a:pt x="108394" y="33052"/>
                        <a:pt x="108585" y="34576"/>
                      </a:cubicBezTo>
                      <a:cubicBezTo>
                        <a:pt x="107347" y="34385"/>
                        <a:pt x="106680" y="34766"/>
                        <a:pt x="106585" y="35909"/>
                      </a:cubicBezTo>
                      <a:cubicBezTo>
                        <a:pt x="106585" y="37338"/>
                        <a:pt x="106204" y="38195"/>
                        <a:pt x="105823" y="38386"/>
                      </a:cubicBezTo>
                      <a:cubicBezTo>
                        <a:pt x="102775" y="39814"/>
                        <a:pt x="100679" y="40577"/>
                        <a:pt x="99441" y="40577"/>
                      </a:cubicBezTo>
                      <a:cubicBezTo>
                        <a:pt x="97727" y="40577"/>
                        <a:pt x="96107" y="39434"/>
                        <a:pt x="94583" y="37243"/>
                      </a:cubicBezTo>
                      <a:cubicBezTo>
                        <a:pt x="94583" y="35433"/>
                        <a:pt x="93440" y="34099"/>
                        <a:pt x="91345" y="33242"/>
                      </a:cubicBezTo>
                      <a:cubicBezTo>
                        <a:pt x="88964" y="32290"/>
                        <a:pt x="87535" y="31242"/>
                        <a:pt x="87154" y="30004"/>
                      </a:cubicBezTo>
                      <a:cubicBezTo>
                        <a:pt x="86487" y="30004"/>
                        <a:pt x="84773" y="29337"/>
                        <a:pt x="82106" y="28194"/>
                      </a:cubicBezTo>
                      <a:cubicBezTo>
                        <a:pt x="79915" y="27337"/>
                        <a:pt x="78200" y="26861"/>
                        <a:pt x="76867" y="26861"/>
                      </a:cubicBezTo>
                      <a:cubicBezTo>
                        <a:pt x="75057" y="26861"/>
                        <a:pt x="73533" y="27718"/>
                        <a:pt x="72104" y="29528"/>
                      </a:cubicBezTo>
                      <a:cubicBezTo>
                        <a:pt x="71723" y="29432"/>
                        <a:pt x="71247" y="29337"/>
                        <a:pt x="70961" y="29337"/>
                      </a:cubicBezTo>
                      <a:cubicBezTo>
                        <a:pt x="70104" y="29337"/>
                        <a:pt x="68771" y="30194"/>
                        <a:pt x="66865" y="31813"/>
                      </a:cubicBezTo>
                      <a:cubicBezTo>
                        <a:pt x="67342" y="32861"/>
                        <a:pt x="67723" y="33719"/>
                        <a:pt x="67723" y="34480"/>
                      </a:cubicBezTo>
                      <a:cubicBezTo>
                        <a:pt x="67723" y="35528"/>
                        <a:pt x="66961" y="36386"/>
                        <a:pt x="65532" y="37243"/>
                      </a:cubicBezTo>
                      <a:cubicBezTo>
                        <a:pt x="64103" y="38005"/>
                        <a:pt x="63341" y="38862"/>
                        <a:pt x="63341" y="39624"/>
                      </a:cubicBezTo>
                      <a:cubicBezTo>
                        <a:pt x="63341" y="40291"/>
                        <a:pt x="63722" y="41148"/>
                        <a:pt x="64484" y="42291"/>
                      </a:cubicBezTo>
                      <a:cubicBezTo>
                        <a:pt x="69056" y="49149"/>
                        <a:pt x="75914" y="54293"/>
                        <a:pt x="85154" y="57626"/>
                      </a:cubicBezTo>
                      <a:cubicBezTo>
                        <a:pt x="86296" y="58007"/>
                        <a:pt x="88011" y="59055"/>
                        <a:pt x="90297" y="60865"/>
                      </a:cubicBezTo>
                      <a:cubicBezTo>
                        <a:pt x="92488" y="62674"/>
                        <a:pt x="94393" y="63722"/>
                        <a:pt x="95917" y="63913"/>
                      </a:cubicBezTo>
                      <a:cubicBezTo>
                        <a:pt x="97441" y="64103"/>
                        <a:pt x="99536" y="65341"/>
                        <a:pt x="102203" y="67628"/>
                      </a:cubicBezTo>
                      <a:cubicBezTo>
                        <a:pt x="104585" y="69818"/>
                        <a:pt x="106871" y="70771"/>
                        <a:pt x="108966" y="70485"/>
                      </a:cubicBezTo>
                      <a:cubicBezTo>
                        <a:pt x="108966" y="71628"/>
                        <a:pt x="109156" y="72199"/>
                        <a:pt x="109442" y="72390"/>
                      </a:cubicBezTo>
                      <a:cubicBezTo>
                        <a:pt x="110395" y="72390"/>
                        <a:pt x="111157" y="73152"/>
                        <a:pt x="111633" y="74676"/>
                      </a:cubicBezTo>
                      <a:cubicBezTo>
                        <a:pt x="112109" y="76200"/>
                        <a:pt x="112871" y="76771"/>
                        <a:pt x="113824" y="76390"/>
                      </a:cubicBezTo>
                      <a:cubicBezTo>
                        <a:pt x="114014" y="77153"/>
                        <a:pt x="115443" y="79534"/>
                        <a:pt x="118110" y="83248"/>
                      </a:cubicBezTo>
                      <a:cubicBezTo>
                        <a:pt x="120110" y="86392"/>
                        <a:pt x="121063" y="89154"/>
                        <a:pt x="121063" y="91726"/>
                      </a:cubicBezTo>
                      <a:cubicBezTo>
                        <a:pt x="121539" y="92393"/>
                        <a:pt x="121825" y="93059"/>
                        <a:pt x="121825" y="93726"/>
                      </a:cubicBezTo>
                      <a:cubicBezTo>
                        <a:pt x="121825" y="94297"/>
                        <a:pt x="121539" y="94964"/>
                        <a:pt x="121063" y="95821"/>
                      </a:cubicBezTo>
                      <a:cubicBezTo>
                        <a:pt x="120491" y="96679"/>
                        <a:pt x="120206" y="97250"/>
                        <a:pt x="120206" y="97631"/>
                      </a:cubicBezTo>
                      <a:cubicBezTo>
                        <a:pt x="120206" y="98203"/>
                        <a:pt x="120682" y="98965"/>
                        <a:pt x="121539" y="99631"/>
                      </a:cubicBezTo>
                      <a:close/>
                      <a:moveTo>
                        <a:pt x="27623" y="103727"/>
                      </a:moveTo>
                      <a:lnTo>
                        <a:pt x="31337" y="102394"/>
                      </a:lnTo>
                      <a:lnTo>
                        <a:pt x="29527" y="102394"/>
                      </a:lnTo>
                      <a:lnTo>
                        <a:pt x="27623" y="103727"/>
                      </a:lnTo>
                      <a:close/>
                      <a:moveTo>
                        <a:pt x="28765" y="119920"/>
                      </a:moveTo>
                      <a:lnTo>
                        <a:pt x="29623" y="119920"/>
                      </a:lnTo>
                      <a:lnTo>
                        <a:pt x="30956" y="120968"/>
                      </a:lnTo>
                      <a:lnTo>
                        <a:pt x="28765" y="119920"/>
                      </a:lnTo>
                      <a:close/>
                      <a:moveTo>
                        <a:pt x="34004" y="128778"/>
                      </a:moveTo>
                      <a:cubicBezTo>
                        <a:pt x="33814" y="127540"/>
                        <a:pt x="34195" y="126397"/>
                        <a:pt x="35147" y="125444"/>
                      </a:cubicBezTo>
                      <a:lnTo>
                        <a:pt x="34957" y="125635"/>
                      </a:lnTo>
                      <a:cubicBezTo>
                        <a:pt x="34957" y="125635"/>
                        <a:pt x="35242" y="126397"/>
                        <a:pt x="35719" y="126873"/>
                      </a:cubicBezTo>
                      <a:cubicBezTo>
                        <a:pt x="36195" y="127349"/>
                        <a:pt x="36481" y="127826"/>
                        <a:pt x="36481" y="127921"/>
                      </a:cubicBezTo>
                      <a:cubicBezTo>
                        <a:pt x="36481" y="128302"/>
                        <a:pt x="36290" y="128588"/>
                        <a:pt x="35814" y="128778"/>
                      </a:cubicBezTo>
                      <a:lnTo>
                        <a:pt x="34004" y="128778"/>
                      </a:lnTo>
                      <a:close/>
                      <a:moveTo>
                        <a:pt x="35433" y="124968"/>
                      </a:moveTo>
                      <a:cubicBezTo>
                        <a:pt x="35433" y="124968"/>
                        <a:pt x="35147" y="125349"/>
                        <a:pt x="35147" y="125444"/>
                      </a:cubicBezTo>
                      <a:cubicBezTo>
                        <a:pt x="35147" y="125349"/>
                        <a:pt x="35147" y="125159"/>
                        <a:pt x="35433" y="124968"/>
                      </a:cubicBezTo>
                      <a:close/>
                      <a:moveTo>
                        <a:pt x="35719" y="121825"/>
                      </a:moveTo>
                      <a:cubicBezTo>
                        <a:pt x="35719" y="121825"/>
                        <a:pt x="36671" y="122111"/>
                        <a:pt x="37148" y="122587"/>
                      </a:cubicBezTo>
                      <a:cubicBezTo>
                        <a:pt x="37624" y="123158"/>
                        <a:pt x="38005" y="123444"/>
                        <a:pt x="38100" y="123635"/>
                      </a:cubicBezTo>
                      <a:cubicBezTo>
                        <a:pt x="37433" y="123635"/>
                        <a:pt x="36576" y="124206"/>
                        <a:pt x="35338" y="124968"/>
                      </a:cubicBezTo>
                      <a:cubicBezTo>
                        <a:pt x="36195" y="123825"/>
                        <a:pt x="36290" y="122777"/>
                        <a:pt x="35623" y="121825"/>
                      </a:cubicBezTo>
                      <a:close/>
                      <a:moveTo>
                        <a:pt x="39433" y="107632"/>
                      </a:moveTo>
                      <a:lnTo>
                        <a:pt x="39433" y="106299"/>
                      </a:lnTo>
                      <a:lnTo>
                        <a:pt x="35719" y="104299"/>
                      </a:lnTo>
                      <a:lnTo>
                        <a:pt x="39433" y="107632"/>
                      </a:lnTo>
                      <a:close/>
                      <a:moveTo>
                        <a:pt x="42577" y="112776"/>
                      </a:moveTo>
                      <a:cubicBezTo>
                        <a:pt x="42577" y="112776"/>
                        <a:pt x="42958" y="112871"/>
                        <a:pt x="44196" y="113157"/>
                      </a:cubicBezTo>
                      <a:cubicBezTo>
                        <a:pt x="44863" y="113252"/>
                        <a:pt x="45339" y="112966"/>
                        <a:pt x="45720" y="112204"/>
                      </a:cubicBezTo>
                      <a:cubicBezTo>
                        <a:pt x="44482" y="111823"/>
                        <a:pt x="43434" y="111919"/>
                        <a:pt x="42672" y="112871"/>
                      </a:cubicBezTo>
                      <a:cubicBezTo>
                        <a:pt x="42291" y="112871"/>
                        <a:pt x="42196" y="113062"/>
                        <a:pt x="42196" y="113347"/>
                      </a:cubicBezTo>
                      <a:lnTo>
                        <a:pt x="40958" y="114681"/>
                      </a:lnTo>
                      <a:lnTo>
                        <a:pt x="42196" y="114681"/>
                      </a:lnTo>
                      <a:cubicBezTo>
                        <a:pt x="42100" y="114110"/>
                        <a:pt x="42100" y="113633"/>
                        <a:pt x="42196" y="113347"/>
                      </a:cubicBezTo>
                      <a:lnTo>
                        <a:pt x="42672" y="112871"/>
                      </a:lnTo>
                      <a:close/>
                      <a:moveTo>
                        <a:pt x="43339" y="49625"/>
                      </a:moveTo>
                      <a:cubicBezTo>
                        <a:pt x="43910" y="49054"/>
                        <a:pt x="44006" y="48578"/>
                        <a:pt x="43815" y="48101"/>
                      </a:cubicBezTo>
                      <a:lnTo>
                        <a:pt x="44291" y="46958"/>
                      </a:lnTo>
                      <a:cubicBezTo>
                        <a:pt x="43815" y="46387"/>
                        <a:pt x="43244" y="45911"/>
                        <a:pt x="42481" y="45625"/>
                      </a:cubicBezTo>
                      <a:cubicBezTo>
                        <a:pt x="41815" y="45339"/>
                        <a:pt x="41339" y="45148"/>
                        <a:pt x="41148" y="45148"/>
                      </a:cubicBezTo>
                      <a:cubicBezTo>
                        <a:pt x="42863" y="46101"/>
                        <a:pt x="43720" y="47054"/>
                        <a:pt x="43720" y="48196"/>
                      </a:cubicBezTo>
                      <a:lnTo>
                        <a:pt x="43244" y="49721"/>
                      </a:lnTo>
                      <a:close/>
                      <a:moveTo>
                        <a:pt x="54578" y="39910"/>
                      </a:moveTo>
                      <a:lnTo>
                        <a:pt x="54578" y="39434"/>
                      </a:lnTo>
                      <a:cubicBezTo>
                        <a:pt x="54102" y="36576"/>
                        <a:pt x="52197" y="35147"/>
                        <a:pt x="48768" y="35147"/>
                      </a:cubicBezTo>
                      <a:cubicBezTo>
                        <a:pt x="46101" y="35147"/>
                        <a:pt x="43815" y="36004"/>
                        <a:pt x="42100" y="37529"/>
                      </a:cubicBezTo>
                      <a:cubicBezTo>
                        <a:pt x="42672" y="37719"/>
                        <a:pt x="43244" y="38767"/>
                        <a:pt x="43815" y="40767"/>
                      </a:cubicBezTo>
                      <a:cubicBezTo>
                        <a:pt x="44387" y="42672"/>
                        <a:pt x="45434" y="43529"/>
                        <a:pt x="46958" y="43148"/>
                      </a:cubicBezTo>
                      <a:lnTo>
                        <a:pt x="46958" y="42577"/>
                      </a:lnTo>
                      <a:cubicBezTo>
                        <a:pt x="46958" y="42577"/>
                        <a:pt x="47625" y="41053"/>
                        <a:pt x="48101" y="38957"/>
                      </a:cubicBezTo>
                      <a:cubicBezTo>
                        <a:pt x="48387" y="37147"/>
                        <a:pt x="49054" y="36290"/>
                        <a:pt x="50006" y="36290"/>
                      </a:cubicBezTo>
                      <a:cubicBezTo>
                        <a:pt x="50483" y="36290"/>
                        <a:pt x="50959" y="36481"/>
                        <a:pt x="51530" y="36766"/>
                      </a:cubicBezTo>
                      <a:lnTo>
                        <a:pt x="51530" y="38100"/>
                      </a:lnTo>
                      <a:cubicBezTo>
                        <a:pt x="51530" y="38100"/>
                        <a:pt x="52006" y="37910"/>
                        <a:pt x="52292" y="37910"/>
                      </a:cubicBezTo>
                      <a:cubicBezTo>
                        <a:pt x="52483" y="37910"/>
                        <a:pt x="53245" y="38576"/>
                        <a:pt x="54578" y="39910"/>
                      </a:cubicBezTo>
                      <a:close/>
                      <a:moveTo>
                        <a:pt x="44387" y="93250"/>
                      </a:moveTo>
                      <a:cubicBezTo>
                        <a:pt x="43339" y="93250"/>
                        <a:pt x="42767" y="93059"/>
                        <a:pt x="42577" y="92773"/>
                      </a:cubicBezTo>
                      <a:lnTo>
                        <a:pt x="43910" y="94583"/>
                      </a:lnTo>
                      <a:cubicBezTo>
                        <a:pt x="44387" y="94202"/>
                        <a:pt x="44577" y="93821"/>
                        <a:pt x="44387" y="93250"/>
                      </a:cubicBezTo>
                      <a:close/>
                      <a:moveTo>
                        <a:pt x="45625" y="41720"/>
                      </a:moveTo>
                      <a:lnTo>
                        <a:pt x="45148" y="41243"/>
                      </a:lnTo>
                      <a:lnTo>
                        <a:pt x="46482" y="41243"/>
                      </a:lnTo>
                      <a:cubicBezTo>
                        <a:pt x="46482" y="41243"/>
                        <a:pt x="46101" y="41434"/>
                        <a:pt x="45720" y="41720"/>
                      </a:cubicBezTo>
                      <a:close/>
                      <a:moveTo>
                        <a:pt x="46387" y="41243"/>
                      </a:moveTo>
                      <a:cubicBezTo>
                        <a:pt x="46387" y="41243"/>
                        <a:pt x="46768" y="41053"/>
                        <a:pt x="46863" y="41243"/>
                      </a:cubicBezTo>
                      <a:lnTo>
                        <a:pt x="46387" y="41243"/>
                      </a:lnTo>
                      <a:close/>
                      <a:moveTo>
                        <a:pt x="47530" y="123063"/>
                      </a:moveTo>
                      <a:lnTo>
                        <a:pt x="48768" y="121729"/>
                      </a:lnTo>
                      <a:cubicBezTo>
                        <a:pt x="48292" y="121158"/>
                        <a:pt x="47815" y="120872"/>
                        <a:pt x="47530" y="120872"/>
                      </a:cubicBezTo>
                      <a:lnTo>
                        <a:pt x="47530" y="123063"/>
                      </a:lnTo>
                      <a:close/>
                      <a:moveTo>
                        <a:pt x="49435" y="43529"/>
                      </a:moveTo>
                      <a:cubicBezTo>
                        <a:pt x="49625" y="42863"/>
                        <a:pt x="49435" y="42101"/>
                        <a:pt x="48768" y="41243"/>
                      </a:cubicBezTo>
                      <a:lnTo>
                        <a:pt x="48768" y="44387"/>
                      </a:lnTo>
                      <a:lnTo>
                        <a:pt x="49435" y="43529"/>
                      </a:lnTo>
                      <a:close/>
                      <a:moveTo>
                        <a:pt x="51816" y="133731"/>
                      </a:moveTo>
                      <a:lnTo>
                        <a:pt x="51340" y="133255"/>
                      </a:lnTo>
                      <a:lnTo>
                        <a:pt x="52578" y="133255"/>
                      </a:lnTo>
                      <a:cubicBezTo>
                        <a:pt x="51911" y="133636"/>
                        <a:pt x="51625" y="133731"/>
                        <a:pt x="51721" y="133731"/>
                      </a:cubicBezTo>
                      <a:close/>
                      <a:moveTo>
                        <a:pt x="67532" y="119920"/>
                      </a:moveTo>
                      <a:lnTo>
                        <a:pt x="68199" y="119063"/>
                      </a:lnTo>
                      <a:lnTo>
                        <a:pt x="67532" y="117253"/>
                      </a:lnTo>
                      <a:lnTo>
                        <a:pt x="67532" y="119920"/>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 name="Google Shape;834;p99"/>
                <p:cNvSpPr/>
                <p:nvPr/>
              </p:nvSpPr>
              <p:spPr>
                <a:xfrm>
                  <a:off x="3299268" y="3929062"/>
                  <a:ext cx="102393" cy="142208"/>
                </a:xfrm>
                <a:custGeom>
                  <a:avLst/>
                  <a:gdLst/>
                  <a:ahLst/>
                  <a:cxnLst/>
                  <a:rect l="l" t="t" r="r" b="b"/>
                  <a:pathLst>
                    <a:path w="102393" h="142208" extrusionOk="0">
                      <a:moveTo>
                        <a:pt x="1905" y="142208"/>
                      </a:moveTo>
                      <a:lnTo>
                        <a:pt x="0" y="140875"/>
                      </a:lnTo>
                      <a:lnTo>
                        <a:pt x="1905" y="141351"/>
                      </a:lnTo>
                      <a:lnTo>
                        <a:pt x="1905" y="142208"/>
                      </a:lnTo>
                      <a:close/>
                      <a:moveTo>
                        <a:pt x="100013" y="54578"/>
                      </a:moveTo>
                      <a:cubicBezTo>
                        <a:pt x="99631" y="55816"/>
                        <a:pt x="100013" y="57055"/>
                        <a:pt x="100870" y="58388"/>
                      </a:cubicBezTo>
                      <a:cubicBezTo>
                        <a:pt x="101727" y="59817"/>
                        <a:pt x="102203" y="60579"/>
                        <a:pt x="102203" y="61151"/>
                      </a:cubicBezTo>
                      <a:cubicBezTo>
                        <a:pt x="102203" y="61913"/>
                        <a:pt x="101822" y="62770"/>
                        <a:pt x="100870" y="63818"/>
                      </a:cubicBezTo>
                      <a:cubicBezTo>
                        <a:pt x="101441" y="68199"/>
                        <a:pt x="101727" y="73057"/>
                        <a:pt x="101727" y="78200"/>
                      </a:cubicBezTo>
                      <a:cubicBezTo>
                        <a:pt x="101727" y="83344"/>
                        <a:pt x="101441" y="88011"/>
                        <a:pt x="100870" y="92678"/>
                      </a:cubicBezTo>
                      <a:cubicBezTo>
                        <a:pt x="98774" y="93345"/>
                        <a:pt x="97727" y="94393"/>
                        <a:pt x="97727" y="95821"/>
                      </a:cubicBezTo>
                      <a:cubicBezTo>
                        <a:pt x="97727" y="96203"/>
                        <a:pt x="97917" y="97060"/>
                        <a:pt x="98203" y="98107"/>
                      </a:cubicBezTo>
                      <a:cubicBezTo>
                        <a:pt x="98489" y="99251"/>
                        <a:pt x="98679" y="100108"/>
                        <a:pt x="98679" y="100774"/>
                      </a:cubicBezTo>
                      <a:cubicBezTo>
                        <a:pt x="98679" y="101251"/>
                        <a:pt x="98584" y="101822"/>
                        <a:pt x="98393" y="102203"/>
                      </a:cubicBezTo>
                      <a:lnTo>
                        <a:pt x="98965" y="106966"/>
                      </a:lnTo>
                      <a:cubicBezTo>
                        <a:pt x="97536" y="107728"/>
                        <a:pt x="96488" y="109156"/>
                        <a:pt x="95726" y="111347"/>
                      </a:cubicBezTo>
                      <a:cubicBezTo>
                        <a:pt x="94869" y="113538"/>
                        <a:pt x="94202" y="115634"/>
                        <a:pt x="93536" y="117634"/>
                      </a:cubicBezTo>
                      <a:cubicBezTo>
                        <a:pt x="91440" y="118491"/>
                        <a:pt x="88106" y="120968"/>
                        <a:pt x="83344" y="124968"/>
                      </a:cubicBezTo>
                      <a:lnTo>
                        <a:pt x="85154" y="126778"/>
                      </a:lnTo>
                      <a:cubicBezTo>
                        <a:pt x="79153" y="126968"/>
                        <a:pt x="74867" y="128492"/>
                        <a:pt x="72104" y="131350"/>
                      </a:cubicBezTo>
                      <a:cubicBezTo>
                        <a:pt x="71723" y="131159"/>
                        <a:pt x="71247" y="131159"/>
                        <a:pt x="70771" y="131159"/>
                      </a:cubicBezTo>
                      <a:cubicBezTo>
                        <a:pt x="69818" y="131159"/>
                        <a:pt x="68961" y="131540"/>
                        <a:pt x="68104" y="132397"/>
                      </a:cubicBezTo>
                      <a:cubicBezTo>
                        <a:pt x="67247" y="133255"/>
                        <a:pt x="66961" y="134112"/>
                        <a:pt x="67056" y="135160"/>
                      </a:cubicBezTo>
                      <a:cubicBezTo>
                        <a:pt x="65627" y="134303"/>
                        <a:pt x="64103" y="133826"/>
                        <a:pt x="62389" y="133826"/>
                      </a:cubicBezTo>
                      <a:lnTo>
                        <a:pt x="57245" y="133826"/>
                      </a:lnTo>
                      <a:cubicBezTo>
                        <a:pt x="57436" y="133064"/>
                        <a:pt x="57150" y="132397"/>
                        <a:pt x="56198" y="132016"/>
                      </a:cubicBezTo>
                      <a:cubicBezTo>
                        <a:pt x="55340" y="131636"/>
                        <a:pt x="54769" y="131064"/>
                        <a:pt x="54673" y="130493"/>
                      </a:cubicBezTo>
                      <a:cubicBezTo>
                        <a:pt x="53340" y="132588"/>
                        <a:pt x="51435" y="133826"/>
                        <a:pt x="48959" y="134017"/>
                      </a:cubicBezTo>
                      <a:cubicBezTo>
                        <a:pt x="48577" y="134017"/>
                        <a:pt x="46387" y="134017"/>
                        <a:pt x="42672" y="133826"/>
                      </a:cubicBezTo>
                      <a:cubicBezTo>
                        <a:pt x="40005" y="132683"/>
                        <a:pt x="37148" y="131540"/>
                        <a:pt x="34385" y="130302"/>
                      </a:cubicBezTo>
                      <a:cubicBezTo>
                        <a:pt x="31147" y="128873"/>
                        <a:pt x="28670" y="127254"/>
                        <a:pt x="26956" y="125444"/>
                      </a:cubicBezTo>
                      <a:cubicBezTo>
                        <a:pt x="26289" y="126206"/>
                        <a:pt x="24956" y="126016"/>
                        <a:pt x="22860" y="124968"/>
                      </a:cubicBezTo>
                      <a:cubicBezTo>
                        <a:pt x="20288" y="121634"/>
                        <a:pt x="17621" y="118301"/>
                        <a:pt x="14954" y="114776"/>
                      </a:cubicBezTo>
                      <a:cubicBezTo>
                        <a:pt x="12097" y="110776"/>
                        <a:pt x="10573" y="107061"/>
                        <a:pt x="10192" y="103632"/>
                      </a:cubicBezTo>
                      <a:cubicBezTo>
                        <a:pt x="8763" y="101727"/>
                        <a:pt x="8001" y="99060"/>
                        <a:pt x="8096" y="95440"/>
                      </a:cubicBezTo>
                      <a:cubicBezTo>
                        <a:pt x="8192" y="90202"/>
                        <a:pt x="8192" y="87344"/>
                        <a:pt x="8096" y="86773"/>
                      </a:cubicBezTo>
                      <a:cubicBezTo>
                        <a:pt x="8001" y="86011"/>
                        <a:pt x="7906" y="85154"/>
                        <a:pt x="7906" y="84296"/>
                      </a:cubicBezTo>
                      <a:cubicBezTo>
                        <a:pt x="7906" y="83058"/>
                        <a:pt x="8096" y="81248"/>
                        <a:pt x="8382" y="78677"/>
                      </a:cubicBezTo>
                      <a:cubicBezTo>
                        <a:pt x="8763" y="76200"/>
                        <a:pt x="8858" y="74200"/>
                        <a:pt x="8858" y="72962"/>
                      </a:cubicBezTo>
                      <a:cubicBezTo>
                        <a:pt x="8858" y="70676"/>
                        <a:pt x="8382" y="68580"/>
                        <a:pt x="7620" y="66961"/>
                      </a:cubicBezTo>
                      <a:cubicBezTo>
                        <a:pt x="8763" y="66580"/>
                        <a:pt x="8954" y="65722"/>
                        <a:pt x="8477" y="64484"/>
                      </a:cubicBezTo>
                      <a:cubicBezTo>
                        <a:pt x="8001" y="63341"/>
                        <a:pt x="8096" y="62389"/>
                        <a:pt x="8858" y="61817"/>
                      </a:cubicBezTo>
                      <a:cubicBezTo>
                        <a:pt x="8192" y="56483"/>
                        <a:pt x="7906" y="51816"/>
                        <a:pt x="7906" y="48196"/>
                      </a:cubicBezTo>
                      <a:cubicBezTo>
                        <a:pt x="7906" y="41624"/>
                        <a:pt x="8858" y="36100"/>
                        <a:pt x="10668" y="31528"/>
                      </a:cubicBezTo>
                      <a:cubicBezTo>
                        <a:pt x="11525" y="27718"/>
                        <a:pt x="12287" y="25241"/>
                        <a:pt x="12764" y="24003"/>
                      </a:cubicBezTo>
                      <a:cubicBezTo>
                        <a:pt x="14097" y="21336"/>
                        <a:pt x="15907" y="19717"/>
                        <a:pt x="18288" y="19145"/>
                      </a:cubicBezTo>
                      <a:cubicBezTo>
                        <a:pt x="19622" y="15240"/>
                        <a:pt x="22765" y="11906"/>
                        <a:pt x="27718" y="8954"/>
                      </a:cubicBezTo>
                      <a:lnTo>
                        <a:pt x="26956" y="8477"/>
                      </a:lnTo>
                      <a:cubicBezTo>
                        <a:pt x="28480" y="8096"/>
                        <a:pt x="30671" y="6953"/>
                        <a:pt x="33433" y="4858"/>
                      </a:cubicBezTo>
                      <a:cubicBezTo>
                        <a:pt x="35814" y="3048"/>
                        <a:pt x="38100" y="2286"/>
                        <a:pt x="40291" y="2477"/>
                      </a:cubicBezTo>
                      <a:cubicBezTo>
                        <a:pt x="40291" y="857"/>
                        <a:pt x="40957" y="0"/>
                        <a:pt x="42196" y="0"/>
                      </a:cubicBezTo>
                      <a:cubicBezTo>
                        <a:pt x="42577" y="0"/>
                        <a:pt x="43434" y="190"/>
                        <a:pt x="44672" y="476"/>
                      </a:cubicBezTo>
                      <a:cubicBezTo>
                        <a:pt x="45815" y="762"/>
                        <a:pt x="46673" y="762"/>
                        <a:pt x="47149" y="667"/>
                      </a:cubicBezTo>
                      <a:cubicBezTo>
                        <a:pt x="48863" y="3238"/>
                        <a:pt x="51149" y="4477"/>
                        <a:pt x="53911" y="4477"/>
                      </a:cubicBezTo>
                      <a:cubicBezTo>
                        <a:pt x="55245" y="4477"/>
                        <a:pt x="57340" y="4096"/>
                        <a:pt x="60389" y="3143"/>
                      </a:cubicBezTo>
                      <a:cubicBezTo>
                        <a:pt x="62675" y="3810"/>
                        <a:pt x="65532" y="3810"/>
                        <a:pt x="68961" y="3143"/>
                      </a:cubicBezTo>
                      <a:lnTo>
                        <a:pt x="68961" y="3810"/>
                      </a:lnTo>
                      <a:cubicBezTo>
                        <a:pt x="69914" y="3429"/>
                        <a:pt x="70866" y="3143"/>
                        <a:pt x="71914" y="3143"/>
                      </a:cubicBezTo>
                      <a:cubicBezTo>
                        <a:pt x="73247" y="3143"/>
                        <a:pt x="75057" y="4096"/>
                        <a:pt x="77248" y="5905"/>
                      </a:cubicBezTo>
                      <a:cubicBezTo>
                        <a:pt x="79439" y="7715"/>
                        <a:pt x="81248" y="8763"/>
                        <a:pt x="82868" y="8954"/>
                      </a:cubicBezTo>
                      <a:cubicBezTo>
                        <a:pt x="83344" y="10763"/>
                        <a:pt x="84677" y="12573"/>
                        <a:pt x="86963" y="14288"/>
                      </a:cubicBezTo>
                      <a:cubicBezTo>
                        <a:pt x="89344" y="16002"/>
                        <a:pt x="90678" y="17336"/>
                        <a:pt x="90964" y="18097"/>
                      </a:cubicBezTo>
                      <a:cubicBezTo>
                        <a:pt x="92583" y="18097"/>
                        <a:pt x="93536" y="19240"/>
                        <a:pt x="93917" y="21622"/>
                      </a:cubicBezTo>
                      <a:cubicBezTo>
                        <a:pt x="94202" y="23908"/>
                        <a:pt x="95155" y="25146"/>
                        <a:pt x="96679" y="25146"/>
                      </a:cubicBezTo>
                      <a:cubicBezTo>
                        <a:pt x="97822" y="26575"/>
                        <a:pt x="98489" y="28670"/>
                        <a:pt x="98489" y="31242"/>
                      </a:cubicBezTo>
                      <a:lnTo>
                        <a:pt x="98489" y="33623"/>
                      </a:lnTo>
                      <a:cubicBezTo>
                        <a:pt x="98393" y="34766"/>
                        <a:pt x="98298" y="35528"/>
                        <a:pt x="98298" y="35909"/>
                      </a:cubicBezTo>
                      <a:cubicBezTo>
                        <a:pt x="98298" y="39148"/>
                        <a:pt x="99441" y="41434"/>
                        <a:pt x="101727" y="42958"/>
                      </a:cubicBezTo>
                      <a:cubicBezTo>
                        <a:pt x="101251" y="43720"/>
                        <a:pt x="101060" y="44577"/>
                        <a:pt x="101060" y="45625"/>
                      </a:cubicBezTo>
                      <a:cubicBezTo>
                        <a:pt x="101060" y="46482"/>
                        <a:pt x="101251" y="47720"/>
                        <a:pt x="101727" y="49149"/>
                      </a:cubicBezTo>
                      <a:cubicBezTo>
                        <a:pt x="102108" y="50578"/>
                        <a:pt x="102394" y="51626"/>
                        <a:pt x="102394" y="52197"/>
                      </a:cubicBezTo>
                      <a:cubicBezTo>
                        <a:pt x="102394" y="53530"/>
                        <a:pt x="101536" y="54388"/>
                        <a:pt x="99917" y="54673"/>
                      </a:cubicBezTo>
                      <a:close/>
                      <a:moveTo>
                        <a:pt x="82963" y="63722"/>
                      </a:moveTo>
                      <a:cubicBezTo>
                        <a:pt x="83534" y="63722"/>
                        <a:pt x="86011" y="64484"/>
                        <a:pt x="90488" y="66104"/>
                      </a:cubicBezTo>
                      <a:lnTo>
                        <a:pt x="90488" y="62389"/>
                      </a:lnTo>
                      <a:cubicBezTo>
                        <a:pt x="86963" y="61151"/>
                        <a:pt x="85344" y="60388"/>
                        <a:pt x="85630" y="60388"/>
                      </a:cubicBezTo>
                      <a:cubicBezTo>
                        <a:pt x="84868" y="60388"/>
                        <a:pt x="84582" y="61055"/>
                        <a:pt x="84868" y="62389"/>
                      </a:cubicBezTo>
                      <a:lnTo>
                        <a:pt x="83058" y="60388"/>
                      </a:lnTo>
                      <a:lnTo>
                        <a:pt x="82201" y="60865"/>
                      </a:lnTo>
                      <a:cubicBezTo>
                        <a:pt x="81439" y="59627"/>
                        <a:pt x="80391" y="58674"/>
                        <a:pt x="78962" y="58007"/>
                      </a:cubicBezTo>
                      <a:cubicBezTo>
                        <a:pt x="76581" y="57055"/>
                        <a:pt x="75248" y="56579"/>
                        <a:pt x="74962" y="56293"/>
                      </a:cubicBezTo>
                      <a:cubicBezTo>
                        <a:pt x="75343" y="55816"/>
                        <a:pt x="75533" y="54864"/>
                        <a:pt x="75438" y="53626"/>
                      </a:cubicBezTo>
                      <a:lnTo>
                        <a:pt x="75438" y="50673"/>
                      </a:lnTo>
                      <a:cubicBezTo>
                        <a:pt x="75057" y="50102"/>
                        <a:pt x="73819" y="47244"/>
                        <a:pt x="71723" y="42005"/>
                      </a:cubicBezTo>
                      <a:cubicBezTo>
                        <a:pt x="70294" y="38481"/>
                        <a:pt x="68961" y="36100"/>
                        <a:pt x="67818" y="35147"/>
                      </a:cubicBezTo>
                      <a:lnTo>
                        <a:pt x="68580" y="34671"/>
                      </a:lnTo>
                      <a:cubicBezTo>
                        <a:pt x="67437" y="33147"/>
                        <a:pt x="65818" y="32004"/>
                        <a:pt x="63722" y="31337"/>
                      </a:cubicBezTo>
                      <a:cubicBezTo>
                        <a:pt x="61722" y="30671"/>
                        <a:pt x="59722" y="30099"/>
                        <a:pt x="57912" y="29528"/>
                      </a:cubicBezTo>
                      <a:cubicBezTo>
                        <a:pt x="58007" y="27718"/>
                        <a:pt x="57340" y="26861"/>
                        <a:pt x="55817" y="26861"/>
                      </a:cubicBezTo>
                      <a:cubicBezTo>
                        <a:pt x="53816" y="26861"/>
                        <a:pt x="52388" y="27718"/>
                        <a:pt x="51816" y="29528"/>
                      </a:cubicBezTo>
                      <a:cubicBezTo>
                        <a:pt x="50673" y="29623"/>
                        <a:pt x="49054" y="30385"/>
                        <a:pt x="47054" y="31718"/>
                      </a:cubicBezTo>
                      <a:cubicBezTo>
                        <a:pt x="45053" y="33052"/>
                        <a:pt x="43434" y="33623"/>
                        <a:pt x="42386" y="33433"/>
                      </a:cubicBezTo>
                      <a:cubicBezTo>
                        <a:pt x="40196" y="34099"/>
                        <a:pt x="38672" y="35909"/>
                        <a:pt x="37814" y="38862"/>
                      </a:cubicBezTo>
                      <a:cubicBezTo>
                        <a:pt x="36957" y="42196"/>
                        <a:pt x="35909" y="44196"/>
                        <a:pt x="34766" y="44863"/>
                      </a:cubicBezTo>
                      <a:cubicBezTo>
                        <a:pt x="34766" y="46577"/>
                        <a:pt x="34766" y="48768"/>
                        <a:pt x="34290" y="51530"/>
                      </a:cubicBezTo>
                      <a:cubicBezTo>
                        <a:pt x="33909" y="54293"/>
                        <a:pt x="33719" y="56293"/>
                        <a:pt x="33719" y="57340"/>
                      </a:cubicBezTo>
                      <a:cubicBezTo>
                        <a:pt x="33719" y="59246"/>
                        <a:pt x="34100" y="60865"/>
                        <a:pt x="34671" y="62294"/>
                      </a:cubicBezTo>
                      <a:cubicBezTo>
                        <a:pt x="33433" y="63246"/>
                        <a:pt x="33338" y="65056"/>
                        <a:pt x="34195" y="67628"/>
                      </a:cubicBezTo>
                      <a:cubicBezTo>
                        <a:pt x="34957" y="69913"/>
                        <a:pt x="34481" y="71152"/>
                        <a:pt x="32861" y="71247"/>
                      </a:cubicBezTo>
                      <a:cubicBezTo>
                        <a:pt x="34004" y="76581"/>
                        <a:pt x="34671" y="80677"/>
                        <a:pt x="34671" y="83439"/>
                      </a:cubicBezTo>
                      <a:cubicBezTo>
                        <a:pt x="34671" y="85439"/>
                        <a:pt x="34481" y="87344"/>
                        <a:pt x="34195" y="89249"/>
                      </a:cubicBezTo>
                      <a:cubicBezTo>
                        <a:pt x="34957" y="89916"/>
                        <a:pt x="36481" y="93154"/>
                        <a:pt x="38672" y="98965"/>
                      </a:cubicBezTo>
                      <a:cubicBezTo>
                        <a:pt x="40291" y="103156"/>
                        <a:pt x="42958" y="105061"/>
                        <a:pt x="46673" y="104585"/>
                      </a:cubicBezTo>
                      <a:cubicBezTo>
                        <a:pt x="47054" y="104680"/>
                        <a:pt x="47339" y="104585"/>
                        <a:pt x="47815" y="104108"/>
                      </a:cubicBezTo>
                      <a:cubicBezTo>
                        <a:pt x="48292" y="103632"/>
                        <a:pt x="48577" y="103441"/>
                        <a:pt x="48863" y="103441"/>
                      </a:cubicBezTo>
                      <a:cubicBezTo>
                        <a:pt x="49149" y="103441"/>
                        <a:pt x="49530" y="103632"/>
                        <a:pt x="49816" y="104108"/>
                      </a:cubicBezTo>
                      <a:lnTo>
                        <a:pt x="49149" y="104585"/>
                      </a:lnTo>
                      <a:cubicBezTo>
                        <a:pt x="49149" y="105061"/>
                        <a:pt x="49435" y="105632"/>
                        <a:pt x="50006" y="106013"/>
                      </a:cubicBezTo>
                      <a:lnTo>
                        <a:pt x="51149" y="107156"/>
                      </a:lnTo>
                      <a:cubicBezTo>
                        <a:pt x="51911" y="108109"/>
                        <a:pt x="52864" y="108680"/>
                        <a:pt x="54102" y="108680"/>
                      </a:cubicBezTo>
                      <a:cubicBezTo>
                        <a:pt x="55721" y="108680"/>
                        <a:pt x="56579" y="108013"/>
                        <a:pt x="56674" y="106775"/>
                      </a:cubicBezTo>
                      <a:cubicBezTo>
                        <a:pt x="57436" y="107442"/>
                        <a:pt x="58102" y="107728"/>
                        <a:pt x="58769" y="107728"/>
                      </a:cubicBezTo>
                      <a:cubicBezTo>
                        <a:pt x="59436" y="107728"/>
                        <a:pt x="60198" y="107061"/>
                        <a:pt x="60960" y="105632"/>
                      </a:cubicBezTo>
                      <a:cubicBezTo>
                        <a:pt x="61722" y="104108"/>
                        <a:pt x="62484" y="103441"/>
                        <a:pt x="63151" y="103441"/>
                      </a:cubicBezTo>
                      <a:cubicBezTo>
                        <a:pt x="63818" y="103441"/>
                        <a:pt x="64675" y="103822"/>
                        <a:pt x="65532" y="104585"/>
                      </a:cubicBezTo>
                      <a:cubicBezTo>
                        <a:pt x="65818" y="104108"/>
                        <a:pt x="66770" y="103441"/>
                        <a:pt x="68580" y="102584"/>
                      </a:cubicBezTo>
                      <a:cubicBezTo>
                        <a:pt x="70104" y="101918"/>
                        <a:pt x="70866" y="100965"/>
                        <a:pt x="70866" y="99727"/>
                      </a:cubicBezTo>
                      <a:cubicBezTo>
                        <a:pt x="70866" y="99346"/>
                        <a:pt x="70771" y="98679"/>
                        <a:pt x="70485" y="98107"/>
                      </a:cubicBezTo>
                      <a:cubicBezTo>
                        <a:pt x="72009" y="97346"/>
                        <a:pt x="72866" y="95631"/>
                        <a:pt x="73247" y="92869"/>
                      </a:cubicBezTo>
                      <a:cubicBezTo>
                        <a:pt x="73533" y="90202"/>
                        <a:pt x="74295" y="88582"/>
                        <a:pt x="75343" y="87916"/>
                      </a:cubicBezTo>
                      <a:lnTo>
                        <a:pt x="75343" y="76962"/>
                      </a:lnTo>
                      <a:cubicBezTo>
                        <a:pt x="75533" y="76200"/>
                        <a:pt x="75629" y="75343"/>
                        <a:pt x="75629" y="74295"/>
                      </a:cubicBezTo>
                      <a:cubicBezTo>
                        <a:pt x="75629" y="73247"/>
                        <a:pt x="75533" y="71819"/>
                        <a:pt x="75152" y="69913"/>
                      </a:cubicBezTo>
                      <a:cubicBezTo>
                        <a:pt x="74867" y="68009"/>
                        <a:pt x="74676" y="66675"/>
                        <a:pt x="74676" y="65913"/>
                      </a:cubicBezTo>
                      <a:cubicBezTo>
                        <a:pt x="74676" y="64675"/>
                        <a:pt x="74962" y="63627"/>
                        <a:pt x="75343" y="62770"/>
                      </a:cubicBezTo>
                      <a:cubicBezTo>
                        <a:pt x="75248" y="61531"/>
                        <a:pt x="75533" y="60770"/>
                        <a:pt x="76295" y="60579"/>
                      </a:cubicBezTo>
                      <a:cubicBezTo>
                        <a:pt x="76676" y="60579"/>
                        <a:pt x="77534" y="60674"/>
                        <a:pt x="79153" y="60960"/>
                      </a:cubicBezTo>
                      <a:cubicBezTo>
                        <a:pt x="80296" y="61151"/>
                        <a:pt x="81153" y="61055"/>
                        <a:pt x="81725" y="60770"/>
                      </a:cubicBezTo>
                      <a:cubicBezTo>
                        <a:pt x="82677" y="61722"/>
                        <a:pt x="83153" y="62770"/>
                        <a:pt x="82963" y="63627"/>
                      </a:cubicBezTo>
                      <a:close/>
                      <a:moveTo>
                        <a:pt x="96774" y="54578"/>
                      </a:moveTo>
                      <a:cubicBezTo>
                        <a:pt x="95917" y="54197"/>
                        <a:pt x="94964" y="53912"/>
                        <a:pt x="94107" y="53912"/>
                      </a:cubicBezTo>
                      <a:cubicBezTo>
                        <a:pt x="93631" y="53912"/>
                        <a:pt x="92678" y="54007"/>
                        <a:pt x="91535" y="54293"/>
                      </a:cubicBezTo>
                      <a:cubicBezTo>
                        <a:pt x="90392" y="54483"/>
                        <a:pt x="89344" y="54673"/>
                        <a:pt x="88487" y="54483"/>
                      </a:cubicBezTo>
                      <a:lnTo>
                        <a:pt x="92393" y="57150"/>
                      </a:lnTo>
                      <a:lnTo>
                        <a:pt x="92869" y="54483"/>
                      </a:lnTo>
                      <a:cubicBezTo>
                        <a:pt x="92869" y="54483"/>
                        <a:pt x="94393" y="54959"/>
                        <a:pt x="96774" y="55816"/>
                      </a:cubicBezTo>
                      <a:lnTo>
                        <a:pt x="96774" y="54483"/>
                      </a:lnTo>
                      <a:close/>
                      <a:moveTo>
                        <a:pt x="92869" y="96393"/>
                      </a:moveTo>
                      <a:cubicBezTo>
                        <a:pt x="92869" y="96393"/>
                        <a:pt x="93250" y="96203"/>
                        <a:pt x="93250" y="96012"/>
                      </a:cubicBezTo>
                      <a:cubicBezTo>
                        <a:pt x="93250" y="96012"/>
                        <a:pt x="92964" y="95726"/>
                        <a:pt x="92393" y="95440"/>
                      </a:cubicBezTo>
                      <a:cubicBezTo>
                        <a:pt x="91821" y="95155"/>
                        <a:pt x="91535" y="94869"/>
                        <a:pt x="91535" y="94679"/>
                      </a:cubicBezTo>
                      <a:cubicBezTo>
                        <a:pt x="91535" y="94488"/>
                        <a:pt x="91821" y="94202"/>
                        <a:pt x="92393" y="93916"/>
                      </a:cubicBezTo>
                      <a:cubicBezTo>
                        <a:pt x="91726" y="93631"/>
                        <a:pt x="91059" y="93726"/>
                        <a:pt x="90392" y="94012"/>
                      </a:cubicBezTo>
                      <a:cubicBezTo>
                        <a:pt x="89440" y="94679"/>
                        <a:pt x="88868" y="95060"/>
                        <a:pt x="88773" y="95060"/>
                      </a:cubicBezTo>
                      <a:cubicBezTo>
                        <a:pt x="89059" y="95060"/>
                        <a:pt x="90488" y="95440"/>
                        <a:pt x="92773" y="96393"/>
                      </a:cubicBezTo>
                      <a:close/>
                      <a:moveTo>
                        <a:pt x="97250" y="62389"/>
                      </a:moveTo>
                      <a:lnTo>
                        <a:pt x="99155" y="62389"/>
                      </a:lnTo>
                      <a:cubicBezTo>
                        <a:pt x="98203" y="61722"/>
                        <a:pt x="97536" y="61722"/>
                        <a:pt x="97250" y="62198"/>
                      </a:cubicBezTo>
                      <a:cubicBezTo>
                        <a:pt x="96107" y="61817"/>
                        <a:pt x="94393" y="61341"/>
                        <a:pt x="92202" y="60674"/>
                      </a:cubicBezTo>
                      <a:cubicBezTo>
                        <a:pt x="92011" y="59912"/>
                        <a:pt x="91440" y="59531"/>
                        <a:pt x="90392" y="59531"/>
                      </a:cubicBezTo>
                      <a:cubicBezTo>
                        <a:pt x="90869" y="59722"/>
                        <a:pt x="91440" y="60103"/>
                        <a:pt x="92202" y="60674"/>
                      </a:cubicBezTo>
                      <a:cubicBezTo>
                        <a:pt x="92297" y="61151"/>
                        <a:pt x="92393" y="61627"/>
                        <a:pt x="92393" y="62294"/>
                      </a:cubicBezTo>
                      <a:cubicBezTo>
                        <a:pt x="92393" y="63246"/>
                        <a:pt x="92393" y="63722"/>
                        <a:pt x="92393" y="63818"/>
                      </a:cubicBezTo>
                      <a:cubicBezTo>
                        <a:pt x="92393" y="64103"/>
                        <a:pt x="92583" y="64198"/>
                        <a:pt x="92869" y="64103"/>
                      </a:cubicBezTo>
                      <a:lnTo>
                        <a:pt x="94679" y="62198"/>
                      </a:lnTo>
                      <a:lnTo>
                        <a:pt x="95440" y="62674"/>
                      </a:lnTo>
                      <a:cubicBezTo>
                        <a:pt x="95536" y="63151"/>
                        <a:pt x="95440" y="63627"/>
                        <a:pt x="95155" y="64103"/>
                      </a:cubicBezTo>
                      <a:cubicBezTo>
                        <a:pt x="94869" y="64579"/>
                        <a:pt x="94679" y="65056"/>
                        <a:pt x="94679" y="65341"/>
                      </a:cubicBezTo>
                      <a:cubicBezTo>
                        <a:pt x="95631" y="65627"/>
                        <a:pt x="96298" y="65341"/>
                        <a:pt x="96584" y="64389"/>
                      </a:cubicBezTo>
                      <a:cubicBezTo>
                        <a:pt x="96869" y="63532"/>
                        <a:pt x="97060" y="62770"/>
                        <a:pt x="97250" y="62008"/>
                      </a:cubicBezTo>
                      <a:lnTo>
                        <a:pt x="97250" y="62198"/>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 name="Google Shape;835;p99"/>
                <p:cNvSpPr/>
                <p:nvPr/>
              </p:nvSpPr>
              <p:spPr>
                <a:xfrm>
                  <a:off x="3414616" y="3911155"/>
                  <a:ext cx="114680" cy="152495"/>
                </a:xfrm>
                <a:custGeom>
                  <a:avLst/>
                  <a:gdLst/>
                  <a:ahLst/>
                  <a:cxnLst/>
                  <a:rect l="l" t="t" r="r" b="b"/>
                  <a:pathLst>
                    <a:path w="114680" h="152495" extrusionOk="0">
                      <a:moveTo>
                        <a:pt x="85153" y="17621"/>
                      </a:moveTo>
                      <a:cubicBezTo>
                        <a:pt x="85630" y="18288"/>
                        <a:pt x="86868" y="19336"/>
                        <a:pt x="89059" y="20764"/>
                      </a:cubicBezTo>
                      <a:cubicBezTo>
                        <a:pt x="91154" y="22193"/>
                        <a:pt x="92583" y="23717"/>
                        <a:pt x="93250" y="25241"/>
                      </a:cubicBezTo>
                      <a:cubicBezTo>
                        <a:pt x="92583" y="25527"/>
                        <a:pt x="91630" y="25051"/>
                        <a:pt x="90297" y="24098"/>
                      </a:cubicBezTo>
                      <a:cubicBezTo>
                        <a:pt x="89059" y="23051"/>
                        <a:pt x="88106" y="22574"/>
                        <a:pt x="87821" y="22574"/>
                      </a:cubicBezTo>
                      <a:cubicBezTo>
                        <a:pt x="87154" y="22574"/>
                        <a:pt x="86677" y="23241"/>
                        <a:pt x="86392" y="24575"/>
                      </a:cubicBezTo>
                      <a:lnTo>
                        <a:pt x="87535" y="25813"/>
                      </a:lnTo>
                      <a:cubicBezTo>
                        <a:pt x="87535" y="25813"/>
                        <a:pt x="88392" y="25146"/>
                        <a:pt x="89440" y="25146"/>
                      </a:cubicBezTo>
                      <a:cubicBezTo>
                        <a:pt x="90678" y="27718"/>
                        <a:pt x="91345" y="29909"/>
                        <a:pt x="91440" y="31718"/>
                      </a:cubicBezTo>
                      <a:lnTo>
                        <a:pt x="91440" y="39338"/>
                      </a:lnTo>
                      <a:lnTo>
                        <a:pt x="88868" y="40005"/>
                      </a:lnTo>
                      <a:cubicBezTo>
                        <a:pt x="89440" y="40862"/>
                        <a:pt x="89821" y="41529"/>
                        <a:pt x="89821" y="42005"/>
                      </a:cubicBezTo>
                      <a:cubicBezTo>
                        <a:pt x="89725" y="42386"/>
                        <a:pt x="89154" y="42863"/>
                        <a:pt x="88106" y="43625"/>
                      </a:cubicBezTo>
                      <a:cubicBezTo>
                        <a:pt x="87439" y="43815"/>
                        <a:pt x="86487" y="43625"/>
                        <a:pt x="85153" y="43529"/>
                      </a:cubicBezTo>
                      <a:cubicBezTo>
                        <a:pt x="83820" y="43244"/>
                        <a:pt x="82867" y="43148"/>
                        <a:pt x="82391" y="43148"/>
                      </a:cubicBezTo>
                      <a:cubicBezTo>
                        <a:pt x="80867" y="43148"/>
                        <a:pt x="79915" y="43720"/>
                        <a:pt x="79438" y="44958"/>
                      </a:cubicBezTo>
                      <a:cubicBezTo>
                        <a:pt x="78486" y="45339"/>
                        <a:pt x="77152" y="44958"/>
                        <a:pt x="75343" y="44291"/>
                      </a:cubicBezTo>
                      <a:cubicBezTo>
                        <a:pt x="73628" y="43529"/>
                        <a:pt x="72485" y="43148"/>
                        <a:pt x="71914" y="43148"/>
                      </a:cubicBezTo>
                      <a:cubicBezTo>
                        <a:pt x="70961" y="43148"/>
                        <a:pt x="70104" y="43720"/>
                        <a:pt x="69532" y="44958"/>
                      </a:cubicBezTo>
                      <a:lnTo>
                        <a:pt x="68771" y="43148"/>
                      </a:lnTo>
                      <a:lnTo>
                        <a:pt x="65056" y="43625"/>
                      </a:lnTo>
                      <a:cubicBezTo>
                        <a:pt x="65056" y="43625"/>
                        <a:pt x="65056" y="42958"/>
                        <a:pt x="64484" y="42577"/>
                      </a:cubicBezTo>
                      <a:lnTo>
                        <a:pt x="63722" y="42577"/>
                      </a:lnTo>
                      <a:lnTo>
                        <a:pt x="63722" y="46292"/>
                      </a:lnTo>
                      <a:cubicBezTo>
                        <a:pt x="62770" y="44672"/>
                        <a:pt x="61531" y="43815"/>
                        <a:pt x="60103" y="43815"/>
                      </a:cubicBezTo>
                      <a:cubicBezTo>
                        <a:pt x="59436" y="43815"/>
                        <a:pt x="58864" y="44101"/>
                        <a:pt x="58293" y="44482"/>
                      </a:cubicBezTo>
                      <a:cubicBezTo>
                        <a:pt x="57055" y="44101"/>
                        <a:pt x="56197" y="44768"/>
                        <a:pt x="56007" y="46292"/>
                      </a:cubicBezTo>
                      <a:cubicBezTo>
                        <a:pt x="55721" y="47816"/>
                        <a:pt x="54959" y="48482"/>
                        <a:pt x="53816" y="48292"/>
                      </a:cubicBezTo>
                      <a:lnTo>
                        <a:pt x="55054" y="44958"/>
                      </a:lnTo>
                      <a:cubicBezTo>
                        <a:pt x="54483" y="44958"/>
                        <a:pt x="53626" y="44577"/>
                        <a:pt x="52483" y="43815"/>
                      </a:cubicBezTo>
                      <a:cubicBezTo>
                        <a:pt x="51244" y="43053"/>
                        <a:pt x="50387" y="42672"/>
                        <a:pt x="49911" y="42672"/>
                      </a:cubicBezTo>
                      <a:cubicBezTo>
                        <a:pt x="49244" y="42672"/>
                        <a:pt x="48673" y="43053"/>
                        <a:pt x="48101" y="43720"/>
                      </a:cubicBezTo>
                      <a:lnTo>
                        <a:pt x="48863" y="44577"/>
                      </a:lnTo>
                      <a:lnTo>
                        <a:pt x="42958" y="45911"/>
                      </a:lnTo>
                      <a:cubicBezTo>
                        <a:pt x="43243" y="45244"/>
                        <a:pt x="42958" y="44958"/>
                        <a:pt x="42196" y="44958"/>
                      </a:cubicBezTo>
                      <a:cubicBezTo>
                        <a:pt x="41910" y="44958"/>
                        <a:pt x="41434" y="44958"/>
                        <a:pt x="40672" y="45148"/>
                      </a:cubicBezTo>
                      <a:cubicBezTo>
                        <a:pt x="39910" y="45148"/>
                        <a:pt x="39338" y="45244"/>
                        <a:pt x="39052" y="45244"/>
                      </a:cubicBezTo>
                      <a:cubicBezTo>
                        <a:pt x="38005" y="45244"/>
                        <a:pt x="37243" y="44958"/>
                        <a:pt x="36767" y="44577"/>
                      </a:cubicBezTo>
                      <a:cubicBezTo>
                        <a:pt x="35909" y="44196"/>
                        <a:pt x="34861" y="43910"/>
                        <a:pt x="33718" y="43910"/>
                      </a:cubicBezTo>
                      <a:cubicBezTo>
                        <a:pt x="30480" y="43910"/>
                        <a:pt x="27337" y="45148"/>
                        <a:pt x="24289" y="47720"/>
                      </a:cubicBezTo>
                      <a:cubicBezTo>
                        <a:pt x="23050" y="49435"/>
                        <a:pt x="22765" y="51721"/>
                        <a:pt x="23336" y="54673"/>
                      </a:cubicBezTo>
                      <a:cubicBezTo>
                        <a:pt x="23813" y="57626"/>
                        <a:pt x="23717" y="59627"/>
                        <a:pt x="23050" y="60579"/>
                      </a:cubicBezTo>
                      <a:cubicBezTo>
                        <a:pt x="24003" y="62008"/>
                        <a:pt x="24955" y="64865"/>
                        <a:pt x="25908" y="68961"/>
                      </a:cubicBezTo>
                      <a:cubicBezTo>
                        <a:pt x="26670" y="72104"/>
                        <a:pt x="28194" y="74486"/>
                        <a:pt x="30480" y="75914"/>
                      </a:cubicBezTo>
                      <a:cubicBezTo>
                        <a:pt x="30004" y="76486"/>
                        <a:pt x="30004" y="77343"/>
                        <a:pt x="30480" y="78581"/>
                      </a:cubicBezTo>
                      <a:cubicBezTo>
                        <a:pt x="30766" y="78677"/>
                        <a:pt x="31147" y="78772"/>
                        <a:pt x="31432" y="78772"/>
                      </a:cubicBezTo>
                      <a:cubicBezTo>
                        <a:pt x="31909" y="78772"/>
                        <a:pt x="32480" y="78391"/>
                        <a:pt x="32956" y="77534"/>
                      </a:cubicBezTo>
                      <a:cubicBezTo>
                        <a:pt x="33433" y="76676"/>
                        <a:pt x="33909" y="76200"/>
                        <a:pt x="34480" y="75914"/>
                      </a:cubicBezTo>
                      <a:cubicBezTo>
                        <a:pt x="34766" y="76295"/>
                        <a:pt x="34576" y="76771"/>
                        <a:pt x="34290" y="77248"/>
                      </a:cubicBezTo>
                      <a:cubicBezTo>
                        <a:pt x="33909" y="77724"/>
                        <a:pt x="33718" y="78105"/>
                        <a:pt x="33718" y="78200"/>
                      </a:cubicBezTo>
                      <a:cubicBezTo>
                        <a:pt x="33718" y="78486"/>
                        <a:pt x="34004" y="78772"/>
                        <a:pt x="34480" y="78962"/>
                      </a:cubicBezTo>
                      <a:cubicBezTo>
                        <a:pt x="35147" y="78296"/>
                        <a:pt x="35909" y="76581"/>
                        <a:pt x="36767" y="73819"/>
                      </a:cubicBezTo>
                      <a:cubicBezTo>
                        <a:pt x="37243" y="71819"/>
                        <a:pt x="38481" y="70676"/>
                        <a:pt x="40386" y="70295"/>
                      </a:cubicBezTo>
                      <a:cubicBezTo>
                        <a:pt x="40100" y="70485"/>
                        <a:pt x="40005" y="70676"/>
                        <a:pt x="39910" y="70676"/>
                      </a:cubicBezTo>
                      <a:lnTo>
                        <a:pt x="41719" y="73533"/>
                      </a:lnTo>
                      <a:cubicBezTo>
                        <a:pt x="41719" y="73533"/>
                        <a:pt x="41243" y="74200"/>
                        <a:pt x="41243" y="75343"/>
                      </a:cubicBezTo>
                      <a:cubicBezTo>
                        <a:pt x="41529" y="76010"/>
                        <a:pt x="41910" y="76391"/>
                        <a:pt x="42291" y="76391"/>
                      </a:cubicBezTo>
                      <a:cubicBezTo>
                        <a:pt x="42481" y="76391"/>
                        <a:pt x="42863" y="76200"/>
                        <a:pt x="43243" y="75914"/>
                      </a:cubicBezTo>
                      <a:cubicBezTo>
                        <a:pt x="43720" y="75533"/>
                        <a:pt x="44101" y="75438"/>
                        <a:pt x="44386" y="75438"/>
                      </a:cubicBezTo>
                      <a:cubicBezTo>
                        <a:pt x="44101" y="74962"/>
                        <a:pt x="43910" y="74390"/>
                        <a:pt x="43910" y="74009"/>
                      </a:cubicBezTo>
                      <a:cubicBezTo>
                        <a:pt x="43910" y="73343"/>
                        <a:pt x="44482" y="72771"/>
                        <a:pt x="45720" y="72200"/>
                      </a:cubicBezTo>
                      <a:cubicBezTo>
                        <a:pt x="46958" y="71628"/>
                        <a:pt x="47530" y="71152"/>
                        <a:pt x="47530" y="70676"/>
                      </a:cubicBezTo>
                      <a:cubicBezTo>
                        <a:pt x="47530" y="70295"/>
                        <a:pt x="47434" y="69913"/>
                        <a:pt x="47244" y="69533"/>
                      </a:cubicBezTo>
                      <a:cubicBezTo>
                        <a:pt x="47911" y="70676"/>
                        <a:pt x="48577" y="71247"/>
                        <a:pt x="49339" y="71247"/>
                      </a:cubicBezTo>
                      <a:cubicBezTo>
                        <a:pt x="49816" y="71247"/>
                        <a:pt x="50578" y="70866"/>
                        <a:pt x="51530" y="70199"/>
                      </a:cubicBezTo>
                      <a:cubicBezTo>
                        <a:pt x="52388" y="69437"/>
                        <a:pt x="53054" y="69152"/>
                        <a:pt x="53530" y="69152"/>
                      </a:cubicBezTo>
                      <a:cubicBezTo>
                        <a:pt x="54483" y="69152"/>
                        <a:pt x="55435" y="70199"/>
                        <a:pt x="56293" y="72295"/>
                      </a:cubicBezTo>
                      <a:cubicBezTo>
                        <a:pt x="57055" y="72580"/>
                        <a:pt x="58007" y="72771"/>
                        <a:pt x="59055" y="72771"/>
                      </a:cubicBezTo>
                      <a:cubicBezTo>
                        <a:pt x="60103" y="72771"/>
                        <a:pt x="61627" y="72580"/>
                        <a:pt x="63722" y="72009"/>
                      </a:cubicBezTo>
                      <a:cubicBezTo>
                        <a:pt x="65818" y="71533"/>
                        <a:pt x="67342" y="71342"/>
                        <a:pt x="68389" y="71342"/>
                      </a:cubicBezTo>
                      <a:cubicBezTo>
                        <a:pt x="70485" y="71342"/>
                        <a:pt x="72009" y="72295"/>
                        <a:pt x="73247" y="74295"/>
                      </a:cubicBezTo>
                      <a:lnTo>
                        <a:pt x="74009" y="74771"/>
                      </a:lnTo>
                      <a:cubicBezTo>
                        <a:pt x="73247" y="74390"/>
                        <a:pt x="72485" y="74771"/>
                        <a:pt x="71723" y="75914"/>
                      </a:cubicBezTo>
                      <a:cubicBezTo>
                        <a:pt x="70961" y="77057"/>
                        <a:pt x="70580" y="78200"/>
                        <a:pt x="70580" y="79248"/>
                      </a:cubicBezTo>
                      <a:cubicBezTo>
                        <a:pt x="70580" y="79820"/>
                        <a:pt x="70675" y="80296"/>
                        <a:pt x="70961" y="80581"/>
                      </a:cubicBezTo>
                      <a:cubicBezTo>
                        <a:pt x="70961" y="81248"/>
                        <a:pt x="70199" y="82105"/>
                        <a:pt x="68866" y="83248"/>
                      </a:cubicBezTo>
                      <a:cubicBezTo>
                        <a:pt x="70104" y="84296"/>
                        <a:pt x="70675" y="86106"/>
                        <a:pt x="70866" y="88583"/>
                      </a:cubicBezTo>
                      <a:cubicBezTo>
                        <a:pt x="71056" y="91916"/>
                        <a:pt x="71247" y="93917"/>
                        <a:pt x="71438" y="94679"/>
                      </a:cubicBezTo>
                      <a:cubicBezTo>
                        <a:pt x="69532" y="96584"/>
                        <a:pt x="66770" y="97631"/>
                        <a:pt x="62865" y="97917"/>
                      </a:cubicBezTo>
                      <a:cubicBezTo>
                        <a:pt x="57245" y="98108"/>
                        <a:pt x="53911" y="98298"/>
                        <a:pt x="53150" y="98584"/>
                      </a:cubicBezTo>
                      <a:cubicBezTo>
                        <a:pt x="52864" y="98584"/>
                        <a:pt x="52578" y="98679"/>
                        <a:pt x="52292" y="98679"/>
                      </a:cubicBezTo>
                      <a:cubicBezTo>
                        <a:pt x="51816" y="98679"/>
                        <a:pt x="51435" y="98298"/>
                        <a:pt x="50959" y="97536"/>
                      </a:cubicBezTo>
                      <a:cubicBezTo>
                        <a:pt x="50482" y="96774"/>
                        <a:pt x="50006" y="96298"/>
                        <a:pt x="49530" y="96107"/>
                      </a:cubicBezTo>
                      <a:cubicBezTo>
                        <a:pt x="48863" y="97917"/>
                        <a:pt x="47530" y="98774"/>
                        <a:pt x="45434" y="98774"/>
                      </a:cubicBezTo>
                      <a:cubicBezTo>
                        <a:pt x="44672" y="98774"/>
                        <a:pt x="43625" y="98774"/>
                        <a:pt x="42386" y="98393"/>
                      </a:cubicBezTo>
                      <a:cubicBezTo>
                        <a:pt x="41053" y="98108"/>
                        <a:pt x="40196" y="98012"/>
                        <a:pt x="39814" y="97917"/>
                      </a:cubicBezTo>
                      <a:cubicBezTo>
                        <a:pt x="39338" y="97822"/>
                        <a:pt x="39148" y="97631"/>
                        <a:pt x="39148" y="97441"/>
                      </a:cubicBezTo>
                      <a:cubicBezTo>
                        <a:pt x="39148" y="97155"/>
                        <a:pt x="39243" y="96964"/>
                        <a:pt x="39529" y="96584"/>
                      </a:cubicBezTo>
                      <a:cubicBezTo>
                        <a:pt x="39814" y="96298"/>
                        <a:pt x="40005" y="96012"/>
                        <a:pt x="40005" y="95821"/>
                      </a:cubicBezTo>
                      <a:cubicBezTo>
                        <a:pt x="40005" y="95536"/>
                        <a:pt x="39624" y="95155"/>
                        <a:pt x="38862" y="94774"/>
                      </a:cubicBezTo>
                      <a:cubicBezTo>
                        <a:pt x="37814" y="94583"/>
                        <a:pt x="37147" y="94964"/>
                        <a:pt x="37052" y="95917"/>
                      </a:cubicBezTo>
                      <a:lnTo>
                        <a:pt x="37052" y="98108"/>
                      </a:lnTo>
                      <a:cubicBezTo>
                        <a:pt x="34576" y="98108"/>
                        <a:pt x="32099" y="98203"/>
                        <a:pt x="29623" y="98203"/>
                      </a:cubicBezTo>
                      <a:cubicBezTo>
                        <a:pt x="26765" y="98774"/>
                        <a:pt x="25146" y="100394"/>
                        <a:pt x="24575" y="103061"/>
                      </a:cubicBezTo>
                      <a:cubicBezTo>
                        <a:pt x="25908" y="108395"/>
                        <a:pt x="26479" y="111252"/>
                        <a:pt x="26479" y="111538"/>
                      </a:cubicBezTo>
                      <a:cubicBezTo>
                        <a:pt x="26479" y="112967"/>
                        <a:pt x="26098" y="114300"/>
                        <a:pt x="25336" y="115348"/>
                      </a:cubicBezTo>
                      <a:cubicBezTo>
                        <a:pt x="24670" y="115538"/>
                        <a:pt x="23717" y="115253"/>
                        <a:pt x="22574" y="114586"/>
                      </a:cubicBezTo>
                      <a:lnTo>
                        <a:pt x="21336" y="115919"/>
                      </a:lnTo>
                      <a:cubicBezTo>
                        <a:pt x="21336" y="115919"/>
                        <a:pt x="22384" y="116586"/>
                        <a:pt x="23336" y="116586"/>
                      </a:cubicBezTo>
                      <a:cubicBezTo>
                        <a:pt x="24289" y="116586"/>
                        <a:pt x="25051" y="116777"/>
                        <a:pt x="25432" y="117253"/>
                      </a:cubicBezTo>
                      <a:cubicBezTo>
                        <a:pt x="25432" y="120015"/>
                        <a:pt x="25622" y="123920"/>
                        <a:pt x="25908" y="129159"/>
                      </a:cubicBezTo>
                      <a:cubicBezTo>
                        <a:pt x="26289" y="134303"/>
                        <a:pt x="26479" y="138113"/>
                        <a:pt x="26479" y="140589"/>
                      </a:cubicBezTo>
                      <a:cubicBezTo>
                        <a:pt x="26479" y="143828"/>
                        <a:pt x="26289" y="146780"/>
                        <a:pt x="25813" y="149447"/>
                      </a:cubicBezTo>
                      <a:lnTo>
                        <a:pt x="25336" y="148590"/>
                      </a:lnTo>
                      <a:cubicBezTo>
                        <a:pt x="22288" y="151162"/>
                        <a:pt x="17717" y="152495"/>
                        <a:pt x="11525" y="152495"/>
                      </a:cubicBezTo>
                      <a:cubicBezTo>
                        <a:pt x="8953" y="152495"/>
                        <a:pt x="5810" y="152210"/>
                        <a:pt x="2096" y="151829"/>
                      </a:cubicBezTo>
                      <a:lnTo>
                        <a:pt x="857" y="149828"/>
                      </a:lnTo>
                      <a:cubicBezTo>
                        <a:pt x="857" y="120396"/>
                        <a:pt x="952" y="102013"/>
                        <a:pt x="1238" y="94774"/>
                      </a:cubicBezTo>
                      <a:cubicBezTo>
                        <a:pt x="381" y="93917"/>
                        <a:pt x="0" y="93059"/>
                        <a:pt x="0" y="91916"/>
                      </a:cubicBezTo>
                      <a:cubicBezTo>
                        <a:pt x="0" y="91154"/>
                        <a:pt x="190" y="90011"/>
                        <a:pt x="762" y="88583"/>
                      </a:cubicBezTo>
                      <a:cubicBezTo>
                        <a:pt x="1238" y="87059"/>
                        <a:pt x="1429" y="86011"/>
                        <a:pt x="1333" y="85249"/>
                      </a:cubicBezTo>
                      <a:lnTo>
                        <a:pt x="190" y="61531"/>
                      </a:lnTo>
                      <a:cubicBezTo>
                        <a:pt x="1429" y="60579"/>
                        <a:pt x="2000" y="59531"/>
                        <a:pt x="2000" y="58484"/>
                      </a:cubicBezTo>
                      <a:cubicBezTo>
                        <a:pt x="2000" y="57817"/>
                        <a:pt x="1714" y="56769"/>
                        <a:pt x="1238" y="55340"/>
                      </a:cubicBezTo>
                      <a:cubicBezTo>
                        <a:pt x="762" y="53816"/>
                        <a:pt x="476" y="52769"/>
                        <a:pt x="476" y="52006"/>
                      </a:cubicBezTo>
                      <a:cubicBezTo>
                        <a:pt x="476" y="51435"/>
                        <a:pt x="667" y="50673"/>
                        <a:pt x="1048" y="50006"/>
                      </a:cubicBezTo>
                      <a:lnTo>
                        <a:pt x="1048" y="32099"/>
                      </a:lnTo>
                      <a:lnTo>
                        <a:pt x="381" y="32099"/>
                      </a:lnTo>
                      <a:cubicBezTo>
                        <a:pt x="571" y="29623"/>
                        <a:pt x="857" y="27242"/>
                        <a:pt x="1048" y="24955"/>
                      </a:cubicBezTo>
                      <a:cubicBezTo>
                        <a:pt x="1333" y="21717"/>
                        <a:pt x="2476" y="19812"/>
                        <a:pt x="4572" y="19241"/>
                      </a:cubicBezTo>
                      <a:cubicBezTo>
                        <a:pt x="15145" y="19241"/>
                        <a:pt x="31242" y="19050"/>
                        <a:pt x="52768" y="18383"/>
                      </a:cubicBezTo>
                      <a:lnTo>
                        <a:pt x="52768" y="17907"/>
                      </a:lnTo>
                      <a:cubicBezTo>
                        <a:pt x="53911" y="18574"/>
                        <a:pt x="55245" y="18955"/>
                        <a:pt x="56864" y="18955"/>
                      </a:cubicBezTo>
                      <a:cubicBezTo>
                        <a:pt x="57721" y="18955"/>
                        <a:pt x="59055" y="18764"/>
                        <a:pt x="60865" y="18479"/>
                      </a:cubicBezTo>
                      <a:cubicBezTo>
                        <a:pt x="62675" y="18097"/>
                        <a:pt x="64198" y="18002"/>
                        <a:pt x="65246" y="18002"/>
                      </a:cubicBezTo>
                      <a:cubicBezTo>
                        <a:pt x="64579" y="17526"/>
                        <a:pt x="63532" y="16573"/>
                        <a:pt x="62103" y="15335"/>
                      </a:cubicBezTo>
                      <a:lnTo>
                        <a:pt x="62579" y="14669"/>
                      </a:lnTo>
                      <a:cubicBezTo>
                        <a:pt x="62865" y="15335"/>
                        <a:pt x="63722" y="16288"/>
                        <a:pt x="65246" y="17526"/>
                      </a:cubicBezTo>
                      <a:lnTo>
                        <a:pt x="67151" y="13335"/>
                      </a:lnTo>
                      <a:lnTo>
                        <a:pt x="71056" y="17526"/>
                      </a:lnTo>
                      <a:cubicBezTo>
                        <a:pt x="70580" y="17621"/>
                        <a:pt x="70294" y="17907"/>
                        <a:pt x="70294" y="18574"/>
                      </a:cubicBezTo>
                      <a:lnTo>
                        <a:pt x="71533" y="19907"/>
                      </a:lnTo>
                      <a:cubicBezTo>
                        <a:pt x="71723" y="18193"/>
                        <a:pt x="72200" y="17240"/>
                        <a:pt x="72961" y="17240"/>
                      </a:cubicBezTo>
                      <a:cubicBezTo>
                        <a:pt x="73438" y="17240"/>
                        <a:pt x="74295" y="17621"/>
                        <a:pt x="75533" y="18479"/>
                      </a:cubicBezTo>
                      <a:cubicBezTo>
                        <a:pt x="76867" y="19336"/>
                        <a:pt x="77914" y="19717"/>
                        <a:pt x="78676" y="19717"/>
                      </a:cubicBezTo>
                      <a:cubicBezTo>
                        <a:pt x="79534" y="19717"/>
                        <a:pt x="80296" y="19241"/>
                        <a:pt x="80963" y="18574"/>
                      </a:cubicBezTo>
                      <a:lnTo>
                        <a:pt x="80963" y="16097"/>
                      </a:lnTo>
                      <a:cubicBezTo>
                        <a:pt x="81439" y="16097"/>
                        <a:pt x="82010" y="16478"/>
                        <a:pt x="82772" y="17621"/>
                      </a:cubicBezTo>
                      <a:lnTo>
                        <a:pt x="81439" y="18669"/>
                      </a:lnTo>
                      <a:lnTo>
                        <a:pt x="84010" y="20860"/>
                      </a:lnTo>
                      <a:cubicBezTo>
                        <a:pt x="84487" y="20384"/>
                        <a:pt x="84677" y="19907"/>
                        <a:pt x="84677" y="19336"/>
                      </a:cubicBezTo>
                      <a:lnTo>
                        <a:pt x="84677" y="17812"/>
                      </a:lnTo>
                      <a:cubicBezTo>
                        <a:pt x="84677" y="17812"/>
                        <a:pt x="84677" y="17336"/>
                        <a:pt x="85249" y="17336"/>
                      </a:cubicBezTo>
                      <a:cubicBezTo>
                        <a:pt x="85439" y="17336"/>
                        <a:pt x="85820" y="17336"/>
                        <a:pt x="86392" y="17526"/>
                      </a:cubicBezTo>
                      <a:cubicBezTo>
                        <a:pt x="86201" y="17526"/>
                        <a:pt x="85915" y="17812"/>
                        <a:pt x="85439" y="18193"/>
                      </a:cubicBezTo>
                      <a:close/>
                      <a:moveTo>
                        <a:pt x="5048" y="90106"/>
                      </a:moveTo>
                      <a:lnTo>
                        <a:pt x="5048" y="88297"/>
                      </a:lnTo>
                      <a:lnTo>
                        <a:pt x="3238" y="87439"/>
                      </a:lnTo>
                      <a:lnTo>
                        <a:pt x="5048" y="90106"/>
                      </a:lnTo>
                      <a:close/>
                      <a:moveTo>
                        <a:pt x="26956" y="80010"/>
                      </a:moveTo>
                      <a:lnTo>
                        <a:pt x="26956" y="82487"/>
                      </a:lnTo>
                      <a:lnTo>
                        <a:pt x="28289" y="82487"/>
                      </a:lnTo>
                      <a:lnTo>
                        <a:pt x="28289" y="80010"/>
                      </a:lnTo>
                      <a:lnTo>
                        <a:pt x="26956" y="80010"/>
                      </a:lnTo>
                      <a:close/>
                      <a:moveTo>
                        <a:pt x="29242" y="33623"/>
                      </a:moveTo>
                      <a:cubicBezTo>
                        <a:pt x="30099" y="33814"/>
                        <a:pt x="31147" y="33623"/>
                        <a:pt x="32480" y="33147"/>
                      </a:cubicBezTo>
                      <a:cubicBezTo>
                        <a:pt x="32194" y="33147"/>
                        <a:pt x="31147" y="32861"/>
                        <a:pt x="29242" y="32385"/>
                      </a:cubicBezTo>
                      <a:lnTo>
                        <a:pt x="29242" y="33719"/>
                      </a:lnTo>
                      <a:close/>
                      <a:moveTo>
                        <a:pt x="33147" y="74676"/>
                      </a:moveTo>
                      <a:lnTo>
                        <a:pt x="32480" y="74676"/>
                      </a:lnTo>
                      <a:lnTo>
                        <a:pt x="32480" y="72200"/>
                      </a:lnTo>
                      <a:lnTo>
                        <a:pt x="33147" y="72200"/>
                      </a:lnTo>
                      <a:lnTo>
                        <a:pt x="33147" y="74676"/>
                      </a:lnTo>
                      <a:close/>
                      <a:moveTo>
                        <a:pt x="40005" y="74676"/>
                      </a:moveTo>
                      <a:lnTo>
                        <a:pt x="40005" y="77819"/>
                      </a:lnTo>
                      <a:lnTo>
                        <a:pt x="40862" y="77343"/>
                      </a:lnTo>
                      <a:lnTo>
                        <a:pt x="40005" y="74676"/>
                      </a:lnTo>
                      <a:close/>
                      <a:moveTo>
                        <a:pt x="40481" y="70485"/>
                      </a:moveTo>
                      <a:cubicBezTo>
                        <a:pt x="40481" y="70485"/>
                        <a:pt x="41148" y="70199"/>
                        <a:pt x="41243" y="70295"/>
                      </a:cubicBezTo>
                      <a:lnTo>
                        <a:pt x="40957" y="70295"/>
                      </a:lnTo>
                      <a:cubicBezTo>
                        <a:pt x="40957" y="70295"/>
                        <a:pt x="40576" y="70485"/>
                        <a:pt x="40481" y="70485"/>
                      </a:cubicBezTo>
                      <a:close/>
                      <a:moveTo>
                        <a:pt x="43910" y="60008"/>
                      </a:moveTo>
                      <a:cubicBezTo>
                        <a:pt x="43434" y="59722"/>
                        <a:pt x="42863" y="59627"/>
                        <a:pt x="42291" y="59341"/>
                      </a:cubicBezTo>
                      <a:cubicBezTo>
                        <a:pt x="41719" y="59246"/>
                        <a:pt x="41529" y="58769"/>
                        <a:pt x="41815" y="58007"/>
                      </a:cubicBezTo>
                      <a:lnTo>
                        <a:pt x="43910" y="60008"/>
                      </a:lnTo>
                      <a:close/>
                      <a:moveTo>
                        <a:pt x="43910" y="40672"/>
                      </a:moveTo>
                      <a:lnTo>
                        <a:pt x="46387" y="40672"/>
                      </a:lnTo>
                      <a:lnTo>
                        <a:pt x="43910" y="40196"/>
                      </a:lnTo>
                      <a:lnTo>
                        <a:pt x="43910" y="40672"/>
                      </a:lnTo>
                      <a:close/>
                      <a:moveTo>
                        <a:pt x="45720" y="58864"/>
                      </a:moveTo>
                      <a:lnTo>
                        <a:pt x="43910" y="55721"/>
                      </a:lnTo>
                      <a:cubicBezTo>
                        <a:pt x="44482" y="56007"/>
                        <a:pt x="45053" y="56293"/>
                        <a:pt x="45720" y="56579"/>
                      </a:cubicBezTo>
                      <a:cubicBezTo>
                        <a:pt x="46387" y="56864"/>
                        <a:pt x="46577" y="57341"/>
                        <a:pt x="46387" y="58103"/>
                      </a:cubicBezTo>
                      <a:lnTo>
                        <a:pt x="45720" y="58864"/>
                      </a:lnTo>
                      <a:close/>
                      <a:moveTo>
                        <a:pt x="55150" y="39529"/>
                      </a:moveTo>
                      <a:cubicBezTo>
                        <a:pt x="55150" y="39529"/>
                        <a:pt x="54769" y="38386"/>
                        <a:pt x="53911" y="36862"/>
                      </a:cubicBezTo>
                      <a:cubicBezTo>
                        <a:pt x="53816" y="38195"/>
                        <a:pt x="53150" y="38767"/>
                        <a:pt x="52102" y="38671"/>
                      </a:cubicBezTo>
                      <a:cubicBezTo>
                        <a:pt x="50578" y="38671"/>
                        <a:pt x="49721" y="38671"/>
                        <a:pt x="49530" y="38862"/>
                      </a:cubicBezTo>
                      <a:cubicBezTo>
                        <a:pt x="50959" y="38576"/>
                        <a:pt x="52768" y="38862"/>
                        <a:pt x="55245" y="39529"/>
                      </a:cubicBezTo>
                      <a:close/>
                      <a:moveTo>
                        <a:pt x="51244" y="61341"/>
                      </a:moveTo>
                      <a:lnTo>
                        <a:pt x="52578" y="63151"/>
                      </a:lnTo>
                      <a:lnTo>
                        <a:pt x="50863" y="63151"/>
                      </a:lnTo>
                      <a:lnTo>
                        <a:pt x="51340" y="61341"/>
                      </a:lnTo>
                      <a:close/>
                      <a:moveTo>
                        <a:pt x="58864" y="114491"/>
                      </a:moveTo>
                      <a:lnTo>
                        <a:pt x="58864" y="110014"/>
                      </a:lnTo>
                      <a:lnTo>
                        <a:pt x="59341" y="110014"/>
                      </a:lnTo>
                      <a:lnTo>
                        <a:pt x="59341" y="114491"/>
                      </a:lnTo>
                      <a:lnTo>
                        <a:pt x="58864" y="114491"/>
                      </a:lnTo>
                      <a:close/>
                      <a:moveTo>
                        <a:pt x="61436" y="63151"/>
                      </a:moveTo>
                      <a:cubicBezTo>
                        <a:pt x="61436" y="63151"/>
                        <a:pt x="61913" y="62484"/>
                        <a:pt x="62579" y="62484"/>
                      </a:cubicBezTo>
                      <a:cubicBezTo>
                        <a:pt x="63246" y="62484"/>
                        <a:pt x="63627" y="62770"/>
                        <a:pt x="63722" y="63151"/>
                      </a:cubicBezTo>
                      <a:lnTo>
                        <a:pt x="61436" y="63151"/>
                      </a:lnTo>
                      <a:close/>
                      <a:moveTo>
                        <a:pt x="68771" y="17621"/>
                      </a:moveTo>
                      <a:cubicBezTo>
                        <a:pt x="68580" y="16954"/>
                        <a:pt x="68199" y="16764"/>
                        <a:pt x="67627" y="16954"/>
                      </a:cubicBezTo>
                      <a:lnTo>
                        <a:pt x="66294" y="17621"/>
                      </a:lnTo>
                      <a:lnTo>
                        <a:pt x="68675" y="17621"/>
                      </a:lnTo>
                      <a:close/>
                      <a:moveTo>
                        <a:pt x="70866" y="40577"/>
                      </a:moveTo>
                      <a:cubicBezTo>
                        <a:pt x="71438" y="40100"/>
                        <a:pt x="71628" y="39529"/>
                        <a:pt x="71533" y="39148"/>
                      </a:cubicBezTo>
                      <a:lnTo>
                        <a:pt x="71818" y="38100"/>
                      </a:lnTo>
                      <a:lnTo>
                        <a:pt x="70485" y="37814"/>
                      </a:lnTo>
                      <a:cubicBezTo>
                        <a:pt x="69818" y="37147"/>
                        <a:pt x="69056" y="36767"/>
                        <a:pt x="68199" y="36767"/>
                      </a:cubicBezTo>
                      <a:lnTo>
                        <a:pt x="70485" y="37814"/>
                      </a:lnTo>
                      <a:cubicBezTo>
                        <a:pt x="70961" y="38100"/>
                        <a:pt x="71247" y="38576"/>
                        <a:pt x="71438" y="39148"/>
                      </a:cubicBezTo>
                      <a:lnTo>
                        <a:pt x="70771" y="40577"/>
                      </a:lnTo>
                      <a:close/>
                      <a:moveTo>
                        <a:pt x="73152" y="35433"/>
                      </a:moveTo>
                      <a:cubicBezTo>
                        <a:pt x="73628" y="35243"/>
                        <a:pt x="73914" y="34671"/>
                        <a:pt x="73914" y="34100"/>
                      </a:cubicBezTo>
                      <a:lnTo>
                        <a:pt x="71818" y="34100"/>
                      </a:lnTo>
                      <a:lnTo>
                        <a:pt x="73152" y="35433"/>
                      </a:lnTo>
                      <a:close/>
                      <a:moveTo>
                        <a:pt x="73914" y="65818"/>
                      </a:moveTo>
                      <a:lnTo>
                        <a:pt x="74390" y="66294"/>
                      </a:lnTo>
                      <a:lnTo>
                        <a:pt x="72580" y="68485"/>
                      </a:lnTo>
                      <a:lnTo>
                        <a:pt x="73914" y="69533"/>
                      </a:lnTo>
                      <a:lnTo>
                        <a:pt x="71818" y="69533"/>
                      </a:lnTo>
                      <a:lnTo>
                        <a:pt x="73914" y="65913"/>
                      </a:lnTo>
                      <a:close/>
                      <a:moveTo>
                        <a:pt x="74390" y="97155"/>
                      </a:moveTo>
                      <a:lnTo>
                        <a:pt x="74390" y="94583"/>
                      </a:lnTo>
                      <a:lnTo>
                        <a:pt x="76962" y="97155"/>
                      </a:lnTo>
                      <a:lnTo>
                        <a:pt x="74390" y="97155"/>
                      </a:lnTo>
                      <a:close/>
                      <a:moveTo>
                        <a:pt x="76200" y="23431"/>
                      </a:moveTo>
                      <a:cubicBezTo>
                        <a:pt x="76200" y="23431"/>
                        <a:pt x="76390" y="23717"/>
                        <a:pt x="76390" y="23908"/>
                      </a:cubicBezTo>
                      <a:cubicBezTo>
                        <a:pt x="76390" y="24098"/>
                        <a:pt x="76295" y="24479"/>
                        <a:pt x="76105" y="25051"/>
                      </a:cubicBezTo>
                      <a:cubicBezTo>
                        <a:pt x="75914" y="25622"/>
                        <a:pt x="75819" y="26003"/>
                        <a:pt x="75819" y="26194"/>
                      </a:cubicBezTo>
                      <a:cubicBezTo>
                        <a:pt x="75819" y="26765"/>
                        <a:pt x="76295" y="27146"/>
                        <a:pt x="77057" y="27146"/>
                      </a:cubicBezTo>
                      <a:cubicBezTo>
                        <a:pt x="76962" y="26765"/>
                        <a:pt x="76962" y="26194"/>
                        <a:pt x="77057" y="25622"/>
                      </a:cubicBezTo>
                      <a:cubicBezTo>
                        <a:pt x="77343" y="24955"/>
                        <a:pt x="77343" y="24575"/>
                        <a:pt x="77343" y="24479"/>
                      </a:cubicBezTo>
                      <a:cubicBezTo>
                        <a:pt x="77343" y="23908"/>
                        <a:pt x="76962" y="23431"/>
                        <a:pt x="76200" y="23336"/>
                      </a:cubicBezTo>
                      <a:close/>
                      <a:moveTo>
                        <a:pt x="76200" y="36290"/>
                      </a:moveTo>
                      <a:lnTo>
                        <a:pt x="78962" y="37433"/>
                      </a:lnTo>
                      <a:lnTo>
                        <a:pt x="77533" y="36290"/>
                      </a:lnTo>
                      <a:lnTo>
                        <a:pt x="76200" y="36290"/>
                      </a:lnTo>
                      <a:close/>
                      <a:moveTo>
                        <a:pt x="80772" y="51626"/>
                      </a:moveTo>
                      <a:lnTo>
                        <a:pt x="78962" y="50387"/>
                      </a:lnTo>
                      <a:lnTo>
                        <a:pt x="80772" y="50387"/>
                      </a:lnTo>
                      <a:lnTo>
                        <a:pt x="80772" y="51626"/>
                      </a:lnTo>
                      <a:close/>
                      <a:moveTo>
                        <a:pt x="83344" y="27813"/>
                      </a:moveTo>
                      <a:cubicBezTo>
                        <a:pt x="83344" y="26575"/>
                        <a:pt x="83153" y="25908"/>
                        <a:pt x="82391" y="25908"/>
                      </a:cubicBezTo>
                      <a:cubicBezTo>
                        <a:pt x="80677" y="25908"/>
                        <a:pt x="79629" y="26575"/>
                        <a:pt x="79438" y="27813"/>
                      </a:cubicBezTo>
                      <a:lnTo>
                        <a:pt x="80772" y="26670"/>
                      </a:lnTo>
                      <a:cubicBezTo>
                        <a:pt x="81439" y="26575"/>
                        <a:pt x="81915" y="26670"/>
                        <a:pt x="82105" y="27146"/>
                      </a:cubicBezTo>
                      <a:cubicBezTo>
                        <a:pt x="82201" y="27527"/>
                        <a:pt x="82201" y="27908"/>
                        <a:pt x="82105" y="28575"/>
                      </a:cubicBezTo>
                      <a:lnTo>
                        <a:pt x="82105" y="29051"/>
                      </a:lnTo>
                      <a:lnTo>
                        <a:pt x="83439" y="27718"/>
                      </a:lnTo>
                      <a:close/>
                      <a:moveTo>
                        <a:pt x="82582" y="41434"/>
                      </a:moveTo>
                      <a:lnTo>
                        <a:pt x="83344" y="40577"/>
                      </a:lnTo>
                      <a:cubicBezTo>
                        <a:pt x="83344" y="40577"/>
                        <a:pt x="82963" y="39529"/>
                        <a:pt x="83153" y="38576"/>
                      </a:cubicBezTo>
                      <a:cubicBezTo>
                        <a:pt x="83344" y="38005"/>
                        <a:pt x="83058" y="37719"/>
                        <a:pt x="82010" y="37433"/>
                      </a:cubicBezTo>
                      <a:lnTo>
                        <a:pt x="82486" y="41434"/>
                      </a:lnTo>
                      <a:close/>
                      <a:moveTo>
                        <a:pt x="85249" y="95"/>
                      </a:moveTo>
                      <a:cubicBezTo>
                        <a:pt x="84963" y="1048"/>
                        <a:pt x="84677" y="2096"/>
                        <a:pt x="84392" y="3238"/>
                      </a:cubicBezTo>
                      <a:cubicBezTo>
                        <a:pt x="84010" y="4381"/>
                        <a:pt x="83439" y="4858"/>
                        <a:pt x="82582" y="4763"/>
                      </a:cubicBezTo>
                      <a:cubicBezTo>
                        <a:pt x="82677" y="4286"/>
                        <a:pt x="83058" y="3715"/>
                        <a:pt x="83725" y="3048"/>
                      </a:cubicBezTo>
                      <a:cubicBezTo>
                        <a:pt x="84392" y="2381"/>
                        <a:pt x="84677" y="1810"/>
                        <a:pt x="84677" y="1334"/>
                      </a:cubicBezTo>
                      <a:cubicBezTo>
                        <a:pt x="84677" y="857"/>
                        <a:pt x="84392" y="476"/>
                        <a:pt x="83820" y="0"/>
                      </a:cubicBezTo>
                      <a:lnTo>
                        <a:pt x="85153" y="0"/>
                      </a:lnTo>
                      <a:close/>
                      <a:moveTo>
                        <a:pt x="85249" y="8477"/>
                      </a:moveTo>
                      <a:cubicBezTo>
                        <a:pt x="83725" y="8477"/>
                        <a:pt x="82867" y="8287"/>
                        <a:pt x="82582" y="7906"/>
                      </a:cubicBezTo>
                      <a:cubicBezTo>
                        <a:pt x="83058" y="7144"/>
                        <a:pt x="84392" y="7048"/>
                        <a:pt x="86487" y="7429"/>
                      </a:cubicBezTo>
                      <a:cubicBezTo>
                        <a:pt x="86487" y="7906"/>
                        <a:pt x="86011" y="8192"/>
                        <a:pt x="85249" y="8477"/>
                      </a:cubicBezTo>
                      <a:close/>
                      <a:moveTo>
                        <a:pt x="86201" y="16954"/>
                      </a:moveTo>
                      <a:cubicBezTo>
                        <a:pt x="86201" y="16954"/>
                        <a:pt x="86392" y="16954"/>
                        <a:pt x="86487" y="17145"/>
                      </a:cubicBezTo>
                      <a:cubicBezTo>
                        <a:pt x="86487" y="17145"/>
                        <a:pt x="86487" y="16954"/>
                        <a:pt x="86201" y="16954"/>
                      </a:cubicBezTo>
                      <a:close/>
                      <a:moveTo>
                        <a:pt x="89535" y="58007"/>
                      </a:moveTo>
                      <a:lnTo>
                        <a:pt x="86487" y="60008"/>
                      </a:lnTo>
                      <a:cubicBezTo>
                        <a:pt x="88011" y="57341"/>
                        <a:pt x="88201" y="54959"/>
                        <a:pt x="86963" y="52959"/>
                      </a:cubicBezTo>
                      <a:cubicBezTo>
                        <a:pt x="87249" y="53054"/>
                        <a:pt x="87439" y="53816"/>
                        <a:pt x="87821" y="54959"/>
                      </a:cubicBezTo>
                      <a:cubicBezTo>
                        <a:pt x="88106" y="55721"/>
                        <a:pt x="88678" y="55912"/>
                        <a:pt x="89535" y="55626"/>
                      </a:cubicBezTo>
                      <a:lnTo>
                        <a:pt x="88201" y="56674"/>
                      </a:lnTo>
                      <a:lnTo>
                        <a:pt x="89535" y="58007"/>
                      </a:lnTo>
                      <a:close/>
                      <a:moveTo>
                        <a:pt x="88963" y="64484"/>
                      </a:moveTo>
                      <a:cubicBezTo>
                        <a:pt x="88963" y="63246"/>
                        <a:pt x="89535" y="62579"/>
                        <a:pt x="90678" y="62579"/>
                      </a:cubicBezTo>
                      <a:cubicBezTo>
                        <a:pt x="91821" y="62579"/>
                        <a:pt x="92202" y="63246"/>
                        <a:pt x="92011" y="64484"/>
                      </a:cubicBezTo>
                      <a:cubicBezTo>
                        <a:pt x="92107" y="64484"/>
                        <a:pt x="91726" y="64294"/>
                        <a:pt x="90678" y="64008"/>
                      </a:cubicBezTo>
                      <a:lnTo>
                        <a:pt x="89535" y="65342"/>
                      </a:lnTo>
                      <a:lnTo>
                        <a:pt x="90678" y="66389"/>
                      </a:lnTo>
                      <a:cubicBezTo>
                        <a:pt x="90678" y="66389"/>
                        <a:pt x="90297" y="66580"/>
                        <a:pt x="90011" y="66580"/>
                      </a:cubicBezTo>
                      <a:cubicBezTo>
                        <a:pt x="89725" y="66580"/>
                        <a:pt x="89440" y="66199"/>
                        <a:pt x="89249" y="65627"/>
                      </a:cubicBezTo>
                      <a:cubicBezTo>
                        <a:pt x="89059" y="65056"/>
                        <a:pt x="88963" y="64675"/>
                        <a:pt x="88963" y="64579"/>
                      </a:cubicBezTo>
                      <a:close/>
                      <a:moveTo>
                        <a:pt x="93821" y="44577"/>
                      </a:moveTo>
                      <a:cubicBezTo>
                        <a:pt x="93821" y="44577"/>
                        <a:pt x="94583" y="44863"/>
                        <a:pt x="95155" y="44577"/>
                      </a:cubicBezTo>
                      <a:cubicBezTo>
                        <a:pt x="94488" y="44958"/>
                        <a:pt x="94297" y="45815"/>
                        <a:pt x="94678" y="46958"/>
                      </a:cubicBezTo>
                      <a:cubicBezTo>
                        <a:pt x="94202" y="46958"/>
                        <a:pt x="93917" y="46768"/>
                        <a:pt x="93917" y="46292"/>
                      </a:cubicBezTo>
                      <a:lnTo>
                        <a:pt x="93917" y="44577"/>
                      </a:lnTo>
                      <a:close/>
                      <a:moveTo>
                        <a:pt x="95155" y="44577"/>
                      </a:moveTo>
                      <a:cubicBezTo>
                        <a:pt x="95155" y="44577"/>
                        <a:pt x="95821" y="44101"/>
                        <a:pt x="96107" y="44101"/>
                      </a:cubicBezTo>
                      <a:cubicBezTo>
                        <a:pt x="96107" y="44101"/>
                        <a:pt x="95726" y="44291"/>
                        <a:pt x="95155" y="44577"/>
                      </a:cubicBezTo>
                      <a:close/>
                      <a:moveTo>
                        <a:pt x="98203" y="33052"/>
                      </a:moveTo>
                      <a:lnTo>
                        <a:pt x="96869" y="36767"/>
                      </a:lnTo>
                      <a:lnTo>
                        <a:pt x="95917" y="34100"/>
                      </a:lnTo>
                      <a:lnTo>
                        <a:pt x="98203" y="33052"/>
                      </a:lnTo>
                      <a:close/>
                      <a:moveTo>
                        <a:pt x="95917" y="49721"/>
                      </a:moveTo>
                      <a:lnTo>
                        <a:pt x="96393" y="48387"/>
                      </a:lnTo>
                      <a:lnTo>
                        <a:pt x="97726" y="48387"/>
                      </a:lnTo>
                      <a:lnTo>
                        <a:pt x="95917" y="49721"/>
                      </a:lnTo>
                      <a:close/>
                      <a:moveTo>
                        <a:pt x="99441" y="43244"/>
                      </a:moveTo>
                      <a:cubicBezTo>
                        <a:pt x="98774" y="43244"/>
                        <a:pt x="97631" y="43625"/>
                        <a:pt x="96012" y="44101"/>
                      </a:cubicBezTo>
                      <a:cubicBezTo>
                        <a:pt x="96393" y="43815"/>
                        <a:pt x="96583" y="43529"/>
                        <a:pt x="96869" y="43053"/>
                      </a:cubicBezTo>
                      <a:cubicBezTo>
                        <a:pt x="97726" y="42672"/>
                        <a:pt x="98584" y="42767"/>
                        <a:pt x="99441" y="43244"/>
                      </a:cubicBezTo>
                      <a:close/>
                      <a:moveTo>
                        <a:pt x="97631" y="23908"/>
                      </a:moveTo>
                      <a:cubicBezTo>
                        <a:pt x="98107" y="24384"/>
                        <a:pt x="98298" y="24860"/>
                        <a:pt x="98107" y="25241"/>
                      </a:cubicBezTo>
                      <a:lnTo>
                        <a:pt x="96298" y="25241"/>
                      </a:lnTo>
                      <a:lnTo>
                        <a:pt x="97631" y="23908"/>
                      </a:lnTo>
                      <a:close/>
                      <a:moveTo>
                        <a:pt x="96298" y="41910"/>
                      </a:moveTo>
                      <a:cubicBezTo>
                        <a:pt x="96869" y="42291"/>
                        <a:pt x="96964" y="42672"/>
                        <a:pt x="96774" y="43244"/>
                      </a:cubicBezTo>
                      <a:cubicBezTo>
                        <a:pt x="96393" y="43053"/>
                        <a:pt x="96298" y="42577"/>
                        <a:pt x="96298" y="41910"/>
                      </a:cubicBezTo>
                      <a:close/>
                      <a:moveTo>
                        <a:pt x="102013" y="14954"/>
                      </a:moveTo>
                      <a:cubicBezTo>
                        <a:pt x="101441" y="15240"/>
                        <a:pt x="101060" y="15240"/>
                        <a:pt x="100679" y="15240"/>
                      </a:cubicBezTo>
                      <a:cubicBezTo>
                        <a:pt x="100203" y="15240"/>
                        <a:pt x="99727" y="14859"/>
                        <a:pt x="99346" y="13906"/>
                      </a:cubicBezTo>
                      <a:cubicBezTo>
                        <a:pt x="98965" y="13049"/>
                        <a:pt x="98584" y="12573"/>
                        <a:pt x="98012" y="12478"/>
                      </a:cubicBezTo>
                      <a:cubicBezTo>
                        <a:pt x="98584" y="12097"/>
                        <a:pt x="99060" y="11811"/>
                        <a:pt x="99631" y="11811"/>
                      </a:cubicBezTo>
                      <a:cubicBezTo>
                        <a:pt x="100203" y="11811"/>
                        <a:pt x="100775" y="12097"/>
                        <a:pt x="101251" y="12478"/>
                      </a:cubicBezTo>
                      <a:cubicBezTo>
                        <a:pt x="101441" y="12478"/>
                        <a:pt x="101536" y="12668"/>
                        <a:pt x="101346" y="12954"/>
                      </a:cubicBezTo>
                      <a:cubicBezTo>
                        <a:pt x="101060" y="13430"/>
                        <a:pt x="100870" y="13716"/>
                        <a:pt x="100870" y="13906"/>
                      </a:cubicBezTo>
                      <a:cubicBezTo>
                        <a:pt x="100870" y="14383"/>
                        <a:pt x="101155" y="14669"/>
                        <a:pt x="101822" y="14954"/>
                      </a:cubicBezTo>
                      <a:close/>
                      <a:moveTo>
                        <a:pt x="98869" y="63913"/>
                      </a:moveTo>
                      <a:cubicBezTo>
                        <a:pt x="98869" y="62865"/>
                        <a:pt x="99441" y="62389"/>
                        <a:pt x="100489" y="62389"/>
                      </a:cubicBezTo>
                      <a:cubicBezTo>
                        <a:pt x="101346" y="62389"/>
                        <a:pt x="102298" y="62579"/>
                        <a:pt x="103060" y="63055"/>
                      </a:cubicBezTo>
                      <a:cubicBezTo>
                        <a:pt x="103156" y="63246"/>
                        <a:pt x="102965" y="63722"/>
                        <a:pt x="102394" y="64579"/>
                      </a:cubicBezTo>
                      <a:lnTo>
                        <a:pt x="102584" y="64389"/>
                      </a:lnTo>
                      <a:cubicBezTo>
                        <a:pt x="102584" y="64389"/>
                        <a:pt x="101155" y="63913"/>
                        <a:pt x="98869" y="63913"/>
                      </a:cubicBezTo>
                      <a:close/>
                      <a:moveTo>
                        <a:pt x="100679" y="1429"/>
                      </a:moveTo>
                      <a:cubicBezTo>
                        <a:pt x="100203" y="2096"/>
                        <a:pt x="99822" y="2096"/>
                        <a:pt x="99346" y="1429"/>
                      </a:cubicBezTo>
                      <a:lnTo>
                        <a:pt x="100679" y="1429"/>
                      </a:lnTo>
                      <a:close/>
                      <a:moveTo>
                        <a:pt x="104394" y="28575"/>
                      </a:moveTo>
                      <a:lnTo>
                        <a:pt x="100013" y="28575"/>
                      </a:lnTo>
                      <a:cubicBezTo>
                        <a:pt x="100584" y="28575"/>
                        <a:pt x="101251" y="28480"/>
                        <a:pt x="102203" y="28099"/>
                      </a:cubicBezTo>
                      <a:cubicBezTo>
                        <a:pt x="103156" y="27718"/>
                        <a:pt x="103822" y="27622"/>
                        <a:pt x="104394" y="27718"/>
                      </a:cubicBezTo>
                      <a:lnTo>
                        <a:pt x="104394" y="28480"/>
                      </a:lnTo>
                      <a:close/>
                      <a:moveTo>
                        <a:pt x="100679" y="1429"/>
                      </a:moveTo>
                      <a:cubicBezTo>
                        <a:pt x="101060" y="571"/>
                        <a:pt x="101346" y="95"/>
                        <a:pt x="101441" y="95"/>
                      </a:cubicBezTo>
                      <a:cubicBezTo>
                        <a:pt x="101727" y="95"/>
                        <a:pt x="101822" y="476"/>
                        <a:pt x="102013" y="1429"/>
                      </a:cubicBezTo>
                      <a:lnTo>
                        <a:pt x="100679" y="1429"/>
                      </a:lnTo>
                      <a:close/>
                      <a:moveTo>
                        <a:pt x="102489" y="64579"/>
                      </a:moveTo>
                      <a:lnTo>
                        <a:pt x="102013" y="65246"/>
                      </a:lnTo>
                      <a:cubicBezTo>
                        <a:pt x="102013" y="65246"/>
                        <a:pt x="102298" y="64865"/>
                        <a:pt x="102489" y="64579"/>
                      </a:cubicBezTo>
                      <a:close/>
                      <a:moveTo>
                        <a:pt x="104394" y="54197"/>
                      </a:moveTo>
                      <a:cubicBezTo>
                        <a:pt x="104394" y="54197"/>
                        <a:pt x="104775" y="55054"/>
                        <a:pt x="105727" y="56102"/>
                      </a:cubicBezTo>
                      <a:lnTo>
                        <a:pt x="103918" y="57436"/>
                      </a:lnTo>
                      <a:cubicBezTo>
                        <a:pt x="103918" y="57436"/>
                        <a:pt x="104394" y="56864"/>
                        <a:pt x="104394" y="56674"/>
                      </a:cubicBezTo>
                      <a:cubicBezTo>
                        <a:pt x="104394" y="56388"/>
                        <a:pt x="104203" y="56007"/>
                        <a:pt x="103727" y="55531"/>
                      </a:cubicBezTo>
                      <a:cubicBezTo>
                        <a:pt x="103251" y="55054"/>
                        <a:pt x="103060" y="54673"/>
                        <a:pt x="103060" y="54293"/>
                      </a:cubicBezTo>
                      <a:lnTo>
                        <a:pt x="104299" y="54293"/>
                      </a:lnTo>
                      <a:close/>
                      <a:moveTo>
                        <a:pt x="105727" y="38005"/>
                      </a:moveTo>
                      <a:lnTo>
                        <a:pt x="103918" y="36671"/>
                      </a:lnTo>
                      <a:lnTo>
                        <a:pt x="105727" y="37338"/>
                      </a:lnTo>
                      <a:lnTo>
                        <a:pt x="105727" y="38005"/>
                      </a:lnTo>
                      <a:close/>
                      <a:moveTo>
                        <a:pt x="104394" y="48292"/>
                      </a:moveTo>
                      <a:cubicBezTo>
                        <a:pt x="104394" y="48292"/>
                        <a:pt x="104965" y="48101"/>
                        <a:pt x="105251" y="48101"/>
                      </a:cubicBezTo>
                      <a:cubicBezTo>
                        <a:pt x="105537" y="48101"/>
                        <a:pt x="105823" y="48292"/>
                        <a:pt x="105918" y="48768"/>
                      </a:cubicBezTo>
                      <a:cubicBezTo>
                        <a:pt x="106108" y="49530"/>
                        <a:pt x="106204" y="50006"/>
                        <a:pt x="106204" y="50102"/>
                      </a:cubicBezTo>
                      <a:cubicBezTo>
                        <a:pt x="105727" y="50292"/>
                        <a:pt x="105156" y="50102"/>
                        <a:pt x="104775" y="49816"/>
                      </a:cubicBezTo>
                      <a:cubicBezTo>
                        <a:pt x="104299" y="49435"/>
                        <a:pt x="104203" y="48863"/>
                        <a:pt x="104394" y="48196"/>
                      </a:cubicBezTo>
                      <a:close/>
                      <a:moveTo>
                        <a:pt x="111442" y="44482"/>
                      </a:moveTo>
                      <a:lnTo>
                        <a:pt x="112585" y="43148"/>
                      </a:lnTo>
                      <a:lnTo>
                        <a:pt x="113443" y="44482"/>
                      </a:lnTo>
                      <a:cubicBezTo>
                        <a:pt x="113062" y="45053"/>
                        <a:pt x="112395" y="45244"/>
                        <a:pt x="111157" y="45244"/>
                      </a:cubicBezTo>
                      <a:cubicBezTo>
                        <a:pt x="110014" y="45244"/>
                        <a:pt x="109252" y="45529"/>
                        <a:pt x="108871" y="46292"/>
                      </a:cubicBezTo>
                      <a:cubicBezTo>
                        <a:pt x="108871" y="44291"/>
                        <a:pt x="108680" y="43053"/>
                        <a:pt x="108394" y="42577"/>
                      </a:cubicBezTo>
                      <a:cubicBezTo>
                        <a:pt x="108585" y="43053"/>
                        <a:pt x="108871" y="43529"/>
                        <a:pt x="109252" y="44005"/>
                      </a:cubicBezTo>
                      <a:cubicBezTo>
                        <a:pt x="109538" y="44387"/>
                        <a:pt x="110014" y="44672"/>
                        <a:pt x="110680" y="44672"/>
                      </a:cubicBezTo>
                      <a:cubicBezTo>
                        <a:pt x="110871" y="44672"/>
                        <a:pt x="111157" y="44672"/>
                        <a:pt x="111538" y="44482"/>
                      </a:cubicBezTo>
                      <a:close/>
                      <a:moveTo>
                        <a:pt x="112585" y="30289"/>
                      </a:moveTo>
                      <a:cubicBezTo>
                        <a:pt x="113062" y="31242"/>
                        <a:pt x="113728" y="31528"/>
                        <a:pt x="114681" y="31242"/>
                      </a:cubicBezTo>
                      <a:cubicBezTo>
                        <a:pt x="114014" y="31623"/>
                        <a:pt x="112967" y="31909"/>
                        <a:pt x="111442" y="32099"/>
                      </a:cubicBezTo>
                      <a:lnTo>
                        <a:pt x="112585" y="30194"/>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 name="Google Shape;836;p99"/>
                <p:cNvSpPr/>
                <p:nvPr/>
              </p:nvSpPr>
              <p:spPr>
                <a:xfrm>
                  <a:off x="3512248" y="3930183"/>
                  <a:ext cx="87915" cy="134514"/>
                </a:xfrm>
                <a:custGeom>
                  <a:avLst/>
                  <a:gdLst/>
                  <a:ahLst/>
                  <a:cxnLst/>
                  <a:rect l="l" t="t" r="r" b="b"/>
                  <a:pathLst>
                    <a:path w="87915" h="134514" extrusionOk="0">
                      <a:moveTo>
                        <a:pt x="86582" y="4784"/>
                      </a:moveTo>
                      <a:lnTo>
                        <a:pt x="87916" y="28406"/>
                      </a:lnTo>
                      <a:cubicBezTo>
                        <a:pt x="85153" y="29264"/>
                        <a:pt x="81534" y="29549"/>
                        <a:pt x="76867" y="29073"/>
                      </a:cubicBezTo>
                      <a:cubicBezTo>
                        <a:pt x="71342" y="28597"/>
                        <a:pt x="67723" y="28406"/>
                        <a:pt x="66008" y="28597"/>
                      </a:cubicBezTo>
                      <a:cubicBezTo>
                        <a:pt x="62103" y="29168"/>
                        <a:pt x="58960" y="31073"/>
                        <a:pt x="56578" y="34217"/>
                      </a:cubicBezTo>
                      <a:cubicBezTo>
                        <a:pt x="56769" y="35074"/>
                        <a:pt x="56864" y="35836"/>
                        <a:pt x="56864" y="36788"/>
                      </a:cubicBezTo>
                      <a:cubicBezTo>
                        <a:pt x="56864" y="37741"/>
                        <a:pt x="56674" y="38979"/>
                        <a:pt x="56388" y="40694"/>
                      </a:cubicBezTo>
                      <a:cubicBezTo>
                        <a:pt x="56102" y="42408"/>
                        <a:pt x="55912" y="43742"/>
                        <a:pt x="55912" y="44599"/>
                      </a:cubicBezTo>
                      <a:cubicBezTo>
                        <a:pt x="55912" y="45932"/>
                        <a:pt x="56102" y="47171"/>
                        <a:pt x="56578" y="48409"/>
                      </a:cubicBezTo>
                      <a:cubicBezTo>
                        <a:pt x="56864" y="49075"/>
                        <a:pt x="57055" y="49647"/>
                        <a:pt x="57055" y="50219"/>
                      </a:cubicBezTo>
                      <a:cubicBezTo>
                        <a:pt x="57055" y="50981"/>
                        <a:pt x="56864" y="51838"/>
                        <a:pt x="56388" y="52886"/>
                      </a:cubicBezTo>
                      <a:cubicBezTo>
                        <a:pt x="56007" y="53838"/>
                        <a:pt x="55721" y="54600"/>
                        <a:pt x="55721" y="55076"/>
                      </a:cubicBezTo>
                      <a:cubicBezTo>
                        <a:pt x="55721" y="55743"/>
                        <a:pt x="56007" y="56315"/>
                        <a:pt x="56578" y="56886"/>
                      </a:cubicBezTo>
                      <a:lnTo>
                        <a:pt x="56102" y="64411"/>
                      </a:lnTo>
                      <a:cubicBezTo>
                        <a:pt x="56007" y="63554"/>
                        <a:pt x="55435" y="62982"/>
                        <a:pt x="54292" y="62792"/>
                      </a:cubicBezTo>
                      <a:cubicBezTo>
                        <a:pt x="52768" y="62315"/>
                        <a:pt x="51911" y="62030"/>
                        <a:pt x="51721" y="61934"/>
                      </a:cubicBezTo>
                      <a:cubicBezTo>
                        <a:pt x="51244" y="62315"/>
                        <a:pt x="51054" y="62696"/>
                        <a:pt x="51244" y="63173"/>
                      </a:cubicBezTo>
                      <a:cubicBezTo>
                        <a:pt x="51340" y="63649"/>
                        <a:pt x="51244" y="64125"/>
                        <a:pt x="51149" y="64601"/>
                      </a:cubicBezTo>
                      <a:cubicBezTo>
                        <a:pt x="51816" y="64220"/>
                        <a:pt x="52292" y="64125"/>
                        <a:pt x="52768" y="64125"/>
                      </a:cubicBezTo>
                      <a:cubicBezTo>
                        <a:pt x="53530" y="64125"/>
                        <a:pt x="54197" y="64982"/>
                        <a:pt x="54578" y="66601"/>
                      </a:cubicBezTo>
                      <a:cubicBezTo>
                        <a:pt x="55054" y="68792"/>
                        <a:pt x="55435" y="69935"/>
                        <a:pt x="55721" y="70221"/>
                      </a:cubicBezTo>
                      <a:lnTo>
                        <a:pt x="54864" y="70221"/>
                      </a:lnTo>
                      <a:cubicBezTo>
                        <a:pt x="56197" y="73936"/>
                        <a:pt x="56864" y="78984"/>
                        <a:pt x="56959" y="85556"/>
                      </a:cubicBezTo>
                      <a:cubicBezTo>
                        <a:pt x="56959" y="90890"/>
                        <a:pt x="56769" y="96224"/>
                        <a:pt x="56769" y="101463"/>
                      </a:cubicBezTo>
                      <a:cubicBezTo>
                        <a:pt x="56864" y="104511"/>
                        <a:pt x="57150" y="107369"/>
                        <a:pt x="57436" y="109750"/>
                      </a:cubicBezTo>
                      <a:cubicBezTo>
                        <a:pt x="57436" y="109750"/>
                        <a:pt x="57912" y="110036"/>
                        <a:pt x="58674" y="110417"/>
                      </a:cubicBezTo>
                      <a:cubicBezTo>
                        <a:pt x="59341" y="110893"/>
                        <a:pt x="60007" y="110988"/>
                        <a:pt x="60579" y="110702"/>
                      </a:cubicBezTo>
                      <a:cubicBezTo>
                        <a:pt x="59817" y="112322"/>
                        <a:pt x="59341" y="116608"/>
                        <a:pt x="59150" y="123561"/>
                      </a:cubicBezTo>
                      <a:cubicBezTo>
                        <a:pt x="59055" y="127276"/>
                        <a:pt x="57912" y="129848"/>
                        <a:pt x="55721" y="131372"/>
                      </a:cubicBezTo>
                      <a:cubicBezTo>
                        <a:pt x="56102" y="131657"/>
                        <a:pt x="56197" y="132229"/>
                        <a:pt x="56197" y="133181"/>
                      </a:cubicBezTo>
                      <a:cubicBezTo>
                        <a:pt x="55054" y="133181"/>
                        <a:pt x="51340" y="133181"/>
                        <a:pt x="45148" y="133181"/>
                      </a:cubicBezTo>
                      <a:cubicBezTo>
                        <a:pt x="40576" y="133181"/>
                        <a:pt x="36957" y="133467"/>
                        <a:pt x="34195" y="134515"/>
                      </a:cubicBezTo>
                      <a:cubicBezTo>
                        <a:pt x="31909" y="132515"/>
                        <a:pt x="30766" y="129562"/>
                        <a:pt x="30766" y="125466"/>
                      </a:cubicBezTo>
                      <a:cubicBezTo>
                        <a:pt x="30861" y="121942"/>
                        <a:pt x="30956" y="118608"/>
                        <a:pt x="30956" y="115179"/>
                      </a:cubicBezTo>
                      <a:cubicBezTo>
                        <a:pt x="31432" y="102416"/>
                        <a:pt x="31718" y="89081"/>
                        <a:pt x="31718" y="75174"/>
                      </a:cubicBezTo>
                      <a:cubicBezTo>
                        <a:pt x="31718" y="61267"/>
                        <a:pt x="31432" y="47075"/>
                        <a:pt x="30956" y="32312"/>
                      </a:cubicBezTo>
                      <a:cubicBezTo>
                        <a:pt x="30289" y="29930"/>
                        <a:pt x="28575" y="28787"/>
                        <a:pt x="25717" y="28787"/>
                      </a:cubicBezTo>
                      <a:cubicBezTo>
                        <a:pt x="25241" y="28787"/>
                        <a:pt x="24384" y="28787"/>
                        <a:pt x="23431" y="28883"/>
                      </a:cubicBezTo>
                      <a:lnTo>
                        <a:pt x="21336" y="28883"/>
                      </a:lnTo>
                      <a:cubicBezTo>
                        <a:pt x="19907" y="28883"/>
                        <a:pt x="18764" y="28692"/>
                        <a:pt x="17907" y="28216"/>
                      </a:cubicBezTo>
                      <a:cubicBezTo>
                        <a:pt x="18859" y="28311"/>
                        <a:pt x="15621" y="28406"/>
                        <a:pt x="8096" y="28406"/>
                      </a:cubicBezTo>
                      <a:cubicBezTo>
                        <a:pt x="4763" y="28406"/>
                        <a:pt x="2096" y="27454"/>
                        <a:pt x="0" y="25739"/>
                      </a:cubicBezTo>
                      <a:lnTo>
                        <a:pt x="0" y="2403"/>
                      </a:lnTo>
                      <a:cubicBezTo>
                        <a:pt x="476" y="2975"/>
                        <a:pt x="1143" y="3260"/>
                        <a:pt x="1905" y="3260"/>
                      </a:cubicBezTo>
                      <a:cubicBezTo>
                        <a:pt x="3238" y="3260"/>
                        <a:pt x="4477" y="2403"/>
                        <a:pt x="5810" y="593"/>
                      </a:cubicBezTo>
                      <a:cubicBezTo>
                        <a:pt x="12382" y="117"/>
                        <a:pt x="22098" y="117"/>
                        <a:pt x="35147" y="403"/>
                      </a:cubicBezTo>
                      <a:cubicBezTo>
                        <a:pt x="48006" y="784"/>
                        <a:pt x="58007" y="593"/>
                        <a:pt x="64960" y="117"/>
                      </a:cubicBezTo>
                      <a:cubicBezTo>
                        <a:pt x="65246" y="784"/>
                        <a:pt x="65722" y="1070"/>
                        <a:pt x="66389" y="1070"/>
                      </a:cubicBezTo>
                      <a:cubicBezTo>
                        <a:pt x="66865" y="1070"/>
                        <a:pt x="67437" y="879"/>
                        <a:pt x="68199" y="593"/>
                      </a:cubicBezTo>
                      <a:cubicBezTo>
                        <a:pt x="68961" y="308"/>
                        <a:pt x="69532" y="117"/>
                        <a:pt x="69818" y="117"/>
                      </a:cubicBezTo>
                      <a:cubicBezTo>
                        <a:pt x="71152" y="879"/>
                        <a:pt x="74485" y="879"/>
                        <a:pt x="80010" y="117"/>
                      </a:cubicBezTo>
                      <a:cubicBezTo>
                        <a:pt x="84201" y="-454"/>
                        <a:pt x="86296" y="1070"/>
                        <a:pt x="86487" y="4594"/>
                      </a:cubicBezTo>
                      <a:close/>
                      <a:moveTo>
                        <a:pt x="14002" y="10023"/>
                      </a:moveTo>
                      <a:cubicBezTo>
                        <a:pt x="15050" y="8213"/>
                        <a:pt x="16478" y="7356"/>
                        <a:pt x="18193" y="7356"/>
                      </a:cubicBezTo>
                      <a:cubicBezTo>
                        <a:pt x="18859" y="7356"/>
                        <a:pt x="19907" y="7547"/>
                        <a:pt x="21336" y="7832"/>
                      </a:cubicBezTo>
                      <a:cubicBezTo>
                        <a:pt x="22860" y="8213"/>
                        <a:pt x="24003" y="8308"/>
                        <a:pt x="24860" y="8308"/>
                      </a:cubicBezTo>
                      <a:cubicBezTo>
                        <a:pt x="25717" y="8308"/>
                        <a:pt x="26575" y="8308"/>
                        <a:pt x="27337" y="8023"/>
                      </a:cubicBezTo>
                      <a:lnTo>
                        <a:pt x="24765" y="5356"/>
                      </a:lnTo>
                      <a:cubicBezTo>
                        <a:pt x="23813" y="5356"/>
                        <a:pt x="23336" y="4880"/>
                        <a:pt x="23431" y="4022"/>
                      </a:cubicBezTo>
                      <a:cubicBezTo>
                        <a:pt x="23717" y="2975"/>
                        <a:pt x="23717" y="2308"/>
                        <a:pt x="23431" y="2213"/>
                      </a:cubicBezTo>
                      <a:cubicBezTo>
                        <a:pt x="23146" y="2879"/>
                        <a:pt x="22765" y="3260"/>
                        <a:pt x="22288" y="3356"/>
                      </a:cubicBezTo>
                      <a:cubicBezTo>
                        <a:pt x="22098" y="3260"/>
                        <a:pt x="21812" y="3165"/>
                        <a:pt x="21431" y="3165"/>
                      </a:cubicBezTo>
                      <a:cubicBezTo>
                        <a:pt x="21431" y="3165"/>
                        <a:pt x="21431" y="3832"/>
                        <a:pt x="21431" y="4784"/>
                      </a:cubicBezTo>
                      <a:cubicBezTo>
                        <a:pt x="20193" y="5737"/>
                        <a:pt x="18478" y="6213"/>
                        <a:pt x="16383" y="6499"/>
                      </a:cubicBezTo>
                      <a:cubicBezTo>
                        <a:pt x="13906" y="6689"/>
                        <a:pt x="12287" y="6880"/>
                        <a:pt x="11525" y="7261"/>
                      </a:cubicBezTo>
                      <a:lnTo>
                        <a:pt x="14764" y="7261"/>
                      </a:lnTo>
                      <a:cubicBezTo>
                        <a:pt x="14097" y="8213"/>
                        <a:pt x="13525" y="8880"/>
                        <a:pt x="12859" y="9261"/>
                      </a:cubicBezTo>
                      <a:cubicBezTo>
                        <a:pt x="12763" y="9261"/>
                        <a:pt x="12668" y="9261"/>
                        <a:pt x="12668" y="9071"/>
                      </a:cubicBezTo>
                      <a:cubicBezTo>
                        <a:pt x="12478" y="9166"/>
                        <a:pt x="12192" y="9356"/>
                        <a:pt x="12001" y="9547"/>
                      </a:cubicBezTo>
                      <a:cubicBezTo>
                        <a:pt x="11335" y="9833"/>
                        <a:pt x="10858" y="9928"/>
                        <a:pt x="10477" y="9928"/>
                      </a:cubicBezTo>
                      <a:cubicBezTo>
                        <a:pt x="10096" y="9642"/>
                        <a:pt x="9430" y="9642"/>
                        <a:pt x="8763" y="9928"/>
                      </a:cubicBezTo>
                      <a:cubicBezTo>
                        <a:pt x="6477" y="9642"/>
                        <a:pt x="4858" y="9642"/>
                        <a:pt x="4000" y="9928"/>
                      </a:cubicBezTo>
                      <a:lnTo>
                        <a:pt x="4000" y="9071"/>
                      </a:lnTo>
                      <a:lnTo>
                        <a:pt x="2096" y="11261"/>
                      </a:lnTo>
                      <a:cubicBezTo>
                        <a:pt x="2667" y="11452"/>
                        <a:pt x="3238" y="11547"/>
                        <a:pt x="3905" y="11547"/>
                      </a:cubicBezTo>
                      <a:cubicBezTo>
                        <a:pt x="4191" y="11547"/>
                        <a:pt x="5810" y="10975"/>
                        <a:pt x="8858" y="9928"/>
                      </a:cubicBezTo>
                      <a:lnTo>
                        <a:pt x="10573" y="9928"/>
                      </a:lnTo>
                      <a:cubicBezTo>
                        <a:pt x="10573" y="9928"/>
                        <a:pt x="11239" y="10404"/>
                        <a:pt x="11430" y="10785"/>
                      </a:cubicBezTo>
                      <a:cubicBezTo>
                        <a:pt x="11621" y="11166"/>
                        <a:pt x="11811" y="11642"/>
                        <a:pt x="12097" y="12214"/>
                      </a:cubicBezTo>
                      <a:cubicBezTo>
                        <a:pt x="12001" y="11833"/>
                        <a:pt x="11811" y="11452"/>
                        <a:pt x="11621" y="11071"/>
                      </a:cubicBezTo>
                      <a:cubicBezTo>
                        <a:pt x="11621" y="10404"/>
                        <a:pt x="11811" y="9928"/>
                        <a:pt x="12097" y="9547"/>
                      </a:cubicBezTo>
                      <a:cubicBezTo>
                        <a:pt x="12287" y="9547"/>
                        <a:pt x="12573" y="9547"/>
                        <a:pt x="12859" y="9261"/>
                      </a:cubicBezTo>
                      <a:cubicBezTo>
                        <a:pt x="13621" y="10404"/>
                        <a:pt x="14002" y="11071"/>
                        <a:pt x="14002" y="11261"/>
                      </a:cubicBezTo>
                      <a:lnTo>
                        <a:pt x="18383" y="10404"/>
                      </a:lnTo>
                      <a:lnTo>
                        <a:pt x="14002" y="9928"/>
                      </a:lnTo>
                      <a:close/>
                      <a:moveTo>
                        <a:pt x="10763" y="17643"/>
                      </a:moveTo>
                      <a:lnTo>
                        <a:pt x="13335" y="16214"/>
                      </a:lnTo>
                      <a:lnTo>
                        <a:pt x="12001" y="16214"/>
                      </a:lnTo>
                      <a:lnTo>
                        <a:pt x="10668" y="17643"/>
                      </a:lnTo>
                      <a:close/>
                      <a:moveTo>
                        <a:pt x="30956" y="4784"/>
                      </a:moveTo>
                      <a:lnTo>
                        <a:pt x="32861" y="2594"/>
                      </a:lnTo>
                      <a:cubicBezTo>
                        <a:pt x="32194" y="2594"/>
                        <a:pt x="31337" y="2213"/>
                        <a:pt x="30385" y="1546"/>
                      </a:cubicBezTo>
                      <a:lnTo>
                        <a:pt x="28289" y="4689"/>
                      </a:lnTo>
                      <a:lnTo>
                        <a:pt x="26003" y="3356"/>
                      </a:lnTo>
                      <a:lnTo>
                        <a:pt x="29051" y="6499"/>
                      </a:lnTo>
                      <a:cubicBezTo>
                        <a:pt x="29051" y="4308"/>
                        <a:pt x="29432" y="2975"/>
                        <a:pt x="30385" y="2498"/>
                      </a:cubicBezTo>
                      <a:cubicBezTo>
                        <a:pt x="30671" y="2784"/>
                        <a:pt x="30861" y="3451"/>
                        <a:pt x="30861" y="4689"/>
                      </a:cubicBezTo>
                      <a:close/>
                      <a:moveTo>
                        <a:pt x="37243" y="71650"/>
                      </a:moveTo>
                      <a:cubicBezTo>
                        <a:pt x="39148" y="71840"/>
                        <a:pt x="40100" y="71650"/>
                        <a:pt x="39814" y="71174"/>
                      </a:cubicBezTo>
                      <a:cubicBezTo>
                        <a:pt x="39433" y="70888"/>
                        <a:pt x="38576" y="71174"/>
                        <a:pt x="37243" y="71650"/>
                      </a:cubicBezTo>
                      <a:cubicBezTo>
                        <a:pt x="36671" y="71364"/>
                        <a:pt x="36290" y="71364"/>
                        <a:pt x="36004" y="71650"/>
                      </a:cubicBezTo>
                      <a:cubicBezTo>
                        <a:pt x="36481" y="71840"/>
                        <a:pt x="36957" y="71840"/>
                        <a:pt x="37243" y="71650"/>
                      </a:cubicBezTo>
                      <a:close/>
                      <a:moveTo>
                        <a:pt x="54292" y="68983"/>
                      </a:moveTo>
                      <a:cubicBezTo>
                        <a:pt x="53054" y="68125"/>
                        <a:pt x="51340" y="67649"/>
                        <a:pt x="49054" y="67649"/>
                      </a:cubicBezTo>
                      <a:cubicBezTo>
                        <a:pt x="46387" y="67649"/>
                        <a:pt x="44577" y="67459"/>
                        <a:pt x="43529" y="67173"/>
                      </a:cubicBezTo>
                      <a:lnTo>
                        <a:pt x="47911" y="69840"/>
                      </a:lnTo>
                      <a:cubicBezTo>
                        <a:pt x="47339" y="70126"/>
                        <a:pt x="47053" y="70507"/>
                        <a:pt x="47053" y="71174"/>
                      </a:cubicBezTo>
                      <a:lnTo>
                        <a:pt x="48292" y="71174"/>
                      </a:lnTo>
                      <a:cubicBezTo>
                        <a:pt x="48292" y="71174"/>
                        <a:pt x="48958" y="71650"/>
                        <a:pt x="48958" y="71840"/>
                      </a:cubicBezTo>
                      <a:cubicBezTo>
                        <a:pt x="48958" y="71840"/>
                        <a:pt x="48863" y="72317"/>
                        <a:pt x="48577" y="72888"/>
                      </a:cubicBezTo>
                      <a:cubicBezTo>
                        <a:pt x="48196" y="73364"/>
                        <a:pt x="48196" y="73936"/>
                        <a:pt x="48387" y="74317"/>
                      </a:cubicBezTo>
                      <a:lnTo>
                        <a:pt x="51054" y="74317"/>
                      </a:lnTo>
                      <a:cubicBezTo>
                        <a:pt x="49721" y="72983"/>
                        <a:pt x="49054" y="72031"/>
                        <a:pt x="49054" y="71459"/>
                      </a:cubicBezTo>
                      <a:cubicBezTo>
                        <a:pt x="49054" y="71078"/>
                        <a:pt x="49435" y="70602"/>
                        <a:pt x="50006" y="70412"/>
                      </a:cubicBezTo>
                      <a:cubicBezTo>
                        <a:pt x="50578" y="70126"/>
                        <a:pt x="51340" y="69840"/>
                        <a:pt x="52197" y="69459"/>
                      </a:cubicBezTo>
                      <a:cubicBezTo>
                        <a:pt x="52959" y="69364"/>
                        <a:pt x="53626" y="69554"/>
                        <a:pt x="54292" y="70221"/>
                      </a:cubicBezTo>
                      <a:lnTo>
                        <a:pt x="54292" y="68888"/>
                      </a:lnTo>
                      <a:close/>
                      <a:moveTo>
                        <a:pt x="48006" y="57553"/>
                      </a:moveTo>
                      <a:cubicBezTo>
                        <a:pt x="48673" y="58410"/>
                        <a:pt x="49435" y="58886"/>
                        <a:pt x="50578" y="58886"/>
                      </a:cubicBezTo>
                      <a:cubicBezTo>
                        <a:pt x="52197" y="58886"/>
                        <a:pt x="53626" y="58315"/>
                        <a:pt x="54769" y="57076"/>
                      </a:cubicBezTo>
                      <a:lnTo>
                        <a:pt x="52388" y="56219"/>
                      </a:lnTo>
                      <a:cubicBezTo>
                        <a:pt x="52292" y="57553"/>
                        <a:pt x="52006" y="58220"/>
                        <a:pt x="51530" y="58220"/>
                      </a:cubicBezTo>
                      <a:cubicBezTo>
                        <a:pt x="51530" y="58220"/>
                        <a:pt x="50959" y="57743"/>
                        <a:pt x="50197" y="57076"/>
                      </a:cubicBezTo>
                      <a:cubicBezTo>
                        <a:pt x="49339" y="56315"/>
                        <a:pt x="48673" y="56029"/>
                        <a:pt x="48006" y="56219"/>
                      </a:cubicBezTo>
                      <a:lnTo>
                        <a:pt x="48006" y="57553"/>
                      </a:lnTo>
                      <a:close/>
                      <a:moveTo>
                        <a:pt x="54007" y="73364"/>
                      </a:moveTo>
                      <a:lnTo>
                        <a:pt x="54292" y="73555"/>
                      </a:lnTo>
                      <a:lnTo>
                        <a:pt x="54007" y="73364"/>
                      </a:lnTo>
                      <a:lnTo>
                        <a:pt x="51054" y="71174"/>
                      </a:lnTo>
                      <a:cubicBezTo>
                        <a:pt x="50673" y="72126"/>
                        <a:pt x="51054" y="72793"/>
                        <a:pt x="52006" y="72983"/>
                      </a:cubicBezTo>
                      <a:cubicBezTo>
                        <a:pt x="52673" y="72983"/>
                        <a:pt x="53340" y="73174"/>
                        <a:pt x="54007" y="73364"/>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 name="Google Shape;837;p99"/>
                <p:cNvSpPr/>
                <p:nvPr/>
              </p:nvSpPr>
              <p:spPr>
                <a:xfrm>
                  <a:off x="3583685" y="3926252"/>
                  <a:ext cx="147446" cy="145113"/>
                </a:xfrm>
                <a:custGeom>
                  <a:avLst/>
                  <a:gdLst/>
                  <a:ahLst/>
                  <a:cxnLst/>
                  <a:rect l="l" t="t" r="r" b="b"/>
                  <a:pathLst>
                    <a:path w="147446" h="145113" extrusionOk="0">
                      <a:moveTo>
                        <a:pt x="0" y="111681"/>
                      </a:moveTo>
                      <a:lnTo>
                        <a:pt x="2572" y="112347"/>
                      </a:lnTo>
                      <a:lnTo>
                        <a:pt x="0" y="113681"/>
                      </a:lnTo>
                      <a:lnTo>
                        <a:pt x="0" y="111681"/>
                      </a:lnTo>
                      <a:close/>
                      <a:moveTo>
                        <a:pt x="476" y="129016"/>
                      </a:moveTo>
                      <a:lnTo>
                        <a:pt x="0" y="128159"/>
                      </a:lnTo>
                      <a:cubicBezTo>
                        <a:pt x="667" y="128349"/>
                        <a:pt x="1048" y="128445"/>
                        <a:pt x="1143" y="128445"/>
                      </a:cubicBezTo>
                      <a:cubicBezTo>
                        <a:pt x="1143" y="128445"/>
                        <a:pt x="952" y="128445"/>
                        <a:pt x="762" y="128635"/>
                      </a:cubicBezTo>
                      <a:cubicBezTo>
                        <a:pt x="667" y="128635"/>
                        <a:pt x="476" y="128826"/>
                        <a:pt x="476" y="128921"/>
                      </a:cubicBezTo>
                      <a:close/>
                      <a:moveTo>
                        <a:pt x="0" y="132636"/>
                      </a:moveTo>
                      <a:cubicBezTo>
                        <a:pt x="0" y="132636"/>
                        <a:pt x="476" y="131969"/>
                        <a:pt x="952" y="131969"/>
                      </a:cubicBezTo>
                      <a:cubicBezTo>
                        <a:pt x="1429" y="131969"/>
                        <a:pt x="1619" y="132255"/>
                        <a:pt x="1810" y="132636"/>
                      </a:cubicBezTo>
                      <a:lnTo>
                        <a:pt x="2572" y="132636"/>
                      </a:lnTo>
                      <a:lnTo>
                        <a:pt x="2572" y="134064"/>
                      </a:lnTo>
                      <a:lnTo>
                        <a:pt x="1905" y="134064"/>
                      </a:lnTo>
                      <a:cubicBezTo>
                        <a:pt x="952" y="132636"/>
                        <a:pt x="286" y="132255"/>
                        <a:pt x="0" y="132636"/>
                      </a:cubicBezTo>
                      <a:close/>
                      <a:moveTo>
                        <a:pt x="1905" y="127969"/>
                      </a:moveTo>
                      <a:cubicBezTo>
                        <a:pt x="1905" y="127969"/>
                        <a:pt x="1429" y="128445"/>
                        <a:pt x="1048" y="128445"/>
                      </a:cubicBezTo>
                      <a:cubicBezTo>
                        <a:pt x="1143" y="128445"/>
                        <a:pt x="1333" y="128159"/>
                        <a:pt x="1429" y="128159"/>
                      </a:cubicBezTo>
                      <a:cubicBezTo>
                        <a:pt x="1619" y="128064"/>
                        <a:pt x="1714" y="127969"/>
                        <a:pt x="1810" y="127969"/>
                      </a:cubicBezTo>
                      <a:close/>
                      <a:moveTo>
                        <a:pt x="1905" y="134064"/>
                      </a:moveTo>
                      <a:cubicBezTo>
                        <a:pt x="1905" y="134064"/>
                        <a:pt x="1905" y="134160"/>
                        <a:pt x="1810" y="134064"/>
                      </a:cubicBezTo>
                      <a:lnTo>
                        <a:pt x="1905" y="134064"/>
                      </a:lnTo>
                      <a:close/>
                      <a:moveTo>
                        <a:pt x="3048" y="125111"/>
                      </a:moveTo>
                      <a:lnTo>
                        <a:pt x="4953" y="125873"/>
                      </a:lnTo>
                      <a:cubicBezTo>
                        <a:pt x="5143" y="126349"/>
                        <a:pt x="4096" y="127111"/>
                        <a:pt x="1810" y="127969"/>
                      </a:cubicBezTo>
                      <a:cubicBezTo>
                        <a:pt x="2000" y="127778"/>
                        <a:pt x="2191" y="127302"/>
                        <a:pt x="2381" y="126540"/>
                      </a:cubicBezTo>
                      <a:cubicBezTo>
                        <a:pt x="2476" y="125778"/>
                        <a:pt x="2762" y="125301"/>
                        <a:pt x="2953" y="125111"/>
                      </a:cubicBezTo>
                      <a:close/>
                      <a:moveTo>
                        <a:pt x="12478" y="74914"/>
                      </a:moveTo>
                      <a:cubicBezTo>
                        <a:pt x="12478" y="74914"/>
                        <a:pt x="10954" y="75295"/>
                        <a:pt x="8382" y="75676"/>
                      </a:cubicBezTo>
                      <a:cubicBezTo>
                        <a:pt x="6477" y="75962"/>
                        <a:pt x="5143" y="76819"/>
                        <a:pt x="4381" y="78057"/>
                      </a:cubicBezTo>
                      <a:lnTo>
                        <a:pt x="3715" y="77200"/>
                      </a:lnTo>
                      <a:cubicBezTo>
                        <a:pt x="3715" y="77200"/>
                        <a:pt x="5143" y="76533"/>
                        <a:pt x="7048" y="75486"/>
                      </a:cubicBezTo>
                      <a:cubicBezTo>
                        <a:pt x="8572" y="74819"/>
                        <a:pt x="9811" y="74438"/>
                        <a:pt x="10763" y="74438"/>
                      </a:cubicBezTo>
                      <a:cubicBezTo>
                        <a:pt x="11239" y="74438"/>
                        <a:pt x="11811" y="74628"/>
                        <a:pt x="12382" y="74819"/>
                      </a:cubicBezTo>
                      <a:close/>
                      <a:moveTo>
                        <a:pt x="9430" y="109871"/>
                      </a:moveTo>
                      <a:cubicBezTo>
                        <a:pt x="9430" y="109871"/>
                        <a:pt x="9715" y="110442"/>
                        <a:pt x="9715" y="110633"/>
                      </a:cubicBezTo>
                      <a:cubicBezTo>
                        <a:pt x="9715" y="111109"/>
                        <a:pt x="9430" y="111681"/>
                        <a:pt x="8858" y="112252"/>
                      </a:cubicBezTo>
                      <a:cubicBezTo>
                        <a:pt x="8382" y="112823"/>
                        <a:pt x="8096" y="113300"/>
                        <a:pt x="8096" y="113490"/>
                      </a:cubicBezTo>
                      <a:cubicBezTo>
                        <a:pt x="8096" y="113871"/>
                        <a:pt x="8477" y="114348"/>
                        <a:pt x="9430" y="114824"/>
                      </a:cubicBezTo>
                      <a:lnTo>
                        <a:pt x="7429" y="114824"/>
                      </a:lnTo>
                      <a:cubicBezTo>
                        <a:pt x="7239" y="113395"/>
                        <a:pt x="7620" y="112347"/>
                        <a:pt x="8763" y="111681"/>
                      </a:cubicBezTo>
                      <a:lnTo>
                        <a:pt x="5048" y="109014"/>
                      </a:lnTo>
                      <a:cubicBezTo>
                        <a:pt x="5048" y="109014"/>
                        <a:pt x="5715" y="108347"/>
                        <a:pt x="6001" y="108347"/>
                      </a:cubicBezTo>
                      <a:cubicBezTo>
                        <a:pt x="6191" y="108347"/>
                        <a:pt x="6763" y="108632"/>
                        <a:pt x="7429" y="109204"/>
                      </a:cubicBezTo>
                      <a:cubicBezTo>
                        <a:pt x="8192" y="109776"/>
                        <a:pt x="8858" y="109966"/>
                        <a:pt x="9430" y="109871"/>
                      </a:cubicBezTo>
                      <a:close/>
                      <a:moveTo>
                        <a:pt x="8096" y="102727"/>
                      </a:moveTo>
                      <a:cubicBezTo>
                        <a:pt x="8096" y="102727"/>
                        <a:pt x="7810" y="103108"/>
                        <a:pt x="7429" y="103584"/>
                      </a:cubicBezTo>
                      <a:cubicBezTo>
                        <a:pt x="7048" y="103965"/>
                        <a:pt x="6763" y="104346"/>
                        <a:pt x="6763" y="104537"/>
                      </a:cubicBezTo>
                      <a:cubicBezTo>
                        <a:pt x="6763" y="104918"/>
                        <a:pt x="6953" y="105108"/>
                        <a:pt x="7429" y="105394"/>
                      </a:cubicBezTo>
                      <a:lnTo>
                        <a:pt x="6286" y="105394"/>
                      </a:lnTo>
                      <a:cubicBezTo>
                        <a:pt x="5905" y="103489"/>
                        <a:pt x="6286" y="102537"/>
                        <a:pt x="7429" y="102537"/>
                      </a:cubicBezTo>
                      <a:cubicBezTo>
                        <a:pt x="7620" y="102537"/>
                        <a:pt x="7810" y="102537"/>
                        <a:pt x="8096" y="102632"/>
                      </a:cubicBezTo>
                      <a:close/>
                      <a:moveTo>
                        <a:pt x="6286" y="88249"/>
                      </a:moveTo>
                      <a:lnTo>
                        <a:pt x="7429" y="88249"/>
                      </a:lnTo>
                      <a:lnTo>
                        <a:pt x="6286" y="90059"/>
                      </a:lnTo>
                      <a:lnTo>
                        <a:pt x="6286" y="88249"/>
                      </a:lnTo>
                      <a:close/>
                      <a:moveTo>
                        <a:pt x="8096" y="98250"/>
                      </a:moveTo>
                      <a:lnTo>
                        <a:pt x="7429" y="97774"/>
                      </a:lnTo>
                      <a:lnTo>
                        <a:pt x="9239" y="97393"/>
                      </a:lnTo>
                      <a:lnTo>
                        <a:pt x="8096" y="98250"/>
                      </a:lnTo>
                      <a:close/>
                      <a:moveTo>
                        <a:pt x="12001" y="100917"/>
                      </a:moveTo>
                      <a:cubicBezTo>
                        <a:pt x="11144" y="101584"/>
                        <a:pt x="10287" y="101965"/>
                        <a:pt x="9525" y="101965"/>
                      </a:cubicBezTo>
                      <a:cubicBezTo>
                        <a:pt x="8763" y="101965"/>
                        <a:pt x="8096" y="101584"/>
                        <a:pt x="7429" y="100917"/>
                      </a:cubicBezTo>
                      <a:lnTo>
                        <a:pt x="12001" y="100917"/>
                      </a:lnTo>
                      <a:close/>
                      <a:moveTo>
                        <a:pt x="8572" y="91773"/>
                      </a:moveTo>
                      <a:cubicBezTo>
                        <a:pt x="8192" y="91107"/>
                        <a:pt x="8001" y="90535"/>
                        <a:pt x="8096" y="90154"/>
                      </a:cubicBezTo>
                      <a:cubicBezTo>
                        <a:pt x="8382" y="90535"/>
                        <a:pt x="8572" y="91107"/>
                        <a:pt x="8572" y="91773"/>
                      </a:cubicBezTo>
                      <a:close/>
                      <a:moveTo>
                        <a:pt x="8572" y="91773"/>
                      </a:moveTo>
                      <a:cubicBezTo>
                        <a:pt x="8572" y="91773"/>
                        <a:pt x="10287" y="92821"/>
                        <a:pt x="12763" y="93773"/>
                      </a:cubicBezTo>
                      <a:cubicBezTo>
                        <a:pt x="14573" y="94536"/>
                        <a:pt x="15526" y="95488"/>
                        <a:pt x="15526" y="96631"/>
                      </a:cubicBezTo>
                      <a:cubicBezTo>
                        <a:pt x="15526" y="97107"/>
                        <a:pt x="15335" y="97584"/>
                        <a:pt x="15050" y="98346"/>
                      </a:cubicBezTo>
                      <a:lnTo>
                        <a:pt x="15050" y="99679"/>
                      </a:lnTo>
                      <a:lnTo>
                        <a:pt x="11144" y="95964"/>
                      </a:lnTo>
                      <a:lnTo>
                        <a:pt x="9525" y="97107"/>
                      </a:lnTo>
                      <a:cubicBezTo>
                        <a:pt x="8668" y="96440"/>
                        <a:pt x="8192" y="95583"/>
                        <a:pt x="8192" y="94440"/>
                      </a:cubicBezTo>
                      <a:cubicBezTo>
                        <a:pt x="8382" y="92059"/>
                        <a:pt x="8477" y="91202"/>
                        <a:pt x="8477" y="91678"/>
                      </a:cubicBezTo>
                      <a:close/>
                      <a:moveTo>
                        <a:pt x="12954" y="80439"/>
                      </a:moveTo>
                      <a:lnTo>
                        <a:pt x="12478" y="79105"/>
                      </a:lnTo>
                      <a:lnTo>
                        <a:pt x="14288" y="79105"/>
                      </a:lnTo>
                      <a:cubicBezTo>
                        <a:pt x="14478" y="80724"/>
                        <a:pt x="14097" y="81867"/>
                        <a:pt x="12954" y="82439"/>
                      </a:cubicBezTo>
                      <a:cubicBezTo>
                        <a:pt x="12573" y="82248"/>
                        <a:pt x="12382" y="82153"/>
                        <a:pt x="12097" y="82153"/>
                      </a:cubicBezTo>
                      <a:cubicBezTo>
                        <a:pt x="11716" y="82153"/>
                        <a:pt x="11144" y="82344"/>
                        <a:pt x="10573" y="82820"/>
                      </a:cubicBezTo>
                      <a:cubicBezTo>
                        <a:pt x="10001" y="83201"/>
                        <a:pt x="9620" y="83487"/>
                        <a:pt x="9430" y="83487"/>
                      </a:cubicBezTo>
                      <a:cubicBezTo>
                        <a:pt x="9049" y="83391"/>
                        <a:pt x="8858" y="83201"/>
                        <a:pt x="8763" y="83106"/>
                      </a:cubicBezTo>
                      <a:lnTo>
                        <a:pt x="8763" y="79962"/>
                      </a:lnTo>
                      <a:cubicBezTo>
                        <a:pt x="8763" y="79962"/>
                        <a:pt x="9525" y="80248"/>
                        <a:pt x="10192" y="80915"/>
                      </a:cubicBezTo>
                      <a:cubicBezTo>
                        <a:pt x="10858" y="81582"/>
                        <a:pt x="11335" y="81867"/>
                        <a:pt x="11716" y="81867"/>
                      </a:cubicBezTo>
                      <a:cubicBezTo>
                        <a:pt x="12192" y="81867"/>
                        <a:pt x="12668" y="81391"/>
                        <a:pt x="13049" y="80534"/>
                      </a:cubicBezTo>
                      <a:close/>
                      <a:moveTo>
                        <a:pt x="9811" y="97298"/>
                      </a:moveTo>
                      <a:lnTo>
                        <a:pt x="9144" y="97488"/>
                      </a:lnTo>
                      <a:lnTo>
                        <a:pt x="9525" y="97107"/>
                      </a:lnTo>
                      <a:lnTo>
                        <a:pt x="9811" y="97298"/>
                      </a:lnTo>
                      <a:close/>
                      <a:moveTo>
                        <a:pt x="11906" y="62341"/>
                      </a:moveTo>
                      <a:lnTo>
                        <a:pt x="11906" y="63389"/>
                      </a:lnTo>
                      <a:lnTo>
                        <a:pt x="9334" y="62913"/>
                      </a:lnTo>
                      <a:cubicBezTo>
                        <a:pt x="9334" y="62913"/>
                        <a:pt x="10287" y="62436"/>
                        <a:pt x="11906" y="62436"/>
                      </a:cubicBezTo>
                      <a:close/>
                      <a:moveTo>
                        <a:pt x="12287" y="113014"/>
                      </a:moveTo>
                      <a:cubicBezTo>
                        <a:pt x="12287" y="115110"/>
                        <a:pt x="13240" y="116919"/>
                        <a:pt x="15050" y="118348"/>
                      </a:cubicBezTo>
                      <a:cubicBezTo>
                        <a:pt x="14192" y="118348"/>
                        <a:pt x="12859" y="117681"/>
                        <a:pt x="11144" y="116443"/>
                      </a:cubicBezTo>
                      <a:lnTo>
                        <a:pt x="12287" y="112919"/>
                      </a:lnTo>
                      <a:close/>
                      <a:moveTo>
                        <a:pt x="11906" y="68723"/>
                      </a:moveTo>
                      <a:cubicBezTo>
                        <a:pt x="11906" y="68723"/>
                        <a:pt x="11716" y="67961"/>
                        <a:pt x="11906" y="67389"/>
                      </a:cubicBezTo>
                      <a:lnTo>
                        <a:pt x="11906" y="68723"/>
                      </a:lnTo>
                      <a:close/>
                      <a:moveTo>
                        <a:pt x="11906" y="67389"/>
                      </a:moveTo>
                      <a:lnTo>
                        <a:pt x="11906" y="66056"/>
                      </a:lnTo>
                      <a:lnTo>
                        <a:pt x="12859" y="66056"/>
                      </a:lnTo>
                      <a:cubicBezTo>
                        <a:pt x="12859" y="66056"/>
                        <a:pt x="12192" y="66723"/>
                        <a:pt x="11906" y="67389"/>
                      </a:cubicBezTo>
                      <a:close/>
                      <a:moveTo>
                        <a:pt x="12287" y="113014"/>
                      </a:moveTo>
                      <a:cubicBezTo>
                        <a:pt x="12287" y="112252"/>
                        <a:pt x="12478" y="111681"/>
                        <a:pt x="12954" y="111204"/>
                      </a:cubicBezTo>
                      <a:lnTo>
                        <a:pt x="12287" y="113014"/>
                      </a:lnTo>
                      <a:close/>
                      <a:moveTo>
                        <a:pt x="14288" y="88821"/>
                      </a:moveTo>
                      <a:cubicBezTo>
                        <a:pt x="14288" y="88821"/>
                        <a:pt x="13906" y="89011"/>
                        <a:pt x="13811" y="88821"/>
                      </a:cubicBezTo>
                      <a:lnTo>
                        <a:pt x="14288" y="88821"/>
                      </a:lnTo>
                      <a:close/>
                      <a:moveTo>
                        <a:pt x="14288" y="88821"/>
                      </a:moveTo>
                      <a:cubicBezTo>
                        <a:pt x="14288" y="88821"/>
                        <a:pt x="14668" y="88440"/>
                        <a:pt x="15145" y="87868"/>
                      </a:cubicBezTo>
                      <a:cubicBezTo>
                        <a:pt x="15621" y="87297"/>
                        <a:pt x="16002" y="87106"/>
                        <a:pt x="16192" y="87106"/>
                      </a:cubicBezTo>
                      <a:cubicBezTo>
                        <a:pt x="16669" y="87106"/>
                        <a:pt x="17050" y="87487"/>
                        <a:pt x="17335" y="88440"/>
                      </a:cubicBezTo>
                      <a:cubicBezTo>
                        <a:pt x="17812" y="88440"/>
                        <a:pt x="16859" y="88535"/>
                        <a:pt x="14288" y="88916"/>
                      </a:cubicBezTo>
                      <a:close/>
                      <a:moveTo>
                        <a:pt x="21241" y="82534"/>
                      </a:moveTo>
                      <a:lnTo>
                        <a:pt x="21241" y="84534"/>
                      </a:lnTo>
                      <a:lnTo>
                        <a:pt x="18193" y="83677"/>
                      </a:lnTo>
                      <a:lnTo>
                        <a:pt x="21241" y="82534"/>
                      </a:lnTo>
                      <a:close/>
                      <a:moveTo>
                        <a:pt x="24765" y="98441"/>
                      </a:moveTo>
                      <a:cubicBezTo>
                        <a:pt x="23908" y="99012"/>
                        <a:pt x="22955" y="99584"/>
                        <a:pt x="21907" y="100155"/>
                      </a:cubicBezTo>
                      <a:cubicBezTo>
                        <a:pt x="20860" y="100727"/>
                        <a:pt x="20383" y="101298"/>
                        <a:pt x="20383" y="101679"/>
                      </a:cubicBezTo>
                      <a:cubicBezTo>
                        <a:pt x="20383" y="102060"/>
                        <a:pt x="20669" y="102537"/>
                        <a:pt x="21241" y="102822"/>
                      </a:cubicBezTo>
                      <a:lnTo>
                        <a:pt x="18669" y="101489"/>
                      </a:lnTo>
                      <a:cubicBezTo>
                        <a:pt x="20098" y="100727"/>
                        <a:pt x="20193" y="99679"/>
                        <a:pt x="19145" y="98346"/>
                      </a:cubicBezTo>
                      <a:cubicBezTo>
                        <a:pt x="19812" y="98631"/>
                        <a:pt x="20669" y="98346"/>
                        <a:pt x="21717" y="97679"/>
                      </a:cubicBezTo>
                      <a:cubicBezTo>
                        <a:pt x="22765" y="97012"/>
                        <a:pt x="23431" y="96726"/>
                        <a:pt x="23717" y="96726"/>
                      </a:cubicBezTo>
                      <a:cubicBezTo>
                        <a:pt x="24193" y="96726"/>
                        <a:pt x="24575" y="97298"/>
                        <a:pt x="24860" y="98441"/>
                      </a:cubicBezTo>
                      <a:close/>
                      <a:moveTo>
                        <a:pt x="18574" y="112633"/>
                      </a:moveTo>
                      <a:lnTo>
                        <a:pt x="19907" y="113967"/>
                      </a:lnTo>
                      <a:lnTo>
                        <a:pt x="19145" y="114443"/>
                      </a:lnTo>
                      <a:lnTo>
                        <a:pt x="18669" y="112633"/>
                      </a:lnTo>
                      <a:close/>
                      <a:moveTo>
                        <a:pt x="18574" y="120825"/>
                      </a:moveTo>
                      <a:lnTo>
                        <a:pt x="18574" y="119872"/>
                      </a:lnTo>
                      <a:lnTo>
                        <a:pt x="20383" y="119872"/>
                      </a:lnTo>
                      <a:lnTo>
                        <a:pt x="18574" y="120825"/>
                      </a:lnTo>
                      <a:close/>
                      <a:moveTo>
                        <a:pt x="19907" y="88916"/>
                      </a:moveTo>
                      <a:lnTo>
                        <a:pt x="20383" y="87106"/>
                      </a:lnTo>
                      <a:lnTo>
                        <a:pt x="22193" y="88916"/>
                      </a:lnTo>
                      <a:lnTo>
                        <a:pt x="19907" y="88916"/>
                      </a:lnTo>
                      <a:close/>
                      <a:moveTo>
                        <a:pt x="24289" y="75105"/>
                      </a:moveTo>
                      <a:cubicBezTo>
                        <a:pt x="24289" y="75771"/>
                        <a:pt x="24098" y="76438"/>
                        <a:pt x="23336" y="77105"/>
                      </a:cubicBezTo>
                      <a:cubicBezTo>
                        <a:pt x="22669" y="77772"/>
                        <a:pt x="22003" y="78057"/>
                        <a:pt x="21431" y="78057"/>
                      </a:cubicBezTo>
                      <a:cubicBezTo>
                        <a:pt x="21050" y="78057"/>
                        <a:pt x="20955" y="77772"/>
                        <a:pt x="21050" y="77390"/>
                      </a:cubicBezTo>
                      <a:cubicBezTo>
                        <a:pt x="21146" y="77390"/>
                        <a:pt x="21336" y="77581"/>
                        <a:pt x="21526" y="77581"/>
                      </a:cubicBezTo>
                      <a:cubicBezTo>
                        <a:pt x="22765" y="77581"/>
                        <a:pt x="23336" y="77105"/>
                        <a:pt x="23336" y="76057"/>
                      </a:cubicBezTo>
                      <a:cubicBezTo>
                        <a:pt x="23336" y="75676"/>
                        <a:pt x="23146" y="75390"/>
                        <a:pt x="22860" y="75105"/>
                      </a:cubicBezTo>
                      <a:lnTo>
                        <a:pt x="24193" y="75105"/>
                      </a:lnTo>
                      <a:close/>
                      <a:moveTo>
                        <a:pt x="22193" y="118348"/>
                      </a:moveTo>
                      <a:cubicBezTo>
                        <a:pt x="22193" y="118348"/>
                        <a:pt x="21812" y="117681"/>
                        <a:pt x="21812" y="117300"/>
                      </a:cubicBezTo>
                      <a:cubicBezTo>
                        <a:pt x="21812" y="116348"/>
                        <a:pt x="22384" y="115872"/>
                        <a:pt x="23622" y="115872"/>
                      </a:cubicBezTo>
                      <a:cubicBezTo>
                        <a:pt x="24479" y="115872"/>
                        <a:pt x="24955" y="116253"/>
                        <a:pt x="25241" y="117015"/>
                      </a:cubicBezTo>
                      <a:cubicBezTo>
                        <a:pt x="24765" y="117872"/>
                        <a:pt x="23717" y="118348"/>
                        <a:pt x="22193" y="118348"/>
                      </a:cubicBezTo>
                      <a:close/>
                      <a:moveTo>
                        <a:pt x="24289" y="101013"/>
                      </a:moveTo>
                      <a:cubicBezTo>
                        <a:pt x="24289" y="101584"/>
                        <a:pt x="24003" y="102156"/>
                        <a:pt x="23431" y="102822"/>
                      </a:cubicBezTo>
                      <a:lnTo>
                        <a:pt x="23431" y="101013"/>
                      </a:lnTo>
                      <a:lnTo>
                        <a:pt x="24289" y="101013"/>
                      </a:lnTo>
                      <a:close/>
                      <a:moveTo>
                        <a:pt x="144494" y="27194"/>
                      </a:moveTo>
                      <a:lnTo>
                        <a:pt x="146304" y="28527"/>
                      </a:lnTo>
                      <a:lnTo>
                        <a:pt x="144971" y="30337"/>
                      </a:lnTo>
                      <a:cubicBezTo>
                        <a:pt x="144494" y="29480"/>
                        <a:pt x="143923" y="29004"/>
                        <a:pt x="143161" y="29004"/>
                      </a:cubicBezTo>
                      <a:cubicBezTo>
                        <a:pt x="142684" y="29004"/>
                        <a:pt x="142208" y="29385"/>
                        <a:pt x="141922" y="30337"/>
                      </a:cubicBezTo>
                      <a:cubicBezTo>
                        <a:pt x="142780" y="31099"/>
                        <a:pt x="142589" y="32623"/>
                        <a:pt x="141446" y="34909"/>
                      </a:cubicBezTo>
                      <a:lnTo>
                        <a:pt x="144494" y="36909"/>
                      </a:lnTo>
                      <a:cubicBezTo>
                        <a:pt x="142780" y="37576"/>
                        <a:pt x="141922" y="38910"/>
                        <a:pt x="141922" y="41100"/>
                      </a:cubicBezTo>
                      <a:lnTo>
                        <a:pt x="141922" y="42624"/>
                      </a:lnTo>
                      <a:cubicBezTo>
                        <a:pt x="142018" y="43291"/>
                        <a:pt x="142113" y="43767"/>
                        <a:pt x="142113" y="44148"/>
                      </a:cubicBezTo>
                      <a:cubicBezTo>
                        <a:pt x="142113" y="46434"/>
                        <a:pt x="141256" y="48054"/>
                        <a:pt x="139541" y="48815"/>
                      </a:cubicBezTo>
                      <a:cubicBezTo>
                        <a:pt x="140208" y="51387"/>
                        <a:pt x="140494" y="53673"/>
                        <a:pt x="140494" y="55578"/>
                      </a:cubicBezTo>
                      <a:cubicBezTo>
                        <a:pt x="140494" y="59388"/>
                        <a:pt x="139255" y="62436"/>
                        <a:pt x="136874" y="64722"/>
                      </a:cubicBezTo>
                      <a:cubicBezTo>
                        <a:pt x="137065" y="65484"/>
                        <a:pt x="137160" y="66437"/>
                        <a:pt x="137160" y="67389"/>
                      </a:cubicBezTo>
                      <a:cubicBezTo>
                        <a:pt x="137160" y="68151"/>
                        <a:pt x="137065" y="69294"/>
                        <a:pt x="136874" y="70914"/>
                      </a:cubicBezTo>
                      <a:cubicBezTo>
                        <a:pt x="136588" y="72438"/>
                        <a:pt x="136588" y="73676"/>
                        <a:pt x="136588" y="74438"/>
                      </a:cubicBezTo>
                      <a:cubicBezTo>
                        <a:pt x="136588" y="75295"/>
                        <a:pt x="136588" y="76152"/>
                        <a:pt x="136874" y="77010"/>
                      </a:cubicBezTo>
                      <a:cubicBezTo>
                        <a:pt x="135636" y="77486"/>
                        <a:pt x="135064" y="78153"/>
                        <a:pt x="135064" y="79105"/>
                      </a:cubicBezTo>
                      <a:cubicBezTo>
                        <a:pt x="135064" y="79581"/>
                        <a:pt x="135160" y="80153"/>
                        <a:pt x="135446" y="80915"/>
                      </a:cubicBezTo>
                      <a:cubicBezTo>
                        <a:pt x="135731" y="81677"/>
                        <a:pt x="135826" y="82344"/>
                        <a:pt x="135826" y="82820"/>
                      </a:cubicBezTo>
                      <a:cubicBezTo>
                        <a:pt x="135826" y="83963"/>
                        <a:pt x="135160" y="84820"/>
                        <a:pt x="133731" y="85296"/>
                      </a:cubicBezTo>
                      <a:cubicBezTo>
                        <a:pt x="134493" y="86344"/>
                        <a:pt x="134874" y="87392"/>
                        <a:pt x="134874" y="88630"/>
                      </a:cubicBezTo>
                      <a:cubicBezTo>
                        <a:pt x="134874" y="88916"/>
                        <a:pt x="134493" y="90726"/>
                        <a:pt x="133731" y="94345"/>
                      </a:cubicBezTo>
                      <a:cubicBezTo>
                        <a:pt x="132588" y="95107"/>
                        <a:pt x="131921" y="96440"/>
                        <a:pt x="131921" y="98250"/>
                      </a:cubicBezTo>
                      <a:cubicBezTo>
                        <a:pt x="131921" y="98917"/>
                        <a:pt x="131921" y="99965"/>
                        <a:pt x="132207" y="101584"/>
                      </a:cubicBezTo>
                      <a:cubicBezTo>
                        <a:pt x="132397" y="103108"/>
                        <a:pt x="132588" y="104346"/>
                        <a:pt x="132588" y="105108"/>
                      </a:cubicBezTo>
                      <a:cubicBezTo>
                        <a:pt x="132588" y="107490"/>
                        <a:pt x="131826" y="109204"/>
                        <a:pt x="130111" y="110347"/>
                      </a:cubicBezTo>
                      <a:cubicBezTo>
                        <a:pt x="129635" y="111681"/>
                        <a:pt x="129254" y="113300"/>
                        <a:pt x="129254" y="115110"/>
                      </a:cubicBezTo>
                      <a:cubicBezTo>
                        <a:pt x="129254" y="115776"/>
                        <a:pt x="129254" y="116729"/>
                        <a:pt x="129445" y="118157"/>
                      </a:cubicBezTo>
                      <a:lnTo>
                        <a:pt x="129445" y="121015"/>
                      </a:lnTo>
                      <a:cubicBezTo>
                        <a:pt x="129445" y="124254"/>
                        <a:pt x="128397" y="126635"/>
                        <a:pt x="126206" y="128159"/>
                      </a:cubicBezTo>
                      <a:cubicBezTo>
                        <a:pt x="126206" y="129397"/>
                        <a:pt x="126397" y="131016"/>
                        <a:pt x="127063" y="133112"/>
                      </a:cubicBezTo>
                      <a:cubicBezTo>
                        <a:pt x="126873" y="133493"/>
                        <a:pt x="126206" y="133779"/>
                        <a:pt x="125254" y="134160"/>
                      </a:cubicBezTo>
                      <a:cubicBezTo>
                        <a:pt x="124206" y="134540"/>
                        <a:pt x="123730" y="135112"/>
                        <a:pt x="123730" y="135779"/>
                      </a:cubicBezTo>
                      <a:cubicBezTo>
                        <a:pt x="123730" y="136065"/>
                        <a:pt x="123825" y="136350"/>
                        <a:pt x="124111" y="136827"/>
                      </a:cubicBezTo>
                      <a:cubicBezTo>
                        <a:pt x="122492" y="137398"/>
                        <a:pt x="120491" y="137684"/>
                        <a:pt x="118110" y="137684"/>
                      </a:cubicBezTo>
                      <a:cubicBezTo>
                        <a:pt x="116681" y="137684"/>
                        <a:pt x="114014" y="137398"/>
                        <a:pt x="110014" y="137017"/>
                      </a:cubicBezTo>
                      <a:cubicBezTo>
                        <a:pt x="106680" y="136731"/>
                        <a:pt x="104108" y="136636"/>
                        <a:pt x="102394" y="136827"/>
                      </a:cubicBezTo>
                      <a:cubicBezTo>
                        <a:pt x="97631" y="127206"/>
                        <a:pt x="95536" y="118920"/>
                        <a:pt x="96202" y="112157"/>
                      </a:cubicBezTo>
                      <a:cubicBezTo>
                        <a:pt x="94964" y="110728"/>
                        <a:pt x="94393" y="108919"/>
                        <a:pt x="94393" y="106632"/>
                      </a:cubicBezTo>
                      <a:lnTo>
                        <a:pt x="94393" y="103298"/>
                      </a:lnTo>
                      <a:cubicBezTo>
                        <a:pt x="94393" y="100727"/>
                        <a:pt x="93345" y="98917"/>
                        <a:pt x="91250" y="97584"/>
                      </a:cubicBezTo>
                      <a:cubicBezTo>
                        <a:pt x="91535" y="96726"/>
                        <a:pt x="91726" y="95774"/>
                        <a:pt x="91726" y="94917"/>
                      </a:cubicBezTo>
                      <a:cubicBezTo>
                        <a:pt x="91726" y="93488"/>
                        <a:pt x="91059" y="91583"/>
                        <a:pt x="89630" y="89202"/>
                      </a:cubicBezTo>
                      <a:cubicBezTo>
                        <a:pt x="88201" y="86915"/>
                        <a:pt x="87535" y="85011"/>
                        <a:pt x="87535" y="83772"/>
                      </a:cubicBezTo>
                      <a:cubicBezTo>
                        <a:pt x="87535" y="82629"/>
                        <a:pt x="87916" y="81486"/>
                        <a:pt x="88678" y="80248"/>
                      </a:cubicBezTo>
                      <a:cubicBezTo>
                        <a:pt x="87249" y="79200"/>
                        <a:pt x="86487" y="78057"/>
                        <a:pt x="86392" y="76438"/>
                      </a:cubicBezTo>
                      <a:cubicBezTo>
                        <a:pt x="86106" y="74438"/>
                        <a:pt x="85630" y="73009"/>
                        <a:pt x="84868" y="72152"/>
                      </a:cubicBezTo>
                      <a:cubicBezTo>
                        <a:pt x="83534" y="72914"/>
                        <a:pt x="82772" y="74628"/>
                        <a:pt x="82582" y="77295"/>
                      </a:cubicBezTo>
                      <a:cubicBezTo>
                        <a:pt x="82391" y="79867"/>
                        <a:pt x="81534" y="81582"/>
                        <a:pt x="80010" y="82248"/>
                      </a:cubicBezTo>
                      <a:cubicBezTo>
                        <a:pt x="80010" y="82439"/>
                        <a:pt x="80296" y="84725"/>
                        <a:pt x="80486" y="89202"/>
                      </a:cubicBezTo>
                      <a:cubicBezTo>
                        <a:pt x="78772" y="90345"/>
                        <a:pt x="77914" y="92250"/>
                        <a:pt x="77914" y="94917"/>
                      </a:cubicBezTo>
                      <a:cubicBezTo>
                        <a:pt x="77914" y="95393"/>
                        <a:pt x="77914" y="96155"/>
                        <a:pt x="78105" y="97203"/>
                      </a:cubicBezTo>
                      <a:lnTo>
                        <a:pt x="78105" y="99489"/>
                      </a:lnTo>
                      <a:cubicBezTo>
                        <a:pt x="78105" y="102632"/>
                        <a:pt x="76867" y="104727"/>
                        <a:pt x="74390" y="105870"/>
                      </a:cubicBezTo>
                      <a:cubicBezTo>
                        <a:pt x="75057" y="106632"/>
                        <a:pt x="75343" y="107394"/>
                        <a:pt x="75343" y="108156"/>
                      </a:cubicBezTo>
                      <a:cubicBezTo>
                        <a:pt x="75343" y="108823"/>
                        <a:pt x="74962" y="109680"/>
                        <a:pt x="74390" y="110919"/>
                      </a:cubicBezTo>
                      <a:cubicBezTo>
                        <a:pt x="73723" y="112062"/>
                        <a:pt x="73438" y="112823"/>
                        <a:pt x="73438" y="113205"/>
                      </a:cubicBezTo>
                      <a:cubicBezTo>
                        <a:pt x="73438" y="113871"/>
                        <a:pt x="73914" y="114348"/>
                        <a:pt x="74867" y="114729"/>
                      </a:cubicBezTo>
                      <a:cubicBezTo>
                        <a:pt x="73819" y="115776"/>
                        <a:pt x="73057" y="117300"/>
                        <a:pt x="72771" y="119110"/>
                      </a:cubicBezTo>
                      <a:cubicBezTo>
                        <a:pt x="72485" y="120825"/>
                        <a:pt x="72104" y="122634"/>
                        <a:pt x="71818" y="124254"/>
                      </a:cubicBezTo>
                      <a:lnTo>
                        <a:pt x="70009" y="121968"/>
                      </a:lnTo>
                      <a:lnTo>
                        <a:pt x="68199" y="123777"/>
                      </a:lnTo>
                      <a:lnTo>
                        <a:pt x="70009" y="125682"/>
                      </a:lnTo>
                      <a:lnTo>
                        <a:pt x="68199" y="127016"/>
                      </a:lnTo>
                      <a:cubicBezTo>
                        <a:pt x="68199" y="127016"/>
                        <a:pt x="68866" y="127492"/>
                        <a:pt x="70009" y="127492"/>
                      </a:cubicBezTo>
                      <a:cubicBezTo>
                        <a:pt x="70199" y="131112"/>
                        <a:pt x="69151" y="134350"/>
                        <a:pt x="66865" y="137017"/>
                      </a:cubicBezTo>
                      <a:cubicBezTo>
                        <a:pt x="64198" y="136636"/>
                        <a:pt x="62579" y="137112"/>
                        <a:pt x="62198" y="138636"/>
                      </a:cubicBezTo>
                      <a:cubicBezTo>
                        <a:pt x="62008" y="138160"/>
                        <a:pt x="61531" y="137874"/>
                        <a:pt x="60960" y="137874"/>
                      </a:cubicBezTo>
                      <a:cubicBezTo>
                        <a:pt x="60674" y="137874"/>
                        <a:pt x="60293" y="137874"/>
                        <a:pt x="59626" y="138160"/>
                      </a:cubicBezTo>
                      <a:cubicBezTo>
                        <a:pt x="58960" y="138351"/>
                        <a:pt x="58483" y="138446"/>
                        <a:pt x="58198" y="138446"/>
                      </a:cubicBezTo>
                      <a:cubicBezTo>
                        <a:pt x="57340" y="138446"/>
                        <a:pt x="56674" y="137970"/>
                        <a:pt x="56293" y="137112"/>
                      </a:cubicBezTo>
                      <a:cubicBezTo>
                        <a:pt x="56293" y="137398"/>
                        <a:pt x="56102" y="137684"/>
                        <a:pt x="55721" y="138065"/>
                      </a:cubicBezTo>
                      <a:cubicBezTo>
                        <a:pt x="55340" y="138541"/>
                        <a:pt x="55245" y="138922"/>
                        <a:pt x="55245" y="139208"/>
                      </a:cubicBezTo>
                      <a:cubicBezTo>
                        <a:pt x="54197" y="137684"/>
                        <a:pt x="52768" y="136922"/>
                        <a:pt x="51054" y="136922"/>
                      </a:cubicBezTo>
                      <a:cubicBezTo>
                        <a:pt x="50768" y="136922"/>
                        <a:pt x="50387" y="136922"/>
                        <a:pt x="50101" y="137112"/>
                      </a:cubicBezTo>
                      <a:lnTo>
                        <a:pt x="49149" y="139303"/>
                      </a:lnTo>
                      <a:cubicBezTo>
                        <a:pt x="48196" y="138446"/>
                        <a:pt x="46958" y="137970"/>
                        <a:pt x="45339" y="137874"/>
                      </a:cubicBezTo>
                      <a:cubicBezTo>
                        <a:pt x="43815" y="137874"/>
                        <a:pt x="42577" y="137494"/>
                        <a:pt x="41719" y="137112"/>
                      </a:cubicBezTo>
                      <a:lnTo>
                        <a:pt x="41719" y="136636"/>
                      </a:lnTo>
                      <a:cubicBezTo>
                        <a:pt x="41719" y="136636"/>
                        <a:pt x="42386" y="137112"/>
                        <a:pt x="42863" y="137112"/>
                      </a:cubicBezTo>
                      <a:cubicBezTo>
                        <a:pt x="44291" y="137112"/>
                        <a:pt x="44958" y="136350"/>
                        <a:pt x="44958" y="134826"/>
                      </a:cubicBezTo>
                      <a:cubicBezTo>
                        <a:pt x="44958" y="134540"/>
                        <a:pt x="44958" y="134350"/>
                        <a:pt x="44767" y="133969"/>
                      </a:cubicBezTo>
                      <a:cubicBezTo>
                        <a:pt x="42767" y="132064"/>
                        <a:pt x="40386" y="128159"/>
                        <a:pt x="37814" y="122158"/>
                      </a:cubicBezTo>
                      <a:cubicBezTo>
                        <a:pt x="37338" y="122444"/>
                        <a:pt x="36957" y="122634"/>
                        <a:pt x="36671" y="122634"/>
                      </a:cubicBezTo>
                      <a:cubicBezTo>
                        <a:pt x="36290" y="122634"/>
                        <a:pt x="35719" y="122444"/>
                        <a:pt x="34957" y="121872"/>
                      </a:cubicBezTo>
                      <a:cubicBezTo>
                        <a:pt x="34290" y="121396"/>
                        <a:pt x="33814" y="121110"/>
                        <a:pt x="33623" y="121015"/>
                      </a:cubicBezTo>
                      <a:cubicBezTo>
                        <a:pt x="35147" y="120348"/>
                        <a:pt x="36004" y="119967"/>
                        <a:pt x="36385" y="119967"/>
                      </a:cubicBezTo>
                      <a:cubicBezTo>
                        <a:pt x="37433" y="119967"/>
                        <a:pt x="38100" y="120825"/>
                        <a:pt x="38671" y="122634"/>
                      </a:cubicBezTo>
                      <a:cubicBezTo>
                        <a:pt x="39624" y="121682"/>
                        <a:pt x="40100" y="120729"/>
                        <a:pt x="40100" y="119777"/>
                      </a:cubicBezTo>
                      <a:cubicBezTo>
                        <a:pt x="40100" y="119015"/>
                        <a:pt x="39719" y="118444"/>
                        <a:pt x="39052" y="117967"/>
                      </a:cubicBezTo>
                      <a:cubicBezTo>
                        <a:pt x="39243" y="115776"/>
                        <a:pt x="40100" y="113300"/>
                        <a:pt x="41719" y="110633"/>
                      </a:cubicBezTo>
                      <a:cubicBezTo>
                        <a:pt x="41434" y="110633"/>
                        <a:pt x="41243" y="110538"/>
                        <a:pt x="40957" y="110538"/>
                      </a:cubicBezTo>
                      <a:cubicBezTo>
                        <a:pt x="40576" y="110538"/>
                        <a:pt x="40196" y="110538"/>
                        <a:pt x="39529" y="110728"/>
                      </a:cubicBezTo>
                      <a:cubicBezTo>
                        <a:pt x="38957" y="110823"/>
                        <a:pt x="38481" y="110919"/>
                        <a:pt x="38290" y="110919"/>
                      </a:cubicBezTo>
                      <a:cubicBezTo>
                        <a:pt x="37624" y="110919"/>
                        <a:pt x="37147" y="110538"/>
                        <a:pt x="36671" y="109776"/>
                      </a:cubicBezTo>
                      <a:cubicBezTo>
                        <a:pt x="36671" y="108156"/>
                        <a:pt x="37814" y="106728"/>
                        <a:pt x="40196" y="105585"/>
                      </a:cubicBezTo>
                      <a:cubicBezTo>
                        <a:pt x="42577" y="104442"/>
                        <a:pt x="43720" y="103394"/>
                        <a:pt x="43720" y="102251"/>
                      </a:cubicBezTo>
                      <a:cubicBezTo>
                        <a:pt x="43720" y="101679"/>
                        <a:pt x="43529" y="101108"/>
                        <a:pt x="43053" y="100251"/>
                      </a:cubicBezTo>
                      <a:cubicBezTo>
                        <a:pt x="42672" y="101489"/>
                        <a:pt x="41910" y="101775"/>
                        <a:pt x="40862" y="101298"/>
                      </a:cubicBezTo>
                      <a:cubicBezTo>
                        <a:pt x="39814" y="100822"/>
                        <a:pt x="39148" y="100822"/>
                        <a:pt x="38767" y="101298"/>
                      </a:cubicBezTo>
                      <a:cubicBezTo>
                        <a:pt x="38386" y="101775"/>
                        <a:pt x="38195" y="102156"/>
                        <a:pt x="38195" y="102346"/>
                      </a:cubicBezTo>
                      <a:cubicBezTo>
                        <a:pt x="38195" y="102441"/>
                        <a:pt x="38481" y="102632"/>
                        <a:pt x="39052" y="102918"/>
                      </a:cubicBezTo>
                      <a:cubicBezTo>
                        <a:pt x="39624" y="103203"/>
                        <a:pt x="40005" y="103394"/>
                        <a:pt x="40005" y="103680"/>
                      </a:cubicBezTo>
                      <a:cubicBezTo>
                        <a:pt x="40005" y="103965"/>
                        <a:pt x="39719" y="104251"/>
                        <a:pt x="39148" y="104727"/>
                      </a:cubicBezTo>
                      <a:cubicBezTo>
                        <a:pt x="37433" y="104918"/>
                        <a:pt x="36576" y="104442"/>
                        <a:pt x="36576" y="103298"/>
                      </a:cubicBezTo>
                      <a:cubicBezTo>
                        <a:pt x="36576" y="103013"/>
                        <a:pt x="36576" y="102727"/>
                        <a:pt x="36671" y="102251"/>
                      </a:cubicBezTo>
                      <a:lnTo>
                        <a:pt x="36671" y="101108"/>
                      </a:lnTo>
                      <a:cubicBezTo>
                        <a:pt x="36671" y="100251"/>
                        <a:pt x="36481" y="99584"/>
                        <a:pt x="36004" y="99012"/>
                      </a:cubicBezTo>
                      <a:lnTo>
                        <a:pt x="37814" y="99012"/>
                      </a:lnTo>
                      <a:cubicBezTo>
                        <a:pt x="37814" y="99012"/>
                        <a:pt x="38005" y="97869"/>
                        <a:pt x="37528" y="96917"/>
                      </a:cubicBezTo>
                      <a:cubicBezTo>
                        <a:pt x="36957" y="95964"/>
                        <a:pt x="36290" y="95393"/>
                        <a:pt x="35433" y="95298"/>
                      </a:cubicBezTo>
                      <a:lnTo>
                        <a:pt x="33052" y="98441"/>
                      </a:lnTo>
                      <a:lnTo>
                        <a:pt x="33052" y="92059"/>
                      </a:lnTo>
                      <a:lnTo>
                        <a:pt x="36100" y="92059"/>
                      </a:lnTo>
                      <a:cubicBezTo>
                        <a:pt x="36100" y="92059"/>
                        <a:pt x="35719" y="91107"/>
                        <a:pt x="35719" y="90535"/>
                      </a:cubicBezTo>
                      <a:cubicBezTo>
                        <a:pt x="35719" y="89869"/>
                        <a:pt x="36004" y="88821"/>
                        <a:pt x="36481" y="87582"/>
                      </a:cubicBezTo>
                      <a:cubicBezTo>
                        <a:pt x="36957" y="86249"/>
                        <a:pt x="37147" y="85296"/>
                        <a:pt x="37147" y="84725"/>
                      </a:cubicBezTo>
                      <a:cubicBezTo>
                        <a:pt x="37147" y="84248"/>
                        <a:pt x="37052" y="83677"/>
                        <a:pt x="36767" y="83010"/>
                      </a:cubicBezTo>
                      <a:cubicBezTo>
                        <a:pt x="36481" y="82439"/>
                        <a:pt x="35623" y="81963"/>
                        <a:pt x="34290" y="81867"/>
                      </a:cubicBezTo>
                      <a:cubicBezTo>
                        <a:pt x="32861" y="81677"/>
                        <a:pt x="32194" y="81486"/>
                        <a:pt x="32194" y="81296"/>
                      </a:cubicBezTo>
                      <a:cubicBezTo>
                        <a:pt x="32194" y="80820"/>
                        <a:pt x="32671" y="80153"/>
                        <a:pt x="33623" y="79296"/>
                      </a:cubicBezTo>
                      <a:lnTo>
                        <a:pt x="36004" y="81105"/>
                      </a:lnTo>
                      <a:cubicBezTo>
                        <a:pt x="37719" y="80344"/>
                        <a:pt x="38386" y="78629"/>
                        <a:pt x="37814" y="76057"/>
                      </a:cubicBezTo>
                      <a:cubicBezTo>
                        <a:pt x="37719" y="75486"/>
                        <a:pt x="37338" y="75200"/>
                        <a:pt x="36671" y="75200"/>
                      </a:cubicBezTo>
                      <a:cubicBezTo>
                        <a:pt x="36004" y="75200"/>
                        <a:pt x="35719" y="75390"/>
                        <a:pt x="35623" y="75867"/>
                      </a:cubicBezTo>
                      <a:cubicBezTo>
                        <a:pt x="35623" y="76343"/>
                        <a:pt x="35052" y="77010"/>
                        <a:pt x="34195" y="77867"/>
                      </a:cubicBezTo>
                      <a:cubicBezTo>
                        <a:pt x="34100" y="77581"/>
                        <a:pt x="33242" y="76629"/>
                        <a:pt x="31623" y="74723"/>
                      </a:cubicBezTo>
                      <a:cubicBezTo>
                        <a:pt x="32099" y="73390"/>
                        <a:pt x="32480" y="71866"/>
                        <a:pt x="32480" y="70247"/>
                      </a:cubicBezTo>
                      <a:cubicBezTo>
                        <a:pt x="32480" y="68151"/>
                        <a:pt x="31813" y="64913"/>
                        <a:pt x="30385" y="60341"/>
                      </a:cubicBezTo>
                      <a:cubicBezTo>
                        <a:pt x="29051" y="55864"/>
                        <a:pt x="28384" y="52626"/>
                        <a:pt x="28384" y="50530"/>
                      </a:cubicBezTo>
                      <a:cubicBezTo>
                        <a:pt x="28384" y="48435"/>
                        <a:pt x="28765" y="46720"/>
                        <a:pt x="29718" y="45101"/>
                      </a:cubicBezTo>
                      <a:cubicBezTo>
                        <a:pt x="27813" y="42053"/>
                        <a:pt x="26575" y="37576"/>
                        <a:pt x="25908" y="31575"/>
                      </a:cubicBezTo>
                      <a:cubicBezTo>
                        <a:pt x="24955" y="22527"/>
                        <a:pt x="24384" y="17859"/>
                        <a:pt x="24289" y="17383"/>
                      </a:cubicBezTo>
                      <a:cubicBezTo>
                        <a:pt x="24289" y="13764"/>
                        <a:pt x="24289" y="11859"/>
                        <a:pt x="24384" y="11382"/>
                      </a:cubicBezTo>
                      <a:cubicBezTo>
                        <a:pt x="24670" y="8906"/>
                        <a:pt x="25717" y="7191"/>
                        <a:pt x="27337" y="6048"/>
                      </a:cubicBezTo>
                      <a:cubicBezTo>
                        <a:pt x="28670" y="6239"/>
                        <a:pt x="30861" y="6048"/>
                        <a:pt x="34004" y="5382"/>
                      </a:cubicBezTo>
                      <a:cubicBezTo>
                        <a:pt x="37147" y="4810"/>
                        <a:pt x="39433" y="4620"/>
                        <a:pt x="40862" y="4620"/>
                      </a:cubicBezTo>
                      <a:cubicBezTo>
                        <a:pt x="44482" y="4620"/>
                        <a:pt x="47244" y="5953"/>
                        <a:pt x="49149" y="8811"/>
                      </a:cubicBezTo>
                      <a:cubicBezTo>
                        <a:pt x="49244" y="9192"/>
                        <a:pt x="49339" y="9573"/>
                        <a:pt x="49339" y="10144"/>
                      </a:cubicBezTo>
                      <a:cubicBezTo>
                        <a:pt x="49339" y="10525"/>
                        <a:pt x="49339" y="11382"/>
                        <a:pt x="49149" y="12525"/>
                      </a:cubicBezTo>
                      <a:cubicBezTo>
                        <a:pt x="49149" y="13668"/>
                        <a:pt x="48958" y="14621"/>
                        <a:pt x="48958" y="15288"/>
                      </a:cubicBezTo>
                      <a:cubicBezTo>
                        <a:pt x="48958" y="17955"/>
                        <a:pt x="50101" y="19383"/>
                        <a:pt x="52197" y="19574"/>
                      </a:cubicBezTo>
                      <a:cubicBezTo>
                        <a:pt x="51340" y="20240"/>
                        <a:pt x="50863" y="21384"/>
                        <a:pt x="50863" y="22907"/>
                      </a:cubicBezTo>
                      <a:cubicBezTo>
                        <a:pt x="50863" y="23384"/>
                        <a:pt x="50863" y="24051"/>
                        <a:pt x="51054" y="25098"/>
                      </a:cubicBezTo>
                      <a:cubicBezTo>
                        <a:pt x="51149" y="26146"/>
                        <a:pt x="51244" y="26908"/>
                        <a:pt x="51244" y="27194"/>
                      </a:cubicBezTo>
                      <a:cubicBezTo>
                        <a:pt x="51244" y="28623"/>
                        <a:pt x="50673" y="29289"/>
                        <a:pt x="49530" y="29289"/>
                      </a:cubicBezTo>
                      <a:cubicBezTo>
                        <a:pt x="49054" y="29289"/>
                        <a:pt x="48482" y="29289"/>
                        <a:pt x="47911" y="29004"/>
                      </a:cubicBezTo>
                      <a:cubicBezTo>
                        <a:pt x="48101" y="29480"/>
                        <a:pt x="48577" y="29670"/>
                        <a:pt x="49244" y="29670"/>
                      </a:cubicBezTo>
                      <a:lnTo>
                        <a:pt x="51054" y="29480"/>
                      </a:lnTo>
                      <a:lnTo>
                        <a:pt x="51054" y="31480"/>
                      </a:lnTo>
                      <a:lnTo>
                        <a:pt x="49816" y="31480"/>
                      </a:lnTo>
                      <a:cubicBezTo>
                        <a:pt x="50006" y="32242"/>
                        <a:pt x="50863" y="33576"/>
                        <a:pt x="52197" y="35385"/>
                      </a:cubicBezTo>
                      <a:cubicBezTo>
                        <a:pt x="53626" y="37195"/>
                        <a:pt x="54388" y="39100"/>
                        <a:pt x="54673" y="41005"/>
                      </a:cubicBezTo>
                      <a:cubicBezTo>
                        <a:pt x="53911" y="47863"/>
                        <a:pt x="55150" y="52721"/>
                        <a:pt x="58579" y="55483"/>
                      </a:cubicBezTo>
                      <a:cubicBezTo>
                        <a:pt x="58769" y="55483"/>
                        <a:pt x="59055" y="55578"/>
                        <a:pt x="59246" y="55578"/>
                      </a:cubicBezTo>
                      <a:cubicBezTo>
                        <a:pt x="59722" y="55578"/>
                        <a:pt x="60103" y="55293"/>
                        <a:pt x="60674" y="54721"/>
                      </a:cubicBezTo>
                      <a:cubicBezTo>
                        <a:pt x="61150" y="54054"/>
                        <a:pt x="61531" y="53769"/>
                        <a:pt x="61722" y="53578"/>
                      </a:cubicBezTo>
                      <a:lnTo>
                        <a:pt x="61722" y="50435"/>
                      </a:lnTo>
                      <a:cubicBezTo>
                        <a:pt x="63341" y="49006"/>
                        <a:pt x="63913" y="46434"/>
                        <a:pt x="63532" y="42720"/>
                      </a:cubicBezTo>
                      <a:cubicBezTo>
                        <a:pt x="65151" y="41672"/>
                        <a:pt x="66103" y="39100"/>
                        <a:pt x="66389" y="34814"/>
                      </a:cubicBezTo>
                      <a:cubicBezTo>
                        <a:pt x="66675" y="30623"/>
                        <a:pt x="67532" y="27670"/>
                        <a:pt x="69056" y="26241"/>
                      </a:cubicBezTo>
                      <a:cubicBezTo>
                        <a:pt x="68675" y="24813"/>
                        <a:pt x="67913" y="22812"/>
                        <a:pt x="66770" y="20336"/>
                      </a:cubicBezTo>
                      <a:lnTo>
                        <a:pt x="71628" y="19860"/>
                      </a:lnTo>
                      <a:cubicBezTo>
                        <a:pt x="70390" y="15002"/>
                        <a:pt x="70771" y="11192"/>
                        <a:pt x="72866" y="8525"/>
                      </a:cubicBezTo>
                      <a:cubicBezTo>
                        <a:pt x="73914" y="6715"/>
                        <a:pt x="75152" y="5858"/>
                        <a:pt x="76867" y="5858"/>
                      </a:cubicBezTo>
                      <a:cubicBezTo>
                        <a:pt x="77533" y="5858"/>
                        <a:pt x="78676" y="6144"/>
                        <a:pt x="80200" y="6525"/>
                      </a:cubicBezTo>
                      <a:cubicBezTo>
                        <a:pt x="81629" y="7001"/>
                        <a:pt x="82677" y="7191"/>
                        <a:pt x="83344" y="7191"/>
                      </a:cubicBezTo>
                      <a:cubicBezTo>
                        <a:pt x="84963" y="7191"/>
                        <a:pt x="86296" y="6334"/>
                        <a:pt x="87249" y="4524"/>
                      </a:cubicBezTo>
                      <a:cubicBezTo>
                        <a:pt x="88201" y="4048"/>
                        <a:pt x="89154" y="3857"/>
                        <a:pt x="89821" y="3857"/>
                      </a:cubicBezTo>
                      <a:cubicBezTo>
                        <a:pt x="91154" y="3857"/>
                        <a:pt x="92488" y="4810"/>
                        <a:pt x="93917" y="6810"/>
                      </a:cubicBezTo>
                      <a:cubicBezTo>
                        <a:pt x="95250" y="8811"/>
                        <a:pt x="96774" y="9763"/>
                        <a:pt x="98298" y="9763"/>
                      </a:cubicBezTo>
                      <a:cubicBezTo>
                        <a:pt x="98584" y="11192"/>
                        <a:pt x="98965" y="12716"/>
                        <a:pt x="99250" y="14240"/>
                      </a:cubicBezTo>
                      <a:cubicBezTo>
                        <a:pt x="99631" y="15764"/>
                        <a:pt x="100584" y="16812"/>
                        <a:pt x="102203" y="17288"/>
                      </a:cubicBezTo>
                      <a:cubicBezTo>
                        <a:pt x="102108" y="17764"/>
                        <a:pt x="101822" y="18812"/>
                        <a:pt x="101441" y="20240"/>
                      </a:cubicBezTo>
                      <a:cubicBezTo>
                        <a:pt x="101060" y="21765"/>
                        <a:pt x="100870" y="22812"/>
                        <a:pt x="100870" y="23670"/>
                      </a:cubicBezTo>
                      <a:cubicBezTo>
                        <a:pt x="100870" y="25098"/>
                        <a:pt x="101441" y="26146"/>
                        <a:pt x="102679" y="26908"/>
                      </a:cubicBezTo>
                      <a:lnTo>
                        <a:pt x="104489" y="26908"/>
                      </a:lnTo>
                      <a:cubicBezTo>
                        <a:pt x="103727" y="28718"/>
                        <a:pt x="103346" y="30623"/>
                        <a:pt x="103346" y="32528"/>
                      </a:cubicBezTo>
                      <a:cubicBezTo>
                        <a:pt x="103346" y="35385"/>
                        <a:pt x="104108" y="38148"/>
                        <a:pt x="105727" y="40529"/>
                      </a:cubicBezTo>
                      <a:cubicBezTo>
                        <a:pt x="105442" y="41196"/>
                        <a:pt x="105442" y="41862"/>
                        <a:pt x="105442" y="42529"/>
                      </a:cubicBezTo>
                      <a:cubicBezTo>
                        <a:pt x="105442" y="44053"/>
                        <a:pt x="106108" y="46148"/>
                        <a:pt x="107442" y="48530"/>
                      </a:cubicBezTo>
                      <a:cubicBezTo>
                        <a:pt x="108680" y="51006"/>
                        <a:pt x="109347" y="52911"/>
                        <a:pt x="109347" y="54245"/>
                      </a:cubicBezTo>
                      <a:cubicBezTo>
                        <a:pt x="109347" y="55102"/>
                        <a:pt x="109252" y="55959"/>
                        <a:pt x="108871" y="56912"/>
                      </a:cubicBezTo>
                      <a:cubicBezTo>
                        <a:pt x="109252" y="57579"/>
                        <a:pt x="109728" y="58436"/>
                        <a:pt x="110680" y="59579"/>
                      </a:cubicBezTo>
                      <a:cubicBezTo>
                        <a:pt x="114586" y="57102"/>
                        <a:pt x="116491" y="54626"/>
                        <a:pt x="116491" y="52054"/>
                      </a:cubicBezTo>
                      <a:cubicBezTo>
                        <a:pt x="116491" y="51673"/>
                        <a:pt x="116491" y="51387"/>
                        <a:pt x="116396" y="51006"/>
                      </a:cubicBezTo>
                      <a:cubicBezTo>
                        <a:pt x="115062" y="50625"/>
                        <a:pt x="114395" y="49768"/>
                        <a:pt x="114395" y="48339"/>
                      </a:cubicBezTo>
                      <a:cubicBezTo>
                        <a:pt x="114395" y="47673"/>
                        <a:pt x="114490" y="46720"/>
                        <a:pt x="114776" y="45387"/>
                      </a:cubicBezTo>
                      <a:cubicBezTo>
                        <a:pt x="115062" y="44148"/>
                        <a:pt x="115157" y="43291"/>
                        <a:pt x="115157" y="42815"/>
                      </a:cubicBezTo>
                      <a:cubicBezTo>
                        <a:pt x="116872" y="42243"/>
                        <a:pt x="118110" y="40529"/>
                        <a:pt x="118777" y="37576"/>
                      </a:cubicBezTo>
                      <a:cubicBezTo>
                        <a:pt x="119443" y="34623"/>
                        <a:pt x="120682" y="33004"/>
                        <a:pt x="122682" y="32623"/>
                      </a:cubicBezTo>
                      <a:cubicBezTo>
                        <a:pt x="121920" y="32337"/>
                        <a:pt x="120872" y="32147"/>
                        <a:pt x="119539" y="32147"/>
                      </a:cubicBezTo>
                      <a:cubicBezTo>
                        <a:pt x="118681" y="32147"/>
                        <a:pt x="117824" y="31766"/>
                        <a:pt x="116967" y="30718"/>
                      </a:cubicBezTo>
                      <a:cubicBezTo>
                        <a:pt x="116396" y="26813"/>
                        <a:pt x="117443" y="23193"/>
                        <a:pt x="120015" y="19955"/>
                      </a:cubicBezTo>
                      <a:cubicBezTo>
                        <a:pt x="119634" y="18050"/>
                        <a:pt x="120301" y="16526"/>
                        <a:pt x="121825" y="15478"/>
                      </a:cubicBezTo>
                      <a:cubicBezTo>
                        <a:pt x="120586" y="15288"/>
                        <a:pt x="119920" y="14621"/>
                        <a:pt x="119825" y="13287"/>
                      </a:cubicBezTo>
                      <a:cubicBezTo>
                        <a:pt x="119825" y="12240"/>
                        <a:pt x="119920" y="11382"/>
                        <a:pt x="120491" y="10430"/>
                      </a:cubicBezTo>
                      <a:cubicBezTo>
                        <a:pt x="122587" y="7001"/>
                        <a:pt x="126492" y="5286"/>
                        <a:pt x="132397" y="5286"/>
                      </a:cubicBezTo>
                      <a:lnTo>
                        <a:pt x="137446" y="5286"/>
                      </a:lnTo>
                      <a:cubicBezTo>
                        <a:pt x="140017" y="5286"/>
                        <a:pt x="142113" y="5001"/>
                        <a:pt x="143542" y="4524"/>
                      </a:cubicBezTo>
                      <a:cubicBezTo>
                        <a:pt x="145447" y="6144"/>
                        <a:pt x="146685" y="8811"/>
                        <a:pt x="147447" y="12240"/>
                      </a:cubicBezTo>
                      <a:cubicBezTo>
                        <a:pt x="145542" y="13097"/>
                        <a:pt x="144685" y="15288"/>
                        <a:pt x="144685" y="18621"/>
                      </a:cubicBezTo>
                      <a:cubicBezTo>
                        <a:pt x="144685" y="25289"/>
                        <a:pt x="144685" y="28337"/>
                        <a:pt x="144875" y="27670"/>
                      </a:cubicBezTo>
                      <a:close/>
                      <a:moveTo>
                        <a:pt x="26479" y="87106"/>
                      </a:moveTo>
                      <a:lnTo>
                        <a:pt x="24193" y="84630"/>
                      </a:lnTo>
                      <a:cubicBezTo>
                        <a:pt x="24193" y="84630"/>
                        <a:pt x="25622" y="85106"/>
                        <a:pt x="27242" y="86439"/>
                      </a:cubicBezTo>
                      <a:lnTo>
                        <a:pt x="26384" y="87106"/>
                      </a:lnTo>
                      <a:close/>
                      <a:moveTo>
                        <a:pt x="25146" y="91583"/>
                      </a:moveTo>
                      <a:cubicBezTo>
                        <a:pt x="26289" y="92535"/>
                        <a:pt x="27146" y="93012"/>
                        <a:pt x="27622" y="92916"/>
                      </a:cubicBezTo>
                      <a:lnTo>
                        <a:pt x="24193" y="93393"/>
                      </a:lnTo>
                      <a:lnTo>
                        <a:pt x="25146" y="91583"/>
                      </a:lnTo>
                      <a:close/>
                      <a:moveTo>
                        <a:pt x="33433" y="105585"/>
                      </a:moveTo>
                      <a:cubicBezTo>
                        <a:pt x="31623" y="104632"/>
                        <a:pt x="30099" y="105108"/>
                        <a:pt x="29051" y="106918"/>
                      </a:cubicBezTo>
                      <a:cubicBezTo>
                        <a:pt x="28956" y="107299"/>
                        <a:pt x="28575" y="107490"/>
                        <a:pt x="27908" y="107394"/>
                      </a:cubicBezTo>
                      <a:lnTo>
                        <a:pt x="25908" y="107394"/>
                      </a:lnTo>
                      <a:cubicBezTo>
                        <a:pt x="25622" y="106918"/>
                        <a:pt x="25241" y="106442"/>
                        <a:pt x="24860" y="105965"/>
                      </a:cubicBezTo>
                      <a:cubicBezTo>
                        <a:pt x="24479" y="105489"/>
                        <a:pt x="24479" y="104823"/>
                        <a:pt x="24670" y="104156"/>
                      </a:cubicBezTo>
                      <a:cubicBezTo>
                        <a:pt x="25813" y="105489"/>
                        <a:pt x="26765" y="106156"/>
                        <a:pt x="27718" y="106156"/>
                      </a:cubicBezTo>
                      <a:cubicBezTo>
                        <a:pt x="28289" y="106156"/>
                        <a:pt x="28765" y="105870"/>
                        <a:pt x="29051" y="105489"/>
                      </a:cubicBezTo>
                      <a:lnTo>
                        <a:pt x="30385" y="102251"/>
                      </a:lnTo>
                      <a:lnTo>
                        <a:pt x="33528" y="105489"/>
                      </a:lnTo>
                      <a:close/>
                      <a:moveTo>
                        <a:pt x="25146" y="67389"/>
                      </a:moveTo>
                      <a:lnTo>
                        <a:pt x="25146" y="65580"/>
                      </a:lnTo>
                      <a:lnTo>
                        <a:pt x="29051" y="67389"/>
                      </a:lnTo>
                      <a:lnTo>
                        <a:pt x="25146" y="67389"/>
                      </a:lnTo>
                      <a:close/>
                      <a:moveTo>
                        <a:pt x="26479" y="137398"/>
                      </a:moveTo>
                      <a:lnTo>
                        <a:pt x="25146" y="135588"/>
                      </a:lnTo>
                      <a:lnTo>
                        <a:pt x="26479" y="136636"/>
                      </a:lnTo>
                      <a:lnTo>
                        <a:pt x="26479" y="137494"/>
                      </a:lnTo>
                      <a:close/>
                      <a:moveTo>
                        <a:pt x="26003" y="110061"/>
                      </a:moveTo>
                      <a:lnTo>
                        <a:pt x="27337" y="110538"/>
                      </a:lnTo>
                      <a:lnTo>
                        <a:pt x="26479" y="111871"/>
                      </a:lnTo>
                      <a:lnTo>
                        <a:pt x="26003" y="111871"/>
                      </a:lnTo>
                      <a:lnTo>
                        <a:pt x="26003" y="110061"/>
                      </a:lnTo>
                      <a:close/>
                      <a:moveTo>
                        <a:pt x="26003" y="129207"/>
                      </a:moveTo>
                      <a:lnTo>
                        <a:pt x="28289" y="129207"/>
                      </a:lnTo>
                      <a:lnTo>
                        <a:pt x="27337" y="130159"/>
                      </a:lnTo>
                      <a:lnTo>
                        <a:pt x="26003" y="129207"/>
                      </a:lnTo>
                      <a:close/>
                      <a:moveTo>
                        <a:pt x="26479" y="124730"/>
                      </a:moveTo>
                      <a:cubicBezTo>
                        <a:pt x="26289" y="122444"/>
                        <a:pt x="26860" y="121206"/>
                        <a:pt x="28099" y="121206"/>
                      </a:cubicBezTo>
                      <a:cubicBezTo>
                        <a:pt x="28384" y="121206"/>
                        <a:pt x="28765" y="121301"/>
                        <a:pt x="29051" y="121587"/>
                      </a:cubicBezTo>
                      <a:cubicBezTo>
                        <a:pt x="29146" y="122539"/>
                        <a:pt x="28861" y="123206"/>
                        <a:pt x="28099" y="123396"/>
                      </a:cubicBezTo>
                      <a:cubicBezTo>
                        <a:pt x="27337" y="123682"/>
                        <a:pt x="26765" y="124063"/>
                        <a:pt x="26479" y="124730"/>
                      </a:cubicBezTo>
                      <a:close/>
                      <a:moveTo>
                        <a:pt x="30861" y="91583"/>
                      </a:moveTo>
                      <a:lnTo>
                        <a:pt x="30385" y="92059"/>
                      </a:lnTo>
                      <a:lnTo>
                        <a:pt x="27813" y="88916"/>
                      </a:lnTo>
                      <a:lnTo>
                        <a:pt x="29146" y="88916"/>
                      </a:lnTo>
                      <a:cubicBezTo>
                        <a:pt x="29146" y="88916"/>
                        <a:pt x="28956" y="89582"/>
                        <a:pt x="28956" y="89773"/>
                      </a:cubicBezTo>
                      <a:cubicBezTo>
                        <a:pt x="28956" y="90154"/>
                        <a:pt x="29242" y="90535"/>
                        <a:pt x="29908" y="90821"/>
                      </a:cubicBezTo>
                      <a:cubicBezTo>
                        <a:pt x="30575" y="91202"/>
                        <a:pt x="30861" y="91488"/>
                        <a:pt x="30956" y="91583"/>
                      </a:cubicBezTo>
                      <a:close/>
                      <a:moveTo>
                        <a:pt x="27718" y="99774"/>
                      </a:moveTo>
                      <a:cubicBezTo>
                        <a:pt x="28480" y="99489"/>
                        <a:pt x="29337" y="99774"/>
                        <a:pt x="30289" y="100536"/>
                      </a:cubicBezTo>
                      <a:lnTo>
                        <a:pt x="27718" y="101584"/>
                      </a:lnTo>
                      <a:lnTo>
                        <a:pt x="27718" y="99774"/>
                      </a:lnTo>
                      <a:close/>
                      <a:moveTo>
                        <a:pt x="27718" y="142542"/>
                      </a:moveTo>
                      <a:lnTo>
                        <a:pt x="28194" y="141208"/>
                      </a:lnTo>
                      <a:lnTo>
                        <a:pt x="29527" y="142542"/>
                      </a:lnTo>
                      <a:lnTo>
                        <a:pt x="27718" y="142542"/>
                      </a:lnTo>
                      <a:close/>
                      <a:moveTo>
                        <a:pt x="28194" y="96536"/>
                      </a:moveTo>
                      <a:lnTo>
                        <a:pt x="30289" y="95964"/>
                      </a:lnTo>
                      <a:lnTo>
                        <a:pt x="28956" y="98346"/>
                      </a:lnTo>
                      <a:lnTo>
                        <a:pt x="28194" y="96536"/>
                      </a:lnTo>
                      <a:close/>
                      <a:moveTo>
                        <a:pt x="28956" y="76057"/>
                      </a:moveTo>
                      <a:lnTo>
                        <a:pt x="28956" y="72914"/>
                      </a:lnTo>
                      <a:lnTo>
                        <a:pt x="30289" y="72914"/>
                      </a:lnTo>
                      <a:cubicBezTo>
                        <a:pt x="30289" y="74723"/>
                        <a:pt x="29813" y="75771"/>
                        <a:pt x="28956" y="76057"/>
                      </a:cubicBezTo>
                      <a:close/>
                      <a:moveTo>
                        <a:pt x="32099" y="112538"/>
                      </a:moveTo>
                      <a:cubicBezTo>
                        <a:pt x="32290" y="113300"/>
                        <a:pt x="31909" y="114157"/>
                        <a:pt x="30766" y="115014"/>
                      </a:cubicBezTo>
                      <a:lnTo>
                        <a:pt x="30766" y="111871"/>
                      </a:lnTo>
                      <a:cubicBezTo>
                        <a:pt x="31242" y="112347"/>
                        <a:pt x="31718" y="112633"/>
                        <a:pt x="32099" y="112538"/>
                      </a:cubicBezTo>
                      <a:close/>
                      <a:moveTo>
                        <a:pt x="31432" y="129207"/>
                      </a:moveTo>
                      <a:cubicBezTo>
                        <a:pt x="32290" y="129207"/>
                        <a:pt x="32861" y="129588"/>
                        <a:pt x="33242" y="130159"/>
                      </a:cubicBezTo>
                      <a:lnTo>
                        <a:pt x="34100" y="132350"/>
                      </a:lnTo>
                      <a:lnTo>
                        <a:pt x="32766" y="132826"/>
                      </a:lnTo>
                      <a:cubicBezTo>
                        <a:pt x="32766" y="132826"/>
                        <a:pt x="33052" y="132159"/>
                        <a:pt x="33052" y="131873"/>
                      </a:cubicBezTo>
                      <a:cubicBezTo>
                        <a:pt x="33052" y="131397"/>
                        <a:pt x="32766" y="131016"/>
                        <a:pt x="32099" y="130635"/>
                      </a:cubicBezTo>
                      <a:cubicBezTo>
                        <a:pt x="31432" y="130254"/>
                        <a:pt x="31147" y="130064"/>
                        <a:pt x="31147" y="129873"/>
                      </a:cubicBezTo>
                      <a:cubicBezTo>
                        <a:pt x="31147" y="129683"/>
                        <a:pt x="31242" y="129397"/>
                        <a:pt x="31528" y="129207"/>
                      </a:cubicBezTo>
                      <a:close/>
                      <a:moveTo>
                        <a:pt x="31432" y="120729"/>
                      </a:moveTo>
                      <a:cubicBezTo>
                        <a:pt x="31909" y="120063"/>
                        <a:pt x="32575" y="119967"/>
                        <a:pt x="33338" y="120444"/>
                      </a:cubicBezTo>
                      <a:cubicBezTo>
                        <a:pt x="32575" y="120729"/>
                        <a:pt x="31909" y="120825"/>
                        <a:pt x="31432" y="120729"/>
                      </a:cubicBezTo>
                      <a:close/>
                      <a:moveTo>
                        <a:pt x="33338" y="99679"/>
                      </a:moveTo>
                      <a:lnTo>
                        <a:pt x="33528" y="100727"/>
                      </a:lnTo>
                      <a:cubicBezTo>
                        <a:pt x="33528" y="100727"/>
                        <a:pt x="33338" y="100155"/>
                        <a:pt x="33338" y="99679"/>
                      </a:cubicBezTo>
                      <a:close/>
                      <a:moveTo>
                        <a:pt x="34480" y="101489"/>
                      </a:moveTo>
                      <a:lnTo>
                        <a:pt x="34004" y="102251"/>
                      </a:lnTo>
                      <a:lnTo>
                        <a:pt x="33528" y="100632"/>
                      </a:lnTo>
                      <a:cubicBezTo>
                        <a:pt x="33528" y="100632"/>
                        <a:pt x="34195" y="100917"/>
                        <a:pt x="34480" y="101394"/>
                      </a:cubicBezTo>
                      <a:close/>
                      <a:moveTo>
                        <a:pt x="38386" y="132350"/>
                      </a:moveTo>
                      <a:cubicBezTo>
                        <a:pt x="37624" y="132540"/>
                        <a:pt x="37052" y="132350"/>
                        <a:pt x="36767" y="131683"/>
                      </a:cubicBezTo>
                      <a:cubicBezTo>
                        <a:pt x="36481" y="131016"/>
                        <a:pt x="36100" y="130350"/>
                        <a:pt x="35814" y="129683"/>
                      </a:cubicBezTo>
                      <a:lnTo>
                        <a:pt x="38386" y="132350"/>
                      </a:lnTo>
                      <a:close/>
                      <a:moveTo>
                        <a:pt x="37528" y="84534"/>
                      </a:moveTo>
                      <a:cubicBezTo>
                        <a:pt x="39433" y="85677"/>
                        <a:pt x="41053" y="86344"/>
                        <a:pt x="42100" y="86344"/>
                      </a:cubicBezTo>
                      <a:cubicBezTo>
                        <a:pt x="43148" y="86344"/>
                        <a:pt x="43720" y="85677"/>
                        <a:pt x="43720" y="84534"/>
                      </a:cubicBezTo>
                      <a:lnTo>
                        <a:pt x="40100" y="84534"/>
                      </a:lnTo>
                      <a:cubicBezTo>
                        <a:pt x="39052" y="84344"/>
                        <a:pt x="38100" y="83772"/>
                        <a:pt x="37528" y="82534"/>
                      </a:cubicBezTo>
                      <a:lnTo>
                        <a:pt x="37528" y="84534"/>
                      </a:lnTo>
                      <a:close/>
                      <a:moveTo>
                        <a:pt x="38862" y="117491"/>
                      </a:moveTo>
                      <a:lnTo>
                        <a:pt x="38386" y="117015"/>
                      </a:lnTo>
                      <a:cubicBezTo>
                        <a:pt x="38386" y="117015"/>
                        <a:pt x="38671" y="117015"/>
                        <a:pt x="38862" y="117396"/>
                      </a:cubicBezTo>
                      <a:lnTo>
                        <a:pt x="38862" y="117586"/>
                      </a:lnTo>
                      <a:close/>
                      <a:moveTo>
                        <a:pt x="39719" y="106823"/>
                      </a:moveTo>
                      <a:lnTo>
                        <a:pt x="42005" y="106823"/>
                      </a:lnTo>
                      <a:lnTo>
                        <a:pt x="40196" y="105965"/>
                      </a:lnTo>
                      <a:lnTo>
                        <a:pt x="39719" y="106823"/>
                      </a:lnTo>
                      <a:close/>
                      <a:moveTo>
                        <a:pt x="40672" y="145113"/>
                      </a:moveTo>
                      <a:lnTo>
                        <a:pt x="40672" y="143589"/>
                      </a:lnTo>
                      <a:lnTo>
                        <a:pt x="41910" y="143589"/>
                      </a:lnTo>
                      <a:lnTo>
                        <a:pt x="41910" y="145113"/>
                      </a:lnTo>
                      <a:lnTo>
                        <a:pt x="40672" y="145113"/>
                      </a:lnTo>
                      <a:close/>
                      <a:moveTo>
                        <a:pt x="43720" y="77295"/>
                      </a:moveTo>
                      <a:lnTo>
                        <a:pt x="42672" y="77295"/>
                      </a:lnTo>
                      <a:lnTo>
                        <a:pt x="44482" y="78153"/>
                      </a:lnTo>
                      <a:lnTo>
                        <a:pt x="43720" y="77295"/>
                      </a:lnTo>
                      <a:close/>
                      <a:moveTo>
                        <a:pt x="43243" y="95964"/>
                      </a:moveTo>
                      <a:cubicBezTo>
                        <a:pt x="43529" y="95393"/>
                        <a:pt x="43910" y="95202"/>
                        <a:pt x="44196" y="95202"/>
                      </a:cubicBezTo>
                      <a:cubicBezTo>
                        <a:pt x="44482" y="95202"/>
                        <a:pt x="44863" y="95393"/>
                        <a:pt x="45244" y="95869"/>
                      </a:cubicBezTo>
                      <a:cubicBezTo>
                        <a:pt x="45625" y="96345"/>
                        <a:pt x="45815" y="96536"/>
                        <a:pt x="46006" y="96536"/>
                      </a:cubicBezTo>
                      <a:cubicBezTo>
                        <a:pt x="46292" y="96536"/>
                        <a:pt x="46577" y="96345"/>
                        <a:pt x="46768" y="95964"/>
                      </a:cubicBezTo>
                      <a:cubicBezTo>
                        <a:pt x="46482" y="95393"/>
                        <a:pt x="46101" y="94917"/>
                        <a:pt x="45529" y="94821"/>
                      </a:cubicBezTo>
                      <a:cubicBezTo>
                        <a:pt x="44482" y="94536"/>
                        <a:pt x="43910" y="94345"/>
                        <a:pt x="43720" y="94155"/>
                      </a:cubicBezTo>
                      <a:lnTo>
                        <a:pt x="43243" y="95964"/>
                      </a:lnTo>
                      <a:close/>
                      <a:moveTo>
                        <a:pt x="47149" y="110538"/>
                      </a:moveTo>
                      <a:lnTo>
                        <a:pt x="47625" y="110061"/>
                      </a:lnTo>
                      <a:lnTo>
                        <a:pt x="47149" y="110538"/>
                      </a:lnTo>
                      <a:cubicBezTo>
                        <a:pt x="46101" y="111109"/>
                        <a:pt x="45244" y="111109"/>
                        <a:pt x="44577" y="110538"/>
                      </a:cubicBezTo>
                      <a:cubicBezTo>
                        <a:pt x="45244" y="111395"/>
                        <a:pt x="46101" y="111395"/>
                        <a:pt x="47149" y="110538"/>
                      </a:cubicBezTo>
                      <a:close/>
                      <a:moveTo>
                        <a:pt x="45053" y="124730"/>
                      </a:moveTo>
                      <a:cubicBezTo>
                        <a:pt x="45053" y="124730"/>
                        <a:pt x="45434" y="123873"/>
                        <a:pt x="45815" y="122730"/>
                      </a:cubicBezTo>
                      <a:cubicBezTo>
                        <a:pt x="46196" y="121968"/>
                        <a:pt x="46768" y="121777"/>
                        <a:pt x="47625" y="122063"/>
                      </a:cubicBezTo>
                      <a:cubicBezTo>
                        <a:pt x="47339" y="121777"/>
                        <a:pt x="46958" y="121587"/>
                        <a:pt x="46672" y="121587"/>
                      </a:cubicBezTo>
                      <a:cubicBezTo>
                        <a:pt x="46101" y="121587"/>
                        <a:pt x="45529" y="122634"/>
                        <a:pt x="45053" y="124730"/>
                      </a:cubicBezTo>
                      <a:close/>
                      <a:moveTo>
                        <a:pt x="48101" y="141875"/>
                      </a:moveTo>
                      <a:cubicBezTo>
                        <a:pt x="48577" y="142446"/>
                        <a:pt x="48863" y="142827"/>
                        <a:pt x="48863" y="143018"/>
                      </a:cubicBezTo>
                      <a:cubicBezTo>
                        <a:pt x="48577" y="143494"/>
                        <a:pt x="47815" y="143685"/>
                        <a:pt x="46768" y="143685"/>
                      </a:cubicBezTo>
                      <a:lnTo>
                        <a:pt x="48101" y="141780"/>
                      </a:lnTo>
                      <a:close/>
                      <a:moveTo>
                        <a:pt x="48863" y="120253"/>
                      </a:moveTo>
                      <a:cubicBezTo>
                        <a:pt x="50101" y="119967"/>
                        <a:pt x="51149" y="120348"/>
                        <a:pt x="52006" y="121587"/>
                      </a:cubicBezTo>
                      <a:lnTo>
                        <a:pt x="52959" y="119777"/>
                      </a:lnTo>
                      <a:cubicBezTo>
                        <a:pt x="50578" y="119777"/>
                        <a:pt x="49244" y="119967"/>
                        <a:pt x="48863" y="120253"/>
                      </a:cubicBezTo>
                      <a:close/>
                      <a:moveTo>
                        <a:pt x="49816" y="126159"/>
                      </a:moveTo>
                      <a:lnTo>
                        <a:pt x="51149" y="124825"/>
                      </a:lnTo>
                      <a:lnTo>
                        <a:pt x="49816" y="124825"/>
                      </a:lnTo>
                      <a:lnTo>
                        <a:pt x="49816" y="126159"/>
                      </a:lnTo>
                      <a:close/>
                      <a:moveTo>
                        <a:pt x="52864" y="100632"/>
                      </a:moveTo>
                      <a:cubicBezTo>
                        <a:pt x="52864" y="100632"/>
                        <a:pt x="52197" y="100441"/>
                        <a:pt x="51721" y="100632"/>
                      </a:cubicBezTo>
                      <a:cubicBezTo>
                        <a:pt x="51149" y="100917"/>
                        <a:pt x="50959" y="101203"/>
                        <a:pt x="51054" y="101679"/>
                      </a:cubicBezTo>
                      <a:lnTo>
                        <a:pt x="52292" y="101679"/>
                      </a:lnTo>
                      <a:cubicBezTo>
                        <a:pt x="52864" y="101298"/>
                        <a:pt x="53054" y="101013"/>
                        <a:pt x="52768" y="100632"/>
                      </a:cubicBezTo>
                      <a:close/>
                      <a:moveTo>
                        <a:pt x="52388" y="94345"/>
                      </a:moveTo>
                      <a:lnTo>
                        <a:pt x="51911" y="97488"/>
                      </a:lnTo>
                      <a:lnTo>
                        <a:pt x="52864" y="94345"/>
                      </a:lnTo>
                      <a:lnTo>
                        <a:pt x="52388" y="94345"/>
                      </a:lnTo>
                      <a:close/>
                      <a:moveTo>
                        <a:pt x="54197" y="126730"/>
                      </a:moveTo>
                      <a:lnTo>
                        <a:pt x="54197" y="126254"/>
                      </a:lnTo>
                      <a:lnTo>
                        <a:pt x="52959" y="124920"/>
                      </a:lnTo>
                      <a:lnTo>
                        <a:pt x="54197" y="126730"/>
                      </a:lnTo>
                      <a:close/>
                      <a:moveTo>
                        <a:pt x="57245" y="99298"/>
                      </a:moveTo>
                      <a:cubicBezTo>
                        <a:pt x="55531" y="100632"/>
                        <a:pt x="54769" y="101394"/>
                        <a:pt x="54959" y="101679"/>
                      </a:cubicBezTo>
                      <a:lnTo>
                        <a:pt x="58007" y="101679"/>
                      </a:lnTo>
                      <a:lnTo>
                        <a:pt x="55912" y="100632"/>
                      </a:lnTo>
                      <a:lnTo>
                        <a:pt x="57150" y="99298"/>
                      </a:lnTo>
                      <a:close/>
                      <a:moveTo>
                        <a:pt x="55531" y="115776"/>
                      </a:moveTo>
                      <a:lnTo>
                        <a:pt x="56007" y="115110"/>
                      </a:lnTo>
                      <a:lnTo>
                        <a:pt x="56769" y="112633"/>
                      </a:lnTo>
                      <a:lnTo>
                        <a:pt x="55435" y="115776"/>
                      </a:lnTo>
                      <a:close/>
                      <a:moveTo>
                        <a:pt x="56007" y="129302"/>
                      </a:moveTo>
                      <a:cubicBezTo>
                        <a:pt x="56769" y="129302"/>
                        <a:pt x="57626" y="129111"/>
                        <a:pt x="58579" y="128445"/>
                      </a:cubicBezTo>
                      <a:cubicBezTo>
                        <a:pt x="57912" y="128159"/>
                        <a:pt x="57055" y="128445"/>
                        <a:pt x="56007" y="129302"/>
                      </a:cubicBezTo>
                      <a:close/>
                      <a:moveTo>
                        <a:pt x="59246" y="58531"/>
                      </a:moveTo>
                      <a:cubicBezTo>
                        <a:pt x="57912" y="58150"/>
                        <a:pt x="57245" y="58722"/>
                        <a:pt x="57245" y="60150"/>
                      </a:cubicBezTo>
                      <a:cubicBezTo>
                        <a:pt x="57245" y="61770"/>
                        <a:pt x="57721" y="62532"/>
                        <a:pt x="58579" y="62532"/>
                      </a:cubicBezTo>
                      <a:cubicBezTo>
                        <a:pt x="59055" y="62151"/>
                        <a:pt x="59246" y="60722"/>
                        <a:pt x="59246" y="58531"/>
                      </a:cubicBezTo>
                      <a:close/>
                      <a:moveTo>
                        <a:pt x="62293" y="92154"/>
                      </a:moveTo>
                      <a:cubicBezTo>
                        <a:pt x="61817" y="91392"/>
                        <a:pt x="60865" y="91678"/>
                        <a:pt x="59246" y="93012"/>
                      </a:cubicBezTo>
                      <a:cubicBezTo>
                        <a:pt x="60103" y="93012"/>
                        <a:pt x="61055" y="92916"/>
                        <a:pt x="62293" y="92154"/>
                      </a:cubicBezTo>
                      <a:close/>
                      <a:moveTo>
                        <a:pt x="62293" y="106156"/>
                      </a:moveTo>
                      <a:cubicBezTo>
                        <a:pt x="63532" y="104918"/>
                        <a:pt x="64389" y="104346"/>
                        <a:pt x="65056" y="104346"/>
                      </a:cubicBezTo>
                      <a:cubicBezTo>
                        <a:pt x="65437" y="104346"/>
                        <a:pt x="65818" y="104537"/>
                        <a:pt x="66199" y="104823"/>
                      </a:cubicBezTo>
                      <a:lnTo>
                        <a:pt x="66199" y="103870"/>
                      </a:lnTo>
                      <a:cubicBezTo>
                        <a:pt x="66199" y="103870"/>
                        <a:pt x="64770" y="103013"/>
                        <a:pt x="63436" y="101965"/>
                      </a:cubicBezTo>
                      <a:cubicBezTo>
                        <a:pt x="62389" y="101298"/>
                        <a:pt x="61341" y="101013"/>
                        <a:pt x="60579" y="101013"/>
                      </a:cubicBezTo>
                      <a:cubicBezTo>
                        <a:pt x="60103" y="101013"/>
                        <a:pt x="59722" y="101013"/>
                        <a:pt x="59246" y="101108"/>
                      </a:cubicBezTo>
                      <a:cubicBezTo>
                        <a:pt x="60579" y="101108"/>
                        <a:pt x="62293" y="102156"/>
                        <a:pt x="64389" y="103775"/>
                      </a:cubicBezTo>
                      <a:cubicBezTo>
                        <a:pt x="64008" y="104156"/>
                        <a:pt x="63532" y="104346"/>
                        <a:pt x="62865" y="104251"/>
                      </a:cubicBezTo>
                      <a:lnTo>
                        <a:pt x="61055" y="104251"/>
                      </a:lnTo>
                      <a:lnTo>
                        <a:pt x="62198" y="106061"/>
                      </a:lnTo>
                      <a:close/>
                      <a:moveTo>
                        <a:pt x="62293" y="139303"/>
                      </a:moveTo>
                      <a:cubicBezTo>
                        <a:pt x="62293" y="139303"/>
                        <a:pt x="62008" y="138732"/>
                        <a:pt x="62008" y="138255"/>
                      </a:cubicBezTo>
                      <a:cubicBezTo>
                        <a:pt x="62103" y="138446"/>
                        <a:pt x="62198" y="138541"/>
                        <a:pt x="62293" y="138732"/>
                      </a:cubicBezTo>
                      <a:cubicBezTo>
                        <a:pt x="62293" y="138922"/>
                        <a:pt x="62293" y="139113"/>
                        <a:pt x="62293" y="139208"/>
                      </a:cubicBezTo>
                      <a:close/>
                      <a:moveTo>
                        <a:pt x="67532" y="133398"/>
                      </a:moveTo>
                      <a:lnTo>
                        <a:pt x="67532" y="132445"/>
                      </a:lnTo>
                      <a:cubicBezTo>
                        <a:pt x="66961" y="132445"/>
                        <a:pt x="66580" y="132445"/>
                        <a:pt x="66484" y="132064"/>
                      </a:cubicBezTo>
                      <a:lnTo>
                        <a:pt x="66199" y="131588"/>
                      </a:lnTo>
                      <a:cubicBezTo>
                        <a:pt x="66199" y="131588"/>
                        <a:pt x="66199" y="132064"/>
                        <a:pt x="66484" y="132064"/>
                      </a:cubicBezTo>
                      <a:lnTo>
                        <a:pt x="67532" y="133398"/>
                      </a:lnTo>
                      <a:close/>
                      <a:moveTo>
                        <a:pt x="68008" y="117110"/>
                      </a:moveTo>
                      <a:cubicBezTo>
                        <a:pt x="68961" y="116157"/>
                        <a:pt x="69437" y="115490"/>
                        <a:pt x="69342" y="115110"/>
                      </a:cubicBezTo>
                      <a:cubicBezTo>
                        <a:pt x="69342" y="115110"/>
                        <a:pt x="68866" y="115395"/>
                        <a:pt x="68294" y="115490"/>
                      </a:cubicBezTo>
                      <a:cubicBezTo>
                        <a:pt x="67723" y="115681"/>
                        <a:pt x="67342" y="115967"/>
                        <a:pt x="67342" y="116157"/>
                      </a:cubicBezTo>
                      <a:cubicBezTo>
                        <a:pt x="67342" y="116443"/>
                        <a:pt x="67342" y="116634"/>
                        <a:pt x="67532" y="117015"/>
                      </a:cubicBezTo>
                      <a:lnTo>
                        <a:pt x="68008" y="117015"/>
                      </a:lnTo>
                      <a:close/>
                      <a:moveTo>
                        <a:pt x="71628" y="32242"/>
                      </a:moveTo>
                      <a:cubicBezTo>
                        <a:pt x="71628" y="32718"/>
                        <a:pt x="71247" y="32909"/>
                        <a:pt x="70675" y="32909"/>
                      </a:cubicBezTo>
                      <a:cubicBezTo>
                        <a:pt x="70294" y="32718"/>
                        <a:pt x="70009" y="32528"/>
                        <a:pt x="69723" y="32242"/>
                      </a:cubicBezTo>
                      <a:cubicBezTo>
                        <a:pt x="69151" y="32052"/>
                        <a:pt x="68771" y="32242"/>
                        <a:pt x="68580" y="32909"/>
                      </a:cubicBezTo>
                      <a:lnTo>
                        <a:pt x="70675" y="32909"/>
                      </a:lnTo>
                      <a:cubicBezTo>
                        <a:pt x="70675" y="32909"/>
                        <a:pt x="71342" y="32909"/>
                        <a:pt x="71628" y="32242"/>
                      </a:cubicBezTo>
                      <a:close/>
                      <a:moveTo>
                        <a:pt x="71628" y="429"/>
                      </a:moveTo>
                      <a:cubicBezTo>
                        <a:pt x="72200" y="-143"/>
                        <a:pt x="73438" y="-143"/>
                        <a:pt x="75533" y="429"/>
                      </a:cubicBezTo>
                      <a:lnTo>
                        <a:pt x="71628" y="429"/>
                      </a:lnTo>
                      <a:close/>
                      <a:moveTo>
                        <a:pt x="75533" y="30432"/>
                      </a:moveTo>
                      <a:cubicBezTo>
                        <a:pt x="75533" y="30432"/>
                        <a:pt x="76009" y="29670"/>
                        <a:pt x="76009" y="28623"/>
                      </a:cubicBezTo>
                      <a:lnTo>
                        <a:pt x="74200" y="28623"/>
                      </a:lnTo>
                      <a:lnTo>
                        <a:pt x="75438" y="30432"/>
                      </a:lnTo>
                      <a:close/>
                      <a:moveTo>
                        <a:pt x="77819" y="429"/>
                      </a:moveTo>
                      <a:cubicBezTo>
                        <a:pt x="77152" y="905"/>
                        <a:pt x="76390" y="905"/>
                        <a:pt x="75533" y="429"/>
                      </a:cubicBezTo>
                      <a:lnTo>
                        <a:pt x="77819" y="429"/>
                      </a:lnTo>
                      <a:close/>
                      <a:moveTo>
                        <a:pt x="77819" y="114443"/>
                      </a:moveTo>
                      <a:cubicBezTo>
                        <a:pt x="77819" y="114443"/>
                        <a:pt x="78200" y="114729"/>
                        <a:pt x="78200" y="115300"/>
                      </a:cubicBezTo>
                      <a:cubicBezTo>
                        <a:pt x="78200" y="115872"/>
                        <a:pt x="78391" y="116253"/>
                        <a:pt x="78581" y="116538"/>
                      </a:cubicBezTo>
                      <a:cubicBezTo>
                        <a:pt x="78200" y="116729"/>
                        <a:pt x="77533" y="116157"/>
                        <a:pt x="76771" y="115110"/>
                      </a:cubicBezTo>
                      <a:lnTo>
                        <a:pt x="77724" y="114443"/>
                      </a:lnTo>
                      <a:close/>
                      <a:moveTo>
                        <a:pt x="82201" y="60912"/>
                      </a:moveTo>
                      <a:lnTo>
                        <a:pt x="82963" y="60341"/>
                      </a:lnTo>
                      <a:cubicBezTo>
                        <a:pt x="82963" y="60341"/>
                        <a:pt x="82582" y="60627"/>
                        <a:pt x="82201" y="60912"/>
                      </a:cubicBezTo>
                      <a:cubicBezTo>
                        <a:pt x="81248" y="59960"/>
                        <a:pt x="80486" y="59579"/>
                        <a:pt x="79915" y="59769"/>
                      </a:cubicBezTo>
                      <a:lnTo>
                        <a:pt x="79057" y="66056"/>
                      </a:lnTo>
                      <a:lnTo>
                        <a:pt x="80867" y="66056"/>
                      </a:lnTo>
                      <a:cubicBezTo>
                        <a:pt x="80391" y="64437"/>
                        <a:pt x="80867" y="62722"/>
                        <a:pt x="82201" y="60817"/>
                      </a:cubicBezTo>
                      <a:close/>
                      <a:moveTo>
                        <a:pt x="79057" y="111300"/>
                      </a:moveTo>
                      <a:lnTo>
                        <a:pt x="80391" y="108823"/>
                      </a:lnTo>
                      <a:lnTo>
                        <a:pt x="81629" y="108823"/>
                      </a:lnTo>
                      <a:lnTo>
                        <a:pt x="79057" y="111300"/>
                      </a:lnTo>
                      <a:close/>
                      <a:moveTo>
                        <a:pt x="81629" y="56531"/>
                      </a:moveTo>
                      <a:cubicBezTo>
                        <a:pt x="81629" y="56531"/>
                        <a:pt x="80772" y="56340"/>
                        <a:pt x="80200" y="56626"/>
                      </a:cubicBezTo>
                      <a:cubicBezTo>
                        <a:pt x="79724" y="57007"/>
                        <a:pt x="79343" y="57388"/>
                        <a:pt x="79343" y="57769"/>
                      </a:cubicBezTo>
                      <a:cubicBezTo>
                        <a:pt x="79343" y="58150"/>
                        <a:pt x="79534" y="58340"/>
                        <a:pt x="79819" y="58531"/>
                      </a:cubicBezTo>
                      <a:cubicBezTo>
                        <a:pt x="79819" y="58436"/>
                        <a:pt x="80296" y="58245"/>
                        <a:pt x="80963" y="58055"/>
                      </a:cubicBezTo>
                      <a:cubicBezTo>
                        <a:pt x="81629" y="57864"/>
                        <a:pt x="81820" y="57293"/>
                        <a:pt x="81629" y="56436"/>
                      </a:cubicBezTo>
                      <a:close/>
                      <a:moveTo>
                        <a:pt x="80867" y="46530"/>
                      </a:moveTo>
                      <a:lnTo>
                        <a:pt x="80391" y="48720"/>
                      </a:lnTo>
                      <a:lnTo>
                        <a:pt x="82201" y="48720"/>
                      </a:lnTo>
                      <a:lnTo>
                        <a:pt x="82201" y="47006"/>
                      </a:lnTo>
                      <a:cubicBezTo>
                        <a:pt x="82201" y="47006"/>
                        <a:pt x="81629" y="47006"/>
                        <a:pt x="80867" y="46530"/>
                      </a:cubicBezTo>
                      <a:close/>
                      <a:moveTo>
                        <a:pt x="90297" y="63008"/>
                      </a:moveTo>
                      <a:lnTo>
                        <a:pt x="87916" y="61484"/>
                      </a:lnTo>
                      <a:lnTo>
                        <a:pt x="87916" y="60627"/>
                      </a:lnTo>
                      <a:lnTo>
                        <a:pt x="90297" y="59198"/>
                      </a:lnTo>
                      <a:lnTo>
                        <a:pt x="87916" y="57198"/>
                      </a:lnTo>
                      <a:lnTo>
                        <a:pt x="87916" y="60722"/>
                      </a:lnTo>
                      <a:lnTo>
                        <a:pt x="87249" y="61007"/>
                      </a:lnTo>
                      <a:lnTo>
                        <a:pt x="87916" y="61484"/>
                      </a:lnTo>
                      <a:lnTo>
                        <a:pt x="87916" y="64818"/>
                      </a:lnTo>
                      <a:lnTo>
                        <a:pt x="88582" y="62532"/>
                      </a:lnTo>
                      <a:lnTo>
                        <a:pt x="90392" y="63008"/>
                      </a:lnTo>
                      <a:close/>
                      <a:moveTo>
                        <a:pt x="91154" y="40148"/>
                      </a:moveTo>
                      <a:lnTo>
                        <a:pt x="91154" y="38148"/>
                      </a:lnTo>
                      <a:cubicBezTo>
                        <a:pt x="89916" y="37767"/>
                        <a:pt x="89059" y="38148"/>
                        <a:pt x="88582" y="39290"/>
                      </a:cubicBezTo>
                      <a:cubicBezTo>
                        <a:pt x="88773" y="39862"/>
                        <a:pt x="89154" y="40148"/>
                        <a:pt x="89725" y="40148"/>
                      </a:cubicBezTo>
                      <a:lnTo>
                        <a:pt x="91154" y="40148"/>
                      </a:lnTo>
                      <a:close/>
                      <a:moveTo>
                        <a:pt x="104775" y="67865"/>
                      </a:moveTo>
                      <a:lnTo>
                        <a:pt x="105156" y="67485"/>
                      </a:lnTo>
                      <a:cubicBezTo>
                        <a:pt x="105156" y="67485"/>
                        <a:pt x="105537" y="67199"/>
                        <a:pt x="105823" y="66627"/>
                      </a:cubicBezTo>
                      <a:cubicBezTo>
                        <a:pt x="107251" y="68056"/>
                        <a:pt x="108013" y="68818"/>
                        <a:pt x="108394" y="68818"/>
                      </a:cubicBezTo>
                      <a:cubicBezTo>
                        <a:pt x="107823" y="68437"/>
                        <a:pt x="107251" y="67675"/>
                        <a:pt x="106489" y="66437"/>
                      </a:cubicBezTo>
                      <a:cubicBezTo>
                        <a:pt x="105823" y="65198"/>
                        <a:pt x="104965" y="64722"/>
                        <a:pt x="104013" y="64722"/>
                      </a:cubicBezTo>
                      <a:lnTo>
                        <a:pt x="105823" y="66532"/>
                      </a:lnTo>
                      <a:lnTo>
                        <a:pt x="105156" y="67389"/>
                      </a:lnTo>
                      <a:lnTo>
                        <a:pt x="104775" y="67389"/>
                      </a:lnTo>
                      <a:lnTo>
                        <a:pt x="104775" y="67865"/>
                      </a:lnTo>
                      <a:lnTo>
                        <a:pt x="104965" y="67865"/>
                      </a:lnTo>
                      <a:lnTo>
                        <a:pt x="105251" y="71009"/>
                      </a:lnTo>
                      <a:cubicBezTo>
                        <a:pt x="104108" y="70628"/>
                        <a:pt x="102394" y="69866"/>
                        <a:pt x="100203" y="68723"/>
                      </a:cubicBezTo>
                      <a:lnTo>
                        <a:pt x="100393" y="68723"/>
                      </a:lnTo>
                      <a:lnTo>
                        <a:pt x="99536" y="67865"/>
                      </a:lnTo>
                      <a:lnTo>
                        <a:pt x="100870" y="66532"/>
                      </a:lnTo>
                      <a:cubicBezTo>
                        <a:pt x="100298" y="66532"/>
                        <a:pt x="99536" y="66437"/>
                        <a:pt x="98298" y="65961"/>
                      </a:cubicBezTo>
                      <a:cubicBezTo>
                        <a:pt x="97060" y="65580"/>
                        <a:pt x="96202" y="65389"/>
                        <a:pt x="95536" y="65389"/>
                      </a:cubicBezTo>
                      <a:cubicBezTo>
                        <a:pt x="94774" y="65389"/>
                        <a:pt x="94107" y="65675"/>
                        <a:pt x="93440" y="66056"/>
                      </a:cubicBezTo>
                      <a:cubicBezTo>
                        <a:pt x="96202" y="66246"/>
                        <a:pt x="97631" y="67294"/>
                        <a:pt x="97631" y="69199"/>
                      </a:cubicBezTo>
                      <a:cubicBezTo>
                        <a:pt x="97631" y="69580"/>
                        <a:pt x="97536" y="70056"/>
                        <a:pt x="97250" y="70532"/>
                      </a:cubicBezTo>
                      <a:lnTo>
                        <a:pt x="91630" y="71009"/>
                      </a:lnTo>
                      <a:lnTo>
                        <a:pt x="92964" y="72342"/>
                      </a:lnTo>
                      <a:lnTo>
                        <a:pt x="94202" y="71009"/>
                      </a:lnTo>
                      <a:cubicBezTo>
                        <a:pt x="94202" y="71009"/>
                        <a:pt x="94678" y="71295"/>
                        <a:pt x="95536" y="71771"/>
                      </a:cubicBezTo>
                      <a:cubicBezTo>
                        <a:pt x="95536" y="71961"/>
                        <a:pt x="95250" y="72247"/>
                        <a:pt x="94774" y="72819"/>
                      </a:cubicBezTo>
                      <a:cubicBezTo>
                        <a:pt x="95059" y="72819"/>
                        <a:pt x="96393" y="73200"/>
                        <a:pt x="98679" y="74152"/>
                      </a:cubicBezTo>
                      <a:lnTo>
                        <a:pt x="98679" y="72342"/>
                      </a:lnTo>
                      <a:cubicBezTo>
                        <a:pt x="99155" y="72152"/>
                        <a:pt x="99822" y="72342"/>
                        <a:pt x="100489" y="72723"/>
                      </a:cubicBezTo>
                      <a:cubicBezTo>
                        <a:pt x="101155" y="73200"/>
                        <a:pt x="101536" y="73485"/>
                        <a:pt x="101727" y="73581"/>
                      </a:cubicBezTo>
                      <a:lnTo>
                        <a:pt x="97822" y="69104"/>
                      </a:lnTo>
                      <a:lnTo>
                        <a:pt x="99155" y="67770"/>
                      </a:lnTo>
                      <a:cubicBezTo>
                        <a:pt x="99155" y="67770"/>
                        <a:pt x="99536" y="67770"/>
                        <a:pt x="99727" y="68056"/>
                      </a:cubicBezTo>
                      <a:cubicBezTo>
                        <a:pt x="99917" y="68151"/>
                        <a:pt x="100108" y="68437"/>
                        <a:pt x="100298" y="68628"/>
                      </a:cubicBezTo>
                      <a:lnTo>
                        <a:pt x="99631" y="69104"/>
                      </a:lnTo>
                      <a:cubicBezTo>
                        <a:pt x="101060" y="71104"/>
                        <a:pt x="103727" y="71676"/>
                        <a:pt x="107728" y="70914"/>
                      </a:cubicBezTo>
                      <a:lnTo>
                        <a:pt x="104775" y="67580"/>
                      </a:lnTo>
                      <a:close/>
                      <a:moveTo>
                        <a:pt x="96488" y="78343"/>
                      </a:moveTo>
                      <a:lnTo>
                        <a:pt x="96488" y="75676"/>
                      </a:lnTo>
                      <a:lnTo>
                        <a:pt x="96012" y="75676"/>
                      </a:lnTo>
                      <a:lnTo>
                        <a:pt x="96012" y="78343"/>
                      </a:lnTo>
                      <a:lnTo>
                        <a:pt x="96488" y="78343"/>
                      </a:lnTo>
                      <a:close/>
                      <a:moveTo>
                        <a:pt x="106585" y="77486"/>
                      </a:moveTo>
                      <a:lnTo>
                        <a:pt x="106585" y="76152"/>
                      </a:lnTo>
                      <a:cubicBezTo>
                        <a:pt x="106108" y="76152"/>
                        <a:pt x="105156" y="75962"/>
                        <a:pt x="104013" y="75771"/>
                      </a:cubicBezTo>
                      <a:cubicBezTo>
                        <a:pt x="102775" y="75486"/>
                        <a:pt x="101917" y="75390"/>
                        <a:pt x="101251" y="75390"/>
                      </a:cubicBezTo>
                      <a:cubicBezTo>
                        <a:pt x="99631" y="75390"/>
                        <a:pt x="98488" y="76057"/>
                        <a:pt x="97822" y="77390"/>
                      </a:cubicBezTo>
                      <a:lnTo>
                        <a:pt x="106585" y="77390"/>
                      </a:lnTo>
                      <a:close/>
                      <a:moveTo>
                        <a:pt x="105251" y="73009"/>
                      </a:moveTo>
                      <a:lnTo>
                        <a:pt x="107061" y="73771"/>
                      </a:lnTo>
                      <a:lnTo>
                        <a:pt x="106585" y="73009"/>
                      </a:lnTo>
                      <a:lnTo>
                        <a:pt x="105251" y="73009"/>
                      </a:lnTo>
                      <a:close/>
                      <a:moveTo>
                        <a:pt x="132397" y="49673"/>
                      </a:moveTo>
                      <a:cubicBezTo>
                        <a:pt x="134302" y="49101"/>
                        <a:pt x="135350" y="48054"/>
                        <a:pt x="135541" y="46625"/>
                      </a:cubicBezTo>
                      <a:cubicBezTo>
                        <a:pt x="135541" y="45482"/>
                        <a:pt x="136493" y="45006"/>
                        <a:pt x="138113" y="45101"/>
                      </a:cubicBezTo>
                      <a:cubicBezTo>
                        <a:pt x="137636" y="44720"/>
                        <a:pt x="137255" y="44434"/>
                        <a:pt x="136874" y="44434"/>
                      </a:cubicBezTo>
                      <a:cubicBezTo>
                        <a:pt x="136207" y="44434"/>
                        <a:pt x="135255" y="45672"/>
                        <a:pt x="133731" y="48244"/>
                      </a:cubicBezTo>
                      <a:lnTo>
                        <a:pt x="133255" y="47387"/>
                      </a:lnTo>
                      <a:lnTo>
                        <a:pt x="133731" y="46434"/>
                      </a:lnTo>
                      <a:lnTo>
                        <a:pt x="128873" y="44625"/>
                      </a:lnTo>
                      <a:cubicBezTo>
                        <a:pt x="126111" y="47863"/>
                        <a:pt x="122587" y="50244"/>
                        <a:pt x="118300" y="51959"/>
                      </a:cubicBezTo>
                      <a:cubicBezTo>
                        <a:pt x="118300" y="52149"/>
                        <a:pt x="117824" y="52721"/>
                        <a:pt x="117253" y="53769"/>
                      </a:cubicBezTo>
                      <a:cubicBezTo>
                        <a:pt x="116681" y="54721"/>
                        <a:pt x="116396" y="55388"/>
                        <a:pt x="116396" y="55578"/>
                      </a:cubicBezTo>
                      <a:cubicBezTo>
                        <a:pt x="116396" y="55959"/>
                        <a:pt x="116681" y="56055"/>
                        <a:pt x="117062" y="55959"/>
                      </a:cubicBezTo>
                      <a:cubicBezTo>
                        <a:pt x="117348" y="55007"/>
                        <a:pt x="118015" y="54626"/>
                        <a:pt x="119158" y="54626"/>
                      </a:cubicBezTo>
                      <a:lnTo>
                        <a:pt x="120110" y="54626"/>
                      </a:lnTo>
                      <a:lnTo>
                        <a:pt x="119158" y="53292"/>
                      </a:lnTo>
                      <a:lnTo>
                        <a:pt x="120110" y="51959"/>
                      </a:lnTo>
                      <a:cubicBezTo>
                        <a:pt x="121063" y="51959"/>
                        <a:pt x="122110" y="51482"/>
                        <a:pt x="123158" y="50911"/>
                      </a:cubicBezTo>
                      <a:cubicBezTo>
                        <a:pt x="124206" y="50340"/>
                        <a:pt x="125063" y="50054"/>
                        <a:pt x="125635" y="50054"/>
                      </a:cubicBezTo>
                      <a:cubicBezTo>
                        <a:pt x="126111" y="50054"/>
                        <a:pt x="126492" y="50054"/>
                        <a:pt x="127063" y="50149"/>
                      </a:cubicBezTo>
                      <a:lnTo>
                        <a:pt x="124492" y="54626"/>
                      </a:lnTo>
                      <a:cubicBezTo>
                        <a:pt x="125254" y="54816"/>
                        <a:pt x="125825" y="54912"/>
                        <a:pt x="126397" y="54912"/>
                      </a:cubicBezTo>
                      <a:cubicBezTo>
                        <a:pt x="127254" y="54912"/>
                        <a:pt x="127730" y="54531"/>
                        <a:pt x="127730" y="53769"/>
                      </a:cubicBezTo>
                      <a:cubicBezTo>
                        <a:pt x="127730" y="53388"/>
                        <a:pt x="127730" y="52911"/>
                        <a:pt x="127540" y="52245"/>
                      </a:cubicBezTo>
                      <a:cubicBezTo>
                        <a:pt x="127540" y="51578"/>
                        <a:pt x="127349" y="51006"/>
                        <a:pt x="127349" y="50530"/>
                      </a:cubicBezTo>
                      <a:cubicBezTo>
                        <a:pt x="127349" y="49197"/>
                        <a:pt x="127825" y="48149"/>
                        <a:pt x="128778" y="47292"/>
                      </a:cubicBezTo>
                      <a:lnTo>
                        <a:pt x="130111" y="48435"/>
                      </a:lnTo>
                      <a:cubicBezTo>
                        <a:pt x="130111" y="48435"/>
                        <a:pt x="130588" y="48244"/>
                        <a:pt x="130778" y="48149"/>
                      </a:cubicBezTo>
                      <a:cubicBezTo>
                        <a:pt x="130302" y="47387"/>
                        <a:pt x="130111" y="47006"/>
                        <a:pt x="130111" y="46720"/>
                      </a:cubicBezTo>
                      <a:cubicBezTo>
                        <a:pt x="130016" y="46148"/>
                        <a:pt x="130492" y="45672"/>
                        <a:pt x="131445" y="45482"/>
                      </a:cubicBezTo>
                      <a:lnTo>
                        <a:pt x="133255" y="48244"/>
                      </a:lnTo>
                      <a:lnTo>
                        <a:pt x="132017" y="49578"/>
                      </a:lnTo>
                      <a:cubicBezTo>
                        <a:pt x="132017" y="49578"/>
                        <a:pt x="132017" y="50244"/>
                        <a:pt x="132493" y="50530"/>
                      </a:cubicBezTo>
                      <a:cubicBezTo>
                        <a:pt x="132969" y="50911"/>
                        <a:pt x="133159" y="51197"/>
                        <a:pt x="133255" y="51387"/>
                      </a:cubicBezTo>
                      <a:lnTo>
                        <a:pt x="132493" y="49578"/>
                      </a:lnTo>
                      <a:close/>
                      <a:moveTo>
                        <a:pt x="126206" y="6334"/>
                      </a:moveTo>
                      <a:lnTo>
                        <a:pt x="126206" y="8334"/>
                      </a:lnTo>
                      <a:lnTo>
                        <a:pt x="127063" y="8334"/>
                      </a:lnTo>
                      <a:lnTo>
                        <a:pt x="127063" y="6334"/>
                      </a:lnTo>
                      <a:lnTo>
                        <a:pt x="126206" y="6334"/>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 name="Google Shape;838;p99"/>
                <p:cNvSpPr/>
                <p:nvPr/>
              </p:nvSpPr>
              <p:spPr>
                <a:xfrm>
                  <a:off x="3741895" y="3908298"/>
                  <a:ext cx="127539" cy="156019"/>
                </a:xfrm>
                <a:custGeom>
                  <a:avLst/>
                  <a:gdLst/>
                  <a:ahLst/>
                  <a:cxnLst/>
                  <a:rect l="l" t="t" r="r" b="b"/>
                  <a:pathLst>
                    <a:path w="127539" h="156019" extrusionOk="0">
                      <a:moveTo>
                        <a:pt x="99250" y="127540"/>
                      </a:moveTo>
                      <a:cubicBezTo>
                        <a:pt x="98869" y="129159"/>
                        <a:pt x="98584" y="130778"/>
                        <a:pt x="98584" y="132207"/>
                      </a:cubicBezTo>
                      <a:cubicBezTo>
                        <a:pt x="98584" y="134398"/>
                        <a:pt x="99155" y="136970"/>
                        <a:pt x="100203" y="139827"/>
                      </a:cubicBezTo>
                      <a:cubicBezTo>
                        <a:pt x="101727" y="143351"/>
                        <a:pt x="102584" y="145732"/>
                        <a:pt x="102775" y="146780"/>
                      </a:cubicBezTo>
                      <a:cubicBezTo>
                        <a:pt x="103346" y="147447"/>
                        <a:pt x="103537" y="148114"/>
                        <a:pt x="103537" y="148780"/>
                      </a:cubicBezTo>
                      <a:cubicBezTo>
                        <a:pt x="103537" y="149542"/>
                        <a:pt x="103060" y="150495"/>
                        <a:pt x="102108" y="151638"/>
                      </a:cubicBezTo>
                      <a:cubicBezTo>
                        <a:pt x="100679" y="153257"/>
                        <a:pt x="99917" y="154305"/>
                        <a:pt x="99727" y="154591"/>
                      </a:cubicBezTo>
                      <a:cubicBezTo>
                        <a:pt x="98584" y="154400"/>
                        <a:pt x="97441" y="154305"/>
                        <a:pt x="96107" y="154305"/>
                      </a:cubicBezTo>
                      <a:cubicBezTo>
                        <a:pt x="94774" y="154305"/>
                        <a:pt x="92869" y="154496"/>
                        <a:pt x="90202" y="154686"/>
                      </a:cubicBezTo>
                      <a:cubicBezTo>
                        <a:pt x="87630" y="154972"/>
                        <a:pt x="85725" y="155067"/>
                        <a:pt x="84582" y="155067"/>
                      </a:cubicBezTo>
                      <a:cubicBezTo>
                        <a:pt x="80010" y="155067"/>
                        <a:pt x="76771" y="153638"/>
                        <a:pt x="74676" y="150686"/>
                      </a:cubicBezTo>
                      <a:cubicBezTo>
                        <a:pt x="75343" y="149257"/>
                        <a:pt x="75628" y="147923"/>
                        <a:pt x="75628" y="146685"/>
                      </a:cubicBezTo>
                      <a:cubicBezTo>
                        <a:pt x="75628" y="144971"/>
                        <a:pt x="74676" y="142970"/>
                        <a:pt x="72866" y="140779"/>
                      </a:cubicBezTo>
                      <a:cubicBezTo>
                        <a:pt x="70294" y="137731"/>
                        <a:pt x="68771" y="135731"/>
                        <a:pt x="68294" y="134779"/>
                      </a:cubicBezTo>
                      <a:cubicBezTo>
                        <a:pt x="67818" y="134588"/>
                        <a:pt x="67151" y="134398"/>
                        <a:pt x="66484" y="134398"/>
                      </a:cubicBezTo>
                      <a:cubicBezTo>
                        <a:pt x="65627" y="134398"/>
                        <a:pt x="64103" y="134683"/>
                        <a:pt x="62103" y="135160"/>
                      </a:cubicBezTo>
                      <a:cubicBezTo>
                        <a:pt x="60103" y="135636"/>
                        <a:pt x="58579" y="135922"/>
                        <a:pt x="57721" y="135922"/>
                      </a:cubicBezTo>
                      <a:cubicBezTo>
                        <a:pt x="55531" y="135922"/>
                        <a:pt x="54102" y="134874"/>
                        <a:pt x="53530" y="132969"/>
                      </a:cubicBezTo>
                      <a:lnTo>
                        <a:pt x="52197" y="132969"/>
                      </a:lnTo>
                      <a:cubicBezTo>
                        <a:pt x="52197" y="132112"/>
                        <a:pt x="52006" y="131159"/>
                        <a:pt x="51721" y="129826"/>
                      </a:cubicBezTo>
                      <a:cubicBezTo>
                        <a:pt x="51435" y="128588"/>
                        <a:pt x="51149" y="127730"/>
                        <a:pt x="51149" y="127254"/>
                      </a:cubicBezTo>
                      <a:cubicBezTo>
                        <a:pt x="51149" y="126397"/>
                        <a:pt x="51530" y="125730"/>
                        <a:pt x="52197" y="125158"/>
                      </a:cubicBezTo>
                      <a:cubicBezTo>
                        <a:pt x="51625" y="124301"/>
                        <a:pt x="51340" y="123539"/>
                        <a:pt x="51340" y="122777"/>
                      </a:cubicBezTo>
                      <a:cubicBezTo>
                        <a:pt x="51340" y="122111"/>
                        <a:pt x="51625" y="121158"/>
                        <a:pt x="52197" y="119824"/>
                      </a:cubicBezTo>
                      <a:cubicBezTo>
                        <a:pt x="52768" y="118586"/>
                        <a:pt x="52959" y="117634"/>
                        <a:pt x="52959" y="116872"/>
                      </a:cubicBezTo>
                      <a:cubicBezTo>
                        <a:pt x="52959" y="116491"/>
                        <a:pt x="52864" y="115919"/>
                        <a:pt x="52673" y="115348"/>
                      </a:cubicBezTo>
                      <a:cubicBezTo>
                        <a:pt x="53626" y="113633"/>
                        <a:pt x="56483" y="112871"/>
                        <a:pt x="61246" y="112681"/>
                      </a:cubicBezTo>
                      <a:cubicBezTo>
                        <a:pt x="65532" y="112490"/>
                        <a:pt x="67723" y="111823"/>
                        <a:pt x="67723" y="110395"/>
                      </a:cubicBezTo>
                      <a:cubicBezTo>
                        <a:pt x="67723" y="109442"/>
                        <a:pt x="67151" y="108204"/>
                        <a:pt x="65913" y="106394"/>
                      </a:cubicBezTo>
                      <a:lnTo>
                        <a:pt x="68199" y="106394"/>
                      </a:lnTo>
                      <a:cubicBezTo>
                        <a:pt x="68199" y="107251"/>
                        <a:pt x="68389" y="108299"/>
                        <a:pt x="69056" y="109538"/>
                      </a:cubicBezTo>
                      <a:cubicBezTo>
                        <a:pt x="69437" y="109252"/>
                        <a:pt x="69628" y="108299"/>
                        <a:pt x="69723" y="106871"/>
                      </a:cubicBezTo>
                      <a:cubicBezTo>
                        <a:pt x="69818" y="105728"/>
                        <a:pt x="70390" y="105061"/>
                        <a:pt x="71533" y="104965"/>
                      </a:cubicBezTo>
                      <a:lnTo>
                        <a:pt x="69628" y="102965"/>
                      </a:lnTo>
                      <a:lnTo>
                        <a:pt x="71533" y="102489"/>
                      </a:lnTo>
                      <a:lnTo>
                        <a:pt x="70009" y="101155"/>
                      </a:lnTo>
                      <a:cubicBezTo>
                        <a:pt x="70009" y="101155"/>
                        <a:pt x="70485" y="101441"/>
                        <a:pt x="70866" y="101441"/>
                      </a:cubicBezTo>
                      <a:cubicBezTo>
                        <a:pt x="71342" y="101441"/>
                        <a:pt x="71914" y="101251"/>
                        <a:pt x="72676" y="100774"/>
                      </a:cubicBezTo>
                      <a:cubicBezTo>
                        <a:pt x="73438" y="100298"/>
                        <a:pt x="74009" y="100013"/>
                        <a:pt x="74390" y="100013"/>
                      </a:cubicBezTo>
                      <a:cubicBezTo>
                        <a:pt x="74962" y="100013"/>
                        <a:pt x="75247" y="100584"/>
                        <a:pt x="75343" y="101632"/>
                      </a:cubicBezTo>
                      <a:cubicBezTo>
                        <a:pt x="74962" y="101632"/>
                        <a:pt x="73723" y="102013"/>
                        <a:pt x="71438" y="102965"/>
                      </a:cubicBezTo>
                      <a:cubicBezTo>
                        <a:pt x="71438" y="102965"/>
                        <a:pt x="72390" y="103632"/>
                        <a:pt x="74009" y="104584"/>
                      </a:cubicBezTo>
                      <a:cubicBezTo>
                        <a:pt x="74962" y="105251"/>
                        <a:pt x="75438" y="105918"/>
                        <a:pt x="75438" y="106585"/>
                      </a:cubicBezTo>
                      <a:cubicBezTo>
                        <a:pt x="75438" y="106966"/>
                        <a:pt x="75438" y="107251"/>
                        <a:pt x="75343" y="107632"/>
                      </a:cubicBezTo>
                      <a:cubicBezTo>
                        <a:pt x="75819" y="107251"/>
                        <a:pt x="76200" y="106680"/>
                        <a:pt x="76486" y="105823"/>
                      </a:cubicBezTo>
                      <a:cubicBezTo>
                        <a:pt x="76676" y="104870"/>
                        <a:pt x="76676" y="104204"/>
                        <a:pt x="76295" y="103822"/>
                      </a:cubicBezTo>
                      <a:lnTo>
                        <a:pt x="78391" y="101632"/>
                      </a:lnTo>
                      <a:lnTo>
                        <a:pt x="74009" y="97441"/>
                      </a:lnTo>
                      <a:lnTo>
                        <a:pt x="74485" y="96583"/>
                      </a:lnTo>
                      <a:cubicBezTo>
                        <a:pt x="74485" y="96583"/>
                        <a:pt x="73723" y="95917"/>
                        <a:pt x="73342" y="95917"/>
                      </a:cubicBezTo>
                      <a:cubicBezTo>
                        <a:pt x="73152" y="95917"/>
                        <a:pt x="72676" y="96203"/>
                        <a:pt x="72009" y="96774"/>
                      </a:cubicBezTo>
                      <a:cubicBezTo>
                        <a:pt x="71342" y="97250"/>
                        <a:pt x="70580" y="97536"/>
                        <a:pt x="70009" y="97441"/>
                      </a:cubicBezTo>
                      <a:cubicBezTo>
                        <a:pt x="69818" y="97346"/>
                        <a:pt x="68389" y="97250"/>
                        <a:pt x="65818" y="97250"/>
                      </a:cubicBezTo>
                      <a:cubicBezTo>
                        <a:pt x="64294" y="97250"/>
                        <a:pt x="63532" y="96203"/>
                        <a:pt x="63436" y="94107"/>
                      </a:cubicBezTo>
                      <a:cubicBezTo>
                        <a:pt x="62484" y="93726"/>
                        <a:pt x="62103" y="93059"/>
                        <a:pt x="62103" y="92107"/>
                      </a:cubicBezTo>
                      <a:cubicBezTo>
                        <a:pt x="62103" y="91726"/>
                        <a:pt x="62198" y="90964"/>
                        <a:pt x="62484" y="89916"/>
                      </a:cubicBezTo>
                      <a:cubicBezTo>
                        <a:pt x="62674" y="88868"/>
                        <a:pt x="62770" y="88106"/>
                        <a:pt x="62770" y="87535"/>
                      </a:cubicBezTo>
                      <a:cubicBezTo>
                        <a:pt x="62770" y="86106"/>
                        <a:pt x="61913" y="85249"/>
                        <a:pt x="60198" y="85058"/>
                      </a:cubicBezTo>
                      <a:cubicBezTo>
                        <a:pt x="59817" y="84487"/>
                        <a:pt x="59722" y="83915"/>
                        <a:pt x="59722" y="83058"/>
                      </a:cubicBezTo>
                      <a:cubicBezTo>
                        <a:pt x="59722" y="82677"/>
                        <a:pt x="59722" y="82201"/>
                        <a:pt x="59912" y="81439"/>
                      </a:cubicBezTo>
                      <a:cubicBezTo>
                        <a:pt x="60007" y="80677"/>
                        <a:pt x="60103" y="80296"/>
                        <a:pt x="60103" y="79915"/>
                      </a:cubicBezTo>
                      <a:cubicBezTo>
                        <a:pt x="60103" y="78772"/>
                        <a:pt x="59531" y="77914"/>
                        <a:pt x="58483" y="77248"/>
                      </a:cubicBezTo>
                      <a:lnTo>
                        <a:pt x="56769" y="76771"/>
                      </a:lnTo>
                      <a:cubicBezTo>
                        <a:pt x="57626" y="75724"/>
                        <a:pt x="58007" y="74486"/>
                        <a:pt x="58007" y="73247"/>
                      </a:cubicBezTo>
                      <a:cubicBezTo>
                        <a:pt x="58007" y="72104"/>
                        <a:pt x="57626" y="70771"/>
                        <a:pt x="56864" y="69056"/>
                      </a:cubicBezTo>
                      <a:cubicBezTo>
                        <a:pt x="56197" y="67818"/>
                        <a:pt x="55531" y="66580"/>
                        <a:pt x="54864" y="65151"/>
                      </a:cubicBezTo>
                      <a:cubicBezTo>
                        <a:pt x="55435" y="64865"/>
                        <a:pt x="55721" y="64294"/>
                        <a:pt x="55817" y="63722"/>
                      </a:cubicBezTo>
                      <a:cubicBezTo>
                        <a:pt x="55912" y="62960"/>
                        <a:pt x="55626" y="62389"/>
                        <a:pt x="54864" y="62103"/>
                      </a:cubicBezTo>
                      <a:lnTo>
                        <a:pt x="52292" y="62579"/>
                      </a:lnTo>
                      <a:lnTo>
                        <a:pt x="51625" y="57912"/>
                      </a:lnTo>
                      <a:cubicBezTo>
                        <a:pt x="50768" y="58103"/>
                        <a:pt x="50292" y="58769"/>
                        <a:pt x="50292" y="59817"/>
                      </a:cubicBezTo>
                      <a:cubicBezTo>
                        <a:pt x="50292" y="60960"/>
                        <a:pt x="49625" y="61722"/>
                        <a:pt x="48577" y="62008"/>
                      </a:cubicBezTo>
                      <a:cubicBezTo>
                        <a:pt x="48768" y="62674"/>
                        <a:pt x="48958" y="63246"/>
                        <a:pt x="48958" y="63817"/>
                      </a:cubicBezTo>
                      <a:cubicBezTo>
                        <a:pt x="48958" y="64770"/>
                        <a:pt x="48577" y="66199"/>
                        <a:pt x="47625" y="68008"/>
                      </a:cubicBezTo>
                      <a:cubicBezTo>
                        <a:pt x="46768" y="69818"/>
                        <a:pt x="46387" y="71628"/>
                        <a:pt x="46482" y="73438"/>
                      </a:cubicBezTo>
                      <a:cubicBezTo>
                        <a:pt x="44863" y="74390"/>
                        <a:pt x="43910" y="75819"/>
                        <a:pt x="43720" y="77914"/>
                      </a:cubicBezTo>
                      <a:cubicBezTo>
                        <a:pt x="43434" y="80963"/>
                        <a:pt x="43148" y="82582"/>
                        <a:pt x="42863" y="82963"/>
                      </a:cubicBezTo>
                      <a:cubicBezTo>
                        <a:pt x="42386" y="82867"/>
                        <a:pt x="41624" y="83629"/>
                        <a:pt x="40767" y="85344"/>
                      </a:cubicBezTo>
                      <a:cubicBezTo>
                        <a:pt x="39814" y="87439"/>
                        <a:pt x="38862" y="88868"/>
                        <a:pt x="37814" y="89535"/>
                      </a:cubicBezTo>
                      <a:cubicBezTo>
                        <a:pt x="37814" y="89821"/>
                        <a:pt x="38290" y="90392"/>
                        <a:pt x="39052" y="91345"/>
                      </a:cubicBezTo>
                      <a:lnTo>
                        <a:pt x="40196" y="90011"/>
                      </a:lnTo>
                      <a:cubicBezTo>
                        <a:pt x="40196" y="90011"/>
                        <a:pt x="40576" y="90392"/>
                        <a:pt x="40576" y="90488"/>
                      </a:cubicBezTo>
                      <a:cubicBezTo>
                        <a:pt x="40576" y="90868"/>
                        <a:pt x="40386" y="91440"/>
                        <a:pt x="39910" y="92297"/>
                      </a:cubicBezTo>
                      <a:cubicBezTo>
                        <a:pt x="39433" y="93250"/>
                        <a:pt x="39148" y="93726"/>
                        <a:pt x="39148" y="94012"/>
                      </a:cubicBezTo>
                      <a:cubicBezTo>
                        <a:pt x="38290" y="95250"/>
                        <a:pt x="37909" y="95821"/>
                        <a:pt x="37909" y="95917"/>
                      </a:cubicBezTo>
                      <a:lnTo>
                        <a:pt x="39148" y="97250"/>
                      </a:lnTo>
                      <a:cubicBezTo>
                        <a:pt x="39529" y="96679"/>
                        <a:pt x="39910" y="96393"/>
                        <a:pt x="40291" y="96393"/>
                      </a:cubicBezTo>
                      <a:lnTo>
                        <a:pt x="40291" y="97822"/>
                      </a:lnTo>
                      <a:cubicBezTo>
                        <a:pt x="40291" y="97822"/>
                        <a:pt x="39529" y="97441"/>
                        <a:pt x="39148" y="97441"/>
                      </a:cubicBezTo>
                      <a:cubicBezTo>
                        <a:pt x="38290" y="97441"/>
                        <a:pt x="37624" y="98584"/>
                        <a:pt x="37243" y="100774"/>
                      </a:cubicBezTo>
                      <a:cubicBezTo>
                        <a:pt x="36671" y="103346"/>
                        <a:pt x="36100" y="104870"/>
                        <a:pt x="35338" y="105442"/>
                      </a:cubicBezTo>
                      <a:cubicBezTo>
                        <a:pt x="36004" y="105918"/>
                        <a:pt x="36385" y="107156"/>
                        <a:pt x="36767" y="109061"/>
                      </a:cubicBezTo>
                      <a:cubicBezTo>
                        <a:pt x="37052" y="110871"/>
                        <a:pt x="37909" y="112014"/>
                        <a:pt x="39148" y="112490"/>
                      </a:cubicBezTo>
                      <a:cubicBezTo>
                        <a:pt x="39814" y="112014"/>
                        <a:pt x="41338" y="111823"/>
                        <a:pt x="43720" y="112014"/>
                      </a:cubicBezTo>
                      <a:cubicBezTo>
                        <a:pt x="45815" y="112014"/>
                        <a:pt x="46958" y="111728"/>
                        <a:pt x="47339" y="111157"/>
                      </a:cubicBezTo>
                      <a:cubicBezTo>
                        <a:pt x="47339" y="112300"/>
                        <a:pt x="47815" y="115062"/>
                        <a:pt x="48482" y="119158"/>
                      </a:cubicBezTo>
                      <a:cubicBezTo>
                        <a:pt x="49054" y="122396"/>
                        <a:pt x="49339" y="124968"/>
                        <a:pt x="49339" y="126968"/>
                      </a:cubicBezTo>
                      <a:cubicBezTo>
                        <a:pt x="49339" y="130112"/>
                        <a:pt x="48863" y="133064"/>
                        <a:pt x="47815" y="135826"/>
                      </a:cubicBezTo>
                      <a:cubicBezTo>
                        <a:pt x="46292" y="136303"/>
                        <a:pt x="43815" y="136398"/>
                        <a:pt x="40291" y="136303"/>
                      </a:cubicBezTo>
                      <a:cubicBezTo>
                        <a:pt x="36767" y="136207"/>
                        <a:pt x="34099" y="136588"/>
                        <a:pt x="32290" y="137636"/>
                      </a:cubicBezTo>
                      <a:lnTo>
                        <a:pt x="33052" y="138113"/>
                      </a:lnTo>
                      <a:cubicBezTo>
                        <a:pt x="30480" y="138779"/>
                        <a:pt x="28956" y="140684"/>
                        <a:pt x="28480" y="144018"/>
                      </a:cubicBezTo>
                      <a:cubicBezTo>
                        <a:pt x="28289" y="146685"/>
                        <a:pt x="28003" y="149257"/>
                        <a:pt x="27718" y="151829"/>
                      </a:cubicBezTo>
                      <a:cubicBezTo>
                        <a:pt x="26956" y="154400"/>
                        <a:pt x="24765" y="155543"/>
                        <a:pt x="21050" y="155162"/>
                      </a:cubicBezTo>
                      <a:cubicBezTo>
                        <a:pt x="20764" y="155638"/>
                        <a:pt x="20288" y="156020"/>
                        <a:pt x="19717" y="156020"/>
                      </a:cubicBezTo>
                      <a:cubicBezTo>
                        <a:pt x="19240" y="156020"/>
                        <a:pt x="18574" y="155734"/>
                        <a:pt x="17526" y="155162"/>
                      </a:cubicBezTo>
                      <a:cubicBezTo>
                        <a:pt x="16478" y="154591"/>
                        <a:pt x="15716" y="154305"/>
                        <a:pt x="15240" y="154305"/>
                      </a:cubicBezTo>
                      <a:cubicBezTo>
                        <a:pt x="14764" y="154305"/>
                        <a:pt x="14097" y="154210"/>
                        <a:pt x="13240" y="154210"/>
                      </a:cubicBezTo>
                      <a:cubicBezTo>
                        <a:pt x="12478" y="154210"/>
                        <a:pt x="11430" y="154305"/>
                        <a:pt x="9906" y="154496"/>
                      </a:cubicBezTo>
                      <a:cubicBezTo>
                        <a:pt x="8382" y="154781"/>
                        <a:pt x="7239" y="154876"/>
                        <a:pt x="6477" y="154876"/>
                      </a:cubicBezTo>
                      <a:cubicBezTo>
                        <a:pt x="3143" y="154876"/>
                        <a:pt x="1143" y="153733"/>
                        <a:pt x="476" y="151543"/>
                      </a:cubicBezTo>
                      <a:cubicBezTo>
                        <a:pt x="95" y="150590"/>
                        <a:pt x="0" y="149542"/>
                        <a:pt x="0" y="148685"/>
                      </a:cubicBezTo>
                      <a:cubicBezTo>
                        <a:pt x="0" y="147352"/>
                        <a:pt x="571" y="145447"/>
                        <a:pt x="1619" y="143161"/>
                      </a:cubicBezTo>
                      <a:cubicBezTo>
                        <a:pt x="2762" y="140779"/>
                        <a:pt x="3143" y="138779"/>
                        <a:pt x="2762" y="137160"/>
                      </a:cubicBezTo>
                      <a:cubicBezTo>
                        <a:pt x="4572" y="136588"/>
                        <a:pt x="5524" y="135350"/>
                        <a:pt x="5524" y="133255"/>
                      </a:cubicBezTo>
                      <a:cubicBezTo>
                        <a:pt x="5524" y="132874"/>
                        <a:pt x="5524" y="132493"/>
                        <a:pt x="5334" y="131731"/>
                      </a:cubicBezTo>
                      <a:lnTo>
                        <a:pt x="5334" y="130112"/>
                      </a:lnTo>
                      <a:cubicBezTo>
                        <a:pt x="5334" y="129064"/>
                        <a:pt x="5620" y="128111"/>
                        <a:pt x="6001" y="127445"/>
                      </a:cubicBezTo>
                      <a:cubicBezTo>
                        <a:pt x="7715" y="126778"/>
                        <a:pt x="8668" y="125539"/>
                        <a:pt x="8668" y="123825"/>
                      </a:cubicBezTo>
                      <a:cubicBezTo>
                        <a:pt x="8668" y="123254"/>
                        <a:pt x="8572" y="122301"/>
                        <a:pt x="8287" y="121063"/>
                      </a:cubicBezTo>
                      <a:cubicBezTo>
                        <a:pt x="8096" y="119824"/>
                        <a:pt x="8001" y="118872"/>
                        <a:pt x="8001" y="118205"/>
                      </a:cubicBezTo>
                      <a:cubicBezTo>
                        <a:pt x="8001" y="116300"/>
                        <a:pt x="8763" y="114871"/>
                        <a:pt x="10382" y="114014"/>
                      </a:cubicBezTo>
                      <a:cubicBezTo>
                        <a:pt x="10192" y="113252"/>
                        <a:pt x="10096" y="112490"/>
                        <a:pt x="10096" y="111823"/>
                      </a:cubicBezTo>
                      <a:cubicBezTo>
                        <a:pt x="10096" y="110395"/>
                        <a:pt x="10763" y="108585"/>
                        <a:pt x="12001" y="106489"/>
                      </a:cubicBezTo>
                      <a:cubicBezTo>
                        <a:pt x="13335" y="104394"/>
                        <a:pt x="13906" y="102775"/>
                        <a:pt x="13906" y="101727"/>
                      </a:cubicBezTo>
                      <a:cubicBezTo>
                        <a:pt x="13906" y="100679"/>
                        <a:pt x="13621" y="99536"/>
                        <a:pt x="12954" y="98488"/>
                      </a:cubicBezTo>
                      <a:cubicBezTo>
                        <a:pt x="14764" y="96298"/>
                        <a:pt x="16002" y="92964"/>
                        <a:pt x="16859" y="88678"/>
                      </a:cubicBezTo>
                      <a:cubicBezTo>
                        <a:pt x="17240" y="85344"/>
                        <a:pt x="17717" y="82010"/>
                        <a:pt x="18002" y="78676"/>
                      </a:cubicBezTo>
                      <a:cubicBezTo>
                        <a:pt x="19812" y="77819"/>
                        <a:pt x="20860" y="76009"/>
                        <a:pt x="21336" y="72771"/>
                      </a:cubicBezTo>
                      <a:cubicBezTo>
                        <a:pt x="21812" y="69628"/>
                        <a:pt x="22765" y="67532"/>
                        <a:pt x="24193" y="66580"/>
                      </a:cubicBezTo>
                      <a:cubicBezTo>
                        <a:pt x="23717" y="65532"/>
                        <a:pt x="23527" y="64484"/>
                        <a:pt x="23527" y="63151"/>
                      </a:cubicBezTo>
                      <a:cubicBezTo>
                        <a:pt x="23527" y="62103"/>
                        <a:pt x="23717" y="60674"/>
                        <a:pt x="24098" y="58864"/>
                      </a:cubicBezTo>
                      <a:cubicBezTo>
                        <a:pt x="24479" y="57150"/>
                        <a:pt x="24574" y="56007"/>
                        <a:pt x="24574" y="55531"/>
                      </a:cubicBezTo>
                      <a:cubicBezTo>
                        <a:pt x="25908" y="54769"/>
                        <a:pt x="26575" y="53721"/>
                        <a:pt x="26575" y="52483"/>
                      </a:cubicBezTo>
                      <a:lnTo>
                        <a:pt x="26575" y="50482"/>
                      </a:lnTo>
                      <a:cubicBezTo>
                        <a:pt x="26575" y="48863"/>
                        <a:pt x="27432" y="47434"/>
                        <a:pt x="29146" y="46291"/>
                      </a:cubicBezTo>
                      <a:cubicBezTo>
                        <a:pt x="28289" y="44767"/>
                        <a:pt x="28289" y="42005"/>
                        <a:pt x="29146" y="38100"/>
                      </a:cubicBezTo>
                      <a:cubicBezTo>
                        <a:pt x="31623" y="37719"/>
                        <a:pt x="32671" y="36004"/>
                        <a:pt x="32099" y="32956"/>
                      </a:cubicBezTo>
                      <a:cubicBezTo>
                        <a:pt x="31432" y="29432"/>
                        <a:pt x="31528" y="27241"/>
                        <a:pt x="32290" y="26575"/>
                      </a:cubicBezTo>
                      <a:cubicBezTo>
                        <a:pt x="35338" y="23050"/>
                        <a:pt x="37719" y="21241"/>
                        <a:pt x="39624" y="21241"/>
                      </a:cubicBezTo>
                      <a:cubicBezTo>
                        <a:pt x="40957" y="21241"/>
                        <a:pt x="42005" y="21907"/>
                        <a:pt x="42958" y="23241"/>
                      </a:cubicBezTo>
                      <a:cubicBezTo>
                        <a:pt x="43339" y="23050"/>
                        <a:pt x="43434" y="22479"/>
                        <a:pt x="43434" y="21431"/>
                      </a:cubicBezTo>
                      <a:cubicBezTo>
                        <a:pt x="43720" y="21146"/>
                        <a:pt x="44196" y="21050"/>
                        <a:pt x="44577" y="21050"/>
                      </a:cubicBezTo>
                      <a:cubicBezTo>
                        <a:pt x="44958" y="21050"/>
                        <a:pt x="45720" y="21050"/>
                        <a:pt x="46768" y="21431"/>
                      </a:cubicBezTo>
                      <a:cubicBezTo>
                        <a:pt x="47815" y="21717"/>
                        <a:pt x="48577" y="21907"/>
                        <a:pt x="48958" y="21907"/>
                      </a:cubicBezTo>
                      <a:cubicBezTo>
                        <a:pt x="50292" y="21907"/>
                        <a:pt x="51149" y="21241"/>
                        <a:pt x="51721" y="20003"/>
                      </a:cubicBezTo>
                      <a:cubicBezTo>
                        <a:pt x="52292" y="20479"/>
                        <a:pt x="53340" y="21241"/>
                        <a:pt x="54959" y="22384"/>
                      </a:cubicBezTo>
                      <a:cubicBezTo>
                        <a:pt x="55435" y="21431"/>
                        <a:pt x="56102" y="21050"/>
                        <a:pt x="56959" y="21050"/>
                      </a:cubicBezTo>
                      <a:cubicBezTo>
                        <a:pt x="57436" y="21050"/>
                        <a:pt x="58388" y="21241"/>
                        <a:pt x="59626" y="21526"/>
                      </a:cubicBezTo>
                      <a:cubicBezTo>
                        <a:pt x="60865" y="21907"/>
                        <a:pt x="61913" y="22098"/>
                        <a:pt x="62674" y="22098"/>
                      </a:cubicBezTo>
                      <a:cubicBezTo>
                        <a:pt x="63246" y="22098"/>
                        <a:pt x="63722" y="22003"/>
                        <a:pt x="64103" y="21812"/>
                      </a:cubicBezTo>
                      <a:cubicBezTo>
                        <a:pt x="65532" y="22670"/>
                        <a:pt x="66961" y="23622"/>
                        <a:pt x="68389" y="24670"/>
                      </a:cubicBezTo>
                      <a:cubicBezTo>
                        <a:pt x="69818" y="25622"/>
                        <a:pt x="70485" y="27051"/>
                        <a:pt x="70485" y="28670"/>
                      </a:cubicBezTo>
                      <a:cubicBezTo>
                        <a:pt x="70485" y="29051"/>
                        <a:pt x="70485" y="29623"/>
                        <a:pt x="70294" y="30194"/>
                      </a:cubicBezTo>
                      <a:lnTo>
                        <a:pt x="73057" y="29718"/>
                      </a:lnTo>
                      <a:cubicBezTo>
                        <a:pt x="72676" y="31147"/>
                        <a:pt x="72485" y="32671"/>
                        <a:pt x="72485" y="34290"/>
                      </a:cubicBezTo>
                      <a:cubicBezTo>
                        <a:pt x="72485" y="37624"/>
                        <a:pt x="73723" y="41434"/>
                        <a:pt x="76200" y="45815"/>
                      </a:cubicBezTo>
                      <a:lnTo>
                        <a:pt x="73057" y="47149"/>
                      </a:lnTo>
                      <a:lnTo>
                        <a:pt x="76200" y="48292"/>
                      </a:lnTo>
                      <a:cubicBezTo>
                        <a:pt x="76200" y="48292"/>
                        <a:pt x="74867" y="48673"/>
                        <a:pt x="73628" y="49625"/>
                      </a:cubicBezTo>
                      <a:lnTo>
                        <a:pt x="73628" y="50292"/>
                      </a:lnTo>
                      <a:cubicBezTo>
                        <a:pt x="74485" y="49911"/>
                        <a:pt x="76009" y="50292"/>
                        <a:pt x="78010" y="50959"/>
                      </a:cubicBezTo>
                      <a:lnTo>
                        <a:pt x="75724" y="54578"/>
                      </a:lnTo>
                      <a:cubicBezTo>
                        <a:pt x="78200" y="57721"/>
                        <a:pt x="80391" y="59246"/>
                        <a:pt x="82391" y="59246"/>
                      </a:cubicBezTo>
                      <a:lnTo>
                        <a:pt x="82391" y="60579"/>
                      </a:lnTo>
                      <a:cubicBezTo>
                        <a:pt x="81629" y="59531"/>
                        <a:pt x="80963" y="59055"/>
                        <a:pt x="80581" y="59246"/>
                      </a:cubicBezTo>
                      <a:cubicBezTo>
                        <a:pt x="80105" y="60770"/>
                        <a:pt x="79915" y="62484"/>
                        <a:pt x="79915" y="64198"/>
                      </a:cubicBezTo>
                      <a:cubicBezTo>
                        <a:pt x="79915" y="67913"/>
                        <a:pt x="80677" y="70675"/>
                        <a:pt x="82391" y="72580"/>
                      </a:cubicBezTo>
                      <a:cubicBezTo>
                        <a:pt x="81915" y="73057"/>
                        <a:pt x="81724" y="73533"/>
                        <a:pt x="81724" y="73914"/>
                      </a:cubicBezTo>
                      <a:cubicBezTo>
                        <a:pt x="81724" y="74390"/>
                        <a:pt x="82105" y="75057"/>
                        <a:pt x="82963" y="75819"/>
                      </a:cubicBezTo>
                      <a:cubicBezTo>
                        <a:pt x="83820" y="76581"/>
                        <a:pt x="84201" y="77248"/>
                        <a:pt x="84201" y="77819"/>
                      </a:cubicBezTo>
                      <a:cubicBezTo>
                        <a:pt x="84201" y="78200"/>
                        <a:pt x="84010" y="78486"/>
                        <a:pt x="83725" y="78962"/>
                      </a:cubicBezTo>
                      <a:lnTo>
                        <a:pt x="85630" y="79724"/>
                      </a:lnTo>
                      <a:cubicBezTo>
                        <a:pt x="86773" y="86106"/>
                        <a:pt x="87439" y="89821"/>
                        <a:pt x="87725" y="91249"/>
                      </a:cubicBezTo>
                      <a:cubicBezTo>
                        <a:pt x="88678" y="95631"/>
                        <a:pt x="90106" y="99250"/>
                        <a:pt x="91726" y="102203"/>
                      </a:cubicBezTo>
                      <a:cubicBezTo>
                        <a:pt x="90392" y="104394"/>
                        <a:pt x="90868" y="106204"/>
                        <a:pt x="93059" y="107347"/>
                      </a:cubicBezTo>
                      <a:cubicBezTo>
                        <a:pt x="92869" y="112871"/>
                        <a:pt x="93631" y="116681"/>
                        <a:pt x="95536" y="118872"/>
                      </a:cubicBezTo>
                      <a:cubicBezTo>
                        <a:pt x="95536" y="124206"/>
                        <a:pt x="96869" y="126968"/>
                        <a:pt x="99441" y="127063"/>
                      </a:cubicBezTo>
                      <a:close/>
                      <a:moveTo>
                        <a:pt x="5239" y="23717"/>
                      </a:moveTo>
                      <a:lnTo>
                        <a:pt x="3905" y="25051"/>
                      </a:lnTo>
                      <a:lnTo>
                        <a:pt x="2096" y="22860"/>
                      </a:lnTo>
                      <a:lnTo>
                        <a:pt x="5143" y="23622"/>
                      </a:lnTo>
                      <a:close/>
                      <a:moveTo>
                        <a:pt x="8001" y="48768"/>
                      </a:moveTo>
                      <a:lnTo>
                        <a:pt x="8953" y="51911"/>
                      </a:lnTo>
                      <a:lnTo>
                        <a:pt x="6477" y="55912"/>
                      </a:lnTo>
                      <a:lnTo>
                        <a:pt x="8001" y="48768"/>
                      </a:lnTo>
                      <a:close/>
                      <a:moveTo>
                        <a:pt x="10096" y="33909"/>
                      </a:moveTo>
                      <a:cubicBezTo>
                        <a:pt x="10096" y="33909"/>
                        <a:pt x="9334" y="34385"/>
                        <a:pt x="8477" y="35242"/>
                      </a:cubicBezTo>
                      <a:lnTo>
                        <a:pt x="8001" y="33338"/>
                      </a:lnTo>
                      <a:lnTo>
                        <a:pt x="10096" y="33814"/>
                      </a:lnTo>
                      <a:close/>
                      <a:moveTo>
                        <a:pt x="24098" y="37243"/>
                      </a:moveTo>
                      <a:cubicBezTo>
                        <a:pt x="23336" y="35528"/>
                        <a:pt x="21812" y="34862"/>
                        <a:pt x="19717" y="35242"/>
                      </a:cubicBezTo>
                      <a:lnTo>
                        <a:pt x="19240" y="35909"/>
                      </a:lnTo>
                      <a:cubicBezTo>
                        <a:pt x="19240" y="34862"/>
                        <a:pt x="19621" y="34290"/>
                        <a:pt x="20193" y="34290"/>
                      </a:cubicBezTo>
                      <a:cubicBezTo>
                        <a:pt x="20288" y="34290"/>
                        <a:pt x="20860" y="34385"/>
                        <a:pt x="22003" y="34766"/>
                      </a:cubicBezTo>
                      <a:cubicBezTo>
                        <a:pt x="22860" y="34957"/>
                        <a:pt x="23527" y="34957"/>
                        <a:pt x="24098" y="34766"/>
                      </a:cubicBezTo>
                      <a:lnTo>
                        <a:pt x="24098" y="37243"/>
                      </a:lnTo>
                      <a:close/>
                      <a:moveTo>
                        <a:pt x="21431" y="91249"/>
                      </a:moveTo>
                      <a:lnTo>
                        <a:pt x="21431" y="88106"/>
                      </a:lnTo>
                      <a:lnTo>
                        <a:pt x="20955" y="88106"/>
                      </a:lnTo>
                      <a:lnTo>
                        <a:pt x="20955" y="91249"/>
                      </a:lnTo>
                      <a:lnTo>
                        <a:pt x="21431" y="91249"/>
                      </a:lnTo>
                      <a:close/>
                      <a:moveTo>
                        <a:pt x="30385" y="39910"/>
                      </a:moveTo>
                      <a:lnTo>
                        <a:pt x="34004" y="37909"/>
                      </a:lnTo>
                      <a:lnTo>
                        <a:pt x="33433" y="35909"/>
                      </a:lnTo>
                      <a:lnTo>
                        <a:pt x="30385" y="39910"/>
                      </a:lnTo>
                      <a:close/>
                      <a:moveTo>
                        <a:pt x="34004" y="62865"/>
                      </a:moveTo>
                      <a:lnTo>
                        <a:pt x="37052" y="63722"/>
                      </a:lnTo>
                      <a:lnTo>
                        <a:pt x="36576" y="62865"/>
                      </a:lnTo>
                      <a:lnTo>
                        <a:pt x="34004" y="62865"/>
                      </a:lnTo>
                      <a:close/>
                      <a:moveTo>
                        <a:pt x="36576" y="59722"/>
                      </a:moveTo>
                      <a:lnTo>
                        <a:pt x="37909" y="59055"/>
                      </a:lnTo>
                      <a:lnTo>
                        <a:pt x="36576" y="57721"/>
                      </a:lnTo>
                      <a:lnTo>
                        <a:pt x="36576" y="59722"/>
                      </a:lnTo>
                      <a:close/>
                      <a:moveTo>
                        <a:pt x="37909" y="32099"/>
                      </a:moveTo>
                      <a:lnTo>
                        <a:pt x="39814" y="31623"/>
                      </a:lnTo>
                      <a:lnTo>
                        <a:pt x="37052" y="30861"/>
                      </a:lnTo>
                      <a:lnTo>
                        <a:pt x="37909" y="32195"/>
                      </a:lnTo>
                      <a:close/>
                      <a:moveTo>
                        <a:pt x="38386" y="11430"/>
                      </a:moveTo>
                      <a:lnTo>
                        <a:pt x="39148" y="13430"/>
                      </a:lnTo>
                      <a:lnTo>
                        <a:pt x="37909" y="13430"/>
                      </a:lnTo>
                      <a:lnTo>
                        <a:pt x="38386" y="11430"/>
                      </a:lnTo>
                      <a:close/>
                      <a:moveTo>
                        <a:pt x="44196" y="6953"/>
                      </a:moveTo>
                      <a:cubicBezTo>
                        <a:pt x="43339" y="6572"/>
                        <a:pt x="42863" y="5905"/>
                        <a:pt x="42863" y="4953"/>
                      </a:cubicBezTo>
                      <a:lnTo>
                        <a:pt x="42863" y="2667"/>
                      </a:lnTo>
                      <a:lnTo>
                        <a:pt x="47244" y="0"/>
                      </a:lnTo>
                      <a:cubicBezTo>
                        <a:pt x="47244" y="0"/>
                        <a:pt x="46672" y="953"/>
                        <a:pt x="45529" y="1524"/>
                      </a:cubicBezTo>
                      <a:cubicBezTo>
                        <a:pt x="44386" y="2096"/>
                        <a:pt x="43815" y="2667"/>
                        <a:pt x="43815" y="3334"/>
                      </a:cubicBezTo>
                      <a:cubicBezTo>
                        <a:pt x="43815" y="3620"/>
                        <a:pt x="44101" y="4096"/>
                        <a:pt x="44672" y="4572"/>
                      </a:cubicBezTo>
                      <a:cubicBezTo>
                        <a:pt x="44863" y="5239"/>
                        <a:pt x="44672" y="6001"/>
                        <a:pt x="44196" y="6953"/>
                      </a:cubicBezTo>
                      <a:close/>
                      <a:moveTo>
                        <a:pt x="48577" y="15430"/>
                      </a:moveTo>
                      <a:lnTo>
                        <a:pt x="49721" y="15430"/>
                      </a:lnTo>
                      <a:lnTo>
                        <a:pt x="47720" y="18764"/>
                      </a:lnTo>
                      <a:lnTo>
                        <a:pt x="48577" y="15430"/>
                      </a:lnTo>
                      <a:close/>
                      <a:moveTo>
                        <a:pt x="48577" y="38576"/>
                      </a:moveTo>
                      <a:lnTo>
                        <a:pt x="48577" y="36576"/>
                      </a:lnTo>
                      <a:lnTo>
                        <a:pt x="47720" y="36576"/>
                      </a:lnTo>
                      <a:lnTo>
                        <a:pt x="47720" y="38576"/>
                      </a:lnTo>
                      <a:lnTo>
                        <a:pt x="48577" y="38576"/>
                      </a:lnTo>
                      <a:close/>
                      <a:moveTo>
                        <a:pt x="56769" y="12763"/>
                      </a:moveTo>
                      <a:lnTo>
                        <a:pt x="56769" y="15430"/>
                      </a:lnTo>
                      <a:lnTo>
                        <a:pt x="54959" y="10954"/>
                      </a:lnTo>
                      <a:cubicBezTo>
                        <a:pt x="56102" y="10954"/>
                        <a:pt x="56769" y="11525"/>
                        <a:pt x="56769" y="12859"/>
                      </a:cubicBezTo>
                      <a:close/>
                      <a:moveTo>
                        <a:pt x="59817" y="37243"/>
                      </a:moveTo>
                      <a:lnTo>
                        <a:pt x="63532" y="35909"/>
                      </a:lnTo>
                      <a:lnTo>
                        <a:pt x="61531" y="35909"/>
                      </a:lnTo>
                      <a:lnTo>
                        <a:pt x="59722" y="37243"/>
                      </a:lnTo>
                      <a:close/>
                      <a:moveTo>
                        <a:pt x="59817" y="50101"/>
                      </a:moveTo>
                      <a:lnTo>
                        <a:pt x="60293" y="48101"/>
                      </a:lnTo>
                      <a:lnTo>
                        <a:pt x="59817" y="47625"/>
                      </a:lnTo>
                      <a:lnTo>
                        <a:pt x="59817" y="50101"/>
                      </a:lnTo>
                      <a:close/>
                      <a:moveTo>
                        <a:pt x="65342" y="102775"/>
                      </a:moveTo>
                      <a:cubicBezTo>
                        <a:pt x="65342" y="102775"/>
                        <a:pt x="65913" y="102965"/>
                        <a:pt x="66675" y="103251"/>
                      </a:cubicBezTo>
                      <a:lnTo>
                        <a:pt x="67151" y="102775"/>
                      </a:lnTo>
                      <a:lnTo>
                        <a:pt x="65342" y="100965"/>
                      </a:lnTo>
                      <a:lnTo>
                        <a:pt x="67913" y="102013"/>
                      </a:lnTo>
                      <a:cubicBezTo>
                        <a:pt x="66484" y="103441"/>
                        <a:pt x="65627" y="104204"/>
                        <a:pt x="65342" y="104204"/>
                      </a:cubicBezTo>
                      <a:lnTo>
                        <a:pt x="65342" y="102870"/>
                      </a:lnTo>
                      <a:close/>
                      <a:moveTo>
                        <a:pt x="70199" y="70580"/>
                      </a:moveTo>
                      <a:cubicBezTo>
                        <a:pt x="71342" y="70104"/>
                        <a:pt x="71818" y="69056"/>
                        <a:pt x="71723" y="67437"/>
                      </a:cubicBezTo>
                      <a:cubicBezTo>
                        <a:pt x="70104" y="67818"/>
                        <a:pt x="69247" y="68771"/>
                        <a:pt x="69247" y="70104"/>
                      </a:cubicBezTo>
                      <a:cubicBezTo>
                        <a:pt x="69723" y="70485"/>
                        <a:pt x="70009" y="70675"/>
                        <a:pt x="70199" y="70580"/>
                      </a:cubicBezTo>
                      <a:close/>
                      <a:moveTo>
                        <a:pt x="71723" y="45434"/>
                      </a:moveTo>
                      <a:lnTo>
                        <a:pt x="69818" y="45434"/>
                      </a:lnTo>
                      <a:lnTo>
                        <a:pt x="70294" y="50006"/>
                      </a:lnTo>
                      <a:lnTo>
                        <a:pt x="71818" y="45434"/>
                      </a:lnTo>
                      <a:close/>
                      <a:moveTo>
                        <a:pt x="71723" y="62484"/>
                      </a:moveTo>
                      <a:cubicBezTo>
                        <a:pt x="71533" y="62008"/>
                        <a:pt x="71438" y="61627"/>
                        <a:pt x="71438" y="61341"/>
                      </a:cubicBezTo>
                      <a:cubicBezTo>
                        <a:pt x="71438" y="60484"/>
                        <a:pt x="72009" y="60007"/>
                        <a:pt x="73247" y="60007"/>
                      </a:cubicBezTo>
                      <a:lnTo>
                        <a:pt x="74390" y="59817"/>
                      </a:lnTo>
                      <a:lnTo>
                        <a:pt x="74390" y="59150"/>
                      </a:lnTo>
                      <a:cubicBezTo>
                        <a:pt x="74390" y="59150"/>
                        <a:pt x="73723" y="58960"/>
                        <a:pt x="73438" y="58960"/>
                      </a:cubicBezTo>
                      <a:cubicBezTo>
                        <a:pt x="72676" y="58960"/>
                        <a:pt x="72009" y="59341"/>
                        <a:pt x="71342" y="60103"/>
                      </a:cubicBezTo>
                      <a:cubicBezTo>
                        <a:pt x="70675" y="60960"/>
                        <a:pt x="70390" y="61722"/>
                        <a:pt x="70390" y="62484"/>
                      </a:cubicBezTo>
                      <a:lnTo>
                        <a:pt x="71914" y="62484"/>
                      </a:lnTo>
                      <a:close/>
                      <a:moveTo>
                        <a:pt x="72390" y="90392"/>
                      </a:moveTo>
                      <a:cubicBezTo>
                        <a:pt x="72390" y="90392"/>
                        <a:pt x="72580" y="89916"/>
                        <a:pt x="72961" y="89059"/>
                      </a:cubicBezTo>
                      <a:cubicBezTo>
                        <a:pt x="72390" y="88963"/>
                        <a:pt x="72009" y="89059"/>
                        <a:pt x="71723" y="89535"/>
                      </a:cubicBezTo>
                      <a:cubicBezTo>
                        <a:pt x="71628" y="90011"/>
                        <a:pt x="71342" y="90202"/>
                        <a:pt x="71056" y="90297"/>
                      </a:cubicBezTo>
                      <a:lnTo>
                        <a:pt x="72390" y="90297"/>
                      </a:lnTo>
                      <a:close/>
                      <a:moveTo>
                        <a:pt x="72961" y="19240"/>
                      </a:moveTo>
                      <a:lnTo>
                        <a:pt x="74295" y="17907"/>
                      </a:lnTo>
                      <a:lnTo>
                        <a:pt x="72390" y="16097"/>
                      </a:lnTo>
                      <a:lnTo>
                        <a:pt x="73533" y="14764"/>
                      </a:lnTo>
                      <a:lnTo>
                        <a:pt x="75628" y="18764"/>
                      </a:lnTo>
                      <a:lnTo>
                        <a:pt x="72961" y="19240"/>
                      </a:lnTo>
                      <a:close/>
                      <a:moveTo>
                        <a:pt x="80963" y="100870"/>
                      </a:moveTo>
                      <a:lnTo>
                        <a:pt x="80963" y="98679"/>
                      </a:lnTo>
                      <a:cubicBezTo>
                        <a:pt x="80963" y="98679"/>
                        <a:pt x="80677" y="98965"/>
                        <a:pt x="79629" y="99536"/>
                      </a:cubicBezTo>
                      <a:cubicBezTo>
                        <a:pt x="79248" y="99250"/>
                        <a:pt x="78962" y="98870"/>
                        <a:pt x="78581" y="98393"/>
                      </a:cubicBezTo>
                      <a:cubicBezTo>
                        <a:pt x="78200" y="97917"/>
                        <a:pt x="77914" y="97536"/>
                        <a:pt x="77629" y="97536"/>
                      </a:cubicBezTo>
                      <a:cubicBezTo>
                        <a:pt x="77343" y="97536"/>
                        <a:pt x="76962" y="97822"/>
                        <a:pt x="76486" y="98298"/>
                      </a:cubicBezTo>
                      <a:lnTo>
                        <a:pt x="80867" y="100965"/>
                      </a:lnTo>
                      <a:close/>
                      <a:moveTo>
                        <a:pt x="84868" y="100108"/>
                      </a:moveTo>
                      <a:cubicBezTo>
                        <a:pt x="84868" y="100108"/>
                        <a:pt x="85058" y="99917"/>
                        <a:pt x="84868" y="99727"/>
                      </a:cubicBezTo>
                      <a:lnTo>
                        <a:pt x="84201" y="95536"/>
                      </a:lnTo>
                      <a:cubicBezTo>
                        <a:pt x="84201" y="95536"/>
                        <a:pt x="83534" y="96393"/>
                        <a:pt x="83534" y="96869"/>
                      </a:cubicBezTo>
                      <a:cubicBezTo>
                        <a:pt x="83534" y="96583"/>
                        <a:pt x="84010" y="97536"/>
                        <a:pt x="84772" y="99727"/>
                      </a:cubicBezTo>
                      <a:lnTo>
                        <a:pt x="84772" y="100108"/>
                      </a:lnTo>
                      <a:close/>
                      <a:moveTo>
                        <a:pt x="92202" y="381"/>
                      </a:moveTo>
                      <a:lnTo>
                        <a:pt x="92202" y="1905"/>
                      </a:lnTo>
                      <a:lnTo>
                        <a:pt x="89916" y="1905"/>
                      </a:lnTo>
                      <a:lnTo>
                        <a:pt x="92202" y="381"/>
                      </a:lnTo>
                      <a:close/>
                      <a:moveTo>
                        <a:pt x="93535" y="27051"/>
                      </a:moveTo>
                      <a:lnTo>
                        <a:pt x="91726" y="28861"/>
                      </a:lnTo>
                      <a:lnTo>
                        <a:pt x="93535" y="26194"/>
                      </a:lnTo>
                      <a:lnTo>
                        <a:pt x="93535" y="27051"/>
                      </a:lnTo>
                      <a:close/>
                      <a:moveTo>
                        <a:pt x="102965" y="56388"/>
                      </a:moveTo>
                      <a:lnTo>
                        <a:pt x="101632" y="57721"/>
                      </a:lnTo>
                      <a:lnTo>
                        <a:pt x="100679" y="57721"/>
                      </a:lnTo>
                      <a:lnTo>
                        <a:pt x="102965" y="56388"/>
                      </a:lnTo>
                      <a:close/>
                      <a:moveTo>
                        <a:pt x="102489" y="28480"/>
                      </a:moveTo>
                      <a:cubicBezTo>
                        <a:pt x="102489" y="28480"/>
                        <a:pt x="102013" y="28480"/>
                        <a:pt x="101917" y="27527"/>
                      </a:cubicBezTo>
                      <a:cubicBezTo>
                        <a:pt x="101917" y="26670"/>
                        <a:pt x="101727" y="26289"/>
                        <a:pt x="101632" y="26289"/>
                      </a:cubicBezTo>
                      <a:lnTo>
                        <a:pt x="102394" y="26289"/>
                      </a:lnTo>
                      <a:lnTo>
                        <a:pt x="102394" y="28480"/>
                      </a:lnTo>
                      <a:close/>
                      <a:moveTo>
                        <a:pt x="126206" y="14764"/>
                      </a:moveTo>
                      <a:cubicBezTo>
                        <a:pt x="126206" y="14764"/>
                        <a:pt x="126206" y="13811"/>
                        <a:pt x="126492" y="13335"/>
                      </a:cubicBezTo>
                      <a:cubicBezTo>
                        <a:pt x="126778" y="12859"/>
                        <a:pt x="127159" y="12668"/>
                        <a:pt x="127540" y="12763"/>
                      </a:cubicBezTo>
                      <a:lnTo>
                        <a:pt x="127540" y="14764"/>
                      </a:lnTo>
                      <a:lnTo>
                        <a:pt x="126206" y="14764"/>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 name="Google Shape;839;p99"/>
                <p:cNvSpPr/>
                <p:nvPr/>
              </p:nvSpPr>
              <p:spPr>
                <a:xfrm>
                  <a:off x="3851909" y="3929729"/>
                  <a:ext cx="114300" cy="134302"/>
                </a:xfrm>
                <a:custGeom>
                  <a:avLst/>
                  <a:gdLst/>
                  <a:ahLst/>
                  <a:cxnLst/>
                  <a:rect l="l" t="t" r="r" b="b"/>
                  <a:pathLst>
                    <a:path w="114300" h="134302" extrusionOk="0">
                      <a:moveTo>
                        <a:pt x="92393" y="35909"/>
                      </a:moveTo>
                      <a:cubicBezTo>
                        <a:pt x="92583" y="36481"/>
                        <a:pt x="92964" y="36766"/>
                        <a:pt x="93536" y="36766"/>
                      </a:cubicBezTo>
                      <a:lnTo>
                        <a:pt x="94774" y="36766"/>
                      </a:lnTo>
                      <a:cubicBezTo>
                        <a:pt x="93440" y="40386"/>
                        <a:pt x="93250" y="44958"/>
                        <a:pt x="94393" y="50578"/>
                      </a:cubicBezTo>
                      <a:cubicBezTo>
                        <a:pt x="94012" y="51816"/>
                        <a:pt x="92964" y="53721"/>
                        <a:pt x="91154" y="56388"/>
                      </a:cubicBezTo>
                      <a:lnTo>
                        <a:pt x="92488" y="57721"/>
                      </a:lnTo>
                      <a:cubicBezTo>
                        <a:pt x="92107" y="58674"/>
                        <a:pt x="90964" y="59341"/>
                        <a:pt x="89059" y="59912"/>
                      </a:cubicBezTo>
                      <a:cubicBezTo>
                        <a:pt x="87249" y="60484"/>
                        <a:pt x="86011" y="61246"/>
                        <a:pt x="85439" y="62198"/>
                      </a:cubicBezTo>
                      <a:lnTo>
                        <a:pt x="88583" y="62674"/>
                      </a:lnTo>
                      <a:cubicBezTo>
                        <a:pt x="86106" y="66770"/>
                        <a:pt x="81534" y="71628"/>
                        <a:pt x="75152" y="77343"/>
                      </a:cubicBezTo>
                      <a:lnTo>
                        <a:pt x="72581" y="77343"/>
                      </a:lnTo>
                      <a:lnTo>
                        <a:pt x="72581" y="79153"/>
                      </a:lnTo>
                      <a:cubicBezTo>
                        <a:pt x="72581" y="79153"/>
                        <a:pt x="72104" y="78676"/>
                        <a:pt x="71628" y="78676"/>
                      </a:cubicBezTo>
                      <a:cubicBezTo>
                        <a:pt x="70771" y="78676"/>
                        <a:pt x="70199" y="78676"/>
                        <a:pt x="70009" y="78676"/>
                      </a:cubicBezTo>
                      <a:lnTo>
                        <a:pt x="69533" y="79153"/>
                      </a:lnTo>
                      <a:cubicBezTo>
                        <a:pt x="71057" y="79534"/>
                        <a:pt x="72200" y="81153"/>
                        <a:pt x="72771" y="83629"/>
                      </a:cubicBezTo>
                      <a:cubicBezTo>
                        <a:pt x="73438" y="86201"/>
                        <a:pt x="74200" y="87535"/>
                        <a:pt x="75248" y="87821"/>
                      </a:cubicBezTo>
                      <a:cubicBezTo>
                        <a:pt x="74867" y="89916"/>
                        <a:pt x="75724" y="92107"/>
                        <a:pt x="77629" y="94488"/>
                      </a:cubicBezTo>
                      <a:cubicBezTo>
                        <a:pt x="79915" y="97155"/>
                        <a:pt x="81248" y="99346"/>
                        <a:pt x="81534" y="101155"/>
                      </a:cubicBezTo>
                      <a:cubicBezTo>
                        <a:pt x="80867" y="102394"/>
                        <a:pt x="79534" y="102775"/>
                        <a:pt x="77629" y="102298"/>
                      </a:cubicBezTo>
                      <a:cubicBezTo>
                        <a:pt x="75629" y="101822"/>
                        <a:pt x="74581" y="101917"/>
                        <a:pt x="74581" y="102584"/>
                      </a:cubicBezTo>
                      <a:cubicBezTo>
                        <a:pt x="74581" y="103061"/>
                        <a:pt x="74771" y="103918"/>
                        <a:pt x="75248" y="104870"/>
                      </a:cubicBezTo>
                      <a:lnTo>
                        <a:pt x="77629" y="104394"/>
                      </a:lnTo>
                      <a:cubicBezTo>
                        <a:pt x="77629" y="104394"/>
                        <a:pt x="77438" y="105728"/>
                        <a:pt x="76391" y="107061"/>
                      </a:cubicBezTo>
                      <a:lnTo>
                        <a:pt x="78296" y="108871"/>
                      </a:lnTo>
                      <a:cubicBezTo>
                        <a:pt x="78296" y="108871"/>
                        <a:pt x="78962" y="107632"/>
                        <a:pt x="79439" y="106204"/>
                      </a:cubicBezTo>
                      <a:lnTo>
                        <a:pt x="80296" y="109347"/>
                      </a:lnTo>
                      <a:cubicBezTo>
                        <a:pt x="81629" y="108871"/>
                        <a:pt x="82296" y="107442"/>
                        <a:pt x="82010" y="104870"/>
                      </a:cubicBezTo>
                      <a:cubicBezTo>
                        <a:pt x="83534" y="105632"/>
                        <a:pt x="84773" y="107251"/>
                        <a:pt x="85630" y="109728"/>
                      </a:cubicBezTo>
                      <a:cubicBezTo>
                        <a:pt x="86487" y="112204"/>
                        <a:pt x="87535" y="113633"/>
                        <a:pt x="88773" y="114014"/>
                      </a:cubicBezTo>
                      <a:cubicBezTo>
                        <a:pt x="88392" y="114871"/>
                        <a:pt x="88297" y="115824"/>
                        <a:pt x="88297" y="116681"/>
                      </a:cubicBezTo>
                      <a:cubicBezTo>
                        <a:pt x="88297" y="118396"/>
                        <a:pt x="89154" y="120587"/>
                        <a:pt x="90869" y="123254"/>
                      </a:cubicBezTo>
                      <a:cubicBezTo>
                        <a:pt x="92488" y="126016"/>
                        <a:pt x="93345" y="127825"/>
                        <a:pt x="93345" y="128968"/>
                      </a:cubicBezTo>
                      <a:cubicBezTo>
                        <a:pt x="93345" y="130588"/>
                        <a:pt x="92488" y="132016"/>
                        <a:pt x="90964" y="133350"/>
                      </a:cubicBezTo>
                      <a:cubicBezTo>
                        <a:pt x="89630" y="133350"/>
                        <a:pt x="87535" y="133636"/>
                        <a:pt x="84487" y="133826"/>
                      </a:cubicBezTo>
                      <a:cubicBezTo>
                        <a:pt x="81439" y="134207"/>
                        <a:pt x="79153" y="134303"/>
                        <a:pt x="77629" y="134303"/>
                      </a:cubicBezTo>
                      <a:cubicBezTo>
                        <a:pt x="72866" y="134303"/>
                        <a:pt x="69152" y="132969"/>
                        <a:pt x="66580" y="130302"/>
                      </a:cubicBezTo>
                      <a:lnTo>
                        <a:pt x="66104" y="131159"/>
                      </a:lnTo>
                      <a:cubicBezTo>
                        <a:pt x="65437" y="129445"/>
                        <a:pt x="64770" y="127825"/>
                        <a:pt x="64199" y="126206"/>
                      </a:cubicBezTo>
                      <a:cubicBezTo>
                        <a:pt x="63246" y="124015"/>
                        <a:pt x="61913" y="122682"/>
                        <a:pt x="60293" y="122206"/>
                      </a:cubicBezTo>
                      <a:cubicBezTo>
                        <a:pt x="60674" y="121444"/>
                        <a:pt x="60770" y="120777"/>
                        <a:pt x="60770" y="120205"/>
                      </a:cubicBezTo>
                      <a:cubicBezTo>
                        <a:pt x="60770" y="118967"/>
                        <a:pt x="60008" y="117729"/>
                        <a:pt x="58483" y="116586"/>
                      </a:cubicBezTo>
                      <a:cubicBezTo>
                        <a:pt x="56864" y="115443"/>
                        <a:pt x="56102" y="114300"/>
                        <a:pt x="56102" y="113157"/>
                      </a:cubicBezTo>
                      <a:cubicBezTo>
                        <a:pt x="56102" y="112395"/>
                        <a:pt x="56293" y="111538"/>
                        <a:pt x="56769" y="110680"/>
                      </a:cubicBezTo>
                      <a:cubicBezTo>
                        <a:pt x="55721" y="109156"/>
                        <a:pt x="54388" y="106013"/>
                        <a:pt x="52864" y="101441"/>
                      </a:cubicBezTo>
                      <a:cubicBezTo>
                        <a:pt x="51530" y="97536"/>
                        <a:pt x="49911" y="94679"/>
                        <a:pt x="48006" y="92773"/>
                      </a:cubicBezTo>
                      <a:cubicBezTo>
                        <a:pt x="48006" y="89916"/>
                        <a:pt x="46768" y="86487"/>
                        <a:pt x="44291" y="82391"/>
                      </a:cubicBezTo>
                      <a:lnTo>
                        <a:pt x="39433" y="81724"/>
                      </a:lnTo>
                      <a:lnTo>
                        <a:pt x="39910" y="81248"/>
                      </a:lnTo>
                      <a:cubicBezTo>
                        <a:pt x="39624" y="80677"/>
                        <a:pt x="39148" y="80391"/>
                        <a:pt x="38576" y="80391"/>
                      </a:cubicBezTo>
                      <a:lnTo>
                        <a:pt x="36767" y="82391"/>
                      </a:lnTo>
                      <a:cubicBezTo>
                        <a:pt x="36195" y="82391"/>
                        <a:pt x="35052" y="82677"/>
                        <a:pt x="33147" y="83248"/>
                      </a:cubicBezTo>
                      <a:cubicBezTo>
                        <a:pt x="31242" y="83820"/>
                        <a:pt x="29813" y="84011"/>
                        <a:pt x="28861" y="84011"/>
                      </a:cubicBezTo>
                      <a:cubicBezTo>
                        <a:pt x="28099" y="84011"/>
                        <a:pt x="27432" y="83915"/>
                        <a:pt x="26861" y="83534"/>
                      </a:cubicBezTo>
                      <a:cubicBezTo>
                        <a:pt x="26861" y="83820"/>
                        <a:pt x="26765" y="84011"/>
                        <a:pt x="26765" y="84201"/>
                      </a:cubicBezTo>
                      <a:cubicBezTo>
                        <a:pt x="26765" y="84582"/>
                        <a:pt x="26861" y="84772"/>
                        <a:pt x="27146" y="85154"/>
                      </a:cubicBezTo>
                      <a:cubicBezTo>
                        <a:pt x="27432" y="85439"/>
                        <a:pt x="27527" y="85630"/>
                        <a:pt x="27527" y="85725"/>
                      </a:cubicBezTo>
                      <a:cubicBezTo>
                        <a:pt x="27527" y="85915"/>
                        <a:pt x="27051" y="86296"/>
                        <a:pt x="26099" y="86868"/>
                      </a:cubicBezTo>
                      <a:lnTo>
                        <a:pt x="26956" y="97155"/>
                      </a:lnTo>
                      <a:lnTo>
                        <a:pt x="25718" y="98298"/>
                      </a:lnTo>
                      <a:cubicBezTo>
                        <a:pt x="26575" y="101537"/>
                        <a:pt x="26956" y="106013"/>
                        <a:pt x="26956" y="111823"/>
                      </a:cubicBezTo>
                      <a:cubicBezTo>
                        <a:pt x="26956" y="112395"/>
                        <a:pt x="26765" y="113538"/>
                        <a:pt x="26194" y="115443"/>
                      </a:cubicBezTo>
                      <a:cubicBezTo>
                        <a:pt x="25718" y="117348"/>
                        <a:pt x="25432" y="118681"/>
                        <a:pt x="25432" y="119729"/>
                      </a:cubicBezTo>
                      <a:cubicBezTo>
                        <a:pt x="25432" y="121539"/>
                        <a:pt x="26099" y="122872"/>
                        <a:pt x="27432" y="123920"/>
                      </a:cubicBezTo>
                      <a:cubicBezTo>
                        <a:pt x="26670" y="124396"/>
                        <a:pt x="26289" y="125444"/>
                        <a:pt x="26289" y="127063"/>
                      </a:cubicBezTo>
                      <a:lnTo>
                        <a:pt x="26289" y="128778"/>
                      </a:lnTo>
                      <a:cubicBezTo>
                        <a:pt x="26384" y="129445"/>
                        <a:pt x="26479" y="129921"/>
                        <a:pt x="26479" y="130207"/>
                      </a:cubicBezTo>
                      <a:cubicBezTo>
                        <a:pt x="26479" y="132302"/>
                        <a:pt x="25337" y="133159"/>
                        <a:pt x="23051" y="132874"/>
                      </a:cubicBezTo>
                      <a:lnTo>
                        <a:pt x="23813" y="133540"/>
                      </a:lnTo>
                      <a:cubicBezTo>
                        <a:pt x="22098" y="134303"/>
                        <a:pt x="19907" y="134398"/>
                        <a:pt x="17145" y="134017"/>
                      </a:cubicBezTo>
                      <a:cubicBezTo>
                        <a:pt x="14478" y="133540"/>
                        <a:pt x="12668" y="133540"/>
                        <a:pt x="11716" y="134207"/>
                      </a:cubicBezTo>
                      <a:cubicBezTo>
                        <a:pt x="8096" y="133826"/>
                        <a:pt x="4572" y="132683"/>
                        <a:pt x="1238" y="131064"/>
                      </a:cubicBezTo>
                      <a:cubicBezTo>
                        <a:pt x="1429" y="122491"/>
                        <a:pt x="1238" y="109538"/>
                        <a:pt x="762" y="91916"/>
                      </a:cubicBezTo>
                      <a:lnTo>
                        <a:pt x="0" y="91916"/>
                      </a:lnTo>
                      <a:cubicBezTo>
                        <a:pt x="857" y="90678"/>
                        <a:pt x="1333" y="89154"/>
                        <a:pt x="1333" y="87439"/>
                      </a:cubicBezTo>
                      <a:cubicBezTo>
                        <a:pt x="1333" y="86773"/>
                        <a:pt x="1238" y="85630"/>
                        <a:pt x="953" y="84011"/>
                      </a:cubicBezTo>
                      <a:cubicBezTo>
                        <a:pt x="762" y="82391"/>
                        <a:pt x="667" y="81153"/>
                        <a:pt x="667" y="80296"/>
                      </a:cubicBezTo>
                      <a:cubicBezTo>
                        <a:pt x="667" y="78296"/>
                        <a:pt x="1143" y="76486"/>
                        <a:pt x="2096" y="74962"/>
                      </a:cubicBezTo>
                      <a:cubicBezTo>
                        <a:pt x="1619" y="69151"/>
                        <a:pt x="1333" y="61341"/>
                        <a:pt x="1333" y="51340"/>
                      </a:cubicBezTo>
                      <a:lnTo>
                        <a:pt x="1333" y="26956"/>
                      </a:lnTo>
                      <a:cubicBezTo>
                        <a:pt x="667" y="26575"/>
                        <a:pt x="286" y="26003"/>
                        <a:pt x="286" y="25527"/>
                      </a:cubicBezTo>
                      <a:cubicBezTo>
                        <a:pt x="286" y="25146"/>
                        <a:pt x="572" y="24479"/>
                        <a:pt x="1143" y="23527"/>
                      </a:cubicBezTo>
                      <a:cubicBezTo>
                        <a:pt x="1810" y="22479"/>
                        <a:pt x="2000" y="21717"/>
                        <a:pt x="2000" y="21146"/>
                      </a:cubicBezTo>
                      <a:cubicBezTo>
                        <a:pt x="762" y="19907"/>
                        <a:pt x="95" y="18574"/>
                        <a:pt x="95" y="16954"/>
                      </a:cubicBezTo>
                      <a:cubicBezTo>
                        <a:pt x="95" y="16002"/>
                        <a:pt x="476" y="14288"/>
                        <a:pt x="1238" y="12001"/>
                      </a:cubicBezTo>
                      <a:cubicBezTo>
                        <a:pt x="2000" y="9620"/>
                        <a:pt x="2286" y="7811"/>
                        <a:pt x="2000" y="6477"/>
                      </a:cubicBezTo>
                      <a:lnTo>
                        <a:pt x="8668" y="667"/>
                      </a:lnTo>
                      <a:lnTo>
                        <a:pt x="37243" y="0"/>
                      </a:lnTo>
                      <a:cubicBezTo>
                        <a:pt x="37719" y="476"/>
                        <a:pt x="38957" y="1714"/>
                        <a:pt x="41148" y="3620"/>
                      </a:cubicBezTo>
                      <a:cubicBezTo>
                        <a:pt x="42672" y="5048"/>
                        <a:pt x="43720" y="6572"/>
                        <a:pt x="44291" y="8287"/>
                      </a:cubicBezTo>
                      <a:cubicBezTo>
                        <a:pt x="44291" y="7811"/>
                        <a:pt x="44101" y="7239"/>
                        <a:pt x="44101" y="6858"/>
                      </a:cubicBezTo>
                      <a:cubicBezTo>
                        <a:pt x="44101" y="5429"/>
                        <a:pt x="44958" y="4191"/>
                        <a:pt x="46768" y="3334"/>
                      </a:cubicBezTo>
                      <a:cubicBezTo>
                        <a:pt x="48863" y="2286"/>
                        <a:pt x="50197" y="1429"/>
                        <a:pt x="50673" y="667"/>
                      </a:cubicBezTo>
                      <a:cubicBezTo>
                        <a:pt x="51340" y="381"/>
                        <a:pt x="52102" y="857"/>
                        <a:pt x="52959" y="2000"/>
                      </a:cubicBezTo>
                      <a:cubicBezTo>
                        <a:pt x="53245" y="2000"/>
                        <a:pt x="53626" y="1810"/>
                        <a:pt x="54102" y="1810"/>
                      </a:cubicBezTo>
                      <a:cubicBezTo>
                        <a:pt x="54864" y="1810"/>
                        <a:pt x="56102" y="2286"/>
                        <a:pt x="57722" y="3334"/>
                      </a:cubicBezTo>
                      <a:cubicBezTo>
                        <a:pt x="59436" y="4381"/>
                        <a:pt x="60770" y="4763"/>
                        <a:pt x="61722" y="4667"/>
                      </a:cubicBezTo>
                      <a:lnTo>
                        <a:pt x="67247" y="4667"/>
                      </a:lnTo>
                      <a:cubicBezTo>
                        <a:pt x="66866" y="6477"/>
                        <a:pt x="67532" y="7334"/>
                        <a:pt x="69056" y="7334"/>
                      </a:cubicBezTo>
                      <a:cubicBezTo>
                        <a:pt x="69152" y="7334"/>
                        <a:pt x="69437" y="7334"/>
                        <a:pt x="69818" y="7144"/>
                      </a:cubicBezTo>
                      <a:lnTo>
                        <a:pt x="70961" y="7144"/>
                      </a:lnTo>
                      <a:cubicBezTo>
                        <a:pt x="72390" y="7144"/>
                        <a:pt x="73152" y="7811"/>
                        <a:pt x="73343" y="9144"/>
                      </a:cubicBezTo>
                      <a:lnTo>
                        <a:pt x="77248" y="9144"/>
                      </a:lnTo>
                      <a:cubicBezTo>
                        <a:pt x="79629" y="11430"/>
                        <a:pt x="82010" y="13811"/>
                        <a:pt x="84392" y="16097"/>
                      </a:cubicBezTo>
                      <a:cubicBezTo>
                        <a:pt x="87249" y="19050"/>
                        <a:pt x="88773" y="21717"/>
                        <a:pt x="88964" y="24289"/>
                      </a:cubicBezTo>
                      <a:cubicBezTo>
                        <a:pt x="90583" y="25146"/>
                        <a:pt x="91631" y="26670"/>
                        <a:pt x="92202" y="28765"/>
                      </a:cubicBezTo>
                      <a:cubicBezTo>
                        <a:pt x="92964" y="31813"/>
                        <a:pt x="93631" y="33718"/>
                        <a:pt x="94107" y="34576"/>
                      </a:cubicBezTo>
                      <a:lnTo>
                        <a:pt x="92869" y="35719"/>
                      </a:lnTo>
                      <a:close/>
                      <a:moveTo>
                        <a:pt x="14573" y="42291"/>
                      </a:moveTo>
                      <a:lnTo>
                        <a:pt x="14573" y="38576"/>
                      </a:lnTo>
                      <a:lnTo>
                        <a:pt x="13907" y="38576"/>
                      </a:lnTo>
                      <a:lnTo>
                        <a:pt x="13907" y="42291"/>
                      </a:lnTo>
                      <a:lnTo>
                        <a:pt x="14573" y="42291"/>
                      </a:lnTo>
                      <a:close/>
                      <a:moveTo>
                        <a:pt x="18955" y="19907"/>
                      </a:moveTo>
                      <a:cubicBezTo>
                        <a:pt x="18860" y="19336"/>
                        <a:pt x="18955" y="18479"/>
                        <a:pt x="19145" y="17336"/>
                      </a:cubicBezTo>
                      <a:cubicBezTo>
                        <a:pt x="19431" y="16192"/>
                        <a:pt x="19526" y="15335"/>
                        <a:pt x="19526" y="15049"/>
                      </a:cubicBezTo>
                      <a:cubicBezTo>
                        <a:pt x="19526" y="13716"/>
                        <a:pt x="18860" y="12859"/>
                        <a:pt x="17621" y="12382"/>
                      </a:cubicBezTo>
                      <a:lnTo>
                        <a:pt x="19526" y="10382"/>
                      </a:lnTo>
                      <a:cubicBezTo>
                        <a:pt x="19526" y="10382"/>
                        <a:pt x="19431" y="9906"/>
                        <a:pt x="19336" y="9715"/>
                      </a:cubicBezTo>
                      <a:cubicBezTo>
                        <a:pt x="18002" y="10858"/>
                        <a:pt x="17431" y="11906"/>
                        <a:pt x="17431" y="13049"/>
                      </a:cubicBezTo>
                      <a:cubicBezTo>
                        <a:pt x="17431" y="13621"/>
                        <a:pt x="17907" y="15049"/>
                        <a:pt x="18860" y="17431"/>
                      </a:cubicBezTo>
                      <a:cubicBezTo>
                        <a:pt x="18193" y="17431"/>
                        <a:pt x="17812" y="17907"/>
                        <a:pt x="17621" y="18574"/>
                      </a:cubicBezTo>
                      <a:cubicBezTo>
                        <a:pt x="17431" y="19240"/>
                        <a:pt x="17240" y="19717"/>
                        <a:pt x="16859" y="19812"/>
                      </a:cubicBezTo>
                      <a:lnTo>
                        <a:pt x="18860" y="19812"/>
                      </a:lnTo>
                      <a:close/>
                      <a:moveTo>
                        <a:pt x="25527" y="16097"/>
                      </a:moveTo>
                      <a:lnTo>
                        <a:pt x="28099" y="17907"/>
                      </a:lnTo>
                      <a:lnTo>
                        <a:pt x="28099" y="18097"/>
                      </a:lnTo>
                      <a:lnTo>
                        <a:pt x="26765" y="19431"/>
                      </a:lnTo>
                      <a:lnTo>
                        <a:pt x="28099" y="19431"/>
                      </a:lnTo>
                      <a:lnTo>
                        <a:pt x="28099" y="10287"/>
                      </a:lnTo>
                      <a:cubicBezTo>
                        <a:pt x="28099" y="10287"/>
                        <a:pt x="27242" y="11049"/>
                        <a:pt x="26479" y="11621"/>
                      </a:cubicBezTo>
                      <a:cubicBezTo>
                        <a:pt x="26479" y="11239"/>
                        <a:pt x="26194" y="11144"/>
                        <a:pt x="25527" y="11144"/>
                      </a:cubicBezTo>
                      <a:cubicBezTo>
                        <a:pt x="25908" y="11525"/>
                        <a:pt x="26194" y="11716"/>
                        <a:pt x="26479" y="11621"/>
                      </a:cubicBezTo>
                      <a:cubicBezTo>
                        <a:pt x="26670" y="12097"/>
                        <a:pt x="26479" y="12763"/>
                        <a:pt x="26194" y="13811"/>
                      </a:cubicBezTo>
                      <a:cubicBezTo>
                        <a:pt x="26194" y="13716"/>
                        <a:pt x="26194" y="13525"/>
                        <a:pt x="26289" y="13430"/>
                      </a:cubicBezTo>
                      <a:cubicBezTo>
                        <a:pt x="26765" y="13430"/>
                        <a:pt x="27146" y="13716"/>
                        <a:pt x="27432" y="14288"/>
                      </a:cubicBezTo>
                      <a:lnTo>
                        <a:pt x="25432" y="16097"/>
                      </a:lnTo>
                      <a:close/>
                      <a:moveTo>
                        <a:pt x="66675" y="44101"/>
                      </a:moveTo>
                      <a:cubicBezTo>
                        <a:pt x="66866" y="43624"/>
                        <a:pt x="67056" y="43148"/>
                        <a:pt x="67056" y="42767"/>
                      </a:cubicBezTo>
                      <a:cubicBezTo>
                        <a:pt x="67056" y="42005"/>
                        <a:pt x="66580" y="41243"/>
                        <a:pt x="65532" y="40481"/>
                      </a:cubicBezTo>
                      <a:cubicBezTo>
                        <a:pt x="64579" y="39719"/>
                        <a:pt x="64008" y="39053"/>
                        <a:pt x="63722" y="38576"/>
                      </a:cubicBezTo>
                      <a:cubicBezTo>
                        <a:pt x="64199" y="37909"/>
                        <a:pt x="64389" y="37338"/>
                        <a:pt x="64389" y="36766"/>
                      </a:cubicBezTo>
                      <a:cubicBezTo>
                        <a:pt x="64389" y="35909"/>
                        <a:pt x="63627" y="34862"/>
                        <a:pt x="62008" y="33909"/>
                      </a:cubicBezTo>
                      <a:cubicBezTo>
                        <a:pt x="60389" y="32956"/>
                        <a:pt x="59531" y="32099"/>
                        <a:pt x="59246" y="31623"/>
                      </a:cubicBezTo>
                      <a:cubicBezTo>
                        <a:pt x="58769" y="31051"/>
                        <a:pt x="58103" y="30766"/>
                        <a:pt x="57341" y="30766"/>
                      </a:cubicBezTo>
                      <a:cubicBezTo>
                        <a:pt x="56960" y="30766"/>
                        <a:pt x="56483" y="30766"/>
                        <a:pt x="55721" y="31051"/>
                      </a:cubicBezTo>
                      <a:cubicBezTo>
                        <a:pt x="54959" y="31242"/>
                        <a:pt x="54483" y="31337"/>
                        <a:pt x="54197" y="31337"/>
                      </a:cubicBezTo>
                      <a:cubicBezTo>
                        <a:pt x="53245" y="31337"/>
                        <a:pt x="52578" y="30766"/>
                        <a:pt x="52292" y="29528"/>
                      </a:cubicBezTo>
                      <a:lnTo>
                        <a:pt x="53531" y="28575"/>
                      </a:lnTo>
                      <a:cubicBezTo>
                        <a:pt x="51340" y="28289"/>
                        <a:pt x="50197" y="29146"/>
                        <a:pt x="50006" y="31051"/>
                      </a:cubicBezTo>
                      <a:cubicBezTo>
                        <a:pt x="49721" y="33718"/>
                        <a:pt x="49244" y="35338"/>
                        <a:pt x="48673" y="36004"/>
                      </a:cubicBezTo>
                      <a:cubicBezTo>
                        <a:pt x="48006" y="33909"/>
                        <a:pt x="47435" y="31718"/>
                        <a:pt x="46768" y="29623"/>
                      </a:cubicBezTo>
                      <a:cubicBezTo>
                        <a:pt x="46101" y="27432"/>
                        <a:pt x="44577" y="25717"/>
                        <a:pt x="42386" y="24479"/>
                      </a:cubicBezTo>
                      <a:cubicBezTo>
                        <a:pt x="42101" y="26670"/>
                        <a:pt x="40767" y="27813"/>
                        <a:pt x="38481" y="27813"/>
                      </a:cubicBezTo>
                      <a:cubicBezTo>
                        <a:pt x="37910" y="27813"/>
                        <a:pt x="37052" y="27813"/>
                        <a:pt x="35909" y="27622"/>
                      </a:cubicBezTo>
                      <a:cubicBezTo>
                        <a:pt x="34671" y="27432"/>
                        <a:pt x="33814" y="27432"/>
                        <a:pt x="33147" y="27432"/>
                      </a:cubicBezTo>
                      <a:cubicBezTo>
                        <a:pt x="32480" y="27432"/>
                        <a:pt x="31909" y="27432"/>
                        <a:pt x="31337" y="27622"/>
                      </a:cubicBezTo>
                      <a:cubicBezTo>
                        <a:pt x="28194" y="29623"/>
                        <a:pt x="26670" y="33052"/>
                        <a:pt x="26670" y="38005"/>
                      </a:cubicBezTo>
                      <a:cubicBezTo>
                        <a:pt x="26670" y="38862"/>
                        <a:pt x="26670" y="40386"/>
                        <a:pt x="26861" y="42386"/>
                      </a:cubicBezTo>
                      <a:cubicBezTo>
                        <a:pt x="26956" y="44482"/>
                        <a:pt x="26956" y="46006"/>
                        <a:pt x="26956" y="46958"/>
                      </a:cubicBezTo>
                      <a:cubicBezTo>
                        <a:pt x="26956" y="49149"/>
                        <a:pt x="26765" y="51054"/>
                        <a:pt x="26289" y="52673"/>
                      </a:cubicBezTo>
                      <a:cubicBezTo>
                        <a:pt x="26384" y="54007"/>
                        <a:pt x="27432" y="54578"/>
                        <a:pt x="29242" y="54483"/>
                      </a:cubicBezTo>
                      <a:cubicBezTo>
                        <a:pt x="31052" y="54483"/>
                        <a:pt x="32195" y="55054"/>
                        <a:pt x="32576" y="56483"/>
                      </a:cubicBezTo>
                      <a:cubicBezTo>
                        <a:pt x="33338" y="56959"/>
                        <a:pt x="35052" y="57150"/>
                        <a:pt x="37814" y="56959"/>
                      </a:cubicBezTo>
                      <a:cubicBezTo>
                        <a:pt x="40005" y="56959"/>
                        <a:pt x="41529" y="57721"/>
                        <a:pt x="42386" y="59150"/>
                      </a:cubicBezTo>
                      <a:cubicBezTo>
                        <a:pt x="43148" y="57626"/>
                        <a:pt x="44291" y="56674"/>
                        <a:pt x="45625" y="56388"/>
                      </a:cubicBezTo>
                      <a:lnTo>
                        <a:pt x="49721" y="56388"/>
                      </a:lnTo>
                      <a:cubicBezTo>
                        <a:pt x="50959" y="56197"/>
                        <a:pt x="51721" y="55626"/>
                        <a:pt x="52292" y="54578"/>
                      </a:cubicBezTo>
                      <a:cubicBezTo>
                        <a:pt x="56198" y="55054"/>
                        <a:pt x="60579" y="52578"/>
                        <a:pt x="65627" y="47244"/>
                      </a:cubicBezTo>
                      <a:lnTo>
                        <a:pt x="63056" y="46291"/>
                      </a:lnTo>
                      <a:lnTo>
                        <a:pt x="66675" y="44101"/>
                      </a:lnTo>
                      <a:close/>
                      <a:moveTo>
                        <a:pt x="63722" y="18193"/>
                      </a:moveTo>
                      <a:cubicBezTo>
                        <a:pt x="63722" y="17716"/>
                        <a:pt x="63341" y="17526"/>
                        <a:pt x="62865" y="17526"/>
                      </a:cubicBezTo>
                      <a:cubicBezTo>
                        <a:pt x="61913" y="17526"/>
                        <a:pt x="61436" y="17907"/>
                        <a:pt x="61436" y="18669"/>
                      </a:cubicBezTo>
                      <a:cubicBezTo>
                        <a:pt x="61436" y="18669"/>
                        <a:pt x="61436" y="18764"/>
                        <a:pt x="61722" y="18764"/>
                      </a:cubicBezTo>
                      <a:lnTo>
                        <a:pt x="63722" y="18097"/>
                      </a:lnTo>
                      <a:close/>
                      <a:moveTo>
                        <a:pt x="70580" y="10382"/>
                      </a:moveTo>
                      <a:lnTo>
                        <a:pt x="70580" y="9334"/>
                      </a:lnTo>
                      <a:cubicBezTo>
                        <a:pt x="70580" y="9334"/>
                        <a:pt x="68866" y="9811"/>
                        <a:pt x="66675" y="9811"/>
                      </a:cubicBezTo>
                      <a:lnTo>
                        <a:pt x="70580" y="10287"/>
                      </a:lnTo>
                      <a:close/>
                      <a:moveTo>
                        <a:pt x="66675" y="38671"/>
                      </a:moveTo>
                      <a:lnTo>
                        <a:pt x="69247" y="38671"/>
                      </a:lnTo>
                      <a:cubicBezTo>
                        <a:pt x="68199" y="37529"/>
                        <a:pt x="67342" y="37147"/>
                        <a:pt x="66675" y="37338"/>
                      </a:cubicBezTo>
                      <a:lnTo>
                        <a:pt x="66675" y="38671"/>
                      </a:lnTo>
                      <a:close/>
                      <a:moveTo>
                        <a:pt x="71914" y="46863"/>
                      </a:moveTo>
                      <a:lnTo>
                        <a:pt x="73724" y="45053"/>
                      </a:lnTo>
                      <a:lnTo>
                        <a:pt x="72866" y="45053"/>
                      </a:lnTo>
                      <a:lnTo>
                        <a:pt x="71914" y="46863"/>
                      </a:lnTo>
                      <a:close/>
                      <a:moveTo>
                        <a:pt x="76867" y="47244"/>
                      </a:moveTo>
                      <a:cubicBezTo>
                        <a:pt x="76867" y="47244"/>
                        <a:pt x="76295" y="46482"/>
                        <a:pt x="76295" y="45720"/>
                      </a:cubicBezTo>
                      <a:cubicBezTo>
                        <a:pt x="76295" y="43815"/>
                        <a:pt x="77153" y="42386"/>
                        <a:pt x="78772" y="41338"/>
                      </a:cubicBezTo>
                      <a:cubicBezTo>
                        <a:pt x="78486" y="41053"/>
                        <a:pt x="78010" y="40862"/>
                        <a:pt x="77629" y="40862"/>
                      </a:cubicBezTo>
                      <a:cubicBezTo>
                        <a:pt x="77533" y="40862"/>
                        <a:pt x="76200" y="41624"/>
                        <a:pt x="73724" y="43148"/>
                      </a:cubicBezTo>
                      <a:cubicBezTo>
                        <a:pt x="75343" y="43624"/>
                        <a:pt x="76200" y="44387"/>
                        <a:pt x="76200" y="45529"/>
                      </a:cubicBezTo>
                      <a:cubicBezTo>
                        <a:pt x="76200" y="46006"/>
                        <a:pt x="76010" y="46577"/>
                        <a:pt x="75629" y="47434"/>
                      </a:cubicBezTo>
                      <a:cubicBezTo>
                        <a:pt x="75248" y="48196"/>
                        <a:pt x="75057" y="48768"/>
                        <a:pt x="75057" y="49149"/>
                      </a:cubicBezTo>
                      <a:cubicBezTo>
                        <a:pt x="75057" y="49816"/>
                        <a:pt x="75819" y="50101"/>
                        <a:pt x="77438" y="50006"/>
                      </a:cubicBezTo>
                      <a:cubicBezTo>
                        <a:pt x="77438" y="48482"/>
                        <a:pt x="77248" y="47530"/>
                        <a:pt x="76867" y="47149"/>
                      </a:cubicBezTo>
                      <a:close/>
                      <a:moveTo>
                        <a:pt x="81820" y="55245"/>
                      </a:moveTo>
                      <a:lnTo>
                        <a:pt x="82391" y="54769"/>
                      </a:lnTo>
                      <a:lnTo>
                        <a:pt x="81344" y="53435"/>
                      </a:lnTo>
                      <a:lnTo>
                        <a:pt x="81820" y="55245"/>
                      </a:lnTo>
                      <a:close/>
                      <a:moveTo>
                        <a:pt x="84963" y="43720"/>
                      </a:moveTo>
                      <a:lnTo>
                        <a:pt x="86773" y="45053"/>
                      </a:lnTo>
                      <a:cubicBezTo>
                        <a:pt x="86297" y="44291"/>
                        <a:pt x="86201" y="43815"/>
                        <a:pt x="86297" y="43720"/>
                      </a:cubicBezTo>
                      <a:lnTo>
                        <a:pt x="84963" y="43720"/>
                      </a:lnTo>
                      <a:close/>
                      <a:moveTo>
                        <a:pt x="85439" y="23241"/>
                      </a:moveTo>
                      <a:lnTo>
                        <a:pt x="85439" y="24574"/>
                      </a:lnTo>
                      <a:lnTo>
                        <a:pt x="86773" y="23241"/>
                      </a:lnTo>
                      <a:lnTo>
                        <a:pt x="85439" y="23241"/>
                      </a:lnTo>
                      <a:close/>
                      <a:moveTo>
                        <a:pt x="86773" y="38100"/>
                      </a:moveTo>
                      <a:lnTo>
                        <a:pt x="89821" y="34862"/>
                      </a:lnTo>
                      <a:lnTo>
                        <a:pt x="88011" y="34862"/>
                      </a:lnTo>
                      <a:lnTo>
                        <a:pt x="86773" y="38100"/>
                      </a:lnTo>
                      <a:close/>
                      <a:moveTo>
                        <a:pt x="88011" y="52768"/>
                      </a:moveTo>
                      <a:lnTo>
                        <a:pt x="89821" y="52102"/>
                      </a:lnTo>
                      <a:cubicBezTo>
                        <a:pt x="89821" y="52102"/>
                        <a:pt x="89154" y="51435"/>
                        <a:pt x="88011" y="51435"/>
                      </a:cubicBezTo>
                      <a:lnTo>
                        <a:pt x="88011" y="52768"/>
                      </a:lnTo>
                      <a:close/>
                      <a:moveTo>
                        <a:pt x="91726" y="21431"/>
                      </a:moveTo>
                      <a:cubicBezTo>
                        <a:pt x="91726" y="21431"/>
                        <a:pt x="92583" y="21526"/>
                        <a:pt x="93154" y="22193"/>
                      </a:cubicBezTo>
                      <a:lnTo>
                        <a:pt x="91726" y="21431"/>
                      </a:lnTo>
                      <a:close/>
                      <a:moveTo>
                        <a:pt x="94202" y="22955"/>
                      </a:moveTo>
                      <a:cubicBezTo>
                        <a:pt x="94202" y="22955"/>
                        <a:pt x="93631" y="22670"/>
                        <a:pt x="93250" y="22193"/>
                      </a:cubicBezTo>
                      <a:lnTo>
                        <a:pt x="94202" y="22955"/>
                      </a:lnTo>
                      <a:close/>
                      <a:moveTo>
                        <a:pt x="94774" y="23241"/>
                      </a:moveTo>
                      <a:lnTo>
                        <a:pt x="94202" y="22955"/>
                      </a:lnTo>
                      <a:cubicBezTo>
                        <a:pt x="94679" y="22765"/>
                        <a:pt x="94964" y="22765"/>
                        <a:pt x="94774" y="22765"/>
                      </a:cubicBezTo>
                      <a:lnTo>
                        <a:pt x="94774" y="23241"/>
                      </a:lnTo>
                      <a:close/>
                      <a:moveTo>
                        <a:pt x="97060" y="15430"/>
                      </a:moveTo>
                      <a:cubicBezTo>
                        <a:pt x="97060" y="15430"/>
                        <a:pt x="96393" y="15240"/>
                        <a:pt x="95726" y="15145"/>
                      </a:cubicBezTo>
                      <a:cubicBezTo>
                        <a:pt x="95060" y="15145"/>
                        <a:pt x="94774" y="14954"/>
                        <a:pt x="94774" y="14764"/>
                      </a:cubicBezTo>
                      <a:cubicBezTo>
                        <a:pt x="94774" y="14478"/>
                        <a:pt x="94964" y="14097"/>
                        <a:pt x="95441" y="13621"/>
                      </a:cubicBezTo>
                      <a:lnTo>
                        <a:pt x="97060" y="15526"/>
                      </a:lnTo>
                      <a:close/>
                      <a:moveTo>
                        <a:pt x="97441" y="40100"/>
                      </a:moveTo>
                      <a:lnTo>
                        <a:pt x="95441" y="38767"/>
                      </a:lnTo>
                      <a:lnTo>
                        <a:pt x="97441" y="38767"/>
                      </a:lnTo>
                      <a:lnTo>
                        <a:pt x="97441" y="40100"/>
                      </a:lnTo>
                      <a:close/>
                      <a:moveTo>
                        <a:pt x="97060" y="15430"/>
                      </a:moveTo>
                      <a:lnTo>
                        <a:pt x="97441" y="15812"/>
                      </a:lnTo>
                      <a:lnTo>
                        <a:pt x="97060" y="15430"/>
                      </a:lnTo>
                      <a:close/>
                      <a:moveTo>
                        <a:pt x="98679" y="29051"/>
                      </a:moveTo>
                      <a:lnTo>
                        <a:pt x="99155" y="27241"/>
                      </a:lnTo>
                      <a:lnTo>
                        <a:pt x="103061" y="28575"/>
                      </a:lnTo>
                      <a:cubicBezTo>
                        <a:pt x="102108" y="28575"/>
                        <a:pt x="101346" y="29337"/>
                        <a:pt x="100775" y="30575"/>
                      </a:cubicBezTo>
                      <a:cubicBezTo>
                        <a:pt x="100584" y="30575"/>
                        <a:pt x="99822" y="30099"/>
                        <a:pt x="98679" y="29051"/>
                      </a:cubicBezTo>
                      <a:close/>
                      <a:moveTo>
                        <a:pt x="103061" y="11716"/>
                      </a:moveTo>
                      <a:cubicBezTo>
                        <a:pt x="102965" y="12192"/>
                        <a:pt x="102489" y="12573"/>
                        <a:pt x="101727" y="12573"/>
                      </a:cubicBezTo>
                      <a:lnTo>
                        <a:pt x="99917" y="12573"/>
                      </a:lnTo>
                      <a:lnTo>
                        <a:pt x="100394" y="11239"/>
                      </a:lnTo>
                      <a:cubicBezTo>
                        <a:pt x="100394" y="11239"/>
                        <a:pt x="101632" y="11716"/>
                        <a:pt x="102965" y="11716"/>
                      </a:cubicBezTo>
                      <a:close/>
                      <a:moveTo>
                        <a:pt x="102299" y="16764"/>
                      </a:moveTo>
                      <a:lnTo>
                        <a:pt x="102299" y="15812"/>
                      </a:lnTo>
                      <a:cubicBezTo>
                        <a:pt x="104680" y="16192"/>
                        <a:pt x="106394" y="16383"/>
                        <a:pt x="107347" y="16288"/>
                      </a:cubicBezTo>
                      <a:lnTo>
                        <a:pt x="107347" y="17621"/>
                      </a:lnTo>
                      <a:lnTo>
                        <a:pt x="102299" y="16764"/>
                      </a:lnTo>
                      <a:close/>
                      <a:moveTo>
                        <a:pt x="108014" y="41910"/>
                      </a:moveTo>
                      <a:lnTo>
                        <a:pt x="106680" y="41910"/>
                      </a:lnTo>
                      <a:lnTo>
                        <a:pt x="107633" y="40196"/>
                      </a:lnTo>
                      <a:cubicBezTo>
                        <a:pt x="107633" y="40196"/>
                        <a:pt x="107918" y="40957"/>
                        <a:pt x="107918" y="41910"/>
                      </a:cubicBezTo>
                      <a:close/>
                      <a:moveTo>
                        <a:pt x="107347" y="40005"/>
                      </a:moveTo>
                      <a:cubicBezTo>
                        <a:pt x="107347" y="40005"/>
                        <a:pt x="107633" y="39529"/>
                        <a:pt x="108014" y="39243"/>
                      </a:cubicBezTo>
                      <a:lnTo>
                        <a:pt x="107728" y="40196"/>
                      </a:lnTo>
                      <a:cubicBezTo>
                        <a:pt x="107728" y="40196"/>
                        <a:pt x="107537" y="40005"/>
                        <a:pt x="107442" y="40005"/>
                      </a:cubicBezTo>
                      <a:close/>
                      <a:moveTo>
                        <a:pt x="108014" y="39243"/>
                      </a:moveTo>
                      <a:lnTo>
                        <a:pt x="108490" y="38100"/>
                      </a:lnTo>
                      <a:cubicBezTo>
                        <a:pt x="108490" y="38100"/>
                        <a:pt x="108490" y="38767"/>
                        <a:pt x="108014" y="39243"/>
                      </a:cubicBezTo>
                      <a:close/>
                      <a:moveTo>
                        <a:pt x="110395" y="4000"/>
                      </a:moveTo>
                      <a:lnTo>
                        <a:pt x="111728" y="5334"/>
                      </a:lnTo>
                      <a:lnTo>
                        <a:pt x="109252" y="5334"/>
                      </a:lnTo>
                      <a:lnTo>
                        <a:pt x="110395" y="4000"/>
                      </a:lnTo>
                      <a:close/>
                      <a:moveTo>
                        <a:pt x="111252" y="22098"/>
                      </a:moveTo>
                      <a:lnTo>
                        <a:pt x="114300" y="25241"/>
                      </a:lnTo>
                      <a:cubicBezTo>
                        <a:pt x="111919" y="24479"/>
                        <a:pt x="110776" y="23908"/>
                        <a:pt x="110776" y="23431"/>
                      </a:cubicBezTo>
                      <a:cubicBezTo>
                        <a:pt x="110776" y="23050"/>
                        <a:pt x="110966" y="22670"/>
                        <a:pt x="111252" y="22098"/>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 name="Google Shape;840;p99"/>
                <p:cNvSpPr/>
                <p:nvPr/>
              </p:nvSpPr>
              <p:spPr>
                <a:xfrm>
                  <a:off x="3956779" y="3929157"/>
                  <a:ext cx="100964" cy="135635"/>
                </a:xfrm>
                <a:custGeom>
                  <a:avLst/>
                  <a:gdLst/>
                  <a:ahLst/>
                  <a:cxnLst/>
                  <a:rect l="l" t="t" r="r" b="b"/>
                  <a:pathLst>
                    <a:path w="100964" h="135635" extrusionOk="0">
                      <a:moveTo>
                        <a:pt x="89059" y="108490"/>
                      </a:moveTo>
                      <a:cubicBezTo>
                        <a:pt x="91250" y="109918"/>
                        <a:pt x="92392" y="112300"/>
                        <a:pt x="92678" y="115633"/>
                      </a:cubicBezTo>
                      <a:cubicBezTo>
                        <a:pt x="92678" y="118491"/>
                        <a:pt x="92869" y="121348"/>
                        <a:pt x="92869" y="124111"/>
                      </a:cubicBezTo>
                      <a:cubicBezTo>
                        <a:pt x="92869" y="125635"/>
                        <a:pt x="93154" y="126968"/>
                        <a:pt x="93535" y="128111"/>
                      </a:cubicBezTo>
                      <a:cubicBezTo>
                        <a:pt x="90488" y="133159"/>
                        <a:pt x="85439" y="135636"/>
                        <a:pt x="78296" y="135636"/>
                      </a:cubicBezTo>
                      <a:cubicBezTo>
                        <a:pt x="76200" y="135636"/>
                        <a:pt x="72962" y="135350"/>
                        <a:pt x="68580" y="134969"/>
                      </a:cubicBezTo>
                      <a:cubicBezTo>
                        <a:pt x="64198" y="134588"/>
                        <a:pt x="60960" y="134302"/>
                        <a:pt x="58769" y="134302"/>
                      </a:cubicBezTo>
                      <a:cubicBezTo>
                        <a:pt x="56483" y="134302"/>
                        <a:pt x="54483" y="134302"/>
                        <a:pt x="52768" y="134588"/>
                      </a:cubicBezTo>
                      <a:lnTo>
                        <a:pt x="15716" y="134588"/>
                      </a:lnTo>
                      <a:lnTo>
                        <a:pt x="15716" y="134112"/>
                      </a:lnTo>
                      <a:cubicBezTo>
                        <a:pt x="14478" y="133350"/>
                        <a:pt x="12192" y="133159"/>
                        <a:pt x="8858" y="133731"/>
                      </a:cubicBezTo>
                      <a:cubicBezTo>
                        <a:pt x="5620" y="134302"/>
                        <a:pt x="3143" y="134017"/>
                        <a:pt x="1429" y="132683"/>
                      </a:cubicBezTo>
                      <a:cubicBezTo>
                        <a:pt x="2000" y="116872"/>
                        <a:pt x="2191" y="101060"/>
                        <a:pt x="2191" y="85534"/>
                      </a:cubicBezTo>
                      <a:cubicBezTo>
                        <a:pt x="2191" y="70009"/>
                        <a:pt x="1905" y="54292"/>
                        <a:pt x="1429" y="38386"/>
                      </a:cubicBezTo>
                      <a:cubicBezTo>
                        <a:pt x="2096" y="38862"/>
                        <a:pt x="2572" y="38957"/>
                        <a:pt x="2762" y="38862"/>
                      </a:cubicBezTo>
                      <a:lnTo>
                        <a:pt x="3238" y="38386"/>
                      </a:lnTo>
                      <a:cubicBezTo>
                        <a:pt x="3334" y="37719"/>
                        <a:pt x="3048" y="37243"/>
                        <a:pt x="2476" y="36957"/>
                      </a:cubicBezTo>
                      <a:cubicBezTo>
                        <a:pt x="1810" y="36671"/>
                        <a:pt x="1524" y="36481"/>
                        <a:pt x="1524" y="36385"/>
                      </a:cubicBezTo>
                      <a:cubicBezTo>
                        <a:pt x="1524" y="36195"/>
                        <a:pt x="1810" y="35814"/>
                        <a:pt x="2286" y="35242"/>
                      </a:cubicBezTo>
                      <a:cubicBezTo>
                        <a:pt x="2286" y="36290"/>
                        <a:pt x="2476" y="36862"/>
                        <a:pt x="2762" y="37147"/>
                      </a:cubicBezTo>
                      <a:cubicBezTo>
                        <a:pt x="3905" y="36957"/>
                        <a:pt x="4191" y="36385"/>
                        <a:pt x="3619" y="35242"/>
                      </a:cubicBezTo>
                      <a:cubicBezTo>
                        <a:pt x="3048" y="34099"/>
                        <a:pt x="3238" y="33433"/>
                        <a:pt x="4000" y="33147"/>
                      </a:cubicBezTo>
                      <a:cubicBezTo>
                        <a:pt x="4000" y="33433"/>
                        <a:pt x="3905" y="33528"/>
                        <a:pt x="3905" y="33814"/>
                      </a:cubicBezTo>
                      <a:cubicBezTo>
                        <a:pt x="3905" y="34195"/>
                        <a:pt x="4191" y="34766"/>
                        <a:pt x="4763" y="35242"/>
                      </a:cubicBezTo>
                      <a:cubicBezTo>
                        <a:pt x="5334" y="35719"/>
                        <a:pt x="5715" y="36100"/>
                        <a:pt x="5810" y="36290"/>
                      </a:cubicBezTo>
                      <a:lnTo>
                        <a:pt x="8382" y="35814"/>
                      </a:lnTo>
                      <a:lnTo>
                        <a:pt x="5810" y="34004"/>
                      </a:lnTo>
                      <a:lnTo>
                        <a:pt x="8382" y="32671"/>
                      </a:lnTo>
                      <a:cubicBezTo>
                        <a:pt x="8382" y="32671"/>
                        <a:pt x="7620" y="31813"/>
                        <a:pt x="6382" y="30671"/>
                      </a:cubicBezTo>
                      <a:cubicBezTo>
                        <a:pt x="5525" y="29908"/>
                        <a:pt x="4858" y="29527"/>
                        <a:pt x="4286" y="29527"/>
                      </a:cubicBezTo>
                      <a:cubicBezTo>
                        <a:pt x="3619" y="29527"/>
                        <a:pt x="3143" y="30004"/>
                        <a:pt x="2667" y="30861"/>
                      </a:cubicBezTo>
                      <a:cubicBezTo>
                        <a:pt x="1905" y="30480"/>
                        <a:pt x="1524" y="30004"/>
                        <a:pt x="1524" y="29527"/>
                      </a:cubicBezTo>
                      <a:cubicBezTo>
                        <a:pt x="1524" y="29337"/>
                        <a:pt x="1905" y="28861"/>
                        <a:pt x="2858" y="28099"/>
                      </a:cubicBezTo>
                      <a:cubicBezTo>
                        <a:pt x="3715" y="27337"/>
                        <a:pt x="4096" y="26765"/>
                        <a:pt x="4000" y="26194"/>
                      </a:cubicBezTo>
                      <a:lnTo>
                        <a:pt x="5334" y="27527"/>
                      </a:lnTo>
                      <a:lnTo>
                        <a:pt x="6096" y="26479"/>
                      </a:lnTo>
                      <a:cubicBezTo>
                        <a:pt x="6096" y="26479"/>
                        <a:pt x="6858" y="26956"/>
                        <a:pt x="7239" y="26956"/>
                      </a:cubicBezTo>
                      <a:cubicBezTo>
                        <a:pt x="7715" y="26956"/>
                        <a:pt x="8572" y="26670"/>
                        <a:pt x="9715" y="26098"/>
                      </a:cubicBezTo>
                      <a:cubicBezTo>
                        <a:pt x="10858" y="25527"/>
                        <a:pt x="11716" y="25241"/>
                        <a:pt x="12192" y="25241"/>
                      </a:cubicBezTo>
                      <a:cubicBezTo>
                        <a:pt x="12859" y="25241"/>
                        <a:pt x="13430" y="25527"/>
                        <a:pt x="13811" y="26098"/>
                      </a:cubicBezTo>
                      <a:lnTo>
                        <a:pt x="14668" y="25622"/>
                      </a:lnTo>
                      <a:cubicBezTo>
                        <a:pt x="14573" y="24574"/>
                        <a:pt x="13906" y="23908"/>
                        <a:pt x="12763" y="23527"/>
                      </a:cubicBezTo>
                      <a:cubicBezTo>
                        <a:pt x="11621" y="23146"/>
                        <a:pt x="10954" y="22765"/>
                        <a:pt x="10763" y="22479"/>
                      </a:cubicBezTo>
                      <a:cubicBezTo>
                        <a:pt x="8954" y="22384"/>
                        <a:pt x="6953" y="22384"/>
                        <a:pt x="4381" y="22479"/>
                      </a:cubicBezTo>
                      <a:cubicBezTo>
                        <a:pt x="4191" y="23050"/>
                        <a:pt x="3905" y="23336"/>
                        <a:pt x="3810" y="23336"/>
                      </a:cubicBezTo>
                      <a:cubicBezTo>
                        <a:pt x="3334" y="22955"/>
                        <a:pt x="3048" y="22860"/>
                        <a:pt x="2762" y="22860"/>
                      </a:cubicBezTo>
                      <a:cubicBezTo>
                        <a:pt x="2476" y="22860"/>
                        <a:pt x="2286" y="22860"/>
                        <a:pt x="2096" y="22955"/>
                      </a:cubicBezTo>
                      <a:lnTo>
                        <a:pt x="762" y="18002"/>
                      </a:lnTo>
                      <a:cubicBezTo>
                        <a:pt x="1619" y="18002"/>
                        <a:pt x="2191" y="17716"/>
                        <a:pt x="2572" y="17145"/>
                      </a:cubicBezTo>
                      <a:cubicBezTo>
                        <a:pt x="2572" y="16192"/>
                        <a:pt x="2191" y="15907"/>
                        <a:pt x="1333" y="16288"/>
                      </a:cubicBezTo>
                      <a:cubicBezTo>
                        <a:pt x="571" y="16764"/>
                        <a:pt x="95" y="16669"/>
                        <a:pt x="0" y="15907"/>
                      </a:cubicBezTo>
                      <a:lnTo>
                        <a:pt x="1333" y="14573"/>
                      </a:lnTo>
                      <a:lnTo>
                        <a:pt x="2667" y="15907"/>
                      </a:lnTo>
                      <a:cubicBezTo>
                        <a:pt x="2667" y="15907"/>
                        <a:pt x="3143" y="14573"/>
                        <a:pt x="3143" y="12763"/>
                      </a:cubicBezTo>
                      <a:cubicBezTo>
                        <a:pt x="3143" y="13145"/>
                        <a:pt x="3429" y="13525"/>
                        <a:pt x="4000" y="13716"/>
                      </a:cubicBezTo>
                      <a:cubicBezTo>
                        <a:pt x="4858" y="13049"/>
                        <a:pt x="5334" y="12478"/>
                        <a:pt x="5334" y="12001"/>
                      </a:cubicBezTo>
                      <a:cubicBezTo>
                        <a:pt x="5334" y="11525"/>
                        <a:pt x="4572" y="10668"/>
                        <a:pt x="3143" y="9620"/>
                      </a:cubicBezTo>
                      <a:cubicBezTo>
                        <a:pt x="1714" y="8572"/>
                        <a:pt x="952" y="7620"/>
                        <a:pt x="952" y="6667"/>
                      </a:cubicBezTo>
                      <a:cubicBezTo>
                        <a:pt x="952" y="5905"/>
                        <a:pt x="1333" y="5048"/>
                        <a:pt x="2286" y="4191"/>
                      </a:cubicBezTo>
                      <a:lnTo>
                        <a:pt x="5429" y="857"/>
                      </a:lnTo>
                      <a:cubicBezTo>
                        <a:pt x="10954" y="286"/>
                        <a:pt x="16859" y="0"/>
                        <a:pt x="23146" y="0"/>
                      </a:cubicBezTo>
                      <a:cubicBezTo>
                        <a:pt x="29051" y="0"/>
                        <a:pt x="38005" y="381"/>
                        <a:pt x="49911" y="1048"/>
                      </a:cubicBezTo>
                      <a:cubicBezTo>
                        <a:pt x="61817" y="1714"/>
                        <a:pt x="70771" y="2096"/>
                        <a:pt x="76867" y="2096"/>
                      </a:cubicBezTo>
                      <a:cubicBezTo>
                        <a:pt x="81248" y="2096"/>
                        <a:pt x="85344" y="2000"/>
                        <a:pt x="89249" y="1714"/>
                      </a:cubicBezTo>
                      <a:cubicBezTo>
                        <a:pt x="91726" y="3715"/>
                        <a:pt x="93059" y="6382"/>
                        <a:pt x="93059" y="9715"/>
                      </a:cubicBezTo>
                      <a:cubicBezTo>
                        <a:pt x="93059" y="10763"/>
                        <a:pt x="92869" y="12478"/>
                        <a:pt x="92583" y="14859"/>
                      </a:cubicBezTo>
                      <a:cubicBezTo>
                        <a:pt x="92297" y="17335"/>
                        <a:pt x="92107" y="19240"/>
                        <a:pt x="92107" y="20479"/>
                      </a:cubicBezTo>
                      <a:cubicBezTo>
                        <a:pt x="92107" y="21717"/>
                        <a:pt x="92202" y="23050"/>
                        <a:pt x="92488" y="24193"/>
                      </a:cubicBezTo>
                      <a:cubicBezTo>
                        <a:pt x="92488" y="26003"/>
                        <a:pt x="91345" y="26860"/>
                        <a:pt x="89154" y="26860"/>
                      </a:cubicBezTo>
                      <a:cubicBezTo>
                        <a:pt x="88868" y="26860"/>
                        <a:pt x="88297" y="26860"/>
                        <a:pt x="87535" y="26670"/>
                      </a:cubicBezTo>
                      <a:lnTo>
                        <a:pt x="85915" y="26670"/>
                      </a:lnTo>
                      <a:cubicBezTo>
                        <a:pt x="84582" y="26670"/>
                        <a:pt x="83629" y="26860"/>
                        <a:pt x="82963" y="27337"/>
                      </a:cubicBezTo>
                      <a:lnTo>
                        <a:pt x="79438" y="27337"/>
                      </a:lnTo>
                      <a:lnTo>
                        <a:pt x="79438" y="26670"/>
                      </a:lnTo>
                      <a:cubicBezTo>
                        <a:pt x="74485" y="27051"/>
                        <a:pt x="68866" y="27337"/>
                        <a:pt x="62579" y="27337"/>
                      </a:cubicBezTo>
                      <a:cubicBezTo>
                        <a:pt x="58674" y="27337"/>
                        <a:pt x="52959" y="27337"/>
                        <a:pt x="45529" y="27337"/>
                      </a:cubicBezTo>
                      <a:lnTo>
                        <a:pt x="28480" y="27337"/>
                      </a:lnTo>
                      <a:cubicBezTo>
                        <a:pt x="27718" y="29337"/>
                        <a:pt x="27337" y="31623"/>
                        <a:pt x="27337" y="34195"/>
                      </a:cubicBezTo>
                      <a:cubicBezTo>
                        <a:pt x="27337" y="34957"/>
                        <a:pt x="27337" y="36100"/>
                        <a:pt x="27432" y="37719"/>
                      </a:cubicBezTo>
                      <a:lnTo>
                        <a:pt x="27432" y="41434"/>
                      </a:lnTo>
                      <a:cubicBezTo>
                        <a:pt x="27432" y="43815"/>
                        <a:pt x="27146" y="46101"/>
                        <a:pt x="26575" y="48101"/>
                      </a:cubicBezTo>
                      <a:cubicBezTo>
                        <a:pt x="26860" y="49625"/>
                        <a:pt x="27146" y="51245"/>
                        <a:pt x="27432" y="52768"/>
                      </a:cubicBezTo>
                      <a:cubicBezTo>
                        <a:pt x="28004" y="54769"/>
                        <a:pt x="28956" y="55721"/>
                        <a:pt x="30385" y="55721"/>
                      </a:cubicBezTo>
                      <a:cubicBezTo>
                        <a:pt x="30766" y="55721"/>
                        <a:pt x="31242" y="55721"/>
                        <a:pt x="31718" y="55531"/>
                      </a:cubicBezTo>
                      <a:cubicBezTo>
                        <a:pt x="32004" y="55531"/>
                        <a:pt x="32385" y="55721"/>
                        <a:pt x="32861" y="55721"/>
                      </a:cubicBezTo>
                      <a:cubicBezTo>
                        <a:pt x="33338" y="55721"/>
                        <a:pt x="33909" y="55721"/>
                        <a:pt x="34862" y="55340"/>
                      </a:cubicBezTo>
                      <a:cubicBezTo>
                        <a:pt x="35719" y="55150"/>
                        <a:pt x="36290" y="55054"/>
                        <a:pt x="36671" y="55054"/>
                      </a:cubicBezTo>
                      <a:cubicBezTo>
                        <a:pt x="37529" y="55054"/>
                        <a:pt x="38195" y="55531"/>
                        <a:pt x="38767" y="56388"/>
                      </a:cubicBezTo>
                      <a:cubicBezTo>
                        <a:pt x="41719" y="55531"/>
                        <a:pt x="45148" y="55054"/>
                        <a:pt x="49054" y="55054"/>
                      </a:cubicBezTo>
                      <a:cubicBezTo>
                        <a:pt x="50959" y="55054"/>
                        <a:pt x="53816" y="55150"/>
                        <a:pt x="57531" y="55531"/>
                      </a:cubicBezTo>
                      <a:cubicBezTo>
                        <a:pt x="61341" y="55816"/>
                        <a:pt x="64103" y="55912"/>
                        <a:pt x="65913" y="55912"/>
                      </a:cubicBezTo>
                      <a:cubicBezTo>
                        <a:pt x="67723" y="55912"/>
                        <a:pt x="69437" y="55816"/>
                        <a:pt x="71056" y="55531"/>
                      </a:cubicBezTo>
                      <a:cubicBezTo>
                        <a:pt x="71818" y="58293"/>
                        <a:pt x="72200" y="62198"/>
                        <a:pt x="72104" y="67151"/>
                      </a:cubicBezTo>
                      <a:cubicBezTo>
                        <a:pt x="72009" y="72866"/>
                        <a:pt x="72104" y="76676"/>
                        <a:pt x="72485" y="78867"/>
                      </a:cubicBezTo>
                      <a:cubicBezTo>
                        <a:pt x="70199" y="80486"/>
                        <a:pt x="67151" y="81343"/>
                        <a:pt x="63246" y="81343"/>
                      </a:cubicBezTo>
                      <a:cubicBezTo>
                        <a:pt x="61627" y="81343"/>
                        <a:pt x="59150" y="81153"/>
                        <a:pt x="55912" y="80867"/>
                      </a:cubicBezTo>
                      <a:cubicBezTo>
                        <a:pt x="52578" y="80486"/>
                        <a:pt x="50101" y="80391"/>
                        <a:pt x="48387" y="80391"/>
                      </a:cubicBezTo>
                      <a:cubicBezTo>
                        <a:pt x="46672" y="80391"/>
                        <a:pt x="45244" y="80391"/>
                        <a:pt x="43815" y="80677"/>
                      </a:cubicBezTo>
                      <a:lnTo>
                        <a:pt x="43815" y="79915"/>
                      </a:lnTo>
                      <a:cubicBezTo>
                        <a:pt x="43053" y="79915"/>
                        <a:pt x="41338" y="80010"/>
                        <a:pt x="38767" y="80010"/>
                      </a:cubicBezTo>
                      <a:cubicBezTo>
                        <a:pt x="37052" y="80010"/>
                        <a:pt x="35433" y="80486"/>
                        <a:pt x="33909" y="81153"/>
                      </a:cubicBezTo>
                      <a:cubicBezTo>
                        <a:pt x="33433" y="80867"/>
                        <a:pt x="32671" y="80677"/>
                        <a:pt x="31813" y="80677"/>
                      </a:cubicBezTo>
                      <a:cubicBezTo>
                        <a:pt x="30480" y="80867"/>
                        <a:pt x="29718" y="80867"/>
                        <a:pt x="29527" y="80677"/>
                      </a:cubicBezTo>
                      <a:cubicBezTo>
                        <a:pt x="27718" y="81248"/>
                        <a:pt x="26860" y="82677"/>
                        <a:pt x="26860" y="84868"/>
                      </a:cubicBezTo>
                      <a:cubicBezTo>
                        <a:pt x="26860" y="86392"/>
                        <a:pt x="27146" y="87630"/>
                        <a:pt x="27718" y="88487"/>
                      </a:cubicBezTo>
                      <a:cubicBezTo>
                        <a:pt x="25337" y="87821"/>
                        <a:pt x="23241" y="88487"/>
                        <a:pt x="21431" y="90297"/>
                      </a:cubicBezTo>
                      <a:lnTo>
                        <a:pt x="25622" y="89535"/>
                      </a:lnTo>
                      <a:lnTo>
                        <a:pt x="25146" y="90297"/>
                      </a:lnTo>
                      <a:cubicBezTo>
                        <a:pt x="25337" y="90773"/>
                        <a:pt x="25622" y="90964"/>
                        <a:pt x="26003" y="90964"/>
                      </a:cubicBezTo>
                      <a:cubicBezTo>
                        <a:pt x="25717" y="90964"/>
                        <a:pt x="26384" y="90488"/>
                        <a:pt x="27813" y="89535"/>
                      </a:cubicBezTo>
                      <a:cubicBezTo>
                        <a:pt x="27813" y="89059"/>
                        <a:pt x="27813" y="92297"/>
                        <a:pt x="27718" y="99155"/>
                      </a:cubicBezTo>
                      <a:cubicBezTo>
                        <a:pt x="27527" y="103156"/>
                        <a:pt x="28194" y="106204"/>
                        <a:pt x="29623" y="108395"/>
                      </a:cubicBezTo>
                      <a:cubicBezTo>
                        <a:pt x="33623" y="108871"/>
                        <a:pt x="37814" y="109252"/>
                        <a:pt x="42291" y="109252"/>
                      </a:cubicBezTo>
                      <a:cubicBezTo>
                        <a:pt x="45625" y="109252"/>
                        <a:pt x="50578" y="109061"/>
                        <a:pt x="56959" y="108585"/>
                      </a:cubicBezTo>
                      <a:cubicBezTo>
                        <a:pt x="63437" y="108109"/>
                        <a:pt x="68199" y="107918"/>
                        <a:pt x="71533" y="107918"/>
                      </a:cubicBezTo>
                      <a:cubicBezTo>
                        <a:pt x="76390" y="107918"/>
                        <a:pt x="80963" y="108204"/>
                        <a:pt x="85154" y="108871"/>
                      </a:cubicBezTo>
                      <a:cubicBezTo>
                        <a:pt x="85915" y="107156"/>
                        <a:pt x="87439" y="106966"/>
                        <a:pt x="89725" y="108395"/>
                      </a:cubicBezTo>
                      <a:close/>
                      <a:moveTo>
                        <a:pt x="5334" y="24765"/>
                      </a:moveTo>
                      <a:lnTo>
                        <a:pt x="6287" y="26194"/>
                      </a:lnTo>
                      <a:lnTo>
                        <a:pt x="6096" y="26479"/>
                      </a:lnTo>
                      <a:cubicBezTo>
                        <a:pt x="5715" y="26003"/>
                        <a:pt x="5429" y="25432"/>
                        <a:pt x="5334" y="24765"/>
                      </a:cubicBezTo>
                      <a:close/>
                      <a:moveTo>
                        <a:pt x="38576" y="72485"/>
                      </a:moveTo>
                      <a:lnTo>
                        <a:pt x="36671" y="72485"/>
                      </a:lnTo>
                      <a:cubicBezTo>
                        <a:pt x="37052" y="73247"/>
                        <a:pt x="37624" y="73247"/>
                        <a:pt x="38576" y="72485"/>
                      </a:cubicBezTo>
                      <a:lnTo>
                        <a:pt x="39338" y="72485"/>
                      </a:lnTo>
                      <a:cubicBezTo>
                        <a:pt x="39338" y="72485"/>
                        <a:pt x="39624" y="73057"/>
                        <a:pt x="39624" y="73628"/>
                      </a:cubicBezTo>
                      <a:lnTo>
                        <a:pt x="41910" y="72485"/>
                      </a:lnTo>
                      <a:cubicBezTo>
                        <a:pt x="42386" y="73057"/>
                        <a:pt x="42767" y="73438"/>
                        <a:pt x="42767" y="73628"/>
                      </a:cubicBezTo>
                      <a:lnTo>
                        <a:pt x="45148" y="73628"/>
                      </a:lnTo>
                      <a:lnTo>
                        <a:pt x="45148" y="72485"/>
                      </a:lnTo>
                      <a:lnTo>
                        <a:pt x="39338" y="72485"/>
                      </a:lnTo>
                      <a:cubicBezTo>
                        <a:pt x="39338" y="72485"/>
                        <a:pt x="38862" y="72295"/>
                        <a:pt x="38576" y="72485"/>
                      </a:cubicBezTo>
                      <a:close/>
                      <a:moveTo>
                        <a:pt x="70294" y="9620"/>
                      </a:moveTo>
                      <a:lnTo>
                        <a:pt x="68961" y="8763"/>
                      </a:lnTo>
                      <a:lnTo>
                        <a:pt x="70294" y="11525"/>
                      </a:lnTo>
                      <a:lnTo>
                        <a:pt x="70294" y="9620"/>
                      </a:lnTo>
                      <a:close/>
                      <a:moveTo>
                        <a:pt x="100298" y="117538"/>
                      </a:moveTo>
                      <a:lnTo>
                        <a:pt x="100965" y="117538"/>
                      </a:lnTo>
                      <a:lnTo>
                        <a:pt x="98965" y="118681"/>
                      </a:lnTo>
                      <a:lnTo>
                        <a:pt x="100298" y="117538"/>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41" name="Google Shape;841;p99"/>
              <p:cNvGrpSpPr/>
              <p:nvPr/>
            </p:nvGrpSpPr>
            <p:grpSpPr>
              <a:xfrm>
                <a:off x="10639609" y="7392162"/>
                <a:ext cx="755618" cy="140398"/>
                <a:chOff x="5386291" y="5110257"/>
                <a:chExt cx="755618" cy="140398"/>
              </a:xfrm>
            </p:grpSpPr>
            <p:sp>
              <p:nvSpPr>
                <p:cNvPr id="842" name="Google Shape;842;p99"/>
                <p:cNvSpPr/>
                <p:nvPr/>
              </p:nvSpPr>
              <p:spPr>
                <a:xfrm>
                  <a:off x="5386291" y="5128164"/>
                  <a:ext cx="104489" cy="115728"/>
                </a:xfrm>
                <a:custGeom>
                  <a:avLst/>
                  <a:gdLst/>
                  <a:ahLst/>
                  <a:cxnLst/>
                  <a:rect l="l" t="t" r="r" b="b"/>
                  <a:pathLst>
                    <a:path w="104489" h="115728" extrusionOk="0">
                      <a:moveTo>
                        <a:pt x="1619" y="80296"/>
                      </a:moveTo>
                      <a:cubicBezTo>
                        <a:pt x="1524" y="81248"/>
                        <a:pt x="1619" y="81724"/>
                        <a:pt x="2000" y="81724"/>
                      </a:cubicBezTo>
                      <a:cubicBezTo>
                        <a:pt x="2000" y="81724"/>
                        <a:pt x="2191" y="81724"/>
                        <a:pt x="2572" y="81534"/>
                      </a:cubicBezTo>
                      <a:cubicBezTo>
                        <a:pt x="2858" y="81534"/>
                        <a:pt x="3048" y="81439"/>
                        <a:pt x="3238" y="81439"/>
                      </a:cubicBezTo>
                      <a:cubicBezTo>
                        <a:pt x="3524" y="81439"/>
                        <a:pt x="3715" y="81629"/>
                        <a:pt x="3810" y="82010"/>
                      </a:cubicBezTo>
                      <a:cubicBezTo>
                        <a:pt x="1619" y="82010"/>
                        <a:pt x="286" y="81820"/>
                        <a:pt x="0" y="81439"/>
                      </a:cubicBezTo>
                      <a:lnTo>
                        <a:pt x="1524" y="80296"/>
                      </a:lnTo>
                      <a:close/>
                      <a:moveTo>
                        <a:pt x="3810" y="94964"/>
                      </a:moveTo>
                      <a:cubicBezTo>
                        <a:pt x="4001" y="94488"/>
                        <a:pt x="4382" y="94202"/>
                        <a:pt x="4953" y="94202"/>
                      </a:cubicBezTo>
                      <a:lnTo>
                        <a:pt x="6477" y="94202"/>
                      </a:lnTo>
                      <a:cubicBezTo>
                        <a:pt x="6477" y="94202"/>
                        <a:pt x="6001" y="94964"/>
                        <a:pt x="5334" y="94964"/>
                      </a:cubicBezTo>
                      <a:lnTo>
                        <a:pt x="3810" y="94964"/>
                      </a:lnTo>
                      <a:close/>
                      <a:moveTo>
                        <a:pt x="8573" y="102584"/>
                      </a:moveTo>
                      <a:lnTo>
                        <a:pt x="8573" y="100965"/>
                      </a:lnTo>
                      <a:lnTo>
                        <a:pt x="9716" y="100965"/>
                      </a:lnTo>
                      <a:lnTo>
                        <a:pt x="8573" y="102584"/>
                      </a:lnTo>
                      <a:close/>
                      <a:moveTo>
                        <a:pt x="14573" y="93154"/>
                      </a:moveTo>
                      <a:cubicBezTo>
                        <a:pt x="15050" y="92964"/>
                        <a:pt x="15716" y="93345"/>
                        <a:pt x="16669" y="94297"/>
                      </a:cubicBezTo>
                      <a:lnTo>
                        <a:pt x="16288" y="95059"/>
                      </a:lnTo>
                      <a:lnTo>
                        <a:pt x="14573" y="93154"/>
                      </a:lnTo>
                      <a:close/>
                      <a:moveTo>
                        <a:pt x="16669" y="102584"/>
                      </a:moveTo>
                      <a:cubicBezTo>
                        <a:pt x="16669" y="102584"/>
                        <a:pt x="17240" y="102203"/>
                        <a:pt x="17526" y="101727"/>
                      </a:cubicBezTo>
                      <a:cubicBezTo>
                        <a:pt x="17907" y="101251"/>
                        <a:pt x="18193" y="101060"/>
                        <a:pt x="18479" y="101060"/>
                      </a:cubicBezTo>
                      <a:cubicBezTo>
                        <a:pt x="18479" y="101441"/>
                        <a:pt x="18288" y="101917"/>
                        <a:pt x="17812" y="102679"/>
                      </a:cubicBezTo>
                      <a:lnTo>
                        <a:pt x="16669" y="102679"/>
                      </a:lnTo>
                      <a:close/>
                      <a:moveTo>
                        <a:pt x="19336" y="89821"/>
                      </a:moveTo>
                      <a:lnTo>
                        <a:pt x="18955" y="90964"/>
                      </a:lnTo>
                      <a:lnTo>
                        <a:pt x="17431" y="90964"/>
                      </a:lnTo>
                      <a:cubicBezTo>
                        <a:pt x="17812" y="89821"/>
                        <a:pt x="18193" y="89249"/>
                        <a:pt x="18574" y="89249"/>
                      </a:cubicBezTo>
                      <a:cubicBezTo>
                        <a:pt x="18860" y="89249"/>
                        <a:pt x="19145" y="89344"/>
                        <a:pt x="19431" y="89821"/>
                      </a:cubicBezTo>
                      <a:close/>
                      <a:moveTo>
                        <a:pt x="21622" y="79915"/>
                      </a:moveTo>
                      <a:lnTo>
                        <a:pt x="21622" y="81058"/>
                      </a:lnTo>
                      <a:lnTo>
                        <a:pt x="19336" y="79248"/>
                      </a:lnTo>
                      <a:cubicBezTo>
                        <a:pt x="19907" y="79057"/>
                        <a:pt x="20669" y="79248"/>
                        <a:pt x="21622" y="79915"/>
                      </a:cubicBezTo>
                      <a:close/>
                      <a:moveTo>
                        <a:pt x="19336" y="96583"/>
                      </a:moveTo>
                      <a:cubicBezTo>
                        <a:pt x="20098" y="96583"/>
                        <a:pt x="20479" y="97155"/>
                        <a:pt x="20479" y="98203"/>
                      </a:cubicBezTo>
                      <a:lnTo>
                        <a:pt x="19336" y="98203"/>
                      </a:lnTo>
                      <a:lnTo>
                        <a:pt x="19336" y="96583"/>
                      </a:lnTo>
                      <a:close/>
                      <a:moveTo>
                        <a:pt x="22003" y="108775"/>
                      </a:moveTo>
                      <a:lnTo>
                        <a:pt x="21622" y="108204"/>
                      </a:lnTo>
                      <a:lnTo>
                        <a:pt x="23813" y="106966"/>
                      </a:lnTo>
                      <a:lnTo>
                        <a:pt x="22003" y="108871"/>
                      </a:lnTo>
                      <a:close/>
                      <a:moveTo>
                        <a:pt x="104204" y="86011"/>
                      </a:moveTo>
                      <a:lnTo>
                        <a:pt x="99346" y="86677"/>
                      </a:lnTo>
                      <a:cubicBezTo>
                        <a:pt x="99346" y="86677"/>
                        <a:pt x="99251" y="87058"/>
                        <a:pt x="99251" y="87154"/>
                      </a:cubicBezTo>
                      <a:cubicBezTo>
                        <a:pt x="99251" y="87439"/>
                        <a:pt x="99632" y="87820"/>
                        <a:pt x="100394" y="88297"/>
                      </a:cubicBezTo>
                      <a:cubicBezTo>
                        <a:pt x="101155" y="88773"/>
                        <a:pt x="101537" y="89344"/>
                        <a:pt x="101537" y="89916"/>
                      </a:cubicBezTo>
                      <a:lnTo>
                        <a:pt x="102679" y="89916"/>
                      </a:lnTo>
                      <a:cubicBezTo>
                        <a:pt x="102108" y="92869"/>
                        <a:pt x="101537" y="95821"/>
                        <a:pt x="101155" y="98774"/>
                      </a:cubicBezTo>
                      <a:cubicBezTo>
                        <a:pt x="100394" y="101917"/>
                        <a:pt x="98584" y="104013"/>
                        <a:pt x="95631" y="104965"/>
                      </a:cubicBezTo>
                      <a:cubicBezTo>
                        <a:pt x="95155" y="103251"/>
                        <a:pt x="94107" y="102679"/>
                        <a:pt x="92297" y="103346"/>
                      </a:cubicBezTo>
                      <a:lnTo>
                        <a:pt x="91726" y="103727"/>
                      </a:lnTo>
                      <a:lnTo>
                        <a:pt x="93821" y="106108"/>
                      </a:lnTo>
                      <a:cubicBezTo>
                        <a:pt x="92964" y="105918"/>
                        <a:pt x="92012" y="105346"/>
                        <a:pt x="91059" y="104394"/>
                      </a:cubicBezTo>
                      <a:cubicBezTo>
                        <a:pt x="90011" y="103537"/>
                        <a:pt x="89249" y="103060"/>
                        <a:pt x="88678" y="103060"/>
                      </a:cubicBezTo>
                      <a:cubicBezTo>
                        <a:pt x="88011" y="103060"/>
                        <a:pt x="87249" y="103441"/>
                        <a:pt x="86487" y="104203"/>
                      </a:cubicBezTo>
                      <a:lnTo>
                        <a:pt x="88392" y="104203"/>
                      </a:lnTo>
                      <a:lnTo>
                        <a:pt x="88011" y="104870"/>
                      </a:lnTo>
                      <a:cubicBezTo>
                        <a:pt x="89154" y="105251"/>
                        <a:pt x="90583" y="106204"/>
                        <a:pt x="92297" y="107632"/>
                      </a:cubicBezTo>
                      <a:lnTo>
                        <a:pt x="88392" y="109347"/>
                      </a:lnTo>
                      <a:lnTo>
                        <a:pt x="89154" y="109728"/>
                      </a:lnTo>
                      <a:cubicBezTo>
                        <a:pt x="89154" y="109728"/>
                        <a:pt x="87535" y="110490"/>
                        <a:pt x="84677" y="111728"/>
                      </a:cubicBezTo>
                      <a:cubicBezTo>
                        <a:pt x="83249" y="112300"/>
                        <a:pt x="81820" y="112585"/>
                        <a:pt x="80486" y="112585"/>
                      </a:cubicBezTo>
                      <a:cubicBezTo>
                        <a:pt x="79820" y="112585"/>
                        <a:pt x="79153" y="112585"/>
                        <a:pt x="78391" y="112395"/>
                      </a:cubicBezTo>
                      <a:cubicBezTo>
                        <a:pt x="77915" y="113728"/>
                        <a:pt x="77819" y="114586"/>
                        <a:pt x="78010" y="115062"/>
                      </a:cubicBezTo>
                      <a:lnTo>
                        <a:pt x="56769" y="115729"/>
                      </a:lnTo>
                      <a:cubicBezTo>
                        <a:pt x="55054" y="114109"/>
                        <a:pt x="52483" y="112776"/>
                        <a:pt x="48768" y="111633"/>
                      </a:cubicBezTo>
                      <a:cubicBezTo>
                        <a:pt x="44768" y="110395"/>
                        <a:pt x="42196" y="109347"/>
                        <a:pt x="41053" y="108585"/>
                      </a:cubicBezTo>
                      <a:cubicBezTo>
                        <a:pt x="40577" y="107918"/>
                        <a:pt x="39815" y="107442"/>
                        <a:pt x="38671" y="107156"/>
                      </a:cubicBezTo>
                      <a:cubicBezTo>
                        <a:pt x="37433" y="106870"/>
                        <a:pt x="36290" y="106584"/>
                        <a:pt x="35243" y="106394"/>
                      </a:cubicBezTo>
                      <a:lnTo>
                        <a:pt x="36767" y="104775"/>
                      </a:lnTo>
                      <a:lnTo>
                        <a:pt x="34671" y="102489"/>
                      </a:lnTo>
                      <a:lnTo>
                        <a:pt x="34100" y="104108"/>
                      </a:lnTo>
                      <a:cubicBezTo>
                        <a:pt x="32290" y="103632"/>
                        <a:pt x="31242" y="102013"/>
                        <a:pt x="31052" y="99346"/>
                      </a:cubicBezTo>
                      <a:cubicBezTo>
                        <a:pt x="31052" y="96964"/>
                        <a:pt x="29623" y="95821"/>
                        <a:pt x="27146" y="95821"/>
                      </a:cubicBezTo>
                      <a:lnTo>
                        <a:pt x="25337" y="95821"/>
                      </a:lnTo>
                      <a:cubicBezTo>
                        <a:pt x="26956" y="95726"/>
                        <a:pt x="27718" y="94774"/>
                        <a:pt x="27718" y="93059"/>
                      </a:cubicBezTo>
                      <a:cubicBezTo>
                        <a:pt x="27718" y="92488"/>
                        <a:pt x="27527" y="91916"/>
                        <a:pt x="27337" y="91440"/>
                      </a:cubicBezTo>
                      <a:cubicBezTo>
                        <a:pt x="27051" y="90964"/>
                        <a:pt x="26099" y="90392"/>
                        <a:pt x="24384" y="89725"/>
                      </a:cubicBezTo>
                      <a:lnTo>
                        <a:pt x="23908" y="90201"/>
                      </a:lnTo>
                      <a:cubicBezTo>
                        <a:pt x="23908" y="90201"/>
                        <a:pt x="23717" y="90488"/>
                        <a:pt x="23527" y="90488"/>
                      </a:cubicBezTo>
                      <a:cubicBezTo>
                        <a:pt x="23241" y="90488"/>
                        <a:pt x="22955" y="90106"/>
                        <a:pt x="22860" y="89249"/>
                      </a:cubicBezTo>
                      <a:cubicBezTo>
                        <a:pt x="22670" y="88582"/>
                        <a:pt x="22670" y="88011"/>
                        <a:pt x="22860" y="87439"/>
                      </a:cubicBezTo>
                      <a:cubicBezTo>
                        <a:pt x="23813" y="87249"/>
                        <a:pt x="25241" y="86296"/>
                        <a:pt x="27051" y="84391"/>
                      </a:cubicBezTo>
                      <a:cubicBezTo>
                        <a:pt x="28766" y="82867"/>
                        <a:pt x="30194" y="82105"/>
                        <a:pt x="31242" y="82105"/>
                      </a:cubicBezTo>
                      <a:cubicBezTo>
                        <a:pt x="31813" y="82105"/>
                        <a:pt x="32385" y="82201"/>
                        <a:pt x="33052" y="82486"/>
                      </a:cubicBezTo>
                      <a:cubicBezTo>
                        <a:pt x="32671" y="81820"/>
                        <a:pt x="32671" y="81248"/>
                        <a:pt x="33052" y="80772"/>
                      </a:cubicBezTo>
                      <a:cubicBezTo>
                        <a:pt x="33338" y="80296"/>
                        <a:pt x="33052" y="79534"/>
                        <a:pt x="32099" y="78581"/>
                      </a:cubicBezTo>
                      <a:lnTo>
                        <a:pt x="36862" y="76295"/>
                      </a:lnTo>
                      <a:lnTo>
                        <a:pt x="35719" y="74771"/>
                      </a:lnTo>
                      <a:cubicBezTo>
                        <a:pt x="36386" y="74771"/>
                        <a:pt x="37624" y="74295"/>
                        <a:pt x="39338" y="73342"/>
                      </a:cubicBezTo>
                      <a:cubicBezTo>
                        <a:pt x="41053" y="72485"/>
                        <a:pt x="42196" y="72009"/>
                        <a:pt x="42672" y="72009"/>
                      </a:cubicBezTo>
                      <a:cubicBezTo>
                        <a:pt x="43625" y="72009"/>
                        <a:pt x="44196" y="72676"/>
                        <a:pt x="44482" y="74200"/>
                      </a:cubicBezTo>
                      <a:cubicBezTo>
                        <a:pt x="44196" y="77343"/>
                        <a:pt x="45244" y="80486"/>
                        <a:pt x="47816" y="83629"/>
                      </a:cubicBezTo>
                      <a:cubicBezTo>
                        <a:pt x="49054" y="85153"/>
                        <a:pt x="51530" y="87534"/>
                        <a:pt x="55245" y="90773"/>
                      </a:cubicBezTo>
                      <a:cubicBezTo>
                        <a:pt x="55817" y="92107"/>
                        <a:pt x="56769" y="92773"/>
                        <a:pt x="58007" y="92773"/>
                      </a:cubicBezTo>
                      <a:cubicBezTo>
                        <a:pt x="58388" y="92773"/>
                        <a:pt x="58960" y="92773"/>
                        <a:pt x="59722" y="92583"/>
                      </a:cubicBezTo>
                      <a:cubicBezTo>
                        <a:pt x="60484" y="92488"/>
                        <a:pt x="61151" y="92392"/>
                        <a:pt x="61436" y="92392"/>
                      </a:cubicBezTo>
                      <a:cubicBezTo>
                        <a:pt x="62294" y="92392"/>
                        <a:pt x="63055" y="92583"/>
                        <a:pt x="63818" y="92964"/>
                      </a:cubicBezTo>
                      <a:cubicBezTo>
                        <a:pt x="64579" y="93345"/>
                        <a:pt x="65437" y="93535"/>
                        <a:pt x="66389" y="93535"/>
                      </a:cubicBezTo>
                      <a:cubicBezTo>
                        <a:pt x="68104" y="93535"/>
                        <a:pt x="70009" y="92773"/>
                        <a:pt x="72295" y="91154"/>
                      </a:cubicBezTo>
                      <a:cubicBezTo>
                        <a:pt x="75629" y="88868"/>
                        <a:pt x="77534" y="87534"/>
                        <a:pt x="78010" y="87344"/>
                      </a:cubicBezTo>
                      <a:cubicBezTo>
                        <a:pt x="78486" y="86582"/>
                        <a:pt x="78772" y="85820"/>
                        <a:pt x="78772" y="85058"/>
                      </a:cubicBezTo>
                      <a:cubicBezTo>
                        <a:pt x="78772" y="83915"/>
                        <a:pt x="78105" y="82391"/>
                        <a:pt x="76867" y="80581"/>
                      </a:cubicBezTo>
                      <a:cubicBezTo>
                        <a:pt x="75629" y="78676"/>
                        <a:pt x="74867" y="77248"/>
                        <a:pt x="74676" y="76295"/>
                      </a:cubicBezTo>
                      <a:cubicBezTo>
                        <a:pt x="72390" y="75914"/>
                        <a:pt x="70961" y="75057"/>
                        <a:pt x="70771" y="73533"/>
                      </a:cubicBezTo>
                      <a:lnTo>
                        <a:pt x="71533" y="72961"/>
                      </a:lnTo>
                      <a:cubicBezTo>
                        <a:pt x="68580" y="71533"/>
                        <a:pt x="64389" y="69342"/>
                        <a:pt x="59055" y="66389"/>
                      </a:cubicBezTo>
                      <a:cubicBezTo>
                        <a:pt x="58484" y="66865"/>
                        <a:pt x="57912" y="67056"/>
                        <a:pt x="57436" y="67056"/>
                      </a:cubicBezTo>
                      <a:cubicBezTo>
                        <a:pt x="56674" y="67056"/>
                        <a:pt x="55721" y="66580"/>
                        <a:pt x="54674" y="65437"/>
                      </a:cubicBezTo>
                      <a:cubicBezTo>
                        <a:pt x="53530" y="64389"/>
                        <a:pt x="52673" y="63817"/>
                        <a:pt x="52007" y="63817"/>
                      </a:cubicBezTo>
                      <a:cubicBezTo>
                        <a:pt x="51721" y="63817"/>
                        <a:pt x="51435" y="63817"/>
                        <a:pt x="51149" y="64103"/>
                      </a:cubicBezTo>
                      <a:cubicBezTo>
                        <a:pt x="48768" y="63436"/>
                        <a:pt x="46482" y="61531"/>
                        <a:pt x="44196" y="58198"/>
                      </a:cubicBezTo>
                      <a:cubicBezTo>
                        <a:pt x="41624" y="54578"/>
                        <a:pt x="39434" y="52292"/>
                        <a:pt x="37624" y="51244"/>
                      </a:cubicBezTo>
                      <a:cubicBezTo>
                        <a:pt x="37814" y="50197"/>
                        <a:pt x="37433" y="48863"/>
                        <a:pt x="36195" y="47244"/>
                      </a:cubicBezTo>
                      <a:cubicBezTo>
                        <a:pt x="35052" y="45625"/>
                        <a:pt x="34576" y="44482"/>
                        <a:pt x="34862" y="43624"/>
                      </a:cubicBezTo>
                      <a:cubicBezTo>
                        <a:pt x="34195" y="42386"/>
                        <a:pt x="33719" y="40005"/>
                        <a:pt x="33623" y="36385"/>
                      </a:cubicBezTo>
                      <a:cubicBezTo>
                        <a:pt x="33433" y="33242"/>
                        <a:pt x="33242" y="30099"/>
                        <a:pt x="33147" y="26956"/>
                      </a:cubicBezTo>
                      <a:cubicBezTo>
                        <a:pt x="33909" y="26575"/>
                        <a:pt x="34290" y="26289"/>
                        <a:pt x="34290" y="25813"/>
                      </a:cubicBezTo>
                      <a:cubicBezTo>
                        <a:pt x="34290" y="25527"/>
                        <a:pt x="34100" y="25051"/>
                        <a:pt x="33719" y="24479"/>
                      </a:cubicBezTo>
                      <a:cubicBezTo>
                        <a:pt x="33338" y="23813"/>
                        <a:pt x="33147" y="23336"/>
                        <a:pt x="33147" y="23146"/>
                      </a:cubicBezTo>
                      <a:cubicBezTo>
                        <a:pt x="33623" y="21812"/>
                        <a:pt x="35243" y="20002"/>
                        <a:pt x="37910" y="17621"/>
                      </a:cubicBezTo>
                      <a:cubicBezTo>
                        <a:pt x="40100" y="15621"/>
                        <a:pt x="41243" y="13716"/>
                        <a:pt x="41243" y="11906"/>
                      </a:cubicBezTo>
                      <a:cubicBezTo>
                        <a:pt x="41624" y="11906"/>
                        <a:pt x="42196" y="11430"/>
                        <a:pt x="43148" y="10763"/>
                      </a:cubicBezTo>
                      <a:cubicBezTo>
                        <a:pt x="44005" y="10096"/>
                        <a:pt x="44672" y="9811"/>
                        <a:pt x="45053" y="9811"/>
                      </a:cubicBezTo>
                      <a:cubicBezTo>
                        <a:pt x="45339" y="9811"/>
                        <a:pt x="45625" y="10001"/>
                        <a:pt x="45720" y="10382"/>
                      </a:cubicBezTo>
                      <a:cubicBezTo>
                        <a:pt x="47530" y="7620"/>
                        <a:pt x="50387" y="5429"/>
                        <a:pt x="54293" y="4000"/>
                      </a:cubicBezTo>
                      <a:cubicBezTo>
                        <a:pt x="57721" y="2857"/>
                        <a:pt x="61151" y="1714"/>
                        <a:pt x="64579" y="571"/>
                      </a:cubicBezTo>
                      <a:cubicBezTo>
                        <a:pt x="65627" y="190"/>
                        <a:pt x="66675" y="0"/>
                        <a:pt x="67628" y="0"/>
                      </a:cubicBezTo>
                      <a:cubicBezTo>
                        <a:pt x="69152" y="0"/>
                        <a:pt x="71057" y="571"/>
                        <a:pt x="73628" y="1809"/>
                      </a:cubicBezTo>
                      <a:cubicBezTo>
                        <a:pt x="76200" y="2953"/>
                        <a:pt x="78200" y="3619"/>
                        <a:pt x="79629" y="3619"/>
                      </a:cubicBezTo>
                      <a:cubicBezTo>
                        <a:pt x="80296" y="3619"/>
                        <a:pt x="80963" y="3524"/>
                        <a:pt x="81629" y="3334"/>
                      </a:cubicBezTo>
                      <a:cubicBezTo>
                        <a:pt x="82296" y="4667"/>
                        <a:pt x="83439" y="5524"/>
                        <a:pt x="85154" y="6096"/>
                      </a:cubicBezTo>
                      <a:cubicBezTo>
                        <a:pt x="87249" y="6763"/>
                        <a:pt x="88678" y="7334"/>
                        <a:pt x="89345" y="7810"/>
                      </a:cubicBezTo>
                      <a:cubicBezTo>
                        <a:pt x="92488" y="8096"/>
                        <a:pt x="95345" y="12287"/>
                        <a:pt x="97822" y="20479"/>
                      </a:cubicBezTo>
                      <a:cubicBezTo>
                        <a:pt x="97727" y="21622"/>
                        <a:pt x="96965" y="23146"/>
                        <a:pt x="95441" y="25051"/>
                      </a:cubicBezTo>
                      <a:cubicBezTo>
                        <a:pt x="93917" y="26956"/>
                        <a:pt x="93154" y="28575"/>
                        <a:pt x="93250" y="29908"/>
                      </a:cubicBezTo>
                      <a:cubicBezTo>
                        <a:pt x="92202" y="29718"/>
                        <a:pt x="91630" y="30099"/>
                        <a:pt x="91535" y="31051"/>
                      </a:cubicBezTo>
                      <a:cubicBezTo>
                        <a:pt x="91535" y="32290"/>
                        <a:pt x="91250" y="33051"/>
                        <a:pt x="90869" y="33242"/>
                      </a:cubicBezTo>
                      <a:cubicBezTo>
                        <a:pt x="88202" y="34480"/>
                        <a:pt x="86392" y="35147"/>
                        <a:pt x="85344" y="35147"/>
                      </a:cubicBezTo>
                      <a:cubicBezTo>
                        <a:pt x="83820" y="35147"/>
                        <a:pt x="82487" y="34195"/>
                        <a:pt x="81153" y="32290"/>
                      </a:cubicBezTo>
                      <a:cubicBezTo>
                        <a:pt x="81153" y="30766"/>
                        <a:pt x="80201" y="29527"/>
                        <a:pt x="78391" y="28861"/>
                      </a:cubicBezTo>
                      <a:cubicBezTo>
                        <a:pt x="76295" y="28003"/>
                        <a:pt x="75152" y="27146"/>
                        <a:pt x="74771" y="26098"/>
                      </a:cubicBezTo>
                      <a:cubicBezTo>
                        <a:pt x="74200" y="26098"/>
                        <a:pt x="72771" y="25527"/>
                        <a:pt x="70390" y="24574"/>
                      </a:cubicBezTo>
                      <a:cubicBezTo>
                        <a:pt x="68580" y="23813"/>
                        <a:pt x="67056" y="23431"/>
                        <a:pt x="65913" y="23431"/>
                      </a:cubicBezTo>
                      <a:cubicBezTo>
                        <a:pt x="64294" y="23431"/>
                        <a:pt x="63055" y="24193"/>
                        <a:pt x="61817" y="25717"/>
                      </a:cubicBezTo>
                      <a:cubicBezTo>
                        <a:pt x="61436" y="25717"/>
                        <a:pt x="61151" y="25527"/>
                        <a:pt x="60865" y="25527"/>
                      </a:cubicBezTo>
                      <a:cubicBezTo>
                        <a:pt x="60103" y="25527"/>
                        <a:pt x="58960" y="26194"/>
                        <a:pt x="57341" y="27622"/>
                      </a:cubicBezTo>
                      <a:cubicBezTo>
                        <a:pt x="57817" y="28480"/>
                        <a:pt x="58007" y="29242"/>
                        <a:pt x="58007" y="29908"/>
                      </a:cubicBezTo>
                      <a:cubicBezTo>
                        <a:pt x="58007" y="30766"/>
                        <a:pt x="57341" y="31528"/>
                        <a:pt x="56102" y="32290"/>
                      </a:cubicBezTo>
                      <a:cubicBezTo>
                        <a:pt x="54864" y="32956"/>
                        <a:pt x="54197" y="33718"/>
                        <a:pt x="54197" y="34385"/>
                      </a:cubicBezTo>
                      <a:cubicBezTo>
                        <a:pt x="54197" y="34957"/>
                        <a:pt x="54483" y="35719"/>
                        <a:pt x="55150" y="36671"/>
                      </a:cubicBezTo>
                      <a:cubicBezTo>
                        <a:pt x="59055" y="42576"/>
                        <a:pt x="64961" y="46958"/>
                        <a:pt x="72866" y="49911"/>
                      </a:cubicBezTo>
                      <a:cubicBezTo>
                        <a:pt x="73819" y="50197"/>
                        <a:pt x="75343" y="51149"/>
                        <a:pt x="77248" y="52673"/>
                      </a:cubicBezTo>
                      <a:cubicBezTo>
                        <a:pt x="79153" y="54292"/>
                        <a:pt x="80772" y="55150"/>
                        <a:pt x="82105" y="55245"/>
                      </a:cubicBezTo>
                      <a:cubicBezTo>
                        <a:pt x="83344" y="55435"/>
                        <a:pt x="85249" y="56483"/>
                        <a:pt x="87535" y="58483"/>
                      </a:cubicBezTo>
                      <a:cubicBezTo>
                        <a:pt x="89535" y="60388"/>
                        <a:pt x="91535" y="61246"/>
                        <a:pt x="93345" y="60960"/>
                      </a:cubicBezTo>
                      <a:cubicBezTo>
                        <a:pt x="93345" y="61913"/>
                        <a:pt x="93536" y="62484"/>
                        <a:pt x="93821" y="62579"/>
                      </a:cubicBezTo>
                      <a:cubicBezTo>
                        <a:pt x="94679" y="62579"/>
                        <a:pt x="95250" y="63246"/>
                        <a:pt x="95726" y="64484"/>
                      </a:cubicBezTo>
                      <a:cubicBezTo>
                        <a:pt x="96203" y="65817"/>
                        <a:pt x="96774" y="66294"/>
                        <a:pt x="97631" y="66008"/>
                      </a:cubicBezTo>
                      <a:cubicBezTo>
                        <a:pt x="97822" y="66675"/>
                        <a:pt x="99060" y="68675"/>
                        <a:pt x="101251" y="71914"/>
                      </a:cubicBezTo>
                      <a:cubicBezTo>
                        <a:pt x="102965" y="74581"/>
                        <a:pt x="103823" y="77057"/>
                        <a:pt x="103823" y="79248"/>
                      </a:cubicBezTo>
                      <a:cubicBezTo>
                        <a:pt x="104299" y="79819"/>
                        <a:pt x="104489" y="80391"/>
                        <a:pt x="104489" y="80963"/>
                      </a:cubicBezTo>
                      <a:cubicBezTo>
                        <a:pt x="104489" y="81439"/>
                        <a:pt x="104204" y="82010"/>
                        <a:pt x="103823" y="82772"/>
                      </a:cubicBezTo>
                      <a:cubicBezTo>
                        <a:pt x="103346" y="83439"/>
                        <a:pt x="103156" y="84010"/>
                        <a:pt x="103156" y="84296"/>
                      </a:cubicBezTo>
                      <a:cubicBezTo>
                        <a:pt x="103156" y="84772"/>
                        <a:pt x="103537" y="85439"/>
                        <a:pt x="104299" y="86011"/>
                      </a:cubicBezTo>
                      <a:close/>
                      <a:moveTo>
                        <a:pt x="23908" y="89440"/>
                      </a:moveTo>
                      <a:lnTo>
                        <a:pt x="27146" y="88297"/>
                      </a:lnTo>
                      <a:lnTo>
                        <a:pt x="25622" y="88297"/>
                      </a:lnTo>
                      <a:lnTo>
                        <a:pt x="23908" y="89440"/>
                      </a:lnTo>
                      <a:close/>
                      <a:moveTo>
                        <a:pt x="24860" y="103346"/>
                      </a:moveTo>
                      <a:lnTo>
                        <a:pt x="25527" y="103346"/>
                      </a:lnTo>
                      <a:lnTo>
                        <a:pt x="26670" y="104203"/>
                      </a:lnTo>
                      <a:lnTo>
                        <a:pt x="24860" y="103346"/>
                      </a:lnTo>
                      <a:close/>
                      <a:moveTo>
                        <a:pt x="29337" y="110966"/>
                      </a:moveTo>
                      <a:cubicBezTo>
                        <a:pt x="29146" y="109918"/>
                        <a:pt x="29528" y="108966"/>
                        <a:pt x="30290" y="108109"/>
                      </a:cubicBezTo>
                      <a:lnTo>
                        <a:pt x="30099" y="108109"/>
                      </a:lnTo>
                      <a:cubicBezTo>
                        <a:pt x="30099" y="108109"/>
                        <a:pt x="30290" y="108871"/>
                        <a:pt x="30766" y="109251"/>
                      </a:cubicBezTo>
                      <a:cubicBezTo>
                        <a:pt x="31147" y="109728"/>
                        <a:pt x="31433" y="110014"/>
                        <a:pt x="31433" y="110204"/>
                      </a:cubicBezTo>
                      <a:cubicBezTo>
                        <a:pt x="31433" y="110490"/>
                        <a:pt x="31242" y="110680"/>
                        <a:pt x="30861" y="110966"/>
                      </a:cubicBezTo>
                      <a:lnTo>
                        <a:pt x="29337" y="110966"/>
                      </a:lnTo>
                      <a:close/>
                      <a:moveTo>
                        <a:pt x="30575" y="107728"/>
                      </a:moveTo>
                      <a:cubicBezTo>
                        <a:pt x="30575" y="107728"/>
                        <a:pt x="30290" y="108013"/>
                        <a:pt x="30290" y="108109"/>
                      </a:cubicBezTo>
                      <a:cubicBezTo>
                        <a:pt x="30290" y="108109"/>
                        <a:pt x="30290" y="107918"/>
                        <a:pt x="30575" y="107728"/>
                      </a:cubicBezTo>
                      <a:close/>
                      <a:moveTo>
                        <a:pt x="30861" y="104965"/>
                      </a:moveTo>
                      <a:cubicBezTo>
                        <a:pt x="30861" y="104965"/>
                        <a:pt x="31623" y="105251"/>
                        <a:pt x="32099" y="105727"/>
                      </a:cubicBezTo>
                      <a:cubicBezTo>
                        <a:pt x="32576" y="106204"/>
                        <a:pt x="32861" y="106489"/>
                        <a:pt x="32957" y="106584"/>
                      </a:cubicBezTo>
                      <a:cubicBezTo>
                        <a:pt x="32385" y="106584"/>
                        <a:pt x="31623" y="107061"/>
                        <a:pt x="30575" y="107728"/>
                      </a:cubicBezTo>
                      <a:cubicBezTo>
                        <a:pt x="31337" y="106775"/>
                        <a:pt x="31433" y="105823"/>
                        <a:pt x="30861" y="104965"/>
                      </a:cubicBezTo>
                      <a:close/>
                      <a:moveTo>
                        <a:pt x="34100" y="92773"/>
                      </a:moveTo>
                      <a:lnTo>
                        <a:pt x="34100" y="91630"/>
                      </a:lnTo>
                      <a:lnTo>
                        <a:pt x="30861" y="89916"/>
                      </a:lnTo>
                      <a:lnTo>
                        <a:pt x="34100" y="92773"/>
                      </a:lnTo>
                      <a:close/>
                      <a:moveTo>
                        <a:pt x="36767" y="97155"/>
                      </a:moveTo>
                      <a:cubicBezTo>
                        <a:pt x="36767" y="97155"/>
                        <a:pt x="37148" y="97155"/>
                        <a:pt x="38100" y="97441"/>
                      </a:cubicBezTo>
                      <a:cubicBezTo>
                        <a:pt x="38671" y="97441"/>
                        <a:pt x="39053" y="97250"/>
                        <a:pt x="39338" y="96583"/>
                      </a:cubicBezTo>
                      <a:cubicBezTo>
                        <a:pt x="38195" y="96202"/>
                        <a:pt x="37338" y="96393"/>
                        <a:pt x="36671" y="97155"/>
                      </a:cubicBezTo>
                      <a:cubicBezTo>
                        <a:pt x="36386" y="97155"/>
                        <a:pt x="36195" y="97345"/>
                        <a:pt x="36195" y="97536"/>
                      </a:cubicBezTo>
                      <a:lnTo>
                        <a:pt x="35052" y="98679"/>
                      </a:lnTo>
                      <a:lnTo>
                        <a:pt x="36195" y="98679"/>
                      </a:lnTo>
                      <a:cubicBezTo>
                        <a:pt x="36100" y="98203"/>
                        <a:pt x="36100" y="97822"/>
                        <a:pt x="36195" y="97536"/>
                      </a:cubicBezTo>
                      <a:lnTo>
                        <a:pt x="36671" y="97155"/>
                      </a:lnTo>
                      <a:close/>
                      <a:moveTo>
                        <a:pt x="37433" y="42767"/>
                      </a:moveTo>
                      <a:cubicBezTo>
                        <a:pt x="37910" y="42291"/>
                        <a:pt x="38005" y="41910"/>
                        <a:pt x="37910" y="41434"/>
                      </a:cubicBezTo>
                      <a:lnTo>
                        <a:pt x="38386" y="40481"/>
                      </a:lnTo>
                      <a:cubicBezTo>
                        <a:pt x="38005" y="40005"/>
                        <a:pt x="37529" y="39529"/>
                        <a:pt x="36862" y="39338"/>
                      </a:cubicBezTo>
                      <a:cubicBezTo>
                        <a:pt x="36290" y="39052"/>
                        <a:pt x="35909" y="38862"/>
                        <a:pt x="35719" y="38862"/>
                      </a:cubicBezTo>
                      <a:cubicBezTo>
                        <a:pt x="37148" y="39624"/>
                        <a:pt x="37910" y="40481"/>
                        <a:pt x="37910" y="41434"/>
                      </a:cubicBezTo>
                      <a:lnTo>
                        <a:pt x="37433" y="42767"/>
                      </a:lnTo>
                      <a:close/>
                      <a:moveTo>
                        <a:pt x="47054" y="34385"/>
                      </a:moveTo>
                      <a:lnTo>
                        <a:pt x="47054" y="33909"/>
                      </a:lnTo>
                      <a:cubicBezTo>
                        <a:pt x="46673" y="31528"/>
                        <a:pt x="45053" y="30194"/>
                        <a:pt x="42005" y="30194"/>
                      </a:cubicBezTo>
                      <a:cubicBezTo>
                        <a:pt x="39719" y="30194"/>
                        <a:pt x="37719" y="30861"/>
                        <a:pt x="36290" y="32194"/>
                      </a:cubicBezTo>
                      <a:cubicBezTo>
                        <a:pt x="36767" y="32385"/>
                        <a:pt x="37243" y="33242"/>
                        <a:pt x="37814" y="34957"/>
                      </a:cubicBezTo>
                      <a:cubicBezTo>
                        <a:pt x="38291" y="36671"/>
                        <a:pt x="39243" y="37338"/>
                        <a:pt x="40577" y="37052"/>
                      </a:cubicBezTo>
                      <a:lnTo>
                        <a:pt x="40577" y="36576"/>
                      </a:lnTo>
                      <a:cubicBezTo>
                        <a:pt x="40577" y="36576"/>
                        <a:pt x="41148" y="35338"/>
                        <a:pt x="41529" y="33433"/>
                      </a:cubicBezTo>
                      <a:cubicBezTo>
                        <a:pt x="41815" y="31909"/>
                        <a:pt x="42386" y="31147"/>
                        <a:pt x="43148" y="31147"/>
                      </a:cubicBezTo>
                      <a:cubicBezTo>
                        <a:pt x="43529" y="31147"/>
                        <a:pt x="43910" y="31337"/>
                        <a:pt x="44387" y="31623"/>
                      </a:cubicBezTo>
                      <a:lnTo>
                        <a:pt x="44387" y="32766"/>
                      </a:lnTo>
                      <a:cubicBezTo>
                        <a:pt x="44387" y="32766"/>
                        <a:pt x="44768" y="32671"/>
                        <a:pt x="45053" y="32671"/>
                      </a:cubicBezTo>
                      <a:cubicBezTo>
                        <a:pt x="45244" y="32671"/>
                        <a:pt x="45911" y="33242"/>
                        <a:pt x="47054" y="34385"/>
                      </a:cubicBezTo>
                      <a:close/>
                      <a:moveTo>
                        <a:pt x="38291" y="80296"/>
                      </a:moveTo>
                      <a:cubicBezTo>
                        <a:pt x="37433" y="80296"/>
                        <a:pt x="36957" y="80105"/>
                        <a:pt x="36767" y="79819"/>
                      </a:cubicBezTo>
                      <a:lnTo>
                        <a:pt x="37910" y="81439"/>
                      </a:lnTo>
                      <a:cubicBezTo>
                        <a:pt x="37910" y="81439"/>
                        <a:pt x="38481" y="80772"/>
                        <a:pt x="38386" y="80296"/>
                      </a:cubicBezTo>
                      <a:close/>
                      <a:moveTo>
                        <a:pt x="39434" y="36004"/>
                      </a:moveTo>
                      <a:lnTo>
                        <a:pt x="39053" y="35623"/>
                      </a:lnTo>
                      <a:lnTo>
                        <a:pt x="40196" y="35623"/>
                      </a:lnTo>
                      <a:cubicBezTo>
                        <a:pt x="40196" y="35623"/>
                        <a:pt x="39910" y="35814"/>
                        <a:pt x="39529" y="36004"/>
                      </a:cubicBezTo>
                      <a:close/>
                      <a:moveTo>
                        <a:pt x="40100" y="35623"/>
                      </a:moveTo>
                      <a:cubicBezTo>
                        <a:pt x="40100" y="35623"/>
                        <a:pt x="40481" y="35433"/>
                        <a:pt x="40481" y="35623"/>
                      </a:cubicBezTo>
                      <a:lnTo>
                        <a:pt x="40100" y="35623"/>
                      </a:lnTo>
                      <a:close/>
                      <a:moveTo>
                        <a:pt x="41053" y="106013"/>
                      </a:moveTo>
                      <a:lnTo>
                        <a:pt x="42101" y="104870"/>
                      </a:lnTo>
                      <a:cubicBezTo>
                        <a:pt x="42101" y="104870"/>
                        <a:pt x="41338" y="104203"/>
                        <a:pt x="41053" y="104203"/>
                      </a:cubicBezTo>
                      <a:lnTo>
                        <a:pt x="41053" y="106108"/>
                      </a:lnTo>
                      <a:close/>
                      <a:moveTo>
                        <a:pt x="42672" y="37624"/>
                      </a:moveTo>
                      <a:cubicBezTo>
                        <a:pt x="42863" y="37052"/>
                        <a:pt x="42672" y="36385"/>
                        <a:pt x="42101" y="35623"/>
                      </a:cubicBezTo>
                      <a:lnTo>
                        <a:pt x="42101" y="38290"/>
                      </a:lnTo>
                      <a:lnTo>
                        <a:pt x="42672" y="37624"/>
                      </a:lnTo>
                      <a:close/>
                      <a:moveTo>
                        <a:pt x="44768" y="115252"/>
                      </a:moveTo>
                      <a:lnTo>
                        <a:pt x="44387" y="114776"/>
                      </a:lnTo>
                      <a:lnTo>
                        <a:pt x="45434" y="114776"/>
                      </a:lnTo>
                      <a:cubicBezTo>
                        <a:pt x="44863" y="115062"/>
                        <a:pt x="44672" y="115252"/>
                        <a:pt x="44768" y="115252"/>
                      </a:cubicBezTo>
                      <a:close/>
                      <a:moveTo>
                        <a:pt x="58293" y="103346"/>
                      </a:moveTo>
                      <a:lnTo>
                        <a:pt x="58865" y="102679"/>
                      </a:lnTo>
                      <a:lnTo>
                        <a:pt x="58293" y="101060"/>
                      </a:lnTo>
                      <a:lnTo>
                        <a:pt x="58293" y="103346"/>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 name="Google Shape;843;p99"/>
                <p:cNvSpPr/>
                <p:nvPr/>
              </p:nvSpPr>
              <p:spPr>
                <a:xfrm>
                  <a:off x="5489256" y="5127878"/>
                  <a:ext cx="88011" cy="122777"/>
                </a:xfrm>
                <a:custGeom>
                  <a:avLst/>
                  <a:gdLst/>
                  <a:ahLst/>
                  <a:cxnLst/>
                  <a:rect l="l" t="t" r="r" b="b"/>
                  <a:pathLst>
                    <a:path w="88011" h="122777" extrusionOk="0">
                      <a:moveTo>
                        <a:pt x="1619" y="122682"/>
                      </a:moveTo>
                      <a:lnTo>
                        <a:pt x="0" y="121539"/>
                      </a:lnTo>
                      <a:lnTo>
                        <a:pt x="1619" y="122016"/>
                      </a:lnTo>
                      <a:lnTo>
                        <a:pt x="1619" y="122777"/>
                      </a:lnTo>
                      <a:close/>
                      <a:moveTo>
                        <a:pt x="86011" y="47244"/>
                      </a:moveTo>
                      <a:cubicBezTo>
                        <a:pt x="85725" y="48292"/>
                        <a:pt x="86011" y="49340"/>
                        <a:pt x="86773" y="50483"/>
                      </a:cubicBezTo>
                      <a:cubicBezTo>
                        <a:pt x="87535" y="51626"/>
                        <a:pt x="87916" y="52388"/>
                        <a:pt x="87916" y="52864"/>
                      </a:cubicBezTo>
                      <a:cubicBezTo>
                        <a:pt x="87916" y="53531"/>
                        <a:pt x="87535" y="54293"/>
                        <a:pt x="86773" y="55150"/>
                      </a:cubicBezTo>
                      <a:cubicBezTo>
                        <a:pt x="87249" y="58960"/>
                        <a:pt x="87440" y="63056"/>
                        <a:pt x="87440" y="67533"/>
                      </a:cubicBezTo>
                      <a:cubicBezTo>
                        <a:pt x="87440" y="72009"/>
                        <a:pt x="87249" y="76010"/>
                        <a:pt x="86773" y="80010"/>
                      </a:cubicBezTo>
                      <a:cubicBezTo>
                        <a:pt x="84963" y="80582"/>
                        <a:pt x="84106" y="81439"/>
                        <a:pt x="84106" y="82772"/>
                      </a:cubicBezTo>
                      <a:cubicBezTo>
                        <a:pt x="84106" y="83153"/>
                        <a:pt x="84296" y="83820"/>
                        <a:pt x="84582" y="84773"/>
                      </a:cubicBezTo>
                      <a:cubicBezTo>
                        <a:pt x="84868" y="85725"/>
                        <a:pt x="84963" y="86487"/>
                        <a:pt x="84963" y="87059"/>
                      </a:cubicBezTo>
                      <a:cubicBezTo>
                        <a:pt x="84963" y="87535"/>
                        <a:pt x="84868" y="87916"/>
                        <a:pt x="84677" y="88297"/>
                      </a:cubicBezTo>
                      <a:lnTo>
                        <a:pt x="85154" y="92393"/>
                      </a:lnTo>
                      <a:cubicBezTo>
                        <a:pt x="84011" y="93059"/>
                        <a:pt x="83058" y="94298"/>
                        <a:pt x="82296" y="96108"/>
                      </a:cubicBezTo>
                      <a:cubicBezTo>
                        <a:pt x="81629" y="98012"/>
                        <a:pt x="80963" y="99727"/>
                        <a:pt x="80391" y="101537"/>
                      </a:cubicBezTo>
                      <a:cubicBezTo>
                        <a:pt x="78581" y="102299"/>
                        <a:pt x="75724" y="104394"/>
                        <a:pt x="71628" y="107823"/>
                      </a:cubicBezTo>
                      <a:lnTo>
                        <a:pt x="73152" y="109347"/>
                      </a:lnTo>
                      <a:cubicBezTo>
                        <a:pt x="68009" y="109538"/>
                        <a:pt x="64294" y="110871"/>
                        <a:pt x="62008" y="113252"/>
                      </a:cubicBezTo>
                      <a:cubicBezTo>
                        <a:pt x="61627" y="113157"/>
                        <a:pt x="61246" y="113062"/>
                        <a:pt x="60865" y="113062"/>
                      </a:cubicBezTo>
                      <a:cubicBezTo>
                        <a:pt x="60008" y="113062"/>
                        <a:pt x="59246" y="113443"/>
                        <a:pt x="58579" y="114110"/>
                      </a:cubicBezTo>
                      <a:cubicBezTo>
                        <a:pt x="57912" y="114872"/>
                        <a:pt x="57531" y="115634"/>
                        <a:pt x="57626" y="116491"/>
                      </a:cubicBezTo>
                      <a:cubicBezTo>
                        <a:pt x="56388" y="115729"/>
                        <a:pt x="55054" y="115348"/>
                        <a:pt x="53626" y="115348"/>
                      </a:cubicBezTo>
                      <a:lnTo>
                        <a:pt x="49149" y="115348"/>
                      </a:lnTo>
                      <a:cubicBezTo>
                        <a:pt x="49340" y="114681"/>
                        <a:pt x="49054" y="114110"/>
                        <a:pt x="48196" y="113729"/>
                      </a:cubicBezTo>
                      <a:cubicBezTo>
                        <a:pt x="47435" y="113348"/>
                        <a:pt x="46958" y="112871"/>
                        <a:pt x="46863" y="112395"/>
                      </a:cubicBezTo>
                      <a:cubicBezTo>
                        <a:pt x="45720" y="114205"/>
                        <a:pt x="44101" y="115253"/>
                        <a:pt x="41910" y="115443"/>
                      </a:cubicBezTo>
                      <a:cubicBezTo>
                        <a:pt x="41529" y="115443"/>
                        <a:pt x="39719" y="115443"/>
                        <a:pt x="36481" y="115348"/>
                      </a:cubicBezTo>
                      <a:cubicBezTo>
                        <a:pt x="34195" y="114395"/>
                        <a:pt x="31814" y="113348"/>
                        <a:pt x="29337" y="112300"/>
                      </a:cubicBezTo>
                      <a:cubicBezTo>
                        <a:pt x="26575" y="111062"/>
                        <a:pt x="24479" y="109728"/>
                        <a:pt x="22955" y="108109"/>
                      </a:cubicBezTo>
                      <a:cubicBezTo>
                        <a:pt x="22384" y="108776"/>
                        <a:pt x="21241" y="108585"/>
                        <a:pt x="19431" y="107728"/>
                      </a:cubicBezTo>
                      <a:cubicBezTo>
                        <a:pt x="17240" y="104870"/>
                        <a:pt x="14954" y="101918"/>
                        <a:pt x="12573" y="98965"/>
                      </a:cubicBezTo>
                      <a:cubicBezTo>
                        <a:pt x="10192" y="95536"/>
                        <a:pt x="8858" y="92297"/>
                        <a:pt x="8573" y="89345"/>
                      </a:cubicBezTo>
                      <a:cubicBezTo>
                        <a:pt x="7334" y="87725"/>
                        <a:pt x="6668" y="85344"/>
                        <a:pt x="6763" y="82296"/>
                      </a:cubicBezTo>
                      <a:cubicBezTo>
                        <a:pt x="6858" y="77819"/>
                        <a:pt x="6858" y="75343"/>
                        <a:pt x="6763" y="74771"/>
                      </a:cubicBezTo>
                      <a:cubicBezTo>
                        <a:pt x="6763" y="74105"/>
                        <a:pt x="6668" y="73438"/>
                        <a:pt x="6668" y="72581"/>
                      </a:cubicBezTo>
                      <a:cubicBezTo>
                        <a:pt x="6668" y="71533"/>
                        <a:pt x="6763" y="69914"/>
                        <a:pt x="7049" y="67818"/>
                      </a:cubicBezTo>
                      <a:cubicBezTo>
                        <a:pt x="7334" y="65723"/>
                        <a:pt x="7429" y="64008"/>
                        <a:pt x="7429" y="62865"/>
                      </a:cubicBezTo>
                      <a:cubicBezTo>
                        <a:pt x="7429" y="60865"/>
                        <a:pt x="7049" y="59150"/>
                        <a:pt x="6382" y="57722"/>
                      </a:cubicBezTo>
                      <a:cubicBezTo>
                        <a:pt x="7334" y="57341"/>
                        <a:pt x="7525" y="56579"/>
                        <a:pt x="7144" y="55531"/>
                      </a:cubicBezTo>
                      <a:cubicBezTo>
                        <a:pt x="6763" y="54483"/>
                        <a:pt x="6858" y="53721"/>
                        <a:pt x="7525" y="53245"/>
                      </a:cubicBezTo>
                      <a:cubicBezTo>
                        <a:pt x="6953" y="48578"/>
                        <a:pt x="6668" y="44672"/>
                        <a:pt x="6668" y="41529"/>
                      </a:cubicBezTo>
                      <a:cubicBezTo>
                        <a:pt x="6668" y="35909"/>
                        <a:pt x="7429" y="31052"/>
                        <a:pt x="9049" y="27146"/>
                      </a:cubicBezTo>
                      <a:cubicBezTo>
                        <a:pt x="9811" y="23908"/>
                        <a:pt x="10383" y="21717"/>
                        <a:pt x="10859" y="20669"/>
                      </a:cubicBezTo>
                      <a:cubicBezTo>
                        <a:pt x="12002" y="18383"/>
                        <a:pt x="13526" y="16955"/>
                        <a:pt x="15621" y="16478"/>
                      </a:cubicBezTo>
                      <a:cubicBezTo>
                        <a:pt x="16764" y="13145"/>
                        <a:pt x="19526" y="10192"/>
                        <a:pt x="23717" y="7716"/>
                      </a:cubicBezTo>
                      <a:lnTo>
                        <a:pt x="23051" y="7334"/>
                      </a:lnTo>
                      <a:cubicBezTo>
                        <a:pt x="24384" y="6953"/>
                        <a:pt x="26289" y="6001"/>
                        <a:pt x="28575" y="4191"/>
                      </a:cubicBezTo>
                      <a:cubicBezTo>
                        <a:pt x="30671" y="2667"/>
                        <a:pt x="32576" y="2000"/>
                        <a:pt x="34481" y="2191"/>
                      </a:cubicBezTo>
                      <a:cubicBezTo>
                        <a:pt x="34481" y="762"/>
                        <a:pt x="35052" y="0"/>
                        <a:pt x="36100" y="0"/>
                      </a:cubicBezTo>
                      <a:cubicBezTo>
                        <a:pt x="36481" y="0"/>
                        <a:pt x="37148" y="191"/>
                        <a:pt x="38195" y="381"/>
                      </a:cubicBezTo>
                      <a:cubicBezTo>
                        <a:pt x="39148" y="667"/>
                        <a:pt x="39910" y="667"/>
                        <a:pt x="40291" y="572"/>
                      </a:cubicBezTo>
                      <a:cubicBezTo>
                        <a:pt x="41720" y="2762"/>
                        <a:pt x="43720" y="3905"/>
                        <a:pt x="46101" y="3905"/>
                      </a:cubicBezTo>
                      <a:cubicBezTo>
                        <a:pt x="47244" y="3905"/>
                        <a:pt x="49054" y="3524"/>
                        <a:pt x="51721" y="2762"/>
                      </a:cubicBezTo>
                      <a:cubicBezTo>
                        <a:pt x="53721" y="3334"/>
                        <a:pt x="56102" y="3334"/>
                        <a:pt x="59150" y="2762"/>
                      </a:cubicBezTo>
                      <a:lnTo>
                        <a:pt x="59150" y="3334"/>
                      </a:lnTo>
                      <a:cubicBezTo>
                        <a:pt x="59912" y="2953"/>
                        <a:pt x="60770" y="2762"/>
                        <a:pt x="61722" y="2762"/>
                      </a:cubicBezTo>
                      <a:cubicBezTo>
                        <a:pt x="62865" y="2762"/>
                        <a:pt x="64484" y="3524"/>
                        <a:pt x="66294" y="5144"/>
                      </a:cubicBezTo>
                      <a:cubicBezTo>
                        <a:pt x="68199" y="6763"/>
                        <a:pt x="69723" y="7620"/>
                        <a:pt x="71152" y="7811"/>
                      </a:cubicBezTo>
                      <a:cubicBezTo>
                        <a:pt x="71533" y="9335"/>
                        <a:pt x="72676" y="10859"/>
                        <a:pt x="74676" y="12478"/>
                      </a:cubicBezTo>
                      <a:cubicBezTo>
                        <a:pt x="76676" y="14002"/>
                        <a:pt x="77915" y="15050"/>
                        <a:pt x="78105" y="15812"/>
                      </a:cubicBezTo>
                      <a:cubicBezTo>
                        <a:pt x="79534" y="15812"/>
                        <a:pt x="80296" y="16859"/>
                        <a:pt x="80677" y="18860"/>
                      </a:cubicBezTo>
                      <a:cubicBezTo>
                        <a:pt x="80963" y="20860"/>
                        <a:pt x="81725" y="21812"/>
                        <a:pt x="83058" y="21812"/>
                      </a:cubicBezTo>
                      <a:cubicBezTo>
                        <a:pt x="84106" y="23051"/>
                        <a:pt x="84582" y="24860"/>
                        <a:pt x="84582" y="27051"/>
                      </a:cubicBezTo>
                      <a:lnTo>
                        <a:pt x="84582" y="29051"/>
                      </a:lnTo>
                      <a:cubicBezTo>
                        <a:pt x="84582" y="30004"/>
                        <a:pt x="84487" y="30671"/>
                        <a:pt x="84487" y="31052"/>
                      </a:cubicBezTo>
                      <a:cubicBezTo>
                        <a:pt x="84487" y="33814"/>
                        <a:pt x="85439" y="35814"/>
                        <a:pt x="87440" y="37148"/>
                      </a:cubicBezTo>
                      <a:cubicBezTo>
                        <a:pt x="87059" y="37814"/>
                        <a:pt x="86868" y="38576"/>
                        <a:pt x="86868" y="39434"/>
                      </a:cubicBezTo>
                      <a:cubicBezTo>
                        <a:pt x="86868" y="40196"/>
                        <a:pt x="87059" y="41243"/>
                        <a:pt x="87440" y="42482"/>
                      </a:cubicBezTo>
                      <a:cubicBezTo>
                        <a:pt x="87821" y="43720"/>
                        <a:pt x="88011" y="44577"/>
                        <a:pt x="88011" y="45053"/>
                      </a:cubicBezTo>
                      <a:cubicBezTo>
                        <a:pt x="88011" y="46196"/>
                        <a:pt x="87249" y="46863"/>
                        <a:pt x="85916" y="47149"/>
                      </a:cubicBezTo>
                      <a:close/>
                      <a:moveTo>
                        <a:pt x="71342" y="55150"/>
                      </a:moveTo>
                      <a:cubicBezTo>
                        <a:pt x="71819" y="55150"/>
                        <a:pt x="73914" y="55817"/>
                        <a:pt x="77819" y="57150"/>
                      </a:cubicBezTo>
                      <a:lnTo>
                        <a:pt x="77819" y="54007"/>
                      </a:lnTo>
                      <a:cubicBezTo>
                        <a:pt x="74771" y="52864"/>
                        <a:pt x="73343" y="52292"/>
                        <a:pt x="73628" y="52292"/>
                      </a:cubicBezTo>
                      <a:cubicBezTo>
                        <a:pt x="73057" y="52292"/>
                        <a:pt x="72771" y="52864"/>
                        <a:pt x="72962" y="54007"/>
                      </a:cubicBezTo>
                      <a:lnTo>
                        <a:pt x="71438" y="52292"/>
                      </a:lnTo>
                      <a:lnTo>
                        <a:pt x="70771" y="52674"/>
                      </a:lnTo>
                      <a:cubicBezTo>
                        <a:pt x="70104" y="51626"/>
                        <a:pt x="69152" y="50864"/>
                        <a:pt x="68009" y="50292"/>
                      </a:cubicBezTo>
                      <a:cubicBezTo>
                        <a:pt x="66008" y="49530"/>
                        <a:pt x="64770" y="49054"/>
                        <a:pt x="64484" y="48863"/>
                      </a:cubicBezTo>
                      <a:cubicBezTo>
                        <a:pt x="64865" y="48387"/>
                        <a:pt x="64961" y="47625"/>
                        <a:pt x="64865" y="46577"/>
                      </a:cubicBezTo>
                      <a:lnTo>
                        <a:pt x="64865" y="44006"/>
                      </a:lnTo>
                      <a:cubicBezTo>
                        <a:pt x="64579" y="43529"/>
                        <a:pt x="63532" y="41053"/>
                        <a:pt x="61627" y="36576"/>
                      </a:cubicBezTo>
                      <a:cubicBezTo>
                        <a:pt x="60389" y="33528"/>
                        <a:pt x="59246" y="31528"/>
                        <a:pt x="58293" y="30671"/>
                      </a:cubicBezTo>
                      <a:lnTo>
                        <a:pt x="58960" y="30194"/>
                      </a:lnTo>
                      <a:cubicBezTo>
                        <a:pt x="58008" y="28861"/>
                        <a:pt x="56579" y="27908"/>
                        <a:pt x="54769" y="27337"/>
                      </a:cubicBezTo>
                      <a:cubicBezTo>
                        <a:pt x="53054" y="26766"/>
                        <a:pt x="51340" y="26194"/>
                        <a:pt x="49721" y="25718"/>
                      </a:cubicBezTo>
                      <a:cubicBezTo>
                        <a:pt x="49816" y="24194"/>
                        <a:pt x="49244" y="23432"/>
                        <a:pt x="47911" y="23432"/>
                      </a:cubicBezTo>
                      <a:cubicBezTo>
                        <a:pt x="46196" y="23432"/>
                        <a:pt x="44958" y="24194"/>
                        <a:pt x="44482" y="25718"/>
                      </a:cubicBezTo>
                      <a:cubicBezTo>
                        <a:pt x="43434" y="25813"/>
                        <a:pt x="42101" y="26384"/>
                        <a:pt x="40386" y="27623"/>
                      </a:cubicBezTo>
                      <a:cubicBezTo>
                        <a:pt x="38671" y="28766"/>
                        <a:pt x="37338" y="29242"/>
                        <a:pt x="36386" y="29147"/>
                      </a:cubicBezTo>
                      <a:cubicBezTo>
                        <a:pt x="34481" y="29718"/>
                        <a:pt x="33242" y="31242"/>
                        <a:pt x="32480" y="33814"/>
                      </a:cubicBezTo>
                      <a:cubicBezTo>
                        <a:pt x="31718" y="36671"/>
                        <a:pt x="30861" y="38386"/>
                        <a:pt x="29813" y="38958"/>
                      </a:cubicBezTo>
                      <a:cubicBezTo>
                        <a:pt x="29813" y="40386"/>
                        <a:pt x="29813" y="42291"/>
                        <a:pt x="29433" y="44672"/>
                      </a:cubicBezTo>
                      <a:cubicBezTo>
                        <a:pt x="29146" y="47054"/>
                        <a:pt x="28956" y="48768"/>
                        <a:pt x="28956" y="49721"/>
                      </a:cubicBezTo>
                      <a:cubicBezTo>
                        <a:pt x="28956" y="51340"/>
                        <a:pt x="29242" y="52769"/>
                        <a:pt x="29813" y="54007"/>
                      </a:cubicBezTo>
                      <a:cubicBezTo>
                        <a:pt x="28766" y="54769"/>
                        <a:pt x="28670" y="56293"/>
                        <a:pt x="29433" y="58579"/>
                      </a:cubicBezTo>
                      <a:cubicBezTo>
                        <a:pt x="30099" y="60484"/>
                        <a:pt x="29718" y="61532"/>
                        <a:pt x="28289" y="61722"/>
                      </a:cubicBezTo>
                      <a:cubicBezTo>
                        <a:pt x="29337" y="66294"/>
                        <a:pt x="29813" y="69818"/>
                        <a:pt x="29813" y="72200"/>
                      </a:cubicBezTo>
                      <a:cubicBezTo>
                        <a:pt x="29813" y="73914"/>
                        <a:pt x="29623" y="75629"/>
                        <a:pt x="29433" y="77248"/>
                      </a:cubicBezTo>
                      <a:cubicBezTo>
                        <a:pt x="30099" y="77819"/>
                        <a:pt x="31337" y="80582"/>
                        <a:pt x="33338" y="85630"/>
                      </a:cubicBezTo>
                      <a:cubicBezTo>
                        <a:pt x="34766" y="89249"/>
                        <a:pt x="37052" y="90869"/>
                        <a:pt x="40196" y="90488"/>
                      </a:cubicBezTo>
                      <a:cubicBezTo>
                        <a:pt x="40481" y="90488"/>
                        <a:pt x="40767" y="90488"/>
                        <a:pt x="41148" y="90011"/>
                      </a:cubicBezTo>
                      <a:cubicBezTo>
                        <a:pt x="41529" y="89630"/>
                        <a:pt x="41815" y="89440"/>
                        <a:pt x="42005" y="89440"/>
                      </a:cubicBezTo>
                      <a:cubicBezTo>
                        <a:pt x="42291" y="89440"/>
                        <a:pt x="42577" y="89535"/>
                        <a:pt x="42863" y="90011"/>
                      </a:cubicBezTo>
                      <a:lnTo>
                        <a:pt x="42291" y="90488"/>
                      </a:lnTo>
                      <a:cubicBezTo>
                        <a:pt x="42291" y="90488"/>
                        <a:pt x="42577" y="91345"/>
                        <a:pt x="43053" y="91726"/>
                      </a:cubicBezTo>
                      <a:lnTo>
                        <a:pt x="44006" y="92774"/>
                      </a:lnTo>
                      <a:cubicBezTo>
                        <a:pt x="44672" y="93631"/>
                        <a:pt x="45529" y="94107"/>
                        <a:pt x="46577" y="94107"/>
                      </a:cubicBezTo>
                      <a:cubicBezTo>
                        <a:pt x="48006" y="94107"/>
                        <a:pt x="48768" y="93536"/>
                        <a:pt x="48768" y="92393"/>
                      </a:cubicBezTo>
                      <a:cubicBezTo>
                        <a:pt x="49435" y="92964"/>
                        <a:pt x="50006" y="93155"/>
                        <a:pt x="50578" y="93155"/>
                      </a:cubicBezTo>
                      <a:cubicBezTo>
                        <a:pt x="51149" y="93155"/>
                        <a:pt x="51816" y="92583"/>
                        <a:pt x="52483" y="91345"/>
                      </a:cubicBezTo>
                      <a:cubicBezTo>
                        <a:pt x="53150" y="90107"/>
                        <a:pt x="53816" y="89440"/>
                        <a:pt x="54388" y="89440"/>
                      </a:cubicBezTo>
                      <a:cubicBezTo>
                        <a:pt x="54959" y="89440"/>
                        <a:pt x="55626" y="89726"/>
                        <a:pt x="56483" y="90488"/>
                      </a:cubicBezTo>
                      <a:cubicBezTo>
                        <a:pt x="56674" y="90107"/>
                        <a:pt x="57626" y="89535"/>
                        <a:pt x="59150" y="88678"/>
                      </a:cubicBezTo>
                      <a:cubicBezTo>
                        <a:pt x="60484" y="88106"/>
                        <a:pt x="61151" y="87344"/>
                        <a:pt x="61151" y="86297"/>
                      </a:cubicBezTo>
                      <a:cubicBezTo>
                        <a:pt x="61151" y="85916"/>
                        <a:pt x="61151" y="85439"/>
                        <a:pt x="60865" y="84868"/>
                      </a:cubicBezTo>
                      <a:cubicBezTo>
                        <a:pt x="62198" y="84201"/>
                        <a:pt x="62960" y="82772"/>
                        <a:pt x="63246" y="80391"/>
                      </a:cubicBezTo>
                      <a:cubicBezTo>
                        <a:pt x="63532" y="78105"/>
                        <a:pt x="64103" y="76676"/>
                        <a:pt x="65056" y="76105"/>
                      </a:cubicBezTo>
                      <a:lnTo>
                        <a:pt x="65056" y="66675"/>
                      </a:lnTo>
                      <a:cubicBezTo>
                        <a:pt x="65246" y="66008"/>
                        <a:pt x="65342" y="65246"/>
                        <a:pt x="65342" y="64389"/>
                      </a:cubicBezTo>
                      <a:cubicBezTo>
                        <a:pt x="65342" y="63532"/>
                        <a:pt x="65246" y="62294"/>
                        <a:pt x="64961" y="60674"/>
                      </a:cubicBezTo>
                      <a:cubicBezTo>
                        <a:pt x="64675" y="59055"/>
                        <a:pt x="64484" y="57912"/>
                        <a:pt x="64484" y="57245"/>
                      </a:cubicBezTo>
                      <a:cubicBezTo>
                        <a:pt x="64484" y="56198"/>
                        <a:pt x="64675" y="55245"/>
                        <a:pt x="65056" y="54483"/>
                      </a:cubicBezTo>
                      <a:cubicBezTo>
                        <a:pt x="64961" y="53435"/>
                        <a:pt x="65246" y="52864"/>
                        <a:pt x="65913" y="52674"/>
                      </a:cubicBezTo>
                      <a:cubicBezTo>
                        <a:pt x="66199" y="52674"/>
                        <a:pt x="67056" y="52769"/>
                        <a:pt x="68294" y="52959"/>
                      </a:cubicBezTo>
                      <a:cubicBezTo>
                        <a:pt x="69247" y="53150"/>
                        <a:pt x="70009" y="52959"/>
                        <a:pt x="70485" y="52769"/>
                      </a:cubicBezTo>
                      <a:cubicBezTo>
                        <a:pt x="71247" y="53626"/>
                        <a:pt x="71628" y="54483"/>
                        <a:pt x="71533" y="55245"/>
                      </a:cubicBezTo>
                      <a:close/>
                      <a:moveTo>
                        <a:pt x="83249" y="47244"/>
                      </a:moveTo>
                      <a:cubicBezTo>
                        <a:pt x="82487" y="46863"/>
                        <a:pt x="81725" y="46673"/>
                        <a:pt x="80963" y="46673"/>
                      </a:cubicBezTo>
                      <a:cubicBezTo>
                        <a:pt x="80486" y="46673"/>
                        <a:pt x="79724" y="46673"/>
                        <a:pt x="78677" y="47054"/>
                      </a:cubicBezTo>
                      <a:cubicBezTo>
                        <a:pt x="77629" y="47244"/>
                        <a:pt x="76771" y="47339"/>
                        <a:pt x="76010" y="47244"/>
                      </a:cubicBezTo>
                      <a:lnTo>
                        <a:pt x="79343" y="49530"/>
                      </a:lnTo>
                      <a:lnTo>
                        <a:pt x="79724" y="47244"/>
                      </a:lnTo>
                      <a:cubicBezTo>
                        <a:pt x="79724" y="47244"/>
                        <a:pt x="81058" y="47625"/>
                        <a:pt x="83058" y="48387"/>
                      </a:cubicBezTo>
                      <a:lnTo>
                        <a:pt x="83058" y="47244"/>
                      </a:lnTo>
                      <a:close/>
                      <a:moveTo>
                        <a:pt x="79915" y="83249"/>
                      </a:moveTo>
                      <a:cubicBezTo>
                        <a:pt x="79915" y="83249"/>
                        <a:pt x="80201" y="83058"/>
                        <a:pt x="80201" y="82963"/>
                      </a:cubicBezTo>
                      <a:cubicBezTo>
                        <a:pt x="80201" y="82963"/>
                        <a:pt x="80010" y="82677"/>
                        <a:pt x="79439" y="82487"/>
                      </a:cubicBezTo>
                      <a:cubicBezTo>
                        <a:pt x="78962" y="82201"/>
                        <a:pt x="78677" y="82010"/>
                        <a:pt x="78677" y="81820"/>
                      </a:cubicBezTo>
                      <a:cubicBezTo>
                        <a:pt x="78677" y="81629"/>
                        <a:pt x="78962" y="81439"/>
                        <a:pt x="79439" y="81153"/>
                      </a:cubicBezTo>
                      <a:cubicBezTo>
                        <a:pt x="78867" y="80963"/>
                        <a:pt x="78296" y="80963"/>
                        <a:pt x="77724" y="81249"/>
                      </a:cubicBezTo>
                      <a:cubicBezTo>
                        <a:pt x="76867" y="81820"/>
                        <a:pt x="76391" y="82106"/>
                        <a:pt x="76391" y="82106"/>
                      </a:cubicBezTo>
                      <a:cubicBezTo>
                        <a:pt x="76581" y="82106"/>
                        <a:pt x="77819" y="82487"/>
                        <a:pt x="79820" y="83249"/>
                      </a:cubicBezTo>
                      <a:close/>
                      <a:moveTo>
                        <a:pt x="83629" y="54007"/>
                      </a:moveTo>
                      <a:lnTo>
                        <a:pt x="85249" y="54007"/>
                      </a:lnTo>
                      <a:cubicBezTo>
                        <a:pt x="84487" y="53435"/>
                        <a:pt x="83915" y="53340"/>
                        <a:pt x="83629" y="53912"/>
                      </a:cubicBezTo>
                      <a:cubicBezTo>
                        <a:pt x="82582" y="53626"/>
                        <a:pt x="81153" y="53245"/>
                        <a:pt x="79343" y="52674"/>
                      </a:cubicBezTo>
                      <a:cubicBezTo>
                        <a:pt x="79153" y="52007"/>
                        <a:pt x="78677" y="51626"/>
                        <a:pt x="77819" y="51626"/>
                      </a:cubicBezTo>
                      <a:cubicBezTo>
                        <a:pt x="78200" y="51816"/>
                        <a:pt x="78677" y="52197"/>
                        <a:pt x="79343" y="52674"/>
                      </a:cubicBezTo>
                      <a:cubicBezTo>
                        <a:pt x="79439" y="53054"/>
                        <a:pt x="79534" y="53531"/>
                        <a:pt x="79534" y="54102"/>
                      </a:cubicBezTo>
                      <a:cubicBezTo>
                        <a:pt x="79534" y="54864"/>
                        <a:pt x="79534" y="55341"/>
                        <a:pt x="79534" y="55436"/>
                      </a:cubicBezTo>
                      <a:cubicBezTo>
                        <a:pt x="79534" y="55721"/>
                        <a:pt x="79724" y="55817"/>
                        <a:pt x="79915" y="55721"/>
                      </a:cubicBezTo>
                      <a:lnTo>
                        <a:pt x="81439" y="54102"/>
                      </a:lnTo>
                      <a:lnTo>
                        <a:pt x="82106" y="54483"/>
                      </a:lnTo>
                      <a:cubicBezTo>
                        <a:pt x="82106" y="54483"/>
                        <a:pt x="82106" y="55245"/>
                        <a:pt x="81820" y="55721"/>
                      </a:cubicBezTo>
                      <a:cubicBezTo>
                        <a:pt x="81534" y="56102"/>
                        <a:pt x="81439" y="56483"/>
                        <a:pt x="81439" y="56769"/>
                      </a:cubicBezTo>
                      <a:cubicBezTo>
                        <a:pt x="82296" y="56960"/>
                        <a:pt x="82772" y="56769"/>
                        <a:pt x="83058" y="56007"/>
                      </a:cubicBezTo>
                      <a:cubicBezTo>
                        <a:pt x="83249" y="55341"/>
                        <a:pt x="83534" y="54674"/>
                        <a:pt x="83629" y="53912"/>
                      </a:cubicBezTo>
                      <a:lnTo>
                        <a:pt x="83629" y="53912"/>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 name="Google Shape;844;p99"/>
                <p:cNvSpPr/>
                <p:nvPr/>
              </p:nvSpPr>
              <p:spPr>
                <a:xfrm>
                  <a:off x="5588602" y="5112924"/>
                  <a:ext cx="98583" cy="130873"/>
                </a:xfrm>
                <a:custGeom>
                  <a:avLst/>
                  <a:gdLst/>
                  <a:ahLst/>
                  <a:cxnLst/>
                  <a:rect l="l" t="t" r="r" b="b"/>
                  <a:pathLst>
                    <a:path w="98583" h="130873" extrusionOk="0">
                      <a:moveTo>
                        <a:pt x="73152" y="15049"/>
                      </a:moveTo>
                      <a:cubicBezTo>
                        <a:pt x="73533" y="15621"/>
                        <a:pt x="74676" y="16573"/>
                        <a:pt x="76486" y="17812"/>
                      </a:cubicBezTo>
                      <a:cubicBezTo>
                        <a:pt x="78296" y="19050"/>
                        <a:pt x="79534" y="20383"/>
                        <a:pt x="80105" y="21717"/>
                      </a:cubicBezTo>
                      <a:cubicBezTo>
                        <a:pt x="79534" y="21907"/>
                        <a:pt x="78676" y="21526"/>
                        <a:pt x="77629" y="20669"/>
                      </a:cubicBezTo>
                      <a:cubicBezTo>
                        <a:pt x="76486" y="19812"/>
                        <a:pt x="75819" y="19431"/>
                        <a:pt x="75533" y="19431"/>
                      </a:cubicBezTo>
                      <a:cubicBezTo>
                        <a:pt x="74962" y="19431"/>
                        <a:pt x="74581" y="19907"/>
                        <a:pt x="74295" y="21146"/>
                      </a:cubicBezTo>
                      <a:lnTo>
                        <a:pt x="75247" y="22288"/>
                      </a:lnTo>
                      <a:cubicBezTo>
                        <a:pt x="75247" y="22288"/>
                        <a:pt x="76009" y="21812"/>
                        <a:pt x="76962" y="21812"/>
                      </a:cubicBezTo>
                      <a:cubicBezTo>
                        <a:pt x="78010" y="24003"/>
                        <a:pt x="78581" y="25908"/>
                        <a:pt x="78676" y="27432"/>
                      </a:cubicBezTo>
                      <a:lnTo>
                        <a:pt x="78676" y="34004"/>
                      </a:lnTo>
                      <a:lnTo>
                        <a:pt x="76486" y="34576"/>
                      </a:lnTo>
                      <a:cubicBezTo>
                        <a:pt x="76962" y="35338"/>
                        <a:pt x="77343" y="35909"/>
                        <a:pt x="77343" y="36290"/>
                      </a:cubicBezTo>
                      <a:cubicBezTo>
                        <a:pt x="77343" y="36576"/>
                        <a:pt x="76771" y="37052"/>
                        <a:pt x="75914" y="37624"/>
                      </a:cubicBezTo>
                      <a:cubicBezTo>
                        <a:pt x="75343" y="37719"/>
                        <a:pt x="74581" y="37624"/>
                        <a:pt x="73342" y="37624"/>
                      </a:cubicBezTo>
                      <a:cubicBezTo>
                        <a:pt x="72199" y="37433"/>
                        <a:pt x="71342" y="37338"/>
                        <a:pt x="70961" y="37338"/>
                      </a:cubicBezTo>
                      <a:cubicBezTo>
                        <a:pt x="69628" y="37338"/>
                        <a:pt x="68771" y="37814"/>
                        <a:pt x="68485" y="38957"/>
                      </a:cubicBezTo>
                      <a:cubicBezTo>
                        <a:pt x="67627" y="39243"/>
                        <a:pt x="66484" y="38957"/>
                        <a:pt x="64960" y="38386"/>
                      </a:cubicBezTo>
                      <a:cubicBezTo>
                        <a:pt x="63437" y="37719"/>
                        <a:pt x="62484" y="37338"/>
                        <a:pt x="62008" y="37338"/>
                      </a:cubicBezTo>
                      <a:cubicBezTo>
                        <a:pt x="61150" y="37338"/>
                        <a:pt x="60484" y="37814"/>
                        <a:pt x="59912" y="38957"/>
                      </a:cubicBezTo>
                      <a:lnTo>
                        <a:pt x="59246" y="37338"/>
                      </a:lnTo>
                      <a:lnTo>
                        <a:pt x="56102" y="37719"/>
                      </a:lnTo>
                      <a:cubicBezTo>
                        <a:pt x="56102" y="37719"/>
                        <a:pt x="56102" y="37147"/>
                        <a:pt x="55626" y="36862"/>
                      </a:cubicBezTo>
                      <a:lnTo>
                        <a:pt x="54959" y="36862"/>
                      </a:lnTo>
                      <a:lnTo>
                        <a:pt x="54959" y="40005"/>
                      </a:lnTo>
                      <a:cubicBezTo>
                        <a:pt x="54102" y="38576"/>
                        <a:pt x="53054" y="37814"/>
                        <a:pt x="51911" y="37814"/>
                      </a:cubicBezTo>
                      <a:cubicBezTo>
                        <a:pt x="51340" y="37814"/>
                        <a:pt x="50863" y="38005"/>
                        <a:pt x="50387" y="38386"/>
                      </a:cubicBezTo>
                      <a:cubicBezTo>
                        <a:pt x="49244" y="38100"/>
                        <a:pt x="48673" y="38671"/>
                        <a:pt x="48387" y="40005"/>
                      </a:cubicBezTo>
                      <a:cubicBezTo>
                        <a:pt x="48101" y="41338"/>
                        <a:pt x="47530" y="41910"/>
                        <a:pt x="46482" y="41720"/>
                      </a:cubicBezTo>
                      <a:lnTo>
                        <a:pt x="47625" y="38862"/>
                      </a:lnTo>
                      <a:cubicBezTo>
                        <a:pt x="47625" y="38862"/>
                        <a:pt x="46482" y="38481"/>
                        <a:pt x="45434" y="37814"/>
                      </a:cubicBezTo>
                      <a:cubicBezTo>
                        <a:pt x="44387" y="37147"/>
                        <a:pt x="43624" y="36766"/>
                        <a:pt x="43243" y="36766"/>
                      </a:cubicBezTo>
                      <a:cubicBezTo>
                        <a:pt x="42672" y="36766"/>
                        <a:pt x="42196" y="37052"/>
                        <a:pt x="41624" y="37624"/>
                      </a:cubicBezTo>
                      <a:lnTo>
                        <a:pt x="42291" y="38386"/>
                      </a:lnTo>
                      <a:lnTo>
                        <a:pt x="37243" y="39529"/>
                      </a:lnTo>
                      <a:cubicBezTo>
                        <a:pt x="37433" y="38957"/>
                        <a:pt x="37243" y="38671"/>
                        <a:pt x="36576" y="38671"/>
                      </a:cubicBezTo>
                      <a:cubicBezTo>
                        <a:pt x="36385" y="38671"/>
                        <a:pt x="35909" y="38671"/>
                        <a:pt x="35338" y="38767"/>
                      </a:cubicBezTo>
                      <a:cubicBezTo>
                        <a:pt x="34671" y="38767"/>
                        <a:pt x="34195" y="38862"/>
                        <a:pt x="33909" y="38862"/>
                      </a:cubicBezTo>
                      <a:cubicBezTo>
                        <a:pt x="33052" y="38862"/>
                        <a:pt x="32385" y="38671"/>
                        <a:pt x="31909" y="38290"/>
                      </a:cubicBezTo>
                      <a:cubicBezTo>
                        <a:pt x="31147" y="37909"/>
                        <a:pt x="30289" y="37719"/>
                        <a:pt x="29242" y="37719"/>
                      </a:cubicBezTo>
                      <a:cubicBezTo>
                        <a:pt x="26479" y="37719"/>
                        <a:pt x="23717" y="38862"/>
                        <a:pt x="21146" y="41053"/>
                      </a:cubicBezTo>
                      <a:cubicBezTo>
                        <a:pt x="20098" y="42481"/>
                        <a:pt x="19812" y="44482"/>
                        <a:pt x="20288" y="47054"/>
                      </a:cubicBezTo>
                      <a:cubicBezTo>
                        <a:pt x="20764" y="49625"/>
                        <a:pt x="20669" y="51245"/>
                        <a:pt x="20002" y="52102"/>
                      </a:cubicBezTo>
                      <a:cubicBezTo>
                        <a:pt x="20860" y="53340"/>
                        <a:pt x="21717" y="55721"/>
                        <a:pt x="22479" y="59341"/>
                      </a:cubicBezTo>
                      <a:cubicBezTo>
                        <a:pt x="23146" y="62103"/>
                        <a:pt x="24479" y="64103"/>
                        <a:pt x="26384" y="65341"/>
                      </a:cubicBezTo>
                      <a:cubicBezTo>
                        <a:pt x="26003" y="65818"/>
                        <a:pt x="26003" y="66580"/>
                        <a:pt x="26384" y="67628"/>
                      </a:cubicBezTo>
                      <a:cubicBezTo>
                        <a:pt x="26670" y="67723"/>
                        <a:pt x="26956" y="67723"/>
                        <a:pt x="27146" y="67723"/>
                      </a:cubicBezTo>
                      <a:cubicBezTo>
                        <a:pt x="27622" y="67723"/>
                        <a:pt x="28004" y="67342"/>
                        <a:pt x="28480" y="66675"/>
                      </a:cubicBezTo>
                      <a:cubicBezTo>
                        <a:pt x="28861" y="65913"/>
                        <a:pt x="29337" y="65532"/>
                        <a:pt x="29813" y="65341"/>
                      </a:cubicBezTo>
                      <a:cubicBezTo>
                        <a:pt x="30004" y="65722"/>
                        <a:pt x="29908" y="66104"/>
                        <a:pt x="29623" y="66484"/>
                      </a:cubicBezTo>
                      <a:cubicBezTo>
                        <a:pt x="29242" y="66961"/>
                        <a:pt x="29146" y="67246"/>
                        <a:pt x="29146" y="67342"/>
                      </a:cubicBezTo>
                      <a:cubicBezTo>
                        <a:pt x="29146" y="67628"/>
                        <a:pt x="29337" y="67818"/>
                        <a:pt x="29813" y="68008"/>
                      </a:cubicBezTo>
                      <a:cubicBezTo>
                        <a:pt x="30385" y="67437"/>
                        <a:pt x="31051" y="65913"/>
                        <a:pt x="31813" y="63627"/>
                      </a:cubicBezTo>
                      <a:cubicBezTo>
                        <a:pt x="32290" y="61817"/>
                        <a:pt x="33338" y="60865"/>
                        <a:pt x="34862" y="60579"/>
                      </a:cubicBezTo>
                      <a:cubicBezTo>
                        <a:pt x="34671" y="60770"/>
                        <a:pt x="34480" y="60865"/>
                        <a:pt x="34480" y="60865"/>
                      </a:cubicBezTo>
                      <a:lnTo>
                        <a:pt x="36004" y="63341"/>
                      </a:lnTo>
                      <a:cubicBezTo>
                        <a:pt x="36004" y="63341"/>
                        <a:pt x="35623" y="63913"/>
                        <a:pt x="35623" y="64865"/>
                      </a:cubicBezTo>
                      <a:cubicBezTo>
                        <a:pt x="35909" y="65437"/>
                        <a:pt x="36195" y="65818"/>
                        <a:pt x="36481" y="65818"/>
                      </a:cubicBezTo>
                      <a:cubicBezTo>
                        <a:pt x="36671" y="65818"/>
                        <a:pt x="36957" y="65627"/>
                        <a:pt x="37243" y="65341"/>
                      </a:cubicBezTo>
                      <a:cubicBezTo>
                        <a:pt x="37624" y="65056"/>
                        <a:pt x="38005" y="64865"/>
                        <a:pt x="38195" y="64865"/>
                      </a:cubicBezTo>
                      <a:cubicBezTo>
                        <a:pt x="37909" y="64389"/>
                        <a:pt x="37814" y="64008"/>
                        <a:pt x="37814" y="63627"/>
                      </a:cubicBezTo>
                      <a:cubicBezTo>
                        <a:pt x="37814" y="63055"/>
                        <a:pt x="38386" y="62484"/>
                        <a:pt x="39338" y="62008"/>
                      </a:cubicBezTo>
                      <a:cubicBezTo>
                        <a:pt x="40386" y="61531"/>
                        <a:pt x="40862" y="61055"/>
                        <a:pt x="40862" y="60770"/>
                      </a:cubicBezTo>
                      <a:cubicBezTo>
                        <a:pt x="40862" y="60484"/>
                        <a:pt x="40767" y="60198"/>
                        <a:pt x="40576" y="59722"/>
                      </a:cubicBezTo>
                      <a:cubicBezTo>
                        <a:pt x="41053" y="60674"/>
                        <a:pt x="41719" y="61150"/>
                        <a:pt x="42386" y="61150"/>
                      </a:cubicBezTo>
                      <a:cubicBezTo>
                        <a:pt x="42863" y="61150"/>
                        <a:pt x="43434" y="60865"/>
                        <a:pt x="44291" y="60198"/>
                      </a:cubicBezTo>
                      <a:cubicBezTo>
                        <a:pt x="45053" y="59531"/>
                        <a:pt x="45625" y="59246"/>
                        <a:pt x="46006" y="59246"/>
                      </a:cubicBezTo>
                      <a:cubicBezTo>
                        <a:pt x="46863" y="59246"/>
                        <a:pt x="47625" y="60198"/>
                        <a:pt x="48387" y="62008"/>
                      </a:cubicBezTo>
                      <a:cubicBezTo>
                        <a:pt x="49054" y="62293"/>
                        <a:pt x="49816" y="62389"/>
                        <a:pt x="50768" y="62389"/>
                      </a:cubicBezTo>
                      <a:cubicBezTo>
                        <a:pt x="51721" y="62389"/>
                        <a:pt x="52959" y="62198"/>
                        <a:pt x="54769" y="61722"/>
                      </a:cubicBezTo>
                      <a:cubicBezTo>
                        <a:pt x="56579" y="61341"/>
                        <a:pt x="57912" y="61150"/>
                        <a:pt x="58769" y="61150"/>
                      </a:cubicBezTo>
                      <a:cubicBezTo>
                        <a:pt x="60579" y="61150"/>
                        <a:pt x="61913" y="62008"/>
                        <a:pt x="62960" y="63722"/>
                      </a:cubicBezTo>
                      <a:lnTo>
                        <a:pt x="63627" y="64198"/>
                      </a:lnTo>
                      <a:cubicBezTo>
                        <a:pt x="62960" y="63817"/>
                        <a:pt x="62293" y="64198"/>
                        <a:pt x="61627" y="65151"/>
                      </a:cubicBezTo>
                      <a:cubicBezTo>
                        <a:pt x="60960" y="66104"/>
                        <a:pt x="60674" y="67056"/>
                        <a:pt x="60674" y="68008"/>
                      </a:cubicBezTo>
                      <a:cubicBezTo>
                        <a:pt x="60674" y="68485"/>
                        <a:pt x="60674" y="68866"/>
                        <a:pt x="60960" y="69151"/>
                      </a:cubicBezTo>
                      <a:cubicBezTo>
                        <a:pt x="60960" y="69723"/>
                        <a:pt x="60293" y="70485"/>
                        <a:pt x="59150" y="71438"/>
                      </a:cubicBezTo>
                      <a:cubicBezTo>
                        <a:pt x="60198" y="72390"/>
                        <a:pt x="60769" y="73914"/>
                        <a:pt x="60865" y="76009"/>
                      </a:cubicBezTo>
                      <a:cubicBezTo>
                        <a:pt x="61055" y="78867"/>
                        <a:pt x="61246" y="80677"/>
                        <a:pt x="61436" y="81248"/>
                      </a:cubicBezTo>
                      <a:cubicBezTo>
                        <a:pt x="59817" y="82867"/>
                        <a:pt x="57436" y="83820"/>
                        <a:pt x="54007" y="84010"/>
                      </a:cubicBezTo>
                      <a:cubicBezTo>
                        <a:pt x="49149" y="84201"/>
                        <a:pt x="46291" y="84391"/>
                        <a:pt x="45625" y="84582"/>
                      </a:cubicBezTo>
                      <a:cubicBezTo>
                        <a:pt x="45339" y="84582"/>
                        <a:pt x="45148" y="84677"/>
                        <a:pt x="44958" y="84677"/>
                      </a:cubicBezTo>
                      <a:cubicBezTo>
                        <a:pt x="44577" y="84677"/>
                        <a:pt x="44196" y="84391"/>
                        <a:pt x="43815" y="83629"/>
                      </a:cubicBezTo>
                      <a:cubicBezTo>
                        <a:pt x="43434" y="82963"/>
                        <a:pt x="43053" y="82582"/>
                        <a:pt x="42577" y="82391"/>
                      </a:cubicBezTo>
                      <a:cubicBezTo>
                        <a:pt x="42005" y="83915"/>
                        <a:pt x="40862" y="84677"/>
                        <a:pt x="39052" y="84677"/>
                      </a:cubicBezTo>
                      <a:cubicBezTo>
                        <a:pt x="38386" y="84677"/>
                        <a:pt x="37529" y="84677"/>
                        <a:pt x="36385" y="84391"/>
                      </a:cubicBezTo>
                      <a:cubicBezTo>
                        <a:pt x="35242" y="84201"/>
                        <a:pt x="34480" y="84010"/>
                        <a:pt x="34099" y="84010"/>
                      </a:cubicBezTo>
                      <a:cubicBezTo>
                        <a:pt x="33718" y="83915"/>
                        <a:pt x="33528" y="83725"/>
                        <a:pt x="33528" y="83534"/>
                      </a:cubicBezTo>
                      <a:cubicBezTo>
                        <a:pt x="33528" y="83344"/>
                        <a:pt x="33623" y="83153"/>
                        <a:pt x="33909" y="82772"/>
                      </a:cubicBezTo>
                      <a:cubicBezTo>
                        <a:pt x="34195" y="82582"/>
                        <a:pt x="34290" y="82296"/>
                        <a:pt x="34290" y="82105"/>
                      </a:cubicBezTo>
                      <a:cubicBezTo>
                        <a:pt x="34290" y="81820"/>
                        <a:pt x="34004" y="81534"/>
                        <a:pt x="33338" y="81248"/>
                      </a:cubicBezTo>
                      <a:cubicBezTo>
                        <a:pt x="32480" y="81058"/>
                        <a:pt x="31909" y="81439"/>
                        <a:pt x="31813" y="82296"/>
                      </a:cubicBezTo>
                      <a:lnTo>
                        <a:pt x="31813" y="84201"/>
                      </a:lnTo>
                      <a:cubicBezTo>
                        <a:pt x="29718" y="84201"/>
                        <a:pt x="27527" y="84296"/>
                        <a:pt x="25432" y="84296"/>
                      </a:cubicBezTo>
                      <a:cubicBezTo>
                        <a:pt x="23050" y="84772"/>
                        <a:pt x="21526" y="86201"/>
                        <a:pt x="21146" y="88487"/>
                      </a:cubicBezTo>
                      <a:cubicBezTo>
                        <a:pt x="22288" y="93059"/>
                        <a:pt x="22765" y="95536"/>
                        <a:pt x="22765" y="95821"/>
                      </a:cubicBezTo>
                      <a:cubicBezTo>
                        <a:pt x="22765" y="97060"/>
                        <a:pt x="22479" y="98203"/>
                        <a:pt x="21812" y="99060"/>
                      </a:cubicBezTo>
                      <a:cubicBezTo>
                        <a:pt x="21241" y="99155"/>
                        <a:pt x="20383" y="98965"/>
                        <a:pt x="19431" y="98393"/>
                      </a:cubicBezTo>
                      <a:lnTo>
                        <a:pt x="18383" y="99536"/>
                      </a:lnTo>
                      <a:cubicBezTo>
                        <a:pt x="18383" y="99536"/>
                        <a:pt x="19240" y="100108"/>
                        <a:pt x="20098" y="100108"/>
                      </a:cubicBezTo>
                      <a:cubicBezTo>
                        <a:pt x="20955" y="100108"/>
                        <a:pt x="21526" y="100298"/>
                        <a:pt x="21907" y="100679"/>
                      </a:cubicBezTo>
                      <a:cubicBezTo>
                        <a:pt x="21907" y="103060"/>
                        <a:pt x="22098" y="106489"/>
                        <a:pt x="22384" y="110871"/>
                      </a:cubicBezTo>
                      <a:cubicBezTo>
                        <a:pt x="22669" y="115348"/>
                        <a:pt x="22860" y="118586"/>
                        <a:pt x="22860" y="120682"/>
                      </a:cubicBezTo>
                      <a:cubicBezTo>
                        <a:pt x="22860" y="123444"/>
                        <a:pt x="22669" y="126016"/>
                        <a:pt x="22288" y="128302"/>
                      </a:cubicBezTo>
                      <a:lnTo>
                        <a:pt x="21907" y="127540"/>
                      </a:lnTo>
                      <a:cubicBezTo>
                        <a:pt x="19240" y="129826"/>
                        <a:pt x="15335" y="130873"/>
                        <a:pt x="10001" y="130873"/>
                      </a:cubicBezTo>
                      <a:cubicBezTo>
                        <a:pt x="7810" y="130873"/>
                        <a:pt x="5048" y="130683"/>
                        <a:pt x="1905" y="130302"/>
                      </a:cubicBezTo>
                      <a:lnTo>
                        <a:pt x="762" y="128588"/>
                      </a:lnTo>
                      <a:cubicBezTo>
                        <a:pt x="762" y="103251"/>
                        <a:pt x="857" y="87439"/>
                        <a:pt x="1143" y="81153"/>
                      </a:cubicBezTo>
                      <a:cubicBezTo>
                        <a:pt x="381" y="80486"/>
                        <a:pt x="0" y="79629"/>
                        <a:pt x="0" y="78676"/>
                      </a:cubicBezTo>
                      <a:cubicBezTo>
                        <a:pt x="0" y="78010"/>
                        <a:pt x="190" y="77057"/>
                        <a:pt x="667" y="75819"/>
                      </a:cubicBezTo>
                      <a:cubicBezTo>
                        <a:pt x="1048" y="74485"/>
                        <a:pt x="1238" y="73533"/>
                        <a:pt x="1143" y="72962"/>
                      </a:cubicBezTo>
                      <a:lnTo>
                        <a:pt x="190" y="52578"/>
                      </a:lnTo>
                      <a:cubicBezTo>
                        <a:pt x="1238" y="51816"/>
                        <a:pt x="1714" y="50863"/>
                        <a:pt x="1714" y="50006"/>
                      </a:cubicBezTo>
                      <a:cubicBezTo>
                        <a:pt x="1714" y="49435"/>
                        <a:pt x="1524" y="48482"/>
                        <a:pt x="1048" y="47244"/>
                      </a:cubicBezTo>
                      <a:cubicBezTo>
                        <a:pt x="667" y="46006"/>
                        <a:pt x="381" y="45053"/>
                        <a:pt x="381" y="44387"/>
                      </a:cubicBezTo>
                      <a:cubicBezTo>
                        <a:pt x="381" y="43815"/>
                        <a:pt x="571" y="43243"/>
                        <a:pt x="857" y="42672"/>
                      </a:cubicBezTo>
                      <a:lnTo>
                        <a:pt x="857" y="27241"/>
                      </a:lnTo>
                      <a:lnTo>
                        <a:pt x="286" y="27241"/>
                      </a:lnTo>
                      <a:cubicBezTo>
                        <a:pt x="476" y="25146"/>
                        <a:pt x="667" y="23050"/>
                        <a:pt x="857" y="21050"/>
                      </a:cubicBezTo>
                      <a:cubicBezTo>
                        <a:pt x="1048" y="18288"/>
                        <a:pt x="2096" y="16669"/>
                        <a:pt x="3905" y="16192"/>
                      </a:cubicBezTo>
                      <a:cubicBezTo>
                        <a:pt x="12954" y="16192"/>
                        <a:pt x="26860" y="16002"/>
                        <a:pt x="45434" y="15430"/>
                      </a:cubicBezTo>
                      <a:lnTo>
                        <a:pt x="45434" y="14954"/>
                      </a:lnTo>
                      <a:cubicBezTo>
                        <a:pt x="46482" y="15526"/>
                        <a:pt x="47625" y="15812"/>
                        <a:pt x="48958" y="15812"/>
                      </a:cubicBezTo>
                      <a:cubicBezTo>
                        <a:pt x="49721" y="15812"/>
                        <a:pt x="50863" y="15621"/>
                        <a:pt x="52483" y="15335"/>
                      </a:cubicBezTo>
                      <a:cubicBezTo>
                        <a:pt x="54102" y="15049"/>
                        <a:pt x="55340" y="14859"/>
                        <a:pt x="56293" y="14859"/>
                      </a:cubicBezTo>
                      <a:cubicBezTo>
                        <a:pt x="55721" y="14383"/>
                        <a:pt x="54864" y="13621"/>
                        <a:pt x="53626" y="12573"/>
                      </a:cubicBezTo>
                      <a:lnTo>
                        <a:pt x="54007" y="12001"/>
                      </a:lnTo>
                      <a:cubicBezTo>
                        <a:pt x="54292" y="12573"/>
                        <a:pt x="55054" y="13430"/>
                        <a:pt x="56293" y="14478"/>
                      </a:cubicBezTo>
                      <a:lnTo>
                        <a:pt x="57912" y="10858"/>
                      </a:lnTo>
                      <a:lnTo>
                        <a:pt x="61246" y="14478"/>
                      </a:lnTo>
                      <a:cubicBezTo>
                        <a:pt x="61246" y="14478"/>
                        <a:pt x="60579" y="14859"/>
                        <a:pt x="60579" y="15335"/>
                      </a:cubicBezTo>
                      <a:lnTo>
                        <a:pt x="61627" y="16478"/>
                      </a:lnTo>
                      <a:cubicBezTo>
                        <a:pt x="61817" y="14954"/>
                        <a:pt x="62198" y="14192"/>
                        <a:pt x="62865" y="14192"/>
                      </a:cubicBezTo>
                      <a:cubicBezTo>
                        <a:pt x="63246" y="14192"/>
                        <a:pt x="64008" y="14478"/>
                        <a:pt x="65151" y="15240"/>
                      </a:cubicBezTo>
                      <a:cubicBezTo>
                        <a:pt x="66294" y="15907"/>
                        <a:pt x="67151" y="16288"/>
                        <a:pt x="67818" y="16288"/>
                      </a:cubicBezTo>
                      <a:cubicBezTo>
                        <a:pt x="68485" y="16288"/>
                        <a:pt x="69151" y="15907"/>
                        <a:pt x="69723" y="15240"/>
                      </a:cubicBezTo>
                      <a:lnTo>
                        <a:pt x="69723" y="13145"/>
                      </a:lnTo>
                      <a:cubicBezTo>
                        <a:pt x="69723" y="13145"/>
                        <a:pt x="70580" y="13430"/>
                        <a:pt x="71247" y="14383"/>
                      </a:cubicBezTo>
                      <a:lnTo>
                        <a:pt x="70104" y="15240"/>
                      </a:lnTo>
                      <a:lnTo>
                        <a:pt x="72295" y="17145"/>
                      </a:lnTo>
                      <a:cubicBezTo>
                        <a:pt x="72295" y="17145"/>
                        <a:pt x="72866" y="16288"/>
                        <a:pt x="72866" y="15812"/>
                      </a:cubicBezTo>
                      <a:lnTo>
                        <a:pt x="72866" y="14478"/>
                      </a:lnTo>
                      <a:cubicBezTo>
                        <a:pt x="72866" y="14478"/>
                        <a:pt x="72866" y="14097"/>
                        <a:pt x="73342" y="14097"/>
                      </a:cubicBezTo>
                      <a:cubicBezTo>
                        <a:pt x="73533" y="14097"/>
                        <a:pt x="73819" y="14097"/>
                        <a:pt x="74295" y="14192"/>
                      </a:cubicBezTo>
                      <a:cubicBezTo>
                        <a:pt x="74104" y="14192"/>
                        <a:pt x="73819" y="14383"/>
                        <a:pt x="73438" y="14764"/>
                      </a:cubicBezTo>
                      <a:close/>
                      <a:moveTo>
                        <a:pt x="4286" y="77438"/>
                      </a:moveTo>
                      <a:lnTo>
                        <a:pt x="4286" y="75819"/>
                      </a:lnTo>
                      <a:lnTo>
                        <a:pt x="2762" y="75057"/>
                      </a:lnTo>
                      <a:lnTo>
                        <a:pt x="4286" y="77343"/>
                      </a:lnTo>
                      <a:close/>
                      <a:moveTo>
                        <a:pt x="23146" y="68771"/>
                      </a:moveTo>
                      <a:lnTo>
                        <a:pt x="23146" y="70866"/>
                      </a:lnTo>
                      <a:lnTo>
                        <a:pt x="24289" y="70866"/>
                      </a:lnTo>
                      <a:lnTo>
                        <a:pt x="24289" y="68771"/>
                      </a:lnTo>
                      <a:lnTo>
                        <a:pt x="23146" y="68771"/>
                      </a:lnTo>
                      <a:close/>
                      <a:moveTo>
                        <a:pt x="25146" y="28861"/>
                      </a:moveTo>
                      <a:cubicBezTo>
                        <a:pt x="25908" y="29051"/>
                        <a:pt x="26860" y="28861"/>
                        <a:pt x="27908" y="28384"/>
                      </a:cubicBezTo>
                      <a:cubicBezTo>
                        <a:pt x="27718" y="28384"/>
                        <a:pt x="26765" y="28194"/>
                        <a:pt x="25146" y="27718"/>
                      </a:cubicBezTo>
                      <a:lnTo>
                        <a:pt x="25146" y="28861"/>
                      </a:lnTo>
                      <a:close/>
                      <a:moveTo>
                        <a:pt x="28480" y="64198"/>
                      </a:moveTo>
                      <a:lnTo>
                        <a:pt x="27908" y="64198"/>
                      </a:lnTo>
                      <a:lnTo>
                        <a:pt x="27908" y="62008"/>
                      </a:lnTo>
                      <a:lnTo>
                        <a:pt x="28480" y="62008"/>
                      </a:lnTo>
                      <a:lnTo>
                        <a:pt x="28480" y="64198"/>
                      </a:lnTo>
                      <a:close/>
                      <a:moveTo>
                        <a:pt x="34385" y="64198"/>
                      </a:moveTo>
                      <a:lnTo>
                        <a:pt x="34385" y="66865"/>
                      </a:lnTo>
                      <a:lnTo>
                        <a:pt x="35052" y="66389"/>
                      </a:lnTo>
                      <a:lnTo>
                        <a:pt x="34385" y="64103"/>
                      </a:lnTo>
                      <a:close/>
                      <a:moveTo>
                        <a:pt x="34766" y="60579"/>
                      </a:moveTo>
                      <a:cubicBezTo>
                        <a:pt x="34766" y="60579"/>
                        <a:pt x="35338" y="60293"/>
                        <a:pt x="35433" y="60484"/>
                      </a:cubicBezTo>
                      <a:lnTo>
                        <a:pt x="35147" y="60484"/>
                      </a:lnTo>
                      <a:cubicBezTo>
                        <a:pt x="35147" y="60484"/>
                        <a:pt x="34766" y="60579"/>
                        <a:pt x="34766" y="60579"/>
                      </a:cubicBezTo>
                      <a:close/>
                      <a:moveTo>
                        <a:pt x="37719" y="51530"/>
                      </a:moveTo>
                      <a:cubicBezTo>
                        <a:pt x="37719" y="51530"/>
                        <a:pt x="36766" y="51149"/>
                        <a:pt x="36385" y="50959"/>
                      </a:cubicBezTo>
                      <a:cubicBezTo>
                        <a:pt x="35909" y="50863"/>
                        <a:pt x="35719" y="50482"/>
                        <a:pt x="35909" y="49816"/>
                      </a:cubicBezTo>
                      <a:lnTo>
                        <a:pt x="37719" y="51530"/>
                      </a:lnTo>
                      <a:close/>
                      <a:moveTo>
                        <a:pt x="37719" y="34862"/>
                      </a:moveTo>
                      <a:lnTo>
                        <a:pt x="39814" y="34862"/>
                      </a:lnTo>
                      <a:lnTo>
                        <a:pt x="37719" y="34480"/>
                      </a:lnTo>
                      <a:lnTo>
                        <a:pt x="37719" y="34862"/>
                      </a:lnTo>
                      <a:close/>
                      <a:moveTo>
                        <a:pt x="39243" y="50482"/>
                      </a:moveTo>
                      <a:lnTo>
                        <a:pt x="37719" y="47720"/>
                      </a:lnTo>
                      <a:cubicBezTo>
                        <a:pt x="38195" y="47911"/>
                        <a:pt x="38767" y="48196"/>
                        <a:pt x="39243" y="48482"/>
                      </a:cubicBezTo>
                      <a:cubicBezTo>
                        <a:pt x="39719" y="48768"/>
                        <a:pt x="40005" y="49149"/>
                        <a:pt x="39814" y="49816"/>
                      </a:cubicBezTo>
                      <a:lnTo>
                        <a:pt x="39243" y="50482"/>
                      </a:lnTo>
                      <a:close/>
                      <a:moveTo>
                        <a:pt x="47339" y="33909"/>
                      </a:moveTo>
                      <a:cubicBezTo>
                        <a:pt x="47339" y="33909"/>
                        <a:pt x="46958" y="32956"/>
                        <a:pt x="46196" y="31623"/>
                      </a:cubicBezTo>
                      <a:cubicBezTo>
                        <a:pt x="46196" y="32766"/>
                        <a:pt x="45625" y="33242"/>
                        <a:pt x="44672" y="33147"/>
                      </a:cubicBezTo>
                      <a:cubicBezTo>
                        <a:pt x="43339" y="33147"/>
                        <a:pt x="42577" y="33147"/>
                        <a:pt x="42386" y="33338"/>
                      </a:cubicBezTo>
                      <a:cubicBezTo>
                        <a:pt x="43624" y="33147"/>
                        <a:pt x="45244" y="33338"/>
                        <a:pt x="47244" y="33909"/>
                      </a:cubicBezTo>
                      <a:close/>
                      <a:moveTo>
                        <a:pt x="44005" y="52673"/>
                      </a:moveTo>
                      <a:lnTo>
                        <a:pt x="45148" y="54292"/>
                      </a:lnTo>
                      <a:lnTo>
                        <a:pt x="43624" y="54292"/>
                      </a:lnTo>
                      <a:lnTo>
                        <a:pt x="44005" y="52673"/>
                      </a:lnTo>
                      <a:close/>
                      <a:moveTo>
                        <a:pt x="50578" y="98393"/>
                      </a:moveTo>
                      <a:lnTo>
                        <a:pt x="50578" y="94488"/>
                      </a:lnTo>
                      <a:lnTo>
                        <a:pt x="51054" y="94488"/>
                      </a:lnTo>
                      <a:lnTo>
                        <a:pt x="51054" y="98393"/>
                      </a:lnTo>
                      <a:lnTo>
                        <a:pt x="50578" y="98393"/>
                      </a:lnTo>
                      <a:close/>
                      <a:moveTo>
                        <a:pt x="52768" y="54197"/>
                      </a:moveTo>
                      <a:cubicBezTo>
                        <a:pt x="52768" y="54197"/>
                        <a:pt x="53149" y="53626"/>
                        <a:pt x="53721" y="53626"/>
                      </a:cubicBezTo>
                      <a:cubicBezTo>
                        <a:pt x="54292" y="53626"/>
                        <a:pt x="54578" y="53816"/>
                        <a:pt x="54673" y="54197"/>
                      </a:cubicBezTo>
                      <a:lnTo>
                        <a:pt x="52673" y="54197"/>
                      </a:lnTo>
                      <a:close/>
                      <a:moveTo>
                        <a:pt x="59055" y="15049"/>
                      </a:moveTo>
                      <a:cubicBezTo>
                        <a:pt x="58864" y="14478"/>
                        <a:pt x="58579" y="14288"/>
                        <a:pt x="58102" y="14478"/>
                      </a:cubicBezTo>
                      <a:lnTo>
                        <a:pt x="56959" y="15049"/>
                      </a:lnTo>
                      <a:lnTo>
                        <a:pt x="59055" y="15049"/>
                      </a:lnTo>
                      <a:close/>
                      <a:moveTo>
                        <a:pt x="60865" y="34862"/>
                      </a:moveTo>
                      <a:cubicBezTo>
                        <a:pt x="60865" y="34862"/>
                        <a:pt x="61531" y="34004"/>
                        <a:pt x="61436" y="33623"/>
                      </a:cubicBezTo>
                      <a:lnTo>
                        <a:pt x="61722" y="32766"/>
                      </a:lnTo>
                      <a:lnTo>
                        <a:pt x="60579" y="32480"/>
                      </a:lnTo>
                      <a:cubicBezTo>
                        <a:pt x="60007" y="31909"/>
                        <a:pt x="59341" y="31623"/>
                        <a:pt x="58674" y="31623"/>
                      </a:cubicBezTo>
                      <a:lnTo>
                        <a:pt x="60579" y="32480"/>
                      </a:lnTo>
                      <a:cubicBezTo>
                        <a:pt x="60579" y="32480"/>
                        <a:pt x="61246" y="33147"/>
                        <a:pt x="61436" y="33623"/>
                      </a:cubicBezTo>
                      <a:lnTo>
                        <a:pt x="60865" y="34862"/>
                      </a:lnTo>
                      <a:close/>
                      <a:moveTo>
                        <a:pt x="62865" y="30480"/>
                      </a:moveTo>
                      <a:cubicBezTo>
                        <a:pt x="62865" y="30480"/>
                        <a:pt x="63532" y="29908"/>
                        <a:pt x="63532" y="29337"/>
                      </a:cubicBezTo>
                      <a:lnTo>
                        <a:pt x="61722" y="29337"/>
                      </a:lnTo>
                      <a:lnTo>
                        <a:pt x="62865" y="30480"/>
                      </a:lnTo>
                      <a:close/>
                      <a:moveTo>
                        <a:pt x="63532" y="56579"/>
                      </a:moveTo>
                      <a:lnTo>
                        <a:pt x="64008" y="56959"/>
                      </a:lnTo>
                      <a:lnTo>
                        <a:pt x="62484" y="58864"/>
                      </a:lnTo>
                      <a:lnTo>
                        <a:pt x="63627" y="59722"/>
                      </a:lnTo>
                      <a:lnTo>
                        <a:pt x="61817" y="59722"/>
                      </a:lnTo>
                      <a:lnTo>
                        <a:pt x="63627" y="56579"/>
                      </a:lnTo>
                      <a:close/>
                      <a:moveTo>
                        <a:pt x="64008" y="83534"/>
                      </a:moveTo>
                      <a:lnTo>
                        <a:pt x="64008" y="81343"/>
                      </a:lnTo>
                      <a:lnTo>
                        <a:pt x="66199" y="83534"/>
                      </a:lnTo>
                      <a:lnTo>
                        <a:pt x="64008" y="83534"/>
                      </a:lnTo>
                      <a:close/>
                      <a:moveTo>
                        <a:pt x="65532" y="20098"/>
                      </a:moveTo>
                      <a:cubicBezTo>
                        <a:pt x="65532" y="20098"/>
                        <a:pt x="65627" y="20288"/>
                        <a:pt x="65627" y="20574"/>
                      </a:cubicBezTo>
                      <a:cubicBezTo>
                        <a:pt x="65627" y="20764"/>
                        <a:pt x="65532" y="21050"/>
                        <a:pt x="65341" y="21526"/>
                      </a:cubicBezTo>
                      <a:cubicBezTo>
                        <a:pt x="65151" y="22003"/>
                        <a:pt x="65056" y="22288"/>
                        <a:pt x="65056" y="22574"/>
                      </a:cubicBezTo>
                      <a:cubicBezTo>
                        <a:pt x="65056" y="23050"/>
                        <a:pt x="65437" y="23336"/>
                        <a:pt x="66199" y="23431"/>
                      </a:cubicBezTo>
                      <a:cubicBezTo>
                        <a:pt x="66199" y="23050"/>
                        <a:pt x="66199" y="22574"/>
                        <a:pt x="66199" y="22098"/>
                      </a:cubicBezTo>
                      <a:cubicBezTo>
                        <a:pt x="66389" y="21526"/>
                        <a:pt x="66484" y="21241"/>
                        <a:pt x="66484" y="21146"/>
                      </a:cubicBezTo>
                      <a:cubicBezTo>
                        <a:pt x="66484" y="20669"/>
                        <a:pt x="66104" y="20288"/>
                        <a:pt x="65532" y="20098"/>
                      </a:cubicBezTo>
                      <a:close/>
                      <a:moveTo>
                        <a:pt x="65532" y="31147"/>
                      </a:moveTo>
                      <a:lnTo>
                        <a:pt x="67913" y="32195"/>
                      </a:lnTo>
                      <a:lnTo>
                        <a:pt x="66675" y="31147"/>
                      </a:lnTo>
                      <a:lnTo>
                        <a:pt x="65532" y="31147"/>
                      </a:lnTo>
                      <a:close/>
                      <a:moveTo>
                        <a:pt x="69437" y="44291"/>
                      </a:moveTo>
                      <a:lnTo>
                        <a:pt x="67913" y="43148"/>
                      </a:lnTo>
                      <a:lnTo>
                        <a:pt x="69437" y="43148"/>
                      </a:lnTo>
                      <a:lnTo>
                        <a:pt x="69437" y="44291"/>
                      </a:lnTo>
                      <a:close/>
                      <a:moveTo>
                        <a:pt x="71628" y="23813"/>
                      </a:moveTo>
                      <a:cubicBezTo>
                        <a:pt x="71628" y="22765"/>
                        <a:pt x="71438" y="22193"/>
                        <a:pt x="70771" y="22193"/>
                      </a:cubicBezTo>
                      <a:cubicBezTo>
                        <a:pt x="69247" y="22193"/>
                        <a:pt x="68389" y="22765"/>
                        <a:pt x="68294" y="23813"/>
                      </a:cubicBezTo>
                      <a:lnTo>
                        <a:pt x="69437" y="22765"/>
                      </a:lnTo>
                      <a:cubicBezTo>
                        <a:pt x="70009" y="22765"/>
                        <a:pt x="70390" y="22765"/>
                        <a:pt x="70580" y="23241"/>
                      </a:cubicBezTo>
                      <a:cubicBezTo>
                        <a:pt x="70675" y="23527"/>
                        <a:pt x="70675" y="23908"/>
                        <a:pt x="70580" y="24479"/>
                      </a:cubicBezTo>
                      <a:lnTo>
                        <a:pt x="70580" y="24955"/>
                      </a:lnTo>
                      <a:lnTo>
                        <a:pt x="71723" y="23813"/>
                      </a:lnTo>
                      <a:close/>
                      <a:moveTo>
                        <a:pt x="70961" y="35528"/>
                      </a:moveTo>
                      <a:lnTo>
                        <a:pt x="71628" y="34766"/>
                      </a:lnTo>
                      <a:cubicBezTo>
                        <a:pt x="71628" y="34766"/>
                        <a:pt x="71342" y="33814"/>
                        <a:pt x="71438" y="33052"/>
                      </a:cubicBezTo>
                      <a:cubicBezTo>
                        <a:pt x="71628" y="32575"/>
                        <a:pt x="71342" y="32290"/>
                        <a:pt x="70485" y="32099"/>
                      </a:cubicBezTo>
                      <a:lnTo>
                        <a:pt x="70866" y="35528"/>
                      </a:lnTo>
                      <a:close/>
                      <a:moveTo>
                        <a:pt x="73247" y="0"/>
                      </a:moveTo>
                      <a:cubicBezTo>
                        <a:pt x="73057" y="857"/>
                        <a:pt x="72771" y="1810"/>
                        <a:pt x="72580" y="2762"/>
                      </a:cubicBezTo>
                      <a:cubicBezTo>
                        <a:pt x="72295" y="3715"/>
                        <a:pt x="71723" y="4096"/>
                        <a:pt x="71056" y="4096"/>
                      </a:cubicBezTo>
                      <a:cubicBezTo>
                        <a:pt x="71152" y="3715"/>
                        <a:pt x="71533" y="3238"/>
                        <a:pt x="72009" y="2667"/>
                      </a:cubicBezTo>
                      <a:cubicBezTo>
                        <a:pt x="72580" y="2096"/>
                        <a:pt x="72866" y="1619"/>
                        <a:pt x="72866" y="1238"/>
                      </a:cubicBezTo>
                      <a:cubicBezTo>
                        <a:pt x="72866" y="857"/>
                        <a:pt x="72676" y="476"/>
                        <a:pt x="72199" y="95"/>
                      </a:cubicBezTo>
                      <a:lnTo>
                        <a:pt x="73342" y="95"/>
                      </a:lnTo>
                      <a:close/>
                      <a:moveTo>
                        <a:pt x="73247" y="7144"/>
                      </a:moveTo>
                      <a:cubicBezTo>
                        <a:pt x="71914" y="7144"/>
                        <a:pt x="71247" y="6953"/>
                        <a:pt x="70961" y="6667"/>
                      </a:cubicBezTo>
                      <a:cubicBezTo>
                        <a:pt x="71342" y="6001"/>
                        <a:pt x="72485" y="5905"/>
                        <a:pt x="74295" y="6287"/>
                      </a:cubicBezTo>
                      <a:cubicBezTo>
                        <a:pt x="74295" y="6667"/>
                        <a:pt x="73819" y="6953"/>
                        <a:pt x="73247" y="7144"/>
                      </a:cubicBezTo>
                      <a:close/>
                      <a:moveTo>
                        <a:pt x="74104" y="14478"/>
                      </a:moveTo>
                      <a:cubicBezTo>
                        <a:pt x="74104" y="14478"/>
                        <a:pt x="74295" y="14478"/>
                        <a:pt x="74390" y="14668"/>
                      </a:cubicBezTo>
                      <a:cubicBezTo>
                        <a:pt x="74390" y="14668"/>
                        <a:pt x="74390" y="14478"/>
                        <a:pt x="74104" y="14478"/>
                      </a:cubicBezTo>
                      <a:close/>
                      <a:moveTo>
                        <a:pt x="76962" y="49816"/>
                      </a:moveTo>
                      <a:lnTo>
                        <a:pt x="74295" y="51530"/>
                      </a:lnTo>
                      <a:cubicBezTo>
                        <a:pt x="75629" y="49149"/>
                        <a:pt x="75724" y="47244"/>
                        <a:pt x="74676" y="45529"/>
                      </a:cubicBezTo>
                      <a:cubicBezTo>
                        <a:pt x="74866" y="45529"/>
                        <a:pt x="75057" y="46196"/>
                        <a:pt x="75438" y="47244"/>
                      </a:cubicBezTo>
                      <a:cubicBezTo>
                        <a:pt x="75629" y="47911"/>
                        <a:pt x="76200" y="48101"/>
                        <a:pt x="76962" y="47815"/>
                      </a:cubicBezTo>
                      <a:lnTo>
                        <a:pt x="75819" y="48673"/>
                      </a:lnTo>
                      <a:lnTo>
                        <a:pt x="76962" y="49816"/>
                      </a:lnTo>
                      <a:close/>
                      <a:moveTo>
                        <a:pt x="76486" y="55435"/>
                      </a:moveTo>
                      <a:cubicBezTo>
                        <a:pt x="76486" y="54388"/>
                        <a:pt x="76962" y="53816"/>
                        <a:pt x="78010" y="53816"/>
                      </a:cubicBezTo>
                      <a:cubicBezTo>
                        <a:pt x="79057" y="53816"/>
                        <a:pt x="79343" y="54388"/>
                        <a:pt x="79153" y="55435"/>
                      </a:cubicBezTo>
                      <a:cubicBezTo>
                        <a:pt x="79248" y="55435"/>
                        <a:pt x="78867" y="55245"/>
                        <a:pt x="78010" y="54959"/>
                      </a:cubicBezTo>
                      <a:lnTo>
                        <a:pt x="77057" y="56102"/>
                      </a:lnTo>
                      <a:lnTo>
                        <a:pt x="78010" y="56959"/>
                      </a:lnTo>
                      <a:cubicBezTo>
                        <a:pt x="78010" y="56959"/>
                        <a:pt x="77629" y="57150"/>
                        <a:pt x="77438" y="57150"/>
                      </a:cubicBezTo>
                      <a:cubicBezTo>
                        <a:pt x="77152" y="57150"/>
                        <a:pt x="76962" y="56864"/>
                        <a:pt x="76771" y="56388"/>
                      </a:cubicBezTo>
                      <a:cubicBezTo>
                        <a:pt x="76581" y="55912"/>
                        <a:pt x="76486" y="55531"/>
                        <a:pt x="76486" y="55531"/>
                      </a:cubicBezTo>
                      <a:close/>
                      <a:moveTo>
                        <a:pt x="80677" y="38386"/>
                      </a:moveTo>
                      <a:cubicBezTo>
                        <a:pt x="80677" y="38386"/>
                        <a:pt x="81343" y="38576"/>
                        <a:pt x="81820" y="38386"/>
                      </a:cubicBezTo>
                      <a:cubicBezTo>
                        <a:pt x="81248" y="38767"/>
                        <a:pt x="81153" y="39433"/>
                        <a:pt x="81343" y="40386"/>
                      </a:cubicBezTo>
                      <a:cubicBezTo>
                        <a:pt x="80867" y="40386"/>
                        <a:pt x="80677" y="40291"/>
                        <a:pt x="80677" y="39814"/>
                      </a:cubicBezTo>
                      <a:lnTo>
                        <a:pt x="80677" y="38386"/>
                      </a:lnTo>
                      <a:close/>
                      <a:moveTo>
                        <a:pt x="81820" y="38386"/>
                      </a:moveTo>
                      <a:cubicBezTo>
                        <a:pt x="81820" y="38386"/>
                        <a:pt x="82391" y="38005"/>
                        <a:pt x="82677" y="38005"/>
                      </a:cubicBezTo>
                      <a:cubicBezTo>
                        <a:pt x="82677" y="38005"/>
                        <a:pt x="82296" y="38195"/>
                        <a:pt x="81820" y="38386"/>
                      </a:cubicBezTo>
                      <a:close/>
                      <a:moveTo>
                        <a:pt x="84487" y="28480"/>
                      </a:moveTo>
                      <a:lnTo>
                        <a:pt x="83344" y="31718"/>
                      </a:lnTo>
                      <a:lnTo>
                        <a:pt x="82487" y="29432"/>
                      </a:lnTo>
                      <a:lnTo>
                        <a:pt x="84487" y="28575"/>
                      </a:lnTo>
                      <a:close/>
                      <a:moveTo>
                        <a:pt x="82487" y="42863"/>
                      </a:moveTo>
                      <a:lnTo>
                        <a:pt x="82867" y="41720"/>
                      </a:lnTo>
                      <a:lnTo>
                        <a:pt x="84010" y="41720"/>
                      </a:lnTo>
                      <a:lnTo>
                        <a:pt x="82487" y="42863"/>
                      </a:lnTo>
                      <a:close/>
                      <a:moveTo>
                        <a:pt x="85534" y="37243"/>
                      </a:moveTo>
                      <a:cubicBezTo>
                        <a:pt x="84963" y="37243"/>
                        <a:pt x="84010" y="37529"/>
                        <a:pt x="82582" y="38005"/>
                      </a:cubicBezTo>
                      <a:cubicBezTo>
                        <a:pt x="82867" y="37814"/>
                        <a:pt x="83058" y="37529"/>
                        <a:pt x="83344" y="37147"/>
                      </a:cubicBezTo>
                      <a:cubicBezTo>
                        <a:pt x="84106" y="36862"/>
                        <a:pt x="84868" y="36957"/>
                        <a:pt x="85534" y="37338"/>
                      </a:cubicBezTo>
                      <a:close/>
                      <a:moveTo>
                        <a:pt x="84010" y="20574"/>
                      </a:moveTo>
                      <a:cubicBezTo>
                        <a:pt x="84010" y="20574"/>
                        <a:pt x="84582" y="21431"/>
                        <a:pt x="84391" y="21717"/>
                      </a:cubicBezTo>
                      <a:lnTo>
                        <a:pt x="82867" y="21717"/>
                      </a:lnTo>
                      <a:lnTo>
                        <a:pt x="84010" y="20574"/>
                      </a:lnTo>
                      <a:close/>
                      <a:moveTo>
                        <a:pt x="82867" y="36004"/>
                      </a:moveTo>
                      <a:cubicBezTo>
                        <a:pt x="82867" y="36004"/>
                        <a:pt x="83439" y="36671"/>
                        <a:pt x="83248" y="37147"/>
                      </a:cubicBezTo>
                      <a:cubicBezTo>
                        <a:pt x="82963" y="36957"/>
                        <a:pt x="82867" y="36576"/>
                        <a:pt x="82867" y="36004"/>
                      </a:cubicBezTo>
                      <a:close/>
                      <a:moveTo>
                        <a:pt x="87725" y="12763"/>
                      </a:moveTo>
                      <a:cubicBezTo>
                        <a:pt x="87249" y="12954"/>
                        <a:pt x="86868" y="13049"/>
                        <a:pt x="86582" y="13049"/>
                      </a:cubicBezTo>
                      <a:cubicBezTo>
                        <a:pt x="86106" y="13049"/>
                        <a:pt x="85725" y="12668"/>
                        <a:pt x="85439" y="11906"/>
                      </a:cubicBezTo>
                      <a:cubicBezTo>
                        <a:pt x="85154" y="11144"/>
                        <a:pt x="84772" y="10763"/>
                        <a:pt x="84296" y="10668"/>
                      </a:cubicBezTo>
                      <a:cubicBezTo>
                        <a:pt x="84772" y="10287"/>
                        <a:pt x="85249" y="10096"/>
                        <a:pt x="85725" y="10096"/>
                      </a:cubicBezTo>
                      <a:cubicBezTo>
                        <a:pt x="86201" y="10096"/>
                        <a:pt x="86677" y="10287"/>
                        <a:pt x="87154" y="10668"/>
                      </a:cubicBezTo>
                      <a:cubicBezTo>
                        <a:pt x="87344" y="10668"/>
                        <a:pt x="87344" y="10763"/>
                        <a:pt x="87249" y="11049"/>
                      </a:cubicBezTo>
                      <a:cubicBezTo>
                        <a:pt x="86963" y="11430"/>
                        <a:pt x="86868" y="11716"/>
                        <a:pt x="86868" y="11906"/>
                      </a:cubicBezTo>
                      <a:cubicBezTo>
                        <a:pt x="86868" y="12287"/>
                        <a:pt x="87154" y="12573"/>
                        <a:pt x="87725" y="12763"/>
                      </a:cubicBezTo>
                      <a:close/>
                      <a:moveTo>
                        <a:pt x="85058" y="54959"/>
                      </a:moveTo>
                      <a:cubicBezTo>
                        <a:pt x="85058" y="54102"/>
                        <a:pt x="85534" y="53626"/>
                        <a:pt x="86487" y="53626"/>
                      </a:cubicBezTo>
                      <a:cubicBezTo>
                        <a:pt x="87249" y="53626"/>
                        <a:pt x="88011" y="53721"/>
                        <a:pt x="88678" y="54197"/>
                      </a:cubicBezTo>
                      <a:cubicBezTo>
                        <a:pt x="88678" y="54388"/>
                        <a:pt x="88678" y="54769"/>
                        <a:pt x="88106" y="55435"/>
                      </a:cubicBezTo>
                      <a:lnTo>
                        <a:pt x="88297" y="55435"/>
                      </a:lnTo>
                      <a:cubicBezTo>
                        <a:pt x="88297" y="55435"/>
                        <a:pt x="87058" y="54864"/>
                        <a:pt x="85058" y="54864"/>
                      </a:cubicBezTo>
                      <a:close/>
                      <a:moveTo>
                        <a:pt x="86582" y="1143"/>
                      </a:moveTo>
                      <a:cubicBezTo>
                        <a:pt x="86201" y="1714"/>
                        <a:pt x="85820" y="1714"/>
                        <a:pt x="85439" y="1143"/>
                      </a:cubicBezTo>
                      <a:lnTo>
                        <a:pt x="86582" y="1143"/>
                      </a:lnTo>
                      <a:close/>
                      <a:moveTo>
                        <a:pt x="89821" y="24479"/>
                      </a:moveTo>
                      <a:lnTo>
                        <a:pt x="86011" y="24479"/>
                      </a:lnTo>
                      <a:cubicBezTo>
                        <a:pt x="86011" y="24479"/>
                        <a:pt x="87058" y="24384"/>
                        <a:pt x="87916" y="24098"/>
                      </a:cubicBezTo>
                      <a:cubicBezTo>
                        <a:pt x="88678" y="23813"/>
                        <a:pt x="89344" y="23717"/>
                        <a:pt x="89821" y="23813"/>
                      </a:cubicBezTo>
                      <a:lnTo>
                        <a:pt x="89821" y="24479"/>
                      </a:lnTo>
                      <a:close/>
                      <a:moveTo>
                        <a:pt x="86582" y="1143"/>
                      </a:moveTo>
                      <a:cubicBezTo>
                        <a:pt x="86868" y="381"/>
                        <a:pt x="87154" y="0"/>
                        <a:pt x="87249" y="0"/>
                      </a:cubicBezTo>
                      <a:cubicBezTo>
                        <a:pt x="87439" y="0"/>
                        <a:pt x="87535" y="381"/>
                        <a:pt x="87725" y="1143"/>
                      </a:cubicBezTo>
                      <a:lnTo>
                        <a:pt x="86582" y="1143"/>
                      </a:lnTo>
                      <a:close/>
                      <a:moveTo>
                        <a:pt x="88106" y="55435"/>
                      </a:moveTo>
                      <a:lnTo>
                        <a:pt x="87725" y="56007"/>
                      </a:lnTo>
                      <a:cubicBezTo>
                        <a:pt x="87725" y="56007"/>
                        <a:pt x="87916" y="55626"/>
                        <a:pt x="88106" y="55435"/>
                      </a:cubicBezTo>
                      <a:close/>
                      <a:moveTo>
                        <a:pt x="89821" y="46577"/>
                      </a:moveTo>
                      <a:cubicBezTo>
                        <a:pt x="89821" y="46577"/>
                        <a:pt x="90106" y="47339"/>
                        <a:pt x="90964" y="48196"/>
                      </a:cubicBezTo>
                      <a:lnTo>
                        <a:pt x="89440" y="49339"/>
                      </a:lnTo>
                      <a:cubicBezTo>
                        <a:pt x="89440" y="49339"/>
                        <a:pt x="89821" y="48768"/>
                        <a:pt x="89821" y="48673"/>
                      </a:cubicBezTo>
                      <a:cubicBezTo>
                        <a:pt x="89821" y="48482"/>
                        <a:pt x="89630" y="48101"/>
                        <a:pt x="89249" y="47720"/>
                      </a:cubicBezTo>
                      <a:cubicBezTo>
                        <a:pt x="88868" y="47339"/>
                        <a:pt x="88678" y="46958"/>
                        <a:pt x="88678" y="46672"/>
                      </a:cubicBezTo>
                      <a:lnTo>
                        <a:pt x="89821" y="46672"/>
                      </a:lnTo>
                      <a:close/>
                      <a:moveTo>
                        <a:pt x="90964" y="32671"/>
                      </a:moveTo>
                      <a:lnTo>
                        <a:pt x="89440" y="31528"/>
                      </a:lnTo>
                      <a:lnTo>
                        <a:pt x="90964" y="32099"/>
                      </a:lnTo>
                      <a:lnTo>
                        <a:pt x="90964" y="32671"/>
                      </a:lnTo>
                      <a:close/>
                      <a:moveTo>
                        <a:pt x="89821" y="41529"/>
                      </a:moveTo>
                      <a:cubicBezTo>
                        <a:pt x="89821" y="41529"/>
                        <a:pt x="90297" y="41338"/>
                        <a:pt x="90488" y="41338"/>
                      </a:cubicBezTo>
                      <a:cubicBezTo>
                        <a:pt x="90773" y="41338"/>
                        <a:pt x="90964" y="41529"/>
                        <a:pt x="91059" y="41910"/>
                      </a:cubicBezTo>
                      <a:cubicBezTo>
                        <a:pt x="91249" y="42577"/>
                        <a:pt x="91345" y="42958"/>
                        <a:pt x="91345" y="43053"/>
                      </a:cubicBezTo>
                      <a:cubicBezTo>
                        <a:pt x="90964" y="43243"/>
                        <a:pt x="90488" y="43053"/>
                        <a:pt x="90106" y="42767"/>
                      </a:cubicBezTo>
                      <a:cubicBezTo>
                        <a:pt x="89725" y="42386"/>
                        <a:pt x="89630" y="42005"/>
                        <a:pt x="89821" y="41434"/>
                      </a:cubicBezTo>
                      <a:close/>
                      <a:moveTo>
                        <a:pt x="95821" y="38195"/>
                      </a:moveTo>
                      <a:lnTo>
                        <a:pt x="96774" y="37052"/>
                      </a:lnTo>
                      <a:lnTo>
                        <a:pt x="97441" y="38195"/>
                      </a:lnTo>
                      <a:cubicBezTo>
                        <a:pt x="97155" y="38671"/>
                        <a:pt x="96488" y="38862"/>
                        <a:pt x="95536" y="38862"/>
                      </a:cubicBezTo>
                      <a:cubicBezTo>
                        <a:pt x="94488" y="38862"/>
                        <a:pt x="93821" y="39148"/>
                        <a:pt x="93535" y="39814"/>
                      </a:cubicBezTo>
                      <a:cubicBezTo>
                        <a:pt x="93535" y="38100"/>
                        <a:pt x="93345" y="37052"/>
                        <a:pt x="93154" y="36671"/>
                      </a:cubicBezTo>
                      <a:cubicBezTo>
                        <a:pt x="93345" y="37052"/>
                        <a:pt x="93535" y="37433"/>
                        <a:pt x="93821" y="37814"/>
                      </a:cubicBezTo>
                      <a:cubicBezTo>
                        <a:pt x="94107" y="38195"/>
                        <a:pt x="94488" y="38386"/>
                        <a:pt x="95059" y="38386"/>
                      </a:cubicBezTo>
                      <a:cubicBezTo>
                        <a:pt x="95250" y="38386"/>
                        <a:pt x="95440" y="38386"/>
                        <a:pt x="95726" y="38195"/>
                      </a:cubicBezTo>
                      <a:close/>
                      <a:moveTo>
                        <a:pt x="96774" y="26003"/>
                      </a:moveTo>
                      <a:cubicBezTo>
                        <a:pt x="97155" y="26765"/>
                        <a:pt x="97726" y="27051"/>
                        <a:pt x="98584" y="26860"/>
                      </a:cubicBezTo>
                      <a:cubicBezTo>
                        <a:pt x="98012" y="27241"/>
                        <a:pt x="97060" y="27432"/>
                        <a:pt x="95821" y="27622"/>
                      </a:cubicBezTo>
                      <a:lnTo>
                        <a:pt x="96774" y="26003"/>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 name="Google Shape;845;p99"/>
                <p:cNvSpPr/>
                <p:nvPr/>
              </p:nvSpPr>
              <p:spPr>
                <a:xfrm>
                  <a:off x="5672422" y="5129402"/>
                  <a:ext cx="75723" cy="115728"/>
                </a:xfrm>
                <a:custGeom>
                  <a:avLst/>
                  <a:gdLst/>
                  <a:ahLst/>
                  <a:cxnLst/>
                  <a:rect l="l" t="t" r="r" b="b"/>
                  <a:pathLst>
                    <a:path w="75723" h="115728" extrusionOk="0">
                      <a:moveTo>
                        <a:pt x="74581" y="3905"/>
                      </a:moveTo>
                      <a:lnTo>
                        <a:pt x="75724" y="24289"/>
                      </a:lnTo>
                      <a:cubicBezTo>
                        <a:pt x="73438" y="25051"/>
                        <a:pt x="70199" y="25241"/>
                        <a:pt x="66199" y="24860"/>
                      </a:cubicBezTo>
                      <a:cubicBezTo>
                        <a:pt x="61436" y="24384"/>
                        <a:pt x="58293" y="24289"/>
                        <a:pt x="56864" y="24479"/>
                      </a:cubicBezTo>
                      <a:cubicBezTo>
                        <a:pt x="53530" y="24956"/>
                        <a:pt x="50863" y="26575"/>
                        <a:pt x="48768" y="29337"/>
                      </a:cubicBezTo>
                      <a:cubicBezTo>
                        <a:pt x="48959" y="30099"/>
                        <a:pt x="49054" y="30766"/>
                        <a:pt x="49054" y="31528"/>
                      </a:cubicBezTo>
                      <a:cubicBezTo>
                        <a:pt x="49054" y="32290"/>
                        <a:pt x="48863" y="33433"/>
                        <a:pt x="48673" y="34957"/>
                      </a:cubicBezTo>
                      <a:cubicBezTo>
                        <a:pt x="48387" y="36386"/>
                        <a:pt x="48292" y="37529"/>
                        <a:pt x="48292" y="38291"/>
                      </a:cubicBezTo>
                      <a:cubicBezTo>
                        <a:pt x="48292" y="39434"/>
                        <a:pt x="48482" y="40481"/>
                        <a:pt x="48863" y="41624"/>
                      </a:cubicBezTo>
                      <a:cubicBezTo>
                        <a:pt x="49149" y="42196"/>
                        <a:pt x="49244" y="42767"/>
                        <a:pt x="49244" y="43244"/>
                      </a:cubicBezTo>
                      <a:cubicBezTo>
                        <a:pt x="49244" y="43910"/>
                        <a:pt x="49054" y="44672"/>
                        <a:pt x="48673" y="45529"/>
                      </a:cubicBezTo>
                      <a:cubicBezTo>
                        <a:pt x="48292" y="46387"/>
                        <a:pt x="48101" y="47054"/>
                        <a:pt x="48101" y="47435"/>
                      </a:cubicBezTo>
                      <a:cubicBezTo>
                        <a:pt x="48101" y="48006"/>
                        <a:pt x="48292" y="48578"/>
                        <a:pt x="48768" y="49054"/>
                      </a:cubicBezTo>
                      <a:lnTo>
                        <a:pt x="48387" y="55531"/>
                      </a:lnTo>
                      <a:cubicBezTo>
                        <a:pt x="48387" y="54769"/>
                        <a:pt x="47815" y="54293"/>
                        <a:pt x="46863" y="54102"/>
                      </a:cubicBezTo>
                      <a:cubicBezTo>
                        <a:pt x="45529" y="53721"/>
                        <a:pt x="44863" y="53435"/>
                        <a:pt x="44672" y="53340"/>
                      </a:cubicBezTo>
                      <a:cubicBezTo>
                        <a:pt x="44291" y="53626"/>
                        <a:pt x="44101" y="53912"/>
                        <a:pt x="44196" y="54388"/>
                      </a:cubicBezTo>
                      <a:cubicBezTo>
                        <a:pt x="44291" y="54769"/>
                        <a:pt x="44196" y="55245"/>
                        <a:pt x="44101" y="55626"/>
                      </a:cubicBezTo>
                      <a:cubicBezTo>
                        <a:pt x="44672" y="55340"/>
                        <a:pt x="45148" y="55150"/>
                        <a:pt x="45434" y="55150"/>
                      </a:cubicBezTo>
                      <a:cubicBezTo>
                        <a:pt x="46101" y="55150"/>
                        <a:pt x="46577" y="55912"/>
                        <a:pt x="46958" y="57245"/>
                      </a:cubicBezTo>
                      <a:cubicBezTo>
                        <a:pt x="47339" y="59150"/>
                        <a:pt x="47720" y="60103"/>
                        <a:pt x="47911" y="60388"/>
                      </a:cubicBezTo>
                      <a:lnTo>
                        <a:pt x="47244" y="60388"/>
                      </a:lnTo>
                      <a:cubicBezTo>
                        <a:pt x="48387" y="63532"/>
                        <a:pt x="48959" y="67913"/>
                        <a:pt x="49054" y="73628"/>
                      </a:cubicBezTo>
                      <a:cubicBezTo>
                        <a:pt x="49054" y="78200"/>
                        <a:pt x="48863" y="82772"/>
                        <a:pt x="48863" y="87249"/>
                      </a:cubicBezTo>
                      <a:cubicBezTo>
                        <a:pt x="48959" y="89916"/>
                        <a:pt x="49149" y="92297"/>
                        <a:pt x="49435" y="94393"/>
                      </a:cubicBezTo>
                      <a:cubicBezTo>
                        <a:pt x="49435" y="94393"/>
                        <a:pt x="49816" y="94583"/>
                        <a:pt x="50482" y="94964"/>
                      </a:cubicBezTo>
                      <a:cubicBezTo>
                        <a:pt x="51054" y="95345"/>
                        <a:pt x="51626" y="95441"/>
                        <a:pt x="52102" y="95250"/>
                      </a:cubicBezTo>
                      <a:cubicBezTo>
                        <a:pt x="51530" y="96679"/>
                        <a:pt x="51054" y="100394"/>
                        <a:pt x="50863" y="106299"/>
                      </a:cubicBezTo>
                      <a:cubicBezTo>
                        <a:pt x="50768" y="109538"/>
                        <a:pt x="49816" y="111728"/>
                        <a:pt x="47911" y="112967"/>
                      </a:cubicBezTo>
                      <a:cubicBezTo>
                        <a:pt x="48196" y="113157"/>
                        <a:pt x="48292" y="113729"/>
                        <a:pt x="48292" y="114586"/>
                      </a:cubicBezTo>
                      <a:cubicBezTo>
                        <a:pt x="47244" y="114586"/>
                        <a:pt x="44101" y="114586"/>
                        <a:pt x="38767" y="114586"/>
                      </a:cubicBezTo>
                      <a:cubicBezTo>
                        <a:pt x="34862" y="114586"/>
                        <a:pt x="31718" y="114871"/>
                        <a:pt x="29337" y="115729"/>
                      </a:cubicBezTo>
                      <a:cubicBezTo>
                        <a:pt x="27337" y="114014"/>
                        <a:pt x="26384" y="111443"/>
                        <a:pt x="26384" y="107918"/>
                      </a:cubicBezTo>
                      <a:cubicBezTo>
                        <a:pt x="26479" y="104966"/>
                        <a:pt x="26575" y="102013"/>
                        <a:pt x="26575" y="99060"/>
                      </a:cubicBezTo>
                      <a:cubicBezTo>
                        <a:pt x="27051" y="88011"/>
                        <a:pt x="27242" y="76581"/>
                        <a:pt x="27242" y="64579"/>
                      </a:cubicBezTo>
                      <a:cubicBezTo>
                        <a:pt x="27242" y="52578"/>
                        <a:pt x="26956" y="40386"/>
                        <a:pt x="26575" y="27718"/>
                      </a:cubicBezTo>
                      <a:cubicBezTo>
                        <a:pt x="26003" y="25718"/>
                        <a:pt x="24479" y="24765"/>
                        <a:pt x="22098" y="24765"/>
                      </a:cubicBezTo>
                      <a:cubicBezTo>
                        <a:pt x="21622" y="24765"/>
                        <a:pt x="20955" y="24765"/>
                        <a:pt x="20098" y="24860"/>
                      </a:cubicBezTo>
                      <a:lnTo>
                        <a:pt x="18288" y="24860"/>
                      </a:lnTo>
                      <a:cubicBezTo>
                        <a:pt x="17050" y="24860"/>
                        <a:pt x="16097" y="24670"/>
                        <a:pt x="15335" y="24289"/>
                      </a:cubicBezTo>
                      <a:cubicBezTo>
                        <a:pt x="16193" y="24384"/>
                        <a:pt x="13335" y="24479"/>
                        <a:pt x="6953" y="24479"/>
                      </a:cubicBezTo>
                      <a:cubicBezTo>
                        <a:pt x="4096" y="24479"/>
                        <a:pt x="1810" y="23717"/>
                        <a:pt x="0" y="22193"/>
                      </a:cubicBezTo>
                      <a:lnTo>
                        <a:pt x="0" y="2096"/>
                      </a:lnTo>
                      <a:cubicBezTo>
                        <a:pt x="476" y="2572"/>
                        <a:pt x="1048" y="2762"/>
                        <a:pt x="1619" y="2762"/>
                      </a:cubicBezTo>
                      <a:cubicBezTo>
                        <a:pt x="2762" y="2762"/>
                        <a:pt x="3810" y="2000"/>
                        <a:pt x="4953" y="476"/>
                      </a:cubicBezTo>
                      <a:cubicBezTo>
                        <a:pt x="10668" y="95"/>
                        <a:pt x="19050" y="95"/>
                        <a:pt x="30194" y="286"/>
                      </a:cubicBezTo>
                      <a:cubicBezTo>
                        <a:pt x="41243" y="571"/>
                        <a:pt x="49816" y="476"/>
                        <a:pt x="55817" y="0"/>
                      </a:cubicBezTo>
                      <a:cubicBezTo>
                        <a:pt x="56102" y="571"/>
                        <a:pt x="56483" y="857"/>
                        <a:pt x="57055" y="857"/>
                      </a:cubicBezTo>
                      <a:cubicBezTo>
                        <a:pt x="57436" y="857"/>
                        <a:pt x="57912" y="762"/>
                        <a:pt x="58579" y="476"/>
                      </a:cubicBezTo>
                      <a:cubicBezTo>
                        <a:pt x="59246" y="191"/>
                        <a:pt x="59722" y="95"/>
                        <a:pt x="60007" y="95"/>
                      </a:cubicBezTo>
                      <a:cubicBezTo>
                        <a:pt x="61151" y="762"/>
                        <a:pt x="64103" y="762"/>
                        <a:pt x="68771" y="95"/>
                      </a:cubicBezTo>
                      <a:cubicBezTo>
                        <a:pt x="72295" y="-381"/>
                        <a:pt x="74200" y="953"/>
                        <a:pt x="74390" y="3905"/>
                      </a:cubicBezTo>
                      <a:close/>
                      <a:moveTo>
                        <a:pt x="12097" y="8382"/>
                      </a:moveTo>
                      <a:cubicBezTo>
                        <a:pt x="13049" y="6858"/>
                        <a:pt x="14192" y="6096"/>
                        <a:pt x="15716" y="6096"/>
                      </a:cubicBezTo>
                      <a:cubicBezTo>
                        <a:pt x="16288" y="6096"/>
                        <a:pt x="17145" y="6191"/>
                        <a:pt x="18383" y="6477"/>
                      </a:cubicBezTo>
                      <a:cubicBezTo>
                        <a:pt x="19621" y="6858"/>
                        <a:pt x="20669" y="6953"/>
                        <a:pt x="21431" y="6953"/>
                      </a:cubicBezTo>
                      <a:cubicBezTo>
                        <a:pt x="22193" y="6953"/>
                        <a:pt x="22860" y="6953"/>
                        <a:pt x="23527" y="6668"/>
                      </a:cubicBezTo>
                      <a:lnTo>
                        <a:pt x="21336" y="4382"/>
                      </a:lnTo>
                      <a:cubicBezTo>
                        <a:pt x="20479" y="4382"/>
                        <a:pt x="20098" y="4001"/>
                        <a:pt x="20193" y="3238"/>
                      </a:cubicBezTo>
                      <a:cubicBezTo>
                        <a:pt x="20384" y="2286"/>
                        <a:pt x="20384" y="1810"/>
                        <a:pt x="20193" y="1619"/>
                      </a:cubicBezTo>
                      <a:cubicBezTo>
                        <a:pt x="19907" y="2191"/>
                        <a:pt x="19621" y="2572"/>
                        <a:pt x="19240" y="2667"/>
                      </a:cubicBezTo>
                      <a:cubicBezTo>
                        <a:pt x="19050" y="2667"/>
                        <a:pt x="18860" y="2572"/>
                        <a:pt x="18574" y="2572"/>
                      </a:cubicBezTo>
                      <a:cubicBezTo>
                        <a:pt x="18574" y="2572"/>
                        <a:pt x="18574" y="3143"/>
                        <a:pt x="18574" y="4001"/>
                      </a:cubicBezTo>
                      <a:cubicBezTo>
                        <a:pt x="17431" y="4763"/>
                        <a:pt x="16002" y="5239"/>
                        <a:pt x="14288" y="5429"/>
                      </a:cubicBezTo>
                      <a:cubicBezTo>
                        <a:pt x="12097" y="5620"/>
                        <a:pt x="10763" y="5810"/>
                        <a:pt x="10096" y="6096"/>
                      </a:cubicBezTo>
                      <a:lnTo>
                        <a:pt x="12859" y="6096"/>
                      </a:lnTo>
                      <a:cubicBezTo>
                        <a:pt x="12287" y="6953"/>
                        <a:pt x="11811" y="7525"/>
                        <a:pt x="11239" y="7811"/>
                      </a:cubicBezTo>
                      <a:cubicBezTo>
                        <a:pt x="11239" y="7811"/>
                        <a:pt x="11144" y="7811"/>
                        <a:pt x="11144" y="7715"/>
                      </a:cubicBezTo>
                      <a:cubicBezTo>
                        <a:pt x="10954" y="7715"/>
                        <a:pt x="10763" y="8001"/>
                        <a:pt x="10573" y="8096"/>
                      </a:cubicBezTo>
                      <a:cubicBezTo>
                        <a:pt x="10001" y="8287"/>
                        <a:pt x="9620" y="8477"/>
                        <a:pt x="9239" y="8477"/>
                      </a:cubicBezTo>
                      <a:cubicBezTo>
                        <a:pt x="8858" y="8287"/>
                        <a:pt x="8382" y="8287"/>
                        <a:pt x="7715" y="8477"/>
                      </a:cubicBezTo>
                      <a:cubicBezTo>
                        <a:pt x="5715" y="8287"/>
                        <a:pt x="4381" y="8287"/>
                        <a:pt x="3620" y="8477"/>
                      </a:cubicBezTo>
                      <a:lnTo>
                        <a:pt x="3620" y="7715"/>
                      </a:lnTo>
                      <a:lnTo>
                        <a:pt x="2000" y="9620"/>
                      </a:lnTo>
                      <a:cubicBezTo>
                        <a:pt x="2000" y="9620"/>
                        <a:pt x="2953" y="9906"/>
                        <a:pt x="3524" y="9906"/>
                      </a:cubicBezTo>
                      <a:cubicBezTo>
                        <a:pt x="3715" y="9906"/>
                        <a:pt x="5144" y="9430"/>
                        <a:pt x="7811" y="8477"/>
                      </a:cubicBezTo>
                      <a:lnTo>
                        <a:pt x="9335" y="8477"/>
                      </a:lnTo>
                      <a:cubicBezTo>
                        <a:pt x="9335" y="8477"/>
                        <a:pt x="9906" y="8858"/>
                        <a:pt x="10096" y="9239"/>
                      </a:cubicBezTo>
                      <a:cubicBezTo>
                        <a:pt x="10287" y="9620"/>
                        <a:pt x="10478" y="10001"/>
                        <a:pt x="10668" y="10478"/>
                      </a:cubicBezTo>
                      <a:cubicBezTo>
                        <a:pt x="10573" y="10192"/>
                        <a:pt x="10478" y="9811"/>
                        <a:pt x="10192" y="9430"/>
                      </a:cubicBezTo>
                      <a:cubicBezTo>
                        <a:pt x="10192" y="8858"/>
                        <a:pt x="10287" y="8477"/>
                        <a:pt x="10668" y="8096"/>
                      </a:cubicBezTo>
                      <a:cubicBezTo>
                        <a:pt x="10859" y="8096"/>
                        <a:pt x="11049" y="8096"/>
                        <a:pt x="11335" y="7811"/>
                      </a:cubicBezTo>
                      <a:cubicBezTo>
                        <a:pt x="12002" y="8763"/>
                        <a:pt x="12287" y="9335"/>
                        <a:pt x="12287" y="9525"/>
                      </a:cubicBezTo>
                      <a:lnTo>
                        <a:pt x="16002" y="8858"/>
                      </a:lnTo>
                      <a:lnTo>
                        <a:pt x="12287" y="8477"/>
                      </a:lnTo>
                      <a:close/>
                      <a:moveTo>
                        <a:pt x="9335" y="14954"/>
                      </a:moveTo>
                      <a:lnTo>
                        <a:pt x="11525" y="13811"/>
                      </a:lnTo>
                      <a:lnTo>
                        <a:pt x="10382" y="13811"/>
                      </a:lnTo>
                      <a:lnTo>
                        <a:pt x="9239" y="14954"/>
                      </a:lnTo>
                      <a:close/>
                      <a:moveTo>
                        <a:pt x="26670" y="3905"/>
                      </a:moveTo>
                      <a:lnTo>
                        <a:pt x="28289" y="2096"/>
                      </a:lnTo>
                      <a:cubicBezTo>
                        <a:pt x="27718" y="2096"/>
                        <a:pt x="27051" y="1715"/>
                        <a:pt x="26194" y="1238"/>
                      </a:cubicBezTo>
                      <a:lnTo>
                        <a:pt x="24384" y="4001"/>
                      </a:lnTo>
                      <a:lnTo>
                        <a:pt x="22479" y="2858"/>
                      </a:lnTo>
                      <a:lnTo>
                        <a:pt x="25146" y="5620"/>
                      </a:lnTo>
                      <a:cubicBezTo>
                        <a:pt x="25146" y="3715"/>
                        <a:pt x="25527" y="2572"/>
                        <a:pt x="26289" y="2191"/>
                      </a:cubicBezTo>
                      <a:cubicBezTo>
                        <a:pt x="26575" y="2381"/>
                        <a:pt x="26765" y="2953"/>
                        <a:pt x="26765" y="4001"/>
                      </a:cubicBezTo>
                      <a:close/>
                      <a:moveTo>
                        <a:pt x="32099" y="61436"/>
                      </a:moveTo>
                      <a:cubicBezTo>
                        <a:pt x="33719" y="61627"/>
                        <a:pt x="34576" y="61436"/>
                        <a:pt x="34290" y="60960"/>
                      </a:cubicBezTo>
                      <a:cubicBezTo>
                        <a:pt x="33909" y="60770"/>
                        <a:pt x="33147" y="60960"/>
                        <a:pt x="32099" y="61436"/>
                      </a:cubicBezTo>
                      <a:cubicBezTo>
                        <a:pt x="31623" y="61246"/>
                        <a:pt x="31242" y="61246"/>
                        <a:pt x="30956" y="61436"/>
                      </a:cubicBezTo>
                      <a:cubicBezTo>
                        <a:pt x="31432" y="61627"/>
                        <a:pt x="31813" y="61627"/>
                        <a:pt x="32099" y="61436"/>
                      </a:cubicBezTo>
                      <a:close/>
                      <a:moveTo>
                        <a:pt x="46768" y="59150"/>
                      </a:moveTo>
                      <a:cubicBezTo>
                        <a:pt x="45720" y="58484"/>
                        <a:pt x="44291" y="58007"/>
                        <a:pt x="42291" y="58007"/>
                      </a:cubicBezTo>
                      <a:cubicBezTo>
                        <a:pt x="40005" y="58007"/>
                        <a:pt x="38386" y="57817"/>
                        <a:pt x="37529" y="57531"/>
                      </a:cubicBezTo>
                      <a:lnTo>
                        <a:pt x="41338" y="59817"/>
                      </a:lnTo>
                      <a:cubicBezTo>
                        <a:pt x="41338" y="59817"/>
                        <a:pt x="40672" y="60388"/>
                        <a:pt x="40672" y="60960"/>
                      </a:cubicBezTo>
                      <a:lnTo>
                        <a:pt x="41720" y="60960"/>
                      </a:lnTo>
                      <a:cubicBezTo>
                        <a:pt x="41720" y="60960"/>
                        <a:pt x="42291" y="61341"/>
                        <a:pt x="42291" y="61532"/>
                      </a:cubicBezTo>
                      <a:cubicBezTo>
                        <a:pt x="42291" y="61532"/>
                        <a:pt x="42196" y="61913"/>
                        <a:pt x="41910" y="62389"/>
                      </a:cubicBezTo>
                      <a:cubicBezTo>
                        <a:pt x="41624" y="62865"/>
                        <a:pt x="41529" y="63246"/>
                        <a:pt x="41720" y="63627"/>
                      </a:cubicBezTo>
                      <a:lnTo>
                        <a:pt x="44005" y="63627"/>
                      </a:lnTo>
                      <a:cubicBezTo>
                        <a:pt x="42863" y="62484"/>
                        <a:pt x="42291" y="61627"/>
                        <a:pt x="42291" y="61151"/>
                      </a:cubicBezTo>
                      <a:cubicBezTo>
                        <a:pt x="42291" y="60770"/>
                        <a:pt x="42577" y="60484"/>
                        <a:pt x="43053" y="60198"/>
                      </a:cubicBezTo>
                      <a:cubicBezTo>
                        <a:pt x="43529" y="59912"/>
                        <a:pt x="44196" y="59722"/>
                        <a:pt x="44958" y="59436"/>
                      </a:cubicBezTo>
                      <a:cubicBezTo>
                        <a:pt x="45625" y="59436"/>
                        <a:pt x="46196" y="59531"/>
                        <a:pt x="46768" y="60103"/>
                      </a:cubicBezTo>
                      <a:lnTo>
                        <a:pt x="46768" y="58960"/>
                      </a:lnTo>
                      <a:close/>
                      <a:moveTo>
                        <a:pt x="41338" y="49244"/>
                      </a:moveTo>
                      <a:cubicBezTo>
                        <a:pt x="41910" y="49911"/>
                        <a:pt x="42577" y="50387"/>
                        <a:pt x="43529" y="50387"/>
                      </a:cubicBezTo>
                      <a:cubicBezTo>
                        <a:pt x="44958" y="50387"/>
                        <a:pt x="46196" y="49911"/>
                        <a:pt x="47149" y="48863"/>
                      </a:cubicBezTo>
                      <a:lnTo>
                        <a:pt x="45053" y="48196"/>
                      </a:lnTo>
                      <a:cubicBezTo>
                        <a:pt x="44958" y="49340"/>
                        <a:pt x="44672" y="49911"/>
                        <a:pt x="44291" y="49911"/>
                      </a:cubicBezTo>
                      <a:cubicBezTo>
                        <a:pt x="44291" y="49911"/>
                        <a:pt x="43815" y="49530"/>
                        <a:pt x="43148" y="48863"/>
                      </a:cubicBezTo>
                      <a:cubicBezTo>
                        <a:pt x="42386" y="48196"/>
                        <a:pt x="41815" y="47911"/>
                        <a:pt x="41243" y="48196"/>
                      </a:cubicBezTo>
                      <a:lnTo>
                        <a:pt x="41243" y="49340"/>
                      </a:lnTo>
                      <a:close/>
                      <a:moveTo>
                        <a:pt x="46482" y="62865"/>
                      </a:moveTo>
                      <a:lnTo>
                        <a:pt x="46768" y="63056"/>
                      </a:lnTo>
                      <a:lnTo>
                        <a:pt x="46482" y="62865"/>
                      </a:lnTo>
                      <a:lnTo>
                        <a:pt x="44005" y="60960"/>
                      </a:lnTo>
                      <a:cubicBezTo>
                        <a:pt x="43720" y="61817"/>
                        <a:pt x="44005" y="62389"/>
                        <a:pt x="44863" y="62579"/>
                      </a:cubicBezTo>
                      <a:cubicBezTo>
                        <a:pt x="45434" y="62579"/>
                        <a:pt x="46006" y="62770"/>
                        <a:pt x="46577" y="62865"/>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 name="Google Shape;846;p99"/>
                <p:cNvSpPr/>
                <p:nvPr/>
              </p:nvSpPr>
              <p:spPr>
                <a:xfrm>
                  <a:off x="5733954" y="5125667"/>
                  <a:ext cx="126777" cy="124798"/>
                </a:xfrm>
                <a:custGeom>
                  <a:avLst/>
                  <a:gdLst/>
                  <a:ahLst/>
                  <a:cxnLst/>
                  <a:rect l="l" t="t" r="r" b="b"/>
                  <a:pathLst>
                    <a:path w="126777" h="124798" extrusionOk="0">
                      <a:moveTo>
                        <a:pt x="0" y="96224"/>
                      </a:moveTo>
                      <a:lnTo>
                        <a:pt x="2191" y="96795"/>
                      </a:lnTo>
                      <a:lnTo>
                        <a:pt x="0" y="97938"/>
                      </a:lnTo>
                      <a:lnTo>
                        <a:pt x="0" y="96224"/>
                      </a:lnTo>
                      <a:close/>
                      <a:moveTo>
                        <a:pt x="381" y="111083"/>
                      </a:moveTo>
                      <a:lnTo>
                        <a:pt x="0" y="110416"/>
                      </a:lnTo>
                      <a:cubicBezTo>
                        <a:pt x="571" y="110606"/>
                        <a:pt x="857" y="110702"/>
                        <a:pt x="953" y="110702"/>
                      </a:cubicBezTo>
                      <a:cubicBezTo>
                        <a:pt x="953" y="110702"/>
                        <a:pt x="762" y="110702"/>
                        <a:pt x="571" y="110892"/>
                      </a:cubicBezTo>
                      <a:cubicBezTo>
                        <a:pt x="476" y="110892"/>
                        <a:pt x="381" y="111083"/>
                        <a:pt x="381" y="111178"/>
                      </a:cubicBezTo>
                      <a:close/>
                      <a:moveTo>
                        <a:pt x="0" y="114226"/>
                      </a:moveTo>
                      <a:cubicBezTo>
                        <a:pt x="0" y="114226"/>
                        <a:pt x="381" y="113654"/>
                        <a:pt x="857" y="113654"/>
                      </a:cubicBezTo>
                      <a:cubicBezTo>
                        <a:pt x="1238" y="113654"/>
                        <a:pt x="1429" y="113845"/>
                        <a:pt x="1619" y="114226"/>
                      </a:cubicBezTo>
                      <a:lnTo>
                        <a:pt x="2286" y="114226"/>
                      </a:lnTo>
                      <a:lnTo>
                        <a:pt x="2286" y="115369"/>
                      </a:lnTo>
                      <a:lnTo>
                        <a:pt x="1715" y="115369"/>
                      </a:lnTo>
                      <a:cubicBezTo>
                        <a:pt x="857" y="114226"/>
                        <a:pt x="381" y="113845"/>
                        <a:pt x="95" y="114226"/>
                      </a:cubicBezTo>
                      <a:close/>
                      <a:moveTo>
                        <a:pt x="1619" y="110226"/>
                      </a:moveTo>
                      <a:cubicBezTo>
                        <a:pt x="1619" y="110226"/>
                        <a:pt x="1238" y="110702"/>
                        <a:pt x="953" y="110702"/>
                      </a:cubicBezTo>
                      <a:cubicBezTo>
                        <a:pt x="1048" y="110702"/>
                        <a:pt x="1143" y="110511"/>
                        <a:pt x="1334" y="110416"/>
                      </a:cubicBezTo>
                      <a:cubicBezTo>
                        <a:pt x="1524" y="110416"/>
                        <a:pt x="1619" y="110226"/>
                        <a:pt x="1715" y="110226"/>
                      </a:cubicBezTo>
                      <a:close/>
                      <a:moveTo>
                        <a:pt x="1619" y="115464"/>
                      </a:moveTo>
                      <a:cubicBezTo>
                        <a:pt x="1619" y="115464"/>
                        <a:pt x="1619" y="115560"/>
                        <a:pt x="1524" y="115464"/>
                      </a:cubicBezTo>
                      <a:lnTo>
                        <a:pt x="1619" y="115464"/>
                      </a:lnTo>
                      <a:close/>
                      <a:moveTo>
                        <a:pt x="2667" y="107749"/>
                      </a:moveTo>
                      <a:lnTo>
                        <a:pt x="4382" y="108416"/>
                      </a:lnTo>
                      <a:cubicBezTo>
                        <a:pt x="4382" y="108416"/>
                        <a:pt x="3620" y="109559"/>
                        <a:pt x="1715" y="110226"/>
                      </a:cubicBezTo>
                      <a:cubicBezTo>
                        <a:pt x="1905" y="110035"/>
                        <a:pt x="2096" y="109654"/>
                        <a:pt x="2191" y="108987"/>
                      </a:cubicBezTo>
                      <a:cubicBezTo>
                        <a:pt x="2286" y="108320"/>
                        <a:pt x="2477" y="107939"/>
                        <a:pt x="2667" y="107749"/>
                      </a:cubicBezTo>
                      <a:close/>
                      <a:moveTo>
                        <a:pt x="10763" y="64601"/>
                      </a:moveTo>
                      <a:cubicBezTo>
                        <a:pt x="10763" y="64601"/>
                        <a:pt x="9430" y="64886"/>
                        <a:pt x="7239" y="65268"/>
                      </a:cubicBezTo>
                      <a:cubicBezTo>
                        <a:pt x="5620" y="65553"/>
                        <a:pt x="4382" y="66220"/>
                        <a:pt x="3810" y="67268"/>
                      </a:cubicBezTo>
                      <a:lnTo>
                        <a:pt x="3238" y="66506"/>
                      </a:lnTo>
                      <a:cubicBezTo>
                        <a:pt x="3238" y="66506"/>
                        <a:pt x="4477" y="65934"/>
                        <a:pt x="6096" y="65077"/>
                      </a:cubicBezTo>
                      <a:cubicBezTo>
                        <a:pt x="7429" y="64505"/>
                        <a:pt x="8477" y="64220"/>
                        <a:pt x="9335" y="64220"/>
                      </a:cubicBezTo>
                      <a:cubicBezTo>
                        <a:pt x="9811" y="64220"/>
                        <a:pt x="10287" y="64315"/>
                        <a:pt x="10763" y="64601"/>
                      </a:cubicBezTo>
                      <a:close/>
                      <a:moveTo>
                        <a:pt x="8096" y="94700"/>
                      </a:moveTo>
                      <a:cubicBezTo>
                        <a:pt x="8096" y="94700"/>
                        <a:pt x="8382" y="95176"/>
                        <a:pt x="8382" y="95367"/>
                      </a:cubicBezTo>
                      <a:cubicBezTo>
                        <a:pt x="8382" y="95747"/>
                        <a:pt x="8096" y="96224"/>
                        <a:pt x="7620" y="96795"/>
                      </a:cubicBezTo>
                      <a:cubicBezTo>
                        <a:pt x="7144" y="97271"/>
                        <a:pt x="6953" y="97652"/>
                        <a:pt x="6953" y="97938"/>
                      </a:cubicBezTo>
                      <a:cubicBezTo>
                        <a:pt x="6953" y="98319"/>
                        <a:pt x="7334" y="98700"/>
                        <a:pt x="8096" y="99081"/>
                      </a:cubicBezTo>
                      <a:lnTo>
                        <a:pt x="6382" y="99081"/>
                      </a:lnTo>
                      <a:cubicBezTo>
                        <a:pt x="6191" y="97843"/>
                        <a:pt x="6572" y="96890"/>
                        <a:pt x="7525" y="96319"/>
                      </a:cubicBezTo>
                      <a:lnTo>
                        <a:pt x="4286" y="94033"/>
                      </a:lnTo>
                      <a:cubicBezTo>
                        <a:pt x="4286" y="94033"/>
                        <a:pt x="4858" y="93461"/>
                        <a:pt x="5144" y="93461"/>
                      </a:cubicBezTo>
                      <a:cubicBezTo>
                        <a:pt x="5334" y="93461"/>
                        <a:pt x="5810" y="93747"/>
                        <a:pt x="6382" y="94223"/>
                      </a:cubicBezTo>
                      <a:cubicBezTo>
                        <a:pt x="7049" y="94700"/>
                        <a:pt x="7525" y="94890"/>
                        <a:pt x="8096" y="94795"/>
                      </a:cubicBezTo>
                      <a:close/>
                      <a:moveTo>
                        <a:pt x="6953" y="88509"/>
                      </a:moveTo>
                      <a:cubicBezTo>
                        <a:pt x="6953" y="88509"/>
                        <a:pt x="6763" y="88889"/>
                        <a:pt x="6382" y="89270"/>
                      </a:cubicBezTo>
                      <a:cubicBezTo>
                        <a:pt x="6001" y="89652"/>
                        <a:pt x="5810" y="89937"/>
                        <a:pt x="5810" y="90128"/>
                      </a:cubicBezTo>
                      <a:cubicBezTo>
                        <a:pt x="5810" y="90413"/>
                        <a:pt x="6001" y="90699"/>
                        <a:pt x="6382" y="90890"/>
                      </a:cubicBezTo>
                      <a:lnTo>
                        <a:pt x="5429" y="90890"/>
                      </a:lnTo>
                      <a:cubicBezTo>
                        <a:pt x="5048" y="89270"/>
                        <a:pt x="5429" y="88413"/>
                        <a:pt x="6382" y="88413"/>
                      </a:cubicBezTo>
                      <a:cubicBezTo>
                        <a:pt x="6572" y="88413"/>
                        <a:pt x="6763" y="88413"/>
                        <a:pt x="6953" y="88509"/>
                      </a:cubicBezTo>
                      <a:close/>
                      <a:moveTo>
                        <a:pt x="5429" y="76031"/>
                      </a:moveTo>
                      <a:lnTo>
                        <a:pt x="6382" y="76031"/>
                      </a:lnTo>
                      <a:lnTo>
                        <a:pt x="5429" y="77650"/>
                      </a:lnTo>
                      <a:lnTo>
                        <a:pt x="5429" y="76031"/>
                      </a:lnTo>
                      <a:close/>
                      <a:moveTo>
                        <a:pt x="6953" y="84603"/>
                      </a:moveTo>
                      <a:lnTo>
                        <a:pt x="6382" y="84127"/>
                      </a:lnTo>
                      <a:lnTo>
                        <a:pt x="7906" y="83841"/>
                      </a:lnTo>
                      <a:lnTo>
                        <a:pt x="6953" y="84603"/>
                      </a:lnTo>
                      <a:close/>
                      <a:moveTo>
                        <a:pt x="10287" y="86889"/>
                      </a:moveTo>
                      <a:cubicBezTo>
                        <a:pt x="9525" y="87461"/>
                        <a:pt x="8858" y="87746"/>
                        <a:pt x="8192" y="87746"/>
                      </a:cubicBezTo>
                      <a:cubicBezTo>
                        <a:pt x="7525" y="87746"/>
                        <a:pt x="6953" y="87461"/>
                        <a:pt x="6382" y="86889"/>
                      </a:cubicBezTo>
                      <a:lnTo>
                        <a:pt x="10287" y="86889"/>
                      </a:lnTo>
                      <a:close/>
                      <a:moveTo>
                        <a:pt x="7334" y="78984"/>
                      </a:moveTo>
                      <a:cubicBezTo>
                        <a:pt x="6953" y="78412"/>
                        <a:pt x="6858" y="77936"/>
                        <a:pt x="6953" y="77555"/>
                      </a:cubicBezTo>
                      <a:cubicBezTo>
                        <a:pt x="7239" y="77936"/>
                        <a:pt x="7334" y="78412"/>
                        <a:pt x="7334" y="78984"/>
                      </a:cubicBezTo>
                      <a:close/>
                      <a:moveTo>
                        <a:pt x="7334" y="78984"/>
                      </a:moveTo>
                      <a:cubicBezTo>
                        <a:pt x="7334" y="78984"/>
                        <a:pt x="8858" y="79841"/>
                        <a:pt x="10954" y="80698"/>
                      </a:cubicBezTo>
                      <a:cubicBezTo>
                        <a:pt x="12573" y="81365"/>
                        <a:pt x="13335" y="82222"/>
                        <a:pt x="13335" y="83174"/>
                      </a:cubicBezTo>
                      <a:cubicBezTo>
                        <a:pt x="13335" y="83555"/>
                        <a:pt x="13240" y="84032"/>
                        <a:pt x="12954" y="84603"/>
                      </a:cubicBezTo>
                      <a:lnTo>
                        <a:pt x="12954" y="85746"/>
                      </a:lnTo>
                      <a:lnTo>
                        <a:pt x="9620" y="82603"/>
                      </a:lnTo>
                      <a:lnTo>
                        <a:pt x="8192" y="83651"/>
                      </a:lnTo>
                      <a:cubicBezTo>
                        <a:pt x="7429" y="83079"/>
                        <a:pt x="7049" y="82317"/>
                        <a:pt x="7049" y="81365"/>
                      </a:cubicBezTo>
                      <a:cubicBezTo>
                        <a:pt x="7239" y="79364"/>
                        <a:pt x="7334" y="78507"/>
                        <a:pt x="7334" y="79079"/>
                      </a:cubicBezTo>
                      <a:close/>
                      <a:moveTo>
                        <a:pt x="11144" y="69268"/>
                      </a:moveTo>
                      <a:lnTo>
                        <a:pt x="10668" y="68125"/>
                      </a:lnTo>
                      <a:lnTo>
                        <a:pt x="12192" y="68125"/>
                      </a:lnTo>
                      <a:cubicBezTo>
                        <a:pt x="12383" y="69554"/>
                        <a:pt x="12002" y="70506"/>
                        <a:pt x="11049" y="70982"/>
                      </a:cubicBezTo>
                      <a:cubicBezTo>
                        <a:pt x="10763" y="70792"/>
                        <a:pt x="10478" y="70697"/>
                        <a:pt x="10287" y="70697"/>
                      </a:cubicBezTo>
                      <a:cubicBezTo>
                        <a:pt x="9906" y="70697"/>
                        <a:pt x="9430" y="70887"/>
                        <a:pt x="8954" y="71268"/>
                      </a:cubicBezTo>
                      <a:cubicBezTo>
                        <a:pt x="8477" y="71649"/>
                        <a:pt x="8096" y="71840"/>
                        <a:pt x="7906" y="71840"/>
                      </a:cubicBezTo>
                      <a:cubicBezTo>
                        <a:pt x="7620" y="71840"/>
                        <a:pt x="7429" y="71649"/>
                        <a:pt x="7334" y="71459"/>
                      </a:cubicBezTo>
                      <a:lnTo>
                        <a:pt x="7334" y="68696"/>
                      </a:lnTo>
                      <a:cubicBezTo>
                        <a:pt x="7334" y="68696"/>
                        <a:pt x="8001" y="68982"/>
                        <a:pt x="8573" y="69459"/>
                      </a:cubicBezTo>
                      <a:cubicBezTo>
                        <a:pt x="9144" y="70030"/>
                        <a:pt x="9525" y="70316"/>
                        <a:pt x="9811" y="70316"/>
                      </a:cubicBezTo>
                      <a:cubicBezTo>
                        <a:pt x="10287" y="70316"/>
                        <a:pt x="10668" y="69935"/>
                        <a:pt x="10954" y="69173"/>
                      </a:cubicBezTo>
                      <a:close/>
                      <a:moveTo>
                        <a:pt x="8477" y="83746"/>
                      </a:moveTo>
                      <a:lnTo>
                        <a:pt x="7906" y="83936"/>
                      </a:lnTo>
                      <a:lnTo>
                        <a:pt x="8192" y="83651"/>
                      </a:lnTo>
                      <a:lnTo>
                        <a:pt x="8477" y="83841"/>
                      </a:lnTo>
                      <a:close/>
                      <a:moveTo>
                        <a:pt x="10287" y="53647"/>
                      </a:moveTo>
                      <a:lnTo>
                        <a:pt x="10287" y="54599"/>
                      </a:lnTo>
                      <a:lnTo>
                        <a:pt x="8096" y="54123"/>
                      </a:lnTo>
                      <a:cubicBezTo>
                        <a:pt x="8096" y="54123"/>
                        <a:pt x="8954" y="53647"/>
                        <a:pt x="10287" y="53647"/>
                      </a:cubicBezTo>
                      <a:close/>
                      <a:moveTo>
                        <a:pt x="10573" y="97271"/>
                      </a:moveTo>
                      <a:cubicBezTo>
                        <a:pt x="10573" y="99081"/>
                        <a:pt x="11335" y="100605"/>
                        <a:pt x="12954" y="101843"/>
                      </a:cubicBezTo>
                      <a:cubicBezTo>
                        <a:pt x="12192" y="101843"/>
                        <a:pt x="11049" y="101272"/>
                        <a:pt x="9620" y="100224"/>
                      </a:cubicBezTo>
                      <a:lnTo>
                        <a:pt x="10668" y="97271"/>
                      </a:lnTo>
                      <a:close/>
                      <a:moveTo>
                        <a:pt x="10287" y="59171"/>
                      </a:moveTo>
                      <a:cubicBezTo>
                        <a:pt x="10287" y="59171"/>
                        <a:pt x="10096" y="58505"/>
                        <a:pt x="10287" y="58028"/>
                      </a:cubicBezTo>
                      <a:lnTo>
                        <a:pt x="10287" y="59171"/>
                      </a:lnTo>
                      <a:close/>
                      <a:moveTo>
                        <a:pt x="10287" y="58028"/>
                      </a:moveTo>
                      <a:lnTo>
                        <a:pt x="10287" y="56885"/>
                      </a:lnTo>
                      <a:lnTo>
                        <a:pt x="11144" y="56885"/>
                      </a:lnTo>
                      <a:cubicBezTo>
                        <a:pt x="11144" y="56885"/>
                        <a:pt x="10573" y="57457"/>
                        <a:pt x="10287" y="58028"/>
                      </a:cubicBezTo>
                      <a:close/>
                      <a:moveTo>
                        <a:pt x="10573" y="97271"/>
                      </a:moveTo>
                      <a:cubicBezTo>
                        <a:pt x="10573" y="96605"/>
                        <a:pt x="10763" y="96128"/>
                        <a:pt x="11144" y="95652"/>
                      </a:cubicBezTo>
                      <a:lnTo>
                        <a:pt x="10573" y="97271"/>
                      </a:lnTo>
                      <a:close/>
                      <a:moveTo>
                        <a:pt x="12287" y="76412"/>
                      </a:moveTo>
                      <a:cubicBezTo>
                        <a:pt x="12287" y="76412"/>
                        <a:pt x="11906" y="76507"/>
                        <a:pt x="11906" y="76412"/>
                      </a:cubicBezTo>
                      <a:lnTo>
                        <a:pt x="12287" y="76412"/>
                      </a:lnTo>
                      <a:close/>
                      <a:moveTo>
                        <a:pt x="12287" y="76412"/>
                      </a:moveTo>
                      <a:cubicBezTo>
                        <a:pt x="12287" y="76412"/>
                        <a:pt x="12668" y="76031"/>
                        <a:pt x="13049" y="75554"/>
                      </a:cubicBezTo>
                      <a:cubicBezTo>
                        <a:pt x="13526" y="75078"/>
                        <a:pt x="13811" y="74888"/>
                        <a:pt x="13907" y="74888"/>
                      </a:cubicBezTo>
                      <a:cubicBezTo>
                        <a:pt x="14288" y="74888"/>
                        <a:pt x="14669" y="75269"/>
                        <a:pt x="14859" y="76031"/>
                      </a:cubicBezTo>
                      <a:cubicBezTo>
                        <a:pt x="15240" y="76031"/>
                        <a:pt x="14383" y="76126"/>
                        <a:pt x="12192" y="76412"/>
                      </a:cubicBezTo>
                      <a:close/>
                      <a:moveTo>
                        <a:pt x="18288" y="70982"/>
                      </a:moveTo>
                      <a:lnTo>
                        <a:pt x="18288" y="72697"/>
                      </a:lnTo>
                      <a:lnTo>
                        <a:pt x="15621" y="71935"/>
                      </a:lnTo>
                      <a:lnTo>
                        <a:pt x="18288" y="70887"/>
                      </a:lnTo>
                      <a:close/>
                      <a:moveTo>
                        <a:pt x="21336" y="84603"/>
                      </a:moveTo>
                      <a:cubicBezTo>
                        <a:pt x="20574" y="85079"/>
                        <a:pt x="19812" y="85556"/>
                        <a:pt x="18860" y="86127"/>
                      </a:cubicBezTo>
                      <a:cubicBezTo>
                        <a:pt x="18002" y="86603"/>
                        <a:pt x="17526" y="87080"/>
                        <a:pt x="17526" y="87461"/>
                      </a:cubicBezTo>
                      <a:cubicBezTo>
                        <a:pt x="17526" y="87842"/>
                        <a:pt x="17717" y="88223"/>
                        <a:pt x="18193" y="88509"/>
                      </a:cubicBezTo>
                      <a:lnTo>
                        <a:pt x="16002" y="87365"/>
                      </a:lnTo>
                      <a:cubicBezTo>
                        <a:pt x="17240" y="86699"/>
                        <a:pt x="17336" y="85746"/>
                        <a:pt x="16383" y="84603"/>
                      </a:cubicBezTo>
                      <a:cubicBezTo>
                        <a:pt x="16954" y="84794"/>
                        <a:pt x="17717" y="84603"/>
                        <a:pt x="18574" y="84032"/>
                      </a:cubicBezTo>
                      <a:cubicBezTo>
                        <a:pt x="19526" y="83460"/>
                        <a:pt x="20098" y="83174"/>
                        <a:pt x="20288" y="83174"/>
                      </a:cubicBezTo>
                      <a:cubicBezTo>
                        <a:pt x="20669" y="83174"/>
                        <a:pt x="21050" y="83651"/>
                        <a:pt x="21241" y="84603"/>
                      </a:cubicBezTo>
                      <a:close/>
                      <a:moveTo>
                        <a:pt x="16002" y="96795"/>
                      </a:moveTo>
                      <a:lnTo>
                        <a:pt x="17145" y="97938"/>
                      </a:lnTo>
                      <a:lnTo>
                        <a:pt x="16478" y="98319"/>
                      </a:lnTo>
                      <a:lnTo>
                        <a:pt x="16097" y="96700"/>
                      </a:lnTo>
                      <a:close/>
                      <a:moveTo>
                        <a:pt x="16002" y="103844"/>
                      </a:moveTo>
                      <a:lnTo>
                        <a:pt x="16002" y="102986"/>
                      </a:lnTo>
                      <a:lnTo>
                        <a:pt x="17526" y="102986"/>
                      </a:lnTo>
                      <a:lnTo>
                        <a:pt x="16002" y="103844"/>
                      </a:lnTo>
                      <a:close/>
                      <a:moveTo>
                        <a:pt x="17145" y="76412"/>
                      </a:moveTo>
                      <a:lnTo>
                        <a:pt x="17526" y="74888"/>
                      </a:lnTo>
                      <a:lnTo>
                        <a:pt x="19050" y="76412"/>
                      </a:lnTo>
                      <a:lnTo>
                        <a:pt x="17050" y="76412"/>
                      </a:lnTo>
                      <a:close/>
                      <a:moveTo>
                        <a:pt x="20955" y="64601"/>
                      </a:moveTo>
                      <a:cubicBezTo>
                        <a:pt x="20955" y="65172"/>
                        <a:pt x="20765" y="65744"/>
                        <a:pt x="20193" y="66315"/>
                      </a:cubicBezTo>
                      <a:cubicBezTo>
                        <a:pt x="19621" y="66887"/>
                        <a:pt x="19050" y="67172"/>
                        <a:pt x="18574" y="67172"/>
                      </a:cubicBezTo>
                      <a:cubicBezTo>
                        <a:pt x="18288" y="67172"/>
                        <a:pt x="18193" y="66982"/>
                        <a:pt x="18288" y="66601"/>
                      </a:cubicBezTo>
                      <a:cubicBezTo>
                        <a:pt x="18383" y="66601"/>
                        <a:pt x="18574" y="66792"/>
                        <a:pt x="18669" y="66792"/>
                      </a:cubicBezTo>
                      <a:cubicBezTo>
                        <a:pt x="19717" y="66792"/>
                        <a:pt x="20193" y="66315"/>
                        <a:pt x="20193" y="65553"/>
                      </a:cubicBezTo>
                      <a:cubicBezTo>
                        <a:pt x="20193" y="65268"/>
                        <a:pt x="20098" y="64982"/>
                        <a:pt x="19812" y="64696"/>
                      </a:cubicBezTo>
                      <a:lnTo>
                        <a:pt x="20955" y="64696"/>
                      </a:lnTo>
                      <a:close/>
                      <a:moveTo>
                        <a:pt x="19145" y="101843"/>
                      </a:moveTo>
                      <a:cubicBezTo>
                        <a:pt x="19145" y="101843"/>
                        <a:pt x="18860" y="101272"/>
                        <a:pt x="18860" y="100986"/>
                      </a:cubicBezTo>
                      <a:cubicBezTo>
                        <a:pt x="18860" y="100129"/>
                        <a:pt x="19336" y="99748"/>
                        <a:pt x="20479" y="99748"/>
                      </a:cubicBezTo>
                      <a:cubicBezTo>
                        <a:pt x="21241" y="99748"/>
                        <a:pt x="21622" y="100034"/>
                        <a:pt x="21812" y="100701"/>
                      </a:cubicBezTo>
                      <a:cubicBezTo>
                        <a:pt x="21336" y="101462"/>
                        <a:pt x="20479" y="101843"/>
                        <a:pt x="19145" y="101843"/>
                      </a:cubicBezTo>
                      <a:close/>
                      <a:moveTo>
                        <a:pt x="20955" y="86889"/>
                      </a:moveTo>
                      <a:cubicBezTo>
                        <a:pt x="20955" y="87365"/>
                        <a:pt x="20669" y="87937"/>
                        <a:pt x="20193" y="88509"/>
                      </a:cubicBezTo>
                      <a:lnTo>
                        <a:pt x="20193" y="86889"/>
                      </a:lnTo>
                      <a:lnTo>
                        <a:pt x="20955" y="86889"/>
                      </a:lnTo>
                      <a:close/>
                      <a:moveTo>
                        <a:pt x="124396" y="23357"/>
                      </a:moveTo>
                      <a:lnTo>
                        <a:pt x="125921" y="24501"/>
                      </a:lnTo>
                      <a:lnTo>
                        <a:pt x="124778" y="26120"/>
                      </a:lnTo>
                      <a:cubicBezTo>
                        <a:pt x="124396" y="25358"/>
                        <a:pt x="123920" y="24977"/>
                        <a:pt x="123158" y="24977"/>
                      </a:cubicBezTo>
                      <a:cubicBezTo>
                        <a:pt x="122682" y="24977"/>
                        <a:pt x="122396" y="25358"/>
                        <a:pt x="122111" y="26120"/>
                      </a:cubicBezTo>
                      <a:cubicBezTo>
                        <a:pt x="122873" y="26786"/>
                        <a:pt x="122682" y="28120"/>
                        <a:pt x="121729" y="30025"/>
                      </a:cubicBezTo>
                      <a:lnTo>
                        <a:pt x="124396" y="31739"/>
                      </a:lnTo>
                      <a:cubicBezTo>
                        <a:pt x="122968" y="32311"/>
                        <a:pt x="122206" y="33454"/>
                        <a:pt x="122206" y="35359"/>
                      </a:cubicBezTo>
                      <a:lnTo>
                        <a:pt x="122206" y="36693"/>
                      </a:lnTo>
                      <a:cubicBezTo>
                        <a:pt x="122206" y="37264"/>
                        <a:pt x="122301" y="37740"/>
                        <a:pt x="122301" y="38026"/>
                      </a:cubicBezTo>
                      <a:cubicBezTo>
                        <a:pt x="122301" y="40026"/>
                        <a:pt x="121539" y="41360"/>
                        <a:pt x="120110" y="42027"/>
                      </a:cubicBezTo>
                      <a:cubicBezTo>
                        <a:pt x="120682" y="44217"/>
                        <a:pt x="120968" y="46122"/>
                        <a:pt x="120968" y="47837"/>
                      </a:cubicBezTo>
                      <a:cubicBezTo>
                        <a:pt x="120968" y="51170"/>
                        <a:pt x="119920" y="53742"/>
                        <a:pt x="117920" y="55743"/>
                      </a:cubicBezTo>
                      <a:cubicBezTo>
                        <a:pt x="118110" y="56409"/>
                        <a:pt x="118205" y="57171"/>
                        <a:pt x="118205" y="58028"/>
                      </a:cubicBezTo>
                      <a:cubicBezTo>
                        <a:pt x="118205" y="58695"/>
                        <a:pt x="118110" y="59648"/>
                        <a:pt x="117920" y="60981"/>
                      </a:cubicBezTo>
                      <a:cubicBezTo>
                        <a:pt x="117729" y="62315"/>
                        <a:pt x="117634" y="63362"/>
                        <a:pt x="117634" y="64029"/>
                      </a:cubicBezTo>
                      <a:cubicBezTo>
                        <a:pt x="117634" y="64791"/>
                        <a:pt x="117634" y="65553"/>
                        <a:pt x="117920" y="66220"/>
                      </a:cubicBezTo>
                      <a:cubicBezTo>
                        <a:pt x="116872" y="66601"/>
                        <a:pt x="116396" y="67172"/>
                        <a:pt x="116396" y="68030"/>
                      </a:cubicBezTo>
                      <a:cubicBezTo>
                        <a:pt x="116396" y="68411"/>
                        <a:pt x="116491" y="68887"/>
                        <a:pt x="116777" y="69649"/>
                      </a:cubicBezTo>
                      <a:cubicBezTo>
                        <a:pt x="117062" y="70316"/>
                        <a:pt x="117158" y="70887"/>
                        <a:pt x="117158" y="71268"/>
                      </a:cubicBezTo>
                      <a:cubicBezTo>
                        <a:pt x="117158" y="72221"/>
                        <a:pt x="116586" y="72983"/>
                        <a:pt x="115348" y="73364"/>
                      </a:cubicBezTo>
                      <a:cubicBezTo>
                        <a:pt x="116015" y="74221"/>
                        <a:pt x="116396" y="75173"/>
                        <a:pt x="116396" y="76221"/>
                      </a:cubicBezTo>
                      <a:cubicBezTo>
                        <a:pt x="116396" y="76507"/>
                        <a:pt x="116110" y="78031"/>
                        <a:pt x="115348" y="81079"/>
                      </a:cubicBezTo>
                      <a:cubicBezTo>
                        <a:pt x="114300" y="81746"/>
                        <a:pt x="113824" y="82889"/>
                        <a:pt x="113824" y="84413"/>
                      </a:cubicBezTo>
                      <a:cubicBezTo>
                        <a:pt x="113824" y="84984"/>
                        <a:pt x="113824" y="85937"/>
                        <a:pt x="114110" y="87270"/>
                      </a:cubicBezTo>
                      <a:cubicBezTo>
                        <a:pt x="114300" y="88604"/>
                        <a:pt x="114395" y="89652"/>
                        <a:pt x="114395" y="90318"/>
                      </a:cubicBezTo>
                      <a:cubicBezTo>
                        <a:pt x="114395" y="92318"/>
                        <a:pt x="113729" y="93843"/>
                        <a:pt x="112300" y="94795"/>
                      </a:cubicBezTo>
                      <a:cubicBezTo>
                        <a:pt x="111824" y="95938"/>
                        <a:pt x="111633" y="97367"/>
                        <a:pt x="111633" y="98986"/>
                      </a:cubicBezTo>
                      <a:cubicBezTo>
                        <a:pt x="111633" y="99557"/>
                        <a:pt x="111633" y="100415"/>
                        <a:pt x="111728" y="101558"/>
                      </a:cubicBezTo>
                      <a:lnTo>
                        <a:pt x="111728" y="104034"/>
                      </a:lnTo>
                      <a:cubicBezTo>
                        <a:pt x="111728" y="106796"/>
                        <a:pt x="110776" y="108892"/>
                        <a:pt x="108966" y="110226"/>
                      </a:cubicBezTo>
                      <a:cubicBezTo>
                        <a:pt x="108966" y="111273"/>
                        <a:pt x="109061" y="112702"/>
                        <a:pt x="109633" y="114512"/>
                      </a:cubicBezTo>
                      <a:cubicBezTo>
                        <a:pt x="109442" y="114797"/>
                        <a:pt x="108871" y="115083"/>
                        <a:pt x="108013" y="115464"/>
                      </a:cubicBezTo>
                      <a:cubicBezTo>
                        <a:pt x="107156" y="115845"/>
                        <a:pt x="106680" y="116321"/>
                        <a:pt x="106680" y="116893"/>
                      </a:cubicBezTo>
                      <a:cubicBezTo>
                        <a:pt x="106680" y="117084"/>
                        <a:pt x="106680" y="117369"/>
                        <a:pt x="106966" y="117750"/>
                      </a:cubicBezTo>
                      <a:cubicBezTo>
                        <a:pt x="105537" y="118227"/>
                        <a:pt x="103823" y="118512"/>
                        <a:pt x="101822" y="118512"/>
                      </a:cubicBezTo>
                      <a:cubicBezTo>
                        <a:pt x="100584" y="118512"/>
                        <a:pt x="98298" y="118322"/>
                        <a:pt x="94869" y="117941"/>
                      </a:cubicBezTo>
                      <a:cubicBezTo>
                        <a:pt x="92012" y="117655"/>
                        <a:pt x="89821" y="117560"/>
                        <a:pt x="88297" y="117750"/>
                      </a:cubicBezTo>
                      <a:cubicBezTo>
                        <a:pt x="84201" y="109463"/>
                        <a:pt x="82391" y="102415"/>
                        <a:pt x="82963" y="96510"/>
                      </a:cubicBezTo>
                      <a:cubicBezTo>
                        <a:pt x="81915" y="95271"/>
                        <a:pt x="81439" y="93747"/>
                        <a:pt x="81439" y="91747"/>
                      </a:cubicBezTo>
                      <a:lnTo>
                        <a:pt x="81439" y="88889"/>
                      </a:lnTo>
                      <a:cubicBezTo>
                        <a:pt x="81439" y="86699"/>
                        <a:pt x="80582" y="85079"/>
                        <a:pt x="78772" y="84032"/>
                      </a:cubicBezTo>
                      <a:cubicBezTo>
                        <a:pt x="79058" y="83270"/>
                        <a:pt x="79153" y="82508"/>
                        <a:pt x="79153" y="81746"/>
                      </a:cubicBezTo>
                      <a:cubicBezTo>
                        <a:pt x="79153" y="80507"/>
                        <a:pt x="78581" y="78888"/>
                        <a:pt x="77343" y="76888"/>
                      </a:cubicBezTo>
                      <a:cubicBezTo>
                        <a:pt x="76105" y="74888"/>
                        <a:pt x="75533" y="73268"/>
                        <a:pt x="75533" y="72221"/>
                      </a:cubicBezTo>
                      <a:cubicBezTo>
                        <a:pt x="75533" y="71268"/>
                        <a:pt x="75819" y="70220"/>
                        <a:pt x="76486" y="69173"/>
                      </a:cubicBezTo>
                      <a:cubicBezTo>
                        <a:pt x="75248" y="68315"/>
                        <a:pt x="74581" y="67268"/>
                        <a:pt x="74486" y="65839"/>
                      </a:cubicBezTo>
                      <a:cubicBezTo>
                        <a:pt x="74295" y="64124"/>
                        <a:pt x="73914" y="62886"/>
                        <a:pt x="73247" y="62124"/>
                      </a:cubicBezTo>
                      <a:cubicBezTo>
                        <a:pt x="72104" y="62791"/>
                        <a:pt x="71438" y="64315"/>
                        <a:pt x="71342" y="66506"/>
                      </a:cubicBezTo>
                      <a:cubicBezTo>
                        <a:pt x="71152" y="68696"/>
                        <a:pt x="70390" y="70220"/>
                        <a:pt x="69152" y="70792"/>
                      </a:cubicBezTo>
                      <a:cubicBezTo>
                        <a:pt x="69152" y="70982"/>
                        <a:pt x="69437" y="72983"/>
                        <a:pt x="69533" y="76793"/>
                      </a:cubicBezTo>
                      <a:cubicBezTo>
                        <a:pt x="68009" y="77745"/>
                        <a:pt x="67342" y="79364"/>
                        <a:pt x="67342" y="81746"/>
                      </a:cubicBezTo>
                      <a:cubicBezTo>
                        <a:pt x="67342" y="82222"/>
                        <a:pt x="67342" y="82889"/>
                        <a:pt x="67437" y="83746"/>
                      </a:cubicBezTo>
                      <a:lnTo>
                        <a:pt x="67437" y="85746"/>
                      </a:lnTo>
                      <a:cubicBezTo>
                        <a:pt x="67437" y="88413"/>
                        <a:pt x="66389" y="90223"/>
                        <a:pt x="64199" y="91271"/>
                      </a:cubicBezTo>
                      <a:cubicBezTo>
                        <a:pt x="64770" y="91937"/>
                        <a:pt x="65056" y="92604"/>
                        <a:pt x="65056" y="93271"/>
                      </a:cubicBezTo>
                      <a:cubicBezTo>
                        <a:pt x="65056" y="93843"/>
                        <a:pt x="64770" y="94604"/>
                        <a:pt x="64199" y="95652"/>
                      </a:cubicBezTo>
                      <a:cubicBezTo>
                        <a:pt x="63627" y="96700"/>
                        <a:pt x="63341" y="97271"/>
                        <a:pt x="63341" y="97652"/>
                      </a:cubicBezTo>
                      <a:cubicBezTo>
                        <a:pt x="63341" y="98224"/>
                        <a:pt x="63722" y="98700"/>
                        <a:pt x="64579" y="98891"/>
                      </a:cubicBezTo>
                      <a:cubicBezTo>
                        <a:pt x="63627" y="99843"/>
                        <a:pt x="63055" y="101081"/>
                        <a:pt x="62770" y="102605"/>
                      </a:cubicBezTo>
                      <a:cubicBezTo>
                        <a:pt x="62484" y="104129"/>
                        <a:pt x="62198" y="105558"/>
                        <a:pt x="61913" y="106987"/>
                      </a:cubicBezTo>
                      <a:lnTo>
                        <a:pt x="60388" y="104987"/>
                      </a:lnTo>
                      <a:lnTo>
                        <a:pt x="58769" y="106511"/>
                      </a:lnTo>
                      <a:lnTo>
                        <a:pt x="60388" y="108130"/>
                      </a:lnTo>
                      <a:lnTo>
                        <a:pt x="58769" y="109273"/>
                      </a:lnTo>
                      <a:cubicBezTo>
                        <a:pt x="58769" y="109273"/>
                        <a:pt x="59341" y="109654"/>
                        <a:pt x="60388" y="109654"/>
                      </a:cubicBezTo>
                      <a:cubicBezTo>
                        <a:pt x="60579" y="112797"/>
                        <a:pt x="59627" y="115560"/>
                        <a:pt x="57721" y="117845"/>
                      </a:cubicBezTo>
                      <a:cubicBezTo>
                        <a:pt x="55436" y="117464"/>
                        <a:pt x="54007" y="117941"/>
                        <a:pt x="53721" y="119274"/>
                      </a:cubicBezTo>
                      <a:cubicBezTo>
                        <a:pt x="53530" y="118798"/>
                        <a:pt x="53150" y="118607"/>
                        <a:pt x="52578" y="118607"/>
                      </a:cubicBezTo>
                      <a:cubicBezTo>
                        <a:pt x="52388" y="118607"/>
                        <a:pt x="52007" y="118607"/>
                        <a:pt x="51435" y="118798"/>
                      </a:cubicBezTo>
                      <a:cubicBezTo>
                        <a:pt x="50863" y="118988"/>
                        <a:pt x="50483" y="118988"/>
                        <a:pt x="50197" y="118988"/>
                      </a:cubicBezTo>
                      <a:cubicBezTo>
                        <a:pt x="49435" y="118988"/>
                        <a:pt x="48863" y="118607"/>
                        <a:pt x="48482" y="117845"/>
                      </a:cubicBezTo>
                      <a:cubicBezTo>
                        <a:pt x="48482" y="118036"/>
                        <a:pt x="48387" y="118322"/>
                        <a:pt x="48006" y="118703"/>
                      </a:cubicBezTo>
                      <a:cubicBezTo>
                        <a:pt x="47720" y="119084"/>
                        <a:pt x="47530" y="119465"/>
                        <a:pt x="47625" y="119751"/>
                      </a:cubicBezTo>
                      <a:cubicBezTo>
                        <a:pt x="46673" y="118417"/>
                        <a:pt x="45529" y="117750"/>
                        <a:pt x="44005" y="117750"/>
                      </a:cubicBezTo>
                      <a:cubicBezTo>
                        <a:pt x="43720" y="117750"/>
                        <a:pt x="43434" y="117750"/>
                        <a:pt x="43148" y="117845"/>
                      </a:cubicBezTo>
                      <a:lnTo>
                        <a:pt x="42291" y="119751"/>
                      </a:lnTo>
                      <a:cubicBezTo>
                        <a:pt x="41529" y="118988"/>
                        <a:pt x="40386" y="118607"/>
                        <a:pt x="39053" y="118512"/>
                      </a:cubicBezTo>
                      <a:cubicBezTo>
                        <a:pt x="37719" y="118512"/>
                        <a:pt x="36671" y="118227"/>
                        <a:pt x="35909" y="117845"/>
                      </a:cubicBezTo>
                      <a:lnTo>
                        <a:pt x="35909" y="117464"/>
                      </a:lnTo>
                      <a:cubicBezTo>
                        <a:pt x="35909" y="117464"/>
                        <a:pt x="36481" y="117845"/>
                        <a:pt x="36862" y="117845"/>
                      </a:cubicBezTo>
                      <a:cubicBezTo>
                        <a:pt x="38100" y="117845"/>
                        <a:pt x="38671" y="117179"/>
                        <a:pt x="38671" y="115845"/>
                      </a:cubicBezTo>
                      <a:cubicBezTo>
                        <a:pt x="38671" y="115655"/>
                        <a:pt x="38671" y="115369"/>
                        <a:pt x="38481" y="115083"/>
                      </a:cubicBezTo>
                      <a:cubicBezTo>
                        <a:pt x="36767" y="113464"/>
                        <a:pt x="34671" y="110130"/>
                        <a:pt x="32480" y="104987"/>
                      </a:cubicBezTo>
                      <a:cubicBezTo>
                        <a:pt x="32099" y="105272"/>
                        <a:pt x="31718" y="105368"/>
                        <a:pt x="31528" y="105368"/>
                      </a:cubicBezTo>
                      <a:cubicBezTo>
                        <a:pt x="31147" y="105368"/>
                        <a:pt x="30671" y="105177"/>
                        <a:pt x="30099" y="104701"/>
                      </a:cubicBezTo>
                      <a:cubicBezTo>
                        <a:pt x="29432" y="104320"/>
                        <a:pt x="29051" y="104034"/>
                        <a:pt x="28956" y="103939"/>
                      </a:cubicBezTo>
                      <a:cubicBezTo>
                        <a:pt x="30290" y="103368"/>
                        <a:pt x="31052" y="103082"/>
                        <a:pt x="31337" y="103082"/>
                      </a:cubicBezTo>
                      <a:cubicBezTo>
                        <a:pt x="32195" y="103082"/>
                        <a:pt x="32861" y="103748"/>
                        <a:pt x="33338" y="105368"/>
                      </a:cubicBezTo>
                      <a:cubicBezTo>
                        <a:pt x="34195" y="104510"/>
                        <a:pt x="34576" y="103653"/>
                        <a:pt x="34576" y="102891"/>
                      </a:cubicBezTo>
                      <a:cubicBezTo>
                        <a:pt x="34576" y="102224"/>
                        <a:pt x="34290" y="101748"/>
                        <a:pt x="33719" y="101272"/>
                      </a:cubicBezTo>
                      <a:cubicBezTo>
                        <a:pt x="33909" y="99367"/>
                        <a:pt x="34671" y="97271"/>
                        <a:pt x="36004" y="94985"/>
                      </a:cubicBezTo>
                      <a:cubicBezTo>
                        <a:pt x="35814" y="94985"/>
                        <a:pt x="35624" y="94890"/>
                        <a:pt x="35338" y="94890"/>
                      </a:cubicBezTo>
                      <a:cubicBezTo>
                        <a:pt x="35052" y="94890"/>
                        <a:pt x="34671" y="94890"/>
                        <a:pt x="34195" y="95081"/>
                      </a:cubicBezTo>
                      <a:cubicBezTo>
                        <a:pt x="33719" y="95081"/>
                        <a:pt x="33338" y="95271"/>
                        <a:pt x="33147" y="95271"/>
                      </a:cubicBezTo>
                      <a:cubicBezTo>
                        <a:pt x="32576" y="95271"/>
                        <a:pt x="32099" y="94985"/>
                        <a:pt x="31718" y="94223"/>
                      </a:cubicBezTo>
                      <a:cubicBezTo>
                        <a:pt x="31718" y="92795"/>
                        <a:pt x="32766" y="91556"/>
                        <a:pt x="34671" y="90604"/>
                      </a:cubicBezTo>
                      <a:cubicBezTo>
                        <a:pt x="36671" y="89652"/>
                        <a:pt x="37719" y="88699"/>
                        <a:pt x="37719" y="87746"/>
                      </a:cubicBezTo>
                      <a:cubicBezTo>
                        <a:pt x="37719" y="87270"/>
                        <a:pt x="37529" y="86699"/>
                        <a:pt x="37148" y="86032"/>
                      </a:cubicBezTo>
                      <a:cubicBezTo>
                        <a:pt x="36767" y="87080"/>
                        <a:pt x="36195" y="87365"/>
                        <a:pt x="35243" y="86985"/>
                      </a:cubicBezTo>
                      <a:cubicBezTo>
                        <a:pt x="34385" y="86508"/>
                        <a:pt x="33719" y="86508"/>
                        <a:pt x="33433" y="86985"/>
                      </a:cubicBezTo>
                      <a:cubicBezTo>
                        <a:pt x="33052" y="87365"/>
                        <a:pt x="32957" y="87746"/>
                        <a:pt x="32957" y="87937"/>
                      </a:cubicBezTo>
                      <a:cubicBezTo>
                        <a:pt x="32957" y="87937"/>
                        <a:pt x="33147" y="88223"/>
                        <a:pt x="33719" y="88413"/>
                      </a:cubicBezTo>
                      <a:cubicBezTo>
                        <a:pt x="34290" y="88699"/>
                        <a:pt x="34480" y="88889"/>
                        <a:pt x="34480" y="88985"/>
                      </a:cubicBezTo>
                      <a:cubicBezTo>
                        <a:pt x="34480" y="89175"/>
                        <a:pt x="34195" y="89461"/>
                        <a:pt x="33719" y="89842"/>
                      </a:cubicBezTo>
                      <a:cubicBezTo>
                        <a:pt x="32195" y="90032"/>
                        <a:pt x="31528" y="89652"/>
                        <a:pt x="31528" y="88604"/>
                      </a:cubicBezTo>
                      <a:cubicBezTo>
                        <a:pt x="31528" y="88413"/>
                        <a:pt x="31528" y="88127"/>
                        <a:pt x="31623" y="87746"/>
                      </a:cubicBezTo>
                      <a:lnTo>
                        <a:pt x="31623" y="86699"/>
                      </a:lnTo>
                      <a:cubicBezTo>
                        <a:pt x="31623" y="85937"/>
                        <a:pt x="31433" y="85365"/>
                        <a:pt x="31052" y="84889"/>
                      </a:cubicBezTo>
                      <a:lnTo>
                        <a:pt x="32576" y="84889"/>
                      </a:lnTo>
                      <a:cubicBezTo>
                        <a:pt x="32576" y="84889"/>
                        <a:pt x="32766" y="83936"/>
                        <a:pt x="32290" y="83079"/>
                      </a:cubicBezTo>
                      <a:cubicBezTo>
                        <a:pt x="31813" y="82222"/>
                        <a:pt x="31242" y="81746"/>
                        <a:pt x="30480" y="81651"/>
                      </a:cubicBezTo>
                      <a:lnTo>
                        <a:pt x="28385" y="84413"/>
                      </a:lnTo>
                      <a:lnTo>
                        <a:pt x="28385" y="78984"/>
                      </a:lnTo>
                      <a:lnTo>
                        <a:pt x="31052" y="78984"/>
                      </a:lnTo>
                      <a:cubicBezTo>
                        <a:pt x="31052" y="78984"/>
                        <a:pt x="30766" y="78126"/>
                        <a:pt x="30766" y="77745"/>
                      </a:cubicBezTo>
                      <a:cubicBezTo>
                        <a:pt x="30766" y="77174"/>
                        <a:pt x="30956" y="76317"/>
                        <a:pt x="31433" y="75173"/>
                      </a:cubicBezTo>
                      <a:cubicBezTo>
                        <a:pt x="31813" y="74030"/>
                        <a:pt x="32004" y="73173"/>
                        <a:pt x="32004" y="72697"/>
                      </a:cubicBezTo>
                      <a:cubicBezTo>
                        <a:pt x="32004" y="72221"/>
                        <a:pt x="31909" y="71744"/>
                        <a:pt x="31623" y="71268"/>
                      </a:cubicBezTo>
                      <a:cubicBezTo>
                        <a:pt x="31337" y="70697"/>
                        <a:pt x="30671" y="70316"/>
                        <a:pt x="29432" y="70220"/>
                      </a:cubicBezTo>
                      <a:cubicBezTo>
                        <a:pt x="28194" y="70030"/>
                        <a:pt x="27623" y="69935"/>
                        <a:pt x="27623" y="69744"/>
                      </a:cubicBezTo>
                      <a:cubicBezTo>
                        <a:pt x="27623" y="69363"/>
                        <a:pt x="28004" y="68792"/>
                        <a:pt x="28861" y="68030"/>
                      </a:cubicBezTo>
                      <a:lnTo>
                        <a:pt x="30956" y="69649"/>
                      </a:lnTo>
                      <a:cubicBezTo>
                        <a:pt x="32480" y="68982"/>
                        <a:pt x="32957" y="67553"/>
                        <a:pt x="32480" y="65363"/>
                      </a:cubicBezTo>
                      <a:cubicBezTo>
                        <a:pt x="32385" y="64886"/>
                        <a:pt x="32099" y="64601"/>
                        <a:pt x="31528" y="64601"/>
                      </a:cubicBezTo>
                      <a:cubicBezTo>
                        <a:pt x="30956" y="64601"/>
                        <a:pt x="30671" y="64791"/>
                        <a:pt x="30671" y="65172"/>
                      </a:cubicBezTo>
                      <a:cubicBezTo>
                        <a:pt x="30671" y="65648"/>
                        <a:pt x="30194" y="66125"/>
                        <a:pt x="29432" y="66887"/>
                      </a:cubicBezTo>
                      <a:cubicBezTo>
                        <a:pt x="29432" y="66696"/>
                        <a:pt x="28575" y="65744"/>
                        <a:pt x="27242" y="64124"/>
                      </a:cubicBezTo>
                      <a:cubicBezTo>
                        <a:pt x="27718" y="62981"/>
                        <a:pt x="27908" y="61648"/>
                        <a:pt x="27908" y="60219"/>
                      </a:cubicBezTo>
                      <a:cubicBezTo>
                        <a:pt x="27908" y="58410"/>
                        <a:pt x="27337" y="55552"/>
                        <a:pt x="26099" y="51742"/>
                      </a:cubicBezTo>
                      <a:cubicBezTo>
                        <a:pt x="24955" y="47932"/>
                        <a:pt x="24384" y="45074"/>
                        <a:pt x="24384" y="43360"/>
                      </a:cubicBezTo>
                      <a:cubicBezTo>
                        <a:pt x="24384" y="41645"/>
                        <a:pt x="24765" y="40026"/>
                        <a:pt x="25527" y="38693"/>
                      </a:cubicBezTo>
                      <a:cubicBezTo>
                        <a:pt x="23908" y="36121"/>
                        <a:pt x="22860" y="32216"/>
                        <a:pt x="22288" y="27072"/>
                      </a:cubicBezTo>
                      <a:cubicBezTo>
                        <a:pt x="21527" y="19357"/>
                        <a:pt x="20955" y="15261"/>
                        <a:pt x="20955" y="14880"/>
                      </a:cubicBezTo>
                      <a:cubicBezTo>
                        <a:pt x="20955" y="11832"/>
                        <a:pt x="20955" y="10118"/>
                        <a:pt x="21050" y="9642"/>
                      </a:cubicBezTo>
                      <a:cubicBezTo>
                        <a:pt x="21336" y="7546"/>
                        <a:pt x="22193" y="6022"/>
                        <a:pt x="23527" y="5069"/>
                      </a:cubicBezTo>
                      <a:cubicBezTo>
                        <a:pt x="24670" y="5165"/>
                        <a:pt x="26575" y="5069"/>
                        <a:pt x="29242" y="4498"/>
                      </a:cubicBezTo>
                      <a:cubicBezTo>
                        <a:pt x="31909" y="4022"/>
                        <a:pt x="33909" y="3831"/>
                        <a:pt x="35147" y="3831"/>
                      </a:cubicBezTo>
                      <a:cubicBezTo>
                        <a:pt x="38291" y="3831"/>
                        <a:pt x="40672" y="4974"/>
                        <a:pt x="42291" y="7355"/>
                      </a:cubicBezTo>
                      <a:cubicBezTo>
                        <a:pt x="42291" y="7641"/>
                        <a:pt x="42386" y="8022"/>
                        <a:pt x="42386" y="8498"/>
                      </a:cubicBezTo>
                      <a:cubicBezTo>
                        <a:pt x="42386" y="8879"/>
                        <a:pt x="42386" y="9642"/>
                        <a:pt x="42291" y="10499"/>
                      </a:cubicBezTo>
                      <a:cubicBezTo>
                        <a:pt x="42291" y="11546"/>
                        <a:pt x="42196" y="12309"/>
                        <a:pt x="42196" y="12880"/>
                      </a:cubicBezTo>
                      <a:cubicBezTo>
                        <a:pt x="42196" y="15166"/>
                        <a:pt x="43148" y="16404"/>
                        <a:pt x="45053" y="16595"/>
                      </a:cubicBezTo>
                      <a:cubicBezTo>
                        <a:pt x="44291" y="17166"/>
                        <a:pt x="43910" y="18119"/>
                        <a:pt x="43910" y="19452"/>
                      </a:cubicBezTo>
                      <a:cubicBezTo>
                        <a:pt x="43910" y="19833"/>
                        <a:pt x="43910" y="20500"/>
                        <a:pt x="44101" y="21357"/>
                      </a:cubicBezTo>
                      <a:cubicBezTo>
                        <a:pt x="44196" y="22310"/>
                        <a:pt x="44196" y="22881"/>
                        <a:pt x="44196" y="23167"/>
                      </a:cubicBezTo>
                      <a:cubicBezTo>
                        <a:pt x="44196" y="24405"/>
                        <a:pt x="43720" y="24977"/>
                        <a:pt x="42672" y="24977"/>
                      </a:cubicBezTo>
                      <a:cubicBezTo>
                        <a:pt x="42291" y="24977"/>
                        <a:pt x="41815" y="24977"/>
                        <a:pt x="41243" y="24691"/>
                      </a:cubicBezTo>
                      <a:cubicBezTo>
                        <a:pt x="41434" y="25072"/>
                        <a:pt x="41815" y="25262"/>
                        <a:pt x="42386" y="25262"/>
                      </a:cubicBezTo>
                      <a:lnTo>
                        <a:pt x="43910" y="25072"/>
                      </a:lnTo>
                      <a:lnTo>
                        <a:pt x="43910" y="26786"/>
                      </a:lnTo>
                      <a:lnTo>
                        <a:pt x="42863" y="26786"/>
                      </a:lnTo>
                      <a:cubicBezTo>
                        <a:pt x="43053" y="27453"/>
                        <a:pt x="43720" y="28596"/>
                        <a:pt x="44958" y="30120"/>
                      </a:cubicBezTo>
                      <a:cubicBezTo>
                        <a:pt x="46196" y="31644"/>
                        <a:pt x="46863" y="33359"/>
                        <a:pt x="47054" y="34978"/>
                      </a:cubicBezTo>
                      <a:cubicBezTo>
                        <a:pt x="46387" y="40884"/>
                        <a:pt x="47530" y="45074"/>
                        <a:pt x="50387" y="47456"/>
                      </a:cubicBezTo>
                      <a:cubicBezTo>
                        <a:pt x="50578" y="47456"/>
                        <a:pt x="50768" y="47551"/>
                        <a:pt x="50959" y="47551"/>
                      </a:cubicBezTo>
                      <a:cubicBezTo>
                        <a:pt x="51340" y="47551"/>
                        <a:pt x="51721" y="47265"/>
                        <a:pt x="52102" y="46789"/>
                      </a:cubicBezTo>
                      <a:cubicBezTo>
                        <a:pt x="52483" y="46218"/>
                        <a:pt x="52864" y="45932"/>
                        <a:pt x="53054" y="45836"/>
                      </a:cubicBezTo>
                      <a:lnTo>
                        <a:pt x="53054" y="43074"/>
                      </a:lnTo>
                      <a:cubicBezTo>
                        <a:pt x="54388" y="41836"/>
                        <a:pt x="54959" y="39645"/>
                        <a:pt x="54578" y="36407"/>
                      </a:cubicBezTo>
                      <a:cubicBezTo>
                        <a:pt x="55912" y="35549"/>
                        <a:pt x="56769" y="33263"/>
                        <a:pt x="57055" y="29644"/>
                      </a:cubicBezTo>
                      <a:cubicBezTo>
                        <a:pt x="57245" y="26024"/>
                        <a:pt x="58007" y="23548"/>
                        <a:pt x="59341" y="22214"/>
                      </a:cubicBezTo>
                      <a:cubicBezTo>
                        <a:pt x="59055" y="20976"/>
                        <a:pt x="58388" y="19262"/>
                        <a:pt x="57436" y="17166"/>
                      </a:cubicBezTo>
                      <a:lnTo>
                        <a:pt x="61627" y="16785"/>
                      </a:lnTo>
                      <a:cubicBezTo>
                        <a:pt x="60484" y="12594"/>
                        <a:pt x="60865" y="9260"/>
                        <a:pt x="62675" y="7070"/>
                      </a:cubicBezTo>
                      <a:cubicBezTo>
                        <a:pt x="63532" y="5546"/>
                        <a:pt x="64675" y="4784"/>
                        <a:pt x="66104" y="4784"/>
                      </a:cubicBezTo>
                      <a:cubicBezTo>
                        <a:pt x="66675" y="4784"/>
                        <a:pt x="67723" y="4974"/>
                        <a:pt x="68961" y="5355"/>
                      </a:cubicBezTo>
                      <a:cubicBezTo>
                        <a:pt x="70199" y="5736"/>
                        <a:pt x="71152" y="5927"/>
                        <a:pt x="71723" y="5927"/>
                      </a:cubicBezTo>
                      <a:cubicBezTo>
                        <a:pt x="73152" y="5927"/>
                        <a:pt x="74295" y="5165"/>
                        <a:pt x="75057" y="3641"/>
                      </a:cubicBezTo>
                      <a:cubicBezTo>
                        <a:pt x="75914" y="3260"/>
                        <a:pt x="76676" y="3069"/>
                        <a:pt x="77248" y="3069"/>
                      </a:cubicBezTo>
                      <a:cubicBezTo>
                        <a:pt x="78391" y="3069"/>
                        <a:pt x="79534" y="3831"/>
                        <a:pt x="80772" y="5546"/>
                      </a:cubicBezTo>
                      <a:cubicBezTo>
                        <a:pt x="81915" y="7260"/>
                        <a:pt x="83249" y="8022"/>
                        <a:pt x="84487" y="8022"/>
                      </a:cubicBezTo>
                      <a:cubicBezTo>
                        <a:pt x="84773" y="9260"/>
                        <a:pt x="85058" y="10594"/>
                        <a:pt x="85344" y="11927"/>
                      </a:cubicBezTo>
                      <a:cubicBezTo>
                        <a:pt x="85630" y="13261"/>
                        <a:pt x="86487" y="14118"/>
                        <a:pt x="87821" y="14499"/>
                      </a:cubicBezTo>
                      <a:cubicBezTo>
                        <a:pt x="87725" y="14976"/>
                        <a:pt x="87535" y="15833"/>
                        <a:pt x="87249" y="17071"/>
                      </a:cubicBezTo>
                      <a:cubicBezTo>
                        <a:pt x="86868" y="18309"/>
                        <a:pt x="86773" y="19262"/>
                        <a:pt x="86773" y="19928"/>
                      </a:cubicBezTo>
                      <a:cubicBezTo>
                        <a:pt x="86773" y="21167"/>
                        <a:pt x="87249" y="22024"/>
                        <a:pt x="88297" y="22691"/>
                      </a:cubicBezTo>
                      <a:lnTo>
                        <a:pt x="89821" y="22691"/>
                      </a:lnTo>
                      <a:cubicBezTo>
                        <a:pt x="89154" y="24310"/>
                        <a:pt x="88868" y="25929"/>
                        <a:pt x="88868" y="27548"/>
                      </a:cubicBezTo>
                      <a:cubicBezTo>
                        <a:pt x="88868" y="30025"/>
                        <a:pt x="89535" y="32311"/>
                        <a:pt x="90964" y="34406"/>
                      </a:cubicBezTo>
                      <a:cubicBezTo>
                        <a:pt x="90773" y="34978"/>
                        <a:pt x="90678" y="35549"/>
                        <a:pt x="90678" y="36121"/>
                      </a:cubicBezTo>
                      <a:cubicBezTo>
                        <a:pt x="90678" y="37454"/>
                        <a:pt x="91250" y="39169"/>
                        <a:pt x="92393" y="41264"/>
                      </a:cubicBezTo>
                      <a:cubicBezTo>
                        <a:pt x="93440" y="43360"/>
                        <a:pt x="94012" y="44979"/>
                        <a:pt x="94012" y="46218"/>
                      </a:cubicBezTo>
                      <a:cubicBezTo>
                        <a:pt x="94012" y="46979"/>
                        <a:pt x="93917" y="47742"/>
                        <a:pt x="93631" y="48503"/>
                      </a:cubicBezTo>
                      <a:cubicBezTo>
                        <a:pt x="93917" y="49075"/>
                        <a:pt x="94393" y="49837"/>
                        <a:pt x="95155" y="50789"/>
                      </a:cubicBezTo>
                      <a:cubicBezTo>
                        <a:pt x="98488" y="48694"/>
                        <a:pt x="100203" y="46503"/>
                        <a:pt x="100203" y="44312"/>
                      </a:cubicBezTo>
                      <a:cubicBezTo>
                        <a:pt x="100203" y="44027"/>
                        <a:pt x="100203" y="43741"/>
                        <a:pt x="100108" y="43455"/>
                      </a:cubicBezTo>
                      <a:cubicBezTo>
                        <a:pt x="98965" y="43169"/>
                        <a:pt x="98393" y="42407"/>
                        <a:pt x="98393" y="41169"/>
                      </a:cubicBezTo>
                      <a:cubicBezTo>
                        <a:pt x="98393" y="40598"/>
                        <a:pt x="98488" y="39740"/>
                        <a:pt x="98774" y="38597"/>
                      </a:cubicBezTo>
                      <a:cubicBezTo>
                        <a:pt x="98965" y="37454"/>
                        <a:pt x="99155" y="36788"/>
                        <a:pt x="99155" y="36311"/>
                      </a:cubicBezTo>
                      <a:cubicBezTo>
                        <a:pt x="100679" y="35835"/>
                        <a:pt x="101632" y="34406"/>
                        <a:pt x="102203" y="31835"/>
                      </a:cubicBezTo>
                      <a:cubicBezTo>
                        <a:pt x="102775" y="29263"/>
                        <a:pt x="103918" y="27929"/>
                        <a:pt x="105537" y="27548"/>
                      </a:cubicBezTo>
                      <a:cubicBezTo>
                        <a:pt x="104870" y="27263"/>
                        <a:pt x="104013" y="27168"/>
                        <a:pt x="102870" y="27168"/>
                      </a:cubicBezTo>
                      <a:cubicBezTo>
                        <a:pt x="102108" y="27168"/>
                        <a:pt x="101346" y="26882"/>
                        <a:pt x="100584" y="26024"/>
                      </a:cubicBezTo>
                      <a:cubicBezTo>
                        <a:pt x="100108" y="22595"/>
                        <a:pt x="100965" y="19547"/>
                        <a:pt x="103251" y="16690"/>
                      </a:cubicBezTo>
                      <a:cubicBezTo>
                        <a:pt x="102965" y="15071"/>
                        <a:pt x="103442" y="13832"/>
                        <a:pt x="104775" y="12880"/>
                      </a:cubicBezTo>
                      <a:cubicBezTo>
                        <a:pt x="103727" y="12785"/>
                        <a:pt x="103156" y="12118"/>
                        <a:pt x="103061" y="10975"/>
                      </a:cubicBezTo>
                      <a:cubicBezTo>
                        <a:pt x="103061" y="10118"/>
                        <a:pt x="103156" y="9356"/>
                        <a:pt x="103632" y="8498"/>
                      </a:cubicBezTo>
                      <a:cubicBezTo>
                        <a:pt x="105442" y="5546"/>
                        <a:pt x="108776" y="4022"/>
                        <a:pt x="113824" y="4022"/>
                      </a:cubicBezTo>
                      <a:lnTo>
                        <a:pt x="118110" y="4022"/>
                      </a:lnTo>
                      <a:cubicBezTo>
                        <a:pt x="120301" y="4022"/>
                        <a:pt x="122111" y="3736"/>
                        <a:pt x="123349" y="3355"/>
                      </a:cubicBezTo>
                      <a:cubicBezTo>
                        <a:pt x="124968" y="4784"/>
                        <a:pt x="126111" y="6974"/>
                        <a:pt x="126778" y="10022"/>
                      </a:cubicBezTo>
                      <a:cubicBezTo>
                        <a:pt x="125159" y="10785"/>
                        <a:pt x="124396" y="12594"/>
                        <a:pt x="124396" y="15452"/>
                      </a:cubicBezTo>
                      <a:cubicBezTo>
                        <a:pt x="124396" y="21262"/>
                        <a:pt x="124396" y="23834"/>
                        <a:pt x="124492" y="23262"/>
                      </a:cubicBezTo>
                      <a:close/>
                      <a:moveTo>
                        <a:pt x="22860" y="74888"/>
                      </a:moveTo>
                      <a:lnTo>
                        <a:pt x="20955" y="72697"/>
                      </a:lnTo>
                      <a:cubicBezTo>
                        <a:pt x="20955" y="72697"/>
                        <a:pt x="22193" y="73078"/>
                        <a:pt x="23622" y="74316"/>
                      </a:cubicBezTo>
                      <a:lnTo>
                        <a:pt x="22955" y="74888"/>
                      </a:lnTo>
                      <a:close/>
                      <a:moveTo>
                        <a:pt x="21717" y="78698"/>
                      </a:moveTo>
                      <a:cubicBezTo>
                        <a:pt x="22765" y="79555"/>
                        <a:pt x="23432" y="79936"/>
                        <a:pt x="23813" y="79841"/>
                      </a:cubicBezTo>
                      <a:lnTo>
                        <a:pt x="20860" y="80317"/>
                      </a:lnTo>
                      <a:lnTo>
                        <a:pt x="21717" y="78698"/>
                      </a:lnTo>
                      <a:close/>
                      <a:moveTo>
                        <a:pt x="28861" y="90794"/>
                      </a:moveTo>
                      <a:cubicBezTo>
                        <a:pt x="27242" y="90032"/>
                        <a:pt x="26003" y="90413"/>
                        <a:pt x="25051" y="91937"/>
                      </a:cubicBezTo>
                      <a:cubicBezTo>
                        <a:pt x="25051" y="92318"/>
                        <a:pt x="24670" y="92414"/>
                        <a:pt x="24098" y="92414"/>
                      </a:cubicBezTo>
                      <a:lnTo>
                        <a:pt x="22384" y="92414"/>
                      </a:lnTo>
                      <a:cubicBezTo>
                        <a:pt x="22384" y="92414"/>
                        <a:pt x="21812" y="91556"/>
                        <a:pt x="21527" y="91176"/>
                      </a:cubicBezTo>
                      <a:cubicBezTo>
                        <a:pt x="21146" y="90699"/>
                        <a:pt x="21146" y="90223"/>
                        <a:pt x="21336" y="89652"/>
                      </a:cubicBezTo>
                      <a:cubicBezTo>
                        <a:pt x="22288" y="90794"/>
                        <a:pt x="23146" y="91366"/>
                        <a:pt x="24003" y="91366"/>
                      </a:cubicBezTo>
                      <a:cubicBezTo>
                        <a:pt x="24479" y="91366"/>
                        <a:pt x="24860" y="91176"/>
                        <a:pt x="25146" y="90794"/>
                      </a:cubicBezTo>
                      <a:lnTo>
                        <a:pt x="26289" y="88032"/>
                      </a:lnTo>
                      <a:lnTo>
                        <a:pt x="28956" y="90794"/>
                      </a:lnTo>
                      <a:close/>
                      <a:moveTo>
                        <a:pt x="21717" y="57933"/>
                      </a:moveTo>
                      <a:lnTo>
                        <a:pt x="21717" y="56314"/>
                      </a:lnTo>
                      <a:lnTo>
                        <a:pt x="25051" y="57933"/>
                      </a:lnTo>
                      <a:lnTo>
                        <a:pt x="21717" y="57933"/>
                      </a:lnTo>
                      <a:close/>
                      <a:moveTo>
                        <a:pt x="22860" y="118131"/>
                      </a:moveTo>
                      <a:lnTo>
                        <a:pt x="21717" y="116512"/>
                      </a:lnTo>
                      <a:lnTo>
                        <a:pt x="22860" y="117369"/>
                      </a:lnTo>
                      <a:lnTo>
                        <a:pt x="22860" y="118131"/>
                      </a:lnTo>
                      <a:close/>
                      <a:moveTo>
                        <a:pt x="22384" y="94604"/>
                      </a:moveTo>
                      <a:lnTo>
                        <a:pt x="23527" y="95081"/>
                      </a:lnTo>
                      <a:lnTo>
                        <a:pt x="22860" y="96224"/>
                      </a:lnTo>
                      <a:lnTo>
                        <a:pt x="22384" y="96224"/>
                      </a:lnTo>
                      <a:lnTo>
                        <a:pt x="22384" y="94604"/>
                      </a:lnTo>
                      <a:close/>
                      <a:moveTo>
                        <a:pt x="22384" y="111083"/>
                      </a:moveTo>
                      <a:lnTo>
                        <a:pt x="24384" y="111083"/>
                      </a:lnTo>
                      <a:lnTo>
                        <a:pt x="23527" y="111940"/>
                      </a:lnTo>
                      <a:lnTo>
                        <a:pt x="22384" y="111083"/>
                      </a:lnTo>
                      <a:close/>
                      <a:moveTo>
                        <a:pt x="22860" y="107177"/>
                      </a:moveTo>
                      <a:cubicBezTo>
                        <a:pt x="22670" y="105177"/>
                        <a:pt x="23146" y="104129"/>
                        <a:pt x="24289" y="104129"/>
                      </a:cubicBezTo>
                      <a:cubicBezTo>
                        <a:pt x="24575" y="104129"/>
                        <a:pt x="24860" y="104225"/>
                        <a:pt x="25146" y="104415"/>
                      </a:cubicBezTo>
                      <a:cubicBezTo>
                        <a:pt x="25241" y="105272"/>
                        <a:pt x="24955" y="105749"/>
                        <a:pt x="24289" y="105939"/>
                      </a:cubicBezTo>
                      <a:cubicBezTo>
                        <a:pt x="23622" y="106130"/>
                        <a:pt x="23146" y="106511"/>
                        <a:pt x="22860" y="107082"/>
                      </a:cubicBezTo>
                      <a:close/>
                      <a:moveTo>
                        <a:pt x="26670" y="78602"/>
                      </a:moveTo>
                      <a:lnTo>
                        <a:pt x="26194" y="78984"/>
                      </a:lnTo>
                      <a:lnTo>
                        <a:pt x="23908" y="76221"/>
                      </a:lnTo>
                      <a:lnTo>
                        <a:pt x="25051" y="76221"/>
                      </a:lnTo>
                      <a:cubicBezTo>
                        <a:pt x="25051" y="76221"/>
                        <a:pt x="24860" y="76793"/>
                        <a:pt x="24860" y="76983"/>
                      </a:cubicBezTo>
                      <a:cubicBezTo>
                        <a:pt x="24860" y="77269"/>
                        <a:pt x="25146" y="77555"/>
                        <a:pt x="25622" y="77936"/>
                      </a:cubicBezTo>
                      <a:cubicBezTo>
                        <a:pt x="26194" y="78317"/>
                        <a:pt x="26479" y="78507"/>
                        <a:pt x="26575" y="78602"/>
                      </a:cubicBezTo>
                      <a:close/>
                      <a:moveTo>
                        <a:pt x="24003" y="85651"/>
                      </a:moveTo>
                      <a:cubicBezTo>
                        <a:pt x="24670" y="85460"/>
                        <a:pt x="25432" y="85651"/>
                        <a:pt x="26289" y="86318"/>
                      </a:cubicBezTo>
                      <a:lnTo>
                        <a:pt x="24003" y="87175"/>
                      </a:lnTo>
                      <a:lnTo>
                        <a:pt x="24003" y="85556"/>
                      </a:lnTo>
                      <a:close/>
                      <a:moveTo>
                        <a:pt x="24003" y="122513"/>
                      </a:moveTo>
                      <a:lnTo>
                        <a:pt x="24479" y="121370"/>
                      </a:lnTo>
                      <a:lnTo>
                        <a:pt x="25622" y="122513"/>
                      </a:lnTo>
                      <a:lnTo>
                        <a:pt x="24098" y="122513"/>
                      </a:lnTo>
                      <a:close/>
                      <a:moveTo>
                        <a:pt x="24479" y="82984"/>
                      </a:moveTo>
                      <a:lnTo>
                        <a:pt x="26289" y="82508"/>
                      </a:lnTo>
                      <a:lnTo>
                        <a:pt x="25146" y="84508"/>
                      </a:lnTo>
                      <a:lnTo>
                        <a:pt x="24479" y="82889"/>
                      </a:lnTo>
                      <a:close/>
                      <a:moveTo>
                        <a:pt x="25146" y="65363"/>
                      </a:moveTo>
                      <a:lnTo>
                        <a:pt x="25146" y="62601"/>
                      </a:lnTo>
                      <a:lnTo>
                        <a:pt x="26289" y="62601"/>
                      </a:lnTo>
                      <a:cubicBezTo>
                        <a:pt x="26289" y="64124"/>
                        <a:pt x="25908" y="65077"/>
                        <a:pt x="25146" y="65363"/>
                      </a:cubicBezTo>
                      <a:close/>
                      <a:moveTo>
                        <a:pt x="27813" y="96700"/>
                      </a:moveTo>
                      <a:cubicBezTo>
                        <a:pt x="28004" y="97367"/>
                        <a:pt x="27623" y="98034"/>
                        <a:pt x="26670" y="98891"/>
                      </a:cubicBezTo>
                      <a:lnTo>
                        <a:pt x="26670" y="96128"/>
                      </a:lnTo>
                      <a:cubicBezTo>
                        <a:pt x="26670" y="96128"/>
                        <a:pt x="27527" y="96795"/>
                        <a:pt x="27813" y="96700"/>
                      </a:cubicBezTo>
                      <a:close/>
                      <a:moveTo>
                        <a:pt x="27242" y="111083"/>
                      </a:moveTo>
                      <a:cubicBezTo>
                        <a:pt x="28004" y="111083"/>
                        <a:pt x="28480" y="111464"/>
                        <a:pt x="28766" y="111940"/>
                      </a:cubicBezTo>
                      <a:lnTo>
                        <a:pt x="29432" y="113750"/>
                      </a:lnTo>
                      <a:lnTo>
                        <a:pt x="28289" y="114226"/>
                      </a:lnTo>
                      <a:cubicBezTo>
                        <a:pt x="28289" y="114226"/>
                        <a:pt x="28575" y="113654"/>
                        <a:pt x="28575" y="113369"/>
                      </a:cubicBezTo>
                      <a:cubicBezTo>
                        <a:pt x="28575" y="112988"/>
                        <a:pt x="28289" y="112607"/>
                        <a:pt x="27718" y="112321"/>
                      </a:cubicBezTo>
                      <a:cubicBezTo>
                        <a:pt x="27146" y="112035"/>
                        <a:pt x="26861" y="111845"/>
                        <a:pt x="26861" y="111654"/>
                      </a:cubicBezTo>
                      <a:cubicBezTo>
                        <a:pt x="26861" y="111464"/>
                        <a:pt x="26861" y="111273"/>
                        <a:pt x="27146" y="111083"/>
                      </a:cubicBezTo>
                      <a:close/>
                      <a:moveTo>
                        <a:pt x="27242" y="103748"/>
                      </a:moveTo>
                      <a:cubicBezTo>
                        <a:pt x="27718" y="103177"/>
                        <a:pt x="28289" y="103082"/>
                        <a:pt x="28956" y="103463"/>
                      </a:cubicBezTo>
                      <a:cubicBezTo>
                        <a:pt x="28289" y="103748"/>
                        <a:pt x="27718" y="103844"/>
                        <a:pt x="27242" y="103748"/>
                      </a:cubicBezTo>
                      <a:close/>
                      <a:moveTo>
                        <a:pt x="28956" y="85651"/>
                      </a:moveTo>
                      <a:lnTo>
                        <a:pt x="28956" y="86508"/>
                      </a:lnTo>
                      <a:cubicBezTo>
                        <a:pt x="28956" y="86508"/>
                        <a:pt x="28956" y="86032"/>
                        <a:pt x="28956" y="85651"/>
                      </a:cubicBezTo>
                      <a:close/>
                      <a:moveTo>
                        <a:pt x="29909" y="87270"/>
                      </a:moveTo>
                      <a:lnTo>
                        <a:pt x="29528" y="87937"/>
                      </a:lnTo>
                      <a:lnTo>
                        <a:pt x="29146" y="86603"/>
                      </a:lnTo>
                      <a:cubicBezTo>
                        <a:pt x="29146" y="86603"/>
                        <a:pt x="29718" y="86889"/>
                        <a:pt x="30004" y="87270"/>
                      </a:cubicBezTo>
                      <a:close/>
                      <a:moveTo>
                        <a:pt x="33242" y="113750"/>
                      </a:moveTo>
                      <a:cubicBezTo>
                        <a:pt x="32576" y="113940"/>
                        <a:pt x="32099" y="113750"/>
                        <a:pt x="31813" y="113178"/>
                      </a:cubicBezTo>
                      <a:cubicBezTo>
                        <a:pt x="31528" y="112607"/>
                        <a:pt x="31242" y="112035"/>
                        <a:pt x="31052" y="111464"/>
                      </a:cubicBezTo>
                      <a:lnTo>
                        <a:pt x="33338" y="113750"/>
                      </a:lnTo>
                      <a:close/>
                      <a:moveTo>
                        <a:pt x="32480" y="72602"/>
                      </a:moveTo>
                      <a:cubicBezTo>
                        <a:pt x="34100" y="73649"/>
                        <a:pt x="35528" y="74221"/>
                        <a:pt x="36386" y="74221"/>
                      </a:cubicBezTo>
                      <a:cubicBezTo>
                        <a:pt x="37243" y="74221"/>
                        <a:pt x="37814" y="73649"/>
                        <a:pt x="37814" y="72602"/>
                      </a:cubicBezTo>
                      <a:lnTo>
                        <a:pt x="34766" y="72602"/>
                      </a:lnTo>
                      <a:cubicBezTo>
                        <a:pt x="33814" y="72506"/>
                        <a:pt x="33052" y="71935"/>
                        <a:pt x="32480" y="70887"/>
                      </a:cubicBezTo>
                      <a:lnTo>
                        <a:pt x="32480" y="72602"/>
                      </a:lnTo>
                      <a:close/>
                      <a:moveTo>
                        <a:pt x="33623" y="100986"/>
                      </a:moveTo>
                      <a:lnTo>
                        <a:pt x="33242" y="100510"/>
                      </a:lnTo>
                      <a:cubicBezTo>
                        <a:pt x="33242" y="100510"/>
                        <a:pt x="33433" y="100510"/>
                        <a:pt x="33623" y="100796"/>
                      </a:cubicBezTo>
                      <a:lnTo>
                        <a:pt x="33623" y="100986"/>
                      </a:lnTo>
                      <a:close/>
                      <a:moveTo>
                        <a:pt x="34385" y="91842"/>
                      </a:moveTo>
                      <a:lnTo>
                        <a:pt x="36386" y="91842"/>
                      </a:lnTo>
                      <a:lnTo>
                        <a:pt x="34862" y="91080"/>
                      </a:lnTo>
                      <a:lnTo>
                        <a:pt x="34480" y="91842"/>
                      </a:lnTo>
                      <a:close/>
                      <a:moveTo>
                        <a:pt x="35243" y="124799"/>
                      </a:moveTo>
                      <a:lnTo>
                        <a:pt x="35243" y="123560"/>
                      </a:lnTo>
                      <a:lnTo>
                        <a:pt x="36386" y="123560"/>
                      </a:lnTo>
                      <a:lnTo>
                        <a:pt x="36386" y="124799"/>
                      </a:lnTo>
                      <a:lnTo>
                        <a:pt x="35243" y="124799"/>
                      </a:lnTo>
                      <a:close/>
                      <a:moveTo>
                        <a:pt x="37910" y="66410"/>
                      </a:moveTo>
                      <a:lnTo>
                        <a:pt x="37052" y="66410"/>
                      </a:lnTo>
                      <a:lnTo>
                        <a:pt x="38576" y="67172"/>
                      </a:lnTo>
                      <a:lnTo>
                        <a:pt x="37910" y="66410"/>
                      </a:lnTo>
                      <a:close/>
                      <a:moveTo>
                        <a:pt x="37433" y="82412"/>
                      </a:moveTo>
                      <a:cubicBezTo>
                        <a:pt x="37719" y="81936"/>
                        <a:pt x="38005" y="81746"/>
                        <a:pt x="38291" y="81746"/>
                      </a:cubicBezTo>
                      <a:cubicBezTo>
                        <a:pt x="38576" y="81746"/>
                        <a:pt x="38862" y="81936"/>
                        <a:pt x="39243" y="82317"/>
                      </a:cubicBezTo>
                      <a:cubicBezTo>
                        <a:pt x="39624" y="82698"/>
                        <a:pt x="39719" y="82889"/>
                        <a:pt x="39910" y="82889"/>
                      </a:cubicBezTo>
                      <a:cubicBezTo>
                        <a:pt x="40196" y="82889"/>
                        <a:pt x="40386" y="82698"/>
                        <a:pt x="40577" y="82412"/>
                      </a:cubicBezTo>
                      <a:cubicBezTo>
                        <a:pt x="40386" y="81936"/>
                        <a:pt x="40005" y="81555"/>
                        <a:pt x="39434" y="81460"/>
                      </a:cubicBezTo>
                      <a:cubicBezTo>
                        <a:pt x="38576" y="81269"/>
                        <a:pt x="38100" y="81079"/>
                        <a:pt x="37910" y="80888"/>
                      </a:cubicBezTo>
                      <a:lnTo>
                        <a:pt x="37433" y="82508"/>
                      </a:lnTo>
                      <a:close/>
                      <a:moveTo>
                        <a:pt x="40767" y="94890"/>
                      </a:moveTo>
                      <a:lnTo>
                        <a:pt x="41148" y="94414"/>
                      </a:lnTo>
                      <a:lnTo>
                        <a:pt x="40767" y="94890"/>
                      </a:lnTo>
                      <a:cubicBezTo>
                        <a:pt x="39815" y="95462"/>
                        <a:pt x="39053" y="95462"/>
                        <a:pt x="38481" y="94890"/>
                      </a:cubicBezTo>
                      <a:cubicBezTo>
                        <a:pt x="39053" y="95652"/>
                        <a:pt x="39815" y="95652"/>
                        <a:pt x="40767" y="94890"/>
                      </a:cubicBezTo>
                      <a:close/>
                      <a:moveTo>
                        <a:pt x="38957" y="107082"/>
                      </a:moveTo>
                      <a:cubicBezTo>
                        <a:pt x="38957" y="107082"/>
                        <a:pt x="39243" y="106415"/>
                        <a:pt x="39624" y="105368"/>
                      </a:cubicBezTo>
                      <a:cubicBezTo>
                        <a:pt x="39910" y="104701"/>
                        <a:pt x="40481" y="104510"/>
                        <a:pt x="41148" y="104796"/>
                      </a:cubicBezTo>
                      <a:cubicBezTo>
                        <a:pt x="40862" y="104510"/>
                        <a:pt x="40577" y="104415"/>
                        <a:pt x="40291" y="104415"/>
                      </a:cubicBezTo>
                      <a:cubicBezTo>
                        <a:pt x="39815" y="104415"/>
                        <a:pt x="39338" y="105272"/>
                        <a:pt x="38862" y="107082"/>
                      </a:cubicBezTo>
                      <a:close/>
                      <a:moveTo>
                        <a:pt x="41624" y="121846"/>
                      </a:moveTo>
                      <a:cubicBezTo>
                        <a:pt x="42101" y="122322"/>
                        <a:pt x="42291" y="122703"/>
                        <a:pt x="42291" y="122894"/>
                      </a:cubicBezTo>
                      <a:cubicBezTo>
                        <a:pt x="42005" y="123275"/>
                        <a:pt x="41434" y="123465"/>
                        <a:pt x="40481" y="123465"/>
                      </a:cubicBezTo>
                      <a:lnTo>
                        <a:pt x="41624" y="121846"/>
                      </a:lnTo>
                      <a:close/>
                      <a:moveTo>
                        <a:pt x="42291" y="103177"/>
                      </a:moveTo>
                      <a:cubicBezTo>
                        <a:pt x="43339" y="102891"/>
                        <a:pt x="44196" y="103177"/>
                        <a:pt x="44958" y="104320"/>
                      </a:cubicBezTo>
                      <a:lnTo>
                        <a:pt x="45815" y="102701"/>
                      </a:lnTo>
                      <a:cubicBezTo>
                        <a:pt x="43720" y="102701"/>
                        <a:pt x="42577" y="102891"/>
                        <a:pt x="42291" y="103082"/>
                      </a:cubicBezTo>
                      <a:close/>
                      <a:moveTo>
                        <a:pt x="43148" y="108225"/>
                      </a:moveTo>
                      <a:lnTo>
                        <a:pt x="44291" y="107082"/>
                      </a:lnTo>
                      <a:lnTo>
                        <a:pt x="43148" y="107082"/>
                      </a:lnTo>
                      <a:lnTo>
                        <a:pt x="43148" y="108225"/>
                      </a:lnTo>
                      <a:close/>
                      <a:moveTo>
                        <a:pt x="45815" y="86222"/>
                      </a:moveTo>
                      <a:cubicBezTo>
                        <a:pt x="45815" y="86222"/>
                        <a:pt x="45244" y="86032"/>
                        <a:pt x="44768" y="86222"/>
                      </a:cubicBezTo>
                      <a:cubicBezTo>
                        <a:pt x="44291" y="86413"/>
                        <a:pt x="44101" y="86699"/>
                        <a:pt x="44196" y="87080"/>
                      </a:cubicBezTo>
                      <a:lnTo>
                        <a:pt x="45339" y="87080"/>
                      </a:lnTo>
                      <a:cubicBezTo>
                        <a:pt x="45339" y="87080"/>
                        <a:pt x="45911" y="86508"/>
                        <a:pt x="45815" y="86222"/>
                      </a:cubicBezTo>
                      <a:close/>
                      <a:moveTo>
                        <a:pt x="45339" y="80793"/>
                      </a:moveTo>
                      <a:lnTo>
                        <a:pt x="44958" y="83555"/>
                      </a:lnTo>
                      <a:lnTo>
                        <a:pt x="45815" y="80793"/>
                      </a:lnTo>
                      <a:lnTo>
                        <a:pt x="45339" y="80793"/>
                      </a:lnTo>
                      <a:close/>
                      <a:moveTo>
                        <a:pt x="46863" y="108702"/>
                      </a:moveTo>
                      <a:lnTo>
                        <a:pt x="46863" y="108225"/>
                      </a:lnTo>
                      <a:lnTo>
                        <a:pt x="45720" y="107082"/>
                      </a:lnTo>
                      <a:lnTo>
                        <a:pt x="46863" y="108702"/>
                      </a:lnTo>
                      <a:close/>
                      <a:moveTo>
                        <a:pt x="49530" y="85175"/>
                      </a:moveTo>
                      <a:cubicBezTo>
                        <a:pt x="48101" y="86318"/>
                        <a:pt x="47435" y="86985"/>
                        <a:pt x="47625" y="87175"/>
                      </a:cubicBezTo>
                      <a:lnTo>
                        <a:pt x="50292" y="87175"/>
                      </a:lnTo>
                      <a:lnTo>
                        <a:pt x="48482" y="86318"/>
                      </a:lnTo>
                      <a:lnTo>
                        <a:pt x="49625" y="85175"/>
                      </a:lnTo>
                      <a:close/>
                      <a:moveTo>
                        <a:pt x="48006" y="99367"/>
                      </a:moveTo>
                      <a:lnTo>
                        <a:pt x="48387" y="98795"/>
                      </a:lnTo>
                      <a:lnTo>
                        <a:pt x="49054" y="96605"/>
                      </a:lnTo>
                      <a:lnTo>
                        <a:pt x="47911" y="99367"/>
                      </a:lnTo>
                      <a:close/>
                      <a:moveTo>
                        <a:pt x="48387" y="110987"/>
                      </a:moveTo>
                      <a:cubicBezTo>
                        <a:pt x="49054" y="110987"/>
                        <a:pt x="49816" y="110797"/>
                        <a:pt x="50578" y="110321"/>
                      </a:cubicBezTo>
                      <a:cubicBezTo>
                        <a:pt x="50006" y="110130"/>
                        <a:pt x="49244" y="110321"/>
                        <a:pt x="48387" y="110987"/>
                      </a:cubicBezTo>
                      <a:close/>
                      <a:moveTo>
                        <a:pt x="51245" y="50027"/>
                      </a:moveTo>
                      <a:cubicBezTo>
                        <a:pt x="50102" y="49646"/>
                        <a:pt x="49530" y="50218"/>
                        <a:pt x="49530" y="51361"/>
                      </a:cubicBezTo>
                      <a:cubicBezTo>
                        <a:pt x="49530" y="52694"/>
                        <a:pt x="49911" y="53361"/>
                        <a:pt x="50673" y="53361"/>
                      </a:cubicBezTo>
                      <a:cubicBezTo>
                        <a:pt x="51054" y="52980"/>
                        <a:pt x="51245" y="51837"/>
                        <a:pt x="51245" y="49932"/>
                      </a:cubicBezTo>
                      <a:close/>
                      <a:moveTo>
                        <a:pt x="53912" y="78984"/>
                      </a:moveTo>
                      <a:cubicBezTo>
                        <a:pt x="53530" y="78317"/>
                        <a:pt x="52673" y="78602"/>
                        <a:pt x="51245" y="79745"/>
                      </a:cubicBezTo>
                      <a:cubicBezTo>
                        <a:pt x="52007" y="79745"/>
                        <a:pt x="52864" y="79650"/>
                        <a:pt x="53912" y="78984"/>
                      </a:cubicBezTo>
                      <a:close/>
                      <a:moveTo>
                        <a:pt x="53912" y="91080"/>
                      </a:moveTo>
                      <a:cubicBezTo>
                        <a:pt x="54959" y="90032"/>
                        <a:pt x="55721" y="89461"/>
                        <a:pt x="56293" y="89461"/>
                      </a:cubicBezTo>
                      <a:cubicBezTo>
                        <a:pt x="56674" y="89461"/>
                        <a:pt x="56960" y="89652"/>
                        <a:pt x="57341" y="89937"/>
                      </a:cubicBezTo>
                      <a:lnTo>
                        <a:pt x="57341" y="89080"/>
                      </a:lnTo>
                      <a:cubicBezTo>
                        <a:pt x="57341" y="89080"/>
                        <a:pt x="56102" y="88318"/>
                        <a:pt x="54959" y="87461"/>
                      </a:cubicBezTo>
                      <a:cubicBezTo>
                        <a:pt x="54007" y="86889"/>
                        <a:pt x="53150" y="86603"/>
                        <a:pt x="52483" y="86603"/>
                      </a:cubicBezTo>
                      <a:cubicBezTo>
                        <a:pt x="52102" y="86603"/>
                        <a:pt x="51721" y="86603"/>
                        <a:pt x="51340" y="86699"/>
                      </a:cubicBezTo>
                      <a:cubicBezTo>
                        <a:pt x="52483" y="86699"/>
                        <a:pt x="53912" y="87556"/>
                        <a:pt x="55817" y="88985"/>
                      </a:cubicBezTo>
                      <a:cubicBezTo>
                        <a:pt x="55531" y="89366"/>
                        <a:pt x="55150" y="89461"/>
                        <a:pt x="54578" y="89366"/>
                      </a:cubicBezTo>
                      <a:lnTo>
                        <a:pt x="53054" y="89366"/>
                      </a:lnTo>
                      <a:lnTo>
                        <a:pt x="54007" y="90985"/>
                      </a:lnTo>
                      <a:close/>
                      <a:moveTo>
                        <a:pt x="53912" y="119655"/>
                      </a:moveTo>
                      <a:cubicBezTo>
                        <a:pt x="53912" y="119655"/>
                        <a:pt x="53626" y="119179"/>
                        <a:pt x="53626" y="118798"/>
                      </a:cubicBezTo>
                      <a:cubicBezTo>
                        <a:pt x="53626" y="118893"/>
                        <a:pt x="53816" y="119084"/>
                        <a:pt x="53816" y="119274"/>
                      </a:cubicBezTo>
                      <a:cubicBezTo>
                        <a:pt x="53816" y="119465"/>
                        <a:pt x="53816" y="119560"/>
                        <a:pt x="53816" y="119655"/>
                      </a:cubicBezTo>
                      <a:close/>
                      <a:moveTo>
                        <a:pt x="58388" y="114607"/>
                      </a:moveTo>
                      <a:lnTo>
                        <a:pt x="58388" y="113750"/>
                      </a:lnTo>
                      <a:cubicBezTo>
                        <a:pt x="57912" y="113750"/>
                        <a:pt x="57626" y="113750"/>
                        <a:pt x="57531" y="113464"/>
                      </a:cubicBezTo>
                      <a:lnTo>
                        <a:pt x="57341" y="112988"/>
                      </a:lnTo>
                      <a:cubicBezTo>
                        <a:pt x="57341" y="112988"/>
                        <a:pt x="57341" y="113464"/>
                        <a:pt x="57531" y="113464"/>
                      </a:cubicBezTo>
                      <a:lnTo>
                        <a:pt x="58388" y="114607"/>
                      </a:lnTo>
                      <a:close/>
                      <a:moveTo>
                        <a:pt x="58769" y="100605"/>
                      </a:moveTo>
                      <a:cubicBezTo>
                        <a:pt x="59627" y="99748"/>
                        <a:pt x="60008" y="99177"/>
                        <a:pt x="59912" y="98891"/>
                      </a:cubicBezTo>
                      <a:cubicBezTo>
                        <a:pt x="59912" y="98891"/>
                        <a:pt x="59531" y="99081"/>
                        <a:pt x="59055" y="99272"/>
                      </a:cubicBezTo>
                      <a:cubicBezTo>
                        <a:pt x="58579" y="99367"/>
                        <a:pt x="58293" y="99653"/>
                        <a:pt x="58293" y="99843"/>
                      </a:cubicBezTo>
                      <a:cubicBezTo>
                        <a:pt x="58293" y="100034"/>
                        <a:pt x="58293" y="100319"/>
                        <a:pt x="58484" y="100605"/>
                      </a:cubicBezTo>
                      <a:lnTo>
                        <a:pt x="58865" y="100605"/>
                      </a:lnTo>
                      <a:close/>
                      <a:moveTo>
                        <a:pt x="61817" y="27644"/>
                      </a:moveTo>
                      <a:cubicBezTo>
                        <a:pt x="61817" y="27644"/>
                        <a:pt x="61436" y="28215"/>
                        <a:pt x="60960" y="28215"/>
                      </a:cubicBezTo>
                      <a:cubicBezTo>
                        <a:pt x="60674" y="28025"/>
                        <a:pt x="60388" y="27834"/>
                        <a:pt x="60103" y="27644"/>
                      </a:cubicBezTo>
                      <a:cubicBezTo>
                        <a:pt x="59627" y="27453"/>
                        <a:pt x="59246" y="27644"/>
                        <a:pt x="59150" y="28215"/>
                      </a:cubicBezTo>
                      <a:lnTo>
                        <a:pt x="60960" y="28215"/>
                      </a:lnTo>
                      <a:cubicBezTo>
                        <a:pt x="60960" y="28215"/>
                        <a:pt x="61532" y="28215"/>
                        <a:pt x="61817" y="27644"/>
                      </a:cubicBezTo>
                      <a:close/>
                      <a:moveTo>
                        <a:pt x="61817" y="212"/>
                      </a:moveTo>
                      <a:cubicBezTo>
                        <a:pt x="61817" y="212"/>
                        <a:pt x="63437" y="-265"/>
                        <a:pt x="65151" y="212"/>
                      </a:cubicBezTo>
                      <a:lnTo>
                        <a:pt x="61817" y="212"/>
                      </a:lnTo>
                      <a:close/>
                      <a:moveTo>
                        <a:pt x="65151" y="26024"/>
                      </a:moveTo>
                      <a:cubicBezTo>
                        <a:pt x="65151" y="26024"/>
                        <a:pt x="65627" y="25358"/>
                        <a:pt x="65627" y="24501"/>
                      </a:cubicBezTo>
                      <a:lnTo>
                        <a:pt x="64103" y="24501"/>
                      </a:lnTo>
                      <a:lnTo>
                        <a:pt x="65246" y="26024"/>
                      </a:lnTo>
                      <a:close/>
                      <a:moveTo>
                        <a:pt x="67151" y="212"/>
                      </a:moveTo>
                      <a:cubicBezTo>
                        <a:pt x="66580" y="593"/>
                        <a:pt x="65913" y="593"/>
                        <a:pt x="65151" y="212"/>
                      </a:cubicBezTo>
                      <a:lnTo>
                        <a:pt x="67151" y="212"/>
                      </a:lnTo>
                      <a:close/>
                      <a:moveTo>
                        <a:pt x="67151" y="98319"/>
                      </a:moveTo>
                      <a:cubicBezTo>
                        <a:pt x="67151" y="98319"/>
                        <a:pt x="67437" y="98605"/>
                        <a:pt x="67532" y="99081"/>
                      </a:cubicBezTo>
                      <a:cubicBezTo>
                        <a:pt x="67532" y="99557"/>
                        <a:pt x="67723" y="99843"/>
                        <a:pt x="67913" y="100129"/>
                      </a:cubicBezTo>
                      <a:cubicBezTo>
                        <a:pt x="67532" y="100224"/>
                        <a:pt x="67056" y="99843"/>
                        <a:pt x="66389" y="98891"/>
                      </a:cubicBezTo>
                      <a:lnTo>
                        <a:pt x="67246" y="98319"/>
                      </a:lnTo>
                      <a:close/>
                      <a:moveTo>
                        <a:pt x="70961" y="52313"/>
                      </a:moveTo>
                      <a:lnTo>
                        <a:pt x="71628" y="51742"/>
                      </a:lnTo>
                      <a:cubicBezTo>
                        <a:pt x="71628" y="51742"/>
                        <a:pt x="71247" y="52028"/>
                        <a:pt x="70961" y="52313"/>
                      </a:cubicBezTo>
                      <a:cubicBezTo>
                        <a:pt x="70104" y="51456"/>
                        <a:pt x="69437" y="51170"/>
                        <a:pt x="68961" y="51361"/>
                      </a:cubicBezTo>
                      <a:lnTo>
                        <a:pt x="68294" y="56790"/>
                      </a:lnTo>
                      <a:lnTo>
                        <a:pt x="69818" y="56790"/>
                      </a:lnTo>
                      <a:cubicBezTo>
                        <a:pt x="69437" y="55457"/>
                        <a:pt x="69818" y="53933"/>
                        <a:pt x="70961" y="52313"/>
                      </a:cubicBezTo>
                      <a:close/>
                      <a:moveTo>
                        <a:pt x="68294" y="95652"/>
                      </a:moveTo>
                      <a:lnTo>
                        <a:pt x="69437" y="93557"/>
                      </a:lnTo>
                      <a:lnTo>
                        <a:pt x="70485" y="93557"/>
                      </a:lnTo>
                      <a:lnTo>
                        <a:pt x="68294" y="95652"/>
                      </a:lnTo>
                      <a:close/>
                      <a:moveTo>
                        <a:pt x="70485" y="48503"/>
                      </a:moveTo>
                      <a:cubicBezTo>
                        <a:pt x="70485" y="48503"/>
                        <a:pt x="69723" y="48408"/>
                        <a:pt x="69247" y="48503"/>
                      </a:cubicBezTo>
                      <a:cubicBezTo>
                        <a:pt x="68771" y="48885"/>
                        <a:pt x="68580" y="49170"/>
                        <a:pt x="68580" y="49551"/>
                      </a:cubicBezTo>
                      <a:cubicBezTo>
                        <a:pt x="68580" y="49837"/>
                        <a:pt x="68675" y="50027"/>
                        <a:pt x="69056" y="50123"/>
                      </a:cubicBezTo>
                      <a:cubicBezTo>
                        <a:pt x="69056" y="50123"/>
                        <a:pt x="69437" y="49837"/>
                        <a:pt x="70009" y="49742"/>
                      </a:cubicBezTo>
                      <a:cubicBezTo>
                        <a:pt x="70580" y="49551"/>
                        <a:pt x="70771" y="49075"/>
                        <a:pt x="70580" y="48408"/>
                      </a:cubicBezTo>
                      <a:close/>
                      <a:moveTo>
                        <a:pt x="69818" y="39931"/>
                      </a:moveTo>
                      <a:lnTo>
                        <a:pt x="69437" y="41836"/>
                      </a:lnTo>
                      <a:lnTo>
                        <a:pt x="70961" y="41836"/>
                      </a:lnTo>
                      <a:lnTo>
                        <a:pt x="70961" y="40407"/>
                      </a:lnTo>
                      <a:cubicBezTo>
                        <a:pt x="70961" y="40407"/>
                        <a:pt x="70485" y="40407"/>
                        <a:pt x="69818" y="40026"/>
                      </a:cubicBezTo>
                      <a:close/>
                      <a:moveTo>
                        <a:pt x="77915" y="54123"/>
                      </a:moveTo>
                      <a:lnTo>
                        <a:pt x="75819" y="52790"/>
                      </a:lnTo>
                      <a:lnTo>
                        <a:pt x="75819" y="52028"/>
                      </a:lnTo>
                      <a:lnTo>
                        <a:pt x="77915" y="50789"/>
                      </a:lnTo>
                      <a:lnTo>
                        <a:pt x="75819" y="48980"/>
                      </a:lnTo>
                      <a:lnTo>
                        <a:pt x="75819" y="52028"/>
                      </a:lnTo>
                      <a:lnTo>
                        <a:pt x="75248" y="52313"/>
                      </a:lnTo>
                      <a:lnTo>
                        <a:pt x="75819" y="52790"/>
                      </a:lnTo>
                      <a:lnTo>
                        <a:pt x="75819" y="55647"/>
                      </a:lnTo>
                      <a:lnTo>
                        <a:pt x="76391" y="53647"/>
                      </a:lnTo>
                      <a:lnTo>
                        <a:pt x="77915" y="54123"/>
                      </a:lnTo>
                      <a:close/>
                      <a:moveTo>
                        <a:pt x="78581" y="34502"/>
                      </a:moveTo>
                      <a:lnTo>
                        <a:pt x="78581" y="32787"/>
                      </a:lnTo>
                      <a:cubicBezTo>
                        <a:pt x="77534" y="32406"/>
                        <a:pt x="76771" y="32787"/>
                        <a:pt x="76391" y="33740"/>
                      </a:cubicBezTo>
                      <a:cubicBezTo>
                        <a:pt x="76581" y="34216"/>
                        <a:pt x="76867" y="34502"/>
                        <a:pt x="77343" y="34502"/>
                      </a:cubicBezTo>
                      <a:lnTo>
                        <a:pt x="78581" y="34502"/>
                      </a:lnTo>
                      <a:close/>
                      <a:moveTo>
                        <a:pt x="90297" y="58314"/>
                      </a:moveTo>
                      <a:lnTo>
                        <a:pt x="90583" y="57933"/>
                      </a:lnTo>
                      <a:cubicBezTo>
                        <a:pt x="90583" y="57933"/>
                        <a:pt x="90964" y="57743"/>
                        <a:pt x="91154" y="57171"/>
                      </a:cubicBezTo>
                      <a:cubicBezTo>
                        <a:pt x="92393" y="58410"/>
                        <a:pt x="93059" y="59076"/>
                        <a:pt x="93345" y="59076"/>
                      </a:cubicBezTo>
                      <a:cubicBezTo>
                        <a:pt x="92869" y="58790"/>
                        <a:pt x="92297" y="58124"/>
                        <a:pt x="91726" y="57076"/>
                      </a:cubicBezTo>
                      <a:cubicBezTo>
                        <a:pt x="91154" y="56028"/>
                        <a:pt x="90392" y="55552"/>
                        <a:pt x="89535" y="55647"/>
                      </a:cubicBezTo>
                      <a:lnTo>
                        <a:pt x="91059" y="57267"/>
                      </a:lnTo>
                      <a:lnTo>
                        <a:pt x="90488" y="58028"/>
                      </a:lnTo>
                      <a:lnTo>
                        <a:pt x="90202" y="58028"/>
                      </a:lnTo>
                      <a:lnTo>
                        <a:pt x="90202" y="58505"/>
                      </a:lnTo>
                      <a:lnTo>
                        <a:pt x="90297" y="58505"/>
                      </a:lnTo>
                      <a:lnTo>
                        <a:pt x="90583" y="61172"/>
                      </a:lnTo>
                      <a:cubicBezTo>
                        <a:pt x="89535" y="60886"/>
                        <a:pt x="88106" y="60219"/>
                        <a:pt x="86201" y="59171"/>
                      </a:cubicBezTo>
                      <a:lnTo>
                        <a:pt x="86392" y="59171"/>
                      </a:lnTo>
                      <a:lnTo>
                        <a:pt x="85630" y="58505"/>
                      </a:lnTo>
                      <a:lnTo>
                        <a:pt x="86773" y="57362"/>
                      </a:lnTo>
                      <a:cubicBezTo>
                        <a:pt x="86773" y="57362"/>
                        <a:pt x="85630" y="57267"/>
                        <a:pt x="84582" y="56885"/>
                      </a:cubicBezTo>
                      <a:cubicBezTo>
                        <a:pt x="83534" y="56600"/>
                        <a:pt x="82772" y="56409"/>
                        <a:pt x="82201" y="56409"/>
                      </a:cubicBezTo>
                      <a:cubicBezTo>
                        <a:pt x="81534" y="56409"/>
                        <a:pt x="80963" y="56600"/>
                        <a:pt x="80391" y="56981"/>
                      </a:cubicBezTo>
                      <a:cubicBezTo>
                        <a:pt x="82772" y="57171"/>
                        <a:pt x="84011" y="58028"/>
                        <a:pt x="84011" y="59648"/>
                      </a:cubicBezTo>
                      <a:cubicBezTo>
                        <a:pt x="84011" y="60029"/>
                        <a:pt x="83915" y="60410"/>
                        <a:pt x="83725" y="60791"/>
                      </a:cubicBezTo>
                      <a:lnTo>
                        <a:pt x="78867" y="61267"/>
                      </a:lnTo>
                      <a:lnTo>
                        <a:pt x="80010" y="62410"/>
                      </a:lnTo>
                      <a:lnTo>
                        <a:pt x="81153" y="61267"/>
                      </a:lnTo>
                      <a:cubicBezTo>
                        <a:pt x="81153" y="61267"/>
                        <a:pt x="81629" y="61553"/>
                        <a:pt x="82296" y="61934"/>
                      </a:cubicBezTo>
                      <a:cubicBezTo>
                        <a:pt x="82296" y="62124"/>
                        <a:pt x="82010" y="62315"/>
                        <a:pt x="81629" y="62791"/>
                      </a:cubicBezTo>
                      <a:cubicBezTo>
                        <a:pt x="81915" y="62791"/>
                        <a:pt x="82963" y="63172"/>
                        <a:pt x="84963" y="63934"/>
                      </a:cubicBezTo>
                      <a:lnTo>
                        <a:pt x="84963" y="62315"/>
                      </a:lnTo>
                      <a:cubicBezTo>
                        <a:pt x="84963" y="62315"/>
                        <a:pt x="85916" y="62315"/>
                        <a:pt x="86487" y="62696"/>
                      </a:cubicBezTo>
                      <a:cubicBezTo>
                        <a:pt x="87059" y="63077"/>
                        <a:pt x="87440" y="63362"/>
                        <a:pt x="87630" y="63458"/>
                      </a:cubicBezTo>
                      <a:lnTo>
                        <a:pt x="84296" y="59648"/>
                      </a:lnTo>
                      <a:lnTo>
                        <a:pt x="85439" y="58505"/>
                      </a:lnTo>
                      <a:cubicBezTo>
                        <a:pt x="85439" y="58505"/>
                        <a:pt x="85820" y="58505"/>
                        <a:pt x="85916" y="58695"/>
                      </a:cubicBezTo>
                      <a:cubicBezTo>
                        <a:pt x="86106" y="58695"/>
                        <a:pt x="86201" y="58981"/>
                        <a:pt x="86392" y="59171"/>
                      </a:cubicBezTo>
                      <a:lnTo>
                        <a:pt x="85820" y="59552"/>
                      </a:lnTo>
                      <a:cubicBezTo>
                        <a:pt x="87059" y="61267"/>
                        <a:pt x="89345" y="61838"/>
                        <a:pt x="92774" y="61172"/>
                      </a:cubicBezTo>
                      <a:lnTo>
                        <a:pt x="90297" y="58314"/>
                      </a:lnTo>
                      <a:close/>
                      <a:moveTo>
                        <a:pt x="83153" y="67363"/>
                      </a:moveTo>
                      <a:lnTo>
                        <a:pt x="83153" y="65077"/>
                      </a:lnTo>
                      <a:lnTo>
                        <a:pt x="82772" y="65077"/>
                      </a:lnTo>
                      <a:lnTo>
                        <a:pt x="82772" y="67363"/>
                      </a:lnTo>
                      <a:lnTo>
                        <a:pt x="83153" y="67363"/>
                      </a:lnTo>
                      <a:close/>
                      <a:moveTo>
                        <a:pt x="91821" y="66601"/>
                      </a:moveTo>
                      <a:lnTo>
                        <a:pt x="91821" y="65458"/>
                      </a:lnTo>
                      <a:cubicBezTo>
                        <a:pt x="91821" y="65458"/>
                        <a:pt x="90583" y="65363"/>
                        <a:pt x="89630" y="65172"/>
                      </a:cubicBezTo>
                      <a:cubicBezTo>
                        <a:pt x="88583" y="64982"/>
                        <a:pt x="87821" y="64886"/>
                        <a:pt x="87249" y="64886"/>
                      </a:cubicBezTo>
                      <a:cubicBezTo>
                        <a:pt x="85820" y="64886"/>
                        <a:pt x="84868" y="65458"/>
                        <a:pt x="84296" y="66601"/>
                      </a:cubicBezTo>
                      <a:lnTo>
                        <a:pt x="91821" y="66601"/>
                      </a:lnTo>
                      <a:close/>
                      <a:moveTo>
                        <a:pt x="90678" y="62696"/>
                      </a:moveTo>
                      <a:lnTo>
                        <a:pt x="92202" y="63362"/>
                      </a:lnTo>
                      <a:lnTo>
                        <a:pt x="91726" y="62696"/>
                      </a:lnTo>
                      <a:lnTo>
                        <a:pt x="90583" y="62696"/>
                      </a:lnTo>
                      <a:close/>
                      <a:moveTo>
                        <a:pt x="114014" y="42598"/>
                      </a:moveTo>
                      <a:cubicBezTo>
                        <a:pt x="115729" y="42122"/>
                        <a:pt x="116586" y="41264"/>
                        <a:pt x="116681" y="40026"/>
                      </a:cubicBezTo>
                      <a:cubicBezTo>
                        <a:pt x="116681" y="39074"/>
                        <a:pt x="117538" y="38693"/>
                        <a:pt x="118872" y="38788"/>
                      </a:cubicBezTo>
                      <a:cubicBezTo>
                        <a:pt x="118491" y="38407"/>
                        <a:pt x="118110" y="38217"/>
                        <a:pt x="117824" y="38217"/>
                      </a:cubicBezTo>
                      <a:cubicBezTo>
                        <a:pt x="117253" y="38217"/>
                        <a:pt x="116396" y="39360"/>
                        <a:pt x="115157" y="41550"/>
                      </a:cubicBezTo>
                      <a:lnTo>
                        <a:pt x="114681" y="40788"/>
                      </a:lnTo>
                      <a:lnTo>
                        <a:pt x="115157" y="39931"/>
                      </a:lnTo>
                      <a:lnTo>
                        <a:pt x="110966" y="38407"/>
                      </a:lnTo>
                      <a:cubicBezTo>
                        <a:pt x="108585" y="41169"/>
                        <a:pt x="105537" y="43265"/>
                        <a:pt x="101918" y="44693"/>
                      </a:cubicBezTo>
                      <a:cubicBezTo>
                        <a:pt x="101918" y="44884"/>
                        <a:pt x="101537" y="45360"/>
                        <a:pt x="101060" y="46313"/>
                      </a:cubicBezTo>
                      <a:cubicBezTo>
                        <a:pt x="100584" y="47170"/>
                        <a:pt x="100298" y="47742"/>
                        <a:pt x="100298" y="47837"/>
                      </a:cubicBezTo>
                      <a:cubicBezTo>
                        <a:pt x="100298" y="48122"/>
                        <a:pt x="100489" y="48218"/>
                        <a:pt x="100870" y="48122"/>
                      </a:cubicBezTo>
                      <a:cubicBezTo>
                        <a:pt x="101060" y="47360"/>
                        <a:pt x="101632" y="46979"/>
                        <a:pt x="102679" y="46979"/>
                      </a:cubicBezTo>
                      <a:lnTo>
                        <a:pt x="103537" y="46979"/>
                      </a:lnTo>
                      <a:lnTo>
                        <a:pt x="102679" y="45836"/>
                      </a:lnTo>
                      <a:lnTo>
                        <a:pt x="103537" y="44693"/>
                      </a:lnTo>
                      <a:cubicBezTo>
                        <a:pt x="104394" y="44693"/>
                        <a:pt x="105251" y="44312"/>
                        <a:pt x="106109" y="43741"/>
                      </a:cubicBezTo>
                      <a:cubicBezTo>
                        <a:pt x="106966" y="43265"/>
                        <a:pt x="107728" y="42979"/>
                        <a:pt x="108299" y="42979"/>
                      </a:cubicBezTo>
                      <a:cubicBezTo>
                        <a:pt x="108680" y="42979"/>
                        <a:pt x="109061" y="42979"/>
                        <a:pt x="109538" y="43074"/>
                      </a:cubicBezTo>
                      <a:lnTo>
                        <a:pt x="107347" y="46979"/>
                      </a:lnTo>
                      <a:cubicBezTo>
                        <a:pt x="108013" y="47170"/>
                        <a:pt x="108490" y="47265"/>
                        <a:pt x="109061" y="47265"/>
                      </a:cubicBezTo>
                      <a:cubicBezTo>
                        <a:pt x="109823" y="47265"/>
                        <a:pt x="110204" y="46884"/>
                        <a:pt x="110204" y="46313"/>
                      </a:cubicBezTo>
                      <a:cubicBezTo>
                        <a:pt x="110204" y="46027"/>
                        <a:pt x="110204" y="45551"/>
                        <a:pt x="110014" y="45074"/>
                      </a:cubicBezTo>
                      <a:cubicBezTo>
                        <a:pt x="110014" y="44503"/>
                        <a:pt x="109823" y="44027"/>
                        <a:pt x="109823" y="43646"/>
                      </a:cubicBezTo>
                      <a:cubicBezTo>
                        <a:pt x="109823" y="42503"/>
                        <a:pt x="110300" y="41645"/>
                        <a:pt x="111062" y="40884"/>
                      </a:cubicBezTo>
                      <a:lnTo>
                        <a:pt x="112204" y="41931"/>
                      </a:lnTo>
                      <a:cubicBezTo>
                        <a:pt x="112204" y="41931"/>
                        <a:pt x="112586" y="41741"/>
                        <a:pt x="112776" y="41645"/>
                      </a:cubicBezTo>
                      <a:cubicBezTo>
                        <a:pt x="112395" y="41074"/>
                        <a:pt x="112204" y="40598"/>
                        <a:pt x="112204" y="40407"/>
                      </a:cubicBezTo>
                      <a:cubicBezTo>
                        <a:pt x="112204" y="39931"/>
                        <a:pt x="112490" y="39550"/>
                        <a:pt x="113348" y="39264"/>
                      </a:cubicBezTo>
                      <a:lnTo>
                        <a:pt x="114871" y="41550"/>
                      </a:lnTo>
                      <a:lnTo>
                        <a:pt x="113729" y="42693"/>
                      </a:lnTo>
                      <a:cubicBezTo>
                        <a:pt x="113729" y="42693"/>
                        <a:pt x="113729" y="43265"/>
                        <a:pt x="114110" y="43551"/>
                      </a:cubicBezTo>
                      <a:cubicBezTo>
                        <a:pt x="114491" y="43836"/>
                        <a:pt x="114681" y="44122"/>
                        <a:pt x="114776" y="44217"/>
                      </a:cubicBezTo>
                      <a:lnTo>
                        <a:pt x="114110" y="42693"/>
                      </a:lnTo>
                      <a:close/>
                      <a:moveTo>
                        <a:pt x="108680" y="5260"/>
                      </a:moveTo>
                      <a:lnTo>
                        <a:pt x="108680" y="6974"/>
                      </a:lnTo>
                      <a:lnTo>
                        <a:pt x="109347" y="6974"/>
                      </a:lnTo>
                      <a:lnTo>
                        <a:pt x="109347" y="5260"/>
                      </a:lnTo>
                      <a:lnTo>
                        <a:pt x="108680" y="5260"/>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 name="Google Shape;847;p99"/>
                <p:cNvSpPr/>
                <p:nvPr/>
              </p:nvSpPr>
              <p:spPr>
                <a:xfrm>
                  <a:off x="5869876" y="5110257"/>
                  <a:ext cx="109823" cy="134016"/>
                </a:xfrm>
                <a:custGeom>
                  <a:avLst/>
                  <a:gdLst/>
                  <a:ahLst/>
                  <a:cxnLst/>
                  <a:rect l="l" t="t" r="r" b="b"/>
                  <a:pathLst>
                    <a:path w="109823" h="134016" extrusionOk="0">
                      <a:moveTo>
                        <a:pt x="85630" y="109823"/>
                      </a:moveTo>
                      <a:cubicBezTo>
                        <a:pt x="85249" y="111252"/>
                        <a:pt x="85058" y="112585"/>
                        <a:pt x="85058" y="113824"/>
                      </a:cubicBezTo>
                      <a:cubicBezTo>
                        <a:pt x="85058" y="115729"/>
                        <a:pt x="85534" y="117920"/>
                        <a:pt x="86487" y="120396"/>
                      </a:cubicBezTo>
                      <a:cubicBezTo>
                        <a:pt x="87725" y="123444"/>
                        <a:pt x="88487" y="125444"/>
                        <a:pt x="88678" y="126397"/>
                      </a:cubicBezTo>
                      <a:cubicBezTo>
                        <a:pt x="89154" y="126968"/>
                        <a:pt x="89345" y="127540"/>
                        <a:pt x="89345" y="128111"/>
                      </a:cubicBezTo>
                      <a:cubicBezTo>
                        <a:pt x="89345" y="128778"/>
                        <a:pt x="88963" y="129635"/>
                        <a:pt x="88106" y="130588"/>
                      </a:cubicBezTo>
                      <a:cubicBezTo>
                        <a:pt x="86868" y="132016"/>
                        <a:pt x="86201" y="132874"/>
                        <a:pt x="86011" y="133159"/>
                      </a:cubicBezTo>
                      <a:cubicBezTo>
                        <a:pt x="85058" y="132969"/>
                        <a:pt x="84010" y="132874"/>
                        <a:pt x="82963" y="132874"/>
                      </a:cubicBezTo>
                      <a:cubicBezTo>
                        <a:pt x="81915" y="132874"/>
                        <a:pt x="80105" y="133064"/>
                        <a:pt x="77914" y="133255"/>
                      </a:cubicBezTo>
                      <a:cubicBezTo>
                        <a:pt x="75724" y="133540"/>
                        <a:pt x="74009" y="133636"/>
                        <a:pt x="73057" y="133636"/>
                      </a:cubicBezTo>
                      <a:cubicBezTo>
                        <a:pt x="69151" y="133636"/>
                        <a:pt x="66294" y="132397"/>
                        <a:pt x="64484" y="129921"/>
                      </a:cubicBezTo>
                      <a:cubicBezTo>
                        <a:pt x="65056" y="128683"/>
                        <a:pt x="65341" y="127540"/>
                        <a:pt x="65341" y="126492"/>
                      </a:cubicBezTo>
                      <a:cubicBezTo>
                        <a:pt x="65341" y="124968"/>
                        <a:pt x="64579" y="123254"/>
                        <a:pt x="62960" y="121348"/>
                      </a:cubicBezTo>
                      <a:cubicBezTo>
                        <a:pt x="60770" y="118777"/>
                        <a:pt x="59436" y="117062"/>
                        <a:pt x="59055" y="116110"/>
                      </a:cubicBezTo>
                      <a:cubicBezTo>
                        <a:pt x="58579" y="115919"/>
                        <a:pt x="58102" y="115824"/>
                        <a:pt x="57531" y="115824"/>
                      </a:cubicBezTo>
                      <a:cubicBezTo>
                        <a:pt x="56769" y="115824"/>
                        <a:pt x="55531" y="116110"/>
                        <a:pt x="53721" y="116491"/>
                      </a:cubicBezTo>
                      <a:cubicBezTo>
                        <a:pt x="52006" y="116872"/>
                        <a:pt x="50673" y="117157"/>
                        <a:pt x="50006" y="117157"/>
                      </a:cubicBezTo>
                      <a:cubicBezTo>
                        <a:pt x="48101" y="117157"/>
                        <a:pt x="46863" y="116300"/>
                        <a:pt x="46387" y="114586"/>
                      </a:cubicBezTo>
                      <a:lnTo>
                        <a:pt x="45244" y="114586"/>
                      </a:lnTo>
                      <a:cubicBezTo>
                        <a:pt x="45244" y="113919"/>
                        <a:pt x="45053" y="112966"/>
                        <a:pt x="44863" y="111823"/>
                      </a:cubicBezTo>
                      <a:cubicBezTo>
                        <a:pt x="44577" y="110776"/>
                        <a:pt x="44387" y="110014"/>
                        <a:pt x="44387" y="109633"/>
                      </a:cubicBezTo>
                      <a:cubicBezTo>
                        <a:pt x="44387" y="108871"/>
                        <a:pt x="44767" y="108299"/>
                        <a:pt x="45244" y="107823"/>
                      </a:cubicBezTo>
                      <a:cubicBezTo>
                        <a:pt x="44767" y="107156"/>
                        <a:pt x="44577" y="106489"/>
                        <a:pt x="44577" y="105823"/>
                      </a:cubicBezTo>
                      <a:cubicBezTo>
                        <a:pt x="44577" y="105251"/>
                        <a:pt x="44767" y="104394"/>
                        <a:pt x="45244" y="103251"/>
                      </a:cubicBezTo>
                      <a:cubicBezTo>
                        <a:pt x="45720" y="102108"/>
                        <a:pt x="45910" y="101346"/>
                        <a:pt x="45910" y="100774"/>
                      </a:cubicBezTo>
                      <a:cubicBezTo>
                        <a:pt x="45910" y="100393"/>
                        <a:pt x="45815" y="99917"/>
                        <a:pt x="45625" y="99441"/>
                      </a:cubicBezTo>
                      <a:cubicBezTo>
                        <a:pt x="46387" y="98012"/>
                        <a:pt x="48958" y="97250"/>
                        <a:pt x="53054" y="97155"/>
                      </a:cubicBezTo>
                      <a:cubicBezTo>
                        <a:pt x="56769" y="97060"/>
                        <a:pt x="58579" y="96393"/>
                        <a:pt x="58579" y="95155"/>
                      </a:cubicBezTo>
                      <a:cubicBezTo>
                        <a:pt x="58579" y="94393"/>
                        <a:pt x="58102" y="93250"/>
                        <a:pt x="57055" y="91726"/>
                      </a:cubicBezTo>
                      <a:lnTo>
                        <a:pt x="58960" y="91726"/>
                      </a:lnTo>
                      <a:cubicBezTo>
                        <a:pt x="58960" y="92488"/>
                        <a:pt x="59150" y="93440"/>
                        <a:pt x="59722" y="94488"/>
                      </a:cubicBezTo>
                      <a:cubicBezTo>
                        <a:pt x="60007" y="94202"/>
                        <a:pt x="60198" y="93440"/>
                        <a:pt x="60293" y="92202"/>
                      </a:cubicBezTo>
                      <a:cubicBezTo>
                        <a:pt x="60293" y="91249"/>
                        <a:pt x="60865" y="90678"/>
                        <a:pt x="61817" y="90583"/>
                      </a:cubicBezTo>
                      <a:lnTo>
                        <a:pt x="60198" y="88868"/>
                      </a:lnTo>
                      <a:lnTo>
                        <a:pt x="61817" y="88392"/>
                      </a:lnTo>
                      <a:lnTo>
                        <a:pt x="60579" y="87249"/>
                      </a:lnTo>
                      <a:cubicBezTo>
                        <a:pt x="60579" y="87249"/>
                        <a:pt x="60960" y="87535"/>
                        <a:pt x="61341" y="87535"/>
                      </a:cubicBezTo>
                      <a:cubicBezTo>
                        <a:pt x="61722" y="87535"/>
                        <a:pt x="62198" y="87344"/>
                        <a:pt x="62960" y="86963"/>
                      </a:cubicBezTo>
                      <a:cubicBezTo>
                        <a:pt x="63627" y="86487"/>
                        <a:pt x="64103" y="86296"/>
                        <a:pt x="64389" y="86296"/>
                      </a:cubicBezTo>
                      <a:cubicBezTo>
                        <a:pt x="64865" y="86296"/>
                        <a:pt x="65151" y="86773"/>
                        <a:pt x="65246" y="87725"/>
                      </a:cubicBezTo>
                      <a:cubicBezTo>
                        <a:pt x="64960" y="87725"/>
                        <a:pt x="63817" y="88106"/>
                        <a:pt x="61913" y="88868"/>
                      </a:cubicBezTo>
                      <a:cubicBezTo>
                        <a:pt x="61913" y="88868"/>
                        <a:pt x="62770" y="89440"/>
                        <a:pt x="64103" y="90297"/>
                      </a:cubicBezTo>
                      <a:cubicBezTo>
                        <a:pt x="64960" y="90868"/>
                        <a:pt x="65341" y="91440"/>
                        <a:pt x="65341" y="92012"/>
                      </a:cubicBezTo>
                      <a:cubicBezTo>
                        <a:pt x="65341" y="92297"/>
                        <a:pt x="65341" y="92583"/>
                        <a:pt x="65246" y="92869"/>
                      </a:cubicBezTo>
                      <a:cubicBezTo>
                        <a:pt x="65722" y="92583"/>
                        <a:pt x="66008" y="92012"/>
                        <a:pt x="66199" y="91249"/>
                      </a:cubicBezTo>
                      <a:cubicBezTo>
                        <a:pt x="66389" y="90392"/>
                        <a:pt x="66389" y="89916"/>
                        <a:pt x="66104" y="89535"/>
                      </a:cubicBezTo>
                      <a:lnTo>
                        <a:pt x="67913" y="87630"/>
                      </a:lnTo>
                      <a:lnTo>
                        <a:pt x="64103" y="84010"/>
                      </a:lnTo>
                      <a:lnTo>
                        <a:pt x="64579" y="83248"/>
                      </a:lnTo>
                      <a:cubicBezTo>
                        <a:pt x="64579" y="83248"/>
                        <a:pt x="64008" y="82677"/>
                        <a:pt x="63532" y="82677"/>
                      </a:cubicBezTo>
                      <a:cubicBezTo>
                        <a:pt x="63341" y="82677"/>
                        <a:pt x="62960" y="82867"/>
                        <a:pt x="62389" y="83344"/>
                      </a:cubicBezTo>
                      <a:cubicBezTo>
                        <a:pt x="61817" y="83820"/>
                        <a:pt x="61150" y="84010"/>
                        <a:pt x="60674" y="83915"/>
                      </a:cubicBezTo>
                      <a:cubicBezTo>
                        <a:pt x="60484" y="83820"/>
                        <a:pt x="59246" y="83725"/>
                        <a:pt x="57055" y="83725"/>
                      </a:cubicBezTo>
                      <a:cubicBezTo>
                        <a:pt x="55721" y="83725"/>
                        <a:pt x="55054" y="82867"/>
                        <a:pt x="54959" y="81058"/>
                      </a:cubicBezTo>
                      <a:cubicBezTo>
                        <a:pt x="54197" y="80677"/>
                        <a:pt x="53816" y="80200"/>
                        <a:pt x="53816" y="79343"/>
                      </a:cubicBezTo>
                      <a:cubicBezTo>
                        <a:pt x="53816" y="78962"/>
                        <a:pt x="53912" y="78296"/>
                        <a:pt x="54102" y="77438"/>
                      </a:cubicBezTo>
                      <a:cubicBezTo>
                        <a:pt x="54292" y="76581"/>
                        <a:pt x="54388" y="75914"/>
                        <a:pt x="54388" y="75438"/>
                      </a:cubicBezTo>
                      <a:cubicBezTo>
                        <a:pt x="54388" y="74200"/>
                        <a:pt x="53626" y="73438"/>
                        <a:pt x="52197" y="73342"/>
                      </a:cubicBezTo>
                      <a:cubicBezTo>
                        <a:pt x="51911" y="72866"/>
                        <a:pt x="51721" y="72295"/>
                        <a:pt x="51721" y="71628"/>
                      </a:cubicBezTo>
                      <a:cubicBezTo>
                        <a:pt x="51721" y="71342"/>
                        <a:pt x="51721" y="70866"/>
                        <a:pt x="51816" y="70295"/>
                      </a:cubicBezTo>
                      <a:cubicBezTo>
                        <a:pt x="51816" y="69628"/>
                        <a:pt x="52006" y="69247"/>
                        <a:pt x="52006" y="68961"/>
                      </a:cubicBezTo>
                      <a:cubicBezTo>
                        <a:pt x="52006" y="68008"/>
                        <a:pt x="51530" y="67246"/>
                        <a:pt x="50578" y="66675"/>
                      </a:cubicBezTo>
                      <a:lnTo>
                        <a:pt x="49054" y="66199"/>
                      </a:lnTo>
                      <a:cubicBezTo>
                        <a:pt x="49816" y="65246"/>
                        <a:pt x="50101" y="64198"/>
                        <a:pt x="50101" y="63151"/>
                      </a:cubicBezTo>
                      <a:cubicBezTo>
                        <a:pt x="50101" y="62198"/>
                        <a:pt x="49816" y="60960"/>
                        <a:pt x="49149" y="59531"/>
                      </a:cubicBezTo>
                      <a:cubicBezTo>
                        <a:pt x="48577" y="58483"/>
                        <a:pt x="48006" y="57436"/>
                        <a:pt x="47434" y="56197"/>
                      </a:cubicBezTo>
                      <a:cubicBezTo>
                        <a:pt x="47911" y="55912"/>
                        <a:pt x="48196" y="55435"/>
                        <a:pt x="48292" y="54959"/>
                      </a:cubicBezTo>
                      <a:cubicBezTo>
                        <a:pt x="48387" y="54292"/>
                        <a:pt x="48101" y="53816"/>
                        <a:pt x="47434" y="53530"/>
                      </a:cubicBezTo>
                      <a:lnTo>
                        <a:pt x="45244" y="53912"/>
                      </a:lnTo>
                      <a:lnTo>
                        <a:pt x="44672" y="49911"/>
                      </a:lnTo>
                      <a:cubicBezTo>
                        <a:pt x="43910" y="50101"/>
                        <a:pt x="43529" y="50673"/>
                        <a:pt x="43529" y="51530"/>
                      </a:cubicBezTo>
                      <a:cubicBezTo>
                        <a:pt x="43529" y="52483"/>
                        <a:pt x="42958" y="53149"/>
                        <a:pt x="42005" y="53435"/>
                      </a:cubicBezTo>
                      <a:cubicBezTo>
                        <a:pt x="42196" y="54007"/>
                        <a:pt x="42291" y="54483"/>
                        <a:pt x="42291" y="54959"/>
                      </a:cubicBezTo>
                      <a:cubicBezTo>
                        <a:pt x="42291" y="55816"/>
                        <a:pt x="41910" y="57055"/>
                        <a:pt x="41148" y="58579"/>
                      </a:cubicBezTo>
                      <a:cubicBezTo>
                        <a:pt x="40386" y="60103"/>
                        <a:pt x="40100" y="61627"/>
                        <a:pt x="40196" y="63341"/>
                      </a:cubicBezTo>
                      <a:cubicBezTo>
                        <a:pt x="38862" y="64103"/>
                        <a:pt x="38005" y="65437"/>
                        <a:pt x="37814" y="67151"/>
                      </a:cubicBezTo>
                      <a:cubicBezTo>
                        <a:pt x="37529" y="69818"/>
                        <a:pt x="37338" y="71152"/>
                        <a:pt x="37147" y="71438"/>
                      </a:cubicBezTo>
                      <a:cubicBezTo>
                        <a:pt x="36671" y="71438"/>
                        <a:pt x="36100" y="72009"/>
                        <a:pt x="35338" y="73438"/>
                      </a:cubicBezTo>
                      <a:cubicBezTo>
                        <a:pt x="34480" y="75247"/>
                        <a:pt x="33623" y="76390"/>
                        <a:pt x="32766" y="76962"/>
                      </a:cubicBezTo>
                      <a:cubicBezTo>
                        <a:pt x="32766" y="77152"/>
                        <a:pt x="33147" y="77724"/>
                        <a:pt x="33909" y="78581"/>
                      </a:cubicBezTo>
                      <a:lnTo>
                        <a:pt x="34862" y="77438"/>
                      </a:lnTo>
                      <a:cubicBezTo>
                        <a:pt x="34862" y="77438"/>
                        <a:pt x="35147" y="77724"/>
                        <a:pt x="35147" y="77914"/>
                      </a:cubicBezTo>
                      <a:cubicBezTo>
                        <a:pt x="35147" y="78200"/>
                        <a:pt x="34957" y="78772"/>
                        <a:pt x="34576" y="79534"/>
                      </a:cubicBezTo>
                      <a:cubicBezTo>
                        <a:pt x="34099" y="80296"/>
                        <a:pt x="33909" y="80772"/>
                        <a:pt x="33909" y="80963"/>
                      </a:cubicBezTo>
                      <a:cubicBezTo>
                        <a:pt x="33147" y="82010"/>
                        <a:pt x="32766" y="82582"/>
                        <a:pt x="32766" y="82582"/>
                      </a:cubicBezTo>
                      <a:lnTo>
                        <a:pt x="33909" y="83725"/>
                      </a:lnTo>
                      <a:cubicBezTo>
                        <a:pt x="34195" y="83248"/>
                        <a:pt x="34576" y="82963"/>
                        <a:pt x="34862" y="82963"/>
                      </a:cubicBezTo>
                      <a:lnTo>
                        <a:pt x="34862" y="84106"/>
                      </a:lnTo>
                      <a:cubicBezTo>
                        <a:pt x="34862" y="84106"/>
                        <a:pt x="34195" y="83725"/>
                        <a:pt x="33909" y="83725"/>
                      </a:cubicBezTo>
                      <a:cubicBezTo>
                        <a:pt x="33147" y="83725"/>
                        <a:pt x="32575" y="84677"/>
                        <a:pt x="32290" y="86582"/>
                      </a:cubicBezTo>
                      <a:cubicBezTo>
                        <a:pt x="31813" y="88773"/>
                        <a:pt x="31242" y="90106"/>
                        <a:pt x="30575" y="90583"/>
                      </a:cubicBezTo>
                      <a:cubicBezTo>
                        <a:pt x="31147" y="91059"/>
                        <a:pt x="31528" y="92107"/>
                        <a:pt x="31813" y="93631"/>
                      </a:cubicBezTo>
                      <a:cubicBezTo>
                        <a:pt x="32099" y="95155"/>
                        <a:pt x="32766" y="96202"/>
                        <a:pt x="33909" y="96583"/>
                      </a:cubicBezTo>
                      <a:cubicBezTo>
                        <a:pt x="34480" y="96202"/>
                        <a:pt x="35814" y="96012"/>
                        <a:pt x="37814" y="96202"/>
                      </a:cubicBezTo>
                      <a:cubicBezTo>
                        <a:pt x="39624" y="96202"/>
                        <a:pt x="40672" y="95917"/>
                        <a:pt x="40862" y="95440"/>
                      </a:cubicBezTo>
                      <a:cubicBezTo>
                        <a:pt x="40862" y="96488"/>
                        <a:pt x="41243" y="98774"/>
                        <a:pt x="41815" y="102298"/>
                      </a:cubicBezTo>
                      <a:cubicBezTo>
                        <a:pt x="42291" y="105061"/>
                        <a:pt x="42577" y="107347"/>
                        <a:pt x="42577" y="109061"/>
                      </a:cubicBezTo>
                      <a:cubicBezTo>
                        <a:pt x="42577" y="111728"/>
                        <a:pt x="42100" y="114300"/>
                        <a:pt x="41243" y="116681"/>
                      </a:cubicBezTo>
                      <a:cubicBezTo>
                        <a:pt x="39910" y="117062"/>
                        <a:pt x="37814" y="117157"/>
                        <a:pt x="34766" y="117157"/>
                      </a:cubicBezTo>
                      <a:cubicBezTo>
                        <a:pt x="31718" y="117062"/>
                        <a:pt x="29432" y="117443"/>
                        <a:pt x="27813" y="118300"/>
                      </a:cubicBezTo>
                      <a:lnTo>
                        <a:pt x="28480" y="118777"/>
                      </a:lnTo>
                      <a:cubicBezTo>
                        <a:pt x="26289" y="119348"/>
                        <a:pt x="24955" y="120967"/>
                        <a:pt x="24574" y="123825"/>
                      </a:cubicBezTo>
                      <a:cubicBezTo>
                        <a:pt x="24384" y="126111"/>
                        <a:pt x="24193" y="128397"/>
                        <a:pt x="23908" y="130492"/>
                      </a:cubicBezTo>
                      <a:cubicBezTo>
                        <a:pt x="23241" y="132683"/>
                        <a:pt x="21336" y="133636"/>
                        <a:pt x="18193" y="133350"/>
                      </a:cubicBezTo>
                      <a:cubicBezTo>
                        <a:pt x="17907" y="133826"/>
                        <a:pt x="17526" y="134017"/>
                        <a:pt x="17050" y="134017"/>
                      </a:cubicBezTo>
                      <a:cubicBezTo>
                        <a:pt x="16669" y="134017"/>
                        <a:pt x="16002" y="133731"/>
                        <a:pt x="15145" y="133350"/>
                      </a:cubicBezTo>
                      <a:cubicBezTo>
                        <a:pt x="14288" y="132874"/>
                        <a:pt x="13621" y="132588"/>
                        <a:pt x="13145" y="132588"/>
                      </a:cubicBezTo>
                      <a:cubicBezTo>
                        <a:pt x="12763" y="132588"/>
                        <a:pt x="12192" y="132588"/>
                        <a:pt x="11430" y="132588"/>
                      </a:cubicBezTo>
                      <a:cubicBezTo>
                        <a:pt x="10858" y="132588"/>
                        <a:pt x="9811" y="132588"/>
                        <a:pt x="8572" y="132779"/>
                      </a:cubicBezTo>
                      <a:cubicBezTo>
                        <a:pt x="7239" y="133064"/>
                        <a:pt x="6287" y="133159"/>
                        <a:pt x="5620" y="133159"/>
                      </a:cubicBezTo>
                      <a:cubicBezTo>
                        <a:pt x="2762" y="133159"/>
                        <a:pt x="1048" y="132207"/>
                        <a:pt x="476" y="130302"/>
                      </a:cubicBezTo>
                      <a:cubicBezTo>
                        <a:pt x="190" y="129445"/>
                        <a:pt x="0" y="128683"/>
                        <a:pt x="0" y="127825"/>
                      </a:cubicBezTo>
                      <a:cubicBezTo>
                        <a:pt x="0" y="126682"/>
                        <a:pt x="476" y="125063"/>
                        <a:pt x="1429" y="123063"/>
                      </a:cubicBezTo>
                      <a:cubicBezTo>
                        <a:pt x="2381" y="121063"/>
                        <a:pt x="2667" y="119348"/>
                        <a:pt x="2476" y="117920"/>
                      </a:cubicBezTo>
                      <a:cubicBezTo>
                        <a:pt x="4000" y="117443"/>
                        <a:pt x="4858" y="116300"/>
                        <a:pt x="4858" y="114586"/>
                      </a:cubicBezTo>
                      <a:cubicBezTo>
                        <a:pt x="4858" y="114300"/>
                        <a:pt x="4858" y="113919"/>
                        <a:pt x="4667" y="113252"/>
                      </a:cubicBezTo>
                      <a:lnTo>
                        <a:pt x="4667" y="111823"/>
                      </a:lnTo>
                      <a:cubicBezTo>
                        <a:pt x="4667" y="110871"/>
                        <a:pt x="4858" y="110109"/>
                        <a:pt x="5239" y="109538"/>
                      </a:cubicBezTo>
                      <a:cubicBezTo>
                        <a:pt x="6763" y="108966"/>
                        <a:pt x="7525" y="107918"/>
                        <a:pt x="7525" y="106394"/>
                      </a:cubicBezTo>
                      <a:cubicBezTo>
                        <a:pt x="7525" y="105918"/>
                        <a:pt x="7429" y="105156"/>
                        <a:pt x="7239" y="104108"/>
                      </a:cubicBezTo>
                      <a:cubicBezTo>
                        <a:pt x="7048" y="103060"/>
                        <a:pt x="6953" y="102203"/>
                        <a:pt x="6953" y="101632"/>
                      </a:cubicBezTo>
                      <a:cubicBezTo>
                        <a:pt x="6953" y="100013"/>
                        <a:pt x="7620" y="98774"/>
                        <a:pt x="9049" y="98012"/>
                      </a:cubicBezTo>
                      <a:cubicBezTo>
                        <a:pt x="8858" y="97346"/>
                        <a:pt x="8763" y="96679"/>
                        <a:pt x="8763" y="96107"/>
                      </a:cubicBezTo>
                      <a:cubicBezTo>
                        <a:pt x="8763" y="94869"/>
                        <a:pt x="9334" y="93345"/>
                        <a:pt x="10382" y="91535"/>
                      </a:cubicBezTo>
                      <a:cubicBezTo>
                        <a:pt x="11525" y="89725"/>
                        <a:pt x="12001" y="88297"/>
                        <a:pt x="12001" y="87439"/>
                      </a:cubicBezTo>
                      <a:cubicBezTo>
                        <a:pt x="12001" y="86582"/>
                        <a:pt x="11716" y="85630"/>
                        <a:pt x="11239" y="84677"/>
                      </a:cubicBezTo>
                      <a:cubicBezTo>
                        <a:pt x="12763" y="82772"/>
                        <a:pt x="13906" y="79915"/>
                        <a:pt x="14573" y="76200"/>
                      </a:cubicBezTo>
                      <a:cubicBezTo>
                        <a:pt x="14954" y="73342"/>
                        <a:pt x="15240" y="70485"/>
                        <a:pt x="15526" y="67627"/>
                      </a:cubicBezTo>
                      <a:cubicBezTo>
                        <a:pt x="17050" y="66961"/>
                        <a:pt x="18002" y="65341"/>
                        <a:pt x="18383" y="62579"/>
                      </a:cubicBezTo>
                      <a:cubicBezTo>
                        <a:pt x="18764" y="59912"/>
                        <a:pt x="19621" y="58102"/>
                        <a:pt x="20860" y="57245"/>
                      </a:cubicBezTo>
                      <a:cubicBezTo>
                        <a:pt x="20479" y="56388"/>
                        <a:pt x="20288" y="55435"/>
                        <a:pt x="20288" y="54388"/>
                      </a:cubicBezTo>
                      <a:cubicBezTo>
                        <a:pt x="20288" y="53435"/>
                        <a:pt x="20479" y="52197"/>
                        <a:pt x="20764" y="50673"/>
                      </a:cubicBezTo>
                      <a:cubicBezTo>
                        <a:pt x="21050" y="49149"/>
                        <a:pt x="21241" y="48196"/>
                        <a:pt x="21241" y="47815"/>
                      </a:cubicBezTo>
                      <a:cubicBezTo>
                        <a:pt x="22384" y="47149"/>
                        <a:pt x="22955" y="46291"/>
                        <a:pt x="22955" y="45148"/>
                      </a:cubicBezTo>
                      <a:lnTo>
                        <a:pt x="22955" y="43434"/>
                      </a:lnTo>
                      <a:cubicBezTo>
                        <a:pt x="22955" y="42005"/>
                        <a:pt x="23717" y="40862"/>
                        <a:pt x="25146" y="39814"/>
                      </a:cubicBezTo>
                      <a:cubicBezTo>
                        <a:pt x="24384" y="38481"/>
                        <a:pt x="24384" y="36100"/>
                        <a:pt x="25146" y="32766"/>
                      </a:cubicBezTo>
                      <a:cubicBezTo>
                        <a:pt x="27337" y="32385"/>
                        <a:pt x="28194" y="30956"/>
                        <a:pt x="27718" y="28384"/>
                      </a:cubicBezTo>
                      <a:cubicBezTo>
                        <a:pt x="27146" y="25337"/>
                        <a:pt x="27241" y="23527"/>
                        <a:pt x="27813" y="22860"/>
                      </a:cubicBezTo>
                      <a:cubicBezTo>
                        <a:pt x="30385" y="19812"/>
                        <a:pt x="32480" y="18288"/>
                        <a:pt x="34099" y="18288"/>
                      </a:cubicBezTo>
                      <a:cubicBezTo>
                        <a:pt x="35242" y="18288"/>
                        <a:pt x="36195" y="18859"/>
                        <a:pt x="37052" y="20002"/>
                      </a:cubicBezTo>
                      <a:cubicBezTo>
                        <a:pt x="37338" y="19812"/>
                        <a:pt x="37433" y="19336"/>
                        <a:pt x="37433" y="18479"/>
                      </a:cubicBezTo>
                      <a:cubicBezTo>
                        <a:pt x="37719" y="18288"/>
                        <a:pt x="38005" y="18193"/>
                        <a:pt x="38481" y="18193"/>
                      </a:cubicBezTo>
                      <a:cubicBezTo>
                        <a:pt x="38862" y="18193"/>
                        <a:pt x="39433" y="18193"/>
                        <a:pt x="40386" y="18479"/>
                      </a:cubicBezTo>
                      <a:cubicBezTo>
                        <a:pt x="41243" y="18764"/>
                        <a:pt x="41910" y="18859"/>
                        <a:pt x="42291" y="18859"/>
                      </a:cubicBezTo>
                      <a:cubicBezTo>
                        <a:pt x="43434" y="18859"/>
                        <a:pt x="44196" y="18383"/>
                        <a:pt x="44672" y="17240"/>
                      </a:cubicBezTo>
                      <a:cubicBezTo>
                        <a:pt x="45148" y="17621"/>
                        <a:pt x="46006" y="18288"/>
                        <a:pt x="47434" y="19240"/>
                      </a:cubicBezTo>
                      <a:cubicBezTo>
                        <a:pt x="47815" y="18479"/>
                        <a:pt x="48387" y="18097"/>
                        <a:pt x="49149" y="18097"/>
                      </a:cubicBezTo>
                      <a:cubicBezTo>
                        <a:pt x="49625" y="18097"/>
                        <a:pt x="50387" y="18288"/>
                        <a:pt x="51435" y="18479"/>
                      </a:cubicBezTo>
                      <a:cubicBezTo>
                        <a:pt x="52578" y="18859"/>
                        <a:pt x="53435" y="19050"/>
                        <a:pt x="54007" y="19050"/>
                      </a:cubicBezTo>
                      <a:cubicBezTo>
                        <a:pt x="54483" y="19050"/>
                        <a:pt x="54864" y="19050"/>
                        <a:pt x="55245" y="18764"/>
                      </a:cubicBezTo>
                      <a:cubicBezTo>
                        <a:pt x="56483" y="19526"/>
                        <a:pt x="57721" y="20383"/>
                        <a:pt x="58864" y="21241"/>
                      </a:cubicBezTo>
                      <a:cubicBezTo>
                        <a:pt x="60103" y="22098"/>
                        <a:pt x="60674" y="23241"/>
                        <a:pt x="60674" y="24670"/>
                      </a:cubicBezTo>
                      <a:cubicBezTo>
                        <a:pt x="60674" y="25051"/>
                        <a:pt x="60674" y="25432"/>
                        <a:pt x="60484" y="25908"/>
                      </a:cubicBezTo>
                      <a:lnTo>
                        <a:pt x="62865" y="25432"/>
                      </a:lnTo>
                      <a:cubicBezTo>
                        <a:pt x="62484" y="26670"/>
                        <a:pt x="62389" y="28004"/>
                        <a:pt x="62389" y="29337"/>
                      </a:cubicBezTo>
                      <a:cubicBezTo>
                        <a:pt x="62389" y="32195"/>
                        <a:pt x="63437" y="35433"/>
                        <a:pt x="65627" y="39243"/>
                      </a:cubicBezTo>
                      <a:lnTo>
                        <a:pt x="62960" y="40386"/>
                      </a:lnTo>
                      <a:lnTo>
                        <a:pt x="65627" y="41434"/>
                      </a:lnTo>
                      <a:cubicBezTo>
                        <a:pt x="65627" y="41434"/>
                        <a:pt x="64484" y="41720"/>
                        <a:pt x="63437" y="42577"/>
                      </a:cubicBezTo>
                      <a:lnTo>
                        <a:pt x="63437" y="43148"/>
                      </a:lnTo>
                      <a:cubicBezTo>
                        <a:pt x="64198" y="42863"/>
                        <a:pt x="65437" y="43148"/>
                        <a:pt x="67151" y="43720"/>
                      </a:cubicBezTo>
                      <a:lnTo>
                        <a:pt x="65246" y="46863"/>
                      </a:lnTo>
                      <a:cubicBezTo>
                        <a:pt x="67342" y="49530"/>
                        <a:pt x="69247" y="50863"/>
                        <a:pt x="70961" y="50863"/>
                      </a:cubicBezTo>
                      <a:lnTo>
                        <a:pt x="70961" y="52006"/>
                      </a:lnTo>
                      <a:cubicBezTo>
                        <a:pt x="70295" y="51054"/>
                        <a:pt x="69818" y="50673"/>
                        <a:pt x="69437" y="50863"/>
                      </a:cubicBezTo>
                      <a:cubicBezTo>
                        <a:pt x="69056" y="52197"/>
                        <a:pt x="68866" y="53626"/>
                        <a:pt x="68866" y="55150"/>
                      </a:cubicBezTo>
                      <a:cubicBezTo>
                        <a:pt x="68866" y="58388"/>
                        <a:pt x="69532" y="60674"/>
                        <a:pt x="70961" y="62389"/>
                      </a:cubicBezTo>
                      <a:cubicBezTo>
                        <a:pt x="70580" y="62770"/>
                        <a:pt x="70390" y="63151"/>
                        <a:pt x="70390" y="63532"/>
                      </a:cubicBezTo>
                      <a:cubicBezTo>
                        <a:pt x="70390" y="63913"/>
                        <a:pt x="70771" y="64484"/>
                        <a:pt x="71438" y="65151"/>
                      </a:cubicBezTo>
                      <a:cubicBezTo>
                        <a:pt x="72104" y="65818"/>
                        <a:pt x="72485" y="66389"/>
                        <a:pt x="72485" y="66865"/>
                      </a:cubicBezTo>
                      <a:cubicBezTo>
                        <a:pt x="72485" y="67151"/>
                        <a:pt x="72390" y="67437"/>
                        <a:pt x="72009" y="67913"/>
                      </a:cubicBezTo>
                      <a:lnTo>
                        <a:pt x="73628" y="68580"/>
                      </a:lnTo>
                      <a:cubicBezTo>
                        <a:pt x="74581" y="74104"/>
                        <a:pt x="75152" y="77343"/>
                        <a:pt x="75438" y="78486"/>
                      </a:cubicBezTo>
                      <a:cubicBezTo>
                        <a:pt x="76295" y="82201"/>
                        <a:pt x="77438" y="85344"/>
                        <a:pt x="78867" y="87916"/>
                      </a:cubicBezTo>
                      <a:cubicBezTo>
                        <a:pt x="77724" y="89821"/>
                        <a:pt x="78200" y="91345"/>
                        <a:pt x="80010" y="92392"/>
                      </a:cubicBezTo>
                      <a:cubicBezTo>
                        <a:pt x="79820" y="97155"/>
                        <a:pt x="80486" y="100489"/>
                        <a:pt x="82105" y="102298"/>
                      </a:cubicBezTo>
                      <a:cubicBezTo>
                        <a:pt x="82105" y="106871"/>
                        <a:pt x="83248" y="109252"/>
                        <a:pt x="85439" y="109347"/>
                      </a:cubicBezTo>
                      <a:close/>
                      <a:moveTo>
                        <a:pt x="4763" y="20479"/>
                      </a:moveTo>
                      <a:lnTo>
                        <a:pt x="3620" y="21622"/>
                      </a:lnTo>
                      <a:lnTo>
                        <a:pt x="2096" y="19812"/>
                      </a:lnTo>
                      <a:lnTo>
                        <a:pt x="4763" y="20479"/>
                      </a:lnTo>
                      <a:close/>
                      <a:moveTo>
                        <a:pt x="7144" y="42005"/>
                      </a:moveTo>
                      <a:lnTo>
                        <a:pt x="8001" y="44767"/>
                      </a:lnTo>
                      <a:lnTo>
                        <a:pt x="5905" y="48196"/>
                      </a:lnTo>
                      <a:lnTo>
                        <a:pt x="7144" y="42005"/>
                      </a:lnTo>
                      <a:close/>
                      <a:moveTo>
                        <a:pt x="8954" y="29242"/>
                      </a:moveTo>
                      <a:cubicBezTo>
                        <a:pt x="8954" y="29242"/>
                        <a:pt x="8287" y="29623"/>
                        <a:pt x="7620" y="30385"/>
                      </a:cubicBezTo>
                      <a:lnTo>
                        <a:pt x="7144" y="28765"/>
                      </a:lnTo>
                      <a:lnTo>
                        <a:pt x="8954" y="29242"/>
                      </a:lnTo>
                      <a:close/>
                      <a:moveTo>
                        <a:pt x="20955" y="32099"/>
                      </a:moveTo>
                      <a:cubicBezTo>
                        <a:pt x="20288" y="30575"/>
                        <a:pt x="19050" y="30004"/>
                        <a:pt x="17145" y="30385"/>
                      </a:cubicBezTo>
                      <a:lnTo>
                        <a:pt x="16669" y="30956"/>
                      </a:lnTo>
                      <a:cubicBezTo>
                        <a:pt x="16669" y="30004"/>
                        <a:pt x="16954" y="29527"/>
                        <a:pt x="17526" y="29527"/>
                      </a:cubicBezTo>
                      <a:cubicBezTo>
                        <a:pt x="17621" y="29527"/>
                        <a:pt x="18097" y="29527"/>
                        <a:pt x="19050" y="29908"/>
                      </a:cubicBezTo>
                      <a:cubicBezTo>
                        <a:pt x="19717" y="30099"/>
                        <a:pt x="20383" y="30099"/>
                        <a:pt x="20860" y="29908"/>
                      </a:cubicBezTo>
                      <a:lnTo>
                        <a:pt x="20860" y="32004"/>
                      </a:lnTo>
                      <a:close/>
                      <a:moveTo>
                        <a:pt x="18669" y="78581"/>
                      </a:moveTo>
                      <a:lnTo>
                        <a:pt x="18669" y="75819"/>
                      </a:lnTo>
                      <a:lnTo>
                        <a:pt x="18288" y="75819"/>
                      </a:lnTo>
                      <a:lnTo>
                        <a:pt x="18288" y="78581"/>
                      </a:lnTo>
                      <a:lnTo>
                        <a:pt x="18669" y="78581"/>
                      </a:lnTo>
                      <a:close/>
                      <a:moveTo>
                        <a:pt x="26384" y="34480"/>
                      </a:moveTo>
                      <a:lnTo>
                        <a:pt x="29527" y="32766"/>
                      </a:lnTo>
                      <a:lnTo>
                        <a:pt x="29051" y="31051"/>
                      </a:lnTo>
                      <a:lnTo>
                        <a:pt x="26384" y="34480"/>
                      </a:lnTo>
                      <a:close/>
                      <a:moveTo>
                        <a:pt x="29527" y="54292"/>
                      </a:moveTo>
                      <a:lnTo>
                        <a:pt x="32099" y="55054"/>
                      </a:lnTo>
                      <a:lnTo>
                        <a:pt x="31718" y="54292"/>
                      </a:lnTo>
                      <a:lnTo>
                        <a:pt x="29527" y="54292"/>
                      </a:lnTo>
                      <a:close/>
                      <a:moveTo>
                        <a:pt x="31718" y="51530"/>
                      </a:moveTo>
                      <a:lnTo>
                        <a:pt x="32861" y="50959"/>
                      </a:lnTo>
                      <a:lnTo>
                        <a:pt x="31718" y="49816"/>
                      </a:lnTo>
                      <a:lnTo>
                        <a:pt x="31718" y="51530"/>
                      </a:lnTo>
                      <a:close/>
                      <a:moveTo>
                        <a:pt x="32861" y="27718"/>
                      </a:moveTo>
                      <a:lnTo>
                        <a:pt x="34480" y="27241"/>
                      </a:lnTo>
                      <a:lnTo>
                        <a:pt x="32099" y="26575"/>
                      </a:lnTo>
                      <a:lnTo>
                        <a:pt x="32861" y="27718"/>
                      </a:lnTo>
                      <a:close/>
                      <a:moveTo>
                        <a:pt x="33338" y="9906"/>
                      </a:moveTo>
                      <a:lnTo>
                        <a:pt x="34004" y="11621"/>
                      </a:lnTo>
                      <a:lnTo>
                        <a:pt x="32861" y="11621"/>
                      </a:lnTo>
                      <a:lnTo>
                        <a:pt x="33338" y="9906"/>
                      </a:lnTo>
                      <a:close/>
                      <a:moveTo>
                        <a:pt x="38386" y="6001"/>
                      </a:moveTo>
                      <a:cubicBezTo>
                        <a:pt x="37624" y="5715"/>
                        <a:pt x="37243" y="5143"/>
                        <a:pt x="37243" y="4286"/>
                      </a:cubicBezTo>
                      <a:lnTo>
                        <a:pt x="37243" y="2286"/>
                      </a:lnTo>
                      <a:lnTo>
                        <a:pt x="41053" y="0"/>
                      </a:lnTo>
                      <a:cubicBezTo>
                        <a:pt x="41053" y="0"/>
                        <a:pt x="40576" y="762"/>
                        <a:pt x="39624" y="1333"/>
                      </a:cubicBezTo>
                      <a:cubicBezTo>
                        <a:pt x="38671" y="1905"/>
                        <a:pt x="38195" y="2381"/>
                        <a:pt x="38195" y="2857"/>
                      </a:cubicBezTo>
                      <a:cubicBezTo>
                        <a:pt x="38195" y="3143"/>
                        <a:pt x="38386" y="3524"/>
                        <a:pt x="38862" y="4000"/>
                      </a:cubicBezTo>
                      <a:cubicBezTo>
                        <a:pt x="39052" y="4572"/>
                        <a:pt x="38862" y="5239"/>
                        <a:pt x="38481" y="6001"/>
                      </a:cubicBezTo>
                      <a:close/>
                      <a:moveTo>
                        <a:pt x="42100" y="13335"/>
                      </a:moveTo>
                      <a:lnTo>
                        <a:pt x="43053" y="13335"/>
                      </a:lnTo>
                      <a:lnTo>
                        <a:pt x="41338" y="16192"/>
                      </a:lnTo>
                      <a:lnTo>
                        <a:pt x="42100" y="13335"/>
                      </a:lnTo>
                      <a:close/>
                      <a:moveTo>
                        <a:pt x="42100" y="33242"/>
                      </a:moveTo>
                      <a:lnTo>
                        <a:pt x="42100" y="31528"/>
                      </a:lnTo>
                      <a:lnTo>
                        <a:pt x="41338" y="31528"/>
                      </a:lnTo>
                      <a:lnTo>
                        <a:pt x="41338" y="33242"/>
                      </a:lnTo>
                      <a:lnTo>
                        <a:pt x="42100" y="33242"/>
                      </a:lnTo>
                      <a:close/>
                      <a:moveTo>
                        <a:pt x="49149" y="11049"/>
                      </a:moveTo>
                      <a:lnTo>
                        <a:pt x="49149" y="13335"/>
                      </a:lnTo>
                      <a:lnTo>
                        <a:pt x="47625" y="9430"/>
                      </a:lnTo>
                      <a:cubicBezTo>
                        <a:pt x="48673" y="9430"/>
                        <a:pt x="49149" y="9906"/>
                        <a:pt x="49149" y="11049"/>
                      </a:cubicBezTo>
                      <a:close/>
                      <a:moveTo>
                        <a:pt x="51816" y="32099"/>
                      </a:moveTo>
                      <a:lnTo>
                        <a:pt x="55054" y="30956"/>
                      </a:lnTo>
                      <a:lnTo>
                        <a:pt x="53340" y="30956"/>
                      </a:lnTo>
                      <a:lnTo>
                        <a:pt x="51816" y="32099"/>
                      </a:lnTo>
                      <a:close/>
                      <a:moveTo>
                        <a:pt x="51816" y="43148"/>
                      </a:moveTo>
                      <a:lnTo>
                        <a:pt x="52292" y="41434"/>
                      </a:lnTo>
                      <a:lnTo>
                        <a:pt x="51816" y="40957"/>
                      </a:lnTo>
                      <a:lnTo>
                        <a:pt x="51816" y="43053"/>
                      </a:lnTo>
                      <a:close/>
                      <a:moveTo>
                        <a:pt x="56579" y="88487"/>
                      </a:moveTo>
                      <a:cubicBezTo>
                        <a:pt x="56579" y="88487"/>
                        <a:pt x="57055" y="88582"/>
                        <a:pt x="57721" y="88963"/>
                      </a:cubicBezTo>
                      <a:lnTo>
                        <a:pt x="58102" y="88487"/>
                      </a:lnTo>
                      <a:lnTo>
                        <a:pt x="56579" y="86868"/>
                      </a:lnTo>
                      <a:lnTo>
                        <a:pt x="58769" y="87725"/>
                      </a:lnTo>
                      <a:cubicBezTo>
                        <a:pt x="57626" y="88963"/>
                        <a:pt x="56864" y="89630"/>
                        <a:pt x="56579" y="89630"/>
                      </a:cubicBezTo>
                      <a:lnTo>
                        <a:pt x="56579" y="88487"/>
                      </a:lnTo>
                      <a:close/>
                      <a:moveTo>
                        <a:pt x="60770" y="60770"/>
                      </a:moveTo>
                      <a:cubicBezTo>
                        <a:pt x="61817" y="60293"/>
                        <a:pt x="62198" y="59436"/>
                        <a:pt x="62008" y="58102"/>
                      </a:cubicBezTo>
                      <a:cubicBezTo>
                        <a:pt x="60579" y="58483"/>
                        <a:pt x="59912" y="59246"/>
                        <a:pt x="59912" y="60388"/>
                      </a:cubicBezTo>
                      <a:cubicBezTo>
                        <a:pt x="60293" y="60770"/>
                        <a:pt x="60579" y="60865"/>
                        <a:pt x="60770" y="60770"/>
                      </a:cubicBezTo>
                      <a:close/>
                      <a:moveTo>
                        <a:pt x="62008" y="39148"/>
                      </a:moveTo>
                      <a:lnTo>
                        <a:pt x="60388" y="39148"/>
                      </a:lnTo>
                      <a:lnTo>
                        <a:pt x="60770" y="43148"/>
                      </a:lnTo>
                      <a:lnTo>
                        <a:pt x="62008" y="39148"/>
                      </a:lnTo>
                      <a:close/>
                      <a:moveTo>
                        <a:pt x="62008" y="53816"/>
                      </a:moveTo>
                      <a:cubicBezTo>
                        <a:pt x="62008" y="53816"/>
                        <a:pt x="61722" y="53054"/>
                        <a:pt x="61722" y="52768"/>
                      </a:cubicBezTo>
                      <a:cubicBezTo>
                        <a:pt x="61722" y="52006"/>
                        <a:pt x="62198" y="51625"/>
                        <a:pt x="63246" y="51625"/>
                      </a:cubicBezTo>
                      <a:lnTo>
                        <a:pt x="64198" y="51625"/>
                      </a:lnTo>
                      <a:lnTo>
                        <a:pt x="64198" y="50959"/>
                      </a:lnTo>
                      <a:cubicBezTo>
                        <a:pt x="64198" y="50959"/>
                        <a:pt x="63627" y="50768"/>
                        <a:pt x="63341" y="50768"/>
                      </a:cubicBezTo>
                      <a:cubicBezTo>
                        <a:pt x="62674" y="50768"/>
                        <a:pt x="62103" y="51054"/>
                        <a:pt x="61531" y="51816"/>
                      </a:cubicBezTo>
                      <a:cubicBezTo>
                        <a:pt x="60960" y="52483"/>
                        <a:pt x="60674" y="53149"/>
                        <a:pt x="60674" y="53816"/>
                      </a:cubicBezTo>
                      <a:lnTo>
                        <a:pt x="61913" y="53816"/>
                      </a:lnTo>
                      <a:close/>
                      <a:moveTo>
                        <a:pt x="62579" y="77819"/>
                      </a:moveTo>
                      <a:cubicBezTo>
                        <a:pt x="62579" y="77819"/>
                        <a:pt x="62770" y="77438"/>
                        <a:pt x="63055" y="76676"/>
                      </a:cubicBezTo>
                      <a:cubicBezTo>
                        <a:pt x="62579" y="76676"/>
                        <a:pt x="62198" y="76676"/>
                        <a:pt x="62008" y="77152"/>
                      </a:cubicBezTo>
                      <a:cubicBezTo>
                        <a:pt x="61913" y="77533"/>
                        <a:pt x="61722" y="77724"/>
                        <a:pt x="61436" y="77819"/>
                      </a:cubicBezTo>
                      <a:lnTo>
                        <a:pt x="62579" y="77819"/>
                      </a:lnTo>
                      <a:close/>
                      <a:moveTo>
                        <a:pt x="63055" y="16573"/>
                      </a:moveTo>
                      <a:lnTo>
                        <a:pt x="64198" y="15430"/>
                      </a:lnTo>
                      <a:lnTo>
                        <a:pt x="62579" y="13811"/>
                      </a:lnTo>
                      <a:lnTo>
                        <a:pt x="63532" y="12668"/>
                      </a:lnTo>
                      <a:lnTo>
                        <a:pt x="65341" y="16097"/>
                      </a:lnTo>
                      <a:lnTo>
                        <a:pt x="63055" y="16478"/>
                      </a:lnTo>
                      <a:close/>
                      <a:moveTo>
                        <a:pt x="69913" y="86868"/>
                      </a:moveTo>
                      <a:lnTo>
                        <a:pt x="69913" y="84963"/>
                      </a:lnTo>
                      <a:cubicBezTo>
                        <a:pt x="69913" y="84963"/>
                        <a:pt x="69723" y="85249"/>
                        <a:pt x="68771" y="85725"/>
                      </a:cubicBezTo>
                      <a:cubicBezTo>
                        <a:pt x="68485" y="85534"/>
                        <a:pt x="68199" y="85154"/>
                        <a:pt x="67818" y="84677"/>
                      </a:cubicBezTo>
                      <a:cubicBezTo>
                        <a:pt x="67437" y="84201"/>
                        <a:pt x="67246" y="83915"/>
                        <a:pt x="67056" y="83915"/>
                      </a:cubicBezTo>
                      <a:cubicBezTo>
                        <a:pt x="66770" y="83915"/>
                        <a:pt x="66484" y="84106"/>
                        <a:pt x="66104" y="84487"/>
                      </a:cubicBezTo>
                      <a:lnTo>
                        <a:pt x="69913" y="86773"/>
                      </a:lnTo>
                      <a:close/>
                      <a:moveTo>
                        <a:pt x="73247" y="86201"/>
                      </a:moveTo>
                      <a:cubicBezTo>
                        <a:pt x="73247" y="86201"/>
                        <a:pt x="73438" y="86106"/>
                        <a:pt x="73247" y="85915"/>
                      </a:cubicBezTo>
                      <a:lnTo>
                        <a:pt x="72676" y="82296"/>
                      </a:lnTo>
                      <a:cubicBezTo>
                        <a:pt x="72676" y="82296"/>
                        <a:pt x="72104" y="83058"/>
                        <a:pt x="72104" y="83439"/>
                      </a:cubicBezTo>
                      <a:cubicBezTo>
                        <a:pt x="72104" y="83153"/>
                        <a:pt x="72485" y="84010"/>
                        <a:pt x="73247" y="85915"/>
                      </a:cubicBezTo>
                      <a:lnTo>
                        <a:pt x="73247" y="86201"/>
                      </a:lnTo>
                      <a:close/>
                      <a:moveTo>
                        <a:pt x="79534" y="381"/>
                      </a:moveTo>
                      <a:lnTo>
                        <a:pt x="79534" y="1714"/>
                      </a:lnTo>
                      <a:lnTo>
                        <a:pt x="77533" y="1714"/>
                      </a:lnTo>
                      <a:lnTo>
                        <a:pt x="79534" y="381"/>
                      </a:lnTo>
                      <a:close/>
                      <a:moveTo>
                        <a:pt x="80677" y="23336"/>
                      </a:moveTo>
                      <a:lnTo>
                        <a:pt x="79153" y="24860"/>
                      </a:lnTo>
                      <a:lnTo>
                        <a:pt x="80677" y="22574"/>
                      </a:lnTo>
                      <a:lnTo>
                        <a:pt x="80677" y="23336"/>
                      </a:lnTo>
                      <a:close/>
                      <a:moveTo>
                        <a:pt x="88773" y="48577"/>
                      </a:moveTo>
                      <a:lnTo>
                        <a:pt x="87630" y="49721"/>
                      </a:lnTo>
                      <a:lnTo>
                        <a:pt x="86773" y="49721"/>
                      </a:lnTo>
                      <a:lnTo>
                        <a:pt x="88773" y="48577"/>
                      </a:lnTo>
                      <a:close/>
                      <a:moveTo>
                        <a:pt x="88392" y="24479"/>
                      </a:moveTo>
                      <a:cubicBezTo>
                        <a:pt x="88392" y="24479"/>
                        <a:pt x="87916" y="24479"/>
                        <a:pt x="87916" y="23717"/>
                      </a:cubicBezTo>
                      <a:cubicBezTo>
                        <a:pt x="87916" y="22955"/>
                        <a:pt x="87821" y="22574"/>
                        <a:pt x="87725" y="22574"/>
                      </a:cubicBezTo>
                      <a:lnTo>
                        <a:pt x="88392" y="22574"/>
                      </a:lnTo>
                      <a:lnTo>
                        <a:pt x="88392" y="24479"/>
                      </a:lnTo>
                      <a:close/>
                      <a:moveTo>
                        <a:pt x="108775" y="12668"/>
                      </a:moveTo>
                      <a:cubicBezTo>
                        <a:pt x="108775" y="12668"/>
                        <a:pt x="108775" y="11906"/>
                        <a:pt x="108966" y="11430"/>
                      </a:cubicBezTo>
                      <a:cubicBezTo>
                        <a:pt x="109156" y="10954"/>
                        <a:pt x="109538" y="10858"/>
                        <a:pt x="109823" y="10954"/>
                      </a:cubicBezTo>
                      <a:lnTo>
                        <a:pt x="109823" y="12668"/>
                      </a:lnTo>
                      <a:lnTo>
                        <a:pt x="108680" y="12668"/>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 name="Google Shape;848;p99"/>
                <p:cNvSpPr/>
                <p:nvPr/>
              </p:nvSpPr>
              <p:spPr>
                <a:xfrm>
                  <a:off x="5964078" y="5128831"/>
                  <a:ext cx="99250" cy="115538"/>
                </a:xfrm>
                <a:custGeom>
                  <a:avLst/>
                  <a:gdLst/>
                  <a:ahLst/>
                  <a:cxnLst/>
                  <a:rect l="l" t="t" r="r" b="b"/>
                  <a:pathLst>
                    <a:path w="99250" h="115538" extrusionOk="0">
                      <a:moveTo>
                        <a:pt x="80201" y="30861"/>
                      </a:moveTo>
                      <a:cubicBezTo>
                        <a:pt x="80391" y="31337"/>
                        <a:pt x="80677" y="31623"/>
                        <a:pt x="81248" y="31623"/>
                      </a:cubicBezTo>
                      <a:lnTo>
                        <a:pt x="82296" y="31623"/>
                      </a:lnTo>
                      <a:cubicBezTo>
                        <a:pt x="81153" y="34766"/>
                        <a:pt x="80963" y="38671"/>
                        <a:pt x="81915" y="43434"/>
                      </a:cubicBezTo>
                      <a:cubicBezTo>
                        <a:pt x="81629" y="44482"/>
                        <a:pt x="80677" y="46196"/>
                        <a:pt x="79058" y="48387"/>
                      </a:cubicBezTo>
                      <a:lnTo>
                        <a:pt x="80201" y="49530"/>
                      </a:lnTo>
                      <a:cubicBezTo>
                        <a:pt x="79820" y="50292"/>
                        <a:pt x="78867" y="50959"/>
                        <a:pt x="77248" y="51435"/>
                      </a:cubicBezTo>
                      <a:cubicBezTo>
                        <a:pt x="75724" y="51911"/>
                        <a:pt x="74676" y="52578"/>
                        <a:pt x="74200" y="53435"/>
                      </a:cubicBezTo>
                      <a:lnTo>
                        <a:pt x="76867" y="53912"/>
                      </a:lnTo>
                      <a:cubicBezTo>
                        <a:pt x="74676" y="57436"/>
                        <a:pt x="70866" y="61627"/>
                        <a:pt x="65246" y="66580"/>
                      </a:cubicBezTo>
                      <a:lnTo>
                        <a:pt x="63055" y="66580"/>
                      </a:lnTo>
                      <a:lnTo>
                        <a:pt x="63055" y="68199"/>
                      </a:lnTo>
                      <a:cubicBezTo>
                        <a:pt x="63055" y="68199"/>
                        <a:pt x="62579" y="67723"/>
                        <a:pt x="62198" y="67723"/>
                      </a:cubicBezTo>
                      <a:cubicBezTo>
                        <a:pt x="61436" y="67818"/>
                        <a:pt x="60960" y="67818"/>
                        <a:pt x="60770" y="67723"/>
                      </a:cubicBezTo>
                      <a:lnTo>
                        <a:pt x="60293" y="68199"/>
                      </a:lnTo>
                      <a:cubicBezTo>
                        <a:pt x="61627" y="68580"/>
                        <a:pt x="62579" y="69913"/>
                        <a:pt x="63151" y="72009"/>
                      </a:cubicBezTo>
                      <a:cubicBezTo>
                        <a:pt x="63722" y="74200"/>
                        <a:pt x="64389" y="75438"/>
                        <a:pt x="65246" y="75629"/>
                      </a:cubicBezTo>
                      <a:cubicBezTo>
                        <a:pt x="64961" y="77438"/>
                        <a:pt x="65722" y="79343"/>
                        <a:pt x="67342" y="81344"/>
                      </a:cubicBezTo>
                      <a:cubicBezTo>
                        <a:pt x="69342" y="83629"/>
                        <a:pt x="70390" y="85535"/>
                        <a:pt x="70676" y="87059"/>
                      </a:cubicBezTo>
                      <a:cubicBezTo>
                        <a:pt x="70104" y="88106"/>
                        <a:pt x="68961" y="88392"/>
                        <a:pt x="67246" y="88011"/>
                      </a:cubicBezTo>
                      <a:cubicBezTo>
                        <a:pt x="65532" y="87535"/>
                        <a:pt x="64675" y="87630"/>
                        <a:pt x="64675" y="88202"/>
                      </a:cubicBezTo>
                      <a:cubicBezTo>
                        <a:pt x="64675" y="88583"/>
                        <a:pt x="64865" y="89345"/>
                        <a:pt x="65246" y="90202"/>
                      </a:cubicBezTo>
                      <a:lnTo>
                        <a:pt x="67342" y="89821"/>
                      </a:lnTo>
                      <a:cubicBezTo>
                        <a:pt x="67342" y="89821"/>
                        <a:pt x="67151" y="90964"/>
                        <a:pt x="66199" y="92107"/>
                      </a:cubicBezTo>
                      <a:lnTo>
                        <a:pt x="67818" y="93631"/>
                      </a:lnTo>
                      <a:cubicBezTo>
                        <a:pt x="67818" y="93631"/>
                        <a:pt x="68389" y="92583"/>
                        <a:pt x="68771" y="91345"/>
                      </a:cubicBezTo>
                      <a:lnTo>
                        <a:pt x="69437" y="94012"/>
                      </a:lnTo>
                      <a:cubicBezTo>
                        <a:pt x="70580" y="93631"/>
                        <a:pt x="71152" y="92297"/>
                        <a:pt x="70961" y="90107"/>
                      </a:cubicBezTo>
                      <a:cubicBezTo>
                        <a:pt x="72295" y="90773"/>
                        <a:pt x="73247" y="92202"/>
                        <a:pt x="74009" y="94297"/>
                      </a:cubicBezTo>
                      <a:cubicBezTo>
                        <a:pt x="74771" y="96393"/>
                        <a:pt x="75629" y="97631"/>
                        <a:pt x="76676" y="98012"/>
                      </a:cubicBezTo>
                      <a:cubicBezTo>
                        <a:pt x="76391" y="98774"/>
                        <a:pt x="76200" y="99536"/>
                        <a:pt x="76200" y="100298"/>
                      </a:cubicBezTo>
                      <a:cubicBezTo>
                        <a:pt x="76200" y="101822"/>
                        <a:pt x="76962" y="103632"/>
                        <a:pt x="78391" y="105918"/>
                      </a:cubicBezTo>
                      <a:cubicBezTo>
                        <a:pt x="79820" y="108299"/>
                        <a:pt x="80581" y="109919"/>
                        <a:pt x="80581" y="110871"/>
                      </a:cubicBezTo>
                      <a:cubicBezTo>
                        <a:pt x="80581" y="112204"/>
                        <a:pt x="79915" y="113538"/>
                        <a:pt x="78486" y="114586"/>
                      </a:cubicBezTo>
                      <a:cubicBezTo>
                        <a:pt x="77343" y="114586"/>
                        <a:pt x="75533" y="114776"/>
                        <a:pt x="72866" y="115062"/>
                      </a:cubicBezTo>
                      <a:cubicBezTo>
                        <a:pt x="70295" y="115348"/>
                        <a:pt x="68294" y="115538"/>
                        <a:pt x="66961" y="115538"/>
                      </a:cubicBezTo>
                      <a:cubicBezTo>
                        <a:pt x="62865" y="115538"/>
                        <a:pt x="59722" y="114395"/>
                        <a:pt x="57436" y="112109"/>
                      </a:cubicBezTo>
                      <a:lnTo>
                        <a:pt x="57055" y="112871"/>
                      </a:lnTo>
                      <a:cubicBezTo>
                        <a:pt x="56483" y="111443"/>
                        <a:pt x="55912" y="110014"/>
                        <a:pt x="55340" y="108585"/>
                      </a:cubicBezTo>
                      <a:cubicBezTo>
                        <a:pt x="54483" y="106680"/>
                        <a:pt x="53435" y="105537"/>
                        <a:pt x="52006" y="105156"/>
                      </a:cubicBezTo>
                      <a:cubicBezTo>
                        <a:pt x="52292" y="104489"/>
                        <a:pt x="52388" y="103918"/>
                        <a:pt x="52388" y="103442"/>
                      </a:cubicBezTo>
                      <a:cubicBezTo>
                        <a:pt x="52388" y="102394"/>
                        <a:pt x="51721" y="101346"/>
                        <a:pt x="50387" y="100394"/>
                      </a:cubicBezTo>
                      <a:cubicBezTo>
                        <a:pt x="49054" y="99441"/>
                        <a:pt x="48387" y="98393"/>
                        <a:pt x="48387" y="97441"/>
                      </a:cubicBezTo>
                      <a:cubicBezTo>
                        <a:pt x="48387" y="96774"/>
                        <a:pt x="48578" y="96107"/>
                        <a:pt x="48959" y="95250"/>
                      </a:cubicBezTo>
                      <a:cubicBezTo>
                        <a:pt x="48101" y="93917"/>
                        <a:pt x="46958" y="91250"/>
                        <a:pt x="45625" y="87344"/>
                      </a:cubicBezTo>
                      <a:cubicBezTo>
                        <a:pt x="44482" y="84011"/>
                        <a:pt x="43053" y="81534"/>
                        <a:pt x="41434" y="79915"/>
                      </a:cubicBezTo>
                      <a:cubicBezTo>
                        <a:pt x="41434" y="77438"/>
                        <a:pt x="40386" y="74486"/>
                        <a:pt x="38195" y="70961"/>
                      </a:cubicBezTo>
                      <a:lnTo>
                        <a:pt x="34004" y="70390"/>
                      </a:lnTo>
                      <a:lnTo>
                        <a:pt x="34385" y="69913"/>
                      </a:lnTo>
                      <a:cubicBezTo>
                        <a:pt x="34100" y="69437"/>
                        <a:pt x="33719" y="69152"/>
                        <a:pt x="33242" y="69152"/>
                      </a:cubicBezTo>
                      <a:lnTo>
                        <a:pt x="31718" y="70866"/>
                      </a:lnTo>
                      <a:cubicBezTo>
                        <a:pt x="31718" y="70866"/>
                        <a:pt x="30194" y="71152"/>
                        <a:pt x="28575" y="71628"/>
                      </a:cubicBezTo>
                      <a:cubicBezTo>
                        <a:pt x="26956" y="72104"/>
                        <a:pt x="25718" y="72295"/>
                        <a:pt x="24860" y="72295"/>
                      </a:cubicBezTo>
                      <a:cubicBezTo>
                        <a:pt x="24194" y="72295"/>
                        <a:pt x="23717" y="72200"/>
                        <a:pt x="23241" y="71819"/>
                      </a:cubicBezTo>
                      <a:cubicBezTo>
                        <a:pt x="23241" y="72104"/>
                        <a:pt x="23146" y="72200"/>
                        <a:pt x="23146" y="72390"/>
                      </a:cubicBezTo>
                      <a:cubicBezTo>
                        <a:pt x="23146" y="72676"/>
                        <a:pt x="23241" y="72962"/>
                        <a:pt x="23431" y="73247"/>
                      </a:cubicBezTo>
                      <a:cubicBezTo>
                        <a:pt x="23622" y="73438"/>
                        <a:pt x="23717" y="73628"/>
                        <a:pt x="23717" y="73724"/>
                      </a:cubicBezTo>
                      <a:cubicBezTo>
                        <a:pt x="23717" y="73914"/>
                        <a:pt x="23336" y="74200"/>
                        <a:pt x="22479" y="74771"/>
                      </a:cubicBezTo>
                      <a:lnTo>
                        <a:pt x="23146" y="83629"/>
                      </a:lnTo>
                      <a:lnTo>
                        <a:pt x="22003" y="84677"/>
                      </a:lnTo>
                      <a:cubicBezTo>
                        <a:pt x="22765" y="87440"/>
                        <a:pt x="23146" y="91345"/>
                        <a:pt x="23146" y="96298"/>
                      </a:cubicBezTo>
                      <a:cubicBezTo>
                        <a:pt x="23146" y="96774"/>
                        <a:pt x="22955" y="97822"/>
                        <a:pt x="22479" y="99346"/>
                      </a:cubicBezTo>
                      <a:cubicBezTo>
                        <a:pt x="22098" y="100965"/>
                        <a:pt x="21812" y="102203"/>
                        <a:pt x="21812" y="103061"/>
                      </a:cubicBezTo>
                      <a:cubicBezTo>
                        <a:pt x="21812" y="104585"/>
                        <a:pt x="22384" y="105728"/>
                        <a:pt x="23527" y="106680"/>
                      </a:cubicBezTo>
                      <a:cubicBezTo>
                        <a:pt x="22860" y="107156"/>
                        <a:pt x="22574" y="108013"/>
                        <a:pt x="22574" y="109347"/>
                      </a:cubicBezTo>
                      <a:lnTo>
                        <a:pt x="22574" y="110776"/>
                      </a:lnTo>
                      <a:cubicBezTo>
                        <a:pt x="22670" y="111347"/>
                        <a:pt x="22765" y="111728"/>
                        <a:pt x="22765" y="112014"/>
                      </a:cubicBezTo>
                      <a:cubicBezTo>
                        <a:pt x="22765" y="113824"/>
                        <a:pt x="21717" y="114586"/>
                        <a:pt x="19812" y="114300"/>
                      </a:cubicBezTo>
                      <a:lnTo>
                        <a:pt x="20479" y="114871"/>
                      </a:lnTo>
                      <a:cubicBezTo>
                        <a:pt x="19050" y="115538"/>
                        <a:pt x="17145" y="115634"/>
                        <a:pt x="14764" y="115253"/>
                      </a:cubicBezTo>
                      <a:cubicBezTo>
                        <a:pt x="12478" y="114776"/>
                        <a:pt x="10859" y="114871"/>
                        <a:pt x="10096" y="115443"/>
                      </a:cubicBezTo>
                      <a:cubicBezTo>
                        <a:pt x="6953" y="115062"/>
                        <a:pt x="3905" y="114205"/>
                        <a:pt x="1048" y="112776"/>
                      </a:cubicBezTo>
                      <a:cubicBezTo>
                        <a:pt x="1238" y="105442"/>
                        <a:pt x="1048" y="94202"/>
                        <a:pt x="667" y="79058"/>
                      </a:cubicBezTo>
                      <a:lnTo>
                        <a:pt x="0" y="79058"/>
                      </a:lnTo>
                      <a:cubicBezTo>
                        <a:pt x="762" y="78010"/>
                        <a:pt x="1143" y="76676"/>
                        <a:pt x="1143" y="75247"/>
                      </a:cubicBezTo>
                      <a:cubicBezTo>
                        <a:pt x="1143" y="74676"/>
                        <a:pt x="1048" y="73724"/>
                        <a:pt x="857" y="72295"/>
                      </a:cubicBezTo>
                      <a:cubicBezTo>
                        <a:pt x="667" y="70866"/>
                        <a:pt x="571" y="69818"/>
                        <a:pt x="571" y="69056"/>
                      </a:cubicBezTo>
                      <a:cubicBezTo>
                        <a:pt x="571" y="67342"/>
                        <a:pt x="953" y="65818"/>
                        <a:pt x="1810" y="64484"/>
                      </a:cubicBezTo>
                      <a:cubicBezTo>
                        <a:pt x="1334" y="59531"/>
                        <a:pt x="1143" y="52769"/>
                        <a:pt x="1143" y="44196"/>
                      </a:cubicBezTo>
                      <a:lnTo>
                        <a:pt x="1143" y="23241"/>
                      </a:lnTo>
                      <a:cubicBezTo>
                        <a:pt x="571" y="22860"/>
                        <a:pt x="286" y="22479"/>
                        <a:pt x="286" y="22003"/>
                      </a:cubicBezTo>
                      <a:cubicBezTo>
                        <a:pt x="286" y="21622"/>
                        <a:pt x="571" y="21146"/>
                        <a:pt x="1048" y="20288"/>
                      </a:cubicBezTo>
                      <a:cubicBezTo>
                        <a:pt x="1619" y="19431"/>
                        <a:pt x="1810" y="18764"/>
                        <a:pt x="1810" y="18288"/>
                      </a:cubicBezTo>
                      <a:cubicBezTo>
                        <a:pt x="667" y="17240"/>
                        <a:pt x="191" y="16097"/>
                        <a:pt x="191" y="14669"/>
                      </a:cubicBezTo>
                      <a:cubicBezTo>
                        <a:pt x="191" y="13811"/>
                        <a:pt x="571" y="12383"/>
                        <a:pt x="1143" y="10382"/>
                      </a:cubicBezTo>
                      <a:cubicBezTo>
                        <a:pt x="1810" y="8382"/>
                        <a:pt x="2000" y="6763"/>
                        <a:pt x="1810" y="5620"/>
                      </a:cubicBezTo>
                      <a:lnTo>
                        <a:pt x="7525" y="571"/>
                      </a:lnTo>
                      <a:lnTo>
                        <a:pt x="32099" y="0"/>
                      </a:lnTo>
                      <a:cubicBezTo>
                        <a:pt x="32099" y="0"/>
                        <a:pt x="33623" y="1524"/>
                        <a:pt x="35433" y="3143"/>
                      </a:cubicBezTo>
                      <a:cubicBezTo>
                        <a:pt x="36767" y="4382"/>
                        <a:pt x="37624" y="5715"/>
                        <a:pt x="38100" y="7144"/>
                      </a:cubicBezTo>
                      <a:cubicBezTo>
                        <a:pt x="38100" y="6763"/>
                        <a:pt x="37910" y="6287"/>
                        <a:pt x="37910" y="5905"/>
                      </a:cubicBezTo>
                      <a:cubicBezTo>
                        <a:pt x="37910" y="4667"/>
                        <a:pt x="38671" y="3620"/>
                        <a:pt x="40196" y="2858"/>
                      </a:cubicBezTo>
                      <a:cubicBezTo>
                        <a:pt x="42005" y="1905"/>
                        <a:pt x="43148" y="1143"/>
                        <a:pt x="43529" y="571"/>
                      </a:cubicBezTo>
                      <a:cubicBezTo>
                        <a:pt x="44101" y="381"/>
                        <a:pt x="44768" y="762"/>
                        <a:pt x="45529" y="1715"/>
                      </a:cubicBezTo>
                      <a:cubicBezTo>
                        <a:pt x="45815" y="1715"/>
                        <a:pt x="46101" y="1524"/>
                        <a:pt x="46482" y="1524"/>
                      </a:cubicBezTo>
                      <a:cubicBezTo>
                        <a:pt x="47149" y="1524"/>
                        <a:pt x="48196" y="2000"/>
                        <a:pt x="49625" y="2762"/>
                      </a:cubicBezTo>
                      <a:cubicBezTo>
                        <a:pt x="51054" y="3620"/>
                        <a:pt x="52197" y="4001"/>
                        <a:pt x="53054" y="3905"/>
                      </a:cubicBezTo>
                      <a:lnTo>
                        <a:pt x="57817" y="3905"/>
                      </a:lnTo>
                      <a:cubicBezTo>
                        <a:pt x="57531" y="5429"/>
                        <a:pt x="58007" y="6191"/>
                        <a:pt x="59341" y="6191"/>
                      </a:cubicBezTo>
                      <a:cubicBezTo>
                        <a:pt x="59341" y="6191"/>
                        <a:pt x="59627" y="6191"/>
                        <a:pt x="60008" y="6096"/>
                      </a:cubicBezTo>
                      <a:lnTo>
                        <a:pt x="61055" y="6096"/>
                      </a:lnTo>
                      <a:cubicBezTo>
                        <a:pt x="62294" y="6096"/>
                        <a:pt x="62960" y="6668"/>
                        <a:pt x="63151" y="7811"/>
                      </a:cubicBezTo>
                      <a:lnTo>
                        <a:pt x="66580" y="7811"/>
                      </a:lnTo>
                      <a:cubicBezTo>
                        <a:pt x="68580" y="9811"/>
                        <a:pt x="70676" y="11811"/>
                        <a:pt x="72676" y="13811"/>
                      </a:cubicBezTo>
                      <a:cubicBezTo>
                        <a:pt x="75152" y="16383"/>
                        <a:pt x="76391" y="18669"/>
                        <a:pt x="76581" y="20860"/>
                      </a:cubicBezTo>
                      <a:cubicBezTo>
                        <a:pt x="78010" y="21622"/>
                        <a:pt x="78867" y="22955"/>
                        <a:pt x="79343" y="24765"/>
                      </a:cubicBezTo>
                      <a:cubicBezTo>
                        <a:pt x="80010" y="27337"/>
                        <a:pt x="80581" y="29051"/>
                        <a:pt x="80963" y="29718"/>
                      </a:cubicBezTo>
                      <a:lnTo>
                        <a:pt x="79820" y="30766"/>
                      </a:lnTo>
                      <a:close/>
                      <a:moveTo>
                        <a:pt x="13335" y="36386"/>
                      </a:moveTo>
                      <a:lnTo>
                        <a:pt x="13335" y="33242"/>
                      </a:lnTo>
                      <a:lnTo>
                        <a:pt x="12763" y="33242"/>
                      </a:lnTo>
                      <a:lnTo>
                        <a:pt x="12763" y="36386"/>
                      </a:lnTo>
                      <a:lnTo>
                        <a:pt x="13335" y="36386"/>
                      </a:lnTo>
                      <a:close/>
                      <a:moveTo>
                        <a:pt x="17145" y="17145"/>
                      </a:moveTo>
                      <a:cubicBezTo>
                        <a:pt x="17050" y="16669"/>
                        <a:pt x="17145" y="15907"/>
                        <a:pt x="17336" y="14954"/>
                      </a:cubicBezTo>
                      <a:cubicBezTo>
                        <a:pt x="17621" y="13907"/>
                        <a:pt x="17717" y="13240"/>
                        <a:pt x="17717" y="13049"/>
                      </a:cubicBezTo>
                      <a:cubicBezTo>
                        <a:pt x="17717" y="11906"/>
                        <a:pt x="17145" y="11144"/>
                        <a:pt x="16002" y="10763"/>
                      </a:cubicBezTo>
                      <a:lnTo>
                        <a:pt x="17717" y="9049"/>
                      </a:lnTo>
                      <a:cubicBezTo>
                        <a:pt x="17717" y="9049"/>
                        <a:pt x="17621" y="8668"/>
                        <a:pt x="17526" y="8477"/>
                      </a:cubicBezTo>
                      <a:cubicBezTo>
                        <a:pt x="16383" y="9430"/>
                        <a:pt x="15907" y="10382"/>
                        <a:pt x="15907" y="11335"/>
                      </a:cubicBezTo>
                      <a:cubicBezTo>
                        <a:pt x="15907" y="11811"/>
                        <a:pt x="16288" y="13049"/>
                        <a:pt x="17145" y="15050"/>
                      </a:cubicBezTo>
                      <a:cubicBezTo>
                        <a:pt x="16574" y="15050"/>
                        <a:pt x="16193" y="15430"/>
                        <a:pt x="16097" y="16097"/>
                      </a:cubicBezTo>
                      <a:cubicBezTo>
                        <a:pt x="16002" y="16669"/>
                        <a:pt x="15716" y="17050"/>
                        <a:pt x="15430" y="17145"/>
                      </a:cubicBezTo>
                      <a:lnTo>
                        <a:pt x="17145" y="17145"/>
                      </a:lnTo>
                      <a:close/>
                      <a:moveTo>
                        <a:pt x="22860" y="13811"/>
                      </a:moveTo>
                      <a:lnTo>
                        <a:pt x="25146" y="15430"/>
                      </a:lnTo>
                      <a:lnTo>
                        <a:pt x="25146" y="15621"/>
                      </a:lnTo>
                      <a:lnTo>
                        <a:pt x="24003" y="16764"/>
                      </a:lnTo>
                      <a:lnTo>
                        <a:pt x="25146" y="16764"/>
                      </a:lnTo>
                      <a:lnTo>
                        <a:pt x="25146" y="8858"/>
                      </a:lnTo>
                      <a:cubicBezTo>
                        <a:pt x="25146" y="8858"/>
                        <a:pt x="24384" y="9525"/>
                        <a:pt x="23717" y="10001"/>
                      </a:cubicBezTo>
                      <a:cubicBezTo>
                        <a:pt x="23717" y="9716"/>
                        <a:pt x="23431" y="9620"/>
                        <a:pt x="22860" y="9620"/>
                      </a:cubicBezTo>
                      <a:cubicBezTo>
                        <a:pt x="23146" y="10001"/>
                        <a:pt x="23431" y="10192"/>
                        <a:pt x="23717" y="10001"/>
                      </a:cubicBezTo>
                      <a:cubicBezTo>
                        <a:pt x="23908" y="10382"/>
                        <a:pt x="23717" y="11049"/>
                        <a:pt x="23431" y="11906"/>
                      </a:cubicBezTo>
                      <a:cubicBezTo>
                        <a:pt x="23431" y="11811"/>
                        <a:pt x="23431" y="11716"/>
                        <a:pt x="23527" y="11621"/>
                      </a:cubicBezTo>
                      <a:cubicBezTo>
                        <a:pt x="23908" y="11621"/>
                        <a:pt x="24194" y="11906"/>
                        <a:pt x="24479" y="12383"/>
                      </a:cubicBezTo>
                      <a:lnTo>
                        <a:pt x="22765" y="13907"/>
                      </a:lnTo>
                      <a:close/>
                      <a:moveTo>
                        <a:pt x="58198" y="37910"/>
                      </a:moveTo>
                      <a:cubicBezTo>
                        <a:pt x="58198" y="37910"/>
                        <a:pt x="58484" y="37052"/>
                        <a:pt x="58484" y="36767"/>
                      </a:cubicBezTo>
                      <a:cubicBezTo>
                        <a:pt x="58484" y="36100"/>
                        <a:pt x="58007" y="35433"/>
                        <a:pt x="57150" y="34766"/>
                      </a:cubicBezTo>
                      <a:cubicBezTo>
                        <a:pt x="56388" y="34100"/>
                        <a:pt x="55817" y="33528"/>
                        <a:pt x="55626" y="33147"/>
                      </a:cubicBezTo>
                      <a:cubicBezTo>
                        <a:pt x="56007" y="32576"/>
                        <a:pt x="56197" y="32099"/>
                        <a:pt x="56197" y="31623"/>
                      </a:cubicBezTo>
                      <a:cubicBezTo>
                        <a:pt x="56197" y="30861"/>
                        <a:pt x="55531" y="30004"/>
                        <a:pt x="54197" y="29146"/>
                      </a:cubicBezTo>
                      <a:cubicBezTo>
                        <a:pt x="52769" y="28289"/>
                        <a:pt x="52102" y="27622"/>
                        <a:pt x="51816" y="27146"/>
                      </a:cubicBezTo>
                      <a:cubicBezTo>
                        <a:pt x="51340" y="26670"/>
                        <a:pt x="50863" y="26384"/>
                        <a:pt x="50197" y="26384"/>
                      </a:cubicBezTo>
                      <a:cubicBezTo>
                        <a:pt x="49911" y="26384"/>
                        <a:pt x="49435" y="26384"/>
                        <a:pt x="48863" y="26575"/>
                      </a:cubicBezTo>
                      <a:cubicBezTo>
                        <a:pt x="48292" y="26765"/>
                        <a:pt x="47816" y="26861"/>
                        <a:pt x="47530" y="26861"/>
                      </a:cubicBezTo>
                      <a:cubicBezTo>
                        <a:pt x="46672" y="26861"/>
                        <a:pt x="46101" y="26384"/>
                        <a:pt x="45911" y="25241"/>
                      </a:cubicBezTo>
                      <a:lnTo>
                        <a:pt x="47054" y="24384"/>
                      </a:lnTo>
                      <a:cubicBezTo>
                        <a:pt x="45149" y="24194"/>
                        <a:pt x="44196" y="24860"/>
                        <a:pt x="44005" y="26575"/>
                      </a:cubicBezTo>
                      <a:cubicBezTo>
                        <a:pt x="43720" y="28861"/>
                        <a:pt x="43339" y="30290"/>
                        <a:pt x="42863" y="30861"/>
                      </a:cubicBezTo>
                      <a:cubicBezTo>
                        <a:pt x="42291" y="29051"/>
                        <a:pt x="41720" y="27242"/>
                        <a:pt x="41243" y="25337"/>
                      </a:cubicBezTo>
                      <a:cubicBezTo>
                        <a:pt x="40672" y="23432"/>
                        <a:pt x="39338" y="22003"/>
                        <a:pt x="37433" y="20955"/>
                      </a:cubicBezTo>
                      <a:cubicBezTo>
                        <a:pt x="37147" y="22860"/>
                        <a:pt x="36004" y="23813"/>
                        <a:pt x="34100" y="23813"/>
                      </a:cubicBezTo>
                      <a:cubicBezTo>
                        <a:pt x="33623" y="23813"/>
                        <a:pt x="32861" y="23813"/>
                        <a:pt x="31909" y="23622"/>
                      </a:cubicBezTo>
                      <a:cubicBezTo>
                        <a:pt x="30861" y="23527"/>
                        <a:pt x="30099" y="23527"/>
                        <a:pt x="29528" y="23527"/>
                      </a:cubicBezTo>
                      <a:cubicBezTo>
                        <a:pt x="28956" y="23527"/>
                        <a:pt x="28480" y="23527"/>
                        <a:pt x="28004" y="23622"/>
                      </a:cubicBezTo>
                      <a:cubicBezTo>
                        <a:pt x="25337" y="25337"/>
                        <a:pt x="24003" y="28289"/>
                        <a:pt x="24003" y="32480"/>
                      </a:cubicBezTo>
                      <a:cubicBezTo>
                        <a:pt x="24003" y="33242"/>
                        <a:pt x="24003" y="34480"/>
                        <a:pt x="24098" y="36290"/>
                      </a:cubicBezTo>
                      <a:cubicBezTo>
                        <a:pt x="24194" y="38100"/>
                        <a:pt x="24194" y="39434"/>
                        <a:pt x="24194" y="40291"/>
                      </a:cubicBezTo>
                      <a:cubicBezTo>
                        <a:pt x="24194" y="42196"/>
                        <a:pt x="24003" y="43815"/>
                        <a:pt x="23622" y="45149"/>
                      </a:cubicBezTo>
                      <a:cubicBezTo>
                        <a:pt x="23717" y="46292"/>
                        <a:pt x="24575" y="46768"/>
                        <a:pt x="26099" y="46672"/>
                      </a:cubicBezTo>
                      <a:cubicBezTo>
                        <a:pt x="27622" y="46672"/>
                        <a:pt x="28670" y="47149"/>
                        <a:pt x="28956" y="48387"/>
                      </a:cubicBezTo>
                      <a:cubicBezTo>
                        <a:pt x="29623" y="48768"/>
                        <a:pt x="31147" y="48959"/>
                        <a:pt x="33433" y="48863"/>
                      </a:cubicBezTo>
                      <a:cubicBezTo>
                        <a:pt x="35338" y="48863"/>
                        <a:pt x="36576" y="49530"/>
                        <a:pt x="37338" y="50768"/>
                      </a:cubicBezTo>
                      <a:cubicBezTo>
                        <a:pt x="38005" y="49435"/>
                        <a:pt x="38957" y="48673"/>
                        <a:pt x="40100" y="48387"/>
                      </a:cubicBezTo>
                      <a:lnTo>
                        <a:pt x="43625" y="48387"/>
                      </a:lnTo>
                      <a:cubicBezTo>
                        <a:pt x="44672" y="48196"/>
                        <a:pt x="45339" y="47720"/>
                        <a:pt x="45911" y="46863"/>
                      </a:cubicBezTo>
                      <a:cubicBezTo>
                        <a:pt x="49244" y="47244"/>
                        <a:pt x="53054" y="45149"/>
                        <a:pt x="57341" y="40577"/>
                      </a:cubicBezTo>
                      <a:lnTo>
                        <a:pt x="55054" y="39719"/>
                      </a:lnTo>
                      <a:lnTo>
                        <a:pt x="58198" y="37814"/>
                      </a:lnTo>
                      <a:close/>
                      <a:moveTo>
                        <a:pt x="55626" y="15621"/>
                      </a:moveTo>
                      <a:cubicBezTo>
                        <a:pt x="55626" y="15621"/>
                        <a:pt x="55340" y="15050"/>
                        <a:pt x="54959" y="15050"/>
                      </a:cubicBezTo>
                      <a:cubicBezTo>
                        <a:pt x="54102" y="15050"/>
                        <a:pt x="53721" y="15335"/>
                        <a:pt x="53721" y="16097"/>
                      </a:cubicBezTo>
                      <a:cubicBezTo>
                        <a:pt x="53721" y="16097"/>
                        <a:pt x="53721" y="16097"/>
                        <a:pt x="54007" y="16097"/>
                      </a:cubicBezTo>
                      <a:lnTo>
                        <a:pt x="55721" y="15526"/>
                      </a:lnTo>
                      <a:close/>
                      <a:moveTo>
                        <a:pt x="61531" y="8858"/>
                      </a:moveTo>
                      <a:lnTo>
                        <a:pt x="61531" y="8001"/>
                      </a:lnTo>
                      <a:cubicBezTo>
                        <a:pt x="61531" y="8001"/>
                        <a:pt x="60008" y="8382"/>
                        <a:pt x="58198" y="8382"/>
                      </a:cubicBezTo>
                      <a:lnTo>
                        <a:pt x="61531" y="8858"/>
                      </a:lnTo>
                      <a:close/>
                      <a:moveTo>
                        <a:pt x="58198" y="33242"/>
                      </a:moveTo>
                      <a:lnTo>
                        <a:pt x="60388" y="33242"/>
                      </a:lnTo>
                      <a:cubicBezTo>
                        <a:pt x="59436" y="32290"/>
                        <a:pt x="58769" y="31909"/>
                        <a:pt x="58198" y="32099"/>
                      </a:cubicBezTo>
                      <a:lnTo>
                        <a:pt x="58198" y="33242"/>
                      </a:lnTo>
                      <a:close/>
                      <a:moveTo>
                        <a:pt x="62675" y="40291"/>
                      </a:moveTo>
                      <a:lnTo>
                        <a:pt x="64199" y="38671"/>
                      </a:lnTo>
                      <a:lnTo>
                        <a:pt x="63532" y="38671"/>
                      </a:lnTo>
                      <a:lnTo>
                        <a:pt x="62675" y="40291"/>
                      </a:lnTo>
                      <a:close/>
                      <a:moveTo>
                        <a:pt x="66866" y="40577"/>
                      </a:moveTo>
                      <a:cubicBezTo>
                        <a:pt x="66866" y="40577"/>
                        <a:pt x="66389" y="39910"/>
                        <a:pt x="66389" y="39243"/>
                      </a:cubicBezTo>
                      <a:cubicBezTo>
                        <a:pt x="66389" y="37624"/>
                        <a:pt x="67151" y="36386"/>
                        <a:pt x="68485" y="35528"/>
                      </a:cubicBezTo>
                      <a:cubicBezTo>
                        <a:pt x="68199" y="35243"/>
                        <a:pt x="67913" y="35147"/>
                        <a:pt x="67532" y="35147"/>
                      </a:cubicBezTo>
                      <a:cubicBezTo>
                        <a:pt x="67532" y="35147"/>
                        <a:pt x="66389" y="35814"/>
                        <a:pt x="64199" y="37147"/>
                      </a:cubicBezTo>
                      <a:cubicBezTo>
                        <a:pt x="65627" y="37529"/>
                        <a:pt x="66294" y="38291"/>
                        <a:pt x="66294" y="39148"/>
                      </a:cubicBezTo>
                      <a:cubicBezTo>
                        <a:pt x="66294" y="39529"/>
                        <a:pt x="66104" y="40100"/>
                        <a:pt x="65818" y="40862"/>
                      </a:cubicBezTo>
                      <a:cubicBezTo>
                        <a:pt x="65437" y="41529"/>
                        <a:pt x="65342" y="42005"/>
                        <a:pt x="65342" y="42291"/>
                      </a:cubicBezTo>
                      <a:cubicBezTo>
                        <a:pt x="65342" y="42863"/>
                        <a:pt x="66008" y="43053"/>
                        <a:pt x="67437" y="43053"/>
                      </a:cubicBezTo>
                      <a:cubicBezTo>
                        <a:pt x="67437" y="41720"/>
                        <a:pt x="67246" y="40958"/>
                        <a:pt x="66961" y="40672"/>
                      </a:cubicBezTo>
                      <a:close/>
                      <a:moveTo>
                        <a:pt x="71152" y="47435"/>
                      </a:moveTo>
                      <a:lnTo>
                        <a:pt x="71628" y="46958"/>
                      </a:lnTo>
                      <a:lnTo>
                        <a:pt x="70771" y="45815"/>
                      </a:lnTo>
                      <a:lnTo>
                        <a:pt x="71152" y="47435"/>
                      </a:lnTo>
                      <a:close/>
                      <a:moveTo>
                        <a:pt x="73819" y="37529"/>
                      </a:moveTo>
                      <a:lnTo>
                        <a:pt x="75343" y="38671"/>
                      </a:lnTo>
                      <a:cubicBezTo>
                        <a:pt x="74962" y="38005"/>
                        <a:pt x="74867" y="37624"/>
                        <a:pt x="74867" y="37529"/>
                      </a:cubicBezTo>
                      <a:lnTo>
                        <a:pt x="73724" y="37529"/>
                      </a:lnTo>
                      <a:close/>
                      <a:moveTo>
                        <a:pt x="74200" y="19907"/>
                      </a:moveTo>
                      <a:lnTo>
                        <a:pt x="74200" y="21050"/>
                      </a:lnTo>
                      <a:lnTo>
                        <a:pt x="75343" y="19907"/>
                      </a:lnTo>
                      <a:lnTo>
                        <a:pt x="74200" y="19907"/>
                      </a:lnTo>
                      <a:close/>
                      <a:moveTo>
                        <a:pt x="75343" y="32671"/>
                      </a:moveTo>
                      <a:lnTo>
                        <a:pt x="78010" y="29909"/>
                      </a:lnTo>
                      <a:lnTo>
                        <a:pt x="76486" y="29909"/>
                      </a:lnTo>
                      <a:lnTo>
                        <a:pt x="75343" y="32671"/>
                      </a:lnTo>
                      <a:close/>
                      <a:moveTo>
                        <a:pt x="76486" y="45339"/>
                      </a:moveTo>
                      <a:lnTo>
                        <a:pt x="78010" y="44768"/>
                      </a:lnTo>
                      <a:cubicBezTo>
                        <a:pt x="78010" y="44768"/>
                        <a:pt x="77438" y="44196"/>
                        <a:pt x="76486" y="44196"/>
                      </a:cubicBezTo>
                      <a:lnTo>
                        <a:pt x="76486" y="45339"/>
                      </a:lnTo>
                      <a:close/>
                      <a:moveTo>
                        <a:pt x="79724" y="18383"/>
                      </a:moveTo>
                      <a:cubicBezTo>
                        <a:pt x="79724" y="18383"/>
                        <a:pt x="80486" y="18479"/>
                        <a:pt x="80963" y="19050"/>
                      </a:cubicBezTo>
                      <a:lnTo>
                        <a:pt x="79724" y="18383"/>
                      </a:lnTo>
                      <a:close/>
                      <a:moveTo>
                        <a:pt x="81820" y="19717"/>
                      </a:moveTo>
                      <a:cubicBezTo>
                        <a:pt x="81820" y="19717"/>
                        <a:pt x="81344" y="19526"/>
                        <a:pt x="80963" y="19145"/>
                      </a:cubicBezTo>
                      <a:lnTo>
                        <a:pt x="81820" y="19717"/>
                      </a:lnTo>
                      <a:close/>
                      <a:moveTo>
                        <a:pt x="82296" y="20003"/>
                      </a:moveTo>
                      <a:lnTo>
                        <a:pt x="81820" y="19717"/>
                      </a:lnTo>
                      <a:cubicBezTo>
                        <a:pt x="81820" y="19717"/>
                        <a:pt x="82391" y="19526"/>
                        <a:pt x="82296" y="19526"/>
                      </a:cubicBezTo>
                      <a:lnTo>
                        <a:pt x="82296" y="20003"/>
                      </a:lnTo>
                      <a:close/>
                      <a:moveTo>
                        <a:pt x="84296" y="13240"/>
                      </a:moveTo>
                      <a:cubicBezTo>
                        <a:pt x="84296" y="13240"/>
                        <a:pt x="83725" y="13049"/>
                        <a:pt x="83153" y="12954"/>
                      </a:cubicBezTo>
                      <a:cubicBezTo>
                        <a:pt x="82582" y="12954"/>
                        <a:pt x="82296" y="12763"/>
                        <a:pt x="82296" y="12573"/>
                      </a:cubicBezTo>
                      <a:cubicBezTo>
                        <a:pt x="82296" y="12287"/>
                        <a:pt x="82487" y="12002"/>
                        <a:pt x="82868" y="11621"/>
                      </a:cubicBezTo>
                      <a:lnTo>
                        <a:pt x="84296" y="13240"/>
                      </a:lnTo>
                      <a:close/>
                      <a:moveTo>
                        <a:pt x="84582" y="34480"/>
                      </a:moveTo>
                      <a:lnTo>
                        <a:pt x="82868" y="33338"/>
                      </a:lnTo>
                      <a:lnTo>
                        <a:pt x="84582" y="33338"/>
                      </a:lnTo>
                      <a:lnTo>
                        <a:pt x="84582" y="34480"/>
                      </a:lnTo>
                      <a:close/>
                      <a:moveTo>
                        <a:pt x="84296" y="13240"/>
                      </a:moveTo>
                      <a:lnTo>
                        <a:pt x="84582" y="13526"/>
                      </a:lnTo>
                      <a:lnTo>
                        <a:pt x="84296" y="13240"/>
                      </a:lnTo>
                      <a:close/>
                      <a:moveTo>
                        <a:pt x="85725" y="24955"/>
                      </a:moveTo>
                      <a:lnTo>
                        <a:pt x="86106" y="23336"/>
                      </a:lnTo>
                      <a:lnTo>
                        <a:pt x="89440" y="24479"/>
                      </a:lnTo>
                      <a:cubicBezTo>
                        <a:pt x="88583" y="24479"/>
                        <a:pt x="87916" y="25146"/>
                        <a:pt x="87439" y="26194"/>
                      </a:cubicBezTo>
                      <a:cubicBezTo>
                        <a:pt x="87249" y="26194"/>
                        <a:pt x="86678" y="25718"/>
                        <a:pt x="85630" y="24860"/>
                      </a:cubicBezTo>
                      <a:close/>
                      <a:moveTo>
                        <a:pt x="89535" y="10001"/>
                      </a:moveTo>
                      <a:cubicBezTo>
                        <a:pt x="89535" y="10001"/>
                        <a:pt x="89059" y="10763"/>
                        <a:pt x="88392" y="10763"/>
                      </a:cubicBezTo>
                      <a:lnTo>
                        <a:pt x="86868" y="10763"/>
                      </a:lnTo>
                      <a:lnTo>
                        <a:pt x="87344" y="9620"/>
                      </a:lnTo>
                      <a:cubicBezTo>
                        <a:pt x="87344" y="9620"/>
                        <a:pt x="88487" y="10001"/>
                        <a:pt x="89535" y="10001"/>
                      </a:cubicBezTo>
                      <a:close/>
                      <a:moveTo>
                        <a:pt x="88868" y="14288"/>
                      </a:moveTo>
                      <a:lnTo>
                        <a:pt x="88868" y="13430"/>
                      </a:lnTo>
                      <a:cubicBezTo>
                        <a:pt x="90964" y="13811"/>
                        <a:pt x="92393" y="14002"/>
                        <a:pt x="93250" y="13811"/>
                      </a:cubicBezTo>
                      <a:lnTo>
                        <a:pt x="93250" y="14954"/>
                      </a:lnTo>
                      <a:lnTo>
                        <a:pt x="88868" y="14192"/>
                      </a:lnTo>
                      <a:close/>
                      <a:moveTo>
                        <a:pt x="93726" y="35909"/>
                      </a:moveTo>
                      <a:lnTo>
                        <a:pt x="92583" y="35909"/>
                      </a:lnTo>
                      <a:lnTo>
                        <a:pt x="93440" y="34480"/>
                      </a:lnTo>
                      <a:cubicBezTo>
                        <a:pt x="93440" y="34480"/>
                        <a:pt x="93726" y="35147"/>
                        <a:pt x="93726" y="35909"/>
                      </a:cubicBezTo>
                      <a:close/>
                      <a:moveTo>
                        <a:pt x="93154" y="34290"/>
                      </a:moveTo>
                      <a:cubicBezTo>
                        <a:pt x="93154" y="34290"/>
                        <a:pt x="93440" y="33909"/>
                        <a:pt x="93726" y="33623"/>
                      </a:cubicBezTo>
                      <a:lnTo>
                        <a:pt x="93440" y="34480"/>
                      </a:lnTo>
                      <a:cubicBezTo>
                        <a:pt x="93440" y="34480"/>
                        <a:pt x="93250" y="34290"/>
                        <a:pt x="93154" y="34290"/>
                      </a:cubicBezTo>
                      <a:close/>
                      <a:moveTo>
                        <a:pt x="93726" y="33623"/>
                      </a:moveTo>
                      <a:lnTo>
                        <a:pt x="94202" y="32576"/>
                      </a:lnTo>
                      <a:cubicBezTo>
                        <a:pt x="94202" y="32576"/>
                        <a:pt x="94202" y="33147"/>
                        <a:pt x="93726" y="33623"/>
                      </a:cubicBezTo>
                      <a:close/>
                      <a:moveTo>
                        <a:pt x="95821" y="3334"/>
                      </a:moveTo>
                      <a:lnTo>
                        <a:pt x="96964" y="4477"/>
                      </a:lnTo>
                      <a:lnTo>
                        <a:pt x="94869" y="4477"/>
                      </a:lnTo>
                      <a:lnTo>
                        <a:pt x="95821" y="3334"/>
                      </a:lnTo>
                      <a:close/>
                      <a:moveTo>
                        <a:pt x="96584" y="18955"/>
                      </a:moveTo>
                      <a:lnTo>
                        <a:pt x="99251" y="21717"/>
                      </a:lnTo>
                      <a:cubicBezTo>
                        <a:pt x="97250" y="21050"/>
                        <a:pt x="96203" y="20574"/>
                        <a:pt x="96203" y="20193"/>
                      </a:cubicBezTo>
                      <a:cubicBezTo>
                        <a:pt x="96203" y="19907"/>
                        <a:pt x="96298" y="19526"/>
                        <a:pt x="96584" y="19050"/>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 name="Google Shape;849;p99"/>
                <p:cNvSpPr/>
                <p:nvPr/>
              </p:nvSpPr>
              <p:spPr>
                <a:xfrm>
                  <a:off x="6055422" y="5128355"/>
                  <a:ext cx="86487" cy="116681"/>
                </a:xfrm>
                <a:custGeom>
                  <a:avLst/>
                  <a:gdLst/>
                  <a:ahLst/>
                  <a:cxnLst/>
                  <a:rect l="l" t="t" r="r" b="b"/>
                  <a:pathLst>
                    <a:path w="86487" h="116681" extrusionOk="0">
                      <a:moveTo>
                        <a:pt x="76295" y="93250"/>
                      </a:moveTo>
                      <a:cubicBezTo>
                        <a:pt x="78200" y="94488"/>
                        <a:pt x="79248" y="96488"/>
                        <a:pt x="79343" y="99441"/>
                      </a:cubicBezTo>
                      <a:cubicBezTo>
                        <a:pt x="79343" y="101917"/>
                        <a:pt x="79534" y="104299"/>
                        <a:pt x="79534" y="106775"/>
                      </a:cubicBezTo>
                      <a:cubicBezTo>
                        <a:pt x="79534" y="108013"/>
                        <a:pt x="79820" y="109252"/>
                        <a:pt x="80105" y="110204"/>
                      </a:cubicBezTo>
                      <a:cubicBezTo>
                        <a:pt x="77438" y="114490"/>
                        <a:pt x="73152" y="116681"/>
                        <a:pt x="66961" y="116681"/>
                      </a:cubicBezTo>
                      <a:cubicBezTo>
                        <a:pt x="65151" y="116681"/>
                        <a:pt x="62389" y="116491"/>
                        <a:pt x="58579" y="116110"/>
                      </a:cubicBezTo>
                      <a:cubicBezTo>
                        <a:pt x="54864" y="115729"/>
                        <a:pt x="52007" y="115538"/>
                        <a:pt x="50197" y="115538"/>
                      </a:cubicBezTo>
                      <a:cubicBezTo>
                        <a:pt x="48196" y="115538"/>
                        <a:pt x="46482" y="115538"/>
                        <a:pt x="45053" y="115824"/>
                      </a:cubicBezTo>
                      <a:lnTo>
                        <a:pt x="13145" y="115824"/>
                      </a:lnTo>
                      <a:lnTo>
                        <a:pt x="13145" y="115443"/>
                      </a:lnTo>
                      <a:cubicBezTo>
                        <a:pt x="12002" y="114776"/>
                        <a:pt x="10096" y="114586"/>
                        <a:pt x="7239" y="115157"/>
                      </a:cubicBezTo>
                      <a:cubicBezTo>
                        <a:pt x="4477" y="115633"/>
                        <a:pt x="2381" y="115348"/>
                        <a:pt x="857" y="114300"/>
                      </a:cubicBezTo>
                      <a:cubicBezTo>
                        <a:pt x="1334" y="100679"/>
                        <a:pt x="1619" y="87058"/>
                        <a:pt x="1619" y="73723"/>
                      </a:cubicBezTo>
                      <a:cubicBezTo>
                        <a:pt x="1619" y="60388"/>
                        <a:pt x="1334" y="46863"/>
                        <a:pt x="857" y="33147"/>
                      </a:cubicBezTo>
                      <a:cubicBezTo>
                        <a:pt x="1429" y="33528"/>
                        <a:pt x="1810" y="33623"/>
                        <a:pt x="2000" y="33528"/>
                      </a:cubicBezTo>
                      <a:lnTo>
                        <a:pt x="2381" y="33147"/>
                      </a:lnTo>
                      <a:cubicBezTo>
                        <a:pt x="2477" y="32575"/>
                        <a:pt x="2286" y="32195"/>
                        <a:pt x="1715" y="31909"/>
                      </a:cubicBezTo>
                      <a:cubicBezTo>
                        <a:pt x="1143" y="31623"/>
                        <a:pt x="857" y="31528"/>
                        <a:pt x="857" y="31432"/>
                      </a:cubicBezTo>
                      <a:cubicBezTo>
                        <a:pt x="857" y="31242"/>
                        <a:pt x="1048" y="30956"/>
                        <a:pt x="1619" y="30385"/>
                      </a:cubicBezTo>
                      <a:cubicBezTo>
                        <a:pt x="1619" y="31242"/>
                        <a:pt x="1715" y="31813"/>
                        <a:pt x="2000" y="32004"/>
                      </a:cubicBezTo>
                      <a:cubicBezTo>
                        <a:pt x="2953" y="31909"/>
                        <a:pt x="3143" y="31337"/>
                        <a:pt x="2762" y="30289"/>
                      </a:cubicBezTo>
                      <a:cubicBezTo>
                        <a:pt x="2381" y="29242"/>
                        <a:pt x="2477" y="28670"/>
                        <a:pt x="3143" y="28480"/>
                      </a:cubicBezTo>
                      <a:cubicBezTo>
                        <a:pt x="3143" y="28670"/>
                        <a:pt x="3048" y="28861"/>
                        <a:pt x="3048" y="29051"/>
                      </a:cubicBezTo>
                      <a:cubicBezTo>
                        <a:pt x="3048" y="29432"/>
                        <a:pt x="3334" y="29813"/>
                        <a:pt x="3810" y="30289"/>
                      </a:cubicBezTo>
                      <a:cubicBezTo>
                        <a:pt x="4286" y="30766"/>
                        <a:pt x="4667" y="31052"/>
                        <a:pt x="4667" y="31242"/>
                      </a:cubicBezTo>
                      <a:lnTo>
                        <a:pt x="6953" y="30766"/>
                      </a:lnTo>
                      <a:lnTo>
                        <a:pt x="4667" y="29242"/>
                      </a:lnTo>
                      <a:lnTo>
                        <a:pt x="6953" y="28099"/>
                      </a:lnTo>
                      <a:cubicBezTo>
                        <a:pt x="6953" y="28099"/>
                        <a:pt x="6287" y="27337"/>
                        <a:pt x="5239" y="26384"/>
                      </a:cubicBezTo>
                      <a:cubicBezTo>
                        <a:pt x="4477" y="25717"/>
                        <a:pt x="3905" y="25337"/>
                        <a:pt x="3429" y="25337"/>
                      </a:cubicBezTo>
                      <a:cubicBezTo>
                        <a:pt x="2858" y="25337"/>
                        <a:pt x="2477" y="25717"/>
                        <a:pt x="2096" y="26479"/>
                      </a:cubicBezTo>
                      <a:cubicBezTo>
                        <a:pt x="1429" y="26098"/>
                        <a:pt x="1143" y="25717"/>
                        <a:pt x="1143" y="25337"/>
                      </a:cubicBezTo>
                      <a:cubicBezTo>
                        <a:pt x="1143" y="25146"/>
                        <a:pt x="1524" y="24765"/>
                        <a:pt x="2286" y="24098"/>
                      </a:cubicBezTo>
                      <a:cubicBezTo>
                        <a:pt x="3048" y="23527"/>
                        <a:pt x="3334" y="22955"/>
                        <a:pt x="3238" y="22479"/>
                      </a:cubicBezTo>
                      <a:lnTo>
                        <a:pt x="4382" y="23622"/>
                      </a:lnTo>
                      <a:lnTo>
                        <a:pt x="5048" y="22765"/>
                      </a:lnTo>
                      <a:cubicBezTo>
                        <a:pt x="5048" y="22765"/>
                        <a:pt x="5620" y="23241"/>
                        <a:pt x="6001" y="23241"/>
                      </a:cubicBezTo>
                      <a:cubicBezTo>
                        <a:pt x="6382" y="23241"/>
                        <a:pt x="7144" y="22955"/>
                        <a:pt x="8192" y="22479"/>
                      </a:cubicBezTo>
                      <a:cubicBezTo>
                        <a:pt x="9239" y="22003"/>
                        <a:pt x="9906" y="21717"/>
                        <a:pt x="10382" y="21717"/>
                      </a:cubicBezTo>
                      <a:cubicBezTo>
                        <a:pt x="10954" y="21717"/>
                        <a:pt x="11430" y="22003"/>
                        <a:pt x="11811" y="22479"/>
                      </a:cubicBezTo>
                      <a:lnTo>
                        <a:pt x="12478" y="22098"/>
                      </a:lnTo>
                      <a:cubicBezTo>
                        <a:pt x="12383" y="21241"/>
                        <a:pt x="11811" y="20574"/>
                        <a:pt x="10859" y="20288"/>
                      </a:cubicBezTo>
                      <a:cubicBezTo>
                        <a:pt x="9906" y="19907"/>
                        <a:pt x="9239" y="19621"/>
                        <a:pt x="9144" y="19336"/>
                      </a:cubicBezTo>
                      <a:cubicBezTo>
                        <a:pt x="7620" y="19336"/>
                        <a:pt x="5810" y="19336"/>
                        <a:pt x="3715" y="19336"/>
                      </a:cubicBezTo>
                      <a:cubicBezTo>
                        <a:pt x="3524" y="19812"/>
                        <a:pt x="3334" y="20098"/>
                        <a:pt x="3238" y="20098"/>
                      </a:cubicBezTo>
                      <a:cubicBezTo>
                        <a:pt x="2858" y="19717"/>
                        <a:pt x="2572" y="19621"/>
                        <a:pt x="2381" y="19621"/>
                      </a:cubicBezTo>
                      <a:cubicBezTo>
                        <a:pt x="2191" y="19621"/>
                        <a:pt x="2000" y="19621"/>
                        <a:pt x="1810" y="19717"/>
                      </a:cubicBezTo>
                      <a:lnTo>
                        <a:pt x="667" y="15430"/>
                      </a:lnTo>
                      <a:cubicBezTo>
                        <a:pt x="1429" y="15430"/>
                        <a:pt x="1905" y="15145"/>
                        <a:pt x="2191" y="14669"/>
                      </a:cubicBezTo>
                      <a:cubicBezTo>
                        <a:pt x="2191" y="13811"/>
                        <a:pt x="1905" y="13525"/>
                        <a:pt x="1143" y="13906"/>
                      </a:cubicBezTo>
                      <a:cubicBezTo>
                        <a:pt x="476" y="14383"/>
                        <a:pt x="0" y="14192"/>
                        <a:pt x="0" y="13621"/>
                      </a:cubicBezTo>
                      <a:lnTo>
                        <a:pt x="1143" y="12478"/>
                      </a:lnTo>
                      <a:lnTo>
                        <a:pt x="2286" y="13621"/>
                      </a:lnTo>
                      <a:cubicBezTo>
                        <a:pt x="2286" y="13621"/>
                        <a:pt x="2667" y="12478"/>
                        <a:pt x="2667" y="10954"/>
                      </a:cubicBezTo>
                      <a:cubicBezTo>
                        <a:pt x="2667" y="11335"/>
                        <a:pt x="2953" y="11621"/>
                        <a:pt x="3334" y="11811"/>
                      </a:cubicBezTo>
                      <a:cubicBezTo>
                        <a:pt x="4096" y="11239"/>
                        <a:pt x="4477" y="10763"/>
                        <a:pt x="4477" y="10382"/>
                      </a:cubicBezTo>
                      <a:cubicBezTo>
                        <a:pt x="4477" y="9906"/>
                        <a:pt x="3810" y="9239"/>
                        <a:pt x="2572" y="8287"/>
                      </a:cubicBezTo>
                      <a:cubicBezTo>
                        <a:pt x="1334" y="7429"/>
                        <a:pt x="667" y="6572"/>
                        <a:pt x="667" y="5715"/>
                      </a:cubicBezTo>
                      <a:cubicBezTo>
                        <a:pt x="667" y="5048"/>
                        <a:pt x="1048" y="4381"/>
                        <a:pt x="1810" y="3620"/>
                      </a:cubicBezTo>
                      <a:lnTo>
                        <a:pt x="4477" y="762"/>
                      </a:lnTo>
                      <a:cubicBezTo>
                        <a:pt x="9239" y="286"/>
                        <a:pt x="14288" y="0"/>
                        <a:pt x="19717" y="0"/>
                      </a:cubicBezTo>
                      <a:cubicBezTo>
                        <a:pt x="24860" y="0"/>
                        <a:pt x="32480" y="286"/>
                        <a:pt x="42767" y="857"/>
                      </a:cubicBezTo>
                      <a:cubicBezTo>
                        <a:pt x="53054" y="1429"/>
                        <a:pt x="60770" y="1714"/>
                        <a:pt x="65913" y="1714"/>
                      </a:cubicBezTo>
                      <a:cubicBezTo>
                        <a:pt x="69628" y="1714"/>
                        <a:pt x="73247" y="1714"/>
                        <a:pt x="76581" y="1429"/>
                      </a:cubicBezTo>
                      <a:cubicBezTo>
                        <a:pt x="78772" y="3143"/>
                        <a:pt x="79820" y="5429"/>
                        <a:pt x="79820" y="8287"/>
                      </a:cubicBezTo>
                      <a:cubicBezTo>
                        <a:pt x="79820" y="9144"/>
                        <a:pt x="79629" y="10573"/>
                        <a:pt x="79438" y="12668"/>
                      </a:cubicBezTo>
                      <a:cubicBezTo>
                        <a:pt x="79153" y="14764"/>
                        <a:pt x="78962" y="16383"/>
                        <a:pt x="78962" y="17526"/>
                      </a:cubicBezTo>
                      <a:cubicBezTo>
                        <a:pt x="78962" y="18669"/>
                        <a:pt x="78962" y="19717"/>
                        <a:pt x="79248" y="20669"/>
                      </a:cubicBezTo>
                      <a:cubicBezTo>
                        <a:pt x="79248" y="22193"/>
                        <a:pt x="78296" y="22955"/>
                        <a:pt x="76391" y="22955"/>
                      </a:cubicBezTo>
                      <a:cubicBezTo>
                        <a:pt x="76105" y="22955"/>
                        <a:pt x="75629" y="22955"/>
                        <a:pt x="75057" y="22765"/>
                      </a:cubicBezTo>
                      <a:lnTo>
                        <a:pt x="73628" y="22765"/>
                      </a:lnTo>
                      <a:cubicBezTo>
                        <a:pt x="72485" y="22765"/>
                        <a:pt x="71628" y="22955"/>
                        <a:pt x="71152" y="23336"/>
                      </a:cubicBezTo>
                      <a:lnTo>
                        <a:pt x="68104" y="23336"/>
                      </a:lnTo>
                      <a:lnTo>
                        <a:pt x="68104" y="22765"/>
                      </a:lnTo>
                      <a:cubicBezTo>
                        <a:pt x="63818" y="23146"/>
                        <a:pt x="58960" y="23336"/>
                        <a:pt x="53626" y="23336"/>
                      </a:cubicBezTo>
                      <a:cubicBezTo>
                        <a:pt x="50197" y="23336"/>
                        <a:pt x="45339" y="23336"/>
                        <a:pt x="38957" y="23336"/>
                      </a:cubicBezTo>
                      <a:lnTo>
                        <a:pt x="24289" y="23336"/>
                      </a:lnTo>
                      <a:cubicBezTo>
                        <a:pt x="23622" y="25051"/>
                        <a:pt x="23336" y="26956"/>
                        <a:pt x="23336" y="29242"/>
                      </a:cubicBezTo>
                      <a:cubicBezTo>
                        <a:pt x="23336" y="29908"/>
                        <a:pt x="23336" y="30861"/>
                        <a:pt x="23432" y="32195"/>
                      </a:cubicBezTo>
                      <a:lnTo>
                        <a:pt x="23432" y="35338"/>
                      </a:lnTo>
                      <a:cubicBezTo>
                        <a:pt x="23432" y="37433"/>
                        <a:pt x="23241" y="39338"/>
                        <a:pt x="22765" y="41053"/>
                      </a:cubicBezTo>
                      <a:cubicBezTo>
                        <a:pt x="23051" y="42386"/>
                        <a:pt x="23241" y="43720"/>
                        <a:pt x="23432" y="45053"/>
                      </a:cubicBezTo>
                      <a:cubicBezTo>
                        <a:pt x="23908" y="46768"/>
                        <a:pt x="24765" y="47625"/>
                        <a:pt x="26003" y="47625"/>
                      </a:cubicBezTo>
                      <a:cubicBezTo>
                        <a:pt x="26384" y="47625"/>
                        <a:pt x="26765" y="47625"/>
                        <a:pt x="27146" y="47530"/>
                      </a:cubicBezTo>
                      <a:cubicBezTo>
                        <a:pt x="27432" y="47530"/>
                        <a:pt x="27718" y="47625"/>
                        <a:pt x="28099" y="47625"/>
                      </a:cubicBezTo>
                      <a:cubicBezTo>
                        <a:pt x="28480" y="47625"/>
                        <a:pt x="29051" y="47625"/>
                        <a:pt x="29813" y="47339"/>
                      </a:cubicBezTo>
                      <a:cubicBezTo>
                        <a:pt x="30575" y="47149"/>
                        <a:pt x="31052" y="47054"/>
                        <a:pt x="31337" y="47054"/>
                      </a:cubicBezTo>
                      <a:cubicBezTo>
                        <a:pt x="32099" y="47054"/>
                        <a:pt x="32671" y="47435"/>
                        <a:pt x="33147" y="48196"/>
                      </a:cubicBezTo>
                      <a:cubicBezTo>
                        <a:pt x="35624" y="47435"/>
                        <a:pt x="38576" y="47054"/>
                        <a:pt x="41910" y="47054"/>
                      </a:cubicBezTo>
                      <a:cubicBezTo>
                        <a:pt x="43625" y="47054"/>
                        <a:pt x="46006" y="47149"/>
                        <a:pt x="49244" y="47435"/>
                      </a:cubicBezTo>
                      <a:cubicBezTo>
                        <a:pt x="52483" y="47625"/>
                        <a:pt x="54864" y="47815"/>
                        <a:pt x="56483" y="47815"/>
                      </a:cubicBezTo>
                      <a:cubicBezTo>
                        <a:pt x="58103" y="47815"/>
                        <a:pt x="59531" y="47720"/>
                        <a:pt x="60960" y="47530"/>
                      </a:cubicBezTo>
                      <a:cubicBezTo>
                        <a:pt x="61627" y="49911"/>
                        <a:pt x="61913" y="53245"/>
                        <a:pt x="61817" y="57531"/>
                      </a:cubicBezTo>
                      <a:cubicBezTo>
                        <a:pt x="61817" y="62389"/>
                        <a:pt x="61817" y="65722"/>
                        <a:pt x="62103" y="67532"/>
                      </a:cubicBezTo>
                      <a:cubicBezTo>
                        <a:pt x="60103" y="68961"/>
                        <a:pt x="57531" y="69723"/>
                        <a:pt x="54102" y="69723"/>
                      </a:cubicBezTo>
                      <a:cubicBezTo>
                        <a:pt x="52673" y="69723"/>
                        <a:pt x="50578" y="69532"/>
                        <a:pt x="47720" y="69247"/>
                      </a:cubicBezTo>
                      <a:cubicBezTo>
                        <a:pt x="44863" y="68961"/>
                        <a:pt x="42672" y="68866"/>
                        <a:pt x="41243" y="68866"/>
                      </a:cubicBezTo>
                      <a:cubicBezTo>
                        <a:pt x="39815" y="68866"/>
                        <a:pt x="38576" y="68866"/>
                        <a:pt x="37338" y="69152"/>
                      </a:cubicBezTo>
                      <a:lnTo>
                        <a:pt x="37338" y="68485"/>
                      </a:lnTo>
                      <a:cubicBezTo>
                        <a:pt x="36671" y="68485"/>
                        <a:pt x="35243" y="68580"/>
                        <a:pt x="32957" y="68580"/>
                      </a:cubicBezTo>
                      <a:cubicBezTo>
                        <a:pt x="31433" y="68580"/>
                        <a:pt x="30099" y="68961"/>
                        <a:pt x="28766" y="69628"/>
                      </a:cubicBezTo>
                      <a:cubicBezTo>
                        <a:pt x="28289" y="69342"/>
                        <a:pt x="27718" y="69152"/>
                        <a:pt x="26956" y="69152"/>
                      </a:cubicBezTo>
                      <a:cubicBezTo>
                        <a:pt x="25813" y="69247"/>
                        <a:pt x="25146" y="69247"/>
                        <a:pt x="25051" y="69152"/>
                      </a:cubicBezTo>
                      <a:cubicBezTo>
                        <a:pt x="23527" y="69628"/>
                        <a:pt x="22765" y="70866"/>
                        <a:pt x="22765" y="72771"/>
                      </a:cubicBezTo>
                      <a:cubicBezTo>
                        <a:pt x="22765" y="74104"/>
                        <a:pt x="23051" y="75152"/>
                        <a:pt x="23432" y="75914"/>
                      </a:cubicBezTo>
                      <a:cubicBezTo>
                        <a:pt x="21336" y="75343"/>
                        <a:pt x="19526" y="75914"/>
                        <a:pt x="18002" y="77533"/>
                      </a:cubicBezTo>
                      <a:lnTo>
                        <a:pt x="21622" y="76867"/>
                      </a:lnTo>
                      <a:lnTo>
                        <a:pt x="21241" y="77533"/>
                      </a:lnTo>
                      <a:cubicBezTo>
                        <a:pt x="21241" y="77533"/>
                        <a:pt x="21622" y="78105"/>
                        <a:pt x="22003" y="78105"/>
                      </a:cubicBezTo>
                      <a:cubicBezTo>
                        <a:pt x="21812" y="78105"/>
                        <a:pt x="22288" y="77724"/>
                        <a:pt x="23527" y="76867"/>
                      </a:cubicBezTo>
                      <a:cubicBezTo>
                        <a:pt x="23527" y="76486"/>
                        <a:pt x="23527" y="79248"/>
                        <a:pt x="23432" y="85154"/>
                      </a:cubicBezTo>
                      <a:cubicBezTo>
                        <a:pt x="23336" y="88582"/>
                        <a:pt x="23908" y="91249"/>
                        <a:pt x="25146" y="93059"/>
                      </a:cubicBezTo>
                      <a:cubicBezTo>
                        <a:pt x="28575" y="93536"/>
                        <a:pt x="32195" y="93726"/>
                        <a:pt x="36004" y="93726"/>
                      </a:cubicBezTo>
                      <a:cubicBezTo>
                        <a:pt x="38862" y="93726"/>
                        <a:pt x="43053" y="93536"/>
                        <a:pt x="48578" y="93154"/>
                      </a:cubicBezTo>
                      <a:cubicBezTo>
                        <a:pt x="54197" y="92773"/>
                        <a:pt x="58293" y="92583"/>
                        <a:pt x="61151" y="92583"/>
                      </a:cubicBezTo>
                      <a:cubicBezTo>
                        <a:pt x="65342" y="92583"/>
                        <a:pt x="69247" y="92869"/>
                        <a:pt x="72866" y="93440"/>
                      </a:cubicBezTo>
                      <a:cubicBezTo>
                        <a:pt x="73533" y="91916"/>
                        <a:pt x="74867" y="91726"/>
                        <a:pt x="76771" y="93059"/>
                      </a:cubicBezTo>
                      <a:close/>
                      <a:moveTo>
                        <a:pt x="4191" y="21241"/>
                      </a:moveTo>
                      <a:lnTo>
                        <a:pt x="5048" y="22384"/>
                      </a:lnTo>
                      <a:lnTo>
                        <a:pt x="4858" y="22670"/>
                      </a:lnTo>
                      <a:cubicBezTo>
                        <a:pt x="4858" y="22670"/>
                        <a:pt x="4286" y="21812"/>
                        <a:pt x="4191" y="21241"/>
                      </a:cubicBezTo>
                      <a:close/>
                      <a:moveTo>
                        <a:pt x="32861" y="62294"/>
                      </a:moveTo>
                      <a:lnTo>
                        <a:pt x="31147" y="62294"/>
                      </a:lnTo>
                      <a:cubicBezTo>
                        <a:pt x="31433" y="62960"/>
                        <a:pt x="32004" y="62960"/>
                        <a:pt x="32861" y="62294"/>
                      </a:cubicBezTo>
                      <a:lnTo>
                        <a:pt x="33528" y="62294"/>
                      </a:lnTo>
                      <a:cubicBezTo>
                        <a:pt x="33528" y="62294"/>
                        <a:pt x="33814" y="62770"/>
                        <a:pt x="33814" y="63341"/>
                      </a:cubicBezTo>
                      <a:lnTo>
                        <a:pt x="35814" y="62294"/>
                      </a:lnTo>
                      <a:cubicBezTo>
                        <a:pt x="36195" y="62770"/>
                        <a:pt x="36481" y="63151"/>
                        <a:pt x="36481" y="63341"/>
                      </a:cubicBezTo>
                      <a:lnTo>
                        <a:pt x="38576" y="63341"/>
                      </a:lnTo>
                      <a:lnTo>
                        <a:pt x="38576" y="62294"/>
                      </a:lnTo>
                      <a:lnTo>
                        <a:pt x="33528" y="62294"/>
                      </a:lnTo>
                      <a:cubicBezTo>
                        <a:pt x="33528" y="62294"/>
                        <a:pt x="33147" y="62103"/>
                        <a:pt x="32861" y="62294"/>
                      </a:cubicBezTo>
                      <a:close/>
                      <a:moveTo>
                        <a:pt x="60103" y="8191"/>
                      </a:moveTo>
                      <a:lnTo>
                        <a:pt x="58960" y="7429"/>
                      </a:lnTo>
                      <a:lnTo>
                        <a:pt x="60103" y="9811"/>
                      </a:lnTo>
                      <a:lnTo>
                        <a:pt x="60103" y="8191"/>
                      </a:lnTo>
                      <a:close/>
                      <a:moveTo>
                        <a:pt x="85916" y="101060"/>
                      </a:moveTo>
                      <a:lnTo>
                        <a:pt x="86487" y="101060"/>
                      </a:lnTo>
                      <a:lnTo>
                        <a:pt x="84773" y="102013"/>
                      </a:lnTo>
                      <a:lnTo>
                        <a:pt x="85916" y="101060"/>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50" name="Google Shape;850;p99"/>
              <p:cNvGrpSpPr/>
              <p:nvPr/>
            </p:nvGrpSpPr>
            <p:grpSpPr>
              <a:xfrm>
                <a:off x="11767941" y="6660642"/>
                <a:ext cx="441673" cy="82296"/>
                <a:chOff x="6514623" y="4378737"/>
                <a:chExt cx="441673" cy="82296"/>
              </a:xfrm>
            </p:grpSpPr>
            <p:sp>
              <p:nvSpPr>
                <p:cNvPr id="851" name="Google Shape;851;p99"/>
                <p:cNvSpPr/>
                <p:nvPr/>
              </p:nvSpPr>
              <p:spPr>
                <a:xfrm>
                  <a:off x="6514623" y="4389405"/>
                  <a:ext cx="60769" cy="67437"/>
                </a:xfrm>
                <a:custGeom>
                  <a:avLst/>
                  <a:gdLst/>
                  <a:ahLst/>
                  <a:cxnLst/>
                  <a:rect l="l" t="t" r="r" b="b"/>
                  <a:pathLst>
                    <a:path w="60769" h="67437" extrusionOk="0">
                      <a:moveTo>
                        <a:pt x="857" y="46768"/>
                      </a:moveTo>
                      <a:cubicBezTo>
                        <a:pt x="857" y="47339"/>
                        <a:pt x="857" y="47625"/>
                        <a:pt x="1143" y="47625"/>
                      </a:cubicBezTo>
                      <a:cubicBezTo>
                        <a:pt x="1143" y="47625"/>
                        <a:pt x="1238" y="47625"/>
                        <a:pt x="1524" y="47625"/>
                      </a:cubicBezTo>
                      <a:cubicBezTo>
                        <a:pt x="1619" y="47625"/>
                        <a:pt x="1810" y="47625"/>
                        <a:pt x="1905" y="47625"/>
                      </a:cubicBezTo>
                      <a:cubicBezTo>
                        <a:pt x="2000" y="47625"/>
                        <a:pt x="2191" y="47720"/>
                        <a:pt x="2191" y="48006"/>
                      </a:cubicBezTo>
                      <a:cubicBezTo>
                        <a:pt x="952" y="48006"/>
                        <a:pt x="190" y="48006"/>
                        <a:pt x="0" y="47625"/>
                      </a:cubicBezTo>
                      <a:lnTo>
                        <a:pt x="952" y="46958"/>
                      </a:lnTo>
                      <a:close/>
                      <a:moveTo>
                        <a:pt x="2096" y="55341"/>
                      </a:moveTo>
                      <a:cubicBezTo>
                        <a:pt x="2096" y="55341"/>
                        <a:pt x="2476" y="54959"/>
                        <a:pt x="2762" y="54959"/>
                      </a:cubicBezTo>
                      <a:lnTo>
                        <a:pt x="3715" y="54959"/>
                      </a:lnTo>
                      <a:cubicBezTo>
                        <a:pt x="3715" y="54959"/>
                        <a:pt x="3429" y="55341"/>
                        <a:pt x="3048" y="55341"/>
                      </a:cubicBezTo>
                      <a:lnTo>
                        <a:pt x="2191" y="55341"/>
                      </a:lnTo>
                      <a:close/>
                      <a:moveTo>
                        <a:pt x="4858" y="59817"/>
                      </a:moveTo>
                      <a:lnTo>
                        <a:pt x="4858" y="58865"/>
                      </a:lnTo>
                      <a:lnTo>
                        <a:pt x="5524" y="58865"/>
                      </a:lnTo>
                      <a:lnTo>
                        <a:pt x="4858" y="59817"/>
                      </a:lnTo>
                      <a:close/>
                      <a:moveTo>
                        <a:pt x="8382" y="54293"/>
                      </a:moveTo>
                      <a:cubicBezTo>
                        <a:pt x="8382" y="54293"/>
                        <a:pt x="9049" y="54388"/>
                        <a:pt x="9620" y="54959"/>
                      </a:cubicBezTo>
                      <a:lnTo>
                        <a:pt x="9334" y="55341"/>
                      </a:lnTo>
                      <a:lnTo>
                        <a:pt x="8382" y="54293"/>
                      </a:lnTo>
                      <a:close/>
                      <a:moveTo>
                        <a:pt x="9620" y="59817"/>
                      </a:moveTo>
                      <a:cubicBezTo>
                        <a:pt x="9620" y="59817"/>
                        <a:pt x="10001" y="59627"/>
                        <a:pt x="10096" y="59341"/>
                      </a:cubicBezTo>
                      <a:cubicBezTo>
                        <a:pt x="10287" y="59055"/>
                        <a:pt x="10477" y="58960"/>
                        <a:pt x="10668" y="58960"/>
                      </a:cubicBezTo>
                      <a:cubicBezTo>
                        <a:pt x="10668" y="59246"/>
                        <a:pt x="10573" y="59436"/>
                        <a:pt x="10287" y="59912"/>
                      </a:cubicBezTo>
                      <a:lnTo>
                        <a:pt x="9620" y="59912"/>
                      </a:lnTo>
                      <a:close/>
                      <a:moveTo>
                        <a:pt x="11144" y="52388"/>
                      </a:moveTo>
                      <a:lnTo>
                        <a:pt x="10954" y="53054"/>
                      </a:lnTo>
                      <a:lnTo>
                        <a:pt x="10001" y="53054"/>
                      </a:lnTo>
                      <a:cubicBezTo>
                        <a:pt x="10192" y="52388"/>
                        <a:pt x="10477" y="52102"/>
                        <a:pt x="10668" y="52102"/>
                      </a:cubicBezTo>
                      <a:cubicBezTo>
                        <a:pt x="10858" y="52102"/>
                        <a:pt x="11049" y="52102"/>
                        <a:pt x="11144" y="52483"/>
                      </a:cubicBezTo>
                      <a:close/>
                      <a:moveTo>
                        <a:pt x="12478" y="46577"/>
                      </a:moveTo>
                      <a:lnTo>
                        <a:pt x="12478" y="47244"/>
                      </a:lnTo>
                      <a:lnTo>
                        <a:pt x="11144" y="46196"/>
                      </a:lnTo>
                      <a:cubicBezTo>
                        <a:pt x="11144" y="46196"/>
                        <a:pt x="11906" y="46196"/>
                        <a:pt x="12478" y="46577"/>
                      </a:cubicBezTo>
                      <a:close/>
                      <a:moveTo>
                        <a:pt x="11144" y="56293"/>
                      </a:moveTo>
                      <a:cubicBezTo>
                        <a:pt x="11144" y="56293"/>
                        <a:pt x="11811" y="56579"/>
                        <a:pt x="11811" y="57245"/>
                      </a:cubicBezTo>
                      <a:lnTo>
                        <a:pt x="11144" y="57245"/>
                      </a:lnTo>
                      <a:lnTo>
                        <a:pt x="11144" y="56293"/>
                      </a:lnTo>
                      <a:close/>
                      <a:moveTo>
                        <a:pt x="12668" y="63437"/>
                      </a:moveTo>
                      <a:lnTo>
                        <a:pt x="12478" y="63056"/>
                      </a:lnTo>
                      <a:lnTo>
                        <a:pt x="13811" y="62294"/>
                      </a:lnTo>
                      <a:lnTo>
                        <a:pt x="12763" y="63341"/>
                      </a:lnTo>
                      <a:close/>
                      <a:moveTo>
                        <a:pt x="60674" y="50102"/>
                      </a:moveTo>
                      <a:lnTo>
                        <a:pt x="57817" y="50483"/>
                      </a:lnTo>
                      <a:cubicBezTo>
                        <a:pt x="57817" y="50483"/>
                        <a:pt x="57817" y="50673"/>
                        <a:pt x="57817" y="50768"/>
                      </a:cubicBezTo>
                      <a:cubicBezTo>
                        <a:pt x="57817" y="50959"/>
                        <a:pt x="58102" y="51149"/>
                        <a:pt x="58483" y="51435"/>
                      </a:cubicBezTo>
                      <a:cubicBezTo>
                        <a:pt x="58960" y="51721"/>
                        <a:pt x="59150" y="52007"/>
                        <a:pt x="59150" y="52388"/>
                      </a:cubicBezTo>
                      <a:lnTo>
                        <a:pt x="59817" y="52388"/>
                      </a:lnTo>
                      <a:cubicBezTo>
                        <a:pt x="59436" y="54102"/>
                        <a:pt x="59150" y="55817"/>
                        <a:pt x="58960" y="57531"/>
                      </a:cubicBezTo>
                      <a:cubicBezTo>
                        <a:pt x="58483" y="59341"/>
                        <a:pt x="57436" y="60579"/>
                        <a:pt x="55721" y="61151"/>
                      </a:cubicBezTo>
                      <a:cubicBezTo>
                        <a:pt x="55435" y="60103"/>
                        <a:pt x="54769" y="59817"/>
                        <a:pt x="53816" y="60198"/>
                      </a:cubicBezTo>
                      <a:lnTo>
                        <a:pt x="53435" y="60484"/>
                      </a:lnTo>
                      <a:lnTo>
                        <a:pt x="54673" y="61817"/>
                      </a:lnTo>
                      <a:cubicBezTo>
                        <a:pt x="54673" y="61817"/>
                        <a:pt x="53626" y="61436"/>
                        <a:pt x="53054" y="60865"/>
                      </a:cubicBezTo>
                      <a:cubicBezTo>
                        <a:pt x="52483" y="60293"/>
                        <a:pt x="52006" y="60103"/>
                        <a:pt x="51625" y="60103"/>
                      </a:cubicBezTo>
                      <a:cubicBezTo>
                        <a:pt x="51244" y="60103"/>
                        <a:pt x="50768" y="60293"/>
                        <a:pt x="50292" y="60770"/>
                      </a:cubicBezTo>
                      <a:lnTo>
                        <a:pt x="51435" y="60770"/>
                      </a:lnTo>
                      <a:lnTo>
                        <a:pt x="51244" y="61151"/>
                      </a:lnTo>
                      <a:cubicBezTo>
                        <a:pt x="51911" y="61341"/>
                        <a:pt x="52768" y="61913"/>
                        <a:pt x="53816" y="62770"/>
                      </a:cubicBezTo>
                      <a:lnTo>
                        <a:pt x="51530" y="63818"/>
                      </a:lnTo>
                      <a:lnTo>
                        <a:pt x="52006" y="64008"/>
                      </a:lnTo>
                      <a:cubicBezTo>
                        <a:pt x="52006" y="64008"/>
                        <a:pt x="51054" y="64484"/>
                        <a:pt x="49339" y="65151"/>
                      </a:cubicBezTo>
                      <a:cubicBezTo>
                        <a:pt x="48482" y="65437"/>
                        <a:pt x="47625" y="65627"/>
                        <a:pt x="46863" y="65627"/>
                      </a:cubicBezTo>
                      <a:cubicBezTo>
                        <a:pt x="46482" y="65627"/>
                        <a:pt x="46101" y="65627"/>
                        <a:pt x="45625" y="65532"/>
                      </a:cubicBezTo>
                      <a:cubicBezTo>
                        <a:pt x="45339" y="66294"/>
                        <a:pt x="45244" y="66866"/>
                        <a:pt x="45434" y="67056"/>
                      </a:cubicBezTo>
                      <a:lnTo>
                        <a:pt x="33052" y="67437"/>
                      </a:lnTo>
                      <a:cubicBezTo>
                        <a:pt x="32099" y="66485"/>
                        <a:pt x="30480" y="65723"/>
                        <a:pt x="28384" y="65056"/>
                      </a:cubicBezTo>
                      <a:cubicBezTo>
                        <a:pt x="26003" y="64294"/>
                        <a:pt x="24574" y="63722"/>
                        <a:pt x="23908" y="63341"/>
                      </a:cubicBezTo>
                      <a:cubicBezTo>
                        <a:pt x="23622" y="62960"/>
                        <a:pt x="23146" y="62675"/>
                        <a:pt x="22479" y="62484"/>
                      </a:cubicBezTo>
                      <a:cubicBezTo>
                        <a:pt x="21812" y="62294"/>
                        <a:pt x="21146" y="62103"/>
                        <a:pt x="20479" y="62008"/>
                      </a:cubicBezTo>
                      <a:lnTo>
                        <a:pt x="21336" y="61055"/>
                      </a:lnTo>
                      <a:lnTo>
                        <a:pt x="20098" y="59722"/>
                      </a:lnTo>
                      <a:lnTo>
                        <a:pt x="19717" y="60674"/>
                      </a:lnTo>
                      <a:cubicBezTo>
                        <a:pt x="18669" y="60389"/>
                        <a:pt x="18002" y="59436"/>
                        <a:pt x="17907" y="57912"/>
                      </a:cubicBezTo>
                      <a:cubicBezTo>
                        <a:pt x="17907" y="56579"/>
                        <a:pt x="17050" y="55817"/>
                        <a:pt x="15621" y="55817"/>
                      </a:cubicBezTo>
                      <a:lnTo>
                        <a:pt x="14573" y="55817"/>
                      </a:lnTo>
                      <a:cubicBezTo>
                        <a:pt x="15526" y="55817"/>
                        <a:pt x="16002" y="55150"/>
                        <a:pt x="16002" y="54197"/>
                      </a:cubicBezTo>
                      <a:cubicBezTo>
                        <a:pt x="16002" y="53816"/>
                        <a:pt x="15907" y="53531"/>
                        <a:pt x="15716" y="53245"/>
                      </a:cubicBezTo>
                      <a:cubicBezTo>
                        <a:pt x="15526" y="52959"/>
                        <a:pt x="14954" y="52673"/>
                        <a:pt x="14002" y="52292"/>
                      </a:cubicBezTo>
                      <a:lnTo>
                        <a:pt x="13716" y="52578"/>
                      </a:lnTo>
                      <a:cubicBezTo>
                        <a:pt x="13716" y="52578"/>
                        <a:pt x="13525" y="52769"/>
                        <a:pt x="13430" y="52769"/>
                      </a:cubicBezTo>
                      <a:cubicBezTo>
                        <a:pt x="13240" y="52769"/>
                        <a:pt x="13144" y="52483"/>
                        <a:pt x="13049" y="52102"/>
                      </a:cubicBezTo>
                      <a:cubicBezTo>
                        <a:pt x="12954" y="51721"/>
                        <a:pt x="12954" y="51340"/>
                        <a:pt x="13049" y="50959"/>
                      </a:cubicBezTo>
                      <a:cubicBezTo>
                        <a:pt x="13621" y="50959"/>
                        <a:pt x="14383" y="50292"/>
                        <a:pt x="15526" y="49149"/>
                      </a:cubicBezTo>
                      <a:cubicBezTo>
                        <a:pt x="16478" y="48292"/>
                        <a:pt x="17335" y="47816"/>
                        <a:pt x="18002" y="47816"/>
                      </a:cubicBezTo>
                      <a:cubicBezTo>
                        <a:pt x="18288" y="47816"/>
                        <a:pt x="18669" y="47816"/>
                        <a:pt x="19050" y="48101"/>
                      </a:cubicBezTo>
                      <a:cubicBezTo>
                        <a:pt x="18859" y="47720"/>
                        <a:pt x="18859" y="47339"/>
                        <a:pt x="19050" y="47054"/>
                      </a:cubicBezTo>
                      <a:cubicBezTo>
                        <a:pt x="19240" y="46768"/>
                        <a:pt x="19050" y="46387"/>
                        <a:pt x="18479" y="45816"/>
                      </a:cubicBezTo>
                      <a:lnTo>
                        <a:pt x="21241" y="44482"/>
                      </a:lnTo>
                      <a:lnTo>
                        <a:pt x="20574" y="43529"/>
                      </a:lnTo>
                      <a:cubicBezTo>
                        <a:pt x="20574" y="43529"/>
                        <a:pt x="21717" y="43244"/>
                        <a:pt x="22669" y="42672"/>
                      </a:cubicBezTo>
                      <a:cubicBezTo>
                        <a:pt x="23717" y="42196"/>
                        <a:pt x="24289" y="41910"/>
                        <a:pt x="24670" y="41910"/>
                      </a:cubicBezTo>
                      <a:cubicBezTo>
                        <a:pt x="25241" y="41910"/>
                        <a:pt x="25622" y="42291"/>
                        <a:pt x="25717" y="43148"/>
                      </a:cubicBezTo>
                      <a:cubicBezTo>
                        <a:pt x="25527" y="44958"/>
                        <a:pt x="26194" y="46863"/>
                        <a:pt x="27622" y="48673"/>
                      </a:cubicBezTo>
                      <a:cubicBezTo>
                        <a:pt x="28384" y="49530"/>
                        <a:pt x="29813" y="50959"/>
                        <a:pt x="32004" y="52864"/>
                      </a:cubicBezTo>
                      <a:cubicBezTo>
                        <a:pt x="32290" y="53626"/>
                        <a:pt x="32861" y="54007"/>
                        <a:pt x="33623" y="54007"/>
                      </a:cubicBezTo>
                      <a:cubicBezTo>
                        <a:pt x="33814" y="54007"/>
                        <a:pt x="34195" y="54007"/>
                        <a:pt x="34671" y="53912"/>
                      </a:cubicBezTo>
                      <a:cubicBezTo>
                        <a:pt x="35147" y="53912"/>
                        <a:pt x="35528" y="53816"/>
                        <a:pt x="35719" y="53816"/>
                      </a:cubicBezTo>
                      <a:cubicBezTo>
                        <a:pt x="36195" y="53816"/>
                        <a:pt x="36671" y="53912"/>
                        <a:pt x="37052" y="54197"/>
                      </a:cubicBezTo>
                      <a:cubicBezTo>
                        <a:pt x="37529" y="54388"/>
                        <a:pt x="38005" y="54578"/>
                        <a:pt x="38576" y="54578"/>
                      </a:cubicBezTo>
                      <a:cubicBezTo>
                        <a:pt x="39529" y="54578"/>
                        <a:pt x="40672" y="54102"/>
                        <a:pt x="42005" y="53150"/>
                      </a:cubicBezTo>
                      <a:cubicBezTo>
                        <a:pt x="44005" y="51816"/>
                        <a:pt x="45053" y="51054"/>
                        <a:pt x="45339" y="50959"/>
                      </a:cubicBezTo>
                      <a:cubicBezTo>
                        <a:pt x="45625" y="50578"/>
                        <a:pt x="45720" y="50102"/>
                        <a:pt x="45720" y="49625"/>
                      </a:cubicBezTo>
                      <a:cubicBezTo>
                        <a:pt x="45720" y="48959"/>
                        <a:pt x="45339" y="48101"/>
                        <a:pt x="44577" y="46958"/>
                      </a:cubicBezTo>
                      <a:cubicBezTo>
                        <a:pt x="43815" y="45816"/>
                        <a:pt x="43434" y="45053"/>
                        <a:pt x="43339" y="44482"/>
                      </a:cubicBezTo>
                      <a:cubicBezTo>
                        <a:pt x="42005" y="44291"/>
                        <a:pt x="41243" y="43720"/>
                        <a:pt x="41053" y="42863"/>
                      </a:cubicBezTo>
                      <a:lnTo>
                        <a:pt x="41434" y="42482"/>
                      </a:lnTo>
                      <a:cubicBezTo>
                        <a:pt x="39719" y="41624"/>
                        <a:pt x="37242" y="40386"/>
                        <a:pt x="34195" y="38672"/>
                      </a:cubicBezTo>
                      <a:cubicBezTo>
                        <a:pt x="33909" y="38958"/>
                        <a:pt x="33528" y="39053"/>
                        <a:pt x="33242" y="39053"/>
                      </a:cubicBezTo>
                      <a:cubicBezTo>
                        <a:pt x="32766" y="39053"/>
                        <a:pt x="32290" y="38767"/>
                        <a:pt x="31623" y="38100"/>
                      </a:cubicBezTo>
                      <a:cubicBezTo>
                        <a:pt x="30956" y="37433"/>
                        <a:pt x="30480" y="37148"/>
                        <a:pt x="30099" y="37148"/>
                      </a:cubicBezTo>
                      <a:cubicBezTo>
                        <a:pt x="29908" y="37148"/>
                        <a:pt x="29718" y="37148"/>
                        <a:pt x="29623" y="37338"/>
                      </a:cubicBezTo>
                      <a:cubicBezTo>
                        <a:pt x="28289" y="36957"/>
                        <a:pt x="26860" y="35814"/>
                        <a:pt x="25527" y="33909"/>
                      </a:cubicBezTo>
                      <a:cubicBezTo>
                        <a:pt x="24003" y="31814"/>
                        <a:pt x="22669" y="30385"/>
                        <a:pt x="21717" y="29813"/>
                      </a:cubicBezTo>
                      <a:cubicBezTo>
                        <a:pt x="21812" y="29147"/>
                        <a:pt x="21526" y="28385"/>
                        <a:pt x="20860" y="27527"/>
                      </a:cubicBezTo>
                      <a:cubicBezTo>
                        <a:pt x="20193" y="26575"/>
                        <a:pt x="19907" y="25908"/>
                        <a:pt x="20098" y="25432"/>
                      </a:cubicBezTo>
                      <a:cubicBezTo>
                        <a:pt x="19717" y="24670"/>
                        <a:pt x="19431" y="23336"/>
                        <a:pt x="19336" y="21241"/>
                      </a:cubicBezTo>
                      <a:cubicBezTo>
                        <a:pt x="19240" y="19431"/>
                        <a:pt x="19145" y="17621"/>
                        <a:pt x="19050" y="15716"/>
                      </a:cubicBezTo>
                      <a:cubicBezTo>
                        <a:pt x="19526" y="15526"/>
                        <a:pt x="19717" y="15335"/>
                        <a:pt x="19717" y="15050"/>
                      </a:cubicBezTo>
                      <a:cubicBezTo>
                        <a:pt x="19717" y="14859"/>
                        <a:pt x="19621" y="14669"/>
                        <a:pt x="19431" y="14288"/>
                      </a:cubicBezTo>
                      <a:cubicBezTo>
                        <a:pt x="19240" y="13907"/>
                        <a:pt x="19050" y="13621"/>
                        <a:pt x="19050" y="13526"/>
                      </a:cubicBezTo>
                      <a:cubicBezTo>
                        <a:pt x="19336" y="12764"/>
                        <a:pt x="20288" y="11716"/>
                        <a:pt x="21812" y="10287"/>
                      </a:cubicBezTo>
                      <a:cubicBezTo>
                        <a:pt x="23146" y="9144"/>
                        <a:pt x="23717" y="8001"/>
                        <a:pt x="23717" y="6953"/>
                      </a:cubicBezTo>
                      <a:cubicBezTo>
                        <a:pt x="23908" y="6953"/>
                        <a:pt x="24289" y="6668"/>
                        <a:pt x="24765" y="6287"/>
                      </a:cubicBezTo>
                      <a:cubicBezTo>
                        <a:pt x="25241" y="5906"/>
                        <a:pt x="25622" y="5715"/>
                        <a:pt x="25908" y="5715"/>
                      </a:cubicBezTo>
                      <a:cubicBezTo>
                        <a:pt x="26098" y="5715"/>
                        <a:pt x="26194" y="5810"/>
                        <a:pt x="26289" y="6096"/>
                      </a:cubicBezTo>
                      <a:cubicBezTo>
                        <a:pt x="27337" y="4477"/>
                        <a:pt x="29051" y="3239"/>
                        <a:pt x="31242" y="2381"/>
                      </a:cubicBezTo>
                      <a:cubicBezTo>
                        <a:pt x="33242" y="1715"/>
                        <a:pt x="35242" y="1048"/>
                        <a:pt x="37242" y="381"/>
                      </a:cubicBezTo>
                      <a:cubicBezTo>
                        <a:pt x="37814" y="191"/>
                        <a:pt x="38386" y="0"/>
                        <a:pt x="39052" y="0"/>
                      </a:cubicBezTo>
                      <a:cubicBezTo>
                        <a:pt x="39910" y="0"/>
                        <a:pt x="41053" y="381"/>
                        <a:pt x="42577" y="1048"/>
                      </a:cubicBezTo>
                      <a:cubicBezTo>
                        <a:pt x="44101" y="1715"/>
                        <a:pt x="45244" y="2096"/>
                        <a:pt x="46101" y="2096"/>
                      </a:cubicBezTo>
                      <a:cubicBezTo>
                        <a:pt x="46482" y="2096"/>
                        <a:pt x="46863" y="2096"/>
                        <a:pt x="47244" y="1905"/>
                      </a:cubicBezTo>
                      <a:cubicBezTo>
                        <a:pt x="47625" y="2667"/>
                        <a:pt x="48292" y="3239"/>
                        <a:pt x="49339" y="3524"/>
                      </a:cubicBezTo>
                      <a:cubicBezTo>
                        <a:pt x="50578" y="3905"/>
                        <a:pt x="51435" y="4286"/>
                        <a:pt x="51816" y="4572"/>
                      </a:cubicBezTo>
                      <a:cubicBezTo>
                        <a:pt x="53721" y="4763"/>
                        <a:pt x="55340" y="7239"/>
                        <a:pt x="56769" y="11906"/>
                      </a:cubicBezTo>
                      <a:cubicBezTo>
                        <a:pt x="56769" y="12573"/>
                        <a:pt x="56292" y="13526"/>
                        <a:pt x="55340" y="14573"/>
                      </a:cubicBezTo>
                      <a:cubicBezTo>
                        <a:pt x="54483" y="15716"/>
                        <a:pt x="54007" y="16574"/>
                        <a:pt x="54102" y="17431"/>
                      </a:cubicBezTo>
                      <a:cubicBezTo>
                        <a:pt x="53530" y="17431"/>
                        <a:pt x="53149" y="17526"/>
                        <a:pt x="53054" y="18098"/>
                      </a:cubicBezTo>
                      <a:cubicBezTo>
                        <a:pt x="53054" y="18860"/>
                        <a:pt x="52864" y="19241"/>
                        <a:pt x="52673" y="19336"/>
                      </a:cubicBezTo>
                      <a:cubicBezTo>
                        <a:pt x="51149" y="20098"/>
                        <a:pt x="50101" y="20479"/>
                        <a:pt x="49435" y="20479"/>
                      </a:cubicBezTo>
                      <a:cubicBezTo>
                        <a:pt x="48577" y="20479"/>
                        <a:pt x="47720" y="19908"/>
                        <a:pt x="46958" y="18860"/>
                      </a:cubicBezTo>
                      <a:cubicBezTo>
                        <a:pt x="46958" y="17907"/>
                        <a:pt x="46387" y="17241"/>
                        <a:pt x="45339" y="16859"/>
                      </a:cubicBezTo>
                      <a:cubicBezTo>
                        <a:pt x="44101" y="16383"/>
                        <a:pt x="43434" y="15812"/>
                        <a:pt x="43243" y="15240"/>
                      </a:cubicBezTo>
                      <a:cubicBezTo>
                        <a:pt x="42958" y="15240"/>
                        <a:pt x="42100" y="14859"/>
                        <a:pt x="40672" y="14383"/>
                      </a:cubicBezTo>
                      <a:cubicBezTo>
                        <a:pt x="39624" y="13907"/>
                        <a:pt x="38671" y="13716"/>
                        <a:pt x="38005" y="13716"/>
                      </a:cubicBezTo>
                      <a:cubicBezTo>
                        <a:pt x="37052" y="13716"/>
                        <a:pt x="36290" y="14097"/>
                        <a:pt x="35623" y="15050"/>
                      </a:cubicBezTo>
                      <a:cubicBezTo>
                        <a:pt x="35433" y="15050"/>
                        <a:pt x="35242" y="15050"/>
                        <a:pt x="35052" y="15050"/>
                      </a:cubicBezTo>
                      <a:cubicBezTo>
                        <a:pt x="34671" y="15050"/>
                        <a:pt x="33909" y="15431"/>
                        <a:pt x="33052" y="16288"/>
                      </a:cubicBezTo>
                      <a:cubicBezTo>
                        <a:pt x="33338" y="16764"/>
                        <a:pt x="33433" y="17241"/>
                        <a:pt x="33433" y="17621"/>
                      </a:cubicBezTo>
                      <a:cubicBezTo>
                        <a:pt x="33433" y="18098"/>
                        <a:pt x="33052" y="18574"/>
                        <a:pt x="32290" y="19050"/>
                      </a:cubicBezTo>
                      <a:cubicBezTo>
                        <a:pt x="31528" y="19431"/>
                        <a:pt x="31147" y="19908"/>
                        <a:pt x="31147" y="20288"/>
                      </a:cubicBezTo>
                      <a:cubicBezTo>
                        <a:pt x="31147" y="20669"/>
                        <a:pt x="31337" y="21050"/>
                        <a:pt x="31718" y="21622"/>
                      </a:cubicBezTo>
                      <a:cubicBezTo>
                        <a:pt x="34004" y="25051"/>
                        <a:pt x="37433" y="27623"/>
                        <a:pt x="42100" y="29337"/>
                      </a:cubicBezTo>
                      <a:cubicBezTo>
                        <a:pt x="42672" y="29528"/>
                        <a:pt x="43529" y="30099"/>
                        <a:pt x="44672" y="30956"/>
                      </a:cubicBezTo>
                      <a:cubicBezTo>
                        <a:pt x="45815" y="31909"/>
                        <a:pt x="46767" y="32385"/>
                        <a:pt x="47530" y="32480"/>
                      </a:cubicBezTo>
                      <a:cubicBezTo>
                        <a:pt x="48292" y="32480"/>
                        <a:pt x="49339" y="33147"/>
                        <a:pt x="50768" y="34385"/>
                      </a:cubicBezTo>
                      <a:cubicBezTo>
                        <a:pt x="51911" y="35528"/>
                        <a:pt x="53149" y="36004"/>
                        <a:pt x="54197" y="35814"/>
                      </a:cubicBezTo>
                      <a:cubicBezTo>
                        <a:pt x="54197" y="36386"/>
                        <a:pt x="54197" y="36671"/>
                        <a:pt x="54483" y="36767"/>
                      </a:cubicBezTo>
                      <a:cubicBezTo>
                        <a:pt x="54959" y="36767"/>
                        <a:pt x="55340" y="37148"/>
                        <a:pt x="55626" y="37910"/>
                      </a:cubicBezTo>
                      <a:cubicBezTo>
                        <a:pt x="55912" y="38672"/>
                        <a:pt x="56292" y="38958"/>
                        <a:pt x="56769" y="38767"/>
                      </a:cubicBezTo>
                      <a:cubicBezTo>
                        <a:pt x="56864" y="39148"/>
                        <a:pt x="57626" y="40386"/>
                        <a:pt x="58864" y="42291"/>
                      </a:cubicBezTo>
                      <a:cubicBezTo>
                        <a:pt x="59817" y="43815"/>
                        <a:pt x="60388" y="45244"/>
                        <a:pt x="60388" y="46577"/>
                      </a:cubicBezTo>
                      <a:cubicBezTo>
                        <a:pt x="60674" y="46958"/>
                        <a:pt x="60769" y="47244"/>
                        <a:pt x="60769" y="47625"/>
                      </a:cubicBezTo>
                      <a:cubicBezTo>
                        <a:pt x="60769" y="47911"/>
                        <a:pt x="60674" y="48197"/>
                        <a:pt x="60388" y="48673"/>
                      </a:cubicBezTo>
                      <a:cubicBezTo>
                        <a:pt x="60103" y="49054"/>
                        <a:pt x="60007" y="49340"/>
                        <a:pt x="60007" y="49625"/>
                      </a:cubicBezTo>
                      <a:cubicBezTo>
                        <a:pt x="60007" y="49911"/>
                        <a:pt x="60198" y="50292"/>
                        <a:pt x="60674" y="50673"/>
                      </a:cubicBezTo>
                      <a:close/>
                      <a:moveTo>
                        <a:pt x="13716" y="52102"/>
                      </a:moveTo>
                      <a:lnTo>
                        <a:pt x="15621" y="51435"/>
                      </a:lnTo>
                      <a:lnTo>
                        <a:pt x="14764" y="51435"/>
                      </a:lnTo>
                      <a:lnTo>
                        <a:pt x="13811" y="52102"/>
                      </a:lnTo>
                      <a:close/>
                      <a:moveTo>
                        <a:pt x="14288" y="60198"/>
                      </a:moveTo>
                      <a:lnTo>
                        <a:pt x="14668" y="60198"/>
                      </a:lnTo>
                      <a:lnTo>
                        <a:pt x="15335" y="60674"/>
                      </a:lnTo>
                      <a:lnTo>
                        <a:pt x="14288" y="60198"/>
                      </a:lnTo>
                      <a:close/>
                      <a:moveTo>
                        <a:pt x="16859" y="64675"/>
                      </a:moveTo>
                      <a:cubicBezTo>
                        <a:pt x="16764" y="64103"/>
                        <a:pt x="16859" y="63532"/>
                        <a:pt x="17431" y="62960"/>
                      </a:cubicBezTo>
                      <a:lnTo>
                        <a:pt x="17431" y="62960"/>
                      </a:lnTo>
                      <a:cubicBezTo>
                        <a:pt x="17431" y="62960"/>
                        <a:pt x="17526" y="63437"/>
                        <a:pt x="17812" y="63627"/>
                      </a:cubicBezTo>
                      <a:cubicBezTo>
                        <a:pt x="18002" y="63913"/>
                        <a:pt x="18192" y="64103"/>
                        <a:pt x="18192" y="64199"/>
                      </a:cubicBezTo>
                      <a:cubicBezTo>
                        <a:pt x="18192" y="64389"/>
                        <a:pt x="18192" y="64484"/>
                        <a:pt x="17812" y="64579"/>
                      </a:cubicBezTo>
                      <a:lnTo>
                        <a:pt x="16954" y="64579"/>
                      </a:lnTo>
                      <a:close/>
                      <a:moveTo>
                        <a:pt x="17621" y="62770"/>
                      </a:moveTo>
                      <a:cubicBezTo>
                        <a:pt x="17621" y="62770"/>
                        <a:pt x="17431" y="62960"/>
                        <a:pt x="17431" y="63056"/>
                      </a:cubicBezTo>
                      <a:cubicBezTo>
                        <a:pt x="17431" y="63056"/>
                        <a:pt x="17431" y="62960"/>
                        <a:pt x="17621" y="62770"/>
                      </a:cubicBezTo>
                      <a:close/>
                      <a:moveTo>
                        <a:pt x="17812" y="61151"/>
                      </a:moveTo>
                      <a:cubicBezTo>
                        <a:pt x="17812" y="61151"/>
                        <a:pt x="18288" y="61341"/>
                        <a:pt x="18574" y="61532"/>
                      </a:cubicBezTo>
                      <a:cubicBezTo>
                        <a:pt x="18859" y="61817"/>
                        <a:pt x="18955" y="62008"/>
                        <a:pt x="19050" y="62008"/>
                      </a:cubicBezTo>
                      <a:cubicBezTo>
                        <a:pt x="18764" y="62008"/>
                        <a:pt x="18288" y="62294"/>
                        <a:pt x="17716" y="62675"/>
                      </a:cubicBezTo>
                      <a:cubicBezTo>
                        <a:pt x="18192" y="62103"/>
                        <a:pt x="18192" y="61532"/>
                        <a:pt x="17907" y="61055"/>
                      </a:cubicBezTo>
                      <a:close/>
                      <a:moveTo>
                        <a:pt x="19717" y="54007"/>
                      </a:moveTo>
                      <a:lnTo>
                        <a:pt x="19717" y="53340"/>
                      </a:lnTo>
                      <a:lnTo>
                        <a:pt x="17812" y="52388"/>
                      </a:lnTo>
                      <a:lnTo>
                        <a:pt x="19717" y="54102"/>
                      </a:lnTo>
                      <a:close/>
                      <a:moveTo>
                        <a:pt x="21336" y="56579"/>
                      </a:moveTo>
                      <a:cubicBezTo>
                        <a:pt x="21336" y="56579"/>
                        <a:pt x="21526" y="56579"/>
                        <a:pt x="22098" y="56769"/>
                      </a:cubicBezTo>
                      <a:cubicBezTo>
                        <a:pt x="22384" y="56769"/>
                        <a:pt x="22669" y="56674"/>
                        <a:pt x="22860" y="56293"/>
                      </a:cubicBezTo>
                      <a:cubicBezTo>
                        <a:pt x="22193" y="56102"/>
                        <a:pt x="21717" y="56198"/>
                        <a:pt x="21336" y="56674"/>
                      </a:cubicBezTo>
                      <a:cubicBezTo>
                        <a:pt x="21146" y="56674"/>
                        <a:pt x="21050" y="56674"/>
                        <a:pt x="21050" y="56864"/>
                      </a:cubicBezTo>
                      <a:lnTo>
                        <a:pt x="20383" y="57531"/>
                      </a:lnTo>
                      <a:lnTo>
                        <a:pt x="21050" y="57531"/>
                      </a:lnTo>
                      <a:cubicBezTo>
                        <a:pt x="21050" y="57531"/>
                        <a:pt x="21050" y="57055"/>
                        <a:pt x="21050" y="56864"/>
                      </a:cubicBezTo>
                      <a:lnTo>
                        <a:pt x="21336" y="56674"/>
                      </a:lnTo>
                      <a:close/>
                      <a:moveTo>
                        <a:pt x="21717" y="24860"/>
                      </a:moveTo>
                      <a:cubicBezTo>
                        <a:pt x="21717" y="24860"/>
                        <a:pt x="22098" y="24384"/>
                        <a:pt x="22003" y="24098"/>
                      </a:cubicBezTo>
                      <a:lnTo>
                        <a:pt x="22288" y="23527"/>
                      </a:lnTo>
                      <a:cubicBezTo>
                        <a:pt x="22288" y="23527"/>
                        <a:pt x="21812" y="22955"/>
                        <a:pt x="21431" y="22860"/>
                      </a:cubicBezTo>
                      <a:cubicBezTo>
                        <a:pt x="21050" y="22670"/>
                        <a:pt x="20860" y="22574"/>
                        <a:pt x="20764" y="22574"/>
                      </a:cubicBezTo>
                      <a:cubicBezTo>
                        <a:pt x="21622" y="23051"/>
                        <a:pt x="22098" y="23527"/>
                        <a:pt x="22098" y="24098"/>
                      </a:cubicBezTo>
                      <a:lnTo>
                        <a:pt x="21812" y="24860"/>
                      </a:lnTo>
                      <a:close/>
                      <a:moveTo>
                        <a:pt x="27337" y="20003"/>
                      </a:moveTo>
                      <a:lnTo>
                        <a:pt x="27337" y="19717"/>
                      </a:lnTo>
                      <a:cubicBezTo>
                        <a:pt x="27051" y="18288"/>
                        <a:pt x="26098" y="17526"/>
                        <a:pt x="24384" y="17526"/>
                      </a:cubicBezTo>
                      <a:cubicBezTo>
                        <a:pt x="23050" y="17526"/>
                        <a:pt x="21907" y="17907"/>
                        <a:pt x="21050" y="18764"/>
                      </a:cubicBezTo>
                      <a:cubicBezTo>
                        <a:pt x="21336" y="18764"/>
                        <a:pt x="21622" y="19336"/>
                        <a:pt x="21907" y="20384"/>
                      </a:cubicBezTo>
                      <a:cubicBezTo>
                        <a:pt x="22193" y="21336"/>
                        <a:pt x="22669" y="21717"/>
                        <a:pt x="23527" y="21527"/>
                      </a:cubicBezTo>
                      <a:lnTo>
                        <a:pt x="23527" y="21241"/>
                      </a:lnTo>
                      <a:cubicBezTo>
                        <a:pt x="23527" y="21241"/>
                        <a:pt x="23908" y="20479"/>
                        <a:pt x="24098" y="19431"/>
                      </a:cubicBezTo>
                      <a:cubicBezTo>
                        <a:pt x="24193" y="18574"/>
                        <a:pt x="24574" y="18098"/>
                        <a:pt x="25051" y="18098"/>
                      </a:cubicBezTo>
                      <a:cubicBezTo>
                        <a:pt x="25241" y="18098"/>
                        <a:pt x="25527" y="18098"/>
                        <a:pt x="25813" y="18383"/>
                      </a:cubicBezTo>
                      <a:lnTo>
                        <a:pt x="25813" y="19050"/>
                      </a:lnTo>
                      <a:cubicBezTo>
                        <a:pt x="25813" y="19050"/>
                        <a:pt x="26003" y="19050"/>
                        <a:pt x="26194" y="19050"/>
                      </a:cubicBezTo>
                      <a:cubicBezTo>
                        <a:pt x="26289" y="19050"/>
                        <a:pt x="26670" y="19431"/>
                        <a:pt x="27337" y="20098"/>
                      </a:cubicBezTo>
                      <a:close/>
                      <a:moveTo>
                        <a:pt x="22193" y="46863"/>
                      </a:moveTo>
                      <a:cubicBezTo>
                        <a:pt x="21717" y="46863"/>
                        <a:pt x="21431" y="46863"/>
                        <a:pt x="21336" y="46577"/>
                      </a:cubicBezTo>
                      <a:lnTo>
                        <a:pt x="22003" y="47530"/>
                      </a:lnTo>
                      <a:cubicBezTo>
                        <a:pt x="22003" y="47530"/>
                        <a:pt x="22384" y="47149"/>
                        <a:pt x="22288" y="46863"/>
                      </a:cubicBezTo>
                      <a:close/>
                      <a:moveTo>
                        <a:pt x="22860" y="20955"/>
                      </a:moveTo>
                      <a:lnTo>
                        <a:pt x="22574" y="20669"/>
                      </a:lnTo>
                      <a:lnTo>
                        <a:pt x="23241" y="20669"/>
                      </a:lnTo>
                      <a:cubicBezTo>
                        <a:pt x="23241" y="20669"/>
                        <a:pt x="23050" y="20765"/>
                        <a:pt x="22860" y="20955"/>
                      </a:cubicBezTo>
                      <a:close/>
                      <a:moveTo>
                        <a:pt x="23241" y="20669"/>
                      </a:moveTo>
                      <a:cubicBezTo>
                        <a:pt x="23241" y="20669"/>
                        <a:pt x="23431" y="20574"/>
                        <a:pt x="23527" y="20669"/>
                      </a:cubicBezTo>
                      <a:lnTo>
                        <a:pt x="23241" y="20669"/>
                      </a:lnTo>
                      <a:close/>
                      <a:moveTo>
                        <a:pt x="23813" y="61817"/>
                      </a:moveTo>
                      <a:lnTo>
                        <a:pt x="24479" y="61151"/>
                      </a:lnTo>
                      <a:cubicBezTo>
                        <a:pt x="24479" y="61151"/>
                        <a:pt x="24003" y="60770"/>
                        <a:pt x="23813" y="60770"/>
                      </a:cubicBezTo>
                      <a:lnTo>
                        <a:pt x="23813" y="61913"/>
                      </a:lnTo>
                      <a:close/>
                      <a:moveTo>
                        <a:pt x="24765" y="21812"/>
                      </a:moveTo>
                      <a:cubicBezTo>
                        <a:pt x="24765" y="21812"/>
                        <a:pt x="24765" y="21050"/>
                        <a:pt x="24384" y="20669"/>
                      </a:cubicBezTo>
                      <a:lnTo>
                        <a:pt x="24384" y="22289"/>
                      </a:lnTo>
                      <a:lnTo>
                        <a:pt x="24765" y="21908"/>
                      </a:lnTo>
                      <a:close/>
                      <a:moveTo>
                        <a:pt x="26003" y="67151"/>
                      </a:moveTo>
                      <a:lnTo>
                        <a:pt x="25813" y="66866"/>
                      </a:lnTo>
                      <a:lnTo>
                        <a:pt x="26479" y="66866"/>
                      </a:lnTo>
                      <a:cubicBezTo>
                        <a:pt x="26479" y="66866"/>
                        <a:pt x="26003" y="67151"/>
                        <a:pt x="26098" y="67151"/>
                      </a:cubicBezTo>
                      <a:close/>
                      <a:moveTo>
                        <a:pt x="33909" y="60198"/>
                      </a:moveTo>
                      <a:lnTo>
                        <a:pt x="34195" y="59817"/>
                      </a:lnTo>
                      <a:lnTo>
                        <a:pt x="33909" y="58865"/>
                      </a:lnTo>
                      <a:lnTo>
                        <a:pt x="33909" y="60198"/>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 name="Google Shape;852;p99"/>
                <p:cNvSpPr/>
                <p:nvPr/>
              </p:nvSpPr>
              <p:spPr>
                <a:xfrm>
                  <a:off x="6574821" y="4389596"/>
                  <a:ext cx="51435" cy="71246"/>
                </a:xfrm>
                <a:custGeom>
                  <a:avLst/>
                  <a:gdLst/>
                  <a:ahLst/>
                  <a:cxnLst/>
                  <a:rect l="l" t="t" r="r" b="b"/>
                  <a:pathLst>
                    <a:path w="51435" h="71246" extrusionOk="0">
                      <a:moveTo>
                        <a:pt x="953" y="71247"/>
                      </a:moveTo>
                      <a:lnTo>
                        <a:pt x="0" y="70580"/>
                      </a:lnTo>
                      <a:lnTo>
                        <a:pt x="953" y="70866"/>
                      </a:lnTo>
                      <a:lnTo>
                        <a:pt x="953" y="71247"/>
                      </a:lnTo>
                      <a:close/>
                      <a:moveTo>
                        <a:pt x="50292" y="27146"/>
                      </a:moveTo>
                      <a:cubicBezTo>
                        <a:pt x="50102" y="27718"/>
                        <a:pt x="50292" y="28384"/>
                        <a:pt x="50768" y="29051"/>
                      </a:cubicBezTo>
                      <a:cubicBezTo>
                        <a:pt x="51245" y="29718"/>
                        <a:pt x="51435" y="30194"/>
                        <a:pt x="51435" y="30385"/>
                      </a:cubicBezTo>
                      <a:cubicBezTo>
                        <a:pt x="51435" y="30766"/>
                        <a:pt x="51245" y="31242"/>
                        <a:pt x="50768" y="31718"/>
                      </a:cubicBezTo>
                      <a:cubicBezTo>
                        <a:pt x="51054" y="34004"/>
                        <a:pt x="51149" y="36386"/>
                        <a:pt x="51149" y="38957"/>
                      </a:cubicBezTo>
                      <a:cubicBezTo>
                        <a:pt x="51149" y="41529"/>
                        <a:pt x="50959" y="43910"/>
                        <a:pt x="50768" y="46291"/>
                      </a:cubicBezTo>
                      <a:cubicBezTo>
                        <a:pt x="49721" y="46577"/>
                        <a:pt x="49149" y="47149"/>
                        <a:pt x="49149" y="47911"/>
                      </a:cubicBezTo>
                      <a:cubicBezTo>
                        <a:pt x="49149" y="48101"/>
                        <a:pt x="49244" y="48578"/>
                        <a:pt x="49435" y="49054"/>
                      </a:cubicBezTo>
                      <a:cubicBezTo>
                        <a:pt x="49625" y="49625"/>
                        <a:pt x="49721" y="50101"/>
                        <a:pt x="49721" y="50387"/>
                      </a:cubicBezTo>
                      <a:cubicBezTo>
                        <a:pt x="49721" y="50673"/>
                        <a:pt x="49721" y="50863"/>
                        <a:pt x="49530" y="51149"/>
                      </a:cubicBezTo>
                      <a:lnTo>
                        <a:pt x="49816" y="53530"/>
                      </a:lnTo>
                      <a:cubicBezTo>
                        <a:pt x="49149" y="53912"/>
                        <a:pt x="48578" y="54673"/>
                        <a:pt x="48196" y="55721"/>
                      </a:cubicBezTo>
                      <a:cubicBezTo>
                        <a:pt x="47816" y="56864"/>
                        <a:pt x="47435" y="57817"/>
                        <a:pt x="47054" y="58864"/>
                      </a:cubicBezTo>
                      <a:cubicBezTo>
                        <a:pt x="46006" y="59341"/>
                        <a:pt x="44291" y="60484"/>
                        <a:pt x="41910" y="62579"/>
                      </a:cubicBezTo>
                      <a:lnTo>
                        <a:pt x="42767" y="63437"/>
                      </a:lnTo>
                      <a:cubicBezTo>
                        <a:pt x="39815" y="63532"/>
                        <a:pt x="37624" y="64294"/>
                        <a:pt x="36195" y="65722"/>
                      </a:cubicBezTo>
                      <a:cubicBezTo>
                        <a:pt x="36004" y="65722"/>
                        <a:pt x="35719" y="65627"/>
                        <a:pt x="35528" y="65627"/>
                      </a:cubicBezTo>
                      <a:cubicBezTo>
                        <a:pt x="35052" y="65627"/>
                        <a:pt x="34576" y="65818"/>
                        <a:pt x="34195" y="66294"/>
                      </a:cubicBezTo>
                      <a:cubicBezTo>
                        <a:pt x="33814" y="66770"/>
                        <a:pt x="33623" y="67151"/>
                        <a:pt x="33623" y="67723"/>
                      </a:cubicBezTo>
                      <a:cubicBezTo>
                        <a:pt x="32861" y="67246"/>
                        <a:pt x="32099" y="67056"/>
                        <a:pt x="31242" y="67056"/>
                      </a:cubicBezTo>
                      <a:lnTo>
                        <a:pt x="28670" y="67056"/>
                      </a:lnTo>
                      <a:cubicBezTo>
                        <a:pt x="28670" y="67056"/>
                        <a:pt x="28670" y="66389"/>
                        <a:pt x="28099" y="66104"/>
                      </a:cubicBezTo>
                      <a:cubicBezTo>
                        <a:pt x="27623" y="65913"/>
                        <a:pt x="27337" y="65627"/>
                        <a:pt x="27337" y="65341"/>
                      </a:cubicBezTo>
                      <a:cubicBezTo>
                        <a:pt x="26670" y="66389"/>
                        <a:pt x="25718" y="67056"/>
                        <a:pt x="24479" y="67151"/>
                      </a:cubicBezTo>
                      <a:cubicBezTo>
                        <a:pt x="24289" y="67151"/>
                        <a:pt x="23241" y="67151"/>
                        <a:pt x="21336" y="67151"/>
                      </a:cubicBezTo>
                      <a:cubicBezTo>
                        <a:pt x="20003" y="66580"/>
                        <a:pt x="18574" y="66008"/>
                        <a:pt x="17145" y="65341"/>
                      </a:cubicBezTo>
                      <a:cubicBezTo>
                        <a:pt x="15526" y="64579"/>
                        <a:pt x="14288" y="63817"/>
                        <a:pt x="13430" y="62960"/>
                      </a:cubicBezTo>
                      <a:cubicBezTo>
                        <a:pt x="13145" y="63341"/>
                        <a:pt x="12383" y="63246"/>
                        <a:pt x="11335" y="62674"/>
                      </a:cubicBezTo>
                      <a:cubicBezTo>
                        <a:pt x="10001" y="60960"/>
                        <a:pt x="8668" y="59246"/>
                        <a:pt x="7334" y="57531"/>
                      </a:cubicBezTo>
                      <a:cubicBezTo>
                        <a:pt x="5906" y="55531"/>
                        <a:pt x="5144" y="53626"/>
                        <a:pt x="4953" y="51911"/>
                      </a:cubicBezTo>
                      <a:cubicBezTo>
                        <a:pt x="4191" y="50959"/>
                        <a:pt x="3810" y="49625"/>
                        <a:pt x="3905" y="47815"/>
                      </a:cubicBezTo>
                      <a:cubicBezTo>
                        <a:pt x="3905" y="45148"/>
                        <a:pt x="3905" y="43720"/>
                        <a:pt x="3905" y="43434"/>
                      </a:cubicBezTo>
                      <a:cubicBezTo>
                        <a:pt x="3905" y="43053"/>
                        <a:pt x="3905" y="42672"/>
                        <a:pt x="3905" y="42196"/>
                      </a:cubicBezTo>
                      <a:cubicBezTo>
                        <a:pt x="3905" y="41529"/>
                        <a:pt x="3905" y="40672"/>
                        <a:pt x="4191" y="39433"/>
                      </a:cubicBezTo>
                      <a:cubicBezTo>
                        <a:pt x="4382" y="38195"/>
                        <a:pt x="4382" y="37243"/>
                        <a:pt x="4382" y="36576"/>
                      </a:cubicBezTo>
                      <a:cubicBezTo>
                        <a:pt x="4382" y="35433"/>
                        <a:pt x="4191" y="34385"/>
                        <a:pt x="3715" y="33528"/>
                      </a:cubicBezTo>
                      <a:cubicBezTo>
                        <a:pt x="4286" y="33338"/>
                        <a:pt x="4382" y="32861"/>
                        <a:pt x="4096" y="32290"/>
                      </a:cubicBezTo>
                      <a:cubicBezTo>
                        <a:pt x="3810" y="31718"/>
                        <a:pt x="3905" y="31242"/>
                        <a:pt x="4286" y="30956"/>
                      </a:cubicBezTo>
                      <a:cubicBezTo>
                        <a:pt x="4001" y="28194"/>
                        <a:pt x="3810" y="25908"/>
                        <a:pt x="3810" y="24098"/>
                      </a:cubicBezTo>
                      <a:cubicBezTo>
                        <a:pt x="3810" y="20764"/>
                        <a:pt x="4286" y="18002"/>
                        <a:pt x="5144" y="15716"/>
                      </a:cubicBezTo>
                      <a:cubicBezTo>
                        <a:pt x="5620" y="13811"/>
                        <a:pt x="5906" y="12573"/>
                        <a:pt x="6191" y="12001"/>
                      </a:cubicBezTo>
                      <a:cubicBezTo>
                        <a:pt x="6858" y="10668"/>
                        <a:pt x="7715" y="9811"/>
                        <a:pt x="8954" y="9525"/>
                      </a:cubicBezTo>
                      <a:cubicBezTo>
                        <a:pt x="9620" y="7525"/>
                        <a:pt x="11240" y="5905"/>
                        <a:pt x="13716" y="4381"/>
                      </a:cubicBezTo>
                      <a:lnTo>
                        <a:pt x="13335" y="4191"/>
                      </a:lnTo>
                      <a:cubicBezTo>
                        <a:pt x="14097" y="4000"/>
                        <a:pt x="15240" y="3429"/>
                        <a:pt x="16574" y="2381"/>
                      </a:cubicBezTo>
                      <a:cubicBezTo>
                        <a:pt x="17812" y="1429"/>
                        <a:pt x="18955" y="1048"/>
                        <a:pt x="20003" y="1238"/>
                      </a:cubicBezTo>
                      <a:cubicBezTo>
                        <a:pt x="20003" y="381"/>
                        <a:pt x="20288" y="0"/>
                        <a:pt x="20955" y="0"/>
                      </a:cubicBezTo>
                      <a:cubicBezTo>
                        <a:pt x="21146" y="0"/>
                        <a:pt x="21527" y="0"/>
                        <a:pt x="22193" y="190"/>
                      </a:cubicBezTo>
                      <a:cubicBezTo>
                        <a:pt x="22765" y="286"/>
                        <a:pt x="23146" y="381"/>
                        <a:pt x="23432" y="286"/>
                      </a:cubicBezTo>
                      <a:cubicBezTo>
                        <a:pt x="24289" y="1524"/>
                        <a:pt x="25432" y="2191"/>
                        <a:pt x="26861" y="2191"/>
                      </a:cubicBezTo>
                      <a:cubicBezTo>
                        <a:pt x="27527" y="2191"/>
                        <a:pt x="28575" y="2000"/>
                        <a:pt x="30099" y="1524"/>
                      </a:cubicBezTo>
                      <a:cubicBezTo>
                        <a:pt x="31242" y="1905"/>
                        <a:pt x="32671" y="1905"/>
                        <a:pt x="34385" y="1524"/>
                      </a:cubicBezTo>
                      <a:lnTo>
                        <a:pt x="34385" y="1905"/>
                      </a:lnTo>
                      <a:cubicBezTo>
                        <a:pt x="34385" y="1905"/>
                        <a:pt x="35338" y="1524"/>
                        <a:pt x="35909" y="1524"/>
                      </a:cubicBezTo>
                      <a:cubicBezTo>
                        <a:pt x="36576" y="1524"/>
                        <a:pt x="37529" y="2000"/>
                        <a:pt x="38576" y="2857"/>
                      </a:cubicBezTo>
                      <a:cubicBezTo>
                        <a:pt x="39719" y="3810"/>
                        <a:pt x="40577" y="4286"/>
                        <a:pt x="41434" y="4381"/>
                      </a:cubicBezTo>
                      <a:cubicBezTo>
                        <a:pt x="41624" y="5334"/>
                        <a:pt x="42291" y="6191"/>
                        <a:pt x="43529" y="7144"/>
                      </a:cubicBezTo>
                      <a:cubicBezTo>
                        <a:pt x="44672" y="8001"/>
                        <a:pt x="45434" y="8668"/>
                        <a:pt x="45529" y="9049"/>
                      </a:cubicBezTo>
                      <a:cubicBezTo>
                        <a:pt x="46387" y="9049"/>
                        <a:pt x="46863" y="9620"/>
                        <a:pt x="46958" y="10763"/>
                      </a:cubicBezTo>
                      <a:cubicBezTo>
                        <a:pt x="47149" y="11906"/>
                        <a:pt x="47625" y="12573"/>
                        <a:pt x="48387" y="12573"/>
                      </a:cubicBezTo>
                      <a:cubicBezTo>
                        <a:pt x="48959" y="13240"/>
                        <a:pt x="49244" y="14288"/>
                        <a:pt x="49244" y="15621"/>
                      </a:cubicBezTo>
                      <a:lnTo>
                        <a:pt x="49244" y="16764"/>
                      </a:lnTo>
                      <a:cubicBezTo>
                        <a:pt x="49244" y="17336"/>
                        <a:pt x="49244" y="17716"/>
                        <a:pt x="49244" y="17907"/>
                      </a:cubicBezTo>
                      <a:cubicBezTo>
                        <a:pt x="49244" y="19526"/>
                        <a:pt x="49816" y="20669"/>
                        <a:pt x="50959" y="21431"/>
                      </a:cubicBezTo>
                      <a:cubicBezTo>
                        <a:pt x="50768" y="21812"/>
                        <a:pt x="50578" y="22288"/>
                        <a:pt x="50578" y="22765"/>
                      </a:cubicBezTo>
                      <a:cubicBezTo>
                        <a:pt x="50578" y="23241"/>
                        <a:pt x="50673" y="23813"/>
                        <a:pt x="50959" y="24574"/>
                      </a:cubicBezTo>
                      <a:cubicBezTo>
                        <a:pt x="51149" y="25337"/>
                        <a:pt x="51245" y="25813"/>
                        <a:pt x="51245" y="26098"/>
                      </a:cubicBezTo>
                      <a:cubicBezTo>
                        <a:pt x="51245" y="26765"/>
                        <a:pt x="50863" y="27146"/>
                        <a:pt x="50006" y="27337"/>
                      </a:cubicBezTo>
                      <a:close/>
                      <a:moveTo>
                        <a:pt x="41720" y="31718"/>
                      </a:moveTo>
                      <a:cubicBezTo>
                        <a:pt x="41720" y="31718"/>
                        <a:pt x="43244" y="32099"/>
                        <a:pt x="45529" y="32861"/>
                      </a:cubicBezTo>
                      <a:lnTo>
                        <a:pt x="45529" y="30956"/>
                      </a:lnTo>
                      <a:cubicBezTo>
                        <a:pt x="43720" y="30289"/>
                        <a:pt x="42958" y="30004"/>
                        <a:pt x="43053" y="30004"/>
                      </a:cubicBezTo>
                      <a:cubicBezTo>
                        <a:pt x="42672" y="30004"/>
                        <a:pt x="42577" y="30385"/>
                        <a:pt x="42672" y="30956"/>
                      </a:cubicBezTo>
                      <a:lnTo>
                        <a:pt x="41815" y="30004"/>
                      </a:lnTo>
                      <a:lnTo>
                        <a:pt x="41434" y="30289"/>
                      </a:lnTo>
                      <a:cubicBezTo>
                        <a:pt x="41053" y="29718"/>
                        <a:pt x="40481" y="29242"/>
                        <a:pt x="39815" y="28861"/>
                      </a:cubicBezTo>
                      <a:cubicBezTo>
                        <a:pt x="38671" y="28384"/>
                        <a:pt x="37910" y="28099"/>
                        <a:pt x="37814" y="28004"/>
                      </a:cubicBezTo>
                      <a:cubicBezTo>
                        <a:pt x="38005" y="27718"/>
                        <a:pt x="38100" y="27337"/>
                        <a:pt x="38005" y="26670"/>
                      </a:cubicBezTo>
                      <a:lnTo>
                        <a:pt x="38005" y="25146"/>
                      </a:lnTo>
                      <a:cubicBezTo>
                        <a:pt x="38005" y="25146"/>
                        <a:pt x="37243" y="23431"/>
                        <a:pt x="36100" y="20764"/>
                      </a:cubicBezTo>
                      <a:cubicBezTo>
                        <a:pt x="35338" y="18955"/>
                        <a:pt x="34766" y="17812"/>
                        <a:pt x="34195" y="17336"/>
                      </a:cubicBezTo>
                      <a:lnTo>
                        <a:pt x="34576" y="17050"/>
                      </a:lnTo>
                      <a:cubicBezTo>
                        <a:pt x="34004" y="16288"/>
                        <a:pt x="33147" y="15716"/>
                        <a:pt x="32099" y="15335"/>
                      </a:cubicBezTo>
                      <a:cubicBezTo>
                        <a:pt x="31052" y="14954"/>
                        <a:pt x="30099" y="14669"/>
                        <a:pt x="29146" y="14383"/>
                      </a:cubicBezTo>
                      <a:cubicBezTo>
                        <a:pt x="29146" y="13430"/>
                        <a:pt x="28861" y="13049"/>
                        <a:pt x="28099" y="13049"/>
                      </a:cubicBezTo>
                      <a:cubicBezTo>
                        <a:pt x="27051" y="13049"/>
                        <a:pt x="26384" y="13430"/>
                        <a:pt x="26099" y="14383"/>
                      </a:cubicBezTo>
                      <a:cubicBezTo>
                        <a:pt x="25527" y="14383"/>
                        <a:pt x="24670" y="14764"/>
                        <a:pt x="23717" y="15430"/>
                      </a:cubicBezTo>
                      <a:cubicBezTo>
                        <a:pt x="22670" y="16097"/>
                        <a:pt x="21908" y="16383"/>
                        <a:pt x="21336" y="16288"/>
                      </a:cubicBezTo>
                      <a:cubicBezTo>
                        <a:pt x="20193" y="16669"/>
                        <a:pt x="19526" y="17526"/>
                        <a:pt x="19050" y="19050"/>
                      </a:cubicBezTo>
                      <a:cubicBezTo>
                        <a:pt x="18669" y="20764"/>
                        <a:pt x="18098" y="21717"/>
                        <a:pt x="17526" y="22098"/>
                      </a:cubicBezTo>
                      <a:cubicBezTo>
                        <a:pt x="17526" y="22955"/>
                        <a:pt x="17526" y="24003"/>
                        <a:pt x="17336" y="25432"/>
                      </a:cubicBezTo>
                      <a:cubicBezTo>
                        <a:pt x="17145" y="26861"/>
                        <a:pt x="17050" y="27813"/>
                        <a:pt x="17050" y="28384"/>
                      </a:cubicBezTo>
                      <a:cubicBezTo>
                        <a:pt x="17050" y="29337"/>
                        <a:pt x="17240" y="30194"/>
                        <a:pt x="17526" y="30861"/>
                      </a:cubicBezTo>
                      <a:cubicBezTo>
                        <a:pt x="16954" y="31337"/>
                        <a:pt x="16859" y="32195"/>
                        <a:pt x="17240" y="33528"/>
                      </a:cubicBezTo>
                      <a:cubicBezTo>
                        <a:pt x="17621" y="34671"/>
                        <a:pt x="17431" y="35242"/>
                        <a:pt x="16574" y="35433"/>
                      </a:cubicBezTo>
                      <a:cubicBezTo>
                        <a:pt x="17145" y="38100"/>
                        <a:pt x="17431" y="40100"/>
                        <a:pt x="17431" y="41529"/>
                      </a:cubicBezTo>
                      <a:cubicBezTo>
                        <a:pt x="17431" y="42481"/>
                        <a:pt x="17431" y="43529"/>
                        <a:pt x="17145" y="44482"/>
                      </a:cubicBezTo>
                      <a:cubicBezTo>
                        <a:pt x="17526" y="44863"/>
                        <a:pt x="18288" y="46482"/>
                        <a:pt x="19431" y="49339"/>
                      </a:cubicBezTo>
                      <a:cubicBezTo>
                        <a:pt x="20288" y="51435"/>
                        <a:pt x="21622" y="52388"/>
                        <a:pt x="23432" y="52197"/>
                      </a:cubicBezTo>
                      <a:cubicBezTo>
                        <a:pt x="23622" y="52197"/>
                        <a:pt x="23813" y="52197"/>
                        <a:pt x="24003" y="51911"/>
                      </a:cubicBezTo>
                      <a:cubicBezTo>
                        <a:pt x="24194" y="51625"/>
                        <a:pt x="24384" y="51530"/>
                        <a:pt x="24479" y="51530"/>
                      </a:cubicBezTo>
                      <a:cubicBezTo>
                        <a:pt x="24670" y="51530"/>
                        <a:pt x="24765" y="51530"/>
                        <a:pt x="24956" y="51911"/>
                      </a:cubicBezTo>
                      <a:lnTo>
                        <a:pt x="24670" y="52197"/>
                      </a:lnTo>
                      <a:cubicBezTo>
                        <a:pt x="24670" y="52197"/>
                        <a:pt x="24765" y="52673"/>
                        <a:pt x="25051" y="52959"/>
                      </a:cubicBezTo>
                      <a:lnTo>
                        <a:pt x="25622" y="53530"/>
                      </a:lnTo>
                      <a:cubicBezTo>
                        <a:pt x="26003" y="54007"/>
                        <a:pt x="26479" y="54292"/>
                        <a:pt x="27051" y="54292"/>
                      </a:cubicBezTo>
                      <a:cubicBezTo>
                        <a:pt x="27908" y="54292"/>
                        <a:pt x="28289" y="53912"/>
                        <a:pt x="28385" y="53340"/>
                      </a:cubicBezTo>
                      <a:cubicBezTo>
                        <a:pt x="28766" y="53626"/>
                        <a:pt x="29146" y="53816"/>
                        <a:pt x="29432" y="53816"/>
                      </a:cubicBezTo>
                      <a:cubicBezTo>
                        <a:pt x="29718" y="53816"/>
                        <a:pt x="30099" y="53435"/>
                        <a:pt x="30575" y="52769"/>
                      </a:cubicBezTo>
                      <a:cubicBezTo>
                        <a:pt x="30956" y="52006"/>
                        <a:pt x="31337" y="51721"/>
                        <a:pt x="31623" y="51721"/>
                      </a:cubicBezTo>
                      <a:cubicBezTo>
                        <a:pt x="31909" y="51721"/>
                        <a:pt x="32385" y="51911"/>
                        <a:pt x="32861" y="52292"/>
                      </a:cubicBezTo>
                      <a:cubicBezTo>
                        <a:pt x="32957" y="52102"/>
                        <a:pt x="33528" y="51721"/>
                        <a:pt x="34385" y="51245"/>
                      </a:cubicBezTo>
                      <a:cubicBezTo>
                        <a:pt x="35147" y="50863"/>
                        <a:pt x="35528" y="50387"/>
                        <a:pt x="35528" y="49816"/>
                      </a:cubicBezTo>
                      <a:cubicBezTo>
                        <a:pt x="35528" y="49625"/>
                        <a:pt x="35528" y="49339"/>
                        <a:pt x="35338" y="48958"/>
                      </a:cubicBezTo>
                      <a:cubicBezTo>
                        <a:pt x="36100" y="48578"/>
                        <a:pt x="36576" y="47720"/>
                        <a:pt x="36671" y="46291"/>
                      </a:cubicBezTo>
                      <a:cubicBezTo>
                        <a:pt x="36862" y="44958"/>
                        <a:pt x="37243" y="44101"/>
                        <a:pt x="37719" y="43720"/>
                      </a:cubicBezTo>
                      <a:lnTo>
                        <a:pt x="37719" y="38195"/>
                      </a:lnTo>
                      <a:cubicBezTo>
                        <a:pt x="37719" y="38195"/>
                        <a:pt x="37910" y="37338"/>
                        <a:pt x="37910" y="36862"/>
                      </a:cubicBezTo>
                      <a:cubicBezTo>
                        <a:pt x="37910" y="36386"/>
                        <a:pt x="37910" y="35623"/>
                        <a:pt x="37624" y="34671"/>
                      </a:cubicBezTo>
                      <a:cubicBezTo>
                        <a:pt x="37433" y="33719"/>
                        <a:pt x="37338" y="33052"/>
                        <a:pt x="37338" y="32671"/>
                      </a:cubicBezTo>
                      <a:cubicBezTo>
                        <a:pt x="37338" y="32004"/>
                        <a:pt x="37433" y="31528"/>
                        <a:pt x="37719" y="31051"/>
                      </a:cubicBezTo>
                      <a:cubicBezTo>
                        <a:pt x="37719" y="30385"/>
                        <a:pt x="37814" y="30099"/>
                        <a:pt x="38195" y="30004"/>
                      </a:cubicBezTo>
                      <a:cubicBezTo>
                        <a:pt x="38386" y="30004"/>
                        <a:pt x="38862" y="30004"/>
                        <a:pt x="39624" y="30194"/>
                      </a:cubicBezTo>
                      <a:cubicBezTo>
                        <a:pt x="40196" y="30194"/>
                        <a:pt x="40577" y="30194"/>
                        <a:pt x="40958" y="30099"/>
                      </a:cubicBezTo>
                      <a:cubicBezTo>
                        <a:pt x="41434" y="30575"/>
                        <a:pt x="41624" y="31051"/>
                        <a:pt x="41624" y="31528"/>
                      </a:cubicBezTo>
                      <a:close/>
                      <a:moveTo>
                        <a:pt x="48673" y="27146"/>
                      </a:moveTo>
                      <a:cubicBezTo>
                        <a:pt x="48673" y="27146"/>
                        <a:pt x="47816" y="26765"/>
                        <a:pt x="47339" y="26765"/>
                      </a:cubicBezTo>
                      <a:cubicBezTo>
                        <a:pt x="47054" y="26765"/>
                        <a:pt x="46673" y="26765"/>
                        <a:pt x="46006" y="26956"/>
                      </a:cubicBezTo>
                      <a:cubicBezTo>
                        <a:pt x="45434" y="27051"/>
                        <a:pt x="44863" y="27146"/>
                        <a:pt x="44482" y="27051"/>
                      </a:cubicBezTo>
                      <a:lnTo>
                        <a:pt x="46482" y="28384"/>
                      </a:lnTo>
                      <a:lnTo>
                        <a:pt x="46768" y="27051"/>
                      </a:lnTo>
                      <a:cubicBezTo>
                        <a:pt x="46768" y="27051"/>
                        <a:pt x="47530" y="27241"/>
                        <a:pt x="48768" y="27718"/>
                      </a:cubicBezTo>
                      <a:lnTo>
                        <a:pt x="48768" y="27051"/>
                      </a:lnTo>
                      <a:close/>
                      <a:moveTo>
                        <a:pt x="46673" y="48196"/>
                      </a:moveTo>
                      <a:cubicBezTo>
                        <a:pt x="46673" y="48196"/>
                        <a:pt x="46863" y="48101"/>
                        <a:pt x="46863" y="48006"/>
                      </a:cubicBezTo>
                      <a:cubicBezTo>
                        <a:pt x="46863" y="47911"/>
                        <a:pt x="46768" y="47815"/>
                        <a:pt x="46482" y="47720"/>
                      </a:cubicBezTo>
                      <a:cubicBezTo>
                        <a:pt x="46196" y="47625"/>
                        <a:pt x="46101" y="47434"/>
                        <a:pt x="46101" y="47339"/>
                      </a:cubicBezTo>
                      <a:cubicBezTo>
                        <a:pt x="46101" y="47339"/>
                        <a:pt x="46196" y="47054"/>
                        <a:pt x="46482" y="46958"/>
                      </a:cubicBezTo>
                      <a:cubicBezTo>
                        <a:pt x="46196" y="46863"/>
                        <a:pt x="45815" y="46958"/>
                        <a:pt x="45529" y="46958"/>
                      </a:cubicBezTo>
                      <a:cubicBezTo>
                        <a:pt x="45053" y="47339"/>
                        <a:pt x="44768" y="47434"/>
                        <a:pt x="44672" y="47434"/>
                      </a:cubicBezTo>
                      <a:cubicBezTo>
                        <a:pt x="44768" y="47434"/>
                        <a:pt x="45529" y="47625"/>
                        <a:pt x="46673" y="48101"/>
                      </a:cubicBezTo>
                      <a:close/>
                      <a:moveTo>
                        <a:pt x="48863" y="31051"/>
                      </a:moveTo>
                      <a:lnTo>
                        <a:pt x="49816" y="31051"/>
                      </a:lnTo>
                      <a:cubicBezTo>
                        <a:pt x="49340" y="30671"/>
                        <a:pt x="49054" y="30671"/>
                        <a:pt x="48863" y="31051"/>
                      </a:cubicBezTo>
                      <a:cubicBezTo>
                        <a:pt x="48292" y="30861"/>
                        <a:pt x="47435" y="30671"/>
                        <a:pt x="46387" y="30289"/>
                      </a:cubicBezTo>
                      <a:cubicBezTo>
                        <a:pt x="46292" y="29908"/>
                        <a:pt x="46006" y="29718"/>
                        <a:pt x="45529" y="29718"/>
                      </a:cubicBezTo>
                      <a:cubicBezTo>
                        <a:pt x="45720" y="29718"/>
                        <a:pt x="46006" y="30004"/>
                        <a:pt x="46387" y="30289"/>
                      </a:cubicBezTo>
                      <a:cubicBezTo>
                        <a:pt x="46387" y="30480"/>
                        <a:pt x="46387" y="30766"/>
                        <a:pt x="46387" y="31147"/>
                      </a:cubicBezTo>
                      <a:cubicBezTo>
                        <a:pt x="46387" y="31623"/>
                        <a:pt x="46387" y="31813"/>
                        <a:pt x="46387" y="31909"/>
                      </a:cubicBezTo>
                      <a:cubicBezTo>
                        <a:pt x="46387" y="32099"/>
                        <a:pt x="46482" y="32099"/>
                        <a:pt x="46673" y="32099"/>
                      </a:cubicBezTo>
                      <a:lnTo>
                        <a:pt x="47625" y="31147"/>
                      </a:lnTo>
                      <a:lnTo>
                        <a:pt x="48006" y="31432"/>
                      </a:lnTo>
                      <a:cubicBezTo>
                        <a:pt x="48006" y="31432"/>
                        <a:pt x="48006" y="31909"/>
                        <a:pt x="47816" y="32195"/>
                      </a:cubicBezTo>
                      <a:cubicBezTo>
                        <a:pt x="47625" y="32385"/>
                        <a:pt x="47625" y="32671"/>
                        <a:pt x="47625" y="32766"/>
                      </a:cubicBezTo>
                      <a:cubicBezTo>
                        <a:pt x="48101" y="32861"/>
                        <a:pt x="48387" y="32766"/>
                        <a:pt x="48578" y="32290"/>
                      </a:cubicBezTo>
                      <a:cubicBezTo>
                        <a:pt x="48673" y="31813"/>
                        <a:pt x="48863" y="31432"/>
                        <a:pt x="48959" y="31051"/>
                      </a:cubicBezTo>
                      <a:lnTo>
                        <a:pt x="48959" y="31051"/>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 name="Google Shape;853;p99"/>
                <p:cNvSpPr/>
                <p:nvPr/>
              </p:nvSpPr>
              <p:spPr>
                <a:xfrm>
                  <a:off x="6632256" y="4380452"/>
                  <a:ext cx="58483" cy="76009"/>
                </a:xfrm>
                <a:custGeom>
                  <a:avLst/>
                  <a:gdLst/>
                  <a:ahLst/>
                  <a:cxnLst/>
                  <a:rect l="l" t="t" r="r" b="b"/>
                  <a:pathLst>
                    <a:path w="58483" h="76009" extrusionOk="0">
                      <a:moveTo>
                        <a:pt x="43339" y="8667"/>
                      </a:moveTo>
                      <a:cubicBezTo>
                        <a:pt x="43339" y="8667"/>
                        <a:pt x="44196" y="9525"/>
                        <a:pt x="45244" y="10287"/>
                      </a:cubicBezTo>
                      <a:cubicBezTo>
                        <a:pt x="46292" y="11049"/>
                        <a:pt x="47054" y="11811"/>
                        <a:pt x="47339" y="12573"/>
                      </a:cubicBezTo>
                      <a:cubicBezTo>
                        <a:pt x="46958" y="12668"/>
                        <a:pt x="46482" y="12573"/>
                        <a:pt x="45911" y="12001"/>
                      </a:cubicBezTo>
                      <a:cubicBezTo>
                        <a:pt x="45244" y="11525"/>
                        <a:pt x="44863" y="11239"/>
                        <a:pt x="44672" y="11239"/>
                      </a:cubicBezTo>
                      <a:cubicBezTo>
                        <a:pt x="44387" y="11239"/>
                        <a:pt x="44101" y="11525"/>
                        <a:pt x="43910" y="12192"/>
                      </a:cubicBezTo>
                      <a:lnTo>
                        <a:pt x="44482" y="12859"/>
                      </a:lnTo>
                      <a:cubicBezTo>
                        <a:pt x="44482" y="12859"/>
                        <a:pt x="44958" y="12573"/>
                        <a:pt x="45434" y="12573"/>
                      </a:cubicBezTo>
                      <a:cubicBezTo>
                        <a:pt x="46006" y="13811"/>
                        <a:pt x="46387" y="14954"/>
                        <a:pt x="46387" y="15811"/>
                      </a:cubicBezTo>
                      <a:lnTo>
                        <a:pt x="46387" y="19621"/>
                      </a:lnTo>
                      <a:lnTo>
                        <a:pt x="45053" y="20002"/>
                      </a:lnTo>
                      <a:cubicBezTo>
                        <a:pt x="45053" y="20002"/>
                        <a:pt x="45529" y="20764"/>
                        <a:pt x="45529" y="21050"/>
                      </a:cubicBezTo>
                      <a:cubicBezTo>
                        <a:pt x="45529" y="21241"/>
                        <a:pt x="45244" y="21431"/>
                        <a:pt x="44672" y="21907"/>
                      </a:cubicBezTo>
                      <a:cubicBezTo>
                        <a:pt x="44387" y="21907"/>
                        <a:pt x="43910" y="21907"/>
                        <a:pt x="43148" y="21907"/>
                      </a:cubicBezTo>
                      <a:cubicBezTo>
                        <a:pt x="42482" y="21812"/>
                        <a:pt x="42005" y="21717"/>
                        <a:pt x="41720" y="21717"/>
                      </a:cubicBezTo>
                      <a:cubicBezTo>
                        <a:pt x="40958" y="21717"/>
                        <a:pt x="40481" y="22003"/>
                        <a:pt x="40291" y="22669"/>
                      </a:cubicBezTo>
                      <a:cubicBezTo>
                        <a:pt x="39815" y="22860"/>
                        <a:pt x="39148" y="22669"/>
                        <a:pt x="38291" y="22288"/>
                      </a:cubicBezTo>
                      <a:cubicBezTo>
                        <a:pt x="37433" y="21907"/>
                        <a:pt x="36862" y="21717"/>
                        <a:pt x="36576" y="21717"/>
                      </a:cubicBezTo>
                      <a:cubicBezTo>
                        <a:pt x="36100" y="21717"/>
                        <a:pt x="35719" y="22003"/>
                        <a:pt x="35338" y="22669"/>
                      </a:cubicBezTo>
                      <a:lnTo>
                        <a:pt x="34957" y="21717"/>
                      </a:lnTo>
                      <a:lnTo>
                        <a:pt x="33052" y="21907"/>
                      </a:lnTo>
                      <a:cubicBezTo>
                        <a:pt x="33052" y="21907"/>
                        <a:pt x="33052" y="21622"/>
                        <a:pt x="32766" y="21431"/>
                      </a:cubicBezTo>
                      <a:lnTo>
                        <a:pt x="32385" y="21431"/>
                      </a:lnTo>
                      <a:lnTo>
                        <a:pt x="32385" y="23336"/>
                      </a:lnTo>
                      <a:cubicBezTo>
                        <a:pt x="31909" y="22479"/>
                        <a:pt x="31337" y="22098"/>
                        <a:pt x="30575" y="22098"/>
                      </a:cubicBezTo>
                      <a:cubicBezTo>
                        <a:pt x="30290" y="22098"/>
                        <a:pt x="30004" y="22193"/>
                        <a:pt x="29623" y="22479"/>
                      </a:cubicBezTo>
                      <a:cubicBezTo>
                        <a:pt x="28956" y="22288"/>
                        <a:pt x="28575" y="22669"/>
                        <a:pt x="28480" y="23431"/>
                      </a:cubicBezTo>
                      <a:cubicBezTo>
                        <a:pt x="28289" y="24193"/>
                        <a:pt x="28004" y="24574"/>
                        <a:pt x="27337" y="24479"/>
                      </a:cubicBezTo>
                      <a:lnTo>
                        <a:pt x="28004" y="22765"/>
                      </a:lnTo>
                      <a:cubicBezTo>
                        <a:pt x="28004" y="22765"/>
                        <a:pt x="27337" y="22574"/>
                        <a:pt x="26670" y="22193"/>
                      </a:cubicBezTo>
                      <a:cubicBezTo>
                        <a:pt x="26099" y="21812"/>
                        <a:pt x="25622" y="21622"/>
                        <a:pt x="25337" y="21622"/>
                      </a:cubicBezTo>
                      <a:cubicBezTo>
                        <a:pt x="25051" y="21622"/>
                        <a:pt x="24670" y="21812"/>
                        <a:pt x="24384" y="22098"/>
                      </a:cubicBezTo>
                      <a:lnTo>
                        <a:pt x="24765" y="22479"/>
                      </a:lnTo>
                      <a:lnTo>
                        <a:pt x="21812" y="23146"/>
                      </a:lnTo>
                      <a:cubicBezTo>
                        <a:pt x="21812" y="23146"/>
                        <a:pt x="21812" y="22669"/>
                        <a:pt x="21431" y="22669"/>
                      </a:cubicBezTo>
                      <a:cubicBezTo>
                        <a:pt x="21336" y="22669"/>
                        <a:pt x="21050" y="22669"/>
                        <a:pt x="20669" y="22669"/>
                      </a:cubicBezTo>
                      <a:cubicBezTo>
                        <a:pt x="20288" y="22669"/>
                        <a:pt x="20003" y="22669"/>
                        <a:pt x="19812" y="22669"/>
                      </a:cubicBezTo>
                      <a:cubicBezTo>
                        <a:pt x="19336" y="22669"/>
                        <a:pt x="18955" y="22574"/>
                        <a:pt x="18669" y="22288"/>
                      </a:cubicBezTo>
                      <a:cubicBezTo>
                        <a:pt x="18193" y="22098"/>
                        <a:pt x="17717" y="21907"/>
                        <a:pt x="17145" y="21907"/>
                      </a:cubicBezTo>
                      <a:cubicBezTo>
                        <a:pt x="15526" y="21907"/>
                        <a:pt x="13907" y="22574"/>
                        <a:pt x="12383" y="23813"/>
                      </a:cubicBezTo>
                      <a:cubicBezTo>
                        <a:pt x="11811" y="24670"/>
                        <a:pt x="11621" y="25813"/>
                        <a:pt x="11906" y="27337"/>
                      </a:cubicBezTo>
                      <a:cubicBezTo>
                        <a:pt x="12192" y="28861"/>
                        <a:pt x="12097" y="29813"/>
                        <a:pt x="11716" y="30289"/>
                      </a:cubicBezTo>
                      <a:cubicBezTo>
                        <a:pt x="12192" y="31051"/>
                        <a:pt x="12668" y="32385"/>
                        <a:pt x="13145" y="34480"/>
                      </a:cubicBezTo>
                      <a:cubicBezTo>
                        <a:pt x="13526" y="36100"/>
                        <a:pt x="14288" y="37242"/>
                        <a:pt x="15431" y="38005"/>
                      </a:cubicBezTo>
                      <a:cubicBezTo>
                        <a:pt x="15240" y="38290"/>
                        <a:pt x="15240" y="38767"/>
                        <a:pt x="15431" y="39338"/>
                      </a:cubicBezTo>
                      <a:cubicBezTo>
                        <a:pt x="15621" y="39338"/>
                        <a:pt x="15716" y="39338"/>
                        <a:pt x="15907" y="39338"/>
                      </a:cubicBezTo>
                      <a:cubicBezTo>
                        <a:pt x="16193" y="39338"/>
                        <a:pt x="16383" y="39148"/>
                        <a:pt x="16669" y="38767"/>
                      </a:cubicBezTo>
                      <a:cubicBezTo>
                        <a:pt x="16859" y="38290"/>
                        <a:pt x="17145" y="38100"/>
                        <a:pt x="17431" y="37909"/>
                      </a:cubicBezTo>
                      <a:cubicBezTo>
                        <a:pt x="17526" y="38100"/>
                        <a:pt x="17431" y="38386"/>
                        <a:pt x="17431" y="38576"/>
                      </a:cubicBezTo>
                      <a:cubicBezTo>
                        <a:pt x="17240" y="38862"/>
                        <a:pt x="17145" y="39052"/>
                        <a:pt x="17145" y="39052"/>
                      </a:cubicBezTo>
                      <a:cubicBezTo>
                        <a:pt x="17145" y="39243"/>
                        <a:pt x="17240" y="39338"/>
                        <a:pt x="17526" y="39433"/>
                      </a:cubicBezTo>
                      <a:cubicBezTo>
                        <a:pt x="17907" y="39052"/>
                        <a:pt x="18288" y="38195"/>
                        <a:pt x="18669" y="36862"/>
                      </a:cubicBezTo>
                      <a:cubicBezTo>
                        <a:pt x="18955" y="35814"/>
                        <a:pt x="19526" y="35242"/>
                        <a:pt x="20479" y="35052"/>
                      </a:cubicBezTo>
                      <a:cubicBezTo>
                        <a:pt x="20384" y="35147"/>
                        <a:pt x="20288" y="35242"/>
                        <a:pt x="20193" y="35242"/>
                      </a:cubicBezTo>
                      <a:lnTo>
                        <a:pt x="21050" y="36671"/>
                      </a:lnTo>
                      <a:cubicBezTo>
                        <a:pt x="21050" y="36671"/>
                        <a:pt x="20765" y="37052"/>
                        <a:pt x="20765" y="37624"/>
                      </a:cubicBezTo>
                      <a:cubicBezTo>
                        <a:pt x="20860" y="37909"/>
                        <a:pt x="21050" y="38100"/>
                        <a:pt x="21241" y="38100"/>
                      </a:cubicBezTo>
                      <a:cubicBezTo>
                        <a:pt x="21336" y="38100"/>
                        <a:pt x="21527" y="38100"/>
                        <a:pt x="21717" y="37814"/>
                      </a:cubicBezTo>
                      <a:cubicBezTo>
                        <a:pt x="21908" y="37624"/>
                        <a:pt x="22098" y="37528"/>
                        <a:pt x="22289" y="37528"/>
                      </a:cubicBezTo>
                      <a:cubicBezTo>
                        <a:pt x="22098" y="37242"/>
                        <a:pt x="22003" y="36957"/>
                        <a:pt x="22003" y="36766"/>
                      </a:cubicBezTo>
                      <a:cubicBezTo>
                        <a:pt x="22003" y="36385"/>
                        <a:pt x="22289" y="36100"/>
                        <a:pt x="22955" y="35814"/>
                      </a:cubicBezTo>
                      <a:cubicBezTo>
                        <a:pt x="23527" y="35528"/>
                        <a:pt x="23813" y="35242"/>
                        <a:pt x="23813" y="35052"/>
                      </a:cubicBezTo>
                      <a:cubicBezTo>
                        <a:pt x="23813" y="34861"/>
                        <a:pt x="23813" y="34671"/>
                        <a:pt x="23717" y="34480"/>
                      </a:cubicBezTo>
                      <a:cubicBezTo>
                        <a:pt x="24003" y="35052"/>
                        <a:pt x="24384" y="35338"/>
                        <a:pt x="24765" y="35338"/>
                      </a:cubicBezTo>
                      <a:cubicBezTo>
                        <a:pt x="25051" y="35338"/>
                        <a:pt x="25337" y="35147"/>
                        <a:pt x="25908" y="34766"/>
                      </a:cubicBezTo>
                      <a:cubicBezTo>
                        <a:pt x="26384" y="34385"/>
                        <a:pt x="26670" y="34195"/>
                        <a:pt x="26861" y="34195"/>
                      </a:cubicBezTo>
                      <a:cubicBezTo>
                        <a:pt x="27337" y="34195"/>
                        <a:pt x="27813" y="34671"/>
                        <a:pt x="28289" y="35814"/>
                      </a:cubicBezTo>
                      <a:cubicBezTo>
                        <a:pt x="28670" y="36004"/>
                        <a:pt x="29146" y="36004"/>
                        <a:pt x="29623" y="36004"/>
                      </a:cubicBezTo>
                      <a:cubicBezTo>
                        <a:pt x="30099" y="36004"/>
                        <a:pt x="30861" y="35909"/>
                        <a:pt x="32004" y="35623"/>
                      </a:cubicBezTo>
                      <a:cubicBezTo>
                        <a:pt x="33052" y="35338"/>
                        <a:pt x="33814" y="35242"/>
                        <a:pt x="34290" y="35242"/>
                      </a:cubicBezTo>
                      <a:cubicBezTo>
                        <a:pt x="35338" y="35242"/>
                        <a:pt x="36100" y="35719"/>
                        <a:pt x="36767" y="36766"/>
                      </a:cubicBezTo>
                      <a:lnTo>
                        <a:pt x="37148" y="37052"/>
                      </a:lnTo>
                      <a:cubicBezTo>
                        <a:pt x="37148" y="37052"/>
                        <a:pt x="36386" y="37052"/>
                        <a:pt x="36004" y="37624"/>
                      </a:cubicBezTo>
                      <a:cubicBezTo>
                        <a:pt x="35624" y="38195"/>
                        <a:pt x="35433" y="38767"/>
                        <a:pt x="35433" y="39338"/>
                      </a:cubicBezTo>
                      <a:cubicBezTo>
                        <a:pt x="35433" y="39624"/>
                        <a:pt x="35433" y="39814"/>
                        <a:pt x="35624" y="40005"/>
                      </a:cubicBezTo>
                      <a:cubicBezTo>
                        <a:pt x="35624" y="40386"/>
                        <a:pt x="35243" y="40767"/>
                        <a:pt x="34576" y="41338"/>
                      </a:cubicBezTo>
                      <a:cubicBezTo>
                        <a:pt x="35147" y="41910"/>
                        <a:pt x="35528" y="42767"/>
                        <a:pt x="35528" y="44005"/>
                      </a:cubicBezTo>
                      <a:cubicBezTo>
                        <a:pt x="35528" y="45720"/>
                        <a:pt x="35719" y="46672"/>
                        <a:pt x="35814" y="47053"/>
                      </a:cubicBezTo>
                      <a:cubicBezTo>
                        <a:pt x="34862" y="48006"/>
                        <a:pt x="33433" y="48577"/>
                        <a:pt x="31528" y="48673"/>
                      </a:cubicBezTo>
                      <a:cubicBezTo>
                        <a:pt x="28670" y="48673"/>
                        <a:pt x="27051" y="48863"/>
                        <a:pt x="26670" y="49054"/>
                      </a:cubicBezTo>
                      <a:cubicBezTo>
                        <a:pt x="26479" y="49054"/>
                        <a:pt x="26384" y="49054"/>
                        <a:pt x="26289" y="49054"/>
                      </a:cubicBezTo>
                      <a:cubicBezTo>
                        <a:pt x="26099" y="49054"/>
                        <a:pt x="25908" y="48863"/>
                        <a:pt x="25622" y="48482"/>
                      </a:cubicBezTo>
                      <a:cubicBezTo>
                        <a:pt x="25432" y="48101"/>
                        <a:pt x="25146" y="47815"/>
                        <a:pt x="24860" y="47720"/>
                      </a:cubicBezTo>
                      <a:cubicBezTo>
                        <a:pt x="24575" y="48577"/>
                        <a:pt x="23908" y="49054"/>
                        <a:pt x="22860" y="49054"/>
                      </a:cubicBezTo>
                      <a:cubicBezTo>
                        <a:pt x="22479" y="49054"/>
                        <a:pt x="22003" y="49054"/>
                        <a:pt x="21336" y="48863"/>
                      </a:cubicBezTo>
                      <a:cubicBezTo>
                        <a:pt x="20669" y="48768"/>
                        <a:pt x="20193" y="48673"/>
                        <a:pt x="20003" y="48577"/>
                      </a:cubicBezTo>
                      <a:cubicBezTo>
                        <a:pt x="19812" y="48577"/>
                        <a:pt x="19717" y="48482"/>
                        <a:pt x="19717" y="48292"/>
                      </a:cubicBezTo>
                      <a:cubicBezTo>
                        <a:pt x="19717" y="48196"/>
                        <a:pt x="19717" y="48006"/>
                        <a:pt x="19908" y="47815"/>
                      </a:cubicBezTo>
                      <a:cubicBezTo>
                        <a:pt x="20003" y="47720"/>
                        <a:pt x="20098" y="47530"/>
                        <a:pt x="20098" y="47434"/>
                      </a:cubicBezTo>
                      <a:cubicBezTo>
                        <a:pt x="20098" y="47244"/>
                        <a:pt x="19908" y="47053"/>
                        <a:pt x="19526" y="46958"/>
                      </a:cubicBezTo>
                      <a:cubicBezTo>
                        <a:pt x="18955" y="46863"/>
                        <a:pt x="18669" y="46958"/>
                        <a:pt x="18669" y="47530"/>
                      </a:cubicBezTo>
                      <a:lnTo>
                        <a:pt x="18669" y="48673"/>
                      </a:lnTo>
                      <a:cubicBezTo>
                        <a:pt x="17431" y="48673"/>
                        <a:pt x="16193" y="48673"/>
                        <a:pt x="14954" y="48673"/>
                      </a:cubicBezTo>
                      <a:cubicBezTo>
                        <a:pt x="13526" y="48958"/>
                        <a:pt x="12668" y="49816"/>
                        <a:pt x="12478" y="51149"/>
                      </a:cubicBezTo>
                      <a:cubicBezTo>
                        <a:pt x="13145" y="53816"/>
                        <a:pt x="13430" y="55245"/>
                        <a:pt x="13430" y="55435"/>
                      </a:cubicBezTo>
                      <a:cubicBezTo>
                        <a:pt x="13430" y="56197"/>
                        <a:pt x="13240" y="56769"/>
                        <a:pt x="12859" y="57340"/>
                      </a:cubicBezTo>
                      <a:cubicBezTo>
                        <a:pt x="12478" y="57340"/>
                        <a:pt x="12002" y="57340"/>
                        <a:pt x="11430" y="56959"/>
                      </a:cubicBezTo>
                      <a:lnTo>
                        <a:pt x="10763" y="57626"/>
                      </a:lnTo>
                      <a:cubicBezTo>
                        <a:pt x="10763" y="57626"/>
                        <a:pt x="11240" y="57912"/>
                        <a:pt x="11811" y="57912"/>
                      </a:cubicBezTo>
                      <a:cubicBezTo>
                        <a:pt x="12383" y="57912"/>
                        <a:pt x="12668" y="58007"/>
                        <a:pt x="12859" y="58293"/>
                      </a:cubicBezTo>
                      <a:cubicBezTo>
                        <a:pt x="12859" y="59722"/>
                        <a:pt x="12859" y="61626"/>
                        <a:pt x="13145" y="64294"/>
                      </a:cubicBezTo>
                      <a:cubicBezTo>
                        <a:pt x="13335" y="66865"/>
                        <a:pt x="13430" y="68770"/>
                        <a:pt x="13430" y="70009"/>
                      </a:cubicBezTo>
                      <a:cubicBezTo>
                        <a:pt x="13430" y="71628"/>
                        <a:pt x="13335" y="73152"/>
                        <a:pt x="13145" y="74390"/>
                      </a:cubicBezTo>
                      <a:lnTo>
                        <a:pt x="12859" y="74009"/>
                      </a:lnTo>
                      <a:cubicBezTo>
                        <a:pt x="11335" y="75342"/>
                        <a:pt x="9049" y="76009"/>
                        <a:pt x="5906" y="76009"/>
                      </a:cubicBezTo>
                      <a:cubicBezTo>
                        <a:pt x="4572" y="76009"/>
                        <a:pt x="3048" y="75914"/>
                        <a:pt x="1143" y="75628"/>
                      </a:cubicBezTo>
                      <a:lnTo>
                        <a:pt x="476" y="74676"/>
                      </a:lnTo>
                      <a:cubicBezTo>
                        <a:pt x="476" y="59912"/>
                        <a:pt x="476" y="50578"/>
                        <a:pt x="667" y="46958"/>
                      </a:cubicBezTo>
                      <a:cubicBezTo>
                        <a:pt x="286" y="46577"/>
                        <a:pt x="0" y="46101"/>
                        <a:pt x="0" y="45529"/>
                      </a:cubicBezTo>
                      <a:cubicBezTo>
                        <a:pt x="0" y="45148"/>
                        <a:pt x="95" y="44577"/>
                        <a:pt x="381" y="43815"/>
                      </a:cubicBezTo>
                      <a:cubicBezTo>
                        <a:pt x="667" y="43053"/>
                        <a:pt x="667" y="42576"/>
                        <a:pt x="667" y="42196"/>
                      </a:cubicBezTo>
                      <a:lnTo>
                        <a:pt x="95" y="30289"/>
                      </a:lnTo>
                      <a:cubicBezTo>
                        <a:pt x="667" y="29813"/>
                        <a:pt x="953" y="29337"/>
                        <a:pt x="953" y="28765"/>
                      </a:cubicBezTo>
                      <a:cubicBezTo>
                        <a:pt x="953" y="28384"/>
                        <a:pt x="858" y="27908"/>
                        <a:pt x="571" y="27146"/>
                      </a:cubicBezTo>
                      <a:cubicBezTo>
                        <a:pt x="286" y="26384"/>
                        <a:pt x="191" y="25908"/>
                        <a:pt x="191" y="25432"/>
                      </a:cubicBezTo>
                      <a:cubicBezTo>
                        <a:pt x="191" y="25146"/>
                        <a:pt x="191" y="24765"/>
                        <a:pt x="476" y="24384"/>
                      </a:cubicBezTo>
                      <a:lnTo>
                        <a:pt x="476" y="15335"/>
                      </a:lnTo>
                      <a:lnTo>
                        <a:pt x="95" y="15335"/>
                      </a:lnTo>
                      <a:cubicBezTo>
                        <a:pt x="191" y="14097"/>
                        <a:pt x="286" y="12859"/>
                        <a:pt x="476" y="11716"/>
                      </a:cubicBezTo>
                      <a:cubicBezTo>
                        <a:pt x="571" y="10096"/>
                        <a:pt x="1238" y="9144"/>
                        <a:pt x="2286" y="8858"/>
                      </a:cubicBezTo>
                      <a:cubicBezTo>
                        <a:pt x="7620" y="8858"/>
                        <a:pt x="15716" y="8858"/>
                        <a:pt x="26575" y="8477"/>
                      </a:cubicBezTo>
                      <a:lnTo>
                        <a:pt x="26575" y="8191"/>
                      </a:lnTo>
                      <a:cubicBezTo>
                        <a:pt x="27146" y="8572"/>
                        <a:pt x="27813" y="8667"/>
                        <a:pt x="28575" y="8667"/>
                      </a:cubicBezTo>
                      <a:cubicBezTo>
                        <a:pt x="28956" y="8667"/>
                        <a:pt x="29718" y="8667"/>
                        <a:pt x="30575" y="8382"/>
                      </a:cubicBezTo>
                      <a:cubicBezTo>
                        <a:pt x="31528" y="8191"/>
                        <a:pt x="32290" y="8096"/>
                        <a:pt x="32766" y="8096"/>
                      </a:cubicBezTo>
                      <a:cubicBezTo>
                        <a:pt x="32385" y="7810"/>
                        <a:pt x="31909" y="7429"/>
                        <a:pt x="31147" y="6763"/>
                      </a:cubicBezTo>
                      <a:lnTo>
                        <a:pt x="31433" y="6382"/>
                      </a:lnTo>
                      <a:cubicBezTo>
                        <a:pt x="31433" y="6382"/>
                        <a:pt x="32004" y="7239"/>
                        <a:pt x="32766" y="7810"/>
                      </a:cubicBezTo>
                      <a:lnTo>
                        <a:pt x="33719" y="5715"/>
                      </a:lnTo>
                      <a:lnTo>
                        <a:pt x="35719" y="7810"/>
                      </a:lnTo>
                      <a:cubicBezTo>
                        <a:pt x="35719" y="7810"/>
                        <a:pt x="35338" y="8001"/>
                        <a:pt x="35338" y="8287"/>
                      </a:cubicBezTo>
                      <a:lnTo>
                        <a:pt x="36004" y="8953"/>
                      </a:lnTo>
                      <a:cubicBezTo>
                        <a:pt x="36100" y="8096"/>
                        <a:pt x="36386" y="7620"/>
                        <a:pt x="36767" y="7620"/>
                      </a:cubicBezTo>
                      <a:cubicBezTo>
                        <a:pt x="36957" y="7620"/>
                        <a:pt x="37433" y="7810"/>
                        <a:pt x="38100" y="8287"/>
                      </a:cubicBezTo>
                      <a:cubicBezTo>
                        <a:pt x="38767" y="8667"/>
                        <a:pt x="39243" y="8953"/>
                        <a:pt x="39719" y="8953"/>
                      </a:cubicBezTo>
                      <a:cubicBezTo>
                        <a:pt x="40196" y="8953"/>
                        <a:pt x="40481" y="8763"/>
                        <a:pt x="40862" y="8382"/>
                      </a:cubicBezTo>
                      <a:lnTo>
                        <a:pt x="40862" y="7144"/>
                      </a:lnTo>
                      <a:cubicBezTo>
                        <a:pt x="40862" y="7144"/>
                        <a:pt x="41339" y="7334"/>
                        <a:pt x="41720" y="7906"/>
                      </a:cubicBezTo>
                      <a:lnTo>
                        <a:pt x="41053" y="8382"/>
                      </a:lnTo>
                      <a:lnTo>
                        <a:pt x="42386" y="9525"/>
                      </a:lnTo>
                      <a:cubicBezTo>
                        <a:pt x="42386" y="9525"/>
                        <a:pt x="42672" y="9049"/>
                        <a:pt x="42672" y="8763"/>
                      </a:cubicBezTo>
                      <a:lnTo>
                        <a:pt x="42672" y="8001"/>
                      </a:lnTo>
                      <a:cubicBezTo>
                        <a:pt x="42672" y="8001"/>
                        <a:pt x="42672" y="7715"/>
                        <a:pt x="42958" y="7715"/>
                      </a:cubicBezTo>
                      <a:cubicBezTo>
                        <a:pt x="43053" y="7715"/>
                        <a:pt x="43244" y="7715"/>
                        <a:pt x="43529" y="7715"/>
                      </a:cubicBezTo>
                      <a:cubicBezTo>
                        <a:pt x="43434" y="7715"/>
                        <a:pt x="43244" y="7810"/>
                        <a:pt x="43053" y="8096"/>
                      </a:cubicBezTo>
                      <a:close/>
                      <a:moveTo>
                        <a:pt x="3048" y="45148"/>
                      </a:moveTo>
                      <a:lnTo>
                        <a:pt x="3048" y="44196"/>
                      </a:lnTo>
                      <a:lnTo>
                        <a:pt x="2191" y="43720"/>
                      </a:lnTo>
                      <a:lnTo>
                        <a:pt x="3048" y="45053"/>
                      </a:lnTo>
                      <a:close/>
                      <a:moveTo>
                        <a:pt x="14097" y="40005"/>
                      </a:moveTo>
                      <a:lnTo>
                        <a:pt x="14097" y="41243"/>
                      </a:lnTo>
                      <a:lnTo>
                        <a:pt x="14764" y="41243"/>
                      </a:lnTo>
                      <a:lnTo>
                        <a:pt x="14764" y="40005"/>
                      </a:lnTo>
                      <a:lnTo>
                        <a:pt x="14097" y="40005"/>
                      </a:lnTo>
                      <a:close/>
                      <a:moveTo>
                        <a:pt x="15240" y="16669"/>
                      </a:moveTo>
                      <a:cubicBezTo>
                        <a:pt x="15240" y="16669"/>
                        <a:pt x="16193" y="16669"/>
                        <a:pt x="16859" y="16383"/>
                      </a:cubicBezTo>
                      <a:cubicBezTo>
                        <a:pt x="16764" y="16383"/>
                        <a:pt x="16193" y="16288"/>
                        <a:pt x="15240" y="16002"/>
                      </a:cubicBezTo>
                      <a:lnTo>
                        <a:pt x="15240" y="16669"/>
                      </a:lnTo>
                      <a:close/>
                      <a:moveTo>
                        <a:pt x="17240" y="37338"/>
                      </a:moveTo>
                      <a:lnTo>
                        <a:pt x="16954" y="37338"/>
                      </a:lnTo>
                      <a:lnTo>
                        <a:pt x="16954" y="36100"/>
                      </a:lnTo>
                      <a:lnTo>
                        <a:pt x="17240" y="36100"/>
                      </a:lnTo>
                      <a:lnTo>
                        <a:pt x="17240" y="37338"/>
                      </a:lnTo>
                      <a:close/>
                      <a:moveTo>
                        <a:pt x="20669" y="37338"/>
                      </a:moveTo>
                      <a:lnTo>
                        <a:pt x="20669" y="38957"/>
                      </a:lnTo>
                      <a:lnTo>
                        <a:pt x="21050" y="38671"/>
                      </a:lnTo>
                      <a:lnTo>
                        <a:pt x="20669" y="37338"/>
                      </a:lnTo>
                      <a:close/>
                      <a:moveTo>
                        <a:pt x="20955" y="35242"/>
                      </a:moveTo>
                      <a:cubicBezTo>
                        <a:pt x="20955" y="35242"/>
                        <a:pt x="21336" y="35147"/>
                        <a:pt x="21336" y="35242"/>
                      </a:cubicBezTo>
                      <a:lnTo>
                        <a:pt x="21146" y="35242"/>
                      </a:lnTo>
                      <a:cubicBezTo>
                        <a:pt x="21146" y="35242"/>
                        <a:pt x="20955" y="35242"/>
                        <a:pt x="20860" y="35242"/>
                      </a:cubicBezTo>
                      <a:close/>
                      <a:moveTo>
                        <a:pt x="22670" y="30004"/>
                      </a:moveTo>
                      <a:cubicBezTo>
                        <a:pt x="22670" y="30004"/>
                        <a:pt x="22193" y="29813"/>
                        <a:pt x="21908" y="29718"/>
                      </a:cubicBezTo>
                      <a:cubicBezTo>
                        <a:pt x="21622" y="29718"/>
                        <a:pt x="21527" y="29432"/>
                        <a:pt x="21622" y="29051"/>
                      </a:cubicBezTo>
                      <a:lnTo>
                        <a:pt x="22670" y="30099"/>
                      </a:lnTo>
                      <a:close/>
                      <a:moveTo>
                        <a:pt x="22670" y="20288"/>
                      </a:moveTo>
                      <a:lnTo>
                        <a:pt x="23908" y="20288"/>
                      </a:lnTo>
                      <a:lnTo>
                        <a:pt x="22670" y="20002"/>
                      </a:lnTo>
                      <a:lnTo>
                        <a:pt x="22670" y="20288"/>
                      </a:lnTo>
                      <a:close/>
                      <a:moveTo>
                        <a:pt x="23622" y="29432"/>
                      </a:moveTo>
                      <a:lnTo>
                        <a:pt x="22670" y="27813"/>
                      </a:lnTo>
                      <a:cubicBezTo>
                        <a:pt x="22670" y="27813"/>
                        <a:pt x="23241" y="28099"/>
                        <a:pt x="23622" y="28194"/>
                      </a:cubicBezTo>
                      <a:cubicBezTo>
                        <a:pt x="23908" y="28384"/>
                        <a:pt x="24098" y="28575"/>
                        <a:pt x="23908" y="28956"/>
                      </a:cubicBezTo>
                      <a:lnTo>
                        <a:pt x="23622" y="29337"/>
                      </a:lnTo>
                      <a:close/>
                      <a:moveTo>
                        <a:pt x="28385" y="19717"/>
                      </a:moveTo>
                      <a:cubicBezTo>
                        <a:pt x="28385" y="19717"/>
                        <a:pt x="28194" y="19145"/>
                        <a:pt x="27718" y="18383"/>
                      </a:cubicBezTo>
                      <a:cubicBezTo>
                        <a:pt x="27718" y="19050"/>
                        <a:pt x="27337" y="19336"/>
                        <a:pt x="26861" y="19240"/>
                      </a:cubicBezTo>
                      <a:cubicBezTo>
                        <a:pt x="26099" y="19240"/>
                        <a:pt x="25622" y="19240"/>
                        <a:pt x="25527" y="19240"/>
                      </a:cubicBezTo>
                      <a:cubicBezTo>
                        <a:pt x="26289" y="19145"/>
                        <a:pt x="27146" y="19240"/>
                        <a:pt x="28385" y="19621"/>
                      </a:cubicBezTo>
                      <a:close/>
                      <a:moveTo>
                        <a:pt x="26479" y="30670"/>
                      </a:moveTo>
                      <a:lnTo>
                        <a:pt x="27146" y="31623"/>
                      </a:lnTo>
                      <a:lnTo>
                        <a:pt x="26289" y="31623"/>
                      </a:lnTo>
                      <a:lnTo>
                        <a:pt x="26479" y="30670"/>
                      </a:lnTo>
                      <a:close/>
                      <a:moveTo>
                        <a:pt x="30290" y="57436"/>
                      </a:moveTo>
                      <a:lnTo>
                        <a:pt x="30290" y="55150"/>
                      </a:lnTo>
                      <a:lnTo>
                        <a:pt x="30575" y="55150"/>
                      </a:lnTo>
                      <a:lnTo>
                        <a:pt x="30575" y="57436"/>
                      </a:lnTo>
                      <a:lnTo>
                        <a:pt x="30290" y="57436"/>
                      </a:lnTo>
                      <a:close/>
                      <a:moveTo>
                        <a:pt x="31623" y="31623"/>
                      </a:moveTo>
                      <a:cubicBezTo>
                        <a:pt x="31623" y="31623"/>
                        <a:pt x="31909" y="31242"/>
                        <a:pt x="32195" y="31242"/>
                      </a:cubicBezTo>
                      <a:cubicBezTo>
                        <a:pt x="32480" y="31242"/>
                        <a:pt x="32671" y="31337"/>
                        <a:pt x="32766" y="31623"/>
                      </a:cubicBezTo>
                      <a:lnTo>
                        <a:pt x="31623" y="31623"/>
                      </a:lnTo>
                      <a:close/>
                      <a:moveTo>
                        <a:pt x="35338" y="8763"/>
                      </a:moveTo>
                      <a:cubicBezTo>
                        <a:pt x="35338" y="8763"/>
                        <a:pt x="35052" y="8382"/>
                        <a:pt x="34766" y="8382"/>
                      </a:cubicBezTo>
                      <a:lnTo>
                        <a:pt x="34100" y="8763"/>
                      </a:lnTo>
                      <a:lnTo>
                        <a:pt x="35338" y="8763"/>
                      </a:lnTo>
                      <a:close/>
                      <a:moveTo>
                        <a:pt x="36386" y="20288"/>
                      </a:moveTo>
                      <a:cubicBezTo>
                        <a:pt x="36386" y="20288"/>
                        <a:pt x="36767" y="19812"/>
                        <a:pt x="36671" y="19526"/>
                      </a:cubicBezTo>
                      <a:lnTo>
                        <a:pt x="36862" y="19050"/>
                      </a:lnTo>
                      <a:lnTo>
                        <a:pt x="36195" y="18859"/>
                      </a:lnTo>
                      <a:cubicBezTo>
                        <a:pt x="36195" y="18859"/>
                        <a:pt x="35528" y="18383"/>
                        <a:pt x="35052" y="18383"/>
                      </a:cubicBezTo>
                      <a:lnTo>
                        <a:pt x="36195" y="18859"/>
                      </a:lnTo>
                      <a:cubicBezTo>
                        <a:pt x="36195" y="18859"/>
                        <a:pt x="36576" y="19240"/>
                        <a:pt x="36671" y="19526"/>
                      </a:cubicBezTo>
                      <a:lnTo>
                        <a:pt x="36386" y="20288"/>
                      </a:lnTo>
                      <a:close/>
                      <a:moveTo>
                        <a:pt x="37529" y="17716"/>
                      </a:moveTo>
                      <a:cubicBezTo>
                        <a:pt x="37529" y="17716"/>
                        <a:pt x="37910" y="17335"/>
                        <a:pt x="37910" y="17050"/>
                      </a:cubicBezTo>
                      <a:lnTo>
                        <a:pt x="36862" y="17050"/>
                      </a:lnTo>
                      <a:lnTo>
                        <a:pt x="37529" y="17716"/>
                      </a:lnTo>
                      <a:close/>
                      <a:moveTo>
                        <a:pt x="37910" y="32956"/>
                      </a:moveTo>
                      <a:lnTo>
                        <a:pt x="38195" y="33242"/>
                      </a:lnTo>
                      <a:lnTo>
                        <a:pt x="37243" y="34385"/>
                      </a:lnTo>
                      <a:lnTo>
                        <a:pt x="37910" y="34861"/>
                      </a:lnTo>
                      <a:lnTo>
                        <a:pt x="36862" y="34861"/>
                      </a:lnTo>
                      <a:lnTo>
                        <a:pt x="37910" y="33051"/>
                      </a:lnTo>
                      <a:close/>
                      <a:moveTo>
                        <a:pt x="38195" y="48768"/>
                      </a:moveTo>
                      <a:lnTo>
                        <a:pt x="38195" y="47530"/>
                      </a:lnTo>
                      <a:lnTo>
                        <a:pt x="39529" y="48768"/>
                      </a:lnTo>
                      <a:lnTo>
                        <a:pt x="38195" y="48768"/>
                      </a:lnTo>
                      <a:close/>
                      <a:moveTo>
                        <a:pt x="39053" y="11716"/>
                      </a:moveTo>
                      <a:cubicBezTo>
                        <a:pt x="39053" y="11716"/>
                        <a:pt x="39053" y="11906"/>
                        <a:pt x="39053" y="12001"/>
                      </a:cubicBezTo>
                      <a:cubicBezTo>
                        <a:pt x="39053" y="12001"/>
                        <a:pt x="39053" y="12287"/>
                        <a:pt x="38862" y="12573"/>
                      </a:cubicBezTo>
                      <a:cubicBezTo>
                        <a:pt x="38767" y="12859"/>
                        <a:pt x="38671" y="13049"/>
                        <a:pt x="38671" y="13144"/>
                      </a:cubicBezTo>
                      <a:cubicBezTo>
                        <a:pt x="38671" y="13430"/>
                        <a:pt x="38862" y="13621"/>
                        <a:pt x="39338" y="13621"/>
                      </a:cubicBezTo>
                      <a:cubicBezTo>
                        <a:pt x="39338" y="13430"/>
                        <a:pt x="39338" y="13144"/>
                        <a:pt x="39338" y="12859"/>
                      </a:cubicBezTo>
                      <a:cubicBezTo>
                        <a:pt x="39434" y="12478"/>
                        <a:pt x="39529" y="12382"/>
                        <a:pt x="39529" y="12287"/>
                      </a:cubicBezTo>
                      <a:cubicBezTo>
                        <a:pt x="39529" y="12001"/>
                        <a:pt x="39338" y="11811"/>
                        <a:pt x="38958" y="11716"/>
                      </a:cubicBezTo>
                      <a:close/>
                      <a:moveTo>
                        <a:pt x="39053" y="18192"/>
                      </a:moveTo>
                      <a:lnTo>
                        <a:pt x="40481" y="18764"/>
                      </a:lnTo>
                      <a:lnTo>
                        <a:pt x="39719" y="18192"/>
                      </a:lnTo>
                      <a:lnTo>
                        <a:pt x="39053" y="18192"/>
                      </a:lnTo>
                      <a:close/>
                      <a:moveTo>
                        <a:pt x="41339" y="25908"/>
                      </a:moveTo>
                      <a:lnTo>
                        <a:pt x="40481" y="25241"/>
                      </a:lnTo>
                      <a:lnTo>
                        <a:pt x="41339" y="25241"/>
                      </a:lnTo>
                      <a:lnTo>
                        <a:pt x="41339" y="25908"/>
                      </a:lnTo>
                      <a:close/>
                      <a:moveTo>
                        <a:pt x="42672" y="13906"/>
                      </a:moveTo>
                      <a:cubicBezTo>
                        <a:pt x="42672" y="13335"/>
                        <a:pt x="42577" y="12954"/>
                        <a:pt x="42196" y="12954"/>
                      </a:cubicBezTo>
                      <a:cubicBezTo>
                        <a:pt x="41339" y="12954"/>
                        <a:pt x="40862" y="13240"/>
                        <a:pt x="40767" y="13906"/>
                      </a:cubicBezTo>
                      <a:lnTo>
                        <a:pt x="41434" y="13335"/>
                      </a:lnTo>
                      <a:cubicBezTo>
                        <a:pt x="41434" y="13335"/>
                        <a:pt x="42005" y="13335"/>
                        <a:pt x="42101" y="13621"/>
                      </a:cubicBezTo>
                      <a:cubicBezTo>
                        <a:pt x="42101" y="13811"/>
                        <a:pt x="42101" y="14001"/>
                        <a:pt x="42101" y="14383"/>
                      </a:cubicBezTo>
                      <a:lnTo>
                        <a:pt x="42101" y="14668"/>
                      </a:lnTo>
                      <a:lnTo>
                        <a:pt x="42767" y="14001"/>
                      </a:lnTo>
                      <a:close/>
                      <a:moveTo>
                        <a:pt x="42291" y="20764"/>
                      </a:moveTo>
                      <a:lnTo>
                        <a:pt x="42672" y="20383"/>
                      </a:lnTo>
                      <a:cubicBezTo>
                        <a:pt x="42672" y="20383"/>
                        <a:pt x="42482" y="19812"/>
                        <a:pt x="42672" y="19336"/>
                      </a:cubicBezTo>
                      <a:cubicBezTo>
                        <a:pt x="42767" y="19050"/>
                        <a:pt x="42672" y="18859"/>
                        <a:pt x="42101" y="18764"/>
                      </a:cubicBezTo>
                      <a:lnTo>
                        <a:pt x="42291" y="20764"/>
                      </a:lnTo>
                      <a:close/>
                      <a:moveTo>
                        <a:pt x="43625" y="0"/>
                      </a:moveTo>
                      <a:cubicBezTo>
                        <a:pt x="43529" y="476"/>
                        <a:pt x="43339" y="1048"/>
                        <a:pt x="43244" y="1619"/>
                      </a:cubicBezTo>
                      <a:cubicBezTo>
                        <a:pt x="43053" y="2191"/>
                        <a:pt x="42767" y="2381"/>
                        <a:pt x="42291" y="2381"/>
                      </a:cubicBezTo>
                      <a:cubicBezTo>
                        <a:pt x="42291" y="2191"/>
                        <a:pt x="42577" y="1905"/>
                        <a:pt x="42863" y="1524"/>
                      </a:cubicBezTo>
                      <a:cubicBezTo>
                        <a:pt x="43244" y="1238"/>
                        <a:pt x="43339" y="952"/>
                        <a:pt x="43339" y="667"/>
                      </a:cubicBezTo>
                      <a:cubicBezTo>
                        <a:pt x="43339" y="381"/>
                        <a:pt x="43244" y="190"/>
                        <a:pt x="42958" y="0"/>
                      </a:cubicBezTo>
                      <a:lnTo>
                        <a:pt x="43625" y="0"/>
                      </a:lnTo>
                      <a:close/>
                      <a:moveTo>
                        <a:pt x="43625" y="4191"/>
                      </a:moveTo>
                      <a:cubicBezTo>
                        <a:pt x="42863" y="4191"/>
                        <a:pt x="42386" y="4191"/>
                        <a:pt x="42291" y="3905"/>
                      </a:cubicBezTo>
                      <a:cubicBezTo>
                        <a:pt x="42482" y="3524"/>
                        <a:pt x="43148" y="3429"/>
                        <a:pt x="44291" y="3619"/>
                      </a:cubicBezTo>
                      <a:cubicBezTo>
                        <a:pt x="44291" y="3905"/>
                        <a:pt x="44006" y="4000"/>
                        <a:pt x="43625" y="4096"/>
                      </a:cubicBezTo>
                      <a:close/>
                      <a:moveTo>
                        <a:pt x="44101" y="8477"/>
                      </a:moveTo>
                      <a:cubicBezTo>
                        <a:pt x="44101" y="8477"/>
                        <a:pt x="44196" y="8477"/>
                        <a:pt x="44291" y="8477"/>
                      </a:cubicBezTo>
                      <a:cubicBezTo>
                        <a:pt x="44291" y="8477"/>
                        <a:pt x="44291" y="8477"/>
                        <a:pt x="44101" y="8477"/>
                      </a:cubicBezTo>
                      <a:close/>
                      <a:moveTo>
                        <a:pt x="45815" y="29146"/>
                      </a:moveTo>
                      <a:lnTo>
                        <a:pt x="44291" y="30194"/>
                      </a:lnTo>
                      <a:cubicBezTo>
                        <a:pt x="45053" y="28861"/>
                        <a:pt x="45149" y="27717"/>
                        <a:pt x="44482" y="26670"/>
                      </a:cubicBezTo>
                      <a:cubicBezTo>
                        <a:pt x="44577" y="26670"/>
                        <a:pt x="44768" y="27051"/>
                        <a:pt x="44958" y="27717"/>
                      </a:cubicBezTo>
                      <a:cubicBezTo>
                        <a:pt x="45053" y="28099"/>
                        <a:pt x="45434" y="28194"/>
                        <a:pt x="45815" y="28099"/>
                      </a:cubicBezTo>
                      <a:lnTo>
                        <a:pt x="45149" y="28575"/>
                      </a:lnTo>
                      <a:lnTo>
                        <a:pt x="45815" y="29242"/>
                      </a:lnTo>
                      <a:close/>
                      <a:moveTo>
                        <a:pt x="45529" y="32385"/>
                      </a:moveTo>
                      <a:cubicBezTo>
                        <a:pt x="45529" y="31813"/>
                        <a:pt x="45815" y="31432"/>
                        <a:pt x="46387" y="31432"/>
                      </a:cubicBezTo>
                      <a:cubicBezTo>
                        <a:pt x="46958" y="31432"/>
                        <a:pt x="47149" y="31813"/>
                        <a:pt x="47054" y="32385"/>
                      </a:cubicBezTo>
                      <a:cubicBezTo>
                        <a:pt x="47054" y="32385"/>
                        <a:pt x="46863" y="32385"/>
                        <a:pt x="46387" y="32099"/>
                      </a:cubicBezTo>
                      <a:lnTo>
                        <a:pt x="45815" y="32766"/>
                      </a:lnTo>
                      <a:lnTo>
                        <a:pt x="46387" y="33242"/>
                      </a:lnTo>
                      <a:cubicBezTo>
                        <a:pt x="46387" y="33242"/>
                        <a:pt x="46196" y="33242"/>
                        <a:pt x="46101" y="33242"/>
                      </a:cubicBezTo>
                      <a:cubicBezTo>
                        <a:pt x="45911" y="33242"/>
                        <a:pt x="45815" y="33051"/>
                        <a:pt x="45720" y="32766"/>
                      </a:cubicBezTo>
                      <a:cubicBezTo>
                        <a:pt x="45625" y="32480"/>
                        <a:pt x="45529" y="32290"/>
                        <a:pt x="45529" y="32290"/>
                      </a:cubicBezTo>
                      <a:close/>
                      <a:moveTo>
                        <a:pt x="48006" y="22384"/>
                      </a:moveTo>
                      <a:cubicBezTo>
                        <a:pt x="48006" y="22384"/>
                        <a:pt x="48387" y="22479"/>
                        <a:pt x="48673" y="22384"/>
                      </a:cubicBezTo>
                      <a:cubicBezTo>
                        <a:pt x="48292" y="22574"/>
                        <a:pt x="48292" y="22955"/>
                        <a:pt x="48387" y="23526"/>
                      </a:cubicBezTo>
                      <a:cubicBezTo>
                        <a:pt x="48101" y="23526"/>
                        <a:pt x="48006" y="23526"/>
                        <a:pt x="48006" y="23146"/>
                      </a:cubicBezTo>
                      <a:lnTo>
                        <a:pt x="48006" y="22288"/>
                      </a:lnTo>
                      <a:close/>
                      <a:moveTo>
                        <a:pt x="48673" y="22384"/>
                      </a:moveTo>
                      <a:cubicBezTo>
                        <a:pt x="48673" y="22384"/>
                        <a:pt x="48959" y="22193"/>
                        <a:pt x="49149" y="22193"/>
                      </a:cubicBezTo>
                      <a:cubicBezTo>
                        <a:pt x="49149" y="22193"/>
                        <a:pt x="48959" y="22288"/>
                        <a:pt x="48673" y="22384"/>
                      </a:cubicBezTo>
                      <a:close/>
                      <a:moveTo>
                        <a:pt x="50197" y="16573"/>
                      </a:moveTo>
                      <a:lnTo>
                        <a:pt x="49530" y="18478"/>
                      </a:lnTo>
                      <a:lnTo>
                        <a:pt x="49054" y="17145"/>
                      </a:lnTo>
                      <a:lnTo>
                        <a:pt x="50197" y="16669"/>
                      </a:lnTo>
                      <a:close/>
                      <a:moveTo>
                        <a:pt x="49054" y="24955"/>
                      </a:moveTo>
                      <a:lnTo>
                        <a:pt x="49244" y="24289"/>
                      </a:lnTo>
                      <a:lnTo>
                        <a:pt x="49911" y="24289"/>
                      </a:lnTo>
                      <a:lnTo>
                        <a:pt x="49054" y="24955"/>
                      </a:lnTo>
                      <a:close/>
                      <a:moveTo>
                        <a:pt x="50864" y="21717"/>
                      </a:moveTo>
                      <a:cubicBezTo>
                        <a:pt x="50864" y="21717"/>
                        <a:pt x="50006" y="21907"/>
                        <a:pt x="49149" y="22098"/>
                      </a:cubicBezTo>
                      <a:cubicBezTo>
                        <a:pt x="49340" y="22003"/>
                        <a:pt x="49435" y="21812"/>
                        <a:pt x="49530" y="21622"/>
                      </a:cubicBezTo>
                      <a:cubicBezTo>
                        <a:pt x="49911" y="21431"/>
                        <a:pt x="50387" y="21526"/>
                        <a:pt x="50864" y="21622"/>
                      </a:cubicBezTo>
                      <a:close/>
                      <a:moveTo>
                        <a:pt x="50006" y="12001"/>
                      </a:moveTo>
                      <a:cubicBezTo>
                        <a:pt x="50006" y="12001"/>
                        <a:pt x="50387" y="12478"/>
                        <a:pt x="50197" y="12668"/>
                      </a:cubicBezTo>
                      <a:lnTo>
                        <a:pt x="49340" y="12668"/>
                      </a:lnTo>
                      <a:lnTo>
                        <a:pt x="50006" y="12001"/>
                      </a:lnTo>
                      <a:close/>
                      <a:moveTo>
                        <a:pt x="49340" y="21050"/>
                      </a:moveTo>
                      <a:cubicBezTo>
                        <a:pt x="49340" y="21050"/>
                        <a:pt x="49721" y="21431"/>
                        <a:pt x="49625" y="21717"/>
                      </a:cubicBezTo>
                      <a:cubicBezTo>
                        <a:pt x="49435" y="21622"/>
                        <a:pt x="49340" y="21336"/>
                        <a:pt x="49340" y="21050"/>
                      </a:cubicBezTo>
                      <a:close/>
                      <a:moveTo>
                        <a:pt x="52197" y="7525"/>
                      </a:moveTo>
                      <a:cubicBezTo>
                        <a:pt x="52197" y="7525"/>
                        <a:pt x="51721" y="7715"/>
                        <a:pt x="51530" y="7715"/>
                      </a:cubicBezTo>
                      <a:cubicBezTo>
                        <a:pt x="51245" y="7715"/>
                        <a:pt x="51054" y="7525"/>
                        <a:pt x="50864" y="7048"/>
                      </a:cubicBezTo>
                      <a:cubicBezTo>
                        <a:pt x="50673" y="6667"/>
                        <a:pt x="50483" y="6382"/>
                        <a:pt x="50197" y="6286"/>
                      </a:cubicBezTo>
                      <a:cubicBezTo>
                        <a:pt x="50483" y="6096"/>
                        <a:pt x="50768" y="6001"/>
                        <a:pt x="50959" y="6001"/>
                      </a:cubicBezTo>
                      <a:cubicBezTo>
                        <a:pt x="51245" y="6001"/>
                        <a:pt x="51530" y="6001"/>
                        <a:pt x="51816" y="6286"/>
                      </a:cubicBezTo>
                      <a:cubicBezTo>
                        <a:pt x="51911" y="6286"/>
                        <a:pt x="51911" y="6286"/>
                        <a:pt x="51816" y="6572"/>
                      </a:cubicBezTo>
                      <a:cubicBezTo>
                        <a:pt x="51626" y="6763"/>
                        <a:pt x="51626" y="6953"/>
                        <a:pt x="51626" y="7048"/>
                      </a:cubicBezTo>
                      <a:cubicBezTo>
                        <a:pt x="51626" y="7334"/>
                        <a:pt x="51816" y="7429"/>
                        <a:pt x="52102" y="7620"/>
                      </a:cubicBezTo>
                      <a:close/>
                      <a:moveTo>
                        <a:pt x="50673" y="32194"/>
                      </a:moveTo>
                      <a:cubicBezTo>
                        <a:pt x="50673" y="31718"/>
                        <a:pt x="50959" y="31432"/>
                        <a:pt x="51530" y="31432"/>
                      </a:cubicBezTo>
                      <a:cubicBezTo>
                        <a:pt x="52007" y="31432"/>
                        <a:pt x="52388" y="31432"/>
                        <a:pt x="52864" y="31813"/>
                      </a:cubicBezTo>
                      <a:cubicBezTo>
                        <a:pt x="52864" y="31909"/>
                        <a:pt x="52864" y="32194"/>
                        <a:pt x="52483" y="32575"/>
                      </a:cubicBezTo>
                      <a:lnTo>
                        <a:pt x="52483" y="32575"/>
                      </a:lnTo>
                      <a:cubicBezTo>
                        <a:pt x="52483" y="32575"/>
                        <a:pt x="51721" y="32194"/>
                        <a:pt x="50578" y="32194"/>
                      </a:cubicBezTo>
                      <a:close/>
                      <a:moveTo>
                        <a:pt x="51530" y="762"/>
                      </a:moveTo>
                      <a:cubicBezTo>
                        <a:pt x="51530" y="762"/>
                        <a:pt x="51054" y="1143"/>
                        <a:pt x="50864" y="762"/>
                      </a:cubicBezTo>
                      <a:lnTo>
                        <a:pt x="51530" y="762"/>
                      </a:lnTo>
                      <a:close/>
                      <a:moveTo>
                        <a:pt x="53435" y="14383"/>
                      </a:moveTo>
                      <a:lnTo>
                        <a:pt x="51245" y="14383"/>
                      </a:lnTo>
                      <a:cubicBezTo>
                        <a:pt x="51245" y="14383"/>
                        <a:pt x="51911" y="14383"/>
                        <a:pt x="52388" y="14097"/>
                      </a:cubicBezTo>
                      <a:cubicBezTo>
                        <a:pt x="52864" y="13811"/>
                        <a:pt x="53245" y="13906"/>
                        <a:pt x="53531" y="13906"/>
                      </a:cubicBezTo>
                      <a:lnTo>
                        <a:pt x="53531" y="14288"/>
                      </a:lnTo>
                      <a:close/>
                      <a:moveTo>
                        <a:pt x="51530" y="762"/>
                      </a:moveTo>
                      <a:cubicBezTo>
                        <a:pt x="51530" y="762"/>
                        <a:pt x="51911" y="95"/>
                        <a:pt x="51911" y="95"/>
                      </a:cubicBezTo>
                      <a:cubicBezTo>
                        <a:pt x="52007" y="95"/>
                        <a:pt x="52102" y="286"/>
                        <a:pt x="52197" y="762"/>
                      </a:cubicBezTo>
                      <a:lnTo>
                        <a:pt x="51530" y="762"/>
                      </a:lnTo>
                      <a:close/>
                      <a:moveTo>
                        <a:pt x="52388" y="32575"/>
                      </a:moveTo>
                      <a:lnTo>
                        <a:pt x="52102" y="32861"/>
                      </a:lnTo>
                      <a:cubicBezTo>
                        <a:pt x="52102" y="32861"/>
                        <a:pt x="52197" y="32671"/>
                        <a:pt x="52388" y="32575"/>
                      </a:cubicBezTo>
                      <a:close/>
                      <a:moveTo>
                        <a:pt x="53340" y="27337"/>
                      </a:moveTo>
                      <a:cubicBezTo>
                        <a:pt x="53340" y="27337"/>
                        <a:pt x="53531" y="27813"/>
                        <a:pt x="54007" y="28289"/>
                      </a:cubicBezTo>
                      <a:lnTo>
                        <a:pt x="53150" y="28956"/>
                      </a:lnTo>
                      <a:cubicBezTo>
                        <a:pt x="53150" y="28956"/>
                        <a:pt x="53435" y="28575"/>
                        <a:pt x="53435" y="28575"/>
                      </a:cubicBezTo>
                      <a:cubicBezTo>
                        <a:pt x="53435" y="28480"/>
                        <a:pt x="53340" y="28289"/>
                        <a:pt x="53054" y="28003"/>
                      </a:cubicBezTo>
                      <a:cubicBezTo>
                        <a:pt x="52864" y="27717"/>
                        <a:pt x="52769" y="27527"/>
                        <a:pt x="52769" y="27337"/>
                      </a:cubicBezTo>
                      <a:lnTo>
                        <a:pt x="53435" y="27337"/>
                      </a:lnTo>
                      <a:close/>
                      <a:moveTo>
                        <a:pt x="54007" y="19240"/>
                      </a:moveTo>
                      <a:lnTo>
                        <a:pt x="53150" y="18574"/>
                      </a:lnTo>
                      <a:lnTo>
                        <a:pt x="54007" y="18859"/>
                      </a:lnTo>
                      <a:lnTo>
                        <a:pt x="54007" y="19240"/>
                      </a:lnTo>
                      <a:close/>
                      <a:moveTo>
                        <a:pt x="53340" y="24384"/>
                      </a:moveTo>
                      <a:cubicBezTo>
                        <a:pt x="53340" y="24384"/>
                        <a:pt x="53626" y="24384"/>
                        <a:pt x="53721" y="24384"/>
                      </a:cubicBezTo>
                      <a:cubicBezTo>
                        <a:pt x="53912" y="24384"/>
                        <a:pt x="54007" y="24479"/>
                        <a:pt x="54102" y="24765"/>
                      </a:cubicBezTo>
                      <a:cubicBezTo>
                        <a:pt x="54197" y="25146"/>
                        <a:pt x="54293" y="25432"/>
                        <a:pt x="54293" y="25432"/>
                      </a:cubicBezTo>
                      <a:cubicBezTo>
                        <a:pt x="54007" y="25432"/>
                        <a:pt x="53721" y="25432"/>
                        <a:pt x="53531" y="25241"/>
                      </a:cubicBezTo>
                      <a:cubicBezTo>
                        <a:pt x="53340" y="25051"/>
                        <a:pt x="53245" y="24765"/>
                        <a:pt x="53340" y="24479"/>
                      </a:cubicBezTo>
                      <a:close/>
                      <a:moveTo>
                        <a:pt x="56864" y="22479"/>
                      </a:moveTo>
                      <a:lnTo>
                        <a:pt x="57436" y="21812"/>
                      </a:lnTo>
                      <a:lnTo>
                        <a:pt x="57817" y="22479"/>
                      </a:lnTo>
                      <a:cubicBezTo>
                        <a:pt x="57817" y="22479"/>
                        <a:pt x="57245" y="22860"/>
                        <a:pt x="56674" y="22860"/>
                      </a:cubicBezTo>
                      <a:cubicBezTo>
                        <a:pt x="56102" y="22860"/>
                        <a:pt x="55721" y="23050"/>
                        <a:pt x="55531" y="23431"/>
                      </a:cubicBezTo>
                      <a:cubicBezTo>
                        <a:pt x="55531" y="22384"/>
                        <a:pt x="55531" y="21812"/>
                        <a:pt x="55340" y="21526"/>
                      </a:cubicBezTo>
                      <a:cubicBezTo>
                        <a:pt x="55340" y="21812"/>
                        <a:pt x="55531" y="22003"/>
                        <a:pt x="55721" y="22193"/>
                      </a:cubicBezTo>
                      <a:cubicBezTo>
                        <a:pt x="55912" y="22384"/>
                        <a:pt x="56102" y="22479"/>
                        <a:pt x="56483" y="22479"/>
                      </a:cubicBezTo>
                      <a:cubicBezTo>
                        <a:pt x="56579" y="22479"/>
                        <a:pt x="56769" y="22479"/>
                        <a:pt x="56864" y="22479"/>
                      </a:cubicBezTo>
                      <a:close/>
                      <a:moveTo>
                        <a:pt x="57436" y="15335"/>
                      </a:moveTo>
                      <a:cubicBezTo>
                        <a:pt x="57436" y="15335"/>
                        <a:pt x="58008" y="15907"/>
                        <a:pt x="58484" y="15811"/>
                      </a:cubicBezTo>
                      <a:cubicBezTo>
                        <a:pt x="58103" y="16002"/>
                        <a:pt x="57626" y="16192"/>
                        <a:pt x="56864" y="16288"/>
                      </a:cubicBezTo>
                      <a:lnTo>
                        <a:pt x="57436" y="15335"/>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 name="Google Shape;854;p99"/>
                <p:cNvSpPr/>
                <p:nvPr/>
              </p:nvSpPr>
              <p:spPr>
                <a:xfrm>
                  <a:off x="6681977" y="4390014"/>
                  <a:ext cx="44100" cy="67685"/>
                </a:xfrm>
                <a:custGeom>
                  <a:avLst/>
                  <a:gdLst/>
                  <a:ahLst/>
                  <a:cxnLst/>
                  <a:rect l="l" t="t" r="r" b="b"/>
                  <a:pathLst>
                    <a:path w="44100" h="67685" extrusionOk="0">
                      <a:moveTo>
                        <a:pt x="43434" y="2249"/>
                      </a:moveTo>
                      <a:lnTo>
                        <a:pt x="44101" y="14156"/>
                      </a:lnTo>
                      <a:cubicBezTo>
                        <a:pt x="42767" y="14632"/>
                        <a:pt x="40862" y="14727"/>
                        <a:pt x="38576" y="14441"/>
                      </a:cubicBezTo>
                      <a:cubicBezTo>
                        <a:pt x="35814" y="14156"/>
                        <a:pt x="34004" y="14060"/>
                        <a:pt x="33147" y="14251"/>
                      </a:cubicBezTo>
                      <a:cubicBezTo>
                        <a:pt x="31147" y="14537"/>
                        <a:pt x="29623" y="15489"/>
                        <a:pt x="28385" y="17013"/>
                      </a:cubicBezTo>
                      <a:cubicBezTo>
                        <a:pt x="28480" y="17489"/>
                        <a:pt x="28575" y="17870"/>
                        <a:pt x="28575" y="18251"/>
                      </a:cubicBezTo>
                      <a:cubicBezTo>
                        <a:pt x="28575" y="18632"/>
                        <a:pt x="28575" y="19394"/>
                        <a:pt x="28289" y="20251"/>
                      </a:cubicBezTo>
                      <a:cubicBezTo>
                        <a:pt x="28099" y="21109"/>
                        <a:pt x="28099" y="21775"/>
                        <a:pt x="28099" y="22252"/>
                      </a:cubicBezTo>
                      <a:cubicBezTo>
                        <a:pt x="28099" y="22918"/>
                        <a:pt x="28194" y="23585"/>
                        <a:pt x="28385" y="24157"/>
                      </a:cubicBezTo>
                      <a:cubicBezTo>
                        <a:pt x="28575" y="24538"/>
                        <a:pt x="28670" y="24823"/>
                        <a:pt x="28670" y="25109"/>
                      </a:cubicBezTo>
                      <a:cubicBezTo>
                        <a:pt x="28670" y="25490"/>
                        <a:pt x="28575" y="25966"/>
                        <a:pt x="28289" y="26443"/>
                      </a:cubicBezTo>
                      <a:cubicBezTo>
                        <a:pt x="28099" y="26919"/>
                        <a:pt x="28004" y="27300"/>
                        <a:pt x="28004" y="27586"/>
                      </a:cubicBezTo>
                      <a:cubicBezTo>
                        <a:pt x="28004" y="27872"/>
                        <a:pt x="28099" y="28252"/>
                        <a:pt x="28385" y="28538"/>
                      </a:cubicBezTo>
                      <a:lnTo>
                        <a:pt x="28099" y="32348"/>
                      </a:lnTo>
                      <a:cubicBezTo>
                        <a:pt x="28099" y="32348"/>
                        <a:pt x="27718" y="31586"/>
                        <a:pt x="27242" y="31491"/>
                      </a:cubicBezTo>
                      <a:cubicBezTo>
                        <a:pt x="26479" y="31205"/>
                        <a:pt x="26003" y="31110"/>
                        <a:pt x="26003" y="31015"/>
                      </a:cubicBezTo>
                      <a:cubicBezTo>
                        <a:pt x="25813" y="31205"/>
                        <a:pt x="25718" y="31396"/>
                        <a:pt x="25718" y="31682"/>
                      </a:cubicBezTo>
                      <a:cubicBezTo>
                        <a:pt x="25718" y="31872"/>
                        <a:pt x="25718" y="32158"/>
                        <a:pt x="25718" y="32348"/>
                      </a:cubicBezTo>
                      <a:cubicBezTo>
                        <a:pt x="26099" y="32158"/>
                        <a:pt x="26289" y="32063"/>
                        <a:pt x="26479" y="32063"/>
                      </a:cubicBezTo>
                      <a:cubicBezTo>
                        <a:pt x="26861" y="32063"/>
                        <a:pt x="27146" y="32443"/>
                        <a:pt x="27337" y="33301"/>
                      </a:cubicBezTo>
                      <a:cubicBezTo>
                        <a:pt x="27527" y="34444"/>
                        <a:pt x="27813" y="35015"/>
                        <a:pt x="27908" y="35206"/>
                      </a:cubicBezTo>
                      <a:lnTo>
                        <a:pt x="27527" y="35206"/>
                      </a:lnTo>
                      <a:cubicBezTo>
                        <a:pt x="28194" y="37015"/>
                        <a:pt x="28575" y="39587"/>
                        <a:pt x="28575" y="42921"/>
                      </a:cubicBezTo>
                      <a:cubicBezTo>
                        <a:pt x="28575" y="45588"/>
                        <a:pt x="28575" y="48255"/>
                        <a:pt x="28575" y="50922"/>
                      </a:cubicBezTo>
                      <a:cubicBezTo>
                        <a:pt x="28575" y="52446"/>
                        <a:pt x="28766" y="53875"/>
                        <a:pt x="28956" y="55113"/>
                      </a:cubicBezTo>
                      <a:cubicBezTo>
                        <a:pt x="28956" y="55113"/>
                        <a:pt x="29146" y="55208"/>
                        <a:pt x="29528" y="55494"/>
                      </a:cubicBezTo>
                      <a:cubicBezTo>
                        <a:pt x="29909" y="55780"/>
                        <a:pt x="30194" y="55780"/>
                        <a:pt x="30480" y="55684"/>
                      </a:cubicBezTo>
                      <a:cubicBezTo>
                        <a:pt x="30099" y="56542"/>
                        <a:pt x="29813" y="58637"/>
                        <a:pt x="29718" y="62162"/>
                      </a:cubicBezTo>
                      <a:cubicBezTo>
                        <a:pt x="29718" y="64066"/>
                        <a:pt x="29051" y="65305"/>
                        <a:pt x="28004" y="66067"/>
                      </a:cubicBezTo>
                      <a:cubicBezTo>
                        <a:pt x="28194" y="66162"/>
                        <a:pt x="28289" y="66448"/>
                        <a:pt x="28289" y="67019"/>
                      </a:cubicBezTo>
                      <a:cubicBezTo>
                        <a:pt x="27718" y="67019"/>
                        <a:pt x="25813" y="67019"/>
                        <a:pt x="22765" y="67019"/>
                      </a:cubicBezTo>
                      <a:cubicBezTo>
                        <a:pt x="20479" y="67019"/>
                        <a:pt x="18669" y="67210"/>
                        <a:pt x="17240" y="67686"/>
                      </a:cubicBezTo>
                      <a:cubicBezTo>
                        <a:pt x="16097" y="66638"/>
                        <a:pt x="15526" y="65209"/>
                        <a:pt x="15526" y="63114"/>
                      </a:cubicBezTo>
                      <a:cubicBezTo>
                        <a:pt x="15526" y="61399"/>
                        <a:pt x="15621" y="59685"/>
                        <a:pt x="15621" y="57971"/>
                      </a:cubicBezTo>
                      <a:cubicBezTo>
                        <a:pt x="15907" y="51493"/>
                        <a:pt x="16002" y="44826"/>
                        <a:pt x="16002" y="37873"/>
                      </a:cubicBezTo>
                      <a:cubicBezTo>
                        <a:pt x="16002" y="30920"/>
                        <a:pt x="15907" y="23776"/>
                        <a:pt x="15621" y="16346"/>
                      </a:cubicBezTo>
                      <a:cubicBezTo>
                        <a:pt x="15240" y="15203"/>
                        <a:pt x="14383" y="14632"/>
                        <a:pt x="12954" y="14632"/>
                      </a:cubicBezTo>
                      <a:cubicBezTo>
                        <a:pt x="12668" y="14632"/>
                        <a:pt x="12287" y="14632"/>
                        <a:pt x="11811" y="14632"/>
                      </a:cubicBezTo>
                      <a:lnTo>
                        <a:pt x="10763" y="14632"/>
                      </a:lnTo>
                      <a:cubicBezTo>
                        <a:pt x="10001" y="14632"/>
                        <a:pt x="9430" y="14632"/>
                        <a:pt x="9049" y="14346"/>
                      </a:cubicBezTo>
                      <a:cubicBezTo>
                        <a:pt x="9525" y="14346"/>
                        <a:pt x="7906" y="14346"/>
                        <a:pt x="4096" y="14346"/>
                      </a:cubicBezTo>
                      <a:cubicBezTo>
                        <a:pt x="2381" y="14346"/>
                        <a:pt x="1048" y="13870"/>
                        <a:pt x="0" y="13013"/>
                      </a:cubicBezTo>
                      <a:lnTo>
                        <a:pt x="0" y="1297"/>
                      </a:lnTo>
                      <a:cubicBezTo>
                        <a:pt x="0" y="1297"/>
                        <a:pt x="571" y="1678"/>
                        <a:pt x="953" y="1678"/>
                      </a:cubicBezTo>
                      <a:cubicBezTo>
                        <a:pt x="1619" y="1678"/>
                        <a:pt x="2286" y="1201"/>
                        <a:pt x="2953" y="344"/>
                      </a:cubicBezTo>
                      <a:cubicBezTo>
                        <a:pt x="6287" y="154"/>
                        <a:pt x="11144" y="58"/>
                        <a:pt x="17717" y="344"/>
                      </a:cubicBezTo>
                      <a:cubicBezTo>
                        <a:pt x="24194" y="535"/>
                        <a:pt x="29242" y="440"/>
                        <a:pt x="32671" y="154"/>
                      </a:cubicBezTo>
                      <a:cubicBezTo>
                        <a:pt x="32861" y="535"/>
                        <a:pt x="33052" y="630"/>
                        <a:pt x="33433" y="630"/>
                      </a:cubicBezTo>
                      <a:cubicBezTo>
                        <a:pt x="33623" y="630"/>
                        <a:pt x="33909" y="630"/>
                        <a:pt x="34290" y="344"/>
                      </a:cubicBezTo>
                      <a:cubicBezTo>
                        <a:pt x="34671" y="154"/>
                        <a:pt x="34957" y="58"/>
                        <a:pt x="35147" y="58"/>
                      </a:cubicBezTo>
                      <a:cubicBezTo>
                        <a:pt x="35814" y="440"/>
                        <a:pt x="37529" y="440"/>
                        <a:pt x="40291" y="58"/>
                      </a:cubicBezTo>
                      <a:cubicBezTo>
                        <a:pt x="42386" y="-227"/>
                        <a:pt x="43434" y="535"/>
                        <a:pt x="43529" y="2345"/>
                      </a:cubicBezTo>
                      <a:close/>
                      <a:moveTo>
                        <a:pt x="6953" y="4916"/>
                      </a:moveTo>
                      <a:cubicBezTo>
                        <a:pt x="7525" y="3964"/>
                        <a:pt x="8192" y="3583"/>
                        <a:pt x="9049" y="3583"/>
                      </a:cubicBezTo>
                      <a:cubicBezTo>
                        <a:pt x="9335" y="3583"/>
                        <a:pt x="9906" y="3583"/>
                        <a:pt x="10573" y="3773"/>
                      </a:cubicBezTo>
                      <a:cubicBezTo>
                        <a:pt x="11335" y="3964"/>
                        <a:pt x="11906" y="4059"/>
                        <a:pt x="12287" y="4059"/>
                      </a:cubicBezTo>
                      <a:cubicBezTo>
                        <a:pt x="12668" y="4059"/>
                        <a:pt x="13145" y="4059"/>
                        <a:pt x="13526" y="3868"/>
                      </a:cubicBezTo>
                      <a:lnTo>
                        <a:pt x="12192" y="2535"/>
                      </a:lnTo>
                      <a:cubicBezTo>
                        <a:pt x="11716" y="2535"/>
                        <a:pt x="11430" y="2345"/>
                        <a:pt x="11525" y="1868"/>
                      </a:cubicBezTo>
                      <a:cubicBezTo>
                        <a:pt x="11621" y="1297"/>
                        <a:pt x="11621" y="1011"/>
                        <a:pt x="11525" y="916"/>
                      </a:cubicBezTo>
                      <a:cubicBezTo>
                        <a:pt x="11430" y="1297"/>
                        <a:pt x="11144" y="1487"/>
                        <a:pt x="10954" y="1487"/>
                      </a:cubicBezTo>
                      <a:cubicBezTo>
                        <a:pt x="10954" y="1487"/>
                        <a:pt x="10668" y="1487"/>
                        <a:pt x="10573" y="1487"/>
                      </a:cubicBezTo>
                      <a:cubicBezTo>
                        <a:pt x="10573" y="1487"/>
                        <a:pt x="10573" y="1868"/>
                        <a:pt x="10573" y="2345"/>
                      </a:cubicBezTo>
                      <a:cubicBezTo>
                        <a:pt x="9906" y="2821"/>
                        <a:pt x="9049" y="3107"/>
                        <a:pt x="8001" y="3202"/>
                      </a:cubicBezTo>
                      <a:cubicBezTo>
                        <a:pt x="6763" y="3202"/>
                        <a:pt x="5906" y="3392"/>
                        <a:pt x="5525" y="3583"/>
                      </a:cubicBezTo>
                      <a:lnTo>
                        <a:pt x="7144" y="3583"/>
                      </a:lnTo>
                      <a:cubicBezTo>
                        <a:pt x="6858" y="4059"/>
                        <a:pt x="6477" y="4440"/>
                        <a:pt x="6191" y="4535"/>
                      </a:cubicBezTo>
                      <a:cubicBezTo>
                        <a:pt x="6191" y="4535"/>
                        <a:pt x="6191" y="4535"/>
                        <a:pt x="6191" y="4535"/>
                      </a:cubicBezTo>
                      <a:cubicBezTo>
                        <a:pt x="6096" y="4535"/>
                        <a:pt x="5906" y="4726"/>
                        <a:pt x="5906" y="4821"/>
                      </a:cubicBezTo>
                      <a:cubicBezTo>
                        <a:pt x="5525" y="4916"/>
                        <a:pt x="5334" y="5012"/>
                        <a:pt x="5144" y="5012"/>
                      </a:cubicBezTo>
                      <a:cubicBezTo>
                        <a:pt x="4953" y="4916"/>
                        <a:pt x="4667" y="4916"/>
                        <a:pt x="4286" y="5012"/>
                      </a:cubicBezTo>
                      <a:cubicBezTo>
                        <a:pt x="3143" y="4916"/>
                        <a:pt x="2286" y="4916"/>
                        <a:pt x="1905" y="5012"/>
                      </a:cubicBezTo>
                      <a:lnTo>
                        <a:pt x="1905" y="4535"/>
                      </a:lnTo>
                      <a:lnTo>
                        <a:pt x="953" y="5678"/>
                      </a:lnTo>
                      <a:cubicBezTo>
                        <a:pt x="953" y="5678"/>
                        <a:pt x="1524" y="5869"/>
                        <a:pt x="1810" y="5869"/>
                      </a:cubicBezTo>
                      <a:cubicBezTo>
                        <a:pt x="1905" y="5869"/>
                        <a:pt x="2762" y="5583"/>
                        <a:pt x="4286" y="5012"/>
                      </a:cubicBezTo>
                      <a:lnTo>
                        <a:pt x="5144" y="5012"/>
                      </a:lnTo>
                      <a:cubicBezTo>
                        <a:pt x="5144" y="5012"/>
                        <a:pt x="5429" y="5202"/>
                        <a:pt x="5620" y="5488"/>
                      </a:cubicBezTo>
                      <a:cubicBezTo>
                        <a:pt x="5715" y="5678"/>
                        <a:pt x="5810" y="5869"/>
                        <a:pt x="6001" y="6155"/>
                      </a:cubicBezTo>
                      <a:cubicBezTo>
                        <a:pt x="6001" y="5964"/>
                        <a:pt x="5906" y="5773"/>
                        <a:pt x="5715" y="5583"/>
                      </a:cubicBezTo>
                      <a:cubicBezTo>
                        <a:pt x="5715" y="5202"/>
                        <a:pt x="5715" y="5012"/>
                        <a:pt x="6001" y="4821"/>
                      </a:cubicBezTo>
                      <a:cubicBezTo>
                        <a:pt x="6001" y="4821"/>
                        <a:pt x="6287" y="4821"/>
                        <a:pt x="6382" y="4631"/>
                      </a:cubicBezTo>
                      <a:cubicBezTo>
                        <a:pt x="6763" y="5202"/>
                        <a:pt x="6953" y="5583"/>
                        <a:pt x="6953" y="5678"/>
                      </a:cubicBezTo>
                      <a:lnTo>
                        <a:pt x="9144" y="5202"/>
                      </a:lnTo>
                      <a:lnTo>
                        <a:pt x="6953" y="5012"/>
                      </a:lnTo>
                      <a:close/>
                      <a:moveTo>
                        <a:pt x="5334" y="8726"/>
                      </a:moveTo>
                      <a:lnTo>
                        <a:pt x="6668" y="8059"/>
                      </a:lnTo>
                      <a:lnTo>
                        <a:pt x="6001" y="8059"/>
                      </a:lnTo>
                      <a:lnTo>
                        <a:pt x="5334" y="8726"/>
                      </a:lnTo>
                      <a:close/>
                      <a:moveTo>
                        <a:pt x="15431" y="2249"/>
                      </a:moveTo>
                      <a:lnTo>
                        <a:pt x="16383" y="1201"/>
                      </a:lnTo>
                      <a:cubicBezTo>
                        <a:pt x="16383" y="1201"/>
                        <a:pt x="15621" y="1011"/>
                        <a:pt x="15145" y="725"/>
                      </a:cubicBezTo>
                      <a:lnTo>
                        <a:pt x="14097" y="2345"/>
                      </a:lnTo>
                      <a:lnTo>
                        <a:pt x="12954" y="1678"/>
                      </a:lnTo>
                      <a:lnTo>
                        <a:pt x="14478" y="3297"/>
                      </a:lnTo>
                      <a:cubicBezTo>
                        <a:pt x="14478" y="2154"/>
                        <a:pt x="14669" y="1487"/>
                        <a:pt x="15145" y="1297"/>
                      </a:cubicBezTo>
                      <a:cubicBezTo>
                        <a:pt x="15335" y="1392"/>
                        <a:pt x="15431" y="1773"/>
                        <a:pt x="15431" y="2345"/>
                      </a:cubicBezTo>
                      <a:close/>
                      <a:moveTo>
                        <a:pt x="18574" y="35873"/>
                      </a:moveTo>
                      <a:cubicBezTo>
                        <a:pt x="19526" y="35968"/>
                        <a:pt x="20003" y="35873"/>
                        <a:pt x="19907" y="35587"/>
                      </a:cubicBezTo>
                      <a:cubicBezTo>
                        <a:pt x="19717" y="35491"/>
                        <a:pt x="19241" y="35587"/>
                        <a:pt x="18574" y="35873"/>
                      </a:cubicBezTo>
                      <a:cubicBezTo>
                        <a:pt x="18288" y="35777"/>
                        <a:pt x="18098" y="35777"/>
                        <a:pt x="17907" y="35873"/>
                      </a:cubicBezTo>
                      <a:cubicBezTo>
                        <a:pt x="18098" y="35968"/>
                        <a:pt x="18383" y="35968"/>
                        <a:pt x="18574" y="35873"/>
                      </a:cubicBezTo>
                      <a:close/>
                      <a:moveTo>
                        <a:pt x="27146" y="34539"/>
                      </a:moveTo>
                      <a:cubicBezTo>
                        <a:pt x="26575" y="34158"/>
                        <a:pt x="25622" y="33872"/>
                        <a:pt x="24479" y="33872"/>
                      </a:cubicBezTo>
                      <a:cubicBezTo>
                        <a:pt x="23146" y="33872"/>
                        <a:pt x="22193" y="33872"/>
                        <a:pt x="21717" y="33587"/>
                      </a:cubicBezTo>
                      <a:lnTo>
                        <a:pt x="23908" y="34920"/>
                      </a:lnTo>
                      <a:cubicBezTo>
                        <a:pt x="23908" y="34920"/>
                        <a:pt x="23527" y="35301"/>
                        <a:pt x="23527" y="35587"/>
                      </a:cubicBezTo>
                      <a:lnTo>
                        <a:pt x="24194" y="35587"/>
                      </a:lnTo>
                      <a:cubicBezTo>
                        <a:pt x="24194" y="35587"/>
                        <a:pt x="24575" y="35873"/>
                        <a:pt x="24575" y="35968"/>
                      </a:cubicBezTo>
                      <a:cubicBezTo>
                        <a:pt x="24575" y="35968"/>
                        <a:pt x="24575" y="36254"/>
                        <a:pt x="24384" y="36539"/>
                      </a:cubicBezTo>
                      <a:cubicBezTo>
                        <a:pt x="24194" y="36825"/>
                        <a:pt x="24194" y="37015"/>
                        <a:pt x="24289" y="37301"/>
                      </a:cubicBezTo>
                      <a:lnTo>
                        <a:pt x="25622" y="37301"/>
                      </a:lnTo>
                      <a:cubicBezTo>
                        <a:pt x="24956" y="36634"/>
                        <a:pt x="24575" y="36158"/>
                        <a:pt x="24575" y="35873"/>
                      </a:cubicBezTo>
                      <a:cubicBezTo>
                        <a:pt x="24575" y="35682"/>
                        <a:pt x="24765" y="35491"/>
                        <a:pt x="25051" y="35396"/>
                      </a:cubicBezTo>
                      <a:cubicBezTo>
                        <a:pt x="25337" y="35206"/>
                        <a:pt x="25718" y="35110"/>
                        <a:pt x="26194" y="34920"/>
                      </a:cubicBezTo>
                      <a:cubicBezTo>
                        <a:pt x="26575" y="34920"/>
                        <a:pt x="26956" y="34920"/>
                        <a:pt x="27242" y="35301"/>
                      </a:cubicBezTo>
                      <a:lnTo>
                        <a:pt x="27242" y="34634"/>
                      </a:lnTo>
                      <a:close/>
                      <a:moveTo>
                        <a:pt x="24003" y="28729"/>
                      </a:moveTo>
                      <a:cubicBezTo>
                        <a:pt x="24003" y="28729"/>
                        <a:pt x="24765" y="29396"/>
                        <a:pt x="25337" y="29396"/>
                      </a:cubicBezTo>
                      <a:cubicBezTo>
                        <a:pt x="26099" y="29396"/>
                        <a:pt x="26861" y="29110"/>
                        <a:pt x="27432" y="28443"/>
                      </a:cubicBezTo>
                      <a:lnTo>
                        <a:pt x="26194" y="28062"/>
                      </a:lnTo>
                      <a:cubicBezTo>
                        <a:pt x="26194" y="28729"/>
                        <a:pt x="26003" y="29110"/>
                        <a:pt x="25813" y="29110"/>
                      </a:cubicBezTo>
                      <a:cubicBezTo>
                        <a:pt x="25813" y="29110"/>
                        <a:pt x="25527" y="28919"/>
                        <a:pt x="25146" y="28538"/>
                      </a:cubicBezTo>
                      <a:cubicBezTo>
                        <a:pt x="24765" y="28157"/>
                        <a:pt x="24384" y="28062"/>
                        <a:pt x="24003" y="28157"/>
                      </a:cubicBezTo>
                      <a:lnTo>
                        <a:pt x="24003" y="28824"/>
                      </a:lnTo>
                      <a:close/>
                      <a:moveTo>
                        <a:pt x="27051" y="36730"/>
                      </a:moveTo>
                      <a:lnTo>
                        <a:pt x="27051" y="36730"/>
                      </a:lnTo>
                      <a:lnTo>
                        <a:pt x="25527" y="35587"/>
                      </a:lnTo>
                      <a:cubicBezTo>
                        <a:pt x="25337" y="36063"/>
                        <a:pt x="25527" y="36444"/>
                        <a:pt x="26003" y="36539"/>
                      </a:cubicBezTo>
                      <a:cubicBezTo>
                        <a:pt x="26384" y="36539"/>
                        <a:pt x="26670" y="36634"/>
                        <a:pt x="27051" y="36730"/>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 name="Google Shape;855;p99"/>
                <p:cNvSpPr/>
                <p:nvPr/>
              </p:nvSpPr>
              <p:spPr>
                <a:xfrm>
                  <a:off x="6717696" y="4388040"/>
                  <a:ext cx="73818" cy="72993"/>
                </a:xfrm>
                <a:custGeom>
                  <a:avLst/>
                  <a:gdLst/>
                  <a:ahLst/>
                  <a:cxnLst/>
                  <a:rect l="l" t="t" r="r" b="b"/>
                  <a:pathLst>
                    <a:path w="73818" h="72993" extrusionOk="0">
                      <a:moveTo>
                        <a:pt x="95" y="56039"/>
                      </a:moveTo>
                      <a:lnTo>
                        <a:pt x="1429" y="56419"/>
                      </a:lnTo>
                      <a:lnTo>
                        <a:pt x="95" y="57086"/>
                      </a:lnTo>
                      <a:lnTo>
                        <a:pt x="95" y="56134"/>
                      </a:lnTo>
                      <a:close/>
                      <a:moveTo>
                        <a:pt x="381" y="64706"/>
                      </a:moveTo>
                      <a:lnTo>
                        <a:pt x="95" y="64325"/>
                      </a:lnTo>
                      <a:cubicBezTo>
                        <a:pt x="95" y="64325"/>
                        <a:pt x="667" y="64516"/>
                        <a:pt x="667" y="64516"/>
                      </a:cubicBezTo>
                      <a:cubicBezTo>
                        <a:pt x="667" y="64516"/>
                        <a:pt x="571" y="64516"/>
                        <a:pt x="476" y="64611"/>
                      </a:cubicBezTo>
                      <a:cubicBezTo>
                        <a:pt x="476" y="64611"/>
                        <a:pt x="381" y="64706"/>
                        <a:pt x="381" y="64802"/>
                      </a:cubicBezTo>
                      <a:close/>
                      <a:moveTo>
                        <a:pt x="95" y="66516"/>
                      </a:moveTo>
                      <a:cubicBezTo>
                        <a:pt x="95" y="66516"/>
                        <a:pt x="381" y="66231"/>
                        <a:pt x="571" y="66231"/>
                      </a:cubicBezTo>
                      <a:cubicBezTo>
                        <a:pt x="762" y="66231"/>
                        <a:pt x="953" y="66326"/>
                        <a:pt x="953" y="66516"/>
                      </a:cubicBezTo>
                      <a:lnTo>
                        <a:pt x="1334" y="66516"/>
                      </a:lnTo>
                      <a:lnTo>
                        <a:pt x="1334" y="67183"/>
                      </a:lnTo>
                      <a:lnTo>
                        <a:pt x="953" y="67183"/>
                      </a:lnTo>
                      <a:cubicBezTo>
                        <a:pt x="476" y="66516"/>
                        <a:pt x="191" y="66231"/>
                        <a:pt x="0" y="66516"/>
                      </a:cubicBezTo>
                      <a:close/>
                      <a:moveTo>
                        <a:pt x="1048" y="64135"/>
                      </a:moveTo>
                      <a:cubicBezTo>
                        <a:pt x="1048" y="64135"/>
                        <a:pt x="857" y="64421"/>
                        <a:pt x="667" y="64421"/>
                      </a:cubicBezTo>
                      <a:cubicBezTo>
                        <a:pt x="667" y="64421"/>
                        <a:pt x="762" y="64325"/>
                        <a:pt x="857" y="64230"/>
                      </a:cubicBezTo>
                      <a:cubicBezTo>
                        <a:pt x="857" y="64230"/>
                        <a:pt x="1048" y="64135"/>
                        <a:pt x="1048" y="64135"/>
                      </a:cubicBezTo>
                      <a:close/>
                      <a:moveTo>
                        <a:pt x="1048" y="67183"/>
                      </a:moveTo>
                      <a:cubicBezTo>
                        <a:pt x="1048" y="67183"/>
                        <a:pt x="1048" y="67183"/>
                        <a:pt x="1048" y="67183"/>
                      </a:cubicBezTo>
                      <a:lnTo>
                        <a:pt x="1048" y="67183"/>
                      </a:lnTo>
                      <a:close/>
                      <a:moveTo>
                        <a:pt x="1619" y="62706"/>
                      </a:moveTo>
                      <a:lnTo>
                        <a:pt x="2572" y="63087"/>
                      </a:lnTo>
                      <a:cubicBezTo>
                        <a:pt x="2572" y="63087"/>
                        <a:pt x="2191" y="63754"/>
                        <a:pt x="953" y="64135"/>
                      </a:cubicBezTo>
                      <a:cubicBezTo>
                        <a:pt x="1048" y="64135"/>
                        <a:pt x="1143" y="63754"/>
                        <a:pt x="1238" y="63373"/>
                      </a:cubicBezTo>
                      <a:cubicBezTo>
                        <a:pt x="1238" y="62992"/>
                        <a:pt x="1429" y="62706"/>
                        <a:pt x="1524" y="62611"/>
                      </a:cubicBezTo>
                      <a:close/>
                      <a:moveTo>
                        <a:pt x="6382" y="37465"/>
                      </a:moveTo>
                      <a:cubicBezTo>
                        <a:pt x="6382" y="37465"/>
                        <a:pt x="5620" y="37656"/>
                        <a:pt x="4286" y="37846"/>
                      </a:cubicBezTo>
                      <a:cubicBezTo>
                        <a:pt x="3334" y="38036"/>
                        <a:pt x="2667" y="38417"/>
                        <a:pt x="2286" y="38989"/>
                      </a:cubicBezTo>
                      <a:lnTo>
                        <a:pt x="2000" y="38608"/>
                      </a:lnTo>
                      <a:cubicBezTo>
                        <a:pt x="2000" y="38608"/>
                        <a:pt x="2762" y="38227"/>
                        <a:pt x="3715" y="37751"/>
                      </a:cubicBezTo>
                      <a:cubicBezTo>
                        <a:pt x="4477" y="37465"/>
                        <a:pt x="5144" y="37274"/>
                        <a:pt x="5620" y="37274"/>
                      </a:cubicBezTo>
                      <a:cubicBezTo>
                        <a:pt x="5906" y="37274"/>
                        <a:pt x="6191" y="37274"/>
                        <a:pt x="6477" y="37465"/>
                      </a:cubicBezTo>
                      <a:close/>
                      <a:moveTo>
                        <a:pt x="4858" y="55086"/>
                      </a:moveTo>
                      <a:cubicBezTo>
                        <a:pt x="4858" y="55086"/>
                        <a:pt x="5048" y="55372"/>
                        <a:pt x="5048" y="55467"/>
                      </a:cubicBezTo>
                      <a:cubicBezTo>
                        <a:pt x="5048" y="55658"/>
                        <a:pt x="4858" y="55943"/>
                        <a:pt x="4667" y="56229"/>
                      </a:cubicBezTo>
                      <a:cubicBezTo>
                        <a:pt x="4382" y="56515"/>
                        <a:pt x="4286" y="56801"/>
                        <a:pt x="4286" y="56896"/>
                      </a:cubicBezTo>
                      <a:cubicBezTo>
                        <a:pt x="4286" y="57086"/>
                        <a:pt x="4477" y="57372"/>
                        <a:pt x="4953" y="57563"/>
                      </a:cubicBezTo>
                      <a:lnTo>
                        <a:pt x="3905" y="57563"/>
                      </a:lnTo>
                      <a:cubicBezTo>
                        <a:pt x="3810" y="56801"/>
                        <a:pt x="4001" y="56324"/>
                        <a:pt x="4572" y="55943"/>
                      </a:cubicBezTo>
                      <a:lnTo>
                        <a:pt x="2667" y="54610"/>
                      </a:lnTo>
                      <a:cubicBezTo>
                        <a:pt x="2667" y="54610"/>
                        <a:pt x="2953" y="54229"/>
                        <a:pt x="3143" y="54229"/>
                      </a:cubicBezTo>
                      <a:cubicBezTo>
                        <a:pt x="3238" y="54229"/>
                        <a:pt x="3524" y="54419"/>
                        <a:pt x="3905" y="54705"/>
                      </a:cubicBezTo>
                      <a:cubicBezTo>
                        <a:pt x="4286" y="54991"/>
                        <a:pt x="4572" y="55086"/>
                        <a:pt x="4953" y="54991"/>
                      </a:cubicBezTo>
                      <a:close/>
                      <a:moveTo>
                        <a:pt x="4191" y="51467"/>
                      </a:moveTo>
                      <a:cubicBezTo>
                        <a:pt x="4191" y="51467"/>
                        <a:pt x="4096" y="51657"/>
                        <a:pt x="3810" y="51848"/>
                      </a:cubicBezTo>
                      <a:cubicBezTo>
                        <a:pt x="3620" y="52038"/>
                        <a:pt x="3524" y="52229"/>
                        <a:pt x="3524" y="52324"/>
                      </a:cubicBezTo>
                      <a:cubicBezTo>
                        <a:pt x="3524" y="52514"/>
                        <a:pt x="3524" y="52610"/>
                        <a:pt x="3810" y="52705"/>
                      </a:cubicBezTo>
                      <a:lnTo>
                        <a:pt x="3238" y="52705"/>
                      </a:lnTo>
                      <a:cubicBezTo>
                        <a:pt x="3048" y="51752"/>
                        <a:pt x="3238" y="51276"/>
                        <a:pt x="3810" y="51276"/>
                      </a:cubicBezTo>
                      <a:cubicBezTo>
                        <a:pt x="3905" y="51276"/>
                        <a:pt x="4001" y="51276"/>
                        <a:pt x="4191" y="51276"/>
                      </a:cubicBezTo>
                      <a:close/>
                      <a:moveTo>
                        <a:pt x="3334" y="44228"/>
                      </a:moveTo>
                      <a:lnTo>
                        <a:pt x="3905" y="44228"/>
                      </a:lnTo>
                      <a:lnTo>
                        <a:pt x="3334" y="45180"/>
                      </a:lnTo>
                      <a:lnTo>
                        <a:pt x="3334" y="44228"/>
                      </a:lnTo>
                      <a:close/>
                      <a:moveTo>
                        <a:pt x="4191" y="49276"/>
                      </a:moveTo>
                      <a:lnTo>
                        <a:pt x="3810" y="48990"/>
                      </a:lnTo>
                      <a:lnTo>
                        <a:pt x="4667" y="48800"/>
                      </a:lnTo>
                      <a:lnTo>
                        <a:pt x="4096" y="49276"/>
                      </a:lnTo>
                      <a:close/>
                      <a:moveTo>
                        <a:pt x="6191" y="50609"/>
                      </a:moveTo>
                      <a:cubicBezTo>
                        <a:pt x="6191" y="50609"/>
                        <a:pt x="5334" y="51086"/>
                        <a:pt x="4953" y="51086"/>
                      </a:cubicBezTo>
                      <a:cubicBezTo>
                        <a:pt x="4572" y="51086"/>
                        <a:pt x="4191" y="50895"/>
                        <a:pt x="3905" y="50609"/>
                      </a:cubicBezTo>
                      <a:lnTo>
                        <a:pt x="6191" y="50609"/>
                      </a:lnTo>
                      <a:close/>
                      <a:moveTo>
                        <a:pt x="4477" y="46037"/>
                      </a:moveTo>
                      <a:cubicBezTo>
                        <a:pt x="4477" y="46037"/>
                        <a:pt x="4191" y="45466"/>
                        <a:pt x="4191" y="45180"/>
                      </a:cubicBezTo>
                      <a:cubicBezTo>
                        <a:pt x="4382" y="45371"/>
                        <a:pt x="4477" y="45656"/>
                        <a:pt x="4477" y="46037"/>
                      </a:cubicBezTo>
                      <a:close/>
                      <a:moveTo>
                        <a:pt x="4477" y="46037"/>
                      </a:moveTo>
                      <a:cubicBezTo>
                        <a:pt x="4477" y="46037"/>
                        <a:pt x="5334" y="46514"/>
                        <a:pt x="6572" y="47085"/>
                      </a:cubicBezTo>
                      <a:cubicBezTo>
                        <a:pt x="7525" y="47466"/>
                        <a:pt x="8001" y="47942"/>
                        <a:pt x="8001" y="48514"/>
                      </a:cubicBezTo>
                      <a:cubicBezTo>
                        <a:pt x="8001" y="48800"/>
                        <a:pt x="8001" y="48990"/>
                        <a:pt x="7811" y="49371"/>
                      </a:cubicBezTo>
                      <a:lnTo>
                        <a:pt x="7811" y="50038"/>
                      </a:lnTo>
                      <a:lnTo>
                        <a:pt x="5810" y="48133"/>
                      </a:lnTo>
                      <a:lnTo>
                        <a:pt x="5048" y="48704"/>
                      </a:lnTo>
                      <a:cubicBezTo>
                        <a:pt x="5048" y="48704"/>
                        <a:pt x="4382" y="47942"/>
                        <a:pt x="4382" y="47371"/>
                      </a:cubicBezTo>
                      <a:cubicBezTo>
                        <a:pt x="4382" y="46228"/>
                        <a:pt x="4572" y="45752"/>
                        <a:pt x="4572" y="46037"/>
                      </a:cubicBezTo>
                      <a:close/>
                      <a:moveTo>
                        <a:pt x="6668" y="40323"/>
                      </a:moveTo>
                      <a:lnTo>
                        <a:pt x="6382" y="39656"/>
                      </a:lnTo>
                      <a:lnTo>
                        <a:pt x="7239" y="39656"/>
                      </a:lnTo>
                      <a:cubicBezTo>
                        <a:pt x="7334" y="40513"/>
                        <a:pt x="7144" y="40989"/>
                        <a:pt x="6572" y="41275"/>
                      </a:cubicBezTo>
                      <a:cubicBezTo>
                        <a:pt x="6382" y="41275"/>
                        <a:pt x="6287" y="41180"/>
                        <a:pt x="6191" y="41180"/>
                      </a:cubicBezTo>
                      <a:cubicBezTo>
                        <a:pt x="6001" y="41180"/>
                        <a:pt x="5715" y="41180"/>
                        <a:pt x="5429" y="41465"/>
                      </a:cubicBezTo>
                      <a:cubicBezTo>
                        <a:pt x="5144" y="41656"/>
                        <a:pt x="4953" y="41846"/>
                        <a:pt x="4858" y="41846"/>
                      </a:cubicBezTo>
                      <a:cubicBezTo>
                        <a:pt x="4667" y="41846"/>
                        <a:pt x="4572" y="41751"/>
                        <a:pt x="4572" y="41656"/>
                      </a:cubicBezTo>
                      <a:lnTo>
                        <a:pt x="4572" y="40037"/>
                      </a:lnTo>
                      <a:cubicBezTo>
                        <a:pt x="4572" y="40037"/>
                        <a:pt x="4953" y="40227"/>
                        <a:pt x="5334" y="40513"/>
                      </a:cubicBezTo>
                      <a:cubicBezTo>
                        <a:pt x="5715" y="40799"/>
                        <a:pt x="5906" y="40989"/>
                        <a:pt x="6096" y="40989"/>
                      </a:cubicBezTo>
                      <a:cubicBezTo>
                        <a:pt x="6382" y="40989"/>
                        <a:pt x="6572" y="40799"/>
                        <a:pt x="6763" y="40323"/>
                      </a:cubicBezTo>
                      <a:close/>
                      <a:moveTo>
                        <a:pt x="5048" y="48800"/>
                      </a:moveTo>
                      <a:lnTo>
                        <a:pt x="5048" y="48800"/>
                      </a:lnTo>
                      <a:close/>
                      <a:moveTo>
                        <a:pt x="6096" y="31178"/>
                      </a:moveTo>
                      <a:lnTo>
                        <a:pt x="6096" y="31655"/>
                      </a:lnTo>
                      <a:lnTo>
                        <a:pt x="4763" y="31369"/>
                      </a:lnTo>
                      <a:cubicBezTo>
                        <a:pt x="4763" y="31369"/>
                        <a:pt x="5239" y="31083"/>
                        <a:pt x="6096" y="31083"/>
                      </a:cubicBezTo>
                      <a:close/>
                      <a:moveTo>
                        <a:pt x="6287" y="56610"/>
                      </a:moveTo>
                      <a:cubicBezTo>
                        <a:pt x="6287" y="57658"/>
                        <a:pt x="6763" y="58610"/>
                        <a:pt x="7715" y="59277"/>
                      </a:cubicBezTo>
                      <a:cubicBezTo>
                        <a:pt x="7239" y="59277"/>
                        <a:pt x="6572" y="58991"/>
                        <a:pt x="5715" y="58325"/>
                      </a:cubicBezTo>
                      <a:lnTo>
                        <a:pt x="6287" y="56515"/>
                      </a:lnTo>
                      <a:close/>
                      <a:moveTo>
                        <a:pt x="6096" y="34322"/>
                      </a:moveTo>
                      <a:cubicBezTo>
                        <a:pt x="6096" y="34322"/>
                        <a:pt x="6001" y="33941"/>
                        <a:pt x="6096" y="33655"/>
                      </a:cubicBezTo>
                      <a:lnTo>
                        <a:pt x="6096" y="34322"/>
                      </a:lnTo>
                      <a:close/>
                      <a:moveTo>
                        <a:pt x="6096" y="33655"/>
                      </a:moveTo>
                      <a:lnTo>
                        <a:pt x="6096" y="32988"/>
                      </a:lnTo>
                      <a:lnTo>
                        <a:pt x="6572" y="32988"/>
                      </a:lnTo>
                      <a:cubicBezTo>
                        <a:pt x="6572" y="32988"/>
                        <a:pt x="6191" y="33274"/>
                        <a:pt x="6096" y="33655"/>
                      </a:cubicBezTo>
                      <a:close/>
                      <a:moveTo>
                        <a:pt x="6287" y="56610"/>
                      </a:moveTo>
                      <a:cubicBezTo>
                        <a:pt x="6287" y="56610"/>
                        <a:pt x="6382" y="55943"/>
                        <a:pt x="6668" y="55658"/>
                      </a:cubicBezTo>
                      <a:lnTo>
                        <a:pt x="6287" y="56610"/>
                      </a:lnTo>
                      <a:close/>
                      <a:moveTo>
                        <a:pt x="7239" y="44418"/>
                      </a:moveTo>
                      <a:cubicBezTo>
                        <a:pt x="7239" y="44418"/>
                        <a:pt x="7049" y="44418"/>
                        <a:pt x="6953" y="44418"/>
                      </a:cubicBezTo>
                      <a:lnTo>
                        <a:pt x="7239" y="44418"/>
                      </a:lnTo>
                      <a:close/>
                      <a:moveTo>
                        <a:pt x="7239" y="44418"/>
                      </a:moveTo>
                      <a:cubicBezTo>
                        <a:pt x="7239" y="44418"/>
                        <a:pt x="7429" y="44228"/>
                        <a:pt x="7715" y="43942"/>
                      </a:cubicBezTo>
                      <a:cubicBezTo>
                        <a:pt x="8001" y="43656"/>
                        <a:pt x="8096" y="43561"/>
                        <a:pt x="8287" y="43561"/>
                      </a:cubicBezTo>
                      <a:cubicBezTo>
                        <a:pt x="8477" y="43561"/>
                        <a:pt x="8668" y="43751"/>
                        <a:pt x="8858" y="44228"/>
                      </a:cubicBezTo>
                      <a:cubicBezTo>
                        <a:pt x="9144" y="44228"/>
                        <a:pt x="8573" y="44228"/>
                        <a:pt x="7334" y="44418"/>
                      </a:cubicBezTo>
                      <a:close/>
                      <a:moveTo>
                        <a:pt x="10763" y="41275"/>
                      </a:moveTo>
                      <a:lnTo>
                        <a:pt x="10763" y="42323"/>
                      </a:lnTo>
                      <a:lnTo>
                        <a:pt x="9239" y="41942"/>
                      </a:lnTo>
                      <a:lnTo>
                        <a:pt x="10763" y="41370"/>
                      </a:lnTo>
                      <a:close/>
                      <a:moveTo>
                        <a:pt x="12573" y="49276"/>
                      </a:moveTo>
                      <a:cubicBezTo>
                        <a:pt x="12573" y="49276"/>
                        <a:pt x="11621" y="49848"/>
                        <a:pt x="11144" y="50133"/>
                      </a:cubicBezTo>
                      <a:cubicBezTo>
                        <a:pt x="10668" y="50419"/>
                        <a:pt x="10382" y="50705"/>
                        <a:pt x="10382" y="50895"/>
                      </a:cubicBezTo>
                      <a:cubicBezTo>
                        <a:pt x="10382" y="51181"/>
                        <a:pt x="10478" y="51276"/>
                        <a:pt x="10763" y="51467"/>
                      </a:cubicBezTo>
                      <a:lnTo>
                        <a:pt x="9430" y="50800"/>
                      </a:lnTo>
                      <a:cubicBezTo>
                        <a:pt x="10096" y="50419"/>
                        <a:pt x="10192" y="49848"/>
                        <a:pt x="9716" y="49181"/>
                      </a:cubicBezTo>
                      <a:cubicBezTo>
                        <a:pt x="10001" y="49276"/>
                        <a:pt x="10478" y="49181"/>
                        <a:pt x="10954" y="48800"/>
                      </a:cubicBezTo>
                      <a:cubicBezTo>
                        <a:pt x="11525" y="48419"/>
                        <a:pt x="11811" y="48323"/>
                        <a:pt x="12002" y="48323"/>
                      </a:cubicBezTo>
                      <a:cubicBezTo>
                        <a:pt x="12287" y="48323"/>
                        <a:pt x="12478" y="48609"/>
                        <a:pt x="12573" y="49181"/>
                      </a:cubicBezTo>
                      <a:close/>
                      <a:moveTo>
                        <a:pt x="9525" y="56419"/>
                      </a:moveTo>
                      <a:lnTo>
                        <a:pt x="10192" y="57086"/>
                      </a:lnTo>
                      <a:lnTo>
                        <a:pt x="9811" y="57372"/>
                      </a:lnTo>
                      <a:lnTo>
                        <a:pt x="9525" y="56419"/>
                      </a:lnTo>
                      <a:close/>
                      <a:moveTo>
                        <a:pt x="9525" y="60515"/>
                      </a:moveTo>
                      <a:lnTo>
                        <a:pt x="9525" y="60039"/>
                      </a:lnTo>
                      <a:lnTo>
                        <a:pt x="10382" y="60039"/>
                      </a:lnTo>
                      <a:lnTo>
                        <a:pt x="9525" y="60515"/>
                      </a:lnTo>
                      <a:close/>
                      <a:moveTo>
                        <a:pt x="10192" y="44513"/>
                      </a:moveTo>
                      <a:lnTo>
                        <a:pt x="10478" y="43656"/>
                      </a:lnTo>
                      <a:lnTo>
                        <a:pt x="11335" y="44513"/>
                      </a:lnTo>
                      <a:lnTo>
                        <a:pt x="10192" y="44513"/>
                      </a:lnTo>
                      <a:close/>
                      <a:moveTo>
                        <a:pt x="12383" y="37560"/>
                      </a:moveTo>
                      <a:cubicBezTo>
                        <a:pt x="12383" y="37560"/>
                        <a:pt x="12383" y="38227"/>
                        <a:pt x="11906" y="38513"/>
                      </a:cubicBezTo>
                      <a:cubicBezTo>
                        <a:pt x="11525" y="38894"/>
                        <a:pt x="11240" y="38989"/>
                        <a:pt x="10954" y="38989"/>
                      </a:cubicBezTo>
                      <a:cubicBezTo>
                        <a:pt x="10763" y="38989"/>
                        <a:pt x="10763" y="38894"/>
                        <a:pt x="10763" y="38608"/>
                      </a:cubicBezTo>
                      <a:cubicBezTo>
                        <a:pt x="10763" y="38608"/>
                        <a:pt x="10954" y="38608"/>
                        <a:pt x="10954" y="38608"/>
                      </a:cubicBezTo>
                      <a:cubicBezTo>
                        <a:pt x="11621" y="38608"/>
                        <a:pt x="11906" y="38322"/>
                        <a:pt x="11906" y="37846"/>
                      </a:cubicBezTo>
                      <a:cubicBezTo>
                        <a:pt x="11906" y="37656"/>
                        <a:pt x="11906" y="37465"/>
                        <a:pt x="11621" y="37369"/>
                      </a:cubicBezTo>
                      <a:lnTo>
                        <a:pt x="12287" y="37369"/>
                      </a:lnTo>
                      <a:close/>
                      <a:moveTo>
                        <a:pt x="11335" y="59373"/>
                      </a:moveTo>
                      <a:cubicBezTo>
                        <a:pt x="11335" y="59373"/>
                        <a:pt x="11144" y="59087"/>
                        <a:pt x="11144" y="58896"/>
                      </a:cubicBezTo>
                      <a:cubicBezTo>
                        <a:pt x="11144" y="58420"/>
                        <a:pt x="11430" y="58134"/>
                        <a:pt x="12097" y="58134"/>
                      </a:cubicBezTo>
                      <a:cubicBezTo>
                        <a:pt x="12478" y="58134"/>
                        <a:pt x="12763" y="58325"/>
                        <a:pt x="12859" y="58706"/>
                      </a:cubicBezTo>
                      <a:cubicBezTo>
                        <a:pt x="12573" y="59182"/>
                        <a:pt x="12097" y="59373"/>
                        <a:pt x="11335" y="59373"/>
                      </a:cubicBezTo>
                      <a:close/>
                      <a:moveTo>
                        <a:pt x="12383" y="50609"/>
                      </a:moveTo>
                      <a:cubicBezTo>
                        <a:pt x="12383" y="50609"/>
                        <a:pt x="12192" y="51181"/>
                        <a:pt x="12002" y="51562"/>
                      </a:cubicBezTo>
                      <a:lnTo>
                        <a:pt x="12002" y="50609"/>
                      </a:lnTo>
                      <a:lnTo>
                        <a:pt x="12383" y="50609"/>
                      </a:lnTo>
                      <a:close/>
                      <a:moveTo>
                        <a:pt x="72866" y="13462"/>
                      </a:moveTo>
                      <a:lnTo>
                        <a:pt x="73819" y="14129"/>
                      </a:lnTo>
                      <a:lnTo>
                        <a:pt x="73152" y="15081"/>
                      </a:lnTo>
                      <a:cubicBezTo>
                        <a:pt x="73152" y="15081"/>
                        <a:pt x="72581" y="14414"/>
                        <a:pt x="72200" y="14414"/>
                      </a:cubicBezTo>
                      <a:cubicBezTo>
                        <a:pt x="71914" y="14414"/>
                        <a:pt x="71723" y="14605"/>
                        <a:pt x="71533" y="15081"/>
                      </a:cubicBezTo>
                      <a:cubicBezTo>
                        <a:pt x="72009" y="15462"/>
                        <a:pt x="71914" y="16224"/>
                        <a:pt x="71247" y="17367"/>
                      </a:cubicBezTo>
                      <a:lnTo>
                        <a:pt x="72771" y="18415"/>
                      </a:lnTo>
                      <a:cubicBezTo>
                        <a:pt x="71914" y="18701"/>
                        <a:pt x="71438" y="19463"/>
                        <a:pt x="71438" y="20510"/>
                      </a:cubicBezTo>
                      <a:lnTo>
                        <a:pt x="71438" y="21273"/>
                      </a:lnTo>
                      <a:cubicBezTo>
                        <a:pt x="71438" y="21273"/>
                        <a:pt x="71438" y="21844"/>
                        <a:pt x="71438" y="22034"/>
                      </a:cubicBezTo>
                      <a:cubicBezTo>
                        <a:pt x="71438" y="23177"/>
                        <a:pt x="70961" y="24035"/>
                        <a:pt x="70104" y="24416"/>
                      </a:cubicBezTo>
                      <a:cubicBezTo>
                        <a:pt x="70390" y="25654"/>
                        <a:pt x="70580" y="26892"/>
                        <a:pt x="70580" y="27844"/>
                      </a:cubicBezTo>
                      <a:cubicBezTo>
                        <a:pt x="70580" y="29750"/>
                        <a:pt x="70009" y="31274"/>
                        <a:pt x="68771" y="32417"/>
                      </a:cubicBezTo>
                      <a:cubicBezTo>
                        <a:pt x="68771" y="32798"/>
                        <a:pt x="68961" y="33274"/>
                        <a:pt x="68961" y="33750"/>
                      </a:cubicBezTo>
                      <a:cubicBezTo>
                        <a:pt x="68961" y="34131"/>
                        <a:pt x="68961" y="34703"/>
                        <a:pt x="68771" y="35465"/>
                      </a:cubicBezTo>
                      <a:cubicBezTo>
                        <a:pt x="68675" y="36227"/>
                        <a:pt x="68580" y="36893"/>
                        <a:pt x="68580" y="37274"/>
                      </a:cubicBezTo>
                      <a:cubicBezTo>
                        <a:pt x="68580" y="37656"/>
                        <a:pt x="68580" y="38132"/>
                        <a:pt x="68771" y="38513"/>
                      </a:cubicBezTo>
                      <a:cubicBezTo>
                        <a:pt x="68199" y="38703"/>
                        <a:pt x="67913" y="39084"/>
                        <a:pt x="67913" y="39560"/>
                      </a:cubicBezTo>
                      <a:cubicBezTo>
                        <a:pt x="67913" y="39846"/>
                        <a:pt x="67913" y="40132"/>
                        <a:pt x="68104" y="40513"/>
                      </a:cubicBezTo>
                      <a:cubicBezTo>
                        <a:pt x="68199" y="40894"/>
                        <a:pt x="68294" y="41275"/>
                        <a:pt x="68294" y="41465"/>
                      </a:cubicBezTo>
                      <a:cubicBezTo>
                        <a:pt x="68294" y="42037"/>
                        <a:pt x="67913" y="42418"/>
                        <a:pt x="67246" y="42704"/>
                      </a:cubicBezTo>
                      <a:cubicBezTo>
                        <a:pt x="67628" y="43180"/>
                        <a:pt x="67818" y="43751"/>
                        <a:pt x="67818" y="44323"/>
                      </a:cubicBezTo>
                      <a:cubicBezTo>
                        <a:pt x="67818" y="44418"/>
                        <a:pt x="67628" y="45371"/>
                        <a:pt x="67246" y="47181"/>
                      </a:cubicBezTo>
                      <a:cubicBezTo>
                        <a:pt x="66675" y="47561"/>
                        <a:pt x="66389" y="48228"/>
                        <a:pt x="66389" y="49181"/>
                      </a:cubicBezTo>
                      <a:cubicBezTo>
                        <a:pt x="66389" y="49562"/>
                        <a:pt x="66389" y="50038"/>
                        <a:pt x="66580" y="50800"/>
                      </a:cubicBezTo>
                      <a:cubicBezTo>
                        <a:pt x="66675" y="51562"/>
                        <a:pt x="66770" y="52133"/>
                        <a:pt x="66770" y="52610"/>
                      </a:cubicBezTo>
                      <a:cubicBezTo>
                        <a:pt x="66770" y="53753"/>
                        <a:pt x="66389" y="54610"/>
                        <a:pt x="65532" y="55181"/>
                      </a:cubicBezTo>
                      <a:cubicBezTo>
                        <a:pt x="65246" y="55848"/>
                        <a:pt x="65151" y="56706"/>
                        <a:pt x="65151" y="57563"/>
                      </a:cubicBezTo>
                      <a:cubicBezTo>
                        <a:pt x="65151" y="57944"/>
                        <a:pt x="65151" y="58420"/>
                        <a:pt x="65151" y="59087"/>
                      </a:cubicBezTo>
                      <a:lnTo>
                        <a:pt x="65151" y="60515"/>
                      </a:lnTo>
                      <a:cubicBezTo>
                        <a:pt x="65151" y="62135"/>
                        <a:pt x="64579" y="63373"/>
                        <a:pt x="63532" y="64135"/>
                      </a:cubicBezTo>
                      <a:cubicBezTo>
                        <a:pt x="63532" y="64706"/>
                        <a:pt x="63532" y="65564"/>
                        <a:pt x="63913" y="66611"/>
                      </a:cubicBezTo>
                      <a:cubicBezTo>
                        <a:pt x="63818" y="66802"/>
                        <a:pt x="63437" y="66992"/>
                        <a:pt x="62960" y="67183"/>
                      </a:cubicBezTo>
                      <a:cubicBezTo>
                        <a:pt x="62484" y="67373"/>
                        <a:pt x="62198" y="67659"/>
                        <a:pt x="62198" y="68040"/>
                      </a:cubicBezTo>
                      <a:cubicBezTo>
                        <a:pt x="62198" y="68135"/>
                        <a:pt x="62198" y="68326"/>
                        <a:pt x="62389" y="68516"/>
                      </a:cubicBezTo>
                      <a:cubicBezTo>
                        <a:pt x="61532" y="68802"/>
                        <a:pt x="60579" y="68993"/>
                        <a:pt x="59341" y="68993"/>
                      </a:cubicBezTo>
                      <a:cubicBezTo>
                        <a:pt x="58674" y="68993"/>
                        <a:pt x="57245" y="68898"/>
                        <a:pt x="55245" y="68612"/>
                      </a:cubicBezTo>
                      <a:cubicBezTo>
                        <a:pt x="53531" y="68421"/>
                        <a:pt x="52292" y="68421"/>
                        <a:pt x="51435" y="68612"/>
                      </a:cubicBezTo>
                      <a:cubicBezTo>
                        <a:pt x="49054" y="63754"/>
                        <a:pt x="48006" y="59658"/>
                        <a:pt x="48292" y="56229"/>
                      </a:cubicBezTo>
                      <a:cubicBezTo>
                        <a:pt x="47625" y="55467"/>
                        <a:pt x="47339" y="54610"/>
                        <a:pt x="47339" y="53467"/>
                      </a:cubicBezTo>
                      <a:lnTo>
                        <a:pt x="47339" y="51752"/>
                      </a:lnTo>
                      <a:cubicBezTo>
                        <a:pt x="47339" y="50514"/>
                        <a:pt x="46863" y="49562"/>
                        <a:pt x="45815" y="48895"/>
                      </a:cubicBezTo>
                      <a:cubicBezTo>
                        <a:pt x="46006" y="48514"/>
                        <a:pt x="46101" y="48038"/>
                        <a:pt x="46101" y="47561"/>
                      </a:cubicBezTo>
                      <a:cubicBezTo>
                        <a:pt x="46101" y="46799"/>
                        <a:pt x="45720" y="45847"/>
                        <a:pt x="45053" y="44704"/>
                      </a:cubicBezTo>
                      <a:cubicBezTo>
                        <a:pt x="44387" y="43561"/>
                        <a:pt x="44006" y="42608"/>
                        <a:pt x="44006" y="41942"/>
                      </a:cubicBezTo>
                      <a:cubicBezTo>
                        <a:pt x="44006" y="41370"/>
                        <a:pt x="44196" y="40799"/>
                        <a:pt x="44577" y="40132"/>
                      </a:cubicBezTo>
                      <a:cubicBezTo>
                        <a:pt x="43815" y="39656"/>
                        <a:pt x="43434" y="38989"/>
                        <a:pt x="43434" y="38227"/>
                      </a:cubicBezTo>
                      <a:cubicBezTo>
                        <a:pt x="43339" y="37179"/>
                        <a:pt x="43053" y="36512"/>
                        <a:pt x="42672" y="36036"/>
                      </a:cubicBezTo>
                      <a:cubicBezTo>
                        <a:pt x="42005" y="36417"/>
                        <a:pt x="41624" y="37274"/>
                        <a:pt x="41529" y="38608"/>
                      </a:cubicBezTo>
                      <a:cubicBezTo>
                        <a:pt x="41434" y="39941"/>
                        <a:pt x="40958" y="40799"/>
                        <a:pt x="40196" y="41084"/>
                      </a:cubicBezTo>
                      <a:cubicBezTo>
                        <a:pt x="40196" y="41180"/>
                        <a:pt x="40291" y="42323"/>
                        <a:pt x="40386" y="44609"/>
                      </a:cubicBezTo>
                      <a:cubicBezTo>
                        <a:pt x="39529" y="45180"/>
                        <a:pt x="39053" y="46133"/>
                        <a:pt x="39053" y="47466"/>
                      </a:cubicBezTo>
                      <a:cubicBezTo>
                        <a:pt x="39053" y="47752"/>
                        <a:pt x="39053" y="48133"/>
                        <a:pt x="39053" y="48609"/>
                      </a:cubicBezTo>
                      <a:lnTo>
                        <a:pt x="39053" y="49752"/>
                      </a:lnTo>
                      <a:cubicBezTo>
                        <a:pt x="39053" y="51276"/>
                        <a:pt x="38386" y="52419"/>
                        <a:pt x="37148" y="52991"/>
                      </a:cubicBezTo>
                      <a:cubicBezTo>
                        <a:pt x="37433" y="53372"/>
                        <a:pt x="37624" y="53753"/>
                        <a:pt x="37624" y="54134"/>
                      </a:cubicBezTo>
                      <a:cubicBezTo>
                        <a:pt x="37624" y="54419"/>
                        <a:pt x="37433" y="54896"/>
                        <a:pt x="37148" y="55467"/>
                      </a:cubicBezTo>
                      <a:cubicBezTo>
                        <a:pt x="36862" y="56039"/>
                        <a:pt x="36671" y="56419"/>
                        <a:pt x="36671" y="56610"/>
                      </a:cubicBezTo>
                      <a:cubicBezTo>
                        <a:pt x="36671" y="56991"/>
                        <a:pt x="36862" y="57182"/>
                        <a:pt x="37433" y="57372"/>
                      </a:cubicBezTo>
                      <a:cubicBezTo>
                        <a:pt x="36862" y="57944"/>
                        <a:pt x="36576" y="58706"/>
                        <a:pt x="36386" y="59563"/>
                      </a:cubicBezTo>
                      <a:cubicBezTo>
                        <a:pt x="36195" y="60420"/>
                        <a:pt x="36100" y="61373"/>
                        <a:pt x="35909" y="62135"/>
                      </a:cubicBezTo>
                      <a:lnTo>
                        <a:pt x="35052" y="60992"/>
                      </a:lnTo>
                      <a:lnTo>
                        <a:pt x="34100" y="61849"/>
                      </a:lnTo>
                      <a:lnTo>
                        <a:pt x="35052" y="62801"/>
                      </a:lnTo>
                      <a:lnTo>
                        <a:pt x="34100" y="63468"/>
                      </a:lnTo>
                      <a:cubicBezTo>
                        <a:pt x="34100" y="63468"/>
                        <a:pt x="34481" y="63754"/>
                        <a:pt x="35052" y="63754"/>
                      </a:cubicBezTo>
                      <a:cubicBezTo>
                        <a:pt x="35147" y="65564"/>
                        <a:pt x="34671" y="67183"/>
                        <a:pt x="33528" y="68516"/>
                      </a:cubicBezTo>
                      <a:cubicBezTo>
                        <a:pt x="32195" y="68326"/>
                        <a:pt x="31337" y="68516"/>
                        <a:pt x="31147" y="69374"/>
                      </a:cubicBezTo>
                      <a:cubicBezTo>
                        <a:pt x="31052" y="69088"/>
                        <a:pt x="30766" y="68993"/>
                        <a:pt x="30480" y="68993"/>
                      </a:cubicBezTo>
                      <a:cubicBezTo>
                        <a:pt x="30385" y="68993"/>
                        <a:pt x="30194" y="68993"/>
                        <a:pt x="29813" y="69088"/>
                      </a:cubicBezTo>
                      <a:cubicBezTo>
                        <a:pt x="29432" y="69183"/>
                        <a:pt x="29242" y="69183"/>
                        <a:pt x="29051" y="69183"/>
                      </a:cubicBezTo>
                      <a:cubicBezTo>
                        <a:pt x="28575" y="69183"/>
                        <a:pt x="28289" y="68993"/>
                        <a:pt x="28099" y="68516"/>
                      </a:cubicBezTo>
                      <a:cubicBezTo>
                        <a:pt x="28099" y="68612"/>
                        <a:pt x="28099" y="68802"/>
                        <a:pt x="27813" y="68993"/>
                      </a:cubicBezTo>
                      <a:cubicBezTo>
                        <a:pt x="27623" y="69278"/>
                        <a:pt x="27527" y="69469"/>
                        <a:pt x="27623" y="69564"/>
                      </a:cubicBezTo>
                      <a:cubicBezTo>
                        <a:pt x="27051" y="68802"/>
                        <a:pt x="26384" y="68421"/>
                        <a:pt x="25527" y="68421"/>
                      </a:cubicBezTo>
                      <a:cubicBezTo>
                        <a:pt x="25337" y="68421"/>
                        <a:pt x="25146" y="68421"/>
                        <a:pt x="25051" y="68421"/>
                      </a:cubicBezTo>
                      <a:lnTo>
                        <a:pt x="24575" y="69564"/>
                      </a:lnTo>
                      <a:cubicBezTo>
                        <a:pt x="24098" y="69088"/>
                        <a:pt x="23432" y="68898"/>
                        <a:pt x="22670" y="68898"/>
                      </a:cubicBezTo>
                      <a:cubicBezTo>
                        <a:pt x="21908" y="68898"/>
                        <a:pt x="21241" y="68707"/>
                        <a:pt x="20860" y="68516"/>
                      </a:cubicBezTo>
                      <a:lnTo>
                        <a:pt x="20860" y="68326"/>
                      </a:lnTo>
                      <a:cubicBezTo>
                        <a:pt x="20860" y="68326"/>
                        <a:pt x="21241" y="68516"/>
                        <a:pt x="21431" y="68516"/>
                      </a:cubicBezTo>
                      <a:cubicBezTo>
                        <a:pt x="22098" y="68516"/>
                        <a:pt x="22479" y="68135"/>
                        <a:pt x="22479" y="67373"/>
                      </a:cubicBezTo>
                      <a:cubicBezTo>
                        <a:pt x="22479" y="67278"/>
                        <a:pt x="22479" y="67088"/>
                        <a:pt x="22384" y="66897"/>
                      </a:cubicBezTo>
                      <a:cubicBezTo>
                        <a:pt x="21336" y="65944"/>
                        <a:pt x="20193" y="64040"/>
                        <a:pt x="18860" y="60992"/>
                      </a:cubicBezTo>
                      <a:cubicBezTo>
                        <a:pt x="18669" y="61182"/>
                        <a:pt x="18479" y="61182"/>
                        <a:pt x="18288" y="61182"/>
                      </a:cubicBezTo>
                      <a:cubicBezTo>
                        <a:pt x="18098" y="61182"/>
                        <a:pt x="17812" y="61087"/>
                        <a:pt x="17431" y="60801"/>
                      </a:cubicBezTo>
                      <a:cubicBezTo>
                        <a:pt x="17050" y="60515"/>
                        <a:pt x="16859" y="60420"/>
                        <a:pt x="16764" y="60325"/>
                      </a:cubicBezTo>
                      <a:cubicBezTo>
                        <a:pt x="17526" y="59944"/>
                        <a:pt x="18002" y="59849"/>
                        <a:pt x="18098" y="59849"/>
                      </a:cubicBezTo>
                      <a:cubicBezTo>
                        <a:pt x="18574" y="59849"/>
                        <a:pt x="18955" y="60325"/>
                        <a:pt x="19241" y="61182"/>
                      </a:cubicBezTo>
                      <a:cubicBezTo>
                        <a:pt x="19717" y="60706"/>
                        <a:pt x="20003" y="60230"/>
                        <a:pt x="20003" y="59753"/>
                      </a:cubicBezTo>
                      <a:cubicBezTo>
                        <a:pt x="20003" y="59373"/>
                        <a:pt x="19812" y="59087"/>
                        <a:pt x="19526" y="58801"/>
                      </a:cubicBezTo>
                      <a:cubicBezTo>
                        <a:pt x="19621" y="57658"/>
                        <a:pt x="20098" y="56419"/>
                        <a:pt x="20860" y="55086"/>
                      </a:cubicBezTo>
                      <a:cubicBezTo>
                        <a:pt x="20765" y="55086"/>
                        <a:pt x="20574" y="55086"/>
                        <a:pt x="20479" y="55086"/>
                      </a:cubicBezTo>
                      <a:cubicBezTo>
                        <a:pt x="20288" y="55086"/>
                        <a:pt x="20098" y="55086"/>
                        <a:pt x="19812" y="55181"/>
                      </a:cubicBezTo>
                      <a:cubicBezTo>
                        <a:pt x="19526" y="55181"/>
                        <a:pt x="19336" y="55277"/>
                        <a:pt x="19145" y="55277"/>
                      </a:cubicBezTo>
                      <a:cubicBezTo>
                        <a:pt x="18764" y="55277"/>
                        <a:pt x="18574" y="55086"/>
                        <a:pt x="18383" y="54705"/>
                      </a:cubicBezTo>
                      <a:cubicBezTo>
                        <a:pt x="18383" y="53848"/>
                        <a:pt x="18955" y="53181"/>
                        <a:pt x="20098" y="52610"/>
                      </a:cubicBezTo>
                      <a:cubicBezTo>
                        <a:pt x="21241" y="52038"/>
                        <a:pt x="21908" y="51467"/>
                        <a:pt x="21908" y="50895"/>
                      </a:cubicBezTo>
                      <a:cubicBezTo>
                        <a:pt x="21908" y="50609"/>
                        <a:pt x="21908" y="50324"/>
                        <a:pt x="21527" y="49943"/>
                      </a:cubicBezTo>
                      <a:cubicBezTo>
                        <a:pt x="21336" y="50514"/>
                        <a:pt x="20955" y="50705"/>
                        <a:pt x="20479" y="50514"/>
                      </a:cubicBezTo>
                      <a:cubicBezTo>
                        <a:pt x="19907" y="50228"/>
                        <a:pt x="19621" y="50228"/>
                        <a:pt x="19431" y="50514"/>
                      </a:cubicBezTo>
                      <a:cubicBezTo>
                        <a:pt x="19241" y="50800"/>
                        <a:pt x="19145" y="50895"/>
                        <a:pt x="19145" y="51086"/>
                      </a:cubicBezTo>
                      <a:cubicBezTo>
                        <a:pt x="19145" y="51086"/>
                        <a:pt x="19241" y="51276"/>
                        <a:pt x="19621" y="51371"/>
                      </a:cubicBezTo>
                      <a:cubicBezTo>
                        <a:pt x="19907" y="51562"/>
                        <a:pt x="20098" y="51657"/>
                        <a:pt x="20098" y="51752"/>
                      </a:cubicBezTo>
                      <a:cubicBezTo>
                        <a:pt x="20098" y="51848"/>
                        <a:pt x="20003" y="52038"/>
                        <a:pt x="19717" y="52229"/>
                      </a:cubicBezTo>
                      <a:cubicBezTo>
                        <a:pt x="18860" y="52324"/>
                        <a:pt x="18383" y="52133"/>
                        <a:pt x="18383" y="51562"/>
                      </a:cubicBezTo>
                      <a:cubicBezTo>
                        <a:pt x="18383" y="51467"/>
                        <a:pt x="18383" y="51276"/>
                        <a:pt x="18383" y="50990"/>
                      </a:cubicBezTo>
                      <a:lnTo>
                        <a:pt x="18383" y="50419"/>
                      </a:lnTo>
                      <a:cubicBezTo>
                        <a:pt x="18383" y="50419"/>
                        <a:pt x="18288" y="49657"/>
                        <a:pt x="18002" y="49371"/>
                      </a:cubicBezTo>
                      <a:lnTo>
                        <a:pt x="18860" y="49371"/>
                      </a:lnTo>
                      <a:cubicBezTo>
                        <a:pt x="18860" y="49371"/>
                        <a:pt x="18955" y="48800"/>
                        <a:pt x="18669" y="48323"/>
                      </a:cubicBezTo>
                      <a:cubicBezTo>
                        <a:pt x="18383" y="47847"/>
                        <a:pt x="18002" y="47561"/>
                        <a:pt x="17621" y="47466"/>
                      </a:cubicBezTo>
                      <a:lnTo>
                        <a:pt x="16383" y="49085"/>
                      </a:lnTo>
                      <a:lnTo>
                        <a:pt x="16383" y="45942"/>
                      </a:lnTo>
                      <a:lnTo>
                        <a:pt x="17907" y="45942"/>
                      </a:lnTo>
                      <a:cubicBezTo>
                        <a:pt x="17907" y="45942"/>
                        <a:pt x="17717" y="45466"/>
                        <a:pt x="17717" y="45180"/>
                      </a:cubicBezTo>
                      <a:cubicBezTo>
                        <a:pt x="17717" y="44799"/>
                        <a:pt x="17812" y="44323"/>
                        <a:pt x="18098" y="43656"/>
                      </a:cubicBezTo>
                      <a:cubicBezTo>
                        <a:pt x="18288" y="42989"/>
                        <a:pt x="18479" y="42513"/>
                        <a:pt x="18479" y="42227"/>
                      </a:cubicBezTo>
                      <a:cubicBezTo>
                        <a:pt x="18479" y="41942"/>
                        <a:pt x="18479" y="41656"/>
                        <a:pt x="18288" y="41370"/>
                      </a:cubicBezTo>
                      <a:cubicBezTo>
                        <a:pt x="18098" y="41084"/>
                        <a:pt x="17717" y="40894"/>
                        <a:pt x="17050" y="40799"/>
                      </a:cubicBezTo>
                      <a:cubicBezTo>
                        <a:pt x="16383" y="40703"/>
                        <a:pt x="16002" y="40608"/>
                        <a:pt x="16002" y="40513"/>
                      </a:cubicBezTo>
                      <a:cubicBezTo>
                        <a:pt x="16002" y="40227"/>
                        <a:pt x="16193" y="39941"/>
                        <a:pt x="16764" y="39465"/>
                      </a:cubicBezTo>
                      <a:lnTo>
                        <a:pt x="18002" y="40418"/>
                      </a:lnTo>
                      <a:cubicBezTo>
                        <a:pt x="18860" y="40037"/>
                        <a:pt x="19145" y="39179"/>
                        <a:pt x="18860" y="37941"/>
                      </a:cubicBezTo>
                      <a:cubicBezTo>
                        <a:pt x="18860" y="37656"/>
                        <a:pt x="18669" y="37560"/>
                        <a:pt x="18288" y="37560"/>
                      </a:cubicBezTo>
                      <a:cubicBezTo>
                        <a:pt x="17907" y="37560"/>
                        <a:pt x="17812" y="37656"/>
                        <a:pt x="17812" y="37941"/>
                      </a:cubicBezTo>
                      <a:cubicBezTo>
                        <a:pt x="17812" y="38227"/>
                        <a:pt x="17526" y="38513"/>
                        <a:pt x="17145" y="38989"/>
                      </a:cubicBezTo>
                      <a:cubicBezTo>
                        <a:pt x="17145" y="38894"/>
                        <a:pt x="16669" y="38322"/>
                        <a:pt x="15907" y="37369"/>
                      </a:cubicBezTo>
                      <a:cubicBezTo>
                        <a:pt x="16193" y="36703"/>
                        <a:pt x="16288" y="35941"/>
                        <a:pt x="16288" y="35084"/>
                      </a:cubicBezTo>
                      <a:cubicBezTo>
                        <a:pt x="16288" y="34036"/>
                        <a:pt x="15907" y="32417"/>
                        <a:pt x="15240" y="30131"/>
                      </a:cubicBezTo>
                      <a:cubicBezTo>
                        <a:pt x="14573" y="27940"/>
                        <a:pt x="14192" y="26225"/>
                        <a:pt x="14192" y="25178"/>
                      </a:cubicBezTo>
                      <a:cubicBezTo>
                        <a:pt x="14192" y="24130"/>
                        <a:pt x="14383" y="23273"/>
                        <a:pt x="14859" y="22415"/>
                      </a:cubicBezTo>
                      <a:cubicBezTo>
                        <a:pt x="13907" y="20891"/>
                        <a:pt x="13335" y="18606"/>
                        <a:pt x="12954" y="15653"/>
                      </a:cubicBezTo>
                      <a:cubicBezTo>
                        <a:pt x="12478" y="11081"/>
                        <a:pt x="12192" y="8794"/>
                        <a:pt x="12192" y="8509"/>
                      </a:cubicBezTo>
                      <a:cubicBezTo>
                        <a:pt x="12192" y="6699"/>
                        <a:pt x="12192" y="5747"/>
                        <a:pt x="12192" y="5461"/>
                      </a:cubicBezTo>
                      <a:cubicBezTo>
                        <a:pt x="12383" y="4223"/>
                        <a:pt x="12859" y="3365"/>
                        <a:pt x="13621" y="2794"/>
                      </a:cubicBezTo>
                      <a:cubicBezTo>
                        <a:pt x="14288" y="2794"/>
                        <a:pt x="15431" y="2794"/>
                        <a:pt x="16954" y="2413"/>
                      </a:cubicBezTo>
                      <a:cubicBezTo>
                        <a:pt x="18574" y="2127"/>
                        <a:pt x="19717" y="2032"/>
                        <a:pt x="20384" y="2032"/>
                      </a:cubicBezTo>
                      <a:cubicBezTo>
                        <a:pt x="22193" y="2032"/>
                        <a:pt x="23622" y="2699"/>
                        <a:pt x="24575" y="4127"/>
                      </a:cubicBezTo>
                      <a:cubicBezTo>
                        <a:pt x="24575" y="4318"/>
                        <a:pt x="24575" y="4508"/>
                        <a:pt x="24575" y="4794"/>
                      </a:cubicBezTo>
                      <a:cubicBezTo>
                        <a:pt x="24575" y="4985"/>
                        <a:pt x="24575" y="5461"/>
                        <a:pt x="24575" y="6032"/>
                      </a:cubicBezTo>
                      <a:cubicBezTo>
                        <a:pt x="24575" y="6604"/>
                        <a:pt x="24575" y="7080"/>
                        <a:pt x="24575" y="7461"/>
                      </a:cubicBezTo>
                      <a:cubicBezTo>
                        <a:pt x="24575" y="8794"/>
                        <a:pt x="25146" y="9557"/>
                        <a:pt x="26194" y="9652"/>
                      </a:cubicBezTo>
                      <a:cubicBezTo>
                        <a:pt x="25718" y="10033"/>
                        <a:pt x="25527" y="10604"/>
                        <a:pt x="25527" y="11366"/>
                      </a:cubicBezTo>
                      <a:cubicBezTo>
                        <a:pt x="25527" y="11557"/>
                        <a:pt x="25527" y="11938"/>
                        <a:pt x="25527" y="12509"/>
                      </a:cubicBezTo>
                      <a:cubicBezTo>
                        <a:pt x="25527" y="13081"/>
                        <a:pt x="25527" y="13462"/>
                        <a:pt x="25527" y="13557"/>
                      </a:cubicBezTo>
                      <a:cubicBezTo>
                        <a:pt x="25527" y="14319"/>
                        <a:pt x="25241" y="14605"/>
                        <a:pt x="24670" y="14605"/>
                      </a:cubicBezTo>
                      <a:cubicBezTo>
                        <a:pt x="24384" y="14605"/>
                        <a:pt x="24098" y="14605"/>
                        <a:pt x="23813" y="14414"/>
                      </a:cubicBezTo>
                      <a:cubicBezTo>
                        <a:pt x="23908" y="14605"/>
                        <a:pt x="24098" y="14795"/>
                        <a:pt x="24479" y="14795"/>
                      </a:cubicBezTo>
                      <a:lnTo>
                        <a:pt x="25337" y="14795"/>
                      </a:lnTo>
                      <a:lnTo>
                        <a:pt x="25337" y="15748"/>
                      </a:lnTo>
                      <a:lnTo>
                        <a:pt x="24670" y="15748"/>
                      </a:lnTo>
                      <a:cubicBezTo>
                        <a:pt x="24670" y="15748"/>
                        <a:pt x="25146" y="16796"/>
                        <a:pt x="25908" y="17748"/>
                      </a:cubicBezTo>
                      <a:cubicBezTo>
                        <a:pt x="26670" y="18701"/>
                        <a:pt x="27051" y="19653"/>
                        <a:pt x="27146" y="20510"/>
                      </a:cubicBezTo>
                      <a:cubicBezTo>
                        <a:pt x="26765" y="24035"/>
                        <a:pt x="27432" y="26416"/>
                        <a:pt x="29146" y="27844"/>
                      </a:cubicBezTo>
                      <a:cubicBezTo>
                        <a:pt x="29242" y="27844"/>
                        <a:pt x="29337" y="27844"/>
                        <a:pt x="29432" y="27844"/>
                      </a:cubicBezTo>
                      <a:cubicBezTo>
                        <a:pt x="29718" y="27844"/>
                        <a:pt x="29909" y="27749"/>
                        <a:pt x="30099" y="27368"/>
                      </a:cubicBezTo>
                      <a:cubicBezTo>
                        <a:pt x="30290" y="27083"/>
                        <a:pt x="30480" y="26892"/>
                        <a:pt x="30671" y="26797"/>
                      </a:cubicBezTo>
                      <a:lnTo>
                        <a:pt x="30671" y="25178"/>
                      </a:lnTo>
                      <a:cubicBezTo>
                        <a:pt x="31433" y="24416"/>
                        <a:pt x="31813" y="23177"/>
                        <a:pt x="31528" y="21273"/>
                      </a:cubicBezTo>
                      <a:cubicBezTo>
                        <a:pt x="32290" y="20796"/>
                        <a:pt x="32861" y="19463"/>
                        <a:pt x="32957" y="17272"/>
                      </a:cubicBezTo>
                      <a:cubicBezTo>
                        <a:pt x="33052" y="15176"/>
                        <a:pt x="33528" y="13652"/>
                        <a:pt x="34290" y="12986"/>
                      </a:cubicBezTo>
                      <a:cubicBezTo>
                        <a:pt x="34100" y="12319"/>
                        <a:pt x="33719" y="11271"/>
                        <a:pt x="33147" y="10033"/>
                      </a:cubicBezTo>
                      <a:lnTo>
                        <a:pt x="35624" y="9842"/>
                      </a:lnTo>
                      <a:cubicBezTo>
                        <a:pt x="34957" y="7366"/>
                        <a:pt x="35147" y="5461"/>
                        <a:pt x="36290" y="4127"/>
                      </a:cubicBezTo>
                      <a:cubicBezTo>
                        <a:pt x="36767" y="3270"/>
                        <a:pt x="37433" y="2794"/>
                        <a:pt x="38291" y="2794"/>
                      </a:cubicBezTo>
                      <a:cubicBezTo>
                        <a:pt x="38671" y="2794"/>
                        <a:pt x="39243" y="2889"/>
                        <a:pt x="39910" y="3080"/>
                      </a:cubicBezTo>
                      <a:cubicBezTo>
                        <a:pt x="40672" y="3365"/>
                        <a:pt x="41148" y="3461"/>
                        <a:pt x="41529" y="3461"/>
                      </a:cubicBezTo>
                      <a:cubicBezTo>
                        <a:pt x="42386" y="3461"/>
                        <a:pt x="43053" y="2984"/>
                        <a:pt x="43529" y="2127"/>
                      </a:cubicBezTo>
                      <a:cubicBezTo>
                        <a:pt x="44006" y="1841"/>
                        <a:pt x="44482" y="1746"/>
                        <a:pt x="44863" y="1746"/>
                      </a:cubicBezTo>
                      <a:cubicBezTo>
                        <a:pt x="45529" y="1746"/>
                        <a:pt x="46196" y="2223"/>
                        <a:pt x="46958" y="3175"/>
                      </a:cubicBezTo>
                      <a:cubicBezTo>
                        <a:pt x="47625" y="4127"/>
                        <a:pt x="48387" y="4604"/>
                        <a:pt x="49149" y="4604"/>
                      </a:cubicBezTo>
                      <a:cubicBezTo>
                        <a:pt x="49244" y="5366"/>
                        <a:pt x="49435" y="6128"/>
                        <a:pt x="49625" y="6890"/>
                      </a:cubicBezTo>
                      <a:cubicBezTo>
                        <a:pt x="49816" y="7652"/>
                        <a:pt x="50292" y="8128"/>
                        <a:pt x="51054" y="8414"/>
                      </a:cubicBezTo>
                      <a:cubicBezTo>
                        <a:pt x="51054" y="8699"/>
                        <a:pt x="50863" y="9176"/>
                        <a:pt x="50673" y="9842"/>
                      </a:cubicBezTo>
                      <a:cubicBezTo>
                        <a:pt x="50483" y="10604"/>
                        <a:pt x="50387" y="11176"/>
                        <a:pt x="50387" y="11557"/>
                      </a:cubicBezTo>
                      <a:cubicBezTo>
                        <a:pt x="50387" y="12319"/>
                        <a:pt x="50673" y="12795"/>
                        <a:pt x="51340" y="13176"/>
                      </a:cubicBezTo>
                      <a:lnTo>
                        <a:pt x="52197" y="13176"/>
                      </a:lnTo>
                      <a:cubicBezTo>
                        <a:pt x="51816" y="14129"/>
                        <a:pt x="51626" y="15081"/>
                        <a:pt x="51626" y="16034"/>
                      </a:cubicBezTo>
                      <a:cubicBezTo>
                        <a:pt x="51626" y="17462"/>
                        <a:pt x="52007" y="18796"/>
                        <a:pt x="52864" y="20034"/>
                      </a:cubicBezTo>
                      <a:cubicBezTo>
                        <a:pt x="52769" y="20415"/>
                        <a:pt x="52673" y="20701"/>
                        <a:pt x="52673" y="20987"/>
                      </a:cubicBezTo>
                      <a:cubicBezTo>
                        <a:pt x="52673" y="21749"/>
                        <a:pt x="52959" y="22796"/>
                        <a:pt x="53626" y="24035"/>
                      </a:cubicBezTo>
                      <a:cubicBezTo>
                        <a:pt x="54293" y="25273"/>
                        <a:pt x="54578" y="26225"/>
                        <a:pt x="54578" y="26892"/>
                      </a:cubicBezTo>
                      <a:cubicBezTo>
                        <a:pt x="54578" y="27368"/>
                        <a:pt x="54578" y="27749"/>
                        <a:pt x="54293" y="28226"/>
                      </a:cubicBezTo>
                      <a:cubicBezTo>
                        <a:pt x="54483" y="28607"/>
                        <a:pt x="54769" y="28988"/>
                        <a:pt x="55150" y="29559"/>
                      </a:cubicBezTo>
                      <a:cubicBezTo>
                        <a:pt x="57150" y="28321"/>
                        <a:pt x="58103" y="27083"/>
                        <a:pt x="58103" y="25749"/>
                      </a:cubicBezTo>
                      <a:cubicBezTo>
                        <a:pt x="58103" y="25559"/>
                        <a:pt x="58103" y="25368"/>
                        <a:pt x="58103" y="25273"/>
                      </a:cubicBezTo>
                      <a:cubicBezTo>
                        <a:pt x="57436" y="25082"/>
                        <a:pt x="57150" y="24701"/>
                        <a:pt x="57150" y="23939"/>
                      </a:cubicBezTo>
                      <a:cubicBezTo>
                        <a:pt x="57150" y="23558"/>
                        <a:pt x="57150" y="23082"/>
                        <a:pt x="57341" y="22415"/>
                      </a:cubicBezTo>
                      <a:cubicBezTo>
                        <a:pt x="57436" y="21749"/>
                        <a:pt x="57531" y="21368"/>
                        <a:pt x="57531" y="21082"/>
                      </a:cubicBezTo>
                      <a:cubicBezTo>
                        <a:pt x="58388" y="20796"/>
                        <a:pt x="59055" y="19939"/>
                        <a:pt x="59341" y="18415"/>
                      </a:cubicBezTo>
                      <a:cubicBezTo>
                        <a:pt x="59722" y="16891"/>
                        <a:pt x="60293" y="16129"/>
                        <a:pt x="61341" y="15938"/>
                      </a:cubicBezTo>
                      <a:cubicBezTo>
                        <a:pt x="60960" y="15748"/>
                        <a:pt x="60388" y="15653"/>
                        <a:pt x="59817" y="15653"/>
                      </a:cubicBezTo>
                      <a:cubicBezTo>
                        <a:pt x="59341" y="15653"/>
                        <a:pt x="58960" y="15462"/>
                        <a:pt x="58484" y="14986"/>
                      </a:cubicBezTo>
                      <a:cubicBezTo>
                        <a:pt x="58198" y="12986"/>
                        <a:pt x="58674" y="11176"/>
                        <a:pt x="60008" y="9557"/>
                      </a:cubicBezTo>
                      <a:cubicBezTo>
                        <a:pt x="59817" y="8604"/>
                        <a:pt x="60103" y="7842"/>
                        <a:pt x="60960" y="7271"/>
                      </a:cubicBezTo>
                      <a:cubicBezTo>
                        <a:pt x="60388" y="7271"/>
                        <a:pt x="60008" y="6890"/>
                        <a:pt x="60008" y="6128"/>
                      </a:cubicBezTo>
                      <a:cubicBezTo>
                        <a:pt x="60008" y="5651"/>
                        <a:pt x="60008" y="5175"/>
                        <a:pt x="60293" y="4699"/>
                      </a:cubicBezTo>
                      <a:cubicBezTo>
                        <a:pt x="61341" y="2984"/>
                        <a:pt x="63341" y="2127"/>
                        <a:pt x="66294" y="2127"/>
                      </a:cubicBezTo>
                      <a:lnTo>
                        <a:pt x="68771" y="2127"/>
                      </a:lnTo>
                      <a:cubicBezTo>
                        <a:pt x="70104" y="2127"/>
                        <a:pt x="71057" y="1937"/>
                        <a:pt x="71819" y="1746"/>
                      </a:cubicBezTo>
                      <a:cubicBezTo>
                        <a:pt x="72771" y="2603"/>
                        <a:pt x="73438" y="3842"/>
                        <a:pt x="73819" y="5651"/>
                      </a:cubicBezTo>
                      <a:cubicBezTo>
                        <a:pt x="72866" y="6128"/>
                        <a:pt x="72390" y="7175"/>
                        <a:pt x="72390" y="8890"/>
                      </a:cubicBezTo>
                      <a:cubicBezTo>
                        <a:pt x="72390" y="12319"/>
                        <a:pt x="72390" y="13748"/>
                        <a:pt x="72390" y="13462"/>
                      </a:cubicBezTo>
                      <a:close/>
                      <a:moveTo>
                        <a:pt x="13526" y="43561"/>
                      </a:moveTo>
                      <a:lnTo>
                        <a:pt x="12383" y="42323"/>
                      </a:lnTo>
                      <a:cubicBezTo>
                        <a:pt x="12383" y="42323"/>
                        <a:pt x="13145" y="42608"/>
                        <a:pt x="13907" y="43275"/>
                      </a:cubicBezTo>
                      <a:lnTo>
                        <a:pt x="13526" y="43656"/>
                      </a:lnTo>
                      <a:close/>
                      <a:moveTo>
                        <a:pt x="12859" y="45847"/>
                      </a:moveTo>
                      <a:cubicBezTo>
                        <a:pt x="13430" y="46323"/>
                        <a:pt x="13907" y="46514"/>
                        <a:pt x="14097" y="46514"/>
                      </a:cubicBezTo>
                      <a:lnTo>
                        <a:pt x="12383" y="46799"/>
                      </a:lnTo>
                      <a:lnTo>
                        <a:pt x="12859" y="45847"/>
                      </a:lnTo>
                      <a:close/>
                      <a:moveTo>
                        <a:pt x="17050" y="52895"/>
                      </a:moveTo>
                      <a:cubicBezTo>
                        <a:pt x="16097" y="52419"/>
                        <a:pt x="15335" y="52610"/>
                        <a:pt x="14859" y="53562"/>
                      </a:cubicBezTo>
                      <a:cubicBezTo>
                        <a:pt x="14859" y="53753"/>
                        <a:pt x="14669" y="53848"/>
                        <a:pt x="14288" y="53848"/>
                      </a:cubicBezTo>
                      <a:lnTo>
                        <a:pt x="13335" y="53848"/>
                      </a:lnTo>
                      <a:cubicBezTo>
                        <a:pt x="13335" y="53848"/>
                        <a:pt x="12954" y="53372"/>
                        <a:pt x="12763" y="53086"/>
                      </a:cubicBezTo>
                      <a:cubicBezTo>
                        <a:pt x="12573" y="52800"/>
                        <a:pt x="12573" y="52514"/>
                        <a:pt x="12668" y="52133"/>
                      </a:cubicBezTo>
                      <a:cubicBezTo>
                        <a:pt x="13240" y="52800"/>
                        <a:pt x="13716" y="53181"/>
                        <a:pt x="14192" y="53181"/>
                      </a:cubicBezTo>
                      <a:cubicBezTo>
                        <a:pt x="14478" y="53181"/>
                        <a:pt x="14669" y="53086"/>
                        <a:pt x="14859" y="52800"/>
                      </a:cubicBezTo>
                      <a:lnTo>
                        <a:pt x="15526" y="51181"/>
                      </a:lnTo>
                      <a:lnTo>
                        <a:pt x="17145" y="52800"/>
                      </a:lnTo>
                      <a:close/>
                      <a:moveTo>
                        <a:pt x="12859" y="33655"/>
                      </a:moveTo>
                      <a:lnTo>
                        <a:pt x="12859" y="32702"/>
                      </a:lnTo>
                      <a:lnTo>
                        <a:pt x="14859" y="33655"/>
                      </a:lnTo>
                      <a:lnTo>
                        <a:pt x="12859" y="33655"/>
                      </a:lnTo>
                      <a:close/>
                      <a:moveTo>
                        <a:pt x="13526" y="68898"/>
                      </a:moveTo>
                      <a:lnTo>
                        <a:pt x="12859" y="67945"/>
                      </a:lnTo>
                      <a:lnTo>
                        <a:pt x="13526" y="68421"/>
                      </a:lnTo>
                      <a:lnTo>
                        <a:pt x="13526" y="68898"/>
                      </a:lnTo>
                      <a:close/>
                      <a:moveTo>
                        <a:pt x="13240" y="55181"/>
                      </a:moveTo>
                      <a:lnTo>
                        <a:pt x="13907" y="55467"/>
                      </a:lnTo>
                      <a:lnTo>
                        <a:pt x="13526" y="56134"/>
                      </a:lnTo>
                      <a:lnTo>
                        <a:pt x="13240" y="56134"/>
                      </a:lnTo>
                      <a:lnTo>
                        <a:pt x="13240" y="55181"/>
                      </a:lnTo>
                      <a:close/>
                      <a:moveTo>
                        <a:pt x="13240" y="64802"/>
                      </a:moveTo>
                      <a:lnTo>
                        <a:pt x="14383" y="64802"/>
                      </a:lnTo>
                      <a:lnTo>
                        <a:pt x="13907" y="65278"/>
                      </a:lnTo>
                      <a:lnTo>
                        <a:pt x="13240" y="64802"/>
                      </a:lnTo>
                      <a:close/>
                      <a:moveTo>
                        <a:pt x="13526" y="62516"/>
                      </a:moveTo>
                      <a:cubicBezTo>
                        <a:pt x="13430" y="61373"/>
                        <a:pt x="13716" y="60706"/>
                        <a:pt x="14383" y="60706"/>
                      </a:cubicBezTo>
                      <a:cubicBezTo>
                        <a:pt x="14573" y="60706"/>
                        <a:pt x="14669" y="60706"/>
                        <a:pt x="14859" y="60896"/>
                      </a:cubicBezTo>
                      <a:cubicBezTo>
                        <a:pt x="14859" y="61373"/>
                        <a:pt x="14859" y="61658"/>
                        <a:pt x="14383" y="61754"/>
                      </a:cubicBezTo>
                      <a:cubicBezTo>
                        <a:pt x="14002" y="61849"/>
                        <a:pt x="13716" y="62135"/>
                        <a:pt x="13526" y="62420"/>
                      </a:cubicBezTo>
                      <a:close/>
                      <a:moveTo>
                        <a:pt x="15716" y="45847"/>
                      </a:moveTo>
                      <a:lnTo>
                        <a:pt x="15431" y="46133"/>
                      </a:lnTo>
                      <a:lnTo>
                        <a:pt x="14097" y="44513"/>
                      </a:lnTo>
                      <a:lnTo>
                        <a:pt x="14764" y="44513"/>
                      </a:lnTo>
                      <a:cubicBezTo>
                        <a:pt x="14764" y="44513"/>
                        <a:pt x="14764" y="44894"/>
                        <a:pt x="14764" y="44894"/>
                      </a:cubicBezTo>
                      <a:cubicBezTo>
                        <a:pt x="14764" y="45085"/>
                        <a:pt x="14954" y="45275"/>
                        <a:pt x="15240" y="45466"/>
                      </a:cubicBezTo>
                      <a:cubicBezTo>
                        <a:pt x="15526" y="45656"/>
                        <a:pt x="15716" y="45847"/>
                        <a:pt x="15812" y="45847"/>
                      </a:cubicBezTo>
                      <a:close/>
                      <a:moveTo>
                        <a:pt x="14192" y="49943"/>
                      </a:moveTo>
                      <a:cubicBezTo>
                        <a:pt x="14192" y="49943"/>
                        <a:pt x="14954" y="49943"/>
                        <a:pt x="15526" y="50324"/>
                      </a:cubicBezTo>
                      <a:lnTo>
                        <a:pt x="14192" y="50800"/>
                      </a:lnTo>
                      <a:lnTo>
                        <a:pt x="14192" y="49848"/>
                      </a:lnTo>
                      <a:close/>
                      <a:moveTo>
                        <a:pt x="14192" y="71469"/>
                      </a:moveTo>
                      <a:lnTo>
                        <a:pt x="14478" y="70802"/>
                      </a:lnTo>
                      <a:lnTo>
                        <a:pt x="15145" y="71469"/>
                      </a:lnTo>
                      <a:lnTo>
                        <a:pt x="14192" y="71469"/>
                      </a:lnTo>
                      <a:close/>
                      <a:moveTo>
                        <a:pt x="14478" y="48323"/>
                      </a:moveTo>
                      <a:lnTo>
                        <a:pt x="15526" y="48038"/>
                      </a:lnTo>
                      <a:lnTo>
                        <a:pt x="14859" y="49181"/>
                      </a:lnTo>
                      <a:lnTo>
                        <a:pt x="14478" y="48228"/>
                      </a:lnTo>
                      <a:close/>
                      <a:moveTo>
                        <a:pt x="14859" y="38036"/>
                      </a:moveTo>
                      <a:lnTo>
                        <a:pt x="14859" y="36417"/>
                      </a:lnTo>
                      <a:lnTo>
                        <a:pt x="15526" y="36417"/>
                      </a:lnTo>
                      <a:cubicBezTo>
                        <a:pt x="15526" y="37274"/>
                        <a:pt x="15335" y="37846"/>
                        <a:pt x="14859" y="38036"/>
                      </a:cubicBezTo>
                      <a:close/>
                      <a:moveTo>
                        <a:pt x="16383" y="56419"/>
                      </a:moveTo>
                      <a:cubicBezTo>
                        <a:pt x="16383" y="56419"/>
                        <a:pt x="16288" y="57182"/>
                        <a:pt x="15716" y="57658"/>
                      </a:cubicBezTo>
                      <a:lnTo>
                        <a:pt x="15716" y="56039"/>
                      </a:lnTo>
                      <a:cubicBezTo>
                        <a:pt x="15716" y="56039"/>
                        <a:pt x="16193" y="56419"/>
                        <a:pt x="16383" y="56419"/>
                      </a:cubicBezTo>
                      <a:close/>
                      <a:moveTo>
                        <a:pt x="16097" y="64802"/>
                      </a:moveTo>
                      <a:cubicBezTo>
                        <a:pt x="16097" y="64802"/>
                        <a:pt x="16859" y="64992"/>
                        <a:pt x="16954" y="65278"/>
                      </a:cubicBezTo>
                      <a:lnTo>
                        <a:pt x="17336" y="66326"/>
                      </a:lnTo>
                      <a:lnTo>
                        <a:pt x="16669" y="66611"/>
                      </a:lnTo>
                      <a:cubicBezTo>
                        <a:pt x="16669" y="66611"/>
                        <a:pt x="16859" y="66326"/>
                        <a:pt x="16859" y="66135"/>
                      </a:cubicBezTo>
                      <a:cubicBezTo>
                        <a:pt x="16859" y="65944"/>
                        <a:pt x="16669" y="65754"/>
                        <a:pt x="16383" y="65564"/>
                      </a:cubicBezTo>
                      <a:cubicBezTo>
                        <a:pt x="16097" y="65373"/>
                        <a:pt x="15907" y="65278"/>
                        <a:pt x="15907" y="65183"/>
                      </a:cubicBezTo>
                      <a:cubicBezTo>
                        <a:pt x="15907" y="65087"/>
                        <a:pt x="15907" y="64897"/>
                        <a:pt x="16097" y="64802"/>
                      </a:cubicBezTo>
                      <a:close/>
                      <a:moveTo>
                        <a:pt x="16097" y="60515"/>
                      </a:moveTo>
                      <a:cubicBezTo>
                        <a:pt x="16097" y="60515"/>
                        <a:pt x="16669" y="60134"/>
                        <a:pt x="17050" y="60325"/>
                      </a:cubicBezTo>
                      <a:cubicBezTo>
                        <a:pt x="16669" y="60515"/>
                        <a:pt x="16288" y="60515"/>
                        <a:pt x="16097" y="60515"/>
                      </a:cubicBezTo>
                      <a:close/>
                      <a:moveTo>
                        <a:pt x="17050" y="49943"/>
                      </a:moveTo>
                      <a:lnTo>
                        <a:pt x="17050" y="50419"/>
                      </a:lnTo>
                      <a:cubicBezTo>
                        <a:pt x="17050" y="50419"/>
                        <a:pt x="17050" y="50133"/>
                        <a:pt x="17050" y="49943"/>
                      </a:cubicBezTo>
                      <a:close/>
                      <a:moveTo>
                        <a:pt x="17621" y="50895"/>
                      </a:moveTo>
                      <a:lnTo>
                        <a:pt x="17336" y="51276"/>
                      </a:lnTo>
                      <a:lnTo>
                        <a:pt x="17145" y="50514"/>
                      </a:lnTo>
                      <a:cubicBezTo>
                        <a:pt x="17145" y="50514"/>
                        <a:pt x="17431" y="50705"/>
                        <a:pt x="17621" y="50895"/>
                      </a:cubicBezTo>
                      <a:close/>
                      <a:moveTo>
                        <a:pt x="19621" y="66421"/>
                      </a:moveTo>
                      <a:cubicBezTo>
                        <a:pt x="19621" y="66421"/>
                        <a:pt x="18955" y="66421"/>
                        <a:pt x="18764" y="66135"/>
                      </a:cubicBezTo>
                      <a:cubicBezTo>
                        <a:pt x="18574" y="65754"/>
                        <a:pt x="18479" y="65468"/>
                        <a:pt x="18288" y="65087"/>
                      </a:cubicBezTo>
                      <a:lnTo>
                        <a:pt x="19621" y="66421"/>
                      </a:lnTo>
                      <a:close/>
                      <a:moveTo>
                        <a:pt x="19145" y="42418"/>
                      </a:moveTo>
                      <a:cubicBezTo>
                        <a:pt x="20098" y="42989"/>
                        <a:pt x="20955" y="43370"/>
                        <a:pt x="21431" y="43370"/>
                      </a:cubicBezTo>
                      <a:cubicBezTo>
                        <a:pt x="21908" y="43370"/>
                        <a:pt x="22288" y="42989"/>
                        <a:pt x="22288" y="42418"/>
                      </a:cubicBezTo>
                      <a:lnTo>
                        <a:pt x="20479" y="42418"/>
                      </a:lnTo>
                      <a:cubicBezTo>
                        <a:pt x="19907" y="42418"/>
                        <a:pt x="19526" y="42037"/>
                        <a:pt x="19145" y="41370"/>
                      </a:cubicBezTo>
                      <a:lnTo>
                        <a:pt x="19145" y="42418"/>
                      </a:lnTo>
                      <a:close/>
                      <a:moveTo>
                        <a:pt x="19812" y="58991"/>
                      </a:moveTo>
                      <a:lnTo>
                        <a:pt x="19526" y="58706"/>
                      </a:lnTo>
                      <a:cubicBezTo>
                        <a:pt x="19526" y="58706"/>
                        <a:pt x="19621" y="58706"/>
                        <a:pt x="19812" y="58896"/>
                      </a:cubicBezTo>
                      <a:lnTo>
                        <a:pt x="19812" y="58896"/>
                      </a:lnTo>
                      <a:close/>
                      <a:moveTo>
                        <a:pt x="20193" y="53753"/>
                      </a:moveTo>
                      <a:lnTo>
                        <a:pt x="21336" y="53753"/>
                      </a:lnTo>
                      <a:lnTo>
                        <a:pt x="20479" y="53372"/>
                      </a:lnTo>
                      <a:lnTo>
                        <a:pt x="20193" y="53753"/>
                      </a:lnTo>
                      <a:close/>
                      <a:moveTo>
                        <a:pt x="20669" y="72993"/>
                      </a:moveTo>
                      <a:lnTo>
                        <a:pt x="20669" y="72231"/>
                      </a:lnTo>
                      <a:lnTo>
                        <a:pt x="21336" y="72231"/>
                      </a:lnTo>
                      <a:lnTo>
                        <a:pt x="21336" y="72993"/>
                      </a:lnTo>
                      <a:lnTo>
                        <a:pt x="20669" y="72993"/>
                      </a:lnTo>
                      <a:close/>
                      <a:moveTo>
                        <a:pt x="22193" y="38894"/>
                      </a:moveTo>
                      <a:lnTo>
                        <a:pt x="21717" y="38894"/>
                      </a:lnTo>
                      <a:lnTo>
                        <a:pt x="22574" y="39275"/>
                      </a:lnTo>
                      <a:lnTo>
                        <a:pt x="22193" y="38894"/>
                      </a:lnTo>
                      <a:close/>
                      <a:moveTo>
                        <a:pt x="21908" y="48228"/>
                      </a:moveTo>
                      <a:cubicBezTo>
                        <a:pt x="21908" y="48228"/>
                        <a:pt x="22288" y="47847"/>
                        <a:pt x="22384" y="47847"/>
                      </a:cubicBezTo>
                      <a:cubicBezTo>
                        <a:pt x="22574" y="47847"/>
                        <a:pt x="22765" y="47847"/>
                        <a:pt x="22955" y="48133"/>
                      </a:cubicBezTo>
                      <a:cubicBezTo>
                        <a:pt x="23146" y="48419"/>
                        <a:pt x="23241" y="48514"/>
                        <a:pt x="23336" y="48514"/>
                      </a:cubicBezTo>
                      <a:cubicBezTo>
                        <a:pt x="23527" y="48514"/>
                        <a:pt x="23622" y="48419"/>
                        <a:pt x="23717" y="48228"/>
                      </a:cubicBezTo>
                      <a:cubicBezTo>
                        <a:pt x="23622" y="47942"/>
                        <a:pt x="23432" y="47752"/>
                        <a:pt x="23051" y="47657"/>
                      </a:cubicBezTo>
                      <a:cubicBezTo>
                        <a:pt x="22574" y="47561"/>
                        <a:pt x="22288" y="47466"/>
                        <a:pt x="22193" y="47276"/>
                      </a:cubicBezTo>
                      <a:lnTo>
                        <a:pt x="21908" y="48228"/>
                      </a:lnTo>
                      <a:close/>
                      <a:moveTo>
                        <a:pt x="23908" y="55562"/>
                      </a:moveTo>
                      <a:lnTo>
                        <a:pt x="24194" y="55277"/>
                      </a:lnTo>
                      <a:lnTo>
                        <a:pt x="23908" y="55562"/>
                      </a:lnTo>
                      <a:cubicBezTo>
                        <a:pt x="23336" y="55848"/>
                        <a:pt x="22955" y="55848"/>
                        <a:pt x="22574" y="55562"/>
                      </a:cubicBezTo>
                      <a:cubicBezTo>
                        <a:pt x="22955" y="56039"/>
                        <a:pt x="23336" y="56039"/>
                        <a:pt x="23908" y="55562"/>
                      </a:cubicBezTo>
                      <a:close/>
                      <a:moveTo>
                        <a:pt x="22860" y="62706"/>
                      </a:moveTo>
                      <a:cubicBezTo>
                        <a:pt x="22860" y="62706"/>
                        <a:pt x="23051" y="62325"/>
                        <a:pt x="23241" y="61658"/>
                      </a:cubicBezTo>
                      <a:cubicBezTo>
                        <a:pt x="23432" y="61277"/>
                        <a:pt x="23717" y="61182"/>
                        <a:pt x="24098" y="61277"/>
                      </a:cubicBezTo>
                      <a:cubicBezTo>
                        <a:pt x="23908" y="61087"/>
                        <a:pt x="23717" y="61087"/>
                        <a:pt x="23622" y="61087"/>
                      </a:cubicBezTo>
                      <a:cubicBezTo>
                        <a:pt x="23336" y="61087"/>
                        <a:pt x="23051" y="61563"/>
                        <a:pt x="22765" y="62706"/>
                      </a:cubicBezTo>
                      <a:close/>
                      <a:moveTo>
                        <a:pt x="24384" y="71279"/>
                      </a:moveTo>
                      <a:cubicBezTo>
                        <a:pt x="24384" y="71279"/>
                        <a:pt x="24765" y="71755"/>
                        <a:pt x="24765" y="71850"/>
                      </a:cubicBezTo>
                      <a:cubicBezTo>
                        <a:pt x="24575" y="72041"/>
                        <a:pt x="24289" y="72231"/>
                        <a:pt x="23717" y="72231"/>
                      </a:cubicBezTo>
                      <a:lnTo>
                        <a:pt x="24384" y="71279"/>
                      </a:lnTo>
                      <a:close/>
                      <a:moveTo>
                        <a:pt x="24765" y="60420"/>
                      </a:moveTo>
                      <a:cubicBezTo>
                        <a:pt x="25337" y="60230"/>
                        <a:pt x="25908" y="60420"/>
                        <a:pt x="26384" y="61087"/>
                      </a:cubicBezTo>
                      <a:lnTo>
                        <a:pt x="26861" y="60134"/>
                      </a:lnTo>
                      <a:cubicBezTo>
                        <a:pt x="25622" y="60134"/>
                        <a:pt x="24956" y="60230"/>
                        <a:pt x="24765" y="60420"/>
                      </a:cubicBezTo>
                      <a:close/>
                      <a:moveTo>
                        <a:pt x="25241" y="63373"/>
                      </a:moveTo>
                      <a:lnTo>
                        <a:pt x="25908" y="62706"/>
                      </a:lnTo>
                      <a:lnTo>
                        <a:pt x="25241" y="62706"/>
                      </a:lnTo>
                      <a:lnTo>
                        <a:pt x="25241" y="63373"/>
                      </a:lnTo>
                      <a:close/>
                      <a:moveTo>
                        <a:pt x="26765" y="50514"/>
                      </a:moveTo>
                      <a:cubicBezTo>
                        <a:pt x="26765" y="50514"/>
                        <a:pt x="26384" y="50514"/>
                        <a:pt x="26194" y="50514"/>
                      </a:cubicBezTo>
                      <a:cubicBezTo>
                        <a:pt x="25908" y="50609"/>
                        <a:pt x="25813" y="50800"/>
                        <a:pt x="25908" y="50990"/>
                      </a:cubicBezTo>
                      <a:lnTo>
                        <a:pt x="26575" y="50990"/>
                      </a:lnTo>
                      <a:cubicBezTo>
                        <a:pt x="26575" y="50990"/>
                        <a:pt x="26956" y="50705"/>
                        <a:pt x="26861" y="50514"/>
                      </a:cubicBezTo>
                      <a:close/>
                      <a:moveTo>
                        <a:pt x="26479" y="47371"/>
                      </a:moveTo>
                      <a:lnTo>
                        <a:pt x="26289" y="48990"/>
                      </a:lnTo>
                      <a:lnTo>
                        <a:pt x="26765" y="47371"/>
                      </a:lnTo>
                      <a:lnTo>
                        <a:pt x="26479" y="47371"/>
                      </a:lnTo>
                      <a:close/>
                      <a:moveTo>
                        <a:pt x="27432" y="63659"/>
                      </a:moveTo>
                      <a:lnTo>
                        <a:pt x="27432" y="63373"/>
                      </a:lnTo>
                      <a:lnTo>
                        <a:pt x="26765" y="62706"/>
                      </a:lnTo>
                      <a:lnTo>
                        <a:pt x="27432" y="63659"/>
                      </a:lnTo>
                      <a:close/>
                      <a:moveTo>
                        <a:pt x="28956" y="49848"/>
                      </a:moveTo>
                      <a:cubicBezTo>
                        <a:pt x="28099" y="50514"/>
                        <a:pt x="27718" y="50895"/>
                        <a:pt x="27813" y="50990"/>
                      </a:cubicBezTo>
                      <a:lnTo>
                        <a:pt x="29337" y="50990"/>
                      </a:lnTo>
                      <a:lnTo>
                        <a:pt x="28289" y="50514"/>
                      </a:lnTo>
                      <a:lnTo>
                        <a:pt x="28956" y="49848"/>
                      </a:lnTo>
                      <a:close/>
                      <a:moveTo>
                        <a:pt x="28099" y="58134"/>
                      </a:moveTo>
                      <a:lnTo>
                        <a:pt x="28385" y="57753"/>
                      </a:lnTo>
                      <a:lnTo>
                        <a:pt x="28766" y="56515"/>
                      </a:lnTo>
                      <a:lnTo>
                        <a:pt x="28099" y="58134"/>
                      </a:lnTo>
                      <a:close/>
                      <a:moveTo>
                        <a:pt x="28385" y="64897"/>
                      </a:moveTo>
                      <a:cubicBezTo>
                        <a:pt x="28385" y="64897"/>
                        <a:pt x="29242" y="64897"/>
                        <a:pt x="29718" y="64516"/>
                      </a:cubicBezTo>
                      <a:cubicBezTo>
                        <a:pt x="29432" y="64421"/>
                        <a:pt x="28956" y="64516"/>
                        <a:pt x="28385" y="64897"/>
                      </a:cubicBezTo>
                      <a:close/>
                      <a:moveTo>
                        <a:pt x="30004" y="29273"/>
                      </a:moveTo>
                      <a:cubicBezTo>
                        <a:pt x="29337" y="29083"/>
                        <a:pt x="28956" y="29273"/>
                        <a:pt x="28956" y="30035"/>
                      </a:cubicBezTo>
                      <a:cubicBezTo>
                        <a:pt x="28956" y="30893"/>
                        <a:pt x="29146" y="31178"/>
                        <a:pt x="29623" y="31178"/>
                      </a:cubicBezTo>
                      <a:cubicBezTo>
                        <a:pt x="29909" y="30988"/>
                        <a:pt x="30004" y="30321"/>
                        <a:pt x="30004" y="29178"/>
                      </a:cubicBezTo>
                      <a:close/>
                      <a:moveTo>
                        <a:pt x="31528" y="46228"/>
                      </a:moveTo>
                      <a:cubicBezTo>
                        <a:pt x="31528" y="46228"/>
                        <a:pt x="30766" y="45942"/>
                        <a:pt x="30004" y="46704"/>
                      </a:cubicBezTo>
                      <a:cubicBezTo>
                        <a:pt x="30385" y="46704"/>
                        <a:pt x="30956" y="46704"/>
                        <a:pt x="31528" y="46228"/>
                      </a:cubicBezTo>
                      <a:close/>
                      <a:moveTo>
                        <a:pt x="31528" y="53276"/>
                      </a:moveTo>
                      <a:cubicBezTo>
                        <a:pt x="32099" y="52705"/>
                        <a:pt x="32576" y="52324"/>
                        <a:pt x="32957" y="52324"/>
                      </a:cubicBezTo>
                      <a:cubicBezTo>
                        <a:pt x="33147" y="52324"/>
                        <a:pt x="33338" y="52419"/>
                        <a:pt x="33528" y="52610"/>
                      </a:cubicBezTo>
                      <a:lnTo>
                        <a:pt x="33528" y="52133"/>
                      </a:lnTo>
                      <a:cubicBezTo>
                        <a:pt x="33528" y="52133"/>
                        <a:pt x="32766" y="51752"/>
                        <a:pt x="32099" y="51181"/>
                      </a:cubicBezTo>
                      <a:cubicBezTo>
                        <a:pt x="31528" y="50895"/>
                        <a:pt x="31052" y="50705"/>
                        <a:pt x="30671" y="50705"/>
                      </a:cubicBezTo>
                      <a:cubicBezTo>
                        <a:pt x="30480" y="50705"/>
                        <a:pt x="30194" y="50705"/>
                        <a:pt x="30004" y="50705"/>
                      </a:cubicBezTo>
                      <a:cubicBezTo>
                        <a:pt x="30671" y="50705"/>
                        <a:pt x="31528" y="51181"/>
                        <a:pt x="32576" y="52038"/>
                      </a:cubicBezTo>
                      <a:cubicBezTo>
                        <a:pt x="32385" y="52229"/>
                        <a:pt x="32195" y="52324"/>
                        <a:pt x="31813" y="52229"/>
                      </a:cubicBezTo>
                      <a:lnTo>
                        <a:pt x="30956" y="52229"/>
                      </a:lnTo>
                      <a:lnTo>
                        <a:pt x="31528" y="53181"/>
                      </a:lnTo>
                      <a:close/>
                      <a:moveTo>
                        <a:pt x="31528" y="69945"/>
                      </a:moveTo>
                      <a:cubicBezTo>
                        <a:pt x="31528" y="69945"/>
                        <a:pt x="31337" y="69659"/>
                        <a:pt x="31337" y="69469"/>
                      </a:cubicBezTo>
                      <a:cubicBezTo>
                        <a:pt x="31337" y="69469"/>
                        <a:pt x="31337" y="69659"/>
                        <a:pt x="31433" y="69755"/>
                      </a:cubicBezTo>
                      <a:cubicBezTo>
                        <a:pt x="31433" y="69850"/>
                        <a:pt x="31433" y="69945"/>
                        <a:pt x="31433" y="70040"/>
                      </a:cubicBezTo>
                      <a:close/>
                      <a:moveTo>
                        <a:pt x="34195" y="66992"/>
                      </a:moveTo>
                      <a:lnTo>
                        <a:pt x="34195" y="66516"/>
                      </a:lnTo>
                      <a:cubicBezTo>
                        <a:pt x="34195" y="66516"/>
                        <a:pt x="33719" y="66516"/>
                        <a:pt x="33719" y="66326"/>
                      </a:cubicBezTo>
                      <a:lnTo>
                        <a:pt x="33719" y="66040"/>
                      </a:lnTo>
                      <a:cubicBezTo>
                        <a:pt x="33719" y="66040"/>
                        <a:pt x="33623" y="66326"/>
                        <a:pt x="33719" y="66326"/>
                      </a:cubicBezTo>
                      <a:lnTo>
                        <a:pt x="34195" y="66992"/>
                      </a:lnTo>
                      <a:close/>
                      <a:moveTo>
                        <a:pt x="34385" y="58801"/>
                      </a:moveTo>
                      <a:cubicBezTo>
                        <a:pt x="34862" y="58325"/>
                        <a:pt x="35147" y="57944"/>
                        <a:pt x="35052" y="57753"/>
                      </a:cubicBezTo>
                      <a:cubicBezTo>
                        <a:pt x="35052" y="57753"/>
                        <a:pt x="34862" y="57848"/>
                        <a:pt x="34576" y="57944"/>
                      </a:cubicBezTo>
                      <a:cubicBezTo>
                        <a:pt x="34290" y="57944"/>
                        <a:pt x="34100" y="58134"/>
                        <a:pt x="34100" y="58325"/>
                      </a:cubicBezTo>
                      <a:cubicBezTo>
                        <a:pt x="34100" y="58515"/>
                        <a:pt x="34100" y="58610"/>
                        <a:pt x="34100" y="58801"/>
                      </a:cubicBezTo>
                      <a:lnTo>
                        <a:pt x="34290" y="58801"/>
                      </a:lnTo>
                      <a:close/>
                      <a:moveTo>
                        <a:pt x="36195" y="16129"/>
                      </a:moveTo>
                      <a:cubicBezTo>
                        <a:pt x="36195" y="16129"/>
                        <a:pt x="36004" y="16510"/>
                        <a:pt x="35719" y="16510"/>
                      </a:cubicBezTo>
                      <a:cubicBezTo>
                        <a:pt x="35528" y="16415"/>
                        <a:pt x="35433" y="16224"/>
                        <a:pt x="35243" y="16129"/>
                      </a:cubicBezTo>
                      <a:cubicBezTo>
                        <a:pt x="34957" y="16129"/>
                        <a:pt x="34766" y="16129"/>
                        <a:pt x="34671" y="16510"/>
                      </a:cubicBezTo>
                      <a:lnTo>
                        <a:pt x="35719" y="16510"/>
                      </a:lnTo>
                      <a:cubicBezTo>
                        <a:pt x="35719" y="16510"/>
                        <a:pt x="36100" y="16510"/>
                        <a:pt x="36195" y="16129"/>
                      </a:cubicBezTo>
                      <a:close/>
                      <a:moveTo>
                        <a:pt x="36195" y="127"/>
                      </a:moveTo>
                      <a:cubicBezTo>
                        <a:pt x="36195" y="127"/>
                        <a:pt x="37148" y="-159"/>
                        <a:pt x="38195" y="127"/>
                      </a:cubicBezTo>
                      <a:lnTo>
                        <a:pt x="36195" y="127"/>
                      </a:lnTo>
                      <a:close/>
                      <a:moveTo>
                        <a:pt x="38195" y="15176"/>
                      </a:moveTo>
                      <a:cubicBezTo>
                        <a:pt x="38195" y="15176"/>
                        <a:pt x="38481" y="14795"/>
                        <a:pt x="38481" y="14224"/>
                      </a:cubicBezTo>
                      <a:lnTo>
                        <a:pt x="37624" y="14224"/>
                      </a:lnTo>
                      <a:lnTo>
                        <a:pt x="38291" y="15176"/>
                      </a:lnTo>
                      <a:close/>
                      <a:moveTo>
                        <a:pt x="39338" y="127"/>
                      </a:moveTo>
                      <a:cubicBezTo>
                        <a:pt x="39338" y="127"/>
                        <a:pt x="38576" y="317"/>
                        <a:pt x="38195" y="127"/>
                      </a:cubicBezTo>
                      <a:lnTo>
                        <a:pt x="39338" y="127"/>
                      </a:lnTo>
                      <a:close/>
                      <a:moveTo>
                        <a:pt x="39338" y="57467"/>
                      </a:moveTo>
                      <a:cubicBezTo>
                        <a:pt x="39338" y="57467"/>
                        <a:pt x="39529" y="57658"/>
                        <a:pt x="39529" y="57944"/>
                      </a:cubicBezTo>
                      <a:cubicBezTo>
                        <a:pt x="39529" y="58229"/>
                        <a:pt x="39529" y="58420"/>
                        <a:pt x="39719" y="58610"/>
                      </a:cubicBezTo>
                      <a:cubicBezTo>
                        <a:pt x="39529" y="58610"/>
                        <a:pt x="39243" y="58420"/>
                        <a:pt x="38862" y="57848"/>
                      </a:cubicBezTo>
                      <a:lnTo>
                        <a:pt x="39338" y="57467"/>
                      </a:lnTo>
                      <a:close/>
                      <a:moveTo>
                        <a:pt x="41529" y="30512"/>
                      </a:moveTo>
                      <a:lnTo>
                        <a:pt x="41910" y="30226"/>
                      </a:lnTo>
                      <a:cubicBezTo>
                        <a:pt x="41910" y="30226"/>
                        <a:pt x="41720" y="30416"/>
                        <a:pt x="41529" y="30512"/>
                      </a:cubicBezTo>
                      <a:cubicBezTo>
                        <a:pt x="41053" y="30035"/>
                        <a:pt x="40672" y="29845"/>
                        <a:pt x="40386" y="29940"/>
                      </a:cubicBezTo>
                      <a:lnTo>
                        <a:pt x="40005" y="33083"/>
                      </a:lnTo>
                      <a:lnTo>
                        <a:pt x="40862" y="33083"/>
                      </a:lnTo>
                      <a:cubicBezTo>
                        <a:pt x="40672" y="32321"/>
                        <a:pt x="40862" y="31369"/>
                        <a:pt x="41529" y="30416"/>
                      </a:cubicBezTo>
                      <a:close/>
                      <a:moveTo>
                        <a:pt x="40005" y="55848"/>
                      </a:moveTo>
                      <a:lnTo>
                        <a:pt x="40672" y="54610"/>
                      </a:lnTo>
                      <a:lnTo>
                        <a:pt x="41338" y="54610"/>
                      </a:lnTo>
                      <a:lnTo>
                        <a:pt x="40005" y="55848"/>
                      </a:lnTo>
                      <a:close/>
                      <a:moveTo>
                        <a:pt x="41338" y="28321"/>
                      </a:moveTo>
                      <a:cubicBezTo>
                        <a:pt x="41338" y="28321"/>
                        <a:pt x="40862" y="28321"/>
                        <a:pt x="40577" y="28321"/>
                      </a:cubicBezTo>
                      <a:cubicBezTo>
                        <a:pt x="40291" y="28511"/>
                        <a:pt x="40196" y="28702"/>
                        <a:pt x="40196" y="28892"/>
                      </a:cubicBezTo>
                      <a:cubicBezTo>
                        <a:pt x="40196" y="29083"/>
                        <a:pt x="40196" y="29178"/>
                        <a:pt x="40481" y="29273"/>
                      </a:cubicBezTo>
                      <a:cubicBezTo>
                        <a:pt x="40481" y="29273"/>
                        <a:pt x="40672" y="29178"/>
                        <a:pt x="41053" y="29083"/>
                      </a:cubicBezTo>
                      <a:cubicBezTo>
                        <a:pt x="41338" y="28988"/>
                        <a:pt x="41529" y="28702"/>
                        <a:pt x="41338" y="28226"/>
                      </a:cubicBezTo>
                      <a:close/>
                      <a:moveTo>
                        <a:pt x="40958" y="23273"/>
                      </a:moveTo>
                      <a:lnTo>
                        <a:pt x="40672" y="24320"/>
                      </a:lnTo>
                      <a:lnTo>
                        <a:pt x="41624" y="24320"/>
                      </a:lnTo>
                      <a:lnTo>
                        <a:pt x="41624" y="23463"/>
                      </a:lnTo>
                      <a:cubicBezTo>
                        <a:pt x="41624" y="23463"/>
                        <a:pt x="41338" y="23463"/>
                        <a:pt x="40958" y="23273"/>
                      </a:cubicBezTo>
                      <a:close/>
                      <a:moveTo>
                        <a:pt x="45720" y="31559"/>
                      </a:moveTo>
                      <a:lnTo>
                        <a:pt x="44482" y="30798"/>
                      </a:lnTo>
                      <a:lnTo>
                        <a:pt x="44482" y="30416"/>
                      </a:lnTo>
                      <a:lnTo>
                        <a:pt x="45720" y="29654"/>
                      </a:lnTo>
                      <a:lnTo>
                        <a:pt x="44482" y="28607"/>
                      </a:lnTo>
                      <a:lnTo>
                        <a:pt x="44482" y="30416"/>
                      </a:lnTo>
                      <a:lnTo>
                        <a:pt x="44101" y="30607"/>
                      </a:lnTo>
                      <a:lnTo>
                        <a:pt x="44482" y="30893"/>
                      </a:lnTo>
                      <a:lnTo>
                        <a:pt x="44482" y="32607"/>
                      </a:lnTo>
                      <a:lnTo>
                        <a:pt x="44768" y="31464"/>
                      </a:lnTo>
                      <a:lnTo>
                        <a:pt x="45625" y="31750"/>
                      </a:lnTo>
                      <a:close/>
                      <a:moveTo>
                        <a:pt x="46101" y="20034"/>
                      </a:moveTo>
                      <a:lnTo>
                        <a:pt x="46101" y="18986"/>
                      </a:lnTo>
                      <a:cubicBezTo>
                        <a:pt x="45529" y="18796"/>
                        <a:pt x="45053" y="18986"/>
                        <a:pt x="44768" y="19558"/>
                      </a:cubicBezTo>
                      <a:cubicBezTo>
                        <a:pt x="44768" y="19844"/>
                        <a:pt x="45053" y="19939"/>
                        <a:pt x="45339" y="19939"/>
                      </a:cubicBezTo>
                      <a:lnTo>
                        <a:pt x="46101" y="19939"/>
                      </a:lnTo>
                      <a:close/>
                      <a:moveTo>
                        <a:pt x="52959" y="33941"/>
                      </a:moveTo>
                      <a:lnTo>
                        <a:pt x="53150" y="33750"/>
                      </a:lnTo>
                      <a:cubicBezTo>
                        <a:pt x="53150" y="33750"/>
                        <a:pt x="53340" y="33655"/>
                        <a:pt x="53531" y="33369"/>
                      </a:cubicBezTo>
                      <a:cubicBezTo>
                        <a:pt x="54197" y="34131"/>
                        <a:pt x="54674" y="34512"/>
                        <a:pt x="54864" y="34512"/>
                      </a:cubicBezTo>
                      <a:cubicBezTo>
                        <a:pt x="54578" y="34322"/>
                        <a:pt x="54293" y="33941"/>
                        <a:pt x="53912" y="33369"/>
                      </a:cubicBezTo>
                      <a:cubicBezTo>
                        <a:pt x="53531" y="32702"/>
                        <a:pt x="53150" y="32512"/>
                        <a:pt x="52673" y="32512"/>
                      </a:cubicBezTo>
                      <a:lnTo>
                        <a:pt x="53531" y="33464"/>
                      </a:lnTo>
                      <a:lnTo>
                        <a:pt x="53150" y="33845"/>
                      </a:lnTo>
                      <a:lnTo>
                        <a:pt x="52959" y="33845"/>
                      </a:lnTo>
                      <a:lnTo>
                        <a:pt x="52959" y="34131"/>
                      </a:lnTo>
                      <a:lnTo>
                        <a:pt x="52959" y="34131"/>
                      </a:lnTo>
                      <a:lnTo>
                        <a:pt x="53150" y="35750"/>
                      </a:lnTo>
                      <a:cubicBezTo>
                        <a:pt x="52578" y="35560"/>
                        <a:pt x="51721" y="35179"/>
                        <a:pt x="50578" y="34607"/>
                      </a:cubicBezTo>
                      <a:lnTo>
                        <a:pt x="50578" y="34607"/>
                      </a:lnTo>
                      <a:lnTo>
                        <a:pt x="50197" y="34226"/>
                      </a:lnTo>
                      <a:lnTo>
                        <a:pt x="50863" y="33560"/>
                      </a:lnTo>
                      <a:cubicBezTo>
                        <a:pt x="50863" y="33560"/>
                        <a:pt x="50197" y="33560"/>
                        <a:pt x="49530" y="33274"/>
                      </a:cubicBezTo>
                      <a:cubicBezTo>
                        <a:pt x="48959" y="33083"/>
                        <a:pt x="48482" y="32988"/>
                        <a:pt x="48196" y="32988"/>
                      </a:cubicBezTo>
                      <a:cubicBezTo>
                        <a:pt x="47816" y="32988"/>
                        <a:pt x="47435" y="33179"/>
                        <a:pt x="47149" y="33369"/>
                      </a:cubicBezTo>
                      <a:cubicBezTo>
                        <a:pt x="48578" y="33464"/>
                        <a:pt x="49244" y="34036"/>
                        <a:pt x="49244" y="34988"/>
                      </a:cubicBezTo>
                      <a:cubicBezTo>
                        <a:pt x="49244" y="35179"/>
                        <a:pt x="49244" y="35369"/>
                        <a:pt x="49054" y="35655"/>
                      </a:cubicBezTo>
                      <a:lnTo>
                        <a:pt x="46196" y="35941"/>
                      </a:lnTo>
                      <a:lnTo>
                        <a:pt x="46863" y="36608"/>
                      </a:lnTo>
                      <a:lnTo>
                        <a:pt x="47530" y="35941"/>
                      </a:lnTo>
                      <a:cubicBezTo>
                        <a:pt x="47530" y="35941"/>
                        <a:pt x="47816" y="36131"/>
                        <a:pt x="48196" y="36322"/>
                      </a:cubicBezTo>
                      <a:cubicBezTo>
                        <a:pt x="48196" y="36322"/>
                        <a:pt x="48101" y="36608"/>
                        <a:pt x="47816" y="36893"/>
                      </a:cubicBezTo>
                      <a:cubicBezTo>
                        <a:pt x="48006" y="36893"/>
                        <a:pt x="48578" y="37084"/>
                        <a:pt x="49721" y="37560"/>
                      </a:cubicBezTo>
                      <a:lnTo>
                        <a:pt x="49721" y="36608"/>
                      </a:lnTo>
                      <a:cubicBezTo>
                        <a:pt x="49721" y="36608"/>
                        <a:pt x="50292" y="36608"/>
                        <a:pt x="50578" y="36798"/>
                      </a:cubicBezTo>
                      <a:cubicBezTo>
                        <a:pt x="50863" y="37084"/>
                        <a:pt x="51149" y="37179"/>
                        <a:pt x="51245" y="37274"/>
                      </a:cubicBezTo>
                      <a:lnTo>
                        <a:pt x="49340" y="35084"/>
                      </a:lnTo>
                      <a:lnTo>
                        <a:pt x="50006" y="34417"/>
                      </a:lnTo>
                      <a:cubicBezTo>
                        <a:pt x="50006" y="34417"/>
                        <a:pt x="50197" y="34417"/>
                        <a:pt x="50292" y="34512"/>
                      </a:cubicBezTo>
                      <a:cubicBezTo>
                        <a:pt x="50292" y="34512"/>
                        <a:pt x="50483" y="34703"/>
                        <a:pt x="50578" y="34798"/>
                      </a:cubicBezTo>
                      <a:lnTo>
                        <a:pt x="50292" y="35084"/>
                      </a:lnTo>
                      <a:cubicBezTo>
                        <a:pt x="50959" y="36131"/>
                        <a:pt x="52388" y="36417"/>
                        <a:pt x="54388" y="36036"/>
                      </a:cubicBezTo>
                      <a:lnTo>
                        <a:pt x="52864" y="34417"/>
                      </a:lnTo>
                      <a:close/>
                      <a:moveTo>
                        <a:pt x="48768" y="39179"/>
                      </a:moveTo>
                      <a:lnTo>
                        <a:pt x="48768" y="37846"/>
                      </a:lnTo>
                      <a:lnTo>
                        <a:pt x="48578" y="37846"/>
                      </a:lnTo>
                      <a:lnTo>
                        <a:pt x="48578" y="39179"/>
                      </a:lnTo>
                      <a:lnTo>
                        <a:pt x="48768" y="39179"/>
                      </a:lnTo>
                      <a:close/>
                      <a:moveTo>
                        <a:pt x="53816" y="38798"/>
                      </a:moveTo>
                      <a:lnTo>
                        <a:pt x="53816" y="38132"/>
                      </a:lnTo>
                      <a:cubicBezTo>
                        <a:pt x="53816" y="38132"/>
                        <a:pt x="53150" y="38132"/>
                        <a:pt x="52483" y="37941"/>
                      </a:cubicBezTo>
                      <a:cubicBezTo>
                        <a:pt x="51911" y="37846"/>
                        <a:pt x="51435" y="37751"/>
                        <a:pt x="51054" y="37751"/>
                      </a:cubicBezTo>
                      <a:cubicBezTo>
                        <a:pt x="50197" y="37751"/>
                        <a:pt x="49625" y="38132"/>
                        <a:pt x="49340" y="38798"/>
                      </a:cubicBezTo>
                      <a:lnTo>
                        <a:pt x="53721" y="38798"/>
                      </a:lnTo>
                      <a:close/>
                      <a:moveTo>
                        <a:pt x="53150" y="36512"/>
                      </a:moveTo>
                      <a:lnTo>
                        <a:pt x="54007" y="36893"/>
                      </a:lnTo>
                      <a:lnTo>
                        <a:pt x="53721" y="36512"/>
                      </a:lnTo>
                      <a:lnTo>
                        <a:pt x="53054" y="36512"/>
                      </a:lnTo>
                      <a:close/>
                      <a:moveTo>
                        <a:pt x="66770" y="24797"/>
                      </a:moveTo>
                      <a:cubicBezTo>
                        <a:pt x="67723" y="24511"/>
                        <a:pt x="68294" y="24035"/>
                        <a:pt x="68294" y="23273"/>
                      </a:cubicBezTo>
                      <a:cubicBezTo>
                        <a:pt x="68294" y="22701"/>
                        <a:pt x="68771" y="22511"/>
                        <a:pt x="69533" y="22511"/>
                      </a:cubicBezTo>
                      <a:cubicBezTo>
                        <a:pt x="69342" y="22320"/>
                        <a:pt x="69152" y="22130"/>
                        <a:pt x="68866" y="22130"/>
                      </a:cubicBezTo>
                      <a:cubicBezTo>
                        <a:pt x="68580" y="22130"/>
                        <a:pt x="68009" y="22796"/>
                        <a:pt x="67342" y="24035"/>
                      </a:cubicBezTo>
                      <a:lnTo>
                        <a:pt x="67056" y="23654"/>
                      </a:lnTo>
                      <a:lnTo>
                        <a:pt x="67342" y="23177"/>
                      </a:lnTo>
                      <a:lnTo>
                        <a:pt x="64865" y="22225"/>
                      </a:lnTo>
                      <a:cubicBezTo>
                        <a:pt x="63437" y="23844"/>
                        <a:pt x="61722" y="25082"/>
                        <a:pt x="59531" y="25940"/>
                      </a:cubicBezTo>
                      <a:cubicBezTo>
                        <a:pt x="59531" y="25940"/>
                        <a:pt x="59341" y="26321"/>
                        <a:pt x="58960" y="26892"/>
                      </a:cubicBezTo>
                      <a:cubicBezTo>
                        <a:pt x="58674" y="27368"/>
                        <a:pt x="58484" y="27749"/>
                        <a:pt x="58484" y="27844"/>
                      </a:cubicBezTo>
                      <a:cubicBezTo>
                        <a:pt x="58484" y="28035"/>
                        <a:pt x="58579" y="28035"/>
                        <a:pt x="58769" y="28035"/>
                      </a:cubicBezTo>
                      <a:cubicBezTo>
                        <a:pt x="58865" y="27559"/>
                        <a:pt x="59246" y="27368"/>
                        <a:pt x="59817" y="27368"/>
                      </a:cubicBezTo>
                      <a:lnTo>
                        <a:pt x="60293" y="27368"/>
                      </a:lnTo>
                      <a:lnTo>
                        <a:pt x="59817" y="26702"/>
                      </a:lnTo>
                      <a:lnTo>
                        <a:pt x="60293" y="26035"/>
                      </a:lnTo>
                      <a:cubicBezTo>
                        <a:pt x="60770" y="26035"/>
                        <a:pt x="61341" y="25749"/>
                        <a:pt x="61817" y="25463"/>
                      </a:cubicBezTo>
                      <a:cubicBezTo>
                        <a:pt x="62294" y="25178"/>
                        <a:pt x="62770" y="24987"/>
                        <a:pt x="63056" y="24987"/>
                      </a:cubicBezTo>
                      <a:cubicBezTo>
                        <a:pt x="63246" y="24987"/>
                        <a:pt x="63532" y="24987"/>
                        <a:pt x="63818" y="24987"/>
                      </a:cubicBezTo>
                      <a:lnTo>
                        <a:pt x="62484" y="27273"/>
                      </a:lnTo>
                      <a:cubicBezTo>
                        <a:pt x="62484" y="27273"/>
                        <a:pt x="63151" y="27464"/>
                        <a:pt x="63437" y="27464"/>
                      </a:cubicBezTo>
                      <a:cubicBezTo>
                        <a:pt x="63818" y="27464"/>
                        <a:pt x="64103" y="27273"/>
                        <a:pt x="64103" y="26892"/>
                      </a:cubicBezTo>
                      <a:cubicBezTo>
                        <a:pt x="64103" y="26702"/>
                        <a:pt x="64103" y="26511"/>
                        <a:pt x="64103" y="26130"/>
                      </a:cubicBezTo>
                      <a:cubicBezTo>
                        <a:pt x="64103" y="25749"/>
                        <a:pt x="64103" y="25559"/>
                        <a:pt x="64103" y="25273"/>
                      </a:cubicBezTo>
                      <a:cubicBezTo>
                        <a:pt x="64103" y="24606"/>
                        <a:pt x="64389" y="24035"/>
                        <a:pt x="64865" y="23654"/>
                      </a:cubicBezTo>
                      <a:lnTo>
                        <a:pt x="65532" y="24225"/>
                      </a:lnTo>
                      <a:cubicBezTo>
                        <a:pt x="65532" y="24225"/>
                        <a:pt x="65723" y="24225"/>
                        <a:pt x="65913" y="24035"/>
                      </a:cubicBezTo>
                      <a:cubicBezTo>
                        <a:pt x="65723" y="23654"/>
                        <a:pt x="65532" y="23463"/>
                        <a:pt x="65532" y="23368"/>
                      </a:cubicBezTo>
                      <a:cubicBezTo>
                        <a:pt x="65532" y="23082"/>
                        <a:pt x="65723" y="22892"/>
                        <a:pt x="66199" y="22701"/>
                      </a:cubicBezTo>
                      <a:lnTo>
                        <a:pt x="67056" y="24035"/>
                      </a:lnTo>
                      <a:lnTo>
                        <a:pt x="66389" y="24701"/>
                      </a:lnTo>
                      <a:cubicBezTo>
                        <a:pt x="66389" y="24701"/>
                        <a:pt x="66389" y="24987"/>
                        <a:pt x="66675" y="25178"/>
                      </a:cubicBezTo>
                      <a:cubicBezTo>
                        <a:pt x="66866" y="25368"/>
                        <a:pt x="67056" y="25463"/>
                        <a:pt x="67056" y="25559"/>
                      </a:cubicBezTo>
                      <a:lnTo>
                        <a:pt x="66675" y="24606"/>
                      </a:lnTo>
                      <a:close/>
                      <a:moveTo>
                        <a:pt x="63627" y="2984"/>
                      </a:moveTo>
                      <a:lnTo>
                        <a:pt x="63627" y="4032"/>
                      </a:lnTo>
                      <a:lnTo>
                        <a:pt x="64008" y="4032"/>
                      </a:lnTo>
                      <a:lnTo>
                        <a:pt x="64008" y="2984"/>
                      </a:lnTo>
                      <a:lnTo>
                        <a:pt x="63627" y="2984"/>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 name="Google Shape;856;p99"/>
                <p:cNvSpPr/>
                <p:nvPr/>
              </p:nvSpPr>
              <p:spPr>
                <a:xfrm>
                  <a:off x="6797420" y="4378737"/>
                  <a:ext cx="64007" cy="78676"/>
                </a:xfrm>
                <a:custGeom>
                  <a:avLst/>
                  <a:gdLst/>
                  <a:ahLst/>
                  <a:cxnLst/>
                  <a:rect l="l" t="t" r="r" b="b"/>
                  <a:pathLst>
                    <a:path w="64007" h="78676" extrusionOk="0">
                      <a:moveTo>
                        <a:pt x="49911" y="64199"/>
                      </a:moveTo>
                      <a:cubicBezTo>
                        <a:pt x="49720" y="65056"/>
                        <a:pt x="49530" y="65818"/>
                        <a:pt x="49530" y="66580"/>
                      </a:cubicBezTo>
                      <a:cubicBezTo>
                        <a:pt x="49530" y="67723"/>
                        <a:pt x="49816" y="68961"/>
                        <a:pt x="50387" y="70390"/>
                      </a:cubicBezTo>
                      <a:cubicBezTo>
                        <a:pt x="51149" y="72200"/>
                        <a:pt x="51530" y="73343"/>
                        <a:pt x="51721" y="73914"/>
                      </a:cubicBezTo>
                      <a:cubicBezTo>
                        <a:pt x="52006" y="74295"/>
                        <a:pt x="52101" y="74581"/>
                        <a:pt x="52101" y="74962"/>
                      </a:cubicBezTo>
                      <a:cubicBezTo>
                        <a:pt x="52101" y="75343"/>
                        <a:pt x="51816" y="75819"/>
                        <a:pt x="51340" y="76391"/>
                      </a:cubicBezTo>
                      <a:cubicBezTo>
                        <a:pt x="50673" y="77248"/>
                        <a:pt x="50197" y="77724"/>
                        <a:pt x="50101" y="77915"/>
                      </a:cubicBezTo>
                      <a:cubicBezTo>
                        <a:pt x="49530" y="77915"/>
                        <a:pt x="48958" y="77724"/>
                        <a:pt x="48292" y="77724"/>
                      </a:cubicBezTo>
                      <a:cubicBezTo>
                        <a:pt x="47625" y="77724"/>
                        <a:pt x="46672" y="77724"/>
                        <a:pt x="45339" y="77915"/>
                      </a:cubicBezTo>
                      <a:cubicBezTo>
                        <a:pt x="44005" y="78105"/>
                        <a:pt x="43053" y="78105"/>
                        <a:pt x="42481" y="78105"/>
                      </a:cubicBezTo>
                      <a:cubicBezTo>
                        <a:pt x="40195" y="78105"/>
                        <a:pt x="38576" y="77343"/>
                        <a:pt x="37528" y="75914"/>
                      </a:cubicBezTo>
                      <a:cubicBezTo>
                        <a:pt x="37814" y="75152"/>
                        <a:pt x="38005" y="74486"/>
                        <a:pt x="38005" y="73914"/>
                      </a:cubicBezTo>
                      <a:cubicBezTo>
                        <a:pt x="38005" y="73057"/>
                        <a:pt x="37528" y="72009"/>
                        <a:pt x="36576" y="70961"/>
                      </a:cubicBezTo>
                      <a:cubicBezTo>
                        <a:pt x="35338" y="69437"/>
                        <a:pt x="34576" y="68485"/>
                        <a:pt x="34290" y="67913"/>
                      </a:cubicBezTo>
                      <a:cubicBezTo>
                        <a:pt x="34004" y="67818"/>
                        <a:pt x="33718" y="67723"/>
                        <a:pt x="33433" y="67723"/>
                      </a:cubicBezTo>
                      <a:cubicBezTo>
                        <a:pt x="33051" y="67723"/>
                        <a:pt x="32290" y="67913"/>
                        <a:pt x="31242" y="68104"/>
                      </a:cubicBezTo>
                      <a:cubicBezTo>
                        <a:pt x="30194" y="68390"/>
                        <a:pt x="29432" y="68485"/>
                        <a:pt x="29051" y="68485"/>
                      </a:cubicBezTo>
                      <a:cubicBezTo>
                        <a:pt x="28003" y="68485"/>
                        <a:pt x="27241" y="68009"/>
                        <a:pt x="26956" y="66961"/>
                      </a:cubicBezTo>
                      <a:lnTo>
                        <a:pt x="26289" y="66961"/>
                      </a:lnTo>
                      <a:cubicBezTo>
                        <a:pt x="26289" y="66961"/>
                        <a:pt x="26289" y="66008"/>
                        <a:pt x="26003" y="65342"/>
                      </a:cubicBezTo>
                      <a:cubicBezTo>
                        <a:pt x="25813" y="64675"/>
                        <a:pt x="25717" y="64294"/>
                        <a:pt x="25717" y="64008"/>
                      </a:cubicBezTo>
                      <a:cubicBezTo>
                        <a:pt x="25717" y="63532"/>
                        <a:pt x="25908" y="63246"/>
                        <a:pt x="26194" y="62960"/>
                      </a:cubicBezTo>
                      <a:cubicBezTo>
                        <a:pt x="25908" y="62579"/>
                        <a:pt x="25813" y="62103"/>
                        <a:pt x="25813" y="61817"/>
                      </a:cubicBezTo>
                      <a:cubicBezTo>
                        <a:pt x="25813" y="61436"/>
                        <a:pt x="25908" y="60960"/>
                        <a:pt x="26194" y="60388"/>
                      </a:cubicBezTo>
                      <a:cubicBezTo>
                        <a:pt x="26479" y="59722"/>
                        <a:pt x="26575" y="59246"/>
                        <a:pt x="26575" y="58960"/>
                      </a:cubicBezTo>
                      <a:cubicBezTo>
                        <a:pt x="26575" y="58769"/>
                        <a:pt x="26575" y="58484"/>
                        <a:pt x="26384" y="58198"/>
                      </a:cubicBezTo>
                      <a:cubicBezTo>
                        <a:pt x="26860" y="57341"/>
                        <a:pt x="28289" y="56960"/>
                        <a:pt x="30670" y="56864"/>
                      </a:cubicBezTo>
                      <a:cubicBezTo>
                        <a:pt x="32861" y="56864"/>
                        <a:pt x="33909" y="56388"/>
                        <a:pt x="33909" y="55721"/>
                      </a:cubicBezTo>
                      <a:cubicBezTo>
                        <a:pt x="33909" y="55245"/>
                        <a:pt x="33623" y="54578"/>
                        <a:pt x="33051" y="53721"/>
                      </a:cubicBezTo>
                      <a:lnTo>
                        <a:pt x="34195" y="53721"/>
                      </a:lnTo>
                      <a:cubicBezTo>
                        <a:pt x="34195" y="53721"/>
                        <a:pt x="34195" y="54674"/>
                        <a:pt x="34576" y="55340"/>
                      </a:cubicBezTo>
                      <a:cubicBezTo>
                        <a:pt x="34766" y="55150"/>
                        <a:pt x="34861" y="54769"/>
                        <a:pt x="34861" y="54007"/>
                      </a:cubicBezTo>
                      <a:cubicBezTo>
                        <a:pt x="34861" y="53435"/>
                        <a:pt x="35242" y="53150"/>
                        <a:pt x="35814" y="53054"/>
                      </a:cubicBezTo>
                      <a:lnTo>
                        <a:pt x="34861" y="52102"/>
                      </a:lnTo>
                      <a:lnTo>
                        <a:pt x="35814" y="51816"/>
                      </a:lnTo>
                      <a:lnTo>
                        <a:pt x="35052" y="51149"/>
                      </a:lnTo>
                      <a:cubicBezTo>
                        <a:pt x="35052" y="51149"/>
                        <a:pt x="35338" y="51245"/>
                        <a:pt x="35433" y="51245"/>
                      </a:cubicBezTo>
                      <a:cubicBezTo>
                        <a:pt x="35623" y="51245"/>
                        <a:pt x="35909" y="51245"/>
                        <a:pt x="36385" y="50863"/>
                      </a:cubicBezTo>
                      <a:cubicBezTo>
                        <a:pt x="36766" y="50578"/>
                        <a:pt x="37052" y="50483"/>
                        <a:pt x="37242" y="50483"/>
                      </a:cubicBezTo>
                      <a:cubicBezTo>
                        <a:pt x="37528" y="50483"/>
                        <a:pt x="37719" y="50768"/>
                        <a:pt x="37719" y="51340"/>
                      </a:cubicBezTo>
                      <a:cubicBezTo>
                        <a:pt x="37528" y="51340"/>
                        <a:pt x="36862" y="51530"/>
                        <a:pt x="35719" y="52007"/>
                      </a:cubicBezTo>
                      <a:cubicBezTo>
                        <a:pt x="35719" y="52007"/>
                        <a:pt x="36195" y="52388"/>
                        <a:pt x="37052" y="52864"/>
                      </a:cubicBezTo>
                      <a:cubicBezTo>
                        <a:pt x="37528" y="53245"/>
                        <a:pt x="37814" y="53530"/>
                        <a:pt x="37814" y="53816"/>
                      </a:cubicBezTo>
                      <a:cubicBezTo>
                        <a:pt x="37814" y="54007"/>
                        <a:pt x="37814" y="54197"/>
                        <a:pt x="37814" y="54293"/>
                      </a:cubicBezTo>
                      <a:cubicBezTo>
                        <a:pt x="38100" y="54102"/>
                        <a:pt x="38290" y="53816"/>
                        <a:pt x="38386" y="53340"/>
                      </a:cubicBezTo>
                      <a:cubicBezTo>
                        <a:pt x="38481" y="52864"/>
                        <a:pt x="38386" y="52578"/>
                        <a:pt x="38386" y="52292"/>
                      </a:cubicBezTo>
                      <a:lnTo>
                        <a:pt x="39433" y="51149"/>
                      </a:lnTo>
                      <a:lnTo>
                        <a:pt x="37242" y="49054"/>
                      </a:lnTo>
                      <a:lnTo>
                        <a:pt x="37528" y="48578"/>
                      </a:lnTo>
                      <a:cubicBezTo>
                        <a:pt x="37528" y="48578"/>
                        <a:pt x="37147" y="48292"/>
                        <a:pt x="36957" y="48292"/>
                      </a:cubicBezTo>
                      <a:cubicBezTo>
                        <a:pt x="36862" y="48292"/>
                        <a:pt x="36671" y="48482"/>
                        <a:pt x="36290" y="48768"/>
                      </a:cubicBezTo>
                      <a:cubicBezTo>
                        <a:pt x="35909" y="49054"/>
                        <a:pt x="35623" y="49149"/>
                        <a:pt x="35242" y="49149"/>
                      </a:cubicBezTo>
                      <a:cubicBezTo>
                        <a:pt x="35147" y="49149"/>
                        <a:pt x="34385" y="49149"/>
                        <a:pt x="33147" y="49149"/>
                      </a:cubicBezTo>
                      <a:cubicBezTo>
                        <a:pt x="32385" y="49149"/>
                        <a:pt x="32004" y="48673"/>
                        <a:pt x="31909" y="47625"/>
                      </a:cubicBezTo>
                      <a:cubicBezTo>
                        <a:pt x="31432" y="47435"/>
                        <a:pt x="31242" y="47054"/>
                        <a:pt x="31242" y="46577"/>
                      </a:cubicBezTo>
                      <a:cubicBezTo>
                        <a:pt x="31242" y="46387"/>
                        <a:pt x="31242" y="46006"/>
                        <a:pt x="31432" y="45434"/>
                      </a:cubicBezTo>
                      <a:cubicBezTo>
                        <a:pt x="31528" y="44958"/>
                        <a:pt x="31623" y="44577"/>
                        <a:pt x="31623" y="44291"/>
                      </a:cubicBezTo>
                      <a:cubicBezTo>
                        <a:pt x="31623" y="43625"/>
                        <a:pt x="31147" y="43148"/>
                        <a:pt x="30289" y="43053"/>
                      </a:cubicBezTo>
                      <a:cubicBezTo>
                        <a:pt x="30099" y="42767"/>
                        <a:pt x="30004" y="42386"/>
                        <a:pt x="30004" y="42005"/>
                      </a:cubicBezTo>
                      <a:cubicBezTo>
                        <a:pt x="30004" y="41815"/>
                        <a:pt x="30004" y="41624"/>
                        <a:pt x="30004" y="41148"/>
                      </a:cubicBezTo>
                      <a:cubicBezTo>
                        <a:pt x="30004" y="40767"/>
                        <a:pt x="30004" y="40577"/>
                        <a:pt x="30004" y="40386"/>
                      </a:cubicBezTo>
                      <a:cubicBezTo>
                        <a:pt x="30004" y="39815"/>
                        <a:pt x="29718" y="39434"/>
                        <a:pt x="29146" y="39053"/>
                      </a:cubicBezTo>
                      <a:lnTo>
                        <a:pt x="28289" y="38767"/>
                      </a:lnTo>
                      <a:cubicBezTo>
                        <a:pt x="28670" y="38195"/>
                        <a:pt x="28956" y="37624"/>
                        <a:pt x="28956" y="36957"/>
                      </a:cubicBezTo>
                      <a:cubicBezTo>
                        <a:pt x="28956" y="36386"/>
                        <a:pt x="28765" y="35719"/>
                        <a:pt x="28384" y="34862"/>
                      </a:cubicBezTo>
                      <a:cubicBezTo>
                        <a:pt x="28003" y="34290"/>
                        <a:pt x="27717" y="33623"/>
                        <a:pt x="27432" y="32861"/>
                      </a:cubicBezTo>
                      <a:cubicBezTo>
                        <a:pt x="27717" y="32671"/>
                        <a:pt x="27908" y="32480"/>
                        <a:pt x="27908" y="32099"/>
                      </a:cubicBezTo>
                      <a:cubicBezTo>
                        <a:pt x="27908" y="31718"/>
                        <a:pt x="27908" y="31433"/>
                        <a:pt x="27432" y="31242"/>
                      </a:cubicBezTo>
                      <a:lnTo>
                        <a:pt x="26098" y="31528"/>
                      </a:lnTo>
                      <a:lnTo>
                        <a:pt x="25717" y="29242"/>
                      </a:lnTo>
                      <a:cubicBezTo>
                        <a:pt x="25717" y="29242"/>
                        <a:pt x="25051" y="29623"/>
                        <a:pt x="25051" y="30194"/>
                      </a:cubicBezTo>
                      <a:cubicBezTo>
                        <a:pt x="25051" y="30766"/>
                        <a:pt x="24765" y="31147"/>
                        <a:pt x="24193" y="31337"/>
                      </a:cubicBezTo>
                      <a:cubicBezTo>
                        <a:pt x="24289" y="31623"/>
                        <a:pt x="24384" y="32004"/>
                        <a:pt x="24384" y="32290"/>
                      </a:cubicBezTo>
                      <a:cubicBezTo>
                        <a:pt x="24384" y="32766"/>
                        <a:pt x="24193" y="33433"/>
                        <a:pt x="23717" y="34385"/>
                      </a:cubicBezTo>
                      <a:cubicBezTo>
                        <a:pt x="23241" y="35243"/>
                        <a:pt x="23050" y="36195"/>
                        <a:pt x="23146" y="37147"/>
                      </a:cubicBezTo>
                      <a:cubicBezTo>
                        <a:pt x="22384" y="37624"/>
                        <a:pt x="21907" y="38386"/>
                        <a:pt x="21812" y="39434"/>
                      </a:cubicBezTo>
                      <a:cubicBezTo>
                        <a:pt x="21622" y="40958"/>
                        <a:pt x="21526" y="41815"/>
                        <a:pt x="21431" y="41910"/>
                      </a:cubicBezTo>
                      <a:cubicBezTo>
                        <a:pt x="21145" y="41910"/>
                        <a:pt x="20859" y="42291"/>
                        <a:pt x="20383" y="43053"/>
                      </a:cubicBezTo>
                      <a:cubicBezTo>
                        <a:pt x="19907" y="44101"/>
                        <a:pt x="19431" y="44768"/>
                        <a:pt x="18955" y="45149"/>
                      </a:cubicBezTo>
                      <a:cubicBezTo>
                        <a:pt x="18955" y="45244"/>
                        <a:pt x="19145" y="45625"/>
                        <a:pt x="19621" y="46101"/>
                      </a:cubicBezTo>
                      <a:lnTo>
                        <a:pt x="20193" y="45434"/>
                      </a:lnTo>
                      <a:cubicBezTo>
                        <a:pt x="20193" y="45434"/>
                        <a:pt x="20383" y="45625"/>
                        <a:pt x="20383" y="45720"/>
                      </a:cubicBezTo>
                      <a:cubicBezTo>
                        <a:pt x="20383" y="45911"/>
                        <a:pt x="20288" y="46196"/>
                        <a:pt x="20002" y="46672"/>
                      </a:cubicBezTo>
                      <a:cubicBezTo>
                        <a:pt x="19717" y="47149"/>
                        <a:pt x="19621" y="47435"/>
                        <a:pt x="19621" y="47530"/>
                      </a:cubicBezTo>
                      <a:cubicBezTo>
                        <a:pt x="19240" y="48101"/>
                        <a:pt x="18955" y="48482"/>
                        <a:pt x="18955" y="48482"/>
                      </a:cubicBezTo>
                      <a:lnTo>
                        <a:pt x="19621" y="49149"/>
                      </a:lnTo>
                      <a:cubicBezTo>
                        <a:pt x="19621" y="49149"/>
                        <a:pt x="20002" y="48673"/>
                        <a:pt x="20193" y="48673"/>
                      </a:cubicBezTo>
                      <a:lnTo>
                        <a:pt x="20193" y="49340"/>
                      </a:lnTo>
                      <a:cubicBezTo>
                        <a:pt x="20193" y="49340"/>
                        <a:pt x="19812" y="49149"/>
                        <a:pt x="19621" y="49149"/>
                      </a:cubicBezTo>
                      <a:cubicBezTo>
                        <a:pt x="19240" y="49149"/>
                        <a:pt x="18859" y="49721"/>
                        <a:pt x="18669" y="50863"/>
                      </a:cubicBezTo>
                      <a:cubicBezTo>
                        <a:pt x="18383" y="52102"/>
                        <a:pt x="18097" y="52959"/>
                        <a:pt x="17716" y="53245"/>
                      </a:cubicBezTo>
                      <a:cubicBezTo>
                        <a:pt x="18002" y="53530"/>
                        <a:pt x="18288" y="54102"/>
                        <a:pt x="18478" y="55054"/>
                      </a:cubicBezTo>
                      <a:cubicBezTo>
                        <a:pt x="18574" y="56007"/>
                        <a:pt x="19050" y="56579"/>
                        <a:pt x="19717" y="56769"/>
                      </a:cubicBezTo>
                      <a:cubicBezTo>
                        <a:pt x="20002" y="56579"/>
                        <a:pt x="20859" y="56483"/>
                        <a:pt x="22003" y="56483"/>
                      </a:cubicBezTo>
                      <a:cubicBezTo>
                        <a:pt x="23050" y="56483"/>
                        <a:pt x="23622" y="56388"/>
                        <a:pt x="23813" y="56102"/>
                      </a:cubicBezTo>
                      <a:cubicBezTo>
                        <a:pt x="23813" y="56674"/>
                        <a:pt x="24098" y="58103"/>
                        <a:pt x="24384" y="60103"/>
                      </a:cubicBezTo>
                      <a:cubicBezTo>
                        <a:pt x="24670" y="61722"/>
                        <a:pt x="24860" y="63055"/>
                        <a:pt x="24860" y="64008"/>
                      </a:cubicBezTo>
                      <a:cubicBezTo>
                        <a:pt x="24860" y="65532"/>
                        <a:pt x="24574" y="67056"/>
                        <a:pt x="24098" y="68485"/>
                      </a:cubicBezTo>
                      <a:cubicBezTo>
                        <a:pt x="23336" y="68771"/>
                        <a:pt x="22098" y="68771"/>
                        <a:pt x="20288" y="68771"/>
                      </a:cubicBezTo>
                      <a:cubicBezTo>
                        <a:pt x="18478" y="68771"/>
                        <a:pt x="17145" y="68961"/>
                        <a:pt x="16288" y="69437"/>
                      </a:cubicBezTo>
                      <a:lnTo>
                        <a:pt x="16669" y="69723"/>
                      </a:lnTo>
                      <a:cubicBezTo>
                        <a:pt x="15335" y="70009"/>
                        <a:pt x="14573" y="70961"/>
                        <a:pt x="14383" y="72676"/>
                      </a:cubicBezTo>
                      <a:cubicBezTo>
                        <a:pt x="14383" y="74009"/>
                        <a:pt x="14192" y="75343"/>
                        <a:pt x="14001" y="76581"/>
                      </a:cubicBezTo>
                      <a:cubicBezTo>
                        <a:pt x="13621" y="77915"/>
                        <a:pt x="12478" y="78486"/>
                        <a:pt x="10668" y="78296"/>
                      </a:cubicBezTo>
                      <a:cubicBezTo>
                        <a:pt x="10477" y="78581"/>
                        <a:pt x="10287" y="78677"/>
                        <a:pt x="10001" y="78677"/>
                      </a:cubicBezTo>
                      <a:cubicBezTo>
                        <a:pt x="9811" y="78677"/>
                        <a:pt x="9430" y="78486"/>
                        <a:pt x="8953" y="78296"/>
                      </a:cubicBezTo>
                      <a:cubicBezTo>
                        <a:pt x="8477" y="78010"/>
                        <a:pt x="8096" y="77915"/>
                        <a:pt x="7810" y="77915"/>
                      </a:cubicBezTo>
                      <a:cubicBezTo>
                        <a:pt x="7620" y="77915"/>
                        <a:pt x="7239" y="77915"/>
                        <a:pt x="6763" y="77915"/>
                      </a:cubicBezTo>
                      <a:cubicBezTo>
                        <a:pt x="6382" y="77915"/>
                        <a:pt x="5810" y="77915"/>
                        <a:pt x="5048" y="78105"/>
                      </a:cubicBezTo>
                      <a:cubicBezTo>
                        <a:pt x="4286" y="78296"/>
                        <a:pt x="3715" y="78296"/>
                        <a:pt x="3334" y="78296"/>
                      </a:cubicBezTo>
                      <a:cubicBezTo>
                        <a:pt x="1619" y="78296"/>
                        <a:pt x="667" y="77724"/>
                        <a:pt x="286" y="76581"/>
                      </a:cubicBezTo>
                      <a:cubicBezTo>
                        <a:pt x="95" y="76105"/>
                        <a:pt x="0" y="75629"/>
                        <a:pt x="0" y="75152"/>
                      </a:cubicBezTo>
                      <a:cubicBezTo>
                        <a:pt x="0" y="74486"/>
                        <a:pt x="286" y="73533"/>
                        <a:pt x="857" y="72390"/>
                      </a:cubicBezTo>
                      <a:cubicBezTo>
                        <a:pt x="1429" y="71247"/>
                        <a:pt x="1619" y="70199"/>
                        <a:pt x="1429" y="69342"/>
                      </a:cubicBezTo>
                      <a:cubicBezTo>
                        <a:pt x="2286" y="69056"/>
                        <a:pt x="2857" y="68390"/>
                        <a:pt x="2857" y="67437"/>
                      </a:cubicBezTo>
                      <a:cubicBezTo>
                        <a:pt x="2857" y="67246"/>
                        <a:pt x="2857" y="67056"/>
                        <a:pt x="2762" y="66675"/>
                      </a:cubicBezTo>
                      <a:lnTo>
                        <a:pt x="2762" y="65818"/>
                      </a:lnTo>
                      <a:cubicBezTo>
                        <a:pt x="2762" y="65246"/>
                        <a:pt x="2857" y="64865"/>
                        <a:pt x="3048" y="64484"/>
                      </a:cubicBezTo>
                      <a:cubicBezTo>
                        <a:pt x="3905" y="64103"/>
                        <a:pt x="4381" y="63532"/>
                        <a:pt x="4381" y="62675"/>
                      </a:cubicBezTo>
                      <a:cubicBezTo>
                        <a:pt x="4381" y="62389"/>
                        <a:pt x="4381" y="61913"/>
                        <a:pt x="4191" y="61341"/>
                      </a:cubicBezTo>
                      <a:cubicBezTo>
                        <a:pt x="4096" y="60674"/>
                        <a:pt x="4000" y="60198"/>
                        <a:pt x="4000" y="59912"/>
                      </a:cubicBezTo>
                      <a:cubicBezTo>
                        <a:pt x="4000" y="58960"/>
                        <a:pt x="4381" y="58293"/>
                        <a:pt x="5239" y="57817"/>
                      </a:cubicBezTo>
                      <a:cubicBezTo>
                        <a:pt x="5143" y="57436"/>
                        <a:pt x="5048" y="57055"/>
                        <a:pt x="5048" y="56674"/>
                      </a:cubicBezTo>
                      <a:cubicBezTo>
                        <a:pt x="5048" y="55912"/>
                        <a:pt x="5334" y="55054"/>
                        <a:pt x="6001" y="54007"/>
                      </a:cubicBezTo>
                      <a:cubicBezTo>
                        <a:pt x="6667" y="52959"/>
                        <a:pt x="6953" y="52102"/>
                        <a:pt x="6953" y="51626"/>
                      </a:cubicBezTo>
                      <a:cubicBezTo>
                        <a:pt x="6953" y="51149"/>
                        <a:pt x="6858" y="50578"/>
                        <a:pt x="6477" y="50006"/>
                      </a:cubicBezTo>
                      <a:cubicBezTo>
                        <a:pt x="7334" y="48863"/>
                        <a:pt x="8001" y="47244"/>
                        <a:pt x="8382" y="45053"/>
                      </a:cubicBezTo>
                      <a:cubicBezTo>
                        <a:pt x="8572" y="43339"/>
                        <a:pt x="8763" y="41720"/>
                        <a:pt x="8953" y="40005"/>
                      </a:cubicBezTo>
                      <a:cubicBezTo>
                        <a:pt x="9811" y="39624"/>
                        <a:pt x="10382" y="38671"/>
                        <a:pt x="10668" y="37052"/>
                      </a:cubicBezTo>
                      <a:cubicBezTo>
                        <a:pt x="10954" y="35528"/>
                        <a:pt x="11430" y="34385"/>
                        <a:pt x="12097" y="33909"/>
                      </a:cubicBezTo>
                      <a:cubicBezTo>
                        <a:pt x="11906" y="33433"/>
                        <a:pt x="11716" y="32861"/>
                        <a:pt x="11716" y="32195"/>
                      </a:cubicBezTo>
                      <a:cubicBezTo>
                        <a:pt x="11716" y="31623"/>
                        <a:pt x="11811" y="30956"/>
                        <a:pt x="12001" y="30004"/>
                      </a:cubicBezTo>
                      <a:cubicBezTo>
                        <a:pt x="12192" y="29146"/>
                        <a:pt x="12287" y="28575"/>
                        <a:pt x="12287" y="28385"/>
                      </a:cubicBezTo>
                      <a:cubicBezTo>
                        <a:pt x="12954" y="28004"/>
                        <a:pt x="13240" y="27432"/>
                        <a:pt x="13240" y="26861"/>
                      </a:cubicBezTo>
                      <a:lnTo>
                        <a:pt x="13240" y="25813"/>
                      </a:lnTo>
                      <a:cubicBezTo>
                        <a:pt x="13240" y="24955"/>
                        <a:pt x="13716" y="24289"/>
                        <a:pt x="14573" y="23717"/>
                      </a:cubicBezTo>
                      <a:cubicBezTo>
                        <a:pt x="14192" y="22955"/>
                        <a:pt x="14192" y="21622"/>
                        <a:pt x="14573" y="19621"/>
                      </a:cubicBezTo>
                      <a:cubicBezTo>
                        <a:pt x="15811" y="19431"/>
                        <a:pt x="16288" y="18574"/>
                        <a:pt x="16002" y="17050"/>
                      </a:cubicBezTo>
                      <a:cubicBezTo>
                        <a:pt x="15621" y="15240"/>
                        <a:pt x="15716" y="14192"/>
                        <a:pt x="16002" y="13811"/>
                      </a:cubicBezTo>
                      <a:cubicBezTo>
                        <a:pt x="17526" y="12002"/>
                        <a:pt x="18764" y="11144"/>
                        <a:pt x="19717" y="11144"/>
                      </a:cubicBezTo>
                      <a:cubicBezTo>
                        <a:pt x="20383" y="11144"/>
                        <a:pt x="20955" y="11525"/>
                        <a:pt x="21431" y="12192"/>
                      </a:cubicBezTo>
                      <a:cubicBezTo>
                        <a:pt x="21622" y="12097"/>
                        <a:pt x="21717" y="11811"/>
                        <a:pt x="21717" y="11240"/>
                      </a:cubicBezTo>
                      <a:cubicBezTo>
                        <a:pt x="21907" y="11144"/>
                        <a:pt x="22098" y="11049"/>
                        <a:pt x="22288" y="11049"/>
                      </a:cubicBezTo>
                      <a:cubicBezTo>
                        <a:pt x="22479" y="11049"/>
                        <a:pt x="22860" y="11049"/>
                        <a:pt x="23431" y="11240"/>
                      </a:cubicBezTo>
                      <a:cubicBezTo>
                        <a:pt x="24003" y="11430"/>
                        <a:pt x="24289" y="11430"/>
                        <a:pt x="24574" y="11430"/>
                      </a:cubicBezTo>
                      <a:cubicBezTo>
                        <a:pt x="25241" y="11430"/>
                        <a:pt x="25717" y="11144"/>
                        <a:pt x="26003" y="10478"/>
                      </a:cubicBezTo>
                      <a:cubicBezTo>
                        <a:pt x="26289" y="10763"/>
                        <a:pt x="26860" y="11049"/>
                        <a:pt x="27622" y="11621"/>
                      </a:cubicBezTo>
                      <a:cubicBezTo>
                        <a:pt x="27813" y="11144"/>
                        <a:pt x="28194" y="10954"/>
                        <a:pt x="28575" y="10954"/>
                      </a:cubicBezTo>
                      <a:cubicBezTo>
                        <a:pt x="28861" y="10954"/>
                        <a:pt x="29242" y="10954"/>
                        <a:pt x="29908" y="11240"/>
                      </a:cubicBezTo>
                      <a:cubicBezTo>
                        <a:pt x="30575" y="11430"/>
                        <a:pt x="31051" y="11525"/>
                        <a:pt x="31432" y="11525"/>
                      </a:cubicBezTo>
                      <a:cubicBezTo>
                        <a:pt x="31718" y="11525"/>
                        <a:pt x="32004" y="11525"/>
                        <a:pt x="32194" y="11335"/>
                      </a:cubicBezTo>
                      <a:cubicBezTo>
                        <a:pt x="32861" y="11811"/>
                        <a:pt x="33623" y="12287"/>
                        <a:pt x="34290" y="12763"/>
                      </a:cubicBezTo>
                      <a:cubicBezTo>
                        <a:pt x="34957" y="13240"/>
                        <a:pt x="35338" y="13907"/>
                        <a:pt x="35338" y="14764"/>
                      </a:cubicBezTo>
                      <a:cubicBezTo>
                        <a:pt x="35338" y="14954"/>
                        <a:pt x="35338" y="15240"/>
                        <a:pt x="35338" y="15526"/>
                      </a:cubicBezTo>
                      <a:lnTo>
                        <a:pt x="36671" y="15240"/>
                      </a:lnTo>
                      <a:cubicBezTo>
                        <a:pt x="36481" y="16002"/>
                        <a:pt x="36385" y="16764"/>
                        <a:pt x="36385" y="17526"/>
                      </a:cubicBezTo>
                      <a:cubicBezTo>
                        <a:pt x="36385" y="19241"/>
                        <a:pt x="36957" y="21146"/>
                        <a:pt x="38290" y="23336"/>
                      </a:cubicBezTo>
                      <a:lnTo>
                        <a:pt x="36671" y="24003"/>
                      </a:lnTo>
                      <a:lnTo>
                        <a:pt x="38290" y="24575"/>
                      </a:lnTo>
                      <a:cubicBezTo>
                        <a:pt x="38290" y="24575"/>
                        <a:pt x="37624" y="24765"/>
                        <a:pt x="36957" y="25241"/>
                      </a:cubicBezTo>
                      <a:lnTo>
                        <a:pt x="36957" y="25622"/>
                      </a:lnTo>
                      <a:cubicBezTo>
                        <a:pt x="36957" y="25622"/>
                        <a:pt x="38100" y="25622"/>
                        <a:pt x="39148" y="26003"/>
                      </a:cubicBezTo>
                      <a:lnTo>
                        <a:pt x="38005" y="27813"/>
                      </a:lnTo>
                      <a:cubicBezTo>
                        <a:pt x="39243" y="29337"/>
                        <a:pt x="40386" y="30194"/>
                        <a:pt x="41338" y="30194"/>
                      </a:cubicBezTo>
                      <a:lnTo>
                        <a:pt x="41338" y="30861"/>
                      </a:lnTo>
                      <a:cubicBezTo>
                        <a:pt x="40957" y="30290"/>
                        <a:pt x="40672" y="30099"/>
                        <a:pt x="40386" y="30194"/>
                      </a:cubicBezTo>
                      <a:cubicBezTo>
                        <a:pt x="40195" y="30956"/>
                        <a:pt x="40100" y="31813"/>
                        <a:pt x="40100" y="32671"/>
                      </a:cubicBezTo>
                      <a:cubicBezTo>
                        <a:pt x="40100" y="34576"/>
                        <a:pt x="40481" y="35909"/>
                        <a:pt x="41338" y="36862"/>
                      </a:cubicBezTo>
                      <a:cubicBezTo>
                        <a:pt x="41148" y="37147"/>
                        <a:pt x="41053" y="37338"/>
                        <a:pt x="41053" y="37529"/>
                      </a:cubicBezTo>
                      <a:cubicBezTo>
                        <a:pt x="41053" y="37814"/>
                        <a:pt x="41243" y="38100"/>
                        <a:pt x="41624" y="38481"/>
                      </a:cubicBezTo>
                      <a:cubicBezTo>
                        <a:pt x="42005" y="38862"/>
                        <a:pt x="42291" y="39148"/>
                        <a:pt x="42291" y="39529"/>
                      </a:cubicBezTo>
                      <a:cubicBezTo>
                        <a:pt x="42291" y="39719"/>
                        <a:pt x="42291" y="39910"/>
                        <a:pt x="42005" y="40100"/>
                      </a:cubicBezTo>
                      <a:lnTo>
                        <a:pt x="42958" y="40481"/>
                      </a:lnTo>
                      <a:cubicBezTo>
                        <a:pt x="43529" y="43720"/>
                        <a:pt x="43815" y="45625"/>
                        <a:pt x="44005" y="46292"/>
                      </a:cubicBezTo>
                      <a:cubicBezTo>
                        <a:pt x="44482" y="48482"/>
                        <a:pt x="45148" y="50292"/>
                        <a:pt x="46006" y="51816"/>
                      </a:cubicBezTo>
                      <a:cubicBezTo>
                        <a:pt x="45339" y="52959"/>
                        <a:pt x="45625" y="53816"/>
                        <a:pt x="46672" y="54388"/>
                      </a:cubicBezTo>
                      <a:cubicBezTo>
                        <a:pt x="46672" y="57150"/>
                        <a:pt x="46958" y="59055"/>
                        <a:pt x="47911" y="60198"/>
                      </a:cubicBezTo>
                      <a:cubicBezTo>
                        <a:pt x="47911" y="62865"/>
                        <a:pt x="48577" y="64294"/>
                        <a:pt x="49911" y="64294"/>
                      </a:cubicBezTo>
                      <a:close/>
                      <a:moveTo>
                        <a:pt x="2572" y="12002"/>
                      </a:moveTo>
                      <a:lnTo>
                        <a:pt x="1905" y="12668"/>
                      </a:lnTo>
                      <a:lnTo>
                        <a:pt x="1048" y="11621"/>
                      </a:lnTo>
                      <a:lnTo>
                        <a:pt x="2572" y="12002"/>
                      </a:lnTo>
                      <a:close/>
                      <a:moveTo>
                        <a:pt x="4000" y="24575"/>
                      </a:moveTo>
                      <a:lnTo>
                        <a:pt x="4476" y="26194"/>
                      </a:lnTo>
                      <a:lnTo>
                        <a:pt x="3238" y="28194"/>
                      </a:lnTo>
                      <a:lnTo>
                        <a:pt x="4000" y="24575"/>
                      </a:lnTo>
                      <a:close/>
                      <a:moveTo>
                        <a:pt x="5048" y="17145"/>
                      </a:moveTo>
                      <a:cubicBezTo>
                        <a:pt x="5048" y="17145"/>
                        <a:pt x="4667" y="17336"/>
                        <a:pt x="4286" y="17812"/>
                      </a:cubicBezTo>
                      <a:lnTo>
                        <a:pt x="4000" y="16859"/>
                      </a:lnTo>
                      <a:lnTo>
                        <a:pt x="5048" y="17145"/>
                      </a:lnTo>
                      <a:close/>
                      <a:moveTo>
                        <a:pt x="12097" y="18860"/>
                      </a:moveTo>
                      <a:cubicBezTo>
                        <a:pt x="11716" y="18002"/>
                        <a:pt x="10954" y="17621"/>
                        <a:pt x="9906" y="17907"/>
                      </a:cubicBezTo>
                      <a:lnTo>
                        <a:pt x="9620" y="18193"/>
                      </a:lnTo>
                      <a:cubicBezTo>
                        <a:pt x="9620" y="17621"/>
                        <a:pt x="9811" y="17336"/>
                        <a:pt x="10096" y="17336"/>
                      </a:cubicBezTo>
                      <a:cubicBezTo>
                        <a:pt x="10096" y="17336"/>
                        <a:pt x="10477" y="17336"/>
                        <a:pt x="11049" y="17621"/>
                      </a:cubicBezTo>
                      <a:cubicBezTo>
                        <a:pt x="11430" y="17621"/>
                        <a:pt x="11811" y="17621"/>
                        <a:pt x="12097" y="17621"/>
                      </a:cubicBezTo>
                      <a:lnTo>
                        <a:pt x="12097" y="18860"/>
                      </a:lnTo>
                      <a:close/>
                      <a:moveTo>
                        <a:pt x="10763" y="46006"/>
                      </a:moveTo>
                      <a:lnTo>
                        <a:pt x="10763" y="44387"/>
                      </a:lnTo>
                      <a:lnTo>
                        <a:pt x="10573" y="44387"/>
                      </a:lnTo>
                      <a:lnTo>
                        <a:pt x="10573" y="46006"/>
                      </a:lnTo>
                      <a:lnTo>
                        <a:pt x="10763" y="46006"/>
                      </a:lnTo>
                      <a:close/>
                      <a:moveTo>
                        <a:pt x="15240" y="20193"/>
                      </a:moveTo>
                      <a:lnTo>
                        <a:pt x="17050" y="19145"/>
                      </a:lnTo>
                      <a:lnTo>
                        <a:pt x="16764" y="18097"/>
                      </a:lnTo>
                      <a:lnTo>
                        <a:pt x="15240" y="20098"/>
                      </a:lnTo>
                      <a:close/>
                      <a:moveTo>
                        <a:pt x="17050" y="31718"/>
                      </a:moveTo>
                      <a:lnTo>
                        <a:pt x="18574" y="32099"/>
                      </a:lnTo>
                      <a:lnTo>
                        <a:pt x="18383" y="31718"/>
                      </a:lnTo>
                      <a:lnTo>
                        <a:pt x="17050" y="31718"/>
                      </a:lnTo>
                      <a:close/>
                      <a:moveTo>
                        <a:pt x="18383" y="30099"/>
                      </a:moveTo>
                      <a:lnTo>
                        <a:pt x="19050" y="29813"/>
                      </a:lnTo>
                      <a:lnTo>
                        <a:pt x="18383" y="29146"/>
                      </a:lnTo>
                      <a:lnTo>
                        <a:pt x="18383" y="30194"/>
                      </a:lnTo>
                      <a:close/>
                      <a:moveTo>
                        <a:pt x="19050" y="16193"/>
                      </a:moveTo>
                      <a:lnTo>
                        <a:pt x="20002" y="15907"/>
                      </a:lnTo>
                      <a:lnTo>
                        <a:pt x="18574" y="15526"/>
                      </a:lnTo>
                      <a:lnTo>
                        <a:pt x="18955" y="16193"/>
                      </a:lnTo>
                      <a:close/>
                      <a:moveTo>
                        <a:pt x="19336" y="5810"/>
                      </a:moveTo>
                      <a:lnTo>
                        <a:pt x="19717" y="6858"/>
                      </a:lnTo>
                      <a:lnTo>
                        <a:pt x="19050" y="6858"/>
                      </a:lnTo>
                      <a:lnTo>
                        <a:pt x="19336" y="5810"/>
                      </a:lnTo>
                      <a:close/>
                      <a:moveTo>
                        <a:pt x="22288" y="3524"/>
                      </a:moveTo>
                      <a:cubicBezTo>
                        <a:pt x="22288" y="3524"/>
                        <a:pt x="21622" y="3048"/>
                        <a:pt x="21622" y="2477"/>
                      </a:cubicBezTo>
                      <a:lnTo>
                        <a:pt x="21622" y="1334"/>
                      </a:lnTo>
                      <a:lnTo>
                        <a:pt x="23813" y="0"/>
                      </a:lnTo>
                      <a:cubicBezTo>
                        <a:pt x="23813" y="0"/>
                        <a:pt x="23526" y="476"/>
                        <a:pt x="22955" y="762"/>
                      </a:cubicBezTo>
                      <a:cubicBezTo>
                        <a:pt x="22384" y="1048"/>
                        <a:pt x="22098" y="1334"/>
                        <a:pt x="22098" y="1715"/>
                      </a:cubicBezTo>
                      <a:cubicBezTo>
                        <a:pt x="22098" y="1810"/>
                        <a:pt x="22193" y="2096"/>
                        <a:pt x="22479" y="2381"/>
                      </a:cubicBezTo>
                      <a:cubicBezTo>
                        <a:pt x="22574" y="2762"/>
                        <a:pt x="22479" y="3143"/>
                        <a:pt x="22288" y="3524"/>
                      </a:cubicBezTo>
                      <a:close/>
                      <a:moveTo>
                        <a:pt x="24479" y="7811"/>
                      </a:moveTo>
                      <a:lnTo>
                        <a:pt x="25051" y="7811"/>
                      </a:lnTo>
                      <a:lnTo>
                        <a:pt x="24003" y="9525"/>
                      </a:lnTo>
                      <a:lnTo>
                        <a:pt x="24384" y="7811"/>
                      </a:lnTo>
                      <a:close/>
                      <a:moveTo>
                        <a:pt x="24479" y="19431"/>
                      </a:moveTo>
                      <a:lnTo>
                        <a:pt x="24479" y="18479"/>
                      </a:lnTo>
                      <a:lnTo>
                        <a:pt x="24098" y="18479"/>
                      </a:lnTo>
                      <a:lnTo>
                        <a:pt x="24098" y="19431"/>
                      </a:lnTo>
                      <a:lnTo>
                        <a:pt x="24479" y="19431"/>
                      </a:lnTo>
                      <a:close/>
                      <a:moveTo>
                        <a:pt x="28575" y="6477"/>
                      </a:moveTo>
                      <a:lnTo>
                        <a:pt x="28575" y="7811"/>
                      </a:lnTo>
                      <a:lnTo>
                        <a:pt x="27622" y="5525"/>
                      </a:lnTo>
                      <a:cubicBezTo>
                        <a:pt x="28194" y="5525"/>
                        <a:pt x="28575" y="5810"/>
                        <a:pt x="28575" y="6477"/>
                      </a:cubicBezTo>
                      <a:close/>
                      <a:moveTo>
                        <a:pt x="30099" y="18764"/>
                      </a:moveTo>
                      <a:lnTo>
                        <a:pt x="32004" y="18097"/>
                      </a:lnTo>
                      <a:lnTo>
                        <a:pt x="31051" y="18097"/>
                      </a:lnTo>
                      <a:lnTo>
                        <a:pt x="30194" y="18764"/>
                      </a:lnTo>
                      <a:close/>
                      <a:moveTo>
                        <a:pt x="30099" y="25241"/>
                      </a:moveTo>
                      <a:lnTo>
                        <a:pt x="30384" y="24194"/>
                      </a:lnTo>
                      <a:lnTo>
                        <a:pt x="30099" y="23908"/>
                      </a:lnTo>
                      <a:lnTo>
                        <a:pt x="30099" y="25146"/>
                      </a:lnTo>
                      <a:close/>
                      <a:moveTo>
                        <a:pt x="32861" y="51721"/>
                      </a:moveTo>
                      <a:cubicBezTo>
                        <a:pt x="32861" y="51721"/>
                        <a:pt x="33147" y="51721"/>
                        <a:pt x="33528" y="52007"/>
                      </a:cubicBezTo>
                      <a:lnTo>
                        <a:pt x="33814" y="51721"/>
                      </a:lnTo>
                      <a:lnTo>
                        <a:pt x="32861" y="50768"/>
                      </a:lnTo>
                      <a:lnTo>
                        <a:pt x="34195" y="51245"/>
                      </a:lnTo>
                      <a:cubicBezTo>
                        <a:pt x="33528" y="52007"/>
                        <a:pt x="33051" y="52388"/>
                        <a:pt x="32861" y="52388"/>
                      </a:cubicBezTo>
                      <a:lnTo>
                        <a:pt x="32861" y="51721"/>
                      </a:lnTo>
                      <a:close/>
                      <a:moveTo>
                        <a:pt x="35338" y="35528"/>
                      </a:moveTo>
                      <a:cubicBezTo>
                        <a:pt x="35909" y="35243"/>
                        <a:pt x="36195" y="34766"/>
                        <a:pt x="36100" y="33909"/>
                      </a:cubicBezTo>
                      <a:cubicBezTo>
                        <a:pt x="35242" y="34100"/>
                        <a:pt x="34861" y="34576"/>
                        <a:pt x="34861" y="35243"/>
                      </a:cubicBezTo>
                      <a:cubicBezTo>
                        <a:pt x="35052" y="35433"/>
                        <a:pt x="35242" y="35528"/>
                        <a:pt x="35338" y="35528"/>
                      </a:cubicBezTo>
                      <a:close/>
                      <a:moveTo>
                        <a:pt x="36100" y="22860"/>
                      </a:moveTo>
                      <a:lnTo>
                        <a:pt x="35147" y="22860"/>
                      </a:lnTo>
                      <a:lnTo>
                        <a:pt x="35338" y="25241"/>
                      </a:lnTo>
                      <a:lnTo>
                        <a:pt x="36100" y="22860"/>
                      </a:lnTo>
                      <a:close/>
                      <a:moveTo>
                        <a:pt x="36100" y="31433"/>
                      </a:moveTo>
                      <a:cubicBezTo>
                        <a:pt x="36100" y="31433"/>
                        <a:pt x="35909" y="31052"/>
                        <a:pt x="35909" y="30861"/>
                      </a:cubicBezTo>
                      <a:cubicBezTo>
                        <a:pt x="35909" y="30385"/>
                        <a:pt x="36195" y="30194"/>
                        <a:pt x="36766" y="30194"/>
                      </a:cubicBezTo>
                      <a:lnTo>
                        <a:pt x="37338" y="30194"/>
                      </a:lnTo>
                      <a:lnTo>
                        <a:pt x="37338" y="29813"/>
                      </a:lnTo>
                      <a:cubicBezTo>
                        <a:pt x="37338" y="29813"/>
                        <a:pt x="36957" y="29813"/>
                        <a:pt x="36862" y="29813"/>
                      </a:cubicBezTo>
                      <a:cubicBezTo>
                        <a:pt x="36481" y="29813"/>
                        <a:pt x="36195" y="30004"/>
                        <a:pt x="35814" y="30385"/>
                      </a:cubicBezTo>
                      <a:cubicBezTo>
                        <a:pt x="35528" y="30766"/>
                        <a:pt x="35338" y="31147"/>
                        <a:pt x="35338" y="31528"/>
                      </a:cubicBezTo>
                      <a:lnTo>
                        <a:pt x="36100" y="31528"/>
                      </a:lnTo>
                      <a:close/>
                      <a:moveTo>
                        <a:pt x="36385" y="45529"/>
                      </a:moveTo>
                      <a:cubicBezTo>
                        <a:pt x="36385" y="45529"/>
                        <a:pt x="36385" y="45244"/>
                        <a:pt x="36671" y="44863"/>
                      </a:cubicBezTo>
                      <a:cubicBezTo>
                        <a:pt x="36385" y="44863"/>
                        <a:pt x="36195" y="44863"/>
                        <a:pt x="36100" y="45149"/>
                      </a:cubicBezTo>
                      <a:cubicBezTo>
                        <a:pt x="36100" y="45434"/>
                        <a:pt x="35909" y="45529"/>
                        <a:pt x="35719" y="45529"/>
                      </a:cubicBezTo>
                      <a:lnTo>
                        <a:pt x="36385" y="45529"/>
                      </a:lnTo>
                      <a:close/>
                      <a:moveTo>
                        <a:pt x="36671" y="9716"/>
                      </a:moveTo>
                      <a:lnTo>
                        <a:pt x="37338" y="9049"/>
                      </a:lnTo>
                      <a:lnTo>
                        <a:pt x="36385" y="8096"/>
                      </a:lnTo>
                      <a:lnTo>
                        <a:pt x="36957" y="7429"/>
                      </a:lnTo>
                      <a:lnTo>
                        <a:pt x="38005" y="9430"/>
                      </a:lnTo>
                      <a:lnTo>
                        <a:pt x="36671" y="9716"/>
                      </a:lnTo>
                      <a:close/>
                      <a:moveTo>
                        <a:pt x="40672" y="50768"/>
                      </a:moveTo>
                      <a:lnTo>
                        <a:pt x="40672" y="49625"/>
                      </a:lnTo>
                      <a:cubicBezTo>
                        <a:pt x="40672" y="49625"/>
                        <a:pt x="40576" y="49816"/>
                        <a:pt x="40005" y="50006"/>
                      </a:cubicBezTo>
                      <a:cubicBezTo>
                        <a:pt x="39814" y="49911"/>
                        <a:pt x="39624" y="49721"/>
                        <a:pt x="39433" y="49435"/>
                      </a:cubicBezTo>
                      <a:cubicBezTo>
                        <a:pt x="39243" y="49149"/>
                        <a:pt x="39052" y="49054"/>
                        <a:pt x="38957" y="49054"/>
                      </a:cubicBezTo>
                      <a:cubicBezTo>
                        <a:pt x="38767" y="49054"/>
                        <a:pt x="38576" y="49149"/>
                        <a:pt x="38386" y="49435"/>
                      </a:cubicBezTo>
                      <a:lnTo>
                        <a:pt x="40576" y="50768"/>
                      </a:lnTo>
                      <a:close/>
                      <a:moveTo>
                        <a:pt x="42576" y="50387"/>
                      </a:moveTo>
                      <a:cubicBezTo>
                        <a:pt x="42576" y="50387"/>
                        <a:pt x="42672" y="50387"/>
                        <a:pt x="42576" y="50197"/>
                      </a:cubicBezTo>
                      <a:lnTo>
                        <a:pt x="42291" y="48101"/>
                      </a:lnTo>
                      <a:cubicBezTo>
                        <a:pt x="42291" y="48101"/>
                        <a:pt x="42005" y="48578"/>
                        <a:pt x="42005" y="48768"/>
                      </a:cubicBezTo>
                      <a:cubicBezTo>
                        <a:pt x="42005" y="48578"/>
                        <a:pt x="42196" y="49149"/>
                        <a:pt x="42672" y="50197"/>
                      </a:cubicBezTo>
                      <a:lnTo>
                        <a:pt x="42672" y="50387"/>
                      </a:lnTo>
                      <a:close/>
                      <a:moveTo>
                        <a:pt x="46291" y="191"/>
                      </a:moveTo>
                      <a:lnTo>
                        <a:pt x="46291" y="953"/>
                      </a:lnTo>
                      <a:lnTo>
                        <a:pt x="45148" y="953"/>
                      </a:lnTo>
                      <a:lnTo>
                        <a:pt x="46291" y="191"/>
                      </a:lnTo>
                      <a:close/>
                      <a:moveTo>
                        <a:pt x="46958" y="13621"/>
                      </a:moveTo>
                      <a:lnTo>
                        <a:pt x="46006" y="14573"/>
                      </a:lnTo>
                      <a:lnTo>
                        <a:pt x="46958" y="13240"/>
                      </a:lnTo>
                      <a:lnTo>
                        <a:pt x="46958" y="13621"/>
                      </a:lnTo>
                      <a:close/>
                      <a:moveTo>
                        <a:pt x="51721" y="28385"/>
                      </a:moveTo>
                      <a:lnTo>
                        <a:pt x="51054" y="29051"/>
                      </a:lnTo>
                      <a:lnTo>
                        <a:pt x="50578" y="29051"/>
                      </a:lnTo>
                      <a:lnTo>
                        <a:pt x="51721" y="28385"/>
                      </a:lnTo>
                      <a:close/>
                      <a:moveTo>
                        <a:pt x="51435" y="14383"/>
                      </a:moveTo>
                      <a:cubicBezTo>
                        <a:pt x="51435" y="14383"/>
                        <a:pt x="51149" y="14383"/>
                        <a:pt x="51149" y="13907"/>
                      </a:cubicBezTo>
                      <a:cubicBezTo>
                        <a:pt x="51149" y="13430"/>
                        <a:pt x="51149" y="13240"/>
                        <a:pt x="51054" y="13240"/>
                      </a:cubicBezTo>
                      <a:lnTo>
                        <a:pt x="51435" y="13240"/>
                      </a:lnTo>
                      <a:lnTo>
                        <a:pt x="51435" y="14383"/>
                      </a:lnTo>
                      <a:close/>
                      <a:moveTo>
                        <a:pt x="63341" y="7525"/>
                      </a:moveTo>
                      <a:cubicBezTo>
                        <a:pt x="63341" y="7525"/>
                        <a:pt x="63341" y="7049"/>
                        <a:pt x="63436" y="6763"/>
                      </a:cubicBezTo>
                      <a:cubicBezTo>
                        <a:pt x="63627" y="6477"/>
                        <a:pt x="63722" y="6382"/>
                        <a:pt x="64008" y="6477"/>
                      </a:cubicBezTo>
                      <a:lnTo>
                        <a:pt x="64008" y="7525"/>
                      </a:lnTo>
                      <a:lnTo>
                        <a:pt x="63341" y="7525"/>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 name="Google Shape;857;p99"/>
                <p:cNvSpPr/>
                <p:nvPr/>
              </p:nvSpPr>
              <p:spPr>
                <a:xfrm>
                  <a:off x="6851903" y="4389500"/>
                  <a:ext cx="58102" cy="67817"/>
                </a:xfrm>
                <a:custGeom>
                  <a:avLst/>
                  <a:gdLst/>
                  <a:ahLst/>
                  <a:cxnLst/>
                  <a:rect l="l" t="t" r="r" b="b"/>
                  <a:pathLst>
                    <a:path w="58102" h="67817" extrusionOk="0">
                      <a:moveTo>
                        <a:pt x="47244" y="18193"/>
                      </a:moveTo>
                      <a:cubicBezTo>
                        <a:pt x="47244" y="18193"/>
                        <a:pt x="47530" y="18669"/>
                        <a:pt x="47816" y="18669"/>
                      </a:cubicBezTo>
                      <a:lnTo>
                        <a:pt x="48387" y="18669"/>
                      </a:lnTo>
                      <a:cubicBezTo>
                        <a:pt x="47720" y="20479"/>
                        <a:pt x="47625" y="22765"/>
                        <a:pt x="48197" y="25622"/>
                      </a:cubicBezTo>
                      <a:cubicBezTo>
                        <a:pt x="48006" y="26289"/>
                        <a:pt x="47435" y="27242"/>
                        <a:pt x="46577" y="28575"/>
                      </a:cubicBezTo>
                      <a:lnTo>
                        <a:pt x="47244" y="29242"/>
                      </a:lnTo>
                      <a:cubicBezTo>
                        <a:pt x="47244" y="29242"/>
                        <a:pt x="46482" y="30099"/>
                        <a:pt x="45530" y="30385"/>
                      </a:cubicBezTo>
                      <a:cubicBezTo>
                        <a:pt x="44577" y="30671"/>
                        <a:pt x="44006" y="31052"/>
                        <a:pt x="43720" y="31528"/>
                      </a:cubicBezTo>
                      <a:lnTo>
                        <a:pt x="45244" y="31813"/>
                      </a:lnTo>
                      <a:cubicBezTo>
                        <a:pt x="44006" y="33909"/>
                        <a:pt x="41720" y="36290"/>
                        <a:pt x="38481" y="39148"/>
                      </a:cubicBezTo>
                      <a:lnTo>
                        <a:pt x="37148" y="39148"/>
                      </a:lnTo>
                      <a:lnTo>
                        <a:pt x="37148" y="40100"/>
                      </a:lnTo>
                      <a:cubicBezTo>
                        <a:pt x="37148" y="40100"/>
                        <a:pt x="36862" y="39814"/>
                        <a:pt x="36671" y="39814"/>
                      </a:cubicBezTo>
                      <a:cubicBezTo>
                        <a:pt x="36195" y="39814"/>
                        <a:pt x="35909" y="39814"/>
                        <a:pt x="35814" y="39814"/>
                      </a:cubicBezTo>
                      <a:lnTo>
                        <a:pt x="35528" y="40100"/>
                      </a:lnTo>
                      <a:cubicBezTo>
                        <a:pt x="36291" y="40291"/>
                        <a:pt x="36862" y="41053"/>
                        <a:pt x="37148" y="42291"/>
                      </a:cubicBezTo>
                      <a:cubicBezTo>
                        <a:pt x="37529" y="43625"/>
                        <a:pt x="37910" y="44291"/>
                        <a:pt x="38386" y="44387"/>
                      </a:cubicBezTo>
                      <a:cubicBezTo>
                        <a:pt x="38195" y="45434"/>
                        <a:pt x="38672" y="46577"/>
                        <a:pt x="39624" y="47720"/>
                      </a:cubicBezTo>
                      <a:cubicBezTo>
                        <a:pt x="40767" y="49054"/>
                        <a:pt x="41434" y="50197"/>
                        <a:pt x="41624" y="51054"/>
                      </a:cubicBezTo>
                      <a:cubicBezTo>
                        <a:pt x="41339" y="51626"/>
                        <a:pt x="40672" y="51816"/>
                        <a:pt x="39624" y="51626"/>
                      </a:cubicBezTo>
                      <a:cubicBezTo>
                        <a:pt x="38576" y="51340"/>
                        <a:pt x="38100" y="51435"/>
                        <a:pt x="38100" y="51721"/>
                      </a:cubicBezTo>
                      <a:cubicBezTo>
                        <a:pt x="38100" y="52006"/>
                        <a:pt x="38195" y="52388"/>
                        <a:pt x="38481" y="52864"/>
                      </a:cubicBezTo>
                      <a:lnTo>
                        <a:pt x="39719" y="52673"/>
                      </a:lnTo>
                      <a:cubicBezTo>
                        <a:pt x="39719" y="52673"/>
                        <a:pt x="39624" y="53340"/>
                        <a:pt x="39053" y="54007"/>
                      </a:cubicBezTo>
                      <a:lnTo>
                        <a:pt x="40005" y="54959"/>
                      </a:lnTo>
                      <a:cubicBezTo>
                        <a:pt x="40005" y="54959"/>
                        <a:pt x="40386" y="54293"/>
                        <a:pt x="40577" y="53626"/>
                      </a:cubicBezTo>
                      <a:lnTo>
                        <a:pt x="40958" y="55150"/>
                      </a:lnTo>
                      <a:cubicBezTo>
                        <a:pt x="41624" y="54959"/>
                        <a:pt x="42005" y="54197"/>
                        <a:pt x="41815" y="52864"/>
                      </a:cubicBezTo>
                      <a:cubicBezTo>
                        <a:pt x="42577" y="53245"/>
                        <a:pt x="43149" y="54102"/>
                        <a:pt x="43625" y="55340"/>
                      </a:cubicBezTo>
                      <a:cubicBezTo>
                        <a:pt x="44006" y="56579"/>
                        <a:pt x="44577" y="57245"/>
                        <a:pt x="45149" y="57531"/>
                      </a:cubicBezTo>
                      <a:cubicBezTo>
                        <a:pt x="44958" y="58007"/>
                        <a:pt x="44863" y="58388"/>
                        <a:pt x="44863" y="58864"/>
                      </a:cubicBezTo>
                      <a:cubicBezTo>
                        <a:pt x="44863" y="59722"/>
                        <a:pt x="45339" y="60865"/>
                        <a:pt x="46101" y="62198"/>
                      </a:cubicBezTo>
                      <a:cubicBezTo>
                        <a:pt x="46958" y="63627"/>
                        <a:pt x="47339" y="64579"/>
                        <a:pt x="47339" y="65056"/>
                      </a:cubicBezTo>
                      <a:cubicBezTo>
                        <a:pt x="47339" y="65913"/>
                        <a:pt x="46958" y="66580"/>
                        <a:pt x="46101" y="67246"/>
                      </a:cubicBezTo>
                      <a:cubicBezTo>
                        <a:pt x="45434" y="67246"/>
                        <a:pt x="44387" y="67342"/>
                        <a:pt x="42863" y="67532"/>
                      </a:cubicBezTo>
                      <a:cubicBezTo>
                        <a:pt x="41339" y="67723"/>
                        <a:pt x="40196" y="67818"/>
                        <a:pt x="39434" y="67818"/>
                      </a:cubicBezTo>
                      <a:cubicBezTo>
                        <a:pt x="37052" y="67818"/>
                        <a:pt x="35147" y="67151"/>
                        <a:pt x="33909" y="65818"/>
                      </a:cubicBezTo>
                      <a:lnTo>
                        <a:pt x="33624" y="66294"/>
                      </a:lnTo>
                      <a:cubicBezTo>
                        <a:pt x="33242" y="65437"/>
                        <a:pt x="32957" y="64579"/>
                        <a:pt x="32671" y="63818"/>
                      </a:cubicBezTo>
                      <a:cubicBezTo>
                        <a:pt x="32195" y="62675"/>
                        <a:pt x="31528" y="62008"/>
                        <a:pt x="30671" y="61817"/>
                      </a:cubicBezTo>
                      <a:cubicBezTo>
                        <a:pt x="30861" y="61436"/>
                        <a:pt x="30956" y="61151"/>
                        <a:pt x="30956" y="60865"/>
                      </a:cubicBezTo>
                      <a:cubicBezTo>
                        <a:pt x="30956" y="60293"/>
                        <a:pt x="30575" y="59627"/>
                        <a:pt x="29813" y="59055"/>
                      </a:cubicBezTo>
                      <a:cubicBezTo>
                        <a:pt x="28956" y="58484"/>
                        <a:pt x="28575" y="57912"/>
                        <a:pt x="28575" y="57340"/>
                      </a:cubicBezTo>
                      <a:cubicBezTo>
                        <a:pt x="28575" y="56960"/>
                        <a:pt x="28670" y="56579"/>
                        <a:pt x="28861" y="56102"/>
                      </a:cubicBezTo>
                      <a:cubicBezTo>
                        <a:pt x="28385" y="55340"/>
                        <a:pt x="27623" y="53816"/>
                        <a:pt x="26861" y="51435"/>
                      </a:cubicBezTo>
                      <a:cubicBezTo>
                        <a:pt x="26194" y="49530"/>
                        <a:pt x="25337" y="48006"/>
                        <a:pt x="24384" y="47149"/>
                      </a:cubicBezTo>
                      <a:cubicBezTo>
                        <a:pt x="24384" y="45720"/>
                        <a:pt x="23717" y="43910"/>
                        <a:pt x="22479" y="41910"/>
                      </a:cubicBezTo>
                      <a:lnTo>
                        <a:pt x="20003" y="41529"/>
                      </a:lnTo>
                      <a:lnTo>
                        <a:pt x="20193" y="41243"/>
                      </a:lnTo>
                      <a:cubicBezTo>
                        <a:pt x="20193" y="41243"/>
                        <a:pt x="19812" y="40862"/>
                        <a:pt x="19526" y="40862"/>
                      </a:cubicBezTo>
                      <a:lnTo>
                        <a:pt x="18669" y="41910"/>
                      </a:lnTo>
                      <a:cubicBezTo>
                        <a:pt x="18669" y="41910"/>
                        <a:pt x="17812" y="42005"/>
                        <a:pt x="16859" y="42291"/>
                      </a:cubicBezTo>
                      <a:cubicBezTo>
                        <a:pt x="15907" y="42577"/>
                        <a:pt x="15145" y="42672"/>
                        <a:pt x="14669" y="42672"/>
                      </a:cubicBezTo>
                      <a:cubicBezTo>
                        <a:pt x="14288" y="42672"/>
                        <a:pt x="14002" y="42672"/>
                        <a:pt x="13716" y="42386"/>
                      </a:cubicBezTo>
                      <a:cubicBezTo>
                        <a:pt x="13716" y="42577"/>
                        <a:pt x="13716" y="42672"/>
                        <a:pt x="13716" y="42767"/>
                      </a:cubicBezTo>
                      <a:cubicBezTo>
                        <a:pt x="13716" y="42958"/>
                        <a:pt x="13716" y="43053"/>
                        <a:pt x="13907" y="43244"/>
                      </a:cubicBezTo>
                      <a:cubicBezTo>
                        <a:pt x="14002" y="43339"/>
                        <a:pt x="14097" y="43529"/>
                        <a:pt x="14097" y="43529"/>
                      </a:cubicBezTo>
                      <a:cubicBezTo>
                        <a:pt x="14097" y="43529"/>
                        <a:pt x="13907" y="43815"/>
                        <a:pt x="13335" y="44101"/>
                      </a:cubicBezTo>
                      <a:lnTo>
                        <a:pt x="13716" y="49244"/>
                      </a:lnTo>
                      <a:lnTo>
                        <a:pt x="13049" y="49816"/>
                      </a:lnTo>
                      <a:cubicBezTo>
                        <a:pt x="13430" y="51435"/>
                        <a:pt x="13716" y="53721"/>
                        <a:pt x="13716" y="56579"/>
                      </a:cubicBezTo>
                      <a:cubicBezTo>
                        <a:pt x="13716" y="56864"/>
                        <a:pt x="13621" y="57436"/>
                        <a:pt x="13335" y="58388"/>
                      </a:cubicBezTo>
                      <a:cubicBezTo>
                        <a:pt x="13049" y="59341"/>
                        <a:pt x="12954" y="60008"/>
                        <a:pt x="12954" y="60484"/>
                      </a:cubicBezTo>
                      <a:cubicBezTo>
                        <a:pt x="12954" y="61436"/>
                        <a:pt x="13240" y="62103"/>
                        <a:pt x="13907" y="62579"/>
                      </a:cubicBezTo>
                      <a:cubicBezTo>
                        <a:pt x="13526" y="62865"/>
                        <a:pt x="13335" y="63341"/>
                        <a:pt x="13335" y="64103"/>
                      </a:cubicBezTo>
                      <a:lnTo>
                        <a:pt x="13335" y="64961"/>
                      </a:lnTo>
                      <a:cubicBezTo>
                        <a:pt x="13335" y="64961"/>
                        <a:pt x="13335" y="65532"/>
                        <a:pt x="13335" y="65722"/>
                      </a:cubicBezTo>
                      <a:cubicBezTo>
                        <a:pt x="13335" y="66770"/>
                        <a:pt x="12764" y="67246"/>
                        <a:pt x="11621" y="67056"/>
                      </a:cubicBezTo>
                      <a:lnTo>
                        <a:pt x="12002" y="67437"/>
                      </a:lnTo>
                      <a:cubicBezTo>
                        <a:pt x="11144" y="67818"/>
                        <a:pt x="10001" y="67913"/>
                        <a:pt x="8668" y="67628"/>
                      </a:cubicBezTo>
                      <a:cubicBezTo>
                        <a:pt x="7334" y="67342"/>
                        <a:pt x="6382" y="67437"/>
                        <a:pt x="5906" y="67723"/>
                      </a:cubicBezTo>
                      <a:cubicBezTo>
                        <a:pt x="4096" y="67532"/>
                        <a:pt x="2286" y="66961"/>
                        <a:pt x="667" y="66104"/>
                      </a:cubicBezTo>
                      <a:cubicBezTo>
                        <a:pt x="762" y="61817"/>
                        <a:pt x="667" y="55245"/>
                        <a:pt x="381" y="46387"/>
                      </a:cubicBezTo>
                      <a:lnTo>
                        <a:pt x="0" y="46387"/>
                      </a:lnTo>
                      <a:cubicBezTo>
                        <a:pt x="476" y="45815"/>
                        <a:pt x="667" y="45053"/>
                        <a:pt x="667" y="44101"/>
                      </a:cubicBezTo>
                      <a:cubicBezTo>
                        <a:pt x="667" y="43720"/>
                        <a:pt x="667" y="43244"/>
                        <a:pt x="476" y="42386"/>
                      </a:cubicBezTo>
                      <a:cubicBezTo>
                        <a:pt x="381" y="41624"/>
                        <a:pt x="286" y="40958"/>
                        <a:pt x="286" y="40481"/>
                      </a:cubicBezTo>
                      <a:cubicBezTo>
                        <a:pt x="286" y="39529"/>
                        <a:pt x="572" y="38576"/>
                        <a:pt x="1048" y="37814"/>
                      </a:cubicBezTo>
                      <a:cubicBezTo>
                        <a:pt x="762" y="34957"/>
                        <a:pt x="667" y="30956"/>
                        <a:pt x="667" y="25908"/>
                      </a:cubicBezTo>
                      <a:lnTo>
                        <a:pt x="667" y="13621"/>
                      </a:lnTo>
                      <a:cubicBezTo>
                        <a:pt x="667" y="13621"/>
                        <a:pt x="191" y="13145"/>
                        <a:pt x="191" y="12859"/>
                      </a:cubicBezTo>
                      <a:cubicBezTo>
                        <a:pt x="191" y="12668"/>
                        <a:pt x="381" y="12383"/>
                        <a:pt x="667" y="11811"/>
                      </a:cubicBezTo>
                      <a:cubicBezTo>
                        <a:pt x="953" y="11335"/>
                        <a:pt x="1143" y="10954"/>
                        <a:pt x="1143" y="10668"/>
                      </a:cubicBezTo>
                      <a:cubicBezTo>
                        <a:pt x="476" y="10001"/>
                        <a:pt x="191" y="9335"/>
                        <a:pt x="191" y="8572"/>
                      </a:cubicBezTo>
                      <a:cubicBezTo>
                        <a:pt x="191" y="8096"/>
                        <a:pt x="381" y="7239"/>
                        <a:pt x="762" y="6096"/>
                      </a:cubicBezTo>
                      <a:cubicBezTo>
                        <a:pt x="1143" y="4953"/>
                        <a:pt x="1238" y="4001"/>
                        <a:pt x="1143" y="3334"/>
                      </a:cubicBezTo>
                      <a:lnTo>
                        <a:pt x="4477" y="381"/>
                      </a:lnTo>
                      <a:lnTo>
                        <a:pt x="18860" y="0"/>
                      </a:lnTo>
                      <a:cubicBezTo>
                        <a:pt x="18860" y="0"/>
                        <a:pt x="19717" y="857"/>
                        <a:pt x="20765" y="1810"/>
                      </a:cubicBezTo>
                      <a:cubicBezTo>
                        <a:pt x="21527" y="2572"/>
                        <a:pt x="22003" y="3334"/>
                        <a:pt x="22289" y="4191"/>
                      </a:cubicBezTo>
                      <a:cubicBezTo>
                        <a:pt x="22289" y="3905"/>
                        <a:pt x="22289" y="3715"/>
                        <a:pt x="22289" y="3429"/>
                      </a:cubicBezTo>
                      <a:cubicBezTo>
                        <a:pt x="22289" y="2667"/>
                        <a:pt x="22765" y="2096"/>
                        <a:pt x="23622" y="1619"/>
                      </a:cubicBezTo>
                      <a:cubicBezTo>
                        <a:pt x="24670" y="1048"/>
                        <a:pt x="25337" y="667"/>
                        <a:pt x="25622" y="286"/>
                      </a:cubicBezTo>
                      <a:cubicBezTo>
                        <a:pt x="25908" y="190"/>
                        <a:pt x="26384" y="286"/>
                        <a:pt x="26766" y="953"/>
                      </a:cubicBezTo>
                      <a:cubicBezTo>
                        <a:pt x="26956" y="953"/>
                        <a:pt x="27146" y="953"/>
                        <a:pt x="27337" y="953"/>
                      </a:cubicBezTo>
                      <a:cubicBezTo>
                        <a:pt x="27718" y="953"/>
                        <a:pt x="28385" y="1238"/>
                        <a:pt x="29147" y="1714"/>
                      </a:cubicBezTo>
                      <a:cubicBezTo>
                        <a:pt x="30004" y="2191"/>
                        <a:pt x="30671" y="2477"/>
                        <a:pt x="31147" y="2381"/>
                      </a:cubicBezTo>
                      <a:lnTo>
                        <a:pt x="33909" y="2381"/>
                      </a:lnTo>
                      <a:cubicBezTo>
                        <a:pt x="33719" y="3334"/>
                        <a:pt x="34004" y="3715"/>
                        <a:pt x="34766" y="3715"/>
                      </a:cubicBezTo>
                      <a:cubicBezTo>
                        <a:pt x="34766" y="3715"/>
                        <a:pt x="34957" y="3715"/>
                        <a:pt x="35147" y="3715"/>
                      </a:cubicBezTo>
                      <a:lnTo>
                        <a:pt x="35719" y="3715"/>
                      </a:lnTo>
                      <a:cubicBezTo>
                        <a:pt x="36386" y="3715"/>
                        <a:pt x="36862" y="4096"/>
                        <a:pt x="36957" y="4763"/>
                      </a:cubicBezTo>
                      <a:lnTo>
                        <a:pt x="38958" y="4763"/>
                      </a:lnTo>
                      <a:cubicBezTo>
                        <a:pt x="40100" y="5905"/>
                        <a:pt x="41339" y="7144"/>
                        <a:pt x="42482" y="8287"/>
                      </a:cubicBezTo>
                      <a:cubicBezTo>
                        <a:pt x="43910" y="9811"/>
                        <a:pt x="44672" y="11144"/>
                        <a:pt x="44768" y="12478"/>
                      </a:cubicBezTo>
                      <a:cubicBezTo>
                        <a:pt x="45625" y="12859"/>
                        <a:pt x="46101" y="13621"/>
                        <a:pt x="46387" y="14764"/>
                      </a:cubicBezTo>
                      <a:cubicBezTo>
                        <a:pt x="46768" y="16288"/>
                        <a:pt x="47149" y="17240"/>
                        <a:pt x="47339" y="17621"/>
                      </a:cubicBezTo>
                      <a:lnTo>
                        <a:pt x="46673" y="18193"/>
                      </a:lnTo>
                      <a:close/>
                      <a:moveTo>
                        <a:pt x="8096" y="21431"/>
                      </a:moveTo>
                      <a:lnTo>
                        <a:pt x="8096" y="19526"/>
                      </a:lnTo>
                      <a:lnTo>
                        <a:pt x="7811" y="19526"/>
                      </a:lnTo>
                      <a:lnTo>
                        <a:pt x="7811" y="21431"/>
                      </a:lnTo>
                      <a:lnTo>
                        <a:pt x="8096" y="21431"/>
                      </a:lnTo>
                      <a:close/>
                      <a:moveTo>
                        <a:pt x="10287" y="10192"/>
                      </a:moveTo>
                      <a:cubicBezTo>
                        <a:pt x="10287" y="10192"/>
                        <a:pt x="10287" y="9525"/>
                        <a:pt x="10383" y="8954"/>
                      </a:cubicBezTo>
                      <a:cubicBezTo>
                        <a:pt x="10478" y="8382"/>
                        <a:pt x="10573" y="8001"/>
                        <a:pt x="10573" y="7811"/>
                      </a:cubicBezTo>
                      <a:cubicBezTo>
                        <a:pt x="10573" y="7144"/>
                        <a:pt x="10287" y="6668"/>
                        <a:pt x="9620" y="6477"/>
                      </a:cubicBezTo>
                      <a:lnTo>
                        <a:pt x="10573" y="5525"/>
                      </a:lnTo>
                      <a:cubicBezTo>
                        <a:pt x="10573" y="5525"/>
                        <a:pt x="10573" y="5239"/>
                        <a:pt x="10573" y="5144"/>
                      </a:cubicBezTo>
                      <a:cubicBezTo>
                        <a:pt x="9906" y="5715"/>
                        <a:pt x="9620" y="6287"/>
                        <a:pt x="9620" y="6858"/>
                      </a:cubicBezTo>
                      <a:cubicBezTo>
                        <a:pt x="9620" y="7144"/>
                        <a:pt x="9906" y="7906"/>
                        <a:pt x="10383" y="9049"/>
                      </a:cubicBezTo>
                      <a:cubicBezTo>
                        <a:pt x="10097" y="9049"/>
                        <a:pt x="9811" y="9239"/>
                        <a:pt x="9716" y="9620"/>
                      </a:cubicBezTo>
                      <a:cubicBezTo>
                        <a:pt x="9716" y="9906"/>
                        <a:pt x="9525" y="10192"/>
                        <a:pt x="9335" y="10287"/>
                      </a:cubicBezTo>
                      <a:lnTo>
                        <a:pt x="10383" y="10287"/>
                      </a:lnTo>
                      <a:close/>
                      <a:moveTo>
                        <a:pt x="13621" y="8287"/>
                      </a:moveTo>
                      <a:lnTo>
                        <a:pt x="14954" y="9239"/>
                      </a:lnTo>
                      <a:lnTo>
                        <a:pt x="14954" y="9239"/>
                      </a:lnTo>
                      <a:lnTo>
                        <a:pt x="14288" y="10001"/>
                      </a:lnTo>
                      <a:lnTo>
                        <a:pt x="14954" y="10001"/>
                      </a:lnTo>
                      <a:lnTo>
                        <a:pt x="14954" y="5334"/>
                      </a:lnTo>
                      <a:cubicBezTo>
                        <a:pt x="14954" y="5334"/>
                        <a:pt x="14478" y="5715"/>
                        <a:pt x="14097" y="6001"/>
                      </a:cubicBezTo>
                      <a:cubicBezTo>
                        <a:pt x="14097" y="5810"/>
                        <a:pt x="14002" y="5715"/>
                        <a:pt x="13621" y="5715"/>
                      </a:cubicBezTo>
                      <a:cubicBezTo>
                        <a:pt x="13811" y="5905"/>
                        <a:pt x="14002" y="6001"/>
                        <a:pt x="14097" y="6001"/>
                      </a:cubicBezTo>
                      <a:cubicBezTo>
                        <a:pt x="14192" y="6287"/>
                        <a:pt x="14097" y="6572"/>
                        <a:pt x="14002" y="7144"/>
                      </a:cubicBezTo>
                      <a:cubicBezTo>
                        <a:pt x="14002" y="7144"/>
                        <a:pt x="14002" y="7048"/>
                        <a:pt x="14002" y="6953"/>
                      </a:cubicBezTo>
                      <a:cubicBezTo>
                        <a:pt x="14192" y="6953"/>
                        <a:pt x="14383" y="7144"/>
                        <a:pt x="14574" y="7429"/>
                      </a:cubicBezTo>
                      <a:lnTo>
                        <a:pt x="13621" y="8382"/>
                      </a:lnTo>
                      <a:close/>
                      <a:moveTo>
                        <a:pt x="34290" y="22384"/>
                      </a:moveTo>
                      <a:cubicBezTo>
                        <a:pt x="34290" y="22384"/>
                        <a:pt x="34481" y="21908"/>
                        <a:pt x="34481" y="21717"/>
                      </a:cubicBezTo>
                      <a:cubicBezTo>
                        <a:pt x="34481" y="21336"/>
                        <a:pt x="34195" y="20955"/>
                        <a:pt x="33719" y="20574"/>
                      </a:cubicBezTo>
                      <a:cubicBezTo>
                        <a:pt x="33242" y="20193"/>
                        <a:pt x="32957" y="19907"/>
                        <a:pt x="32861" y="19621"/>
                      </a:cubicBezTo>
                      <a:cubicBezTo>
                        <a:pt x="33052" y="19240"/>
                        <a:pt x="33147" y="18955"/>
                        <a:pt x="33147" y="18764"/>
                      </a:cubicBezTo>
                      <a:cubicBezTo>
                        <a:pt x="33147" y="18288"/>
                        <a:pt x="32766" y="17812"/>
                        <a:pt x="32004" y="17336"/>
                      </a:cubicBezTo>
                      <a:cubicBezTo>
                        <a:pt x="31242" y="16859"/>
                        <a:pt x="30766" y="16478"/>
                        <a:pt x="30671" y="16193"/>
                      </a:cubicBezTo>
                      <a:cubicBezTo>
                        <a:pt x="30385" y="15907"/>
                        <a:pt x="30099" y="15812"/>
                        <a:pt x="29718" y="15812"/>
                      </a:cubicBezTo>
                      <a:cubicBezTo>
                        <a:pt x="29528" y="15812"/>
                        <a:pt x="29337" y="15812"/>
                        <a:pt x="28956" y="15907"/>
                      </a:cubicBezTo>
                      <a:cubicBezTo>
                        <a:pt x="28575" y="15907"/>
                        <a:pt x="28385" y="16002"/>
                        <a:pt x="28194" y="16002"/>
                      </a:cubicBezTo>
                      <a:cubicBezTo>
                        <a:pt x="27718" y="16002"/>
                        <a:pt x="27337" y="15716"/>
                        <a:pt x="27242" y="15050"/>
                      </a:cubicBezTo>
                      <a:lnTo>
                        <a:pt x="27908" y="14573"/>
                      </a:lnTo>
                      <a:cubicBezTo>
                        <a:pt x="26861" y="14478"/>
                        <a:pt x="26194" y="14859"/>
                        <a:pt x="26099" y="15812"/>
                      </a:cubicBezTo>
                      <a:cubicBezTo>
                        <a:pt x="25908" y="17145"/>
                        <a:pt x="25718" y="18002"/>
                        <a:pt x="25432" y="18288"/>
                      </a:cubicBezTo>
                      <a:cubicBezTo>
                        <a:pt x="25146" y="17240"/>
                        <a:pt x="24765" y="16193"/>
                        <a:pt x="24479" y="15050"/>
                      </a:cubicBezTo>
                      <a:cubicBezTo>
                        <a:pt x="24194" y="14002"/>
                        <a:pt x="23432" y="13049"/>
                        <a:pt x="22289" y="12478"/>
                      </a:cubicBezTo>
                      <a:cubicBezTo>
                        <a:pt x="22098" y="13621"/>
                        <a:pt x="21527" y="14192"/>
                        <a:pt x="20288" y="14192"/>
                      </a:cubicBezTo>
                      <a:cubicBezTo>
                        <a:pt x="20003" y="14192"/>
                        <a:pt x="19622" y="14192"/>
                        <a:pt x="18955" y="14192"/>
                      </a:cubicBezTo>
                      <a:cubicBezTo>
                        <a:pt x="18383" y="14192"/>
                        <a:pt x="17907" y="14192"/>
                        <a:pt x="17526" y="14192"/>
                      </a:cubicBezTo>
                      <a:cubicBezTo>
                        <a:pt x="17145" y="14192"/>
                        <a:pt x="16955" y="14192"/>
                        <a:pt x="16574" y="14192"/>
                      </a:cubicBezTo>
                      <a:cubicBezTo>
                        <a:pt x="14954" y="15145"/>
                        <a:pt x="14192" y="16954"/>
                        <a:pt x="14192" y="19336"/>
                      </a:cubicBezTo>
                      <a:cubicBezTo>
                        <a:pt x="14192" y="19812"/>
                        <a:pt x="14192" y="20479"/>
                        <a:pt x="14192" y="21527"/>
                      </a:cubicBezTo>
                      <a:cubicBezTo>
                        <a:pt x="14192" y="22574"/>
                        <a:pt x="14192" y="23336"/>
                        <a:pt x="14192" y="23813"/>
                      </a:cubicBezTo>
                      <a:cubicBezTo>
                        <a:pt x="14192" y="24955"/>
                        <a:pt x="14192" y="25813"/>
                        <a:pt x="13907" y="26670"/>
                      </a:cubicBezTo>
                      <a:cubicBezTo>
                        <a:pt x="13907" y="27337"/>
                        <a:pt x="14478" y="27622"/>
                        <a:pt x="15431" y="27622"/>
                      </a:cubicBezTo>
                      <a:cubicBezTo>
                        <a:pt x="16383" y="27622"/>
                        <a:pt x="16955" y="27908"/>
                        <a:pt x="17145" y="28575"/>
                      </a:cubicBezTo>
                      <a:cubicBezTo>
                        <a:pt x="17526" y="28861"/>
                        <a:pt x="18383" y="28956"/>
                        <a:pt x="19717" y="28861"/>
                      </a:cubicBezTo>
                      <a:cubicBezTo>
                        <a:pt x="20860" y="28861"/>
                        <a:pt x="21622" y="29242"/>
                        <a:pt x="22003" y="30004"/>
                      </a:cubicBezTo>
                      <a:cubicBezTo>
                        <a:pt x="22384" y="29242"/>
                        <a:pt x="22955" y="28765"/>
                        <a:pt x="23622" y="28670"/>
                      </a:cubicBezTo>
                      <a:lnTo>
                        <a:pt x="25622" y="28670"/>
                      </a:lnTo>
                      <a:cubicBezTo>
                        <a:pt x="26194" y="28670"/>
                        <a:pt x="26670" y="28289"/>
                        <a:pt x="26956" y="27813"/>
                      </a:cubicBezTo>
                      <a:cubicBezTo>
                        <a:pt x="28956" y="28004"/>
                        <a:pt x="31147" y="26765"/>
                        <a:pt x="33624" y="24098"/>
                      </a:cubicBezTo>
                      <a:lnTo>
                        <a:pt x="32290" y="23622"/>
                      </a:lnTo>
                      <a:lnTo>
                        <a:pt x="34100" y="22479"/>
                      </a:lnTo>
                      <a:close/>
                      <a:moveTo>
                        <a:pt x="32766" y="9335"/>
                      </a:moveTo>
                      <a:cubicBezTo>
                        <a:pt x="32766" y="9335"/>
                        <a:pt x="32576" y="8954"/>
                        <a:pt x="32385" y="8954"/>
                      </a:cubicBezTo>
                      <a:cubicBezTo>
                        <a:pt x="31909" y="8954"/>
                        <a:pt x="31623" y="9144"/>
                        <a:pt x="31623" y="9525"/>
                      </a:cubicBezTo>
                      <a:cubicBezTo>
                        <a:pt x="31623" y="9525"/>
                        <a:pt x="31623" y="9525"/>
                        <a:pt x="31814" y="9525"/>
                      </a:cubicBezTo>
                      <a:lnTo>
                        <a:pt x="32766" y="9239"/>
                      </a:lnTo>
                      <a:close/>
                      <a:moveTo>
                        <a:pt x="36195" y="5334"/>
                      </a:moveTo>
                      <a:lnTo>
                        <a:pt x="36195" y="4858"/>
                      </a:lnTo>
                      <a:cubicBezTo>
                        <a:pt x="36195" y="4858"/>
                        <a:pt x="35338" y="5144"/>
                        <a:pt x="34195" y="5144"/>
                      </a:cubicBezTo>
                      <a:lnTo>
                        <a:pt x="36195" y="5429"/>
                      </a:lnTo>
                      <a:close/>
                      <a:moveTo>
                        <a:pt x="34195" y="19621"/>
                      </a:moveTo>
                      <a:lnTo>
                        <a:pt x="35433" y="19621"/>
                      </a:lnTo>
                      <a:cubicBezTo>
                        <a:pt x="34862" y="19050"/>
                        <a:pt x="34481" y="18860"/>
                        <a:pt x="34195" y="18955"/>
                      </a:cubicBezTo>
                      <a:lnTo>
                        <a:pt x="34195" y="19621"/>
                      </a:lnTo>
                      <a:close/>
                      <a:moveTo>
                        <a:pt x="36767" y="23717"/>
                      </a:moveTo>
                      <a:lnTo>
                        <a:pt x="37624" y="22765"/>
                      </a:lnTo>
                      <a:lnTo>
                        <a:pt x="37243" y="22765"/>
                      </a:lnTo>
                      <a:lnTo>
                        <a:pt x="36767" y="23717"/>
                      </a:lnTo>
                      <a:close/>
                      <a:moveTo>
                        <a:pt x="39243" y="23908"/>
                      </a:moveTo>
                      <a:cubicBezTo>
                        <a:pt x="39243" y="23908"/>
                        <a:pt x="38958" y="23527"/>
                        <a:pt x="38958" y="23146"/>
                      </a:cubicBezTo>
                      <a:cubicBezTo>
                        <a:pt x="38958" y="22193"/>
                        <a:pt x="39338" y="21527"/>
                        <a:pt x="40196" y="20955"/>
                      </a:cubicBezTo>
                      <a:cubicBezTo>
                        <a:pt x="40005" y="20764"/>
                        <a:pt x="39815" y="20669"/>
                        <a:pt x="39624" y="20669"/>
                      </a:cubicBezTo>
                      <a:cubicBezTo>
                        <a:pt x="39624" y="20669"/>
                        <a:pt x="38958" y="21050"/>
                        <a:pt x="37624" y="21812"/>
                      </a:cubicBezTo>
                      <a:cubicBezTo>
                        <a:pt x="38481" y="22098"/>
                        <a:pt x="38862" y="22479"/>
                        <a:pt x="38862" y="22955"/>
                      </a:cubicBezTo>
                      <a:cubicBezTo>
                        <a:pt x="38862" y="23146"/>
                        <a:pt x="38767" y="23527"/>
                        <a:pt x="38576" y="23908"/>
                      </a:cubicBezTo>
                      <a:cubicBezTo>
                        <a:pt x="38386" y="24289"/>
                        <a:pt x="38291" y="24575"/>
                        <a:pt x="38291" y="24765"/>
                      </a:cubicBezTo>
                      <a:cubicBezTo>
                        <a:pt x="38291" y="25146"/>
                        <a:pt x="38672" y="25241"/>
                        <a:pt x="39529" y="25146"/>
                      </a:cubicBezTo>
                      <a:cubicBezTo>
                        <a:pt x="39529" y="24384"/>
                        <a:pt x="39529" y="23908"/>
                        <a:pt x="39243" y="23717"/>
                      </a:cubicBezTo>
                      <a:close/>
                      <a:moveTo>
                        <a:pt x="41720" y="27908"/>
                      </a:moveTo>
                      <a:lnTo>
                        <a:pt x="42005" y="27622"/>
                      </a:lnTo>
                      <a:lnTo>
                        <a:pt x="41529" y="26956"/>
                      </a:lnTo>
                      <a:lnTo>
                        <a:pt x="41815" y="27908"/>
                      </a:lnTo>
                      <a:close/>
                      <a:moveTo>
                        <a:pt x="43244" y="22098"/>
                      </a:moveTo>
                      <a:lnTo>
                        <a:pt x="44196" y="22765"/>
                      </a:lnTo>
                      <a:cubicBezTo>
                        <a:pt x="44196" y="22765"/>
                        <a:pt x="43910" y="22193"/>
                        <a:pt x="43910" y="22098"/>
                      </a:cubicBezTo>
                      <a:lnTo>
                        <a:pt x="43244" y="22098"/>
                      </a:lnTo>
                      <a:close/>
                      <a:moveTo>
                        <a:pt x="43529" y="11811"/>
                      </a:moveTo>
                      <a:lnTo>
                        <a:pt x="43529" y="12478"/>
                      </a:lnTo>
                      <a:lnTo>
                        <a:pt x="44196" y="11811"/>
                      </a:lnTo>
                      <a:lnTo>
                        <a:pt x="43529" y="11811"/>
                      </a:lnTo>
                      <a:close/>
                      <a:moveTo>
                        <a:pt x="44196" y="19240"/>
                      </a:moveTo>
                      <a:lnTo>
                        <a:pt x="45720" y="17621"/>
                      </a:lnTo>
                      <a:lnTo>
                        <a:pt x="44768" y="17621"/>
                      </a:lnTo>
                      <a:lnTo>
                        <a:pt x="44101" y="19240"/>
                      </a:lnTo>
                      <a:close/>
                      <a:moveTo>
                        <a:pt x="44863" y="26670"/>
                      </a:moveTo>
                      <a:lnTo>
                        <a:pt x="45816" y="26289"/>
                      </a:lnTo>
                      <a:cubicBezTo>
                        <a:pt x="45816" y="26289"/>
                        <a:pt x="45434" y="25908"/>
                        <a:pt x="44863" y="25908"/>
                      </a:cubicBezTo>
                      <a:lnTo>
                        <a:pt x="44863" y="26575"/>
                      </a:lnTo>
                      <a:close/>
                      <a:moveTo>
                        <a:pt x="46768" y="10954"/>
                      </a:moveTo>
                      <a:cubicBezTo>
                        <a:pt x="46768" y="10954"/>
                        <a:pt x="47149" y="10954"/>
                        <a:pt x="47530" y="11335"/>
                      </a:cubicBezTo>
                      <a:lnTo>
                        <a:pt x="46768" y="10954"/>
                      </a:lnTo>
                      <a:close/>
                      <a:moveTo>
                        <a:pt x="48006" y="11716"/>
                      </a:moveTo>
                      <a:cubicBezTo>
                        <a:pt x="48006" y="11716"/>
                        <a:pt x="47720" y="11621"/>
                        <a:pt x="47530" y="11335"/>
                      </a:cubicBezTo>
                      <a:lnTo>
                        <a:pt x="48006" y="11716"/>
                      </a:lnTo>
                      <a:close/>
                      <a:moveTo>
                        <a:pt x="48292" y="11906"/>
                      </a:moveTo>
                      <a:lnTo>
                        <a:pt x="48006" y="11716"/>
                      </a:lnTo>
                      <a:cubicBezTo>
                        <a:pt x="48006" y="11716"/>
                        <a:pt x="48387" y="11621"/>
                        <a:pt x="48292" y="11621"/>
                      </a:cubicBezTo>
                      <a:lnTo>
                        <a:pt x="48292" y="11906"/>
                      </a:lnTo>
                      <a:close/>
                      <a:moveTo>
                        <a:pt x="49435" y="8001"/>
                      </a:moveTo>
                      <a:cubicBezTo>
                        <a:pt x="49435" y="8001"/>
                        <a:pt x="49149" y="7906"/>
                        <a:pt x="48768" y="7811"/>
                      </a:cubicBezTo>
                      <a:cubicBezTo>
                        <a:pt x="48483" y="7811"/>
                        <a:pt x="48292" y="7811"/>
                        <a:pt x="48292" y="7620"/>
                      </a:cubicBezTo>
                      <a:cubicBezTo>
                        <a:pt x="48292" y="7429"/>
                        <a:pt x="48387" y="7239"/>
                        <a:pt x="48673" y="7048"/>
                      </a:cubicBezTo>
                      <a:lnTo>
                        <a:pt x="49530" y="8001"/>
                      </a:lnTo>
                      <a:close/>
                      <a:moveTo>
                        <a:pt x="49625" y="20384"/>
                      </a:moveTo>
                      <a:lnTo>
                        <a:pt x="48578" y="19717"/>
                      </a:lnTo>
                      <a:lnTo>
                        <a:pt x="49625" y="19717"/>
                      </a:lnTo>
                      <a:lnTo>
                        <a:pt x="49625" y="20384"/>
                      </a:lnTo>
                      <a:close/>
                      <a:moveTo>
                        <a:pt x="49435" y="8001"/>
                      </a:moveTo>
                      <a:lnTo>
                        <a:pt x="49625" y="8192"/>
                      </a:lnTo>
                      <a:lnTo>
                        <a:pt x="49435" y="8001"/>
                      </a:lnTo>
                      <a:close/>
                      <a:moveTo>
                        <a:pt x="50292" y="14859"/>
                      </a:moveTo>
                      <a:lnTo>
                        <a:pt x="50578" y="13906"/>
                      </a:lnTo>
                      <a:lnTo>
                        <a:pt x="52483" y="14573"/>
                      </a:lnTo>
                      <a:cubicBezTo>
                        <a:pt x="52007" y="14573"/>
                        <a:pt x="51626" y="14954"/>
                        <a:pt x="51340" y="15526"/>
                      </a:cubicBezTo>
                      <a:cubicBezTo>
                        <a:pt x="51245" y="15526"/>
                        <a:pt x="50864" y="15240"/>
                        <a:pt x="50292" y="14764"/>
                      </a:cubicBezTo>
                      <a:close/>
                      <a:moveTo>
                        <a:pt x="52483" y="6096"/>
                      </a:moveTo>
                      <a:cubicBezTo>
                        <a:pt x="52483" y="6096"/>
                        <a:pt x="52197" y="6477"/>
                        <a:pt x="51816" y="6477"/>
                      </a:cubicBezTo>
                      <a:lnTo>
                        <a:pt x="50959" y="6477"/>
                      </a:lnTo>
                      <a:lnTo>
                        <a:pt x="51245" y="5810"/>
                      </a:lnTo>
                      <a:cubicBezTo>
                        <a:pt x="51245" y="5810"/>
                        <a:pt x="51911" y="6096"/>
                        <a:pt x="52578" y="6096"/>
                      </a:cubicBezTo>
                      <a:close/>
                      <a:moveTo>
                        <a:pt x="52102" y="8668"/>
                      </a:moveTo>
                      <a:lnTo>
                        <a:pt x="52102" y="8192"/>
                      </a:lnTo>
                      <a:cubicBezTo>
                        <a:pt x="53340" y="8382"/>
                        <a:pt x="54102" y="8477"/>
                        <a:pt x="54674" y="8477"/>
                      </a:cubicBezTo>
                      <a:lnTo>
                        <a:pt x="54674" y="9144"/>
                      </a:lnTo>
                      <a:lnTo>
                        <a:pt x="52102" y="8763"/>
                      </a:lnTo>
                      <a:close/>
                      <a:moveTo>
                        <a:pt x="54959" y="21336"/>
                      </a:moveTo>
                      <a:lnTo>
                        <a:pt x="54293" y="21336"/>
                      </a:lnTo>
                      <a:lnTo>
                        <a:pt x="54769" y="20479"/>
                      </a:lnTo>
                      <a:cubicBezTo>
                        <a:pt x="54769" y="20479"/>
                        <a:pt x="54959" y="20860"/>
                        <a:pt x="54959" y="21336"/>
                      </a:cubicBezTo>
                      <a:close/>
                      <a:moveTo>
                        <a:pt x="54674" y="20384"/>
                      </a:moveTo>
                      <a:cubicBezTo>
                        <a:pt x="54674" y="20384"/>
                        <a:pt x="54864" y="20098"/>
                        <a:pt x="54959" y="20003"/>
                      </a:cubicBezTo>
                      <a:lnTo>
                        <a:pt x="54769" y="20479"/>
                      </a:lnTo>
                      <a:cubicBezTo>
                        <a:pt x="54769" y="20479"/>
                        <a:pt x="54769" y="20479"/>
                        <a:pt x="54578" y="20479"/>
                      </a:cubicBezTo>
                      <a:close/>
                      <a:moveTo>
                        <a:pt x="54959" y="20003"/>
                      </a:moveTo>
                      <a:lnTo>
                        <a:pt x="55245" y="19431"/>
                      </a:lnTo>
                      <a:cubicBezTo>
                        <a:pt x="55245" y="19431"/>
                        <a:pt x="55245" y="19812"/>
                        <a:pt x="54959" y="20003"/>
                      </a:cubicBezTo>
                      <a:close/>
                      <a:moveTo>
                        <a:pt x="56198" y="2286"/>
                      </a:moveTo>
                      <a:lnTo>
                        <a:pt x="56864" y="2953"/>
                      </a:lnTo>
                      <a:lnTo>
                        <a:pt x="55626" y="2953"/>
                      </a:lnTo>
                      <a:lnTo>
                        <a:pt x="56198" y="2286"/>
                      </a:lnTo>
                      <a:close/>
                      <a:moveTo>
                        <a:pt x="56579" y="11430"/>
                      </a:moveTo>
                      <a:lnTo>
                        <a:pt x="58103" y="13049"/>
                      </a:lnTo>
                      <a:cubicBezTo>
                        <a:pt x="56960" y="12668"/>
                        <a:pt x="56293" y="12383"/>
                        <a:pt x="56293" y="12097"/>
                      </a:cubicBezTo>
                      <a:cubicBezTo>
                        <a:pt x="56293" y="11906"/>
                        <a:pt x="56293" y="11716"/>
                        <a:pt x="56579" y="11430"/>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 name="Google Shape;858;p99"/>
                <p:cNvSpPr/>
                <p:nvPr/>
              </p:nvSpPr>
              <p:spPr>
                <a:xfrm>
                  <a:off x="6905814" y="4389596"/>
                  <a:ext cx="50482" cy="68008"/>
                </a:xfrm>
                <a:custGeom>
                  <a:avLst/>
                  <a:gdLst/>
                  <a:ahLst/>
                  <a:cxnLst/>
                  <a:rect l="l" t="t" r="r" b="b"/>
                  <a:pathLst>
                    <a:path w="50482" h="68008" extrusionOk="0">
                      <a:moveTo>
                        <a:pt x="44482" y="54292"/>
                      </a:moveTo>
                      <a:cubicBezTo>
                        <a:pt x="45625" y="55054"/>
                        <a:pt x="46196" y="56197"/>
                        <a:pt x="46292" y="57912"/>
                      </a:cubicBezTo>
                      <a:cubicBezTo>
                        <a:pt x="46292" y="59341"/>
                        <a:pt x="46387" y="60770"/>
                        <a:pt x="46387" y="62198"/>
                      </a:cubicBezTo>
                      <a:cubicBezTo>
                        <a:pt x="46387" y="62960"/>
                        <a:pt x="46482" y="63627"/>
                        <a:pt x="46673" y="64198"/>
                      </a:cubicBezTo>
                      <a:cubicBezTo>
                        <a:pt x="45149" y="66675"/>
                        <a:pt x="42577" y="68008"/>
                        <a:pt x="38957" y="68008"/>
                      </a:cubicBezTo>
                      <a:cubicBezTo>
                        <a:pt x="37910" y="68008"/>
                        <a:pt x="36290" y="67913"/>
                        <a:pt x="34100" y="67628"/>
                      </a:cubicBezTo>
                      <a:cubicBezTo>
                        <a:pt x="31909" y="67437"/>
                        <a:pt x="30290" y="67246"/>
                        <a:pt x="29146" y="67246"/>
                      </a:cubicBezTo>
                      <a:cubicBezTo>
                        <a:pt x="28004" y="67246"/>
                        <a:pt x="26956" y="67246"/>
                        <a:pt x="26099" y="67437"/>
                      </a:cubicBezTo>
                      <a:lnTo>
                        <a:pt x="7525" y="67437"/>
                      </a:lnTo>
                      <a:lnTo>
                        <a:pt x="7525" y="67246"/>
                      </a:lnTo>
                      <a:cubicBezTo>
                        <a:pt x="6858" y="66865"/>
                        <a:pt x="5715" y="66770"/>
                        <a:pt x="4096" y="67056"/>
                      </a:cubicBezTo>
                      <a:cubicBezTo>
                        <a:pt x="2477" y="67342"/>
                        <a:pt x="1238" y="67151"/>
                        <a:pt x="381" y="66580"/>
                      </a:cubicBezTo>
                      <a:cubicBezTo>
                        <a:pt x="667" y="58579"/>
                        <a:pt x="762" y="50673"/>
                        <a:pt x="762" y="42863"/>
                      </a:cubicBezTo>
                      <a:cubicBezTo>
                        <a:pt x="762" y="35052"/>
                        <a:pt x="667" y="27146"/>
                        <a:pt x="381" y="19145"/>
                      </a:cubicBezTo>
                      <a:cubicBezTo>
                        <a:pt x="667" y="19336"/>
                        <a:pt x="953" y="19431"/>
                        <a:pt x="1048" y="19431"/>
                      </a:cubicBezTo>
                      <a:lnTo>
                        <a:pt x="1238" y="19145"/>
                      </a:lnTo>
                      <a:cubicBezTo>
                        <a:pt x="1238" y="19145"/>
                        <a:pt x="1238" y="18574"/>
                        <a:pt x="857" y="18479"/>
                      </a:cubicBezTo>
                      <a:cubicBezTo>
                        <a:pt x="476" y="18288"/>
                        <a:pt x="381" y="18193"/>
                        <a:pt x="381" y="18193"/>
                      </a:cubicBezTo>
                      <a:cubicBezTo>
                        <a:pt x="381" y="18193"/>
                        <a:pt x="476" y="17907"/>
                        <a:pt x="762" y="17621"/>
                      </a:cubicBezTo>
                      <a:cubicBezTo>
                        <a:pt x="762" y="18097"/>
                        <a:pt x="762" y="18479"/>
                        <a:pt x="1048" y="18574"/>
                      </a:cubicBezTo>
                      <a:cubicBezTo>
                        <a:pt x="1619" y="18574"/>
                        <a:pt x="1715" y="18193"/>
                        <a:pt x="1524" y="17621"/>
                      </a:cubicBezTo>
                      <a:cubicBezTo>
                        <a:pt x="1238" y="17050"/>
                        <a:pt x="1334" y="16669"/>
                        <a:pt x="1715" y="16573"/>
                      </a:cubicBezTo>
                      <a:cubicBezTo>
                        <a:pt x="1715" y="16669"/>
                        <a:pt x="1715" y="16764"/>
                        <a:pt x="1715" y="16954"/>
                      </a:cubicBezTo>
                      <a:cubicBezTo>
                        <a:pt x="1715" y="17145"/>
                        <a:pt x="1905" y="17431"/>
                        <a:pt x="2191" y="17621"/>
                      </a:cubicBezTo>
                      <a:cubicBezTo>
                        <a:pt x="2477" y="17907"/>
                        <a:pt x="2667" y="18097"/>
                        <a:pt x="2762" y="18193"/>
                      </a:cubicBezTo>
                      <a:lnTo>
                        <a:pt x="4096" y="17907"/>
                      </a:lnTo>
                      <a:lnTo>
                        <a:pt x="2762" y="16954"/>
                      </a:lnTo>
                      <a:lnTo>
                        <a:pt x="4096" y="16288"/>
                      </a:lnTo>
                      <a:cubicBezTo>
                        <a:pt x="4096" y="16288"/>
                        <a:pt x="3715" y="15907"/>
                        <a:pt x="3143" y="15240"/>
                      </a:cubicBezTo>
                      <a:cubicBezTo>
                        <a:pt x="2762" y="14859"/>
                        <a:pt x="2381" y="14669"/>
                        <a:pt x="2096" y="14669"/>
                      </a:cubicBezTo>
                      <a:cubicBezTo>
                        <a:pt x="1810" y="14669"/>
                        <a:pt x="1524" y="14859"/>
                        <a:pt x="1334" y="15335"/>
                      </a:cubicBezTo>
                      <a:cubicBezTo>
                        <a:pt x="953" y="15145"/>
                        <a:pt x="762" y="14859"/>
                        <a:pt x="762" y="14669"/>
                      </a:cubicBezTo>
                      <a:cubicBezTo>
                        <a:pt x="762" y="14573"/>
                        <a:pt x="953" y="14288"/>
                        <a:pt x="1429" y="13906"/>
                      </a:cubicBezTo>
                      <a:cubicBezTo>
                        <a:pt x="1905" y="13525"/>
                        <a:pt x="2096" y="13240"/>
                        <a:pt x="2000" y="12954"/>
                      </a:cubicBezTo>
                      <a:lnTo>
                        <a:pt x="2667" y="13621"/>
                      </a:lnTo>
                      <a:lnTo>
                        <a:pt x="3048" y="13145"/>
                      </a:lnTo>
                      <a:cubicBezTo>
                        <a:pt x="3048" y="13145"/>
                        <a:pt x="3429" y="13430"/>
                        <a:pt x="3620" y="13430"/>
                      </a:cubicBezTo>
                      <a:cubicBezTo>
                        <a:pt x="3905" y="13430"/>
                        <a:pt x="4286" y="13240"/>
                        <a:pt x="4858" y="13049"/>
                      </a:cubicBezTo>
                      <a:cubicBezTo>
                        <a:pt x="5429" y="12763"/>
                        <a:pt x="5810" y="12668"/>
                        <a:pt x="6096" y="12668"/>
                      </a:cubicBezTo>
                      <a:cubicBezTo>
                        <a:pt x="6382" y="12668"/>
                        <a:pt x="6668" y="12763"/>
                        <a:pt x="6953" y="13049"/>
                      </a:cubicBezTo>
                      <a:lnTo>
                        <a:pt x="7334" y="12763"/>
                      </a:lnTo>
                      <a:cubicBezTo>
                        <a:pt x="7334" y="12287"/>
                        <a:pt x="6953" y="11906"/>
                        <a:pt x="6382" y="11716"/>
                      </a:cubicBezTo>
                      <a:cubicBezTo>
                        <a:pt x="5810" y="11525"/>
                        <a:pt x="5429" y="11335"/>
                        <a:pt x="5334" y="11144"/>
                      </a:cubicBezTo>
                      <a:cubicBezTo>
                        <a:pt x="4477" y="11144"/>
                        <a:pt x="3429" y="11144"/>
                        <a:pt x="2191" y="11144"/>
                      </a:cubicBezTo>
                      <a:cubicBezTo>
                        <a:pt x="2096" y="11430"/>
                        <a:pt x="2000" y="11621"/>
                        <a:pt x="1905" y="11621"/>
                      </a:cubicBezTo>
                      <a:cubicBezTo>
                        <a:pt x="1715" y="11430"/>
                        <a:pt x="1524" y="11335"/>
                        <a:pt x="1429" y="11335"/>
                      </a:cubicBezTo>
                      <a:cubicBezTo>
                        <a:pt x="1334" y="11335"/>
                        <a:pt x="1238" y="11335"/>
                        <a:pt x="1143" y="11335"/>
                      </a:cubicBezTo>
                      <a:lnTo>
                        <a:pt x="476" y="8858"/>
                      </a:lnTo>
                      <a:cubicBezTo>
                        <a:pt x="476" y="8858"/>
                        <a:pt x="1238" y="8668"/>
                        <a:pt x="1334" y="8477"/>
                      </a:cubicBezTo>
                      <a:cubicBezTo>
                        <a:pt x="1334" y="8001"/>
                        <a:pt x="1143" y="7811"/>
                        <a:pt x="667" y="8096"/>
                      </a:cubicBezTo>
                      <a:cubicBezTo>
                        <a:pt x="286" y="8287"/>
                        <a:pt x="95" y="8287"/>
                        <a:pt x="0" y="7906"/>
                      </a:cubicBezTo>
                      <a:lnTo>
                        <a:pt x="667" y="7239"/>
                      </a:lnTo>
                      <a:lnTo>
                        <a:pt x="1334" y="7906"/>
                      </a:lnTo>
                      <a:cubicBezTo>
                        <a:pt x="1334" y="7906"/>
                        <a:pt x="1524" y="7239"/>
                        <a:pt x="1524" y="6382"/>
                      </a:cubicBezTo>
                      <a:cubicBezTo>
                        <a:pt x="1524" y="6572"/>
                        <a:pt x="1715" y="6763"/>
                        <a:pt x="1905" y="6858"/>
                      </a:cubicBezTo>
                      <a:cubicBezTo>
                        <a:pt x="2381" y="6477"/>
                        <a:pt x="2572" y="6287"/>
                        <a:pt x="2572" y="6001"/>
                      </a:cubicBezTo>
                      <a:cubicBezTo>
                        <a:pt x="2572" y="5715"/>
                        <a:pt x="2191" y="5334"/>
                        <a:pt x="1429" y="4763"/>
                      </a:cubicBezTo>
                      <a:cubicBezTo>
                        <a:pt x="667" y="4286"/>
                        <a:pt x="286" y="3715"/>
                        <a:pt x="286" y="3334"/>
                      </a:cubicBezTo>
                      <a:cubicBezTo>
                        <a:pt x="286" y="2953"/>
                        <a:pt x="476" y="2476"/>
                        <a:pt x="953" y="2096"/>
                      </a:cubicBezTo>
                      <a:lnTo>
                        <a:pt x="2477" y="381"/>
                      </a:lnTo>
                      <a:cubicBezTo>
                        <a:pt x="5239" y="95"/>
                        <a:pt x="8192" y="0"/>
                        <a:pt x="11335" y="0"/>
                      </a:cubicBezTo>
                      <a:cubicBezTo>
                        <a:pt x="14288" y="0"/>
                        <a:pt x="18764" y="190"/>
                        <a:pt x="24860" y="476"/>
                      </a:cubicBezTo>
                      <a:cubicBezTo>
                        <a:pt x="30861" y="857"/>
                        <a:pt x="35338" y="953"/>
                        <a:pt x="38386" y="953"/>
                      </a:cubicBezTo>
                      <a:cubicBezTo>
                        <a:pt x="40577" y="953"/>
                        <a:pt x="42672" y="953"/>
                        <a:pt x="44577" y="762"/>
                      </a:cubicBezTo>
                      <a:cubicBezTo>
                        <a:pt x="45815" y="1810"/>
                        <a:pt x="46482" y="3143"/>
                        <a:pt x="46482" y="4763"/>
                      </a:cubicBezTo>
                      <a:cubicBezTo>
                        <a:pt x="46482" y="5239"/>
                        <a:pt x="46387" y="6096"/>
                        <a:pt x="46196" y="7334"/>
                      </a:cubicBezTo>
                      <a:cubicBezTo>
                        <a:pt x="46006" y="8572"/>
                        <a:pt x="45911" y="9525"/>
                        <a:pt x="45911" y="10192"/>
                      </a:cubicBezTo>
                      <a:cubicBezTo>
                        <a:pt x="45911" y="10858"/>
                        <a:pt x="45911" y="11430"/>
                        <a:pt x="46101" y="12097"/>
                      </a:cubicBezTo>
                      <a:cubicBezTo>
                        <a:pt x="46101" y="12954"/>
                        <a:pt x="45529" y="13430"/>
                        <a:pt x="44482" y="13430"/>
                      </a:cubicBezTo>
                      <a:cubicBezTo>
                        <a:pt x="44291" y="13430"/>
                        <a:pt x="44006" y="13430"/>
                        <a:pt x="43720" y="13430"/>
                      </a:cubicBezTo>
                      <a:lnTo>
                        <a:pt x="42863" y="13430"/>
                      </a:lnTo>
                      <a:cubicBezTo>
                        <a:pt x="42196" y="13430"/>
                        <a:pt x="41720" y="13430"/>
                        <a:pt x="41434" y="13811"/>
                      </a:cubicBezTo>
                      <a:lnTo>
                        <a:pt x="39624" y="13811"/>
                      </a:lnTo>
                      <a:lnTo>
                        <a:pt x="39624" y="13430"/>
                      </a:lnTo>
                      <a:cubicBezTo>
                        <a:pt x="37148" y="13621"/>
                        <a:pt x="34290" y="13811"/>
                        <a:pt x="31147" y="13811"/>
                      </a:cubicBezTo>
                      <a:cubicBezTo>
                        <a:pt x="29146" y="13811"/>
                        <a:pt x="26289" y="13811"/>
                        <a:pt x="22574" y="13811"/>
                      </a:cubicBezTo>
                      <a:lnTo>
                        <a:pt x="14002" y="13811"/>
                      </a:lnTo>
                      <a:cubicBezTo>
                        <a:pt x="13621" y="14859"/>
                        <a:pt x="13430" y="15907"/>
                        <a:pt x="13430" y="17240"/>
                      </a:cubicBezTo>
                      <a:cubicBezTo>
                        <a:pt x="13430" y="17621"/>
                        <a:pt x="13430" y="18193"/>
                        <a:pt x="13430" y="18955"/>
                      </a:cubicBezTo>
                      <a:lnTo>
                        <a:pt x="13430" y="20860"/>
                      </a:lnTo>
                      <a:cubicBezTo>
                        <a:pt x="13430" y="22098"/>
                        <a:pt x="13335" y="23146"/>
                        <a:pt x="13049" y="24194"/>
                      </a:cubicBezTo>
                      <a:cubicBezTo>
                        <a:pt x="13240" y="24955"/>
                        <a:pt x="13335" y="25717"/>
                        <a:pt x="13430" y="26575"/>
                      </a:cubicBezTo>
                      <a:cubicBezTo>
                        <a:pt x="13716" y="27622"/>
                        <a:pt x="14192" y="28099"/>
                        <a:pt x="14954" y="28099"/>
                      </a:cubicBezTo>
                      <a:cubicBezTo>
                        <a:pt x="15145" y="28099"/>
                        <a:pt x="15335" y="28099"/>
                        <a:pt x="15621" y="28099"/>
                      </a:cubicBezTo>
                      <a:cubicBezTo>
                        <a:pt x="15812" y="28099"/>
                        <a:pt x="16002" y="28099"/>
                        <a:pt x="16193" y="28099"/>
                      </a:cubicBezTo>
                      <a:cubicBezTo>
                        <a:pt x="16383" y="28099"/>
                        <a:pt x="16764" y="28099"/>
                        <a:pt x="17145" y="27908"/>
                      </a:cubicBezTo>
                      <a:cubicBezTo>
                        <a:pt x="17526" y="27908"/>
                        <a:pt x="17907" y="27718"/>
                        <a:pt x="18002" y="27718"/>
                      </a:cubicBezTo>
                      <a:cubicBezTo>
                        <a:pt x="18479" y="27718"/>
                        <a:pt x="18764" y="27908"/>
                        <a:pt x="19050" y="28384"/>
                      </a:cubicBezTo>
                      <a:cubicBezTo>
                        <a:pt x="20479" y="28004"/>
                        <a:pt x="22288" y="27718"/>
                        <a:pt x="24194" y="27718"/>
                      </a:cubicBezTo>
                      <a:cubicBezTo>
                        <a:pt x="25146" y="27718"/>
                        <a:pt x="26575" y="27718"/>
                        <a:pt x="28480" y="27908"/>
                      </a:cubicBezTo>
                      <a:cubicBezTo>
                        <a:pt x="30385" y="28004"/>
                        <a:pt x="31718" y="28099"/>
                        <a:pt x="32671" y="28099"/>
                      </a:cubicBezTo>
                      <a:cubicBezTo>
                        <a:pt x="33623" y="28099"/>
                        <a:pt x="34481" y="28099"/>
                        <a:pt x="35243" y="27908"/>
                      </a:cubicBezTo>
                      <a:cubicBezTo>
                        <a:pt x="35624" y="29242"/>
                        <a:pt x="35814" y="31242"/>
                        <a:pt x="35719" y="33814"/>
                      </a:cubicBezTo>
                      <a:cubicBezTo>
                        <a:pt x="35719" y="36671"/>
                        <a:pt x="35719" y="38576"/>
                        <a:pt x="35909" y="39719"/>
                      </a:cubicBezTo>
                      <a:cubicBezTo>
                        <a:pt x="34766" y="40576"/>
                        <a:pt x="33242" y="40957"/>
                        <a:pt x="31242" y="40957"/>
                      </a:cubicBezTo>
                      <a:cubicBezTo>
                        <a:pt x="30385" y="40957"/>
                        <a:pt x="29146" y="40957"/>
                        <a:pt x="27527" y="40672"/>
                      </a:cubicBezTo>
                      <a:cubicBezTo>
                        <a:pt x="25908" y="40481"/>
                        <a:pt x="24575" y="40481"/>
                        <a:pt x="23717" y="40481"/>
                      </a:cubicBezTo>
                      <a:cubicBezTo>
                        <a:pt x="22860" y="40481"/>
                        <a:pt x="22193" y="40481"/>
                        <a:pt x="21431" y="40576"/>
                      </a:cubicBezTo>
                      <a:lnTo>
                        <a:pt x="21431" y="40196"/>
                      </a:lnTo>
                      <a:cubicBezTo>
                        <a:pt x="21431" y="40196"/>
                        <a:pt x="20193" y="40196"/>
                        <a:pt x="18955" y="40196"/>
                      </a:cubicBezTo>
                      <a:cubicBezTo>
                        <a:pt x="18098" y="40196"/>
                        <a:pt x="17240" y="40386"/>
                        <a:pt x="16478" y="40767"/>
                      </a:cubicBezTo>
                      <a:cubicBezTo>
                        <a:pt x="16193" y="40576"/>
                        <a:pt x="15812" y="40481"/>
                        <a:pt x="15431" y="40481"/>
                      </a:cubicBezTo>
                      <a:cubicBezTo>
                        <a:pt x="14764" y="40481"/>
                        <a:pt x="14383" y="40481"/>
                        <a:pt x="14288" y="40481"/>
                      </a:cubicBezTo>
                      <a:cubicBezTo>
                        <a:pt x="13430" y="40767"/>
                        <a:pt x="12954" y="41529"/>
                        <a:pt x="12954" y="42577"/>
                      </a:cubicBezTo>
                      <a:cubicBezTo>
                        <a:pt x="12954" y="43339"/>
                        <a:pt x="13145" y="44005"/>
                        <a:pt x="13335" y="44387"/>
                      </a:cubicBezTo>
                      <a:cubicBezTo>
                        <a:pt x="12097" y="44005"/>
                        <a:pt x="11049" y="44387"/>
                        <a:pt x="10192" y="45339"/>
                      </a:cubicBezTo>
                      <a:lnTo>
                        <a:pt x="12287" y="44958"/>
                      </a:lnTo>
                      <a:lnTo>
                        <a:pt x="12002" y="45339"/>
                      </a:lnTo>
                      <a:cubicBezTo>
                        <a:pt x="12002" y="45339"/>
                        <a:pt x="12287" y="45720"/>
                        <a:pt x="12383" y="45720"/>
                      </a:cubicBezTo>
                      <a:cubicBezTo>
                        <a:pt x="12287" y="45720"/>
                        <a:pt x="12573" y="45529"/>
                        <a:pt x="13240" y="44958"/>
                      </a:cubicBezTo>
                      <a:cubicBezTo>
                        <a:pt x="13240" y="44672"/>
                        <a:pt x="13240" y="46291"/>
                        <a:pt x="13240" y="49816"/>
                      </a:cubicBezTo>
                      <a:cubicBezTo>
                        <a:pt x="13240" y="51816"/>
                        <a:pt x="13526" y="53435"/>
                        <a:pt x="14192" y="54483"/>
                      </a:cubicBezTo>
                      <a:cubicBezTo>
                        <a:pt x="16193" y="54769"/>
                        <a:pt x="18288" y="54864"/>
                        <a:pt x="20574" y="54864"/>
                      </a:cubicBezTo>
                      <a:cubicBezTo>
                        <a:pt x="22288" y="54864"/>
                        <a:pt x="24765" y="54769"/>
                        <a:pt x="28004" y="54483"/>
                      </a:cubicBezTo>
                      <a:cubicBezTo>
                        <a:pt x="31242" y="54292"/>
                        <a:pt x="33623" y="54102"/>
                        <a:pt x="35338" y="54102"/>
                      </a:cubicBezTo>
                      <a:cubicBezTo>
                        <a:pt x="37814" y="54102"/>
                        <a:pt x="40100" y="54292"/>
                        <a:pt x="42196" y="54578"/>
                      </a:cubicBezTo>
                      <a:cubicBezTo>
                        <a:pt x="42577" y="53721"/>
                        <a:pt x="43339" y="53626"/>
                        <a:pt x="44482" y="54292"/>
                      </a:cubicBezTo>
                      <a:close/>
                      <a:moveTo>
                        <a:pt x="2381" y="12192"/>
                      </a:moveTo>
                      <a:lnTo>
                        <a:pt x="2858" y="12859"/>
                      </a:lnTo>
                      <a:lnTo>
                        <a:pt x="2858" y="13049"/>
                      </a:lnTo>
                      <a:cubicBezTo>
                        <a:pt x="2858" y="13049"/>
                        <a:pt x="2381" y="12573"/>
                        <a:pt x="2381" y="12192"/>
                      </a:cubicBezTo>
                      <a:close/>
                      <a:moveTo>
                        <a:pt x="19145" y="36195"/>
                      </a:moveTo>
                      <a:lnTo>
                        <a:pt x="18193" y="36195"/>
                      </a:lnTo>
                      <a:cubicBezTo>
                        <a:pt x="18193" y="36195"/>
                        <a:pt x="18669" y="36576"/>
                        <a:pt x="19145" y="36195"/>
                      </a:cubicBezTo>
                      <a:lnTo>
                        <a:pt x="19526" y="36195"/>
                      </a:lnTo>
                      <a:cubicBezTo>
                        <a:pt x="19526" y="36195"/>
                        <a:pt x="19717" y="36481"/>
                        <a:pt x="19717" y="36766"/>
                      </a:cubicBezTo>
                      <a:lnTo>
                        <a:pt x="20860" y="36195"/>
                      </a:lnTo>
                      <a:cubicBezTo>
                        <a:pt x="20860" y="36195"/>
                        <a:pt x="21241" y="36671"/>
                        <a:pt x="21241" y="36766"/>
                      </a:cubicBezTo>
                      <a:lnTo>
                        <a:pt x="22479" y="36766"/>
                      </a:lnTo>
                      <a:lnTo>
                        <a:pt x="22479" y="36195"/>
                      </a:lnTo>
                      <a:lnTo>
                        <a:pt x="19526" y="36195"/>
                      </a:lnTo>
                      <a:cubicBezTo>
                        <a:pt x="19526" y="36195"/>
                        <a:pt x="19241" y="36195"/>
                        <a:pt x="19145" y="36195"/>
                      </a:cubicBezTo>
                      <a:close/>
                      <a:moveTo>
                        <a:pt x="35052" y="4572"/>
                      </a:moveTo>
                      <a:lnTo>
                        <a:pt x="34385" y="4191"/>
                      </a:lnTo>
                      <a:lnTo>
                        <a:pt x="35052" y="5524"/>
                      </a:lnTo>
                      <a:lnTo>
                        <a:pt x="35052" y="4572"/>
                      </a:lnTo>
                      <a:close/>
                      <a:moveTo>
                        <a:pt x="50102" y="58864"/>
                      </a:moveTo>
                      <a:lnTo>
                        <a:pt x="50483" y="58864"/>
                      </a:lnTo>
                      <a:lnTo>
                        <a:pt x="49530" y="59436"/>
                      </a:lnTo>
                      <a:lnTo>
                        <a:pt x="50197" y="58864"/>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59" name="Google Shape;859;p99"/>
              <p:cNvGrpSpPr/>
              <p:nvPr/>
            </p:nvGrpSpPr>
            <p:grpSpPr>
              <a:xfrm>
                <a:off x="8700796" y="6339558"/>
                <a:ext cx="1040320" cy="239550"/>
                <a:chOff x="3447478" y="4057653"/>
                <a:chExt cx="1040320" cy="239550"/>
              </a:xfrm>
            </p:grpSpPr>
            <p:sp>
              <p:nvSpPr>
                <p:cNvPr id="860" name="Google Shape;860;p99"/>
                <p:cNvSpPr/>
                <p:nvPr/>
              </p:nvSpPr>
              <p:spPr>
                <a:xfrm>
                  <a:off x="3447478" y="4071651"/>
                  <a:ext cx="240791" cy="216026"/>
                </a:xfrm>
                <a:custGeom>
                  <a:avLst/>
                  <a:gdLst/>
                  <a:ahLst/>
                  <a:cxnLst/>
                  <a:rect l="l" t="t" r="r" b="b"/>
                  <a:pathLst>
                    <a:path w="240791" h="216026" extrusionOk="0">
                      <a:moveTo>
                        <a:pt x="95" y="115824"/>
                      </a:moveTo>
                      <a:cubicBezTo>
                        <a:pt x="3715" y="117729"/>
                        <a:pt x="5429" y="120110"/>
                        <a:pt x="5239" y="122872"/>
                      </a:cubicBezTo>
                      <a:lnTo>
                        <a:pt x="2096" y="122872"/>
                      </a:lnTo>
                      <a:cubicBezTo>
                        <a:pt x="2572" y="122206"/>
                        <a:pt x="2858" y="121444"/>
                        <a:pt x="2858" y="120777"/>
                      </a:cubicBezTo>
                      <a:cubicBezTo>
                        <a:pt x="2858" y="118872"/>
                        <a:pt x="1905" y="117253"/>
                        <a:pt x="0" y="115824"/>
                      </a:cubicBezTo>
                      <a:close/>
                      <a:moveTo>
                        <a:pt x="857" y="147161"/>
                      </a:moveTo>
                      <a:lnTo>
                        <a:pt x="2096" y="147161"/>
                      </a:lnTo>
                      <a:lnTo>
                        <a:pt x="4191" y="148685"/>
                      </a:lnTo>
                      <a:lnTo>
                        <a:pt x="857" y="147161"/>
                      </a:lnTo>
                      <a:close/>
                      <a:moveTo>
                        <a:pt x="16859" y="184690"/>
                      </a:moveTo>
                      <a:cubicBezTo>
                        <a:pt x="13621" y="185356"/>
                        <a:pt x="12001" y="184690"/>
                        <a:pt x="12192" y="182880"/>
                      </a:cubicBezTo>
                      <a:lnTo>
                        <a:pt x="16859" y="184690"/>
                      </a:lnTo>
                      <a:close/>
                      <a:moveTo>
                        <a:pt x="12192" y="1048"/>
                      </a:moveTo>
                      <a:lnTo>
                        <a:pt x="12954" y="0"/>
                      </a:lnTo>
                      <a:lnTo>
                        <a:pt x="19907" y="0"/>
                      </a:lnTo>
                      <a:lnTo>
                        <a:pt x="12097" y="1048"/>
                      </a:lnTo>
                      <a:close/>
                      <a:moveTo>
                        <a:pt x="12192" y="157067"/>
                      </a:moveTo>
                      <a:cubicBezTo>
                        <a:pt x="13049" y="156496"/>
                        <a:pt x="13335" y="155829"/>
                        <a:pt x="13240" y="154972"/>
                      </a:cubicBezTo>
                      <a:cubicBezTo>
                        <a:pt x="13049" y="152019"/>
                        <a:pt x="12954" y="151066"/>
                        <a:pt x="12954" y="152114"/>
                      </a:cubicBezTo>
                      <a:lnTo>
                        <a:pt x="15050" y="152114"/>
                      </a:lnTo>
                      <a:cubicBezTo>
                        <a:pt x="14859" y="153162"/>
                        <a:pt x="14668" y="154305"/>
                        <a:pt x="14383" y="155543"/>
                      </a:cubicBezTo>
                      <a:cubicBezTo>
                        <a:pt x="14097" y="156877"/>
                        <a:pt x="13335" y="157353"/>
                        <a:pt x="12192" y="156972"/>
                      </a:cubicBezTo>
                      <a:close/>
                      <a:moveTo>
                        <a:pt x="16859" y="184690"/>
                      </a:moveTo>
                      <a:lnTo>
                        <a:pt x="17145" y="184976"/>
                      </a:lnTo>
                      <a:lnTo>
                        <a:pt x="16859" y="184690"/>
                      </a:lnTo>
                      <a:close/>
                      <a:moveTo>
                        <a:pt x="25146" y="107156"/>
                      </a:moveTo>
                      <a:lnTo>
                        <a:pt x="29242" y="107918"/>
                      </a:lnTo>
                      <a:lnTo>
                        <a:pt x="27242" y="109919"/>
                      </a:lnTo>
                      <a:lnTo>
                        <a:pt x="25146" y="107156"/>
                      </a:lnTo>
                      <a:close/>
                      <a:moveTo>
                        <a:pt x="28004" y="118777"/>
                      </a:moveTo>
                      <a:cubicBezTo>
                        <a:pt x="28956" y="118301"/>
                        <a:pt x="29813" y="118015"/>
                        <a:pt x="30671" y="118015"/>
                      </a:cubicBezTo>
                      <a:cubicBezTo>
                        <a:pt x="32766" y="118015"/>
                        <a:pt x="34862" y="118967"/>
                        <a:pt x="37052" y="120872"/>
                      </a:cubicBezTo>
                      <a:lnTo>
                        <a:pt x="28004" y="118777"/>
                      </a:lnTo>
                      <a:close/>
                      <a:moveTo>
                        <a:pt x="32956" y="83915"/>
                      </a:moveTo>
                      <a:lnTo>
                        <a:pt x="32956" y="85154"/>
                      </a:lnTo>
                      <a:lnTo>
                        <a:pt x="29242" y="83153"/>
                      </a:lnTo>
                      <a:cubicBezTo>
                        <a:pt x="30099" y="82772"/>
                        <a:pt x="31337" y="82963"/>
                        <a:pt x="32956" y="83915"/>
                      </a:cubicBezTo>
                      <a:close/>
                      <a:moveTo>
                        <a:pt x="30861" y="177260"/>
                      </a:moveTo>
                      <a:lnTo>
                        <a:pt x="29337" y="176022"/>
                      </a:lnTo>
                      <a:lnTo>
                        <a:pt x="32195" y="174974"/>
                      </a:lnTo>
                      <a:lnTo>
                        <a:pt x="30861" y="177260"/>
                      </a:lnTo>
                      <a:close/>
                      <a:moveTo>
                        <a:pt x="34290" y="137255"/>
                      </a:moveTo>
                      <a:lnTo>
                        <a:pt x="33052" y="138017"/>
                      </a:lnTo>
                      <a:lnTo>
                        <a:pt x="32290" y="135160"/>
                      </a:lnTo>
                      <a:lnTo>
                        <a:pt x="34385" y="137255"/>
                      </a:lnTo>
                      <a:close/>
                      <a:moveTo>
                        <a:pt x="33052" y="158972"/>
                      </a:moveTo>
                      <a:cubicBezTo>
                        <a:pt x="32004" y="158877"/>
                        <a:pt x="33528" y="158687"/>
                        <a:pt x="37433" y="158687"/>
                      </a:cubicBezTo>
                      <a:cubicBezTo>
                        <a:pt x="38957" y="158687"/>
                        <a:pt x="40196" y="159163"/>
                        <a:pt x="41053" y="160211"/>
                      </a:cubicBezTo>
                      <a:cubicBezTo>
                        <a:pt x="40481" y="160211"/>
                        <a:pt x="39624" y="160496"/>
                        <a:pt x="38291" y="160972"/>
                      </a:cubicBezTo>
                      <a:cubicBezTo>
                        <a:pt x="36957" y="161449"/>
                        <a:pt x="36100" y="161735"/>
                        <a:pt x="35338" y="161735"/>
                      </a:cubicBezTo>
                      <a:cubicBezTo>
                        <a:pt x="34100" y="161735"/>
                        <a:pt x="33338" y="160782"/>
                        <a:pt x="33052" y="158877"/>
                      </a:cubicBezTo>
                      <a:close/>
                      <a:moveTo>
                        <a:pt x="37147" y="148114"/>
                      </a:moveTo>
                      <a:lnTo>
                        <a:pt x="33052" y="153067"/>
                      </a:lnTo>
                      <a:cubicBezTo>
                        <a:pt x="32861" y="152400"/>
                        <a:pt x="33052" y="151352"/>
                        <a:pt x="34004" y="150019"/>
                      </a:cubicBezTo>
                      <a:cubicBezTo>
                        <a:pt x="34766" y="148590"/>
                        <a:pt x="35814" y="147923"/>
                        <a:pt x="37147" y="148114"/>
                      </a:cubicBezTo>
                      <a:close/>
                      <a:moveTo>
                        <a:pt x="36195" y="78010"/>
                      </a:moveTo>
                      <a:lnTo>
                        <a:pt x="36195" y="81153"/>
                      </a:lnTo>
                      <a:lnTo>
                        <a:pt x="34385" y="75152"/>
                      </a:lnTo>
                      <a:cubicBezTo>
                        <a:pt x="35242" y="74962"/>
                        <a:pt x="35814" y="75152"/>
                        <a:pt x="36100" y="75914"/>
                      </a:cubicBezTo>
                      <a:cubicBezTo>
                        <a:pt x="36385" y="76581"/>
                        <a:pt x="36385" y="77248"/>
                        <a:pt x="36195" y="78010"/>
                      </a:cubicBezTo>
                      <a:close/>
                      <a:moveTo>
                        <a:pt x="39338" y="178879"/>
                      </a:moveTo>
                      <a:lnTo>
                        <a:pt x="40291" y="180213"/>
                      </a:lnTo>
                      <a:lnTo>
                        <a:pt x="36195" y="178879"/>
                      </a:lnTo>
                      <a:lnTo>
                        <a:pt x="39338" y="178879"/>
                      </a:lnTo>
                      <a:close/>
                      <a:moveTo>
                        <a:pt x="40291" y="32195"/>
                      </a:moveTo>
                      <a:lnTo>
                        <a:pt x="40291" y="32956"/>
                      </a:lnTo>
                      <a:lnTo>
                        <a:pt x="37147" y="32956"/>
                      </a:lnTo>
                      <a:cubicBezTo>
                        <a:pt x="37338" y="32480"/>
                        <a:pt x="38386" y="32195"/>
                        <a:pt x="40291" y="32195"/>
                      </a:cubicBezTo>
                      <a:close/>
                      <a:moveTo>
                        <a:pt x="37147" y="168783"/>
                      </a:moveTo>
                      <a:cubicBezTo>
                        <a:pt x="41148" y="168783"/>
                        <a:pt x="43529" y="167830"/>
                        <a:pt x="44387" y="165926"/>
                      </a:cubicBezTo>
                      <a:lnTo>
                        <a:pt x="44387" y="170116"/>
                      </a:lnTo>
                      <a:cubicBezTo>
                        <a:pt x="43720" y="170783"/>
                        <a:pt x="43053" y="171164"/>
                        <a:pt x="42386" y="171164"/>
                      </a:cubicBezTo>
                      <a:cubicBezTo>
                        <a:pt x="41720" y="171164"/>
                        <a:pt x="40672" y="170783"/>
                        <a:pt x="39529" y="170116"/>
                      </a:cubicBezTo>
                      <a:cubicBezTo>
                        <a:pt x="38386" y="169450"/>
                        <a:pt x="37624" y="168973"/>
                        <a:pt x="37147" y="168783"/>
                      </a:cubicBezTo>
                      <a:close/>
                      <a:moveTo>
                        <a:pt x="39243" y="86011"/>
                      </a:moveTo>
                      <a:cubicBezTo>
                        <a:pt x="39719" y="85915"/>
                        <a:pt x="40386" y="86106"/>
                        <a:pt x="41053" y="86773"/>
                      </a:cubicBezTo>
                      <a:cubicBezTo>
                        <a:pt x="41720" y="87439"/>
                        <a:pt x="42196" y="87916"/>
                        <a:pt x="42386" y="88106"/>
                      </a:cubicBezTo>
                      <a:cubicBezTo>
                        <a:pt x="41720" y="87916"/>
                        <a:pt x="41053" y="88106"/>
                        <a:pt x="40576" y="88582"/>
                      </a:cubicBezTo>
                      <a:cubicBezTo>
                        <a:pt x="40100" y="89154"/>
                        <a:pt x="39624" y="89630"/>
                        <a:pt x="39338" y="90202"/>
                      </a:cubicBezTo>
                      <a:cubicBezTo>
                        <a:pt x="38005" y="90011"/>
                        <a:pt x="37338" y="89440"/>
                        <a:pt x="37529" y="88392"/>
                      </a:cubicBezTo>
                      <a:cubicBezTo>
                        <a:pt x="37529" y="87535"/>
                        <a:pt x="38100" y="86773"/>
                        <a:pt x="39338" y="86011"/>
                      </a:cubicBezTo>
                      <a:close/>
                      <a:moveTo>
                        <a:pt x="39243" y="193929"/>
                      </a:moveTo>
                      <a:cubicBezTo>
                        <a:pt x="41815" y="194596"/>
                        <a:pt x="43053" y="196405"/>
                        <a:pt x="43053" y="199358"/>
                      </a:cubicBezTo>
                      <a:cubicBezTo>
                        <a:pt x="43053" y="200406"/>
                        <a:pt x="42672" y="201168"/>
                        <a:pt x="42005" y="201644"/>
                      </a:cubicBezTo>
                      <a:lnTo>
                        <a:pt x="39719" y="199358"/>
                      </a:lnTo>
                      <a:cubicBezTo>
                        <a:pt x="38576" y="198311"/>
                        <a:pt x="37909" y="197358"/>
                        <a:pt x="37909" y="196501"/>
                      </a:cubicBezTo>
                      <a:cubicBezTo>
                        <a:pt x="37909" y="195644"/>
                        <a:pt x="38386" y="194786"/>
                        <a:pt x="39243" y="193929"/>
                      </a:cubicBezTo>
                      <a:close/>
                      <a:moveTo>
                        <a:pt x="38195" y="165163"/>
                      </a:moveTo>
                      <a:cubicBezTo>
                        <a:pt x="39243" y="162592"/>
                        <a:pt x="41338" y="161639"/>
                        <a:pt x="44387" y="162306"/>
                      </a:cubicBezTo>
                      <a:cubicBezTo>
                        <a:pt x="43910" y="163163"/>
                        <a:pt x="41815" y="164116"/>
                        <a:pt x="38195" y="165163"/>
                      </a:cubicBezTo>
                      <a:close/>
                      <a:moveTo>
                        <a:pt x="40196" y="113157"/>
                      </a:moveTo>
                      <a:lnTo>
                        <a:pt x="39243" y="110014"/>
                      </a:lnTo>
                      <a:lnTo>
                        <a:pt x="40196" y="112109"/>
                      </a:lnTo>
                      <a:lnTo>
                        <a:pt x="40196" y="113157"/>
                      </a:lnTo>
                      <a:close/>
                      <a:moveTo>
                        <a:pt x="41053" y="133826"/>
                      </a:moveTo>
                      <a:cubicBezTo>
                        <a:pt x="43339" y="130969"/>
                        <a:pt x="45625" y="130683"/>
                        <a:pt x="48006" y="133064"/>
                      </a:cubicBezTo>
                      <a:cubicBezTo>
                        <a:pt x="47720" y="132874"/>
                        <a:pt x="46863" y="133255"/>
                        <a:pt x="45720" y="134207"/>
                      </a:cubicBezTo>
                      <a:cubicBezTo>
                        <a:pt x="44577" y="135064"/>
                        <a:pt x="43720" y="135541"/>
                        <a:pt x="43148" y="135541"/>
                      </a:cubicBezTo>
                      <a:cubicBezTo>
                        <a:pt x="42291" y="135541"/>
                        <a:pt x="41624" y="134969"/>
                        <a:pt x="41148" y="133731"/>
                      </a:cubicBezTo>
                      <a:close/>
                      <a:moveTo>
                        <a:pt x="42386" y="202882"/>
                      </a:moveTo>
                      <a:lnTo>
                        <a:pt x="41053" y="202121"/>
                      </a:lnTo>
                      <a:cubicBezTo>
                        <a:pt x="41053" y="202121"/>
                        <a:pt x="41720" y="202025"/>
                        <a:pt x="42100" y="201644"/>
                      </a:cubicBezTo>
                      <a:cubicBezTo>
                        <a:pt x="42672" y="202121"/>
                        <a:pt x="42672" y="202597"/>
                        <a:pt x="42386" y="202978"/>
                      </a:cubicBezTo>
                      <a:close/>
                      <a:moveTo>
                        <a:pt x="42386" y="152210"/>
                      </a:moveTo>
                      <a:lnTo>
                        <a:pt x="42386" y="148780"/>
                      </a:lnTo>
                      <a:lnTo>
                        <a:pt x="47244" y="150114"/>
                      </a:lnTo>
                      <a:cubicBezTo>
                        <a:pt x="45720" y="151638"/>
                        <a:pt x="44005" y="152400"/>
                        <a:pt x="42386" y="152210"/>
                      </a:cubicBezTo>
                      <a:close/>
                      <a:moveTo>
                        <a:pt x="46006" y="88106"/>
                      </a:moveTo>
                      <a:cubicBezTo>
                        <a:pt x="46006" y="88106"/>
                        <a:pt x="45148" y="88106"/>
                        <a:pt x="44482" y="87249"/>
                      </a:cubicBezTo>
                      <a:lnTo>
                        <a:pt x="46006" y="85249"/>
                      </a:lnTo>
                      <a:lnTo>
                        <a:pt x="46006" y="88106"/>
                      </a:lnTo>
                      <a:close/>
                      <a:moveTo>
                        <a:pt x="46006" y="193929"/>
                      </a:moveTo>
                      <a:cubicBezTo>
                        <a:pt x="44958" y="193357"/>
                        <a:pt x="44482" y="192881"/>
                        <a:pt x="44482" y="192405"/>
                      </a:cubicBezTo>
                      <a:cubicBezTo>
                        <a:pt x="44482" y="192024"/>
                        <a:pt x="44767" y="191548"/>
                        <a:pt x="45244" y="190786"/>
                      </a:cubicBezTo>
                      <a:cubicBezTo>
                        <a:pt x="45815" y="190024"/>
                        <a:pt x="46101" y="189547"/>
                        <a:pt x="46101" y="188976"/>
                      </a:cubicBezTo>
                      <a:lnTo>
                        <a:pt x="46101" y="193929"/>
                      </a:lnTo>
                      <a:close/>
                      <a:moveTo>
                        <a:pt x="45148" y="118110"/>
                      </a:moveTo>
                      <a:cubicBezTo>
                        <a:pt x="45148" y="117634"/>
                        <a:pt x="46863" y="116396"/>
                        <a:pt x="50101" y="114490"/>
                      </a:cubicBezTo>
                      <a:cubicBezTo>
                        <a:pt x="49054" y="115538"/>
                        <a:pt x="47434" y="116777"/>
                        <a:pt x="45148" y="118110"/>
                      </a:cubicBezTo>
                      <a:close/>
                      <a:moveTo>
                        <a:pt x="45148" y="142208"/>
                      </a:moveTo>
                      <a:lnTo>
                        <a:pt x="47244" y="141446"/>
                      </a:lnTo>
                      <a:cubicBezTo>
                        <a:pt x="48101" y="141065"/>
                        <a:pt x="48768" y="141446"/>
                        <a:pt x="49339" y="142208"/>
                      </a:cubicBezTo>
                      <a:lnTo>
                        <a:pt x="45148" y="142208"/>
                      </a:lnTo>
                      <a:close/>
                      <a:moveTo>
                        <a:pt x="50101" y="81153"/>
                      </a:moveTo>
                      <a:cubicBezTo>
                        <a:pt x="48196" y="80581"/>
                        <a:pt x="47244" y="79343"/>
                        <a:pt x="47244" y="77248"/>
                      </a:cubicBezTo>
                      <a:cubicBezTo>
                        <a:pt x="47244" y="76390"/>
                        <a:pt x="47530" y="75629"/>
                        <a:pt x="48006" y="75152"/>
                      </a:cubicBezTo>
                      <a:cubicBezTo>
                        <a:pt x="47720" y="76200"/>
                        <a:pt x="48101" y="77438"/>
                        <a:pt x="49339" y="79057"/>
                      </a:cubicBezTo>
                      <a:lnTo>
                        <a:pt x="51149" y="79057"/>
                      </a:lnTo>
                      <a:cubicBezTo>
                        <a:pt x="50483" y="80296"/>
                        <a:pt x="50101" y="80963"/>
                        <a:pt x="50101" y="81153"/>
                      </a:cubicBezTo>
                      <a:close/>
                      <a:moveTo>
                        <a:pt x="50101" y="183071"/>
                      </a:moveTo>
                      <a:lnTo>
                        <a:pt x="52197" y="185166"/>
                      </a:lnTo>
                      <a:cubicBezTo>
                        <a:pt x="52197" y="185833"/>
                        <a:pt x="51721" y="186119"/>
                        <a:pt x="50673" y="186119"/>
                      </a:cubicBezTo>
                      <a:lnTo>
                        <a:pt x="48006" y="185928"/>
                      </a:lnTo>
                      <a:cubicBezTo>
                        <a:pt x="49625" y="184404"/>
                        <a:pt x="50292" y="183356"/>
                        <a:pt x="50101" y="183071"/>
                      </a:cubicBezTo>
                      <a:close/>
                      <a:moveTo>
                        <a:pt x="49339" y="182308"/>
                      </a:moveTo>
                      <a:cubicBezTo>
                        <a:pt x="49816" y="182499"/>
                        <a:pt x="50101" y="182785"/>
                        <a:pt x="50101" y="183071"/>
                      </a:cubicBezTo>
                      <a:lnTo>
                        <a:pt x="49339" y="182308"/>
                      </a:lnTo>
                      <a:close/>
                      <a:moveTo>
                        <a:pt x="55245" y="167354"/>
                      </a:moveTo>
                      <a:cubicBezTo>
                        <a:pt x="55626" y="168021"/>
                        <a:pt x="55817" y="168593"/>
                        <a:pt x="55817" y="169164"/>
                      </a:cubicBezTo>
                      <a:cubicBezTo>
                        <a:pt x="55817" y="170212"/>
                        <a:pt x="55150" y="170688"/>
                        <a:pt x="54007" y="170688"/>
                      </a:cubicBezTo>
                      <a:cubicBezTo>
                        <a:pt x="52673" y="170688"/>
                        <a:pt x="51435" y="170307"/>
                        <a:pt x="50387" y="169259"/>
                      </a:cubicBezTo>
                      <a:cubicBezTo>
                        <a:pt x="49339" y="168402"/>
                        <a:pt x="49244" y="167259"/>
                        <a:pt x="50197" y="166021"/>
                      </a:cubicBezTo>
                      <a:lnTo>
                        <a:pt x="55340" y="167354"/>
                      </a:lnTo>
                      <a:close/>
                      <a:moveTo>
                        <a:pt x="50101" y="114586"/>
                      </a:moveTo>
                      <a:cubicBezTo>
                        <a:pt x="50101" y="114586"/>
                        <a:pt x="50768" y="114110"/>
                        <a:pt x="51149" y="114110"/>
                      </a:cubicBezTo>
                      <a:cubicBezTo>
                        <a:pt x="50768" y="114205"/>
                        <a:pt x="50483" y="114395"/>
                        <a:pt x="50101" y="114586"/>
                      </a:cubicBezTo>
                      <a:close/>
                      <a:moveTo>
                        <a:pt x="58102" y="130397"/>
                      </a:moveTo>
                      <a:cubicBezTo>
                        <a:pt x="58102" y="130397"/>
                        <a:pt x="57721" y="130778"/>
                        <a:pt x="57341" y="132493"/>
                      </a:cubicBezTo>
                      <a:lnTo>
                        <a:pt x="51149" y="127349"/>
                      </a:lnTo>
                      <a:cubicBezTo>
                        <a:pt x="52006" y="127349"/>
                        <a:pt x="53054" y="127826"/>
                        <a:pt x="54483" y="128969"/>
                      </a:cubicBezTo>
                      <a:cubicBezTo>
                        <a:pt x="55817" y="130112"/>
                        <a:pt x="57055" y="130588"/>
                        <a:pt x="58102" y="130397"/>
                      </a:cubicBezTo>
                      <a:close/>
                      <a:moveTo>
                        <a:pt x="54483" y="105156"/>
                      </a:moveTo>
                      <a:cubicBezTo>
                        <a:pt x="54483" y="105156"/>
                        <a:pt x="53912" y="105632"/>
                        <a:pt x="53912" y="105823"/>
                      </a:cubicBezTo>
                      <a:cubicBezTo>
                        <a:pt x="53245" y="104299"/>
                        <a:pt x="52864" y="102965"/>
                        <a:pt x="52864" y="101918"/>
                      </a:cubicBezTo>
                      <a:cubicBezTo>
                        <a:pt x="52864" y="101537"/>
                        <a:pt x="52959" y="101346"/>
                        <a:pt x="53150" y="101155"/>
                      </a:cubicBezTo>
                      <a:cubicBezTo>
                        <a:pt x="53626" y="101537"/>
                        <a:pt x="54102" y="102203"/>
                        <a:pt x="54483" y="103156"/>
                      </a:cubicBezTo>
                      <a:cubicBezTo>
                        <a:pt x="54769" y="104204"/>
                        <a:pt x="54769" y="104870"/>
                        <a:pt x="54483" y="105156"/>
                      </a:cubicBezTo>
                      <a:close/>
                      <a:moveTo>
                        <a:pt x="55245" y="92297"/>
                      </a:moveTo>
                      <a:cubicBezTo>
                        <a:pt x="56007" y="92488"/>
                        <a:pt x="56864" y="92297"/>
                        <a:pt x="57912" y="91535"/>
                      </a:cubicBezTo>
                      <a:cubicBezTo>
                        <a:pt x="59055" y="90869"/>
                        <a:pt x="60008" y="90583"/>
                        <a:pt x="60865" y="90964"/>
                      </a:cubicBezTo>
                      <a:cubicBezTo>
                        <a:pt x="60198" y="92869"/>
                        <a:pt x="58579" y="93536"/>
                        <a:pt x="55912" y="93059"/>
                      </a:cubicBezTo>
                      <a:lnTo>
                        <a:pt x="55150" y="92297"/>
                      </a:lnTo>
                      <a:close/>
                      <a:moveTo>
                        <a:pt x="59436" y="183071"/>
                      </a:moveTo>
                      <a:cubicBezTo>
                        <a:pt x="59246" y="183642"/>
                        <a:pt x="59150" y="184118"/>
                        <a:pt x="59150" y="184690"/>
                      </a:cubicBezTo>
                      <a:cubicBezTo>
                        <a:pt x="58483" y="185928"/>
                        <a:pt x="57721" y="186499"/>
                        <a:pt x="56864" y="186499"/>
                      </a:cubicBezTo>
                      <a:cubicBezTo>
                        <a:pt x="56388" y="186499"/>
                        <a:pt x="55817" y="186309"/>
                        <a:pt x="55340" y="186023"/>
                      </a:cubicBezTo>
                      <a:lnTo>
                        <a:pt x="56102" y="182404"/>
                      </a:lnTo>
                      <a:lnTo>
                        <a:pt x="59436" y="183166"/>
                      </a:lnTo>
                      <a:close/>
                      <a:moveTo>
                        <a:pt x="162211" y="9525"/>
                      </a:moveTo>
                      <a:cubicBezTo>
                        <a:pt x="166306" y="7620"/>
                        <a:pt x="170688" y="6668"/>
                        <a:pt x="175355" y="6668"/>
                      </a:cubicBezTo>
                      <a:cubicBezTo>
                        <a:pt x="184880" y="6668"/>
                        <a:pt x="193358" y="9811"/>
                        <a:pt x="200977" y="16193"/>
                      </a:cubicBezTo>
                      <a:cubicBezTo>
                        <a:pt x="200787" y="17050"/>
                        <a:pt x="199739" y="20098"/>
                        <a:pt x="197834" y="25241"/>
                      </a:cubicBezTo>
                      <a:cubicBezTo>
                        <a:pt x="196025" y="29432"/>
                        <a:pt x="195453" y="32766"/>
                        <a:pt x="196025" y="35338"/>
                      </a:cubicBezTo>
                      <a:lnTo>
                        <a:pt x="193929" y="35338"/>
                      </a:lnTo>
                      <a:cubicBezTo>
                        <a:pt x="194120" y="36576"/>
                        <a:pt x="194215" y="37624"/>
                        <a:pt x="194215" y="38671"/>
                      </a:cubicBezTo>
                      <a:cubicBezTo>
                        <a:pt x="194215" y="41815"/>
                        <a:pt x="193167" y="46196"/>
                        <a:pt x="190976" y="51721"/>
                      </a:cubicBezTo>
                      <a:cubicBezTo>
                        <a:pt x="188785" y="57340"/>
                        <a:pt x="187738" y="61722"/>
                        <a:pt x="187738" y="64865"/>
                      </a:cubicBezTo>
                      <a:cubicBezTo>
                        <a:pt x="187738" y="65913"/>
                        <a:pt x="187833" y="67056"/>
                        <a:pt x="188023" y="68199"/>
                      </a:cubicBezTo>
                      <a:cubicBezTo>
                        <a:pt x="185547" y="68389"/>
                        <a:pt x="184118" y="70295"/>
                        <a:pt x="183642" y="74009"/>
                      </a:cubicBezTo>
                      <a:cubicBezTo>
                        <a:pt x="183071" y="77629"/>
                        <a:pt x="182023" y="79724"/>
                        <a:pt x="180308" y="80010"/>
                      </a:cubicBezTo>
                      <a:cubicBezTo>
                        <a:pt x="180784" y="83820"/>
                        <a:pt x="181070" y="86963"/>
                        <a:pt x="181070" y="89630"/>
                      </a:cubicBezTo>
                      <a:cubicBezTo>
                        <a:pt x="181070" y="97346"/>
                        <a:pt x="179070" y="102584"/>
                        <a:pt x="175070" y="105156"/>
                      </a:cubicBezTo>
                      <a:cubicBezTo>
                        <a:pt x="175641" y="106871"/>
                        <a:pt x="175927" y="108585"/>
                        <a:pt x="175927" y="110014"/>
                      </a:cubicBezTo>
                      <a:cubicBezTo>
                        <a:pt x="175927" y="113157"/>
                        <a:pt x="174784" y="116967"/>
                        <a:pt x="172307" y="121444"/>
                      </a:cubicBezTo>
                      <a:cubicBezTo>
                        <a:pt x="169545" y="126968"/>
                        <a:pt x="167926" y="130873"/>
                        <a:pt x="167354" y="133064"/>
                      </a:cubicBezTo>
                      <a:lnTo>
                        <a:pt x="167354" y="143161"/>
                      </a:lnTo>
                      <a:cubicBezTo>
                        <a:pt x="164592" y="145256"/>
                        <a:pt x="163259" y="150971"/>
                        <a:pt x="163259" y="160211"/>
                      </a:cubicBezTo>
                      <a:cubicBezTo>
                        <a:pt x="161068" y="160401"/>
                        <a:pt x="159734" y="161925"/>
                        <a:pt x="159353" y="164878"/>
                      </a:cubicBezTo>
                      <a:cubicBezTo>
                        <a:pt x="158972" y="169069"/>
                        <a:pt x="158591" y="171450"/>
                        <a:pt x="158115" y="172117"/>
                      </a:cubicBezTo>
                      <a:cubicBezTo>
                        <a:pt x="158115" y="173831"/>
                        <a:pt x="157829" y="176022"/>
                        <a:pt x="157258" y="178403"/>
                      </a:cubicBezTo>
                      <a:cubicBezTo>
                        <a:pt x="156591" y="180880"/>
                        <a:pt x="156305" y="182689"/>
                        <a:pt x="156305" y="183737"/>
                      </a:cubicBezTo>
                      <a:cubicBezTo>
                        <a:pt x="156305" y="185166"/>
                        <a:pt x="156686" y="186499"/>
                        <a:pt x="157353" y="187833"/>
                      </a:cubicBezTo>
                      <a:cubicBezTo>
                        <a:pt x="154400" y="189262"/>
                        <a:pt x="152591" y="192977"/>
                        <a:pt x="151924" y="198977"/>
                      </a:cubicBezTo>
                      <a:cubicBezTo>
                        <a:pt x="151257" y="204978"/>
                        <a:pt x="149352" y="208788"/>
                        <a:pt x="146209" y="210121"/>
                      </a:cubicBezTo>
                      <a:cubicBezTo>
                        <a:pt x="146780" y="211836"/>
                        <a:pt x="146018" y="212979"/>
                        <a:pt x="144018" y="213455"/>
                      </a:cubicBezTo>
                      <a:cubicBezTo>
                        <a:pt x="142018" y="213931"/>
                        <a:pt x="140113" y="214503"/>
                        <a:pt x="138208" y="214979"/>
                      </a:cubicBezTo>
                      <a:cubicBezTo>
                        <a:pt x="135731" y="214313"/>
                        <a:pt x="132969" y="213931"/>
                        <a:pt x="129635" y="213931"/>
                      </a:cubicBezTo>
                      <a:cubicBezTo>
                        <a:pt x="128588" y="213931"/>
                        <a:pt x="127063" y="214027"/>
                        <a:pt x="125254" y="214217"/>
                      </a:cubicBezTo>
                      <a:lnTo>
                        <a:pt x="120872" y="214217"/>
                      </a:lnTo>
                      <a:cubicBezTo>
                        <a:pt x="114681" y="214217"/>
                        <a:pt x="109728" y="212884"/>
                        <a:pt x="106204" y="210121"/>
                      </a:cubicBezTo>
                      <a:cubicBezTo>
                        <a:pt x="106489" y="209264"/>
                        <a:pt x="106680" y="208312"/>
                        <a:pt x="106680" y="207359"/>
                      </a:cubicBezTo>
                      <a:cubicBezTo>
                        <a:pt x="106680" y="205835"/>
                        <a:pt x="105823" y="203740"/>
                        <a:pt x="104204" y="200978"/>
                      </a:cubicBezTo>
                      <a:cubicBezTo>
                        <a:pt x="102584" y="198311"/>
                        <a:pt x="101727" y="196215"/>
                        <a:pt x="101727" y="194691"/>
                      </a:cubicBezTo>
                      <a:cubicBezTo>
                        <a:pt x="101727" y="193453"/>
                        <a:pt x="102013" y="192214"/>
                        <a:pt x="102489" y="191071"/>
                      </a:cubicBezTo>
                      <a:cubicBezTo>
                        <a:pt x="102489" y="188881"/>
                        <a:pt x="101346" y="186690"/>
                        <a:pt x="99155" y="184880"/>
                      </a:cubicBezTo>
                      <a:cubicBezTo>
                        <a:pt x="96869" y="182975"/>
                        <a:pt x="95536" y="181451"/>
                        <a:pt x="95250" y="180308"/>
                      </a:cubicBezTo>
                      <a:lnTo>
                        <a:pt x="94774" y="180499"/>
                      </a:lnTo>
                      <a:cubicBezTo>
                        <a:pt x="97536" y="178403"/>
                        <a:pt x="98393" y="175260"/>
                        <a:pt x="97346" y="170879"/>
                      </a:cubicBezTo>
                      <a:cubicBezTo>
                        <a:pt x="97155" y="170688"/>
                        <a:pt x="96202" y="170402"/>
                        <a:pt x="94297" y="169831"/>
                      </a:cubicBezTo>
                      <a:cubicBezTo>
                        <a:pt x="93250" y="169450"/>
                        <a:pt x="92678" y="168593"/>
                        <a:pt x="92488" y="167259"/>
                      </a:cubicBezTo>
                      <a:lnTo>
                        <a:pt x="96107" y="165163"/>
                      </a:lnTo>
                      <a:cubicBezTo>
                        <a:pt x="95250" y="164782"/>
                        <a:pt x="94488" y="163449"/>
                        <a:pt x="93821" y="161258"/>
                      </a:cubicBezTo>
                      <a:cubicBezTo>
                        <a:pt x="93059" y="159068"/>
                        <a:pt x="92297" y="157829"/>
                        <a:pt x="91440" y="157639"/>
                      </a:cubicBezTo>
                      <a:cubicBezTo>
                        <a:pt x="92488" y="157829"/>
                        <a:pt x="93821" y="157258"/>
                        <a:pt x="95345" y="155829"/>
                      </a:cubicBezTo>
                      <a:cubicBezTo>
                        <a:pt x="95726" y="154305"/>
                        <a:pt x="94964" y="153162"/>
                        <a:pt x="93059" y="152590"/>
                      </a:cubicBezTo>
                      <a:cubicBezTo>
                        <a:pt x="91154" y="152019"/>
                        <a:pt x="90106" y="151162"/>
                        <a:pt x="89725" y="150114"/>
                      </a:cubicBezTo>
                      <a:cubicBezTo>
                        <a:pt x="89535" y="149447"/>
                        <a:pt x="89535" y="146018"/>
                        <a:pt x="89725" y="140018"/>
                      </a:cubicBezTo>
                      <a:cubicBezTo>
                        <a:pt x="89916" y="135636"/>
                        <a:pt x="88583" y="133064"/>
                        <a:pt x="85630" y="132302"/>
                      </a:cubicBezTo>
                      <a:cubicBezTo>
                        <a:pt x="86011" y="130588"/>
                        <a:pt x="86201" y="129826"/>
                        <a:pt x="86392" y="130207"/>
                      </a:cubicBezTo>
                      <a:cubicBezTo>
                        <a:pt x="84868" y="129730"/>
                        <a:pt x="84010" y="128969"/>
                        <a:pt x="84010" y="127921"/>
                      </a:cubicBezTo>
                      <a:cubicBezTo>
                        <a:pt x="84010" y="127730"/>
                        <a:pt x="84201" y="127445"/>
                        <a:pt x="84296" y="127159"/>
                      </a:cubicBezTo>
                      <a:lnTo>
                        <a:pt x="84296" y="126111"/>
                      </a:lnTo>
                      <a:cubicBezTo>
                        <a:pt x="84296" y="125444"/>
                        <a:pt x="83248" y="125063"/>
                        <a:pt x="81153" y="125063"/>
                      </a:cubicBezTo>
                      <a:cubicBezTo>
                        <a:pt x="81725" y="120682"/>
                        <a:pt x="81915" y="117729"/>
                        <a:pt x="81915" y="116014"/>
                      </a:cubicBezTo>
                      <a:cubicBezTo>
                        <a:pt x="81915" y="111157"/>
                        <a:pt x="80486" y="107537"/>
                        <a:pt x="77533" y="105061"/>
                      </a:cubicBezTo>
                      <a:cubicBezTo>
                        <a:pt x="77724" y="104585"/>
                        <a:pt x="77819" y="104108"/>
                        <a:pt x="77819" y="103537"/>
                      </a:cubicBezTo>
                      <a:cubicBezTo>
                        <a:pt x="77819" y="102679"/>
                        <a:pt x="77629" y="101632"/>
                        <a:pt x="77152" y="100298"/>
                      </a:cubicBezTo>
                      <a:cubicBezTo>
                        <a:pt x="76676" y="98965"/>
                        <a:pt x="76486" y="98107"/>
                        <a:pt x="76486" y="97536"/>
                      </a:cubicBezTo>
                      <a:cubicBezTo>
                        <a:pt x="76486" y="96488"/>
                        <a:pt x="77057" y="95631"/>
                        <a:pt x="78296" y="94964"/>
                      </a:cubicBezTo>
                      <a:cubicBezTo>
                        <a:pt x="75152" y="93440"/>
                        <a:pt x="73342" y="89630"/>
                        <a:pt x="72676" y="83534"/>
                      </a:cubicBezTo>
                      <a:cubicBezTo>
                        <a:pt x="72104" y="77438"/>
                        <a:pt x="70961" y="73723"/>
                        <a:pt x="69437" y="72104"/>
                      </a:cubicBezTo>
                      <a:cubicBezTo>
                        <a:pt x="69628" y="70961"/>
                        <a:pt x="69723" y="69818"/>
                        <a:pt x="69723" y="68771"/>
                      </a:cubicBezTo>
                      <a:cubicBezTo>
                        <a:pt x="69723" y="66008"/>
                        <a:pt x="68675" y="62294"/>
                        <a:pt x="66580" y="57531"/>
                      </a:cubicBezTo>
                      <a:cubicBezTo>
                        <a:pt x="64579" y="52769"/>
                        <a:pt x="63532" y="49149"/>
                        <a:pt x="63532" y="46482"/>
                      </a:cubicBezTo>
                      <a:cubicBezTo>
                        <a:pt x="63532" y="44577"/>
                        <a:pt x="63913" y="42672"/>
                        <a:pt x="64579" y="40862"/>
                      </a:cubicBezTo>
                      <a:cubicBezTo>
                        <a:pt x="62770" y="39814"/>
                        <a:pt x="61722" y="37433"/>
                        <a:pt x="61150" y="33814"/>
                      </a:cubicBezTo>
                      <a:cubicBezTo>
                        <a:pt x="60674" y="30194"/>
                        <a:pt x="60103" y="26575"/>
                        <a:pt x="59626" y="22955"/>
                      </a:cubicBezTo>
                      <a:cubicBezTo>
                        <a:pt x="56197" y="21146"/>
                        <a:pt x="55054" y="17812"/>
                        <a:pt x="56293" y="12859"/>
                      </a:cubicBezTo>
                      <a:cubicBezTo>
                        <a:pt x="58388" y="8954"/>
                        <a:pt x="61817" y="6953"/>
                        <a:pt x="66675" y="6953"/>
                      </a:cubicBezTo>
                      <a:cubicBezTo>
                        <a:pt x="68008" y="6953"/>
                        <a:pt x="70199" y="7239"/>
                        <a:pt x="73057" y="7906"/>
                      </a:cubicBezTo>
                      <a:cubicBezTo>
                        <a:pt x="75914" y="8477"/>
                        <a:pt x="78105" y="8763"/>
                        <a:pt x="79629" y="8763"/>
                      </a:cubicBezTo>
                      <a:cubicBezTo>
                        <a:pt x="83248" y="8763"/>
                        <a:pt x="86106" y="7715"/>
                        <a:pt x="88392" y="5715"/>
                      </a:cubicBezTo>
                      <a:cubicBezTo>
                        <a:pt x="90297" y="6382"/>
                        <a:pt x="92392" y="8287"/>
                        <a:pt x="94679" y="11525"/>
                      </a:cubicBezTo>
                      <a:cubicBezTo>
                        <a:pt x="96964" y="14669"/>
                        <a:pt x="98870" y="16383"/>
                        <a:pt x="100679" y="16573"/>
                      </a:cubicBezTo>
                      <a:cubicBezTo>
                        <a:pt x="101251" y="17431"/>
                        <a:pt x="101441" y="20288"/>
                        <a:pt x="101441" y="25146"/>
                      </a:cubicBezTo>
                      <a:cubicBezTo>
                        <a:pt x="101441" y="28765"/>
                        <a:pt x="102775" y="30861"/>
                        <a:pt x="105632" y="31337"/>
                      </a:cubicBezTo>
                      <a:cubicBezTo>
                        <a:pt x="106013" y="32385"/>
                        <a:pt x="106204" y="33528"/>
                        <a:pt x="106204" y="34766"/>
                      </a:cubicBezTo>
                      <a:cubicBezTo>
                        <a:pt x="106204" y="36004"/>
                        <a:pt x="105918" y="37719"/>
                        <a:pt x="105442" y="40196"/>
                      </a:cubicBezTo>
                      <a:cubicBezTo>
                        <a:pt x="104966" y="42672"/>
                        <a:pt x="104680" y="44291"/>
                        <a:pt x="104680" y="45339"/>
                      </a:cubicBezTo>
                      <a:cubicBezTo>
                        <a:pt x="104680" y="48292"/>
                        <a:pt x="106394" y="50006"/>
                        <a:pt x="109823" y="50482"/>
                      </a:cubicBezTo>
                      <a:cubicBezTo>
                        <a:pt x="110204" y="51626"/>
                        <a:pt x="110300" y="52578"/>
                        <a:pt x="110300" y="53626"/>
                      </a:cubicBezTo>
                      <a:cubicBezTo>
                        <a:pt x="110300" y="55054"/>
                        <a:pt x="110109" y="56674"/>
                        <a:pt x="109538" y="58674"/>
                      </a:cubicBezTo>
                      <a:cubicBezTo>
                        <a:pt x="109061" y="60674"/>
                        <a:pt x="108775" y="62103"/>
                        <a:pt x="108775" y="62960"/>
                      </a:cubicBezTo>
                      <a:cubicBezTo>
                        <a:pt x="108775" y="65246"/>
                        <a:pt x="110300" y="66770"/>
                        <a:pt x="113443" y="67628"/>
                      </a:cubicBezTo>
                      <a:cubicBezTo>
                        <a:pt x="112681" y="69342"/>
                        <a:pt x="112395" y="71056"/>
                        <a:pt x="112395" y="72771"/>
                      </a:cubicBezTo>
                      <a:cubicBezTo>
                        <a:pt x="112395" y="74962"/>
                        <a:pt x="113347" y="78105"/>
                        <a:pt x="115348" y="82201"/>
                      </a:cubicBezTo>
                      <a:cubicBezTo>
                        <a:pt x="117348" y="86201"/>
                        <a:pt x="118300" y="89345"/>
                        <a:pt x="118300" y="91345"/>
                      </a:cubicBezTo>
                      <a:cubicBezTo>
                        <a:pt x="118300" y="93345"/>
                        <a:pt x="117634" y="95536"/>
                        <a:pt x="116491" y="97536"/>
                      </a:cubicBezTo>
                      <a:cubicBezTo>
                        <a:pt x="119253" y="98298"/>
                        <a:pt x="120872" y="102013"/>
                        <a:pt x="121634" y="108776"/>
                      </a:cubicBezTo>
                      <a:cubicBezTo>
                        <a:pt x="122396" y="115538"/>
                        <a:pt x="125349" y="118777"/>
                        <a:pt x="130683" y="118491"/>
                      </a:cubicBezTo>
                      <a:cubicBezTo>
                        <a:pt x="132017" y="118015"/>
                        <a:pt x="132779" y="117062"/>
                        <a:pt x="132779" y="115729"/>
                      </a:cubicBezTo>
                      <a:cubicBezTo>
                        <a:pt x="132779" y="114490"/>
                        <a:pt x="132112" y="112776"/>
                        <a:pt x="130683" y="110490"/>
                      </a:cubicBezTo>
                      <a:cubicBezTo>
                        <a:pt x="131159" y="106585"/>
                        <a:pt x="133064" y="101727"/>
                        <a:pt x="136208" y="96107"/>
                      </a:cubicBezTo>
                      <a:cubicBezTo>
                        <a:pt x="139446" y="90392"/>
                        <a:pt x="140970" y="85630"/>
                        <a:pt x="140970" y="81915"/>
                      </a:cubicBezTo>
                      <a:cubicBezTo>
                        <a:pt x="140970" y="80486"/>
                        <a:pt x="140779" y="79153"/>
                        <a:pt x="140494" y="77819"/>
                      </a:cubicBezTo>
                      <a:cubicBezTo>
                        <a:pt x="142304" y="75914"/>
                        <a:pt x="143542" y="72199"/>
                        <a:pt x="143923" y="66675"/>
                      </a:cubicBezTo>
                      <a:cubicBezTo>
                        <a:pt x="144399" y="61151"/>
                        <a:pt x="145637" y="57531"/>
                        <a:pt x="147733" y="55816"/>
                      </a:cubicBezTo>
                      <a:cubicBezTo>
                        <a:pt x="147352" y="54769"/>
                        <a:pt x="147256" y="53721"/>
                        <a:pt x="147256" y="52673"/>
                      </a:cubicBezTo>
                      <a:cubicBezTo>
                        <a:pt x="147256" y="50387"/>
                        <a:pt x="148209" y="47625"/>
                        <a:pt x="150209" y="44291"/>
                      </a:cubicBezTo>
                      <a:cubicBezTo>
                        <a:pt x="152209" y="40862"/>
                        <a:pt x="153162" y="38481"/>
                        <a:pt x="153162" y="37147"/>
                      </a:cubicBezTo>
                      <a:cubicBezTo>
                        <a:pt x="153162" y="35814"/>
                        <a:pt x="152591" y="34576"/>
                        <a:pt x="151352" y="33528"/>
                      </a:cubicBezTo>
                      <a:cubicBezTo>
                        <a:pt x="151543" y="32671"/>
                        <a:pt x="152686" y="30671"/>
                        <a:pt x="154876" y="27527"/>
                      </a:cubicBezTo>
                      <a:cubicBezTo>
                        <a:pt x="157067" y="24479"/>
                        <a:pt x="158115" y="21812"/>
                        <a:pt x="158115" y="19526"/>
                      </a:cubicBezTo>
                      <a:cubicBezTo>
                        <a:pt x="158115" y="18669"/>
                        <a:pt x="157925" y="17716"/>
                        <a:pt x="157543" y="16669"/>
                      </a:cubicBezTo>
                      <a:cubicBezTo>
                        <a:pt x="159067" y="16478"/>
                        <a:pt x="160306" y="15526"/>
                        <a:pt x="161258" y="13526"/>
                      </a:cubicBezTo>
                      <a:cubicBezTo>
                        <a:pt x="161544" y="12382"/>
                        <a:pt x="162020" y="11144"/>
                        <a:pt x="162592" y="9906"/>
                      </a:cubicBezTo>
                      <a:close/>
                      <a:moveTo>
                        <a:pt x="66199" y="176117"/>
                      </a:moveTo>
                      <a:lnTo>
                        <a:pt x="65151" y="174117"/>
                      </a:lnTo>
                      <a:lnTo>
                        <a:pt x="67246" y="174117"/>
                      </a:lnTo>
                      <a:cubicBezTo>
                        <a:pt x="67056" y="177070"/>
                        <a:pt x="65818" y="178498"/>
                        <a:pt x="63437" y="178498"/>
                      </a:cubicBezTo>
                      <a:cubicBezTo>
                        <a:pt x="62675" y="178498"/>
                        <a:pt x="61531" y="178308"/>
                        <a:pt x="59722" y="177927"/>
                      </a:cubicBezTo>
                      <a:cubicBezTo>
                        <a:pt x="58007" y="177546"/>
                        <a:pt x="56864" y="177355"/>
                        <a:pt x="56102" y="177355"/>
                      </a:cubicBezTo>
                      <a:cubicBezTo>
                        <a:pt x="56769" y="176974"/>
                        <a:pt x="57436" y="176784"/>
                        <a:pt x="58198" y="176784"/>
                      </a:cubicBezTo>
                      <a:cubicBezTo>
                        <a:pt x="58960" y="176784"/>
                        <a:pt x="59817" y="177070"/>
                        <a:pt x="61055" y="177451"/>
                      </a:cubicBezTo>
                      <a:cubicBezTo>
                        <a:pt x="62293" y="177832"/>
                        <a:pt x="63151" y="178118"/>
                        <a:pt x="63627" y="178118"/>
                      </a:cubicBezTo>
                      <a:cubicBezTo>
                        <a:pt x="64675" y="178118"/>
                        <a:pt x="65532" y="177451"/>
                        <a:pt x="66199" y="176022"/>
                      </a:cubicBezTo>
                      <a:close/>
                      <a:moveTo>
                        <a:pt x="57436" y="100298"/>
                      </a:moveTo>
                      <a:cubicBezTo>
                        <a:pt x="59150" y="99441"/>
                        <a:pt x="60388" y="98965"/>
                        <a:pt x="61246" y="98965"/>
                      </a:cubicBezTo>
                      <a:cubicBezTo>
                        <a:pt x="62103" y="98965"/>
                        <a:pt x="63437" y="99441"/>
                        <a:pt x="65151" y="100298"/>
                      </a:cubicBezTo>
                      <a:lnTo>
                        <a:pt x="63151" y="102394"/>
                      </a:lnTo>
                      <a:lnTo>
                        <a:pt x="66294" y="105251"/>
                      </a:lnTo>
                      <a:cubicBezTo>
                        <a:pt x="65151" y="107347"/>
                        <a:pt x="63341" y="107632"/>
                        <a:pt x="61055" y="106013"/>
                      </a:cubicBezTo>
                      <a:lnTo>
                        <a:pt x="59531" y="103918"/>
                      </a:lnTo>
                      <a:lnTo>
                        <a:pt x="60293" y="103156"/>
                      </a:lnTo>
                      <a:lnTo>
                        <a:pt x="57436" y="100298"/>
                      </a:lnTo>
                      <a:close/>
                      <a:moveTo>
                        <a:pt x="62293" y="168878"/>
                      </a:moveTo>
                      <a:cubicBezTo>
                        <a:pt x="61913" y="169545"/>
                        <a:pt x="61055" y="169831"/>
                        <a:pt x="59722" y="169640"/>
                      </a:cubicBezTo>
                      <a:cubicBezTo>
                        <a:pt x="58198" y="169259"/>
                        <a:pt x="57436" y="168497"/>
                        <a:pt x="57436" y="167354"/>
                      </a:cubicBezTo>
                      <a:lnTo>
                        <a:pt x="62293" y="168878"/>
                      </a:lnTo>
                      <a:close/>
                      <a:moveTo>
                        <a:pt x="59436" y="138874"/>
                      </a:moveTo>
                      <a:lnTo>
                        <a:pt x="59436" y="137351"/>
                      </a:lnTo>
                      <a:lnTo>
                        <a:pt x="64579" y="137351"/>
                      </a:lnTo>
                      <a:cubicBezTo>
                        <a:pt x="63055" y="138208"/>
                        <a:pt x="61246" y="138684"/>
                        <a:pt x="59436" y="138874"/>
                      </a:cubicBezTo>
                      <a:close/>
                      <a:moveTo>
                        <a:pt x="68199" y="133921"/>
                      </a:moveTo>
                      <a:cubicBezTo>
                        <a:pt x="67151" y="135160"/>
                        <a:pt x="66104" y="136207"/>
                        <a:pt x="65056" y="137065"/>
                      </a:cubicBezTo>
                      <a:lnTo>
                        <a:pt x="64294" y="133160"/>
                      </a:lnTo>
                      <a:lnTo>
                        <a:pt x="68104" y="133921"/>
                      </a:lnTo>
                      <a:close/>
                      <a:moveTo>
                        <a:pt x="65056" y="85344"/>
                      </a:moveTo>
                      <a:cubicBezTo>
                        <a:pt x="65056" y="85344"/>
                        <a:pt x="65342" y="84677"/>
                        <a:pt x="65342" y="84296"/>
                      </a:cubicBezTo>
                      <a:cubicBezTo>
                        <a:pt x="65342" y="83915"/>
                        <a:pt x="65246" y="83534"/>
                        <a:pt x="64960" y="83153"/>
                      </a:cubicBezTo>
                      <a:cubicBezTo>
                        <a:pt x="64675" y="82677"/>
                        <a:pt x="64579" y="82391"/>
                        <a:pt x="64579" y="82201"/>
                      </a:cubicBezTo>
                      <a:cubicBezTo>
                        <a:pt x="64770" y="81820"/>
                        <a:pt x="65246" y="81534"/>
                        <a:pt x="66104" y="81153"/>
                      </a:cubicBezTo>
                      <a:lnTo>
                        <a:pt x="68199" y="85249"/>
                      </a:lnTo>
                      <a:lnTo>
                        <a:pt x="65056" y="85249"/>
                      </a:lnTo>
                      <a:close/>
                      <a:moveTo>
                        <a:pt x="65056" y="137351"/>
                      </a:moveTo>
                      <a:lnTo>
                        <a:pt x="64579" y="137351"/>
                      </a:lnTo>
                      <a:cubicBezTo>
                        <a:pt x="64579" y="137351"/>
                        <a:pt x="64960" y="137065"/>
                        <a:pt x="65056" y="137065"/>
                      </a:cubicBezTo>
                      <a:lnTo>
                        <a:pt x="65056" y="137351"/>
                      </a:lnTo>
                      <a:close/>
                      <a:moveTo>
                        <a:pt x="66104" y="143256"/>
                      </a:moveTo>
                      <a:cubicBezTo>
                        <a:pt x="67627" y="143446"/>
                        <a:pt x="68580" y="142589"/>
                        <a:pt x="68771" y="140684"/>
                      </a:cubicBezTo>
                      <a:cubicBezTo>
                        <a:pt x="69056" y="138779"/>
                        <a:pt x="69723" y="137922"/>
                        <a:pt x="70961" y="138113"/>
                      </a:cubicBezTo>
                      <a:lnTo>
                        <a:pt x="69151" y="146113"/>
                      </a:lnTo>
                      <a:lnTo>
                        <a:pt x="66008" y="143256"/>
                      </a:lnTo>
                      <a:close/>
                      <a:moveTo>
                        <a:pt x="66104" y="167354"/>
                      </a:moveTo>
                      <a:lnTo>
                        <a:pt x="69247" y="167354"/>
                      </a:lnTo>
                      <a:lnTo>
                        <a:pt x="67151" y="168878"/>
                      </a:lnTo>
                      <a:lnTo>
                        <a:pt x="66104" y="167354"/>
                      </a:lnTo>
                      <a:close/>
                      <a:moveTo>
                        <a:pt x="71056" y="192214"/>
                      </a:moveTo>
                      <a:cubicBezTo>
                        <a:pt x="70866" y="192691"/>
                        <a:pt x="71152" y="193262"/>
                        <a:pt x="71818" y="193834"/>
                      </a:cubicBezTo>
                      <a:cubicBezTo>
                        <a:pt x="72580" y="194405"/>
                        <a:pt x="72962" y="194881"/>
                        <a:pt x="73152" y="195263"/>
                      </a:cubicBezTo>
                      <a:lnTo>
                        <a:pt x="69247" y="192214"/>
                      </a:lnTo>
                      <a:lnTo>
                        <a:pt x="71056" y="192214"/>
                      </a:lnTo>
                      <a:close/>
                      <a:moveTo>
                        <a:pt x="70199" y="178213"/>
                      </a:moveTo>
                      <a:cubicBezTo>
                        <a:pt x="71247" y="178879"/>
                        <a:pt x="72866" y="179832"/>
                        <a:pt x="75152" y="181070"/>
                      </a:cubicBezTo>
                      <a:cubicBezTo>
                        <a:pt x="74104" y="181451"/>
                        <a:pt x="72866" y="181451"/>
                        <a:pt x="71533" y="181070"/>
                      </a:cubicBezTo>
                      <a:cubicBezTo>
                        <a:pt x="70390" y="180689"/>
                        <a:pt x="69818" y="180118"/>
                        <a:pt x="69818" y="179261"/>
                      </a:cubicBezTo>
                      <a:cubicBezTo>
                        <a:pt x="69818" y="178975"/>
                        <a:pt x="69913" y="178594"/>
                        <a:pt x="70295" y="178308"/>
                      </a:cubicBezTo>
                      <a:close/>
                      <a:moveTo>
                        <a:pt x="75914" y="158020"/>
                      </a:moveTo>
                      <a:cubicBezTo>
                        <a:pt x="75724" y="157163"/>
                        <a:pt x="74676" y="156496"/>
                        <a:pt x="72676" y="156020"/>
                      </a:cubicBezTo>
                      <a:cubicBezTo>
                        <a:pt x="70675" y="155448"/>
                        <a:pt x="69818" y="154305"/>
                        <a:pt x="70199" y="152400"/>
                      </a:cubicBezTo>
                      <a:lnTo>
                        <a:pt x="74390" y="150304"/>
                      </a:lnTo>
                      <a:cubicBezTo>
                        <a:pt x="74009" y="151162"/>
                        <a:pt x="74390" y="152114"/>
                        <a:pt x="75533" y="153162"/>
                      </a:cubicBezTo>
                      <a:cubicBezTo>
                        <a:pt x="76676" y="154210"/>
                        <a:pt x="77152" y="155067"/>
                        <a:pt x="77152" y="155734"/>
                      </a:cubicBezTo>
                      <a:cubicBezTo>
                        <a:pt x="77152" y="156401"/>
                        <a:pt x="76676" y="157163"/>
                        <a:pt x="75914" y="158020"/>
                      </a:cubicBezTo>
                      <a:close/>
                      <a:moveTo>
                        <a:pt x="77152" y="118205"/>
                      </a:moveTo>
                      <a:cubicBezTo>
                        <a:pt x="76486" y="117729"/>
                        <a:pt x="75914" y="117443"/>
                        <a:pt x="75343" y="117443"/>
                      </a:cubicBezTo>
                      <a:cubicBezTo>
                        <a:pt x="74581" y="117443"/>
                        <a:pt x="74009" y="117824"/>
                        <a:pt x="73533" y="118586"/>
                      </a:cubicBezTo>
                      <a:cubicBezTo>
                        <a:pt x="73057" y="119253"/>
                        <a:pt x="72676" y="119539"/>
                        <a:pt x="72485" y="119539"/>
                      </a:cubicBezTo>
                      <a:cubicBezTo>
                        <a:pt x="71914" y="119539"/>
                        <a:pt x="71438" y="119158"/>
                        <a:pt x="70961" y="118301"/>
                      </a:cubicBezTo>
                      <a:cubicBezTo>
                        <a:pt x="71342" y="118681"/>
                        <a:pt x="72104" y="118681"/>
                        <a:pt x="73247" y="118110"/>
                      </a:cubicBezTo>
                      <a:cubicBezTo>
                        <a:pt x="74390" y="117538"/>
                        <a:pt x="75343" y="117348"/>
                        <a:pt x="75819" y="117348"/>
                      </a:cubicBezTo>
                      <a:cubicBezTo>
                        <a:pt x="76295" y="117348"/>
                        <a:pt x="76771" y="117729"/>
                        <a:pt x="77057" y="118396"/>
                      </a:cubicBezTo>
                      <a:close/>
                      <a:moveTo>
                        <a:pt x="72962" y="167354"/>
                      </a:moveTo>
                      <a:lnTo>
                        <a:pt x="72962" y="164021"/>
                      </a:lnTo>
                      <a:cubicBezTo>
                        <a:pt x="73438" y="164021"/>
                        <a:pt x="74104" y="164402"/>
                        <a:pt x="75057" y="165259"/>
                      </a:cubicBezTo>
                      <a:lnTo>
                        <a:pt x="72962" y="167354"/>
                      </a:lnTo>
                      <a:close/>
                      <a:moveTo>
                        <a:pt x="74295" y="144018"/>
                      </a:moveTo>
                      <a:cubicBezTo>
                        <a:pt x="76676" y="142875"/>
                        <a:pt x="78296" y="142875"/>
                        <a:pt x="79248" y="144018"/>
                      </a:cubicBezTo>
                      <a:lnTo>
                        <a:pt x="74295" y="144018"/>
                      </a:lnTo>
                      <a:close/>
                      <a:moveTo>
                        <a:pt x="77152" y="174022"/>
                      </a:moveTo>
                      <a:lnTo>
                        <a:pt x="77152" y="177355"/>
                      </a:lnTo>
                      <a:lnTo>
                        <a:pt x="74295" y="172974"/>
                      </a:lnTo>
                      <a:cubicBezTo>
                        <a:pt x="75819" y="172974"/>
                        <a:pt x="76771" y="173355"/>
                        <a:pt x="77152" y="174022"/>
                      </a:cubicBezTo>
                      <a:close/>
                      <a:moveTo>
                        <a:pt x="75629" y="203263"/>
                      </a:moveTo>
                      <a:lnTo>
                        <a:pt x="75152" y="202978"/>
                      </a:lnTo>
                      <a:lnTo>
                        <a:pt x="75629" y="203263"/>
                      </a:lnTo>
                      <a:close/>
                      <a:moveTo>
                        <a:pt x="75629" y="203263"/>
                      </a:moveTo>
                      <a:cubicBezTo>
                        <a:pt x="75629" y="203263"/>
                        <a:pt x="76105" y="202978"/>
                        <a:pt x="76676" y="202502"/>
                      </a:cubicBezTo>
                      <a:cubicBezTo>
                        <a:pt x="77152" y="201930"/>
                        <a:pt x="77629" y="201835"/>
                        <a:pt x="78010" y="202216"/>
                      </a:cubicBezTo>
                      <a:lnTo>
                        <a:pt x="78010" y="204026"/>
                      </a:lnTo>
                      <a:lnTo>
                        <a:pt x="75629" y="203263"/>
                      </a:lnTo>
                      <a:close/>
                      <a:moveTo>
                        <a:pt x="82105" y="105251"/>
                      </a:moveTo>
                      <a:lnTo>
                        <a:pt x="86011" y="103156"/>
                      </a:lnTo>
                      <a:cubicBezTo>
                        <a:pt x="84963" y="101441"/>
                        <a:pt x="83629" y="100774"/>
                        <a:pt x="82105" y="101155"/>
                      </a:cubicBezTo>
                      <a:lnTo>
                        <a:pt x="82105" y="105251"/>
                      </a:lnTo>
                      <a:close/>
                      <a:moveTo>
                        <a:pt x="82105" y="183928"/>
                      </a:moveTo>
                      <a:lnTo>
                        <a:pt x="83153" y="183166"/>
                      </a:lnTo>
                      <a:lnTo>
                        <a:pt x="85249" y="183166"/>
                      </a:lnTo>
                      <a:lnTo>
                        <a:pt x="82201" y="183928"/>
                      </a:lnTo>
                      <a:close/>
                      <a:moveTo>
                        <a:pt x="88011" y="159068"/>
                      </a:moveTo>
                      <a:cubicBezTo>
                        <a:pt x="87821" y="157734"/>
                        <a:pt x="88201" y="156020"/>
                        <a:pt x="89345" y="153924"/>
                      </a:cubicBezTo>
                      <a:lnTo>
                        <a:pt x="90106" y="157829"/>
                      </a:lnTo>
                      <a:cubicBezTo>
                        <a:pt x="90106" y="157829"/>
                        <a:pt x="89059" y="158496"/>
                        <a:pt x="88011" y="159163"/>
                      </a:cubicBezTo>
                      <a:close/>
                      <a:moveTo>
                        <a:pt x="88011" y="187262"/>
                      </a:moveTo>
                      <a:cubicBezTo>
                        <a:pt x="88487" y="186214"/>
                        <a:pt x="89535" y="185071"/>
                        <a:pt x="90868" y="183928"/>
                      </a:cubicBezTo>
                      <a:cubicBezTo>
                        <a:pt x="90868" y="185833"/>
                        <a:pt x="90583" y="186976"/>
                        <a:pt x="90011" y="187262"/>
                      </a:cubicBezTo>
                      <a:lnTo>
                        <a:pt x="87916" y="187262"/>
                      </a:lnTo>
                      <a:close/>
                      <a:moveTo>
                        <a:pt x="90106" y="157734"/>
                      </a:moveTo>
                      <a:lnTo>
                        <a:pt x="91154" y="157734"/>
                      </a:lnTo>
                      <a:cubicBezTo>
                        <a:pt x="90678" y="157734"/>
                        <a:pt x="90297" y="157829"/>
                        <a:pt x="90106" y="158020"/>
                      </a:cubicBezTo>
                      <a:lnTo>
                        <a:pt x="90106" y="157734"/>
                      </a:lnTo>
                      <a:close/>
                      <a:moveTo>
                        <a:pt x="94488" y="180499"/>
                      </a:moveTo>
                      <a:cubicBezTo>
                        <a:pt x="93821" y="180975"/>
                        <a:pt x="92678" y="181642"/>
                        <a:pt x="90868" y="182308"/>
                      </a:cubicBezTo>
                      <a:lnTo>
                        <a:pt x="94488" y="180499"/>
                      </a:lnTo>
                      <a:close/>
                      <a:moveTo>
                        <a:pt x="94964" y="140208"/>
                      </a:moveTo>
                      <a:lnTo>
                        <a:pt x="95726" y="137351"/>
                      </a:lnTo>
                      <a:lnTo>
                        <a:pt x="94202" y="137351"/>
                      </a:lnTo>
                      <a:lnTo>
                        <a:pt x="94964" y="140208"/>
                      </a:lnTo>
                      <a:close/>
                      <a:moveTo>
                        <a:pt x="100870" y="96203"/>
                      </a:moveTo>
                      <a:cubicBezTo>
                        <a:pt x="100203" y="93250"/>
                        <a:pt x="98488" y="92202"/>
                        <a:pt x="95726" y="93059"/>
                      </a:cubicBezTo>
                      <a:lnTo>
                        <a:pt x="97060" y="97155"/>
                      </a:lnTo>
                      <a:lnTo>
                        <a:pt x="97917" y="96107"/>
                      </a:lnTo>
                      <a:cubicBezTo>
                        <a:pt x="99441" y="97631"/>
                        <a:pt x="100298" y="98584"/>
                        <a:pt x="100298" y="98870"/>
                      </a:cubicBezTo>
                      <a:lnTo>
                        <a:pt x="101060" y="96107"/>
                      </a:lnTo>
                      <a:close/>
                      <a:moveTo>
                        <a:pt x="95726" y="108871"/>
                      </a:moveTo>
                      <a:lnTo>
                        <a:pt x="100203" y="106108"/>
                      </a:lnTo>
                      <a:cubicBezTo>
                        <a:pt x="99822" y="105537"/>
                        <a:pt x="99155" y="105346"/>
                        <a:pt x="98393" y="105346"/>
                      </a:cubicBezTo>
                      <a:cubicBezTo>
                        <a:pt x="96964" y="105537"/>
                        <a:pt x="96107" y="105537"/>
                        <a:pt x="95821" y="105346"/>
                      </a:cubicBezTo>
                      <a:lnTo>
                        <a:pt x="97917" y="107442"/>
                      </a:lnTo>
                      <a:lnTo>
                        <a:pt x="95821" y="108966"/>
                      </a:lnTo>
                      <a:close/>
                      <a:moveTo>
                        <a:pt x="105061" y="150304"/>
                      </a:moveTo>
                      <a:lnTo>
                        <a:pt x="107918" y="147447"/>
                      </a:lnTo>
                      <a:cubicBezTo>
                        <a:pt x="107061" y="147352"/>
                        <a:pt x="106013" y="146590"/>
                        <a:pt x="104775" y="145256"/>
                      </a:cubicBezTo>
                      <a:cubicBezTo>
                        <a:pt x="103537" y="143923"/>
                        <a:pt x="102679" y="143351"/>
                        <a:pt x="102203" y="143351"/>
                      </a:cubicBezTo>
                      <a:cubicBezTo>
                        <a:pt x="101537" y="143351"/>
                        <a:pt x="100870" y="144018"/>
                        <a:pt x="100203" y="145447"/>
                      </a:cubicBezTo>
                      <a:lnTo>
                        <a:pt x="105061" y="150304"/>
                      </a:lnTo>
                      <a:close/>
                      <a:moveTo>
                        <a:pt x="107061" y="179070"/>
                      </a:moveTo>
                      <a:cubicBezTo>
                        <a:pt x="106871" y="178403"/>
                        <a:pt x="106871" y="177641"/>
                        <a:pt x="106871" y="176879"/>
                      </a:cubicBezTo>
                      <a:cubicBezTo>
                        <a:pt x="106013" y="177070"/>
                        <a:pt x="105442" y="177070"/>
                        <a:pt x="105061" y="176879"/>
                      </a:cubicBezTo>
                      <a:lnTo>
                        <a:pt x="104299" y="176117"/>
                      </a:lnTo>
                      <a:lnTo>
                        <a:pt x="104299" y="173831"/>
                      </a:lnTo>
                      <a:lnTo>
                        <a:pt x="105061" y="173069"/>
                      </a:lnTo>
                      <a:cubicBezTo>
                        <a:pt x="105061" y="173069"/>
                        <a:pt x="104584" y="173450"/>
                        <a:pt x="104299" y="173831"/>
                      </a:cubicBezTo>
                      <a:lnTo>
                        <a:pt x="100870" y="177451"/>
                      </a:lnTo>
                      <a:lnTo>
                        <a:pt x="102203" y="178308"/>
                      </a:lnTo>
                      <a:lnTo>
                        <a:pt x="104299" y="176213"/>
                      </a:lnTo>
                      <a:lnTo>
                        <a:pt x="107061" y="179070"/>
                      </a:lnTo>
                      <a:close/>
                      <a:moveTo>
                        <a:pt x="107061" y="117443"/>
                      </a:moveTo>
                      <a:cubicBezTo>
                        <a:pt x="107823" y="116967"/>
                        <a:pt x="109442" y="116586"/>
                        <a:pt x="112014" y="116396"/>
                      </a:cubicBezTo>
                      <a:cubicBezTo>
                        <a:pt x="113347" y="116300"/>
                        <a:pt x="114300" y="115443"/>
                        <a:pt x="114871" y="114110"/>
                      </a:cubicBezTo>
                      <a:cubicBezTo>
                        <a:pt x="111442" y="112681"/>
                        <a:pt x="108775" y="113824"/>
                        <a:pt x="107061" y="117443"/>
                      </a:cubicBezTo>
                      <a:close/>
                      <a:moveTo>
                        <a:pt x="115919" y="157353"/>
                      </a:moveTo>
                      <a:lnTo>
                        <a:pt x="115919" y="155257"/>
                      </a:lnTo>
                      <a:lnTo>
                        <a:pt x="114871" y="152400"/>
                      </a:lnTo>
                      <a:lnTo>
                        <a:pt x="115919" y="157353"/>
                      </a:lnTo>
                      <a:close/>
                      <a:moveTo>
                        <a:pt x="127825" y="178308"/>
                      </a:moveTo>
                      <a:cubicBezTo>
                        <a:pt x="128016" y="177737"/>
                        <a:pt x="127825" y="176022"/>
                        <a:pt x="127063" y="173164"/>
                      </a:cubicBezTo>
                      <a:lnTo>
                        <a:pt x="125730" y="174212"/>
                      </a:lnTo>
                      <a:cubicBezTo>
                        <a:pt x="122587" y="168688"/>
                        <a:pt x="121444" y="163068"/>
                        <a:pt x="122110" y="157353"/>
                      </a:cubicBezTo>
                      <a:lnTo>
                        <a:pt x="119253" y="160401"/>
                      </a:lnTo>
                      <a:cubicBezTo>
                        <a:pt x="120491" y="160877"/>
                        <a:pt x="121063" y="162306"/>
                        <a:pt x="121063" y="164497"/>
                      </a:cubicBezTo>
                      <a:cubicBezTo>
                        <a:pt x="121063" y="165163"/>
                        <a:pt x="121063" y="166306"/>
                        <a:pt x="120777" y="167545"/>
                      </a:cubicBezTo>
                      <a:lnTo>
                        <a:pt x="120777" y="170688"/>
                      </a:lnTo>
                      <a:cubicBezTo>
                        <a:pt x="120777" y="174022"/>
                        <a:pt x="121920" y="175831"/>
                        <a:pt x="124111" y="176117"/>
                      </a:cubicBezTo>
                      <a:cubicBezTo>
                        <a:pt x="123349" y="177070"/>
                        <a:pt x="122492" y="177355"/>
                        <a:pt x="122015" y="177355"/>
                      </a:cubicBezTo>
                      <a:lnTo>
                        <a:pt x="122015" y="183832"/>
                      </a:lnTo>
                      <a:cubicBezTo>
                        <a:pt x="122682" y="183166"/>
                        <a:pt x="123349" y="182880"/>
                        <a:pt x="124111" y="183071"/>
                      </a:cubicBezTo>
                      <a:cubicBezTo>
                        <a:pt x="123634" y="179261"/>
                        <a:pt x="124111" y="176594"/>
                        <a:pt x="125635" y="175070"/>
                      </a:cubicBezTo>
                      <a:cubicBezTo>
                        <a:pt x="127159" y="176689"/>
                        <a:pt x="127921" y="177641"/>
                        <a:pt x="127730" y="178213"/>
                      </a:cubicBezTo>
                      <a:close/>
                      <a:moveTo>
                        <a:pt x="124206" y="152400"/>
                      </a:moveTo>
                      <a:cubicBezTo>
                        <a:pt x="123825" y="151733"/>
                        <a:pt x="123444" y="151352"/>
                        <a:pt x="122872" y="151352"/>
                      </a:cubicBezTo>
                      <a:cubicBezTo>
                        <a:pt x="122206" y="151352"/>
                        <a:pt x="121253" y="152019"/>
                        <a:pt x="120015" y="153162"/>
                      </a:cubicBezTo>
                      <a:lnTo>
                        <a:pt x="124206" y="153162"/>
                      </a:lnTo>
                      <a:lnTo>
                        <a:pt x="124206" y="152400"/>
                      </a:lnTo>
                      <a:close/>
                      <a:moveTo>
                        <a:pt x="122110" y="143351"/>
                      </a:moveTo>
                      <a:lnTo>
                        <a:pt x="122110" y="146209"/>
                      </a:lnTo>
                      <a:lnTo>
                        <a:pt x="124206" y="144113"/>
                      </a:lnTo>
                      <a:cubicBezTo>
                        <a:pt x="123158" y="143446"/>
                        <a:pt x="122492" y="143161"/>
                        <a:pt x="122110" y="143351"/>
                      </a:cubicBezTo>
                      <a:close/>
                      <a:moveTo>
                        <a:pt x="139160" y="155257"/>
                      </a:moveTo>
                      <a:lnTo>
                        <a:pt x="139922" y="153257"/>
                      </a:lnTo>
                      <a:lnTo>
                        <a:pt x="137827" y="154019"/>
                      </a:lnTo>
                      <a:lnTo>
                        <a:pt x="137065" y="147542"/>
                      </a:lnTo>
                      <a:lnTo>
                        <a:pt x="134207" y="152495"/>
                      </a:lnTo>
                      <a:lnTo>
                        <a:pt x="130873" y="149066"/>
                      </a:lnTo>
                      <a:cubicBezTo>
                        <a:pt x="130207" y="152210"/>
                        <a:pt x="131350" y="153924"/>
                        <a:pt x="134302" y="154114"/>
                      </a:cubicBezTo>
                      <a:cubicBezTo>
                        <a:pt x="137350" y="154400"/>
                        <a:pt x="138970" y="154781"/>
                        <a:pt x="139160" y="155257"/>
                      </a:cubicBezTo>
                      <a:close/>
                      <a:moveTo>
                        <a:pt x="149257" y="135350"/>
                      </a:moveTo>
                      <a:cubicBezTo>
                        <a:pt x="150114" y="135541"/>
                        <a:pt x="150781" y="134969"/>
                        <a:pt x="151257" y="133826"/>
                      </a:cubicBezTo>
                      <a:cubicBezTo>
                        <a:pt x="151733" y="132588"/>
                        <a:pt x="152209" y="131921"/>
                        <a:pt x="152591" y="131921"/>
                      </a:cubicBezTo>
                      <a:cubicBezTo>
                        <a:pt x="152971" y="131921"/>
                        <a:pt x="153448" y="132397"/>
                        <a:pt x="154210" y="133255"/>
                      </a:cubicBezTo>
                      <a:cubicBezTo>
                        <a:pt x="153638" y="132016"/>
                        <a:pt x="153067" y="131445"/>
                        <a:pt x="152400" y="131445"/>
                      </a:cubicBezTo>
                      <a:cubicBezTo>
                        <a:pt x="151829" y="131445"/>
                        <a:pt x="150685" y="132302"/>
                        <a:pt x="148780" y="134017"/>
                      </a:cubicBezTo>
                      <a:cubicBezTo>
                        <a:pt x="146875" y="135731"/>
                        <a:pt x="145256" y="136588"/>
                        <a:pt x="143827" y="136588"/>
                      </a:cubicBezTo>
                      <a:cubicBezTo>
                        <a:pt x="143161" y="136588"/>
                        <a:pt x="142589" y="136398"/>
                        <a:pt x="142018" y="136017"/>
                      </a:cubicBezTo>
                      <a:cubicBezTo>
                        <a:pt x="140779" y="133826"/>
                        <a:pt x="140208" y="132779"/>
                        <a:pt x="140208" y="132969"/>
                      </a:cubicBezTo>
                      <a:cubicBezTo>
                        <a:pt x="140208" y="132302"/>
                        <a:pt x="140779" y="131636"/>
                        <a:pt x="142018" y="131159"/>
                      </a:cubicBezTo>
                      <a:cubicBezTo>
                        <a:pt x="142399" y="130969"/>
                        <a:pt x="143256" y="131636"/>
                        <a:pt x="144875" y="133160"/>
                      </a:cubicBezTo>
                      <a:cubicBezTo>
                        <a:pt x="145066" y="132207"/>
                        <a:pt x="144399" y="131159"/>
                        <a:pt x="143066" y="130302"/>
                      </a:cubicBezTo>
                      <a:cubicBezTo>
                        <a:pt x="142018" y="129921"/>
                        <a:pt x="140970" y="129540"/>
                        <a:pt x="139922" y="128969"/>
                      </a:cubicBezTo>
                      <a:lnTo>
                        <a:pt x="140684" y="130302"/>
                      </a:lnTo>
                      <a:lnTo>
                        <a:pt x="133445" y="130778"/>
                      </a:lnTo>
                      <a:cubicBezTo>
                        <a:pt x="137065" y="130778"/>
                        <a:pt x="139255" y="131826"/>
                        <a:pt x="139922" y="133826"/>
                      </a:cubicBezTo>
                      <a:lnTo>
                        <a:pt x="132874" y="138779"/>
                      </a:lnTo>
                      <a:cubicBezTo>
                        <a:pt x="137922" y="138589"/>
                        <a:pt x="142589" y="137636"/>
                        <a:pt x="147161" y="135922"/>
                      </a:cubicBezTo>
                      <a:lnTo>
                        <a:pt x="147923" y="140113"/>
                      </a:lnTo>
                      <a:cubicBezTo>
                        <a:pt x="148780" y="138874"/>
                        <a:pt x="150400" y="137541"/>
                        <a:pt x="152876" y="135922"/>
                      </a:cubicBezTo>
                      <a:lnTo>
                        <a:pt x="149257" y="135160"/>
                      </a:lnTo>
                      <a:close/>
                      <a:moveTo>
                        <a:pt x="134969" y="115443"/>
                      </a:moveTo>
                      <a:lnTo>
                        <a:pt x="134969" y="119063"/>
                      </a:lnTo>
                      <a:lnTo>
                        <a:pt x="135826" y="119063"/>
                      </a:lnTo>
                      <a:lnTo>
                        <a:pt x="135826" y="115443"/>
                      </a:lnTo>
                      <a:lnTo>
                        <a:pt x="134969" y="115443"/>
                      </a:lnTo>
                      <a:close/>
                      <a:moveTo>
                        <a:pt x="149257" y="155257"/>
                      </a:moveTo>
                      <a:cubicBezTo>
                        <a:pt x="149542" y="154210"/>
                        <a:pt x="149352" y="152876"/>
                        <a:pt x="148685" y="151352"/>
                      </a:cubicBezTo>
                      <a:cubicBezTo>
                        <a:pt x="147923" y="149828"/>
                        <a:pt x="147733" y="148780"/>
                        <a:pt x="147923" y="148304"/>
                      </a:cubicBezTo>
                      <a:cubicBezTo>
                        <a:pt x="148018" y="148304"/>
                        <a:pt x="146399" y="148019"/>
                        <a:pt x="142684" y="147542"/>
                      </a:cubicBezTo>
                      <a:lnTo>
                        <a:pt x="141922" y="150400"/>
                      </a:lnTo>
                      <a:cubicBezTo>
                        <a:pt x="143446" y="150019"/>
                        <a:pt x="144304" y="150209"/>
                        <a:pt x="144494" y="150876"/>
                      </a:cubicBezTo>
                      <a:cubicBezTo>
                        <a:pt x="144685" y="151257"/>
                        <a:pt x="144494" y="151924"/>
                        <a:pt x="144018" y="152971"/>
                      </a:cubicBezTo>
                      <a:cubicBezTo>
                        <a:pt x="143732" y="153924"/>
                        <a:pt x="143732" y="154305"/>
                        <a:pt x="144018" y="154305"/>
                      </a:cubicBezTo>
                      <a:cubicBezTo>
                        <a:pt x="144209" y="154305"/>
                        <a:pt x="144494" y="154305"/>
                        <a:pt x="144780" y="154019"/>
                      </a:cubicBezTo>
                      <a:lnTo>
                        <a:pt x="144018" y="153257"/>
                      </a:lnTo>
                      <a:lnTo>
                        <a:pt x="147161" y="150400"/>
                      </a:lnTo>
                      <a:lnTo>
                        <a:pt x="149257" y="155353"/>
                      </a:lnTo>
                      <a:close/>
                      <a:moveTo>
                        <a:pt x="227076" y="215265"/>
                      </a:moveTo>
                      <a:lnTo>
                        <a:pt x="229934" y="215265"/>
                      </a:lnTo>
                      <a:lnTo>
                        <a:pt x="230791" y="216027"/>
                      </a:lnTo>
                      <a:lnTo>
                        <a:pt x="227171" y="215265"/>
                      </a:lnTo>
                      <a:close/>
                      <a:moveTo>
                        <a:pt x="238792" y="52578"/>
                      </a:moveTo>
                      <a:lnTo>
                        <a:pt x="240792" y="52578"/>
                      </a:lnTo>
                      <a:lnTo>
                        <a:pt x="240792" y="55436"/>
                      </a:lnTo>
                      <a:lnTo>
                        <a:pt x="238792" y="52578"/>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 name="Google Shape;861;p99"/>
                <p:cNvSpPr/>
                <p:nvPr/>
              </p:nvSpPr>
              <p:spPr>
                <a:xfrm>
                  <a:off x="3638168" y="4076128"/>
                  <a:ext cx="163353" cy="221075"/>
                </a:xfrm>
                <a:custGeom>
                  <a:avLst/>
                  <a:gdLst/>
                  <a:ahLst/>
                  <a:cxnLst/>
                  <a:rect l="l" t="t" r="r" b="b"/>
                  <a:pathLst>
                    <a:path w="163353" h="221075" extrusionOk="0">
                      <a:moveTo>
                        <a:pt x="3048" y="221075"/>
                      </a:moveTo>
                      <a:lnTo>
                        <a:pt x="0" y="219075"/>
                      </a:lnTo>
                      <a:lnTo>
                        <a:pt x="3048" y="219837"/>
                      </a:lnTo>
                      <a:lnTo>
                        <a:pt x="3048" y="221075"/>
                      </a:lnTo>
                      <a:close/>
                      <a:moveTo>
                        <a:pt x="159353" y="85058"/>
                      </a:moveTo>
                      <a:cubicBezTo>
                        <a:pt x="158782" y="87058"/>
                        <a:pt x="159353" y="88963"/>
                        <a:pt x="160782" y="91059"/>
                      </a:cubicBezTo>
                      <a:cubicBezTo>
                        <a:pt x="162211" y="93059"/>
                        <a:pt x="162973" y="94488"/>
                        <a:pt x="162973" y="95155"/>
                      </a:cubicBezTo>
                      <a:cubicBezTo>
                        <a:pt x="162973" y="96298"/>
                        <a:pt x="162211" y="97727"/>
                        <a:pt x="160877" y="99250"/>
                      </a:cubicBezTo>
                      <a:cubicBezTo>
                        <a:pt x="161734" y="106204"/>
                        <a:pt x="162115" y="113633"/>
                        <a:pt x="162115" y="121539"/>
                      </a:cubicBezTo>
                      <a:cubicBezTo>
                        <a:pt x="162115" y="129445"/>
                        <a:pt x="161734" y="136779"/>
                        <a:pt x="160877" y="144018"/>
                      </a:cubicBezTo>
                      <a:cubicBezTo>
                        <a:pt x="157639" y="145066"/>
                        <a:pt x="155924" y="146685"/>
                        <a:pt x="155924" y="148971"/>
                      </a:cubicBezTo>
                      <a:cubicBezTo>
                        <a:pt x="155924" y="149638"/>
                        <a:pt x="156210" y="150876"/>
                        <a:pt x="156686" y="152590"/>
                      </a:cubicBezTo>
                      <a:cubicBezTo>
                        <a:pt x="157163" y="154305"/>
                        <a:pt x="157448" y="155638"/>
                        <a:pt x="157448" y="156686"/>
                      </a:cubicBezTo>
                      <a:cubicBezTo>
                        <a:pt x="157448" y="157544"/>
                        <a:pt x="157258" y="158305"/>
                        <a:pt x="156972" y="158972"/>
                      </a:cubicBezTo>
                      <a:lnTo>
                        <a:pt x="158020" y="166211"/>
                      </a:lnTo>
                      <a:cubicBezTo>
                        <a:pt x="155734" y="167449"/>
                        <a:pt x="154019" y="169736"/>
                        <a:pt x="152686" y="173069"/>
                      </a:cubicBezTo>
                      <a:cubicBezTo>
                        <a:pt x="151352" y="176403"/>
                        <a:pt x="150209" y="179641"/>
                        <a:pt x="149161" y="182785"/>
                      </a:cubicBezTo>
                      <a:cubicBezTo>
                        <a:pt x="145828" y="184213"/>
                        <a:pt x="140494" y="187928"/>
                        <a:pt x="132874" y="194215"/>
                      </a:cubicBezTo>
                      <a:lnTo>
                        <a:pt x="135731" y="196977"/>
                      </a:lnTo>
                      <a:cubicBezTo>
                        <a:pt x="126301" y="197358"/>
                        <a:pt x="119443" y="199644"/>
                        <a:pt x="115062" y="203930"/>
                      </a:cubicBezTo>
                      <a:cubicBezTo>
                        <a:pt x="114395" y="203835"/>
                        <a:pt x="113728" y="203645"/>
                        <a:pt x="113062" y="203645"/>
                      </a:cubicBezTo>
                      <a:cubicBezTo>
                        <a:pt x="111442" y="203645"/>
                        <a:pt x="110109" y="204311"/>
                        <a:pt x="108775" y="205549"/>
                      </a:cubicBezTo>
                      <a:cubicBezTo>
                        <a:pt x="107537" y="206883"/>
                        <a:pt x="106870" y="208312"/>
                        <a:pt x="107156" y="209836"/>
                      </a:cubicBezTo>
                      <a:cubicBezTo>
                        <a:pt x="104870" y="208407"/>
                        <a:pt x="102394" y="207740"/>
                        <a:pt x="99631" y="207740"/>
                      </a:cubicBezTo>
                      <a:lnTo>
                        <a:pt x="91345" y="207740"/>
                      </a:lnTo>
                      <a:cubicBezTo>
                        <a:pt x="91630" y="206597"/>
                        <a:pt x="91059" y="205549"/>
                        <a:pt x="89630" y="204883"/>
                      </a:cubicBezTo>
                      <a:cubicBezTo>
                        <a:pt x="88106" y="204216"/>
                        <a:pt x="87344" y="203454"/>
                        <a:pt x="87154" y="202597"/>
                      </a:cubicBezTo>
                      <a:cubicBezTo>
                        <a:pt x="85058" y="205835"/>
                        <a:pt x="82010" y="207645"/>
                        <a:pt x="78105" y="207931"/>
                      </a:cubicBezTo>
                      <a:cubicBezTo>
                        <a:pt x="77438" y="208121"/>
                        <a:pt x="74009" y="208026"/>
                        <a:pt x="68008" y="207645"/>
                      </a:cubicBezTo>
                      <a:cubicBezTo>
                        <a:pt x="63722" y="205930"/>
                        <a:pt x="59245" y="204121"/>
                        <a:pt x="54864" y="202216"/>
                      </a:cubicBezTo>
                      <a:cubicBezTo>
                        <a:pt x="49720" y="200025"/>
                        <a:pt x="45720" y="197548"/>
                        <a:pt x="42958" y="194786"/>
                      </a:cubicBezTo>
                      <a:cubicBezTo>
                        <a:pt x="41910" y="195929"/>
                        <a:pt x="39814" y="195739"/>
                        <a:pt x="36481" y="194024"/>
                      </a:cubicBezTo>
                      <a:cubicBezTo>
                        <a:pt x="32385" y="188881"/>
                        <a:pt x="28099" y="183547"/>
                        <a:pt x="23813" y="178213"/>
                      </a:cubicBezTo>
                      <a:cubicBezTo>
                        <a:pt x="19336" y="172021"/>
                        <a:pt x="16859" y="166306"/>
                        <a:pt x="16288" y="160877"/>
                      </a:cubicBezTo>
                      <a:cubicBezTo>
                        <a:pt x="13811" y="157924"/>
                        <a:pt x="12763" y="153733"/>
                        <a:pt x="12859" y="148209"/>
                      </a:cubicBezTo>
                      <a:cubicBezTo>
                        <a:pt x="13049" y="140113"/>
                        <a:pt x="13049" y="135636"/>
                        <a:pt x="12859" y="134683"/>
                      </a:cubicBezTo>
                      <a:cubicBezTo>
                        <a:pt x="12763" y="133540"/>
                        <a:pt x="12668" y="132207"/>
                        <a:pt x="12668" y="130778"/>
                      </a:cubicBezTo>
                      <a:cubicBezTo>
                        <a:pt x="12668" y="128873"/>
                        <a:pt x="12859" y="126016"/>
                        <a:pt x="13430" y="122111"/>
                      </a:cubicBezTo>
                      <a:cubicBezTo>
                        <a:pt x="14002" y="118205"/>
                        <a:pt x="14192" y="115253"/>
                        <a:pt x="14192" y="113157"/>
                      </a:cubicBezTo>
                      <a:cubicBezTo>
                        <a:pt x="14192" y="109538"/>
                        <a:pt x="13525" y="106394"/>
                        <a:pt x="12192" y="103822"/>
                      </a:cubicBezTo>
                      <a:cubicBezTo>
                        <a:pt x="13906" y="103156"/>
                        <a:pt x="14383" y="101918"/>
                        <a:pt x="13621" y="100013"/>
                      </a:cubicBezTo>
                      <a:cubicBezTo>
                        <a:pt x="12859" y="98107"/>
                        <a:pt x="13144" y="96774"/>
                        <a:pt x="14288" y="95917"/>
                      </a:cubicBezTo>
                      <a:cubicBezTo>
                        <a:pt x="13240" y="87439"/>
                        <a:pt x="12763" y="80391"/>
                        <a:pt x="12763" y="74676"/>
                      </a:cubicBezTo>
                      <a:cubicBezTo>
                        <a:pt x="12763" y="64579"/>
                        <a:pt x="14192" y="55912"/>
                        <a:pt x="17145" y="48863"/>
                      </a:cubicBezTo>
                      <a:cubicBezTo>
                        <a:pt x="18478" y="43053"/>
                        <a:pt x="19621" y="39148"/>
                        <a:pt x="20479" y="37243"/>
                      </a:cubicBezTo>
                      <a:cubicBezTo>
                        <a:pt x="22479" y="33052"/>
                        <a:pt x="25527" y="30575"/>
                        <a:pt x="29242" y="29718"/>
                      </a:cubicBezTo>
                      <a:cubicBezTo>
                        <a:pt x="31432" y="23717"/>
                        <a:pt x="36481" y="18383"/>
                        <a:pt x="44291" y="13906"/>
                      </a:cubicBezTo>
                      <a:lnTo>
                        <a:pt x="42958" y="13145"/>
                      </a:lnTo>
                      <a:cubicBezTo>
                        <a:pt x="45339" y="12668"/>
                        <a:pt x="48863" y="10763"/>
                        <a:pt x="53340" y="7525"/>
                      </a:cubicBezTo>
                      <a:cubicBezTo>
                        <a:pt x="57150" y="4763"/>
                        <a:pt x="60769" y="3524"/>
                        <a:pt x="64198" y="3905"/>
                      </a:cubicBezTo>
                      <a:cubicBezTo>
                        <a:pt x="64198" y="1333"/>
                        <a:pt x="65246" y="0"/>
                        <a:pt x="67246" y="0"/>
                      </a:cubicBezTo>
                      <a:cubicBezTo>
                        <a:pt x="67913" y="0"/>
                        <a:pt x="69247" y="286"/>
                        <a:pt x="71152" y="667"/>
                      </a:cubicBezTo>
                      <a:cubicBezTo>
                        <a:pt x="73057" y="1143"/>
                        <a:pt x="74390" y="1238"/>
                        <a:pt x="75057" y="1048"/>
                      </a:cubicBezTo>
                      <a:cubicBezTo>
                        <a:pt x="77819" y="5048"/>
                        <a:pt x="81439" y="7048"/>
                        <a:pt x="85915" y="7048"/>
                      </a:cubicBezTo>
                      <a:cubicBezTo>
                        <a:pt x="87916" y="7048"/>
                        <a:pt x="91440" y="6287"/>
                        <a:pt x="96298" y="4953"/>
                      </a:cubicBezTo>
                      <a:cubicBezTo>
                        <a:pt x="99822" y="6001"/>
                        <a:pt x="104394" y="6001"/>
                        <a:pt x="110014" y="4953"/>
                      </a:cubicBezTo>
                      <a:lnTo>
                        <a:pt x="110014" y="6001"/>
                      </a:lnTo>
                      <a:cubicBezTo>
                        <a:pt x="111538" y="5239"/>
                        <a:pt x="113157" y="4953"/>
                        <a:pt x="114681" y="4953"/>
                      </a:cubicBezTo>
                      <a:cubicBezTo>
                        <a:pt x="116967" y="4953"/>
                        <a:pt x="119824" y="6382"/>
                        <a:pt x="123158" y="9239"/>
                      </a:cubicBezTo>
                      <a:cubicBezTo>
                        <a:pt x="126682" y="12097"/>
                        <a:pt x="129635" y="13621"/>
                        <a:pt x="132302" y="14002"/>
                      </a:cubicBezTo>
                      <a:cubicBezTo>
                        <a:pt x="132969" y="16764"/>
                        <a:pt x="135160" y="19526"/>
                        <a:pt x="138874" y="22288"/>
                      </a:cubicBezTo>
                      <a:cubicBezTo>
                        <a:pt x="142589" y="25051"/>
                        <a:pt x="144685" y="27051"/>
                        <a:pt x="145256" y="28289"/>
                      </a:cubicBezTo>
                      <a:cubicBezTo>
                        <a:pt x="147828" y="28289"/>
                        <a:pt x="149352" y="30099"/>
                        <a:pt x="149923" y="33719"/>
                      </a:cubicBezTo>
                      <a:cubicBezTo>
                        <a:pt x="150495" y="37338"/>
                        <a:pt x="151924" y="39148"/>
                        <a:pt x="154305" y="39148"/>
                      </a:cubicBezTo>
                      <a:cubicBezTo>
                        <a:pt x="156210" y="41434"/>
                        <a:pt x="157163" y="44577"/>
                        <a:pt x="157163" y="48768"/>
                      </a:cubicBezTo>
                      <a:lnTo>
                        <a:pt x="157163" y="52388"/>
                      </a:lnTo>
                      <a:cubicBezTo>
                        <a:pt x="156972" y="54102"/>
                        <a:pt x="156877" y="55340"/>
                        <a:pt x="156877" y="56007"/>
                      </a:cubicBezTo>
                      <a:cubicBezTo>
                        <a:pt x="156877" y="61055"/>
                        <a:pt x="158686" y="64675"/>
                        <a:pt x="162306" y="66865"/>
                      </a:cubicBezTo>
                      <a:cubicBezTo>
                        <a:pt x="161639" y="68008"/>
                        <a:pt x="161258" y="69437"/>
                        <a:pt x="161258" y="70961"/>
                      </a:cubicBezTo>
                      <a:cubicBezTo>
                        <a:pt x="161258" y="72295"/>
                        <a:pt x="161639" y="74104"/>
                        <a:pt x="162306" y="76390"/>
                      </a:cubicBezTo>
                      <a:cubicBezTo>
                        <a:pt x="162973" y="78581"/>
                        <a:pt x="163354" y="80200"/>
                        <a:pt x="163354" y="80963"/>
                      </a:cubicBezTo>
                      <a:cubicBezTo>
                        <a:pt x="163354" y="83058"/>
                        <a:pt x="162020" y="84391"/>
                        <a:pt x="159544" y="84868"/>
                      </a:cubicBezTo>
                      <a:close/>
                      <a:moveTo>
                        <a:pt x="132207" y="99250"/>
                      </a:moveTo>
                      <a:cubicBezTo>
                        <a:pt x="133064" y="99250"/>
                        <a:pt x="136969" y="100489"/>
                        <a:pt x="144113" y="102965"/>
                      </a:cubicBezTo>
                      <a:lnTo>
                        <a:pt x="144113" y="97250"/>
                      </a:lnTo>
                      <a:cubicBezTo>
                        <a:pt x="138398" y="95155"/>
                        <a:pt x="135826" y="94107"/>
                        <a:pt x="136398" y="94107"/>
                      </a:cubicBezTo>
                      <a:cubicBezTo>
                        <a:pt x="135255" y="94107"/>
                        <a:pt x="134779" y="95155"/>
                        <a:pt x="135160" y="97250"/>
                      </a:cubicBezTo>
                      <a:lnTo>
                        <a:pt x="132302" y="94107"/>
                      </a:lnTo>
                      <a:lnTo>
                        <a:pt x="130969" y="94869"/>
                      </a:lnTo>
                      <a:cubicBezTo>
                        <a:pt x="129826" y="92964"/>
                        <a:pt x="128016" y="91535"/>
                        <a:pt x="125825" y="90488"/>
                      </a:cubicBezTo>
                      <a:cubicBezTo>
                        <a:pt x="122015" y="89059"/>
                        <a:pt x="119920" y="88202"/>
                        <a:pt x="119348" y="87916"/>
                      </a:cubicBezTo>
                      <a:cubicBezTo>
                        <a:pt x="120015" y="87058"/>
                        <a:pt x="120301" y="85630"/>
                        <a:pt x="120110" y="83725"/>
                      </a:cubicBezTo>
                      <a:lnTo>
                        <a:pt x="120110" y="79153"/>
                      </a:lnTo>
                      <a:cubicBezTo>
                        <a:pt x="119634" y="78200"/>
                        <a:pt x="117634" y="73723"/>
                        <a:pt x="114205" y="65627"/>
                      </a:cubicBezTo>
                      <a:cubicBezTo>
                        <a:pt x="112014" y="60103"/>
                        <a:pt x="109823" y="56579"/>
                        <a:pt x="107918" y="55054"/>
                      </a:cubicBezTo>
                      <a:lnTo>
                        <a:pt x="109252" y="54293"/>
                      </a:lnTo>
                      <a:cubicBezTo>
                        <a:pt x="107347" y="51816"/>
                        <a:pt x="104775" y="50102"/>
                        <a:pt x="101441" y="49054"/>
                      </a:cubicBezTo>
                      <a:cubicBezTo>
                        <a:pt x="98203" y="48006"/>
                        <a:pt x="95059" y="47054"/>
                        <a:pt x="92202" y="46196"/>
                      </a:cubicBezTo>
                      <a:cubicBezTo>
                        <a:pt x="92392" y="43434"/>
                        <a:pt x="91249" y="42100"/>
                        <a:pt x="88868" y="42100"/>
                      </a:cubicBezTo>
                      <a:cubicBezTo>
                        <a:pt x="85534" y="42100"/>
                        <a:pt x="83439" y="43434"/>
                        <a:pt x="82391" y="46196"/>
                      </a:cubicBezTo>
                      <a:cubicBezTo>
                        <a:pt x="80486" y="46387"/>
                        <a:pt x="77914" y="47530"/>
                        <a:pt x="74771" y="49530"/>
                      </a:cubicBezTo>
                      <a:cubicBezTo>
                        <a:pt x="71533" y="51625"/>
                        <a:pt x="69151" y="52483"/>
                        <a:pt x="67342" y="52102"/>
                      </a:cubicBezTo>
                      <a:cubicBezTo>
                        <a:pt x="63913" y="53149"/>
                        <a:pt x="61531" y="56007"/>
                        <a:pt x="60103" y="60674"/>
                      </a:cubicBezTo>
                      <a:cubicBezTo>
                        <a:pt x="58769" y="65818"/>
                        <a:pt x="57150" y="68961"/>
                        <a:pt x="55150" y="70009"/>
                      </a:cubicBezTo>
                      <a:cubicBezTo>
                        <a:pt x="55245" y="72580"/>
                        <a:pt x="55150" y="76010"/>
                        <a:pt x="54483" y="80391"/>
                      </a:cubicBezTo>
                      <a:cubicBezTo>
                        <a:pt x="53911" y="84677"/>
                        <a:pt x="53626" y="87725"/>
                        <a:pt x="53626" y="89440"/>
                      </a:cubicBezTo>
                      <a:cubicBezTo>
                        <a:pt x="53626" y="92393"/>
                        <a:pt x="54102" y="94964"/>
                        <a:pt x="55150" y="97155"/>
                      </a:cubicBezTo>
                      <a:cubicBezTo>
                        <a:pt x="53245" y="98584"/>
                        <a:pt x="53054" y="101346"/>
                        <a:pt x="54388" y="105442"/>
                      </a:cubicBezTo>
                      <a:cubicBezTo>
                        <a:pt x="55626" y="108966"/>
                        <a:pt x="54959" y="110776"/>
                        <a:pt x="52292" y="111157"/>
                      </a:cubicBezTo>
                      <a:cubicBezTo>
                        <a:pt x="54197" y="119444"/>
                        <a:pt x="55150" y="125730"/>
                        <a:pt x="55150" y="130016"/>
                      </a:cubicBezTo>
                      <a:cubicBezTo>
                        <a:pt x="55150" y="133160"/>
                        <a:pt x="54864" y="136207"/>
                        <a:pt x="54388" y="139065"/>
                      </a:cubicBezTo>
                      <a:cubicBezTo>
                        <a:pt x="55626" y="140113"/>
                        <a:pt x="58007" y="145161"/>
                        <a:pt x="61627" y="154114"/>
                      </a:cubicBezTo>
                      <a:cubicBezTo>
                        <a:pt x="64198" y="160687"/>
                        <a:pt x="68389" y="163544"/>
                        <a:pt x="74295" y="162878"/>
                      </a:cubicBezTo>
                      <a:cubicBezTo>
                        <a:pt x="74867" y="163068"/>
                        <a:pt x="75438" y="162878"/>
                        <a:pt x="76105" y="162115"/>
                      </a:cubicBezTo>
                      <a:cubicBezTo>
                        <a:pt x="76771" y="161449"/>
                        <a:pt x="77343" y="161068"/>
                        <a:pt x="77629" y="161068"/>
                      </a:cubicBezTo>
                      <a:cubicBezTo>
                        <a:pt x="78200" y="161068"/>
                        <a:pt x="78676" y="161449"/>
                        <a:pt x="79153" y="162115"/>
                      </a:cubicBezTo>
                      <a:lnTo>
                        <a:pt x="78105" y="162878"/>
                      </a:lnTo>
                      <a:cubicBezTo>
                        <a:pt x="78105" y="163735"/>
                        <a:pt x="78486" y="164497"/>
                        <a:pt x="79438" y="165259"/>
                      </a:cubicBezTo>
                      <a:lnTo>
                        <a:pt x="81248" y="167069"/>
                      </a:lnTo>
                      <a:cubicBezTo>
                        <a:pt x="82486" y="168593"/>
                        <a:pt x="84010" y="169450"/>
                        <a:pt x="85915" y="169450"/>
                      </a:cubicBezTo>
                      <a:cubicBezTo>
                        <a:pt x="88487" y="169450"/>
                        <a:pt x="89916" y="168402"/>
                        <a:pt x="90011" y="166306"/>
                      </a:cubicBezTo>
                      <a:cubicBezTo>
                        <a:pt x="91249" y="167354"/>
                        <a:pt x="92297" y="167830"/>
                        <a:pt x="93345" y="167830"/>
                      </a:cubicBezTo>
                      <a:cubicBezTo>
                        <a:pt x="94393" y="167830"/>
                        <a:pt x="95536" y="166783"/>
                        <a:pt x="96774" y="164497"/>
                      </a:cubicBezTo>
                      <a:cubicBezTo>
                        <a:pt x="98107" y="162211"/>
                        <a:pt x="99250" y="161068"/>
                        <a:pt x="100298" y="161068"/>
                      </a:cubicBezTo>
                      <a:cubicBezTo>
                        <a:pt x="101346" y="161068"/>
                        <a:pt x="102679" y="161735"/>
                        <a:pt x="104203" y="162878"/>
                      </a:cubicBezTo>
                      <a:cubicBezTo>
                        <a:pt x="104489" y="162211"/>
                        <a:pt x="106108" y="161163"/>
                        <a:pt x="109156" y="159829"/>
                      </a:cubicBezTo>
                      <a:cubicBezTo>
                        <a:pt x="111538" y="158877"/>
                        <a:pt x="112776" y="157353"/>
                        <a:pt x="112776" y="155448"/>
                      </a:cubicBezTo>
                      <a:cubicBezTo>
                        <a:pt x="112776" y="154781"/>
                        <a:pt x="112585" y="153924"/>
                        <a:pt x="112204" y="152876"/>
                      </a:cubicBezTo>
                      <a:cubicBezTo>
                        <a:pt x="114586" y="151638"/>
                        <a:pt x="116110" y="148971"/>
                        <a:pt x="116586" y="144875"/>
                      </a:cubicBezTo>
                      <a:cubicBezTo>
                        <a:pt x="117157" y="140779"/>
                        <a:pt x="118205" y="138113"/>
                        <a:pt x="119920" y="137065"/>
                      </a:cubicBezTo>
                      <a:lnTo>
                        <a:pt x="119920" y="120015"/>
                      </a:lnTo>
                      <a:cubicBezTo>
                        <a:pt x="120301" y="118872"/>
                        <a:pt x="120396" y="117443"/>
                        <a:pt x="120396" y="115824"/>
                      </a:cubicBezTo>
                      <a:cubicBezTo>
                        <a:pt x="120396" y="114205"/>
                        <a:pt x="120110" y="112014"/>
                        <a:pt x="119634" y="109061"/>
                      </a:cubicBezTo>
                      <a:cubicBezTo>
                        <a:pt x="119158" y="106108"/>
                        <a:pt x="118872" y="104108"/>
                        <a:pt x="118872" y="102870"/>
                      </a:cubicBezTo>
                      <a:cubicBezTo>
                        <a:pt x="118872" y="100965"/>
                        <a:pt x="119253" y="99346"/>
                        <a:pt x="119920" y="97917"/>
                      </a:cubicBezTo>
                      <a:cubicBezTo>
                        <a:pt x="119729" y="96012"/>
                        <a:pt x="120301" y="94964"/>
                        <a:pt x="121539" y="94583"/>
                      </a:cubicBezTo>
                      <a:cubicBezTo>
                        <a:pt x="122015" y="94583"/>
                        <a:pt x="123539" y="94774"/>
                        <a:pt x="125920" y="95060"/>
                      </a:cubicBezTo>
                      <a:cubicBezTo>
                        <a:pt x="127825" y="95345"/>
                        <a:pt x="129254" y="95345"/>
                        <a:pt x="130111" y="94774"/>
                      </a:cubicBezTo>
                      <a:cubicBezTo>
                        <a:pt x="131635" y="96298"/>
                        <a:pt x="132302" y="97727"/>
                        <a:pt x="132207" y="99155"/>
                      </a:cubicBezTo>
                      <a:close/>
                      <a:moveTo>
                        <a:pt x="154114" y="85058"/>
                      </a:moveTo>
                      <a:cubicBezTo>
                        <a:pt x="152781" y="84391"/>
                        <a:pt x="151352" y="84011"/>
                        <a:pt x="150019" y="84011"/>
                      </a:cubicBezTo>
                      <a:cubicBezTo>
                        <a:pt x="149161" y="84011"/>
                        <a:pt x="147828" y="84296"/>
                        <a:pt x="145923" y="84677"/>
                      </a:cubicBezTo>
                      <a:cubicBezTo>
                        <a:pt x="144018" y="85154"/>
                        <a:pt x="142399" y="85249"/>
                        <a:pt x="140970" y="85058"/>
                      </a:cubicBezTo>
                      <a:lnTo>
                        <a:pt x="147256" y="89154"/>
                      </a:lnTo>
                      <a:lnTo>
                        <a:pt x="148018" y="85058"/>
                      </a:lnTo>
                      <a:cubicBezTo>
                        <a:pt x="148018" y="85058"/>
                        <a:pt x="150495" y="85725"/>
                        <a:pt x="154210" y="87154"/>
                      </a:cubicBezTo>
                      <a:lnTo>
                        <a:pt x="154210" y="85058"/>
                      </a:lnTo>
                      <a:close/>
                      <a:moveTo>
                        <a:pt x="147923" y="150019"/>
                      </a:moveTo>
                      <a:cubicBezTo>
                        <a:pt x="147923" y="150019"/>
                        <a:pt x="148495" y="149638"/>
                        <a:pt x="148495" y="149447"/>
                      </a:cubicBezTo>
                      <a:cubicBezTo>
                        <a:pt x="148495" y="149257"/>
                        <a:pt x="148114" y="148971"/>
                        <a:pt x="147161" y="148590"/>
                      </a:cubicBezTo>
                      <a:cubicBezTo>
                        <a:pt x="146304" y="148114"/>
                        <a:pt x="145923" y="147828"/>
                        <a:pt x="145923" y="147447"/>
                      </a:cubicBezTo>
                      <a:cubicBezTo>
                        <a:pt x="145923" y="147066"/>
                        <a:pt x="146304" y="146590"/>
                        <a:pt x="147161" y="146113"/>
                      </a:cubicBezTo>
                      <a:cubicBezTo>
                        <a:pt x="146209" y="145828"/>
                        <a:pt x="145066" y="145923"/>
                        <a:pt x="144018" y="146495"/>
                      </a:cubicBezTo>
                      <a:cubicBezTo>
                        <a:pt x="142494" y="147542"/>
                        <a:pt x="141637" y="148019"/>
                        <a:pt x="141446" y="148019"/>
                      </a:cubicBezTo>
                      <a:cubicBezTo>
                        <a:pt x="141922" y="148019"/>
                        <a:pt x="144113" y="148780"/>
                        <a:pt x="147923" y="150114"/>
                      </a:cubicBezTo>
                      <a:close/>
                      <a:moveTo>
                        <a:pt x="154972" y="97250"/>
                      </a:moveTo>
                      <a:lnTo>
                        <a:pt x="158115" y="97250"/>
                      </a:lnTo>
                      <a:cubicBezTo>
                        <a:pt x="156591" y="96203"/>
                        <a:pt x="155543" y="96107"/>
                        <a:pt x="154972" y="96964"/>
                      </a:cubicBezTo>
                      <a:cubicBezTo>
                        <a:pt x="153067" y="96488"/>
                        <a:pt x="150400" y="95726"/>
                        <a:pt x="146971" y="94679"/>
                      </a:cubicBezTo>
                      <a:cubicBezTo>
                        <a:pt x="146590" y="93440"/>
                        <a:pt x="145732" y="92773"/>
                        <a:pt x="144113" y="92773"/>
                      </a:cubicBezTo>
                      <a:cubicBezTo>
                        <a:pt x="144875" y="93154"/>
                        <a:pt x="145732" y="93726"/>
                        <a:pt x="146971" y="94679"/>
                      </a:cubicBezTo>
                      <a:cubicBezTo>
                        <a:pt x="147161" y="95345"/>
                        <a:pt x="147256" y="96203"/>
                        <a:pt x="147256" y="97250"/>
                      </a:cubicBezTo>
                      <a:cubicBezTo>
                        <a:pt x="147066" y="98679"/>
                        <a:pt x="147066" y="99441"/>
                        <a:pt x="147256" y="99536"/>
                      </a:cubicBezTo>
                      <a:cubicBezTo>
                        <a:pt x="147256" y="100108"/>
                        <a:pt x="147542" y="100203"/>
                        <a:pt x="148018" y="100108"/>
                      </a:cubicBezTo>
                      <a:lnTo>
                        <a:pt x="150876" y="97250"/>
                      </a:lnTo>
                      <a:lnTo>
                        <a:pt x="152209" y="98012"/>
                      </a:lnTo>
                      <a:cubicBezTo>
                        <a:pt x="152400" y="98679"/>
                        <a:pt x="152209" y="99346"/>
                        <a:pt x="151733" y="100203"/>
                      </a:cubicBezTo>
                      <a:cubicBezTo>
                        <a:pt x="151257" y="101060"/>
                        <a:pt x="150971" y="101632"/>
                        <a:pt x="150971" y="102108"/>
                      </a:cubicBezTo>
                      <a:cubicBezTo>
                        <a:pt x="152495" y="102489"/>
                        <a:pt x="153543" y="102108"/>
                        <a:pt x="153924" y="100679"/>
                      </a:cubicBezTo>
                      <a:cubicBezTo>
                        <a:pt x="154400" y="99346"/>
                        <a:pt x="154781" y="98107"/>
                        <a:pt x="155067" y="96869"/>
                      </a:cubicBezTo>
                      <a:lnTo>
                        <a:pt x="155067" y="97155"/>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 name="Google Shape;862;p99"/>
                <p:cNvSpPr/>
                <p:nvPr/>
              </p:nvSpPr>
              <p:spPr>
                <a:xfrm>
                  <a:off x="3752563" y="4075080"/>
                  <a:ext cx="216788" cy="211359"/>
                </a:xfrm>
                <a:custGeom>
                  <a:avLst/>
                  <a:gdLst/>
                  <a:ahLst/>
                  <a:cxnLst/>
                  <a:rect l="l" t="t" r="r" b="b"/>
                  <a:pathLst>
                    <a:path w="216788" h="211359" extrusionOk="0">
                      <a:moveTo>
                        <a:pt x="2000" y="112681"/>
                      </a:moveTo>
                      <a:cubicBezTo>
                        <a:pt x="2000" y="112681"/>
                        <a:pt x="2381" y="113252"/>
                        <a:pt x="3143" y="113919"/>
                      </a:cubicBezTo>
                      <a:cubicBezTo>
                        <a:pt x="3905" y="114491"/>
                        <a:pt x="4286" y="115062"/>
                        <a:pt x="4096" y="115538"/>
                      </a:cubicBezTo>
                      <a:lnTo>
                        <a:pt x="0" y="115538"/>
                      </a:lnTo>
                      <a:lnTo>
                        <a:pt x="2000" y="112681"/>
                      </a:lnTo>
                      <a:close/>
                      <a:moveTo>
                        <a:pt x="0" y="127730"/>
                      </a:moveTo>
                      <a:cubicBezTo>
                        <a:pt x="857" y="129064"/>
                        <a:pt x="2000" y="130112"/>
                        <a:pt x="3524" y="130588"/>
                      </a:cubicBezTo>
                      <a:lnTo>
                        <a:pt x="0" y="130588"/>
                      </a:lnTo>
                      <a:lnTo>
                        <a:pt x="0" y="127730"/>
                      </a:lnTo>
                      <a:close/>
                      <a:moveTo>
                        <a:pt x="762" y="141732"/>
                      </a:moveTo>
                      <a:lnTo>
                        <a:pt x="0" y="138589"/>
                      </a:lnTo>
                      <a:cubicBezTo>
                        <a:pt x="857" y="138779"/>
                        <a:pt x="2191" y="139446"/>
                        <a:pt x="4096" y="140684"/>
                      </a:cubicBezTo>
                      <a:lnTo>
                        <a:pt x="762" y="141732"/>
                      </a:lnTo>
                      <a:close/>
                      <a:moveTo>
                        <a:pt x="6953" y="130588"/>
                      </a:moveTo>
                      <a:cubicBezTo>
                        <a:pt x="5715" y="130778"/>
                        <a:pt x="4572" y="130778"/>
                        <a:pt x="3524" y="130588"/>
                      </a:cubicBezTo>
                      <a:lnTo>
                        <a:pt x="6953" y="130588"/>
                      </a:lnTo>
                      <a:close/>
                      <a:moveTo>
                        <a:pt x="4858" y="146876"/>
                      </a:moveTo>
                      <a:cubicBezTo>
                        <a:pt x="5334" y="146685"/>
                        <a:pt x="6287" y="147257"/>
                        <a:pt x="7715" y="148495"/>
                      </a:cubicBezTo>
                      <a:lnTo>
                        <a:pt x="7715" y="149733"/>
                      </a:lnTo>
                      <a:lnTo>
                        <a:pt x="4858" y="149733"/>
                      </a:lnTo>
                      <a:lnTo>
                        <a:pt x="4858" y="146876"/>
                      </a:lnTo>
                      <a:close/>
                      <a:moveTo>
                        <a:pt x="11906" y="109919"/>
                      </a:moveTo>
                      <a:cubicBezTo>
                        <a:pt x="12383" y="110585"/>
                        <a:pt x="12763" y="111728"/>
                        <a:pt x="12954" y="113538"/>
                      </a:cubicBezTo>
                      <a:cubicBezTo>
                        <a:pt x="11049" y="113538"/>
                        <a:pt x="10001" y="113252"/>
                        <a:pt x="9811" y="112681"/>
                      </a:cubicBezTo>
                      <a:lnTo>
                        <a:pt x="11906" y="109919"/>
                      </a:lnTo>
                      <a:close/>
                      <a:moveTo>
                        <a:pt x="9811" y="177641"/>
                      </a:moveTo>
                      <a:cubicBezTo>
                        <a:pt x="10001" y="177070"/>
                        <a:pt x="10954" y="176879"/>
                        <a:pt x="12954" y="176879"/>
                      </a:cubicBezTo>
                      <a:lnTo>
                        <a:pt x="12954" y="178499"/>
                      </a:lnTo>
                      <a:lnTo>
                        <a:pt x="9811" y="177737"/>
                      </a:lnTo>
                      <a:close/>
                      <a:moveTo>
                        <a:pt x="21908" y="143447"/>
                      </a:moveTo>
                      <a:cubicBezTo>
                        <a:pt x="23146" y="142970"/>
                        <a:pt x="24289" y="142494"/>
                        <a:pt x="25241" y="142113"/>
                      </a:cubicBezTo>
                      <a:cubicBezTo>
                        <a:pt x="26765" y="141637"/>
                        <a:pt x="28004" y="141827"/>
                        <a:pt x="28861" y="142685"/>
                      </a:cubicBezTo>
                      <a:lnTo>
                        <a:pt x="21812" y="143447"/>
                      </a:lnTo>
                      <a:close/>
                      <a:moveTo>
                        <a:pt x="26860" y="117539"/>
                      </a:moveTo>
                      <a:cubicBezTo>
                        <a:pt x="24575" y="112204"/>
                        <a:pt x="25337" y="108585"/>
                        <a:pt x="28956" y="106680"/>
                      </a:cubicBezTo>
                      <a:lnTo>
                        <a:pt x="30004" y="107728"/>
                      </a:lnTo>
                      <a:cubicBezTo>
                        <a:pt x="27908" y="107728"/>
                        <a:pt x="26765" y="108966"/>
                        <a:pt x="26575" y="111347"/>
                      </a:cubicBezTo>
                      <a:cubicBezTo>
                        <a:pt x="26765" y="113443"/>
                        <a:pt x="26860" y="115538"/>
                        <a:pt x="26860" y="117539"/>
                      </a:cubicBezTo>
                      <a:close/>
                      <a:moveTo>
                        <a:pt x="51911" y="130493"/>
                      </a:moveTo>
                      <a:cubicBezTo>
                        <a:pt x="51245" y="130683"/>
                        <a:pt x="50483" y="130302"/>
                        <a:pt x="49721" y="129445"/>
                      </a:cubicBezTo>
                      <a:cubicBezTo>
                        <a:pt x="48958" y="128588"/>
                        <a:pt x="48292" y="128111"/>
                        <a:pt x="47816" y="128111"/>
                      </a:cubicBezTo>
                      <a:cubicBezTo>
                        <a:pt x="47625" y="128111"/>
                        <a:pt x="47434" y="128111"/>
                        <a:pt x="47054" y="128397"/>
                      </a:cubicBezTo>
                      <a:cubicBezTo>
                        <a:pt x="49816" y="126302"/>
                        <a:pt x="52197" y="126016"/>
                        <a:pt x="54007" y="127635"/>
                      </a:cubicBezTo>
                      <a:cubicBezTo>
                        <a:pt x="54197" y="128302"/>
                        <a:pt x="54007" y="128873"/>
                        <a:pt x="53530" y="129350"/>
                      </a:cubicBezTo>
                      <a:cubicBezTo>
                        <a:pt x="53054" y="129731"/>
                        <a:pt x="52483" y="130112"/>
                        <a:pt x="52006" y="130493"/>
                      </a:cubicBezTo>
                      <a:close/>
                      <a:moveTo>
                        <a:pt x="49911" y="76676"/>
                      </a:moveTo>
                      <a:lnTo>
                        <a:pt x="49911" y="79724"/>
                      </a:lnTo>
                      <a:lnTo>
                        <a:pt x="49149" y="76676"/>
                      </a:lnTo>
                      <a:lnTo>
                        <a:pt x="49911" y="76676"/>
                      </a:lnTo>
                      <a:close/>
                      <a:moveTo>
                        <a:pt x="51149" y="100489"/>
                      </a:moveTo>
                      <a:cubicBezTo>
                        <a:pt x="52388" y="100298"/>
                        <a:pt x="53340" y="100775"/>
                        <a:pt x="54007" y="101727"/>
                      </a:cubicBezTo>
                      <a:cubicBezTo>
                        <a:pt x="53721" y="102394"/>
                        <a:pt x="53054" y="102679"/>
                        <a:pt x="52197" y="102489"/>
                      </a:cubicBezTo>
                      <a:lnTo>
                        <a:pt x="49911" y="102489"/>
                      </a:lnTo>
                      <a:cubicBezTo>
                        <a:pt x="49721" y="101251"/>
                        <a:pt x="50101" y="100584"/>
                        <a:pt x="51149" y="100394"/>
                      </a:cubicBezTo>
                      <a:close/>
                      <a:moveTo>
                        <a:pt x="50578" y="155543"/>
                      </a:moveTo>
                      <a:lnTo>
                        <a:pt x="50578" y="154496"/>
                      </a:lnTo>
                      <a:lnTo>
                        <a:pt x="53912" y="154496"/>
                      </a:lnTo>
                      <a:lnTo>
                        <a:pt x="50578" y="155543"/>
                      </a:lnTo>
                      <a:close/>
                      <a:moveTo>
                        <a:pt x="51911" y="141637"/>
                      </a:moveTo>
                      <a:lnTo>
                        <a:pt x="51911" y="138494"/>
                      </a:lnTo>
                      <a:lnTo>
                        <a:pt x="54769" y="141637"/>
                      </a:lnTo>
                      <a:lnTo>
                        <a:pt x="51911" y="141637"/>
                      </a:lnTo>
                      <a:close/>
                      <a:moveTo>
                        <a:pt x="54007" y="122492"/>
                      </a:moveTo>
                      <a:cubicBezTo>
                        <a:pt x="55626" y="122492"/>
                        <a:pt x="56483" y="122873"/>
                        <a:pt x="56864" y="123539"/>
                      </a:cubicBezTo>
                      <a:lnTo>
                        <a:pt x="54007" y="125540"/>
                      </a:lnTo>
                      <a:lnTo>
                        <a:pt x="54007" y="122492"/>
                      </a:lnTo>
                      <a:close/>
                      <a:moveTo>
                        <a:pt x="56864" y="113443"/>
                      </a:moveTo>
                      <a:cubicBezTo>
                        <a:pt x="58293" y="116205"/>
                        <a:pt x="58483" y="117824"/>
                        <a:pt x="57626" y="118396"/>
                      </a:cubicBezTo>
                      <a:lnTo>
                        <a:pt x="56864" y="118396"/>
                      </a:lnTo>
                      <a:lnTo>
                        <a:pt x="56864" y="113443"/>
                      </a:lnTo>
                      <a:close/>
                      <a:moveTo>
                        <a:pt x="57626" y="170593"/>
                      </a:moveTo>
                      <a:cubicBezTo>
                        <a:pt x="61436" y="171450"/>
                        <a:pt x="63532" y="170402"/>
                        <a:pt x="63817" y="167545"/>
                      </a:cubicBezTo>
                      <a:cubicBezTo>
                        <a:pt x="64008" y="168402"/>
                        <a:pt x="63341" y="169831"/>
                        <a:pt x="61817" y="172022"/>
                      </a:cubicBezTo>
                      <a:cubicBezTo>
                        <a:pt x="60770" y="172212"/>
                        <a:pt x="59436" y="171736"/>
                        <a:pt x="57626" y="170688"/>
                      </a:cubicBezTo>
                      <a:close/>
                      <a:moveTo>
                        <a:pt x="58960" y="108585"/>
                      </a:moveTo>
                      <a:cubicBezTo>
                        <a:pt x="60198" y="108204"/>
                        <a:pt x="61817" y="108585"/>
                        <a:pt x="63817" y="109919"/>
                      </a:cubicBezTo>
                      <a:lnTo>
                        <a:pt x="58960" y="109919"/>
                      </a:lnTo>
                      <a:lnTo>
                        <a:pt x="58960" y="108585"/>
                      </a:lnTo>
                      <a:close/>
                      <a:moveTo>
                        <a:pt x="63341" y="117062"/>
                      </a:moveTo>
                      <a:cubicBezTo>
                        <a:pt x="62865" y="116586"/>
                        <a:pt x="62675" y="116110"/>
                        <a:pt x="62865" y="115538"/>
                      </a:cubicBezTo>
                      <a:lnTo>
                        <a:pt x="63341" y="117062"/>
                      </a:lnTo>
                      <a:close/>
                      <a:moveTo>
                        <a:pt x="63341" y="117062"/>
                      </a:moveTo>
                      <a:lnTo>
                        <a:pt x="66008" y="120206"/>
                      </a:lnTo>
                      <a:cubicBezTo>
                        <a:pt x="66008" y="120777"/>
                        <a:pt x="65627" y="121253"/>
                        <a:pt x="64960" y="121729"/>
                      </a:cubicBezTo>
                      <a:lnTo>
                        <a:pt x="63341" y="117062"/>
                      </a:lnTo>
                      <a:close/>
                      <a:moveTo>
                        <a:pt x="181928" y="168593"/>
                      </a:moveTo>
                      <a:cubicBezTo>
                        <a:pt x="183261" y="168974"/>
                        <a:pt x="184880" y="169164"/>
                        <a:pt x="186785" y="169164"/>
                      </a:cubicBezTo>
                      <a:cubicBezTo>
                        <a:pt x="188119" y="169164"/>
                        <a:pt x="190500" y="169069"/>
                        <a:pt x="193643" y="168783"/>
                      </a:cubicBezTo>
                      <a:cubicBezTo>
                        <a:pt x="196787" y="168497"/>
                        <a:pt x="199168" y="168402"/>
                        <a:pt x="200787" y="168402"/>
                      </a:cubicBezTo>
                      <a:cubicBezTo>
                        <a:pt x="208693" y="168402"/>
                        <a:pt x="214122" y="170783"/>
                        <a:pt x="216789" y="175641"/>
                      </a:cubicBezTo>
                      <a:cubicBezTo>
                        <a:pt x="216503" y="181737"/>
                        <a:pt x="216122" y="187643"/>
                        <a:pt x="215741" y="193548"/>
                      </a:cubicBezTo>
                      <a:cubicBezTo>
                        <a:pt x="215075" y="200692"/>
                        <a:pt x="213074" y="206026"/>
                        <a:pt x="209836" y="209836"/>
                      </a:cubicBezTo>
                      <a:cubicBezTo>
                        <a:pt x="208407" y="210788"/>
                        <a:pt x="207074" y="211360"/>
                        <a:pt x="205645" y="211360"/>
                      </a:cubicBezTo>
                      <a:cubicBezTo>
                        <a:pt x="204216" y="211360"/>
                        <a:pt x="202406" y="210788"/>
                        <a:pt x="200025" y="209550"/>
                      </a:cubicBezTo>
                      <a:cubicBezTo>
                        <a:pt x="197739" y="208312"/>
                        <a:pt x="195929" y="207741"/>
                        <a:pt x="194500" y="207741"/>
                      </a:cubicBezTo>
                      <a:cubicBezTo>
                        <a:pt x="192881" y="207741"/>
                        <a:pt x="191357" y="208407"/>
                        <a:pt x="189833" y="209836"/>
                      </a:cubicBezTo>
                      <a:cubicBezTo>
                        <a:pt x="183451" y="210503"/>
                        <a:pt x="174974" y="210598"/>
                        <a:pt x="164592" y="210122"/>
                      </a:cubicBezTo>
                      <a:cubicBezTo>
                        <a:pt x="154114" y="209645"/>
                        <a:pt x="145923" y="209741"/>
                        <a:pt x="139922" y="210598"/>
                      </a:cubicBezTo>
                      <a:lnTo>
                        <a:pt x="139922" y="210122"/>
                      </a:lnTo>
                      <a:cubicBezTo>
                        <a:pt x="132969" y="209741"/>
                        <a:pt x="123063" y="209931"/>
                        <a:pt x="109918" y="210598"/>
                      </a:cubicBezTo>
                      <a:cubicBezTo>
                        <a:pt x="105442" y="209645"/>
                        <a:pt x="99441" y="209455"/>
                        <a:pt x="91821" y="210122"/>
                      </a:cubicBezTo>
                      <a:lnTo>
                        <a:pt x="70580" y="210122"/>
                      </a:lnTo>
                      <a:lnTo>
                        <a:pt x="70580" y="150686"/>
                      </a:lnTo>
                      <a:lnTo>
                        <a:pt x="74009" y="148590"/>
                      </a:lnTo>
                      <a:lnTo>
                        <a:pt x="66961" y="147828"/>
                      </a:lnTo>
                      <a:cubicBezTo>
                        <a:pt x="69437" y="146590"/>
                        <a:pt x="70580" y="144590"/>
                        <a:pt x="70580" y="141827"/>
                      </a:cubicBezTo>
                      <a:cubicBezTo>
                        <a:pt x="70580" y="141066"/>
                        <a:pt x="70390" y="139541"/>
                        <a:pt x="70104" y="137541"/>
                      </a:cubicBezTo>
                      <a:cubicBezTo>
                        <a:pt x="69818" y="135541"/>
                        <a:pt x="69533" y="134112"/>
                        <a:pt x="69533" y="133255"/>
                      </a:cubicBezTo>
                      <a:cubicBezTo>
                        <a:pt x="69533" y="132207"/>
                        <a:pt x="69628" y="131350"/>
                        <a:pt x="69818" y="130683"/>
                      </a:cubicBezTo>
                      <a:lnTo>
                        <a:pt x="66961" y="130683"/>
                      </a:lnTo>
                      <a:cubicBezTo>
                        <a:pt x="68485" y="130207"/>
                        <a:pt x="70390" y="128492"/>
                        <a:pt x="72676" y="125730"/>
                      </a:cubicBezTo>
                      <a:cubicBezTo>
                        <a:pt x="70199" y="123825"/>
                        <a:pt x="69056" y="121349"/>
                        <a:pt x="69056" y="118205"/>
                      </a:cubicBezTo>
                      <a:cubicBezTo>
                        <a:pt x="69056" y="116491"/>
                        <a:pt x="69628" y="113824"/>
                        <a:pt x="70866" y="110014"/>
                      </a:cubicBezTo>
                      <a:cubicBezTo>
                        <a:pt x="72104" y="106204"/>
                        <a:pt x="72676" y="103537"/>
                        <a:pt x="72676" y="101918"/>
                      </a:cubicBezTo>
                      <a:cubicBezTo>
                        <a:pt x="73247" y="101918"/>
                        <a:pt x="73438" y="102394"/>
                        <a:pt x="73533" y="103346"/>
                      </a:cubicBezTo>
                      <a:cubicBezTo>
                        <a:pt x="73533" y="104299"/>
                        <a:pt x="73724" y="104775"/>
                        <a:pt x="74009" y="104775"/>
                      </a:cubicBezTo>
                      <a:cubicBezTo>
                        <a:pt x="74581" y="104775"/>
                        <a:pt x="75057" y="104299"/>
                        <a:pt x="75819" y="103442"/>
                      </a:cubicBezTo>
                      <a:lnTo>
                        <a:pt x="79915" y="110681"/>
                      </a:lnTo>
                      <a:cubicBezTo>
                        <a:pt x="81058" y="108395"/>
                        <a:pt x="81343" y="104775"/>
                        <a:pt x="80677" y="99822"/>
                      </a:cubicBezTo>
                      <a:cubicBezTo>
                        <a:pt x="79820" y="98870"/>
                        <a:pt x="78486" y="98584"/>
                        <a:pt x="76581" y="98584"/>
                      </a:cubicBezTo>
                      <a:lnTo>
                        <a:pt x="72962" y="98584"/>
                      </a:lnTo>
                      <a:cubicBezTo>
                        <a:pt x="72962" y="97536"/>
                        <a:pt x="72580" y="97060"/>
                        <a:pt x="71914" y="97060"/>
                      </a:cubicBezTo>
                      <a:lnTo>
                        <a:pt x="77914" y="95726"/>
                      </a:lnTo>
                      <a:cubicBezTo>
                        <a:pt x="74771" y="94488"/>
                        <a:pt x="72866" y="92297"/>
                        <a:pt x="72200" y="89249"/>
                      </a:cubicBezTo>
                      <a:cubicBezTo>
                        <a:pt x="72200" y="86487"/>
                        <a:pt x="72200" y="83725"/>
                        <a:pt x="71914" y="80772"/>
                      </a:cubicBezTo>
                      <a:lnTo>
                        <a:pt x="74009" y="78677"/>
                      </a:lnTo>
                      <a:lnTo>
                        <a:pt x="69056" y="72009"/>
                      </a:lnTo>
                      <a:cubicBezTo>
                        <a:pt x="71056" y="62198"/>
                        <a:pt x="72104" y="56864"/>
                        <a:pt x="72104" y="56007"/>
                      </a:cubicBezTo>
                      <a:cubicBezTo>
                        <a:pt x="72104" y="52673"/>
                        <a:pt x="71342" y="50102"/>
                        <a:pt x="69818" y="48006"/>
                      </a:cubicBezTo>
                      <a:cubicBezTo>
                        <a:pt x="70009" y="47339"/>
                        <a:pt x="70390" y="39434"/>
                        <a:pt x="71152" y="24289"/>
                      </a:cubicBezTo>
                      <a:cubicBezTo>
                        <a:pt x="71628" y="14859"/>
                        <a:pt x="73628" y="7811"/>
                        <a:pt x="77057" y="3143"/>
                      </a:cubicBezTo>
                      <a:cubicBezTo>
                        <a:pt x="76200" y="3143"/>
                        <a:pt x="80867" y="3143"/>
                        <a:pt x="90868" y="3143"/>
                      </a:cubicBezTo>
                      <a:cubicBezTo>
                        <a:pt x="96298" y="3334"/>
                        <a:pt x="100584" y="2286"/>
                        <a:pt x="103727" y="0"/>
                      </a:cubicBezTo>
                      <a:cubicBezTo>
                        <a:pt x="108585" y="5525"/>
                        <a:pt x="110871" y="14573"/>
                        <a:pt x="110871" y="27146"/>
                      </a:cubicBezTo>
                      <a:lnTo>
                        <a:pt x="110871" y="47625"/>
                      </a:lnTo>
                      <a:cubicBezTo>
                        <a:pt x="110871" y="53340"/>
                        <a:pt x="111252" y="58103"/>
                        <a:pt x="111919" y="61817"/>
                      </a:cubicBezTo>
                      <a:cubicBezTo>
                        <a:pt x="110585" y="62675"/>
                        <a:pt x="109918" y="64008"/>
                        <a:pt x="109918" y="65913"/>
                      </a:cubicBezTo>
                      <a:cubicBezTo>
                        <a:pt x="109918" y="66770"/>
                        <a:pt x="110109" y="68104"/>
                        <a:pt x="110395" y="69818"/>
                      </a:cubicBezTo>
                      <a:cubicBezTo>
                        <a:pt x="110776" y="71533"/>
                        <a:pt x="110871" y="72676"/>
                        <a:pt x="110871" y="73438"/>
                      </a:cubicBezTo>
                      <a:cubicBezTo>
                        <a:pt x="110871" y="74295"/>
                        <a:pt x="110871" y="75057"/>
                        <a:pt x="110585" y="75533"/>
                      </a:cubicBezTo>
                      <a:lnTo>
                        <a:pt x="109823" y="74771"/>
                      </a:lnTo>
                      <a:cubicBezTo>
                        <a:pt x="109823" y="75819"/>
                        <a:pt x="110109" y="77724"/>
                        <a:pt x="110680" y="80486"/>
                      </a:cubicBezTo>
                      <a:cubicBezTo>
                        <a:pt x="111347" y="83249"/>
                        <a:pt x="111633" y="85249"/>
                        <a:pt x="111633" y="86678"/>
                      </a:cubicBezTo>
                      <a:cubicBezTo>
                        <a:pt x="111633" y="88583"/>
                        <a:pt x="111347" y="90297"/>
                        <a:pt x="110871" y="91821"/>
                      </a:cubicBezTo>
                      <a:lnTo>
                        <a:pt x="112681" y="95726"/>
                      </a:lnTo>
                      <a:lnTo>
                        <a:pt x="111824" y="95726"/>
                      </a:lnTo>
                      <a:cubicBezTo>
                        <a:pt x="111157" y="96869"/>
                        <a:pt x="110776" y="99917"/>
                        <a:pt x="110776" y="104775"/>
                      </a:cubicBezTo>
                      <a:cubicBezTo>
                        <a:pt x="110776" y="108585"/>
                        <a:pt x="109728" y="111252"/>
                        <a:pt x="107728" y="112681"/>
                      </a:cubicBezTo>
                      <a:cubicBezTo>
                        <a:pt x="108109" y="113252"/>
                        <a:pt x="109061" y="113538"/>
                        <a:pt x="110776" y="113538"/>
                      </a:cubicBezTo>
                      <a:cubicBezTo>
                        <a:pt x="111824" y="133350"/>
                        <a:pt x="111824" y="149543"/>
                        <a:pt x="110776" y="161925"/>
                      </a:cubicBezTo>
                      <a:cubicBezTo>
                        <a:pt x="110680" y="161068"/>
                        <a:pt x="110014" y="160592"/>
                        <a:pt x="109156" y="160592"/>
                      </a:cubicBezTo>
                      <a:lnTo>
                        <a:pt x="106680" y="160592"/>
                      </a:lnTo>
                      <a:cubicBezTo>
                        <a:pt x="107061" y="161163"/>
                        <a:pt x="107156" y="161639"/>
                        <a:pt x="107156" y="162116"/>
                      </a:cubicBezTo>
                      <a:cubicBezTo>
                        <a:pt x="107156" y="162973"/>
                        <a:pt x="106680" y="164021"/>
                        <a:pt x="105632" y="165259"/>
                      </a:cubicBezTo>
                      <a:cubicBezTo>
                        <a:pt x="104584" y="166497"/>
                        <a:pt x="104013" y="167450"/>
                        <a:pt x="104013" y="168116"/>
                      </a:cubicBezTo>
                      <a:cubicBezTo>
                        <a:pt x="104013" y="168974"/>
                        <a:pt x="104394" y="169831"/>
                        <a:pt x="105346" y="170688"/>
                      </a:cubicBezTo>
                      <a:cubicBezTo>
                        <a:pt x="106489" y="167259"/>
                        <a:pt x="108204" y="165545"/>
                        <a:pt x="110490" y="165545"/>
                      </a:cubicBezTo>
                      <a:cubicBezTo>
                        <a:pt x="111919" y="165545"/>
                        <a:pt x="115253" y="167259"/>
                        <a:pt x="120587" y="170688"/>
                      </a:cubicBezTo>
                      <a:cubicBezTo>
                        <a:pt x="121063" y="170879"/>
                        <a:pt x="121729" y="170498"/>
                        <a:pt x="122587" y="169641"/>
                      </a:cubicBezTo>
                      <a:lnTo>
                        <a:pt x="122587" y="167545"/>
                      </a:lnTo>
                      <a:cubicBezTo>
                        <a:pt x="123444" y="168212"/>
                        <a:pt x="126111" y="168593"/>
                        <a:pt x="130397" y="168593"/>
                      </a:cubicBezTo>
                      <a:lnTo>
                        <a:pt x="129635" y="169641"/>
                      </a:lnTo>
                      <a:cubicBezTo>
                        <a:pt x="130683" y="170117"/>
                        <a:pt x="131731" y="170402"/>
                        <a:pt x="132779" y="170402"/>
                      </a:cubicBezTo>
                      <a:cubicBezTo>
                        <a:pt x="133826" y="170402"/>
                        <a:pt x="135255" y="169926"/>
                        <a:pt x="137160" y="168974"/>
                      </a:cubicBezTo>
                      <a:cubicBezTo>
                        <a:pt x="139065" y="168021"/>
                        <a:pt x="140399" y="167545"/>
                        <a:pt x="141256" y="167545"/>
                      </a:cubicBezTo>
                      <a:cubicBezTo>
                        <a:pt x="142589" y="167545"/>
                        <a:pt x="144018" y="168212"/>
                        <a:pt x="145351" y="169641"/>
                      </a:cubicBezTo>
                      <a:cubicBezTo>
                        <a:pt x="148876" y="168307"/>
                        <a:pt x="152591" y="167545"/>
                        <a:pt x="156686" y="167545"/>
                      </a:cubicBezTo>
                      <a:cubicBezTo>
                        <a:pt x="158782" y="167545"/>
                        <a:pt x="161925" y="167831"/>
                        <a:pt x="166021" y="168307"/>
                      </a:cubicBezTo>
                      <a:cubicBezTo>
                        <a:pt x="170117" y="168783"/>
                        <a:pt x="173355" y="169069"/>
                        <a:pt x="175546" y="169069"/>
                      </a:cubicBezTo>
                      <a:cubicBezTo>
                        <a:pt x="177641" y="169069"/>
                        <a:pt x="179546" y="168878"/>
                        <a:pt x="181546" y="168497"/>
                      </a:cubicBezTo>
                      <a:close/>
                      <a:moveTo>
                        <a:pt x="69913" y="89726"/>
                      </a:moveTo>
                      <a:lnTo>
                        <a:pt x="69913" y="91821"/>
                      </a:lnTo>
                      <a:lnTo>
                        <a:pt x="67056" y="88678"/>
                      </a:lnTo>
                      <a:cubicBezTo>
                        <a:pt x="67723" y="88678"/>
                        <a:pt x="68675" y="89059"/>
                        <a:pt x="69913" y="89726"/>
                      </a:cubicBezTo>
                      <a:close/>
                      <a:moveTo>
                        <a:pt x="73057" y="98584"/>
                      </a:moveTo>
                      <a:cubicBezTo>
                        <a:pt x="72866" y="99060"/>
                        <a:pt x="72866" y="99060"/>
                        <a:pt x="72866" y="98584"/>
                      </a:cubicBezTo>
                      <a:lnTo>
                        <a:pt x="73057" y="98584"/>
                      </a:lnTo>
                      <a:close/>
                      <a:moveTo>
                        <a:pt x="76009" y="156782"/>
                      </a:moveTo>
                      <a:lnTo>
                        <a:pt x="74200" y="154781"/>
                      </a:lnTo>
                      <a:lnTo>
                        <a:pt x="77248" y="151924"/>
                      </a:lnTo>
                      <a:lnTo>
                        <a:pt x="74867" y="151924"/>
                      </a:lnTo>
                      <a:lnTo>
                        <a:pt x="76009" y="148590"/>
                      </a:lnTo>
                      <a:lnTo>
                        <a:pt x="72866" y="153734"/>
                      </a:lnTo>
                      <a:lnTo>
                        <a:pt x="73914" y="156020"/>
                      </a:lnTo>
                      <a:cubicBezTo>
                        <a:pt x="74200" y="156877"/>
                        <a:pt x="74962" y="157163"/>
                        <a:pt x="76009" y="156782"/>
                      </a:cubicBezTo>
                      <a:close/>
                      <a:moveTo>
                        <a:pt x="82963" y="161925"/>
                      </a:moveTo>
                      <a:lnTo>
                        <a:pt x="87154" y="160592"/>
                      </a:lnTo>
                      <a:lnTo>
                        <a:pt x="84296" y="160592"/>
                      </a:lnTo>
                      <a:lnTo>
                        <a:pt x="82963" y="161925"/>
                      </a:lnTo>
                      <a:close/>
                      <a:moveTo>
                        <a:pt x="95917" y="108680"/>
                      </a:moveTo>
                      <a:lnTo>
                        <a:pt x="99250" y="106871"/>
                      </a:lnTo>
                      <a:lnTo>
                        <a:pt x="97155" y="106871"/>
                      </a:lnTo>
                      <a:lnTo>
                        <a:pt x="95917" y="108680"/>
                      </a:lnTo>
                      <a:close/>
                      <a:moveTo>
                        <a:pt x="99250" y="74771"/>
                      </a:moveTo>
                      <a:lnTo>
                        <a:pt x="100013" y="71914"/>
                      </a:lnTo>
                      <a:lnTo>
                        <a:pt x="97155" y="70580"/>
                      </a:lnTo>
                      <a:lnTo>
                        <a:pt x="99250" y="74771"/>
                      </a:lnTo>
                      <a:close/>
                      <a:moveTo>
                        <a:pt x="134969" y="49149"/>
                      </a:moveTo>
                      <a:lnTo>
                        <a:pt x="134969" y="52769"/>
                      </a:lnTo>
                      <a:lnTo>
                        <a:pt x="134207" y="52769"/>
                      </a:lnTo>
                      <a:lnTo>
                        <a:pt x="134207" y="49149"/>
                      </a:lnTo>
                      <a:lnTo>
                        <a:pt x="134969" y="49149"/>
                      </a:lnTo>
                      <a:close/>
                      <a:moveTo>
                        <a:pt x="183833" y="177737"/>
                      </a:moveTo>
                      <a:lnTo>
                        <a:pt x="183833" y="174975"/>
                      </a:lnTo>
                      <a:lnTo>
                        <a:pt x="182785" y="172879"/>
                      </a:lnTo>
                      <a:lnTo>
                        <a:pt x="183833" y="177832"/>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 name="Google Shape;863;p99"/>
                <p:cNvSpPr/>
                <p:nvPr/>
              </p:nvSpPr>
              <p:spPr>
                <a:xfrm>
                  <a:off x="3914774" y="4075938"/>
                  <a:ext cx="204311" cy="220313"/>
                </a:xfrm>
                <a:custGeom>
                  <a:avLst/>
                  <a:gdLst/>
                  <a:ahLst/>
                  <a:cxnLst/>
                  <a:rect l="l" t="t" r="r" b="b"/>
                  <a:pathLst>
                    <a:path w="204311" h="220313" extrusionOk="0">
                      <a:moveTo>
                        <a:pt x="8192" y="186118"/>
                      </a:moveTo>
                      <a:cubicBezTo>
                        <a:pt x="9049" y="186976"/>
                        <a:pt x="9525" y="187738"/>
                        <a:pt x="9525" y="188500"/>
                      </a:cubicBezTo>
                      <a:cubicBezTo>
                        <a:pt x="9525" y="188881"/>
                        <a:pt x="9239" y="189452"/>
                        <a:pt x="8858" y="190405"/>
                      </a:cubicBezTo>
                      <a:cubicBezTo>
                        <a:pt x="8477" y="191357"/>
                        <a:pt x="8287" y="192214"/>
                        <a:pt x="8287" y="193167"/>
                      </a:cubicBezTo>
                      <a:lnTo>
                        <a:pt x="7239" y="190309"/>
                      </a:lnTo>
                      <a:lnTo>
                        <a:pt x="0" y="192309"/>
                      </a:lnTo>
                      <a:cubicBezTo>
                        <a:pt x="191" y="190405"/>
                        <a:pt x="1810" y="189452"/>
                        <a:pt x="4763" y="189357"/>
                      </a:cubicBezTo>
                      <a:cubicBezTo>
                        <a:pt x="7811" y="189357"/>
                        <a:pt x="8954" y="188214"/>
                        <a:pt x="8287" y="186118"/>
                      </a:cubicBezTo>
                      <a:close/>
                      <a:moveTo>
                        <a:pt x="1143" y="167259"/>
                      </a:moveTo>
                      <a:cubicBezTo>
                        <a:pt x="1143" y="165163"/>
                        <a:pt x="2000" y="164116"/>
                        <a:pt x="3715" y="164116"/>
                      </a:cubicBezTo>
                      <a:cubicBezTo>
                        <a:pt x="4286" y="164116"/>
                        <a:pt x="4667" y="164497"/>
                        <a:pt x="5048" y="165163"/>
                      </a:cubicBezTo>
                      <a:lnTo>
                        <a:pt x="1143" y="167259"/>
                      </a:lnTo>
                      <a:close/>
                      <a:moveTo>
                        <a:pt x="9144" y="145256"/>
                      </a:moveTo>
                      <a:lnTo>
                        <a:pt x="6001" y="145256"/>
                      </a:lnTo>
                      <a:lnTo>
                        <a:pt x="9906" y="142399"/>
                      </a:lnTo>
                      <a:lnTo>
                        <a:pt x="9144" y="145256"/>
                      </a:lnTo>
                      <a:close/>
                      <a:moveTo>
                        <a:pt x="8096" y="161068"/>
                      </a:moveTo>
                      <a:lnTo>
                        <a:pt x="9144" y="162401"/>
                      </a:lnTo>
                      <a:lnTo>
                        <a:pt x="9144" y="165259"/>
                      </a:lnTo>
                      <a:lnTo>
                        <a:pt x="8096" y="161163"/>
                      </a:lnTo>
                      <a:close/>
                      <a:moveTo>
                        <a:pt x="11144" y="150209"/>
                      </a:moveTo>
                      <a:cubicBezTo>
                        <a:pt x="11525" y="149352"/>
                        <a:pt x="12097" y="149161"/>
                        <a:pt x="12954" y="149638"/>
                      </a:cubicBezTo>
                      <a:cubicBezTo>
                        <a:pt x="13525" y="150209"/>
                        <a:pt x="14097" y="150685"/>
                        <a:pt x="14764" y="150971"/>
                      </a:cubicBezTo>
                      <a:cubicBezTo>
                        <a:pt x="14288" y="151543"/>
                        <a:pt x="13811" y="151733"/>
                        <a:pt x="13525" y="151733"/>
                      </a:cubicBezTo>
                      <a:cubicBezTo>
                        <a:pt x="12859" y="150685"/>
                        <a:pt x="12097" y="150209"/>
                        <a:pt x="11144" y="150209"/>
                      </a:cubicBezTo>
                      <a:close/>
                      <a:moveTo>
                        <a:pt x="11144" y="220313"/>
                      </a:moveTo>
                      <a:lnTo>
                        <a:pt x="11144" y="216217"/>
                      </a:lnTo>
                      <a:lnTo>
                        <a:pt x="13240" y="219075"/>
                      </a:lnTo>
                      <a:cubicBezTo>
                        <a:pt x="12097" y="219075"/>
                        <a:pt x="11335" y="219551"/>
                        <a:pt x="11144" y="220313"/>
                      </a:cubicBezTo>
                      <a:close/>
                      <a:moveTo>
                        <a:pt x="19907" y="127444"/>
                      </a:moveTo>
                      <a:lnTo>
                        <a:pt x="19907" y="132397"/>
                      </a:lnTo>
                      <a:lnTo>
                        <a:pt x="18859" y="132397"/>
                      </a:lnTo>
                      <a:lnTo>
                        <a:pt x="18859" y="127444"/>
                      </a:lnTo>
                      <a:lnTo>
                        <a:pt x="19907" y="127444"/>
                      </a:lnTo>
                      <a:close/>
                      <a:moveTo>
                        <a:pt x="23050" y="174022"/>
                      </a:moveTo>
                      <a:cubicBezTo>
                        <a:pt x="22860" y="174498"/>
                        <a:pt x="23241" y="175165"/>
                        <a:pt x="24098" y="176022"/>
                      </a:cubicBezTo>
                      <a:lnTo>
                        <a:pt x="18955" y="176022"/>
                      </a:lnTo>
                      <a:lnTo>
                        <a:pt x="18955" y="174022"/>
                      </a:lnTo>
                      <a:lnTo>
                        <a:pt x="23146" y="174022"/>
                      </a:lnTo>
                      <a:close/>
                      <a:moveTo>
                        <a:pt x="24860" y="165925"/>
                      </a:moveTo>
                      <a:cubicBezTo>
                        <a:pt x="25717" y="166402"/>
                        <a:pt x="25432" y="167926"/>
                        <a:pt x="24098" y="170307"/>
                      </a:cubicBezTo>
                      <a:cubicBezTo>
                        <a:pt x="23813" y="170497"/>
                        <a:pt x="23050" y="170021"/>
                        <a:pt x="22098" y="168973"/>
                      </a:cubicBezTo>
                      <a:cubicBezTo>
                        <a:pt x="22098" y="166973"/>
                        <a:pt x="23050" y="165925"/>
                        <a:pt x="24955" y="165925"/>
                      </a:cubicBezTo>
                      <a:close/>
                      <a:moveTo>
                        <a:pt x="28194" y="120205"/>
                      </a:moveTo>
                      <a:lnTo>
                        <a:pt x="28194" y="122206"/>
                      </a:lnTo>
                      <a:lnTo>
                        <a:pt x="24098" y="120205"/>
                      </a:lnTo>
                      <a:lnTo>
                        <a:pt x="28194" y="120205"/>
                      </a:lnTo>
                      <a:close/>
                      <a:moveTo>
                        <a:pt x="24860" y="163068"/>
                      </a:moveTo>
                      <a:lnTo>
                        <a:pt x="26194" y="162306"/>
                      </a:lnTo>
                      <a:lnTo>
                        <a:pt x="24098" y="160306"/>
                      </a:lnTo>
                      <a:cubicBezTo>
                        <a:pt x="24098" y="160306"/>
                        <a:pt x="25051" y="159639"/>
                        <a:pt x="26956" y="159067"/>
                      </a:cubicBezTo>
                      <a:cubicBezTo>
                        <a:pt x="26670" y="160020"/>
                        <a:pt x="26956" y="161449"/>
                        <a:pt x="28194" y="163163"/>
                      </a:cubicBezTo>
                      <a:lnTo>
                        <a:pt x="24860" y="163163"/>
                      </a:lnTo>
                      <a:close/>
                      <a:moveTo>
                        <a:pt x="28194" y="174022"/>
                      </a:moveTo>
                      <a:lnTo>
                        <a:pt x="29718" y="176022"/>
                      </a:lnTo>
                      <a:lnTo>
                        <a:pt x="26099" y="174022"/>
                      </a:lnTo>
                      <a:lnTo>
                        <a:pt x="28099" y="174022"/>
                      </a:lnTo>
                      <a:close/>
                      <a:moveTo>
                        <a:pt x="39910" y="148114"/>
                      </a:moveTo>
                      <a:lnTo>
                        <a:pt x="36004" y="148114"/>
                      </a:lnTo>
                      <a:lnTo>
                        <a:pt x="37052" y="152305"/>
                      </a:lnTo>
                      <a:cubicBezTo>
                        <a:pt x="36386" y="152305"/>
                        <a:pt x="35242" y="152019"/>
                        <a:pt x="33718" y="151257"/>
                      </a:cubicBezTo>
                      <a:cubicBezTo>
                        <a:pt x="32290" y="150590"/>
                        <a:pt x="31337" y="150209"/>
                        <a:pt x="30766" y="150209"/>
                      </a:cubicBezTo>
                      <a:cubicBezTo>
                        <a:pt x="29718" y="150209"/>
                        <a:pt x="28861" y="150876"/>
                        <a:pt x="28194" y="152305"/>
                      </a:cubicBezTo>
                      <a:cubicBezTo>
                        <a:pt x="27337" y="150400"/>
                        <a:pt x="26956" y="149161"/>
                        <a:pt x="26956" y="148685"/>
                      </a:cubicBezTo>
                      <a:cubicBezTo>
                        <a:pt x="27622" y="147542"/>
                        <a:pt x="28289" y="146304"/>
                        <a:pt x="28956" y="145256"/>
                      </a:cubicBezTo>
                      <a:lnTo>
                        <a:pt x="28956" y="146018"/>
                      </a:lnTo>
                      <a:lnTo>
                        <a:pt x="33909" y="146018"/>
                      </a:lnTo>
                      <a:cubicBezTo>
                        <a:pt x="33433" y="146018"/>
                        <a:pt x="32766" y="146494"/>
                        <a:pt x="31813" y="147256"/>
                      </a:cubicBezTo>
                      <a:cubicBezTo>
                        <a:pt x="31623" y="147828"/>
                        <a:pt x="31813" y="148304"/>
                        <a:pt x="32575" y="148876"/>
                      </a:cubicBezTo>
                      <a:cubicBezTo>
                        <a:pt x="33242" y="149352"/>
                        <a:pt x="33718" y="149828"/>
                        <a:pt x="33814" y="150209"/>
                      </a:cubicBezTo>
                      <a:cubicBezTo>
                        <a:pt x="34671" y="147447"/>
                        <a:pt x="35909" y="146018"/>
                        <a:pt x="37433" y="146018"/>
                      </a:cubicBezTo>
                      <a:cubicBezTo>
                        <a:pt x="37909" y="146018"/>
                        <a:pt x="38481" y="146494"/>
                        <a:pt x="38957" y="147256"/>
                      </a:cubicBezTo>
                      <a:lnTo>
                        <a:pt x="39814" y="148018"/>
                      </a:lnTo>
                      <a:close/>
                      <a:moveTo>
                        <a:pt x="28194" y="196024"/>
                      </a:moveTo>
                      <a:cubicBezTo>
                        <a:pt x="27527" y="195358"/>
                        <a:pt x="27146" y="194500"/>
                        <a:pt x="27146" y="193643"/>
                      </a:cubicBezTo>
                      <a:cubicBezTo>
                        <a:pt x="27146" y="191262"/>
                        <a:pt x="28480" y="189738"/>
                        <a:pt x="31051" y="188976"/>
                      </a:cubicBezTo>
                      <a:lnTo>
                        <a:pt x="28194" y="195929"/>
                      </a:lnTo>
                      <a:close/>
                      <a:moveTo>
                        <a:pt x="31051" y="110490"/>
                      </a:moveTo>
                      <a:cubicBezTo>
                        <a:pt x="30194" y="111347"/>
                        <a:pt x="29813" y="112490"/>
                        <a:pt x="29813" y="113824"/>
                      </a:cubicBezTo>
                      <a:cubicBezTo>
                        <a:pt x="30004" y="115538"/>
                        <a:pt x="30004" y="116586"/>
                        <a:pt x="29813" y="116967"/>
                      </a:cubicBezTo>
                      <a:cubicBezTo>
                        <a:pt x="29623" y="117348"/>
                        <a:pt x="29432" y="117443"/>
                        <a:pt x="29051" y="117443"/>
                      </a:cubicBezTo>
                      <a:lnTo>
                        <a:pt x="29051" y="110585"/>
                      </a:lnTo>
                      <a:lnTo>
                        <a:pt x="31147" y="110585"/>
                      </a:lnTo>
                      <a:close/>
                      <a:moveTo>
                        <a:pt x="34671" y="111252"/>
                      </a:moveTo>
                      <a:cubicBezTo>
                        <a:pt x="36100" y="110871"/>
                        <a:pt x="37433" y="110871"/>
                        <a:pt x="38862" y="111252"/>
                      </a:cubicBezTo>
                      <a:lnTo>
                        <a:pt x="34671" y="111252"/>
                      </a:lnTo>
                      <a:close/>
                      <a:moveTo>
                        <a:pt x="39910" y="201263"/>
                      </a:moveTo>
                      <a:cubicBezTo>
                        <a:pt x="39910" y="202121"/>
                        <a:pt x="40291" y="202787"/>
                        <a:pt x="41148" y="203263"/>
                      </a:cubicBezTo>
                      <a:lnTo>
                        <a:pt x="38005" y="204025"/>
                      </a:lnTo>
                      <a:lnTo>
                        <a:pt x="38005" y="201168"/>
                      </a:lnTo>
                      <a:lnTo>
                        <a:pt x="39814" y="201168"/>
                      </a:lnTo>
                      <a:close/>
                      <a:moveTo>
                        <a:pt x="43243" y="115348"/>
                      </a:moveTo>
                      <a:cubicBezTo>
                        <a:pt x="43434" y="113252"/>
                        <a:pt x="41910" y="111919"/>
                        <a:pt x="38862" y="111157"/>
                      </a:cubicBezTo>
                      <a:cubicBezTo>
                        <a:pt x="41243" y="111157"/>
                        <a:pt x="42958" y="110966"/>
                        <a:pt x="44005" y="110395"/>
                      </a:cubicBezTo>
                      <a:lnTo>
                        <a:pt x="43243" y="115252"/>
                      </a:lnTo>
                      <a:close/>
                      <a:moveTo>
                        <a:pt x="39910" y="213169"/>
                      </a:moveTo>
                      <a:cubicBezTo>
                        <a:pt x="39719" y="212122"/>
                        <a:pt x="40100" y="211264"/>
                        <a:pt x="41053" y="210407"/>
                      </a:cubicBezTo>
                      <a:cubicBezTo>
                        <a:pt x="41910" y="209550"/>
                        <a:pt x="42958" y="209169"/>
                        <a:pt x="44005" y="209264"/>
                      </a:cubicBezTo>
                      <a:cubicBezTo>
                        <a:pt x="43339" y="211264"/>
                        <a:pt x="41910" y="212503"/>
                        <a:pt x="39910" y="213169"/>
                      </a:cubicBezTo>
                      <a:close/>
                      <a:moveTo>
                        <a:pt x="41910" y="141256"/>
                      </a:moveTo>
                      <a:lnTo>
                        <a:pt x="46768" y="143256"/>
                      </a:lnTo>
                      <a:cubicBezTo>
                        <a:pt x="46196" y="144018"/>
                        <a:pt x="45720" y="144304"/>
                        <a:pt x="45244" y="144304"/>
                      </a:cubicBezTo>
                      <a:cubicBezTo>
                        <a:pt x="43529" y="144304"/>
                        <a:pt x="42386" y="143256"/>
                        <a:pt x="41910" y="141256"/>
                      </a:cubicBezTo>
                      <a:close/>
                      <a:moveTo>
                        <a:pt x="46768" y="148209"/>
                      </a:moveTo>
                      <a:cubicBezTo>
                        <a:pt x="44387" y="150781"/>
                        <a:pt x="43148" y="152590"/>
                        <a:pt x="43148" y="153352"/>
                      </a:cubicBezTo>
                      <a:cubicBezTo>
                        <a:pt x="42291" y="153067"/>
                        <a:pt x="41815" y="152400"/>
                        <a:pt x="41815" y="151543"/>
                      </a:cubicBezTo>
                      <a:lnTo>
                        <a:pt x="41815" y="148971"/>
                      </a:lnTo>
                      <a:lnTo>
                        <a:pt x="46672" y="148209"/>
                      </a:lnTo>
                      <a:close/>
                      <a:moveTo>
                        <a:pt x="43148" y="138113"/>
                      </a:moveTo>
                      <a:cubicBezTo>
                        <a:pt x="42291" y="136588"/>
                        <a:pt x="42767" y="134683"/>
                        <a:pt x="44672" y="132397"/>
                      </a:cubicBezTo>
                      <a:lnTo>
                        <a:pt x="49530" y="137255"/>
                      </a:lnTo>
                      <a:cubicBezTo>
                        <a:pt x="48958" y="137255"/>
                        <a:pt x="48196" y="137636"/>
                        <a:pt x="47149" y="138208"/>
                      </a:cubicBezTo>
                      <a:cubicBezTo>
                        <a:pt x="46101" y="138779"/>
                        <a:pt x="45339" y="139160"/>
                        <a:pt x="44863" y="139160"/>
                      </a:cubicBezTo>
                      <a:cubicBezTo>
                        <a:pt x="44196" y="139160"/>
                        <a:pt x="43529" y="138779"/>
                        <a:pt x="43053" y="138113"/>
                      </a:cubicBezTo>
                      <a:close/>
                      <a:moveTo>
                        <a:pt x="44672" y="189071"/>
                      </a:moveTo>
                      <a:cubicBezTo>
                        <a:pt x="44101" y="189452"/>
                        <a:pt x="43815" y="190500"/>
                        <a:pt x="43815" y="192405"/>
                      </a:cubicBezTo>
                      <a:lnTo>
                        <a:pt x="43053" y="189071"/>
                      </a:lnTo>
                      <a:lnTo>
                        <a:pt x="44577" y="189071"/>
                      </a:lnTo>
                      <a:close/>
                      <a:moveTo>
                        <a:pt x="48768" y="198120"/>
                      </a:moveTo>
                      <a:lnTo>
                        <a:pt x="46672" y="195263"/>
                      </a:lnTo>
                      <a:lnTo>
                        <a:pt x="49530" y="197358"/>
                      </a:lnTo>
                      <a:cubicBezTo>
                        <a:pt x="49339" y="198882"/>
                        <a:pt x="47434" y="199453"/>
                        <a:pt x="43815" y="199168"/>
                      </a:cubicBezTo>
                      <a:lnTo>
                        <a:pt x="48768" y="198120"/>
                      </a:lnTo>
                      <a:close/>
                      <a:moveTo>
                        <a:pt x="51054" y="127063"/>
                      </a:moveTo>
                      <a:cubicBezTo>
                        <a:pt x="51530" y="127349"/>
                        <a:pt x="51816" y="127444"/>
                        <a:pt x="51816" y="127444"/>
                      </a:cubicBezTo>
                      <a:cubicBezTo>
                        <a:pt x="51816" y="127444"/>
                        <a:pt x="51530" y="127635"/>
                        <a:pt x="51054" y="128016"/>
                      </a:cubicBezTo>
                      <a:cubicBezTo>
                        <a:pt x="50387" y="128492"/>
                        <a:pt x="50006" y="128873"/>
                        <a:pt x="50006" y="129349"/>
                      </a:cubicBezTo>
                      <a:lnTo>
                        <a:pt x="47911" y="127444"/>
                      </a:lnTo>
                      <a:cubicBezTo>
                        <a:pt x="47911" y="127444"/>
                        <a:pt x="48863" y="127254"/>
                        <a:pt x="49721" y="126397"/>
                      </a:cubicBezTo>
                      <a:cubicBezTo>
                        <a:pt x="50101" y="126587"/>
                        <a:pt x="50578" y="126778"/>
                        <a:pt x="51054" y="126968"/>
                      </a:cubicBezTo>
                      <a:close/>
                      <a:moveTo>
                        <a:pt x="50768" y="130302"/>
                      </a:moveTo>
                      <a:cubicBezTo>
                        <a:pt x="50197" y="129921"/>
                        <a:pt x="50006" y="129635"/>
                        <a:pt x="50006" y="129349"/>
                      </a:cubicBezTo>
                      <a:lnTo>
                        <a:pt x="50768" y="130302"/>
                      </a:lnTo>
                      <a:close/>
                      <a:moveTo>
                        <a:pt x="52768" y="144018"/>
                      </a:moveTo>
                      <a:cubicBezTo>
                        <a:pt x="52292" y="143923"/>
                        <a:pt x="52007" y="143542"/>
                        <a:pt x="52007" y="143256"/>
                      </a:cubicBezTo>
                      <a:cubicBezTo>
                        <a:pt x="52007" y="142589"/>
                        <a:pt x="52483" y="142018"/>
                        <a:pt x="53340" y="141446"/>
                      </a:cubicBezTo>
                      <a:cubicBezTo>
                        <a:pt x="54292" y="140970"/>
                        <a:pt x="55054" y="140875"/>
                        <a:pt x="55817" y="141256"/>
                      </a:cubicBezTo>
                      <a:cubicBezTo>
                        <a:pt x="55817" y="141732"/>
                        <a:pt x="55054" y="142780"/>
                        <a:pt x="53721" y="144113"/>
                      </a:cubicBezTo>
                      <a:lnTo>
                        <a:pt x="52673" y="144113"/>
                      </a:lnTo>
                      <a:close/>
                      <a:moveTo>
                        <a:pt x="203549" y="79057"/>
                      </a:moveTo>
                      <a:cubicBezTo>
                        <a:pt x="203359" y="82677"/>
                        <a:pt x="203263" y="86677"/>
                        <a:pt x="203263" y="91059"/>
                      </a:cubicBezTo>
                      <a:cubicBezTo>
                        <a:pt x="203263" y="95631"/>
                        <a:pt x="203359" y="102775"/>
                        <a:pt x="203645" y="112204"/>
                      </a:cubicBezTo>
                      <a:cubicBezTo>
                        <a:pt x="203835" y="121729"/>
                        <a:pt x="204025" y="128873"/>
                        <a:pt x="204025" y="133636"/>
                      </a:cubicBezTo>
                      <a:cubicBezTo>
                        <a:pt x="204025" y="145256"/>
                        <a:pt x="203454" y="155067"/>
                        <a:pt x="202216" y="163068"/>
                      </a:cubicBezTo>
                      <a:cubicBezTo>
                        <a:pt x="201930" y="163258"/>
                        <a:pt x="201359" y="163068"/>
                        <a:pt x="200692" y="162306"/>
                      </a:cubicBezTo>
                      <a:cubicBezTo>
                        <a:pt x="200216" y="164878"/>
                        <a:pt x="199549" y="167545"/>
                        <a:pt x="198787" y="170116"/>
                      </a:cubicBezTo>
                      <a:cubicBezTo>
                        <a:pt x="198025" y="172688"/>
                        <a:pt x="196596" y="174688"/>
                        <a:pt x="194500" y="176022"/>
                      </a:cubicBezTo>
                      <a:lnTo>
                        <a:pt x="196596" y="178117"/>
                      </a:lnTo>
                      <a:cubicBezTo>
                        <a:pt x="191262" y="182975"/>
                        <a:pt x="185928" y="187833"/>
                        <a:pt x="180594" y="192881"/>
                      </a:cubicBezTo>
                      <a:cubicBezTo>
                        <a:pt x="174212" y="198787"/>
                        <a:pt x="168688" y="202882"/>
                        <a:pt x="163830" y="205264"/>
                      </a:cubicBezTo>
                      <a:cubicBezTo>
                        <a:pt x="162973" y="205454"/>
                        <a:pt x="161734" y="205454"/>
                        <a:pt x="160211" y="205264"/>
                      </a:cubicBezTo>
                      <a:cubicBezTo>
                        <a:pt x="158496" y="204978"/>
                        <a:pt x="157448" y="204788"/>
                        <a:pt x="157067" y="204788"/>
                      </a:cubicBezTo>
                      <a:cubicBezTo>
                        <a:pt x="155067" y="204788"/>
                        <a:pt x="153924" y="206216"/>
                        <a:pt x="153734" y="209169"/>
                      </a:cubicBezTo>
                      <a:cubicBezTo>
                        <a:pt x="141542" y="209645"/>
                        <a:pt x="132302" y="209550"/>
                        <a:pt x="126016" y="208597"/>
                      </a:cubicBezTo>
                      <a:cubicBezTo>
                        <a:pt x="117062" y="207359"/>
                        <a:pt x="108299" y="204502"/>
                        <a:pt x="99632" y="200120"/>
                      </a:cubicBezTo>
                      <a:lnTo>
                        <a:pt x="96488" y="200120"/>
                      </a:lnTo>
                      <a:cubicBezTo>
                        <a:pt x="97060" y="199263"/>
                        <a:pt x="97250" y="198596"/>
                        <a:pt x="97250" y="198215"/>
                      </a:cubicBezTo>
                      <a:cubicBezTo>
                        <a:pt x="97250" y="197644"/>
                        <a:pt x="96298" y="197167"/>
                        <a:pt x="94202" y="197072"/>
                      </a:cubicBezTo>
                      <a:cubicBezTo>
                        <a:pt x="92297" y="197072"/>
                        <a:pt x="91059" y="196596"/>
                        <a:pt x="90678" y="195929"/>
                      </a:cubicBezTo>
                      <a:cubicBezTo>
                        <a:pt x="88868" y="195263"/>
                        <a:pt x="86201" y="193072"/>
                        <a:pt x="82963" y="189452"/>
                      </a:cubicBezTo>
                      <a:cubicBezTo>
                        <a:pt x="79724" y="185833"/>
                        <a:pt x="77343" y="184118"/>
                        <a:pt x="75819" y="184213"/>
                      </a:cubicBezTo>
                      <a:cubicBezTo>
                        <a:pt x="75343" y="180308"/>
                        <a:pt x="74771" y="177546"/>
                        <a:pt x="74295" y="176213"/>
                      </a:cubicBezTo>
                      <a:cubicBezTo>
                        <a:pt x="73057" y="174022"/>
                        <a:pt x="70961" y="172021"/>
                        <a:pt x="67818" y="170307"/>
                      </a:cubicBezTo>
                      <a:cubicBezTo>
                        <a:pt x="69533" y="170497"/>
                        <a:pt x="71818" y="170021"/>
                        <a:pt x="74581" y="168973"/>
                      </a:cubicBezTo>
                      <a:cubicBezTo>
                        <a:pt x="73342" y="166973"/>
                        <a:pt x="71723" y="166592"/>
                        <a:pt x="69723" y="167926"/>
                      </a:cubicBezTo>
                      <a:lnTo>
                        <a:pt x="64579" y="162211"/>
                      </a:lnTo>
                      <a:cubicBezTo>
                        <a:pt x="63817" y="162211"/>
                        <a:pt x="63055" y="162782"/>
                        <a:pt x="62103" y="163734"/>
                      </a:cubicBezTo>
                      <a:cubicBezTo>
                        <a:pt x="61150" y="164782"/>
                        <a:pt x="60103" y="165259"/>
                        <a:pt x="58864" y="164973"/>
                      </a:cubicBezTo>
                      <a:cubicBezTo>
                        <a:pt x="58864" y="163258"/>
                        <a:pt x="58579" y="162306"/>
                        <a:pt x="58103" y="162115"/>
                      </a:cubicBezTo>
                      <a:cubicBezTo>
                        <a:pt x="61913" y="161925"/>
                        <a:pt x="63722" y="160401"/>
                        <a:pt x="63722" y="157448"/>
                      </a:cubicBezTo>
                      <a:cubicBezTo>
                        <a:pt x="63722" y="156210"/>
                        <a:pt x="63341" y="154114"/>
                        <a:pt x="62579" y="151257"/>
                      </a:cubicBezTo>
                      <a:cubicBezTo>
                        <a:pt x="61722" y="148304"/>
                        <a:pt x="61436" y="146018"/>
                        <a:pt x="61436" y="144494"/>
                      </a:cubicBezTo>
                      <a:cubicBezTo>
                        <a:pt x="61436" y="141922"/>
                        <a:pt x="62484" y="140017"/>
                        <a:pt x="64579" y="138779"/>
                      </a:cubicBezTo>
                      <a:cubicBezTo>
                        <a:pt x="63532" y="127349"/>
                        <a:pt x="63913" y="119729"/>
                        <a:pt x="65818" y="115729"/>
                      </a:cubicBezTo>
                      <a:cubicBezTo>
                        <a:pt x="66294" y="112966"/>
                        <a:pt x="65818" y="109347"/>
                        <a:pt x="64294" y="104870"/>
                      </a:cubicBezTo>
                      <a:cubicBezTo>
                        <a:pt x="62389" y="99727"/>
                        <a:pt x="61436" y="96202"/>
                        <a:pt x="61436" y="94297"/>
                      </a:cubicBezTo>
                      <a:cubicBezTo>
                        <a:pt x="61436" y="91726"/>
                        <a:pt x="62484" y="89344"/>
                        <a:pt x="64579" y="87058"/>
                      </a:cubicBezTo>
                      <a:cubicBezTo>
                        <a:pt x="64008" y="86392"/>
                        <a:pt x="63722" y="85439"/>
                        <a:pt x="63722" y="84391"/>
                      </a:cubicBezTo>
                      <a:cubicBezTo>
                        <a:pt x="63722" y="83725"/>
                        <a:pt x="63913" y="82486"/>
                        <a:pt x="64294" y="80772"/>
                      </a:cubicBezTo>
                      <a:cubicBezTo>
                        <a:pt x="64579" y="78962"/>
                        <a:pt x="64770" y="77724"/>
                        <a:pt x="64770" y="76867"/>
                      </a:cubicBezTo>
                      <a:cubicBezTo>
                        <a:pt x="64770" y="75152"/>
                        <a:pt x="64199" y="73723"/>
                        <a:pt x="62960" y="72771"/>
                      </a:cubicBezTo>
                      <a:cubicBezTo>
                        <a:pt x="63437" y="61913"/>
                        <a:pt x="63913" y="50863"/>
                        <a:pt x="64294" y="39814"/>
                      </a:cubicBezTo>
                      <a:cubicBezTo>
                        <a:pt x="64770" y="25336"/>
                        <a:pt x="64865" y="13906"/>
                        <a:pt x="64579" y="5620"/>
                      </a:cubicBezTo>
                      <a:cubicBezTo>
                        <a:pt x="66580" y="3238"/>
                        <a:pt x="71152" y="2000"/>
                        <a:pt x="78010" y="2000"/>
                      </a:cubicBezTo>
                      <a:cubicBezTo>
                        <a:pt x="79724" y="3810"/>
                        <a:pt x="82296" y="4858"/>
                        <a:pt x="85534" y="4858"/>
                      </a:cubicBezTo>
                      <a:cubicBezTo>
                        <a:pt x="86582" y="4858"/>
                        <a:pt x="88201" y="4667"/>
                        <a:pt x="90392" y="4477"/>
                      </a:cubicBezTo>
                      <a:cubicBezTo>
                        <a:pt x="92583" y="4191"/>
                        <a:pt x="94297" y="4096"/>
                        <a:pt x="95250" y="4096"/>
                      </a:cubicBezTo>
                      <a:cubicBezTo>
                        <a:pt x="98965" y="4096"/>
                        <a:pt x="101727" y="5143"/>
                        <a:pt x="103822" y="7239"/>
                      </a:cubicBezTo>
                      <a:cubicBezTo>
                        <a:pt x="104204" y="10668"/>
                        <a:pt x="104204" y="17716"/>
                        <a:pt x="104108" y="28384"/>
                      </a:cubicBezTo>
                      <a:cubicBezTo>
                        <a:pt x="104108" y="37147"/>
                        <a:pt x="104680" y="44101"/>
                        <a:pt x="105918" y="49339"/>
                      </a:cubicBezTo>
                      <a:lnTo>
                        <a:pt x="103822" y="58102"/>
                      </a:lnTo>
                      <a:cubicBezTo>
                        <a:pt x="103822" y="60293"/>
                        <a:pt x="104775" y="62389"/>
                        <a:pt x="106680" y="64294"/>
                      </a:cubicBezTo>
                      <a:cubicBezTo>
                        <a:pt x="105823" y="65437"/>
                        <a:pt x="104966" y="69913"/>
                        <a:pt x="104299" y="77248"/>
                      </a:cubicBezTo>
                      <a:cubicBezTo>
                        <a:pt x="103822" y="83248"/>
                        <a:pt x="101917" y="86868"/>
                        <a:pt x="98584" y="87821"/>
                      </a:cubicBezTo>
                      <a:cubicBezTo>
                        <a:pt x="101822" y="87439"/>
                        <a:pt x="103442" y="88582"/>
                        <a:pt x="103442" y="91154"/>
                      </a:cubicBezTo>
                      <a:cubicBezTo>
                        <a:pt x="103442" y="91821"/>
                        <a:pt x="103346" y="92964"/>
                        <a:pt x="103061" y="94583"/>
                      </a:cubicBezTo>
                      <a:cubicBezTo>
                        <a:pt x="102775" y="96107"/>
                        <a:pt x="102775" y="97250"/>
                        <a:pt x="102870" y="97917"/>
                      </a:cubicBezTo>
                      <a:lnTo>
                        <a:pt x="100775" y="97917"/>
                      </a:lnTo>
                      <a:cubicBezTo>
                        <a:pt x="103537" y="101727"/>
                        <a:pt x="104966" y="107061"/>
                        <a:pt x="104966" y="114205"/>
                      </a:cubicBezTo>
                      <a:cubicBezTo>
                        <a:pt x="104966" y="119063"/>
                        <a:pt x="104299" y="125539"/>
                        <a:pt x="102870" y="133636"/>
                      </a:cubicBezTo>
                      <a:cubicBezTo>
                        <a:pt x="103632" y="134493"/>
                        <a:pt x="104204" y="136779"/>
                        <a:pt x="104680" y="140303"/>
                      </a:cubicBezTo>
                      <a:cubicBezTo>
                        <a:pt x="105156" y="142875"/>
                        <a:pt x="106489" y="144780"/>
                        <a:pt x="108585" y="145732"/>
                      </a:cubicBezTo>
                      <a:cubicBezTo>
                        <a:pt x="109442" y="148685"/>
                        <a:pt x="108490" y="150400"/>
                        <a:pt x="105728" y="150685"/>
                      </a:cubicBezTo>
                      <a:cubicBezTo>
                        <a:pt x="107442" y="151352"/>
                        <a:pt x="109157" y="152209"/>
                        <a:pt x="110871" y="152971"/>
                      </a:cubicBezTo>
                      <a:cubicBezTo>
                        <a:pt x="112586" y="153829"/>
                        <a:pt x="113443" y="155257"/>
                        <a:pt x="113443" y="157163"/>
                      </a:cubicBezTo>
                      <a:cubicBezTo>
                        <a:pt x="114205" y="159925"/>
                        <a:pt x="116300" y="161830"/>
                        <a:pt x="119920" y="163068"/>
                      </a:cubicBezTo>
                      <a:cubicBezTo>
                        <a:pt x="124206" y="164592"/>
                        <a:pt x="127063" y="166116"/>
                        <a:pt x="128492" y="167735"/>
                      </a:cubicBezTo>
                      <a:cubicBezTo>
                        <a:pt x="131254" y="168592"/>
                        <a:pt x="134017" y="169069"/>
                        <a:pt x="136779" y="169069"/>
                      </a:cubicBezTo>
                      <a:cubicBezTo>
                        <a:pt x="146399" y="169069"/>
                        <a:pt x="152686" y="165354"/>
                        <a:pt x="155734" y="157924"/>
                      </a:cubicBezTo>
                      <a:cubicBezTo>
                        <a:pt x="158972" y="156781"/>
                        <a:pt x="160592" y="152686"/>
                        <a:pt x="160592" y="145732"/>
                      </a:cubicBezTo>
                      <a:lnTo>
                        <a:pt x="166497" y="144971"/>
                      </a:lnTo>
                      <a:cubicBezTo>
                        <a:pt x="167545" y="140494"/>
                        <a:pt x="168021" y="135636"/>
                        <a:pt x="168021" y="130492"/>
                      </a:cubicBezTo>
                      <a:cubicBezTo>
                        <a:pt x="168021" y="124587"/>
                        <a:pt x="167068" y="116109"/>
                        <a:pt x="165068" y="104775"/>
                      </a:cubicBezTo>
                      <a:cubicBezTo>
                        <a:pt x="163068" y="93440"/>
                        <a:pt x="162116" y="85153"/>
                        <a:pt x="162116" y="79819"/>
                      </a:cubicBezTo>
                      <a:cubicBezTo>
                        <a:pt x="162116" y="77057"/>
                        <a:pt x="162306" y="74485"/>
                        <a:pt x="162592" y="72009"/>
                      </a:cubicBezTo>
                      <a:cubicBezTo>
                        <a:pt x="164687" y="64579"/>
                        <a:pt x="165735" y="59722"/>
                        <a:pt x="165735" y="57531"/>
                      </a:cubicBezTo>
                      <a:cubicBezTo>
                        <a:pt x="165735" y="54578"/>
                        <a:pt x="165068" y="52102"/>
                        <a:pt x="163639" y="50006"/>
                      </a:cubicBezTo>
                      <a:lnTo>
                        <a:pt x="162592" y="7810"/>
                      </a:lnTo>
                      <a:cubicBezTo>
                        <a:pt x="164306" y="3905"/>
                        <a:pt x="166783" y="1905"/>
                        <a:pt x="169831" y="1905"/>
                      </a:cubicBezTo>
                      <a:cubicBezTo>
                        <a:pt x="170879" y="1905"/>
                        <a:pt x="172403" y="2096"/>
                        <a:pt x="174403" y="2476"/>
                      </a:cubicBezTo>
                      <a:cubicBezTo>
                        <a:pt x="176308" y="2857"/>
                        <a:pt x="177832" y="3143"/>
                        <a:pt x="178879" y="3143"/>
                      </a:cubicBezTo>
                      <a:cubicBezTo>
                        <a:pt x="181451" y="3143"/>
                        <a:pt x="183737" y="2096"/>
                        <a:pt x="185642" y="0"/>
                      </a:cubicBezTo>
                      <a:cubicBezTo>
                        <a:pt x="186880" y="857"/>
                        <a:pt x="190405" y="1524"/>
                        <a:pt x="196310" y="2096"/>
                      </a:cubicBezTo>
                      <a:cubicBezTo>
                        <a:pt x="200692" y="2572"/>
                        <a:pt x="203454" y="4477"/>
                        <a:pt x="204311" y="7810"/>
                      </a:cubicBezTo>
                      <a:cubicBezTo>
                        <a:pt x="203549" y="12001"/>
                        <a:pt x="203263" y="17050"/>
                        <a:pt x="203263" y="23146"/>
                      </a:cubicBezTo>
                      <a:cubicBezTo>
                        <a:pt x="203263" y="25717"/>
                        <a:pt x="203263" y="29813"/>
                        <a:pt x="203549" y="35338"/>
                      </a:cubicBezTo>
                      <a:cubicBezTo>
                        <a:pt x="203740" y="40862"/>
                        <a:pt x="203740" y="45053"/>
                        <a:pt x="203740" y="47815"/>
                      </a:cubicBezTo>
                      <a:cubicBezTo>
                        <a:pt x="203740" y="55435"/>
                        <a:pt x="203263" y="61817"/>
                        <a:pt x="202216" y="67246"/>
                      </a:cubicBezTo>
                      <a:cubicBezTo>
                        <a:pt x="204311" y="71914"/>
                        <a:pt x="204692" y="75152"/>
                        <a:pt x="203549" y="77057"/>
                      </a:cubicBezTo>
                      <a:cubicBezTo>
                        <a:pt x="201835" y="77057"/>
                        <a:pt x="200882" y="77438"/>
                        <a:pt x="200692" y="78105"/>
                      </a:cubicBezTo>
                      <a:cubicBezTo>
                        <a:pt x="200882" y="78676"/>
                        <a:pt x="201835" y="78867"/>
                        <a:pt x="203549" y="78867"/>
                      </a:cubicBezTo>
                      <a:close/>
                      <a:moveTo>
                        <a:pt x="62865" y="206121"/>
                      </a:moveTo>
                      <a:lnTo>
                        <a:pt x="57912" y="205264"/>
                      </a:lnTo>
                      <a:lnTo>
                        <a:pt x="61532" y="203168"/>
                      </a:lnTo>
                      <a:lnTo>
                        <a:pt x="62865" y="206026"/>
                      </a:lnTo>
                      <a:close/>
                      <a:moveTo>
                        <a:pt x="59531" y="170402"/>
                      </a:moveTo>
                      <a:cubicBezTo>
                        <a:pt x="59531" y="171926"/>
                        <a:pt x="60008" y="172879"/>
                        <a:pt x="60770" y="173259"/>
                      </a:cubicBezTo>
                      <a:lnTo>
                        <a:pt x="59531" y="174117"/>
                      </a:lnTo>
                      <a:lnTo>
                        <a:pt x="58769" y="174117"/>
                      </a:lnTo>
                      <a:lnTo>
                        <a:pt x="58769" y="170497"/>
                      </a:lnTo>
                      <a:lnTo>
                        <a:pt x="59531" y="170497"/>
                      </a:lnTo>
                      <a:close/>
                      <a:moveTo>
                        <a:pt x="58769" y="213074"/>
                      </a:moveTo>
                      <a:lnTo>
                        <a:pt x="60865" y="210217"/>
                      </a:lnTo>
                      <a:lnTo>
                        <a:pt x="64484" y="210217"/>
                      </a:lnTo>
                      <a:lnTo>
                        <a:pt x="58769" y="213074"/>
                      </a:lnTo>
                      <a:close/>
                      <a:moveTo>
                        <a:pt x="64484" y="153257"/>
                      </a:moveTo>
                      <a:lnTo>
                        <a:pt x="69628" y="153257"/>
                      </a:lnTo>
                      <a:cubicBezTo>
                        <a:pt x="68675" y="151066"/>
                        <a:pt x="67056" y="150019"/>
                        <a:pt x="64484" y="150209"/>
                      </a:cubicBezTo>
                      <a:lnTo>
                        <a:pt x="64484" y="153257"/>
                      </a:lnTo>
                      <a:close/>
                      <a:moveTo>
                        <a:pt x="75819" y="185166"/>
                      </a:moveTo>
                      <a:lnTo>
                        <a:pt x="73724" y="185166"/>
                      </a:lnTo>
                      <a:cubicBezTo>
                        <a:pt x="74771" y="184594"/>
                        <a:pt x="75438" y="184309"/>
                        <a:pt x="75819" y="184309"/>
                      </a:cubicBezTo>
                      <a:lnTo>
                        <a:pt x="75819" y="185166"/>
                      </a:lnTo>
                      <a:close/>
                      <a:moveTo>
                        <a:pt x="75819" y="138017"/>
                      </a:moveTo>
                      <a:cubicBezTo>
                        <a:pt x="76486" y="138398"/>
                        <a:pt x="76962" y="138493"/>
                        <a:pt x="77343" y="138493"/>
                      </a:cubicBezTo>
                      <a:cubicBezTo>
                        <a:pt x="78391" y="138493"/>
                        <a:pt x="79248" y="137731"/>
                        <a:pt x="80010" y="136112"/>
                      </a:cubicBezTo>
                      <a:cubicBezTo>
                        <a:pt x="80772" y="134588"/>
                        <a:pt x="81725" y="133826"/>
                        <a:pt x="82772" y="133826"/>
                      </a:cubicBezTo>
                      <a:cubicBezTo>
                        <a:pt x="82105" y="133445"/>
                        <a:pt x="81439" y="133350"/>
                        <a:pt x="80963" y="133350"/>
                      </a:cubicBezTo>
                      <a:cubicBezTo>
                        <a:pt x="79915" y="133350"/>
                        <a:pt x="79153" y="134112"/>
                        <a:pt x="78581" y="135636"/>
                      </a:cubicBezTo>
                      <a:cubicBezTo>
                        <a:pt x="78010" y="137160"/>
                        <a:pt x="77153" y="137922"/>
                        <a:pt x="75724" y="137922"/>
                      </a:cubicBezTo>
                      <a:close/>
                      <a:moveTo>
                        <a:pt x="76581" y="158972"/>
                      </a:moveTo>
                      <a:cubicBezTo>
                        <a:pt x="77248" y="159258"/>
                        <a:pt x="77914" y="159258"/>
                        <a:pt x="78676" y="158972"/>
                      </a:cubicBezTo>
                      <a:cubicBezTo>
                        <a:pt x="79724" y="158401"/>
                        <a:pt x="80391" y="158210"/>
                        <a:pt x="80772" y="158210"/>
                      </a:cubicBezTo>
                      <a:cubicBezTo>
                        <a:pt x="79248" y="156686"/>
                        <a:pt x="78486" y="155734"/>
                        <a:pt x="78676" y="155353"/>
                      </a:cubicBezTo>
                      <a:lnTo>
                        <a:pt x="76581" y="158972"/>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 name="Google Shape;864;p99"/>
                <p:cNvSpPr/>
                <p:nvPr/>
              </p:nvSpPr>
              <p:spPr>
                <a:xfrm>
                  <a:off x="4103750" y="4057653"/>
                  <a:ext cx="201644" cy="228692"/>
                </a:xfrm>
                <a:custGeom>
                  <a:avLst/>
                  <a:gdLst/>
                  <a:ahLst/>
                  <a:cxnLst/>
                  <a:rect l="l" t="t" r="r" b="b"/>
                  <a:pathLst>
                    <a:path w="201644" h="228692" extrusionOk="0">
                      <a:moveTo>
                        <a:pt x="762" y="97247"/>
                      </a:moveTo>
                      <a:lnTo>
                        <a:pt x="0" y="93342"/>
                      </a:lnTo>
                      <a:lnTo>
                        <a:pt x="2096" y="96199"/>
                      </a:lnTo>
                      <a:lnTo>
                        <a:pt x="762" y="97247"/>
                      </a:lnTo>
                      <a:close/>
                      <a:moveTo>
                        <a:pt x="15812" y="127060"/>
                      </a:moveTo>
                      <a:cubicBezTo>
                        <a:pt x="16478" y="127060"/>
                        <a:pt x="17526" y="127441"/>
                        <a:pt x="18860" y="128299"/>
                      </a:cubicBezTo>
                      <a:lnTo>
                        <a:pt x="15812" y="130394"/>
                      </a:lnTo>
                      <a:lnTo>
                        <a:pt x="15812" y="127060"/>
                      </a:lnTo>
                      <a:close/>
                      <a:moveTo>
                        <a:pt x="22765" y="56671"/>
                      </a:moveTo>
                      <a:cubicBezTo>
                        <a:pt x="21908" y="57528"/>
                        <a:pt x="21241" y="58004"/>
                        <a:pt x="20765" y="58004"/>
                      </a:cubicBezTo>
                      <a:cubicBezTo>
                        <a:pt x="20193" y="58004"/>
                        <a:pt x="19812" y="57337"/>
                        <a:pt x="19431" y="55908"/>
                      </a:cubicBezTo>
                      <a:lnTo>
                        <a:pt x="18860" y="52765"/>
                      </a:lnTo>
                      <a:lnTo>
                        <a:pt x="22765" y="56671"/>
                      </a:lnTo>
                      <a:close/>
                      <a:moveTo>
                        <a:pt x="26956" y="62862"/>
                      </a:moveTo>
                      <a:lnTo>
                        <a:pt x="27718" y="58004"/>
                      </a:lnTo>
                      <a:lnTo>
                        <a:pt x="30480" y="62862"/>
                      </a:lnTo>
                      <a:lnTo>
                        <a:pt x="26861" y="62862"/>
                      </a:lnTo>
                      <a:close/>
                      <a:moveTo>
                        <a:pt x="33909" y="50765"/>
                      </a:moveTo>
                      <a:cubicBezTo>
                        <a:pt x="33719" y="49336"/>
                        <a:pt x="32671" y="48384"/>
                        <a:pt x="30575" y="47622"/>
                      </a:cubicBezTo>
                      <a:cubicBezTo>
                        <a:pt x="28575" y="46955"/>
                        <a:pt x="27623" y="45907"/>
                        <a:pt x="27813" y="44479"/>
                      </a:cubicBezTo>
                      <a:cubicBezTo>
                        <a:pt x="28956" y="44098"/>
                        <a:pt x="30099" y="44479"/>
                        <a:pt x="31147" y="45812"/>
                      </a:cubicBezTo>
                      <a:cubicBezTo>
                        <a:pt x="32861" y="47717"/>
                        <a:pt x="33814" y="48669"/>
                        <a:pt x="34004" y="48669"/>
                      </a:cubicBezTo>
                      <a:lnTo>
                        <a:pt x="34004" y="50765"/>
                      </a:lnTo>
                      <a:close/>
                      <a:moveTo>
                        <a:pt x="35528" y="60862"/>
                      </a:moveTo>
                      <a:lnTo>
                        <a:pt x="32671" y="60862"/>
                      </a:lnTo>
                      <a:cubicBezTo>
                        <a:pt x="32480" y="60004"/>
                        <a:pt x="32957" y="59338"/>
                        <a:pt x="33909" y="58766"/>
                      </a:cubicBezTo>
                      <a:cubicBezTo>
                        <a:pt x="34766" y="58290"/>
                        <a:pt x="35338" y="58480"/>
                        <a:pt x="35528" y="59528"/>
                      </a:cubicBezTo>
                      <a:lnTo>
                        <a:pt x="35528" y="60862"/>
                      </a:lnTo>
                      <a:close/>
                      <a:moveTo>
                        <a:pt x="32671" y="149063"/>
                      </a:moveTo>
                      <a:lnTo>
                        <a:pt x="34766" y="146206"/>
                      </a:lnTo>
                      <a:cubicBezTo>
                        <a:pt x="34766" y="147920"/>
                        <a:pt x="34481" y="148873"/>
                        <a:pt x="34004" y="149063"/>
                      </a:cubicBezTo>
                      <a:lnTo>
                        <a:pt x="32766" y="149063"/>
                      </a:lnTo>
                      <a:close/>
                      <a:moveTo>
                        <a:pt x="33909" y="136109"/>
                      </a:moveTo>
                      <a:cubicBezTo>
                        <a:pt x="33528" y="134775"/>
                        <a:pt x="34766" y="134014"/>
                        <a:pt x="37529" y="134014"/>
                      </a:cubicBezTo>
                      <a:cubicBezTo>
                        <a:pt x="37910" y="134871"/>
                        <a:pt x="37624" y="135538"/>
                        <a:pt x="36767" y="136109"/>
                      </a:cubicBezTo>
                      <a:lnTo>
                        <a:pt x="33909" y="136109"/>
                      </a:lnTo>
                      <a:close/>
                      <a:moveTo>
                        <a:pt x="199739" y="198688"/>
                      </a:moveTo>
                      <a:cubicBezTo>
                        <a:pt x="198501" y="202308"/>
                        <a:pt x="198977" y="211261"/>
                        <a:pt x="201073" y="225644"/>
                      </a:cubicBezTo>
                      <a:cubicBezTo>
                        <a:pt x="200216" y="227644"/>
                        <a:pt x="198787" y="228692"/>
                        <a:pt x="196882" y="228692"/>
                      </a:cubicBezTo>
                      <a:cubicBezTo>
                        <a:pt x="195834" y="228692"/>
                        <a:pt x="194310" y="228311"/>
                        <a:pt x="192215" y="227644"/>
                      </a:cubicBezTo>
                      <a:cubicBezTo>
                        <a:pt x="190119" y="226977"/>
                        <a:pt x="188595" y="226597"/>
                        <a:pt x="187547" y="226597"/>
                      </a:cubicBezTo>
                      <a:cubicBezTo>
                        <a:pt x="184118" y="227454"/>
                        <a:pt x="179927" y="227930"/>
                        <a:pt x="174879" y="227930"/>
                      </a:cubicBezTo>
                      <a:cubicBezTo>
                        <a:pt x="169831" y="227930"/>
                        <a:pt x="165354" y="227549"/>
                        <a:pt x="161163" y="226597"/>
                      </a:cubicBezTo>
                      <a:cubicBezTo>
                        <a:pt x="157163" y="218596"/>
                        <a:pt x="155258" y="211071"/>
                        <a:pt x="155258" y="204117"/>
                      </a:cubicBezTo>
                      <a:cubicBezTo>
                        <a:pt x="155258" y="200307"/>
                        <a:pt x="155829" y="196879"/>
                        <a:pt x="157067" y="193735"/>
                      </a:cubicBezTo>
                      <a:lnTo>
                        <a:pt x="157829" y="193735"/>
                      </a:lnTo>
                      <a:cubicBezTo>
                        <a:pt x="155258" y="191830"/>
                        <a:pt x="154591" y="187639"/>
                        <a:pt x="155734" y="181067"/>
                      </a:cubicBezTo>
                      <a:cubicBezTo>
                        <a:pt x="156972" y="174495"/>
                        <a:pt x="156782" y="170208"/>
                        <a:pt x="154972" y="168113"/>
                      </a:cubicBezTo>
                      <a:cubicBezTo>
                        <a:pt x="155829" y="164874"/>
                        <a:pt x="156115" y="159731"/>
                        <a:pt x="155924" y="152968"/>
                      </a:cubicBezTo>
                      <a:cubicBezTo>
                        <a:pt x="155829" y="146206"/>
                        <a:pt x="156115" y="141157"/>
                        <a:pt x="156972" y="138109"/>
                      </a:cubicBezTo>
                      <a:cubicBezTo>
                        <a:pt x="155448" y="137442"/>
                        <a:pt x="154019" y="137062"/>
                        <a:pt x="152876" y="137062"/>
                      </a:cubicBezTo>
                      <a:cubicBezTo>
                        <a:pt x="149257" y="137062"/>
                        <a:pt x="145923" y="140586"/>
                        <a:pt x="143066" y="147634"/>
                      </a:cubicBezTo>
                      <a:cubicBezTo>
                        <a:pt x="139256" y="156207"/>
                        <a:pt x="136303" y="161446"/>
                        <a:pt x="134303" y="163160"/>
                      </a:cubicBezTo>
                      <a:cubicBezTo>
                        <a:pt x="133921" y="163827"/>
                        <a:pt x="133826" y="164493"/>
                        <a:pt x="133826" y="165160"/>
                      </a:cubicBezTo>
                      <a:cubicBezTo>
                        <a:pt x="133826" y="165922"/>
                        <a:pt x="134112" y="166780"/>
                        <a:pt x="134874" y="167923"/>
                      </a:cubicBezTo>
                      <a:cubicBezTo>
                        <a:pt x="135636" y="168970"/>
                        <a:pt x="135922" y="169827"/>
                        <a:pt x="135922" y="170399"/>
                      </a:cubicBezTo>
                      <a:cubicBezTo>
                        <a:pt x="135922" y="171066"/>
                        <a:pt x="135350" y="171923"/>
                        <a:pt x="134398" y="172971"/>
                      </a:cubicBezTo>
                      <a:cubicBezTo>
                        <a:pt x="130874" y="174685"/>
                        <a:pt x="128492" y="176400"/>
                        <a:pt x="127159" y="177924"/>
                      </a:cubicBezTo>
                      <a:cubicBezTo>
                        <a:pt x="128397" y="178591"/>
                        <a:pt x="129064" y="178876"/>
                        <a:pt x="129254" y="178686"/>
                      </a:cubicBezTo>
                      <a:cubicBezTo>
                        <a:pt x="128588" y="180210"/>
                        <a:pt x="126778" y="182210"/>
                        <a:pt x="123825" y="184591"/>
                      </a:cubicBezTo>
                      <a:cubicBezTo>
                        <a:pt x="120396" y="187734"/>
                        <a:pt x="118205" y="189735"/>
                        <a:pt x="117348" y="190782"/>
                      </a:cubicBezTo>
                      <a:cubicBezTo>
                        <a:pt x="114681" y="189544"/>
                        <a:pt x="112586" y="186401"/>
                        <a:pt x="110585" y="181353"/>
                      </a:cubicBezTo>
                      <a:cubicBezTo>
                        <a:pt x="108680" y="176305"/>
                        <a:pt x="105918" y="173066"/>
                        <a:pt x="102299" y="171637"/>
                      </a:cubicBezTo>
                      <a:cubicBezTo>
                        <a:pt x="102775" y="170494"/>
                        <a:pt x="103061" y="169256"/>
                        <a:pt x="103061" y="168018"/>
                      </a:cubicBezTo>
                      <a:cubicBezTo>
                        <a:pt x="103061" y="165827"/>
                        <a:pt x="101822" y="162969"/>
                        <a:pt x="99441" y="159445"/>
                      </a:cubicBezTo>
                      <a:cubicBezTo>
                        <a:pt x="96679" y="155159"/>
                        <a:pt x="95060" y="152301"/>
                        <a:pt x="94488" y="150968"/>
                      </a:cubicBezTo>
                      <a:lnTo>
                        <a:pt x="96583" y="146777"/>
                      </a:lnTo>
                      <a:lnTo>
                        <a:pt x="86487" y="143157"/>
                      </a:lnTo>
                      <a:cubicBezTo>
                        <a:pt x="87058" y="142491"/>
                        <a:pt x="87630" y="142110"/>
                        <a:pt x="88297" y="142110"/>
                      </a:cubicBezTo>
                      <a:cubicBezTo>
                        <a:pt x="89345" y="142110"/>
                        <a:pt x="90678" y="143157"/>
                        <a:pt x="92392" y="145158"/>
                      </a:cubicBezTo>
                      <a:cubicBezTo>
                        <a:pt x="92392" y="138395"/>
                        <a:pt x="89440" y="132966"/>
                        <a:pt x="83629" y="128870"/>
                      </a:cubicBezTo>
                      <a:cubicBezTo>
                        <a:pt x="81915" y="130584"/>
                        <a:pt x="81058" y="133823"/>
                        <a:pt x="81153" y="138681"/>
                      </a:cubicBezTo>
                      <a:cubicBezTo>
                        <a:pt x="81248" y="143539"/>
                        <a:pt x="80486" y="146587"/>
                        <a:pt x="78677" y="148015"/>
                      </a:cubicBezTo>
                      <a:lnTo>
                        <a:pt x="77343" y="146777"/>
                      </a:lnTo>
                      <a:lnTo>
                        <a:pt x="76581" y="148015"/>
                      </a:lnTo>
                      <a:cubicBezTo>
                        <a:pt x="79343" y="149920"/>
                        <a:pt x="80677" y="153064"/>
                        <a:pt x="80677" y="157635"/>
                      </a:cubicBezTo>
                      <a:cubicBezTo>
                        <a:pt x="80677" y="158398"/>
                        <a:pt x="80677" y="159541"/>
                        <a:pt x="80486" y="161255"/>
                      </a:cubicBezTo>
                      <a:lnTo>
                        <a:pt x="80486" y="164684"/>
                      </a:lnTo>
                      <a:cubicBezTo>
                        <a:pt x="80486" y="167256"/>
                        <a:pt x="80772" y="169351"/>
                        <a:pt x="81534" y="170875"/>
                      </a:cubicBezTo>
                      <a:cubicBezTo>
                        <a:pt x="80772" y="173066"/>
                        <a:pt x="80486" y="176590"/>
                        <a:pt x="80486" y="181162"/>
                      </a:cubicBezTo>
                      <a:cubicBezTo>
                        <a:pt x="80486" y="185734"/>
                        <a:pt x="80105" y="189354"/>
                        <a:pt x="79438" y="191544"/>
                      </a:cubicBezTo>
                      <a:cubicBezTo>
                        <a:pt x="79629" y="192688"/>
                        <a:pt x="80010" y="194783"/>
                        <a:pt x="80486" y="197736"/>
                      </a:cubicBezTo>
                      <a:cubicBezTo>
                        <a:pt x="80963" y="200689"/>
                        <a:pt x="81248" y="202879"/>
                        <a:pt x="81248" y="204213"/>
                      </a:cubicBezTo>
                      <a:cubicBezTo>
                        <a:pt x="81248" y="205927"/>
                        <a:pt x="80867" y="207451"/>
                        <a:pt x="80296" y="208594"/>
                      </a:cubicBezTo>
                      <a:lnTo>
                        <a:pt x="82296" y="210690"/>
                      </a:lnTo>
                      <a:lnTo>
                        <a:pt x="80296" y="210690"/>
                      </a:lnTo>
                      <a:cubicBezTo>
                        <a:pt x="80486" y="211833"/>
                        <a:pt x="80582" y="213166"/>
                        <a:pt x="80582" y="214595"/>
                      </a:cubicBezTo>
                      <a:cubicBezTo>
                        <a:pt x="80582" y="221643"/>
                        <a:pt x="77915" y="226311"/>
                        <a:pt x="72581" y="228597"/>
                      </a:cubicBezTo>
                      <a:cubicBezTo>
                        <a:pt x="66866" y="228025"/>
                        <a:pt x="61150" y="227644"/>
                        <a:pt x="55531" y="227263"/>
                      </a:cubicBezTo>
                      <a:cubicBezTo>
                        <a:pt x="48292" y="226597"/>
                        <a:pt x="43053" y="224596"/>
                        <a:pt x="39719" y="221263"/>
                      </a:cubicBezTo>
                      <a:cubicBezTo>
                        <a:pt x="40100" y="209356"/>
                        <a:pt x="39815" y="190592"/>
                        <a:pt x="38957" y="164874"/>
                      </a:cubicBezTo>
                      <a:lnTo>
                        <a:pt x="41815" y="161826"/>
                      </a:lnTo>
                      <a:cubicBezTo>
                        <a:pt x="40386" y="160588"/>
                        <a:pt x="39719" y="158969"/>
                        <a:pt x="39719" y="156874"/>
                      </a:cubicBezTo>
                      <a:cubicBezTo>
                        <a:pt x="39719" y="156016"/>
                        <a:pt x="40005" y="154492"/>
                        <a:pt x="40386" y="152492"/>
                      </a:cubicBezTo>
                      <a:cubicBezTo>
                        <a:pt x="40767" y="150397"/>
                        <a:pt x="40958" y="148968"/>
                        <a:pt x="40958" y="148015"/>
                      </a:cubicBezTo>
                      <a:cubicBezTo>
                        <a:pt x="40958" y="146015"/>
                        <a:pt x="40291" y="144300"/>
                        <a:pt x="38862" y="143157"/>
                      </a:cubicBezTo>
                      <a:lnTo>
                        <a:pt x="39624" y="120393"/>
                      </a:lnTo>
                      <a:cubicBezTo>
                        <a:pt x="40862" y="119535"/>
                        <a:pt x="41434" y="118392"/>
                        <a:pt x="41434" y="116773"/>
                      </a:cubicBezTo>
                      <a:cubicBezTo>
                        <a:pt x="41434" y="115630"/>
                        <a:pt x="40862" y="113630"/>
                        <a:pt x="39624" y="110963"/>
                      </a:cubicBezTo>
                      <a:cubicBezTo>
                        <a:pt x="38481" y="108296"/>
                        <a:pt x="37719" y="106391"/>
                        <a:pt x="37529" y="105439"/>
                      </a:cubicBezTo>
                      <a:cubicBezTo>
                        <a:pt x="39148" y="102676"/>
                        <a:pt x="39910" y="99342"/>
                        <a:pt x="39910" y="95342"/>
                      </a:cubicBezTo>
                      <a:cubicBezTo>
                        <a:pt x="39719" y="88484"/>
                        <a:pt x="39624" y="84769"/>
                        <a:pt x="39624" y="84198"/>
                      </a:cubicBezTo>
                      <a:cubicBezTo>
                        <a:pt x="41529" y="84198"/>
                        <a:pt x="42577" y="83912"/>
                        <a:pt x="42672" y="83436"/>
                      </a:cubicBezTo>
                      <a:cubicBezTo>
                        <a:pt x="42672" y="82388"/>
                        <a:pt x="42482" y="81816"/>
                        <a:pt x="41910" y="81626"/>
                      </a:cubicBezTo>
                      <a:lnTo>
                        <a:pt x="40100" y="81912"/>
                      </a:lnTo>
                      <a:cubicBezTo>
                        <a:pt x="39433" y="82102"/>
                        <a:pt x="38957" y="81912"/>
                        <a:pt x="38767" y="81340"/>
                      </a:cubicBezTo>
                      <a:cubicBezTo>
                        <a:pt x="38957" y="79626"/>
                        <a:pt x="39815" y="79149"/>
                        <a:pt x="41338" y="79912"/>
                      </a:cubicBezTo>
                      <a:cubicBezTo>
                        <a:pt x="42958" y="80674"/>
                        <a:pt x="44006" y="80483"/>
                        <a:pt x="44767" y="79245"/>
                      </a:cubicBezTo>
                      <a:lnTo>
                        <a:pt x="45529" y="82579"/>
                      </a:lnTo>
                      <a:cubicBezTo>
                        <a:pt x="46006" y="81912"/>
                        <a:pt x="46482" y="81531"/>
                        <a:pt x="47054" y="81531"/>
                      </a:cubicBezTo>
                      <a:cubicBezTo>
                        <a:pt x="47244" y="81531"/>
                        <a:pt x="47530" y="81721"/>
                        <a:pt x="48006" y="81912"/>
                      </a:cubicBezTo>
                      <a:cubicBezTo>
                        <a:pt x="48387" y="82198"/>
                        <a:pt x="48673" y="82293"/>
                        <a:pt x="48863" y="82293"/>
                      </a:cubicBezTo>
                      <a:cubicBezTo>
                        <a:pt x="49244" y="82293"/>
                        <a:pt x="49435" y="81721"/>
                        <a:pt x="49721" y="80483"/>
                      </a:cubicBezTo>
                      <a:lnTo>
                        <a:pt x="47625" y="78483"/>
                      </a:lnTo>
                      <a:cubicBezTo>
                        <a:pt x="48482" y="78578"/>
                        <a:pt x="49530" y="79340"/>
                        <a:pt x="50768" y="80483"/>
                      </a:cubicBezTo>
                      <a:cubicBezTo>
                        <a:pt x="51911" y="81721"/>
                        <a:pt x="52959" y="82388"/>
                        <a:pt x="53816" y="82579"/>
                      </a:cubicBezTo>
                      <a:cubicBezTo>
                        <a:pt x="53816" y="82198"/>
                        <a:pt x="54102" y="81721"/>
                        <a:pt x="54769" y="81055"/>
                      </a:cubicBezTo>
                      <a:cubicBezTo>
                        <a:pt x="55340" y="80388"/>
                        <a:pt x="55626" y="79816"/>
                        <a:pt x="55340" y="79245"/>
                      </a:cubicBezTo>
                      <a:lnTo>
                        <a:pt x="54292" y="79054"/>
                      </a:lnTo>
                      <a:cubicBezTo>
                        <a:pt x="54959" y="78864"/>
                        <a:pt x="55912" y="78102"/>
                        <a:pt x="56864" y="76864"/>
                      </a:cubicBezTo>
                      <a:cubicBezTo>
                        <a:pt x="57912" y="75530"/>
                        <a:pt x="58865" y="74863"/>
                        <a:pt x="59722" y="74863"/>
                      </a:cubicBezTo>
                      <a:cubicBezTo>
                        <a:pt x="60293" y="74863"/>
                        <a:pt x="60865" y="75149"/>
                        <a:pt x="61532" y="75625"/>
                      </a:cubicBezTo>
                      <a:lnTo>
                        <a:pt x="59436" y="73339"/>
                      </a:lnTo>
                      <a:cubicBezTo>
                        <a:pt x="60484" y="72768"/>
                        <a:pt x="60674" y="72101"/>
                        <a:pt x="60198" y="71244"/>
                      </a:cubicBezTo>
                      <a:cubicBezTo>
                        <a:pt x="58865" y="71434"/>
                        <a:pt x="57436" y="71530"/>
                        <a:pt x="56007" y="71530"/>
                      </a:cubicBezTo>
                      <a:cubicBezTo>
                        <a:pt x="54197" y="71530"/>
                        <a:pt x="51816" y="71149"/>
                        <a:pt x="49244" y="70482"/>
                      </a:cubicBezTo>
                      <a:cubicBezTo>
                        <a:pt x="45815" y="69434"/>
                        <a:pt x="43244" y="68767"/>
                        <a:pt x="41434" y="68386"/>
                      </a:cubicBezTo>
                      <a:lnTo>
                        <a:pt x="43529" y="73339"/>
                      </a:lnTo>
                      <a:lnTo>
                        <a:pt x="38576" y="73339"/>
                      </a:lnTo>
                      <a:lnTo>
                        <a:pt x="41434" y="72577"/>
                      </a:lnTo>
                      <a:cubicBezTo>
                        <a:pt x="40767" y="70577"/>
                        <a:pt x="40386" y="68100"/>
                        <a:pt x="40291" y="65052"/>
                      </a:cubicBezTo>
                      <a:cubicBezTo>
                        <a:pt x="40291" y="62005"/>
                        <a:pt x="39910" y="59814"/>
                        <a:pt x="39433" y="58671"/>
                      </a:cubicBezTo>
                      <a:cubicBezTo>
                        <a:pt x="38576" y="55908"/>
                        <a:pt x="39624" y="54194"/>
                        <a:pt x="42482" y="53527"/>
                      </a:cubicBezTo>
                      <a:cubicBezTo>
                        <a:pt x="39910" y="50765"/>
                        <a:pt x="38576" y="47146"/>
                        <a:pt x="38576" y="42955"/>
                      </a:cubicBezTo>
                      <a:cubicBezTo>
                        <a:pt x="38576" y="41049"/>
                        <a:pt x="38957" y="37906"/>
                        <a:pt x="39624" y="33620"/>
                      </a:cubicBezTo>
                      <a:cubicBezTo>
                        <a:pt x="40291" y="29334"/>
                        <a:pt x="40577" y="26000"/>
                        <a:pt x="40386" y="23809"/>
                      </a:cubicBezTo>
                      <a:cubicBezTo>
                        <a:pt x="47244" y="21904"/>
                        <a:pt x="55150" y="20952"/>
                        <a:pt x="64199" y="20952"/>
                      </a:cubicBezTo>
                      <a:cubicBezTo>
                        <a:pt x="68199" y="20952"/>
                        <a:pt x="71533" y="21238"/>
                        <a:pt x="74295" y="21714"/>
                      </a:cubicBezTo>
                      <a:lnTo>
                        <a:pt x="82106" y="27905"/>
                      </a:lnTo>
                      <a:lnTo>
                        <a:pt x="81344" y="28667"/>
                      </a:lnTo>
                      <a:cubicBezTo>
                        <a:pt x="83534" y="29715"/>
                        <a:pt x="85344" y="32001"/>
                        <a:pt x="86487" y="35620"/>
                      </a:cubicBezTo>
                      <a:lnTo>
                        <a:pt x="89345" y="44383"/>
                      </a:lnTo>
                      <a:cubicBezTo>
                        <a:pt x="92964" y="46765"/>
                        <a:pt x="95726" y="52384"/>
                        <a:pt x="97727" y="61242"/>
                      </a:cubicBezTo>
                      <a:cubicBezTo>
                        <a:pt x="99822" y="70006"/>
                        <a:pt x="102965" y="75816"/>
                        <a:pt x="107156" y="78578"/>
                      </a:cubicBezTo>
                      <a:cubicBezTo>
                        <a:pt x="108871" y="82579"/>
                        <a:pt x="110966" y="88770"/>
                        <a:pt x="113348" y="97152"/>
                      </a:cubicBezTo>
                      <a:cubicBezTo>
                        <a:pt x="114586" y="97152"/>
                        <a:pt x="115157" y="97438"/>
                        <a:pt x="115157" y="97914"/>
                      </a:cubicBezTo>
                      <a:cubicBezTo>
                        <a:pt x="115157" y="98295"/>
                        <a:pt x="114967" y="98676"/>
                        <a:pt x="114491" y="99342"/>
                      </a:cubicBezTo>
                      <a:cubicBezTo>
                        <a:pt x="114014" y="100009"/>
                        <a:pt x="113824" y="100390"/>
                        <a:pt x="113824" y="100771"/>
                      </a:cubicBezTo>
                      <a:cubicBezTo>
                        <a:pt x="113824" y="101343"/>
                        <a:pt x="114205" y="101724"/>
                        <a:pt x="114871" y="102105"/>
                      </a:cubicBezTo>
                      <a:cubicBezTo>
                        <a:pt x="119729" y="98199"/>
                        <a:pt x="122587" y="95723"/>
                        <a:pt x="123444" y="94866"/>
                      </a:cubicBezTo>
                      <a:cubicBezTo>
                        <a:pt x="126016" y="92389"/>
                        <a:pt x="128111" y="89627"/>
                        <a:pt x="129921" y="86293"/>
                      </a:cubicBezTo>
                      <a:lnTo>
                        <a:pt x="126016" y="84198"/>
                      </a:lnTo>
                      <a:cubicBezTo>
                        <a:pt x="126016" y="83341"/>
                        <a:pt x="127445" y="82579"/>
                        <a:pt x="130302" y="81912"/>
                      </a:cubicBezTo>
                      <a:cubicBezTo>
                        <a:pt x="133160" y="81245"/>
                        <a:pt x="134684" y="79721"/>
                        <a:pt x="134874" y="77530"/>
                      </a:cubicBezTo>
                      <a:cubicBezTo>
                        <a:pt x="134017" y="76482"/>
                        <a:pt x="133636" y="75435"/>
                        <a:pt x="133636" y="74482"/>
                      </a:cubicBezTo>
                      <a:cubicBezTo>
                        <a:pt x="133636" y="73339"/>
                        <a:pt x="134874" y="71530"/>
                        <a:pt x="137255" y="69148"/>
                      </a:cubicBezTo>
                      <a:cubicBezTo>
                        <a:pt x="139637" y="66767"/>
                        <a:pt x="140970" y="64957"/>
                        <a:pt x="141065" y="63624"/>
                      </a:cubicBezTo>
                      <a:lnTo>
                        <a:pt x="139827" y="62862"/>
                      </a:lnTo>
                      <a:cubicBezTo>
                        <a:pt x="141161" y="61719"/>
                        <a:pt x="142494" y="59623"/>
                        <a:pt x="143923" y="56671"/>
                      </a:cubicBezTo>
                      <a:cubicBezTo>
                        <a:pt x="142970" y="56099"/>
                        <a:pt x="142399" y="55432"/>
                        <a:pt x="142399" y="54575"/>
                      </a:cubicBezTo>
                      <a:cubicBezTo>
                        <a:pt x="142399" y="54194"/>
                        <a:pt x="142685" y="53527"/>
                        <a:pt x="143161" y="52670"/>
                      </a:cubicBezTo>
                      <a:cubicBezTo>
                        <a:pt x="143637" y="51717"/>
                        <a:pt x="143923" y="51051"/>
                        <a:pt x="143923" y="50670"/>
                      </a:cubicBezTo>
                      <a:cubicBezTo>
                        <a:pt x="144685" y="51051"/>
                        <a:pt x="145256" y="51146"/>
                        <a:pt x="145733" y="51146"/>
                      </a:cubicBezTo>
                      <a:cubicBezTo>
                        <a:pt x="146780" y="51146"/>
                        <a:pt x="147542" y="49908"/>
                        <a:pt x="148209" y="47241"/>
                      </a:cubicBezTo>
                      <a:cubicBezTo>
                        <a:pt x="148781" y="44669"/>
                        <a:pt x="150019" y="43240"/>
                        <a:pt x="151924" y="42859"/>
                      </a:cubicBezTo>
                      <a:cubicBezTo>
                        <a:pt x="151543" y="42192"/>
                        <a:pt x="151448" y="41431"/>
                        <a:pt x="151448" y="40478"/>
                      </a:cubicBezTo>
                      <a:cubicBezTo>
                        <a:pt x="151448" y="38478"/>
                        <a:pt x="152971" y="35525"/>
                        <a:pt x="156020" y="31620"/>
                      </a:cubicBezTo>
                      <a:lnTo>
                        <a:pt x="154019" y="29619"/>
                      </a:lnTo>
                      <a:cubicBezTo>
                        <a:pt x="154496" y="28572"/>
                        <a:pt x="154781" y="28000"/>
                        <a:pt x="154781" y="27810"/>
                      </a:cubicBezTo>
                      <a:cubicBezTo>
                        <a:pt x="155734" y="29048"/>
                        <a:pt x="156877" y="29619"/>
                        <a:pt x="157925" y="29619"/>
                      </a:cubicBezTo>
                      <a:cubicBezTo>
                        <a:pt x="158972" y="29619"/>
                        <a:pt x="160496" y="28096"/>
                        <a:pt x="162687" y="25143"/>
                      </a:cubicBezTo>
                      <a:cubicBezTo>
                        <a:pt x="164783" y="22095"/>
                        <a:pt x="166783" y="20666"/>
                        <a:pt x="168783" y="20857"/>
                      </a:cubicBezTo>
                      <a:cubicBezTo>
                        <a:pt x="182023" y="20190"/>
                        <a:pt x="192024" y="21333"/>
                        <a:pt x="198787" y="24476"/>
                      </a:cubicBezTo>
                      <a:cubicBezTo>
                        <a:pt x="200025" y="33239"/>
                        <a:pt x="200596" y="39335"/>
                        <a:pt x="200596" y="42859"/>
                      </a:cubicBezTo>
                      <a:cubicBezTo>
                        <a:pt x="200596" y="47717"/>
                        <a:pt x="200025" y="52194"/>
                        <a:pt x="198787" y="56575"/>
                      </a:cubicBezTo>
                      <a:lnTo>
                        <a:pt x="201644" y="58671"/>
                      </a:lnTo>
                      <a:cubicBezTo>
                        <a:pt x="200120" y="76768"/>
                        <a:pt x="199358" y="99724"/>
                        <a:pt x="199549" y="127727"/>
                      </a:cubicBezTo>
                      <a:lnTo>
                        <a:pt x="199549" y="198593"/>
                      </a:lnTo>
                      <a:close/>
                      <a:moveTo>
                        <a:pt x="49721" y="95532"/>
                      </a:moveTo>
                      <a:lnTo>
                        <a:pt x="49721" y="93437"/>
                      </a:lnTo>
                      <a:lnTo>
                        <a:pt x="45529" y="95532"/>
                      </a:lnTo>
                      <a:lnTo>
                        <a:pt x="49721" y="95532"/>
                      </a:lnTo>
                      <a:close/>
                      <a:moveTo>
                        <a:pt x="54388" y="79245"/>
                      </a:moveTo>
                      <a:cubicBezTo>
                        <a:pt x="53721" y="79245"/>
                        <a:pt x="53054" y="79054"/>
                        <a:pt x="52578" y="78768"/>
                      </a:cubicBezTo>
                      <a:lnTo>
                        <a:pt x="54388" y="79245"/>
                      </a:lnTo>
                      <a:close/>
                      <a:moveTo>
                        <a:pt x="55436" y="28000"/>
                      </a:moveTo>
                      <a:lnTo>
                        <a:pt x="54674" y="31906"/>
                      </a:lnTo>
                      <a:lnTo>
                        <a:pt x="56769" y="31906"/>
                      </a:lnTo>
                      <a:lnTo>
                        <a:pt x="55436" y="28000"/>
                      </a:lnTo>
                      <a:close/>
                      <a:moveTo>
                        <a:pt x="62389" y="40668"/>
                      </a:moveTo>
                      <a:cubicBezTo>
                        <a:pt x="62389" y="40668"/>
                        <a:pt x="63151" y="40288"/>
                        <a:pt x="63722" y="39621"/>
                      </a:cubicBezTo>
                      <a:cubicBezTo>
                        <a:pt x="63151" y="40192"/>
                        <a:pt x="62675" y="40478"/>
                        <a:pt x="62389" y="40668"/>
                      </a:cubicBezTo>
                      <a:cubicBezTo>
                        <a:pt x="61913" y="40668"/>
                        <a:pt x="61150" y="40383"/>
                        <a:pt x="60198" y="39716"/>
                      </a:cubicBezTo>
                      <a:cubicBezTo>
                        <a:pt x="59246" y="39144"/>
                        <a:pt x="58483" y="38859"/>
                        <a:pt x="58007" y="38859"/>
                      </a:cubicBezTo>
                      <a:cubicBezTo>
                        <a:pt x="57531" y="38859"/>
                        <a:pt x="57055" y="39144"/>
                        <a:pt x="56674" y="39621"/>
                      </a:cubicBezTo>
                      <a:cubicBezTo>
                        <a:pt x="58579" y="41240"/>
                        <a:pt x="60484" y="41526"/>
                        <a:pt x="62389" y="40668"/>
                      </a:cubicBezTo>
                      <a:close/>
                      <a:moveTo>
                        <a:pt x="76676" y="84388"/>
                      </a:moveTo>
                      <a:cubicBezTo>
                        <a:pt x="76676" y="84388"/>
                        <a:pt x="77438" y="83245"/>
                        <a:pt x="77438" y="81531"/>
                      </a:cubicBezTo>
                      <a:cubicBezTo>
                        <a:pt x="75914" y="80007"/>
                        <a:pt x="74962" y="79340"/>
                        <a:pt x="74676" y="79435"/>
                      </a:cubicBezTo>
                      <a:cubicBezTo>
                        <a:pt x="74009" y="80007"/>
                        <a:pt x="73628" y="80578"/>
                        <a:pt x="73628" y="81245"/>
                      </a:cubicBezTo>
                      <a:cubicBezTo>
                        <a:pt x="73628" y="83341"/>
                        <a:pt x="74676" y="84293"/>
                        <a:pt x="76771" y="84293"/>
                      </a:cubicBezTo>
                      <a:close/>
                      <a:moveTo>
                        <a:pt x="76676" y="34763"/>
                      </a:moveTo>
                      <a:cubicBezTo>
                        <a:pt x="75629" y="35049"/>
                        <a:pt x="74962" y="35906"/>
                        <a:pt x="74581" y="37144"/>
                      </a:cubicBezTo>
                      <a:cubicBezTo>
                        <a:pt x="74104" y="38382"/>
                        <a:pt x="74104" y="39144"/>
                        <a:pt x="74581" y="39716"/>
                      </a:cubicBezTo>
                      <a:lnTo>
                        <a:pt x="76676" y="34763"/>
                      </a:lnTo>
                      <a:close/>
                      <a:moveTo>
                        <a:pt x="77438" y="52860"/>
                      </a:moveTo>
                      <a:cubicBezTo>
                        <a:pt x="78772" y="50956"/>
                        <a:pt x="79534" y="49908"/>
                        <a:pt x="79534" y="49813"/>
                      </a:cubicBezTo>
                      <a:lnTo>
                        <a:pt x="77438" y="49813"/>
                      </a:lnTo>
                      <a:lnTo>
                        <a:pt x="77438" y="52860"/>
                      </a:lnTo>
                      <a:close/>
                      <a:moveTo>
                        <a:pt x="84201" y="23905"/>
                      </a:moveTo>
                      <a:cubicBezTo>
                        <a:pt x="83629" y="24095"/>
                        <a:pt x="83058" y="24095"/>
                        <a:pt x="82391" y="23905"/>
                      </a:cubicBezTo>
                      <a:lnTo>
                        <a:pt x="84201" y="23905"/>
                      </a:lnTo>
                      <a:close/>
                      <a:moveTo>
                        <a:pt x="84201" y="23905"/>
                      </a:moveTo>
                      <a:lnTo>
                        <a:pt x="86487" y="23142"/>
                      </a:lnTo>
                      <a:cubicBezTo>
                        <a:pt x="86487" y="23619"/>
                        <a:pt x="85725" y="23905"/>
                        <a:pt x="84201" y="23905"/>
                      </a:cubicBezTo>
                      <a:close/>
                      <a:moveTo>
                        <a:pt x="88583" y="125536"/>
                      </a:moveTo>
                      <a:lnTo>
                        <a:pt x="94488" y="123536"/>
                      </a:lnTo>
                      <a:lnTo>
                        <a:pt x="89630" y="123536"/>
                      </a:lnTo>
                      <a:lnTo>
                        <a:pt x="88583" y="125536"/>
                      </a:lnTo>
                      <a:close/>
                      <a:moveTo>
                        <a:pt x="91154" y="1140"/>
                      </a:moveTo>
                      <a:cubicBezTo>
                        <a:pt x="90583" y="1140"/>
                        <a:pt x="90107" y="1140"/>
                        <a:pt x="89630" y="1140"/>
                      </a:cubicBezTo>
                      <a:lnTo>
                        <a:pt x="91154" y="1140"/>
                      </a:lnTo>
                      <a:close/>
                      <a:moveTo>
                        <a:pt x="91154" y="1140"/>
                      </a:moveTo>
                      <a:cubicBezTo>
                        <a:pt x="91154" y="1140"/>
                        <a:pt x="91726" y="854"/>
                        <a:pt x="92392" y="473"/>
                      </a:cubicBezTo>
                      <a:cubicBezTo>
                        <a:pt x="93059" y="-3"/>
                        <a:pt x="93631" y="-99"/>
                        <a:pt x="93917" y="92"/>
                      </a:cubicBezTo>
                      <a:cubicBezTo>
                        <a:pt x="94393" y="92"/>
                        <a:pt x="94869" y="473"/>
                        <a:pt x="95155" y="1140"/>
                      </a:cubicBezTo>
                      <a:lnTo>
                        <a:pt x="91059" y="1140"/>
                      </a:lnTo>
                      <a:close/>
                      <a:moveTo>
                        <a:pt x="98679" y="145443"/>
                      </a:moveTo>
                      <a:lnTo>
                        <a:pt x="98679" y="142015"/>
                      </a:lnTo>
                      <a:lnTo>
                        <a:pt x="96583" y="142015"/>
                      </a:lnTo>
                      <a:lnTo>
                        <a:pt x="98679" y="145443"/>
                      </a:lnTo>
                      <a:close/>
                      <a:moveTo>
                        <a:pt x="102299" y="146206"/>
                      </a:moveTo>
                      <a:cubicBezTo>
                        <a:pt x="104394" y="146872"/>
                        <a:pt x="105728" y="146206"/>
                        <a:pt x="106490" y="144110"/>
                      </a:cubicBezTo>
                      <a:cubicBezTo>
                        <a:pt x="104870" y="144110"/>
                        <a:pt x="103918" y="143824"/>
                        <a:pt x="103632" y="143348"/>
                      </a:cubicBezTo>
                      <a:lnTo>
                        <a:pt x="104394" y="142015"/>
                      </a:lnTo>
                      <a:lnTo>
                        <a:pt x="102299" y="142015"/>
                      </a:lnTo>
                      <a:lnTo>
                        <a:pt x="102299" y="146206"/>
                      </a:lnTo>
                      <a:close/>
                      <a:moveTo>
                        <a:pt x="112395" y="71434"/>
                      </a:moveTo>
                      <a:cubicBezTo>
                        <a:pt x="111538" y="71434"/>
                        <a:pt x="110585" y="70767"/>
                        <a:pt x="109347" y="69624"/>
                      </a:cubicBezTo>
                      <a:cubicBezTo>
                        <a:pt x="108204" y="68482"/>
                        <a:pt x="107252" y="67815"/>
                        <a:pt x="106394" y="67815"/>
                      </a:cubicBezTo>
                      <a:lnTo>
                        <a:pt x="112300" y="65719"/>
                      </a:lnTo>
                      <a:lnTo>
                        <a:pt x="112300" y="71434"/>
                      </a:lnTo>
                      <a:close/>
                      <a:moveTo>
                        <a:pt x="110395" y="127060"/>
                      </a:moveTo>
                      <a:cubicBezTo>
                        <a:pt x="109823" y="126489"/>
                        <a:pt x="109538" y="126203"/>
                        <a:pt x="109347" y="126203"/>
                      </a:cubicBezTo>
                      <a:cubicBezTo>
                        <a:pt x="109157" y="125536"/>
                        <a:pt x="109823" y="124298"/>
                        <a:pt x="111347" y="122583"/>
                      </a:cubicBezTo>
                      <a:cubicBezTo>
                        <a:pt x="112871" y="120964"/>
                        <a:pt x="113633" y="119821"/>
                        <a:pt x="113729" y="119250"/>
                      </a:cubicBezTo>
                      <a:cubicBezTo>
                        <a:pt x="111824" y="119250"/>
                        <a:pt x="110490" y="120012"/>
                        <a:pt x="109442" y="121441"/>
                      </a:cubicBezTo>
                      <a:cubicBezTo>
                        <a:pt x="108490" y="122965"/>
                        <a:pt x="108204" y="124489"/>
                        <a:pt x="108585" y="126203"/>
                      </a:cubicBezTo>
                      <a:cubicBezTo>
                        <a:pt x="108871" y="125917"/>
                        <a:pt x="109157" y="125917"/>
                        <a:pt x="109347" y="126203"/>
                      </a:cubicBezTo>
                      <a:cubicBezTo>
                        <a:pt x="109347" y="126584"/>
                        <a:pt x="109633" y="126774"/>
                        <a:pt x="110395" y="127060"/>
                      </a:cubicBezTo>
                      <a:close/>
                      <a:moveTo>
                        <a:pt x="112395" y="60862"/>
                      </a:moveTo>
                      <a:cubicBezTo>
                        <a:pt x="111538" y="61242"/>
                        <a:pt x="110681" y="60957"/>
                        <a:pt x="109919" y="60195"/>
                      </a:cubicBezTo>
                      <a:cubicBezTo>
                        <a:pt x="109157" y="59433"/>
                        <a:pt x="109061" y="58671"/>
                        <a:pt x="109538" y="58004"/>
                      </a:cubicBezTo>
                      <a:lnTo>
                        <a:pt x="112395" y="58004"/>
                      </a:lnTo>
                      <a:lnTo>
                        <a:pt x="112395" y="60862"/>
                      </a:lnTo>
                      <a:close/>
                      <a:moveTo>
                        <a:pt x="121444" y="76673"/>
                      </a:moveTo>
                      <a:cubicBezTo>
                        <a:pt x="118015" y="77911"/>
                        <a:pt x="115633" y="77911"/>
                        <a:pt x="114395" y="76673"/>
                      </a:cubicBezTo>
                      <a:lnTo>
                        <a:pt x="116491" y="73625"/>
                      </a:lnTo>
                      <a:lnTo>
                        <a:pt x="121444" y="76673"/>
                      </a:lnTo>
                      <a:close/>
                      <a:moveTo>
                        <a:pt x="118586" y="56004"/>
                      </a:moveTo>
                      <a:cubicBezTo>
                        <a:pt x="118205" y="56480"/>
                        <a:pt x="117158" y="56766"/>
                        <a:pt x="115253" y="56766"/>
                      </a:cubicBezTo>
                      <a:lnTo>
                        <a:pt x="115253" y="52860"/>
                      </a:lnTo>
                      <a:lnTo>
                        <a:pt x="118586" y="56004"/>
                      </a:lnTo>
                      <a:close/>
                      <a:moveTo>
                        <a:pt x="118110" y="113440"/>
                      </a:moveTo>
                      <a:lnTo>
                        <a:pt x="123539" y="113440"/>
                      </a:lnTo>
                      <a:cubicBezTo>
                        <a:pt x="123539" y="111725"/>
                        <a:pt x="123158" y="110868"/>
                        <a:pt x="122492" y="110868"/>
                      </a:cubicBezTo>
                      <a:cubicBezTo>
                        <a:pt x="122682" y="110868"/>
                        <a:pt x="121158" y="111725"/>
                        <a:pt x="118110" y="113440"/>
                      </a:cubicBezTo>
                      <a:lnTo>
                        <a:pt x="116586" y="113440"/>
                      </a:lnTo>
                      <a:cubicBezTo>
                        <a:pt x="116967" y="114106"/>
                        <a:pt x="117443" y="114106"/>
                        <a:pt x="118110" y="113440"/>
                      </a:cubicBezTo>
                      <a:close/>
                      <a:moveTo>
                        <a:pt x="116586" y="144205"/>
                      </a:moveTo>
                      <a:cubicBezTo>
                        <a:pt x="117634" y="144396"/>
                        <a:pt x="118586" y="143634"/>
                        <a:pt x="119444" y="142015"/>
                      </a:cubicBezTo>
                      <a:cubicBezTo>
                        <a:pt x="120396" y="140395"/>
                        <a:pt x="120587" y="139157"/>
                        <a:pt x="120206" y="138300"/>
                      </a:cubicBezTo>
                      <a:cubicBezTo>
                        <a:pt x="119158" y="138490"/>
                        <a:pt x="118396" y="139348"/>
                        <a:pt x="118015" y="140967"/>
                      </a:cubicBezTo>
                      <a:cubicBezTo>
                        <a:pt x="117538" y="142586"/>
                        <a:pt x="117158" y="143729"/>
                        <a:pt x="116586" y="144205"/>
                      </a:cubicBezTo>
                      <a:close/>
                      <a:moveTo>
                        <a:pt x="121539" y="48003"/>
                      </a:moveTo>
                      <a:lnTo>
                        <a:pt x="118682" y="49813"/>
                      </a:lnTo>
                      <a:lnTo>
                        <a:pt x="117443" y="48003"/>
                      </a:lnTo>
                      <a:lnTo>
                        <a:pt x="121539" y="48003"/>
                      </a:lnTo>
                      <a:close/>
                      <a:moveTo>
                        <a:pt x="124396" y="34001"/>
                      </a:moveTo>
                      <a:lnTo>
                        <a:pt x="124396" y="34763"/>
                      </a:lnTo>
                      <a:lnTo>
                        <a:pt x="121539" y="30953"/>
                      </a:lnTo>
                      <a:lnTo>
                        <a:pt x="124396" y="34001"/>
                      </a:lnTo>
                      <a:close/>
                      <a:moveTo>
                        <a:pt x="124396" y="107248"/>
                      </a:moveTo>
                      <a:lnTo>
                        <a:pt x="124396" y="105724"/>
                      </a:lnTo>
                      <a:cubicBezTo>
                        <a:pt x="123920" y="104867"/>
                        <a:pt x="122873" y="104486"/>
                        <a:pt x="121539" y="104486"/>
                      </a:cubicBezTo>
                      <a:lnTo>
                        <a:pt x="124396" y="107248"/>
                      </a:lnTo>
                      <a:close/>
                      <a:moveTo>
                        <a:pt x="132398" y="70767"/>
                      </a:moveTo>
                      <a:lnTo>
                        <a:pt x="131350" y="71530"/>
                      </a:lnTo>
                      <a:lnTo>
                        <a:pt x="129254" y="66576"/>
                      </a:lnTo>
                      <a:lnTo>
                        <a:pt x="132302" y="70767"/>
                      </a:lnTo>
                      <a:close/>
                      <a:moveTo>
                        <a:pt x="132398" y="107248"/>
                      </a:moveTo>
                      <a:cubicBezTo>
                        <a:pt x="133160" y="107248"/>
                        <a:pt x="134779" y="107724"/>
                        <a:pt x="137350" y="108582"/>
                      </a:cubicBezTo>
                      <a:lnTo>
                        <a:pt x="136493" y="105724"/>
                      </a:lnTo>
                      <a:lnTo>
                        <a:pt x="132302" y="107248"/>
                      </a:lnTo>
                      <a:close/>
                      <a:moveTo>
                        <a:pt x="139351" y="58099"/>
                      </a:moveTo>
                      <a:lnTo>
                        <a:pt x="138589" y="58861"/>
                      </a:lnTo>
                      <a:lnTo>
                        <a:pt x="135255" y="56004"/>
                      </a:lnTo>
                      <a:cubicBezTo>
                        <a:pt x="136303" y="56004"/>
                        <a:pt x="137636" y="56671"/>
                        <a:pt x="139351" y="58099"/>
                      </a:cubicBezTo>
                      <a:close/>
                      <a:moveTo>
                        <a:pt x="140208" y="94580"/>
                      </a:moveTo>
                      <a:lnTo>
                        <a:pt x="140208" y="93532"/>
                      </a:lnTo>
                      <a:lnTo>
                        <a:pt x="137350" y="97438"/>
                      </a:lnTo>
                      <a:lnTo>
                        <a:pt x="140208" y="94580"/>
                      </a:lnTo>
                      <a:close/>
                      <a:moveTo>
                        <a:pt x="145066" y="65910"/>
                      </a:moveTo>
                      <a:lnTo>
                        <a:pt x="145066" y="63814"/>
                      </a:lnTo>
                      <a:lnTo>
                        <a:pt x="143446" y="67910"/>
                      </a:lnTo>
                      <a:lnTo>
                        <a:pt x="145066" y="65815"/>
                      </a:lnTo>
                      <a:close/>
                      <a:moveTo>
                        <a:pt x="154400" y="59718"/>
                      </a:moveTo>
                      <a:lnTo>
                        <a:pt x="156400" y="59718"/>
                      </a:lnTo>
                      <a:cubicBezTo>
                        <a:pt x="155353" y="57528"/>
                        <a:pt x="153638" y="55908"/>
                        <a:pt x="151257" y="54861"/>
                      </a:cubicBezTo>
                      <a:lnTo>
                        <a:pt x="155162" y="59052"/>
                      </a:lnTo>
                      <a:lnTo>
                        <a:pt x="154400" y="59814"/>
                      </a:lnTo>
                      <a:close/>
                      <a:moveTo>
                        <a:pt x="151257" y="107343"/>
                      </a:moveTo>
                      <a:lnTo>
                        <a:pt x="154400" y="104581"/>
                      </a:lnTo>
                      <a:lnTo>
                        <a:pt x="151257" y="104581"/>
                      </a:lnTo>
                      <a:lnTo>
                        <a:pt x="151257" y="107343"/>
                      </a:lnTo>
                      <a:close/>
                      <a:moveTo>
                        <a:pt x="162116" y="80959"/>
                      </a:moveTo>
                      <a:cubicBezTo>
                        <a:pt x="163640" y="80769"/>
                        <a:pt x="165163" y="80674"/>
                        <a:pt x="166688" y="80483"/>
                      </a:cubicBezTo>
                      <a:cubicBezTo>
                        <a:pt x="168212" y="80388"/>
                        <a:pt x="169164" y="79054"/>
                        <a:pt x="169926" y="76864"/>
                      </a:cubicBezTo>
                      <a:cubicBezTo>
                        <a:pt x="169640" y="77244"/>
                        <a:pt x="166973" y="78578"/>
                        <a:pt x="162211" y="80959"/>
                      </a:cubicBezTo>
                      <a:close/>
                      <a:moveTo>
                        <a:pt x="171164" y="31048"/>
                      </a:moveTo>
                      <a:lnTo>
                        <a:pt x="175070" y="32001"/>
                      </a:lnTo>
                      <a:cubicBezTo>
                        <a:pt x="173736" y="29619"/>
                        <a:pt x="172974" y="28381"/>
                        <a:pt x="172974" y="28096"/>
                      </a:cubicBezTo>
                      <a:lnTo>
                        <a:pt x="171164" y="30953"/>
                      </a:lnTo>
                      <a:close/>
                      <a:moveTo>
                        <a:pt x="172021" y="9331"/>
                      </a:moveTo>
                      <a:lnTo>
                        <a:pt x="174308" y="8283"/>
                      </a:lnTo>
                      <a:cubicBezTo>
                        <a:pt x="175165" y="7902"/>
                        <a:pt x="175832" y="8283"/>
                        <a:pt x="176403" y="9331"/>
                      </a:cubicBezTo>
                      <a:lnTo>
                        <a:pt x="172021" y="933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 name="Google Shape;865;p99"/>
                <p:cNvSpPr/>
                <p:nvPr/>
              </p:nvSpPr>
              <p:spPr>
                <a:xfrm>
                  <a:off x="4327302" y="4076700"/>
                  <a:ext cx="160496" cy="210311"/>
                </a:xfrm>
                <a:custGeom>
                  <a:avLst/>
                  <a:gdLst/>
                  <a:ahLst/>
                  <a:cxnLst/>
                  <a:rect l="l" t="t" r="r" b="b"/>
                  <a:pathLst>
                    <a:path w="160496" h="210311" extrusionOk="0">
                      <a:moveTo>
                        <a:pt x="141637" y="168212"/>
                      </a:moveTo>
                      <a:cubicBezTo>
                        <a:pt x="145066" y="170497"/>
                        <a:pt x="146971" y="174117"/>
                        <a:pt x="147352" y="179356"/>
                      </a:cubicBezTo>
                      <a:cubicBezTo>
                        <a:pt x="147447" y="183832"/>
                        <a:pt x="147638" y="188214"/>
                        <a:pt x="147638" y="192500"/>
                      </a:cubicBezTo>
                      <a:cubicBezTo>
                        <a:pt x="147733" y="194977"/>
                        <a:pt x="148114" y="197072"/>
                        <a:pt x="148685" y="198691"/>
                      </a:cubicBezTo>
                      <a:cubicBezTo>
                        <a:pt x="143828" y="206502"/>
                        <a:pt x="135731" y="210312"/>
                        <a:pt x="124396" y="210312"/>
                      </a:cubicBezTo>
                      <a:cubicBezTo>
                        <a:pt x="121063" y="210312"/>
                        <a:pt x="116015" y="209931"/>
                        <a:pt x="108966" y="209360"/>
                      </a:cubicBezTo>
                      <a:cubicBezTo>
                        <a:pt x="102013" y="208693"/>
                        <a:pt x="96774" y="208312"/>
                        <a:pt x="93250" y="208312"/>
                      </a:cubicBezTo>
                      <a:cubicBezTo>
                        <a:pt x="89725" y="208312"/>
                        <a:pt x="86487" y="208502"/>
                        <a:pt x="83725" y="208788"/>
                      </a:cubicBezTo>
                      <a:lnTo>
                        <a:pt x="24765" y="208788"/>
                      </a:lnTo>
                      <a:lnTo>
                        <a:pt x="24765" y="208026"/>
                      </a:lnTo>
                      <a:cubicBezTo>
                        <a:pt x="22765" y="206788"/>
                        <a:pt x="19050" y="206597"/>
                        <a:pt x="13907" y="207454"/>
                      </a:cubicBezTo>
                      <a:cubicBezTo>
                        <a:pt x="8763" y="208312"/>
                        <a:pt x="4763" y="207836"/>
                        <a:pt x="2096" y="205930"/>
                      </a:cubicBezTo>
                      <a:cubicBezTo>
                        <a:pt x="2953" y="181261"/>
                        <a:pt x="3429" y="156877"/>
                        <a:pt x="3429" y="132683"/>
                      </a:cubicBezTo>
                      <a:cubicBezTo>
                        <a:pt x="3429" y="108490"/>
                        <a:pt x="2953" y="84106"/>
                        <a:pt x="2096" y="59531"/>
                      </a:cubicBezTo>
                      <a:cubicBezTo>
                        <a:pt x="3143" y="60198"/>
                        <a:pt x="3810" y="60484"/>
                        <a:pt x="4191" y="60293"/>
                      </a:cubicBezTo>
                      <a:lnTo>
                        <a:pt x="4953" y="59531"/>
                      </a:lnTo>
                      <a:cubicBezTo>
                        <a:pt x="5048" y="58484"/>
                        <a:pt x="4667" y="57721"/>
                        <a:pt x="3620" y="57340"/>
                      </a:cubicBezTo>
                      <a:cubicBezTo>
                        <a:pt x="2572" y="56960"/>
                        <a:pt x="2096" y="56579"/>
                        <a:pt x="2096" y="56388"/>
                      </a:cubicBezTo>
                      <a:cubicBezTo>
                        <a:pt x="2096" y="56007"/>
                        <a:pt x="2477" y="55436"/>
                        <a:pt x="3429" y="54578"/>
                      </a:cubicBezTo>
                      <a:cubicBezTo>
                        <a:pt x="3429" y="56102"/>
                        <a:pt x="3620" y="57150"/>
                        <a:pt x="4191" y="57436"/>
                      </a:cubicBezTo>
                      <a:cubicBezTo>
                        <a:pt x="5905" y="57245"/>
                        <a:pt x="6382" y="56293"/>
                        <a:pt x="5620" y="54483"/>
                      </a:cubicBezTo>
                      <a:cubicBezTo>
                        <a:pt x="4858" y="52673"/>
                        <a:pt x="5048" y="51626"/>
                        <a:pt x="6287" y="51245"/>
                      </a:cubicBezTo>
                      <a:cubicBezTo>
                        <a:pt x="6096" y="51626"/>
                        <a:pt x="6001" y="51911"/>
                        <a:pt x="6001" y="52292"/>
                      </a:cubicBezTo>
                      <a:cubicBezTo>
                        <a:pt x="6001" y="52959"/>
                        <a:pt x="6477" y="53626"/>
                        <a:pt x="7429" y="54483"/>
                      </a:cubicBezTo>
                      <a:cubicBezTo>
                        <a:pt x="8287" y="55245"/>
                        <a:pt x="8858" y="55816"/>
                        <a:pt x="9049" y="56102"/>
                      </a:cubicBezTo>
                      <a:lnTo>
                        <a:pt x="13240" y="55340"/>
                      </a:lnTo>
                      <a:lnTo>
                        <a:pt x="9049" y="52483"/>
                      </a:lnTo>
                      <a:lnTo>
                        <a:pt x="13240" y="50387"/>
                      </a:lnTo>
                      <a:cubicBezTo>
                        <a:pt x="13240" y="50387"/>
                        <a:pt x="12002" y="49244"/>
                        <a:pt x="10192" y="47244"/>
                      </a:cubicBezTo>
                      <a:cubicBezTo>
                        <a:pt x="8763" y="46101"/>
                        <a:pt x="7715" y="45434"/>
                        <a:pt x="6763" y="45434"/>
                      </a:cubicBezTo>
                      <a:cubicBezTo>
                        <a:pt x="5715" y="45434"/>
                        <a:pt x="4858" y="46101"/>
                        <a:pt x="4191" y="47530"/>
                      </a:cubicBezTo>
                      <a:cubicBezTo>
                        <a:pt x="2953" y="46863"/>
                        <a:pt x="2381" y="46196"/>
                        <a:pt x="2381" y="45434"/>
                      </a:cubicBezTo>
                      <a:cubicBezTo>
                        <a:pt x="2381" y="45053"/>
                        <a:pt x="3048" y="44291"/>
                        <a:pt x="4477" y="43244"/>
                      </a:cubicBezTo>
                      <a:cubicBezTo>
                        <a:pt x="5905" y="42196"/>
                        <a:pt x="6477" y="41148"/>
                        <a:pt x="6287" y="40291"/>
                      </a:cubicBezTo>
                      <a:lnTo>
                        <a:pt x="8382" y="42386"/>
                      </a:lnTo>
                      <a:lnTo>
                        <a:pt x="9716" y="40862"/>
                      </a:lnTo>
                      <a:cubicBezTo>
                        <a:pt x="10192" y="41338"/>
                        <a:pt x="10763" y="41624"/>
                        <a:pt x="11525" y="41624"/>
                      </a:cubicBezTo>
                      <a:cubicBezTo>
                        <a:pt x="12383" y="41624"/>
                        <a:pt x="13716" y="41148"/>
                        <a:pt x="15526" y="40291"/>
                      </a:cubicBezTo>
                      <a:cubicBezTo>
                        <a:pt x="17336" y="39434"/>
                        <a:pt x="18764" y="39053"/>
                        <a:pt x="19526" y="39053"/>
                      </a:cubicBezTo>
                      <a:cubicBezTo>
                        <a:pt x="20574" y="39053"/>
                        <a:pt x="21336" y="39434"/>
                        <a:pt x="22098" y="40291"/>
                      </a:cubicBezTo>
                      <a:lnTo>
                        <a:pt x="23432" y="39529"/>
                      </a:lnTo>
                      <a:cubicBezTo>
                        <a:pt x="23241" y="37910"/>
                        <a:pt x="22288" y="36862"/>
                        <a:pt x="20383" y="36290"/>
                      </a:cubicBezTo>
                      <a:cubicBezTo>
                        <a:pt x="18574" y="35719"/>
                        <a:pt x="17526" y="35147"/>
                        <a:pt x="17145" y="34576"/>
                      </a:cubicBezTo>
                      <a:cubicBezTo>
                        <a:pt x="14383" y="34385"/>
                        <a:pt x="11049" y="34385"/>
                        <a:pt x="7049" y="34576"/>
                      </a:cubicBezTo>
                      <a:cubicBezTo>
                        <a:pt x="6667" y="35433"/>
                        <a:pt x="6382" y="35909"/>
                        <a:pt x="6001" y="35909"/>
                      </a:cubicBezTo>
                      <a:cubicBezTo>
                        <a:pt x="5334" y="35433"/>
                        <a:pt x="4763" y="35147"/>
                        <a:pt x="4477" y="35147"/>
                      </a:cubicBezTo>
                      <a:cubicBezTo>
                        <a:pt x="4191" y="35147"/>
                        <a:pt x="3810" y="35147"/>
                        <a:pt x="3429" y="35338"/>
                      </a:cubicBezTo>
                      <a:lnTo>
                        <a:pt x="1333" y="27622"/>
                      </a:lnTo>
                      <a:cubicBezTo>
                        <a:pt x="2667" y="27622"/>
                        <a:pt x="3620" y="27146"/>
                        <a:pt x="4191" y="26289"/>
                      </a:cubicBezTo>
                      <a:cubicBezTo>
                        <a:pt x="4191" y="24670"/>
                        <a:pt x="3524" y="24289"/>
                        <a:pt x="2191" y="25051"/>
                      </a:cubicBezTo>
                      <a:cubicBezTo>
                        <a:pt x="953" y="25718"/>
                        <a:pt x="191" y="25527"/>
                        <a:pt x="0" y="24574"/>
                      </a:cubicBezTo>
                      <a:lnTo>
                        <a:pt x="2096" y="22479"/>
                      </a:lnTo>
                      <a:lnTo>
                        <a:pt x="4191" y="24574"/>
                      </a:lnTo>
                      <a:cubicBezTo>
                        <a:pt x="4763" y="24003"/>
                        <a:pt x="4953" y="22384"/>
                        <a:pt x="4953" y="19621"/>
                      </a:cubicBezTo>
                      <a:cubicBezTo>
                        <a:pt x="4953" y="20288"/>
                        <a:pt x="5334" y="20860"/>
                        <a:pt x="6287" y="21146"/>
                      </a:cubicBezTo>
                      <a:cubicBezTo>
                        <a:pt x="7620" y="20098"/>
                        <a:pt x="8382" y="19240"/>
                        <a:pt x="8382" y="18574"/>
                      </a:cubicBezTo>
                      <a:cubicBezTo>
                        <a:pt x="8382" y="17621"/>
                        <a:pt x="7239" y="16478"/>
                        <a:pt x="4858" y="14764"/>
                      </a:cubicBezTo>
                      <a:cubicBezTo>
                        <a:pt x="2477" y="13049"/>
                        <a:pt x="1333" y="11621"/>
                        <a:pt x="1333" y="10287"/>
                      </a:cubicBezTo>
                      <a:cubicBezTo>
                        <a:pt x="1333" y="9049"/>
                        <a:pt x="2000" y="7811"/>
                        <a:pt x="3429" y="6477"/>
                      </a:cubicBezTo>
                      <a:lnTo>
                        <a:pt x="8287" y="1238"/>
                      </a:lnTo>
                      <a:cubicBezTo>
                        <a:pt x="17050" y="381"/>
                        <a:pt x="26479" y="0"/>
                        <a:pt x="36481" y="0"/>
                      </a:cubicBezTo>
                      <a:cubicBezTo>
                        <a:pt x="46006" y="0"/>
                        <a:pt x="60198" y="476"/>
                        <a:pt x="79153" y="1524"/>
                      </a:cubicBezTo>
                      <a:cubicBezTo>
                        <a:pt x="98108" y="2572"/>
                        <a:pt x="112395" y="3048"/>
                        <a:pt x="122111" y="3048"/>
                      </a:cubicBezTo>
                      <a:cubicBezTo>
                        <a:pt x="128969" y="3048"/>
                        <a:pt x="135541" y="2857"/>
                        <a:pt x="141732" y="2572"/>
                      </a:cubicBezTo>
                      <a:cubicBezTo>
                        <a:pt x="145733" y="5715"/>
                        <a:pt x="147733" y="9811"/>
                        <a:pt x="147733" y="14954"/>
                      </a:cubicBezTo>
                      <a:cubicBezTo>
                        <a:pt x="147733" y="16573"/>
                        <a:pt x="147447" y="19240"/>
                        <a:pt x="146971" y="22955"/>
                      </a:cubicBezTo>
                      <a:cubicBezTo>
                        <a:pt x="146495" y="26765"/>
                        <a:pt x="146209" y="29718"/>
                        <a:pt x="146209" y="31718"/>
                      </a:cubicBezTo>
                      <a:cubicBezTo>
                        <a:pt x="146209" y="33719"/>
                        <a:pt x="146304" y="35719"/>
                        <a:pt x="146685" y="37433"/>
                      </a:cubicBezTo>
                      <a:cubicBezTo>
                        <a:pt x="146685" y="40196"/>
                        <a:pt x="144971" y="41624"/>
                        <a:pt x="141542" y="41624"/>
                      </a:cubicBezTo>
                      <a:cubicBezTo>
                        <a:pt x="141065" y="41624"/>
                        <a:pt x="140208" y="41624"/>
                        <a:pt x="138970" y="41338"/>
                      </a:cubicBezTo>
                      <a:lnTo>
                        <a:pt x="136398" y="41338"/>
                      </a:lnTo>
                      <a:cubicBezTo>
                        <a:pt x="134398" y="41338"/>
                        <a:pt x="132779" y="41720"/>
                        <a:pt x="131731" y="42386"/>
                      </a:cubicBezTo>
                      <a:lnTo>
                        <a:pt x="126016" y="42386"/>
                      </a:lnTo>
                      <a:lnTo>
                        <a:pt x="126016" y="41338"/>
                      </a:lnTo>
                      <a:cubicBezTo>
                        <a:pt x="118110" y="41910"/>
                        <a:pt x="109061" y="42386"/>
                        <a:pt x="99060" y="42386"/>
                      </a:cubicBezTo>
                      <a:cubicBezTo>
                        <a:pt x="92869" y="42577"/>
                        <a:pt x="83820" y="42577"/>
                        <a:pt x="71914" y="42386"/>
                      </a:cubicBezTo>
                      <a:lnTo>
                        <a:pt x="44767" y="42386"/>
                      </a:lnTo>
                      <a:cubicBezTo>
                        <a:pt x="43529" y="45434"/>
                        <a:pt x="42958" y="49054"/>
                        <a:pt x="42958" y="52959"/>
                      </a:cubicBezTo>
                      <a:cubicBezTo>
                        <a:pt x="42958" y="54102"/>
                        <a:pt x="42958" y="56007"/>
                        <a:pt x="43148" y="58388"/>
                      </a:cubicBezTo>
                      <a:lnTo>
                        <a:pt x="43148" y="64103"/>
                      </a:lnTo>
                      <a:cubicBezTo>
                        <a:pt x="43148" y="67913"/>
                        <a:pt x="42767" y="71342"/>
                        <a:pt x="41910" y="74486"/>
                      </a:cubicBezTo>
                      <a:cubicBezTo>
                        <a:pt x="42386" y="76867"/>
                        <a:pt x="42863" y="79343"/>
                        <a:pt x="43148" y="81724"/>
                      </a:cubicBezTo>
                      <a:cubicBezTo>
                        <a:pt x="44005" y="84868"/>
                        <a:pt x="45625" y="86392"/>
                        <a:pt x="47816" y="86392"/>
                      </a:cubicBezTo>
                      <a:cubicBezTo>
                        <a:pt x="48482" y="86392"/>
                        <a:pt x="49244" y="86392"/>
                        <a:pt x="49911" y="86106"/>
                      </a:cubicBezTo>
                      <a:cubicBezTo>
                        <a:pt x="50483" y="86296"/>
                        <a:pt x="51054" y="86392"/>
                        <a:pt x="51721" y="86392"/>
                      </a:cubicBezTo>
                      <a:cubicBezTo>
                        <a:pt x="52388" y="86392"/>
                        <a:pt x="53435" y="86296"/>
                        <a:pt x="54864" y="85820"/>
                      </a:cubicBezTo>
                      <a:cubicBezTo>
                        <a:pt x="56198" y="85535"/>
                        <a:pt x="57150" y="85344"/>
                        <a:pt x="57721" y="85344"/>
                      </a:cubicBezTo>
                      <a:cubicBezTo>
                        <a:pt x="59150" y="85344"/>
                        <a:pt x="60198" y="86106"/>
                        <a:pt x="61055" y="87344"/>
                      </a:cubicBezTo>
                      <a:cubicBezTo>
                        <a:pt x="65723" y="86011"/>
                        <a:pt x="71152" y="85344"/>
                        <a:pt x="77343" y="85344"/>
                      </a:cubicBezTo>
                      <a:cubicBezTo>
                        <a:pt x="80486" y="85344"/>
                        <a:pt x="85058" y="85535"/>
                        <a:pt x="90964" y="86011"/>
                      </a:cubicBezTo>
                      <a:cubicBezTo>
                        <a:pt x="96869" y="86487"/>
                        <a:pt x="101346" y="86678"/>
                        <a:pt x="104299" y="86678"/>
                      </a:cubicBezTo>
                      <a:cubicBezTo>
                        <a:pt x="107252" y="86678"/>
                        <a:pt x="110014" y="86487"/>
                        <a:pt x="112586" y="86201"/>
                      </a:cubicBezTo>
                      <a:cubicBezTo>
                        <a:pt x="113824" y="90488"/>
                        <a:pt x="114300" y="96488"/>
                        <a:pt x="114109" y="104299"/>
                      </a:cubicBezTo>
                      <a:cubicBezTo>
                        <a:pt x="114014" y="113157"/>
                        <a:pt x="114109" y="119063"/>
                        <a:pt x="114681" y="122396"/>
                      </a:cubicBezTo>
                      <a:cubicBezTo>
                        <a:pt x="110966" y="124968"/>
                        <a:pt x="106108" y="126302"/>
                        <a:pt x="99917" y="126302"/>
                      </a:cubicBezTo>
                      <a:cubicBezTo>
                        <a:pt x="97250" y="126302"/>
                        <a:pt x="93345" y="126016"/>
                        <a:pt x="88106" y="125539"/>
                      </a:cubicBezTo>
                      <a:cubicBezTo>
                        <a:pt x="82867" y="125063"/>
                        <a:pt x="78867" y="124778"/>
                        <a:pt x="76105" y="124778"/>
                      </a:cubicBezTo>
                      <a:cubicBezTo>
                        <a:pt x="73533" y="124778"/>
                        <a:pt x="71152" y="124968"/>
                        <a:pt x="68866" y="125254"/>
                      </a:cubicBezTo>
                      <a:lnTo>
                        <a:pt x="68866" y="123920"/>
                      </a:lnTo>
                      <a:cubicBezTo>
                        <a:pt x="67723" y="124111"/>
                        <a:pt x="64961" y="124206"/>
                        <a:pt x="60865" y="124206"/>
                      </a:cubicBezTo>
                      <a:cubicBezTo>
                        <a:pt x="58103" y="124206"/>
                        <a:pt x="55531" y="124778"/>
                        <a:pt x="53150" y="126016"/>
                      </a:cubicBezTo>
                      <a:cubicBezTo>
                        <a:pt x="52292" y="125539"/>
                        <a:pt x="51149" y="125254"/>
                        <a:pt x="49816" y="125254"/>
                      </a:cubicBezTo>
                      <a:cubicBezTo>
                        <a:pt x="47720" y="125444"/>
                        <a:pt x="46482" y="125444"/>
                        <a:pt x="46196" y="125254"/>
                      </a:cubicBezTo>
                      <a:cubicBezTo>
                        <a:pt x="43434" y="126111"/>
                        <a:pt x="42005" y="128302"/>
                        <a:pt x="42005" y="131731"/>
                      </a:cubicBezTo>
                      <a:cubicBezTo>
                        <a:pt x="42005" y="134112"/>
                        <a:pt x="42482" y="136017"/>
                        <a:pt x="43244" y="137446"/>
                      </a:cubicBezTo>
                      <a:cubicBezTo>
                        <a:pt x="39433" y="136398"/>
                        <a:pt x="36100" y="137446"/>
                        <a:pt x="33147" y="140303"/>
                      </a:cubicBezTo>
                      <a:lnTo>
                        <a:pt x="39910" y="139065"/>
                      </a:lnTo>
                      <a:lnTo>
                        <a:pt x="39148" y="140303"/>
                      </a:lnTo>
                      <a:cubicBezTo>
                        <a:pt x="39433" y="140970"/>
                        <a:pt x="39910" y="141351"/>
                        <a:pt x="40481" y="141351"/>
                      </a:cubicBezTo>
                      <a:cubicBezTo>
                        <a:pt x="40100" y="141351"/>
                        <a:pt x="41053" y="140589"/>
                        <a:pt x="43244" y="139065"/>
                      </a:cubicBezTo>
                      <a:cubicBezTo>
                        <a:pt x="43244" y="138398"/>
                        <a:pt x="43244" y="143351"/>
                        <a:pt x="43053" y="154019"/>
                      </a:cubicBezTo>
                      <a:cubicBezTo>
                        <a:pt x="42863" y="160211"/>
                        <a:pt x="43910" y="165068"/>
                        <a:pt x="46196" y="168212"/>
                      </a:cubicBezTo>
                      <a:cubicBezTo>
                        <a:pt x="52578" y="169069"/>
                        <a:pt x="59341" y="169545"/>
                        <a:pt x="66389" y="169545"/>
                      </a:cubicBezTo>
                      <a:cubicBezTo>
                        <a:pt x="71723" y="169545"/>
                        <a:pt x="79534" y="169164"/>
                        <a:pt x="89821" y="168497"/>
                      </a:cubicBezTo>
                      <a:cubicBezTo>
                        <a:pt x="100108" y="167830"/>
                        <a:pt x="107823" y="167449"/>
                        <a:pt x="112967" y="167449"/>
                      </a:cubicBezTo>
                      <a:cubicBezTo>
                        <a:pt x="120777" y="167449"/>
                        <a:pt x="128016" y="167926"/>
                        <a:pt x="134684" y="168973"/>
                      </a:cubicBezTo>
                      <a:cubicBezTo>
                        <a:pt x="135922" y="166211"/>
                        <a:pt x="138303" y="166021"/>
                        <a:pt x="141923" y="168212"/>
                      </a:cubicBezTo>
                      <a:close/>
                      <a:moveTo>
                        <a:pt x="8192" y="38386"/>
                      </a:moveTo>
                      <a:lnTo>
                        <a:pt x="9716" y="40481"/>
                      </a:lnTo>
                      <a:lnTo>
                        <a:pt x="9430" y="41053"/>
                      </a:lnTo>
                      <a:cubicBezTo>
                        <a:pt x="8668" y="40386"/>
                        <a:pt x="8287" y="39529"/>
                        <a:pt x="8096" y="38386"/>
                      </a:cubicBezTo>
                      <a:close/>
                      <a:moveTo>
                        <a:pt x="61150" y="112395"/>
                      </a:moveTo>
                      <a:lnTo>
                        <a:pt x="58103" y="112395"/>
                      </a:lnTo>
                      <a:cubicBezTo>
                        <a:pt x="58579" y="113538"/>
                        <a:pt x="59627" y="113538"/>
                        <a:pt x="61150" y="112395"/>
                      </a:cubicBezTo>
                      <a:lnTo>
                        <a:pt x="62484" y="112395"/>
                      </a:lnTo>
                      <a:cubicBezTo>
                        <a:pt x="62484" y="112395"/>
                        <a:pt x="62960" y="113443"/>
                        <a:pt x="62960" y="114205"/>
                      </a:cubicBezTo>
                      <a:lnTo>
                        <a:pt x="66580" y="112395"/>
                      </a:lnTo>
                      <a:cubicBezTo>
                        <a:pt x="67437" y="113252"/>
                        <a:pt x="67913" y="113919"/>
                        <a:pt x="67913" y="114205"/>
                      </a:cubicBezTo>
                      <a:lnTo>
                        <a:pt x="71723" y="114205"/>
                      </a:lnTo>
                      <a:lnTo>
                        <a:pt x="71723" y="112395"/>
                      </a:lnTo>
                      <a:lnTo>
                        <a:pt x="62389" y="112395"/>
                      </a:lnTo>
                      <a:cubicBezTo>
                        <a:pt x="62389" y="112395"/>
                        <a:pt x="61627" y="112109"/>
                        <a:pt x="61055" y="112395"/>
                      </a:cubicBezTo>
                      <a:close/>
                      <a:moveTo>
                        <a:pt x="111633" y="14859"/>
                      </a:moveTo>
                      <a:lnTo>
                        <a:pt x="109538" y="13621"/>
                      </a:lnTo>
                      <a:lnTo>
                        <a:pt x="111633" y="17812"/>
                      </a:lnTo>
                      <a:lnTo>
                        <a:pt x="111633" y="14954"/>
                      </a:lnTo>
                      <a:close/>
                      <a:moveTo>
                        <a:pt x="159449" y="182213"/>
                      </a:moveTo>
                      <a:lnTo>
                        <a:pt x="160496" y="182213"/>
                      </a:lnTo>
                      <a:lnTo>
                        <a:pt x="157353" y="184023"/>
                      </a:lnTo>
                      <a:lnTo>
                        <a:pt x="159449" y="182213"/>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66" name="Google Shape;866;p99"/>
              <p:cNvGrpSpPr/>
              <p:nvPr/>
            </p:nvGrpSpPr>
            <p:grpSpPr>
              <a:xfrm>
                <a:off x="8857863" y="6578976"/>
                <a:ext cx="529303" cy="104431"/>
                <a:chOff x="3604545" y="4297071"/>
                <a:chExt cx="529303" cy="104431"/>
              </a:xfrm>
            </p:grpSpPr>
            <p:sp>
              <p:nvSpPr>
                <p:cNvPr id="867" name="Google Shape;867;p99"/>
                <p:cNvSpPr/>
                <p:nvPr/>
              </p:nvSpPr>
              <p:spPr>
                <a:xfrm>
                  <a:off x="3604545" y="4305871"/>
                  <a:ext cx="88201" cy="94773"/>
                </a:xfrm>
                <a:custGeom>
                  <a:avLst/>
                  <a:gdLst/>
                  <a:ahLst/>
                  <a:cxnLst/>
                  <a:rect l="l" t="t" r="r" b="b"/>
                  <a:pathLst>
                    <a:path w="88201" h="94773" extrusionOk="0">
                      <a:moveTo>
                        <a:pt x="1334" y="65722"/>
                      </a:moveTo>
                      <a:cubicBezTo>
                        <a:pt x="1334" y="66485"/>
                        <a:pt x="1334" y="66865"/>
                        <a:pt x="1715" y="66865"/>
                      </a:cubicBezTo>
                      <a:cubicBezTo>
                        <a:pt x="1715" y="66865"/>
                        <a:pt x="2000" y="66865"/>
                        <a:pt x="2191" y="66865"/>
                      </a:cubicBezTo>
                      <a:cubicBezTo>
                        <a:pt x="2477" y="66865"/>
                        <a:pt x="2667" y="66770"/>
                        <a:pt x="2762" y="66770"/>
                      </a:cubicBezTo>
                      <a:cubicBezTo>
                        <a:pt x="2953" y="66770"/>
                        <a:pt x="3143" y="66961"/>
                        <a:pt x="3239" y="67246"/>
                      </a:cubicBezTo>
                      <a:cubicBezTo>
                        <a:pt x="1334" y="67246"/>
                        <a:pt x="286" y="67056"/>
                        <a:pt x="0" y="66770"/>
                      </a:cubicBezTo>
                      <a:lnTo>
                        <a:pt x="1334" y="65818"/>
                      </a:lnTo>
                      <a:close/>
                      <a:moveTo>
                        <a:pt x="3239" y="77724"/>
                      </a:moveTo>
                      <a:cubicBezTo>
                        <a:pt x="3239" y="77724"/>
                        <a:pt x="3715" y="77153"/>
                        <a:pt x="4191" y="77153"/>
                      </a:cubicBezTo>
                      <a:lnTo>
                        <a:pt x="5429" y="77153"/>
                      </a:lnTo>
                      <a:cubicBezTo>
                        <a:pt x="5429" y="77153"/>
                        <a:pt x="5048" y="77724"/>
                        <a:pt x="4477" y="77724"/>
                      </a:cubicBezTo>
                      <a:lnTo>
                        <a:pt x="3239" y="77724"/>
                      </a:lnTo>
                      <a:close/>
                      <a:moveTo>
                        <a:pt x="7239" y="83915"/>
                      </a:moveTo>
                      <a:lnTo>
                        <a:pt x="7239" y="82677"/>
                      </a:lnTo>
                      <a:lnTo>
                        <a:pt x="8192" y="82677"/>
                      </a:lnTo>
                      <a:lnTo>
                        <a:pt x="7239" y="83915"/>
                      </a:lnTo>
                      <a:close/>
                      <a:moveTo>
                        <a:pt x="12287" y="76105"/>
                      </a:moveTo>
                      <a:cubicBezTo>
                        <a:pt x="12287" y="76105"/>
                        <a:pt x="13240" y="76295"/>
                        <a:pt x="14097" y="77057"/>
                      </a:cubicBezTo>
                      <a:lnTo>
                        <a:pt x="13716" y="77629"/>
                      </a:lnTo>
                      <a:lnTo>
                        <a:pt x="12287" y="76105"/>
                      </a:lnTo>
                      <a:close/>
                      <a:moveTo>
                        <a:pt x="14097" y="83915"/>
                      </a:moveTo>
                      <a:cubicBezTo>
                        <a:pt x="14097" y="83915"/>
                        <a:pt x="14573" y="83629"/>
                        <a:pt x="14859" y="83248"/>
                      </a:cubicBezTo>
                      <a:cubicBezTo>
                        <a:pt x="15145" y="82868"/>
                        <a:pt x="15335" y="82677"/>
                        <a:pt x="15621" y="82677"/>
                      </a:cubicBezTo>
                      <a:cubicBezTo>
                        <a:pt x="15621" y="82963"/>
                        <a:pt x="15431" y="83439"/>
                        <a:pt x="15050" y="83915"/>
                      </a:cubicBezTo>
                      <a:lnTo>
                        <a:pt x="14097" y="83915"/>
                      </a:lnTo>
                      <a:close/>
                      <a:moveTo>
                        <a:pt x="16288" y="73438"/>
                      </a:moveTo>
                      <a:lnTo>
                        <a:pt x="15907" y="74390"/>
                      </a:lnTo>
                      <a:lnTo>
                        <a:pt x="14669" y="74390"/>
                      </a:lnTo>
                      <a:cubicBezTo>
                        <a:pt x="14954" y="73438"/>
                        <a:pt x="15335" y="72962"/>
                        <a:pt x="15621" y="72962"/>
                      </a:cubicBezTo>
                      <a:cubicBezTo>
                        <a:pt x="15907" y="72962"/>
                        <a:pt x="16097" y="73152"/>
                        <a:pt x="16288" y="73438"/>
                      </a:cubicBezTo>
                      <a:close/>
                      <a:moveTo>
                        <a:pt x="18193" y="65342"/>
                      </a:moveTo>
                      <a:lnTo>
                        <a:pt x="18193" y="66294"/>
                      </a:lnTo>
                      <a:lnTo>
                        <a:pt x="16288" y="64770"/>
                      </a:lnTo>
                      <a:cubicBezTo>
                        <a:pt x="16288" y="64770"/>
                        <a:pt x="17431" y="64770"/>
                        <a:pt x="18193" y="65342"/>
                      </a:cubicBezTo>
                      <a:close/>
                      <a:moveTo>
                        <a:pt x="16288" y="78962"/>
                      </a:moveTo>
                      <a:cubicBezTo>
                        <a:pt x="16955" y="78962"/>
                        <a:pt x="17240" y="79343"/>
                        <a:pt x="17240" y="80201"/>
                      </a:cubicBezTo>
                      <a:lnTo>
                        <a:pt x="16288" y="80201"/>
                      </a:lnTo>
                      <a:lnTo>
                        <a:pt x="16288" y="78962"/>
                      </a:lnTo>
                      <a:close/>
                      <a:moveTo>
                        <a:pt x="18574" y="88963"/>
                      </a:moveTo>
                      <a:lnTo>
                        <a:pt x="18193" y="88487"/>
                      </a:lnTo>
                      <a:lnTo>
                        <a:pt x="20098" y="87439"/>
                      </a:lnTo>
                      <a:lnTo>
                        <a:pt x="18574" y="88963"/>
                      </a:lnTo>
                      <a:close/>
                      <a:moveTo>
                        <a:pt x="87725" y="70295"/>
                      </a:moveTo>
                      <a:lnTo>
                        <a:pt x="83630" y="70866"/>
                      </a:lnTo>
                      <a:cubicBezTo>
                        <a:pt x="83630" y="70866"/>
                        <a:pt x="83534" y="71152"/>
                        <a:pt x="83534" y="71247"/>
                      </a:cubicBezTo>
                      <a:cubicBezTo>
                        <a:pt x="83534" y="71438"/>
                        <a:pt x="83915" y="71819"/>
                        <a:pt x="84582" y="72200"/>
                      </a:cubicBezTo>
                      <a:cubicBezTo>
                        <a:pt x="85249" y="72580"/>
                        <a:pt x="85535" y="73057"/>
                        <a:pt x="85535" y="73438"/>
                      </a:cubicBezTo>
                      <a:lnTo>
                        <a:pt x="86487" y="73438"/>
                      </a:lnTo>
                      <a:cubicBezTo>
                        <a:pt x="86011" y="75914"/>
                        <a:pt x="85630" y="78296"/>
                        <a:pt x="85154" y="80772"/>
                      </a:cubicBezTo>
                      <a:cubicBezTo>
                        <a:pt x="84487" y="83344"/>
                        <a:pt x="82963" y="85058"/>
                        <a:pt x="80582" y="85820"/>
                      </a:cubicBezTo>
                      <a:cubicBezTo>
                        <a:pt x="80201" y="84392"/>
                        <a:pt x="79248" y="83915"/>
                        <a:pt x="77819" y="84582"/>
                      </a:cubicBezTo>
                      <a:lnTo>
                        <a:pt x="77343" y="84868"/>
                      </a:lnTo>
                      <a:lnTo>
                        <a:pt x="79058" y="86773"/>
                      </a:lnTo>
                      <a:cubicBezTo>
                        <a:pt x="78391" y="86582"/>
                        <a:pt x="77629" y="86201"/>
                        <a:pt x="76772" y="85439"/>
                      </a:cubicBezTo>
                      <a:cubicBezTo>
                        <a:pt x="75914" y="84677"/>
                        <a:pt x="75248" y="84296"/>
                        <a:pt x="74771" y="84296"/>
                      </a:cubicBezTo>
                      <a:cubicBezTo>
                        <a:pt x="74295" y="84296"/>
                        <a:pt x="73628" y="84582"/>
                        <a:pt x="72866" y="85249"/>
                      </a:cubicBezTo>
                      <a:lnTo>
                        <a:pt x="74486" y="85249"/>
                      </a:lnTo>
                      <a:lnTo>
                        <a:pt x="74105" y="85820"/>
                      </a:lnTo>
                      <a:cubicBezTo>
                        <a:pt x="75057" y="86106"/>
                        <a:pt x="76295" y="86868"/>
                        <a:pt x="77724" y="88011"/>
                      </a:cubicBezTo>
                      <a:lnTo>
                        <a:pt x="74390" y="89440"/>
                      </a:lnTo>
                      <a:lnTo>
                        <a:pt x="74962" y="89821"/>
                      </a:lnTo>
                      <a:cubicBezTo>
                        <a:pt x="74962" y="89821"/>
                        <a:pt x="73533" y="90488"/>
                        <a:pt x="71247" y="91440"/>
                      </a:cubicBezTo>
                      <a:cubicBezTo>
                        <a:pt x="70009" y="91916"/>
                        <a:pt x="68771" y="92107"/>
                        <a:pt x="67723" y="92107"/>
                      </a:cubicBezTo>
                      <a:cubicBezTo>
                        <a:pt x="67151" y="92107"/>
                        <a:pt x="66580" y="92107"/>
                        <a:pt x="66008" y="92107"/>
                      </a:cubicBezTo>
                      <a:cubicBezTo>
                        <a:pt x="65627" y="93154"/>
                        <a:pt x="65532" y="93821"/>
                        <a:pt x="65627" y="94202"/>
                      </a:cubicBezTo>
                      <a:lnTo>
                        <a:pt x="47720" y="94774"/>
                      </a:lnTo>
                      <a:cubicBezTo>
                        <a:pt x="46292" y="93440"/>
                        <a:pt x="44101" y="92297"/>
                        <a:pt x="40958" y="91440"/>
                      </a:cubicBezTo>
                      <a:cubicBezTo>
                        <a:pt x="37624" y="90392"/>
                        <a:pt x="35433" y="89630"/>
                        <a:pt x="34481" y="88963"/>
                      </a:cubicBezTo>
                      <a:cubicBezTo>
                        <a:pt x="34100" y="88392"/>
                        <a:pt x="33433" y="88011"/>
                        <a:pt x="32385" y="87821"/>
                      </a:cubicBezTo>
                      <a:cubicBezTo>
                        <a:pt x="31433" y="87630"/>
                        <a:pt x="30385" y="87344"/>
                        <a:pt x="29528" y="87154"/>
                      </a:cubicBezTo>
                      <a:lnTo>
                        <a:pt x="30766" y="85915"/>
                      </a:lnTo>
                      <a:lnTo>
                        <a:pt x="29051" y="84011"/>
                      </a:lnTo>
                      <a:lnTo>
                        <a:pt x="28575" y="85344"/>
                      </a:lnTo>
                      <a:cubicBezTo>
                        <a:pt x="27051" y="84963"/>
                        <a:pt x="26194" y="83629"/>
                        <a:pt x="26003" y="81439"/>
                      </a:cubicBezTo>
                      <a:cubicBezTo>
                        <a:pt x="26003" y="79438"/>
                        <a:pt x="24860" y="78486"/>
                        <a:pt x="22765" y="78486"/>
                      </a:cubicBezTo>
                      <a:lnTo>
                        <a:pt x="21241" y="78486"/>
                      </a:lnTo>
                      <a:cubicBezTo>
                        <a:pt x="22574" y="78486"/>
                        <a:pt x="23241" y="77724"/>
                        <a:pt x="23241" y="76200"/>
                      </a:cubicBezTo>
                      <a:cubicBezTo>
                        <a:pt x="23241" y="75724"/>
                        <a:pt x="23146" y="75343"/>
                        <a:pt x="22860" y="74962"/>
                      </a:cubicBezTo>
                      <a:cubicBezTo>
                        <a:pt x="22574" y="74581"/>
                        <a:pt x="21812" y="74104"/>
                        <a:pt x="20384" y="73533"/>
                      </a:cubicBezTo>
                      <a:lnTo>
                        <a:pt x="20003" y="73914"/>
                      </a:lnTo>
                      <a:cubicBezTo>
                        <a:pt x="20003" y="73914"/>
                        <a:pt x="19812" y="74104"/>
                        <a:pt x="19622" y="74104"/>
                      </a:cubicBezTo>
                      <a:cubicBezTo>
                        <a:pt x="19336" y="74104"/>
                        <a:pt x="19241" y="73819"/>
                        <a:pt x="19050" y="73152"/>
                      </a:cubicBezTo>
                      <a:cubicBezTo>
                        <a:pt x="18860" y="72580"/>
                        <a:pt x="18860" y="72104"/>
                        <a:pt x="19050" y="71628"/>
                      </a:cubicBezTo>
                      <a:cubicBezTo>
                        <a:pt x="19812" y="71438"/>
                        <a:pt x="20955" y="70676"/>
                        <a:pt x="22574" y="69152"/>
                      </a:cubicBezTo>
                      <a:cubicBezTo>
                        <a:pt x="24003" y="67913"/>
                        <a:pt x="25146" y="67246"/>
                        <a:pt x="26099" y="67246"/>
                      </a:cubicBezTo>
                      <a:cubicBezTo>
                        <a:pt x="26575" y="67246"/>
                        <a:pt x="27051" y="67342"/>
                        <a:pt x="27623" y="67628"/>
                      </a:cubicBezTo>
                      <a:cubicBezTo>
                        <a:pt x="27337" y="67056"/>
                        <a:pt x="27242" y="66580"/>
                        <a:pt x="27623" y="66199"/>
                      </a:cubicBezTo>
                      <a:cubicBezTo>
                        <a:pt x="27908" y="65818"/>
                        <a:pt x="27623" y="65246"/>
                        <a:pt x="26861" y="64389"/>
                      </a:cubicBezTo>
                      <a:lnTo>
                        <a:pt x="30861" y="62484"/>
                      </a:lnTo>
                      <a:lnTo>
                        <a:pt x="29909" y="61246"/>
                      </a:lnTo>
                      <a:cubicBezTo>
                        <a:pt x="30575" y="61246"/>
                        <a:pt x="31528" y="60865"/>
                        <a:pt x="32957" y="60103"/>
                      </a:cubicBezTo>
                      <a:cubicBezTo>
                        <a:pt x="34385" y="59341"/>
                        <a:pt x="35338" y="58960"/>
                        <a:pt x="35814" y="58960"/>
                      </a:cubicBezTo>
                      <a:cubicBezTo>
                        <a:pt x="36576" y="58960"/>
                        <a:pt x="37148" y="59531"/>
                        <a:pt x="37338" y="60674"/>
                      </a:cubicBezTo>
                      <a:cubicBezTo>
                        <a:pt x="37148" y="63246"/>
                        <a:pt x="38100" y="65818"/>
                        <a:pt x="40196" y="68485"/>
                      </a:cubicBezTo>
                      <a:cubicBezTo>
                        <a:pt x="41148" y="69723"/>
                        <a:pt x="43339" y="71723"/>
                        <a:pt x="46482" y="74390"/>
                      </a:cubicBezTo>
                      <a:cubicBezTo>
                        <a:pt x="46958" y="75533"/>
                        <a:pt x="47720" y="76010"/>
                        <a:pt x="48863" y="76010"/>
                      </a:cubicBezTo>
                      <a:cubicBezTo>
                        <a:pt x="49149" y="76010"/>
                        <a:pt x="49721" y="76010"/>
                        <a:pt x="50387" y="75819"/>
                      </a:cubicBezTo>
                      <a:cubicBezTo>
                        <a:pt x="51054" y="75724"/>
                        <a:pt x="51530" y="75629"/>
                        <a:pt x="51911" y="75629"/>
                      </a:cubicBezTo>
                      <a:cubicBezTo>
                        <a:pt x="52578" y="75629"/>
                        <a:pt x="53340" y="75819"/>
                        <a:pt x="53912" y="76105"/>
                      </a:cubicBezTo>
                      <a:cubicBezTo>
                        <a:pt x="54483" y="76486"/>
                        <a:pt x="55245" y="76581"/>
                        <a:pt x="56007" y="76581"/>
                      </a:cubicBezTo>
                      <a:cubicBezTo>
                        <a:pt x="57436" y="76581"/>
                        <a:pt x="59055" y="75914"/>
                        <a:pt x="60960" y="74581"/>
                      </a:cubicBezTo>
                      <a:cubicBezTo>
                        <a:pt x="63818" y="72676"/>
                        <a:pt x="65342" y="71723"/>
                        <a:pt x="65818" y="71533"/>
                      </a:cubicBezTo>
                      <a:cubicBezTo>
                        <a:pt x="66199" y="70866"/>
                        <a:pt x="66389" y="70295"/>
                        <a:pt x="66389" y="69628"/>
                      </a:cubicBezTo>
                      <a:cubicBezTo>
                        <a:pt x="66389" y="68675"/>
                        <a:pt x="65913" y="67437"/>
                        <a:pt x="64770" y="65913"/>
                      </a:cubicBezTo>
                      <a:cubicBezTo>
                        <a:pt x="63722" y="64389"/>
                        <a:pt x="63151" y="63246"/>
                        <a:pt x="62960" y="62484"/>
                      </a:cubicBezTo>
                      <a:cubicBezTo>
                        <a:pt x="61055" y="62198"/>
                        <a:pt x="59912" y="61436"/>
                        <a:pt x="59722" y="60293"/>
                      </a:cubicBezTo>
                      <a:lnTo>
                        <a:pt x="60293" y="59817"/>
                      </a:lnTo>
                      <a:cubicBezTo>
                        <a:pt x="57817" y="58674"/>
                        <a:pt x="54293" y="56864"/>
                        <a:pt x="49816" y="54388"/>
                      </a:cubicBezTo>
                      <a:cubicBezTo>
                        <a:pt x="49340" y="54769"/>
                        <a:pt x="48863" y="54959"/>
                        <a:pt x="48387" y="54959"/>
                      </a:cubicBezTo>
                      <a:cubicBezTo>
                        <a:pt x="47720" y="54959"/>
                        <a:pt x="46958" y="54578"/>
                        <a:pt x="46006" y="53721"/>
                      </a:cubicBezTo>
                      <a:cubicBezTo>
                        <a:pt x="45053" y="52864"/>
                        <a:pt x="44291" y="52483"/>
                        <a:pt x="43720" y="52483"/>
                      </a:cubicBezTo>
                      <a:cubicBezTo>
                        <a:pt x="43529" y="52483"/>
                        <a:pt x="43244" y="52483"/>
                        <a:pt x="43053" y="52769"/>
                      </a:cubicBezTo>
                      <a:cubicBezTo>
                        <a:pt x="41148" y="52197"/>
                        <a:pt x="39148" y="50578"/>
                        <a:pt x="37148" y="47911"/>
                      </a:cubicBezTo>
                      <a:cubicBezTo>
                        <a:pt x="34957" y="44958"/>
                        <a:pt x="33147" y="43053"/>
                        <a:pt x="31623" y="42196"/>
                      </a:cubicBezTo>
                      <a:cubicBezTo>
                        <a:pt x="31814" y="41338"/>
                        <a:pt x="31433" y="40291"/>
                        <a:pt x="30480" y="38957"/>
                      </a:cubicBezTo>
                      <a:cubicBezTo>
                        <a:pt x="29528" y="37624"/>
                        <a:pt x="29147" y="36671"/>
                        <a:pt x="29337" y="36004"/>
                      </a:cubicBezTo>
                      <a:cubicBezTo>
                        <a:pt x="28766" y="34957"/>
                        <a:pt x="28480" y="33052"/>
                        <a:pt x="28289" y="30099"/>
                      </a:cubicBezTo>
                      <a:cubicBezTo>
                        <a:pt x="28099" y="27527"/>
                        <a:pt x="28004" y="24955"/>
                        <a:pt x="27908" y="22384"/>
                      </a:cubicBezTo>
                      <a:cubicBezTo>
                        <a:pt x="28575" y="22098"/>
                        <a:pt x="28861" y="21812"/>
                        <a:pt x="28861" y="21431"/>
                      </a:cubicBezTo>
                      <a:cubicBezTo>
                        <a:pt x="28861" y="21146"/>
                        <a:pt x="28670" y="20860"/>
                        <a:pt x="28385" y="20288"/>
                      </a:cubicBezTo>
                      <a:cubicBezTo>
                        <a:pt x="28099" y="19812"/>
                        <a:pt x="27908" y="19431"/>
                        <a:pt x="27908" y="19145"/>
                      </a:cubicBezTo>
                      <a:cubicBezTo>
                        <a:pt x="28289" y="18097"/>
                        <a:pt x="29623" y="16573"/>
                        <a:pt x="31909" y="14669"/>
                      </a:cubicBezTo>
                      <a:cubicBezTo>
                        <a:pt x="33814" y="13049"/>
                        <a:pt x="34766" y="11430"/>
                        <a:pt x="34766" y="9906"/>
                      </a:cubicBezTo>
                      <a:cubicBezTo>
                        <a:pt x="35052" y="9906"/>
                        <a:pt x="35624" y="9525"/>
                        <a:pt x="36386" y="8954"/>
                      </a:cubicBezTo>
                      <a:cubicBezTo>
                        <a:pt x="37148" y="8382"/>
                        <a:pt x="37624" y="8096"/>
                        <a:pt x="38005" y="8096"/>
                      </a:cubicBezTo>
                      <a:cubicBezTo>
                        <a:pt x="38195" y="8096"/>
                        <a:pt x="38481" y="8287"/>
                        <a:pt x="38576" y="8572"/>
                      </a:cubicBezTo>
                      <a:cubicBezTo>
                        <a:pt x="40100" y="6287"/>
                        <a:pt x="42482" y="4572"/>
                        <a:pt x="45720" y="3334"/>
                      </a:cubicBezTo>
                      <a:cubicBezTo>
                        <a:pt x="48578" y="2381"/>
                        <a:pt x="51530" y="1429"/>
                        <a:pt x="54388" y="476"/>
                      </a:cubicBezTo>
                      <a:cubicBezTo>
                        <a:pt x="55245" y="190"/>
                        <a:pt x="56102" y="0"/>
                        <a:pt x="56960" y="0"/>
                      </a:cubicBezTo>
                      <a:cubicBezTo>
                        <a:pt x="58198" y="0"/>
                        <a:pt x="59912" y="476"/>
                        <a:pt x="62008" y="1429"/>
                      </a:cubicBezTo>
                      <a:cubicBezTo>
                        <a:pt x="64103" y="2381"/>
                        <a:pt x="65818" y="2857"/>
                        <a:pt x="67056" y="2857"/>
                      </a:cubicBezTo>
                      <a:cubicBezTo>
                        <a:pt x="67628" y="2857"/>
                        <a:pt x="68199" y="2857"/>
                        <a:pt x="68675" y="2667"/>
                      </a:cubicBezTo>
                      <a:cubicBezTo>
                        <a:pt x="69247" y="3810"/>
                        <a:pt x="70199" y="4477"/>
                        <a:pt x="71628" y="4858"/>
                      </a:cubicBezTo>
                      <a:cubicBezTo>
                        <a:pt x="73438" y="5429"/>
                        <a:pt x="74676" y="5905"/>
                        <a:pt x="75152" y="6287"/>
                      </a:cubicBezTo>
                      <a:cubicBezTo>
                        <a:pt x="77819" y="6572"/>
                        <a:pt x="80201" y="10001"/>
                        <a:pt x="82296" y="16669"/>
                      </a:cubicBezTo>
                      <a:cubicBezTo>
                        <a:pt x="82296" y="17621"/>
                        <a:pt x="81534" y="18860"/>
                        <a:pt x="80201" y="20479"/>
                      </a:cubicBezTo>
                      <a:cubicBezTo>
                        <a:pt x="78867" y="22098"/>
                        <a:pt x="78296" y="23336"/>
                        <a:pt x="78391" y="24479"/>
                      </a:cubicBezTo>
                      <a:cubicBezTo>
                        <a:pt x="77534" y="24289"/>
                        <a:pt x="77057" y="24670"/>
                        <a:pt x="76962" y="25432"/>
                      </a:cubicBezTo>
                      <a:cubicBezTo>
                        <a:pt x="76962" y="26479"/>
                        <a:pt x="76676" y="27051"/>
                        <a:pt x="76391" y="27242"/>
                      </a:cubicBezTo>
                      <a:cubicBezTo>
                        <a:pt x="74200" y="28289"/>
                        <a:pt x="72676" y="28765"/>
                        <a:pt x="71819" y="28765"/>
                      </a:cubicBezTo>
                      <a:cubicBezTo>
                        <a:pt x="70580" y="28765"/>
                        <a:pt x="69437" y="28004"/>
                        <a:pt x="68294" y="26384"/>
                      </a:cubicBezTo>
                      <a:cubicBezTo>
                        <a:pt x="68294" y="25146"/>
                        <a:pt x="67437" y="24194"/>
                        <a:pt x="65913" y="23527"/>
                      </a:cubicBezTo>
                      <a:cubicBezTo>
                        <a:pt x="64199" y="22955"/>
                        <a:pt x="63151" y="22193"/>
                        <a:pt x="62865" y="21336"/>
                      </a:cubicBezTo>
                      <a:cubicBezTo>
                        <a:pt x="62389" y="21336"/>
                        <a:pt x="61246" y="20860"/>
                        <a:pt x="59246" y="20003"/>
                      </a:cubicBezTo>
                      <a:cubicBezTo>
                        <a:pt x="57626" y="19431"/>
                        <a:pt x="56388" y="19050"/>
                        <a:pt x="55531" y="19050"/>
                      </a:cubicBezTo>
                      <a:cubicBezTo>
                        <a:pt x="54197" y="19050"/>
                        <a:pt x="53054" y="19717"/>
                        <a:pt x="52102" y="20955"/>
                      </a:cubicBezTo>
                      <a:cubicBezTo>
                        <a:pt x="51816" y="20955"/>
                        <a:pt x="51530" y="20860"/>
                        <a:pt x="51245" y="20860"/>
                      </a:cubicBezTo>
                      <a:cubicBezTo>
                        <a:pt x="50578" y="20860"/>
                        <a:pt x="49625" y="21431"/>
                        <a:pt x="48292" y="22574"/>
                      </a:cubicBezTo>
                      <a:cubicBezTo>
                        <a:pt x="48673" y="23241"/>
                        <a:pt x="48863" y="23908"/>
                        <a:pt x="48863" y="24479"/>
                      </a:cubicBezTo>
                      <a:cubicBezTo>
                        <a:pt x="48863" y="25146"/>
                        <a:pt x="48292" y="25813"/>
                        <a:pt x="47339" y="26384"/>
                      </a:cubicBezTo>
                      <a:cubicBezTo>
                        <a:pt x="46292" y="26956"/>
                        <a:pt x="45720" y="27527"/>
                        <a:pt x="45720" y="28099"/>
                      </a:cubicBezTo>
                      <a:cubicBezTo>
                        <a:pt x="45720" y="28575"/>
                        <a:pt x="46006" y="29242"/>
                        <a:pt x="46577" y="30004"/>
                      </a:cubicBezTo>
                      <a:cubicBezTo>
                        <a:pt x="49816" y="34862"/>
                        <a:pt x="54864" y="38386"/>
                        <a:pt x="61532" y="40862"/>
                      </a:cubicBezTo>
                      <a:cubicBezTo>
                        <a:pt x="62389" y="41053"/>
                        <a:pt x="63627" y="41815"/>
                        <a:pt x="65246" y="43148"/>
                      </a:cubicBezTo>
                      <a:cubicBezTo>
                        <a:pt x="66866" y="44387"/>
                        <a:pt x="68199" y="45148"/>
                        <a:pt x="69342" y="45244"/>
                      </a:cubicBezTo>
                      <a:cubicBezTo>
                        <a:pt x="70485" y="45339"/>
                        <a:pt x="71914" y="46292"/>
                        <a:pt x="73914" y="47911"/>
                      </a:cubicBezTo>
                      <a:cubicBezTo>
                        <a:pt x="75629" y="49530"/>
                        <a:pt x="77343" y="50197"/>
                        <a:pt x="78867" y="49911"/>
                      </a:cubicBezTo>
                      <a:cubicBezTo>
                        <a:pt x="78867" y="50673"/>
                        <a:pt x="78962" y="51149"/>
                        <a:pt x="79248" y="51245"/>
                      </a:cubicBezTo>
                      <a:cubicBezTo>
                        <a:pt x="80010" y="51245"/>
                        <a:pt x="80486" y="51721"/>
                        <a:pt x="80867" y="52769"/>
                      </a:cubicBezTo>
                      <a:cubicBezTo>
                        <a:pt x="81248" y="53816"/>
                        <a:pt x="81725" y="54293"/>
                        <a:pt x="82487" y="54007"/>
                      </a:cubicBezTo>
                      <a:cubicBezTo>
                        <a:pt x="82677" y="54578"/>
                        <a:pt x="83630" y="56102"/>
                        <a:pt x="85535" y="58864"/>
                      </a:cubicBezTo>
                      <a:cubicBezTo>
                        <a:pt x="86963" y="61055"/>
                        <a:pt x="87630" y="63055"/>
                        <a:pt x="87630" y="64865"/>
                      </a:cubicBezTo>
                      <a:cubicBezTo>
                        <a:pt x="88011" y="65342"/>
                        <a:pt x="88202" y="65818"/>
                        <a:pt x="88202" y="66294"/>
                      </a:cubicBezTo>
                      <a:cubicBezTo>
                        <a:pt x="88202" y="66675"/>
                        <a:pt x="88011" y="67151"/>
                        <a:pt x="87630" y="67723"/>
                      </a:cubicBezTo>
                      <a:cubicBezTo>
                        <a:pt x="87249" y="68294"/>
                        <a:pt x="87059" y="68771"/>
                        <a:pt x="87059" y="68961"/>
                      </a:cubicBezTo>
                      <a:cubicBezTo>
                        <a:pt x="87059" y="69437"/>
                        <a:pt x="87344" y="69913"/>
                        <a:pt x="88011" y="70390"/>
                      </a:cubicBezTo>
                      <a:close/>
                      <a:moveTo>
                        <a:pt x="20098" y="73152"/>
                      </a:moveTo>
                      <a:lnTo>
                        <a:pt x="22860" y="72200"/>
                      </a:lnTo>
                      <a:lnTo>
                        <a:pt x="21527" y="72200"/>
                      </a:lnTo>
                      <a:lnTo>
                        <a:pt x="20098" y="73152"/>
                      </a:lnTo>
                      <a:close/>
                      <a:moveTo>
                        <a:pt x="20955" y="84582"/>
                      </a:moveTo>
                      <a:lnTo>
                        <a:pt x="21527" y="84582"/>
                      </a:lnTo>
                      <a:lnTo>
                        <a:pt x="22479" y="85249"/>
                      </a:lnTo>
                      <a:lnTo>
                        <a:pt x="20955" y="84582"/>
                      </a:lnTo>
                      <a:close/>
                      <a:moveTo>
                        <a:pt x="24765" y="90773"/>
                      </a:moveTo>
                      <a:cubicBezTo>
                        <a:pt x="24575" y="89916"/>
                        <a:pt x="24860" y="89154"/>
                        <a:pt x="25622" y="88392"/>
                      </a:cubicBezTo>
                      <a:lnTo>
                        <a:pt x="25527" y="88392"/>
                      </a:lnTo>
                      <a:cubicBezTo>
                        <a:pt x="25527" y="88392"/>
                        <a:pt x="25718" y="89059"/>
                        <a:pt x="26003" y="89440"/>
                      </a:cubicBezTo>
                      <a:cubicBezTo>
                        <a:pt x="26384" y="89821"/>
                        <a:pt x="26575" y="90011"/>
                        <a:pt x="26575" y="90202"/>
                      </a:cubicBezTo>
                      <a:cubicBezTo>
                        <a:pt x="26575" y="90488"/>
                        <a:pt x="26384" y="90678"/>
                        <a:pt x="26099" y="90773"/>
                      </a:cubicBezTo>
                      <a:lnTo>
                        <a:pt x="24860" y="90773"/>
                      </a:lnTo>
                      <a:close/>
                      <a:moveTo>
                        <a:pt x="25813" y="88011"/>
                      </a:moveTo>
                      <a:cubicBezTo>
                        <a:pt x="25813" y="88011"/>
                        <a:pt x="25622" y="88297"/>
                        <a:pt x="25622" y="88392"/>
                      </a:cubicBezTo>
                      <a:cubicBezTo>
                        <a:pt x="25622" y="88392"/>
                        <a:pt x="25622" y="88202"/>
                        <a:pt x="25813" y="88011"/>
                      </a:cubicBezTo>
                      <a:close/>
                      <a:moveTo>
                        <a:pt x="26099" y="85820"/>
                      </a:moveTo>
                      <a:cubicBezTo>
                        <a:pt x="26099" y="85820"/>
                        <a:pt x="26765" y="86011"/>
                        <a:pt x="27146" y="86392"/>
                      </a:cubicBezTo>
                      <a:cubicBezTo>
                        <a:pt x="27527" y="86773"/>
                        <a:pt x="27718" y="87059"/>
                        <a:pt x="27813" y="87059"/>
                      </a:cubicBezTo>
                      <a:cubicBezTo>
                        <a:pt x="27337" y="87059"/>
                        <a:pt x="26670" y="87439"/>
                        <a:pt x="25813" y="88011"/>
                      </a:cubicBezTo>
                      <a:cubicBezTo>
                        <a:pt x="26480" y="87249"/>
                        <a:pt x="26575" y="86487"/>
                        <a:pt x="26099" y="85820"/>
                      </a:cubicBezTo>
                      <a:close/>
                      <a:moveTo>
                        <a:pt x="28766" y="75819"/>
                      </a:moveTo>
                      <a:lnTo>
                        <a:pt x="28766" y="74867"/>
                      </a:lnTo>
                      <a:lnTo>
                        <a:pt x="26099" y="73438"/>
                      </a:lnTo>
                      <a:lnTo>
                        <a:pt x="28766" y="75819"/>
                      </a:lnTo>
                      <a:close/>
                      <a:moveTo>
                        <a:pt x="30956" y="79438"/>
                      </a:moveTo>
                      <a:cubicBezTo>
                        <a:pt x="30956" y="79438"/>
                        <a:pt x="31242" y="79438"/>
                        <a:pt x="32195" y="79629"/>
                      </a:cubicBezTo>
                      <a:cubicBezTo>
                        <a:pt x="32671" y="79629"/>
                        <a:pt x="33052" y="79438"/>
                        <a:pt x="33242" y="78962"/>
                      </a:cubicBezTo>
                      <a:cubicBezTo>
                        <a:pt x="32290" y="78677"/>
                        <a:pt x="31528" y="78772"/>
                        <a:pt x="30956" y="79438"/>
                      </a:cubicBezTo>
                      <a:cubicBezTo>
                        <a:pt x="30766" y="79438"/>
                        <a:pt x="30575" y="79534"/>
                        <a:pt x="30575" y="79820"/>
                      </a:cubicBezTo>
                      <a:lnTo>
                        <a:pt x="29623" y="80772"/>
                      </a:lnTo>
                      <a:lnTo>
                        <a:pt x="30575" y="80772"/>
                      </a:lnTo>
                      <a:cubicBezTo>
                        <a:pt x="30575" y="80772"/>
                        <a:pt x="30575" y="80105"/>
                        <a:pt x="30575" y="79820"/>
                      </a:cubicBezTo>
                      <a:lnTo>
                        <a:pt x="30956" y="79438"/>
                      </a:lnTo>
                      <a:close/>
                      <a:moveTo>
                        <a:pt x="31528" y="34862"/>
                      </a:moveTo>
                      <a:cubicBezTo>
                        <a:pt x="31528" y="34862"/>
                        <a:pt x="32004" y="34100"/>
                        <a:pt x="31909" y="33814"/>
                      </a:cubicBezTo>
                      <a:lnTo>
                        <a:pt x="32290" y="32956"/>
                      </a:lnTo>
                      <a:cubicBezTo>
                        <a:pt x="32290" y="32956"/>
                        <a:pt x="31528" y="32290"/>
                        <a:pt x="31052" y="32004"/>
                      </a:cubicBezTo>
                      <a:cubicBezTo>
                        <a:pt x="30575" y="31813"/>
                        <a:pt x="30194" y="31623"/>
                        <a:pt x="30099" y="31623"/>
                      </a:cubicBezTo>
                      <a:cubicBezTo>
                        <a:pt x="31337" y="32290"/>
                        <a:pt x="32004" y="32956"/>
                        <a:pt x="32004" y="33719"/>
                      </a:cubicBezTo>
                      <a:lnTo>
                        <a:pt x="31623" y="34766"/>
                      </a:lnTo>
                      <a:close/>
                      <a:moveTo>
                        <a:pt x="39624" y="28004"/>
                      </a:moveTo>
                      <a:lnTo>
                        <a:pt x="39624" y="27622"/>
                      </a:lnTo>
                      <a:cubicBezTo>
                        <a:pt x="39338" y="25622"/>
                        <a:pt x="37910" y="24575"/>
                        <a:pt x="35338" y="24575"/>
                      </a:cubicBezTo>
                      <a:cubicBezTo>
                        <a:pt x="33338" y="24575"/>
                        <a:pt x="31814" y="25051"/>
                        <a:pt x="30480" y="26194"/>
                      </a:cubicBezTo>
                      <a:cubicBezTo>
                        <a:pt x="30861" y="26384"/>
                        <a:pt x="31337" y="27146"/>
                        <a:pt x="31718" y="28480"/>
                      </a:cubicBezTo>
                      <a:cubicBezTo>
                        <a:pt x="32099" y="29813"/>
                        <a:pt x="32957" y="30385"/>
                        <a:pt x="34004" y="30194"/>
                      </a:cubicBezTo>
                      <a:lnTo>
                        <a:pt x="34004" y="29813"/>
                      </a:lnTo>
                      <a:cubicBezTo>
                        <a:pt x="34004" y="29813"/>
                        <a:pt x="34481" y="28670"/>
                        <a:pt x="34766" y="27242"/>
                      </a:cubicBezTo>
                      <a:cubicBezTo>
                        <a:pt x="35052" y="26003"/>
                        <a:pt x="35433" y="25337"/>
                        <a:pt x="36195" y="25337"/>
                      </a:cubicBezTo>
                      <a:cubicBezTo>
                        <a:pt x="36481" y="25337"/>
                        <a:pt x="36862" y="25432"/>
                        <a:pt x="37243" y="25718"/>
                      </a:cubicBezTo>
                      <a:lnTo>
                        <a:pt x="37243" y="26670"/>
                      </a:lnTo>
                      <a:cubicBezTo>
                        <a:pt x="37243" y="26670"/>
                        <a:pt x="37624" y="26575"/>
                        <a:pt x="37814" y="26575"/>
                      </a:cubicBezTo>
                      <a:cubicBezTo>
                        <a:pt x="38005" y="26575"/>
                        <a:pt x="38481" y="27051"/>
                        <a:pt x="39434" y="28004"/>
                      </a:cubicBezTo>
                      <a:close/>
                      <a:moveTo>
                        <a:pt x="32195" y="65627"/>
                      </a:moveTo>
                      <a:cubicBezTo>
                        <a:pt x="31528" y="65627"/>
                        <a:pt x="31052" y="65532"/>
                        <a:pt x="30861" y="65246"/>
                      </a:cubicBezTo>
                      <a:lnTo>
                        <a:pt x="31814" y="66580"/>
                      </a:lnTo>
                      <a:cubicBezTo>
                        <a:pt x="31814" y="66580"/>
                        <a:pt x="32290" y="66008"/>
                        <a:pt x="32195" y="65627"/>
                      </a:cubicBezTo>
                      <a:close/>
                      <a:moveTo>
                        <a:pt x="33147" y="29242"/>
                      </a:moveTo>
                      <a:lnTo>
                        <a:pt x="32766" y="28861"/>
                      </a:lnTo>
                      <a:lnTo>
                        <a:pt x="33719" y="28861"/>
                      </a:lnTo>
                      <a:cubicBezTo>
                        <a:pt x="33719" y="28861"/>
                        <a:pt x="33433" y="29051"/>
                        <a:pt x="33147" y="29242"/>
                      </a:cubicBezTo>
                      <a:close/>
                      <a:moveTo>
                        <a:pt x="33719" y="28861"/>
                      </a:moveTo>
                      <a:cubicBezTo>
                        <a:pt x="33719" y="28861"/>
                        <a:pt x="34004" y="28670"/>
                        <a:pt x="34100" y="28861"/>
                      </a:cubicBezTo>
                      <a:lnTo>
                        <a:pt x="33719" y="28861"/>
                      </a:lnTo>
                      <a:close/>
                      <a:moveTo>
                        <a:pt x="34576" y="86582"/>
                      </a:moveTo>
                      <a:lnTo>
                        <a:pt x="35528" y="85630"/>
                      </a:lnTo>
                      <a:cubicBezTo>
                        <a:pt x="35528" y="85630"/>
                        <a:pt x="34766" y="85058"/>
                        <a:pt x="34576" y="85058"/>
                      </a:cubicBezTo>
                      <a:lnTo>
                        <a:pt x="34576" y="86582"/>
                      </a:lnTo>
                      <a:close/>
                      <a:moveTo>
                        <a:pt x="36005" y="30480"/>
                      </a:moveTo>
                      <a:cubicBezTo>
                        <a:pt x="36195" y="30004"/>
                        <a:pt x="36005" y="29432"/>
                        <a:pt x="35528" y="28861"/>
                      </a:cubicBezTo>
                      <a:lnTo>
                        <a:pt x="35528" y="31052"/>
                      </a:lnTo>
                      <a:lnTo>
                        <a:pt x="36005" y="30480"/>
                      </a:lnTo>
                      <a:close/>
                      <a:moveTo>
                        <a:pt x="37719" y="94107"/>
                      </a:moveTo>
                      <a:lnTo>
                        <a:pt x="37338" y="93726"/>
                      </a:lnTo>
                      <a:lnTo>
                        <a:pt x="38291" y="93726"/>
                      </a:lnTo>
                      <a:cubicBezTo>
                        <a:pt x="38291" y="93726"/>
                        <a:pt x="37624" y="94107"/>
                        <a:pt x="37719" y="94107"/>
                      </a:cubicBezTo>
                      <a:close/>
                      <a:moveTo>
                        <a:pt x="49149" y="84392"/>
                      </a:moveTo>
                      <a:lnTo>
                        <a:pt x="49625" y="83820"/>
                      </a:lnTo>
                      <a:lnTo>
                        <a:pt x="49149" y="82582"/>
                      </a:lnTo>
                      <a:lnTo>
                        <a:pt x="49149" y="84487"/>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 name="Google Shape;868;p99"/>
                <p:cNvSpPr/>
                <p:nvPr/>
              </p:nvSpPr>
              <p:spPr>
                <a:xfrm>
                  <a:off x="3695413" y="4306538"/>
                  <a:ext cx="69913" cy="94773"/>
                </a:xfrm>
                <a:custGeom>
                  <a:avLst/>
                  <a:gdLst/>
                  <a:ahLst/>
                  <a:cxnLst/>
                  <a:rect l="l" t="t" r="r" b="b"/>
                  <a:pathLst>
                    <a:path w="69913" h="94773" extrusionOk="0">
                      <a:moveTo>
                        <a:pt x="67723" y="0"/>
                      </a:moveTo>
                      <a:cubicBezTo>
                        <a:pt x="67723" y="762"/>
                        <a:pt x="68008" y="1619"/>
                        <a:pt x="68771" y="2381"/>
                      </a:cubicBezTo>
                      <a:cubicBezTo>
                        <a:pt x="69533" y="3143"/>
                        <a:pt x="69913" y="3715"/>
                        <a:pt x="69913" y="4000"/>
                      </a:cubicBezTo>
                      <a:cubicBezTo>
                        <a:pt x="69913" y="4477"/>
                        <a:pt x="69342" y="5144"/>
                        <a:pt x="68199" y="5905"/>
                      </a:cubicBezTo>
                      <a:cubicBezTo>
                        <a:pt x="68389" y="6191"/>
                        <a:pt x="68485" y="6572"/>
                        <a:pt x="68485" y="6953"/>
                      </a:cubicBezTo>
                      <a:cubicBezTo>
                        <a:pt x="68485" y="8001"/>
                        <a:pt x="67532" y="9430"/>
                        <a:pt x="65627" y="11335"/>
                      </a:cubicBezTo>
                      <a:lnTo>
                        <a:pt x="66580" y="12287"/>
                      </a:lnTo>
                      <a:cubicBezTo>
                        <a:pt x="63722" y="15526"/>
                        <a:pt x="62293" y="18002"/>
                        <a:pt x="62293" y="19907"/>
                      </a:cubicBezTo>
                      <a:cubicBezTo>
                        <a:pt x="61531" y="21050"/>
                        <a:pt x="60484" y="21622"/>
                        <a:pt x="59150" y="21431"/>
                      </a:cubicBezTo>
                      <a:cubicBezTo>
                        <a:pt x="59150" y="21717"/>
                        <a:pt x="59246" y="20383"/>
                        <a:pt x="59246" y="17431"/>
                      </a:cubicBezTo>
                      <a:cubicBezTo>
                        <a:pt x="59246" y="16097"/>
                        <a:pt x="58674" y="15430"/>
                        <a:pt x="57341" y="15335"/>
                      </a:cubicBezTo>
                      <a:lnTo>
                        <a:pt x="57341" y="19050"/>
                      </a:lnTo>
                      <a:cubicBezTo>
                        <a:pt x="57341" y="19050"/>
                        <a:pt x="56864" y="19050"/>
                        <a:pt x="56388" y="19526"/>
                      </a:cubicBezTo>
                      <a:cubicBezTo>
                        <a:pt x="56388" y="20003"/>
                        <a:pt x="56388" y="20288"/>
                        <a:pt x="56674" y="20288"/>
                      </a:cubicBezTo>
                      <a:cubicBezTo>
                        <a:pt x="56674" y="20288"/>
                        <a:pt x="56864" y="20288"/>
                        <a:pt x="57055" y="20193"/>
                      </a:cubicBezTo>
                      <a:cubicBezTo>
                        <a:pt x="57245" y="20193"/>
                        <a:pt x="57341" y="20098"/>
                        <a:pt x="57436" y="20098"/>
                      </a:cubicBezTo>
                      <a:cubicBezTo>
                        <a:pt x="57626" y="20098"/>
                        <a:pt x="57721" y="20288"/>
                        <a:pt x="57817" y="20574"/>
                      </a:cubicBezTo>
                      <a:lnTo>
                        <a:pt x="55150" y="21812"/>
                      </a:lnTo>
                      <a:lnTo>
                        <a:pt x="54197" y="20574"/>
                      </a:lnTo>
                      <a:lnTo>
                        <a:pt x="52959" y="22193"/>
                      </a:lnTo>
                      <a:cubicBezTo>
                        <a:pt x="52959" y="22193"/>
                        <a:pt x="52959" y="21907"/>
                        <a:pt x="52959" y="21812"/>
                      </a:cubicBezTo>
                      <a:cubicBezTo>
                        <a:pt x="52959" y="21527"/>
                        <a:pt x="52768" y="21336"/>
                        <a:pt x="52388" y="21146"/>
                      </a:cubicBezTo>
                      <a:cubicBezTo>
                        <a:pt x="52006" y="21050"/>
                        <a:pt x="51816" y="20955"/>
                        <a:pt x="51911" y="20860"/>
                      </a:cubicBezTo>
                      <a:cubicBezTo>
                        <a:pt x="53054" y="20383"/>
                        <a:pt x="53912" y="19812"/>
                        <a:pt x="54483" y="19050"/>
                      </a:cubicBezTo>
                      <a:cubicBezTo>
                        <a:pt x="54292" y="18574"/>
                        <a:pt x="54007" y="18383"/>
                        <a:pt x="53530" y="18574"/>
                      </a:cubicBezTo>
                      <a:lnTo>
                        <a:pt x="52864" y="19526"/>
                      </a:lnTo>
                      <a:cubicBezTo>
                        <a:pt x="52864" y="19526"/>
                        <a:pt x="52292" y="18955"/>
                        <a:pt x="52292" y="18574"/>
                      </a:cubicBezTo>
                      <a:cubicBezTo>
                        <a:pt x="52864" y="18288"/>
                        <a:pt x="53054" y="18002"/>
                        <a:pt x="53054" y="17621"/>
                      </a:cubicBezTo>
                      <a:cubicBezTo>
                        <a:pt x="53054" y="17336"/>
                        <a:pt x="52864" y="16954"/>
                        <a:pt x="52388" y="16383"/>
                      </a:cubicBezTo>
                      <a:cubicBezTo>
                        <a:pt x="52006" y="15716"/>
                        <a:pt x="51721" y="15240"/>
                        <a:pt x="51911" y="14954"/>
                      </a:cubicBezTo>
                      <a:cubicBezTo>
                        <a:pt x="51625" y="14954"/>
                        <a:pt x="51340" y="14954"/>
                        <a:pt x="51054" y="15240"/>
                      </a:cubicBezTo>
                      <a:cubicBezTo>
                        <a:pt x="50863" y="15526"/>
                        <a:pt x="50673" y="15716"/>
                        <a:pt x="50483" y="16002"/>
                      </a:cubicBezTo>
                      <a:cubicBezTo>
                        <a:pt x="50292" y="16383"/>
                        <a:pt x="50578" y="16954"/>
                        <a:pt x="51340" y="17621"/>
                      </a:cubicBezTo>
                      <a:lnTo>
                        <a:pt x="50959" y="17621"/>
                      </a:lnTo>
                      <a:cubicBezTo>
                        <a:pt x="50959" y="17621"/>
                        <a:pt x="50863" y="18764"/>
                        <a:pt x="50863" y="20383"/>
                      </a:cubicBezTo>
                      <a:cubicBezTo>
                        <a:pt x="50863" y="21527"/>
                        <a:pt x="50673" y="22384"/>
                        <a:pt x="50006" y="22860"/>
                      </a:cubicBezTo>
                      <a:cubicBezTo>
                        <a:pt x="50292" y="22860"/>
                        <a:pt x="50768" y="23146"/>
                        <a:pt x="51245" y="23717"/>
                      </a:cubicBezTo>
                      <a:cubicBezTo>
                        <a:pt x="51816" y="24289"/>
                        <a:pt x="52292" y="24384"/>
                        <a:pt x="52768" y="24194"/>
                      </a:cubicBezTo>
                      <a:lnTo>
                        <a:pt x="53435" y="23241"/>
                      </a:lnTo>
                      <a:cubicBezTo>
                        <a:pt x="53435" y="23241"/>
                        <a:pt x="53054" y="24003"/>
                        <a:pt x="53340" y="24384"/>
                      </a:cubicBezTo>
                      <a:cubicBezTo>
                        <a:pt x="53626" y="24765"/>
                        <a:pt x="53816" y="25146"/>
                        <a:pt x="54007" y="25432"/>
                      </a:cubicBezTo>
                      <a:cubicBezTo>
                        <a:pt x="54483" y="25432"/>
                        <a:pt x="54864" y="25146"/>
                        <a:pt x="55054" y="24479"/>
                      </a:cubicBezTo>
                      <a:cubicBezTo>
                        <a:pt x="55245" y="23813"/>
                        <a:pt x="55626" y="23527"/>
                        <a:pt x="56197" y="23813"/>
                      </a:cubicBezTo>
                      <a:cubicBezTo>
                        <a:pt x="56197" y="24098"/>
                        <a:pt x="56579" y="24289"/>
                        <a:pt x="57245" y="24289"/>
                      </a:cubicBezTo>
                      <a:cubicBezTo>
                        <a:pt x="57436" y="24289"/>
                        <a:pt x="57817" y="24289"/>
                        <a:pt x="58198" y="24289"/>
                      </a:cubicBezTo>
                      <a:lnTo>
                        <a:pt x="59150" y="24289"/>
                      </a:lnTo>
                      <a:cubicBezTo>
                        <a:pt x="59912" y="24289"/>
                        <a:pt x="60293" y="24479"/>
                        <a:pt x="60293" y="24860"/>
                      </a:cubicBezTo>
                      <a:cubicBezTo>
                        <a:pt x="60293" y="25241"/>
                        <a:pt x="60103" y="25622"/>
                        <a:pt x="59817" y="26194"/>
                      </a:cubicBezTo>
                      <a:lnTo>
                        <a:pt x="58483" y="24670"/>
                      </a:lnTo>
                      <a:cubicBezTo>
                        <a:pt x="58483" y="24670"/>
                        <a:pt x="58960" y="25717"/>
                        <a:pt x="58960" y="26289"/>
                      </a:cubicBezTo>
                      <a:cubicBezTo>
                        <a:pt x="58960" y="27718"/>
                        <a:pt x="58007" y="29432"/>
                        <a:pt x="56102" y="31432"/>
                      </a:cubicBezTo>
                      <a:lnTo>
                        <a:pt x="54769" y="31052"/>
                      </a:lnTo>
                      <a:cubicBezTo>
                        <a:pt x="54769" y="31052"/>
                        <a:pt x="54483" y="32004"/>
                        <a:pt x="54197" y="32956"/>
                      </a:cubicBezTo>
                      <a:cubicBezTo>
                        <a:pt x="53912" y="33909"/>
                        <a:pt x="53816" y="34576"/>
                        <a:pt x="53816" y="35052"/>
                      </a:cubicBezTo>
                      <a:cubicBezTo>
                        <a:pt x="53816" y="35623"/>
                        <a:pt x="53912" y="36100"/>
                        <a:pt x="54197" y="36576"/>
                      </a:cubicBezTo>
                      <a:cubicBezTo>
                        <a:pt x="53912" y="36576"/>
                        <a:pt x="53435" y="36290"/>
                        <a:pt x="52864" y="35623"/>
                      </a:cubicBezTo>
                      <a:cubicBezTo>
                        <a:pt x="52292" y="35052"/>
                        <a:pt x="51911" y="34671"/>
                        <a:pt x="51625" y="34671"/>
                      </a:cubicBezTo>
                      <a:cubicBezTo>
                        <a:pt x="51340" y="34671"/>
                        <a:pt x="50959" y="34957"/>
                        <a:pt x="50673" y="35623"/>
                      </a:cubicBezTo>
                      <a:cubicBezTo>
                        <a:pt x="50959" y="36290"/>
                        <a:pt x="51149" y="37052"/>
                        <a:pt x="51149" y="37814"/>
                      </a:cubicBezTo>
                      <a:cubicBezTo>
                        <a:pt x="51149" y="38671"/>
                        <a:pt x="50863" y="40005"/>
                        <a:pt x="50292" y="41720"/>
                      </a:cubicBezTo>
                      <a:cubicBezTo>
                        <a:pt x="49721" y="43434"/>
                        <a:pt x="49530" y="44767"/>
                        <a:pt x="49721" y="45625"/>
                      </a:cubicBezTo>
                      <a:cubicBezTo>
                        <a:pt x="49435" y="45339"/>
                        <a:pt x="49054" y="45244"/>
                        <a:pt x="48768" y="45244"/>
                      </a:cubicBezTo>
                      <a:cubicBezTo>
                        <a:pt x="48387" y="45244"/>
                        <a:pt x="47816" y="45434"/>
                        <a:pt x="47149" y="45720"/>
                      </a:cubicBezTo>
                      <a:cubicBezTo>
                        <a:pt x="46387" y="46006"/>
                        <a:pt x="45910" y="46196"/>
                        <a:pt x="45529" y="46196"/>
                      </a:cubicBezTo>
                      <a:cubicBezTo>
                        <a:pt x="45244" y="46196"/>
                        <a:pt x="45053" y="46196"/>
                        <a:pt x="44863" y="45911"/>
                      </a:cubicBezTo>
                      <a:cubicBezTo>
                        <a:pt x="44863" y="46291"/>
                        <a:pt x="45244" y="47054"/>
                        <a:pt x="46101" y="48196"/>
                      </a:cubicBezTo>
                      <a:cubicBezTo>
                        <a:pt x="46958" y="49339"/>
                        <a:pt x="47339" y="50197"/>
                        <a:pt x="47339" y="50863"/>
                      </a:cubicBezTo>
                      <a:cubicBezTo>
                        <a:pt x="47339" y="51435"/>
                        <a:pt x="47149" y="51911"/>
                        <a:pt x="46768" y="52388"/>
                      </a:cubicBezTo>
                      <a:lnTo>
                        <a:pt x="44863" y="54197"/>
                      </a:lnTo>
                      <a:cubicBezTo>
                        <a:pt x="45244" y="59722"/>
                        <a:pt x="45434" y="65913"/>
                        <a:pt x="45434" y="72676"/>
                      </a:cubicBezTo>
                      <a:cubicBezTo>
                        <a:pt x="45434" y="79438"/>
                        <a:pt x="45244" y="85820"/>
                        <a:pt x="44863" y="91821"/>
                      </a:cubicBezTo>
                      <a:cubicBezTo>
                        <a:pt x="43148" y="93821"/>
                        <a:pt x="40576" y="94774"/>
                        <a:pt x="37052" y="94774"/>
                      </a:cubicBezTo>
                      <a:cubicBezTo>
                        <a:pt x="36004" y="94774"/>
                        <a:pt x="34290" y="94679"/>
                        <a:pt x="32195" y="94393"/>
                      </a:cubicBezTo>
                      <a:cubicBezTo>
                        <a:pt x="30004" y="94202"/>
                        <a:pt x="28480" y="94012"/>
                        <a:pt x="27527" y="94012"/>
                      </a:cubicBezTo>
                      <a:cubicBezTo>
                        <a:pt x="26099" y="93440"/>
                        <a:pt x="25241" y="92297"/>
                        <a:pt x="24955" y="90488"/>
                      </a:cubicBezTo>
                      <a:cubicBezTo>
                        <a:pt x="24765" y="88963"/>
                        <a:pt x="24575" y="87535"/>
                        <a:pt x="24384" y="85915"/>
                      </a:cubicBezTo>
                      <a:cubicBezTo>
                        <a:pt x="24860" y="84487"/>
                        <a:pt x="24955" y="82296"/>
                        <a:pt x="24765" y="79153"/>
                      </a:cubicBezTo>
                      <a:cubicBezTo>
                        <a:pt x="24575" y="76009"/>
                        <a:pt x="24765" y="73723"/>
                        <a:pt x="25337" y="72295"/>
                      </a:cubicBezTo>
                      <a:cubicBezTo>
                        <a:pt x="25813" y="72962"/>
                        <a:pt x="26289" y="73247"/>
                        <a:pt x="26860" y="73247"/>
                      </a:cubicBezTo>
                      <a:cubicBezTo>
                        <a:pt x="27051" y="73247"/>
                        <a:pt x="27527" y="72962"/>
                        <a:pt x="28480" y="72485"/>
                      </a:cubicBezTo>
                      <a:cubicBezTo>
                        <a:pt x="29146" y="72199"/>
                        <a:pt x="29718" y="72295"/>
                        <a:pt x="30194" y="72866"/>
                      </a:cubicBezTo>
                      <a:lnTo>
                        <a:pt x="28766" y="71342"/>
                      </a:lnTo>
                      <a:lnTo>
                        <a:pt x="29813" y="70675"/>
                      </a:lnTo>
                      <a:lnTo>
                        <a:pt x="28384" y="69152"/>
                      </a:lnTo>
                      <a:lnTo>
                        <a:pt x="29813" y="69723"/>
                      </a:lnTo>
                      <a:lnTo>
                        <a:pt x="29813" y="67342"/>
                      </a:lnTo>
                      <a:lnTo>
                        <a:pt x="27146" y="67342"/>
                      </a:lnTo>
                      <a:cubicBezTo>
                        <a:pt x="28194" y="66675"/>
                        <a:pt x="28766" y="66389"/>
                        <a:pt x="29051" y="66389"/>
                      </a:cubicBezTo>
                      <a:cubicBezTo>
                        <a:pt x="29718" y="66389"/>
                        <a:pt x="30289" y="66865"/>
                        <a:pt x="30766" y="67818"/>
                      </a:cubicBezTo>
                      <a:cubicBezTo>
                        <a:pt x="30956" y="67818"/>
                        <a:pt x="31147" y="67532"/>
                        <a:pt x="31147" y="67151"/>
                      </a:cubicBezTo>
                      <a:cubicBezTo>
                        <a:pt x="31147" y="66580"/>
                        <a:pt x="31147" y="66199"/>
                        <a:pt x="31147" y="66104"/>
                      </a:cubicBezTo>
                      <a:lnTo>
                        <a:pt x="33338" y="66484"/>
                      </a:lnTo>
                      <a:cubicBezTo>
                        <a:pt x="33528" y="65437"/>
                        <a:pt x="33528" y="64770"/>
                        <a:pt x="33433" y="64675"/>
                      </a:cubicBezTo>
                      <a:cubicBezTo>
                        <a:pt x="33433" y="64675"/>
                        <a:pt x="33623" y="64484"/>
                        <a:pt x="34290" y="64198"/>
                      </a:cubicBezTo>
                      <a:cubicBezTo>
                        <a:pt x="33052" y="62294"/>
                        <a:pt x="31433" y="61913"/>
                        <a:pt x="29432" y="63055"/>
                      </a:cubicBezTo>
                      <a:cubicBezTo>
                        <a:pt x="27432" y="64198"/>
                        <a:pt x="25813" y="63913"/>
                        <a:pt x="24670" y="62389"/>
                      </a:cubicBezTo>
                      <a:cubicBezTo>
                        <a:pt x="24670" y="58388"/>
                        <a:pt x="24860" y="55531"/>
                        <a:pt x="25241" y="53816"/>
                      </a:cubicBezTo>
                      <a:cubicBezTo>
                        <a:pt x="23336" y="53816"/>
                        <a:pt x="22288" y="52483"/>
                        <a:pt x="22193" y="49625"/>
                      </a:cubicBezTo>
                      <a:cubicBezTo>
                        <a:pt x="22003" y="46768"/>
                        <a:pt x="21146" y="45148"/>
                        <a:pt x="19336" y="44767"/>
                      </a:cubicBezTo>
                      <a:cubicBezTo>
                        <a:pt x="15716" y="36576"/>
                        <a:pt x="10096" y="24574"/>
                        <a:pt x="2476" y="8763"/>
                      </a:cubicBezTo>
                      <a:cubicBezTo>
                        <a:pt x="2476" y="8572"/>
                        <a:pt x="2476" y="8287"/>
                        <a:pt x="2858" y="8096"/>
                      </a:cubicBezTo>
                      <a:cubicBezTo>
                        <a:pt x="3143" y="7906"/>
                        <a:pt x="3334" y="7715"/>
                        <a:pt x="3429" y="7525"/>
                      </a:cubicBezTo>
                      <a:cubicBezTo>
                        <a:pt x="2762" y="6953"/>
                        <a:pt x="2000" y="6382"/>
                        <a:pt x="1143" y="5715"/>
                      </a:cubicBezTo>
                      <a:cubicBezTo>
                        <a:pt x="381" y="5048"/>
                        <a:pt x="0" y="4381"/>
                        <a:pt x="0" y="3524"/>
                      </a:cubicBezTo>
                      <a:cubicBezTo>
                        <a:pt x="0" y="3048"/>
                        <a:pt x="191" y="2572"/>
                        <a:pt x="571" y="2000"/>
                      </a:cubicBezTo>
                      <a:cubicBezTo>
                        <a:pt x="2476" y="857"/>
                        <a:pt x="5048" y="190"/>
                        <a:pt x="8287" y="190"/>
                      </a:cubicBezTo>
                      <a:cubicBezTo>
                        <a:pt x="9430" y="190"/>
                        <a:pt x="10954" y="190"/>
                        <a:pt x="12954" y="476"/>
                      </a:cubicBezTo>
                      <a:cubicBezTo>
                        <a:pt x="14954" y="667"/>
                        <a:pt x="16478" y="762"/>
                        <a:pt x="17335" y="762"/>
                      </a:cubicBezTo>
                      <a:lnTo>
                        <a:pt x="18669" y="762"/>
                      </a:lnTo>
                      <a:cubicBezTo>
                        <a:pt x="20383" y="1810"/>
                        <a:pt x="21812" y="3810"/>
                        <a:pt x="22860" y="6667"/>
                      </a:cubicBezTo>
                      <a:cubicBezTo>
                        <a:pt x="23908" y="9525"/>
                        <a:pt x="25051" y="11335"/>
                        <a:pt x="26479" y="12192"/>
                      </a:cubicBezTo>
                      <a:cubicBezTo>
                        <a:pt x="26289" y="13906"/>
                        <a:pt x="26670" y="15812"/>
                        <a:pt x="27813" y="17907"/>
                      </a:cubicBezTo>
                      <a:cubicBezTo>
                        <a:pt x="28670" y="19431"/>
                        <a:pt x="29432" y="20955"/>
                        <a:pt x="30194" y="22479"/>
                      </a:cubicBezTo>
                      <a:cubicBezTo>
                        <a:pt x="29813" y="24289"/>
                        <a:pt x="30194" y="25241"/>
                        <a:pt x="31528" y="25337"/>
                      </a:cubicBezTo>
                      <a:cubicBezTo>
                        <a:pt x="31433" y="26003"/>
                        <a:pt x="31813" y="26861"/>
                        <a:pt x="32861" y="27908"/>
                      </a:cubicBezTo>
                      <a:cubicBezTo>
                        <a:pt x="33909" y="28956"/>
                        <a:pt x="34480" y="29718"/>
                        <a:pt x="34671" y="30289"/>
                      </a:cubicBezTo>
                      <a:cubicBezTo>
                        <a:pt x="38291" y="27146"/>
                        <a:pt x="40767" y="22479"/>
                        <a:pt x="42100" y="16288"/>
                      </a:cubicBezTo>
                      <a:cubicBezTo>
                        <a:pt x="44863" y="12002"/>
                        <a:pt x="46577" y="8287"/>
                        <a:pt x="47434" y="4858"/>
                      </a:cubicBezTo>
                      <a:cubicBezTo>
                        <a:pt x="49244" y="1810"/>
                        <a:pt x="52768" y="286"/>
                        <a:pt x="58103" y="286"/>
                      </a:cubicBezTo>
                      <a:cubicBezTo>
                        <a:pt x="65056" y="286"/>
                        <a:pt x="68199" y="286"/>
                        <a:pt x="67532" y="381"/>
                      </a:cubicBezTo>
                      <a:close/>
                      <a:moveTo>
                        <a:pt x="27432" y="67151"/>
                      </a:moveTo>
                      <a:cubicBezTo>
                        <a:pt x="26575" y="67913"/>
                        <a:pt x="25717" y="67913"/>
                        <a:pt x="24955" y="67151"/>
                      </a:cubicBezTo>
                      <a:lnTo>
                        <a:pt x="27432" y="67151"/>
                      </a:lnTo>
                      <a:close/>
                      <a:moveTo>
                        <a:pt x="31433" y="68866"/>
                      </a:moveTo>
                      <a:lnTo>
                        <a:pt x="34004" y="68866"/>
                      </a:lnTo>
                      <a:lnTo>
                        <a:pt x="31433" y="68485"/>
                      </a:lnTo>
                      <a:lnTo>
                        <a:pt x="31433" y="68866"/>
                      </a:lnTo>
                      <a:close/>
                      <a:moveTo>
                        <a:pt x="34576" y="65246"/>
                      </a:moveTo>
                      <a:lnTo>
                        <a:pt x="35909" y="64865"/>
                      </a:lnTo>
                      <a:lnTo>
                        <a:pt x="34576" y="64865"/>
                      </a:lnTo>
                      <a:lnTo>
                        <a:pt x="34576" y="65246"/>
                      </a:lnTo>
                      <a:close/>
                      <a:moveTo>
                        <a:pt x="38195" y="58103"/>
                      </a:moveTo>
                      <a:cubicBezTo>
                        <a:pt x="38195" y="58103"/>
                        <a:pt x="38767" y="57245"/>
                        <a:pt x="38576" y="56579"/>
                      </a:cubicBezTo>
                      <a:cubicBezTo>
                        <a:pt x="38386" y="55912"/>
                        <a:pt x="38195" y="55531"/>
                        <a:pt x="37909" y="55340"/>
                      </a:cubicBezTo>
                      <a:lnTo>
                        <a:pt x="37909" y="58483"/>
                      </a:lnTo>
                      <a:lnTo>
                        <a:pt x="38195" y="58103"/>
                      </a:lnTo>
                      <a:close/>
                      <a:moveTo>
                        <a:pt x="52197" y="24384"/>
                      </a:moveTo>
                      <a:lnTo>
                        <a:pt x="51816" y="25337"/>
                      </a:lnTo>
                      <a:cubicBezTo>
                        <a:pt x="52388" y="26098"/>
                        <a:pt x="52768" y="26384"/>
                        <a:pt x="53054" y="26289"/>
                      </a:cubicBezTo>
                      <a:cubicBezTo>
                        <a:pt x="53054" y="25813"/>
                        <a:pt x="52673" y="25146"/>
                        <a:pt x="52102" y="24384"/>
                      </a:cubicBezTo>
                      <a:close/>
                      <a:moveTo>
                        <a:pt x="54102" y="16859"/>
                      </a:moveTo>
                      <a:lnTo>
                        <a:pt x="55054" y="16859"/>
                      </a:lnTo>
                      <a:cubicBezTo>
                        <a:pt x="55054" y="16859"/>
                        <a:pt x="54292" y="16192"/>
                        <a:pt x="54102" y="16288"/>
                      </a:cubicBezTo>
                      <a:cubicBezTo>
                        <a:pt x="53721" y="16764"/>
                        <a:pt x="53530" y="17145"/>
                        <a:pt x="53530" y="17526"/>
                      </a:cubicBezTo>
                      <a:lnTo>
                        <a:pt x="53530" y="17812"/>
                      </a:lnTo>
                      <a:cubicBezTo>
                        <a:pt x="53530" y="17812"/>
                        <a:pt x="54007" y="17431"/>
                        <a:pt x="54102" y="16859"/>
                      </a:cubicBezTo>
                      <a:close/>
                      <a:moveTo>
                        <a:pt x="55340" y="25908"/>
                      </a:moveTo>
                      <a:cubicBezTo>
                        <a:pt x="54578" y="25908"/>
                        <a:pt x="54197" y="26289"/>
                        <a:pt x="54292" y="26861"/>
                      </a:cubicBezTo>
                      <a:cubicBezTo>
                        <a:pt x="54292" y="27718"/>
                        <a:pt x="54388" y="28194"/>
                        <a:pt x="54388" y="28289"/>
                      </a:cubicBezTo>
                      <a:cubicBezTo>
                        <a:pt x="55340" y="27718"/>
                        <a:pt x="55626" y="26956"/>
                        <a:pt x="55340" y="25908"/>
                      </a:cubicBezTo>
                      <a:close/>
                      <a:moveTo>
                        <a:pt x="54388" y="30289"/>
                      </a:moveTo>
                      <a:lnTo>
                        <a:pt x="55340" y="29051"/>
                      </a:lnTo>
                      <a:lnTo>
                        <a:pt x="54388" y="29051"/>
                      </a:lnTo>
                      <a:lnTo>
                        <a:pt x="54388" y="30289"/>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 name="Google Shape;869;p99"/>
                <p:cNvSpPr/>
                <p:nvPr/>
              </p:nvSpPr>
              <p:spPr>
                <a:xfrm>
                  <a:off x="3748372" y="4305871"/>
                  <a:ext cx="87820" cy="94773"/>
                </a:xfrm>
                <a:custGeom>
                  <a:avLst/>
                  <a:gdLst/>
                  <a:ahLst/>
                  <a:cxnLst/>
                  <a:rect l="l" t="t" r="r" b="b"/>
                  <a:pathLst>
                    <a:path w="87820" h="94773" extrusionOk="0">
                      <a:moveTo>
                        <a:pt x="1333" y="65722"/>
                      </a:moveTo>
                      <a:cubicBezTo>
                        <a:pt x="1333" y="66485"/>
                        <a:pt x="1333" y="66865"/>
                        <a:pt x="1715" y="66865"/>
                      </a:cubicBezTo>
                      <a:cubicBezTo>
                        <a:pt x="1715" y="66865"/>
                        <a:pt x="1905" y="66865"/>
                        <a:pt x="2191" y="66865"/>
                      </a:cubicBezTo>
                      <a:cubicBezTo>
                        <a:pt x="2381" y="66865"/>
                        <a:pt x="2572" y="66770"/>
                        <a:pt x="2762" y="66770"/>
                      </a:cubicBezTo>
                      <a:cubicBezTo>
                        <a:pt x="2953" y="66770"/>
                        <a:pt x="3143" y="66961"/>
                        <a:pt x="3238" y="67246"/>
                      </a:cubicBezTo>
                      <a:cubicBezTo>
                        <a:pt x="1333" y="67246"/>
                        <a:pt x="286" y="67056"/>
                        <a:pt x="0" y="66770"/>
                      </a:cubicBezTo>
                      <a:lnTo>
                        <a:pt x="1333" y="65818"/>
                      </a:lnTo>
                      <a:close/>
                      <a:moveTo>
                        <a:pt x="3238" y="77724"/>
                      </a:moveTo>
                      <a:cubicBezTo>
                        <a:pt x="3238" y="77724"/>
                        <a:pt x="3715" y="77153"/>
                        <a:pt x="4191" y="77153"/>
                      </a:cubicBezTo>
                      <a:lnTo>
                        <a:pt x="5525" y="77153"/>
                      </a:lnTo>
                      <a:cubicBezTo>
                        <a:pt x="5525" y="77153"/>
                        <a:pt x="5144" y="77724"/>
                        <a:pt x="4572" y="77724"/>
                      </a:cubicBezTo>
                      <a:lnTo>
                        <a:pt x="3334" y="77724"/>
                      </a:lnTo>
                      <a:close/>
                      <a:moveTo>
                        <a:pt x="7239" y="83915"/>
                      </a:moveTo>
                      <a:lnTo>
                        <a:pt x="7239" y="82677"/>
                      </a:lnTo>
                      <a:lnTo>
                        <a:pt x="8192" y="82677"/>
                      </a:lnTo>
                      <a:lnTo>
                        <a:pt x="7239" y="83915"/>
                      </a:lnTo>
                      <a:close/>
                      <a:moveTo>
                        <a:pt x="12287" y="76105"/>
                      </a:moveTo>
                      <a:cubicBezTo>
                        <a:pt x="12287" y="76105"/>
                        <a:pt x="13240" y="76295"/>
                        <a:pt x="14097" y="77057"/>
                      </a:cubicBezTo>
                      <a:lnTo>
                        <a:pt x="13716" y="77629"/>
                      </a:lnTo>
                      <a:lnTo>
                        <a:pt x="12287" y="76105"/>
                      </a:lnTo>
                      <a:close/>
                      <a:moveTo>
                        <a:pt x="14097" y="83915"/>
                      </a:moveTo>
                      <a:cubicBezTo>
                        <a:pt x="14097" y="83915"/>
                        <a:pt x="14573" y="83629"/>
                        <a:pt x="14859" y="83248"/>
                      </a:cubicBezTo>
                      <a:cubicBezTo>
                        <a:pt x="15145" y="82868"/>
                        <a:pt x="15430" y="82677"/>
                        <a:pt x="15621" y="82677"/>
                      </a:cubicBezTo>
                      <a:cubicBezTo>
                        <a:pt x="15621" y="82963"/>
                        <a:pt x="15430" y="83439"/>
                        <a:pt x="15050" y="83915"/>
                      </a:cubicBezTo>
                      <a:lnTo>
                        <a:pt x="14097" y="83915"/>
                      </a:lnTo>
                      <a:close/>
                      <a:moveTo>
                        <a:pt x="16288" y="73438"/>
                      </a:moveTo>
                      <a:lnTo>
                        <a:pt x="15907" y="74390"/>
                      </a:lnTo>
                      <a:lnTo>
                        <a:pt x="14573" y="74390"/>
                      </a:lnTo>
                      <a:cubicBezTo>
                        <a:pt x="14954" y="73438"/>
                        <a:pt x="15240" y="72962"/>
                        <a:pt x="15526" y="72962"/>
                      </a:cubicBezTo>
                      <a:cubicBezTo>
                        <a:pt x="15716" y="72962"/>
                        <a:pt x="16002" y="73152"/>
                        <a:pt x="16192" y="73438"/>
                      </a:cubicBezTo>
                      <a:close/>
                      <a:moveTo>
                        <a:pt x="18193" y="65342"/>
                      </a:moveTo>
                      <a:lnTo>
                        <a:pt x="18193" y="66294"/>
                      </a:lnTo>
                      <a:lnTo>
                        <a:pt x="16288" y="64770"/>
                      </a:lnTo>
                      <a:cubicBezTo>
                        <a:pt x="16764" y="64579"/>
                        <a:pt x="17431" y="64770"/>
                        <a:pt x="18193" y="65342"/>
                      </a:cubicBezTo>
                      <a:close/>
                      <a:moveTo>
                        <a:pt x="16288" y="78962"/>
                      </a:moveTo>
                      <a:cubicBezTo>
                        <a:pt x="16954" y="78962"/>
                        <a:pt x="17240" y="79343"/>
                        <a:pt x="17240" y="80201"/>
                      </a:cubicBezTo>
                      <a:lnTo>
                        <a:pt x="16288" y="80201"/>
                      </a:lnTo>
                      <a:lnTo>
                        <a:pt x="16288" y="78962"/>
                      </a:lnTo>
                      <a:close/>
                      <a:moveTo>
                        <a:pt x="18574" y="88963"/>
                      </a:moveTo>
                      <a:lnTo>
                        <a:pt x="18193" y="88487"/>
                      </a:lnTo>
                      <a:lnTo>
                        <a:pt x="20098" y="87439"/>
                      </a:lnTo>
                      <a:lnTo>
                        <a:pt x="18574" y="88963"/>
                      </a:lnTo>
                      <a:close/>
                      <a:moveTo>
                        <a:pt x="87725" y="70295"/>
                      </a:moveTo>
                      <a:lnTo>
                        <a:pt x="83629" y="70866"/>
                      </a:lnTo>
                      <a:cubicBezTo>
                        <a:pt x="83629" y="70866"/>
                        <a:pt x="83534" y="71152"/>
                        <a:pt x="83534" y="71247"/>
                      </a:cubicBezTo>
                      <a:cubicBezTo>
                        <a:pt x="83534" y="71438"/>
                        <a:pt x="83820" y="71819"/>
                        <a:pt x="84582" y="72200"/>
                      </a:cubicBezTo>
                      <a:cubicBezTo>
                        <a:pt x="85249" y="72580"/>
                        <a:pt x="85534" y="73057"/>
                        <a:pt x="85534" y="73438"/>
                      </a:cubicBezTo>
                      <a:lnTo>
                        <a:pt x="86487" y="73438"/>
                      </a:lnTo>
                      <a:cubicBezTo>
                        <a:pt x="86011" y="75914"/>
                        <a:pt x="85534" y="78296"/>
                        <a:pt x="85154" y="80772"/>
                      </a:cubicBezTo>
                      <a:cubicBezTo>
                        <a:pt x="84582" y="83344"/>
                        <a:pt x="82963" y="85058"/>
                        <a:pt x="80582" y="85820"/>
                      </a:cubicBezTo>
                      <a:cubicBezTo>
                        <a:pt x="80200" y="84392"/>
                        <a:pt x="79248" y="83915"/>
                        <a:pt x="77724" y="84582"/>
                      </a:cubicBezTo>
                      <a:lnTo>
                        <a:pt x="77248" y="84868"/>
                      </a:lnTo>
                      <a:lnTo>
                        <a:pt x="79058" y="86773"/>
                      </a:lnTo>
                      <a:cubicBezTo>
                        <a:pt x="78296" y="86582"/>
                        <a:pt x="77533" y="86201"/>
                        <a:pt x="76676" y="85439"/>
                      </a:cubicBezTo>
                      <a:cubicBezTo>
                        <a:pt x="75819" y="84677"/>
                        <a:pt x="75152" y="84296"/>
                        <a:pt x="74676" y="84296"/>
                      </a:cubicBezTo>
                      <a:cubicBezTo>
                        <a:pt x="74104" y="84296"/>
                        <a:pt x="73533" y="84582"/>
                        <a:pt x="72771" y="85249"/>
                      </a:cubicBezTo>
                      <a:lnTo>
                        <a:pt x="74390" y="85249"/>
                      </a:lnTo>
                      <a:lnTo>
                        <a:pt x="74009" y="85820"/>
                      </a:lnTo>
                      <a:cubicBezTo>
                        <a:pt x="74962" y="86106"/>
                        <a:pt x="76200" y="86868"/>
                        <a:pt x="77629" y="88011"/>
                      </a:cubicBezTo>
                      <a:lnTo>
                        <a:pt x="74390" y="89440"/>
                      </a:lnTo>
                      <a:lnTo>
                        <a:pt x="74962" y="89821"/>
                      </a:lnTo>
                      <a:cubicBezTo>
                        <a:pt x="74962" y="89821"/>
                        <a:pt x="73533" y="90488"/>
                        <a:pt x="71247" y="91440"/>
                      </a:cubicBezTo>
                      <a:cubicBezTo>
                        <a:pt x="70009" y="91916"/>
                        <a:pt x="68866" y="92107"/>
                        <a:pt x="67723" y="92107"/>
                      </a:cubicBezTo>
                      <a:cubicBezTo>
                        <a:pt x="67151" y="92107"/>
                        <a:pt x="66580" y="92107"/>
                        <a:pt x="66008" y="92107"/>
                      </a:cubicBezTo>
                      <a:cubicBezTo>
                        <a:pt x="65627" y="93154"/>
                        <a:pt x="65532" y="93821"/>
                        <a:pt x="65627" y="94202"/>
                      </a:cubicBezTo>
                      <a:lnTo>
                        <a:pt x="47720" y="94774"/>
                      </a:lnTo>
                      <a:cubicBezTo>
                        <a:pt x="46292" y="93440"/>
                        <a:pt x="44101" y="92297"/>
                        <a:pt x="40958" y="91440"/>
                      </a:cubicBezTo>
                      <a:cubicBezTo>
                        <a:pt x="37624" y="90392"/>
                        <a:pt x="35433" y="89630"/>
                        <a:pt x="34480" y="88963"/>
                      </a:cubicBezTo>
                      <a:cubicBezTo>
                        <a:pt x="34100" y="88392"/>
                        <a:pt x="33433" y="88011"/>
                        <a:pt x="32385" y="87821"/>
                      </a:cubicBezTo>
                      <a:cubicBezTo>
                        <a:pt x="31433" y="87630"/>
                        <a:pt x="30385" y="87344"/>
                        <a:pt x="29528" y="87154"/>
                      </a:cubicBezTo>
                      <a:lnTo>
                        <a:pt x="30766" y="85915"/>
                      </a:lnTo>
                      <a:lnTo>
                        <a:pt x="29051" y="84011"/>
                      </a:lnTo>
                      <a:lnTo>
                        <a:pt x="28575" y="85344"/>
                      </a:lnTo>
                      <a:cubicBezTo>
                        <a:pt x="26956" y="84963"/>
                        <a:pt x="26099" y="83629"/>
                        <a:pt x="26003" y="81439"/>
                      </a:cubicBezTo>
                      <a:cubicBezTo>
                        <a:pt x="26003" y="79438"/>
                        <a:pt x="24860" y="78486"/>
                        <a:pt x="22670" y="78486"/>
                      </a:cubicBezTo>
                      <a:lnTo>
                        <a:pt x="21146" y="78486"/>
                      </a:lnTo>
                      <a:cubicBezTo>
                        <a:pt x="22479" y="78486"/>
                        <a:pt x="23146" y="77724"/>
                        <a:pt x="23146" y="76200"/>
                      </a:cubicBezTo>
                      <a:cubicBezTo>
                        <a:pt x="23146" y="75724"/>
                        <a:pt x="23146" y="75343"/>
                        <a:pt x="22765" y="74962"/>
                      </a:cubicBezTo>
                      <a:cubicBezTo>
                        <a:pt x="22574" y="74581"/>
                        <a:pt x="21717" y="74104"/>
                        <a:pt x="20288" y="73533"/>
                      </a:cubicBezTo>
                      <a:lnTo>
                        <a:pt x="19907" y="73914"/>
                      </a:lnTo>
                      <a:cubicBezTo>
                        <a:pt x="19907" y="73914"/>
                        <a:pt x="19717" y="74104"/>
                        <a:pt x="19526" y="74104"/>
                      </a:cubicBezTo>
                      <a:cubicBezTo>
                        <a:pt x="19241" y="74104"/>
                        <a:pt x="19050" y="73819"/>
                        <a:pt x="18955" y="73152"/>
                      </a:cubicBezTo>
                      <a:cubicBezTo>
                        <a:pt x="18764" y="72580"/>
                        <a:pt x="18764" y="72104"/>
                        <a:pt x="18955" y="71628"/>
                      </a:cubicBezTo>
                      <a:cubicBezTo>
                        <a:pt x="19717" y="71438"/>
                        <a:pt x="20955" y="70676"/>
                        <a:pt x="22479" y="69152"/>
                      </a:cubicBezTo>
                      <a:cubicBezTo>
                        <a:pt x="23908" y="67913"/>
                        <a:pt x="25051" y="67246"/>
                        <a:pt x="26003" y="67246"/>
                      </a:cubicBezTo>
                      <a:cubicBezTo>
                        <a:pt x="26479" y="67246"/>
                        <a:pt x="26956" y="67342"/>
                        <a:pt x="27527" y="67628"/>
                      </a:cubicBezTo>
                      <a:cubicBezTo>
                        <a:pt x="27242" y="67056"/>
                        <a:pt x="27146" y="66580"/>
                        <a:pt x="27527" y="66199"/>
                      </a:cubicBezTo>
                      <a:cubicBezTo>
                        <a:pt x="27813" y="65818"/>
                        <a:pt x="27527" y="65246"/>
                        <a:pt x="26765" y="64389"/>
                      </a:cubicBezTo>
                      <a:lnTo>
                        <a:pt x="30766" y="62484"/>
                      </a:lnTo>
                      <a:lnTo>
                        <a:pt x="29813" y="61246"/>
                      </a:lnTo>
                      <a:cubicBezTo>
                        <a:pt x="30385" y="61246"/>
                        <a:pt x="31433" y="60865"/>
                        <a:pt x="32861" y="60103"/>
                      </a:cubicBezTo>
                      <a:cubicBezTo>
                        <a:pt x="34290" y="59341"/>
                        <a:pt x="35242" y="58960"/>
                        <a:pt x="35719" y="58960"/>
                      </a:cubicBezTo>
                      <a:cubicBezTo>
                        <a:pt x="36481" y="58960"/>
                        <a:pt x="36957" y="59531"/>
                        <a:pt x="37243" y="60674"/>
                      </a:cubicBezTo>
                      <a:cubicBezTo>
                        <a:pt x="36957" y="63246"/>
                        <a:pt x="37909" y="65818"/>
                        <a:pt x="40005" y="68485"/>
                      </a:cubicBezTo>
                      <a:cubicBezTo>
                        <a:pt x="41053" y="69723"/>
                        <a:pt x="43148" y="71723"/>
                        <a:pt x="46292" y="74390"/>
                      </a:cubicBezTo>
                      <a:cubicBezTo>
                        <a:pt x="46768" y="75533"/>
                        <a:pt x="47530" y="76010"/>
                        <a:pt x="48673" y="76010"/>
                      </a:cubicBezTo>
                      <a:cubicBezTo>
                        <a:pt x="48958" y="76010"/>
                        <a:pt x="49530" y="76010"/>
                        <a:pt x="50101" y="75819"/>
                      </a:cubicBezTo>
                      <a:cubicBezTo>
                        <a:pt x="50768" y="75724"/>
                        <a:pt x="51245" y="75629"/>
                        <a:pt x="51625" y="75629"/>
                      </a:cubicBezTo>
                      <a:cubicBezTo>
                        <a:pt x="52292" y="75629"/>
                        <a:pt x="52959" y="75819"/>
                        <a:pt x="53626" y="76105"/>
                      </a:cubicBezTo>
                      <a:cubicBezTo>
                        <a:pt x="54197" y="76486"/>
                        <a:pt x="54959" y="76581"/>
                        <a:pt x="55721" y="76581"/>
                      </a:cubicBezTo>
                      <a:cubicBezTo>
                        <a:pt x="57150" y="76581"/>
                        <a:pt x="58769" y="75914"/>
                        <a:pt x="60674" y="74581"/>
                      </a:cubicBezTo>
                      <a:cubicBezTo>
                        <a:pt x="63532" y="72676"/>
                        <a:pt x="65056" y="71723"/>
                        <a:pt x="65532" y="71533"/>
                      </a:cubicBezTo>
                      <a:cubicBezTo>
                        <a:pt x="65913" y="70866"/>
                        <a:pt x="66104" y="70295"/>
                        <a:pt x="66104" y="69628"/>
                      </a:cubicBezTo>
                      <a:cubicBezTo>
                        <a:pt x="66104" y="68675"/>
                        <a:pt x="65532" y="67437"/>
                        <a:pt x="64484" y="65913"/>
                      </a:cubicBezTo>
                      <a:cubicBezTo>
                        <a:pt x="63437" y="64389"/>
                        <a:pt x="62865" y="63246"/>
                        <a:pt x="62675" y="62484"/>
                      </a:cubicBezTo>
                      <a:cubicBezTo>
                        <a:pt x="60674" y="62198"/>
                        <a:pt x="59626" y="61436"/>
                        <a:pt x="59436" y="60293"/>
                      </a:cubicBezTo>
                      <a:lnTo>
                        <a:pt x="60008" y="59817"/>
                      </a:lnTo>
                      <a:cubicBezTo>
                        <a:pt x="57531" y="58674"/>
                        <a:pt x="54007" y="56864"/>
                        <a:pt x="49530" y="54388"/>
                      </a:cubicBezTo>
                      <a:cubicBezTo>
                        <a:pt x="49054" y="54769"/>
                        <a:pt x="48578" y="54959"/>
                        <a:pt x="48101" y="54959"/>
                      </a:cubicBezTo>
                      <a:cubicBezTo>
                        <a:pt x="47434" y="54959"/>
                        <a:pt x="46672" y="54578"/>
                        <a:pt x="45720" y="53721"/>
                      </a:cubicBezTo>
                      <a:cubicBezTo>
                        <a:pt x="44767" y="52864"/>
                        <a:pt x="44101" y="52483"/>
                        <a:pt x="43529" y="52483"/>
                      </a:cubicBezTo>
                      <a:cubicBezTo>
                        <a:pt x="43244" y="52483"/>
                        <a:pt x="43053" y="52483"/>
                        <a:pt x="42863" y="52769"/>
                      </a:cubicBezTo>
                      <a:cubicBezTo>
                        <a:pt x="40862" y="52197"/>
                        <a:pt x="38957" y="50578"/>
                        <a:pt x="36957" y="47911"/>
                      </a:cubicBezTo>
                      <a:cubicBezTo>
                        <a:pt x="34766" y="44958"/>
                        <a:pt x="32957" y="43053"/>
                        <a:pt x="31433" y="42196"/>
                      </a:cubicBezTo>
                      <a:cubicBezTo>
                        <a:pt x="31623" y="41338"/>
                        <a:pt x="31242" y="40291"/>
                        <a:pt x="30290" y="38957"/>
                      </a:cubicBezTo>
                      <a:cubicBezTo>
                        <a:pt x="29337" y="37624"/>
                        <a:pt x="28956" y="36671"/>
                        <a:pt x="29146" y="36004"/>
                      </a:cubicBezTo>
                      <a:cubicBezTo>
                        <a:pt x="28575" y="34957"/>
                        <a:pt x="28289" y="33052"/>
                        <a:pt x="28099" y="30099"/>
                      </a:cubicBezTo>
                      <a:cubicBezTo>
                        <a:pt x="27908" y="27527"/>
                        <a:pt x="27813" y="24955"/>
                        <a:pt x="27718" y="22384"/>
                      </a:cubicBezTo>
                      <a:cubicBezTo>
                        <a:pt x="28289" y="22098"/>
                        <a:pt x="28670" y="21812"/>
                        <a:pt x="28670" y="21431"/>
                      </a:cubicBezTo>
                      <a:cubicBezTo>
                        <a:pt x="28670" y="21146"/>
                        <a:pt x="28480" y="20860"/>
                        <a:pt x="28194" y="20288"/>
                      </a:cubicBezTo>
                      <a:cubicBezTo>
                        <a:pt x="27908" y="19812"/>
                        <a:pt x="27718" y="19431"/>
                        <a:pt x="27718" y="19145"/>
                      </a:cubicBezTo>
                      <a:cubicBezTo>
                        <a:pt x="28099" y="18097"/>
                        <a:pt x="29432" y="16573"/>
                        <a:pt x="31718" y="14669"/>
                      </a:cubicBezTo>
                      <a:cubicBezTo>
                        <a:pt x="33623" y="13049"/>
                        <a:pt x="34576" y="11430"/>
                        <a:pt x="34576" y="9906"/>
                      </a:cubicBezTo>
                      <a:cubicBezTo>
                        <a:pt x="34862" y="9906"/>
                        <a:pt x="35433" y="9525"/>
                        <a:pt x="36195" y="8954"/>
                      </a:cubicBezTo>
                      <a:cubicBezTo>
                        <a:pt x="36957" y="8382"/>
                        <a:pt x="37433" y="8096"/>
                        <a:pt x="37814" y="8096"/>
                      </a:cubicBezTo>
                      <a:cubicBezTo>
                        <a:pt x="38005" y="8096"/>
                        <a:pt x="38195" y="8287"/>
                        <a:pt x="38386" y="8572"/>
                      </a:cubicBezTo>
                      <a:cubicBezTo>
                        <a:pt x="39910" y="6287"/>
                        <a:pt x="42291" y="4572"/>
                        <a:pt x="45529" y="3334"/>
                      </a:cubicBezTo>
                      <a:cubicBezTo>
                        <a:pt x="48387" y="2381"/>
                        <a:pt x="51340" y="1429"/>
                        <a:pt x="54197" y="476"/>
                      </a:cubicBezTo>
                      <a:cubicBezTo>
                        <a:pt x="55054" y="190"/>
                        <a:pt x="55912" y="0"/>
                        <a:pt x="56769" y="0"/>
                      </a:cubicBezTo>
                      <a:cubicBezTo>
                        <a:pt x="58007" y="0"/>
                        <a:pt x="59722" y="476"/>
                        <a:pt x="61817" y="1429"/>
                      </a:cubicBezTo>
                      <a:cubicBezTo>
                        <a:pt x="63913" y="2381"/>
                        <a:pt x="65627" y="2857"/>
                        <a:pt x="66866" y="2857"/>
                      </a:cubicBezTo>
                      <a:cubicBezTo>
                        <a:pt x="67437" y="2857"/>
                        <a:pt x="68008" y="2857"/>
                        <a:pt x="68485" y="2667"/>
                      </a:cubicBezTo>
                      <a:cubicBezTo>
                        <a:pt x="69056" y="3810"/>
                        <a:pt x="70009" y="4477"/>
                        <a:pt x="71438" y="4858"/>
                      </a:cubicBezTo>
                      <a:cubicBezTo>
                        <a:pt x="73247" y="5429"/>
                        <a:pt x="74390" y="5905"/>
                        <a:pt x="74962" y="6287"/>
                      </a:cubicBezTo>
                      <a:cubicBezTo>
                        <a:pt x="77629" y="6572"/>
                        <a:pt x="80010" y="10001"/>
                        <a:pt x="82105" y="16669"/>
                      </a:cubicBezTo>
                      <a:cubicBezTo>
                        <a:pt x="82105" y="17621"/>
                        <a:pt x="81344" y="18860"/>
                        <a:pt x="80105" y="20479"/>
                      </a:cubicBezTo>
                      <a:cubicBezTo>
                        <a:pt x="78772" y="22098"/>
                        <a:pt x="78200" y="23336"/>
                        <a:pt x="78296" y="24479"/>
                      </a:cubicBezTo>
                      <a:cubicBezTo>
                        <a:pt x="77438" y="24289"/>
                        <a:pt x="76962" y="24670"/>
                        <a:pt x="76867" y="25432"/>
                      </a:cubicBezTo>
                      <a:cubicBezTo>
                        <a:pt x="76771" y="26479"/>
                        <a:pt x="76581" y="27051"/>
                        <a:pt x="76295" y="27242"/>
                      </a:cubicBezTo>
                      <a:cubicBezTo>
                        <a:pt x="74104" y="28289"/>
                        <a:pt x="72580" y="28765"/>
                        <a:pt x="71723" y="28765"/>
                      </a:cubicBezTo>
                      <a:cubicBezTo>
                        <a:pt x="70485" y="28765"/>
                        <a:pt x="69247" y="28004"/>
                        <a:pt x="68199" y="26384"/>
                      </a:cubicBezTo>
                      <a:cubicBezTo>
                        <a:pt x="68199" y="25146"/>
                        <a:pt x="67342" y="24194"/>
                        <a:pt x="65818" y="23527"/>
                      </a:cubicBezTo>
                      <a:cubicBezTo>
                        <a:pt x="64103" y="22955"/>
                        <a:pt x="63055" y="22193"/>
                        <a:pt x="62770" y="21336"/>
                      </a:cubicBezTo>
                      <a:cubicBezTo>
                        <a:pt x="62294" y="21336"/>
                        <a:pt x="61055" y="20860"/>
                        <a:pt x="59150" y="20003"/>
                      </a:cubicBezTo>
                      <a:cubicBezTo>
                        <a:pt x="57626" y="19431"/>
                        <a:pt x="56293" y="19050"/>
                        <a:pt x="55340" y="19050"/>
                      </a:cubicBezTo>
                      <a:cubicBezTo>
                        <a:pt x="54007" y="19050"/>
                        <a:pt x="52864" y="19717"/>
                        <a:pt x="51911" y="20955"/>
                      </a:cubicBezTo>
                      <a:cubicBezTo>
                        <a:pt x="51625" y="20955"/>
                        <a:pt x="51340" y="20860"/>
                        <a:pt x="51054" y="20860"/>
                      </a:cubicBezTo>
                      <a:cubicBezTo>
                        <a:pt x="50387" y="20860"/>
                        <a:pt x="49435" y="21431"/>
                        <a:pt x="48101" y="22574"/>
                      </a:cubicBezTo>
                      <a:cubicBezTo>
                        <a:pt x="48482" y="23241"/>
                        <a:pt x="48673" y="23908"/>
                        <a:pt x="48673" y="24479"/>
                      </a:cubicBezTo>
                      <a:cubicBezTo>
                        <a:pt x="48673" y="25146"/>
                        <a:pt x="48196" y="25813"/>
                        <a:pt x="47054" y="26384"/>
                      </a:cubicBezTo>
                      <a:cubicBezTo>
                        <a:pt x="46006" y="26956"/>
                        <a:pt x="45434" y="27527"/>
                        <a:pt x="45434" y="28099"/>
                      </a:cubicBezTo>
                      <a:cubicBezTo>
                        <a:pt x="45434" y="28575"/>
                        <a:pt x="45720" y="29242"/>
                        <a:pt x="46292" y="30004"/>
                      </a:cubicBezTo>
                      <a:cubicBezTo>
                        <a:pt x="49625" y="34862"/>
                        <a:pt x="54578" y="38386"/>
                        <a:pt x="61246" y="40862"/>
                      </a:cubicBezTo>
                      <a:cubicBezTo>
                        <a:pt x="62103" y="41053"/>
                        <a:pt x="63341" y="41815"/>
                        <a:pt x="64961" y="43148"/>
                      </a:cubicBezTo>
                      <a:cubicBezTo>
                        <a:pt x="66580" y="44387"/>
                        <a:pt x="67913" y="45148"/>
                        <a:pt x="69056" y="45244"/>
                      </a:cubicBezTo>
                      <a:cubicBezTo>
                        <a:pt x="70199" y="45339"/>
                        <a:pt x="71723" y="46292"/>
                        <a:pt x="73628" y="47911"/>
                      </a:cubicBezTo>
                      <a:cubicBezTo>
                        <a:pt x="75343" y="49530"/>
                        <a:pt x="76962" y="50197"/>
                        <a:pt x="78581" y="49911"/>
                      </a:cubicBezTo>
                      <a:cubicBezTo>
                        <a:pt x="78581" y="50673"/>
                        <a:pt x="78676" y="51149"/>
                        <a:pt x="78962" y="51245"/>
                      </a:cubicBezTo>
                      <a:cubicBezTo>
                        <a:pt x="79629" y="51245"/>
                        <a:pt x="80200" y="51721"/>
                        <a:pt x="80582" y="52769"/>
                      </a:cubicBezTo>
                      <a:cubicBezTo>
                        <a:pt x="80963" y="53816"/>
                        <a:pt x="81439" y="54293"/>
                        <a:pt x="82105" y="54007"/>
                      </a:cubicBezTo>
                      <a:cubicBezTo>
                        <a:pt x="82296" y="54578"/>
                        <a:pt x="83249" y="56102"/>
                        <a:pt x="85154" y="58864"/>
                      </a:cubicBezTo>
                      <a:cubicBezTo>
                        <a:pt x="86582" y="61055"/>
                        <a:pt x="87249" y="63055"/>
                        <a:pt x="87249" y="64865"/>
                      </a:cubicBezTo>
                      <a:cubicBezTo>
                        <a:pt x="87630" y="65342"/>
                        <a:pt x="87821" y="65818"/>
                        <a:pt x="87821" y="66294"/>
                      </a:cubicBezTo>
                      <a:cubicBezTo>
                        <a:pt x="87821" y="66675"/>
                        <a:pt x="87630" y="67151"/>
                        <a:pt x="87249" y="67723"/>
                      </a:cubicBezTo>
                      <a:cubicBezTo>
                        <a:pt x="86868" y="68294"/>
                        <a:pt x="86678" y="68771"/>
                        <a:pt x="86678" y="68961"/>
                      </a:cubicBezTo>
                      <a:cubicBezTo>
                        <a:pt x="86678" y="69437"/>
                        <a:pt x="86963" y="69913"/>
                        <a:pt x="87630" y="70390"/>
                      </a:cubicBezTo>
                      <a:close/>
                      <a:moveTo>
                        <a:pt x="20098" y="73152"/>
                      </a:moveTo>
                      <a:lnTo>
                        <a:pt x="22765" y="72200"/>
                      </a:lnTo>
                      <a:lnTo>
                        <a:pt x="21431" y="72200"/>
                      </a:lnTo>
                      <a:lnTo>
                        <a:pt x="20003" y="73152"/>
                      </a:lnTo>
                      <a:close/>
                      <a:moveTo>
                        <a:pt x="20955" y="84582"/>
                      </a:moveTo>
                      <a:lnTo>
                        <a:pt x="21526" y="84582"/>
                      </a:lnTo>
                      <a:lnTo>
                        <a:pt x="22479" y="85249"/>
                      </a:lnTo>
                      <a:lnTo>
                        <a:pt x="20955" y="84582"/>
                      </a:lnTo>
                      <a:close/>
                      <a:moveTo>
                        <a:pt x="24670" y="90773"/>
                      </a:moveTo>
                      <a:cubicBezTo>
                        <a:pt x="24575" y="89916"/>
                        <a:pt x="24765" y="89154"/>
                        <a:pt x="25527" y="88392"/>
                      </a:cubicBezTo>
                      <a:lnTo>
                        <a:pt x="25527" y="88392"/>
                      </a:lnTo>
                      <a:cubicBezTo>
                        <a:pt x="25527" y="88392"/>
                        <a:pt x="25717" y="89059"/>
                        <a:pt x="26003" y="89440"/>
                      </a:cubicBezTo>
                      <a:cubicBezTo>
                        <a:pt x="26384" y="89821"/>
                        <a:pt x="26575" y="90011"/>
                        <a:pt x="26575" y="90202"/>
                      </a:cubicBezTo>
                      <a:cubicBezTo>
                        <a:pt x="26575" y="90488"/>
                        <a:pt x="26384" y="90678"/>
                        <a:pt x="26099" y="90773"/>
                      </a:cubicBezTo>
                      <a:lnTo>
                        <a:pt x="24765" y="90773"/>
                      </a:lnTo>
                      <a:close/>
                      <a:moveTo>
                        <a:pt x="25717" y="88011"/>
                      </a:moveTo>
                      <a:cubicBezTo>
                        <a:pt x="25717" y="88011"/>
                        <a:pt x="25527" y="88297"/>
                        <a:pt x="25527" y="88392"/>
                      </a:cubicBezTo>
                      <a:cubicBezTo>
                        <a:pt x="25527" y="88392"/>
                        <a:pt x="25622" y="88202"/>
                        <a:pt x="25717" y="88011"/>
                      </a:cubicBezTo>
                      <a:close/>
                      <a:moveTo>
                        <a:pt x="26003" y="85820"/>
                      </a:moveTo>
                      <a:cubicBezTo>
                        <a:pt x="26003" y="85820"/>
                        <a:pt x="26670" y="86011"/>
                        <a:pt x="27051" y="86392"/>
                      </a:cubicBezTo>
                      <a:cubicBezTo>
                        <a:pt x="27527" y="86773"/>
                        <a:pt x="27718" y="87059"/>
                        <a:pt x="27813" y="87059"/>
                      </a:cubicBezTo>
                      <a:cubicBezTo>
                        <a:pt x="27337" y="87059"/>
                        <a:pt x="26670" y="87439"/>
                        <a:pt x="25813" y="88011"/>
                      </a:cubicBezTo>
                      <a:cubicBezTo>
                        <a:pt x="26479" y="87249"/>
                        <a:pt x="26575" y="86487"/>
                        <a:pt x="26099" y="85820"/>
                      </a:cubicBezTo>
                      <a:close/>
                      <a:moveTo>
                        <a:pt x="28766" y="75819"/>
                      </a:moveTo>
                      <a:lnTo>
                        <a:pt x="28766" y="74867"/>
                      </a:lnTo>
                      <a:lnTo>
                        <a:pt x="26003" y="73438"/>
                      </a:lnTo>
                      <a:lnTo>
                        <a:pt x="28766" y="75819"/>
                      </a:lnTo>
                      <a:close/>
                      <a:moveTo>
                        <a:pt x="30956" y="79438"/>
                      </a:moveTo>
                      <a:cubicBezTo>
                        <a:pt x="30956" y="79438"/>
                        <a:pt x="31242" y="79438"/>
                        <a:pt x="32195" y="79629"/>
                      </a:cubicBezTo>
                      <a:cubicBezTo>
                        <a:pt x="32671" y="79629"/>
                        <a:pt x="33052" y="79438"/>
                        <a:pt x="33242" y="78962"/>
                      </a:cubicBezTo>
                      <a:cubicBezTo>
                        <a:pt x="32290" y="78677"/>
                        <a:pt x="31528" y="78772"/>
                        <a:pt x="30956" y="79438"/>
                      </a:cubicBezTo>
                      <a:cubicBezTo>
                        <a:pt x="30766" y="79438"/>
                        <a:pt x="30575" y="79534"/>
                        <a:pt x="30575" y="79820"/>
                      </a:cubicBezTo>
                      <a:lnTo>
                        <a:pt x="29623" y="80772"/>
                      </a:lnTo>
                      <a:lnTo>
                        <a:pt x="30575" y="80772"/>
                      </a:lnTo>
                      <a:cubicBezTo>
                        <a:pt x="30575" y="80772"/>
                        <a:pt x="30575" y="80105"/>
                        <a:pt x="30575" y="79820"/>
                      </a:cubicBezTo>
                      <a:lnTo>
                        <a:pt x="30956" y="79438"/>
                      </a:lnTo>
                      <a:close/>
                      <a:moveTo>
                        <a:pt x="31528" y="34862"/>
                      </a:moveTo>
                      <a:cubicBezTo>
                        <a:pt x="31528" y="34862"/>
                        <a:pt x="32004" y="34100"/>
                        <a:pt x="31909" y="33814"/>
                      </a:cubicBezTo>
                      <a:lnTo>
                        <a:pt x="32290" y="32956"/>
                      </a:lnTo>
                      <a:cubicBezTo>
                        <a:pt x="32290" y="32956"/>
                        <a:pt x="31528" y="32290"/>
                        <a:pt x="31051" y="32004"/>
                      </a:cubicBezTo>
                      <a:cubicBezTo>
                        <a:pt x="30575" y="31813"/>
                        <a:pt x="30194" y="31623"/>
                        <a:pt x="30099" y="31623"/>
                      </a:cubicBezTo>
                      <a:cubicBezTo>
                        <a:pt x="31337" y="32290"/>
                        <a:pt x="32004" y="32956"/>
                        <a:pt x="32004" y="33719"/>
                      </a:cubicBezTo>
                      <a:lnTo>
                        <a:pt x="31623" y="34766"/>
                      </a:lnTo>
                      <a:close/>
                      <a:moveTo>
                        <a:pt x="39624" y="28004"/>
                      </a:moveTo>
                      <a:lnTo>
                        <a:pt x="39624" y="27622"/>
                      </a:lnTo>
                      <a:cubicBezTo>
                        <a:pt x="39338" y="25622"/>
                        <a:pt x="37909" y="24575"/>
                        <a:pt x="35338" y="24575"/>
                      </a:cubicBezTo>
                      <a:cubicBezTo>
                        <a:pt x="33338" y="24575"/>
                        <a:pt x="31718" y="25051"/>
                        <a:pt x="30480" y="26194"/>
                      </a:cubicBezTo>
                      <a:cubicBezTo>
                        <a:pt x="30861" y="26384"/>
                        <a:pt x="31337" y="27146"/>
                        <a:pt x="31718" y="28480"/>
                      </a:cubicBezTo>
                      <a:cubicBezTo>
                        <a:pt x="32195" y="29813"/>
                        <a:pt x="32957" y="30385"/>
                        <a:pt x="34004" y="30194"/>
                      </a:cubicBezTo>
                      <a:lnTo>
                        <a:pt x="34004" y="29813"/>
                      </a:lnTo>
                      <a:cubicBezTo>
                        <a:pt x="34004" y="29813"/>
                        <a:pt x="34480" y="28670"/>
                        <a:pt x="34862" y="27242"/>
                      </a:cubicBezTo>
                      <a:cubicBezTo>
                        <a:pt x="35052" y="26003"/>
                        <a:pt x="35528" y="25337"/>
                        <a:pt x="36290" y="25337"/>
                      </a:cubicBezTo>
                      <a:cubicBezTo>
                        <a:pt x="36576" y="25337"/>
                        <a:pt x="36957" y="25432"/>
                        <a:pt x="37338" y="25718"/>
                      </a:cubicBezTo>
                      <a:lnTo>
                        <a:pt x="37338" y="26670"/>
                      </a:lnTo>
                      <a:cubicBezTo>
                        <a:pt x="37338" y="26670"/>
                        <a:pt x="37719" y="26575"/>
                        <a:pt x="37909" y="26575"/>
                      </a:cubicBezTo>
                      <a:cubicBezTo>
                        <a:pt x="38100" y="26575"/>
                        <a:pt x="38576" y="27051"/>
                        <a:pt x="39529" y="28004"/>
                      </a:cubicBezTo>
                      <a:close/>
                      <a:moveTo>
                        <a:pt x="32195" y="65627"/>
                      </a:moveTo>
                      <a:cubicBezTo>
                        <a:pt x="31433" y="65627"/>
                        <a:pt x="31051" y="65532"/>
                        <a:pt x="30861" y="65246"/>
                      </a:cubicBezTo>
                      <a:lnTo>
                        <a:pt x="31813" y="66580"/>
                      </a:lnTo>
                      <a:cubicBezTo>
                        <a:pt x="31813" y="66580"/>
                        <a:pt x="32290" y="66008"/>
                        <a:pt x="32195" y="65627"/>
                      </a:cubicBezTo>
                      <a:close/>
                      <a:moveTo>
                        <a:pt x="33147" y="29242"/>
                      </a:moveTo>
                      <a:lnTo>
                        <a:pt x="32766" y="28861"/>
                      </a:lnTo>
                      <a:lnTo>
                        <a:pt x="33719" y="28861"/>
                      </a:lnTo>
                      <a:cubicBezTo>
                        <a:pt x="33719" y="28861"/>
                        <a:pt x="33433" y="29051"/>
                        <a:pt x="33147" y="29242"/>
                      </a:cubicBezTo>
                      <a:close/>
                      <a:moveTo>
                        <a:pt x="33719" y="28861"/>
                      </a:moveTo>
                      <a:cubicBezTo>
                        <a:pt x="33719" y="28861"/>
                        <a:pt x="34004" y="28670"/>
                        <a:pt x="34100" y="28861"/>
                      </a:cubicBezTo>
                      <a:lnTo>
                        <a:pt x="33719" y="28861"/>
                      </a:lnTo>
                      <a:close/>
                      <a:moveTo>
                        <a:pt x="34576" y="86582"/>
                      </a:moveTo>
                      <a:lnTo>
                        <a:pt x="35528" y="85630"/>
                      </a:lnTo>
                      <a:cubicBezTo>
                        <a:pt x="35528" y="85630"/>
                        <a:pt x="34766" y="85058"/>
                        <a:pt x="34576" y="85058"/>
                      </a:cubicBezTo>
                      <a:lnTo>
                        <a:pt x="34576" y="86582"/>
                      </a:lnTo>
                      <a:close/>
                      <a:moveTo>
                        <a:pt x="36004" y="30480"/>
                      </a:moveTo>
                      <a:cubicBezTo>
                        <a:pt x="36195" y="30004"/>
                        <a:pt x="36004" y="29432"/>
                        <a:pt x="35528" y="28861"/>
                      </a:cubicBezTo>
                      <a:lnTo>
                        <a:pt x="35528" y="31052"/>
                      </a:lnTo>
                      <a:lnTo>
                        <a:pt x="36004" y="30480"/>
                      </a:lnTo>
                      <a:close/>
                      <a:moveTo>
                        <a:pt x="37719" y="94107"/>
                      </a:moveTo>
                      <a:lnTo>
                        <a:pt x="37338" y="93726"/>
                      </a:lnTo>
                      <a:lnTo>
                        <a:pt x="38291" y="93726"/>
                      </a:lnTo>
                      <a:cubicBezTo>
                        <a:pt x="37814" y="94012"/>
                        <a:pt x="37624" y="94107"/>
                        <a:pt x="37719" y="94107"/>
                      </a:cubicBezTo>
                      <a:close/>
                      <a:moveTo>
                        <a:pt x="49149" y="84392"/>
                      </a:moveTo>
                      <a:lnTo>
                        <a:pt x="49625" y="83820"/>
                      </a:lnTo>
                      <a:lnTo>
                        <a:pt x="49149" y="82582"/>
                      </a:lnTo>
                      <a:lnTo>
                        <a:pt x="49149" y="84487"/>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 name="Google Shape;870;p99"/>
                <p:cNvSpPr/>
                <p:nvPr/>
              </p:nvSpPr>
              <p:spPr>
                <a:xfrm>
                  <a:off x="3840765" y="4306557"/>
                  <a:ext cx="63912" cy="94945"/>
                </a:xfrm>
                <a:custGeom>
                  <a:avLst/>
                  <a:gdLst/>
                  <a:ahLst/>
                  <a:cxnLst/>
                  <a:rect l="l" t="t" r="r" b="b"/>
                  <a:pathLst>
                    <a:path w="63912" h="94945" extrusionOk="0">
                      <a:moveTo>
                        <a:pt x="62960" y="3410"/>
                      </a:moveTo>
                      <a:lnTo>
                        <a:pt x="63913" y="20174"/>
                      </a:lnTo>
                      <a:cubicBezTo>
                        <a:pt x="61913" y="20745"/>
                        <a:pt x="59246" y="20936"/>
                        <a:pt x="55912" y="20650"/>
                      </a:cubicBezTo>
                      <a:cubicBezTo>
                        <a:pt x="51911" y="20269"/>
                        <a:pt x="49340" y="20174"/>
                        <a:pt x="48006" y="20269"/>
                      </a:cubicBezTo>
                      <a:cubicBezTo>
                        <a:pt x="45244" y="20650"/>
                        <a:pt x="42958" y="21984"/>
                        <a:pt x="41243" y="24270"/>
                      </a:cubicBezTo>
                      <a:cubicBezTo>
                        <a:pt x="41434" y="24841"/>
                        <a:pt x="41434" y="25412"/>
                        <a:pt x="41434" y="26079"/>
                      </a:cubicBezTo>
                      <a:cubicBezTo>
                        <a:pt x="41434" y="26746"/>
                        <a:pt x="41339" y="27603"/>
                        <a:pt x="41053" y="28842"/>
                      </a:cubicBezTo>
                      <a:cubicBezTo>
                        <a:pt x="40862" y="30080"/>
                        <a:pt x="40672" y="30937"/>
                        <a:pt x="40672" y="31604"/>
                      </a:cubicBezTo>
                      <a:cubicBezTo>
                        <a:pt x="40672" y="32556"/>
                        <a:pt x="40862" y="33414"/>
                        <a:pt x="41148" y="34271"/>
                      </a:cubicBezTo>
                      <a:cubicBezTo>
                        <a:pt x="41339" y="34747"/>
                        <a:pt x="41529" y="35128"/>
                        <a:pt x="41529" y="35604"/>
                      </a:cubicBezTo>
                      <a:cubicBezTo>
                        <a:pt x="41529" y="36176"/>
                        <a:pt x="41339" y="36747"/>
                        <a:pt x="41053" y="37509"/>
                      </a:cubicBezTo>
                      <a:cubicBezTo>
                        <a:pt x="40767" y="38176"/>
                        <a:pt x="40577" y="38748"/>
                        <a:pt x="40577" y="39033"/>
                      </a:cubicBezTo>
                      <a:cubicBezTo>
                        <a:pt x="40577" y="39510"/>
                        <a:pt x="40767" y="39986"/>
                        <a:pt x="41148" y="40271"/>
                      </a:cubicBezTo>
                      <a:lnTo>
                        <a:pt x="40767" y="45606"/>
                      </a:lnTo>
                      <a:cubicBezTo>
                        <a:pt x="40767" y="44939"/>
                        <a:pt x="40291" y="44558"/>
                        <a:pt x="39433" y="44462"/>
                      </a:cubicBezTo>
                      <a:cubicBezTo>
                        <a:pt x="38386" y="44177"/>
                        <a:pt x="37719" y="43986"/>
                        <a:pt x="37529" y="43891"/>
                      </a:cubicBezTo>
                      <a:cubicBezTo>
                        <a:pt x="37243" y="44082"/>
                        <a:pt x="37148" y="44462"/>
                        <a:pt x="37148" y="44748"/>
                      </a:cubicBezTo>
                      <a:cubicBezTo>
                        <a:pt x="37148" y="45129"/>
                        <a:pt x="37148" y="45415"/>
                        <a:pt x="37052" y="45701"/>
                      </a:cubicBezTo>
                      <a:cubicBezTo>
                        <a:pt x="37529" y="45510"/>
                        <a:pt x="37910" y="45320"/>
                        <a:pt x="38195" y="45320"/>
                      </a:cubicBezTo>
                      <a:cubicBezTo>
                        <a:pt x="38767" y="45320"/>
                        <a:pt x="39148" y="45891"/>
                        <a:pt x="39433" y="47129"/>
                      </a:cubicBezTo>
                      <a:cubicBezTo>
                        <a:pt x="39815" y="48654"/>
                        <a:pt x="40005" y="49511"/>
                        <a:pt x="40291" y="49701"/>
                      </a:cubicBezTo>
                      <a:lnTo>
                        <a:pt x="39719" y="49701"/>
                      </a:lnTo>
                      <a:cubicBezTo>
                        <a:pt x="40672" y="52273"/>
                        <a:pt x="41148" y="55893"/>
                        <a:pt x="41243" y="60465"/>
                      </a:cubicBezTo>
                      <a:cubicBezTo>
                        <a:pt x="41243" y="64275"/>
                        <a:pt x="41148" y="67989"/>
                        <a:pt x="41148" y="71609"/>
                      </a:cubicBezTo>
                      <a:cubicBezTo>
                        <a:pt x="41148" y="73800"/>
                        <a:pt x="41339" y="75800"/>
                        <a:pt x="41624" y="77514"/>
                      </a:cubicBezTo>
                      <a:cubicBezTo>
                        <a:pt x="41624" y="77514"/>
                        <a:pt x="42005" y="77705"/>
                        <a:pt x="42482" y="77991"/>
                      </a:cubicBezTo>
                      <a:cubicBezTo>
                        <a:pt x="42958" y="78276"/>
                        <a:pt x="43434" y="78371"/>
                        <a:pt x="43815" y="78181"/>
                      </a:cubicBezTo>
                      <a:cubicBezTo>
                        <a:pt x="43244" y="79324"/>
                        <a:pt x="42958" y="82372"/>
                        <a:pt x="42767" y="87230"/>
                      </a:cubicBezTo>
                      <a:cubicBezTo>
                        <a:pt x="42767" y="89897"/>
                        <a:pt x="41910" y="91707"/>
                        <a:pt x="40291" y="92754"/>
                      </a:cubicBezTo>
                      <a:cubicBezTo>
                        <a:pt x="40577" y="92945"/>
                        <a:pt x="40672" y="93326"/>
                        <a:pt x="40672" y="93993"/>
                      </a:cubicBezTo>
                      <a:cubicBezTo>
                        <a:pt x="39815" y="93993"/>
                        <a:pt x="37148" y="93993"/>
                        <a:pt x="32671" y="93993"/>
                      </a:cubicBezTo>
                      <a:cubicBezTo>
                        <a:pt x="29432" y="93993"/>
                        <a:pt x="26765" y="94183"/>
                        <a:pt x="24765" y="94945"/>
                      </a:cubicBezTo>
                      <a:cubicBezTo>
                        <a:pt x="23146" y="93516"/>
                        <a:pt x="22289" y="91421"/>
                        <a:pt x="22289" y="88659"/>
                      </a:cubicBezTo>
                      <a:cubicBezTo>
                        <a:pt x="22289" y="86182"/>
                        <a:pt x="22384" y="83801"/>
                        <a:pt x="22384" y="81324"/>
                      </a:cubicBezTo>
                      <a:cubicBezTo>
                        <a:pt x="22765" y="72276"/>
                        <a:pt x="22955" y="62846"/>
                        <a:pt x="22955" y="53130"/>
                      </a:cubicBezTo>
                      <a:cubicBezTo>
                        <a:pt x="22955" y="43415"/>
                        <a:pt x="22765" y="33318"/>
                        <a:pt x="22384" y="22936"/>
                      </a:cubicBezTo>
                      <a:cubicBezTo>
                        <a:pt x="21908" y="21317"/>
                        <a:pt x="20669" y="20460"/>
                        <a:pt x="18574" y="20460"/>
                      </a:cubicBezTo>
                      <a:cubicBezTo>
                        <a:pt x="18193" y="20460"/>
                        <a:pt x="17621" y="20460"/>
                        <a:pt x="16954" y="20555"/>
                      </a:cubicBezTo>
                      <a:lnTo>
                        <a:pt x="15431" y="20555"/>
                      </a:lnTo>
                      <a:cubicBezTo>
                        <a:pt x="14383" y="20555"/>
                        <a:pt x="13621" y="20364"/>
                        <a:pt x="12954" y="20079"/>
                      </a:cubicBezTo>
                      <a:cubicBezTo>
                        <a:pt x="13621" y="20079"/>
                        <a:pt x="11335" y="20174"/>
                        <a:pt x="5906" y="20174"/>
                      </a:cubicBezTo>
                      <a:cubicBezTo>
                        <a:pt x="3429" y="20174"/>
                        <a:pt x="1524" y="19507"/>
                        <a:pt x="0" y="18269"/>
                      </a:cubicBezTo>
                      <a:lnTo>
                        <a:pt x="0" y="1791"/>
                      </a:lnTo>
                      <a:cubicBezTo>
                        <a:pt x="0" y="1791"/>
                        <a:pt x="857" y="2362"/>
                        <a:pt x="1429" y="2362"/>
                      </a:cubicBezTo>
                      <a:cubicBezTo>
                        <a:pt x="2381" y="2362"/>
                        <a:pt x="3334" y="1791"/>
                        <a:pt x="4286" y="457"/>
                      </a:cubicBezTo>
                      <a:cubicBezTo>
                        <a:pt x="9049" y="171"/>
                        <a:pt x="16192" y="76"/>
                        <a:pt x="25527" y="362"/>
                      </a:cubicBezTo>
                      <a:cubicBezTo>
                        <a:pt x="34862" y="648"/>
                        <a:pt x="42100" y="552"/>
                        <a:pt x="47149" y="171"/>
                      </a:cubicBezTo>
                      <a:cubicBezTo>
                        <a:pt x="47435" y="648"/>
                        <a:pt x="47720" y="838"/>
                        <a:pt x="48196" y="838"/>
                      </a:cubicBezTo>
                      <a:cubicBezTo>
                        <a:pt x="48482" y="838"/>
                        <a:pt x="48958" y="838"/>
                        <a:pt x="49530" y="457"/>
                      </a:cubicBezTo>
                      <a:cubicBezTo>
                        <a:pt x="50102" y="267"/>
                        <a:pt x="50483" y="76"/>
                        <a:pt x="50673" y="76"/>
                      </a:cubicBezTo>
                      <a:cubicBezTo>
                        <a:pt x="51625" y="648"/>
                        <a:pt x="54102" y="648"/>
                        <a:pt x="58103" y="76"/>
                      </a:cubicBezTo>
                      <a:cubicBezTo>
                        <a:pt x="61055" y="-305"/>
                        <a:pt x="62675" y="743"/>
                        <a:pt x="62770" y="3219"/>
                      </a:cubicBezTo>
                      <a:close/>
                      <a:moveTo>
                        <a:pt x="10382" y="7029"/>
                      </a:moveTo>
                      <a:cubicBezTo>
                        <a:pt x="11144" y="5791"/>
                        <a:pt x="12192" y="5124"/>
                        <a:pt x="13430" y="5124"/>
                      </a:cubicBezTo>
                      <a:cubicBezTo>
                        <a:pt x="13907" y="5124"/>
                        <a:pt x="14669" y="5220"/>
                        <a:pt x="15716" y="5505"/>
                      </a:cubicBezTo>
                      <a:cubicBezTo>
                        <a:pt x="16764" y="5791"/>
                        <a:pt x="17621" y="5886"/>
                        <a:pt x="18193" y="5886"/>
                      </a:cubicBezTo>
                      <a:cubicBezTo>
                        <a:pt x="18860" y="5886"/>
                        <a:pt x="19431" y="5886"/>
                        <a:pt x="20003" y="5601"/>
                      </a:cubicBezTo>
                      <a:lnTo>
                        <a:pt x="18098" y="3695"/>
                      </a:lnTo>
                      <a:cubicBezTo>
                        <a:pt x="17431" y="3695"/>
                        <a:pt x="17050" y="3410"/>
                        <a:pt x="17145" y="2743"/>
                      </a:cubicBezTo>
                      <a:cubicBezTo>
                        <a:pt x="17240" y="1981"/>
                        <a:pt x="17240" y="1505"/>
                        <a:pt x="17145" y="1505"/>
                      </a:cubicBezTo>
                      <a:cubicBezTo>
                        <a:pt x="16954" y="1981"/>
                        <a:pt x="16574" y="2267"/>
                        <a:pt x="16288" y="2362"/>
                      </a:cubicBezTo>
                      <a:cubicBezTo>
                        <a:pt x="16192" y="2362"/>
                        <a:pt x="15907" y="2267"/>
                        <a:pt x="15716" y="2267"/>
                      </a:cubicBezTo>
                      <a:cubicBezTo>
                        <a:pt x="15716" y="2267"/>
                        <a:pt x="15716" y="2743"/>
                        <a:pt x="15716" y="3410"/>
                      </a:cubicBezTo>
                      <a:cubicBezTo>
                        <a:pt x="14764" y="4077"/>
                        <a:pt x="13525" y="4458"/>
                        <a:pt x="12097" y="4553"/>
                      </a:cubicBezTo>
                      <a:cubicBezTo>
                        <a:pt x="10287" y="4648"/>
                        <a:pt x="9144" y="4934"/>
                        <a:pt x="8573" y="5124"/>
                      </a:cubicBezTo>
                      <a:lnTo>
                        <a:pt x="10954" y="5124"/>
                      </a:lnTo>
                      <a:cubicBezTo>
                        <a:pt x="10478" y="5791"/>
                        <a:pt x="10001" y="6267"/>
                        <a:pt x="9525" y="6553"/>
                      </a:cubicBezTo>
                      <a:cubicBezTo>
                        <a:pt x="9525" y="6553"/>
                        <a:pt x="9430" y="6553"/>
                        <a:pt x="9430" y="6458"/>
                      </a:cubicBezTo>
                      <a:cubicBezTo>
                        <a:pt x="9239" y="6458"/>
                        <a:pt x="9144" y="6648"/>
                        <a:pt x="8954" y="6839"/>
                      </a:cubicBezTo>
                      <a:cubicBezTo>
                        <a:pt x="8477" y="7029"/>
                        <a:pt x="8096" y="7125"/>
                        <a:pt x="7906" y="7125"/>
                      </a:cubicBezTo>
                      <a:cubicBezTo>
                        <a:pt x="7620" y="6934"/>
                        <a:pt x="7144" y="6934"/>
                        <a:pt x="6572" y="7125"/>
                      </a:cubicBezTo>
                      <a:cubicBezTo>
                        <a:pt x="4953" y="6934"/>
                        <a:pt x="3810" y="6934"/>
                        <a:pt x="3143" y="7125"/>
                      </a:cubicBezTo>
                      <a:lnTo>
                        <a:pt x="3143" y="6553"/>
                      </a:lnTo>
                      <a:lnTo>
                        <a:pt x="1715" y="8077"/>
                      </a:lnTo>
                      <a:cubicBezTo>
                        <a:pt x="1715" y="8077"/>
                        <a:pt x="2572" y="8363"/>
                        <a:pt x="3048" y="8363"/>
                      </a:cubicBezTo>
                      <a:cubicBezTo>
                        <a:pt x="3143" y="8363"/>
                        <a:pt x="4382" y="7982"/>
                        <a:pt x="6572" y="7220"/>
                      </a:cubicBezTo>
                      <a:lnTo>
                        <a:pt x="7906" y="7220"/>
                      </a:lnTo>
                      <a:cubicBezTo>
                        <a:pt x="7906" y="7220"/>
                        <a:pt x="8287" y="7601"/>
                        <a:pt x="8477" y="7887"/>
                      </a:cubicBezTo>
                      <a:cubicBezTo>
                        <a:pt x="8668" y="8172"/>
                        <a:pt x="8763" y="8458"/>
                        <a:pt x="8954" y="8934"/>
                      </a:cubicBezTo>
                      <a:cubicBezTo>
                        <a:pt x="8954" y="8649"/>
                        <a:pt x="8763" y="8458"/>
                        <a:pt x="8573" y="8077"/>
                      </a:cubicBezTo>
                      <a:cubicBezTo>
                        <a:pt x="8573" y="7601"/>
                        <a:pt x="8573" y="7220"/>
                        <a:pt x="8954" y="7029"/>
                      </a:cubicBezTo>
                      <a:cubicBezTo>
                        <a:pt x="9144" y="7029"/>
                        <a:pt x="9335" y="7029"/>
                        <a:pt x="9525" y="6839"/>
                      </a:cubicBezTo>
                      <a:cubicBezTo>
                        <a:pt x="10096" y="7601"/>
                        <a:pt x="10287" y="8077"/>
                        <a:pt x="10287" y="8268"/>
                      </a:cubicBezTo>
                      <a:lnTo>
                        <a:pt x="13525" y="7696"/>
                      </a:lnTo>
                      <a:lnTo>
                        <a:pt x="10287" y="7315"/>
                      </a:lnTo>
                      <a:close/>
                      <a:moveTo>
                        <a:pt x="8096" y="12459"/>
                      </a:moveTo>
                      <a:lnTo>
                        <a:pt x="10001" y="11506"/>
                      </a:lnTo>
                      <a:lnTo>
                        <a:pt x="9049" y="11506"/>
                      </a:lnTo>
                      <a:lnTo>
                        <a:pt x="8096" y="12459"/>
                      </a:lnTo>
                      <a:close/>
                      <a:moveTo>
                        <a:pt x="22670" y="3410"/>
                      </a:moveTo>
                      <a:lnTo>
                        <a:pt x="24098" y="1886"/>
                      </a:lnTo>
                      <a:cubicBezTo>
                        <a:pt x="24098" y="1886"/>
                        <a:pt x="23050" y="1505"/>
                        <a:pt x="22289" y="1124"/>
                      </a:cubicBezTo>
                      <a:lnTo>
                        <a:pt x="20765" y="3315"/>
                      </a:lnTo>
                      <a:lnTo>
                        <a:pt x="19145" y="2362"/>
                      </a:lnTo>
                      <a:lnTo>
                        <a:pt x="21336" y="4553"/>
                      </a:lnTo>
                      <a:cubicBezTo>
                        <a:pt x="21336" y="3029"/>
                        <a:pt x="21622" y="2076"/>
                        <a:pt x="22289" y="1791"/>
                      </a:cubicBezTo>
                      <a:cubicBezTo>
                        <a:pt x="22574" y="1981"/>
                        <a:pt x="22670" y="2457"/>
                        <a:pt x="22670" y="3315"/>
                      </a:cubicBezTo>
                      <a:close/>
                      <a:moveTo>
                        <a:pt x="27242" y="50559"/>
                      </a:moveTo>
                      <a:cubicBezTo>
                        <a:pt x="28670" y="50749"/>
                        <a:pt x="29242" y="50559"/>
                        <a:pt x="29146" y="50178"/>
                      </a:cubicBezTo>
                      <a:cubicBezTo>
                        <a:pt x="28861" y="49987"/>
                        <a:pt x="28194" y="50178"/>
                        <a:pt x="27242" y="50559"/>
                      </a:cubicBezTo>
                      <a:cubicBezTo>
                        <a:pt x="26861" y="50368"/>
                        <a:pt x="26575" y="50368"/>
                        <a:pt x="26289" y="50559"/>
                      </a:cubicBezTo>
                      <a:cubicBezTo>
                        <a:pt x="26670" y="50749"/>
                        <a:pt x="27051" y="50749"/>
                        <a:pt x="27242" y="50559"/>
                      </a:cubicBezTo>
                      <a:close/>
                      <a:moveTo>
                        <a:pt x="39624" y="48654"/>
                      </a:moveTo>
                      <a:cubicBezTo>
                        <a:pt x="38767" y="48082"/>
                        <a:pt x="37529" y="47701"/>
                        <a:pt x="35814" y="47701"/>
                      </a:cubicBezTo>
                      <a:cubicBezTo>
                        <a:pt x="33814" y="47701"/>
                        <a:pt x="32480" y="47606"/>
                        <a:pt x="31814" y="47320"/>
                      </a:cubicBezTo>
                      <a:lnTo>
                        <a:pt x="34957" y="49225"/>
                      </a:lnTo>
                      <a:cubicBezTo>
                        <a:pt x="34957" y="49225"/>
                        <a:pt x="34385" y="49701"/>
                        <a:pt x="34385" y="50178"/>
                      </a:cubicBezTo>
                      <a:lnTo>
                        <a:pt x="35338" y="50178"/>
                      </a:lnTo>
                      <a:cubicBezTo>
                        <a:pt x="35338" y="50178"/>
                        <a:pt x="35814" y="50463"/>
                        <a:pt x="35814" y="50654"/>
                      </a:cubicBezTo>
                      <a:cubicBezTo>
                        <a:pt x="35814" y="50654"/>
                        <a:pt x="35814" y="50940"/>
                        <a:pt x="35433" y="51320"/>
                      </a:cubicBezTo>
                      <a:cubicBezTo>
                        <a:pt x="35242" y="51702"/>
                        <a:pt x="35147" y="52083"/>
                        <a:pt x="35338" y="52368"/>
                      </a:cubicBezTo>
                      <a:lnTo>
                        <a:pt x="37243" y="52368"/>
                      </a:lnTo>
                      <a:cubicBezTo>
                        <a:pt x="36290" y="51416"/>
                        <a:pt x="35814" y="50749"/>
                        <a:pt x="35814" y="50368"/>
                      </a:cubicBezTo>
                      <a:cubicBezTo>
                        <a:pt x="35814" y="49987"/>
                        <a:pt x="36004" y="49796"/>
                        <a:pt x="36481" y="49606"/>
                      </a:cubicBezTo>
                      <a:cubicBezTo>
                        <a:pt x="36862" y="49416"/>
                        <a:pt x="37433" y="49225"/>
                        <a:pt x="38100" y="48939"/>
                      </a:cubicBezTo>
                      <a:cubicBezTo>
                        <a:pt x="38671" y="48939"/>
                        <a:pt x="39148" y="48939"/>
                        <a:pt x="39624" y="49511"/>
                      </a:cubicBezTo>
                      <a:lnTo>
                        <a:pt x="39624" y="48558"/>
                      </a:lnTo>
                      <a:close/>
                      <a:moveTo>
                        <a:pt x="35052" y="40557"/>
                      </a:moveTo>
                      <a:cubicBezTo>
                        <a:pt x="35528" y="41129"/>
                        <a:pt x="36195" y="41510"/>
                        <a:pt x="36957" y="41510"/>
                      </a:cubicBezTo>
                      <a:cubicBezTo>
                        <a:pt x="38100" y="41510"/>
                        <a:pt x="39148" y="41129"/>
                        <a:pt x="40005" y="40176"/>
                      </a:cubicBezTo>
                      <a:lnTo>
                        <a:pt x="38195" y="39605"/>
                      </a:lnTo>
                      <a:cubicBezTo>
                        <a:pt x="38195" y="40557"/>
                        <a:pt x="37910" y="41034"/>
                        <a:pt x="37624" y="41034"/>
                      </a:cubicBezTo>
                      <a:cubicBezTo>
                        <a:pt x="37624" y="41034"/>
                        <a:pt x="37243" y="40748"/>
                        <a:pt x="36671" y="40176"/>
                      </a:cubicBezTo>
                      <a:cubicBezTo>
                        <a:pt x="36100" y="39605"/>
                        <a:pt x="35528" y="39414"/>
                        <a:pt x="35052" y="39605"/>
                      </a:cubicBezTo>
                      <a:lnTo>
                        <a:pt x="35052" y="40557"/>
                      </a:lnTo>
                      <a:close/>
                      <a:moveTo>
                        <a:pt x="39433" y="51702"/>
                      </a:moveTo>
                      <a:lnTo>
                        <a:pt x="39433" y="51702"/>
                      </a:lnTo>
                      <a:lnTo>
                        <a:pt x="37338" y="50178"/>
                      </a:lnTo>
                      <a:cubicBezTo>
                        <a:pt x="37052" y="50844"/>
                        <a:pt x="37338" y="51320"/>
                        <a:pt x="38005" y="51511"/>
                      </a:cubicBezTo>
                      <a:cubicBezTo>
                        <a:pt x="38481" y="51511"/>
                        <a:pt x="38957" y="51702"/>
                        <a:pt x="39433" y="51797"/>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 name="Google Shape;871;p99"/>
                <p:cNvSpPr/>
                <p:nvPr/>
              </p:nvSpPr>
              <p:spPr>
                <a:xfrm>
                  <a:off x="3909821" y="4305966"/>
                  <a:ext cx="73056" cy="95535"/>
                </a:xfrm>
                <a:custGeom>
                  <a:avLst/>
                  <a:gdLst/>
                  <a:ahLst/>
                  <a:cxnLst/>
                  <a:rect l="l" t="t" r="r" b="b"/>
                  <a:pathLst>
                    <a:path w="73056" h="95535" extrusionOk="0">
                      <a:moveTo>
                        <a:pt x="64389" y="76390"/>
                      </a:moveTo>
                      <a:cubicBezTo>
                        <a:pt x="66008" y="77438"/>
                        <a:pt x="66866" y="79057"/>
                        <a:pt x="66961" y="81439"/>
                      </a:cubicBezTo>
                      <a:cubicBezTo>
                        <a:pt x="66961" y="83439"/>
                        <a:pt x="67056" y="85534"/>
                        <a:pt x="67056" y="87439"/>
                      </a:cubicBezTo>
                      <a:cubicBezTo>
                        <a:pt x="67056" y="88582"/>
                        <a:pt x="67246" y="89440"/>
                        <a:pt x="67532" y="90202"/>
                      </a:cubicBezTo>
                      <a:cubicBezTo>
                        <a:pt x="65342" y="93726"/>
                        <a:pt x="61627" y="95536"/>
                        <a:pt x="56483" y="95536"/>
                      </a:cubicBezTo>
                      <a:cubicBezTo>
                        <a:pt x="54959" y="95536"/>
                        <a:pt x="52673" y="95345"/>
                        <a:pt x="49435" y="95059"/>
                      </a:cubicBezTo>
                      <a:cubicBezTo>
                        <a:pt x="46292" y="94774"/>
                        <a:pt x="43910" y="94583"/>
                        <a:pt x="42291" y="94583"/>
                      </a:cubicBezTo>
                      <a:cubicBezTo>
                        <a:pt x="40577" y="94583"/>
                        <a:pt x="39148" y="94583"/>
                        <a:pt x="37910" y="94774"/>
                      </a:cubicBezTo>
                      <a:lnTo>
                        <a:pt x="11049" y="94774"/>
                      </a:lnTo>
                      <a:lnTo>
                        <a:pt x="11049" y="94393"/>
                      </a:lnTo>
                      <a:cubicBezTo>
                        <a:pt x="10096" y="93821"/>
                        <a:pt x="8477" y="93726"/>
                        <a:pt x="6096" y="94107"/>
                      </a:cubicBezTo>
                      <a:cubicBezTo>
                        <a:pt x="3715" y="94488"/>
                        <a:pt x="1905" y="94297"/>
                        <a:pt x="667" y="93440"/>
                      </a:cubicBezTo>
                      <a:cubicBezTo>
                        <a:pt x="1048" y="82201"/>
                        <a:pt x="1238" y="71152"/>
                        <a:pt x="1238" y="60198"/>
                      </a:cubicBezTo>
                      <a:cubicBezTo>
                        <a:pt x="1238" y="49244"/>
                        <a:pt x="1048" y="38100"/>
                        <a:pt x="667" y="26861"/>
                      </a:cubicBezTo>
                      <a:cubicBezTo>
                        <a:pt x="1143" y="27241"/>
                        <a:pt x="1429" y="27337"/>
                        <a:pt x="1619" y="27241"/>
                      </a:cubicBezTo>
                      <a:lnTo>
                        <a:pt x="2000" y="26861"/>
                      </a:lnTo>
                      <a:cubicBezTo>
                        <a:pt x="2000" y="26861"/>
                        <a:pt x="1905" y="26098"/>
                        <a:pt x="1429" y="25908"/>
                      </a:cubicBezTo>
                      <a:cubicBezTo>
                        <a:pt x="953" y="25717"/>
                        <a:pt x="762" y="25527"/>
                        <a:pt x="762" y="25527"/>
                      </a:cubicBezTo>
                      <a:cubicBezTo>
                        <a:pt x="762" y="25337"/>
                        <a:pt x="953" y="25051"/>
                        <a:pt x="1333" y="24670"/>
                      </a:cubicBezTo>
                      <a:cubicBezTo>
                        <a:pt x="1333" y="25432"/>
                        <a:pt x="1429" y="25813"/>
                        <a:pt x="1715" y="26003"/>
                      </a:cubicBezTo>
                      <a:cubicBezTo>
                        <a:pt x="2477" y="26003"/>
                        <a:pt x="2762" y="25432"/>
                        <a:pt x="2381" y="24670"/>
                      </a:cubicBezTo>
                      <a:cubicBezTo>
                        <a:pt x="2000" y="23813"/>
                        <a:pt x="2096" y="23336"/>
                        <a:pt x="2667" y="23241"/>
                      </a:cubicBezTo>
                      <a:cubicBezTo>
                        <a:pt x="2667" y="23431"/>
                        <a:pt x="2667" y="23527"/>
                        <a:pt x="2667" y="23717"/>
                      </a:cubicBezTo>
                      <a:cubicBezTo>
                        <a:pt x="2667" y="24003"/>
                        <a:pt x="2858" y="24384"/>
                        <a:pt x="3334" y="24670"/>
                      </a:cubicBezTo>
                      <a:cubicBezTo>
                        <a:pt x="3715" y="25051"/>
                        <a:pt x="4000" y="25241"/>
                        <a:pt x="4096" y="25432"/>
                      </a:cubicBezTo>
                      <a:lnTo>
                        <a:pt x="6001" y="25051"/>
                      </a:lnTo>
                      <a:lnTo>
                        <a:pt x="4096" y="23813"/>
                      </a:lnTo>
                      <a:lnTo>
                        <a:pt x="6001" y="22860"/>
                      </a:lnTo>
                      <a:cubicBezTo>
                        <a:pt x="6001" y="22860"/>
                        <a:pt x="5429" y="22288"/>
                        <a:pt x="4572" y="21431"/>
                      </a:cubicBezTo>
                      <a:cubicBezTo>
                        <a:pt x="3905" y="20860"/>
                        <a:pt x="3429" y="20669"/>
                        <a:pt x="3048" y="20669"/>
                      </a:cubicBezTo>
                      <a:cubicBezTo>
                        <a:pt x="2572" y="20669"/>
                        <a:pt x="2191" y="20955"/>
                        <a:pt x="1905" y="21622"/>
                      </a:cubicBezTo>
                      <a:cubicBezTo>
                        <a:pt x="1333" y="21336"/>
                        <a:pt x="1048" y="21050"/>
                        <a:pt x="1048" y="20669"/>
                      </a:cubicBezTo>
                      <a:cubicBezTo>
                        <a:pt x="1048" y="20479"/>
                        <a:pt x="1333" y="20193"/>
                        <a:pt x="2000" y="19621"/>
                      </a:cubicBezTo>
                      <a:cubicBezTo>
                        <a:pt x="2667" y="19145"/>
                        <a:pt x="2953" y="18669"/>
                        <a:pt x="2858" y="18288"/>
                      </a:cubicBezTo>
                      <a:lnTo>
                        <a:pt x="3810" y="19240"/>
                      </a:lnTo>
                      <a:lnTo>
                        <a:pt x="4382" y="18574"/>
                      </a:lnTo>
                      <a:cubicBezTo>
                        <a:pt x="4382" y="18574"/>
                        <a:pt x="4858" y="18955"/>
                        <a:pt x="5239" y="18955"/>
                      </a:cubicBezTo>
                      <a:cubicBezTo>
                        <a:pt x="5620" y="18955"/>
                        <a:pt x="6287" y="18764"/>
                        <a:pt x="7049" y="18383"/>
                      </a:cubicBezTo>
                      <a:cubicBezTo>
                        <a:pt x="7811" y="18002"/>
                        <a:pt x="8477" y="17812"/>
                        <a:pt x="8858" y="17812"/>
                      </a:cubicBezTo>
                      <a:cubicBezTo>
                        <a:pt x="9335" y="17812"/>
                        <a:pt x="9716" y="18002"/>
                        <a:pt x="10001" y="18383"/>
                      </a:cubicBezTo>
                      <a:lnTo>
                        <a:pt x="10573" y="18002"/>
                      </a:lnTo>
                      <a:cubicBezTo>
                        <a:pt x="10478" y="17336"/>
                        <a:pt x="10001" y="16859"/>
                        <a:pt x="9239" y="16573"/>
                      </a:cubicBezTo>
                      <a:cubicBezTo>
                        <a:pt x="8382" y="16288"/>
                        <a:pt x="7906" y="16097"/>
                        <a:pt x="7811" y="15812"/>
                      </a:cubicBezTo>
                      <a:cubicBezTo>
                        <a:pt x="6572" y="15812"/>
                        <a:pt x="5048" y="15812"/>
                        <a:pt x="3239" y="15812"/>
                      </a:cubicBezTo>
                      <a:cubicBezTo>
                        <a:pt x="3048" y="16192"/>
                        <a:pt x="2953" y="16383"/>
                        <a:pt x="2762" y="16383"/>
                      </a:cubicBezTo>
                      <a:cubicBezTo>
                        <a:pt x="2477" y="16097"/>
                        <a:pt x="2191" y="16002"/>
                        <a:pt x="2000" y="16002"/>
                      </a:cubicBezTo>
                      <a:cubicBezTo>
                        <a:pt x="1810" y="16002"/>
                        <a:pt x="1715" y="16002"/>
                        <a:pt x="1524" y="16097"/>
                      </a:cubicBezTo>
                      <a:lnTo>
                        <a:pt x="571" y="12573"/>
                      </a:lnTo>
                      <a:cubicBezTo>
                        <a:pt x="1238" y="12573"/>
                        <a:pt x="1619" y="12382"/>
                        <a:pt x="1810" y="12001"/>
                      </a:cubicBezTo>
                      <a:cubicBezTo>
                        <a:pt x="1810" y="11335"/>
                        <a:pt x="1524" y="11144"/>
                        <a:pt x="953" y="11430"/>
                      </a:cubicBezTo>
                      <a:cubicBezTo>
                        <a:pt x="381" y="11811"/>
                        <a:pt x="0" y="11716"/>
                        <a:pt x="0" y="11239"/>
                      </a:cubicBezTo>
                      <a:lnTo>
                        <a:pt x="953" y="10287"/>
                      </a:lnTo>
                      <a:lnTo>
                        <a:pt x="1905" y="11239"/>
                      </a:lnTo>
                      <a:cubicBezTo>
                        <a:pt x="1905" y="11239"/>
                        <a:pt x="2286" y="10287"/>
                        <a:pt x="2286" y="9049"/>
                      </a:cubicBezTo>
                      <a:cubicBezTo>
                        <a:pt x="2286" y="9334"/>
                        <a:pt x="2477" y="9620"/>
                        <a:pt x="2858" y="9715"/>
                      </a:cubicBezTo>
                      <a:cubicBezTo>
                        <a:pt x="3524" y="9239"/>
                        <a:pt x="3810" y="8858"/>
                        <a:pt x="3810" y="8572"/>
                      </a:cubicBezTo>
                      <a:cubicBezTo>
                        <a:pt x="3810" y="8191"/>
                        <a:pt x="3239" y="7620"/>
                        <a:pt x="2191" y="6858"/>
                      </a:cubicBezTo>
                      <a:cubicBezTo>
                        <a:pt x="1143" y="6096"/>
                        <a:pt x="571" y="5429"/>
                        <a:pt x="571" y="4763"/>
                      </a:cubicBezTo>
                      <a:cubicBezTo>
                        <a:pt x="571" y="4191"/>
                        <a:pt x="857" y="3620"/>
                        <a:pt x="1524" y="2953"/>
                      </a:cubicBezTo>
                      <a:lnTo>
                        <a:pt x="3810" y="571"/>
                      </a:lnTo>
                      <a:cubicBezTo>
                        <a:pt x="7811" y="190"/>
                        <a:pt x="12097" y="0"/>
                        <a:pt x="16669" y="0"/>
                      </a:cubicBezTo>
                      <a:cubicBezTo>
                        <a:pt x="21241" y="0"/>
                        <a:pt x="27432" y="286"/>
                        <a:pt x="36100" y="667"/>
                      </a:cubicBezTo>
                      <a:cubicBezTo>
                        <a:pt x="44767" y="1143"/>
                        <a:pt x="51245" y="1429"/>
                        <a:pt x="55626" y="1429"/>
                      </a:cubicBezTo>
                      <a:cubicBezTo>
                        <a:pt x="58769" y="1429"/>
                        <a:pt x="61722" y="1429"/>
                        <a:pt x="64579" y="1143"/>
                      </a:cubicBezTo>
                      <a:cubicBezTo>
                        <a:pt x="66389" y="2572"/>
                        <a:pt x="67246" y="4477"/>
                        <a:pt x="67246" y="6763"/>
                      </a:cubicBezTo>
                      <a:cubicBezTo>
                        <a:pt x="67246" y="7429"/>
                        <a:pt x="67151" y="8763"/>
                        <a:pt x="66866" y="10478"/>
                      </a:cubicBezTo>
                      <a:cubicBezTo>
                        <a:pt x="66580" y="12192"/>
                        <a:pt x="66485" y="13525"/>
                        <a:pt x="66485" y="14478"/>
                      </a:cubicBezTo>
                      <a:cubicBezTo>
                        <a:pt x="66485" y="15430"/>
                        <a:pt x="66485" y="16288"/>
                        <a:pt x="66675" y="17050"/>
                      </a:cubicBezTo>
                      <a:cubicBezTo>
                        <a:pt x="66675" y="18288"/>
                        <a:pt x="65913" y="18955"/>
                        <a:pt x="64294" y="18955"/>
                      </a:cubicBezTo>
                      <a:cubicBezTo>
                        <a:pt x="64008" y="18955"/>
                        <a:pt x="63627" y="18955"/>
                        <a:pt x="63151" y="18859"/>
                      </a:cubicBezTo>
                      <a:lnTo>
                        <a:pt x="62008" y="18859"/>
                      </a:lnTo>
                      <a:cubicBezTo>
                        <a:pt x="61055" y="18859"/>
                        <a:pt x="60389" y="19050"/>
                        <a:pt x="59912" y="19336"/>
                      </a:cubicBezTo>
                      <a:lnTo>
                        <a:pt x="57341" y="19336"/>
                      </a:lnTo>
                      <a:lnTo>
                        <a:pt x="57341" y="18859"/>
                      </a:lnTo>
                      <a:cubicBezTo>
                        <a:pt x="53721" y="19145"/>
                        <a:pt x="49625" y="19336"/>
                        <a:pt x="45149" y="19336"/>
                      </a:cubicBezTo>
                      <a:cubicBezTo>
                        <a:pt x="42291" y="19336"/>
                        <a:pt x="38195" y="19336"/>
                        <a:pt x="32766" y="19336"/>
                      </a:cubicBezTo>
                      <a:lnTo>
                        <a:pt x="20383" y="19336"/>
                      </a:lnTo>
                      <a:cubicBezTo>
                        <a:pt x="19812" y="20764"/>
                        <a:pt x="19526" y="22384"/>
                        <a:pt x="19526" y="24193"/>
                      </a:cubicBezTo>
                      <a:cubicBezTo>
                        <a:pt x="19526" y="24765"/>
                        <a:pt x="19526" y="25527"/>
                        <a:pt x="19526" y="26670"/>
                      </a:cubicBezTo>
                      <a:lnTo>
                        <a:pt x="19526" y="29242"/>
                      </a:lnTo>
                      <a:cubicBezTo>
                        <a:pt x="19526" y="30956"/>
                        <a:pt x="19336" y="32575"/>
                        <a:pt x="18955" y="33909"/>
                      </a:cubicBezTo>
                      <a:cubicBezTo>
                        <a:pt x="19241" y="35052"/>
                        <a:pt x="19431" y="36100"/>
                        <a:pt x="19526" y="37243"/>
                      </a:cubicBezTo>
                      <a:cubicBezTo>
                        <a:pt x="19907" y="38671"/>
                        <a:pt x="20669" y="39338"/>
                        <a:pt x="21622" y="39338"/>
                      </a:cubicBezTo>
                      <a:cubicBezTo>
                        <a:pt x="21908" y="39338"/>
                        <a:pt x="22289" y="39338"/>
                        <a:pt x="22574" y="39243"/>
                      </a:cubicBezTo>
                      <a:cubicBezTo>
                        <a:pt x="22860" y="39243"/>
                        <a:pt x="23050" y="39338"/>
                        <a:pt x="23432" y="39338"/>
                      </a:cubicBezTo>
                      <a:cubicBezTo>
                        <a:pt x="23717" y="39338"/>
                        <a:pt x="24194" y="39338"/>
                        <a:pt x="24860" y="39053"/>
                      </a:cubicBezTo>
                      <a:cubicBezTo>
                        <a:pt x="25527" y="38862"/>
                        <a:pt x="25908" y="38767"/>
                        <a:pt x="26194" y="38767"/>
                      </a:cubicBezTo>
                      <a:cubicBezTo>
                        <a:pt x="26765" y="38767"/>
                        <a:pt x="27337" y="39053"/>
                        <a:pt x="27718" y="39719"/>
                      </a:cubicBezTo>
                      <a:cubicBezTo>
                        <a:pt x="29813" y="39053"/>
                        <a:pt x="32290" y="38767"/>
                        <a:pt x="35147" y="38767"/>
                      </a:cubicBezTo>
                      <a:cubicBezTo>
                        <a:pt x="36576" y="38767"/>
                        <a:pt x="38576" y="38862"/>
                        <a:pt x="41339" y="39053"/>
                      </a:cubicBezTo>
                      <a:cubicBezTo>
                        <a:pt x="44006" y="39243"/>
                        <a:pt x="46101" y="39338"/>
                        <a:pt x="47435" y="39338"/>
                      </a:cubicBezTo>
                      <a:cubicBezTo>
                        <a:pt x="48768" y="39338"/>
                        <a:pt x="50006" y="39338"/>
                        <a:pt x="51245" y="39148"/>
                      </a:cubicBezTo>
                      <a:cubicBezTo>
                        <a:pt x="51816" y="41148"/>
                        <a:pt x="52007" y="43910"/>
                        <a:pt x="51911" y="47434"/>
                      </a:cubicBezTo>
                      <a:cubicBezTo>
                        <a:pt x="51911" y="51435"/>
                        <a:pt x="51911" y="54197"/>
                        <a:pt x="52197" y="55626"/>
                      </a:cubicBezTo>
                      <a:cubicBezTo>
                        <a:pt x="50578" y="56769"/>
                        <a:pt x="48292" y="57436"/>
                        <a:pt x="45434" y="57436"/>
                      </a:cubicBezTo>
                      <a:cubicBezTo>
                        <a:pt x="44291" y="57436"/>
                        <a:pt x="42482" y="57340"/>
                        <a:pt x="40100" y="57055"/>
                      </a:cubicBezTo>
                      <a:cubicBezTo>
                        <a:pt x="37719" y="56864"/>
                        <a:pt x="35909" y="56674"/>
                        <a:pt x="34671" y="56674"/>
                      </a:cubicBezTo>
                      <a:cubicBezTo>
                        <a:pt x="33528" y="56674"/>
                        <a:pt x="32385" y="56674"/>
                        <a:pt x="31337" y="56864"/>
                      </a:cubicBezTo>
                      <a:lnTo>
                        <a:pt x="31337" y="56293"/>
                      </a:lnTo>
                      <a:cubicBezTo>
                        <a:pt x="30766" y="56293"/>
                        <a:pt x="29623" y="56388"/>
                        <a:pt x="27718" y="56388"/>
                      </a:cubicBezTo>
                      <a:cubicBezTo>
                        <a:pt x="26479" y="56388"/>
                        <a:pt x="25337" y="56674"/>
                        <a:pt x="24194" y="57245"/>
                      </a:cubicBezTo>
                      <a:cubicBezTo>
                        <a:pt x="23813" y="56959"/>
                        <a:pt x="23241" y="56864"/>
                        <a:pt x="22670" y="56864"/>
                      </a:cubicBezTo>
                      <a:cubicBezTo>
                        <a:pt x="21717" y="56864"/>
                        <a:pt x="21146" y="56864"/>
                        <a:pt x="21050" y="56864"/>
                      </a:cubicBezTo>
                      <a:cubicBezTo>
                        <a:pt x="19812" y="57245"/>
                        <a:pt x="19145" y="58198"/>
                        <a:pt x="19145" y="59817"/>
                      </a:cubicBezTo>
                      <a:cubicBezTo>
                        <a:pt x="19145" y="60960"/>
                        <a:pt x="19336" y="61817"/>
                        <a:pt x="19717" y="62389"/>
                      </a:cubicBezTo>
                      <a:cubicBezTo>
                        <a:pt x="18002" y="61913"/>
                        <a:pt x="16478" y="62389"/>
                        <a:pt x="15145" y="63722"/>
                      </a:cubicBezTo>
                      <a:lnTo>
                        <a:pt x="18193" y="63151"/>
                      </a:lnTo>
                      <a:lnTo>
                        <a:pt x="17812" y="63722"/>
                      </a:lnTo>
                      <a:cubicBezTo>
                        <a:pt x="17812" y="63722"/>
                        <a:pt x="18193" y="64198"/>
                        <a:pt x="18383" y="64198"/>
                      </a:cubicBezTo>
                      <a:cubicBezTo>
                        <a:pt x="18193" y="64198"/>
                        <a:pt x="18669" y="63817"/>
                        <a:pt x="19621" y="63151"/>
                      </a:cubicBezTo>
                      <a:cubicBezTo>
                        <a:pt x="19621" y="62865"/>
                        <a:pt x="19621" y="65151"/>
                        <a:pt x="19621" y="70009"/>
                      </a:cubicBezTo>
                      <a:cubicBezTo>
                        <a:pt x="19621" y="72771"/>
                        <a:pt x="20003" y="74962"/>
                        <a:pt x="21050" y="76486"/>
                      </a:cubicBezTo>
                      <a:cubicBezTo>
                        <a:pt x="23908" y="76867"/>
                        <a:pt x="26956" y="77057"/>
                        <a:pt x="30194" y="77057"/>
                      </a:cubicBezTo>
                      <a:cubicBezTo>
                        <a:pt x="32575" y="77057"/>
                        <a:pt x="36195" y="76867"/>
                        <a:pt x="40862" y="76581"/>
                      </a:cubicBezTo>
                      <a:cubicBezTo>
                        <a:pt x="45529" y="76295"/>
                        <a:pt x="49054" y="76105"/>
                        <a:pt x="51435" y="76105"/>
                      </a:cubicBezTo>
                      <a:cubicBezTo>
                        <a:pt x="54959" y="76105"/>
                        <a:pt x="58198" y="76390"/>
                        <a:pt x="61246" y="76867"/>
                      </a:cubicBezTo>
                      <a:cubicBezTo>
                        <a:pt x="61817" y="75629"/>
                        <a:pt x="62865" y="75533"/>
                        <a:pt x="64579" y="76486"/>
                      </a:cubicBezTo>
                      <a:close/>
                      <a:moveTo>
                        <a:pt x="3715" y="17336"/>
                      </a:moveTo>
                      <a:lnTo>
                        <a:pt x="4477" y="18288"/>
                      </a:lnTo>
                      <a:lnTo>
                        <a:pt x="4477" y="18479"/>
                      </a:lnTo>
                      <a:cubicBezTo>
                        <a:pt x="4477" y="18479"/>
                        <a:pt x="3810" y="17812"/>
                        <a:pt x="3715" y="17336"/>
                      </a:cubicBezTo>
                      <a:close/>
                      <a:moveTo>
                        <a:pt x="27813" y="51054"/>
                      </a:moveTo>
                      <a:lnTo>
                        <a:pt x="26384" y="51054"/>
                      </a:lnTo>
                      <a:cubicBezTo>
                        <a:pt x="26575" y="51530"/>
                        <a:pt x="27146" y="51530"/>
                        <a:pt x="27813" y="51054"/>
                      </a:cubicBezTo>
                      <a:lnTo>
                        <a:pt x="28385" y="51054"/>
                      </a:lnTo>
                      <a:cubicBezTo>
                        <a:pt x="28385" y="51054"/>
                        <a:pt x="28575" y="51435"/>
                        <a:pt x="28575" y="51816"/>
                      </a:cubicBezTo>
                      <a:lnTo>
                        <a:pt x="30194" y="51054"/>
                      </a:lnTo>
                      <a:cubicBezTo>
                        <a:pt x="30194" y="51054"/>
                        <a:pt x="30766" y="51721"/>
                        <a:pt x="30766" y="51816"/>
                      </a:cubicBezTo>
                      <a:lnTo>
                        <a:pt x="32575" y="51816"/>
                      </a:lnTo>
                      <a:lnTo>
                        <a:pt x="32575" y="51054"/>
                      </a:lnTo>
                      <a:lnTo>
                        <a:pt x="28289" y="51054"/>
                      </a:lnTo>
                      <a:cubicBezTo>
                        <a:pt x="28289" y="51054"/>
                        <a:pt x="27908" y="50863"/>
                        <a:pt x="27718" y="51054"/>
                      </a:cubicBezTo>
                      <a:close/>
                      <a:moveTo>
                        <a:pt x="50768" y="6667"/>
                      </a:moveTo>
                      <a:lnTo>
                        <a:pt x="49816" y="6096"/>
                      </a:lnTo>
                      <a:lnTo>
                        <a:pt x="50768" y="8001"/>
                      </a:lnTo>
                      <a:lnTo>
                        <a:pt x="50768" y="6667"/>
                      </a:lnTo>
                      <a:close/>
                      <a:moveTo>
                        <a:pt x="72581" y="82772"/>
                      </a:moveTo>
                      <a:lnTo>
                        <a:pt x="73057" y="82772"/>
                      </a:lnTo>
                      <a:lnTo>
                        <a:pt x="71628" y="83629"/>
                      </a:lnTo>
                      <a:lnTo>
                        <a:pt x="72581" y="82772"/>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 name="Google Shape;872;p99"/>
                <p:cNvSpPr/>
                <p:nvPr/>
              </p:nvSpPr>
              <p:spPr>
                <a:xfrm>
                  <a:off x="3964875" y="4297071"/>
                  <a:ext cx="92392" cy="104335"/>
                </a:xfrm>
                <a:custGeom>
                  <a:avLst/>
                  <a:gdLst/>
                  <a:ahLst/>
                  <a:cxnLst/>
                  <a:rect l="l" t="t" r="r" b="b"/>
                  <a:pathLst>
                    <a:path w="92392" h="104335" extrusionOk="0">
                      <a:moveTo>
                        <a:pt x="381" y="44424"/>
                      </a:moveTo>
                      <a:lnTo>
                        <a:pt x="0" y="42614"/>
                      </a:lnTo>
                      <a:lnTo>
                        <a:pt x="953" y="43948"/>
                      </a:lnTo>
                      <a:lnTo>
                        <a:pt x="381" y="44424"/>
                      </a:lnTo>
                      <a:close/>
                      <a:moveTo>
                        <a:pt x="7239" y="57949"/>
                      </a:moveTo>
                      <a:cubicBezTo>
                        <a:pt x="7239" y="57949"/>
                        <a:pt x="8001" y="58140"/>
                        <a:pt x="8668" y="58521"/>
                      </a:cubicBezTo>
                      <a:lnTo>
                        <a:pt x="7239" y="59473"/>
                      </a:lnTo>
                      <a:lnTo>
                        <a:pt x="7239" y="57949"/>
                      </a:lnTo>
                      <a:close/>
                      <a:moveTo>
                        <a:pt x="10478" y="25945"/>
                      </a:moveTo>
                      <a:cubicBezTo>
                        <a:pt x="10478" y="25945"/>
                        <a:pt x="9811" y="26517"/>
                        <a:pt x="9525" y="26517"/>
                      </a:cubicBezTo>
                      <a:cubicBezTo>
                        <a:pt x="9335" y="26517"/>
                        <a:pt x="9144" y="26136"/>
                        <a:pt x="8954" y="25564"/>
                      </a:cubicBezTo>
                      <a:lnTo>
                        <a:pt x="8668" y="24136"/>
                      </a:lnTo>
                      <a:lnTo>
                        <a:pt x="10478" y="25945"/>
                      </a:lnTo>
                      <a:close/>
                      <a:moveTo>
                        <a:pt x="12383" y="28707"/>
                      </a:moveTo>
                      <a:lnTo>
                        <a:pt x="12764" y="26517"/>
                      </a:lnTo>
                      <a:lnTo>
                        <a:pt x="14097" y="28707"/>
                      </a:lnTo>
                      <a:lnTo>
                        <a:pt x="12478" y="28707"/>
                      </a:lnTo>
                      <a:close/>
                      <a:moveTo>
                        <a:pt x="15621" y="23183"/>
                      </a:moveTo>
                      <a:cubicBezTo>
                        <a:pt x="15621" y="22612"/>
                        <a:pt x="15050" y="22135"/>
                        <a:pt x="14097" y="21754"/>
                      </a:cubicBezTo>
                      <a:cubicBezTo>
                        <a:pt x="13145" y="21469"/>
                        <a:pt x="12764" y="20992"/>
                        <a:pt x="12764" y="20325"/>
                      </a:cubicBezTo>
                      <a:cubicBezTo>
                        <a:pt x="13335" y="20135"/>
                        <a:pt x="13811" y="20325"/>
                        <a:pt x="14288" y="20897"/>
                      </a:cubicBezTo>
                      <a:cubicBezTo>
                        <a:pt x="15050" y="21754"/>
                        <a:pt x="15526" y="22135"/>
                        <a:pt x="15621" y="22135"/>
                      </a:cubicBezTo>
                      <a:lnTo>
                        <a:pt x="15621" y="23088"/>
                      </a:lnTo>
                      <a:close/>
                      <a:moveTo>
                        <a:pt x="16288" y="27755"/>
                      </a:moveTo>
                      <a:lnTo>
                        <a:pt x="14954" y="27755"/>
                      </a:lnTo>
                      <a:cubicBezTo>
                        <a:pt x="14954" y="27755"/>
                        <a:pt x="15050" y="27088"/>
                        <a:pt x="15526" y="26803"/>
                      </a:cubicBezTo>
                      <a:cubicBezTo>
                        <a:pt x="15907" y="26612"/>
                        <a:pt x="16097" y="26707"/>
                        <a:pt x="16193" y="27183"/>
                      </a:cubicBezTo>
                      <a:lnTo>
                        <a:pt x="16193" y="27755"/>
                      </a:lnTo>
                      <a:close/>
                      <a:moveTo>
                        <a:pt x="14954" y="67855"/>
                      </a:moveTo>
                      <a:lnTo>
                        <a:pt x="15907" y="66522"/>
                      </a:lnTo>
                      <a:cubicBezTo>
                        <a:pt x="15907" y="67284"/>
                        <a:pt x="15812" y="67760"/>
                        <a:pt x="15526" y="67855"/>
                      </a:cubicBezTo>
                      <a:lnTo>
                        <a:pt x="14954" y="67855"/>
                      </a:lnTo>
                      <a:close/>
                      <a:moveTo>
                        <a:pt x="15526" y="61950"/>
                      </a:moveTo>
                      <a:cubicBezTo>
                        <a:pt x="15335" y="61378"/>
                        <a:pt x="15907" y="60997"/>
                        <a:pt x="17145" y="60997"/>
                      </a:cubicBezTo>
                      <a:cubicBezTo>
                        <a:pt x="17336" y="61378"/>
                        <a:pt x="17145" y="61664"/>
                        <a:pt x="16764" y="61950"/>
                      </a:cubicBezTo>
                      <a:lnTo>
                        <a:pt x="15431" y="61950"/>
                      </a:lnTo>
                      <a:close/>
                      <a:moveTo>
                        <a:pt x="90964" y="90430"/>
                      </a:moveTo>
                      <a:cubicBezTo>
                        <a:pt x="90392" y="92049"/>
                        <a:pt x="90583" y="96145"/>
                        <a:pt x="91535" y="102717"/>
                      </a:cubicBezTo>
                      <a:cubicBezTo>
                        <a:pt x="91154" y="103669"/>
                        <a:pt x="90488" y="104146"/>
                        <a:pt x="89630" y="104146"/>
                      </a:cubicBezTo>
                      <a:cubicBezTo>
                        <a:pt x="89154" y="104146"/>
                        <a:pt x="88487" y="103955"/>
                        <a:pt x="87535" y="103669"/>
                      </a:cubicBezTo>
                      <a:cubicBezTo>
                        <a:pt x="86582" y="103383"/>
                        <a:pt x="85916" y="103193"/>
                        <a:pt x="85439" y="103193"/>
                      </a:cubicBezTo>
                      <a:cubicBezTo>
                        <a:pt x="83820" y="103574"/>
                        <a:pt x="81915" y="103765"/>
                        <a:pt x="79724" y="103765"/>
                      </a:cubicBezTo>
                      <a:cubicBezTo>
                        <a:pt x="77533" y="103765"/>
                        <a:pt x="75343" y="103574"/>
                        <a:pt x="73438" y="103193"/>
                      </a:cubicBezTo>
                      <a:cubicBezTo>
                        <a:pt x="71628" y="99478"/>
                        <a:pt x="70771" y="96145"/>
                        <a:pt x="70771" y="92906"/>
                      </a:cubicBezTo>
                      <a:cubicBezTo>
                        <a:pt x="70771" y="91191"/>
                        <a:pt x="71057" y="89667"/>
                        <a:pt x="71628" y="88239"/>
                      </a:cubicBezTo>
                      <a:lnTo>
                        <a:pt x="72009" y="88239"/>
                      </a:lnTo>
                      <a:cubicBezTo>
                        <a:pt x="70866" y="87382"/>
                        <a:pt x="70485" y="85476"/>
                        <a:pt x="71057" y="82524"/>
                      </a:cubicBezTo>
                      <a:cubicBezTo>
                        <a:pt x="71628" y="79571"/>
                        <a:pt x="71438" y="77571"/>
                        <a:pt x="70675" y="76618"/>
                      </a:cubicBezTo>
                      <a:cubicBezTo>
                        <a:pt x="71057" y="75094"/>
                        <a:pt x="71247" y="72808"/>
                        <a:pt x="71152" y="69760"/>
                      </a:cubicBezTo>
                      <a:cubicBezTo>
                        <a:pt x="71152" y="66617"/>
                        <a:pt x="71247" y="64426"/>
                        <a:pt x="71628" y="62998"/>
                      </a:cubicBezTo>
                      <a:cubicBezTo>
                        <a:pt x="70866" y="62712"/>
                        <a:pt x="70295" y="62521"/>
                        <a:pt x="69723" y="62521"/>
                      </a:cubicBezTo>
                      <a:cubicBezTo>
                        <a:pt x="68104" y="62521"/>
                        <a:pt x="66580" y="64140"/>
                        <a:pt x="65246" y="67379"/>
                      </a:cubicBezTo>
                      <a:cubicBezTo>
                        <a:pt x="63532" y="71284"/>
                        <a:pt x="62198" y="73665"/>
                        <a:pt x="61246" y="74428"/>
                      </a:cubicBezTo>
                      <a:cubicBezTo>
                        <a:pt x="61055" y="74713"/>
                        <a:pt x="61055" y="75094"/>
                        <a:pt x="61055" y="75380"/>
                      </a:cubicBezTo>
                      <a:cubicBezTo>
                        <a:pt x="61055" y="75666"/>
                        <a:pt x="61246" y="76142"/>
                        <a:pt x="61532" y="76618"/>
                      </a:cubicBezTo>
                      <a:cubicBezTo>
                        <a:pt x="61913" y="77095"/>
                        <a:pt x="62008" y="77475"/>
                        <a:pt x="62008" y="77761"/>
                      </a:cubicBezTo>
                      <a:cubicBezTo>
                        <a:pt x="62008" y="78047"/>
                        <a:pt x="61817" y="78428"/>
                        <a:pt x="61341" y="78904"/>
                      </a:cubicBezTo>
                      <a:cubicBezTo>
                        <a:pt x="59722" y="79666"/>
                        <a:pt x="58674" y="80428"/>
                        <a:pt x="58007" y="81095"/>
                      </a:cubicBezTo>
                      <a:cubicBezTo>
                        <a:pt x="58579" y="81381"/>
                        <a:pt x="58865" y="81571"/>
                        <a:pt x="58960" y="81476"/>
                      </a:cubicBezTo>
                      <a:cubicBezTo>
                        <a:pt x="58674" y="82143"/>
                        <a:pt x="57817" y="83095"/>
                        <a:pt x="56483" y="84238"/>
                      </a:cubicBezTo>
                      <a:cubicBezTo>
                        <a:pt x="54959" y="85667"/>
                        <a:pt x="53912" y="86620"/>
                        <a:pt x="53531" y="87000"/>
                      </a:cubicBezTo>
                      <a:cubicBezTo>
                        <a:pt x="52388" y="86429"/>
                        <a:pt x="51340" y="85000"/>
                        <a:pt x="50483" y="82714"/>
                      </a:cubicBezTo>
                      <a:cubicBezTo>
                        <a:pt x="49625" y="80428"/>
                        <a:pt x="48387" y="78904"/>
                        <a:pt x="46673" y="78333"/>
                      </a:cubicBezTo>
                      <a:cubicBezTo>
                        <a:pt x="46958" y="77761"/>
                        <a:pt x="47054" y="77190"/>
                        <a:pt x="47054" y="76714"/>
                      </a:cubicBezTo>
                      <a:cubicBezTo>
                        <a:pt x="47054" y="75666"/>
                        <a:pt x="46482" y="74428"/>
                        <a:pt x="45434" y="72808"/>
                      </a:cubicBezTo>
                      <a:cubicBezTo>
                        <a:pt x="44196" y="70808"/>
                        <a:pt x="43434" y="69570"/>
                        <a:pt x="43244" y="68903"/>
                      </a:cubicBezTo>
                      <a:lnTo>
                        <a:pt x="44196" y="66998"/>
                      </a:lnTo>
                      <a:lnTo>
                        <a:pt x="39624" y="65379"/>
                      </a:lnTo>
                      <a:cubicBezTo>
                        <a:pt x="39624" y="65379"/>
                        <a:pt x="40100" y="64903"/>
                        <a:pt x="40386" y="64903"/>
                      </a:cubicBezTo>
                      <a:cubicBezTo>
                        <a:pt x="40862" y="64903"/>
                        <a:pt x="41529" y="65379"/>
                        <a:pt x="42291" y="66331"/>
                      </a:cubicBezTo>
                      <a:cubicBezTo>
                        <a:pt x="42291" y="63283"/>
                        <a:pt x="40958" y="60807"/>
                        <a:pt x="38291" y="58902"/>
                      </a:cubicBezTo>
                      <a:cubicBezTo>
                        <a:pt x="37529" y="59664"/>
                        <a:pt x="37148" y="61188"/>
                        <a:pt x="37148" y="63379"/>
                      </a:cubicBezTo>
                      <a:cubicBezTo>
                        <a:pt x="37148" y="65569"/>
                        <a:pt x="36767" y="66998"/>
                        <a:pt x="36004" y="67665"/>
                      </a:cubicBezTo>
                      <a:lnTo>
                        <a:pt x="35433" y="67093"/>
                      </a:lnTo>
                      <a:lnTo>
                        <a:pt x="35052" y="67665"/>
                      </a:lnTo>
                      <a:cubicBezTo>
                        <a:pt x="36290" y="68522"/>
                        <a:pt x="36957" y="69951"/>
                        <a:pt x="36957" y="72046"/>
                      </a:cubicBezTo>
                      <a:cubicBezTo>
                        <a:pt x="36957" y="72332"/>
                        <a:pt x="36957" y="72904"/>
                        <a:pt x="36862" y="73665"/>
                      </a:cubicBezTo>
                      <a:lnTo>
                        <a:pt x="36862" y="75190"/>
                      </a:lnTo>
                      <a:cubicBezTo>
                        <a:pt x="36862" y="76332"/>
                        <a:pt x="37052" y="77285"/>
                        <a:pt x="37338" y="78047"/>
                      </a:cubicBezTo>
                      <a:cubicBezTo>
                        <a:pt x="37052" y="79095"/>
                        <a:pt x="36862" y="80619"/>
                        <a:pt x="36862" y="82714"/>
                      </a:cubicBezTo>
                      <a:cubicBezTo>
                        <a:pt x="36862" y="84810"/>
                        <a:pt x="36671" y="86334"/>
                        <a:pt x="36386" y="87382"/>
                      </a:cubicBezTo>
                      <a:cubicBezTo>
                        <a:pt x="36386" y="87953"/>
                        <a:pt x="36576" y="88906"/>
                        <a:pt x="36862" y="90239"/>
                      </a:cubicBezTo>
                      <a:cubicBezTo>
                        <a:pt x="37052" y="91573"/>
                        <a:pt x="37243" y="92525"/>
                        <a:pt x="37243" y="93192"/>
                      </a:cubicBezTo>
                      <a:cubicBezTo>
                        <a:pt x="37243" y="93954"/>
                        <a:pt x="37052" y="94621"/>
                        <a:pt x="36767" y="95192"/>
                      </a:cubicBezTo>
                      <a:lnTo>
                        <a:pt x="37719" y="96145"/>
                      </a:lnTo>
                      <a:lnTo>
                        <a:pt x="36767" y="96145"/>
                      </a:lnTo>
                      <a:cubicBezTo>
                        <a:pt x="36767" y="96716"/>
                        <a:pt x="36862" y="97288"/>
                        <a:pt x="36862" y="97954"/>
                      </a:cubicBezTo>
                      <a:cubicBezTo>
                        <a:pt x="36862" y="101193"/>
                        <a:pt x="35624" y="103288"/>
                        <a:pt x="33242" y="104336"/>
                      </a:cubicBezTo>
                      <a:cubicBezTo>
                        <a:pt x="30671" y="104146"/>
                        <a:pt x="28099" y="103955"/>
                        <a:pt x="25527" y="103765"/>
                      </a:cubicBezTo>
                      <a:cubicBezTo>
                        <a:pt x="22193" y="103479"/>
                        <a:pt x="19812" y="102526"/>
                        <a:pt x="18383" y="101098"/>
                      </a:cubicBezTo>
                      <a:cubicBezTo>
                        <a:pt x="18574" y="95668"/>
                        <a:pt x="18383" y="87096"/>
                        <a:pt x="18002" y="75475"/>
                      </a:cubicBezTo>
                      <a:lnTo>
                        <a:pt x="19336" y="74047"/>
                      </a:lnTo>
                      <a:cubicBezTo>
                        <a:pt x="18669" y="73475"/>
                        <a:pt x="18383" y="72713"/>
                        <a:pt x="18383" y="71761"/>
                      </a:cubicBezTo>
                      <a:cubicBezTo>
                        <a:pt x="18383" y="71380"/>
                        <a:pt x="18479" y="70713"/>
                        <a:pt x="18669" y="69760"/>
                      </a:cubicBezTo>
                      <a:cubicBezTo>
                        <a:pt x="18860" y="68808"/>
                        <a:pt x="18955" y="68141"/>
                        <a:pt x="18955" y="67760"/>
                      </a:cubicBezTo>
                      <a:cubicBezTo>
                        <a:pt x="18955" y="66807"/>
                        <a:pt x="18669" y="66046"/>
                        <a:pt x="18002" y="65474"/>
                      </a:cubicBezTo>
                      <a:lnTo>
                        <a:pt x="18383" y="55187"/>
                      </a:lnTo>
                      <a:cubicBezTo>
                        <a:pt x="18955" y="54806"/>
                        <a:pt x="19145" y="54234"/>
                        <a:pt x="19145" y="53473"/>
                      </a:cubicBezTo>
                      <a:cubicBezTo>
                        <a:pt x="19145" y="52996"/>
                        <a:pt x="18860" y="52044"/>
                        <a:pt x="18383" y="50806"/>
                      </a:cubicBezTo>
                      <a:cubicBezTo>
                        <a:pt x="17812" y="49567"/>
                        <a:pt x="17526" y="48710"/>
                        <a:pt x="17431" y="48234"/>
                      </a:cubicBezTo>
                      <a:cubicBezTo>
                        <a:pt x="18193" y="46996"/>
                        <a:pt x="18479" y="45472"/>
                        <a:pt x="18479" y="43662"/>
                      </a:cubicBezTo>
                      <a:cubicBezTo>
                        <a:pt x="18479" y="40519"/>
                        <a:pt x="18383" y="38804"/>
                        <a:pt x="18383" y="38614"/>
                      </a:cubicBezTo>
                      <a:cubicBezTo>
                        <a:pt x="19241" y="38614"/>
                        <a:pt x="19717" y="38614"/>
                        <a:pt x="19812" y="38232"/>
                      </a:cubicBezTo>
                      <a:cubicBezTo>
                        <a:pt x="19812" y="37756"/>
                        <a:pt x="19717" y="37471"/>
                        <a:pt x="19431" y="37375"/>
                      </a:cubicBezTo>
                      <a:lnTo>
                        <a:pt x="18574" y="37375"/>
                      </a:lnTo>
                      <a:cubicBezTo>
                        <a:pt x="18574" y="37375"/>
                        <a:pt x="18098" y="37471"/>
                        <a:pt x="18002" y="37280"/>
                      </a:cubicBezTo>
                      <a:cubicBezTo>
                        <a:pt x="18002" y="36518"/>
                        <a:pt x="18479" y="36328"/>
                        <a:pt x="19145" y="36613"/>
                      </a:cubicBezTo>
                      <a:cubicBezTo>
                        <a:pt x="19907" y="36994"/>
                        <a:pt x="20383" y="36899"/>
                        <a:pt x="20669" y="36328"/>
                      </a:cubicBezTo>
                      <a:lnTo>
                        <a:pt x="21050" y="37851"/>
                      </a:lnTo>
                      <a:cubicBezTo>
                        <a:pt x="21050" y="37851"/>
                        <a:pt x="21527" y="37375"/>
                        <a:pt x="21717" y="37375"/>
                      </a:cubicBezTo>
                      <a:cubicBezTo>
                        <a:pt x="21717" y="37375"/>
                        <a:pt x="21908" y="37375"/>
                        <a:pt x="22098" y="37566"/>
                      </a:cubicBezTo>
                      <a:cubicBezTo>
                        <a:pt x="22289" y="37566"/>
                        <a:pt x="22479" y="37756"/>
                        <a:pt x="22479" y="37756"/>
                      </a:cubicBezTo>
                      <a:cubicBezTo>
                        <a:pt x="22574" y="37756"/>
                        <a:pt x="22670" y="37471"/>
                        <a:pt x="22860" y="36899"/>
                      </a:cubicBezTo>
                      <a:lnTo>
                        <a:pt x="21908" y="35947"/>
                      </a:lnTo>
                      <a:cubicBezTo>
                        <a:pt x="21908" y="35947"/>
                        <a:pt x="22765" y="36328"/>
                        <a:pt x="23336" y="36899"/>
                      </a:cubicBezTo>
                      <a:cubicBezTo>
                        <a:pt x="23908" y="37471"/>
                        <a:pt x="24384" y="37756"/>
                        <a:pt x="24765" y="37851"/>
                      </a:cubicBezTo>
                      <a:cubicBezTo>
                        <a:pt x="24765" y="37661"/>
                        <a:pt x="24956" y="37471"/>
                        <a:pt x="25146" y="37185"/>
                      </a:cubicBezTo>
                      <a:cubicBezTo>
                        <a:pt x="25432" y="36899"/>
                        <a:pt x="25527" y="36613"/>
                        <a:pt x="25432" y="36328"/>
                      </a:cubicBezTo>
                      <a:lnTo>
                        <a:pt x="24956" y="36328"/>
                      </a:lnTo>
                      <a:cubicBezTo>
                        <a:pt x="24956" y="36328"/>
                        <a:pt x="25622" y="35756"/>
                        <a:pt x="26099" y="35184"/>
                      </a:cubicBezTo>
                      <a:cubicBezTo>
                        <a:pt x="26575" y="34613"/>
                        <a:pt x="27051" y="34327"/>
                        <a:pt x="27432" y="34327"/>
                      </a:cubicBezTo>
                      <a:cubicBezTo>
                        <a:pt x="27718" y="34327"/>
                        <a:pt x="27908" y="34423"/>
                        <a:pt x="28289" y="34708"/>
                      </a:cubicBezTo>
                      <a:lnTo>
                        <a:pt x="27337" y="33661"/>
                      </a:lnTo>
                      <a:cubicBezTo>
                        <a:pt x="27813" y="33470"/>
                        <a:pt x="27908" y="33089"/>
                        <a:pt x="27718" y="32708"/>
                      </a:cubicBezTo>
                      <a:cubicBezTo>
                        <a:pt x="27051" y="32708"/>
                        <a:pt x="26479" y="32803"/>
                        <a:pt x="25813" y="32803"/>
                      </a:cubicBezTo>
                      <a:cubicBezTo>
                        <a:pt x="24956" y="32803"/>
                        <a:pt x="23908" y="32613"/>
                        <a:pt x="22765" y="32327"/>
                      </a:cubicBezTo>
                      <a:cubicBezTo>
                        <a:pt x="21146" y="31851"/>
                        <a:pt x="20003" y="31565"/>
                        <a:pt x="19241" y="31374"/>
                      </a:cubicBezTo>
                      <a:lnTo>
                        <a:pt x="20193" y="33565"/>
                      </a:lnTo>
                      <a:lnTo>
                        <a:pt x="17907" y="33565"/>
                      </a:lnTo>
                      <a:lnTo>
                        <a:pt x="19241" y="33184"/>
                      </a:lnTo>
                      <a:cubicBezTo>
                        <a:pt x="18860" y="32327"/>
                        <a:pt x="18764" y="31184"/>
                        <a:pt x="18669" y="29755"/>
                      </a:cubicBezTo>
                      <a:cubicBezTo>
                        <a:pt x="18669" y="28326"/>
                        <a:pt x="18479" y="27374"/>
                        <a:pt x="18288" y="26803"/>
                      </a:cubicBezTo>
                      <a:cubicBezTo>
                        <a:pt x="17907" y="25564"/>
                        <a:pt x="18288" y="24802"/>
                        <a:pt x="19717" y="24421"/>
                      </a:cubicBezTo>
                      <a:cubicBezTo>
                        <a:pt x="18479" y="23183"/>
                        <a:pt x="17907" y="21564"/>
                        <a:pt x="17907" y="19659"/>
                      </a:cubicBezTo>
                      <a:cubicBezTo>
                        <a:pt x="17907" y="18801"/>
                        <a:pt x="18098" y="17373"/>
                        <a:pt x="18383" y="15373"/>
                      </a:cubicBezTo>
                      <a:cubicBezTo>
                        <a:pt x="18669" y="13372"/>
                        <a:pt x="18764" y="11944"/>
                        <a:pt x="18764" y="10896"/>
                      </a:cubicBezTo>
                      <a:cubicBezTo>
                        <a:pt x="21908" y="10039"/>
                        <a:pt x="25527" y="9657"/>
                        <a:pt x="29623" y="9657"/>
                      </a:cubicBezTo>
                      <a:cubicBezTo>
                        <a:pt x="31433" y="9657"/>
                        <a:pt x="32957" y="9753"/>
                        <a:pt x="34195" y="10039"/>
                      </a:cubicBezTo>
                      <a:lnTo>
                        <a:pt x="37719" y="12896"/>
                      </a:lnTo>
                      <a:lnTo>
                        <a:pt x="37338" y="13277"/>
                      </a:lnTo>
                      <a:cubicBezTo>
                        <a:pt x="38386" y="13753"/>
                        <a:pt x="39148" y="14801"/>
                        <a:pt x="39719" y="16420"/>
                      </a:cubicBezTo>
                      <a:lnTo>
                        <a:pt x="41053" y="20421"/>
                      </a:lnTo>
                      <a:cubicBezTo>
                        <a:pt x="42672" y="21564"/>
                        <a:pt x="44006" y="24040"/>
                        <a:pt x="44863" y="28041"/>
                      </a:cubicBezTo>
                      <a:cubicBezTo>
                        <a:pt x="45720" y="32041"/>
                        <a:pt x="47149" y="34708"/>
                        <a:pt x="49149" y="35947"/>
                      </a:cubicBezTo>
                      <a:cubicBezTo>
                        <a:pt x="49911" y="37756"/>
                        <a:pt x="50864" y="40614"/>
                        <a:pt x="52007" y="44424"/>
                      </a:cubicBezTo>
                      <a:cubicBezTo>
                        <a:pt x="52578" y="44424"/>
                        <a:pt x="52864" y="44519"/>
                        <a:pt x="52864" y="44805"/>
                      </a:cubicBezTo>
                      <a:cubicBezTo>
                        <a:pt x="52864" y="44900"/>
                        <a:pt x="52864" y="45186"/>
                        <a:pt x="52578" y="45472"/>
                      </a:cubicBezTo>
                      <a:cubicBezTo>
                        <a:pt x="52292" y="45757"/>
                        <a:pt x="52292" y="45948"/>
                        <a:pt x="52292" y="46138"/>
                      </a:cubicBezTo>
                      <a:cubicBezTo>
                        <a:pt x="52292" y="46424"/>
                        <a:pt x="52483" y="46615"/>
                        <a:pt x="52769" y="46710"/>
                      </a:cubicBezTo>
                      <a:cubicBezTo>
                        <a:pt x="54959" y="44900"/>
                        <a:pt x="56293" y="43852"/>
                        <a:pt x="56674" y="43471"/>
                      </a:cubicBezTo>
                      <a:cubicBezTo>
                        <a:pt x="57912" y="42423"/>
                        <a:pt x="58865" y="41090"/>
                        <a:pt x="59627" y="39566"/>
                      </a:cubicBezTo>
                      <a:lnTo>
                        <a:pt x="57912" y="38614"/>
                      </a:lnTo>
                      <a:cubicBezTo>
                        <a:pt x="57912" y="38614"/>
                        <a:pt x="58579" y="37851"/>
                        <a:pt x="59817" y="37566"/>
                      </a:cubicBezTo>
                      <a:cubicBezTo>
                        <a:pt x="61150" y="37280"/>
                        <a:pt x="61817" y="36613"/>
                        <a:pt x="61913" y="35565"/>
                      </a:cubicBezTo>
                      <a:cubicBezTo>
                        <a:pt x="61532" y="35089"/>
                        <a:pt x="61341" y="34613"/>
                        <a:pt x="61341" y="34137"/>
                      </a:cubicBezTo>
                      <a:cubicBezTo>
                        <a:pt x="61341" y="33661"/>
                        <a:pt x="61913" y="32803"/>
                        <a:pt x="62960" y="31756"/>
                      </a:cubicBezTo>
                      <a:cubicBezTo>
                        <a:pt x="64008" y="30708"/>
                        <a:pt x="64675" y="29850"/>
                        <a:pt x="64770" y="29279"/>
                      </a:cubicBezTo>
                      <a:lnTo>
                        <a:pt x="64199" y="28898"/>
                      </a:lnTo>
                      <a:cubicBezTo>
                        <a:pt x="64770" y="28422"/>
                        <a:pt x="65437" y="27469"/>
                        <a:pt x="66104" y="26136"/>
                      </a:cubicBezTo>
                      <a:cubicBezTo>
                        <a:pt x="65627" y="25850"/>
                        <a:pt x="65342" y="25564"/>
                        <a:pt x="65342" y="25183"/>
                      </a:cubicBezTo>
                      <a:cubicBezTo>
                        <a:pt x="65342" y="24993"/>
                        <a:pt x="65437" y="24707"/>
                        <a:pt x="65723" y="24326"/>
                      </a:cubicBezTo>
                      <a:cubicBezTo>
                        <a:pt x="65913" y="23850"/>
                        <a:pt x="66104" y="23564"/>
                        <a:pt x="66104" y="23469"/>
                      </a:cubicBezTo>
                      <a:cubicBezTo>
                        <a:pt x="66389" y="23659"/>
                        <a:pt x="66675" y="23755"/>
                        <a:pt x="66961" y="23755"/>
                      </a:cubicBezTo>
                      <a:cubicBezTo>
                        <a:pt x="67437" y="23755"/>
                        <a:pt x="67818" y="23183"/>
                        <a:pt x="68104" y="21945"/>
                      </a:cubicBezTo>
                      <a:cubicBezTo>
                        <a:pt x="68390" y="20802"/>
                        <a:pt x="68961" y="20040"/>
                        <a:pt x="69818" y="19945"/>
                      </a:cubicBezTo>
                      <a:cubicBezTo>
                        <a:pt x="69723" y="19564"/>
                        <a:pt x="69533" y="19278"/>
                        <a:pt x="69533" y="18801"/>
                      </a:cubicBezTo>
                      <a:cubicBezTo>
                        <a:pt x="69533" y="17849"/>
                        <a:pt x="70295" y="16515"/>
                        <a:pt x="71628" y="14801"/>
                      </a:cubicBezTo>
                      <a:lnTo>
                        <a:pt x="70771" y="13848"/>
                      </a:lnTo>
                      <a:cubicBezTo>
                        <a:pt x="70771" y="13848"/>
                        <a:pt x="71057" y="13087"/>
                        <a:pt x="71057" y="12991"/>
                      </a:cubicBezTo>
                      <a:cubicBezTo>
                        <a:pt x="71533" y="13563"/>
                        <a:pt x="72009" y="13848"/>
                        <a:pt x="72485" y="13848"/>
                      </a:cubicBezTo>
                      <a:cubicBezTo>
                        <a:pt x="72962" y="13848"/>
                        <a:pt x="73628" y="13182"/>
                        <a:pt x="74676" y="11848"/>
                      </a:cubicBezTo>
                      <a:cubicBezTo>
                        <a:pt x="75629" y="10515"/>
                        <a:pt x="76581" y="9848"/>
                        <a:pt x="77438" y="9943"/>
                      </a:cubicBezTo>
                      <a:cubicBezTo>
                        <a:pt x="83439" y="9562"/>
                        <a:pt x="88011" y="10134"/>
                        <a:pt x="91059" y="11563"/>
                      </a:cubicBezTo>
                      <a:cubicBezTo>
                        <a:pt x="91631" y="15563"/>
                        <a:pt x="91916" y="18325"/>
                        <a:pt x="91916" y="19945"/>
                      </a:cubicBezTo>
                      <a:cubicBezTo>
                        <a:pt x="91916" y="22135"/>
                        <a:pt x="91631" y="24231"/>
                        <a:pt x="91059" y="26136"/>
                      </a:cubicBezTo>
                      <a:lnTo>
                        <a:pt x="92393" y="27088"/>
                      </a:lnTo>
                      <a:cubicBezTo>
                        <a:pt x="91726" y="35375"/>
                        <a:pt x="91345" y="45757"/>
                        <a:pt x="91440" y="58521"/>
                      </a:cubicBezTo>
                      <a:lnTo>
                        <a:pt x="91440" y="90715"/>
                      </a:lnTo>
                      <a:close/>
                      <a:moveTo>
                        <a:pt x="22765" y="43471"/>
                      </a:moveTo>
                      <a:lnTo>
                        <a:pt x="22765" y="42519"/>
                      </a:lnTo>
                      <a:lnTo>
                        <a:pt x="20860" y="43471"/>
                      </a:lnTo>
                      <a:lnTo>
                        <a:pt x="22765" y="43471"/>
                      </a:lnTo>
                      <a:close/>
                      <a:moveTo>
                        <a:pt x="24860" y="36042"/>
                      </a:moveTo>
                      <a:cubicBezTo>
                        <a:pt x="24860" y="36042"/>
                        <a:pt x="24289" y="36042"/>
                        <a:pt x="24003" y="35756"/>
                      </a:cubicBezTo>
                      <a:lnTo>
                        <a:pt x="24860" y="36042"/>
                      </a:lnTo>
                      <a:close/>
                      <a:moveTo>
                        <a:pt x="25337" y="12706"/>
                      </a:moveTo>
                      <a:lnTo>
                        <a:pt x="24956" y="14515"/>
                      </a:lnTo>
                      <a:lnTo>
                        <a:pt x="25908" y="14515"/>
                      </a:lnTo>
                      <a:lnTo>
                        <a:pt x="25337" y="12706"/>
                      </a:lnTo>
                      <a:close/>
                      <a:moveTo>
                        <a:pt x="28480" y="18421"/>
                      </a:moveTo>
                      <a:cubicBezTo>
                        <a:pt x="28480" y="18421"/>
                        <a:pt x="28861" y="18325"/>
                        <a:pt x="29051" y="17944"/>
                      </a:cubicBezTo>
                      <a:cubicBezTo>
                        <a:pt x="28861" y="18135"/>
                        <a:pt x="28670" y="18325"/>
                        <a:pt x="28480" y="18421"/>
                      </a:cubicBezTo>
                      <a:cubicBezTo>
                        <a:pt x="28194" y="18421"/>
                        <a:pt x="27908" y="18325"/>
                        <a:pt x="27432" y="18040"/>
                      </a:cubicBezTo>
                      <a:cubicBezTo>
                        <a:pt x="26956" y="17754"/>
                        <a:pt x="26670" y="17658"/>
                        <a:pt x="26479" y="17658"/>
                      </a:cubicBezTo>
                      <a:cubicBezTo>
                        <a:pt x="26289" y="17658"/>
                        <a:pt x="26099" y="17754"/>
                        <a:pt x="25908" y="18040"/>
                      </a:cubicBezTo>
                      <a:cubicBezTo>
                        <a:pt x="26765" y="18706"/>
                        <a:pt x="27623" y="18897"/>
                        <a:pt x="28480" y="18516"/>
                      </a:cubicBezTo>
                      <a:close/>
                      <a:moveTo>
                        <a:pt x="34957" y="38328"/>
                      </a:moveTo>
                      <a:cubicBezTo>
                        <a:pt x="34957" y="38328"/>
                        <a:pt x="35338" y="37851"/>
                        <a:pt x="35338" y="36994"/>
                      </a:cubicBezTo>
                      <a:cubicBezTo>
                        <a:pt x="34671" y="36328"/>
                        <a:pt x="34195" y="35947"/>
                        <a:pt x="34100" y="36042"/>
                      </a:cubicBezTo>
                      <a:cubicBezTo>
                        <a:pt x="33719" y="36232"/>
                        <a:pt x="33623" y="36518"/>
                        <a:pt x="33623" y="36899"/>
                      </a:cubicBezTo>
                      <a:cubicBezTo>
                        <a:pt x="33623" y="37851"/>
                        <a:pt x="34100" y="38328"/>
                        <a:pt x="35052" y="38328"/>
                      </a:cubicBezTo>
                      <a:close/>
                      <a:moveTo>
                        <a:pt x="34957" y="15754"/>
                      </a:moveTo>
                      <a:cubicBezTo>
                        <a:pt x="34957" y="15754"/>
                        <a:pt x="34195" y="16230"/>
                        <a:pt x="34004" y="16801"/>
                      </a:cubicBezTo>
                      <a:cubicBezTo>
                        <a:pt x="33719" y="17373"/>
                        <a:pt x="33719" y="17754"/>
                        <a:pt x="34004" y="17944"/>
                      </a:cubicBezTo>
                      <a:lnTo>
                        <a:pt x="34957" y="15754"/>
                      </a:lnTo>
                      <a:close/>
                      <a:moveTo>
                        <a:pt x="35338" y="24040"/>
                      </a:moveTo>
                      <a:cubicBezTo>
                        <a:pt x="36004" y="23183"/>
                        <a:pt x="36290" y="22707"/>
                        <a:pt x="36290" y="22612"/>
                      </a:cubicBezTo>
                      <a:lnTo>
                        <a:pt x="35338" y="22612"/>
                      </a:lnTo>
                      <a:lnTo>
                        <a:pt x="35338" y="24040"/>
                      </a:lnTo>
                      <a:close/>
                      <a:moveTo>
                        <a:pt x="38386" y="10896"/>
                      </a:moveTo>
                      <a:cubicBezTo>
                        <a:pt x="38386" y="10896"/>
                        <a:pt x="37910" y="10896"/>
                        <a:pt x="37529" y="10896"/>
                      </a:cubicBezTo>
                      <a:lnTo>
                        <a:pt x="38386" y="10896"/>
                      </a:lnTo>
                      <a:close/>
                      <a:moveTo>
                        <a:pt x="38386" y="10896"/>
                      </a:moveTo>
                      <a:lnTo>
                        <a:pt x="39433" y="10515"/>
                      </a:lnTo>
                      <a:cubicBezTo>
                        <a:pt x="39433" y="10515"/>
                        <a:pt x="39053" y="10896"/>
                        <a:pt x="38386" y="10896"/>
                      </a:cubicBezTo>
                      <a:close/>
                      <a:moveTo>
                        <a:pt x="40386" y="57092"/>
                      </a:moveTo>
                      <a:lnTo>
                        <a:pt x="43148" y="56140"/>
                      </a:lnTo>
                      <a:lnTo>
                        <a:pt x="40862" y="56140"/>
                      </a:lnTo>
                      <a:lnTo>
                        <a:pt x="40386" y="57092"/>
                      </a:lnTo>
                      <a:close/>
                      <a:moveTo>
                        <a:pt x="41529" y="514"/>
                      </a:moveTo>
                      <a:cubicBezTo>
                        <a:pt x="41529" y="514"/>
                        <a:pt x="41053" y="514"/>
                        <a:pt x="40862" y="514"/>
                      </a:cubicBezTo>
                      <a:lnTo>
                        <a:pt x="41529" y="514"/>
                      </a:lnTo>
                      <a:close/>
                      <a:moveTo>
                        <a:pt x="41529" y="514"/>
                      </a:moveTo>
                      <a:cubicBezTo>
                        <a:pt x="41529" y="514"/>
                        <a:pt x="41815" y="418"/>
                        <a:pt x="42100" y="228"/>
                      </a:cubicBezTo>
                      <a:cubicBezTo>
                        <a:pt x="42386" y="37"/>
                        <a:pt x="42672" y="-58"/>
                        <a:pt x="42863" y="37"/>
                      </a:cubicBezTo>
                      <a:cubicBezTo>
                        <a:pt x="43053" y="37"/>
                        <a:pt x="43244" y="228"/>
                        <a:pt x="43434" y="514"/>
                      </a:cubicBezTo>
                      <a:lnTo>
                        <a:pt x="41529" y="514"/>
                      </a:lnTo>
                      <a:close/>
                      <a:moveTo>
                        <a:pt x="44958" y="66141"/>
                      </a:moveTo>
                      <a:lnTo>
                        <a:pt x="44958" y="64617"/>
                      </a:lnTo>
                      <a:lnTo>
                        <a:pt x="44006" y="64617"/>
                      </a:lnTo>
                      <a:lnTo>
                        <a:pt x="44958" y="66141"/>
                      </a:lnTo>
                      <a:close/>
                      <a:moveTo>
                        <a:pt x="46577" y="66522"/>
                      </a:moveTo>
                      <a:cubicBezTo>
                        <a:pt x="47530" y="66903"/>
                        <a:pt x="48197" y="66522"/>
                        <a:pt x="48482" y="65569"/>
                      </a:cubicBezTo>
                      <a:cubicBezTo>
                        <a:pt x="47816" y="65569"/>
                        <a:pt x="47339" y="65474"/>
                        <a:pt x="47149" y="65188"/>
                      </a:cubicBezTo>
                      <a:lnTo>
                        <a:pt x="47530" y="64617"/>
                      </a:lnTo>
                      <a:lnTo>
                        <a:pt x="46577" y="64617"/>
                      </a:lnTo>
                      <a:lnTo>
                        <a:pt x="46577" y="66522"/>
                      </a:lnTo>
                      <a:close/>
                      <a:moveTo>
                        <a:pt x="51149" y="32517"/>
                      </a:moveTo>
                      <a:cubicBezTo>
                        <a:pt x="51149" y="32517"/>
                        <a:pt x="50292" y="32232"/>
                        <a:pt x="49816" y="31660"/>
                      </a:cubicBezTo>
                      <a:cubicBezTo>
                        <a:pt x="49340" y="31089"/>
                        <a:pt x="48863" y="30803"/>
                        <a:pt x="48482" y="30803"/>
                      </a:cubicBezTo>
                      <a:lnTo>
                        <a:pt x="51149" y="29850"/>
                      </a:lnTo>
                      <a:lnTo>
                        <a:pt x="51149" y="32422"/>
                      </a:lnTo>
                      <a:close/>
                      <a:moveTo>
                        <a:pt x="50197" y="57759"/>
                      </a:moveTo>
                      <a:cubicBezTo>
                        <a:pt x="50197" y="57759"/>
                        <a:pt x="49816" y="57378"/>
                        <a:pt x="49721" y="57378"/>
                      </a:cubicBezTo>
                      <a:cubicBezTo>
                        <a:pt x="49721" y="56997"/>
                        <a:pt x="49911" y="56521"/>
                        <a:pt x="50578" y="55758"/>
                      </a:cubicBezTo>
                      <a:cubicBezTo>
                        <a:pt x="51245" y="54997"/>
                        <a:pt x="51625" y="54425"/>
                        <a:pt x="51721" y="54234"/>
                      </a:cubicBezTo>
                      <a:cubicBezTo>
                        <a:pt x="50864" y="54234"/>
                        <a:pt x="50197" y="54615"/>
                        <a:pt x="49816" y="55187"/>
                      </a:cubicBezTo>
                      <a:cubicBezTo>
                        <a:pt x="49340" y="55854"/>
                        <a:pt x="49244" y="56616"/>
                        <a:pt x="49435" y="57378"/>
                      </a:cubicBezTo>
                      <a:cubicBezTo>
                        <a:pt x="49530" y="57187"/>
                        <a:pt x="49721" y="57187"/>
                        <a:pt x="49816" y="57378"/>
                      </a:cubicBezTo>
                      <a:cubicBezTo>
                        <a:pt x="49816" y="57568"/>
                        <a:pt x="50006" y="57664"/>
                        <a:pt x="50292" y="57759"/>
                      </a:cubicBezTo>
                      <a:close/>
                      <a:moveTo>
                        <a:pt x="51149" y="27660"/>
                      </a:moveTo>
                      <a:cubicBezTo>
                        <a:pt x="51149" y="27660"/>
                        <a:pt x="50387" y="27660"/>
                        <a:pt x="50006" y="27374"/>
                      </a:cubicBezTo>
                      <a:cubicBezTo>
                        <a:pt x="49625" y="26993"/>
                        <a:pt x="49625" y="26707"/>
                        <a:pt x="49816" y="26422"/>
                      </a:cubicBezTo>
                      <a:lnTo>
                        <a:pt x="51054" y="26422"/>
                      </a:lnTo>
                      <a:lnTo>
                        <a:pt x="51054" y="27660"/>
                      </a:lnTo>
                      <a:close/>
                      <a:moveTo>
                        <a:pt x="55245" y="34899"/>
                      </a:moveTo>
                      <a:cubicBezTo>
                        <a:pt x="53626" y="35375"/>
                        <a:pt x="52578" y="35375"/>
                        <a:pt x="52102" y="34899"/>
                      </a:cubicBezTo>
                      <a:lnTo>
                        <a:pt x="53054" y="33470"/>
                      </a:lnTo>
                      <a:lnTo>
                        <a:pt x="55340" y="34899"/>
                      </a:lnTo>
                      <a:close/>
                      <a:moveTo>
                        <a:pt x="53912" y="25469"/>
                      </a:moveTo>
                      <a:cubicBezTo>
                        <a:pt x="53912" y="25469"/>
                        <a:pt x="53245" y="25850"/>
                        <a:pt x="52388" y="25850"/>
                      </a:cubicBezTo>
                      <a:lnTo>
                        <a:pt x="52388" y="24040"/>
                      </a:lnTo>
                      <a:lnTo>
                        <a:pt x="53912" y="25469"/>
                      </a:lnTo>
                      <a:close/>
                      <a:moveTo>
                        <a:pt x="53721" y="51567"/>
                      </a:moveTo>
                      <a:lnTo>
                        <a:pt x="56198" y="51567"/>
                      </a:lnTo>
                      <a:cubicBezTo>
                        <a:pt x="56198" y="50806"/>
                        <a:pt x="56007" y="50424"/>
                        <a:pt x="55721" y="50424"/>
                      </a:cubicBezTo>
                      <a:cubicBezTo>
                        <a:pt x="55721" y="50424"/>
                        <a:pt x="55150" y="50806"/>
                        <a:pt x="53721" y="51567"/>
                      </a:cubicBezTo>
                      <a:lnTo>
                        <a:pt x="52959" y="51567"/>
                      </a:lnTo>
                      <a:cubicBezTo>
                        <a:pt x="52959" y="51567"/>
                        <a:pt x="53340" y="51853"/>
                        <a:pt x="53721" y="51567"/>
                      </a:cubicBezTo>
                      <a:close/>
                      <a:moveTo>
                        <a:pt x="52959" y="65569"/>
                      </a:moveTo>
                      <a:cubicBezTo>
                        <a:pt x="53435" y="65569"/>
                        <a:pt x="53912" y="65283"/>
                        <a:pt x="54293" y="64522"/>
                      </a:cubicBezTo>
                      <a:cubicBezTo>
                        <a:pt x="54674" y="63759"/>
                        <a:pt x="54769" y="63188"/>
                        <a:pt x="54674" y="62807"/>
                      </a:cubicBezTo>
                      <a:cubicBezTo>
                        <a:pt x="54197" y="62807"/>
                        <a:pt x="53912" y="63283"/>
                        <a:pt x="53626" y="64045"/>
                      </a:cubicBezTo>
                      <a:cubicBezTo>
                        <a:pt x="53435" y="64807"/>
                        <a:pt x="53245" y="65283"/>
                        <a:pt x="52959" y="65569"/>
                      </a:cubicBezTo>
                      <a:close/>
                      <a:moveTo>
                        <a:pt x="55245" y="21754"/>
                      </a:moveTo>
                      <a:lnTo>
                        <a:pt x="53912" y="22612"/>
                      </a:lnTo>
                      <a:lnTo>
                        <a:pt x="53340" y="21754"/>
                      </a:lnTo>
                      <a:lnTo>
                        <a:pt x="55245" y="21754"/>
                      </a:lnTo>
                      <a:close/>
                      <a:moveTo>
                        <a:pt x="56483" y="15373"/>
                      </a:moveTo>
                      <a:lnTo>
                        <a:pt x="56483" y="15754"/>
                      </a:lnTo>
                      <a:lnTo>
                        <a:pt x="55245" y="13944"/>
                      </a:lnTo>
                      <a:lnTo>
                        <a:pt x="56483" y="15373"/>
                      </a:lnTo>
                      <a:close/>
                      <a:moveTo>
                        <a:pt x="56483" y="48710"/>
                      </a:moveTo>
                      <a:lnTo>
                        <a:pt x="56483" y="48043"/>
                      </a:lnTo>
                      <a:cubicBezTo>
                        <a:pt x="56483" y="48043"/>
                        <a:pt x="55817" y="47472"/>
                        <a:pt x="55245" y="47472"/>
                      </a:cubicBezTo>
                      <a:lnTo>
                        <a:pt x="56483" y="48710"/>
                      </a:lnTo>
                      <a:close/>
                      <a:moveTo>
                        <a:pt x="60103" y="32137"/>
                      </a:moveTo>
                      <a:lnTo>
                        <a:pt x="59627" y="32517"/>
                      </a:lnTo>
                      <a:lnTo>
                        <a:pt x="58674" y="30231"/>
                      </a:lnTo>
                      <a:lnTo>
                        <a:pt x="60103" y="32137"/>
                      </a:lnTo>
                      <a:close/>
                      <a:moveTo>
                        <a:pt x="60103" y="48710"/>
                      </a:moveTo>
                      <a:cubicBezTo>
                        <a:pt x="60103" y="48710"/>
                        <a:pt x="61150" y="48900"/>
                        <a:pt x="62389" y="49281"/>
                      </a:cubicBezTo>
                      <a:lnTo>
                        <a:pt x="62008" y="48043"/>
                      </a:lnTo>
                      <a:lnTo>
                        <a:pt x="60103" y="48710"/>
                      </a:lnTo>
                      <a:close/>
                      <a:moveTo>
                        <a:pt x="63246" y="26422"/>
                      </a:moveTo>
                      <a:lnTo>
                        <a:pt x="62865" y="26707"/>
                      </a:lnTo>
                      <a:lnTo>
                        <a:pt x="61341" y="25469"/>
                      </a:lnTo>
                      <a:cubicBezTo>
                        <a:pt x="61341" y="25469"/>
                        <a:pt x="62389" y="25755"/>
                        <a:pt x="63246" y="26422"/>
                      </a:cubicBezTo>
                      <a:close/>
                      <a:moveTo>
                        <a:pt x="63627" y="42995"/>
                      </a:moveTo>
                      <a:lnTo>
                        <a:pt x="63627" y="42519"/>
                      </a:lnTo>
                      <a:lnTo>
                        <a:pt x="62294" y="44329"/>
                      </a:lnTo>
                      <a:lnTo>
                        <a:pt x="63627" y="42995"/>
                      </a:lnTo>
                      <a:close/>
                      <a:moveTo>
                        <a:pt x="65818" y="29946"/>
                      </a:moveTo>
                      <a:lnTo>
                        <a:pt x="65818" y="28993"/>
                      </a:lnTo>
                      <a:lnTo>
                        <a:pt x="65151" y="30898"/>
                      </a:lnTo>
                      <a:lnTo>
                        <a:pt x="65818" y="29946"/>
                      </a:lnTo>
                      <a:close/>
                      <a:moveTo>
                        <a:pt x="70104" y="27088"/>
                      </a:moveTo>
                      <a:lnTo>
                        <a:pt x="70961" y="27088"/>
                      </a:lnTo>
                      <a:cubicBezTo>
                        <a:pt x="70485" y="26040"/>
                        <a:pt x="69723" y="25279"/>
                        <a:pt x="68580" y="24802"/>
                      </a:cubicBezTo>
                      <a:lnTo>
                        <a:pt x="70295" y="26707"/>
                      </a:lnTo>
                      <a:lnTo>
                        <a:pt x="70009" y="27088"/>
                      </a:lnTo>
                      <a:close/>
                      <a:moveTo>
                        <a:pt x="68675" y="48710"/>
                      </a:moveTo>
                      <a:lnTo>
                        <a:pt x="70104" y="47472"/>
                      </a:lnTo>
                      <a:lnTo>
                        <a:pt x="68675" y="47472"/>
                      </a:lnTo>
                      <a:lnTo>
                        <a:pt x="68675" y="48710"/>
                      </a:lnTo>
                      <a:close/>
                      <a:moveTo>
                        <a:pt x="73628" y="36708"/>
                      </a:moveTo>
                      <a:cubicBezTo>
                        <a:pt x="74295" y="36708"/>
                        <a:pt x="75057" y="36518"/>
                        <a:pt x="75724" y="36518"/>
                      </a:cubicBezTo>
                      <a:cubicBezTo>
                        <a:pt x="76391" y="36518"/>
                        <a:pt x="76867" y="35851"/>
                        <a:pt x="77153" y="34899"/>
                      </a:cubicBezTo>
                      <a:cubicBezTo>
                        <a:pt x="76962" y="35089"/>
                        <a:pt x="75819" y="35661"/>
                        <a:pt x="73628" y="36804"/>
                      </a:cubicBezTo>
                      <a:close/>
                      <a:moveTo>
                        <a:pt x="77724" y="14039"/>
                      </a:moveTo>
                      <a:lnTo>
                        <a:pt x="79534" y="14515"/>
                      </a:lnTo>
                      <a:cubicBezTo>
                        <a:pt x="78867" y="13467"/>
                        <a:pt x="78581" y="12801"/>
                        <a:pt x="78581" y="12706"/>
                      </a:cubicBezTo>
                      <a:lnTo>
                        <a:pt x="77724" y="13944"/>
                      </a:lnTo>
                      <a:close/>
                      <a:moveTo>
                        <a:pt x="78105" y="4133"/>
                      </a:moveTo>
                      <a:lnTo>
                        <a:pt x="79153" y="3657"/>
                      </a:lnTo>
                      <a:cubicBezTo>
                        <a:pt x="79153" y="3657"/>
                        <a:pt x="79915" y="3657"/>
                        <a:pt x="80105" y="4133"/>
                      </a:cubicBezTo>
                      <a:lnTo>
                        <a:pt x="78105" y="4133"/>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 name="Google Shape;873;p99"/>
                <p:cNvSpPr/>
                <p:nvPr/>
              </p:nvSpPr>
              <p:spPr>
                <a:xfrm>
                  <a:off x="4046028" y="4305871"/>
                  <a:ext cx="87820" cy="94773"/>
                </a:xfrm>
                <a:custGeom>
                  <a:avLst/>
                  <a:gdLst/>
                  <a:ahLst/>
                  <a:cxnLst/>
                  <a:rect l="l" t="t" r="r" b="b"/>
                  <a:pathLst>
                    <a:path w="87820" h="94773" extrusionOk="0">
                      <a:moveTo>
                        <a:pt x="1333" y="65722"/>
                      </a:moveTo>
                      <a:cubicBezTo>
                        <a:pt x="1333" y="66485"/>
                        <a:pt x="1333" y="66865"/>
                        <a:pt x="1715" y="66865"/>
                      </a:cubicBezTo>
                      <a:cubicBezTo>
                        <a:pt x="1715" y="66865"/>
                        <a:pt x="1905" y="66865"/>
                        <a:pt x="2191" y="66865"/>
                      </a:cubicBezTo>
                      <a:cubicBezTo>
                        <a:pt x="2476" y="66865"/>
                        <a:pt x="2667" y="66770"/>
                        <a:pt x="2762" y="66770"/>
                      </a:cubicBezTo>
                      <a:cubicBezTo>
                        <a:pt x="2953" y="66770"/>
                        <a:pt x="3143" y="66961"/>
                        <a:pt x="3238" y="67246"/>
                      </a:cubicBezTo>
                      <a:cubicBezTo>
                        <a:pt x="1333" y="67246"/>
                        <a:pt x="286" y="67056"/>
                        <a:pt x="0" y="66770"/>
                      </a:cubicBezTo>
                      <a:lnTo>
                        <a:pt x="1333" y="65818"/>
                      </a:lnTo>
                      <a:close/>
                      <a:moveTo>
                        <a:pt x="3238" y="77724"/>
                      </a:moveTo>
                      <a:cubicBezTo>
                        <a:pt x="3238" y="77724"/>
                        <a:pt x="3715" y="77153"/>
                        <a:pt x="4191" y="77153"/>
                      </a:cubicBezTo>
                      <a:lnTo>
                        <a:pt x="5429" y="77153"/>
                      </a:lnTo>
                      <a:cubicBezTo>
                        <a:pt x="5429" y="77153"/>
                        <a:pt x="5048" y="77724"/>
                        <a:pt x="4477" y="77724"/>
                      </a:cubicBezTo>
                      <a:lnTo>
                        <a:pt x="3238" y="77724"/>
                      </a:lnTo>
                      <a:close/>
                      <a:moveTo>
                        <a:pt x="7239" y="83915"/>
                      </a:moveTo>
                      <a:lnTo>
                        <a:pt x="7239" y="82677"/>
                      </a:lnTo>
                      <a:lnTo>
                        <a:pt x="8192" y="82677"/>
                      </a:lnTo>
                      <a:lnTo>
                        <a:pt x="7239" y="83915"/>
                      </a:lnTo>
                      <a:close/>
                      <a:moveTo>
                        <a:pt x="12287" y="76105"/>
                      </a:moveTo>
                      <a:cubicBezTo>
                        <a:pt x="12287" y="76105"/>
                        <a:pt x="13240" y="76295"/>
                        <a:pt x="14002" y="77057"/>
                      </a:cubicBezTo>
                      <a:lnTo>
                        <a:pt x="13621" y="77629"/>
                      </a:lnTo>
                      <a:lnTo>
                        <a:pt x="12192" y="76105"/>
                      </a:lnTo>
                      <a:close/>
                      <a:moveTo>
                        <a:pt x="14002" y="83915"/>
                      </a:moveTo>
                      <a:cubicBezTo>
                        <a:pt x="14002" y="83915"/>
                        <a:pt x="14478" y="83629"/>
                        <a:pt x="14764" y="83248"/>
                      </a:cubicBezTo>
                      <a:cubicBezTo>
                        <a:pt x="15050" y="82868"/>
                        <a:pt x="15240" y="82677"/>
                        <a:pt x="15526" y="82677"/>
                      </a:cubicBezTo>
                      <a:cubicBezTo>
                        <a:pt x="15526" y="82963"/>
                        <a:pt x="15335" y="83439"/>
                        <a:pt x="14954" y="83915"/>
                      </a:cubicBezTo>
                      <a:lnTo>
                        <a:pt x="14002" y="83915"/>
                      </a:lnTo>
                      <a:close/>
                      <a:moveTo>
                        <a:pt x="16192" y="73438"/>
                      </a:moveTo>
                      <a:lnTo>
                        <a:pt x="15812" y="74390"/>
                      </a:lnTo>
                      <a:lnTo>
                        <a:pt x="14478" y="74390"/>
                      </a:lnTo>
                      <a:cubicBezTo>
                        <a:pt x="14764" y="73438"/>
                        <a:pt x="15145" y="72962"/>
                        <a:pt x="15430" y="72962"/>
                      </a:cubicBezTo>
                      <a:cubicBezTo>
                        <a:pt x="15621" y="72962"/>
                        <a:pt x="15907" y="73152"/>
                        <a:pt x="16097" y="73438"/>
                      </a:cubicBezTo>
                      <a:close/>
                      <a:moveTo>
                        <a:pt x="18097" y="65342"/>
                      </a:moveTo>
                      <a:lnTo>
                        <a:pt x="18097" y="66294"/>
                      </a:lnTo>
                      <a:lnTo>
                        <a:pt x="16192" y="64770"/>
                      </a:lnTo>
                      <a:cubicBezTo>
                        <a:pt x="16669" y="64579"/>
                        <a:pt x="17240" y="64770"/>
                        <a:pt x="18097" y="65342"/>
                      </a:cubicBezTo>
                      <a:close/>
                      <a:moveTo>
                        <a:pt x="16192" y="78962"/>
                      </a:moveTo>
                      <a:cubicBezTo>
                        <a:pt x="16764" y="78962"/>
                        <a:pt x="17145" y="79343"/>
                        <a:pt x="17145" y="80201"/>
                      </a:cubicBezTo>
                      <a:lnTo>
                        <a:pt x="16192" y="80201"/>
                      </a:lnTo>
                      <a:lnTo>
                        <a:pt x="16192" y="78962"/>
                      </a:lnTo>
                      <a:close/>
                      <a:moveTo>
                        <a:pt x="18479" y="88963"/>
                      </a:moveTo>
                      <a:lnTo>
                        <a:pt x="18097" y="88487"/>
                      </a:lnTo>
                      <a:lnTo>
                        <a:pt x="20003" y="87439"/>
                      </a:lnTo>
                      <a:lnTo>
                        <a:pt x="18479" y="88963"/>
                      </a:lnTo>
                      <a:close/>
                      <a:moveTo>
                        <a:pt x="87630" y="70295"/>
                      </a:moveTo>
                      <a:lnTo>
                        <a:pt x="83534" y="70866"/>
                      </a:lnTo>
                      <a:cubicBezTo>
                        <a:pt x="83534" y="70866"/>
                        <a:pt x="83534" y="71152"/>
                        <a:pt x="83534" y="71247"/>
                      </a:cubicBezTo>
                      <a:cubicBezTo>
                        <a:pt x="83534" y="71438"/>
                        <a:pt x="83915" y="71819"/>
                        <a:pt x="84582" y="72200"/>
                      </a:cubicBezTo>
                      <a:cubicBezTo>
                        <a:pt x="85249" y="72580"/>
                        <a:pt x="85630" y="73057"/>
                        <a:pt x="85630" y="73438"/>
                      </a:cubicBezTo>
                      <a:lnTo>
                        <a:pt x="86582" y="73438"/>
                      </a:lnTo>
                      <a:cubicBezTo>
                        <a:pt x="86106" y="75914"/>
                        <a:pt x="85630" y="78296"/>
                        <a:pt x="85249" y="80772"/>
                      </a:cubicBezTo>
                      <a:cubicBezTo>
                        <a:pt x="84582" y="83344"/>
                        <a:pt x="83058" y="85058"/>
                        <a:pt x="80677" y="85820"/>
                      </a:cubicBezTo>
                      <a:cubicBezTo>
                        <a:pt x="80296" y="84392"/>
                        <a:pt x="79343" y="83915"/>
                        <a:pt x="77915" y="84582"/>
                      </a:cubicBezTo>
                      <a:lnTo>
                        <a:pt x="77438" y="84868"/>
                      </a:lnTo>
                      <a:lnTo>
                        <a:pt x="79248" y="86773"/>
                      </a:lnTo>
                      <a:cubicBezTo>
                        <a:pt x="78486" y="86582"/>
                        <a:pt x="77724" y="86201"/>
                        <a:pt x="76867" y="85439"/>
                      </a:cubicBezTo>
                      <a:cubicBezTo>
                        <a:pt x="76009" y="84677"/>
                        <a:pt x="75343" y="84296"/>
                        <a:pt x="74867" y="84296"/>
                      </a:cubicBezTo>
                      <a:cubicBezTo>
                        <a:pt x="74295" y="84296"/>
                        <a:pt x="73724" y="84582"/>
                        <a:pt x="72962" y="85249"/>
                      </a:cubicBezTo>
                      <a:lnTo>
                        <a:pt x="74581" y="85249"/>
                      </a:lnTo>
                      <a:lnTo>
                        <a:pt x="74200" y="85820"/>
                      </a:lnTo>
                      <a:cubicBezTo>
                        <a:pt x="75152" y="86106"/>
                        <a:pt x="76391" y="86868"/>
                        <a:pt x="77819" y="88011"/>
                      </a:cubicBezTo>
                      <a:lnTo>
                        <a:pt x="74486" y="89440"/>
                      </a:lnTo>
                      <a:lnTo>
                        <a:pt x="75057" y="89821"/>
                      </a:lnTo>
                      <a:cubicBezTo>
                        <a:pt x="75057" y="89821"/>
                        <a:pt x="73628" y="90488"/>
                        <a:pt x="71247" y="91440"/>
                      </a:cubicBezTo>
                      <a:cubicBezTo>
                        <a:pt x="70009" y="91916"/>
                        <a:pt x="68866" y="92107"/>
                        <a:pt x="67723" y="92107"/>
                      </a:cubicBezTo>
                      <a:cubicBezTo>
                        <a:pt x="67151" y="92107"/>
                        <a:pt x="66580" y="92107"/>
                        <a:pt x="66008" y="92107"/>
                      </a:cubicBezTo>
                      <a:cubicBezTo>
                        <a:pt x="65627" y="93154"/>
                        <a:pt x="65532" y="93821"/>
                        <a:pt x="65627" y="94202"/>
                      </a:cubicBezTo>
                      <a:lnTo>
                        <a:pt x="47720" y="94774"/>
                      </a:lnTo>
                      <a:cubicBezTo>
                        <a:pt x="46292" y="93440"/>
                        <a:pt x="44101" y="92297"/>
                        <a:pt x="40958" y="91440"/>
                      </a:cubicBezTo>
                      <a:cubicBezTo>
                        <a:pt x="37624" y="90392"/>
                        <a:pt x="35433" y="89630"/>
                        <a:pt x="34480" y="88963"/>
                      </a:cubicBezTo>
                      <a:cubicBezTo>
                        <a:pt x="34100" y="88392"/>
                        <a:pt x="33433" y="88011"/>
                        <a:pt x="32480" y="87821"/>
                      </a:cubicBezTo>
                      <a:cubicBezTo>
                        <a:pt x="31528" y="87630"/>
                        <a:pt x="30480" y="87344"/>
                        <a:pt x="29623" y="87154"/>
                      </a:cubicBezTo>
                      <a:lnTo>
                        <a:pt x="30861" y="85915"/>
                      </a:lnTo>
                      <a:lnTo>
                        <a:pt x="29146" y="84011"/>
                      </a:lnTo>
                      <a:lnTo>
                        <a:pt x="28670" y="85344"/>
                      </a:lnTo>
                      <a:cubicBezTo>
                        <a:pt x="27051" y="84963"/>
                        <a:pt x="26194" y="83629"/>
                        <a:pt x="26099" y="81439"/>
                      </a:cubicBezTo>
                      <a:cubicBezTo>
                        <a:pt x="26099" y="79438"/>
                        <a:pt x="24955" y="78486"/>
                        <a:pt x="22860" y="78486"/>
                      </a:cubicBezTo>
                      <a:lnTo>
                        <a:pt x="21336" y="78486"/>
                      </a:lnTo>
                      <a:cubicBezTo>
                        <a:pt x="22670" y="78486"/>
                        <a:pt x="23336" y="77724"/>
                        <a:pt x="23336" y="76200"/>
                      </a:cubicBezTo>
                      <a:cubicBezTo>
                        <a:pt x="23336" y="75724"/>
                        <a:pt x="23241" y="75343"/>
                        <a:pt x="22955" y="74962"/>
                      </a:cubicBezTo>
                      <a:cubicBezTo>
                        <a:pt x="22765" y="74581"/>
                        <a:pt x="21908" y="74104"/>
                        <a:pt x="20479" y="73533"/>
                      </a:cubicBezTo>
                      <a:lnTo>
                        <a:pt x="20098" y="73914"/>
                      </a:lnTo>
                      <a:cubicBezTo>
                        <a:pt x="20098" y="73914"/>
                        <a:pt x="19907" y="74104"/>
                        <a:pt x="19717" y="74104"/>
                      </a:cubicBezTo>
                      <a:cubicBezTo>
                        <a:pt x="19526" y="74104"/>
                        <a:pt x="19336" y="73819"/>
                        <a:pt x="19145" y="73152"/>
                      </a:cubicBezTo>
                      <a:cubicBezTo>
                        <a:pt x="18955" y="72580"/>
                        <a:pt x="18955" y="72104"/>
                        <a:pt x="19145" y="71628"/>
                      </a:cubicBezTo>
                      <a:cubicBezTo>
                        <a:pt x="19907" y="71438"/>
                        <a:pt x="21146" y="70676"/>
                        <a:pt x="22670" y="69152"/>
                      </a:cubicBezTo>
                      <a:cubicBezTo>
                        <a:pt x="24098" y="67913"/>
                        <a:pt x="25241" y="67246"/>
                        <a:pt x="26194" y="67246"/>
                      </a:cubicBezTo>
                      <a:cubicBezTo>
                        <a:pt x="26670" y="67246"/>
                        <a:pt x="27146" y="67342"/>
                        <a:pt x="27718" y="67628"/>
                      </a:cubicBezTo>
                      <a:cubicBezTo>
                        <a:pt x="27432" y="67056"/>
                        <a:pt x="27337" y="66580"/>
                        <a:pt x="27718" y="66199"/>
                      </a:cubicBezTo>
                      <a:cubicBezTo>
                        <a:pt x="28004" y="65818"/>
                        <a:pt x="27718" y="65246"/>
                        <a:pt x="26956" y="64389"/>
                      </a:cubicBezTo>
                      <a:lnTo>
                        <a:pt x="30956" y="62484"/>
                      </a:lnTo>
                      <a:lnTo>
                        <a:pt x="30099" y="61246"/>
                      </a:lnTo>
                      <a:cubicBezTo>
                        <a:pt x="30671" y="61246"/>
                        <a:pt x="31718" y="60865"/>
                        <a:pt x="33147" y="60103"/>
                      </a:cubicBezTo>
                      <a:cubicBezTo>
                        <a:pt x="34576" y="59341"/>
                        <a:pt x="35528" y="58960"/>
                        <a:pt x="36004" y="58960"/>
                      </a:cubicBezTo>
                      <a:cubicBezTo>
                        <a:pt x="36767" y="58960"/>
                        <a:pt x="37243" y="59531"/>
                        <a:pt x="37529" y="60674"/>
                      </a:cubicBezTo>
                      <a:cubicBezTo>
                        <a:pt x="37243" y="63246"/>
                        <a:pt x="38195" y="65818"/>
                        <a:pt x="40291" y="68485"/>
                      </a:cubicBezTo>
                      <a:cubicBezTo>
                        <a:pt x="41338" y="69723"/>
                        <a:pt x="43434" y="71723"/>
                        <a:pt x="46577" y="74390"/>
                      </a:cubicBezTo>
                      <a:cubicBezTo>
                        <a:pt x="47054" y="75533"/>
                        <a:pt x="47816" y="76010"/>
                        <a:pt x="48863" y="76010"/>
                      </a:cubicBezTo>
                      <a:cubicBezTo>
                        <a:pt x="49149" y="76010"/>
                        <a:pt x="49721" y="76010"/>
                        <a:pt x="50387" y="75819"/>
                      </a:cubicBezTo>
                      <a:cubicBezTo>
                        <a:pt x="51054" y="75724"/>
                        <a:pt x="51530" y="75629"/>
                        <a:pt x="51816" y="75629"/>
                      </a:cubicBezTo>
                      <a:cubicBezTo>
                        <a:pt x="52483" y="75629"/>
                        <a:pt x="53245" y="75819"/>
                        <a:pt x="53816" y="76105"/>
                      </a:cubicBezTo>
                      <a:cubicBezTo>
                        <a:pt x="54483" y="76486"/>
                        <a:pt x="55150" y="76581"/>
                        <a:pt x="55912" y="76581"/>
                      </a:cubicBezTo>
                      <a:cubicBezTo>
                        <a:pt x="57341" y="76581"/>
                        <a:pt x="58960" y="75914"/>
                        <a:pt x="60865" y="74581"/>
                      </a:cubicBezTo>
                      <a:cubicBezTo>
                        <a:pt x="63627" y="72676"/>
                        <a:pt x="65246" y="71723"/>
                        <a:pt x="65722" y="71533"/>
                      </a:cubicBezTo>
                      <a:cubicBezTo>
                        <a:pt x="66104" y="70866"/>
                        <a:pt x="66294" y="70295"/>
                        <a:pt x="66294" y="69628"/>
                      </a:cubicBezTo>
                      <a:cubicBezTo>
                        <a:pt x="66294" y="68675"/>
                        <a:pt x="65722" y="67437"/>
                        <a:pt x="64675" y="65913"/>
                      </a:cubicBezTo>
                      <a:cubicBezTo>
                        <a:pt x="63627" y="64389"/>
                        <a:pt x="63055" y="63246"/>
                        <a:pt x="62865" y="62484"/>
                      </a:cubicBezTo>
                      <a:cubicBezTo>
                        <a:pt x="60865" y="62198"/>
                        <a:pt x="59817" y="61436"/>
                        <a:pt x="59531" y="60293"/>
                      </a:cubicBezTo>
                      <a:lnTo>
                        <a:pt x="60103" y="59817"/>
                      </a:lnTo>
                      <a:cubicBezTo>
                        <a:pt x="57626" y="58674"/>
                        <a:pt x="54102" y="56864"/>
                        <a:pt x="49625" y="54388"/>
                      </a:cubicBezTo>
                      <a:cubicBezTo>
                        <a:pt x="49149" y="54769"/>
                        <a:pt x="48673" y="54959"/>
                        <a:pt x="48196" y="54959"/>
                      </a:cubicBezTo>
                      <a:cubicBezTo>
                        <a:pt x="47530" y="54959"/>
                        <a:pt x="46768" y="54578"/>
                        <a:pt x="45815" y="53721"/>
                      </a:cubicBezTo>
                      <a:cubicBezTo>
                        <a:pt x="44863" y="52864"/>
                        <a:pt x="44101" y="52483"/>
                        <a:pt x="43529" y="52483"/>
                      </a:cubicBezTo>
                      <a:cubicBezTo>
                        <a:pt x="43339" y="52483"/>
                        <a:pt x="43053" y="52483"/>
                        <a:pt x="42863" y="52769"/>
                      </a:cubicBezTo>
                      <a:cubicBezTo>
                        <a:pt x="40862" y="52197"/>
                        <a:pt x="38957" y="50578"/>
                        <a:pt x="36957" y="47911"/>
                      </a:cubicBezTo>
                      <a:cubicBezTo>
                        <a:pt x="34766" y="44958"/>
                        <a:pt x="32861" y="43053"/>
                        <a:pt x="31433" y="42196"/>
                      </a:cubicBezTo>
                      <a:cubicBezTo>
                        <a:pt x="31528" y="41338"/>
                        <a:pt x="31147" y="40291"/>
                        <a:pt x="30290" y="38957"/>
                      </a:cubicBezTo>
                      <a:cubicBezTo>
                        <a:pt x="29337" y="37624"/>
                        <a:pt x="28956" y="36671"/>
                        <a:pt x="29051" y="36004"/>
                      </a:cubicBezTo>
                      <a:cubicBezTo>
                        <a:pt x="28480" y="34957"/>
                        <a:pt x="28194" y="33052"/>
                        <a:pt x="28004" y="30099"/>
                      </a:cubicBezTo>
                      <a:cubicBezTo>
                        <a:pt x="27813" y="27527"/>
                        <a:pt x="27718" y="24955"/>
                        <a:pt x="27622" y="22384"/>
                      </a:cubicBezTo>
                      <a:cubicBezTo>
                        <a:pt x="28289" y="22098"/>
                        <a:pt x="28575" y="21812"/>
                        <a:pt x="28575" y="21431"/>
                      </a:cubicBezTo>
                      <a:cubicBezTo>
                        <a:pt x="28575" y="21146"/>
                        <a:pt x="28384" y="20860"/>
                        <a:pt x="28099" y="20288"/>
                      </a:cubicBezTo>
                      <a:cubicBezTo>
                        <a:pt x="27813" y="19812"/>
                        <a:pt x="27622" y="19431"/>
                        <a:pt x="27622" y="19145"/>
                      </a:cubicBezTo>
                      <a:cubicBezTo>
                        <a:pt x="28004" y="18097"/>
                        <a:pt x="29337" y="16573"/>
                        <a:pt x="31623" y="14669"/>
                      </a:cubicBezTo>
                      <a:cubicBezTo>
                        <a:pt x="33528" y="13049"/>
                        <a:pt x="34385" y="11430"/>
                        <a:pt x="34385" y="9906"/>
                      </a:cubicBezTo>
                      <a:cubicBezTo>
                        <a:pt x="34671" y="9906"/>
                        <a:pt x="35242" y="9525"/>
                        <a:pt x="36004" y="8954"/>
                      </a:cubicBezTo>
                      <a:cubicBezTo>
                        <a:pt x="36767" y="8382"/>
                        <a:pt x="37243" y="8096"/>
                        <a:pt x="37624" y="8096"/>
                      </a:cubicBezTo>
                      <a:cubicBezTo>
                        <a:pt x="37909" y="8096"/>
                        <a:pt x="38100" y="8287"/>
                        <a:pt x="38195" y="8572"/>
                      </a:cubicBezTo>
                      <a:cubicBezTo>
                        <a:pt x="39719" y="6287"/>
                        <a:pt x="42100" y="4572"/>
                        <a:pt x="45339" y="3334"/>
                      </a:cubicBezTo>
                      <a:cubicBezTo>
                        <a:pt x="48196" y="2381"/>
                        <a:pt x="51149" y="1429"/>
                        <a:pt x="54007" y="476"/>
                      </a:cubicBezTo>
                      <a:cubicBezTo>
                        <a:pt x="54864" y="190"/>
                        <a:pt x="55721" y="0"/>
                        <a:pt x="56579" y="0"/>
                      </a:cubicBezTo>
                      <a:cubicBezTo>
                        <a:pt x="57817" y="0"/>
                        <a:pt x="59531" y="476"/>
                        <a:pt x="61627" y="1429"/>
                      </a:cubicBezTo>
                      <a:cubicBezTo>
                        <a:pt x="63722" y="2381"/>
                        <a:pt x="65437" y="2857"/>
                        <a:pt x="66675" y="2857"/>
                      </a:cubicBezTo>
                      <a:cubicBezTo>
                        <a:pt x="67246" y="2857"/>
                        <a:pt x="67818" y="2857"/>
                        <a:pt x="68294" y="2667"/>
                      </a:cubicBezTo>
                      <a:cubicBezTo>
                        <a:pt x="68866" y="3810"/>
                        <a:pt x="69818" y="4477"/>
                        <a:pt x="71247" y="4858"/>
                      </a:cubicBezTo>
                      <a:cubicBezTo>
                        <a:pt x="73057" y="5429"/>
                        <a:pt x="74200" y="5905"/>
                        <a:pt x="74771" y="6287"/>
                      </a:cubicBezTo>
                      <a:cubicBezTo>
                        <a:pt x="77438" y="6572"/>
                        <a:pt x="79820" y="10001"/>
                        <a:pt x="81915" y="16669"/>
                      </a:cubicBezTo>
                      <a:cubicBezTo>
                        <a:pt x="81915" y="17621"/>
                        <a:pt x="81153" y="18860"/>
                        <a:pt x="79820" y="20479"/>
                      </a:cubicBezTo>
                      <a:cubicBezTo>
                        <a:pt x="78486" y="22098"/>
                        <a:pt x="77915" y="23336"/>
                        <a:pt x="78010" y="24479"/>
                      </a:cubicBezTo>
                      <a:cubicBezTo>
                        <a:pt x="77153" y="24289"/>
                        <a:pt x="76676" y="24670"/>
                        <a:pt x="76581" y="25432"/>
                      </a:cubicBezTo>
                      <a:cubicBezTo>
                        <a:pt x="76581" y="26479"/>
                        <a:pt x="76295" y="27051"/>
                        <a:pt x="76009" y="27242"/>
                      </a:cubicBezTo>
                      <a:cubicBezTo>
                        <a:pt x="73819" y="28289"/>
                        <a:pt x="72295" y="28765"/>
                        <a:pt x="71438" y="28765"/>
                      </a:cubicBezTo>
                      <a:cubicBezTo>
                        <a:pt x="70199" y="28765"/>
                        <a:pt x="69056" y="28004"/>
                        <a:pt x="67913" y="26384"/>
                      </a:cubicBezTo>
                      <a:cubicBezTo>
                        <a:pt x="67913" y="25146"/>
                        <a:pt x="67056" y="24194"/>
                        <a:pt x="65532" y="23527"/>
                      </a:cubicBezTo>
                      <a:cubicBezTo>
                        <a:pt x="63817" y="22955"/>
                        <a:pt x="62770" y="22193"/>
                        <a:pt x="62484" y="21336"/>
                      </a:cubicBezTo>
                      <a:cubicBezTo>
                        <a:pt x="62008" y="21336"/>
                        <a:pt x="60770" y="20860"/>
                        <a:pt x="58865" y="20003"/>
                      </a:cubicBezTo>
                      <a:cubicBezTo>
                        <a:pt x="57245" y="19431"/>
                        <a:pt x="56007" y="19050"/>
                        <a:pt x="55150" y="19050"/>
                      </a:cubicBezTo>
                      <a:cubicBezTo>
                        <a:pt x="53816" y="19050"/>
                        <a:pt x="52673" y="19717"/>
                        <a:pt x="51721" y="20955"/>
                      </a:cubicBezTo>
                      <a:cubicBezTo>
                        <a:pt x="51435" y="20955"/>
                        <a:pt x="51149" y="20860"/>
                        <a:pt x="50863" y="20860"/>
                      </a:cubicBezTo>
                      <a:cubicBezTo>
                        <a:pt x="50197" y="20860"/>
                        <a:pt x="49244" y="21431"/>
                        <a:pt x="47911" y="22574"/>
                      </a:cubicBezTo>
                      <a:cubicBezTo>
                        <a:pt x="48292" y="23241"/>
                        <a:pt x="48482" y="23908"/>
                        <a:pt x="48482" y="24479"/>
                      </a:cubicBezTo>
                      <a:cubicBezTo>
                        <a:pt x="48482" y="25146"/>
                        <a:pt x="48006" y="25813"/>
                        <a:pt x="46958" y="26384"/>
                      </a:cubicBezTo>
                      <a:cubicBezTo>
                        <a:pt x="45911" y="26956"/>
                        <a:pt x="45339" y="27527"/>
                        <a:pt x="45339" y="28099"/>
                      </a:cubicBezTo>
                      <a:cubicBezTo>
                        <a:pt x="45339" y="28575"/>
                        <a:pt x="45625" y="29242"/>
                        <a:pt x="46196" y="30004"/>
                      </a:cubicBezTo>
                      <a:cubicBezTo>
                        <a:pt x="49435" y="34862"/>
                        <a:pt x="54483" y="38386"/>
                        <a:pt x="61150" y="40862"/>
                      </a:cubicBezTo>
                      <a:cubicBezTo>
                        <a:pt x="62008" y="41053"/>
                        <a:pt x="63246" y="41815"/>
                        <a:pt x="64865" y="43148"/>
                      </a:cubicBezTo>
                      <a:cubicBezTo>
                        <a:pt x="66484" y="44387"/>
                        <a:pt x="67818" y="45148"/>
                        <a:pt x="68961" y="45244"/>
                      </a:cubicBezTo>
                      <a:cubicBezTo>
                        <a:pt x="70104" y="45339"/>
                        <a:pt x="71533" y="46292"/>
                        <a:pt x="73533" y="47911"/>
                      </a:cubicBezTo>
                      <a:cubicBezTo>
                        <a:pt x="75247" y="49530"/>
                        <a:pt x="76867" y="50197"/>
                        <a:pt x="78486" y="49911"/>
                      </a:cubicBezTo>
                      <a:cubicBezTo>
                        <a:pt x="78486" y="50673"/>
                        <a:pt x="78581" y="51149"/>
                        <a:pt x="78867" y="51245"/>
                      </a:cubicBezTo>
                      <a:cubicBezTo>
                        <a:pt x="79534" y="51245"/>
                        <a:pt x="80105" y="51721"/>
                        <a:pt x="80486" y="52769"/>
                      </a:cubicBezTo>
                      <a:cubicBezTo>
                        <a:pt x="80867" y="53816"/>
                        <a:pt x="81344" y="54293"/>
                        <a:pt x="82105" y="54007"/>
                      </a:cubicBezTo>
                      <a:cubicBezTo>
                        <a:pt x="82296" y="54578"/>
                        <a:pt x="83249" y="56102"/>
                        <a:pt x="85154" y="58864"/>
                      </a:cubicBezTo>
                      <a:cubicBezTo>
                        <a:pt x="86582" y="61055"/>
                        <a:pt x="87249" y="63055"/>
                        <a:pt x="87249" y="64865"/>
                      </a:cubicBezTo>
                      <a:cubicBezTo>
                        <a:pt x="87630" y="65342"/>
                        <a:pt x="87821" y="65818"/>
                        <a:pt x="87821" y="66294"/>
                      </a:cubicBezTo>
                      <a:cubicBezTo>
                        <a:pt x="87821" y="66675"/>
                        <a:pt x="87630" y="67151"/>
                        <a:pt x="87249" y="67723"/>
                      </a:cubicBezTo>
                      <a:cubicBezTo>
                        <a:pt x="86868" y="68294"/>
                        <a:pt x="86678" y="68771"/>
                        <a:pt x="86678" y="68961"/>
                      </a:cubicBezTo>
                      <a:cubicBezTo>
                        <a:pt x="86678" y="69437"/>
                        <a:pt x="86963" y="69913"/>
                        <a:pt x="87630" y="70390"/>
                      </a:cubicBezTo>
                      <a:close/>
                      <a:moveTo>
                        <a:pt x="20003" y="73152"/>
                      </a:moveTo>
                      <a:lnTo>
                        <a:pt x="22765" y="72200"/>
                      </a:lnTo>
                      <a:lnTo>
                        <a:pt x="21431" y="72200"/>
                      </a:lnTo>
                      <a:lnTo>
                        <a:pt x="20003" y="73152"/>
                      </a:lnTo>
                      <a:close/>
                      <a:moveTo>
                        <a:pt x="20860" y="84582"/>
                      </a:moveTo>
                      <a:lnTo>
                        <a:pt x="21431" y="84582"/>
                      </a:lnTo>
                      <a:lnTo>
                        <a:pt x="22384" y="85249"/>
                      </a:lnTo>
                      <a:lnTo>
                        <a:pt x="20860" y="84582"/>
                      </a:lnTo>
                      <a:close/>
                      <a:moveTo>
                        <a:pt x="24670" y="90773"/>
                      </a:moveTo>
                      <a:cubicBezTo>
                        <a:pt x="24479" y="89916"/>
                        <a:pt x="24765" y="89154"/>
                        <a:pt x="25527" y="88392"/>
                      </a:cubicBezTo>
                      <a:lnTo>
                        <a:pt x="25432" y="88392"/>
                      </a:lnTo>
                      <a:cubicBezTo>
                        <a:pt x="25432" y="88392"/>
                        <a:pt x="25622" y="89059"/>
                        <a:pt x="26003" y="89440"/>
                      </a:cubicBezTo>
                      <a:cubicBezTo>
                        <a:pt x="26384" y="89821"/>
                        <a:pt x="26575" y="90011"/>
                        <a:pt x="26575" y="90202"/>
                      </a:cubicBezTo>
                      <a:cubicBezTo>
                        <a:pt x="26575" y="90488"/>
                        <a:pt x="26384" y="90678"/>
                        <a:pt x="26099" y="90773"/>
                      </a:cubicBezTo>
                      <a:lnTo>
                        <a:pt x="24860" y="90773"/>
                      </a:lnTo>
                      <a:close/>
                      <a:moveTo>
                        <a:pt x="25717" y="88011"/>
                      </a:moveTo>
                      <a:cubicBezTo>
                        <a:pt x="25717" y="88011"/>
                        <a:pt x="25527" y="88297"/>
                        <a:pt x="25527" y="88392"/>
                      </a:cubicBezTo>
                      <a:cubicBezTo>
                        <a:pt x="25527" y="88392"/>
                        <a:pt x="25527" y="88202"/>
                        <a:pt x="25717" y="88011"/>
                      </a:cubicBezTo>
                      <a:close/>
                      <a:moveTo>
                        <a:pt x="26003" y="85820"/>
                      </a:moveTo>
                      <a:cubicBezTo>
                        <a:pt x="26003" y="85820"/>
                        <a:pt x="26670" y="86011"/>
                        <a:pt x="27051" y="86392"/>
                      </a:cubicBezTo>
                      <a:cubicBezTo>
                        <a:pt x="27432" y="86773"/>
                        <a:pt x="27718" y="87059"/>
                        <a:pt x="27718" y="87059"/>
                      </a:cubicBezTo>
                      <a:cubicBezTo>
                        <a:pt x="27242" y="87059"/>
                        <a:pt x="26575" y="87439"/>
                        <a:pt x="25717" y="88011"/>
                      </a:cubicBezTo>
                      <a:cubicBezTo>
                        <a:pt x="26384" y="87249"/>
                        <a:pt x="26479" y="86487"/>
                        <a:pt x="26003" y="85820"/>
                      </a:cubicBezTo>
                      <a:close/>
                      <a:moveTo>
                        <a:pt x="28766" y="75819"/>
                      </a:moveTo>
                      <a:lnTo>
                        <a:pt x="28766" y="74867"/>
                      </a:lnTo>
                      <a:lnTo>
                        <a:pt x="26003" y="73438"/>
                      </a:lnTo>
                      <a:lnTo>
                        <a:pt x="28766" y="75819"/>
                      </a:lnTo>
                      <a:close/>
                      <a:moveTo>
                        <a:pt x="30956" y="79438"/>
                      </a:moveTo>
                      <a:cubicBezTo>
                        <a:pt x="30956" y="79438"/>
                        <a:pt x="31242" y="79438"/>
                        <a:pt x="32195" y="79629"/>
                      </a:cubicBezTo>
                      <a:cubicBezTo>
                        <a:pt x="32671" y="79629"/>
                        <a:pt x="33052" y="79438"/>
                        <a:pt x="33242" y="78962"/>
                      </a:cubicBezTo>
                      <a:cubicBezTo>
                        <a:pt x="32290" y="78677"/>
                        <a:pt x="31528" y="78772"/>
                        <a:pt x="30956" y="79438"/>
                      </a:cubicBezTo>
                      <a:cubicBezTo>
                        <a:pt x="30766" y="79438"/>
                        <a:pt x="30575" y="79534"/>
                        <a:pt x="30575" y="79820"/>
                      </a:cubicBezTo>
                      <a:lnTo>
                        <a:pt x="29623" y="80772"/>
                      </a:lnTo>
                      <a:lnTo>
                        <a:pt x="30575" y="80772"/>
                      </a:lnTo>
                      <a:cubicBezTo>
                        <a:pt x="30575" y="80772"/>
                        <a:pt x="30575" y="80105"/>
                        <a:pt x="30575" y="79820"/>
                      </a:cubicBezTo>
                      <a:lnTo>
                        <a:pt x="30956" y="79438"/>
                      </a:lnTo>
                      <a:close/>
                      <a:moveTo>
                        <a:pt x="31528" y="34862"/>
                      </a:moveTo>
                      <a:cubicBezTo>
                        <a:pt x="31528" y="34862"/>
                        <a:pt x="32004" y="34100"/>
                        <a:pt x="31909" y="33814"/>
                      </a:cubicBezTo>
                      <a:lnTo>
                        <a:pt x="32290" y="32956"/>
                      </a:lnTo>
                      <a:cubicBezTo>
                        <a:pt x="32290" y="32956"/>
                        <a:pt x="31528" y="32290"/>
                        <a:pt x="31051" y="32004"/>
                      </a:cubicBezTo>
                      <a:cubicBezTo>
                        <a:pt x="30575" y="31813"/>
                        <a:pt x="30194" y="31623"/>
                        <a:pt x="30099" y="31623"/>
                      </a:cubicBezTo>
                      <a:cubicBezTo>
                        <a:pt x="31337" y="32290"/>
                        <a:pt x="32004" y="32956"/>
                        <a:pt x="32004" y="33719"/>
                      </a:cubicBezTo>
                      <a:lnTo>
                        <a:pt x="31623" y="34766"/>
                      </a:lnTo>
                      <a:close/>
                      <a:moveTo>
                        <a:pt x="39624" y="28004"/>
                      </a:moveTo>
                      <a:lnTo>
                        <a:pt x="39624" y="27622"/>
                      </a:lnTo>
                      <a:cubicBezTo>
                        <a:pt x="39338" y="25622"/>
                        <a:pt x="37909" y="24575"/>
                        <a:pt x="35338" y="24575"/>
                      </a:cubicBezTo>
                      <a:cubicBezTo>
                        <a:pt x="33338" y="24575"/>
                        <a:pt x="31718" y="25051"/>
                        <a:pt x="30480" y="26194"/>
                      </a:cubicBezTo>
                      <a:cubicBezTo>
                        <a:pt x="30861" y="26384"/>
                        <a:pt x="31337" y="27146"/>
                        <a:pt x="31718" y="28480"/>
                      </a:cubicBezTo>
                      <a:cubicBezTo>
                        <a:pt x="32195" y="29813"/>
                        <a:pt x="32861" y="30385"/>
                        <a:pt x="34004" y="30194"/>
                      </a:cubicBezTo>
                      <a:lnTo>
                        <a:pt x="34004" y="29813"/>
                      </a:lnTo>
                      <a:cubicBezTo>
                        <a:pt x="34004" y="29813"/>
                        <a:pt x="34480" y="28670"/>
                        <a:pt x="34862" y="27242"/>
                      </a:cubicBezTo>
                      <a:cubicBezTo>
                        <a:pt x="35147" y="26003"/>
                        <a:pt x="35528" y="25337"/>
                        <a:pt x="36290" y="25337"/>
                      </a:cubicBezTo>
                      <a:cubicBezTo>
                        <a:pt x="36576" y="25337"/>
                        <a:pt x="36957" y="25432"/>
                        <a:pt x="37338" y="25718"/>
                      </a:cubicBezTo>
                      <a:lnTo>
                        <a:pt x="37338" y="26670"/>
                      </a:lnTo>
                      <a:cubicBezTo>
                        <a:pt x="37338" y="26670"/>
                        <a:pt x="37719" y="26575"/>
                        <a:pt x="37909" y="26575"/>
                      </a:cubicBezTo>
                      <a:cubicBezTo>
                        <a:pt x="38100" y="26575"/>
                        <a:pt x="38576" y="27051"/>
                        <a:pt x="39529" y="28004"/>
                      </a:cubicBezTo>
                      <a:close/>
                      <a:moveTo>
                        <a:pt x="32195" y="65627"/>
                      </a:moveTo>
                      <a:cubicBezTo>
                        <a:pt x="31528" y="65627"/>
                        <a:pt x="31051" y="65532"/>
                        <a:pt x="30861" y="65246"/>
                      </a:cubicBezTo>
                      <a:lnTo>
                        <a:pt x="31813" y="66580"/>
                      </a:lnTo>
                      <a:cubicBezTo>
                        <a:pt x="31813" y="66580"/>
                        <a:pt x="32290" y="66008"/>
                        <a:pt x="32195" y="65627"/>
                      </a:cubicBezTo>
                      <a:close/>
                      <a:moveTo>
                        <a:pt x="33147" y="29242"/>
                      </a:moveTo>
                      <a:lnTo>
                        <a:pt x="32766" y="28861"/>
                      </a:lnTo>
                      <a:lnTo>
                        <a:pt x="33719" y="28861"/>
                      </a:lnTo>
                      <a:cubicBezTo>
                        <a:pt x="33719" y="28861"/>
                        <a:pt x="33433" y="29051"/>
                        <a:pt x="33147" y="29242"/>
                      </a:cubicBezTo>
                      <a:close/>
                      <a:moveTo>
                        <a:pt x="33719" y="28861"/>
                      </a:moveTo>
                      <a:cubicBezTo>
                        <a:pt x="33719" y="28861"/>
                        <a:pt x="34004" y="28670"/>
                        <a:pt x="34004" y="28861"/>
                      </a:cubicBezTo>
                      <a:lnTo>
                        <a:pt x="33719" y="28861"/>
                      </a:lnTo>
                      <a:close/>
                      <a:moveTo>
                        <a:pt x="34480" y="86582"/>
                      </a:moveTo>
                      <a:lnTo>
                        <a:pt x="35433" y="85630"/>
                      </a:lnTo>
                      <a:cubicBezTo>
                        <a:pt x="35433" y="85630"/>
                        <a:pt x="34671" y="85058"/>
                        <a:pt x="34480" y="85058"/>
                      </a:cubicBezTo>
                      <a:lnTo>
                        <a:pt x="34480" y="86582"/>
                      </a:lnTo>
                      <a:close/>
                      <a:moveTo>
                        <a:pt x="35909" y="30480"/>
                      </a:moveTo>
                      <a:cubicBezTo>
                        <a:pt x="36004" y="30004"/>
                        <a:pt x="35909" y="29432"/>
                        <a:pt x="35433" y="28861"/>
                      </a:cubicBezTo>
                      <a:lnTo>
                        <a:pt x="35433" y="31052"/>
                      </a:lnTo>
                      <a:lnTo>
                        <a:pt x="35909" y="30480"/>
                      </a:lnTo>
                      <a:close/>
                      <a:moveTo>
                        <a:pt x="37624" y="94107"/>
                      </a:moveTo>
                      <a:lnTo>
                        <a:pt x="37243" y="93726"/>
                      </a:lnTo>
                      <a:lnTo>
                        <a:pt x="38195" y="93726"/>
                      </a:lnTo>
                      <a:cubicBezTo>
                        <a:pt x="38195" y="93726"/>
                        <a:pt x="37529" y="94107"/>
                        <a:pt x="37624" y="94107"/>
                      </a:cubicBezTo>
                      <a:close/>
                      <a:moveTo>
                        <a:pt x="49054" y="84392"/>
                      </a:moveTo>
                      <a:lnTo>
                        <a:pt x="49530" y="83820"/>
                      </a:lnTo>
                      <a:lnTo>
                        <a:pt x="49054" y="82582"/>
                      </a:lnTo>
                      <a:lnTo>
                        <a:pt x="49054" y="84487"/>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74" name="Google Shape;874;p99"/>
              <p:cNvGrpSpPr/>
              <p:nvPr/>
            </p:nvGrpSpPr>
            <p:grpSpPr>
              <a:xfrm>
                <a:off x="10686948" y="7270280"/>
                <a:ext cx="624744" cy="123311"/>
                <a:chOff x="5433630" y="4988375"/>
                <a:chExt cx="624744" cy="123311"/>
              </a:xfrm>
            </p:grpSpPr>
            <p:sp>
              <p:nvSpPr>
                <p:cNvPr id="875" name="Google Shape;875;p99"/>
                <p:cNvSpPr/>
                <p:nvPr/>
              </p:nvSpPr>
              <p:spPr>
                <a:xfrm>
                  <a:off x="5433630" y="4998529"/>
                  <a:ext cx="103441" cy="111823"/>
                </a:xfrm>
                <a:custGeom>
                  <a:avLst/>
                  <a:gdLst/>
                  <a:ahLst/>
                  <a:cxnLst/>
                  <a:rect l="l" t="t" r="r" b="b"/>
                  <a:pathLst>
                    <a:path w="103441" h="111823" extrusionOk="0">
                      <a:moveTo>
                        <a:pt x="1524" y="77629"/>
                      </a:moveTo>
                      <a:cubicBezTo>
                        <a:pt x="1429" y="78581"/>
                        <a:pt x="1524" y="78962"/>
                        <a:pt x="1905" y="78962"/>
                      </a:cubicBezTo>
                      <a:cubicBezTo>
                        <a:pt x="1905" y="78962"/>
                        <a:pt x="2191" y="78962"/>
                        <a:pt x="2477" y="78867"/>
                      </a:cubicBezTo>
                      <a:cubicBezTo>
                        <a:pt x="2762" y="78867"/>
                        <a:pt x="2953" y="78772"/>
                        <a:pt x="3238" y="78772"/>
                      </a:cubicBezTo>
                      <a:cubicBezTo>
                        <a:pt x="3524" y="78772"/>
                        <a:pt x="3715" y="78962"/>
                        <a:pt x="3810" y="79343"/>
                      </a:cubicBezTo>
                      <a:cubicBezTo>
                        <a:pt x="1619" y="79343"/>
                        <a:pt x="286" y="79153"/>
                        <a:pt x="0" y="78772"/>
                      </a:cubicBezTo>
                      <a:lnTo>
                        <a:pt x="1524" y="77629"/>
                      </a:lnTo>
                      <a:close/>
                      <a:moveTo>
                        <a:pt x="3715" y="91821"/>
                      </a:moveTo>
                      <a:cubicBezTo>
                        <a:pt x="3905" y="91345"/>
                        <a:pt x="4286" y="91059"/>
                        <a:pt x="4763" y="91059"/>
                      </a:cubicBezTo>
                      <a:lnTo>
                        <a:pt x="6287" y="91059"/>
                      </a:lnTo>
                      <a:cubicBezTo>
                        <a:pt x="6287" y="91059"/>
                        <a:pt x="5810" y="91821"/>
                        <a:pt x="5144" y="91821"/>
                      </a:cubicBezTo>
                      <a:lnTo>
                        <a:pt x="3620" y="91821"/>
                      </a:lnTo>
                      <a:close/>
                      <a:moveTo>
                        <a:pt x="8382" y="99155"/>
                      </a:moveTo>
                      <a:lnTo>
                        <a:pt x="8382" y="97631"/>
                      </a:lnTo>
                      <a:lnTo>
                        <a:pt x="9525" y="97631"/>
                      </a:lnTo>
                      <a:lnTo>
                        <a:pt x="8382" y="99155"/>
                      </a:lnTo>
                      <a:close/>
                      <a:moveTo>
                        <a:pt x="14383" y="90011"/>
                      </a:moveTo>
                      <a:cubicBezTo>
                        <a:pt x="14859" y="89821"/>
                        <a:pt x="15526" y="90202"/>
                        <a:pt x="16478" y="91154"/>
                      </a:cubicBezTo>
                      <a:lnTo>
                        <a:pt x="16097" y="91916"/>
                      </a:lnTo>
                      <a:lnTo>
                        <a:pt x="14383" y="90106"/>
                      </a:lnTo>
                      <a:close/>
                      <a:moveTo>
                        <a:pt x="16478" y="99155"/>
                      </a:moveTo>
                      <a:cubicBezTo>
                        <a:pt x="16478" y="99155"/>
                        <a:pt x="17050" y="98774"/>
                        <a:pt x="17431" y="98298"/>
                      </a:cubicBezTo>
                      <a:cubicBezTo>
                        <a:pt x="17717" y="97822"/>
                        <a:pt x="18002" y="97631"/>
                        <a:pt x="18288" y="97631"/>
                      </a:cubicBezTo>
                      <a:cubicBezTo>
                        <a:pt x="18288" y="98012"/>
                        <a:pt x="18097" y="98488"/>
                        <a:pt x="17621" y="99155"/>
                      </a:cubicBezTo>
                      <a:lnTo>
                        <a:pt x="16478" y="99155"/>
                      </a:lnTo>
                      <a:close/>
                      <a:moveTo>
                        <a:pt x="19145" y="86773"/>
                      </a:moveTo>
                      <a:lnTo>
                        <a:pt x="18764" y="87916"/>
                      </a:lnTo>
                      <a:lnTo>
                        <a:pt x="17240" y="87916"/>
                      </a:lnTo>
                      <a:cubicBezTo>
                        <a:pt x="17621" y="86773"/>
                        <a:pt x="18002" y="86296"/>
                        <a:pt x="18383" y="86296"/>
                      </a:cubicBezTo>
                      <a:cubicBezTo>
                        <a:pt x="18669" y="86296"/>
                        <a:pt x="18955" y="86487"/>
                        <a:pt x="19241" y="86868"/>
                      </a:cubicBezTo>
                      <a:close/>
                      <a:moveTo>
                        <a:pt x="21336" y="77153"/>
                      </a:moveTo>
                      <a:lnTo>
                        <a:pt x="21336" y="78296"/>
                      </a:lnTo>
                      <a:lnTo>
                        <a:pt x="19145" y="76486"/>
                      </a:lnTo>
                      <a:cubicBezTo>
                        <a:pt x="19717" y="76295"/>
                        <a:pt x="20479" y="76486"/>
                        <a:pt x="21336" y="77153"/>
                      </a:cubicBezTo>
                      <a:close/>
                      <a:moveTo>
                        <a:pt x="19145" y="93250"/>
                      </a:moveTo>
                      <a:cubicBezTo>
                        <a:pt x="19907" y="93250"/>
                        <a:pt x="20288" y="93726"/>
                        <a:pt x="20288" y="94774"/>
                      </a:cubicBezTo>
                      <a:lnTo>
                        <a:pt x="19145" y="94774"/>
                      </a:lnTo>
                      <a:lnTo>
                        <a:pt x="19145" y="93250"/>
                      </a:lnTo>
                      <a:close/>
                      <a:moveTo>
                        <a:pt x="21812" y="105061"/>
                      </a:moveTo>
                      <a:lnTo>
                        <a:pt x="21431" y="104489"/>
                      </a:lnTo>
                      <a:lnTo>
                        <a:pt x="23622" y="103251"/>
                      </a:lnTo>
                      <a:lnTo>
                        <a:pt x="21812" y="105061"/>
                      </a:lnTo>
                      <a:close/>
                      <a:moveTo>
                        <a:pt x="103442" y="82963"/>
                      </a:moveTo>
                      <a:lnTo>
                        <a:pt x="98584" y="83629"/>
                      </a:lnTo>
                      <a:cubicBezTo>
                        <a:pt x="98584" y="83629"/>
                        <a:pt x="98488" y="84011"/>
                        <a:pt x="98488" y="84011"/>
                      </a:cubicBezTo>
                      <a:cubicBezTo>
                        <a:pt x="98488" y="84296"/>
                        <a:pt x="98870" y="84677"/>
                        <a:pt x="99632" y="85154"/>
                      </a:cubicBezTo>
                      <a:cubicBezTo>
                        <a:pt x="100394" y="85630"/>
                        <a:pt x="100775" y="86106"/>
                        <a:pt x="100775" y="86678"/>
                      </a:cubicBezTo>
                      <a:lnTo>
                        <a:pt x="101918" y="86678"/>
                      </a:lnTo>
                      <a:cubicBezTo>
                        <a:pt x="101346" y="89535"/>
                        <a:pt x="100870" y="92393"/>
                        <a:pt x="100394" y="95250"/>
                      </a:cubicBezTo>
                      <a:cubicBezTo>
                        <a:pt x="99632" y="98298"/>
                        <a:pt x="97822" y="100298"/>
                        <a:pt x="94964" y="101251"/>
                      </a:cubicBezTo>
                      <a:cubicBezTo>
                        <a:pt x="94488" y="99536"/>
                        <a:pt x="93345" y="99060"/>
                        <a:pt x="91630" y="99727"/>
                      </a:cubicBezTo>
                      <a:lnTo>
                        <a:pt x="91154" y="100108"/>
                      </a:lnTo>
                      <a:lnTo>
                        <a:pt x="93154" y="102298"/>
                      </a:lnTo>
                      <a:cubicBezTo>
                        <a:pt x="92297" y="102108"/>
                        <a:pt x="91440" y="101537"/>
                        <a:pt x="90392" y="100679"/>
                      </a:cubicBezTo>
                      <a:cubicBezTo>
                        <a:pt x="89345" y="99822"/>
                        <a:pt x="88583" y="99346"/>
                        <a:pt x="88011" y="99346"/>
                      </a:cubicBezTo>
                      <a:cubicBezTo>
                        <a:pt x="87344" y="99346"/>
                        <a:pt x="86582" y="99727"/>
                        <a:pt x="85820" y="100489"/>
                      </a:cubicBezTo>
                      <a:lnTo>
                        <a:pt x="87725" y="100489"/>
                      </a:lnTo>
                      <a:lnTo>
                        <a:pt x="87249" y="101155"/>
                      </a:lnTo>
                      <a:cubicBezTo>
                        <a:pt x="88392" y="101537"/>
                        <a:pt x="89821" y="102394"/>
                        <a:pt x="91535" y="103727"/>
                      </a:cubicBezTo>
                      <a:lnTo>
                        <a:pt x="87630" y="105442"/>
                      </a:lnTo>
                      <a:lnTo>
                        <a:pt x="88297" y="105918"/>
                      </a:lnTo>
                      <a:cubicBezTo>
                        <a:pt x="88297" y="105918"/>
                        <a:pt x="86582" y="106680"/>
                        <a:pt x="83820" y="107823"/>
                      </a:cubicBezTo>
                      <a:cubicBezTo>
                        <a:pt x="82391" y="108395"/>
                        <a:pt x="80963" y="108680"/>
                        <a:pt x="79629" y="108680"/>
                      </a:cubicBezTo>
                      <a:cubicBezTo>
                        <a:pt x="78962" y="108680"/>
                        <a:pt x="78296" y="108680"/>
                        <a:pt x="77534" y="108585"/>
                      </a:cubicBezTo>
                      <a:cubicBezTo>
                        <a:pt x="77057" y="109823"/>
                        <a:pt x="76962" y="110680"/>
                        <a:pt x="77153" y="111157"/>
                      </a:cubicBezTo>
                      <a:lnTo>
                        <a:pt x="56102" y="111823"/>
                      </a:lnTo>
                      <a:cubicBezTo>
                        <a:pt x="54388" y="110299"/>
                        <a:pt x="51721" y="108966"/>
                        <a:pt x="48101" y="107823"/>
                      </a:cubicBezTo>
                      <a:cubicBezTo>
                        <a:pt x="44101" y="106680"/>
                        <a:pt x="41624" y="105632"/>
                        <a:pt x="40481" y="104965"/>
                      </a:cubicBezTo>
                      <a:cubicBezTo>
                        <a:pt x="40005" y="104299"/>
                        <a:pt x="39243" y="103918"/>
                        <a:pt x="38100" y="103632"/>
                      </a:cubicBezTo>
                      <a:cubicBezTo>
                        <a:pt x="36957" y="103346"/>
                        <a:pt x="35814" y="103061"/>
                        <a:pt x="34671" y="102870"/>
                      </a:cubicBezTo>
                      <a:lnTo>
                        <a:pt x="36195" y="101346"/>
                      </a:lnTo>
                      <a:lnTo>
                        <a:pt x="34100" y="99155"/>
                      </a:lnTo>
                      <a:lnTo>
                        <a:pt x="33528" y="100679"/>
                      </a:lnTo>
                      <a:cubicBezTo>
                        <a:pt x="31718" y="100203"/>
                        <a:pt x="30671" y="98679"/>
                        <a:pt x="30480" y="96107"/>
                      </a:cubicBezTo>
                      <a:cubicBezTo>
                        <a:pt x="30480" y="93821"/>
                        <a:pt x="29051" y="92678"/>
                        <a:pt x="26575" y="92678"/>
                      </a:cubicBezTo>
                      <a:lnTo>
                        <a:pt x="24765" y="92678"/>
                      </a:lnTo>
                      <a:cubicBezTo>
                        <a:pt x="26384" y="92678"/>
                        <a:pt x="27146" y="91726"/>
                        <a:pt x="27146" y="90011"/>
                      </a:cubicBezTo>
                      <a:cubicBezTo>
                        <a:pt x="27146" y="89440"/>
                        <a:pt x="27051" y="88963"/>
                        <a:pt x="26765" y="88487"/>
                      </a:cubicBezTo>
                      <a:cubicBezTo>
                        <a:pt x="26479" y="88011"/>
                        <a:pt x="25527" y="87439"/>
                        <a:pt x="23813" y="86868"/>
                      </a:cubicBezTo>
                      <a:lnTo>
                        <a:pt x="23336" y="87249"/>
                      </a:lnTo>
                      <a:cubicBezTo>
                        <a:pt x="23336" y="87249"/>
                        <a:pt x="23146" y="87535"/>
                        <a:pt x="22955" y="87535"/>
                      </a:cubicBezTo>
                      <a:cubicBezTo>
                        <a:pt x="22670" y="87535"/>
                        <a:pt x="22479" y="87154"/>
                        <a:pt x="22288" y="86392"/>
                      </a:cubicBezTo>
                      <a:cubicBezTo>
                        <a:pt x="22098" y="85725"/>
                        <a:pt x="22098" y="85154"/>
                        <a:pt x="22288" y="84582"/>
                      </a:cubicBezTo>
                      <a:cubicBezTo>
                        <a:pt x="23241" y="84392"/>
                        <a:pt x="24575" y="83439"/>
                        <a:pt x="26479" y="81629"/>
                      </a:cubicBezTo>
                      <a:cubicBezTo>
                        <a:pt x="28194" y="80201"/>
                        <a:pt x="29528" y="79438"/>
                        <a:pt x="30671" y="79438"/>
                      </a:cubicBezTo>
                      <a:cubicBezTo>
                        <a:pt x="31242" y="79438"/>
                        <a:pt x="31813" y="79629"/>
                        <a:pt x="32480" y="79820"/>
                      </a:cubicBezTo>
                      <a:cubicBezTo>
                        <a:pt x="32099" y="79153"/>
                        <a:pt x="32099" y="78581"/>
                        <a:pt x="32480" y="78105"/>
                      </a:cubicBezTo>
                      <a:cubicBezTo>
                        <a:pt x="32861" y="77629"/>
                        <a:pt x="32480" y="76962"/>
                        <a:pt x="31623" y="76010"/>
                      </a:cubicBezTo>
                      <a:lnTo>
                        <a:pt x="36290" y="73819"/>
                      </a:lnTo>
                      <a:lnTo>
                        <a:pt x="35243" y="72295"/>
                      </a:lnTo>
                      <a:cubicBezTo>
                        <a:pt x="36004" y="72295"/>
                        <a:pt x="37147" y="71914"/>
                        <a:pt x="38862" y="70961"/>
                      </a:cubicBezTo>
                      <a:cubicBezTo>
                        <a:pt x="40481" y="70104"/>
                        <a:pt x="41624" y="69628"/>
                        <a:pt x="42196" y="69628"/>
                      </a:cubicBezTo>
                      <a:cubicBezTo>
                        <a:pt x="43148" y="69628"/>
                        <a:pt x="43720" y="70295"/>
                        <a:pt x="44005" y="71723"/>
                      </a:cubicBezTo>
                      <a:cubicBezTo>
                        <a:pt x="43720" y="74771"/>
                        <a:pt x="44863" y="77819"/>
                        <a:pt x="47339" y="80867"/>
                      </a:cubicBezTo>
                      <a:cubicBezTo>
                        <a:pt x="48482" y="82296"/>
                        <a:pt x="50959" y="84677"/>
                        <a:pt x="54674" y="87821"/>
                      </a:cubicBezTo>
                      <a:cubicBezTo>
                        <a:pt x="55245" y="89154"/>
                        <a:pt x="56102" y="89726"/>
                        <a:pt x="57436" y="89726"/>
                      </a:cubicBezTo>
                      <a:cubicBezTo>
                        <a:pt x="57817" y="89726"/>
                        <a:pt x="58388" y="89726"/>
                        <a:pt x="59150" y="89535"/>
                      </a:cubicBezTo>
                      <a:cubicBezTo>
                        <a:pt x="59912" y="89345"/>
                        <a:pt x="60484" y="89345"/>
                        <a:pt x="60865" y="89345"/>
                      </a:cubicBezTo>
                      <a:cubicBezTo>
                        <a:pt x="61722" y="89345"/>
                        <a:pt x="62484" y="89535"/>
                        <a:pt x="63246" y="89916"/>
                      </a:cubicBezTo>
                      <a:cubicBezTo>
                        <a:pt x="63913" y="90297"/>
                        <a:pt x="64770" y="90488"/>
                        <a:pt x="65722" y="90488"/>
                      </a:cubicBezTo>
                      <a:cubicBezTo>
                        <a:pt x="67342" y="90488"/>
                        <a:pt x="69342" y="89726"/>
                        <a:pt x="71533" y="88106"/>
                      </a:cubicBezTo>
                      <a:cubicBezTo>
                        <a:pt x="74867" y="85915"/>
                        <a:pt x="76771" y="84677"/>
                        <a:pt x="77248" y="84487"/>
                      </a:cubicBezTo>
                      <a:cubicBezTo>
                        <a:pt x="77724" y="83725"/>
                        <a:pt x="77915" y="83058"/>
                        <a:pt x="77915" y="82296"/>
                      </a:cubicBezTo>
                      <a:cubicBezTo>
                        <a:pt x="77915" y="81153"/>
                        <a:pt x="77343" y="79724"/>
                        <a:pt x="76010" y="77914"/>
                      </a:cubicBezTo>
                      <a:cubicBezTo>
                        <a:pt x="74771" y="76105"/>
                        <a:pt x="74009" y="74771"/>
                        <a:pt x="73819" y="73819"/>
                      </a:cubicBezTo>
                      <a:cubicBezTo>
                        <a:pt x="71533" y="73438"/>
                        <a:pt x="70199" y="72580"/>
                        <a:pt x="69913" y="71152"/>
                      </a:cubicBezTo>
                      <a:lnTo>
                        <a:pt x="70580" y="70580"/>
                      </a:lnTo>
                      <a:cubicBezTo>
                        <a:pt x="67628" y="69152"/>
                        <a:pt x="63532" y="67056"/>
                        <a:pt x="58198" y="64198"/>
                      </a:cubicBezTo>
                      <a:cubicBezTo>
                        <a:pt x="57626" y="64675"/>
                        <a:pt x="57055" y="64865"/>
                        <a:pt x="56579" y="64865"/>
                      </a:cubicBezTo>
                      <a:cubicBezTo>
                        <a:pt x="55817" y="64865"/>
                        <a:pt x="54959" y="64389"/>
                        <a:pt x="53816" y="63341"/>
                      </a:cubicBezTo>
                      <a:cubicBezTo>
                        <a:pt x="52673" y="62294"/>
                        <a:pt x="51816" y="61817"/>
                        <a:pt x="51149" y="61817"/>
                      </a:cubicBezTo>
                      <a:cubicBezTo>
                        <a:pt x="50863" y="61817"/>
                        <a:pt x="50578" y="61817"/>
                        <a:pt x="50292" y="62103"/>
                      </a:cubicBezTo>
                      <a:cubicBezTo>
                        <a:pt x="48006" y="61436"/>
                        <a:pt x="45720" y="59531"/>
                        <a:pt x="43339" y="56388"/>
                      </a:cubicBezTo>
                      <a:cubicBezTo>
                        <a:pt x="40767" y="52864"/>
                        <a:pt x="38576" y="50578"/>
                        <a:pt x="36767" y="49625"/>
                      </a:cubicBezTo>
                      <a:cubicBezTo>
                        <a:pt x="36957" y="48578"/>
                        <a:pt x="36481" y="47339"/>
                        <a:pt x="35433" y="45815"/>
                      </a:cubicBezTo>
                      <a:cubicBezTo>
                        <a:pt x="34290" y="44291"/>
                        <a:pt x="33909" y="43148"/>
                        <a:pt x="34004" y="42291"/>
                      </a:cubicBezTo>
                      <a:cubicBezTo>
                        <a:pt x="33338" y="41053"/>
                        <a:pt x="32957" y="38767"/>
                        <a:pt x="32766" y="35338"/>
                      </a:cubicBezTo>
                      <a:cubicBezTo>
                        <a:pt x="32576" y="32290"/>
                        <a:pt x="32385" y="29242"/>
                        <a:pt x="32290" y="26194"/>
                      </a:cubicBezTo>
                      <a:cubicBezTo>
                        <a:pt x="33052" y="25908"/>
                        <a:pt x="33433" y="25527"/>
                        <a:pt x="33433" y="25051"/>
                      </a:cubicBezTo>
                      <a:cubicBezTo>
                        <a:pt x="33433" y="24765"/>
                        <a:pt x="33242" y="24384"/>
                        <a:pt x="32861" y="23717"/>
                      </a:cubicBezTo>
                      <a:cubicBezTo>
                        <a:pt x="32480" y="23146"/>
                        <a:pt x="32290" y="22670"/>
                        <a:pt x="32290" y="22384"/>
                      </a:cubicBezTo>
                      <a:cubicBezTo>
                        <a:pt x="32766" y="21146"/>
                        <a:pt x="34385" y="19336"/>
                        <a:pt x="37052" y="17145"/>
                      </a:cubicBezTo>
                      <a:cubicBezTo>
                        <a:pt x="39243" y="15240"/>
                        <a:pt x="40386" y="13335"/>
                        <a:pt x="40386" y="11621"/>
                      </a:cubicBezTo>
                      <a:cubicBezTo>
                        <a:pt x="40767" y="11621"/>
                        <a:pt x="41338" y="11144"/>
                        <a:pt x="42196" y="10478"/>
                      </a:cubicBezTo>
                      <a:cubicBezTo>
                        <a:pt x="43053" y="9811"/>
                        <a:pt x="43720" y="9525"/>
                        <a:pt x="44101" y="9525"/>
                      </a:cubicBezTo>
                      <a:cubicBezTo>
                        <a:pt x="44387" y="9525"/>
                        <a:pt x="44577" y="9715"/>
                        <a:pt x="44768" y="10096"/>
                      </a:cubicBezTo>
                      <a:cubicBezTo>
                        <a:pt x="46577" y="7429"/>
                        <a:pt x="49340" y="5334"/>
                        <a:pt x="53245" y="3905"/>
                      </a:cubicBezTo>
                      <a:cubicBezTo>
                        <a:pt x="56674" y="2762"/>
                        <a:pt x="60103" y="1714"/>
                        <a:pt x="63532" y="571"/>
                      </a:cubicBezTo>
                      <a:cubicBezTo>
                        <a:pt x="64579" y="190"/>
                        <a:pt x="65532" y="0"/>
                        <a:pt x="66580" y="0"/>
                      </a:cubicBezTo>
                      <a:cubicBezTo>
                        <a:pt x="68104" y="0"/>
                        <a:pt x="70104" y="571"/>
                        <a:pt x="72580" y="1714"/>
                      </a:cubicBezTo>
                      <a:cubicBezTo>
                        <a:pt x="75057" y="2857"/>
                        <a:pt x="77057" y="3429"/>
                        <a:pt x="78581" y="3429"/>
                      </a:cubicBezTo>
                      <a:cubicBezTo>
                        <a:pt x="79248" y="3429"/>
                        <a:pt x="79820" y="3429"/>
                        <a:pt x="80486" y="3143"/>
                      </a:cubicBezTo>
                      <a:cubicBezTo>
                        <a:pt x="81153" y="4381"/>
                        <a:pt x="82296" y="5334"/>
                        <a:pt x="83915" y="5810"/>
                      </a:cubicBezTo>
                      <a:cubicBezTo>
                        <a:pt x="86106" y="6477"/>
                        <a:pt x="87440" y="7048"/>
                        <a:pt x="88106" y="7525"/>
                      </a:cubicBezTo>
                      <a:cubicBezTo>
                        <a:pt x="91250" y="7811"/>
                        <a:pt x="94107" y="11906"/>
                        <a:pt x="96584" y="19717"/>
                      </a:cubicBezTo>
                      <a:cubicBezTo>
                        <a:pt x="96488" y="20860"/>
                        <a:pt x="95631" y="22384"/>
                        <a:pt x="94107" y="24194"/>
                      </a:cubicBezTo>
                      <a:cubicBezTo>
                        <a:pt x="92583" y="26098"/>
                        <a:pt x="91916" y="27622"/>
                        <a:pt x="92012" y="28956"/>
                      </a:cubicBezTo>
                      <a:cubicBezTo>
                        <a:pt x="90964" y="28765"/>
                        <a:pt x="90392" y="29146"/>
                        <a:pt x="90392" y="30004"/>
                      </a:cubicBezTo>
                      <a:cubicBezTo>
                        <a:pt x="90297" y="31242"/>
                        <a:pt x="90011" y="31909"/>
                        <a:pt x="89726" y="32099"/>
                      </a:cubicBezTo>
                      <a:cubicBezTo>
                        <a:pt x="87154" y="33338"/>
                        <a:pt x="85344" y="33909"/>
                        <a:pt x="84296" y="33909"/>
                      </a:cubicBezTo>
                      <a:cubicBezTo>
                        <a:pt x="82868" y="33909"/>
                        <a:pt x="81439" y="32956"/>
                        <a:pt x="80105" y="31147"/>
                      </a:cubicBezTo>
                      <a:cubicBezTo>
                        <a:pt x="80105" y="29623"/>
                        <a:pt x="79153" y="28575"/>
                        <a:pt x="77343" y="27813"/>
                      </a:cubicBezTo>
                      <a:cubicBezTo>
                        <a:pt x="75343" y="27051"/>
                        <a:pt x="74104" y="26194"/>
                        <a:pt x="73724" y="25146"/>
                      </a:cubicBezTo>
                      <a:cubicBezTo>
                        <a:pt x="73247" y="25051"/>
                        <a:pt x="71723" y="24574"/>
                        <a:pt x="69437" y="23622"/>
                      </a:cubicBezTo>
                      <a:cubicBezTo>
                        <a:pt x="67628" y="22955"/>
                        <a:pt x="66104" y="22479"/>
                        <a:pt x="65056" y="22479"/>
                      </a:cubicBezTo>
                      <a:cubicBezTo>
                        <a:pt x="63437" y="22479"/>
                        <a:pt x="62103" y="23241"/>
                        <a:pt x="61055" y="24765"/>
                      </a:cubicBezTo>
                      <a:cubicBezTo>
                        <a:pt x="60674" y="24670"/>
                        <a:pt x="60388" y="24574"/>
                        <a:pt x="60103" y="24574"/>
                      </a:cubicBezTo>
                      <a:cubicBezTo>
                        <a:pt x="59341" y="24574"/>
                        <a:pt x="58198" y="25241"/>
                        <a:pt x="56579" y="26670"/>
                      </a:cubicBezTo>
                      <a:cubicBezTo>
                        <a:pt x="57055" y="27527"/>
                        <a:pt x="57245" y="28194"/>
                        <a:pt x="57245" y="28861"/>
                      </a:cubicBezTo>
                      <a:cubicBezTo>
                        <a:pt x="57245" y="29718"/>
                        <a:pt x="56579" y="30480"/>
                        <a:pt x="55340" y="31147"/>
                      </a:cubicBezTo>
                      <a:cubicBezTo>
                        <a:pt x="54102" y="31813"/>
                        <a:pt x="53435" y="32480"/>
                        <a:pt x="53435" y="33147"/>
                      </a:cubicBezTo>
                      <a:cubicBezTo>
                        <a:pt x="53435" y="33623"/>
                        <a:pt x="53721" y="34385"/>
                        <a:pt x="54388" y="35338"/>
                      </a:cubicBezTo>
                      <a:cubicBezTo>
                        <a:pt x="58293" y="40957"/>
                        <a:pt x="64199" y="45244"/>
                        <a:pt x="72009" y="48101"/>
                      </a:cubicBezTo>
                      <a:cubicBezTo>
                        <a:pt x="73057" y="48387"/>
                        <a:pt x="74486" y="49244"/>
                        <a:pt x="76391" y="50768"/>
                      </a:cubicBezTo>
                      <a:cubicBezTo>
                        <a:pt x="78296" y="52292"/>
                        <a:pt x="79915" y="53149"/>
                        <a:pt x="81153" y="53245"/>
                      </a:cubicBezTo>
                      <a:cubicBezTo>
                        <a:pt x="82391" y="53340"/>
                        <a:pt x="84201" y="54388"/>
                        <a:pt x="86582" y="56388"/>
                      </a:cubicBezTo>
                      <a:cubicBezTo>
                        <a:pt x="88678" y="58293"/>
                        <a:pt x="90583" y="59055"/>
                        <a:pt x="92393" y="58769"/>
                      </a:cubicBezTo>
                      <a:cubicBezTo>
                        <a:pt x="92393" y="59722"/>
                        <a:pt x="92488" y="60198"/>
                        <a:pt x="92774" y="60293"/>
                      </a:cubicBezTo>
                      <a:cubicBezTo>
                        <a:pt x="93631" y="60293"/>
                        <a:pt x="94202" y="60865"/>
                        <a:pt x="94679" y="62103"/>
                      </a:cubicBezTo>
                      <a:cubicBezTo>
                        <a:pt x="95060" y="63341"/>
                        <a:pt x="95726" y="63818"/>
                        <a:pt x="96584" y="63532"/>
                      </a:cubicBezTo>
                      <a:cubicBezTo>
                        <a:pt x="96774" y="64198"/>
                        <a:pt x="98012" y="66104"/>
                        <a:pt x="100203" y="69247"/>
                      </a:cubicBezTo>
                      <a:cubicBezTo>
                        <a:pt x="101822" y="71819"/>
                        <a:pt x="102679" y="74200"/>
                        <a:pt x="102679" y="76295"/>
                      </a:cubicBezTo>
                      <a:cubicBezTo>
                        <a:pt x="103156" y="76867"/>
                        <a:pt x="103346" y="77438"/>
                        <a:pt x="103346" y="78010"/>
                      </a:cubicBezTo>
                      <a:cubicBezTo>
                        <a:pt x="103346" y="78486"/>
                        <a:pt x="103156" y="79057"/>
                        <a:pt x="102679" y="79724"/>
                      </a:cubicBezTo>
                      <a:cubicBezTo>
                        <a:pt x="102203" y="80391"/>
                        <a:pt x="102013" y="80867"/>
                        <a:pt x="102013" y="81153"/>
                      </a:cubicBezTo>
                      <a:cubicBezTo>
                        <a:pt x="102013" y="81724"/>
                        <a:pt x="102394" y="82296"/>
                        <a:pt x="103156" y="82868"/>
                      </a:cubicBezTo>
                      <a:close/>
                      <a:moveTo>
                        <a:pt x="23622" y="86296"/>
                      </a:moveTo>
                      <a:lnTo>
                        <a:pt x="26861" y="85154"/>
                      </a:lnTo>
                      <a:lnTo>
                        <a:pt x="25337" y="85154"/>
                      </a:lnTo>
                      <a:lnTo>
                        <a:pt x="23717" y="86296"/>
                      </a:lnTo>
                      <a:close/>
                      <a:moveTo>
                        <a:pt x="24575" y="99727"/>
                      </a:moveTo>
                      <a:lnTo>
                        <a:pt x="25241" y="99727"/>
                      </a:lnTo>
                      <a:lnTo>
                        <a:pt x="26384" y="100584"/>
                      </a:lnTo>
                      <a:lnTo>
                        <a:pt x="24575" y="99727"/>
                      </a:lnTo>
                      <a:close/>
                      <a:moveTo>
                        <a:pt x="29051" y="107061"/>
                      </a:moveTo>
                      <a:cubicBezTo>
                        <a:pt x="28861" y="106013"/>
                        <a:pt x="29146" y="105061"/>
                        <a:pt x="30004" y="104299"/>
                      </a:cubicBezTo>
                      <a:lnTo>
                        <a:pt x="29813" y="104489"/>
                      </a:lnTo>
                      <a:cubicBezTo>
                        <a:pt x="29813" y="104489"/>
                        <a:pt x="30004" y="105156"/>
                        <a:pt x="30480" y="105537"/>
                      </a:cubicBezTo>
                      <a:cubicBezTo>
                        <a:pt x="30956" y="105918"/>
                        <a:pt x="31147" y="106204"/>
                        <a:pt x="31147" y="106394"/>
                      </a:cubicBezTo>
                      <a:cubicBezTo>
                        <a:pt x="31147" y="106680"/>
                        <a:pt x="30956" y="106871"/>
                        <a:pt x="30575" y="107061"/>
                      </a:cubicBezTo>
                      <a:lnTo>
                        <a:pt x="29051" y="107061"/>
                      </a:lnTo>
                      <a:close/>
                      <a:moveTo>
                        <a:pt x="30290" y="103822"/>
                      </a:moveTo>
                      <a:cubicBezTo>
                        <a:pt x="30290" y="103822"/>
                        <a:pt x="30004" y="104204"/>
                        <a:pt x="30004" y="104204"/>
                      </a:cubicBezTo>
                      <a:cubicBezTo>
                        <a:pt x="30004" y="104204"/>
                        <a:pt x="30099" y="104013"/>
                        <a:pt x="30290" y="103822"/>
                      </a:cubicBezTo>
                      <a:close/>
                      <a:moveTo>
                        <a:pt x="30575" y="101251"/>
                      </a:moveTo>
                      <a:cubicBezTo>
                        <a:pt x="30575" y="101251"/>
                        <a:pt x="31337" y="101537"/>
                        <a:pt x="31813" y="101918"/>
                      </a:cubicBezTo>
                      <a:cubicBezTo>
                        <a:pt x="32290" y="102394"/>
                        <a:pt x="32576" y="102679"/>
                        <a:pt x="32576" y="102775"/>
                      </a:cubicBezTo>
                      <a:cubicBezTo>
                        <a:pt x="32004" y="102775"/>
                        <a:pt x="31242" y="103251"/>
                        <a:pt x="30194" y="103822"/>
                      </a:cubicBezTo>
                      <a:cubicBezTo>
                        <a:pt x="30956" y="102965"/>
                        <a:pt x="31052" y="102013"/>
                        <a:pt x="30480" y="101251"/>
                      </a:cubicBezTo>
                      <a:close/>
                      <a:moveTo>
                        <a:pt x="33719" y="89440"/>
                      </a:moveTo>
                      <a:lnTo>
                        <a:pt x="33719" y="88297"/>
                      </a:lnTo>
                      <a:lnTo>
                        <a:pt x="30575" y="86678"/>
                      </a:lnTo>
                      <a:lnTo>
                        <a:pt x="33719" y="89440"/>
                      </a:lnTo>
                      <a:close/>
                      <a:moveTo>
                        <a:pt x="36290" y="93726"/>
                      </a:moveTo>
                      <a:cubicBezTo>
                        <a:pt x="36290" y="93726"/>
                        <a:pt x="36671" y="93726"/>
                        <a:pt x="37719" y="94012"/>
                      </a:cubicBezTo>
                      <a:cubicBezTo>
                        <a:pt x="38291" y="94107"/>
                        <a:pt x="38671" y="93821"/>
                        <a:pt x="38957" y="93154"/>
                      </a:cubicBezTo>
                      <a:cubicBezTo>
                        <a:pt x="37814" y="92773"/>
                        <a:pt x="36957" y="92964"/>
                        <a:pt x="36290" y="93726"/>
                      </a:cubicBezTo>
                      <a:cubicBezTo>
                        <a:pt x="36004" y="93726"/>
                        <a:pt x="35909" y="93821"/>
                        <a:pt x="35909" y="94107"/>
                      </a:cubicBezTo>
                      <a:lnTo>
                        <a:pt x="34766" y="95250"/>
                      </a:lnTo>
                      <a:lnTo>
                        <a:pt x="35909" y="95250"/>
                      </a:lnTo>
                      <a:cubicBezTo>
                        <a:pt x="35909" y="95250"/>
                        <a:pt x="35814" y="94393"/>
                        <a:pt x="35909" y="94107"/>
                      </a:cubicBezTo>
                      <a:lnTo>
                        <a:pt x="36290" y="93726"/>
                      </a:lnTo>
                      <a:close/>
                      <a:moveTo>
                        <a:pt x="36957" y="41148"/>
                      </a:moveTo>
                      <a:cubicBezTo>
                        <a:pt x="36957" y="41148"/>
                        <a:pt x="37529" y="40291"/>
                        <a:pt x="37433" y="39910"/>
                      </a:cubicBezTo>
                      <a:lnTo>
                        <a:pt x="37814" y="38957"/>
                      </a:lnTo>
                      <a:cubicBezTo>
                        <a:pt x="37814" y="38957"/>
                        <a:pt x="36957" y="38100"/>
                        <a:pt x="36386" y="37814"/>
                      </a:cubicBezTo>
                      <a:cubicBezTo>
                        <a:pt x="35814" y="37529"/>
                        <a:pt x="35433" y="37433"/>
                        <a:pt x="35243" y="37433"/>
                      </a:cubicBezTo>
                      <a:cubicBezTo>
                        <a:pt x="36671" y="38195"/>
                        <a:pt x="37433" y="39053"/>
                        <a:pt x="37433" y="39910"/>
                      </a:cubicBezTo>
                      <a:lnTo>
                        <a:pt x="36957" y="41148"/>
                      </a:lnTo>
                      <a:close/>
                      <a:moveTo>
                        <a:pt x="46577" y="33147"/>
                      </a:moveTo>
                      <a:lnTo>
                        <a:pt x="46577" y="32671"/>
                      </a:lnTo>
                      <a:cubicBezTo>
                        <a:pt x="46196" y="30289"/>
                        <a:pt x="44577" y="29051"/>
                        <a:pt x="41529" y="29051"/>
                      </a:cubicBezTo>
                      <a:cubicBezTo>
                        <a:pt x="39243" y="29051"/>
                        <a:pt x="37338" y="29718"/>
                        <a:pt x="35814" y="30956"/>
                      </a:cubicBezTo>
                      <a:cubicBezTo>
                        <a:pt x="36290" y="31147"/>
                        <a:pt x="36767" y="32004"/>
                        <a:pt x="37243" y="33623"/>
                      </a:cubicBezTo>
                      <a:cubicBezTo>
                        <a:pt x="37719" y="35243"/>
                        <a:pt x="38671" y="35909"/>
                        <a:pt x="39910" y="35623"/>
                      </a:cubicBezTo>
                      <a:lnTo>
                        <a:pt x="39910" y="35243"/>
                      </a:lnTo>
                      <a:cubicBezTo>
                        <a:pt x="39910" y="35243"/>
                        <a:pt x="40481" y="33909"/>
                        <a:pt x="40862" y="32195"/>
                      </a:cubicBezTo>
                      <a:cubicBezTo>
                        <a:pt x="41148" y="30766"/>
                        <a:pt x="41720" y="30004"/>
                        <a:pt x="42577" y="30004"/>
                      </a:cubicBezTo>
                      <a:cubicBezTo>
                        <a:pt x="42958" y="30004"/>
                        <a:pt x="43339" y="30194"/>
                        <a:pt x="43815" y="30385"/>
                      </a:cubicBezTo>
                      <a:lnTo>
                        <a:pt x="43815" y="31528"/>
                      </a:lnTo>
                      <a:cubicBezTo>
                        <a:pt x="43815" y="31528"/>
                        <a:pt x="44196" y="31337"/>
                        <a:pt x="44482" y="31337"/>
                      </a:cubicBezTo>
                      <a:cubicBezTo>
                        <a:pt x="44672" y="31337"/>
                        <a:pt x="45339" y="31909"/>
                        <a:pt x="46482" y="33052"/>
                      </a:cubicBezTo>
                      <a:close/>
                      <a:moveTo>
                        <a:pt x="37814" y="77534"/>
                      </a:moveTo>
                      <a:cubicBezTo>
                        <a:pt x="36957" y="77534"/>
                        <a:pt x="36481" y="77343"/>
                        <a:pt x="36290" y="77153"/>
                      </a:cubicBezTo>
                      <a:lnTo>
                        <a:pt x="37433" y="78677"/>
                      </a:lnTo>
                      <a:cubicBezTo>
                        <a:pt x="37433" y="78677"/>
                        <a:pt x="38005" y="78010"/>
                        <a:pt x="37814" y="77534"/>
                      </a:cubicBezTo>
                      <a:close/>
                      <a:moveTo>
                        <a:pt x="38957" y="34671"/>
                      </a:moveTo>
                      <a:lnTo>
                        <a:pt x="38576" y="34290"/>
                      </a:lnTo>
                      <a:lnTo>
                        <a:pt x="39719" y="34290"/>
                      </a:lnTo>
                      <a:cubicBezTo>
                        <a:pt x="39719" y="34290"/>
                        <a:pt x="39338" y="34480"/>
                        <a:pt x="39053" y="34671"/>
                      </a:cubicBezTo>
                      <a:close/>
                      <a:moveTo>
                        <a:pt x="39624" y="34290"/>
                      </a:moveTo>
                      <a:cubicBezTo>
                        <a:pt x="39624" y="34290"/>
                        <a:pt x="39910" y="34099"/>
                        <a:pt x="40005" y="34290"/>
                      </a:cubicBezTo>
                      <a:lnTo>
                        <a:pt x="39624" y="34290"/>
                      </a:lnTo>
                      <a:close/>
                      <a:moveTo>
                        <a:pt x="40577" y="102394"/>
                      </a:moveTo>
                      <a:lnTo>
                        <a:pt x="41720" y="101251"/>
                      </a:lnTo>
                      <a:cubicBezTo>
                        <a:pt x="41243" y="100774"/>
                        <a:pt x="40862" y="100584"/>
                        <a:pt x="40577" y="100584"/>
                      </a:cubicBezTo>
                      <a:lnTo>
                        <a:pt x="40577" y="102394"/>
                      </a:lnTo>
                      <a:close/>
                      <a:moveTo>
                        <a:pt x="42196" y="36195"/>
                      </a:moveTo>
                      <a:cubicBezTo>
                        <a:pt x="42386" y="35623"/>
                        <a:pt x="42196" y="34957"/>
                        <a:pt x="41624" y="34290"/>
                      </a:cubicBezTo>
                      <a:lnTo>
                        <a:pt x="41624" y="36957"/>
                      </a:lnTo>
                      <a:lnTo>
                        <a:pt x="42196" y="36290"/>
                      </a:lnTo>
                      <a:close/>
                      <a:moveTo>
                        <a:pt x="44291" y="111252"/>
                      </a:moveTo>
                      <a:lnTo>
                        <a:pt x="43910" y="110871"/>
                      </a:lnTo>
                      <a:lnTo>
                        <a:pt x="45053" y="110871"/>
                      </a:lnTo>
                      <a:cubicBezTo>
                        <a:pt x="44482" y="111157"/>
                        <a:pt x="44291" y="111252"/>
                        <a:pt x="44387" y="111252"/>
                      </a:cubicBezTo>
                      <a:close/>
                      <a:moveTo>
                        <a:pt x="57721" y="99727"/>
                      </a:moveTo>
                      <a:lnTo>
                        <a:pt x="58293" y="98965"/>
                      </a:lnTo>
                      <a:lnTo>
                        <a:pt x="57721" y="97441"/>
                      </a:lnTo>
                      <a:lnTo>
                        <a:pt x="57721" y="9963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 name="Google Shape;876;p99"/>
                <p:cNvSpPr/>
                <p:nvPr/>
              </p:nvSpPr>
              <p:spPr>
                <a:xfrm>
                  <a:off x="5541072" y="4999005"/>
                  <a:ext cx="82010" cy="111918"/>
                </a:xfrm>
                <a:custGeom>
                  <a:avLst/>
                  <a:gdLst/>
                  <a:ahLst/>
                  <a:cxnLst/>
                  <a:rect l="l" t="t" r="r" b="b"/>
                  <a:pathLst>
                    <a:path w="82010" h="111918" extrusionOk="0">
                      <a:moveTo>
                        <a:pt x="79534" y="381"/>
                      </a:moveTo>
                      <a:cubicBezTo>
                        <a:pt x="79534" y="1334"/>
                        <a:pt x="79820" y="2286"/>
                        <a:pt x="80677" y="3143"/>
                      </a:cubicBezTo>
                      <a:cubicBezTo>
                        <a:pt x="81534" y="4096"/>
                        <a:pt x="82010" y="4763"/>
                        <a:pt x="82010" y="5144"/>
                      </a:cubicBezTo>
                      <a:cubicBezTo>
                        <a:pt x="82010" y="5715"/>
                        <a:pt x="81344" y="6382"/>
                        <a:pt x="79915" y="7334"/>
                      </a:cubicBezTo>
                      <a:cubicBezTo>
                        <a:pt x="80105" y="7716"/>
                        <a:pt x="80201" y="8096"/>
                        <a:pt x="80201" y="8573"/>
                      </a:cubicBezTo>
                      <a:cubicBezTo>
                        <a:pt x="80201" y="9811"/>
                        <a:pt x="79058" y="11430"/>
                        <a:pt x="76867" y="13716"/>
                      </a:cubicBezTo>
                      <a:lnTo>
                        <a:pt x="78010" y="14859"/>
                      </a:lnTo>
                      <a:cubicBezTo>
                        <a:pt x="74676" y="18669"/>
                        <a:pt x="72962" y="21622"/>
                        <a:pt x="72962" y="23908"/>
                      </a:cubicBezTo>
                      <a:cubicBezTo>
                        <a:pt x="72104" y="25241"/>
                        <a:pt x="70866" y="25908"/>
                        <a:pt x="69247" y="25718"/>
                      </a:cubicBezTo>
                      <a:cubicBezTo>
                        <a:pt x="69247" y="26099"/>
                        <a:pt x="69342" y="24575"/>
                        <a:pt x="69342" y="21050"/>
                      </a:cubicBezTo>
                      <a:cubicBezTo>
                        <a:pt x="69342" y="19431"/>
                        <a:pt x="68580" y="18669"/>
                        <a:pt x="67151" y="18574"/>
                      </a:cubicBezTo>
                      <a:lnTo>
                        <a:pt x="67151" y="23051"/>
                      </a:lnTo>
                      <a:cubicBezTo>
                        <a:pt x="67151" y="23051"/>
                        <a:pt x="66485" y="23051"/>
                        <a:pt x="66008" y="23622"/>
                      </a:cubicBezTo>
                      <a:cubicBezTo>
                        <a:pt x="66008" y="24194"/>
                        <a:pt x="66008" y="24479"/>
                        <a:pt x="66294" y="24479"/>
                      </a:cubicBezTo>
                      <a:cubicBezTo>
                        <a:pt x="66294" y="24479"/>
                        <a:pt x="66580" y="24479"/>
                        <a:pt x="66770" y="24289"/>
                      </a:cubicBezTo>
                      <a:cubicBezTo>
                        <a:pt x="66961" y="24289"/>
                        <a:pt x="67151" y="24098"/>
                        <a:pt x="67246" y="24098"/>
                      </a:cubicBezTo>
                      <a:cubicBezTo>
                        <a:pt x="67437" y="24098"/>
                        <a:pt x="67628" y="24289"/>
                        <a:pt x="67628" y="24670"/>
                      </a:cubicBezTo>
                      <a:lnTo>
                        <a:pt x="64389" y="26194"/>
                      </a:lnTo>
                      <a:lnTo>
                        <a:pt x="63246" y="24670"/>
                      </a:lnTo>
                      <a:lnTo>
                        <a:pt x="61722" y="26575"/>
                      </a:lnTo>
                      <a:cubicBezTo>
                        <a:pt x="61722" y="26575"/>
                        <a:pt x="61817" y="26289"/>
                        <a:pt x="61817" y="26194"/>
                      </a:cubicBezTo>
                      <a:cubicBezTo>
                        <a:pt x="61817" y="25813"/>
                        <a:pt x="61627" y="25527"/>
                        <a:pt x="61151" y="25432"/>
                      </a:cubicBezTo>
                      <a:cubicBezTo>
                        <a:pt x="60674" y="25241"/>
                        <a:pt x="60484" y="25146"/>
                        <a:pt x="60579" y="25051"/>
                      </a:cubicBezTo>
                      <a:cubicBezTo>
                        <a:pt x="61913" y="24479"/>
                        <a:pt x="62960" y="23813"/>
                        <a:pt x="63627" y="22955"/>
                      </a:cubicBezTo>
                      <a:cubicBezTo>
                        <a:pt x="63437" y="22384"/>
                        <a:pt x="63055" y="22193"/>
                        <a:pt x="62484" y="22384"/>
                      </a:cubicBezTo>
                      <a:lnTo>
                        <a:pt x="61627" y="23527"/>
                      </a:lnTo>
                      <a:cubicBezTo>
                        <a:pt x="61627" y="23527"/>
                        <a:pt x="60960" y="22860"/>
                        <a:pt x="60960" y="22384"/>
                      </a:cubicBezTo>
                      <a:cubicBezTo>
                        <a:pt x="61532" y="22098"/>
                        <a:pt x="61913" y="21717"/>
                        <a:pt x="61913" y="21241"/>
                      </a:cubicBezTo>
                      <a:cubicBezTo>
                        <a:pt x="61913" y="20955"/>
                        <a:pt x="61627" y="20479"/>
                        <a:pt x="61151" y="19717"/>
                      </a:cubicBezTo>
                      <a:cubicBezTo>
                        <a:pt x="60674" y="18955"/>
                        <a:pt x="60388" y="18383"/>
                        <a:pt x="60484" y="18002"/>
                      </a:cubicBezTo>
                      <a:cubicBezTo>
                        <a:pt x="60103" y="18002"/>
                        <a:pt x="59722" y="18002"/>
                        <a:pt x="59531" y="18288"/>
                      </a:cubicBezTo>
                      <a:cubicBezTo>
                        <a:pt x="59246" y="18574"/>
                        <a:pt x="59055" y="18860"/>
                        <a:pt x="58865" y="19145"/>
                      </a:cubicBezTo>
                      <a:cubicBezTo>
                        <a:pt x="58674" y="19622"/>
                        <a:pt x="58960" y="20288"/>
                        <a:pt x="59817" y="21050"/>
                      </a:cubicBezTo>
                      <a:lnTo>
                        <a:pt x="59436" y="21050"/>
                      </a:lnTo>
                      <a:cubicBezTo>
                        <a:pt x="59436" y="21050"/>
                        <a:pt x="59341" y="22384"/>
                        <a:pt x="59341" y="24289"/>
                      </a:cubicBezTo>
                      <a:cubicBezTo>
                        <a:pt x="59341" y="25622"/>
                        <a:pt x="59055" y="26670"/>
                        <a:pt x="58388" y="27146"/>
                      </a:cubicBezTo>
                      <a:cubicBezTo>
                        <a:pt x="58769" y="27146"/>
                        <a:pt x="59246" y="27527"/>
                        <a:pt x="59912" y="28099"/>
                      </a:cubicBezTo>
                      <a:cubicBezTo>
                        <a:pt x="60579" y="28766"/>
                        <a:pt x="61151" y="28956"/>
                        <a:pt x="61722" y="28670"/>
                      </a:cubicBezTo>
                      <a:lnTo>
                        <a:pt x="62579" y="27527"/>
                      </a:lnTo>
                      <a:cubicBezTo>
                        <a:pt x="62198" y="28004"/>
                        <a:pt x="62198" y="28480"/>
                        <a:pt x="62484" y="28956"/>
                      </a:cubicBezTo>
                      <a:cubicBezTo>
                        <a:pt x="62770" y="29433"/>
                        <a:pt x="63055" y="29813"/>
                        <a:pt x="63341" y="30194"/>
                      </a:cubicBezTo>
                      <a:cubicBezTo>
                        <a:pt x="63913" y="30194"/>
                        <a:pt x="64294" y="29909"/>
                        <a:pt x="64579" y="29051"/>
                      </a:cubicBezTo>
                      <a:cubicBezTo>
                        <a:pt x="64865" y="28194"/>
                        <a:pt x="65342" y="27908"/>
                        <a:pt x="66008" y="28194"/>
                      </a:cubicBezTo>
                      <a:cubicBezTo>
                        <a:pt x="66008" y="28575"/>
                        <a:pt x="66485" y="28766"/>
                        <a:pt x="67246" y="28766"/>
                      </a:cubicBezTo>
                      <a:cubicBezTo>
                        <a:pt x="67532" y="28766"/>
                        <a:pt x="67913" y="28766"/>
                        <a:pt x="68390" y="28670"/>
                      </a:cubicBezTo>
                      <a:lnTo>
                        <a:pt x="69533" y="28670"/>
                      </a:lnTo>
                      <a:cubicBezTo>
                        <a:pt x="70485" y="28670"/>
                        <a:pt x="70961" y="28861"/>
                        <a:pt x="70961" y="29337"/>
                      </a:cubicBezTo>
                      <a:cubicBezTo>
                        <a:pt x="70961" y="29718"/>
                        <a:pt x="70771" y="30194"/>
                        <a:pt x="70390" y="30861"/>
                      </a:cubicBezTo>
                      <a:lnTo>
                        <a:pt x="68866" y="29051"/>
                      </a:lnTo>
                      <a:cubicBezTo>
                        <a:pt x="69247" y="29623"/>
                        <a:pt x="69437" y="30290"/>
                        <a:pt x="69437" y="30956"/>
                      </a:cubicBezTo>
                      <a:cubicBezTo>
                        <a:pt x="69437" y="32671"/>
                        <a:pt x="68294" y="34671"/>
                        <a:pt x="66104" y="37052"/>
                      </a:cubicBezTo>
                      <a:lnTo>
                        <a:pt x="64579" y="36671"/>
                      </a:lnTo>
                      <a:cubicBezTo>
                        <a:pt x="64579" y="36671"/>
                        <a:pt x="64294" y="37814"/>
                        <a:pt x="63913" y="38862"/>
                      </a:cubicBezTo>
                      <a:cubicBezTo>
                        <a:pt x="63532" y="40005"/>
                        <a:pt x="63437" y="40767"/>
                        <a:pt x="63437" y="41339"/>
                      </a:cubicBezTo>
                      <a:cubicBezTo>
                        <a:pt x="63437" y="42005"/>
                        <a:pt x="63627" y="42577"/>
                        <a:pt x="63818" y="43148"/>
                      </a:cubicBezTo>
                      <a:cubicBezTo>
                        <a:pt x="63437" y="43148"/>
                        <a:pt x="62960" y="42767"/>
                        <a:pt x="62294" y="42005"/>
                      </a:cubicBezTo>
                      <a:cubicBezTo>
                        <a:pt x="61627" y="41243"/>
                        <a:pt x="61151" y="40862"/>
                        <a:pt x="60770" y="40862"/>
                      </a:cubicBezTo>
                      <a:cubicBezTo>
                        <a:pt x="60388" y="40862"/>
                        <a:pt x="60008" y="41243"/>
                        <a:pt x="59627" y="42005"/>
                      </a:cubicBezTo>
                      <a:cubicBezTo>
                        <a:pt x="60008" y="42863"/>
                        <a:pt x="60198" y="43720"/>
                        <a:pt x="60198" y="44672"/>
                      </a:cubicBezTo>
                      <a:cubicBezTo>
                        <a:pt x="60198" y="45720"/>
                        <a:pt x="59912" y="47244"/>
                        <a:pt x="59246" y="49244"/>
                      </a:cubicBezTo>
                      <a:cubicBezTo>
                        <a:pt x="58579" y="51245"/>
                        <a:pt x="58388" y="52769"/>
                        <a:pt x="58579" y="53816"/>
                      </a:cubicBezTo>
                      <a:cubicBezTo>
                        <a:pt x="58198" y="53531"/>
                        <a:pt x="57817" y="53435"/>
                        <a:pt x="57531" y="53435"/>
                      </a:cubicBezTo>
                      <a:cubicBezTo>
                        <a:pt x="57055" y="53435"/>
                        <a:pt x="56388" y="53626"/>
                        <a:pt x="55531" y="54007"/>
                      </a:cubicBezTo>
                      <a:cubicBezTo>
                        <a:pt x="54674" y="54388"/>
                        <a:pt x="54007" y="54578"/>
                        <a:pt x="53626" y="54578"/>
                      </a:cubicBezTo>
                      <a:cubicBezTo>
                        <a:pt x="53340" y="54578"/>
                        <a:pt x="53054" y="54578"/>
                        <a:pt x="52769" y="54293"/>
                      </a:cubicBezTo>
                      <a:cubicBezTo>
                        <a:pt x="52769" y="54769"/>
                        <a:pt x="53245" y="55626"/>
                        <a:pt x="54197" y="56960"/>
                      </a:cubicBezTo>
                      <a:cubicBezTo>
                        <a:pt x="55150" y="58293"/>
                        <a:pt x="55721" y="59341"/>
                        <a:pt x="55721" y="60103"/>
                      </a:cubicBezTo>
                      <a:cubicBezTo>
                        <a:pt x="55721" y="60770"/>
                        <a:pt x="55436" y="61341"/>
                        <a:pt x="55054" y="61913"/>
                      </a:cubicBezTo>
                      <a:lnTo>
                        <a:pt x="52864" y="64008"/>
                      </a:lnTo>
                      <a:cubicBezTo>
                        <a:pt x="53340" y="70580"/>
                        <a:pt x="53530" y="77819"/>
                        <a:pt x="53530" y="85820"/>
                      </a:cubicBezTo>
                      <a:cubicBezTo>
                        <a:pt x="53530" y="93821"/>
                        <a:pt x="53340" y="101251"/>
                        <a:pt x="52864" y="108395"/>
                      </a:cubicBezTo>
                      <a:cubicBezTo>
                        <a:pt x="50863" y="110681"/>
                        <a:pt x="47720" y="111919"/>
                        <a:pt x="43720" y="111919"/>
                      </a:cubicBezTo>
                      <a:cubicBezTo>
                        <a:pt x="42482" y="111919"/>
                        <a:pt x="40481" y="111728"/>
                        <a:pt x="38005" y="111538"/>
                      </a:cubicBezTo>
                      <a:cubicBezTo>
                        <a:pt x="35433" y="111252"/>
                        <a:pt x="33623" y="111157"/>
                        <a:pt x="32480" y="111157"/>
                      </a:cubicBezTo>
                      <a:cubicBezTo>
                        <a:pt x="30766" y="110490"/>
                        <a:pt x="29813" y="109157"/>
                        <a:pt x="29432" y="106966"/>
                      </a:cubicBezTo>
                      <a:cubicBezTo>
                        <a:pt x="29146" y="105251"/>
                        <a:pt x="28861" y="103346"/>
                        <a:pt x="28670" y="101537"/>
                      </a:cubicBezTo>
                      <a:cubicBezTo>
                        <a:pt x="29242" y="99822"/>
                        <a:pt x="29432" y="97250"/>
                        <a:pt x="29146" y="93536"/>
                      </a:cubicBezTo>
                      <a:cubicBezTo>
                        <a:pt x="28861" y="89916"/>
                        <a:pt x="29146" y="87154"/>
                        <a:pt x="29813" y="85439"/>
                      </a:cubicBezTo>
                      <a:cubicBezTo>
                        <a:pt x="30385" y="86201"/>
                        <a:pt x="30956" y="86583"/>
                        <a:pt x="31623" y="86583"/>
                      </a:cubicBezTo>
                      <a:cubicBezTo>
                        <a:pt x="31813" y="86583"/>
                        <a:pt x="32385" y="86297"/>
                        <a:pt x="33528" y="85725"/>
                      </a:cubicBezTo>
                      <a:cubicBezTo>
                        <a:pt x="34290" y="85344"/>
                        <a:pt x="34957" y="85439"/>
                        <a:pt x="35624" y="86106"/>
                      </a:cubicBezTo>
                      <a:lnTo>
                        <a:pt x="34004" y="84296"/>
                      </a:lnTo>
                      <a:lnTo>
                        <a:pt x="35243" y="83439"/>
                      </a:lnTo>
                      <a:lnTo>
                        <a:pt x="33623" y="81629"/>
                      </a:lnTo>
                      <a:lnTo>
                        <a:pt x="35243" y="82296"/>
                      </a:lnTo>
                      <a:lnTo>
                        <a:pt x="35243" y="79534"/>
                      </a:lnTo>
                      <a:lnTo>
                        <a:pt x="32099" y="79534"/>
                      </a:lnTo>
                      <a:cubicBezTo>
                        <a:pt x="33338" y="78772"/>
                        <a:pt x="34004" y="78391"/>
                        <a:pt x="34290" y="78391"/>
                      </a:cubicBezTo>
                      <a:cubicBezTo>
                        <a:pt x="35052" y="78391"/>
                        <a:pt x="35719" y="78962"/>
                        <a:pt x="36386" y="80010"/>
                      </a:cubicBezTo>
                      <a:cubicBezTo>
                        <a:pt x="36671" y="80010"/>
                        <a:pt x="36767" y="79629"/>
                        <a:pt x="36767" y="79248"/>
                      </a:cubicBezTo>
                      <a:cubicBezTo>
                        <a:pt x="36767" y="78581"/>
                        <a:pt x="36767" y="78200"/>
                        <a:pt x="36767" y="78010"/>
                      </a:cubicBezTo>
                      <a:lnTo>
                        <a:pt x="39434" y="78391"/>
                      </a:lnTo>
                      <a:cubicBezTo>
                        <a:pt x="39624" y="77153"/>
                        <a:pt x="39624" y="76391"/>
                        <a:pt x="39529" y="76295"/>
                      </a:cubicBezTo>
                      <a:cubicBezTo>
                        <a:pt x="39434" y="76295"/>
                        <a:pt x="39719" y="76010"/>
                        <a:pt x="40481" y="75724"/>
                      </a:cubicBezTo>
                      <a:cubicBezTo>
                        <a:pt x="38957" y="73533"/>
                        <a:pt x="37052" y="73057"/>
                        <a:pt x="34671" y="74295"/>
                      </a:cubicBezTo>
                      <a:cubicBezTo>
                        <a:pt x="32290" y="75629"/>
                        <a:pt x="30480" y="75343"/>
                        <a:pt x="29051" y="73438"/>
                      </a:cubicBezTo>
                      <a:cubicBezTo>
                        <a:pt x="29051" y="68771"/>
                        <a:pt x="29242" y="65342"/>
                        <a:pt x="29718" y="63341"/>
                      </a:cubicBezTo>
                      <a:cubicBezTo>
                        <a:pt x="27527" y="63341"/>
                        <a:pt x="26289" y="61817"/>
                        <a:pt x="26099" y="58388"/>
                      </a:cubicBezTo>
                      <a:cubicBezTo>
                        <a:pt x="25908" y="54959"/>
                        <a:pt x="24860" y="53054"/>
                        <a:pt x="22765" y="52673"/>
                      </a:cubicBezTo>
                      <a:cubicBezTo>
                        <a:pt x="18479" y="43053"/>
                        <a:pt x="11906" y="28861"/>
                        <a:pt x="2858" y="10192"/>
                      </a:cubicBezTo>
                      <a:cubicBezTo>
                        <a:pt x="2858" y="9906"/>
                        <a:pt x="2858" y="9620"/>
                        <a:pt x="3334" y="9335"/>
                      </a:cubicBezTo>
                      <a:cubicBezTo>
                        <a:pt x="3715" y="9049"/>
                        <a:pt x="3905" y="8858"/>
                        <a:pt x="4001" y="8668"/>
                      </a:cubicBezTo>
                      <a:cubicBezTo>
                        <a:pt x="3143" y="8001"/>
                        <a:pt x="2286" y="7334"/>
                        <a:pt x="1334" y="6477"/>
                      </a:cubicBezTo>
                      <a:cubicBezTo>
                        <a:pt x="381" y="5715"/>
                        <a:pt x="0" y="4858"/>
                        <a:pt x="0" y="3905"/>
                      </a:cubicBezTo>
                      <a:cubicBezTo>
                        <a:pt x="0" y="3429"/>
                        <a:pt x="191" y="2762"/>
                        <a:pt x="667" y="2096"/>
                      </a:cubicBezTo>
                      <a:cubicBezTo>
                        <a:pt x="2953" y="762"/>
                        <a:pt x="6001" y="0"/>
                        <a:pt x="9811" y="0"/>
                      </a:cubicBezTo>
                      <a:cubicBezTo>
                        <a:pt x="11144" y="0"/>
                        <a:pt x="12954" y="0"/>
                        <a:pt x="15335" y="286"/>
                      </a:cubicBezTo>
                      <a:cubicBezTo>
                        <a:pt x="17717" y="476"/>
                        <a:pt x="19431" y="572"/>
                        <a:pt x="20479" y="572"/>
                      </a:cubicBezTo>
                      <a:lnTo>
                        <a:pt x="22003" y="572"/>
                      </a:lnTo>
                      <a:cubicBezTo>
                        <a:pt x="24003" y="1810"/>
                        <a:pt x="25622" y="4191"/>
                        <a:pt x="26956" y="7525"/>
                      </a:cubicBezTo>
                      <a:cubicBezTo>
                        <a:pt x="28194" y="10859"/>
                        <a:pt x="29623" y="13049"/>
                        <a:pt x="31147" y="14097"/>
                      </a:cubicBezTo>
                      <a:cubicBezTo>
                        <a:pt x="30861" y="16097"/>
                        <a:pt x="31433" y="18383"/>
                        <a:pt x="32671" y="20860"/>
                      </a:cubicBezTo>
                      <a:cubicBezTo>
                        <a:pt x="33623" y="22670"/>
                        <a:pt x="34576" y="24479"/>
                        <a:pt x="35433" y="26289"/>
                      </a:cubicBezTo>
                      <a:cubicBezTo>
                        <a:pt x="34957" y="28480"/>
                        <a:pt x="35433" y="29528"/>
                        <a:pt x="36957" y="29623"/>
                      </a:cubicBezTo>
                      <a:cubicBezTo>
                        <a:pt x="36767" y="30480"/>
                        <a:pt x="37338" y="31433"/>
                        <a:pt x="38576" y="32671"/>
                      </a:cubicBezTo>
                      <a:cubicBezTo>
                        <a:pt x="39815" y="33814"/>
                        <a:pt x="40577" y="34766"/>
                        <a:pt x="40767" y="35433"/>
                      </a:cubicBezTo>
                      <a:cubicBezTo>
                        <a:pt x="45053" y="31718"/>
                        <a:pt x="47911" y="26194"/>
                        <a:pt x="49530" y="18955"/>
                      </a:cubicBezTo>
                      <a:cubicBezTo>
                        <a:pt x="52769" y="14002"/>
                        <a:pt x="54864" y="9525"/>
                        <a:pt x="55817" y="5525"/>
                      </a:cubicBezTo>
                      <a:cubicBezTo>
                        <a:pt x="57912" y="1905"/>
                        <a:pt x="62198" y="95"/>
                        <a:pt x="68485" y="95"/>
                      </a:cubicBezTo>
                      <a:cubicBezTo>
                        <a:pt x="76771" y="95"/>
                        <a:pt x="80391" y="95"/>
                        <a:pt x="79629" y="191"/>
                      </a:cubicBezTo>
                      <a:close/>
                      <a:moveTo>
                        <a:pt x="31909" y="79629"/>
                      </a:moveTo>
                      <a:cubicBezTo>
                        <a:pt x="30861" y="80582"/>
                        <a:pt x="29909" y="80582"/>
                        <a:pt x="28956" y="79629"/>
                      </a:cubicBezTo>
                      <a:lnTo>
                        <a:pt x="31909" y="79629"/>
                      </a:lnTo>
                      <a:close/>
                      <a:moveTo>
                        <a:pt x="36671" y="81725"/>
                      </a:moveTo>
                      <a:lnTo>
                        <a:pt x="39719" y="81725"/>
                      </a:lnTo>
                      <a:lnTo>
                        <a:pt x="36671" y="81344"/>
                      </a:lnTo>
                      <a:lnTo>
                        <a:pt x="36671" y="81725"/>
                      </a:lnTo>
                      <a:close/>
                      <a:moveTo>
                        <a:pt x="40386" y="77438"/>
                      </a:moveTo>
                      <a:lnTo>
                        <a:pt x="41910" y="77058"/>
                      </a:lnTo>
                      <a:lnTo>
                        <a:pt x="40386" y="77058"/>
                      </a:lnTo>
                      <a:lnTo>
                        <a:pt x="40386" y="77438"/>
                      </a:lnTo>
                      <a:close/>
                      <a:moveTo>
                        <a:pt x="44672" y="68961"/>
                      </a:moveTo>
                      <a:cubicBezTo>
                        <a:pt x="45149" y="68580"/>
                        <a:pt x="45339" y="67913"/>
                        <a:pt x="45053" y="67151"/>
                      </a:cubicBezTo>
                      <a:cubicBezTo>
                        <a:pt x="44863" y="66389"/>
                        <a:pt x="44577" y="65913"/>
                        <a:pt x="44196" y="65627"/>
                      </a:cubicBezTo>
                      <a:lnTo>
                        <a:pt x="44196" y="69342"/>
                      </a:lnTo>
                      <a:lnTo>
                        <a:pt x="44577" y="68961"/>
                      </a:lnTo>
                      <a:close/>
                      <a:moveTo>
                        <a:pt x="61246" y="29147"/>
                      </a:moveTo>
                      <a:lnTo>
                        <a:pt x="60865" y="30290"/>
                      </a:lnTo>
                      <a:cubicBezTo>
                        <a:pt x="61532" y="31242"/>
                        <a:pt x="62008" y="31528"/>
                        <a:pt x="62389" y="31433"/>
                      </a:cubicBezTo>
                      <a:cubicBezTo>
                        <a:pt x="62389" y="30861"/>
                        <a:pt x="61913" y="30194"/>
                        <a:pt x="61341" y="29242"/>
                      </a:cubicBezTo>
                      <a:close/>
                      <a:moveTo>
                        <a:pt x="63437" y="20288"/>
                      </a:moveTo>
                      <a:lnTo>
                        <a:pt x="64579" y="20288"/>
                      </a:lnTo>
                      <a:cubicBezTo>
                        <a:pt x="64008" y="19812"/>
                        <a:pt x="63627" y="19526"/>
                        <a:pt x="63437" y="19622"/>
                      </a:cubicBezTo>
                      <a:cubicBezTo>
                        <a:pt x="62960" y="20193"/>
                        <a:pt x="62770" y="20669"/>
                        <a:pt x="62770" y="21146"/>
                      </a:cubicBezTo>
                      <a:lnTo>
                        <a:pt x="62960" y="21431"/>
                      </a:lnTo>
                      <a:cubicBezTo>
                        <a:pt x="62960" y="21431"/>
                        <a:pt x="63341" y="20955"/>
                        <a:pt x="63532" y="20288"/>
                      </a:cubicBezTo>
                      <a:close/>
                      <a:moveTo>
                        <a:pt x="64961" y="30956"/>
                      </a:moveTo>
                      <a:cubicBezTo>
                        <a:pt x="64008" y="30956"/>
                        <a:pt x="63627" y="31433"/>
                        <a:pt x="63722" y="32099"/>
                      </a:cubicBezTo>
                      <a:cubicBezTo>
                        <a:pt x="63722" y="33147"/>
                        <a:pt x="63818" y="33719"/>
                        <a:pt x="63818" y="33719"/>
                      </a:cubicBezTo>
                      <a:cubicBezTo>
                        <a:pt x="64961" y="33052"/>
                        <a:pt x="65342" y="32195"/>
                        <a:pt x="64961" y="30956"/>
                      </a:cubicBezTo>
                      <a:close/>
                      <a:moveTo>
                        <a:pt x="63818" y="36100"/>
                      </a:moveTo>
                      <a:lnTo>
                        <a:pt x="64961" y="34576"/>
                      </a:lnTo>
                      <a:lnTo>
                        <a:pt x="63818" y="34576"/>
                      </a:lnTo>
                      <a:lnTo>
                        <a:pt x="63818" y="36100"/>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 name="Google Shape;877;p99"/>
                <p:cNvSpPr/>
                <p:nvPr/>
              </p:nvSpPr>
              <p:spPr>
                <a:xfrm>
                  <a:off x="5603176" y="4998529"/>
                  <a:ext cx="103727" cy="111823"/>
                </a:xfrm>
                <a:custGeom>
                  <a:avLst/>
                  <a:gdLst/>
                  <a:ahLst/>
                  <a:cxnLst/>
                  <a:rect l="l" t="t" r="r" b="b"/>
                  <a:pathLst>
                    <a:path w="103727" h="111823" extrusionOk="0">
                      <a:moveTo>
                        <a:pt x="1619" y="77629"/>
                      </a:moveTo>
                      <a:cubicBezTo>
                        <a:pt x="1619" y="78581"/>
                        <a:pt x="1619" y="78962"/>
                        <a:pt x="2000" y="78962"/>
                      </a:cubicBezTo>
                      <a:cubicBezTo>
                        <a:pt x="2000" y="78962"/>
                        <a:pt x="2286" y="78962"/>
                        <a:pt x="2572" y="78867"/>
                      </a:cubicBezTo>
                      <a:cubicBezTo>
                        <a:pt x="2857" y="78867"/>
                        <a:pt x="3048" y="78772"/>
                        <a:pt x="3238" y="78772"/>
                      </a:cubicBezTo>
                      <a:cubicBezTo>
                        <a:pt x="3524" y="78772"/>
                        <a:pt x="3620" y="78962"/>
                        <a:pt x="3810" y="79343"/>
                      </a:cubicBezTo>
                      <a:cubicBezTo>
                        <a:pt x="1619" y="79343"/>
                        <a:pt x="286" y="79153"/>
                        <a:pt x="0" y="78772"/>
                      </a:cubicBezTo>
                      <a:lnTo>
                        <a:pt x="1524" y="77629"/>
                      </a:lnTo>
                      <a:close/>
                      <a:moveTo>
                        <a:pt x="3810" y="91821"/>
                      </a:moveTo>
                      <a:cubicBezTo>
                        <a:pt x="4000" y="91345"/>
                        <a:pt x="4381" y="91059"/>
                        <a:pt x="4858" y="91059"/>
                      </a:cubicBezTo>
                      <a:lnTo>
                        <a:pt x="6382" y="91059"/>
                      </a:lnTo>
                      <a:cubicBezTo>
                        <a:pt x="6382" y="91059"/>
                        <a:pt x="5905" y="91821"/>
                        <a:pt x="5334" y="91821"/>
                      </a:cubicBezTo>
                      <a:lnTo>
                        <a:pt x="3810" y="91821"/>
                      </a:lnTo>
                      <a:close/>
                      <a:moveTo>
                        <a:pt x="8477" y="99155"/>
                      </a:moveTo>
                      <a:lnTo>
                        <a:pt x="8477" y="97631"/>
                      </a:lnTo>
                      <a:lnTo>
                        <a:pt x="9620" y="97631"/>
                      </a:lnTo>
                      <a:lnTo>
                        <a:pt x="8477" y="99155"/>
                      </a:lnTo>
                      <a:close/>
                      <a:moveTo>
                        <a:pt x="14478" y="90011"/>
                      </a:moveTo>
                      <a:cubicBezTo>
                        <a:pt x="14954" y="89821"/>
                        <a:pt x="15621" y="90202"/>
                        <a:pt x="16573" y="91154"/>
                      </a:cubicBezTo>
                      <a:lnTo>
                        <a:pt x="16192" y="91916"/>
                      </a:lnTo>
                      <a:lnTo>
                        <a:pt x="14478" y="90106"/>
                      </a:lnTo>
                      <a:close/>
                      <a:moveTo>
                        <a:pt x="16573" y="99155"/>
                      </a:moveTo>
                      <a:cubicBezTo>
                        <a:pt x="16573" y="99155"/>
                        <a:pt x="17145" y="98774"/>
                        <a:pt x="17431" y="98298"/>
                      </a:cubicBezTo>
                      <a:cubicBezTo>
                        <a:pt x="17812" y="97822"/>
                        <a:pt x="18097" y="97631"/>
                        <a:pt x="18288" y="97631"/>
                      </a:cubicBezTo>
                      <a:cubicBezTo>
                        <a:pt x="18288" y="98012"/>
                        <a:pt x="18002" y="98488"/>
                        <a:pt x="17621" y="99155"/>
                      </a:cubicBezTo>
                      <a:lnTo>
                        <a:pt x="16573" y="99155"/>
                      </a:lnTo>
                      <a:close/>
                      <a:moveTo>
                        <a:pt x="19145" y="86773"/>
                      </a:moveTo>
                      <a:lnTo>
                        <a:pt x="18764" y="87916"/>
                      </a:lnTo>
                      <a:lnTo>
                        <a:pt x="17240" y="87916"/>
                      </a:lnTo>
                      <a:cubicBezTo>
                        <a:pt x="17621" y="86773"/>
                        <a:pt x="18002" y="86296"/>
                        <a:pt x="18383" y="86296"/>
                      </a:cubicBezTo>
                      <a:cubicBezTo>
                        <a:pt x="18669" y="86296"/>
                        <a:pt x="18955" y="86487"/>
                        <a:pt x="19240" y="86868"/>
                      </a:cubicBezTo>
                      <a:close/>
                      <a:moveTo>
                        <a:pt x="21336" y="77153"/>
                      </a:moveTo>
                      <a:lnTo>
                        <a:pt x="21336" y="78296"/>
                      </a:lnTo>
                      <a:lnTo>
                        <a:pt x="19145" y="76486"/>
                      </a:lnTo>
                      <a:cubicBezTo>
                        <a:pt x="19717" y="76295"/>
                        <a:pt x="20479" y="76486"/>
                        <a:pt x="21336" y="77153"/>
                      </a:cubicBezTo>
                      <a:close/>
                      <a:moveTo>
                        <a:pt x="19145" y="93250"/>
                      </a:moveTo>
                      <a:cubicBezTo>
                        <a:pt x="19907" y="93250"/>
                        <a:pt x="20288" y="93726"/>
                        <a:pt x="20288" y="94774"/>
                      </a:cubicBezTo>
                      <a:lnTo>
                        <a:pt x="19145" y="94774"/>
                      </a:lnTo>
                      <a:lnTo>
                        <a:pt x="19145" y="93250"/>
                      </a:lnTo>
                      <a:close/>
                      <a:moveTo>
                        <a:pt x="21812" y="105061"/>
                      </a:moveTo>
                      <a:lnTo>
                        <a:pt x="21431" y="104489"/>
                      </a:lnTo>
                      <a:lnTo>
                        <a:pt x="23622" y="103251"/>
                      </a:lnTo>
                      <a:lnTo>
                        <a:pt x="21812" y="105061"/>
                      </a:lnTo>
                      <a:close/>
                      <a:moveTo>
                        <a:pt x="103441" y="82963"/>
                      </a:moveTo>
                      <a:lnTo>
                        <a:pt x="98584" y="83629"/>
                      </a:lnTo>
                      <a:cubicBezTo>
                        <a:pt x="98584" y="83629"/>
                        <a:pt x="98488" y="84011"/>
                        <a:pt x="98488" y="84011"/>
                      </a:cubicBezTo>
                      <a:cubicBezTo>
                        <a:pt x="98488" y="84296"/>
                        <a:pt x="98870" y="84677"/>
                        <a:pt x="99631" y="85154"/>
                      </a:cubicBezTo>
                      <a:cubicBezTo>
                        <a:pt x="100393" y="85630"/>
                        <a:pt x="100774" y="86106"/>
                        <a:pt x="100774" y="86678"/>
                      </a:cubicBezTo>
                      <a:lnTo>
                        <a:pt x="101917" y="86678"/>
                      </a:lnTo>
                      <a:cubicBezTo>
                        <a:pt x="101346" y="89535"/>
                        <a:pt x="100870" y="92393"/>
                        <a:pt x="100393" y="95250"/>
                      </a:cubicBezTo>
                      <a:cubicBezTo>
                        <a:pt x="99631" y="98298"/>
                        <a:pt x="97822" y="100298"/>
                        <a:pt x="94964" y="101251"/>
                      </a:cubicBezTo>
                      <a:cubicBezTo>
                        <a:pt x="94488" y="99536"/>
                        <a:pt x="93345" y="99060"/>
                        <a:pt x="91630" y="99727"/>
                      </a:cubicBezTo>
                      <a:lnTo>
                        <a:pt x="91059" y="100108"/>
                      </a:lnTo>
                      <a:lnTo>
                        <a:pt x="93154" y="102298"/>
                      </a:lnTo>
                      <a:cubicBezTo>
                        <a:pt x="92297" y="102108"/>
                        <a:pt x="91440" y="101537"/>
                        <a:pt x="90392" y="100679"/>
                      </a:cubicBezTo>
                      <a:cubicBezTo>
                        <a:pt x="89345" y="99822"/>
                        <a:pt x="88582" y="99346"/>
                        <a:pt x="88011" y="99346"/>
                      </a:cubicBezTo>
                      <a:cubicBezTo>
                        <a:pt x="87344" y="99346"/>
                        <a:pt x="86582" y="99727"/>
                        <a:pt x="85820" y="100489"/>
                      </a:cubicBezTo>
                      <a:lnTo>
                        <a:pt x="87725" y="100489"/>
                      </a:lnTo>
                      <a:lnTo>
                        <a:pt x="87249" y="101155"/>
                      </a:lnTo>
                      <a:cubicBezTo>
                        <a:pt x="88392" y="101537"/>
                        <a:pt x="89821" y="102394"/>
                        <a:pt x="91535" y="103727"/>
                      </a:cubicBezTo>
                      <a:lnTo>
                        <a:pt x="87630" y="105442"/>
                      </a:lnTo>
                      <a:lnTo>
                        <a:pt x="88297" y="105918"/>
                      </a:lnTo>
                      <a:cubicBezTo>
                        <a:pt x="88297" y="105918"/>
                        <a:pt x="86677" y="106680"/>
                        <a:pt x="83820" y="107823"/>
                      </a:cubicBezTo>
                      <a:cubicBezTo>
                        <a:pt x="82391" y="108395"/>
                        <a:pt x="80963" y="108680"/>
                        <a:pt x="79629" y="108680"/>
                      </a:cubicBezTo>
                      <a:cubicBezTo>
                        <a:pt x="78962" y="108680"/>
                        <a:pt x="78296" y="108680"/>
                        <a:pt x="77533" y="108585"/>
                      </a:cubicBezTo>
                      <a:cubicBezTo>
                        <a:pt x="77057" y="109823"/>
                        <a:pt x="76962" y="110680"/>
                        <a:pt x="77152" y="111157"/>
                      </a:cubicBezTo>
                      <a:lnTo>
                        <a:pt x="56102" y="111823"/>
                      </a:lnTo>
                      <a:cubicBezTo>
                        <a:pt x="54388" y="110299"/>
                        <a:pt x="51816" y="108966"/>
                        <a:pt x="48196" y="107823"/>
                      </a:cubicBezTo>
                      <a:cubicBezTo>
                        <a:pt x="44196" y="106680"/>
                        <a:pt x="41624" y="105632"/>
                        <a:pt x="40576" y="104965"/>
                      </a:cubicBezTo>
                      <a:cubicBezTo>
                        <a:pt x="40100" y="104299"/>
                        <a:pt x="39338" y="103918"/>
                        <a:pt x="38100" y="103632"/>
                      </a:cubicBezTo>
                      <a:cubicBezTo>
                        <a:pt x="36957" y="103346"/>
                        <a:pt x="35814" y="103061"/>
                        <a:pt x="34766" y="102870"/>
                      </a:cubicBezTo>
                      <a:lnTo>
                        <a:pt x="36290" y="101346"/>
                      </a:lnTo>
                      <a:lnTo>
                        <a:pt x="34195" y="99155"/>
                      </a:lnTo>
                      <a:lnTo>
                        <a:pt x="33623" y="100679"/>
                      </a:lnTo>
                      <a:cubicBezTo>
                        <a:pt x="31718" y="100203"/>
                        <a:pt x="30766" y="98679"/>
                        <a:pt x="30575" y="96107"/>
                      </a:cubicBezTo>
                      <a:cubicBezTo>
                        <a:pt x="30575" y="93821"/>
                        <a:pt x="29146" y="92678"/>
                        <a:pt x="26670" y="92678"/>
                      </a:cubicBezTo>
                      <a:lnTo>
                        <a:pt x="24860" y="92678"/>
                      </a:lnTo>
                      <a:cubicBezTo>
                        <a:pt x="26384" y="92678"/>
                        <a:pt x="27146" y="91726"/>
                        <a:pt x="27146" y="90011"/>
                      </a:cubicBezTo>
                      <a:cubicBezTo>
                        <a:pt x="27146" y="89440"/>
                        <a:pt x="27051" y="88963"/>
                        <a:pt x="26765" y="88487"/>
                      </a:cubicBezTo>
                      <a:cubicBezTo>
                        <a:pt x="26479" y="88011"/>
                        <a:pt x="25527" y="87439"/>
                        <a:pt x="23908" y="86868"/>
                      </a:cubicBezTo>
                      <a:lnTo>
                        <a:pt x="23527" y="87249"/>
                      </a:lnTo>
                      <a:cubicBezTo>
                        <a:pt x="23527" y="87249"/>
                        <a:pt x="23241" y="87535"/>
                        <a:pt x="23146" y="87535"/>
                      </a:cubicBezTo>
                      <a:cubicBezTo>
                        <a:pt x="22860" y="87535"/>
                        <a:pt x="22574" y="87154"/>
                        <a:pt x="22479" y="86392"/>
                      </a:cubicBezTo>
                      <a:cubicBezTo>
                        <a:pt x="22288" y="85725"/>
                        <a:pt x="22288" y="85154"/>
                        <a:pt x="22479" y="84582"/>
                      </a:cubicBezTo>
                      <a:cubicBezTo>
                        <a:pt x="23431" y="84392"/>
                        <a:pt x="24765" y="83439"/>
                        <a:pt x="26670" y="81629"/>
                      </a:cubicBezTo>
                      <a:cubicBezTo>
                        <a:pt x="28289" y="80201"/>
                        <a:pt x="29718" y="79438"/>
                        <a:pt x="30861" y="79438"/>
                      </a:cubicBezTo>
                      <a:cubicBezTo>
                        <a:pt x="31432" y="79438"/>
                        <a:pt x="32004" y="79629"/>
                        <a:pt x="32671" y="79820"/>
                      </a:cubicBezTo>
                      <a:cubicBezTo>
                        <a:pt x="32290" y="79153"/>
                        <a:pt x="32290" y="78581"/>
                        <a:pt x="32671" y="78105"/>
                      </a:cubicBezTo>
                      <a:cubicBezTo>
                        <a:pt x="32956" y="77629"/>
                        <a:pt x="32671" y="76962"/>
                        <a:pt x="31813" y="76010"/>
                      </a:cubicBezTo>
                      <a:lnTo>
                        <a:pt x="36481" y="73819"/>
                      </a:lnTo>
                      <a:lnTo>
                        <a:pt x="35433" y="72295"/>
                      </a:lnTo>
                      <a:cubicBezTo>
                        <a:pt x="36195" y="72295"/>
                        <a:pt x="37338" y="71914"/>
                        <a:pt x="39052" y="70961"/>
                      </a:cubicBezTo>
                      <a:cubicBezTo>
                        <a:pt x="40672" y="70104"/>
                        <a:pt x="41815" y="69628"/>
                        <a:pt x="42386" y="69628"/>
                      </a:cubicBezTo>
                      <a:cubicBezTo>
                        <a:pt x="43339" y="69628"/>
                        <a:pt x="43910" y="70295"/>
                        <a:pt x="44196" y="71723"/>
                      </a:cubicBezTo>
                      <a:cubicBezTo>
                        <a:pt x="43910" y="74771"/>
                        <a:pt x="45053" y="77819"/>
                        <a:pt x="47530" y="80867"/>
                      </a:cubicBezTo>
                      <a:cubicBezTo>
                        <a:pt x="48768" y="82296"/>
                        <a:pt x="51149" y="84677"/>
                        <a:pt x="54864" y="87821"/>
                      </a:cubicBezTo>
                      <a:cubicBezTo>
                        <a:pt x="55435" y="89154"/>
                        <a:pt x="56388" y="89726"/>
                        <a:pt x="57626" y="89726"/>
                      </a:cubicBezTo>
                      <a:cubicBezTo>
                        <a:pt x="58007" y="89726"/>
                        <a:pt x="58579" y="89726"/>
                        <a:pt x="59341" y="89535"/>
                      </a:cubicBezTo>
                      <a:cubicBezTo>
                        <a:pt x="60103" y="89345"/>
                        <a:pt x="60674" y="89345"/>
                        <a:pt x="61055" y="89345"/>
                      </a:cubicBezTo>
                      <a:cubicBezTo>
                        <a:pt x="61913" y="89345"/>
                        <a:pt x="62674" y="89535"/>
                        <a:pt x="63437" y="89916"/>
                      </a:cubicBezTo>
                      <a:cubicBezTo>
                        <a:pt x="64198" y="90297"/>
                        <a:pt x="64960" y="90488"/>
                        <a:pt x="65913" y="90488"/>
                      </a:cubicBezTo>
                      <a:cubicBezTo>
                        <a:pt x="67627" y="90488"/>
                        <a:pt x="69532" y="89726"/>
                        <a:pt x="71723" y="88106"/>
                      </a:cubicBezTo>
                      <a:cubicBezTo>
                        <a:pt x="75057" y="85915"/>
                        <a:pt x="76962" y="84677"/>
                        <a:pt x="77438" y="84487"/>
                      </a:cubicBezTo>
                      <a:cubicBezTo>
                        <a:pt x="77914" y="83725"/>
                        <a:pt x="78105" y="83058"/>
                        <a:pt x="78105" y="82296"/>
                      </a:cubicBezTo>
                      <a:cubicBezTo>
                        <a:pt x="78105" y="81153"/>
                        <a:pt x="77438" y="79724"/>
                        <a:pt x="76200" y="77914"/>
                      </a:cubicBezTo>
                      <a:cubicBezTo>
                        <a:pt x="74962" y="76105"/>
                        <a:pt x="74295" y="74771"/>
                        <a:pt x="74104" y="73819"/>
                      </a:cubicBezTo>
                      <a:cubicBezTo>
                        <a:pt x="71818" y="73438"/>
                        <a:pt x="70485" y="72580"/>
                        <a:pt x="70199" y="71152"/>
                      </a:cubicBezTo>
                      <a:lnTo>
                        <a:pt x="70866" y="70580"/>
                      </a:lnTo>
                      <a:cubicBezTo>
                        <a:pt x="67913" y="69152"/>
                        <a:pt x="63817" y="67056"/>
                        <a:pt x="58579" y="64198"/>
                      </a:cubicBezTo>
                      <a:cubicBezTo>
                        <a:pt x="58007" y="64675"/>
                        <a:pt x="57436" y="64865"/>
                        <a:pt x="56864" y="64865"/>
                      </a:cubicBezTo>
                      <a:cubicBezTo>
                        <a:pt x="56102" y="64865"/>
                        <a:pt x="55245" y="64389"/>
                        <a:pt x="54102" y="63341"/>
                      </a:cubicBezTo>
                      <a:cubicBezTo>
                        <a:pt x="53054" y="62294"/>
                        <a:pt x="52102" y="61817"/>
                        <a:pt x="51530" y="61817"/>
                      </a:cubicBezTo>
                      <a:cubicBezTo>
                        <a:pt x="51245" y="61817"/>
                        <a:pt x="50959" y="61817"/>
                        <a:pt x="50673" y="62103"/>
                      </a:cubicBezTo>
                      <a:cubicBezTo>
                        <a:pt x="48387" y="61436"/>
                        <a:pt x="46006" y="59531"/>
                        <a:pt x="43720" y="56388"/>
                      </a:cubicBezTo>
                      <a:cubicBezTo>
                        <a:pt x="41148" y="52864"/>
                        <a:pt x="38957" y="50578"/>
                        <a:pt x="37147" y="49625"/>
                      </a:cubicBezTo>
                      <a:cubicBezTo>
                        <a:pt x="37338" y="48578"/>
                        <a:pt x="36862" y="47339"/>
                        <a:pt x="35814" y="45815"/>
                      </a:cubicBezTo>
                      <a:cubicBezTo>
                        <a:pt x="34671" y="44291"/>
                        <a:pt x="34195" y="43148"/>
                        <a:pt x="34385" y="42291"/>
                      </a:cubicBezTo>
                      <a:cubicBezTo>
                        <a:pt x="33718" y="41053"/>
                        <a:pt x="33338" y="38767"/>
                        <a:pt x="33147" y="35338"/>
                      </a:cubicBezTo>
                      <a:cubicBezTo>
                        <a:pt x="32956" y="32290"/>
                        <a:pt x="32766" y="29242"/>
                        <a:pt x="32766" y="26194"/>
                      </a:cubicBezTo>
                      <a:cubicBezTo>
                        <a:pt x="33528" y="25908"/>
                        <a:pt x="33909" y="25527"/>
                        <a:pt x="33909" y="25051"/>
                      </a:cubicBezTo>
                      <a:cubicBezTo>
                        <a:pt x="33909" y="24765"/>
                        <a:pt x="33718" y="24384"/>
                        <a:pt x="33338" y="23717"/>
                      </a:cubicBezTo>
                      <a:cubicBezTo>
                        <a:pt x="32956" y="23146"/>
                        <a:pt x="32766" y="22670"/>
                        <a:pt x="32766" y="22384"/>
                      </a:cubicBezTo>
                      <a:cubicBezTo>
                        <a:pt x="33242" y="21146"/>
                        <a:pt x="34766" y="19336"/>
                        <a:pt x="37433" y="17145"/>
                      </a:cubicBezTo>
                      <a:cubicBezTo>
                        <a:pt x="39624" y="15240"/>
                        <a:pt x="40767" y="13335"/>
                        <a:pt x="40767" y="11621"/>
                      </a:cubicBezTo>
                      <a:cubicBezTo>
                        <a:pt x="41148" y="11621"/>
                        <a:pt x="41720" y="11144"/>
                        <a:pt x="42672" y="10478"/>
                      </a:cubicBezTo>
                      <a:cubicBezTo>
                        <a:pt x="43529" y="9811"/>
                        <a:pt x="44196" y="9525"/>
                        <a:pt x="44577" y="9525"/>
                      </a:cubicBezTo>
                      <a:cubicBezTo>
                        <a:pt x="44863" y="9525"/>
                        <a:pt x="45053" y="9715"/>
                        <a:pt x="45244" y="10096"/>
                      </a:cubicBezTo>
                      <a:cubicBezTo>
                        <a:pt x="46958" y="7429"/>
                        <a:pt x="49816" y="5334"/>
                        <a:pt x="53721" y="3905"/>
                      </a:cubicBezTo>
                      <a:cubicBezTo>
                        <a:pt x="57150" y="2762"/>
                        <a:pt x="60579" y="1714"/>
                        <a:pt x="64008" y="571"/>
                      </a:cubicBezTo>
                      <a:cubicBezTo>
                        <a:pt x="65056" y="190"/>
                        <a:pt x="66008" y="0"/>
                        <a:pt x="67056" y="0"/>
                      </a:cubicBezTo>
                      <a:cubicBezTo>
                        <a:pt x="68580" y="0"/>
                        <a:pt x="70580" y="571"/>
                        <a:pt x="73057" y="1714"/>
                      </a:cubicBezTo>
                      <a:cubicBezTo>
                        <a:pt x="75533" y="2857"/>
                        <a:pt x="77533" y="3429"/>
                        <a:pt x="79057" y="3429"/>
                      </a:cubicBezTo>
                      <a:cubicBezTo>
                        <a:pt x="79724" y="3429"/>
                        <a:pt x="80296" y="3429"/>
                        <a:pt x="80963" y="3143"/>
                      </a:cubicBezTo>
                      <a:cubicBezTo>
                        <a:pt x="81629" y="4381"/>
                        <a:pt x="82772" y="5334"/>
                        <a:pt x="84391" y="5810"/>
                      </a:cubicBezTo>
                      <a:cubicBezTo>
                        <a:pt x="86487" y="6477"/>
                        <a:pt x="87916" y="7048"/>
                        <a:pt x="88582" y="7525"/>
                      </a:cubicBezTo>
                      <a:cubicBezTo>
                        <a:pt x="91726" y="7811"/>
                        <a:pt x="94583" y="11906"/>
                        <a:pt x="97060" y="19717"/>
                      </a:cubicBezTo>
                      <a:cubicBezTo>
                        <a:pt x="97060" y="20860"/>
                        <a:pt x="96202" y="22384"/>
                        <a:pt x="94679" y="24194"/>
                      </a:cubicBezTo>
                      <a:cubicBezTo>
                        <a:pt x="93154" y="26098"/>
                        <a:pt x="92488" y="27622"/>
                        <a:pt x="92488" y="28956"/>
                      </a:cubicBezTo>
                      <a:cubicBezTo>
                        <a:pt x="91440" y="28765"/>
                        <a:pt x="90868" y="29146"/>
                        <a:pt x="90868" y="30004"/>
                      </a:cubicBezTo>
                      <a:cubicBezTo>
                        <a:pt x="90773" y="31242"/>
                        <a:pt x="90488" y="31909"/>
                        <a:pt x="90202" y="32099"/>
                      </a:cubicBezTo>
                      <a:cubicBezTo>
                        <a:pt x="87630" y="33338"/>
                        <a:pt x="85820" y="33909"/>
                        <a:pt x="84772" y="33909"/>
                      </a:cubicBezTo>
                      <a:cubicBezTo>
                        <a:pt x="83248" y="33909"/>
                        <a:pt x="81915" y="32956"/>
                        <a:pt x="80581" y="31147"/>
                      </a:cubicBezTo>
                      <a:cubicBezTo>
                        <a:pt x="80486" y="29623"/>
                        <a:pt x="79534" y="28575"/>
                        <a:pt x="77819" y="27813"/>
                      </a:cubicBezTo>
                      <a:cubicBezTo>
                        <a:pt x="75819" y="27051"/>
                        <a:pt x="74581" y="26194"/>
                        <a:pt x="74200" y="25146"/>
                      </a:cubicBezTo>
                      <a:cubicBezTo>
                        <a:pt x="73628" y="25051"/>
                        <a:pt x="72199" y="24574"/>
                        <a:pt x="69913" y="23622"/>
                      </a:cubicBezTo>
                      <a:cubicBezTo>
                        <a:pt x="68104" y="22955"/>
                        <a:pt x="66580" y="22479"/>
                        <a:pt x="65437" y="22479"/>
                      </a:cubicBezTo>
                      <a:cubicBezTo>
                        <a:pt x="63913" y="22479"/>
                        <a:pt x="62484" y="23241"/>
                        <a:pt x="61436" y="24765"/>
                      </a:cubicBezTo>
                      <a:cubicBezTo>
                        <a:pt x="61055" y="24670"/>
                        <a:pt x="60770" y="24574"/>
                        <a:pt x="60484" y="24574"/>
                      </a:cubicBezTo>
                      <a:cubicBezTo>
                        <a:pt x="59722" y="24574"/>
                        <a:pt x="58579" y="25241"/>
                        <a:pt x="57055" y="26670"/>
                      </a:cubicBezTo>
                      <a:cubicBezTo>
                        <a:pt x="57531" y="27527"/>
                        <a:pt x="57721" y="28194"/>
                        <a:pt x="57721" y="28861"/>
                      </a:cubicBezTo>
                      <a:cubicBezTo>
                        <a:pt x="57721" y="29718"/>
                        <a:pt x="57150" y="30480"/>
                        <a:pt x="55816" y="31147"/>
                      </a:cubicBezTo>
                      <a:cubicBezTo>
                        <a:pt x="54483" y="31813"/>
                        <a:pt x="53912" y="32480"/>
                        <a:pt x="53912" y="33147"/>
                      </a:cubicBezTo>
                      <a:cubicBezTo>
                        <a:pt x="53912" y="33623"/>
                        <a:pt x="54197" y="34385"/>
                        <a:pt x="54864" y="35338"/>
                      </a:cubicBezTo>
                      <a:cubicBezTo>
                        <a:pt x="58769" y="40957"/>
                        <a:pt x="64675" y="45244"/>
                        <a:pt x="72485" y="48101"/>
                      </a:cubicBezTo>
                      <a:cubicBezTo>
                        <a:pt x="73533" y="48387"/>
                        <a:pt x="74962" y="49244"/>
                        <a:pt x="76867" y="50768"/>
                      </a:cubicBezTo>
                      <a:cubicBezTo>
                        <a:pt x="78772" y="52292"/>
                        <a:pt x="80391" y="53149"/>
                        <a:pt x="81629" y="53245"/>
                      </a:cubicBezTo>
                      <a:cubicBezTo>
                        <a:pt x="82963" y="53340"/>
                        <a:pt x="84772" y="54388"/>
                        <a:pt x="87058" y="56388"/>
                      </a:cubicBezTo>
                      <a:cubicBezTo>
                        <a:pt x="89059" y="58293"/>
                        <a:pt x="91059" y="59055"/>
                        <a:pt x="92869" y="58769"/>
                      </a:cubicBezTo>
                      <a:cubicBezTo>
                        <a:pt x="92869" y="59722"/>
                        <a:pt x="92964" y="60198"/>
                        <a:pt x="93250" y="60293"/>
                      </a:cubicBezTo>
                      <a:cubicBezTo>
                        <a:pt x="94012" y="60293"/>
                        <a:pt x="94679" y="60865"/>
                        <a:pt x="95155" y="62103"/>
                      </a:cubicBezTo>
                      <a:cubicBezTo>
                        <a:pt x="95536" y="63341"/>
                        <a:pt x="96202" y="63818"/>
                        <a:pt x="96964" y="63532"/>
                      </a:cubicBezTo>
                      <a:cubicBezTo>
                        <a:pt x="97155" y="64198"/>
                        <a:pt x="98393" y="66104"/>
                        <a:pt x="100584" y="69247"/>
                      </a:cubicBezTo>
                      <a:cubicBezTo>
                        <a:pt x="102203" y="71819"/>
                        <a:pt x="103060" y="74200"/>
                        <a:pt x="103060" y="76295"/>
                      </a:cubicBezTo>
                      <a:cubicBezTo>
                        <a:pt x="103537" y="76867"/>
                        <a:pt x="103727" y="77438"/>
                        <a:pt x="103727" y="78010"/>
                      </a:cubicBezTo>
                      <a:cubicBezTo>
                        <a:pt x="103727" y="78486"/>
                        <a:pt x="103441" y="79057"/>
                        <a:pt x="103060" y="79724"/>
                      </a:cubicBezTo>
                      <a:cubicBezTo>
                        <a:pt x="102584" y="80391"/>
                        <a:pt x="102394" y="80867"/>
                        <a:pt x="102394" y="81153"/>
                      </a:cubicBezTo>
                      <a:cubicBezTo>
                        <a:pt x="102394" y="81724"/>
                        <a:pt x="102775" y="82296"/>
                        <a:pt x="103537" y="82868"/>
                      </a:cubicBezTo>
                      <a:close/>
                      <a:moveTo>
                        <a:pt x="23622" y="86296"/>
                      </a:moveTo>
                      <a:lnTo>
                        <a:pt x="26860" y="85154"/>
                      </a:lnTo>
                      <a:lnTo>
                        <a:pt x="25337" y="85154"/>
                      </a:lnTo>
                      <a:lnTo>
                        <a:pt x="23717" y="86296"/>
                      </a:lnTo>
                      <a:close/>
                      <a:moveTo>
                        <a:pt x="24574" y="99727"/>
                      </a:moveTo>
                      <a:lnTo>
                        <a:pt x="25241" y="99727"/>
                      </a:lnTo>
                      <a:lnTo>
                        <a:pt x="26384" y="100584"/>
                      </a:lnTo>
                      <a:lnTo>
                        <a:pt x="24574" y="99727"/>
                      </a:lnTo>
                      <a:close/>
                      <a:moveTo>
                        <a:pt x="29051" y="107061"/>
                      </a:moveTo>
                      <a:cubicBezTo>
                        <a:pt x="28861" y="106013"/>
                        <a:pt x="29242" y="105061"/>
                        <a:pt x="30004" y="104299"/>
                      </a:cubicBezTo>
                      <a:lnTo>
                        <a:pt x="30004" y="104489"/>
                      </a:lnTo>
                      <a:cubicBezTo>
                        <a:pt x="30004" y="104489"/>
                        <a:pt x="30004" y="105156"/>
                        <a:pt x="30480" y="105537"/>
                      </a:cubicBezTo>
                      <a:cubicBezTo>
                        <a:pt x="30861" y="105918"/>
                        <a:pt x="31147" y="106204"/>
                        <a:pt x="31147" y="106394"/>
                      </a:cubicBezTo>
                      <a:cubicBezTo>
                        <a:pt x="31147" y="106680"/>
                        <a:pt x="30956" y="106871"/>
                        <a:pt x="30575" y="107061"/>
                      </a:cubicBezTo>
                      <a:lnTo>
                        <a:pt x="29051" y="107061"/>
                      </a:lnTo>
                      <a:close/>
                      <a:moveTo>
                        <a:pt x="30289" y="103822"/>
                      </a:moveTo>
                      <a:cubicBezTo>
                        <a:pt x="30289" y="103822"/>
                        <a:pt x="30004" y="104204"/>
                        <a:pt x="30004" y="104204"/>
                      </a:cubicBezTo>
                      <a:cubicBezTo>
                        <a:pt x="30004" y="104204"/>
                        <a:pt x="30099" y="104013"/>
                        <a:pt x="30289" y="103822"/>
                      </a:cubicBezTo>
                      <a:close/>
                      <a:moveTo>
                        <a:pt x="30575" y="101251"/>
                      </a:moveTo>
                      <a:cubicBezTo>
                        <a:pt x="30575" y="101251"/>
                        <a:pt x="31337" y="101537"/>
                        <a:pt x="31813" y="101918"/>
                      </a:cubicBezTo>
                      <a:cubicBezTo>
                        <a:pt x="32290" y="102394"/>
                        <a:pt x="32575" y="102679"/>
                        <a:pt x="32671" y="102775"/>
                      </a:cubicBezTo>
                      <a:cubicBezTo>
                        <a:pt x="32099" y="102775"/>
                        <a:pt x="31337" y="103251"/>
                        <a:pt x="30289" y="103822"/>
                      </a:cubicBezTo>
                      <a:cubicBezTo>
                        <a:pt x="31051" y="102965"/>
                        <a:pt x="31147" y="102013"/>
                        <a:pt x="30575" y="101251"/>
                      </a:cubicBezTo>
                      <a:close/>
                      <a:moveTo>
                        <a:pt x="33814" y="89440"/>
                      </a:moveTo>
                      <a:lnTo>
                        <a:pt x="33814" y="88297"/>
                      </a:lnTo>
                      <a:lnTo>
                        <a:pt x="30575" y="86678"/>
                      </a:lnTo>
                      <a:lnTo>
                        <a:pt x="33814" y="89440"/>
                      </a:lnTo>
                      <a:close/>
                      <a:moveTo>
                        <a:pt x="36385" y="93726"/>
                      </a:moveTo>
                      <a:cubicBezTo>
                        <a:pt x="36385" y="93726"/>
                        <a:pt x="36766" y="93726"/>
                        <a:pt x="37814" y="94012"/>
                      </a:cubicBezTo>
                      <a:cubicBezTo>
                        <a:pt x="38290" y="94107"/>
                        <a:pt x="38767" y="93821"/>
                        <a:pt x="39052" y="93154"/>
                      </a:cubicBezTo>
                      <a:cubicBezTo>
                        <a:pt x="37909" y="92773"/>
                        <a:pt x="37052" y="92964"/>
                        <a:pt x="36385" y="93726"/>
                      </a:cubicBezTo>
                      <a:cubicBezTo>
                        <a:pt x="36195" y="93726"/>
                        <a:pt x="36004" y="93821"/>
                        <a:pt x="36004" y="94107"/>
                      </a:cubicBezTo>
                      <a:lnTo>
                        <a:pt x="34957" y="95250"/>
                      </a:lnTo>
                      <a:lnTo>
                        <a:pt x="36004" y="95250"/>
                      </a:lnTo>
                      <a:cubicBezTo>
                        <a:pt x="36004" y="95250"/>
                        <a:pt x="36004" y="94393"/>
                        <a:pt x="36004" y="94107"/>
                      </a:cubicBezTo>
                      <a:lnTo>
                        <a:pt x="36385" y="93726"/>
                      </a:lnTo>
                      <a:close/>
                      <a:moveTo>
                        <a:pt x="37052" y="41148"/>
                      </a:moveTo>
                      <a:cubicBezTo>
                        <a:pt x="37529" y="40672"/>
                        <a:pt x="37624" y="40291"/>
                        <a:pt x="37529" y="39910"/>
                      </a:cubicBezTo>
                      <a:lnTo>
                        <a:pt x="37909" y="38957"/>
                      </a:lnTo>
                      <a:cubicBezTo>
                        <a:pt x="37909" y="38957"/>
                        <a:pt x="37052" y="38100"/>
                        <a:pt x="36385" y="37814"/>
                      </a:cubicBezTo>
                      <a:cubicBezTo>
                        <a:pt x="35814" y="37529"/>
                        <a:pt x="35433" y="37433"/>
                        <a:pt x="35242" y="37433"/>
                      </a:cubicBezTo>
                      <a:cubicBezTo>
                        <a:pt x="36671" y="38195"/>
                        <a:pt x="37433" y="39053"/>
                        <a:pt x="37433" y="39910"/>
                      </a:cubicBezTo>
                      <a:lnTo>
                        <a:pt x="36957" y="41148"/>
                      </a:lnTo>
                      <a:close/>
                      <a:moveTo>
                        <a:pt x="46672" y="33147"/>
                      </a:moveTo>
                      <a:lnTo>
                        <a:pt x="46672" y="32671"/>
                      </a:lnTo>
                      <a:cubicBezTo>
                        <a:pt x="46291" y="30289"/>
                        <a:pt x="44672" y="29051"/>
                        <a:pt x="41624" y="29051"/>
                      </a:cubicBezTo>
                      <a:cubicBezTo>
                        <a:pt x="39338" y="29051"/>
                        <a:pt x="37433" y="29718"/>
                        <a:pt x="35909" y="30956"/>
                      </a:cubicBezTo>
                      <a:cubicBezTo>
                        <a:pt x="36385" y="31147"/>
                        <a:pt x="36862" y="32004"/>
                        <a:pt x="37433" y="33623"/>
                      </a:cubicBezTo>
                      <a:cubicBezTo>
                        <a:pt x="37909" y="35243"/>
                        <a:pt x="38862" y="35909"/>
                        <a:pt x="40196" y="35623"/>
                      </a:cubicBezTo>
                      <a:lnTo>
                        <a:pt x="40196" y="35243"/>
                      </a:lnTo>
                      <a:cubicBezTo>
                        <a:pt x="40196" y="35243"/>
                        <a:pt x="40767" y="33909"/>
                        <a:pt x="41148" y="32195"/>
                      </a:cubicBezTo>
                      <a:cubicBezTo>
                        <a:pt x="41434" y="30766"/>
                        <a:pt x="42005" y="30004"/>
                        <a:pt x="42767" y="30004"/>
                      </a:cubicBezTo>
                      <a:cubicBezTo>
                        <a:pt x="43148" y="30004"/>
                        <a:pt x="43624" y="30194"/>
                        <a:pt x="44005" y="30385"/>
                      </a:cubicBezTo>
                      <a:lnTo>
                        <a:pt x="44005" y="31528"/>
                      </a:lnTo>
                      <a:cubicBezTo>
                        <a:pt x="44005" y="31528"/>
                        <a:pt x="44387" y="31337"/>
                        <a:pt x="44672" y="31337"/>
                      </a:cubicBezTo>
                      <a:cubicBezTo>
                        <a:pt x="44863" y="31337"/>
                        <a:pt x="45529" y="31909"/>
                        <a:pt x="46672" y="33052"/>
                      </a:cubicBezTo>
                      <a:close/>
                      <a:moveTo>
                        <a:pt x="37909" y="77534"/>
                      </a:moveTo>
                      <a:cubicBezTo>
                        <a:pt x="37052" y="77534"/>
                        <a:pt x="36576" y="77343"/>
                        <a:pt x="36385" y="77153"/>
                      </a:cubicBezTo>
                      <a:lnTo>
                        <a:pt x="37529" y="78677"/>
                      </a:lnTo>
                      <a:cubicBezTo>
                        <a:pt x="37529" y="78677"/>
                        <a:pt x="38100" y="78010"/>
                        <a:pt x="37909" y="77534"/>
                      </a:cubicBezTo>
                      <a:close/>
                      <a:moveTo>
                        <a:pt x="39052" y="34671"/>
                      </a:moveTo>
                      <a:lnTo>
                        <a:pt x="38671" y="34290"/>
                      </a:lnTo>
                      <a:lnTo>
                        <a:pt x="39814" y="34290"/>
                      </a:lnTo>
                      <a:cubicBezTo>
                        <a:pt x="39814" y="34290"/>
                        <a:pt x="39529" y="34480"/>
                        <a:pt x="39148" y="34671"/>
                      </a:cubicBezTo>
                      <a:close/>
                      <a:moveTo>
                        <a:pt x="39719" y="34290"/>
                      </a:moveTo>
                      <a:cubicBezTo>
                        <a:pt x="39719" y="34290"/>
                        <a:pt x="40005" y="34099"/>
                        <a:pt x="40100" y="34290"/>
                      </a:cubicBezTo>
                      <a:lnTo>
                        <a:pt x="39719" y="34290"/>
                      </a:lnTo>
                      <a:close/>
                      <a:moveTo>
                        <a:pt x="40672" y="102394"/>
                      </a:moveTo>
                      <a:lnTo>
                        <a:pt x="41815" y="101251"/>
                      </a:lnTo>
                      <a:cubicBezTo>
                        <a:pt x="41338" y="100774"/>
                        <a:pt x="40957" y="100584"/>
                        <a:pt x="40672" y="100584"/>
                      </a:cubicBezTo>
                      <a:lnTo>
                        <a:pt x="40672" y="102394"/>
                      </a:lnTo>
                      <a:close/>
                      <a:moveTo>
                        <a:pt x="42291" y="36195"/>
                      </a:moveTo>
                      <a:cubicBezTo>
                        <a:pt x="42481" y="35623"/>
                        <a:pt x="42291" y="34957"/>
                        <a:pt x="41720" y="34290"/>
                      </a:cubicBezTo>
                      <a:lnTo>
                        <a:pt x="41720" y="36957"/>
                      </a:lnTo>
                      <a:lnTo>
                        <a:pt x="42291" y="36290"/>
                      </a:lnTo>
                      <a:close/>
                      <a:moveTo>
                        <a:pt x="44387" y="111252"/>
                      </a:moveTo>
                      <a:lnTo>
                        <a:pt x="44005" y="110871"/>
                      </a:lnTo>
                      <a:lnTo>
                        <a:pt x="45148" y="110871"/>
                      </a:lnTo>
                      <a:cubicBezTo>
                        <a:pt x="44577" y="111157"/>
                        <a:pt x="44387" y="111252"/>
                        <a:pt x="44482" y="111252"/>
                      </a:cubicBezTo>
                      <a:close/>
                      <a:moveTo>
                        <a:pt x="57817" y="99727"/>
                      </a:moveTo>
                      <a:lnTo>
                        <a:pt x="58388" y="98965"/>
                      </a:lnTo>
                      <a:lnTo>
                        <a:pt x="57817" y="97441"/>
                      </a:lnTo>
                      <a:lnTo>
                        <a:pt x="57817" y="9963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 name="Google Shape;878;p99"/>
                <p:cNvSpPr/>
                <p:nvPr/>
              </p:nvSpPr>
              <p:spPr>
                <a:xfrm>
                  <a:off x="5712903" y="4999954"/>
                  <a:ext cx="74771" cy="111732"/>
                </a:xfrm>
                <a:custGeom>
                  <a:avLst/>
                  <a:gdLst/>
                  <a:ahLst/>
                  <a:cxnLst/>
                  <a:rect l="l" t="t" r="r" b="b"/>
                  <a:pathLst>
                    <a:path w="74771" h="111732" extrusionOk="0">
                      <a:moveTo>
                        <a:pt x="73628" y="3528"/>
                      </a:moveTo>
                      <a:lnTo>
                        <a:pt x="74771" y="23245"/>
                      </a:lnTo>
                      <a:cubicBezTo>
                        <a:pt x="72390" y="24007"/>
                        <a:pt x="69342" y="24197"/>
                        <a:pt x="65342" y="23816"/>
                      </a:cubicBezTo>
                      <a:cubicBezTo>
                        <a:pt x="60674" y="23340"/>
                        <a:pt x="57531" y="23245"/>
                        <a:pt x="56007" y="23436"/>
                      </a:cubicBezTo>
                      <a:cubicBezTo>
                        <a:pt x="52673" y="23912"/>
                        <a:pt x="50006" y="25436"/>
                        <a:pt x="48006" y="28103"/>
                      </a:cubicBezTo>
                      <a:cubicBezTo>
                        <a:pt x="48196" y="28770"/>
                        <a:pt x="48292" y="29436"/>
                        <a:pt x="48292" y="30198"/>
                      </a:cubicBezTo>
                      <a:cubicBezTo>
                        <a:pt x="48292" y="30960"/>
                        <a:pt x="48196" y="32008"/>
                        <a:pt x="47911" y="33437"/>
                      </a:cubicBezTo>
                      <a:cubicBezTo>
                        <a:pt x="47625" y="34865"/>
                        <a:pt x="47530" y="36008"/>
                        <a:pt x="47530" y="36675"/>
                      </a:cubicBezTo>
                      <a:cubicBezTo>
                        <a:pt x="47530" y="37818"/>
                        <a:pt x="47720" y="38866"/>
                        <a:pt x="48101" y="39914"/>
                      </a:cubicBezTo>
                      <a:cubicBezTo>
                        <a:pt x="48387" y="40485"/>
                        <a:pt x="48482" y="40962"/>
                        <a:pt x="48482" y="41438"/>
                      </a:cubicBezTo>
                      <a:cubicBezTo>
                        <a:pt x="48482" y="42104"/>
                        <a:pt x="48292" y="42771"/>
                        <a:pt x="47911" y="43629"/>
                      </a:cubicBezTo>
                      <a:cubicBezTo>
                        <a:pt x="47530" y="44486"/>
                        <a:pt x="47339" y="45057"/>
                        <a:pt x="47339" y="45438"/>
                      </a:cubicBezTo>
                      <a:cubicBezTo>
                        <a:pt x="47339" y="46010"/>
                        <a:pt x="47530" y="46486"/>
                        <a:pt x="48006" y="46962"/>
                      </a:cubicBezTo>
                      <a:lnTo>
                        <a:pt x="47625" y="53249"/>
                      </a:lnTo>
                      <a:cubicBezTo>
                        <a:pt x="47530" y="52487"/>
                        <a:pt x="46958" y="52011"/>
                        <a:pt x="46101" y="51820"/>
                      </a:cubicBezTo>
                      <a:cubicBezTo>
                        <a:pt x="44863" y="51439"/>
                        <a:pt x="44101" y="51248"/>
                        <a:pt x="43910" y="51153"/>
                      </a:cubicBezTo>
                      <a:cubicBezTo>
                        <a:pt x="43529" y="51439"/>
                        <a:pt x="43434" y="51820"/>
                        <a:pt x="43529" y="52201"/>
                      </a:cubicBezTo>
                      <a:cubicBezTo>
                        <a:pt x="43529" y="52582"/>
                        <a:pt x="43529" y="53058"/>
                        <a:pt x="43434" y="53344"/>
                      </a:cubicBezTo>
                      <a:cubicBezTo>
                        <a:pt x="44005" y="53058"/>
                        <a:pt x="44387" y="52963"/>
                        <a:pt x="44768" y="52963"/>
                      </a:cubicBezTo>
                      <a:cubicBezTo>
                        <a:pt x="45434" y="52963"/>
                        <a:pt x="45911" y="53630"/>
                        <a:pt x="46292" y="55058"/>
                      </a:cubicBezTo>
                      <a:cubicBezTo>
                        <a:pt x="46672" y="56773"/>
                        <a:pt x="46958" y="57821"/>
                        <a:pt x="47244" y="58106"/>
                      </a:cubicBezTo>
                      <a:lnTo>
                        <a:pt x="46577" y="58106"/>
                      </a:lnTo>
                      <a:cubicBezTo>
                        <a:pt x="47720" y="61154"/>
                        <a:pt x="48292" y="65441"/>
                        <a:pt x="48387" y="70870"/>
                      </a:cubicBezTo>
                      <a:cubicBezTo>
                        <a:pt x="48387" y="75251"/>
                        <a:pt x="48292" y="79728"/>
                        <a:pt x="48292" y="84014"/>
                      </a:cubicBezTo>
                      <a:cubicBezTo>
                        <a:pt x="48292" y="86586"/>
                        <a:pt x="48578" y="88872"/>
                        <a:pt x="48863" y="90968"/>
                      </a:cubicBezTo>
                      <a:cubicBezTo>
                        <a:pt x="48959" y="90968"/>
                        <a:pt x="49339" y="91158"/>
                        <a:pt x="49911" y="91539"/>
                      </a:cubicBezTo>
                      <a:cubicBezTo>
                        <a:pt x="50482" y="91920"/>
                        <a:pt x="51054" y="92015"/>
                        <a:pt x="51530" y="91825"/>
                      </a:cubicBezTo>
                      <a:cubicBezTo>
                        <a:pt x="50863" y="93254"/>
                        <a:pt x="50482" y="96778"/>
                        <a:pt x="50292" y="102493"/>
                      </a:cubicBezTo>
                      <a:cubicBezTo>
                        <a:pt x="50292" y="105636"/>
                        <a:pt x="49244" y="107827"/>
                        <a:pt x="47339" y="109065"/>
                      </a:cubicBezTo>
                      <a:cubicBezTo>
                        <a:pt x="47625" y="109256"/>
                        <a:pt x="47815" y="109732"/>
                        <a:pt x="47815" y="110589"/>
                      </a:cubicBezTo>
                      <a:cubicBezTo>
                        <a:pt x="46768" y="110589"/>
                        <a:pt x="43624" y="110589"/>
                        <a:pt x="38386" y="110589"/>
                      </a:cubicBezTo>
                      <a:cubicBezTo>
                        <a:pt x="34480" y="110589"/>
                        <a:pt x="31432" y="110875"/>
                        <a:pt x="29051" y="111732"/>
                      </a:cubicBezTo>
                      <a:cubicBezTo>
                        <a:pt x="27051" y="110018"/>
                        <a:pt x="26194" y="107541"/>
                        <a:pt x="26194" y="104207"/>
                      </a:cubicBezTo>
                      <a:cubicBezTo>
                        <a:pt x="26194" y="101350"/>
                        <a:pt x="26289" y="98492"/>
                        <a:pt x="26289" y="95635"/>
                      </a:cubicBezTo>
                      <a:cubicBezTo>
                        <a:pt x="26765" y="84967"/>
                        <a:pt x="26956" y="73918"/>
                        <a:pt x="26956" y="62297"/>
                      </a:cubicBezTo>
                      <a:cubicBezTo>
                        <a:pt x="26956" y="50677"/>
                        <a:pt x="26765" y="38961"/>
                        <a:pt x="26289" y="26674"/>
                      </a:cubicBezTo>
                      <a:cubicBezTo>
                        <a:pt x="25718" y="24769"/>
                        <a:pt x="24289" y="23816"/>
                        <a:pt x="21907" y="23816"/>
                      </a:cubicBezTo>
                      <a:cubicBezTo>
                        <a:pt x="21431" y="23816"/>
                        <a:pt x="20764" y="23816"/>
                        <a:pt x="20003" y="24007"/>
                      </a:cubicBezTo>
                      <a:lnTo>
                        <a:pt x="18193" y="24007"/>
                      </a:lnTo>
                      <a:cubicBezTo>
                        <a:pt x="16954" y="24007"/>
                        <a:pt x="16002" y="23816"/>
                        <a:pt x="15240" y="23436"/>
                      </a:cubicBezTo>
                      <a:cubicBezTo>
                        <a:pt x="16097" y="23436"/>
                        <a:pt x="13335" y="23626"/>
                        <a:pt x="6953" y="23626"/>
                      </a:cubicBezTo>
                      <a:cubicBezTo>
                        <a:pt x="4096" y="23626"/>
                        <a:pt x="1714" y="22864"/>
                        <a:pt x="0" y="21340"/>
                      </a:cubicBezTo>
                      <a:lnTo>
                        <a:pt x="0" y="1909"/>
                      </a:lnTo>
                      <a:cubicBezTo>
                        <a:pt x="0" y="1909"/>
                        <a:pt x="1048" y="2576"/>
                        <a:pt x="1714" y="2576"/>
                      </a:cubicBezTo>
                      <a:cubicBezTo>
                        <a:pt x="2857" y="2576"/>
                        <a:pt x="3905" y="1814"/>
                        <a:pt x="5048" y="385"/>
                      </a:cubicBezTo>
                      <a:cubicBezTo>
                        <a:pt x="10668" y="4"/>
                        <a:pt x="19050" y="4"/>
                        <a:pt x="30099" y="290"/>
                      </a:cubicBezTo>
                      <a:cubicBezTo>
                        <a:pt x="41148" y="575"/>
                        <a:pt x="49625" y="480"/>
                        <a:pt x="55531" y="4"/>
                      </a:cubicBezTo>
                      <a:cubicBezTo>
                        <a:pt x="55817" y="575"/>
                        <a:pt x="56197" y="861"/>
                        <a:pt x="56769" y="861"/>
                      </a:cubicBezTo>
                      <a:cubicBezTo>
                        <a:pt x="57150" y="861"/>
                        <a:pt x="57626" y="766"/>
                        <a:pt x="58293" y="480"/>
                      </a:cubicBezTo>
                      <a:cubicBezTo>
                        <a:pt x="58960" y="195"/>
                        <a:pt x="59436" y="99"/>
                        <a:pt x="59722" y="99"/>
                      </a:cubicBezTo>
                      <a:cubicBezTo>
                        <a:pt x="60865" y="766"/>
                        <a:pt x="63722" y="766"/>
                        <a:pt x="68485" y="99"/>
                      </a:cubicBezTo>
                      <a:cubicBezTo>
                        <a:pt x="72009" y="-377"/>
                        <a:pt x="73819" y="861"/>
                        <a:pt x="74009" y="3814"/>
                      </a:cubicBezTo>
                      <a:close/>
                      <a:moveTo>
                        <a:pt x="11621" y="7814"/>
                      </a:moveTo>
                      <a:cubicBezTo>
                        <a:pt x="12573" y="6386"/>
                        <a:pt x="13716" y="5624"/>
                        <a:pt x="15240" y="5624"/>
                      </a:cubicBezTo>
                      <a:cubicBezTo>
                        <a:pt x="15812" y="5624"/>
                        <a:pt x="16669" y="5719"/>
                        <a:pt x="17907" y="6005"/>
                      </a:cubicBezTo>
                      <a:cubicBezTo>
                        <a:pt x="19145" y="6290"/>
                        <a:pt x="20193" y="6386"/>
                        <a:pt x="20860" y="6386"/>
                      </a:cubicBezTo>
                      <a:cubicBezTo>
                        <a:pt x="21527" y="6386"/>
                        <a:pt x="22288" y="6386"/>
                        <a:pt x="22955" y="6100"/>
                      </a:cubicBezTo>
                      <a:lnTo>
                        <a:pt x="20764" y="3909"/>
                      </a:lnTo>
                      <a:cubicBezTo>
                        <a:pt x="20003" y="3909"/>
                        <a:pt x="19621" y="3528"/>
                        <a:pt x="19717" y="2766"/>
                      </a:cubicBezTo>
                      <a:cubicBezTo>
                        <a:pt x="19907" y="1814"/>
                        <a:pt x="19907" y="1337"/>
                        <a:pt x="19717" y="1242"/>
                      </a:cubicBezTo>
                      <a:cubicBezTo>
                        <a:pt x="19431" y="1814"/>
                        <a:pt x="19050" y="2099"/>
                        <a:pt x="18764" y="2195"/>
                      </a:cubicBezTo>
                      <a:cubicBezTo>
                        <a:pt x="18574" y="2195"/>
                        <a:pt x="18383" y="2099"/>
                        <a:pt x="18002" y="2099"/>
                      </a:cubicBezTo>
                      <a:cubicBezTo>
                        <a:pt x="18002" y="2099"/>
                        <a:pt x="18002" y="2671"/>
                        <a:pt x="18002" y="3528"/>
                      </a:cubicBezTo>
                      <a:cubicBezTo>
                        <a:pt x="16954" y="4290"/>
                        <a:pt x="15430" y="4671"/>
                        <a:pt x="13716" y="4862"/>
                      </a:cubicBezTo>
                      <a:cubicBezTo>
                        <a:pt x="11621" y="5052"/>
                        <a:pt x="10192" y="5243"/>
                        <a:pt x="9620" y="5529"/>
                      </a:cubicBezTo>
                      <a:lnTo>
                        <a:pt x="12382" y="5529"/>
                      </a:lnTo>
                      <a:cubicBezTo>
                        <a:pt x="11811" y="6386"/>
                        <a:pt x="11335" y="6957"/>
                        <a:pt x="10763" y="7148"/>
                      </a:cubicBezTo>
                      <a:cubicBezTo>
                        <a:pt x="10763" y="7148"/>
                        <a:pt x="10668" y="7148"/>
                        <a:pt x="10668" y="7053"/>
                      </a:cubicBezTo>
                      <a:cubicBezTo>
                        <a:pt x="10478" y="7053"/>
                        <a:pt x="10287" y="7338"/>
                        <a:pt x="10096" y="7433"/>
                      </a:cubicBezTo>
                      <a:cubicBezTo>
                        <a:pt x="9525" y="7624"/>
                        <a:pt x="9144" y="7719"/>
                        <a:pt x="8858" y="7719"/>
                      </a:cubicBezTo>
                      <a:cubicBezTo>
                        <a:pt x="8477" y="7529"/>
                        <a:pt x="8001" y="7529"/>
                        <a:pt x="7334" y="7719"/>
                      </a:cubicBezTo>
                      <a:cubicBezTo>
                        <a:pt x="5334" y="7529"/>
                        <a:pt x="4096" y="7529"/>
                        <a:pt x="3334" y="7719"/>
                      </a:cubicBezTo>
                      <a:lnTo>
                        <a:pt x="3334" y="7053"/>
                      </a:lnTo>
                      <a:lnTo>
                        <a:pt x="1714" y="8862"/>
                      </a:lnTo>
                      <a:cubicBezTo>
                        <a:pt x="1714" y="8862"/>
                        <a:pt x="2667" y="9148"/>
                        <a:pt x="3238" y="9148"/>
                      </a:cubicBezTo>
                      <a:cubicBezTo>
                        <a:pt x="3429" y="9148"/>
                        <a:pt x="4858" y="8672"/>
                        <a:pt x="7429" y="7719"/>
                      </a:cubicBezTo>
                      <a:lnTo>
                        <a:pt x="8954" y="7719"/>
                      </a:lnTo>
                      <a:cubicBezTo>
                        <a:pt x="8954" y="7719"/>
                        <a:pt x="9430" y="8195"/>
                        <a:pt x="9620" y="8481"/>
                      </a:cubicBezTo>
                      <a:cubicBezTo>
                        <a:pt x="9811" y="8767"/>
                        <a:pt x="10001" y="9243"/>
                        <a:pt x="10192" y="9624"/>
                      </a:cubicBezTo>
                      <a:cubicBezTo>
                        <a:pt x="10192" y="9338"/>
                        <a:pt x="9906" y="9053"/>
                        <a:pt x="9811" y="8672"/>
                      </a:cubicBezTo>
                      <a:cubicBezTo>
                        <a:pt x="9811" y="8100"/>
                        <a:pt x="9906" y="7719"/>
                        <a:pt x="10192" y="7433"/>
                      </a:cubicBezTo>
                      <a:cubicBezTo>
                        <a:pt x="10382" y="7433"/>
                        <a:pt x="10573" y="7433"/>
                        <a:pt x="10859" y="7148"/>
                      </a:cubicBezTo>
                      <a:cubicBezTo>
                        <a:pt x="11525" y="8100"/>
                        <a:pt x="11811" y="8672"/>
                        <a:pt x="11811" y="8862"/>
                      </a:cubicBezTo>
                      <a:lnTo>
                        <a:pt x="15621" y="8195"/>
                      </a:lnTo>
                      <a:lnTo>
                        <a:pt x="11811" y="7719"/>
                      </a:lnTo>
                      <a:close/>
                      <a:moveTo>
                        <a:pt x="8858" y="14196"/>
                      </a:moveTo>
                      <a:lnTo>
                        <a:pt x="11049" y="13053"/>
                      </a:lnTo>
                      <a:lnTo>
                        <a:pt x="9906" y="13053"/>
                      </a:lnTo>
                      <a:lnTo>
                        <a:pt x="8763" y="14196"/>
                      </a:lnTo>
                      <a:close/>
                      <a:moveTo>
                        <a:pt x="26003" y="3528"/>
                      </a:moveTo>
                      <a:lnTo>
                        <a:pt x="27718" y="1718"/>
                      </a:lnTo>
                      <a:cubicBezTo>
                        <a:pt x="27146" y="1623"/>
                        <a:pt x="26479" y="1337"/>
                        <a:pt x="25622" y="861"/>
                      </a:cubicBezTo>
                      <a:lnTo>
                        <a:pt x="23813" y="3528"/>
                      </a:lnTo>
                      <a:lnTo>
                        <a:pt x="21812" y="2385"/>
                      </a:lnTo>
                      <a:lnTo>
                        <a:pt x="24479" y="5052"/>
                      </a:lnTo>
                      <a:cubicBezTo>
                        <a:pt x="24479" y="3242"/>
                        <a:pt x="24860" y="2099"/>
                        <a:pt x="25622" y="1718"/>
                      </a:cubicBezTo>
                      <a:cubicBezTo>
                        <a:pt x="25908" y="1909"/>
                        <a:pt x="26003" y="2480"/>
                        <a:pt x="26003" y="3528"/>
                      </a:cubicBezTo>
                      <a:close/>
                      <a:moveTo>
                        <a:pt x="31432" y="59154"/>
                      </a:moveTo>
                      <a:cubicBezTo>
                        <a:pt x="33052" y="59345"/>
                        <a:pt x="33814" y="59154"/>
                        <a:pt x="33623" y="58773"/>
                      </a:cubicBezTo>
                      <a:cubicBezTo>
                        <a:pt x="33242" y="58583"/>
                        <a:pt x="32480" y="58773"/>
                        <a:pt x="31432" y="59154"/>
                      </a:cubicBezTo>
                      <a:cubicBezTo>
                        <a:pt x="30956" y="58964"/>
                        <a:pt x="30575" y="58964"/>
                        <a:pt x="30289" y="59154"/>
                      </a:cubicBezTo>
                      <a:cubicBezTo>
                        <a:pt x="30766" y="59345"/>
                        <a:pt x="31147" y="59345"/>
                        <a:pt x="31432" y="59154"/>
                      </a:cubicBezTo>
                      <a:close/>
                      <a:moveTo>
                        <a:pt x="46006" y="56963"/>
                      </a:moveTo>
                      <a:cubicBezTo>
                        <a:pt x="44958" y="56201"/>
                        <a:pt x="43529" y="55820"/>
                        <a:pt x="41529" y="55820"/>
                      </a:cubicBezTo>
                      <a:cubicBezTo>
                        <a:pt x="39243" y="55820"/>
                        <a:pt x="37624" y="55725"/>
                        <a:pt x="36862" y="55439"/>
                      </a:cubicBezTo>
                      <a:lnTo>
                        <a:pt x="40577" y="57630"/>
                      </a:lnTo>
                      <a:cubicBezTo>
                        <a:pt x="40577" y="57630"/>
                        <a:pt x="39910" y="58202"/>
                        <a:pt x="39910" y="58773"/>
                      </a:cubicBezTo>
                      <a:lnTo>
                        <a:pt x="41053" y="58773"/>
                      </a:lnTo>
                      <a:cubicBezTo>
                        <a:pt x="41053" y="58773"/>
                        <a:pt x="41624" y="59154"/>
                        <a:pt x="41624" y="59345"/>
                      </a:cubicBezTo>
                      <a:cubicBezTo>
                        <a:pt x="41624" y="59345"/>
                        <a:pt x="41529" y="59726"/>
                        <a:pt x="41243" y="60202"/>
                      </a:cubicBezTo>
                      <a:cubicBezTo>
                        <a:pt x="40957" y="60678"/>
                        <a:pt x="40957" y="61059"/>
                        <a:pt x="41148" y="61440"/>
                      </a:cubicBezTo>
                      <a:lnTo>
                        <a:pt x="43339" y="61440"/>
                      </a:lnTo>
                      <a:cubicBezTo>
                        <a:pt x="42196" y="60297"/>
                        <a:pt x="41624" y="59535"/>
                        <a:pt x="41624" y="59059"/>
                      </a:cubicBezTo>
                      <a:cubicBezTo>
                        <a:pt x="41624" y="58678"/>
                        <a:pt x="41910" y="58392"/>
                        <a:pt x="42386" y="58106"/>
                      </a:cubicBezTo>
                      <a:cubicBezTo>
                        <a:pt x="42863" y="57821"/>
                        <a:pt x="43529" y="57630"/>
                        <a:pt x="44196" y="57345"/>
                      </a:cubicBezTo>
                      <a:cubicBezTo>
                        <a:pt x="44863" y="57249"/>
                        <a:pt x="45434" y="57440"/>
                        <a:pt x="46006" y="58011"/>
                      </a:cubicBezTo>
                      <a:lnTo>
                        <a:pt x="46006" y="56868"/>
                      </a:lnTo>
                      <a:close/>
                      <a:moveTo>
                        <a:pt x="40577" y="47343"/>
                      </a:moveTo>
                      <a:cubicBezTo>
                        <a:pt x="41148" y="48105"/>
                        <a:pt x="41815" y="48486"/>
                        <a:pt x="42767" y="48486"/>
                      </a:cubicBezTo>
                      <a:cubicBezTo>
                        <a:pt x="44101" y="48486"/>
                        <a:pt x="45339" y="48010"/>
                        <a:pt x="46387" y="46962"/>
                      </a:cubicBezTo>
                      <a:lnTo>
                        <a:pt x="44291" y="46295"/>
                      </a:lnTo>
                      <a:cubicBezTo>
                        <a:pt x="44291" y="47438"/>
                        <a:pt x="44005" y="48010"/>
                        <a:pt x="43624" y="48010"/>
                      </a:cubicBezTo>
                      <a:cubicBezTo>
                        <a:pt x="43624" y="48010"/>
                        <a:pt x="43148" y="47724"/>
                        <a:pt x="42481" y="47057"/>
                      </a:cubicBezTo>
                      <a:cubicBezTo>
                        <a:pt x="41815" y="46391"/>
                        <a:pt x="41148" y="46200"/>
                        <a:pt x="40672" y="46391"/>
                      </a:cubicBezTo>
                      <a:lnTo>
                        <a:pt x="40672" y="47534"/>
                      </a:lnTo>
                      <a:close/>
                      <a:moveTo>
                        <a:pt x="45720" y="60583"/>
                      </a:moveTo>
                      <a:lnTo>
                        <a:pt x="45720" y="60583"/>
                      </a:lnTo>
                      <a:lnTo>
                        <a:pt x="43244" y="58773"/>
                      </a:lnTo>
                      <a:cubicBezTo>
                        <a:pt x="42958" y="59630"/>
                        <a:pt x="43244" y="60107"/>
                        <a:pt x="44005" y="60297"/>
                      </a:cubicBezTo>
                      <a:cubicBezTo>
                        <a:pt x="44577" y="60297"/>
                        <a:pt x="45148" y="60488"/>
                        <a:pt x="45720" y="60583"/>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 name="Google Shape;879;p99"/>
                <p:cNvSpPr/>
                <p:nvPr/>
              </p:nvSpPr>
              <p:spPr>
                <a:xfrm>
                  <a:off x="5793390" y="4998815"/>
                  <a:ext cx="86391" cy="112680"/>
                </a:xfrm>
                <a:custGeom>
                  <a:avLst/>
                  <a:gdLst/>
                  <a:ahLst/>
                  <a:cxnLst/>
                  <a:rect l="l" t="t" r="r" b="b"/>
                  <a:pathLst>
                    <a:path w="86391" h="112680" extrusionOk="0">
                      <a:moveTo>
                        <a:pt x="76200" y="90106"/>
                      </a:moveTo>
                      <a:cubicBezTo>
                        <a:pt x="78105" y="91250"/>
                        <a:pt x="79057" y="93250"/>
                        <a:pt x="79248" y="96012"/>
                      </a:cubicBezTo>
                      <a:cubicBezTo>
                        <a:pt x="79248" y="98393"/>
                        <a:pt x="79343" y="100775"/>
                        <a:pt x="79343" y="103061"/>
                      </a:cubicBezTo>
                      <a:cubicBezTo>
                        <a:pt x="79343" y="104299"/>
                        <a:pt x="79629" y="105442"/>
                        <a:pt x="79915" y="106394"/>
                      </a:cubicBezTo>
                      <a:cubicBezTo>
                        <a:pt x="77343" y="110585"/>
                        <a:pt x="72962" y="112681"/>
                        <a:pt x="66865" y="112681"/>
                      </a:cubicBezTo>
                      <a:cubicBezTo>
                        <a:pt x="65151" y="112681"/>
                        <a:pt x="62389" y="112490"/>
                        <a:pt x="58579" y="112109"/>
                      </a:cubicBezTo>
                      <a:cubicBezTo>
                        <a:pt x="54864" y="111728"/>
                        <a:pt x="52006" y="111538"/>
                        <a:pt x="50197" y="111538"/>
                      </a:cubicBezTo>
                      <a:cubicBezTo>
                        <a:pt x="48196" y="111538"/>
                        <a:pt x="46482" y="111538"/>
                        <a:pt x="45053" y="111823"/>
                      </a:cubicBezTo>
                      <a:lnTo>
                        <a:pt x="13430" y="111823"/>
                      </a:lnTo>
                      <a:lnTo>
                        <a:pt x="13430" y="111443"/>
                      </a:lnTo>
                      <a:cubicBezTo>
                        <a:pt x="12287" y="110776"/>
                        <a:pt x="10382" y="110680"/>
                        <a:pt x="7620" y="111157"/>
                      </a:cubicBezTo>
                      <a:cubicBezTo>
                        <a:pt x="4858" y="111633"/>
                        <a:pt x="2667" y="111347"/>
                        <a:pt x="1238" y="110300"/>
                      </a:cubicBezTo>
                      <a:cubicBezTo>
                        <a:pt x="1714" y="97060"/>
                        <a:pt x="2000" y="84011"/>
                        <a:pt x="2000" y="71056"/>
                      </a:cubicBezTo>
                      <a:cubicBezTo>
                        <a:pt x="2000" y="58103"/>
                        <a:pt x="1810" y="44958"/>
                        <a:pt x="1238" y="31718"/>
                      </a:cubicBezTo>
                      <a:cubicBezTo>
                        <a:pt x="1810" y="32099"/>
                        <a:pt x="2191" y="32290"/>
                        <a:pt x="2381" y="32099"/>
                      </a:cubicBezTo>
                      <a:lnTo>
                        <a:pt x="2857" y="31718"/>
                      </a:lnTo>
                      <a:cubicBezTo>
                        <a:pt x="2857" y="31147"/>
                        <a:pt x="2667" y="30766"/>
                        <a:pt x="2096" y="30575"/>
                      </a:cubicBezTo>
                      <a:cubicBezTo>
                        <a:pt x="1524" y="30385"/>
                        <a:pt x="1238" y="30194"/>
                        <a:pt x="1238" y="30099"/>
                      </a:cubicBezTo>
                      <a:cubicBezTo>
                        <a:pt x="1238" y="29909"/>
                        <a:pt x="1429" y="29623"/>
                        <a:pt x="2000" y="29146"/>
                      </a:cubicBezTo>
                      <a:cubicBezTo>
                        <a:pt x="2000" y="30004"/>
                        <a:pt x="2096" y="30480"/>
                        <a:pt x="2381" y="30671"/>
                      </a:cubicBezTo>
                      <a:cubicBezTo>
                        <a:pt x="3334" y="30671"/>
                        <a:pt x="3619" y="30099"/>
                        <a:pt x="3143" y="29051"/>
                      </a:cubicBezTo>
                      <a:cubicBezTo>
                        <a:pt x="2762" y="28099"/>
                        <a:pt x="2857" y="27527"/>
                        <a:pt x="3429" y="27337"/>
                      </a:cubicBezTo>
                      <a:cubicBezTo>
                        <a:pt x="3429" y="27527"/>
                        <a:pt x="3429" y="27718"/>
                        <a:pt x="3429" y="27908"/>
                      </a:cubicBezTo>
                      <a:cubicBezTo>
                        <a:pt x="3429" y="28289"/>
                        <a:pt x="3619" y="28670"/>
                        <a:pt x="4191" y="29051"/>
                      </a:cubicBezTo>
                      <a:cubicBezTo>
                        <a:pt x="4667" y="29432"/>
                        <a:pt x="4953" y="29718"/>
                        <a:pt x="5048" y="30004"/>
                      </a:cubicBezTo>
                      <a:lnTo>
                        <a:pt x="7239" y="29623"/>
                      </a:lnTo>
                      <a:lnTo>
                        <a:pt x="5048" y="28099"/>
                      </a:lnTo>
                      <a:lnTo>
                        <a:pt x="7239" y="26956"/>
                      </a:lnTo>
                      <a:cubicBezTo>
                        <a:pt x="7239" y="26956"/>
                        <a:pt x="6572" y="26384"/>
                        <a:pt x="5524" y="25337"/>
                      </a:cubicBezTo>
                      <a:cubicBezTo>
                        <a:pt x="4763" y="24670"/>
                        <a:pt x="4191" y="24384"/>
                        <a:pt x="3715" y="24384"/>
                      </a:cubicBezTo>
                      <a:cubicBezTo>
                        <a:pt x="3238" y="24384"/>
                        <a:pt x="2667" y="24765"/>
                        <a:pt x="2286" y="25527"/>
                      </a:cubicBezTo>
                      <a:cubicBezTo>
                        <a:pt x="1714" y="25146"/>
                        <a:pt x="1333" y="24860"/>
                        <a:pt x="1333" y="24384"/>
                      </a:cubicBezTo>
                      <a:cubicBezTo>
                        <a:pt x="1333" y="24194"/>
                        <a:pt x="1714" y="23813"/>
                        <a:pt x="2476" y="23241"/>
                      </a:cubicBezTo>
                      <a:cubicBezTo>
                        <a:pt x="3238" y="22670"/>
                        <a:pt x="3619" y="22098"/>
                        <a:pt x="3429" y="21622"/>
                      </a:cubicBezTo>
                      <a:lnTo>
                        <a:pt x="4572" y="22765"/>
                      </a:lnTo>
                      <a:lnTo>
                        <a:pt x="5239" y="21907"/>
                      </a:lnTo>
                      <a:cubicBezTo>
                        <a:pt x="5239" y="21907"/>
                        <a:pt x="5810" y="22288"/>
                        <a:pt x="6191" y="22288"/>
                      </a:cubicBezTo>
                      <a:cubicBezTo>
                        <a:pt x="6667" y="22288"/>
                        <a:pt x="7429" y="22098"/>
                        <a:pt x="8382" y="21622"/>
                      </a:cubicBezTo>
                      <a:cubicBezTo>
                        <a:pt x="9334" y="21146"/>
                        <a:pt x="10001" y="20955"/>
                        <a:pt x="10477" y="20955"/>
                      </a:cubicBezTo>
                      <a:cubicBezTo>
                        <a:pt x="11049" y="20955"/>
                        <a:pt x="11525" y="21241"/>
                        <a:pt x="11906" y="21622"/>
                      </a:cubicBezTo>
                      <a:lnTo>
                        <a:pt x="12573" y="21241"/>
                      </a:lnTo>
                      <a:cubicBezTo>
                        <a:pt x="12478" y="20384"/>
                        <a:pt x="12001" y="19812"/>
                        <a:pt x="10954" y="19526"/>
                      </a:cubicBezTo>
                      <a:cubicBezTo>
                        <a:pt x="10001" y="19240"/>
                        <a:pt x="9430" y="18955"/>
                        <a:pt x="9239" y="18574"/>
                      </a:cubicBezTo>
                      <a:cubicBezTo>
                        <a:pt x="7810" y="18574"/>
                        <a:pt x="5905" y="18574"/>
                        <a:pt x="3810" y="18574"/>
                      </a:cubicBezTo>
                      <a:cubicBezTo>
                        <a:pt x="3619" y="19050"/>
                        <a:pt x="3429" y="19240"/>
                        <a:pt x="3238" y="19240"/>
                      </a:cubicBezTo>
                      <a:cubicBezTo>
                        <a:pt x="2857" y="18955"/>
                        <a:pt x="2572" y="18860"/>
                        <a:pt x="2381" y="18860"/>
                      </a:cubicBezTo>
                      <a:cubicBezTo>
                        <a:pt x="2191" y="18860"/>
                        <a:pt x="2000" y="18860"/>
                        <a:pt x="1810" y="19050"/>
                      </a:cubicBezTo>
                      <a:lnTo>
                        <a:pt x="667" y="14859"/>
                      </a:lnTo>
                      <a:cubicBezTo>
                        <a:pt x="1429" y="14859"/>
                        <a:pt x="1905" y="14573"/>
                        <a:pt x="2191" y="14192"/>
                      </a:cubicBezTo>
                      <a:cubicBezTo>
                        <a:pt x="2191" y="13335"/>
                        <a:pt x="1905" y="13145"/>
                        <a:pt x="1143" y="13526"/>
                      </a:cubicBezTo>
                      <a:cubicBezTo>
                        <a:pt x="476" y="13906"/>
                        <a:pt x="0" y="13811"/>
                        <a:pt x="0" y="13240"/>
                      </a:cubicBezTo>
                      <a:lnTo>
                        <a:pt x="1143" y="12097"/>
                      </a:lnTo>
                      <a:lnTo>
                        <a:pt x="2286" y="13240"/>
                      </a:lnTo>
                      <a:cubicBezTo>
                        <a:pt x="2286" y="13240"/>
                        <a:pt x="2762" y="12097"/>
                        <a:pt x="2762" y="10573"/>
                      </a:cubicBezTo>
                      <a:cubicBezTo>
                        <a:pt x="2762" y="10954"/>
                        <a:pt x="2953" y="11239"/>
                        <a:pt x="3429" y="11430"/>
                      </a:cubicBezTo>
                      <a:cubicBezTo>
                        <a:pt x="4191" y="10859"/>
                        <a:pt x="4572" y="10382"/>
                        <a:pt x="4572" y="10001"/>
                      </a:cubicBezTo>
                      <a:cubicBezTo>
                        <a:pt x="4572" y="9525"/>
                        <a:pt x="3905" y="8858"/>
                        <a:pt x="2667" y="8001"/>
                      </a:cubicBezTo>
                      <a:cubicBezTo>
                        <a:pt x="1429" y="7144"/>
                        <a:pt x="762" y="6287"/>
                        <a:pt x="762" y="5525"/>
                      </a:cubicBezTo>
                      <a:cubicBezTo>
                        <a:pt x="762" y="4858"/>
                        <a:pt x="1143" y="4191"/>
                        <a:pt x="1905" y="3429"/>
                      </a:cubicBezTo>
                      <a:lnTo>
                        <a:pt x="4572" y="667"/>
                      </a:lnTo>
                      <a:cubicBezTo>
                        <a:pt x="9239" y="286"/>
                        <a:pt x="14288" y="0"/>
                        <a:pt x="19717" y="0"/>
                      </a:cubicBezTo>
                      <a:cubicBezTo>
                        <a:pt x="25146" y="0"/>
                        <a:pt x="32480" y="286"/>
                        <a:pt x="42672" y="857"/>
                      </a:cubicBezTo>
                      <a:cubicBezTo>
                        <a:pt x="52864" y="1429"/>
                        <a:pt x="60484" y="1714"/>
                        <a:pt x="65722" y="1714"/>
                      </a:cubicBezTo>
                      <a:cubicBezTo>
                        <a:pt x="69437" y="1714"/>
                        <a:pt x="72962" y="1714"/>
                        <a:pt x="76295" y="1429"/>
                      </a:cubicBezTo>
                      <a:cubicBezTo>
                        <a:pt x="78486" y="3143"/>
                        <a:pt x="79534" y="5334"/>
                        <a:pt x="79534" y="8096"/>
                      </a:cubicBezTo>
                      <a:cubicBezTo>
                        <a:pt x="79534" y="8954"/>
                        <a:pt x="79438" y="10382"/>
                        <a:pt x="79153" y="12478"/>
                      </a:cubicBezTo>
                      <a:cubicBezTo>
                        <a:pt x="78867" y="14573"/>
                        <a:pt x="78772" y="16097"/>
                        <a:pt x="78772" y="17145"/>
                      </a:cubicBezTo>
                      <a:cubicBezTo>
                        <a:pt x="78772" y="18193"/>
                        <a:pt x="78772" y="19240"/>
                        <a:pt x="79057" y="20193"/>
                      </a:cubicBezTo>
                      <a:cubicBezTo>
                        <a:pt x="79057" y="21622"/>
                        <a:pt x="78105" y="22384"/>
                        <a:pt x="76295" y="22384"/>
                      </a:cubicBezTo>
                      <a:cubicBezTo>
                        <a:pt x="76009" y="22384"/>
                        <a:pt x="75533" y="22384"/>
                        <a:pt x="74866" y="22288"/>
                      </a:cubicBezTo>
                      <a:lnTo>
                        <a:pt x="73438" y="22288"/>
                      </a:lnTo>
                      <a:cubicBezTo>
                        <a:pt x="72390" y="22288"/>
                        <a:pt x="71438" y="22479"/>
                        <a:pt x="70961" y="22860"/>
                      </a:cubicBezTo>
                      <a:lnTo>
                        <a:pt x="67913" y="22860"/>
                      </a:lnTo>
                      <a:lnTo>
                        <a:pt x="67913" y="22288"/>
                      </a:lnTo>
                      <a:cubicBezTo>
                        <a:pt x="63627" y="22670"/>
                        <a:pt x="58864" y="22860"/>
                        <a:pt x="53530" y="22860"/>
                      </a:cubicBezTo>
                      <a:cubicBezTo>
                        <a:pt x="50197" y="22955"/>
                        <a:pt x="45339" y="22955"/>
                        <a:pt x="38957" y="22860"/>
                      </a:cubicBezTo>
                      <a:lnTo>
                        <a:pt x="24384" y="22860"/>
                      </a:lnTo>
                      <a:cubicBezTo>
                        <a:pt x="23717" y="24575"/>
                        <a:pt x="23431" y="26479"/>
                        <a:pt x="23431" y="28575"/>
                      </a:cubicBezTo>
                      <a:cubicBezTo>
                        <a:pt x="23431" y="29242"/>
                        <a:pt x="23431" y="30194"/>
                        <a:pt x="23527" y="31432"/>
                      </a:cubicBezTo>
                      <a:lnTo>
                        <a:pt x="23527" y="34480"/>
                      </a:lnTo>
                      <a:cubicBezTo>
                        <a:pt x="23527" y="36481"/>
                        <a:pt x="23336" y="38386"/>
                        <a:pt x="22860" y="40005"/>
                      </a:cubicBezTo>
                      <a:cubicBezTo>
                        <a:pt x="23146" y="41338"/>
                        <a:pt x="23431" y="42577"/>
                        <a:pt x="23527" y="43910"/>
                      </a:cubicBezTo>
                      <a:cubicBezTo>
                        <a:pt x="24003" y="45625"/>
                        <a:pt x="24860" y="46387"/>
                        <a:pt x="26003" y="46387"/>
                      </a:cubicBezTo>
                      <a:cubicBezTo>
                        <a:pt x="26384" y="46387"/>
                        <a:pt x="26765" y="46387"/>
                        <a:pt x="27146" y="46196"/>
                      </a:cubicBezTo>
                      <a:cubicBezTo>
                        <a:pt x="27432" y="46196"/>
                        <a:pt x="27718" y="46387"/>
                        <a:pt x="28099" y="46387"/>
                      </a:cubicBezTo>
                      <a:cubicBezTo>
                        <a:pt x="28480" y="46387"/>
                        <a:pt x="29051" y="46292"/>
                        <a:pt x="29813" y="46101"/>
                      </a:cubicBezTo>
                      <a:cubicBezTo>
                        <a:pt x="30575" y="45911"/>
                        <a:pt x="31051" y="45815"/>
                        <a:pt x="31337" y="45815"/>
                      </a:cubicBezTo>
                      <a:cubicBezTo>
                        <a:pt x="32004" y="45815"/>
                        <a:pt x="32671" y="46196"/>
                        <a:pt x="33147" y="46958"/>
                      </a:cubicBezTo>
                      <a:cubicBezTo>
                        <a:pt x="35623" y="46196"/>
                        <a:pt x="38576" y="45815"/>
                        <a:pt x="41910" y="45815"/>
                      </a:cubicBezTo>
                      <a:cubicBezTo>
                        <a:pt x="43529" y="45815"/>
                        <a:pt x="46006" y="45911"/>
                        <a:pt x="49149" y="46196"/>
                      </a:cubicBezTo>
                      <a:cubicBezTo>
                        <a:pt x="52388" y="46482"/>
                        <a:pt x="54673" y="46577"/>
                        <a:pt x="56293" y="46577"/>
                      </a:cubicBezTo>
                      <a:cubicBezTo>
                        <a:pt x="57912" y="46577"/>
                        <a:pt x="59341" y="46577"/>
                        <a:pt x="60769" y="46292"/>
                      </a:cubicBezTo>
                      <a:cubicBezTo>
                        <a:pt x="61436" y="48578"/>
                        <a:pt x="61722" y="51816"/>
                        <a:pt x="61627" y="56007"/>
                      </a:cubicBezTo>
                      <a:cubicBezTo>
                        <a:pt x="61627" y="60770"/>
                        <a:pt x="61627" y="64008"/>
                        <a:pt x="61913" y="65722"/>
                      </a:cubicBezTo>
                      <a:cubicBezTo>
                        <a:pt x="59912" y="67151"/>
                        <a:pt x="57340" y="67818"/>
                        <a:pt x="54007" y="67818"/>
                      </a:cubicBezTo>
                      <a:cubicBezTo>
                        <a:pt x="52673" y="67818"/>
                        <a:pt x="50482" y="67628"/>
                        <a:pt x="47720" y="67437"/>
                      </a:cubicBezTo>
                      <a:cubicBezTo>
                        <a:pt x="44958" y="67151"/>
                        <a:pt x="42767" y="67056"/>
                        <a:pt x="41338" y="67056"/>
                      </a:cubicBezTo>
                      <a:cubicBezTo>
                        <a:pt x="39910" y="67056"/>
                        <a:pt x="38671" y="67056"/>
                        <a:pt x="37433" y="67342"/>
                      </a:cubicBezTo>
                      <a:lnTo>
                        <a:pt x="37433" y="66675"/>
                      </a:lnTo>
                      <a:cubicBezTo>
                        <a:pt x="36766" y="66770"/>
                        <a:pt x="35338" y="66770"/>
                        <a:pt x="33147" y="66770"/>
                      </a:cubicBezTo>
                      <a:cubicBezTo>
                        <a:pt x="31718" y="66770"/>
                        <a:pt x="30289" y="67056"/>
                        <a:pt x="28956" y="67723"/>
                      </a:cubicBezTo>
                      <a:cubicBezTo>
                        <a:pt x="28480" y="67437"/>
                        <a:pt x="27813" y="67342"/>
                        <a:pt x="27146" y="67342"/>
                      </a:cubicBezTo>
                      <a:cubicBezTo>
                        <a:pt x="26003" y="67437"/>
                        <a:pt x="25432" y="67437"/>
                        <a:pt x="25146" y="67342"/>
                      </a:cubicBezTo>
                      <a:cubicBezTo>
                        <a:pt x="23717" y="67818"/>
                        <a:pt x="22955" y="68961"/>
                        <a:pt x="22955" y="70866"/>
                      </a:cubicBezTo>
                      <a:cubicBezTo>
                        <a:pt x="22955" y="72104"/>
                        <a:pt x="23146" y="73152"/>
                        <a:pt x="23622" y="73914"/>
                      </a:cubicBezTo>
                      <a:cubicBezTo>
                        <a:pt x="21622" y="73343"/>
                        <a:pt x="19812" y="73914"/>
                        <a:pt x="18193" y="75438"/>
                      </a:cubicBezTo>
                      <a:lnTo>
                        <a:pt x="21812" y="74771"/>
                      </a:lnTo>
                      <a:lnTo>
                        <a:pt x="21431" y="75438"/>
                      </a:lnTo>
                      <a:cubicBezTo>
                        <a:pt x="21431" y="75438"/>
                        <a:pt x="21812" y="76010"/>
                        <a:pt x="22098" y="76010"/>
                      </a:cubicBezTo>
                      <a:cubicBezTo>
                        <a:pt x="21907" y="76010"/>
                        <a:pt x="22384" y="75629"/>
                        <a:pt x="23622" y="74771"/>
                      </a:cubicBezTo>
                      <a:cubicBezTo>
                        <a:pt x="23622" y="74390"/>
                        <a:pt x="23622" y="77057"/>
                        <a:pt x="23527" y="82772"/>
                      </a:cubicBezTo>
                      <a:cubicBezTo>
                        <a:pt x="23527" y="86106"/>
                        <a:pt x="24003" y="88678"/>
                        <a:pt x="25146" y="90392"/>
                      </a:cubicBezTo>
                      <a:cubicBezTo>
                        <a:pt x="28575" y="90869"/>
                        <a:pt x="32194" y="91059"/>
                        <a:pt x="36004" y="91059"/>
                      </a:cubicBezTo>
                      <a:cubicBezTo>
                        <a:pt x="38862" y="91059"/>
                        <a:pt x="43053" y="90869"/>
                        <a:pt x="48577" y="90488"/>
                      </a:cubicBezTo>
                      <a:cubicBezTo>
                        <a:pt x="54102" y="90106"/>
                        <a:pt x="58198" y="89916"/>
                        <a:pt x="61055" y="89916"/>
                      </a:cubicBezTo>
                      <a:cubicBezTo>
                        <a:pt x="65151" y="89916"/>
                        <a:pt x="69056" y="90202"/>
                        <a:pt x="72676" y="90773"/>
                      </a:cubicBezTo>
                      <a:cubicBezTo>
                        <a:pt x="73342" y="89249"/>
                        <a:pt x="74581" y="89154"/>
                        <a:pt x="76581" y="90297"/>
                      </a:cubicBezTo>
                      <a:close/>
                      <a:moveTo>
                        <a:pt x="4667" y="20384"/>
                      </a:moveTo>
                      <a:lnTo>
                        <a:pt x="5524" y="21527"/>
                      </a:lnTo>
                      <a:lnTo>
                        <a:pt x="5334" y="21812"/>
                      </a:lnTo>
                      <a:cubicBezTo>
                        <a:pt x="5334" y="21812"/>
                        <a:pt x="4763" y="20955"/>
                        <a:pt x="4667" y="20384"/>
                      </a:cubicBezTo>
                      <a:close/>
                      <a:moveTo>
                        <a:pt x="33147" y="60103"/>
                      </a:moveTo>
                      <a:lnTo>
                        <a:pt x="31432" y="60103"/>
                      </a:lnTo>
                      <a:cubicBezTo>
                        <a:pt x="31718" y="60770"/>
                        <a:pt x="32290" y="60770"/>
                        <a:pt x="33147" y="60103"/>
                      </a:cubicBezTo>
                      <a:lnTo>
                        <a:pt x="33814" y="60103"/>
                      </a:lnTo>
                      <a:cubicBezTo>
                        <a:pt x="33814" y="60103"/>
                        <a:pt x="34099" y="60579"/>
                        <a:pt x="34099" y="61055"/>
                      </a:cubicBezTo>
                      <a:lnTo>
                        <a:pt x="36004" y="60103"/>
                      </a:lnTo>
                      <a:cubicBezTo>
                        <a:pt x="36004" y="60103"/>
                        <a:pt x="36671" y="60865"/>
                        <a:pt x="36671" y="61055"/>
                      </a:cubicBezTo>
                      <a:lnTo>
                        <a:pt x="38767" y="61055"/>
                      </a:lnTo>
                      <a:lnTo>
                        <a:pt x="38767" y="60103"/>
                      </a:lnTo>
                      <a:lnTo>
                        <a:pt x="33718" y="60103"/>
                      </a:lnTo>
                      <a:cubicBezTo>
                        <a:pt x="33718" y="60103"/>
                        <a:pt x="33338" y="59912"/>
                        <a:pt x="33052" y="60103"/>
                      </a:cubicBezTo>
                      <a:close/>
                      <a:moveTo>
                        <a:pt x="60198" y="7811"/>
                      </a:moveTo>
                      <a:lnTo>
                        <a:pt x="59055" y="7144"/>
                      </a:lnTo>
                      <a:lnTo>
                        <a:pt x="60198" y="9335"/>
                      </a:lnTo>
                      <a:lnTo>
                        <a:pt x="60198" y="7811"/>
                      </a:lnTo>
                      <a:close/>
                      <a:moveTo>
                        <a:pt x="85820" y="97631"/>
                      </a:moveTo>
                      <a:lnTo>
                        <a:pt x="86392" y="97631"/>
                      </a:lnTo>
                      <a:lnTo>
                        <a:pt x="84677" y="98584"/>
                      </a:lnTo>
                      <a:lnTo>
                        <a:pt x="85820" y="9763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 name="Google Shape;880;p99"/>
                <p:cNvSpPr/>
                <p:nvPr/>
              </p:nvSpPr>
              <p:spPr>
                <a:xfrm>
                  <a:off x="5858731" y="4988375"/>
                  <a:ext cx="108489" cy="123120"/>
                </a:xfrm>
                <a:custGeom>
                  <a:avLst/>
                  <a:gdLst/>
                  <a:ahLst/>
                  <a:cxnLst/>
                  <a:rect l="l" t="t" r="r" b="b"/>
                  <a:pathLst>
                    <a:path w="108489" h="123120" extrusionOk="0">
                      <a:moveTo>
                        <a:pt x="381" y="52254"/>
                      </a:moveTo>
                      <a:lnTo>
                        <a:pt x="0" y="50159"/>
                      </a:lnTo>
                      <a:lnTo>
                        <a:pt x="1143" y="51683"/>
                      </a:lnTo>
                      <a:lnTo>
                        <a:pt x="476" y="52254"/>
                      </a:lnTo>
                      <a:close/>
                      <a:moveTo>
                        <a:pt x="8477" y="68256"/>
                      </a:moveTo>
                      <a:cubicBezTo>
                        <a:pt x="8477" y="68256"/>
                        <a:pt x="9430" y="68446"/>
                        <a:pt x="10192" y="68923"/>
                      </a:cubicBezTo>
                      <a:lnTo>
                        <a:pt x="8477" y="70066"/>
                      </a:lnTo>
                      <a:lnTo>
                        <a:pt x="8477" y="68256"/>
                      </a:lnTo>
                      <a:close/>
                      <a:moveTo>
                        <a:pt x="12192" y="30537"/>
                      </a:moveTo>
                      <a:cubicBezTo>
                        <a:pt x="12192" y="30537"/>
                        <a:pt x="11335" y="31204"/>
                        <a:pt x="11049" y="31204"/>
                      </a:cubicBezTo>
                      <a:cubicBezTo>
                        <a:pt x="10763" y="31204"/>
                        <a:pt x="10573" y="30823"/>
                        <a:pt x="10382" y="30061"/>
                      </a:cubicBezTo>
                      <a:lnTo>
                        <a:pt x="10096" y="28442"/>
                      </a:lnTo>
                      <a:lnTo>
                        <a:pt x="12192" y="30537"/>
                      </a:lnTo>
                      <a:close/>
                      <a:moveTo>
                        <a:pt x="14383" y="33871"/>
                      </a:moveTo>
                      <a:lnTo>
                        <a:pt x="14764" y="31204"/>
                      </a:lnTo>
                      <a:lnTo>
                        <a:pt x="16288" y="33871"/>
                      </a:lnTo>
                      <a:lnTo>
                        <a:pt x="14288" y="33871"/>
                      </a:lnTo>
                      <a:close/>
                      <a:moveTo>
                        <a:pt x="18193" y="27298"/>
                      </a:moveTo>
                      <a:cubicBezTo>
                        <a:pt x="18097" y="26537"/>
                        <a:pt x="17431" y="26060"/>
                        <a:pt x="16383" y="25679"/>
                      </a:cubicBezTo>
                      <a:cubicBezTo>
                        <a:pt x="15240" y="25298"/>
                        <a:pt x="14764" y="24727"/>
                        <a:pt x="14859" y="24060"/>
                      </a:cubicBezTo>
                      <a:cubicBezTo>
                        <a:pt x="15526" y="23870"/>
                        <a:pt x="16097" y="24060"/>
                        <a:pt x="16669" y="24727"/>
                      </a:cubicBezTo>
                      <a:cubicBezTo>
                        <a:pt x="17621" y="25775"/>
                        <a:pt x="18097" y="26251"/>
                        <a:pt x="18193" y="26251"/>
                      </a:cubicBezTo>
                      <a:lnTo>
                        <a:pt x="18193" y="27394"/>
                      </a:lnTo>
                      <a:close/>
                      <a:moveTo>
                        <a:pt x="19050" y="32728"/>
                      </a:moveTo>
                      <a:lnTo>
                        <a:pt x="17526" y="32728"/>
                      </a:lnTo>
                      <a:cubicBezTo>
                        <a:pt x="17526" y="32728"/>
                        <a:pt x="17717" y="31871"/>
                        <a:pt x="18288" y="31585"/>
                      </a:cubicBezTo>
                      <a:cubicBezTo>
                        <a:pt x="18764" y="31299"/>
                        <a:pt x="19050" y="31394"/>
                        <a:pt x="19145" y="31966"/>
                      </a:cubicBezTo>
                      <a:lnTo>
                        <a:pt x="19145" y="32633"/>
                      </a:lnTo>
                      <a:close/>
                      <a:moveTo>
                        <a:pt x="17526" y="80067"/>
                      </a:moveTo>
                      <a:lnTo>
                        <a:pt x="18669" y="78543"/>
                      </a:lnTo>
                      <a:cubicBezTo>
                        <a:pt x="18669" y="79496"/>
                        <a:pt x="18574" y="79972"/>
                        <a:pt x="18288" y="80067"/>
                      </a:cubicBezTo>
                      <a:lnTo>
                        <a:pt x="17526" y="80067"/>
                      </a:lnTo>
                      <a:close/>
                      <a:moveTo>
                        <a:pt x="18288" y="73114"/>
                      </a:moveTo>
                      <a:cubicBezTo>
                        <a:pt x="18097" y="72352"/>
                        <a:pt x="18764" y="71971"/>
                        <a:pt x="20193" y="71971"/>
                      </a:cubicBezTo>
                      <a:cubicBezTo>
                        <a:pt x="20384" y="72447"/>
                        <a:pt x="20193" y="72828"/>
                        <a:pt x="19812" y="73114"/>
                      </a:cubicBezTo>
                      <a:lnTo>
                        <a:pt x="18288" y="73114"/>
                      </a:lnTo>
                      <a:close/>
                      <a:moveTo>
                        <a:pt x="107252" y="106737"/>
                      </a:moveTo>
                      <a:cubicBezTo>
                        <a:pt x="106585" y="108737"/>
                        <a:pt x="106775" y="113500"/>
                        <a:pt x="107918" y="121215"/>
                      </a:cubicBezTo>
                      <a:cubicBezTo>
                        <a:pt x="107442" y="122358"/>
                        <a:pt x="106775" y="122929"/>
                        <a:pt x="105728" y="122929"/>
                      </a:cubicBezTo>
                      <a:cubicBezTo>
                        <a:pt x="105156" y="122929"/>
                        <a:pt x="104299" y="122739"/>
                        <a:pt x="103251" y="122358"/>
                      </a:cubicBezTo>
                      <a:cubicBezTo>
                        <a:pt x="102108" y="121977"/>
                        <a:pt x="101346" y="121787"/>
                        <a:pt x="100775" y="121787"/>
                      </a:cubicBezTo>
                      <a:cubicBezTo>
                        <a:pt x="98965" y="122263"/>
                        <a:pt x="96679" y="122453"/>
                        <a:pt x="94012" y="122453"/>
                      </a:cubicBezTo>
                      <a:cubicBezTo>
                        <a:pt x="91345" y="122453"/>
                        <a:pt x="88868" y="122263"/>
                        <a:pt x="86678" y="121787"/>
                      </a:cubicBezTo>
                      <a:cubicBezTo>
                        <a:pt x="84487" y="117405"/>
                        <a:pt x="83439" y="113404"/>
                        <a:pt x="83439" y="109690"/>
                      </a:cubicBezTo>
                      <a:cubicBezTo>
                        <a:pt x="83439" y="107689"/>
                        <a:pt x="83725" y="105785"/>
                        <a:pt x="84392" y="104165"/>
                      </a:cubicBezTo>
                      <a:lnTo>
                        <a:pt x="84772" y="104165"/>
                      </a:lnTo>
                      <a:cubicBezTo>
                        <a:pt x="83344" y="103118"/>
                        <a:pt x="83058" y="100831"/>
                        <a:pt x="83629" y="97403"/>
                      </a:cubicBezTo>
                      <a:cubicBezTo>
                        <a:pt x="84296" y="93878"/>
                        <a:pt x="84106" y="91592"/>
                        <a:pt x="83248" y="90449"/>
                      </a:cubicBezTo>
                      <a:cubicBezTo>
                        <a:pt x="83725" y="88639"/>
                        <a:pt x="83915" y="85972"/>
                        <a:pt x="83820" y="82353"/>
                      </a:cubicBezTo>
                      <a:cubicBezTo>
                        <a:pt x="83820" y="78638"/>
                        <a:pt x="83915" y="75971"/>
                        <a:pt x="84392" y="74352"/>
                      </a:cubicBezTo>
                      <a:cubicBezTo>
                        <a:pt x="83534" y="73971"/>
                        <a:pt x="82772" y="73780"/>
                        <a:pt x="82201" y="73780"/>
                      </a:cubicBezTo>
                      <a:cubicBezTo>
                        <a:pt x="80296" y="73780"/>
                        <a:pt x="78486" y="75686"/>
                        <a:pt x="76962" y="79496"/>
                      </a:cubicBezTo>
                      <a:cubicBezTo>
                        <a:pt x="74962" y="84163"/>
                        <a:pt x="73343" y="86925"/>
                        <a:pt x="72200" y="87782"/>
                      </a:cubicBezTo>
                      <a:cubicBezTo>
                        <a:pt x="72009" y="88163"/>
                        <a:pt x="71914" y="88544"/>
                        <a:pt x="71914" y="88925"/>
                      </a:cubicBezTo>
                      <a:cubicBezTo>
                        <a:pt x="71914" y="89306"/>
                        <a:pt x="72104" y="89783"/>
                        <a:pt x="72485" y="90449"/>
                      </a:cubicBezTo>
                      <a:cubicBezTo>
                        <a:pt x="72866" y="91021"/>
                        <a:pt x="73057" y="91497"/>
                        <a:pt x="73057" y="91783"/>
                      </a:cubicBezTo>
                      <a:cubicBezTo>
                        <a:pt x="73057" y="92164"/>
                        <a:pt x="72771" y="92640"/>
                        <a:pt x="72200" y="93212"/>
                      </a:cubicBezTo>
                      <a:cubicBezTo>
                        <a:pt x="70295" y="94164"/>
                        <a:pt x="69056" y="95021"/>
                        <a:pt x="68294" y="95879"/>
                      </a:cubicBezTo>
                      <a:cubicBezTo>
                        <a:pt x="68961" y="96260"/>
                        <a:pt x="69342" y="96355"/>
                        <a:pt x="69437" y="96260"/>
                      </a:cubicBezTo>
                      <a:cubicBezTo>
                        <a:pt x="69056" y="97117"/>
                        <a:pt x="68104" y="98164"/>
                        <a:pt x="66485" y="99498"/>
                      </a:cubicBezTo>
                      <a:cubicBezTo>
                        <a:pt x="64675" y="101117"/>
                        <a:pt x="63437" y="102260"/>
                        <a:pt x="63055" y="102832"/>
                      </a:cubicBezTo>
                      <a:cubicBezTo>
                        <a:pt x="61627" y="102165"/>
                        <a:pt x="60388" y="100451"/>
                        <a:pt x="59436" y="97784"/>
                      </a:cubicBezTo>
                      <a:cubicBezTo>
                        <a:pt x="58388" y="95021"/>
                        <a:pt x="56960" y="93307"/>
                        <a:pt x="54959" y="92545"/>
                      </a:cubicBezTo>
                      <a:cubicBezTo>
                        <a:pt x="55245" y="91878"/>
                        <a:pt x="55436" y="91211"/>
                        <a:pt x="55436" y="90640"/>
                      </a:cubicBezTo>
                      <a:cubicBezTo>
                        <a:pt x="55436" y="89497"/>
                        <a:pt x="54769" y="87878"/>
                        <a:pt x="53435" y="86068"/>
                      </a:cubicBezTo>
                      <a:cubicBezTo>
                        <a:pt x="52006" y="83687"/>
                        <a:pt x="51054" y="82258"/>
                        <a:pt x="50863" y="81496"/>
                      </a:cubicBezTo>
                      <a:lnTo>
                        <a:pt x="52006" y="79305"/>
                      </a:lnTo>
                      <a:lnTo>
                        <a:pt x="46577" y="77305"/>
                      </a:lnTo>
                      <a:cubicBezTo>
                        <a:pt x="46577" y="77305"/>
                        <a:pt x="47149" y="76733"/>
                        <a:pt x="47530" y="76733"/>
                      </a:cubicBezTo>
                      <a:cubicBezTo>
                        <a:pt x="48101" y="76733"/>
                        <a:pt x="48863" y="77305"/>
                        <a:pt x="49721" y="78353"/>
                      </a:cubicBezTo>
                      <a:cubicBezTo>
                        <a:pt x="49721" y="74733"/>
                        <a:pt x="48196" y="71780"/>
                        <a:pt x="45053" y="69589"/>
                      </a:cubicBezTo>
                      <a:cubicBezTo>
                        <a:pt x="44101" y="70447"/>
                        <a:pt x="43720" y="72256"/>
                        <a:pt x="43720" y="74828"/>
                      </a:cubicBezTo>
                      <a:cubicBezTo>
                        <a:pt x="43720" y="77400"/>
                        <a:pt x="43339" y="79114"/>
                        <a:pt x="42386" y="79877"/>
                      </a:cubicBezTo>
                      <a:lnTo>
                        <a:pt x="41624" y="79210"/>
                      </a:lnTo>
                      <a:lnTo>
                        <a:pt x="41243" y="79877"/>
                      </a:lnTo>
                      <a:cubicBezTo>
                        <a:pt x="42767" y="80829"/>
                        <a:pt x="43434" y="82639"/>
                        <a:pt x="43434" y="85020"/>
                      </a:cubicBezTo>
                      <a:cubicBezTo>
                        <a:pt x="43434" y="85401"/>
                        <a:pt x="43434" y="85972"/>
                        <a:pt x="43244" y="86925"/>
                      </a:cubicBezTo>
                      <a:lnTo>
                        <a:pt x="43244" y="88735"/>
                      </a:lnTo>
                      <a:cubicBezTo>
                        <a:pt x="43244" y="90163"/>
                        <a:pt x="43434" y="91211"/>
                        <a:pt x="43815" y="92069"/>
                      </a:cubicBezTo>
                      <a:cubicBezTo>
                        <a:pt x="43434" y="93212"/>
                        <a:pt x="43244" y="95117"/>
                        <a:pt x="43244" y="97593"/>
                      </a:cubicBezTo>
                      <a:cubicBezTo>
                        <a:pt x="43244" y="100070"/>
                        <a:pt x="43053" y="101975"/>
                        <a:pt x="42672" y="103118"/>
                      </a:cubicBezTo>
                      <a:cubicBezTo>
                        <a:pt x="42767" y="103784"/>
                        <a:pt x="42958" y="104927"/>
                        <a:pt x="43244" y="106451"/>
                      </a:cubicBezTo>
                      <a:cubicBezTo>
                        <a:pt x="43529" y="108071"/>
                        <a:pt x="43720" y="109213"/>
                        <a:pt x="43720" y="109976"/>
                      </a:cubicBezTo>
                      <a:cubicBezTo>
                        <a:pt x="43720" y="110928"/>
                        <a:pt x="43529" y="111690"/>
                        <a:pt x="43148" y="112357"/>
                      </a:cubicBezTo>
                      <a:lnTo>
                        <a:pt x="44291" y="113500"/>
                      </a:lnTo>
                      <a:lnTo>
                        <a:pt x="43148" y="113500"/>
                      </a:lnTo>
                      <a:cubicBezTo>
                        <a:pt x="43148" y="114071"/>
                        <a:pt x="43244" y="114833"/>
                        <a:pt x="43244" y="115595"/>
                      </a:cubicBezTo>
                      <a:cubicBezTo>
                        <a:pt x="43244" y="119405"/>
                        <a:pt x="41815" y="121882"/>
                        <a:pt x="38957" y="123120"/>
                      </a:cubicBezTo>
                      <a:cubicBezTo>
                        <a:pt x="35909" y="122834"/>
                        <a:pt x="32861" y="122644"/>
                        <a:pt x="29813" y="122453"/>
                      </a:cubicBezTo>
                      <a:cubicBezTo>
                        <a:pt x="25908" y="122072"/>
                        <a:pt x="23146" y="121025"/>
                        <a:pt x="21336" y="119215"/>
                      </a:cubicBezTo>
                      <a:cubicBezTo>
                        <a:pt x="21527" y="112833"/>
                        <a:pt x="21336" y="102737"/>
                        <a:pt x="20860" y="88925"/>
                      </a:cubicBezTo>
                      <a:lnTo>
                        <a:pt x="22384" y="87306"/>
                      </a:lnTo>
                      <a:cubicBezTo>
                        <a:pt x="21622" y="86639"/>
                        <a:pt x="21241" y="85782"/>
                        <a:pt x="21241" y="84639"/>
                      </a:cubicBezTo>
                      <a:cubicBezTo>
                        <a:pt x="21241" y="84163"/>
                        <a:pt x="21336" y="83401"/>
                        <a:pt x="21622" y="82258"/>
                      </a:cubicBezTo>
                      <a:cubicBezTo>
                        <a:pt x="21812" y="81115"/>
                        <a:pt x="22003" y="80353"/>
                        <a:pt x="22003" y="79877"/>
                      </a:cubicBezTo>
                      <a:cubicBezTo>
                        <a:pt x="22003" y="78734"/>
                        <a:pt x="21622" y="77876"/>
                        <a:pt x="20860" y="77210"/>
                      </a:cubicBezTo>
                      <a:lnTo>
                        <a:pt x="21336" y="65018"/>
                      </a:lnTo>
                      <a:cubicBezTo>
                        <a:pt x="22003" y="64541"/>
                        <a:pt x="22288" y="63875"/>
                        <a:pt x="22288" y="63017"/>
                      </a:cubicBezTo>
                      <a:cubicBezTo>
                        <a:pt x="22288" y="62351"/>
                        <a:pt x="22003" y="61303"/>
                        <a:pt x="21336" y="59874"/>
                      </a:cubicBezTo>
                      <a:cubicBezTo>
                        <a:pt x="20669" y="58445"/>
                        <a:pt x="20288" y="57397"/>
                        <a:pt x="20193" y="56921"/>
                      </a:cubicBezTo>
                      <a:cubicBezTo>
                        <a:pt x="21050" y="55397"/>
                        <a:pt x="21431" y="53587"/>
                        <a:pt x="21431" y="51492"/>
                      </a:cubicBezTo>
                      <a:cubicBezTo>
                        <a:pt x="21336" y="47777"/>
                        <a:pt x="21336" y="45777"/>
                        <a:pt x="21336" y="45491"/>
                      </a:cubicBezTo>
                      <a:cubicBezTo>
                        <a:pt x="22384" y="45491"/>
                        <a:pt x="22860" y="45396"/>
                        <a:pt x="23051" y="45110"/>
                      </a:cubicBezTo>
                      <a:cubicBezTo>
                        <a:pt x="23051" y="44539"/>
                        <a:pt x="22860" y="44253"/>
                        <a:pt x="22574" y="44158"/>
                      </a:cubicBezTo>
                      <a:lnTo>
                        <a:pt x="21622" y="44348"/>
                      </a:lnTo>
                      <a:cubicBezTo>
                        <a:pt x="21622" y="44348"/>
                        <a:pt x="21050" y="44348"/>
                        <a:pt x="20955" y="44062"/>
                      </a:cubicBezTo>
                      <a:cubicBezTo>
                        <a:pt x="21050" y="43110"/>
                        <a:pt x="21527" y="42920"/>
                        <a:pt x="22384" y="43301"/>
                      </a:cubicBezTo>
                      <a:cubicBezTo>
                        <a:pt x="23241" y="43777"/>
                        <a:pt x="23813" y="43586"/>
                        <a:pt x="24194" y="42920"/>
                      </a:cubicBezTo>
                      <a:lnTo>
                        <a:pt x="24670" y="44729"/>
                      </a:lnTo>
                      <a:cubicBezTo>
                        <a:pt x="24670" y="44729"/>
                        <a:pt x="25241" y="44158"/>
                        <a:pt x="25527" y="44158"/>
                      </a:cubicBezTo>
                      <a:cubicBezTo>
                        <a:pt x="25527" y="44158"/>
                        <a:pt x="25813" y="44158"/>
                        <a:pt x="26003" y="44444"/>
                      </a:cubicBezTo>
                      <a:cubicBezTo>
                        <a:pt x="26194" y="44539"/>
                        <a:pt x="26384" y="44634"/>
                        <a:pt x="26479" y="44634"/>
                      </a:cubicBezTo>
                      <a:cubicBezTo>
                        <a:pt x="26670" y="44634"/>
                        <a:pt x="26765" y="44348"/>
                        <a:pt x="26861" y="43681"/>
                      </a:cubicBezTo>
                      <a:lnTo>
                        <a:pt x="25718" y="42538"/>
                      </a:lnTo>
                      <a:cubicBezTo>
                        <a:pt x="26194" y="42634"/>
                        <a:pt x="26765" y="43015"/>
                        <a:pt x="27432" y="43681"/>
                      </a:cubicBezTo>
                      <a:cubicBezTo>
                        <a:pt x="28099" y="44348"/>
                        <a:pt x="28575" y="44634"/>
                        <a:pt x="29051" y="44825"/>
                      </a:cubicBezTo>
                      <a:cubicBezTo>
                        <a:pt x="29051" y="44634"/>
                        <a:pt x="29242" y="44348"/>
                        <a:pt x="29528" y="43967"/>
                      </a:cubicBezTo>
                      <a:cubicBezTo>
                        <a:pt x="29909" y="43586"/>
                        <a:pt x="30004" y="43301"/>
                        <a:pt x="29909" y="43015"/>
                      </a:cubicBezTo>
                      <a:lnTo>
                        <a:pt x="29337" y="43015"/>
                      </a:lnTo>
                      <a:cubicBezTo>
                        <a:pt x="29337" y="43015"/>
                        <a:pt x="30194" y="42443"/>
                        <a:pt x="30671" y="41681"/>
                      </a:cubicBezTo>
                      <a:cubicBezTo>
                        <a:pt x="31147" y="40919"/>
                        <a:pt x="31718" y="40634"/>
                        <a:pt x="32195" y="40634"/>
                      </a:cubicBezTo>
                      <a:cubicBezTo>
                        <a:pt x="32480" y="40634"/>
                        <a:pt x="32861" y="40824"/>
                        <a:pt x="33147" y="41014"/>
                      </a:cubicBezTo>
                      <a:lnTo>
                        <a:pt x="32004" y="39776"/>
                      </a:lnTo>
                      <a:cubicBezTo>
                        <a:pt x="32576" y="39490"/>
                        <a:pt x="32766" y="39110"/>
                        <a:pt x="32480" y="38633"/>
                      </a:cubicBezTo>
                      <a:cubicBezTo>
                        <a:pt x="31718" y="38633"/>
                        <a:pt x="31052" y="38729"/>
                        <a:pt x="30289" y="38729"/>
                      </a:cubicBezTo>
                      <a:cubicBezTo>
                        <a:pt x="29242" y="38729"/>
                        <a:pt x="28099" y="38538"/>
                        <a:pt x="26670" y="38157"/>
                      </a:cubicBezTo>
                      <a:cubicBezTo>
                        <a:pt x="24860" y="37586"/>
                        <a:pt x="23431" y="37204"/>
                        <a:pt x="22574" y="37014"/>
                      </a:cubicBezTo>
                      <a:lnTo>
                        <a:pt x="23717" y="39681"/>
                      </a:lnTo>
                      <a:lnTo>
                        <a:pt x="21050" y="39681"/>
                      </a:lnTo>
                      <a:lnTo>
                        <a:pt x="22574" y="39300"/>
                      </a:lnTo>
                      <a:cubicBezTo>
                        <a:pt x="22193" y="38252"/>
                        <a:pt x="22003" y="36919"/>
                        <a:pt x="22003" y="35300"/>
                      </a:cubicBezTo>
                      <a:cubicBezTo>
                        <a:pt x="22003" y="33585"/>
                        <a:pt x="21717" y="32442"/>
                        <a:pt x="21527" y="31775"/>
                      </a:cubicBezTo>
                      <a:cubicBezTo>
                        <a:pt x="21050" y="30346"/>
                        <a:pt x="21527" y="29394"/>
                        <a:pt x="23241" y="29013"/>
                      </a:cubicBezTo>
                      <a:cubicBezTo>
                        <a:pt x="21812" y="27584"/>
                        <a:pt x="21146" y="25679"/>
                        <a:pt x="21146" y="23298"/>
                      </a:cubicBezTo>
                      <a:cubicBezTo>
                        <a:pt x="21146" y="22250"/>
                        <a:pt x="21336" y="20631"/>
                        <a:pt x="21717" y="18250"/>
                      </a:cubicBezTo>
                      <a:cubicBezTo>
                        <a:pt x="22098" y="15964"/>
                        <a:pt x="22193" y="14154"/>
                        <a:pt x="22098" y="13011"/>
                      </a:cubicBezTo>
                      <a:cubicBezTo>
                        <a:pt x="25813" y="11963"/>
                        <a:pt x="30099" y="11487"/>
                        <a:pt x="34862" y="11487"/>
                      </a:cubicBezTo>
                      <a:cubicBezTo>
                        <a:pt x="36957" y="11487"/>
                        <a:pt x="38767" y="11582"/>
                        <a:pt x="40291" y="11868"/>
                      </a:cubicBezTo>
                      <a:lnTo>
                        <a:pt x="44482" y="15202"/>
                      </a:lnTo>
                      <a:lnTo>
                        <a:pt x="44101" y="15583"/>
                      </a:lnTo>
                      <a:cubicBezTo>
                        <a:pt x="45244" y="16154"/>
                        <a:pt x="46196" y="17393"/>
                        <a:pt x="46863" y="19297"/>
                      </a:cubicBezTo>
                      <a:lnTo>
                        <a:pt x="48387" y="24060"/>
                      </a:lnTo>
                      <a:cubicBezTo>
                        <a:pt x="50292" y="25298"/>
                        <a:pt x="51816" y="28346"/>
                        <a:pt x="52864" y="33109"/>
                      </a:cubicBezTo>
                      <a:cubicBezTo>
                        <a:pt x="53912" y="37776"/>
                        <a:pt x="55626" y="40919"/>
                        <a:pt x="57912" y="42348"/>
                      </a:cubicBezTo>
                      <a:cubicBezTo>
                        <a:pt x="58864" y="44444"/>
                        <a:pt x="59912" y="47872"/>
                        <a:pt x="61246" y="52349"/>
                      </a:cubicBezTo>
                      <a:cubicBezTo>
                        <a:pt x="61913" y="52349"/>
                        <a:pt x="62198" y="52445"/>
                        <a:pt x="62198" y="52730"/>
                      </a:cubicBezTo>
                      <a:cubicBezTo>
                        <a:pt x="62198" y="52921"/>
                        <a:pt x="62103" y="53111"/>
                        <a:pt x="61817" y="53492"/>
                      </a:cubicBezTo>
                      <a:cubicBezTo>
                        <a:pt x="61627" y="53778"/>
                        <a:pt x="61436" y="54064"/>
                        <a:pt x="61436" y="54254"/>
                      </a:cubicBezTo>
                      <a:cubicBezTo>
                        <a:pt x="61436" y="54540"/>
                        <a:pt x="61627" y="54730"/>
                        <a:pt x="62008" y="54921"/>
                      </a:cubicBezTo>
                      <a:cubicBezTo>
                        <a:pt x="64579" y="52826"/>
                        <a:pt x="66104" y="51492"/>
                        <a:pt x="66580" y="51016"/>
                      </a:cubicBezTo>
                      <a:cubicBezTo>
                        <a:pt x="68009" y="49778"/>
                        <a:pt x="69152" y="48158"/>
                        <a:pt x="70104" y="46444"/>
                      </a:cubicBezTo>
                      <a:lnTo>
                        <a:pt x="68009" y="45301"/>
                      </a:lnTo>
                      <a:cubicBezTo>
                        <a:pt x="68009" y="45301"/>
                        <a:pt x="68771" y="44444"/>
                        <a:pt x="70295" y="44062"/>
                      </a:cubicBezTo>
                      <a:cubicBezTo>
                        <a:pt x="71819" y="43681"/>
                        <a:pt x="72676" y="42920"/>
                        <a:pt x="72676" y="41681"/>
                      </a:cubicBezTo>
                      <a:cubicBezTo>
                        <a:pt x="72200" y="41110"/>
                        <a:pt x="72009" y="40538"/>
                        <a:pt x="72009" y="40062"/>
                      </a:cubicBezTo>
                      <a:cubicBezTo>
                        <a:pt x="72009" y="39395"/>
                        <a:pt x="72676" y="38443"/>
                        <a:pt x="73914" y="37204"/>
                      </a:cubicBezTo>
                      <a:cubicBezTo>
                        <a:pt x="75152" y="35966"/>
                        <a:pt x="75914" y="35014"/>
                        <a:pt x="76010" y="34252"/>
                      </a:cubicBezTo>
                      <a:lnTo>
                        <a:pt x="75343" y="33871"/>
                      </a:lnTo>
                      <a:cubicBezTo>
                        <a:pt x="76105" y="33204"/>
                        <a:pt x="76771" y="32156"/>
                        <a:pt x="77534" y="30537"/>
                      </a:cubicBezTo>
                      <a:cubicBezTo>
                        <a:pt x="76962" y="30251"/>
                        <a:pt x="76676" y="29870"/>
                        <a:pt x="76676" y="29394"/>
                      </a:cubicBezTo>
                      <a:cubicBezTo>
                        <a:pt x="76676" y="29204"/>
                        <a:pt x="76867" y="28822"/>
                        <a:pt x="77153" y="28346"/>
                      </a:cubicBezTo>
                      <a:cubicBezTo>
                        <a:pt x="77438" y="27870"/>
                        <a:pt x="77534" y="27489"/>
                        <a:pt x="77534" y="27298"/>
                      </a:cubicBezTo>
                      <a:cubicBezTo>
                        <a:pt x="77914" y="27489"/>
                        <a:pt x="78200" y="27584"/>
                        <a:pt x="78486" y="27584"/>
                      </a:cubicBezTo>
                      <a:cubicBezTo>
                        <a:pt x="79058" y="27584"/>
                        <a:pt x="79438" y="26918"/>
                        <a:pt x="79820" y="25489"/>
                      </a:cubicBezTo>
                      <a:cubicBezTo>
                        <a:pt x="80105" y="24155"/>
                        <a:pt x="80772" y="23298"/>
                        <a:pt x="81820" y="23108"/>
                      </a:cubicBezTo>
                      <a:cubicBezTo>
                        <a:pt x="81629" y="22727"/>
                        <a:pt x="81534" y="22346"/>
                        <a:pt x="81534" y="21869"/>
                      </a:cubicBezTo>
                      <a:cubicBezTo>
                        <a:pt x="81534" y="20726"/>
                        <a:pt x="82391" y="19202"/>
                        <a:pt x="84011" y="17202"/>
                      </a:cubicBezTo>
                      <a:lnTo>
                        <a:pt x="82963" y="16059"/>
                      </a:lnTo>
                      <a:cubicBezTo>
                        <a:pt x="83248" y="15487"/>
                        <a:pt x="83344" y="15202"/>
                        <a:pt x="83344" y="15106"/>
                      </a:cubicBezTo>
                      <a:cubicBezTo>
                        <a:pt x="83915" y="15773"/>
                        <a:pt x="84487" y="16059"/>
                        <a:pt x="85058" y="16059"/>
                      </a:cubicBezTo>
                      <a:cubicBezTo>
                        <a:pt x="85630" y="16059"/>
                        <a:pt x="86487" y="15297"/>
                        <a:pt x="87630" y="13678"/>
                      </a:cubicBezTo>
                      <a:cubicBezTo>
                        <a:pt x="88773" y="12059"/>
                        <a:pt x="89821" y="11296"/>
                        <a:pt x="90869" y="11392"/>
                      </a:cubicBezTo>
                      <a:cubicBezTo>
                        <a:pt x="98012" y="11011"/>
                        <a:pt x="103346" y="11678"/>
                        <a:pt x="106966" y="13392"/>
                      </a:cubicBezTo>
                      <a:cubicBezTo>
                        <a:pt x="107633" y="18059"/>
                        <a:pt x="107918" y="21393"/>
                        <a:pt x="107918" y="23203"/>
                      </a:cubicBezTo>
                      <a:cubicBezTo>
                        <a:pt x="107918" y="25775"/>
                        <a:pt x="107633" y="28251"/>
                        <a:pt x="106966" y="30537"/>
                      </a:cubicBezTo>
                      <a:lnTo>
                        <a:pt x="108490" y="31680"/>
                      </a:lnTo>
                      <a:cubicBezTo>
                        <a:pt x="107633" y="41396"/>
                        <a:pt x="107252" y="53778"/>
                        <a:pt x="107442" y="68732"/>
                      </a:cubicBezTo>
                      <a:lnTo>
                        <a:pt x="107442" y="106737"/>
                      </a:lnTo>
                      <a:close/>
                      <a:moveTo>
                        <a:pt x="26765" y="51397"/>
                      </a:moveTo>
                      <a:lnTo>
                        <a:pt x="26765" y="50254"/>
                      </a:lnTo>
                      <a:lnTo>
                        <a:pt x="24575" y="51397"/>
                      </a:lnTo>
                      <a:lnTo>
                        <a:pt x="26765" y="51397"/>
                      </a:lnTo>
                      <a:close/>
                      <a:moveTo>
                        <a:pt x="29242" y="42634"/>
                      </a:moveTo>
                      <a:cubicBezTo>
                        <a:pt x="29242" y="42634"/>
                        <a:pt x="28575" y="42634"/>
                        <a:pt x="28289" y="42348"/>
                      </a:cubicBezTo>
                      <a:lnTo>
                        <a:pt x="29242" y="42634"/>
                      </a:lnTo>
                      <a:close/>
                      <a:moveTo>
                        <a:pt x="29813" y="15202"/>
                      </a:moveTo>
                      <a:lnTo>
                        <a:pt x="29432" y="17297"/>
                      </a:lnTo>
                      <a:lnTo>
                        <a:pt x="30575" y="17297"/>
                      </a:lnTo>
                      <a:lnTo>
                        <a:pt x="29909" y="15202"/>
                      </a:lnTo>
                      <a:close/>
                      <a:moveTo>
                        <a:pt x="33528" y="21964"/>
                      </a:moveTo>
                      <a:cubicBezTo>
                        <a:pt x="33528" y="21964"/>
                        <a:pt x="33909" y="21774"/>
                        <a:pt x="34195" y="21393"/>
                      </a:cubicBezTo>
                      <a:cubicBezTo>
                        <a:pt x="33909" y="21679"/>
                        <a:pt x="33623" y="21869"/>
                        <a:pt x="33528" y="21964"/>
                      </a:cubicBezTo>
                      <a:cubicBezTo>
                        <a:pt x="33242" y="21964"/>
                        <a:pt x="32861" y="21774"/>
                        <a:pt x="32385" y="21488"/>
                      </a:cubicBezTo>
                      <a:cubicBezTo>
                        <a:pt x="31909" y="21107"/>
                        <a:pt x="31528" y="21012"/>
                        <a:pt x="31242" y="21012"/>
                      </a:cubicBezTo>
                      <a:cubicBezTo>
                        <a:pt x="30956" y="21012"/>
                        <a:pt x="30766" y="21107"/>
                        <a:pt x="30575" y="21393"/>
                      </a:cubicBezTo>
                      <a:cubicBezTo>
                        <a:pt x="31623" y="22250"/>
                        <a:pt x="32576" y="22441"/>
                        <a:pt x="33623" y="21964"/>
                      </a:cubicBezTo>
                      <a:close/>
                      <a:moveTo>
                        <a:pt x="41148" y="45396"/>
                      </a:moveTo>
                      <a:cubicBezTo>
                        <a:pt x="41148" y="45396"/>
                        <a:pt x="41529" y="44825"/>
                        <a:pt x="41529" y="43872"/>
                      </a:cubicBezTo>
                      <a:cubicBezTo>
                        <a:pt x="40672" y="43015"/>
                        <a:pt x="40196" y="42729"/>
                        <a:pt x="40005" y="42729"/>
                      </a:cubicBezTo>
                      <a:cubicBezTo>
                        <a:pt x="39624" y="43015"/>
                        <a:pt x="39434" y="43301"/>
                        <a:pt x="39434" y="43681"/>
                      </a:cubicBezTo>
                      <a:cubicBezTo>
                        <a:pt x="39434" y="44825"/>
                        <a:pt x="40005" y="45396"/>
                        <a:pt x="41053" y="45396"/>
                      </a:cubicBezTo>
                      <a:close/>
                      <a:moveTo>
                        <a:pt x="41148" y="18726"/>
                      </a:moveTo>
                      <a:cubicBezTo>
                        <a:pt x="40577" y="18917"/>
                        <a:pt x="40196" y="19297"/>
                        <a:pt x="40100" y="19964"/>
                      </a:cubicBezTo>
                      <a:cubicBezTo>
                        <a:pt x="39814" y="20536"/>
                        <a:pt x="39814" y="21107"/>
                        <a:pt x="40100" y="21298"/>
                      </a:cubicBezTo>
                      <a:lnTo>
                        <a:pt x="41148" y="18631"/>
                      </a:lnTo>
                      <a:close/>
                      <a:moveTo>
                        <a:pt x="41529" y="28442"/>
                      </a:moveTo>
                      <a:cubicBezTo>
                        <a:pt x="42291" y="27394"/>
                        <a:pt x="42672" y="26822"/>
                        <a:pt x="42672" y="26727"/>
                      </a:cubicBezTo>
                      <a:lnTo>
                        <a:pt x="41529" y="26727"/>
                      </a:lnTo>
                      <a:lnTo>
                        <a:pt x="41529" y="28442"/>
                      </a:lnTo>
                      <a:close/>
                      <a:moveTo>
                        <a:pt x="45148" y="12916"/>
                      </a:moveTo>
                      <a:cubicBezTo>
                        <a:pt x="45148" y="12916"/>
                        <a:pt x="44577" y="12916"/>
                        <a:pt x="44196" y="12916"/>
                      </a:cubicBezTo>
                      <a:lnTo>
                        <a:pt x="45148" y="12916"/>
                      </a:lnTo>
                      <a:close/>
                      <a:moveTo>
                        <a:pt x="45148" y="12916"/>
                      </a:moveTo>
                      <a:lnTo>
                        <a:pt x="46387" y="12535"/>
                      </a:lnTo>
                      <a:cubicBezTo>
                        <a:pt x="46387" y="12535"/>
                        <a:pt x="45911" y="12916"/>
                        <a:pt x="45148" y="12916"/>
                      </a:cubicBezTo>
                      <a:close/>
                      <a:moveTo>
                        <a:pt x="47530" y="67399"/>
                      </a:moveTo>
                      <a:lnTo>
                        <a:pt x="50768" y="66256"/>
                      </a:lnTo>
                      <a:lnTo>
                        <a:pt x="48101" y="66256"/>
                      </a:lnTo>
                      <a:lnTo>
                        <a:pt x="47530" y="67399"/>
                      </a:lnTo>
                      <a:close/>
                      <a:moveTo>
                        <a:pt x="48959" y="629"/>
                      </a:moveTo>
                      <a:cubicBezTo>
                        <a:pt x="48959" y="629"/>
                        <a:pt x="48387" y="629"/>
                        <a:pt x="48101" y="629"/>
                      </a:cubicBezTo>
                      <a:lnTo>
                        <a:pt x="48959" y="629"/>
                      </a:lnTo>
                      <a:close/>
                      <a:moveTo>
                        <a:pt x="48959" y="629"/>
                      </a:moveTo>
                      <a:cubicBezTo>
                        <a:pt x="48959" y="629"/>
                        <a:pt x="49244" y="533"/>
                        <a:pt x="49625" y="247"/>
                      </a:cubicBezTo>
                      <a:cubicBezTo>
                        <a:pt x="50006" y="-38"/>
                        <a:pt x="50292" y="-38"/>
                        <a:pt x="50483" y="57"/>
                      </a:cubicBezTo>
                      <a:cubicBezTo>
                        <a:pt x="50768" y="57"/>
                        <a:pt x="50959" y="247"/>
                        <a:pt x="51149" y="629"/>
                      </a:cubicBezTo>
                      <a:lnTo>
                        <a:pt x="48959" y="629"/>
                      </a:lnTo>
                      <a:close/>
                      <a:moveTo>
                        <a:pt x="52959" y="78067"/>
                      </a:moveTo>
                      <a:lnTo>
                        <a:pt x="52959" y="76257"/>
                      </a:lnTo>
                      <a:lnTo>
                        <a:pt x="51816" y="76257"/>
                      </a:lnTo>
                      <a:lnTo>
                        <a:pt x="52959" y="78067"/>
                      </a:lnTo>
                      <a:close/>
                      <a:moveTo>
                        <a:pt x="54864" y="78448"/>
                      </a:moveTo>
                      <a:cubicBezTo>
                        <a:pt x="56007" y="78829"/>
                        <a:pt x="56674" y="78448"/>
                        <a:pt x="57055" y="77305"/>
                      </a:cubicBezTo>
                      <a:cubicBezTo>
                        <a:pt x="56197" y="77305"/>
                        <a:pt x="55721" y="77114"/>
                        <a:pt x="55531" y="76924"/>
                      </a:cubicBezTo>
                      <a:lnTo>
                        <a:pt x="55912" y="76257"/>
                      </a:lnTo>
                      <a:lnTo>
                        <a:pt x="54769" y="76257"/>
                      </a:lnTo>
                      <a:lnTo>
                        <a:pt x="54769" y="78448"/>
                      </a:lnTo>
                      <a:close/>
                      <a:moveTo>
                        <a:pt x="60293" y="38347"/>
                      </a:moveTo>
                      <a:cubicBezTo>
                        <a:pt x="60293" y="38347"/>
                        <a:pt x="59246" y="37967"/>
                        <a:pt x="58674" y="37300"/>
                      </a:cubicBezTo>
                      <a:cubicBezTo>
                        <a:pt x="58103" y="36728"/>
                        <a:pt x="57531" y="36347"/>
                        <a:pt x="57055" y="36347"/>
                      </a:cubicBezTo>
                      <a:lnTo>
                        <a:pt x="60198" y="35204"/>
                      </a:lnTo>
                      <a:lnTo>
                        <a:pt x="60198" y="38252"/>
                      </a:lnTo>
                      <a:close/>
                      <a:moveTo>
                        <a:pt x="59150" y="68161"/>
                      </a:moveTo>
                      <a:cubicBezTo>
                        <a:pt x="59150" y="68161"/>
                        <a:pt x="58674" y="67780"/>
                        <a:pt x="58579" y="67780"/>
                      </a:cubicBezTo>
                      <a:cubicBezTo>
                        <a:pt x="58484" y="67399"/>
                        <a:pt x="58864" y="66732"/>
                        <a:pt x="59627" y="65779"/>
                      </a:cubicBezTo>
                      <a:cubicBezTo>
                        <a:pt x="60388" y="64827"/>
                        <a:pt x="60865" y="64255"/>
                        <a:pt x="60960" y="63970"/>
                      </a:cubicBezTo>
                      <a:cubicBezTo>
                        <a:pt x="59912" y="63970"/>
                        <a:pt x="59150" y="64351"/>
                        <a:pt x="58674" y="65113"/>
                      </a:cubicBezTo>
                      <a:cubicBezTo>
                        <a:pt x="58198" y="65875"/>
                        <a:pt x="58007" y="66732"/>
                        <a:pt x="58198" y="67685"/>
                      </a:cubicBezTo>
                      <a:cubicBezTo>
                        <a:pt x="58388" y="67494"/>
                        <a:pt x="58484" y="67494"/>
                        <a:pt x="58579" y="67685"/>
                      </a:cubicBezTo>
                      <a:cubicBezTo>
                        <a:pt x="58579" y="67875"/>
                        <a:pt x="58769" y="67970"/>
                        <a:pt x="59150" y="68065"/>
                      </a:cubicBezTo>
                      <a:close/>
                      <a:moveTo>
                        <a:pt x="60293" y="32633"/>
                      </a:moveTo>
                      <a:cubicBezTo>
                        <a:pt x="60293" y="32633"/>
                        <a:pt x="59436" y="32633"/>
                        <a:pt x="58960" y="32252"/>
                      </a:cubicBezTo>
                      <a:cubicBezTo>
                        <a:pt x="58579" y="31871"/>
                        <a:pt x="58484" y="31489"/>
                        <a:pt x="58769" y="31109"/>
                      </a:cubicBezTo>
                      <a:lnTo>
                        <a:pt x="60293" y="31109"/>
                      </a:lnTo>
                      <a:lnTo>
                        <a:pt x="60293" y="32633"/>
                      </a:lnTo>
                      <a:close/>
                      <a:moveTo>
                        <a:pt x="65151" y="41110"/>
                      </a:moveTo>
                      <a:cubicBezTo>
                        <a:pt x="63246" y="41777"/>
                        <a:pt x="62008" y="41777"/>
                        <a:pt x="61436" y="41110"/>
                      </a:cubicBezTo>
                      <a:lnTo>
                        <a:pt x="62579" y="39395"/>
                      </a:lnTo>
                      <a:lnTo>
                        <a:pt x="65246" y="41110"/>
                      </a:lnTo>
                      <a:close/>
                      <a:moveTo>
                        <a:pt x="63627" y="29965"/>
                      </a:moveTo>
                      <a:cubicBezTo>
                        <a:pt x="63627" y="29965"/>
                        <a:pt x="62770" y="30346"/>
                        <a:pt x="61817" y="30346"/>
                      </a:cubicBezTo>
                      <a:lnTo>
                        <a:pt x="61817" y="28251"/>
                      </a:lnTo>
                      <a:lnTo>
                        <a:pt x="63627" y="29870"/>
                      </a:lnTo>
                      <a:close/>
                      <a:moveTo>
                        <a:pt x="63341" y="60731"/>
                      </a:moveTo>
                      <a:lnTo>
                        <a:pt x="66199" y="60731"/>
                      </a:lnTo>
                      <a:cubicBezTo>
                        <a:pt x="66199" y="59874"/>
                        <a:pt x="66008" y="59398"/>
                        <a:pt x="65627" y="59398"/>
                      </a:cubicBezTo>
                      <a:cubicBezTo>
                        <a:pt x="65627" y="59398"/>
                        <a:pt x="64865" y="59874"/>
                        <a:pt x="63246" y="60731"/>
                      </a:cubicBezTo>
                      <a:lnTo>
                        <a:pt x="62389" y="60731"/>
                      </a:lnTo>
                      <a:cubicBezTo>
                        <a:pt x="62389" y="60731"/>
                        <a:pt x="62865" y="61112"/>
                        <a:pt x="63246" y="60731"/>
                      </a:cubicBezTo>
                      <a:close/>
                      <a:moveTo>
                        <a:pt x="62484" y="77305"/>
                      </a:moveTo>
                      <a:cubicBezTo>
                        <a:pt x="63055" y="77305"/>
                        <a:pt x="63532" y="77019"/>
                        <a:pt x="64008" y="76162"/>
                      </a:cubicBezTo>
                      <a:cubicBezTo>
                        <a:pt x="64484" y="75304"/>
                        <a:pt x="64579" y="74638"/>
                        <a:pt x="64389" y="74162"/>
                      </a:cubicBezTo>
                      <a:cubicBezTo>
                        <a:pt x="63818" y="74162"/>
                        <a:pt x="63437" y="74733"/>
                        <a:pt x="63246" y="75590"/>
                      </a:cubicBezTo>
                      <a:cubicBezTo>
                        <a:pt x="63055" y="76447"/>
                        <a:pt x="62770" y="77019"/>
                        <a:pt x="62484" y="77305"/>
                      </a:cubicBezTo>
                      <a:close/>
                      <a:moveTo>
                        <a:pt x="65151" y="25679"/>
                      </a:moveTo>
                      <a:lnTo>
                        <a:pt x="63627" y="26632"/>
                      </a:lnTo>
                      <a:lnTo>
                        <a:pt x="62960" y="25679"/>
                      </a:lnTo>
                      <a:lnTo>
                        <a:pt x="65151" y="25679"/>
                      </a:lnTo>
                      <a:close/>
                      <a:moveTo>
                        <a:pt x="66675" y="18154"/>
                      </a:moveTo>
                      <a:lnTo>
                        <a:pt x="66675" y="18536"/>
                      </a:lnTo>
                      <a:lnTo>
                        <a:pt x="65151" y="16440"/>
                      </a:lnTo>
                      <a:lnTo>
                        <a:pt x="66675" y="18154"/>
                      </a:lnTo>
                      <a:close/>
                      <a:moveTo>
                        <a:pt x="66675" y="57397"/>
                      </a:moveTo>
                      <a:lnTo>
                        <a:pt x="66675" y="56540"/>
                      </a:lnTo>
                      <a:cubicBezTo>
                        <a:pt x="66389" y="56064"/>
                        <a:pt x="65913" y="55873"/>
                        <a:pt x="65151" y="55873"/>
                      </a:cubicBezTo>
                      <a:lnTo>
                        <a:pt x="66675" y="57397"/>
                      </a:lnTo>
                      <a:close/>
                      <a:moveTo>
                        <a:pt x="70961" y="37871"/>
                      </a:moveTo>
                      <a:lnTo>
                        <a:pt x="70390" y="38252"/>
                      </a:lnTo>
                      <a:lnTo>
                        <a:pt x="69247" y="35585"/>
                      </a:lnTo>
                      <a:lnTo>
                        <a:pt x="70866" y="37871"/>
                      </a:lnTo>
                      <a:close/>
                      <a:moveTo>
                        <a:pt x="70961" y="57397"/>
                      </a:moveTo>
                      <a:cubicBezTo>
                        <a:pt x="70961" y="57397"/>
                        <a:pt x="72200" y="57683"/>
                        <a:pt x="73628" y="58064"/>
                      </a:cubicBezTo>
                      <a:lnTo>
                        <a:pt x="73152" y="56540"/>
                      </a:lnTo>
                      <a:lnTo>
                        <a:pt x="70961" y="57397"/>
                      </a:lnTo>
                      <a:close/>
                      <a:moveTo>
                        <a:pt x="74676" y="31013"/>
                      </a:moveTo>
                      <a:lnTo>
                        <a:pt x="74295" y="31394"/>
                      </a:lnTo>
                      <a:lnTo>
                        <a:pt x="72485" y="29870"/>
                      </a:lnTo>
                      <a:cubicBezTo>
                        <a:pt x="73057" y="29870"/>
                        <a:pt x="73723" y="30251"/>
                        <a:pt x="74676" y="31013"/>
                      </a:cubicBezTo>
                      <a:close/>
                      <a:moveTo>
                        <a:pt x="75057" y="50539"/>
                      </a:moveTo>
                      <a:lnTo>
                        <a:pt x="75057" y="49968"/>
                      </a:lnTo>
                      <a:lnTo>
                        <a:pt x="73533" y="52063"/>
                      </a:lnTo>
                      <a:lnTo>
                        <a:pt x="75057" y="50539"/>
                      </a:lnTo>
                      <a:close/>
                      <a:moveTo>
                        <a:pt x="77724" y="35109"/>
                      </a:moveTo>
                      <a:lnTo>
                        <a:pt x="77724" y="33966"/>
                      </a:lnTo>
                      <a:lnTo>
                        <a:pt x="76867" y="36157"/>
                      </a:lnTo>
                      <a:lnTo>
                        <a:pt x="77724" y="35014"/>
                      </a:lnTo>
                      <a:close/>
                      <a:moveTo>
                        <a:pt x="82772" y="31775"/>
                      </a:moveTo>
                      <a:lnTo>
                        <a:pt x="83820" y="31775"/>
                      </a:lnTo>
                      <a:cubicBezTo>
                        <a:pt x="83248" y="30537"/>
                        <a:pt x="82391" y="29680"/>
                        <a:pt x="81058" y="29108"/>
                      </a:cubicBezTo>
                      <a:lnTo>
                        <a:pt x="83153" y="31299"/>
                      </a:lnTo>
                      <a:lnTo>
                        <a:pt x="82772" y="31680"/>
                      </a:lnTo>
                      <a:close/>
                      <a:moveTo>
                        <a:pt x="81058" y="57302"/>
                      </a:moveTo>
                      <a:lnTo>
                        <a:pt x="82772" y="55778"/>
                      </a:lnTo>
                      <a:lnTo>
                        <a:pt x="81058" y="55778"/>
                      </a:lnTo>
                      <a:lnTo>
                        <a:pt x="81058" y="57302"/>
                      </a:lnTo>
                      <a:close/>
                      <a:moveTo>
                        <a:pt x="86868" y="43205"/>
                      </a:moveTo>
                      <a:cubicBezTo>
                        <a:pt x="87725" y="43110"/>
                        <a:pt x="88487" y="43015"/>
                        <a:pt x="89345" y="42920"/>
                      </a:cubicBezTo>
                      <a:cubicBezTo>
                        <a:pt x="90106" y="42920"/>
                        <a:pt x="90678" y="42158"/>
                        <a:pt x="91059" y="40919"/>
                      </a:cubicBezTo>
                      <a:cubicBezTo>
                        <a:pt x="90869" y="41110"/>
                        <a:pt x="89440" y="41872"/>
                        <a:pt x="86868" y="43110"/>
                      </a:cubicBezTo>
                      <a:close/>
                      <a:moveTo>
                        <a:pt x="91726" y="16440"/>
                      </a:moveTo>
                      <a:lnTo>
                        <a:pt x="93821" y="17012"/>
                      </a:lnTo>
                      <a:cubicBezTo>
                        <a:pt x="93059" y="15773"/>
                        <a:pt x="92678" y="15011"/>
                        <a:pt x="92678" y="14916"/>
                      </a:cubicBezTo>
                      <a:lnTo>
                        <a:pt x="91726" y="16440"/>
                      </a:lnTo>
                      <a:close/>
                      <a:moveTo>
                        <a:pt x="92107" y="4820"/>
                      </a:moveTo>
                      <a:lnTo>
                        <a:pt x="93345" y="4248"/>
                      </a:lnTo>
                      <a:cubicBezTo>
                        <a:pt x="93345" y="4248"/>
                        <a:pt x="94202" y="4248"/>
                        <a:pt x="94488" y="4820"/>
                      </a:cubicBezTo>
                      <a:lnTo>
                        <a:pt x="92107" y="4820"/>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 name="Google Shape;881;p99"/>
                <p:cNvSpPr/>
                <p:nvPr/>
              </p:nvSpPr>
              <p:spPr>
                <a:xfrm>
                  <a:off x="5954362" y="4998529"/>
                  <a:ext cx="104012" cy="111823"/>
                </a:xfrm>
                <a:custGeom>
                  <a:avLst/>
                  <a:gdLst/>
                  <a:ahLst/>
                  <a:cxnLst/>
                  <a:rect l="l" t="t" r="r" b="b"/>
                  <a:pathLst>
                    <a:path w="104012" h="111823" extrusionOk="0">
                      <a:moveTo>
                        <a:pt x="1619" y="77629"/>
                      </a:moveTo>
                      <a:cubicBezTo>
                        <a:pt x="1619" y="78581"/>
                        <a:pt x="1619" y="78962"/>
                        <a:pt x="2000" y="78962"/>
                      </a:cubicBezTo>
                      <a:cubicBezTo>
                        <a:pt x="2000" y="78962"/>
                        <a:pt x="2286" y="78962"/>
                        <a:pt x="2572" y="78867"/>
                      </a:cubicBezTo>
                      <a:cubicBezTo>
                        <a:pt x="2857" y="78772"/>
                        <a:pt x="3048" y="78772"/>
                        <a:pt x="3238" y="78772"/>
                      </a:cubicBezTo>
                      <a:cubicBezTo>
                        <a:pt x="3524" y="78772"/>
                        <a:pt x="3715" y="78962"/>
                        <a:pt x="3810" y="79343"/>
                      </a:cubicBezTo>
                      <a:cubicBezTo>
                        <a:pt x="1619" y="79343"/>
                        <a:pt x="286" y="79153"/>
                        <a:pt x="0" y="78772"/>
                      </a:cubicBezTo>
                      <a:lnTo>
                        <a:pt x="1524" y="77629"/>
                      </a:lnTo>
                      <a:close/>
                      <a:moveTo>
                        <a:pt x="3810" y="91821"/>
                      </a:moveTo>
                      <a:cubicBezTo>
                        <a:pt x="4000" y="91345"/>
                        <a:pt x="4381" y="91059"/>
                        <a:pt x="4953" y="91059"/>
                      </a:cubicBezTo>
                      <a:lnTo>
                        <a:pt x="6477" y="91059"/>
                      </a:lnTo>
                      <a:cubicBezTo>
                        <a:pt x="6477" y="91059"/>
                        <a:pt x="6001" y="91821"/>
                        <a:pt x="5334" y="91821"/>
                      </a:cubicBezTo>
                      <a:lnTo>
                        <a:pt x="3810" y="91821"/>
                      </a:lnTo>
                      <a:close/>
                      <a:moveTo>
                        <a:pt x="8477" y="99155"/>
                      </a:moveTo>
                      <a:lnTo>
                        <a:pt x="8477" y="97631"/>
                      </a:lnTo>
                      <a:lnTo>
                        <a:pt x="9620" y="97631"/>
                      </a:lnTo>
                      <a:lnTo>
                        <a:pt x="8477" y="99155"/>
                      </a:lnTo>
                      <a:close/>
                      <a:moveTo>
                        <a:pt x="14478" y="90011"/>
                      </a:moveTo>
                      <a:cubicBezTo>
                        <a:pt x="14478" y="90011"/>
                        <a:pt x="15621" y="90202"/>
                        <a:pt x="16573" y="91154"/>
                      </a:cubicBezTo>
                      <a:lnTo>
                        <a:pt x="16192" y="91916"/>
                      </a:lnTo>
                      <a:lnTo>
                        <a:pt x="14573" y="90106"/>
                      </a:lnTo>
                      <a:close/>
                      <a:moveTo>
                        <a:pt x="16573" y="99155"/>
                      </a:moveTo>
                      <a:cubicBezTo>
                        <a:pt x="16573" y="99155"/>
                        <a:pt x="17145" y="98774"/>
                        <a:pt x="17431" y="98298"/>
                      </a:cubicBezTo>
                      <a:cubicBezTo>
                        <a:pt x="17716" y="97822"/>
                        <a:pt x="18002" y="97631"/>
                        <a:pt x="18288" y="97631"/>
                      </a:cubicBezTo>
                      <a:cubicBezTo>
                        <a:pt x="18288" y="98012"/>
                        <a:pt x="18097" y="98488"/>
                        <a:pt x="17621" y="99155"/>
                      </a:cubicBezTo>
                      <a:lnTo>
                        <a:pt x="16478" y="99155"/>
                      </a:lnTo>
                      <a:close/>
                      <a:moveTo>
                        <a:pt x="19240" y="86773"/>
                      </a:moveTo>
                      <a:lnTo>
                        <a:pt x="18859" y="87916"/>
                      </a:lnTo>
                      <a:lnTo>
                        <a:pt x="17336" y="87916"/>
                      </a:lnTo>
                      <a:cubicBezTo>
                        <a:pt x="17716" y="86773"/>
                        <a:pt x="18097" y="86296"/>
                        <a:pt x="18479" y="86296"/>
                      </a:cubicBezTo>
                      <a:cubicBezTo>
                        <a:pt x="18764" y="86296"/>
                        <a:pt x="19050" y="86487"/>
                        <a:pt x="19336" y="86868"/>
                      </a:cubicBezTo>
                      <a:close/>
                      <a:moveTo>
                        <a:pt x="21431" y="77153"/>
                      </a:moveTo>
                      <a:lnTo>
                        <a:pt x="21431" y="78296"/>
                      </a:lnTo>
                      <a:lnTo>
                        <a:pt x="19240" y="76486"/>
                      </a:lnTo>
                      <a:cubicBezTo>
                        <a:pt x="19812" y="76295"/>
                        <a:pt x="20574" y="76486"/>
                        <a:pt x="21431" y="77153"/>
                      </a:cubicBezTo>
                      <a:close/>
                      <a:moveTo>
                        <a:pt x="19240" y="93250"/>
                      </a:moveTo>
                      <a:cubicBezTo>
                        <a:pt x="20003" y="93250"/>
                        <a:pt x="20383" y="93726"/>
                        <a:pt x="20383" y="94774"/>
                      </a:cubicBezTo>
                      <a:lnTo>
                        <a:pt x="19240" y="94774"/>
                      </a:lnTo>
                      <a:lnTo>
                        <a:pt x="19240" y="93250"/>
                      </a:lnTo>
                      <a:close/>
                      <a:moveTo>
                        <a:pt x="21907" y="105061"/>
                      </a:moveTo>
                      <a:lnTo>
                        <a:pt x="21431" y="104489"/>
                      </a:lnTo>
                      <a:lnTo>
                        <a:pt x="23622" y="103251"/>
                      </a:lnTo>
                      <a:lnTo>
                        <a:pt x="21812" y="105061"/>
                      </a:lnTo>
                      <a:close/>
                      <a:moveTo>
                        <a:pt x="103537" y="82963"/>
                      </a:moveTo>
                      <a:lnTo>
                        <a:pt x="98679" y="83629"/>
                      </a:lnTo>
                      <a:cubicBezTo>
                        <a:pt x="98679" y="83629"/>
                        <a:pt x="98584" y="84011"/>
                        <a:pt x="98584" y="84011"/>
                      </a:cubicBezTo>
                      <a:cubicBezTo>
                        <a:pt x="98584" y="84296"/>
                        <a:pt x="98965" y="84677"/>
                        <a:pt x="99727" y="85154"/>
                      </a:cubicBezTo>
                      <a:cubicBezTo>
                        <a:pt x="100489" y="85630"/>
                        <a:pt x="100870" y="86106"/>
                        <a:pt x="100870" y="86678"/>
                      </a:cubicBezTo>
                      <a:lnTo>
                        <a:pt x="102013" y="86678"/>
                      </a:lnTo>
                      <a:cubicBezTo>
                        <a:pt x="101441" y="89535"/>
                        <a:pt x="100965" y="92393"/>
                        <a:pt x="100489" y="95250"/>
                      </a:cubicBezTo>
                      <a:cubicBezTo>
                        <a:pt x="99727" y="98298"/>
                        <a:pt x="97917" y="100298"/>
                        <a:pt x="95059" y="101251"/>
                      </a:cubicBezTo>
                      <a:cubicBezTo>
                        <a:pt x="94583" y="99536"/>
                        <a:pt x="93440" y="99060"/>
                        <a:pt x="91726" y="99727"/>
                      </a:cubicBezTo>
                      <a:lnTo>
                        <a:pt x="91154" y="100108"/>
                      </a:lnTo>
                      <a:lnTo>
                        <a:pt x="93250" y="102298"/>
                      </a:lnTo>
                      <a:cubicBezTo>
                        <a:pt x="92392" y="102108"/>
                        <a:pt x="91440" y="101537"/>
                        <a:pt x="90488" y="100679"/>
                      </a:cubicBezTo>
                      <a:cubicBezTo>
                        <a:pt x="89440" y="99822"/>
                        <a:pt x="88678" y="99346"/>
                        <a:pt x="88106" y="99346"/>
                      </a:cubicBezTo>
                      <a:cubicBezTo>
                        <a:pt x="87439" y="99346"/>
                        <a:pt x="86678" y="99727"/>
                        <a:pt x="85915" y="100489"/>
                      </a:cubicBezTo>
                      <a:lnTo>
                        <a:pt x="87821" y="100489"/>
                      </a:lnTo>
                      <a:lnTo>
                        <a:pt x="87439" y="101155"/>
                      </a:lnTo>
                      <a:cubicBezTo>
                        <a:pt x="88582" y="101537"/>
                        <a:pt x="90011" y="102394"/>
                        <a:pt x="91726" y="103727"/>
                      </a:cubicBezTo>
                      <a:lnTo>
                        <a:pt x="87821" y="105442"/>
                      </a:lnTo>
                      <a:lnTo>
                        <a:pt x="88582" y="105918"/>
                      </a:lnTo>
                      <a:cubicBezTo>
                        <a:pt x="88582" y="105918"/>
                        <a:pt x="86963" y="106680"/>
                        <a:pt x="84106" y="107823"/>
                      </a:cubicBezTo>
                      <a:cubicBezTo>
                        <a:pt x="82677" y="108395"/>
                        <a:pt x="81248" y="108680"/>
                        <a:pt x="79915" y="108680"/>
                      </a:cubicBezTo>
                      <a:cubicBezTo>
                        <a:pt x="79248" y="108680"/>
                        <a:pt x="78581" y="108680"/>
                        <a:pt x="77819" y="108585"/>
                      </a:cubicBezTo>
                      <a:cubicBezTo>
                        <a:pt x="77343" y="109823"/>
                        <a:pt x="77248" y="110680"/>
                        <a:pt x="77438" y="111157"/>
                      </a:cubicBezTo>
                      <a:lnTo>
                        <a:pt x="56388" y="111823"/>
                      </a:lnTo>
                      <a:cubicBezTo>
                        <a:pt x="54673" y="110299"/>
                        <a:pt x="52102" y="108966"/>
                        <a:pt x="48482" y="107823"/>
                      </a:cubicBezTo>
                      <a:cubicBezTo>
                        <a:pt x="44482" y="106680"/>
                        <a:pt x="41910" y="105632"/>
                        <a:pt x="40862" y="104965"/>
                      </a:cubicBezTo>
                      <a:cubicBezTo>
                        <a:pt x="40386" y="104299"/>
                        <a:pt x="39624" y="103918"/>
                        <a:pt x="38481" y="103632"/>
                      </a:cubicBezTo>
                      <a:cubicBezTo>
                        <a:pt x="37338" y="103346"/>
                        <a:pt x="36195" y="103061"/>
                        <a:pt x="35052" y="102870"/>
                      </a:cubicBezTo>
                      <a:lnTo>
                        <a:pt x="36576" y="101346"/>
                      </a:lnTo>
                      <a:lnTo>
                        <a:pt x="34480" y="99155"/>
                      </a:lnTo>
                      <a:lnTo>
                        <a:pt x="33909" y="100679"/>
                      </a:lnTo>
                      <a:cubicBezTo>
                        <a:pt x="32004" y="100203"/>
                        <a:pt x="31052" y="98679"/>
                        <a:pt x="30861" y="96107"/>
                      </a:cubicBezTo>
                      <a:cubicBezTo>
                        <a:pt x="30766" y="93821"/>
                        <a:pt x="29432" y="92678"/>
                        <a:pt x="26956" y="92678"/>
                      </a:cubicBezTo>
                      <a:lnTo>
                        <a:pt x="25146" y="92678"/>
                      </a:lnTo>
                      <a:cubicBezTo>
                        <a:pt x="26765" y="92678"/>
                        <a:pt x="27527" y="91726"/>
                        <a:pt x="27527" y="90011"/>
                      </a:cubicBezTo>
                      <a:cubicBezTo>
                        <a:pt x="27527" y="89440"/>
                        <a:pt x="27337" y="88963"/>
                        <a:pt x="27051" y="88487"/>
                      </a:cubicBezTo>
                      <a:cubicBezTo>
                        <a:pt x="26765" y="88011"/>
                        <a:pt x="25813" y="87439"/>
                        <a:pt x="24194" y="86868"/>
                      </a:cubicBezTo>
                      <a:lnTo>
                        <a:pt x="23717" y="87249"/>
                      </a:lnTo>
                      <a:cubicBezTo>
                        <a:pt x="23717" y="87249"/>
                        <a:pt x="23527" y="87535"/>
                        <a:pt x="23336" y="87535"/>
                      </a:cubicBezTo>
                      <a:cubicBezTo>
                        <a:pt x="23050" y="87535"/>
                        <a:pt x="22860" y="87154"/>
                        <a:pt x="22670" y="86392"/>
                      </a:cubicBezTo>
                      <a:cubicBezTo>
                        <a:pt x="22479" y="85725"/>
                        <a:pt x="22479" y="85154"/>
                        <a:pt x="22670" y="84582"/>
                      </a:cubicBezTo>
                      <a:cubicBezTo>
                        <a:pt x="23622" y="84392"/>
                        <a:pt x="24955" y="83439"/>
                        <a:pt x="26861" y="81629"/>
                      </a:cubicBezTo>
                      <a:cubicBezTo>
                        <a:pt x="28480" y="80201"/>
                        <a:pt x="29908" y="79438"/>
                        <a:pt x="31052" y="79438"/>
                      </a:cubicBezTo>
                      <a:cubicBezTo>
                        <a:pt x="31623" y="79438"/>
                        <a:pt x="32195" y="79629"/>
                        <a:pt x="32861" y="79820"/>
                      </a:cubicBezTo>
                      <a:cubicBezTo>
                        <a:pt x="32480" y="79153"/>
                        <a:pt x="32480" y="78581"/>
                        <a:pt x="32861" y="78105"/>
                      </a:cubicBezTo>
                      <a:cubicBezTo>
                        <a:pt x="33147" y="77629"/>
                        <a:pt x="32861" y="76962"/>
                        <a:pt x="31909" y="76010"/>
                      </a:cubicBezTo>
                      <a:lnTo>
                        <a:pt x="36671" y="73819"/>
                      </a:lnTo>
                      <a:lnTo>
                        <a:pt x="35623" y="72295"/>
                      </a:lnTo>
                      <a:cubicBezTo>
                        <a:pt x="36386" y="72295"/>
                        <a:pt x="37529" y="71914"/>
                        <a:pt x="39243" y="70961"/>
                      </a:cubicBezTo>
                      <a:cubicBezTo>
                        <a:pt x="40862" y="70104"/>
                        <a:pt x="42005" y="69628"/>
                        <a:pt x="42577" y="69628"/>
                      </a:cubicBezTo>
                      <a:cubicBezTo>
                        <a:pt x="43529" y="69628"/>
                        <a:pt x="44101" y="70295"/>
                        <a:pt x="44387" y="71723"/>
                      </a:cubicBezTo>
                      <a:cubicBezTo>
                        <a:pt x="44101" y="74771"/>
                        <a:pt x="45244" y="77819"/>
                        <a:pt x="47720" y="80867"/>
                      </a:cubicBezTo>
                      <a:cubicBezTo>
                        <a:pt x="48958" y="82296"/>
                        <a:pt x="51340" y="84677"/>
                        <a:pt x="55054" y="87821"/>
                      </a:cubicBezTo>
                      <a:cubicBezTo>
                        <a:pt x="55626" y="89154"/>
                        <a:pt x="56579" y="89726"/>
                        <a:pt x="57817" y="89726"/>
                      </a:cubicBezTo>
                      <a:cubicBezTo>
                        <a:pt x="58198" y="89726"/>
                        <a:pt x="58769" y="89726"/>
                        <a:pt x="59531" y="89535"/>
                      </a:cubicBezTo>
                      <a:cubicBezTo>
                        <a:pt x="60293" y="89345"/>
                        <a:pt x="60865" y="89345"/>
                        <a:pt x="61246" y="89345"/>
                      </a:cubicBezTo>
                      <a:cubicBezTo>
                        <a:pt x="62103" y="89345"/>
                        <a:pt x="62865" y="89535"/>
                        <a:pt x="63627" y="89916"/>
                      </a:cubicBezTo>
                      <a:cubicBezTo>
                        <a:pt x="64389" y="90297"/>
                        <a:pt x="65151" y="90488"/>
                        <a:pt x="66104" y="90488"/>
                      </a:cubicBezTo>
                      <a:cubicBezTo>
                        <a:pt x="67723" y="90488"/>
                        <a:pt x="69723" y="89726"/>
                        <a:pt x="71914" y="88106"/>
                      </a:cubicBezTo>
                      <a:cubicBezTo>
                        <a:pt x="75247" y="85915"/>
                        <a:pt x="77153" y="84677"/>
                        <a:pt x="77629" y="84487"/>
                      </a:cubicBezTo>
                      <a:cubicBezTo>
                        <a:pt x="78105" y="83725"/>
                        <a:pt x="78296" y="83058"/>
                        <a:pt x="78296" y="82296"/>
                      </a:cubicBezTo>
                      <a:cubicBezTo>
                        <a:pt x="78296" y="81153"/>
                        <a:pt x="77629" y="79724"/>
                        <a:pt x="76390" y="77914"/>
                      </a:cubicBezTo>
                      <a:cubicBezTo>
                        <a:pt x="75152" y="76105"/>
                        <a:pt x="74390" y="74771"/>
                        <a:pt x="74200" y="73819"/>
                      </a:cubicBezTo>
                      <a:cubicBezTo>
                        <a:pt x="71914" y="73438"/>
                        <a:pt x="70580" y="72580"/>
                        <a:pt x="70295" y="71152"/>
                      </a:cubicBezTo>
                      <a:lnTo>
                        <a:pt x="70961" y="70580"/>
                      </a:lnTo>
                      <a:cubicBezTo>
                        <a:pt x="68008" y="69152"/>
                        <a:pt x="63913" y="67056"/>
                        <a:pt x="58579" y="64198"/>
                      </a:cubicBezTo>
                      <a:cubicBezTo>
                        <a:pt x="58007" y="64675"/>
                        <a:pt x="57436" y="64865"/>
                        <a:pt x="56959" y="64865"/>
                      </a:cubicBezTo>
                      <a:cubicBezTo>
                        <a:pt x="56197" y="64865"/>
                        <a:pt x="55340" y="64389"/>
                        <a:pt x="54197" y="63341"/>
                      </a:cubicBezTo>
                      <a:cubicBezTo>
                        <a:pt x="53054" y="62294"/>
                        <a:pt x="52197" y="61817"/>
                        <a:pt x="51530" y="61817"/>
                      </a:cubicBezTo>
                      <a:cubicBezTo>
                        <a:pt x="51245" y="61817"/>
                        <a:pt x="50959" y="61817"/>
                        <a:pt x="50673" y="62103"/>
                      </a:cubicBezTo>
                      <a:cubicBezTo>
                        <a:pt x="48387" y="61436"/>
                        <a:pt x="46006" y="59531"/>
                        <a:pt x="43720" y="56388"/>
                      </a:cubicBezTo>
                      <a:cubicBezTo>
                        <a:pt x="41148" y="52864"/>
                        <a:pt x="38957" y="50578"/>
                        <a:pt x="37243" y="49625"/>
                      </a:cubicBezTo>
                      <a:cubicBezTo>
                        <a:pt x="37433" y="48578"/>
                        <a:pt x="36957" y="47339"/>
                        <a:pt x="35909" y="45815"/>
                      </a:cubicBezTo>
                      <a:cubicBezTo>
                        <a:pt x="34766" y="44291"/>
                        <a:pt x="34290" y="43148"/>
                        <a:pt x="34480" y="42291"/>
                      </a:cubicBezTo>
                      <a:cubicBezTo>
                        <a:pt x="33814" y="41053"/>
                        <a:pt x="33433" y="38767"/>
                        <a:pt x="33242" y="35338"/>
                      </a:cubicBezTo>
                      <a:cubicBezTo>
                        <a:pt x="33052" y="32290"/>
                        <a:pt x="32956" y="29242"/>
                        <a:pt x="32861" y="26194"/>
                      </a:cubicBezTo>
                      <a:cubicBezTo>
                        <a:pt x="33623" y="25908"/>
                        <a:pt x="34004" y="25527"/>
                        <a:pt x="34004" y="25051"/>
                      </a:cubicBezTo>
                      <a:cubicBezTo>
                        <a:pt x="34004" y="24765"/>
                        <a:pt x="33814" y="24384"/>
                        <a:pt x="33433" y="23717"/>
                      </a:cubicBezTo>
                      <a:cubicBezTo>
                        <a:pt x="33052" y="23146"/>
                        <a:pt x="32861" y="22670"/>
                        <a:pt x="32861" y="22384"/>
                      </a:cubicBezTo>
                      <a:cubicBezTo>
                        <a:pt x="33338" y="21146"/>
                        <a:pt x="34862" y="19336"/>
                        <a:pt x="37624" y="17145"/>
                      </a:cubicBezTo>
                      <a:cubicBezTo>
                        <a:pt x="39814" y="15240"/>
                        <a:pt x="40957" y="13335"/>
                        <a:pt x="40957" y="11621"/>
                      </a:cubicBezTo>
                      <a:cubicBezTo>
                        <a:pt x="41338" y="11621"/>
                        <a:pt x="42005" y="11144"/>
                        <a:pt x="42863" y="10478"/>
                      </a:cubicBezTo>
                      <a:cubicBezTo>
                        <a:pt x="43720" y="9811"/>
                        <a:pt x="44387" y="9525"/>
                        <a:pt x="44767" y="9525"/>
                      </a:cubicBezTo>
                      <a:cubicBezTo>
                        <a:pt x="45053" y="9525"/>
                        <a:pt x="45244" y="9715"/>
                        <a:pt x="45529" y="10096"/>
                      </a:cubicBezTo>
                      <a:cubicBezTo>
                        <a:pt x="47244" y="7429"/>
                        <a:pt x="50102" y="5334"/>
                        <a:pt x="54007" y="3905"/>
                      </a:cubicBezTo>
                      <a:cubicBezTo>
                        <a:pt x="57436" y="2762"/>
                        <a:pt x="60865" y="1714"/>
                        <a:pt x="64294" y="571"/>
                      </a:cubicBezTo>
                      <a:cubicBezTo>
                        <a:pt x="65341" y="190"/>
                        <a:pt x="66294" y="0"/>
                        <a:pt x="67342" y="0"/>
                      </a:cubicBezTo>
                      <a:cubicBezTo>
                        <a:pt x="68866" y="0"/>
                        <a:pt x="70866" y="571"/>
                        <a:pt x="73342" y="1714"/>
                      </a:cubicBezTo>
                      <a:cubicBezTo>
                        <a:pt x="75819" y="2857"/>
                        <a:pt x="77819" y="3429"/>
                        <a:pt x="79343" y="3429"/>
                      </a:cubicBezTo>
                      <a:cubicBezTo>
                        <a:pt x="80010" y="3429"/>
                        <a:pt x="80677" y="3429"/>
                        <a:pt x="81248" y="3143"/>
                      </a:cubicBezTo>
                      <a:cubicBezTo>
                        <a:pt x="81915" y="4381"/>
                        <a:pt x="83058" y="5334"/>
                        <a:pt x="84772" y="5810"/>
                      </a:cubicBezTo>
                      <a:cubicBezTo>
                        <a:pt x="86868" y="6477"/>
                        <a:pt x="88297" y="7048"/>
                        <a:pt x="88963" y="7525"/>
                      </a:cubicBezTo>
                      <a:cubicBezTo>
                        <a:pt x="92107" y="7811"/>
                        <a:pt x="94964" y="11906"/>
                        <a:pt x="97441" y="19717"/>
                      </a:cubicBezTo>
                      <a:cubicBezTo>
                        <a:pt x="97346" y="20860"/>
                        <a:pt x="96583" y="22384"/>
                        <a:pt x="94964" y="24194"/>
                      </a:cubicBezTo>
                      <a:cubicBezTo>
                        <a:pt x="93440" y="26098"/>
                        <a:pt x="92678" y="27622"/>
                        <a:pt x="92773" y="28956"/>
                      </a:cubicBezTo>
                      <a:cubicBezTo>
                        <a:pt x="91726" y="28765"/>
                        <a:pt x="91154" y="29146"/>
                        <a:pt x="91154" y="30004"/>
                      </a:cubicBezTo>
                      <a:cubicBezTo>
                        <a:pt x="91154" y="31242"/>
                        <a:pt x="90869" y="31909"/>
                        <a:pt x="90488" y="32099"/>
                      </a:cubicBezTo>
                      <a:cubicBezTo>
                        <a:pt x="87916" y="33338"/>
                        <a:pt x="86106" y="33909"/>
                        <a:pt x="85058" y="33909"/>
                      </a:cubicBezTo>
                      <a:cubicBezTo>
                        <a:pt x="83534" y="33909"/>
                        <a:pt x="82201" y="32956"/>
                        <a:pt x="80867" y="31147"/>
                      </a:cubicBezTo>
                      <a:cubicBezTo>
                        <a:pt x="80772" y="29623"/>
                        <a:pt x="79820" y="28575"/>
                        <a:pt x="78105" y="27813"/>
                      </a:cubicBezTo>
                      <a:cubicBezTo>
                        <a:pt x="76105" y="27051"/>
                        <a:pt x="74866" y="26194"/>
                        <a:pt x="74486" y="25146"/>
                      </a:cubicBezTo>
                      <a:cubicBezTo>
                        <a:pt x="73914" y="25051"/>
                        <a:pt x="72485" y="24574"/>
                        <a:pt x="70199" y="23622"/>
                      </a:cubicBezTo>
                      <a:cubicBezTo>
                        <a:pt x="68294" y="22955"/>
                        <a:pt x="66865" y="22479"/>
                        <a:pt x="65722" y="22479"/>
                      </a:cubicBezTo>
                      <a:cubicBezTo>
                        <a:pt x="64103" y="22479"/>
                        <a:pt x="62770" y="23241"/>
                        <a:pt x="61627" y="24765"/>
                      </a:cubicBezTo>
                      <a:cubicBezTo>
                        <a:pt x="61246" y="24670"/>
                        <a:pt x="60960" y="24574"/>
                        <a:pt x="60674" y="24574"/>
                      </a:cubicBezTo>
                      <a:cubicBezTo>
                        <a:pt x="59912" y="24574"/>
                        <a:pt x="58769" y="25241"/>
                        <a:pt x="57245" y="26670"/>
                      </a:cubicBezTo>
                      <a:cubicBezTo>
                        <a:pt x="57721" y="27527"/>
                        <a:pt x="57912" y="28194"/>
                        <a:pt x="57912" y="28861"/>
                      </a:cubicBezTo>
                      <a:cubicBezTo>
                        <a:pt x="57912" y="29718"/>
                        <a:pt x="57340" y="30480"/>
                        <a:pt x="56007" y="31147"/>
                      </a:cubicBezTo>
                      <a:cubicBezTo>
                        <a:pt x="54769" y="31813"/>
                        <a:pt x="54102" y="32480"/>
                        <a:pt x="54102" y="33147"/>
                      </a:cubicBezTo>
                      <a:cubicBezTo>
                        <a:pt x="54102" y="33623"/>
                        <a:pt x="54483" y="34385"/>
                        <a:pt x="55054" y="35338"/>
                      </a:cubicBezTo>
                      <a:cubicBezTo>
                        <a:pt x="58960" y="40957"/>
                        <a:pt x="64770" y="45244"/>
                        <a:pt x="72676" y="48101"/>
                      </a:cubicBezTo>
                      <a:cubicBezTo>
                        <a:pt x="73723" y="48387"/>
                        <a:pt x="75152" y="49244"/>
                        <a:pt x="77057" y="50768"/>
                      </a:cubicBezTo>
                      <a:cubicBezTo>
                        <a:pt x="78962" y="52292"/>
                        <a:pt x="80486" y="53149"/>
                        <a:pt x="81820" y="53245"/>
                      </a:cubicBezTo>
                      <a:cubicBezTo>
                        <a:pt x="83153" y="53340"/>
                        <a:pt x="84868" y="54388"/>
                        <a:pt x="87249" y="56388"/>
                      </a:cubicBezTo>
                      <a:cubicBezTo>
                        <a:pt x="89249" y="58293"/>
                        <a:pt x="91249" y="59055"/>
                        <a:pt x="93059" y="58769"/>
                      </a:cubicBezTo>
                      <a:cubicBezTo>
                        <a:pt x="93059" y="59722"/>
                        <a:pt x="93154" y="60198"/>
                        <a:pt x="93440" y="60293"/>
                      </a:cubicBezTo>
                      <a:cubicBezTo>
                        <a:pt x="94297" y="60293"/>
                        <a:pt x="94869" y="60865"/>
                        <a:pt x="95345" y="62103"/>
                      </a:cubicBezTo>
                      <a:cubicBezTo>
                        <a:pt x="95726" y="63341"/>
                        <a:pt x="96393" y="63818"/>
                        <a:pt x="97250" y="63532"/>
                      </a:cubicBezTo>
                      <a:cubicBezTo>
                        <a:pt x="97441" y="64198"/>
                        <a:pt x="98584" y="66104"/>
                        <a:pt x="100870" y="69247"/>
                      </a:cubicBezTo>
                      <a:cubicBezTo>
                        <a:pt x="102489" y="71819"/>
                        <a:pt x="103346" y="74200"/>
                        <a:pt x="103346" y="76295"/>
                      </a:cubicBezTo>
                      <a:cubicBezTo>
                        <a:pt x="103822" y="76867"/>
                        <a:pt x="104013" y="77438"/>
                        <a:pt x="104013" y="78010"/>
                      </a:cubicBezTo>
                      <a:cubicBezTo>
                        <a:pt x="104013" y="78486"/>
                        <a:pt x="103822" y="79057"/>
                        <a:pt x="103346" y="79724"/>
                      </a:cubicBezTo>
                      <a:cubicBezTo>
                        <a:pt x="102870" y="80391"/>
                        <a:pt x="102679" y="80867"/>
                        <a:pt x="102679" y="81153"/>
                      </a:cubicBezTo>
                      <a:cubicBezTo>
                        <a:pt x="102679" y="81724"/>
                        <a:pt x="103061" y="82296"/>
                        <a:pt x="103822" y="82868"/>
                      </a:cubicBezTo>
                      <a:close/>
                      <a:moveTo>
                        <a:pt x="23717" y="86296"/>
                      </a:moveTo>
                      <a:lnTo>
                        <a:pt x="26956" y="85154"/>
                      </a:lnTo>
                      <a:lnTo>
                        <a:pt x="25432" y="85154"/>
                      </a:lnTo>
                      <a:lnTo>
                        <a:pt x="23717" y="86296"/>
                      </a:lnTo>
                      <a:close/>
                      <a:moveTo>
                        <a:pt x="24670" y="99727"/>
                      </a:moveTo>
                      <a:lnTo>
                        <a:pt x="25432" y="99727"/>
                      </a:lnTo>
                      <a:lnTo>
                        <a:pt x="26479" y="100584"/>
                      </a:lnTo>
                      <a:lnTo>
                        <a:pt x="24670" y="99727"/>
                      </a:lnTo>
                      <a:close/>
                      <a:moveTo>
                        <a:pt x="29146" y="107061"/>
                      </a:moveTo>
                      <a:cubicBezTo>
                        <a:pt x="28956" y="106013"/>
                        <a:pt x="29337" y="105061"/>
                        <a:pt x="30099" y="104299"/>
                      </a:cubicBezTo>
                      <a:lnTo>
                        <a:pt x="29908" y="104489"/>
                      </a:lnTo>
                      <a:cubicBezTo>
                        <a:pt x="29908" y="104489"/>
                        <a:pt x="30099" y="105156"/>
                        <a:pt x="30575" y="105537"/>
                      </a:cubicBezTo>
                      <a:cubicBezTo>
                        <a:pt x="30956" y="105918"/>
                        <a:pt x="31242" y="106204"/>
                        <a:pt x="31242" y="106394"/>
                      </a:cubicBezTo>
                      <a:cubicBezTo>
                        <a:pt x="31242" y="106680"/>
                        <a:pt x="31052" y="106871"/>
                        <a:pt x="30671" y="107061"/>
                      </a:cubicBezTo>
                      <a:lnTo>
                        <a:pt x="29146" y="107061"/>
                      </a:lnTo>
                      <a:close/>
                      <a:moveTo>
                        <a:pt x="30385" y="103822"/>
                      </a:moveTo>
                      <a:cubicBezTo>
                        <a:pt x="30385" y="103822"/>
                        <a:pt x="30099" y="104204"/>
                        <a:pt x="30099" y="104204"/>
                      </a:cubicBezTo>
                      <a:cubicBezTo>
                        <a:pt x="30099" y="104204"/>
                        <a:pt x="30194" y="104013"/>
                        <a:pt x="30385" y="103822"/>
                      </a:cubicBezTo>
                      <a:close/>
                      <a:moveTo>
                        <a:pt x="30671" y="101251"/>
                      </a:moveTo>
                      <a:cubicBezTo>
                        <a:pt x="30671" y="101251"/>
                        <a:pt x="31432" y="101537"/>
                        <a:pt x="31909" y="101918"/>
                      </a:cubicBezTo>
                      <a:cubicBezTo>
                        <a:pt x="32385" y="102394"/>
                        <a:pt x="32671" y="102679"/>
                        <a:pt x="32766" y="102775"/>
                      </a:cubicBezTo>
                      <a:cubicBezTo>
                        <a:pt x="32195" y="102775"/>
                        <a:pt x="31432" y="103251"/>
                        <a:pt x="30385" y="103822"/>
                      </a:cubicBezTo>
                      <a:cubicBezTo>
                        <a:pt x="31147" y="102965"/>
                        <a:pt x="31242" y="102013"/>
                        <a:pt x="30671" y="101251"/>
                      </a:cubicBezTo>
                      <a:close/>
                      <a:moveTo>
                        <a:pt x="33909" y="89440"/>
                      </a:moveTo>
                      <a:lnTo>
                        <a:pt x="33909" y="88297"/>
                      </a:lnTo>
                      <a:lnTo>
                        <a:pt x="30671" y="86678"/>
                      </a:lnTo>
                      <a:lnTo>
                        <a:pt x="33909" y="89440"/>
                      </a:lnTo>
                      <a:close/>
                      <a:moveTo>
                        <a:pt x="36481" y="93726"/>
                      </a:moveTo>
                      <a:cubicBezTo>
                        <a:pt x="36481" y="93726"/>
                        <a:pt x="36862" y="93726"/>
                        <a:pt x="37909" y="94012"/>
                      </a:cubicBezTo>
                      <a:cubicBezTo>
                        <a:pt x="38481" y="94107"/>
                        <a:pt x="38862" y="93821"/>
                        <a:pt x="39148" y="93154"/>
                      </a:cubicBezTo>
                      <a:cubicBezTo>
                        <a:pt x="38005" y="92773"/>
                        <a:pt x="37147" y="92964"/>
                        <a:pt x="36481" y="93726"/>
                      </a:cubicBezTo>
                      <a:cubicBezTo>
                        <a:pt x="36195" y="93726"/>
                        <a:pt x="36100" y="93821"/>
                        <a:pt x="36100" y="94107"/>
                      </a:cubicBezTo>
                      <a:lnTo>
                        <a:pt x="34957" y="95250"/>
                      </a:lnTo>
                      <a:lnTo>
                        <a:pt x="36100" y="95250"/>
                      </a:lnTo>
                      <a:cubicBezTo>
                        <a:pt x="36100" y="95250"/>
                        <a:pt x="36004" y="94393"/>
                        <a:pt x="36100" y="94107"/>
                      </a:cubicBezTo>
                      <a:lnTo>
                        <a:pt x="36481" y="93726"/>
                      </a:lnTo>
                      <a:close/>
                      <a:moveTo>
                        <a:pt x="37243" y="41148"/>
                      </a:moveTo>
                      <a:cubicBezTo>
                        <a:pt x="37243" y="41148"/>
                        <a:pt x="37814" y="40291"/>
                        <a:pt x="37624" y="39910"/>
                      </a:cubicBezTo>
                      <a:lnTo>
                        <a:pt x="38005" y="38957"/>
                      </a:lnTo>
                      <a:cubicBezTo>
                        <a:pt x="38005" y="38957"/>
                        <a:pt x="37147" y="38100"/>
                        <a:pt x="36576" y="37814"/>
                      </a:cubicBezTo>
                      <a:cubicBezTo>
                        <a:pt x="36004" y="37529"/>
                        <a:pt x="35623" y="37433"/>
                        <a:pt x="35433" y="37433"/>
                      </a:cubicBezTo>
                      <a:cubicBezTo>
                        <a:pt x="36862" y="38195"/>
                        <a:pt x="37624" y="39053"/>
                        <a:pt x="37624" y="39910"/>
                      </a:cubicBezTo>
                      <a:lnTo>
                        <a:pt x="37243" y="41148"/>
                      </a:lnTo>
                      <a:close/>
                      <a:moveTo>
                        <a:pt x="46768" y="33147"/>
                      </a:moveTo>
                      <a:lnTo>
                        <a:pt x="46768" y="32671"/>
                      </a:lnTo>
                      <a:cubicBezTo>
                        <a:pt x="46387" y="30289"/>
                        <a:pt x="44767" y="29051"/>
                        <a:pt x="41815" y="29051"/>
                      </a:cubicBezTo>
                      <a:cubicBezTo>
                        <a:pt x="39433" y="29051"/>
                        <a:pt x="37624" y="29718"/>
                        <a:pt x="36100" y="30956"/>
                      </a:cubicBezTo>
                      <a:cubicBezTo>
                        <a:pt x="36576" y="31147"/>
                        <a:pt x="37052" y="32004"/>
                        <a:pt x="37529" y="33623"/>
                      </a:cubicBezTo>
                      <a:cubicBezTo>
                        <a:pt x="38005" y="35243"/>
                        <a:pt x="38957" y="35909"/>
                        <a:pt x="40196" y="35623"/>
                      </a:cubicBezTo>
                      <a:lnTo>
                        <a:pt x="40196" y="35243"/>
                      </a:lnTo>
                      <a:cubicBezTo>
                        <a:pt x="40196" y="35243"/>
                        <a:pt x="40767" y="33909"/>
                        <a:pt x="41148" y="32195"/>
                      </a:cubicBezTo>
                      <a:cubicBezTo>
                        <a:pt x="41434" y="30766"/>
                        <a:pt x="42005" y="30004"/>
                        <a:pt x="42863" y="30004"/>
                      </a:cubicBezTo>
                      <a:cubicBezTo>
                        <a:pt x="43244" y="30004"/>
                        <a:pt x="43624" y="30194"/>
                        <a:pt x="44101" y="30385"/>
                      </a:cubicBezTo>
                      <a:lnTo>
                        <a:pt x="44101" y="31528"/>
                      </a:lnTo>
                      <a:cubicBezTo>
                        <a:pt x="44101" y="31528"/>
                        <a:pt x="44482" y="31337"/>
                        <a:pt x="44767" y="31337"/>
                      </a:cubicBezTo>
                      <a:cubicBezTo>
                        <a:pt x="44958" y="31337"/>
                        <a:pt x="45625" y="31909"/>
                        <a:pt x="46672" y="33052"/>
                      </a:cubicBezTo>
                      <a:close/>
                      <a:moveTo>
                        <a:pt x="38005" y="77534"/>
                      </a:moveTo>
                      <a:cubicBezTo>
                        <a:pt x="37147" y="77534"/>
                        <a:pt x="36671" y="77343"/>
                        <a:pt x="36481" y="77153"/>
                      </a:cubicBezTo>
                      <a:lnTo>
                        <a:pt x="37624" y="78677"/>
                      </a:lnTo>
                      <a:cubicBezTo>
                        <a:pt x="37624" y="78677"/>
                        <a:pt x="38195" y="78010"/>
                        <a:pt x="38005" y="77534"/>
                      </a:cubicBezTo>
                      <a:close/>
                      <a:moveTo>
                        <a:pt x="39148" y="34671"/>
                      </a:moveTo>
                      <a:lnTo>
                        <a:pt x="38767" y="34290"/>
                      </a:lnTo>
                      <a:lnTo>
                        <a:pt x="39910" y="34290"/>
                      </a:lnTo>
                      <a:cubicBezTo>
                        <a:pt x="39910" y="34290"/>
                        <a:pt x="39529" y="34480"/>
                        <a:pt x="39148" y="34671"/>
                      </a:cubicBezTo>
                      <a:close/>
                      <a:moveTo>
                        <a:pt x="39910" y="34290"/>
                      </a:moveTo>
                      <a:cubicBezTo>
                        <a:pt x="39910" y="34290"/>
                        <a:pt x="40196" y="34099"/>
                        <a:pt x="40291" y="34290"/>
                      </a:cubicBezTo>
                      <a:lnTo>
                        <a:pt x="39910" y="34290"/>
                      </a:lnTo>
                      <a:close/>
                      <a:moveTo>
                        <a:pt x="40862" y="102394"/>
                      </a:moveTo>
                      <a:lnTo>
                        <a:pt x="42005" y="101251"/>
                      </a:lnTo>
                      <a:cubicBezTo>
                        <a:pt x="42005" y="101251"/>
                        <a:pt x="41148" y="100584"/>
                        <a:pt x="40862" y="100584"/>
                      </a:cubicBezTo>
                      <a:lnTo>
                        <a:pt x="40862" y="102394"/>
                      </a:lnTo>
                      <a:close/>
                      <a:moveTo>
                        <a:pt x="42577" y="36195"/>
                      </a:moveTo>
                      <a:cubicBezTo>
                        <a:pt x="42672" y="35623"/>
                        <a:pt x="42577" y="34957"/>
                        <a:pt x="42005" y="34290"/>
                      </a:cubicBezTo>
                      <a:lnTo>
                        <a:pt x="42005" y="36957"/>
                      </a:lnTo>
                      <a:lnTo>
                        <a:pt x="42577" y="36290"/>
                      </a:lnTo>
                      <a:close/>
                      <a:moveTo>
                        <a:pt x="44577" y="111252"/>
                      </a:moveTo>
                      <a:lnTo>
                        <a:pt x="44196" y="110871"/>
                      </a:lnTo>
                      <a:lnTo>
                        <a:pt x="45339" y="110871"/>
                      </a:lnTo>
                      <a:cubicBezTo>
                        <a:pt x="44767" y="111157"/>
                        <a:pt x="44577" y="111252"/>
                        <a:pt x="44577" y="111252"/>
                      </a:cubicBezTo>
                      <a:close/>
                      <a:moveTo>
                        <a:pt x="58103" y="99727"/>
                      </a:moveTo>
                      <a:lnTo>
                        <a:pt x="58674" y="98965"/>
                      </a:lnTo>
                      <a:lnTo>
                        <a:pt x="58103" y="97441"/>
                      </a:lnTo>
                      <a:lnTo>
                        <a:pt x="58103" y="9963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82" name="Google Shape;882;p99"/>
              <p:cNvGrpSpPr/>
              <p:nvPr/>
            </p:nvGrpSpPr>
            <p:grpSpPr>
              <a:xfrm>
                <a:off x="9407729" y="6568250"/>
                <a:ext cx="1007280" cy="165735"/>
                <a:chOff x="4154411" y="4286345"/>
                <a:chExt cx="1007280" cy="165735"/>
              </a:xfrm>
            </p:grpSpPr>
            <p:sp>
              <p:nvSpPr>
                <p:cNvPr id="883" name="Google Shape;883;p99"/>
                <p:cNvSpPr/>
                <p:nvPr/>
              </p:nvSpPr>
              <p:spPr>
                <a:xfrm>
                  <a:off x="4154411" y="4303299"/>
                  <a:ext cx="101167" cy="126015"/>
                </a:xfrm>
                <a:custGeom>
                  <a:avLst/>
                  <a:gdLst/>
                  <a:ahLst/>
                  <a:cxnLst/>
                  <a:rect l="l" t="t" r="r" b="b"/>
                  <a:pathLst>
                    <a:path w="101167" h="126015" extrusionOk="0">
                      <a:moveTo>
                        <a:pt x="76498" y="1905"/>
                      </a:moveTo>
                      <a:cubicBezTo>
                        <a:pt x="77736" y="1905"/>
                        <a:pt x="79069" y="3143"/>
                        <a:pt x="80403" y="5524"/>
                      </a:cubicBezTo>
                      <a:cubicBezTo>
                        <a:pt x="81736" y="8001"/>
                        <a:pt x="82974" y="9144"/>
                        <a:pt x="84022" y="9144"/>
                      </a:cubicBezTo>
                      <a:cubicBezTo>
                        <a:pt x="84975" y="9144"/>
                        <a:pt x="86023" y="8668"/>
                        <a:pt x="87070" y="7715"/>
                      </a:cubicBezTo>
                      <a:cubicBezTo>
                        <a:pt x="87832" y="9715"/>
                        <a:pt x="89833" y="12097"/>
                        <a:pt x="92976" y="14764"/>
                      </a:cubicBezTo>
                      <a:cubicBezTo>
                        <a:pt x="96119" y="17431"/>
                        <a:pt x="98119" y="19717"/>
                        <a:pt x="99072" y="21622"/>
                      </a:cubicBezTo>
                      <a:cubicBezTo>
                        <a:pt x="98405" y="23050"/>
                        <a:pt x="98119" y="25622"/>
                        <a:pt x="98119" y="29242"/>
                      </a:cubicBezTo>
                      <a:cubicBezTo>
                        <a:pt x="98119" y="32861"/>
                        <a:pt x="97833" y="35338"/>
                        <a:pt x="97167" y="36671"/>
                      </a:cubicBezTo>
                      <a:cubicBezTo>
                        <a:pt x="96024" y="38671"/>
                        <a:pt x="93833" y="39529"/>
                        <a:pt x="90595" y="39243"/>
                      </a:cubicBezTo>
                      <a:cubicBezTo>
                        <a:pt x="88499" y="38862"/>
                        <a:pt x="86023" y="39910"/>
                        <a:pt x="83165" y="42005"/>
                      </a:cubicBezTo>
                      <a:cubicBezTo>
                        <a:pt x="80212" y="44196"/>
                        <a:pt x="77926" y="45339"/>
                        <a:pt x="76212" y="45339"/>
                      </a:cubicBezTo>
                      <a:cubicBezTo>
                        <a:pt x="75259" y="45339"/>
                        <a:pt x="74212" y="45148"/>
                        <a:pt x="73164" y="44672"/>
                      </a:cubicBezTo>
                      <a:cubicBezTo>
                        <a:pt x="74116" y="39529"/>
                        <a:pt x="70402" y="33242"/>
                        <a:pt x="62115" y="26098"/>
                      </a:cubicBezTo>
                      <a:cubicBezTo>
                        <a:pt x="59924" y="23431"/>
                        <a:pt x="57733" y="22098"/>
                        <a:pt x="55543" y="22098"/>
                      </a:cubicBezTo>
                      <a:cubicBezTo>
                        <a:pt x="54114" y="22098"/>
                        <a:pt x="51923" y="22860"/>
                        <a:pt x="48970" y="24479"/>
                      </a:cubicBezTo>
                      <a:cubicBezTo>
                        <a:pt x="46018" y="26003"/>
                        <a:pt x="43541" y="26860"/>
                        <a:pt x="41636" y="26860"/>
                      </a:cubicBezTo>
                      <a:cubicBezTo>
                        <a:pt x="40398" y="26860"/>
                        <a:pt x="39160" y="26575"/>
                        <a:pt x="38112" y="26194"/>
                      </a:cubicBezTo>
                      <a:cubicBezTo>
                        <a:pt x="36683" y="27718"/>
                        <a:pt x="35254" y="29242"/>
                        <a:pt x="33921" y="30671"/>
                      </a:cubicBezTo>
                      <a:cubicBezTo>
                        <a:pt x="32302" y="32671"/>
                        <a:pt x="31730" y="34671"/>
                        <a:pt x="32016" y="36576"/>
                      </a:cubicBezTo>
                      <a:lnTo>
                        <a:pt x="30111" y="36576"/>
                      </a:lnTo>
                      <a:cubicBezTo>
                        <a:pt x="29158" y="39529"/>
                        <a:pt x="29063" y="45339"/>
                        <a:pt x="29920" y="54007"/>
                      </a:cubicBezTo>
                      <a:cubicBezTo>
                        <a:pt x="30492" y="61722"/>
                        <a:pt x="29635" y="67246"/>
                        <a:pt x="27349" y="70675"/>
                      </a:cubicBezTo>
                      <a:lnTo>
                        <a:pt x="27349" y="69532"/>
                      </a:lnTo>
                      <a:cubicBezTo>
                        <a:pt x="27063" y="68866"/>
                        <a:pt x="26682" y="68580"/>
                        <a:pt x="26206" y="68580"/>
                      </a:cubicBezTo>
                      <a:cubicBezTo>
                        <a:pt x="25920" y="68580"/>
                        <a:pt x="25348" y="68961"/>
                        <a:pt x="24586" y="69628"/>
                      </a:cubicBezTo>
                      <a:cubicBezTo>
                        <a:pt x="23824" y="70295"/>
                        <a:pt x="23253" y="70675"/>
                        <a:pt x="22967" y="70675"/>
                      </a:cubicBezTo>
                      <a:cubicBezTo>
                        <a:pt x="22967" y="71628"/>
                        <a:pt x="23348" y="72104"/>
                        <a:pt x="24110" y="72104"/>
                      </a:cubicBezTo>
                      <a:cubicBezTo>
                        <a:pt x="26301" y="72390"/>
                        <a:pt x="27634" y="72866"/>
                        <a:pt x="28111" y="73533"/>
                      </a:cubicBezTo>
                      <a:lnTo>
                        <a:pt x="26206" y="75438"/>
                      </a:lnTo>
                      <a:cubicBezTo>
                        <a:pt x="30873" y="79820"/>
                        <a:pt x="33254" y="83820"/>
                        <a:pt x="33254" y="87439"/>
                      </a:cubicBezTo>
                      <a:cubicBezTo>
                        <a:pt x="33254" y="88392"/>
                        <a:pt x="33064" y="89249"/>
                        <a:pt x="32778" y="90011"/>
                      </a:cubicBezTo>
                      <a:lnTo>
                        <a:pt x="36588" y="93345"/>
                      </a:lnTo>
                      <a:lnTo>
                        <a:pt x="35445" y="94488"/>
                      </a:lnTo>
                      <a:cubicBezTo>
                        <a:pt x="36588" y="95440"/>
                        <a:pt x="39922" y="96012"/>
                        <a:pt x="45541" y="96393"/>
                      </a:cubicBezTo>
                      <a:cubicBezTo>
                        <a:pt x="50113" y="96583"/>
                        <a:pt x="52590" y="98393"/>
                        <a:pt x="53066" y="101822"/>
                      </a:cubicBezTo>
                      <a:cubicBezTo>
                        <a:pt x="54304" y="99631"/>
                        <a:pt x="57352" y="97536"/>
                        <a:pt x="62210" y="95726"/>
                      </a:cubicBezTo>
                      <a:cubicBezTo>
                        <a:pt x="66496" y="94012"/>
                        <a:pt x="68878" y="91440"/>
                        <a:pt x="69544" y="88201"/>
                      </a:cubicBezTo>
                      <a:cubicBezTo>
                        <a:pt x="70687" y="87916"/>
                        <a:pt x="72307" y="86487"/>
                        <a:pt x="74497" y="84201"/>
                      </a:cubicBezTo>
                      <a:cubicBezTo>
                        <a:pt x="76688" y="81820"/>
                        <a:pt x="78783" y="80677"/>
                        <a:pt x="80879" y="80677"/>
                      </a:cubicBezTo>
                      <a:cubicBezTo>
                        <a:pt x="81546" y="80677"/>
                        <a:pt x="82117" y="80677"/>
                        <a:pt x="82784" y="80963"/>
                      </a:cubicBezTo>
                      <a:lnTo>
                        <a:pt x="86118" y="85439"/>
                      </a:lnTo>
                      <a:cubicBezTo>
                        <a:pt x="87070" y="84201"/>
                        <a:pt x="88118" y="83534"/>
                        <a:pt x="89356" y="83534"/>
                      </a:cubicBezTo>
                      <a:cubicBezTo>
                        <a:pt x="90309" y="83534"/>
                        <a:pt x="91642" y="83915"/>
                        <a:pt x="93357" y="84487"/>
                      </a:cubicBezTo>
                      <a:cubicBezTo>
                        <a:pt x="95071" y="85058"/>
                        <a:pt x="96310" y="85439"/>
                        <a:pt x="97167" y="85439"/>
                      </a:cubicBezTo>
                      <a:cubicBezTo>
                        <a:pt x="97643" y="85915"/>
                        <a:pt x="98024" y="87249"/>
                        <a:pt x="98310" y="89440"/>
                      </a:cubicBezTo>
                      <a:cubicBezTo>
                        <a:pt x="98595" y="91630"/>
                        <a:pt x="99548" y="92964"/>
                        <a:pt x="101167" y="93440"/>
                      </a:cubicBezTo>
                      <a:cubicBezTo>
                        <a:pt x="100405" y="97536"/>
                        <a:pt x="98595" y="101060"/>
                        <a:pt x="96024" y="104013"/>
                      </a:cubicBezTo>
                      <a:cubicBezTo>
                        <a:pt x="94976" y="105251"/>
                        <a:pt x="92023" y="107823"/>
                        <a:pt x="87261" y="111823"/>
                      </a:cubicBezTo>
                      <a:cubicBezTo>
                        <a:pt x="87737" y="112585"/>
                        <a:pt x="88023" y="113252"/>
                        <a:pt x="88023" y="113729"/>
                      </a:cubicBezTo>
                      <a:cubicBezTo>
                        <a:pt x="88023" y="114014"/>
                        <a:pt x="87451" y="114109"/>
                        <a:pt x="86403" y="114109"/>
                      </a:cubicBezTo>
                      <a:cubicBezTo>
                        <a:pt x="85261" y="114109"/>
                        <a:pt x="84594" y="114300"/>
                        <a:pt x="84308" y="114871"/>
                      </a:cubicBezTo>
                      <a:cubicBezTo>
                        <a:pt x="82403" y="118491"/>
                        <a:pt x="79069" y="120301"/>
                        <a:pt x="74212" y="120301"/>
                      </a:cubicBezTo>
                      <a:lnTo>
                        <a:pt x="69258" y="120301"/>
                      </a:lnTo>
                      <a:cubicBezTo>
                        <a:pt x="64210" y="120301"/>
                        <a:pt x="60686" y="122110"/>
                        <a:pt x="58686" y="125730"/>
                      </a:cubicBezTo>
                      <a:cubicBezTo>
                        <a:pt x="57448" y="125921"/>
                        <a:pt x="56114" y="126016"/>
                        <a:pt x="54685" y="126016"/>
                      </a:cubicBezTo>
                      <a:cubicBezTo>
                        <a:pt x="52018" y="126016"/>
                        <a:pt x="48208" y="125539"/>
                        <a:pt x="43160" y="124492"/>
                      </a:cubicBezTo>
                      <a:cubicBezTo>
                        <a:pt x="38112" y="123444"/>
                        <a:pt x="34302" y="122968"/>
                        <a:pt x="31635" y="122968"/>
                      </a:cubicBezTo>
                      <a:cubicBezTo>
                        <a:pt x="30206" y="122968"/>
                        <a:pt x="28873" y="122968"/>
                        <a:pt x="27634" y="123158"/>
                      </a:cubicBezTo>
                      <a:cubicBezTo>
                        <a:pt x="27349" y="120682"/>
                        <a:pt x="25634" y="118777"/>
                        <a:pt x="22681" y="117538"/>
                      </a:cubicBezTo>
                      <a:cubicBezTo>
                        <a:pt x="19062" y="116110"/>
                        <a:pt x="16776" y="114586"/>
                        <a:pt x="15823" y="113062"/>
                      </a:cubicBezTo>
                      <a:lnTo>
                        <a:pt x="6679" y="103918"/>
                      </a:lnTo>
                      <a:cubicBezTo>
                        <a:pt x="7346" y="103251"/>
                        <a:pt x="7632" y="102775"/>
                        <a:pt x="7632" y="102298"/>
                      </a:cubicBezTo>
                      <a:cubicBezTo>
                        <a:pt x="7632" y="101632"/>
                        <a:pt x="6965" y="100679"/>
                        <a:pt x="5536" y="99346"/>
                      </a:cubicBezTo>
                      <a:cubicBezTo>
                        <a:pt x="4107" y="98012"/>
                        <a:pt x="3536" y="96679"/>
                        <a:pt x="3631" y="95440"/>
                      </a:cubicBezTo>
                      <a:cubicBezTo>
                        <a:pt x="4584" y="91059"/>
                        <a:pt x="3631" y="86868"/>
                        <a:pt x="774" y="82963"/>
                      </a:cubicBezTo>
                      <a:lnTo>
                        <a:pt x="3631" y="81058"/>
                      </a:lnTo>
                      <a:cubicBezTo>
                        <a:pt x="3345" y="80486"/>
                        <a:pt x="2393" y="80105"/>
                        <a:pt x="774" y="80105"/>
                      </a:cubicBezTo>
                      <a:cubicBezTo>
                        <a:pt x="2012" y="79534"/>
                        <a:pt x="2679" y="78772"/>
                        <a:pt x="2679" y="78010"/>
                      </a:cubicBezTo>
                      <a:cubicBezTo>
                        <a:pt x="2679" y="77248"/>
                        <a:pt x="2203" y="76200"/>
                        <a:pt x="1345" y="74962"/>
                      </a:cubicBezTo>
                      <a:cubicBezTo>
                        <a:pt x="488" y="73723"/>
                        <a:pt x="12" y="72962"/>
                        <a:pt x="12" y="72580"/>
                      </a:cubicBezTo>
                      <a:cubicBezTo>
                        <a:pt x="-84" y="73723"/>
                        <a:pt x="393" y="74485"/>
                        <a:pt x="1631" y="74962"/>
                      </a:cubicBezTo>
                      <a:cubicBezTo>
                        <a:pt x="2869" y="75438"/>
                        <a:pt x="4107" y="75914"/>
                        <a:pt x="5441" y="76390"/>
                      </a:cubicBezTo>
                      <a:cubicBezTo>
                        <a:pt x="6679" y="74390"/>
                        <a:pt x="7060" y="73057"/>
                        <a:pt x="6584" y="72580"/>
                      </a:cubicBezTo>
                      <a:lnTo>
                        <a:pt x="3536" y="72580"/>
                      </a:lnTo>
                      <a:lnTo>
                        <a:pt x="4489" y="69818"/>
                      </a:lnTo>
                      <a:lnTo>
                        <a:pt x="5441" y="70961"/>
                      </a:lnTo>
                      <a:lnTo>
                        <a:pt x="9156" y="67246"/>
                      </a:lnTo>
                      <a:cubicBezTo>
                        <a:pt x="6203" y="64579"/>
                        <a:pt x="4012" y="62770"/>
                        <a:pt x="2583" y="61817"/>
                      </a:cubicBezTo>
                      <a:cubicBezTo>
                        <a:pt x="1345" y="63055"/>
                        <a:pt x="678" y="64008"/>
                        <a:pt x="678" y="64675"/>
                      </a:cubicBezTo>
                      <a:lnTo>
                        <a:pt x="12" y="64675"/>
                      </a:lnTo>
                      <a:cubicBezTo>
                        <a:pt x="2393" y="60388"/>
                        <a:pt x="3727" y="54673"/>
                        <a:pt x="4012" y="47434"/>
                      </a:cubicBezTo>
                      <a:cubicBezTo>
                        <a:pt x="4203" y="41434"/>
                        <a:pt x="4298" y="35528"/>
                        <a:pt x="4489" y="29528"/>
                      </a:cubicBezTo>
                      <a:cubicBezTo>
                        <a:pt x="7632" y="29528"/>
                        <a:pt x="9156" y="28384"/>
                        <a:pt x="9156" y="26194"/>
                      </a:cubicBezTo>
                      <a:cubicBezTo>
                        <a:pt x="9156" y="25717"/>
                        <a:pt x="9061" y="24860"/>
                        <a:pt x="8680" y="23431"/>
                      </a:cubicBezTo>
                      <a:cubicBezTo>
                        <a:pt x="8394" y="22098"/>
                        <a:pt x="8203" y="21146"/>
                        <a:pt x="8203" y="20479"/>
                      </a:cubicBezTo>
                      <a:cubicBezTo>
                        <a:pt x="8203" y="18574"/>
                        <a:pt x="9156" y="17240"/>
                        <a:pt x="11061" y="16478"/>
                      </a:cubicBezTo>
                      <a:cubicBezTo>
                        <a:pt x="11823" y="16002"/>
                        <a:pt x="14585" y="13621"/>
                        <a:pt x="19348" y="9430"/>
                      </a:cubicBezTo>
                      <a:cubicBezTo>
                        <a:pt x="22300" y="6572"/>
                        <a:pt x="25634" y="5239"/>
                        <a:pt x="29253" y="5429"/>
                      </a:cubicBezTo>
                      <a:cubicBezTo>
                        <a:pt x="29730" y="2286"/>
                        <a:pt x="31825" y="762"/>
                        <a:pt x="35635" y="762"/>
                      </a:cubicBezTo>
                      <a:cubicBezTo>
                        <a:pt x="36112" y="762"/>
                        <a:pt x="36778" y="762"/>
                        <a:pt x="37731" y="953"/>
                      </a:cubicBezTo>
                      <a:lnTo>
                        <a:pt x="39636" y="953"/>
                      </a:lnTo>
                      <a:cubicBezTo>
                        <a:pt x="41255" y="953"/>
                        <a:pt x="42303" y="667"/>
                        <a:pt x="42970" y="0"/>
                      </a:cubicBezTo>
                      <a:cubicBezTo>
                        <a:pt x="44970" y="571"/>
                        <a:pt x="47827" y="953"/>
                        <a:pt x="51447" y="953"/>
                      </a:cubicBezTo>
                      <a:lnTo>
                        <a:pt x="56400" y="953"/>
                      </a:lnTo>
                      <a:cubicBezTo>
                        <a:pt x="58686" y="762"/>
                        <a:pt x="60495" y="762"/>
                        <a:pt x="61543" y="762"/>
                      </a:cubicBezTo>
                      <a:cubicBezTo>
                        <a:pt x="67353" y="762"/>
                        <a:pt x="71354" y="1714"/>
                        <a:pt x="73545" y="3620"/>
                      </a:cubicBezTo>
                      <a:cubicBezTo>
                        <a:pt x="74783" y="2667"/>
                        <a:pt x="75926" y="2191"/>
                        <a:pt x="76783" y="2191"/>
                      </a:cubicBezTo>
                      <a:close/>
                    </a:path>
                  </a:pathLst>
                </a:custGeom>
                <a:solidFill>
                  <a:srgbClr val="F6EF85"/>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 name="Google Shape;884;p99"/>
                <p:cNvSpPr/>
                <p:nvPr/>
              </p:nvSpPr>
              <p:spPr>
                <a:xfrm>
                  <a:off x="4229004" y="4303204"/>
                  <a:ext cx="141636" cy="125544"/>
                </a:xfrm>
                <a:custGeom>
                  <a:avLst/>
                  <a:gdLst/>
                  <a:ahLst/>
                  <a:cxnLst/>
                  <a:rect l="l" t="t" r="r" b="b"/>
                  <a:pathLst>
                    <a:path w="141636" h="125544" extrusionOk="0">
                      <a:moveTo>
                        <a:pt x="0" y="68389"/>
                      </a:moveTo>
                      <a:cubicBezTo>
                        <a:pt x="1429" y="68389"/>
                        <a:pt x="2286" y="68675"/>
                        <a:pt x="2572" y="69152"/>
                      </a:cubicBezTo>
                      <a:cubicBezTo>
                        <a:pt x="2286" y="69913"/>
                        <a:pt x="1429" y="70295"/>
                        <a:pt x="0" y="70295"/>
                      </a:cubicBezTo>
                      <a:lnTo>
                        <a:pt x="0" y="68389"/>
                      </a:lnTo>
                      <a:close/>
                      <a:moveTo>
                        <a:pt x="667" y="38957"/>
                      </a:moveTo>
                      <a:lnTo>
                        <a:pt x="667" y="37052"/>
                      </a:lnTo>
                      <a:lnTo>
                        <a:pt x="2572" y="37052"/>
                      </a:lnTo>
                      <a:lnTo>
                        <a:pt x="2572" y="38957"/>
                      </a:lnTo>
                      <a:lnTo>
                        <a:pt x="667" y="38957"/>
                      </a:lnTo>
                      <a:close/>
                      <a:moveTo>
                        <a:pt x="4477" y="79438"/>
                      </a:moveTo>
                      <a:cubicBezTo>
                        <a:pt x="4477" y="79438"/>
                        <a:pt x="4286" y="78867"/>
                        <a:pt x="4286" y="78486"/>
                      </a:cubicBezTo>
                      <a:cubicBezTo>
                        <a:pt x="4286" y="77819"/>
                        <a:pt x="4763" y="77153"/>
                        <a:pt x="5715" y="76390"/>
                      </a:cubicBezTo>
                      <a:cubicBezTo>
                        <a:pt x="7144" y="74962"/>
                        <a:pt x="8001" y="74104"/>
                        <a:pt x="8287" y="73819"/>
                      </a:cubicBezTo>
                      <a:cubicBezTo>
                        <a:pt x="8763" y="75438"/>
                        <a:pt x="7715" y="77248"/>
                        <a:pt x="5239" y="79438"/>
                      </a:cubicBezTo>
                      <a:lnTo>
                        <a:pt x="4477" y="79438"/>
                      </a:lnTo>
                      <a:close/>
                      <a:moveTo>
                        <a:pt x="4477" y="64579"/>
                      </a:moveTo>
                      <a:cubicBezTo>
                        <a:pt x="5429" y="62960"/>
                        <a:pt x="6382" y="62198"/>
                        <a:pt x="7334" y="62198"/>
                      </a:cubicBezTo>
                      <a:cubicBezTo>
                        <a:pt x="8287" y="62198"/>
                        <a:pt x="9430" y="62865"/>
                        <a:pt x="10668" y="64294"/>
                      </a:cubicBezTo>
                      <a:cubicBezTo>
                        <a:pt x="12382" y="66294"/>
                        <a:pt x="13430" y="67437"/>
                        <a:pt x="13716" y="67628"/>
                      </a:cubicBezTo>
                      <a:cubicBezTo>
                        <a:pt x="13049" y="68294"/>
                        <a:pt x="12573" y="68580"/>
                        <a:pt x="12097" y="68580"/>
                      </a:cubicBezTo>
                      <a:cubicBezTo>
                        <a:pt x="11621" y="68580"/>
                        <a:pt x="11144" y="68199"/>
                        <a:pt x="10573" y="67532"/>
                      </a:cubicBezTo>
                      <a:cubicBezTo>
                        <a:pt x="10001" y="66770"/>
                        <a:pt x="9620" y="66485"/>
                        <a:pt x="9239" y="66485"/>
                      </a:cubicBezTo>
                      <a:cubicBezTo>
                        <a:pt x="8668" y="66485"/>
                        <a:pt x="7906" y="66865"/>
                        <a:pt x="7144" y="67628"/>
                      </a:cubicBezTo>
                      <a:lnTo>
                        <a:pt x="9049" y="65722"/>
                      </a:lnTo>
                      <a:lnTo>
                        <a:pt x="7144" y="63818"/>
                      </a:lnTo>
                      <a:cubicBezTo>
                        <a:pt x="6953" y="64294"/>
                        <a:pt x="6096" y="64484"/>
                        <a:pt x="4572" y="64484"/>
                      </a:cubicBezTo>
                      <a:close/>
                      <a:moveTo>
                        <a:pt x="8287" y="59150"/>
                      </a:moveTo>
                      <a:lnTo>
                        <a:pt x="9906" y="56579"/>
                      </a:lnTo>
                      <a:lnTo>
                        <a:pt x="6382" y="54007"/>
                      </a:lnTo>
                      <a:cubicBezTo>
                        <a:pt x="7334" y="54293"/>
                        <a:pt x="8287" y="54578"/>
                        <a:pt x="9334" y="54959"/>
                      </a:cubicBezTo>
                      <a:cubicBezTo>
                        <a:pt x="10382" y="55245"/>
                        <a:pt x="10954" y="56102"/>
                        <a:pt x="11144" y="57340"/>
                      </a:cubicBezTo>
                      <a:lnTo>
                        <a:pt x="8287" y="59246"/>
                      </a:lnTo>
                      <a:close/>
                      <a:moveTo>
                        <a:pt x="13716" y="82963"/>
                      </a:moveTo>
                      <a:cubicBezTo>
                        <a:pt x="12478" y="82677"/>
                        <a:pt x="11811" y="82296"/>
                        <a:pt x="11811" y="81820"/>
                      </a:cubicBezTo>
                      <a:cubicBezTo>
                        <a:pt x="11811" y="81344"/>
                        <a:pt x="12478" y="80772"/>
                        <a:pt x="13716" y="80201"/>
                      </a:cubicBezTo>
                      <a:lnTo>
                        <a:pt x="13716" y="83058"/>
                      </a:lnTo>
                      <a:close/>
                      <a:moveTo>
                        <a:pt x="25527" y="72104"/>
                      </a:moveTo>
                      <a:lnTo>
                        <a:pt x="23622" y="73723"/>
                      </a:lnTo>
                      <a:cubicBezTo>
                        <a:pt x="23622" y="73723"/>
                        <a:pt x="23813" y="74676"/>
                        <a:pt x="24384" y="75152"/>
                      </a:cubicBezTo>
                      <a:cubicBezTo>
                        <a:pt x="21526" y="75629"/>
                        <a:pt x="20193" y="75914"/>
                        <a:pt x="20383" y="75914"/>
                      </a:cubicBezTo>
                      <a:cubicBezTo>
                        <a:pt x="18383" y="75914"/>
                        <a:pt x="17431" y="74295"/>
                        <a:pt x="17526" y="70961"/>
                      </a:cubicBezTo>
                      <a:lnTo>
                        <a:pt x="21050" y="67628"/>
                      </a:lnTo>
                      <a:lnTo>
                        <a:pt x="19145" y="65722"/>
                      </a:lnTo>
                      <a:lnTo>
                        <a:pt x="23622" y="66389"/>
                      </a:lnTo>
                      <a:lnTo>
                        <a:pt x="22003" y="68294"/>
                      </a:lnTo>
                      <a:lnTo>
                        <a:pt x="25527" y="72104"/>
                      </a:lnTo>
                      <a:close/>
                      <a:moveTo>
                        <a:pt x="22955" y="60103"/>
                      </a:moveTo>
                      <a:lnTo>
                        <a:pt x="19145" y="62008"/>
                      </a:lnTo>
                      <a:lnTo>
                        <a:pt x="17526" y="57245"/>
                      </a:lnTo>
                      <a:cubicBezTo>
                        <a:pt x="18002" y="58388"/>
                        <a:pt x="18859" y="58864"/>
                        <a:pt x="20098" y="58864"/>
                      </a:cubicBezTo>
                      <a:cubicBezTo>
                        <a:pt x="21050" y="58864"/>
                        <a:pt x="21622" y="58293"/>
                        <a:pt x="22003" y="57245"/>
                      </a:cubicBezTo>
                      <a:lnTo>
                        <a:pt x="22955" y="60103"/>
                      </a:lnTo>
                      <a:close/>
                      <a:moveTo>
                        <a:pt x="24860" y="54673"/>
                      </a:moveTo>
                      <a:cubicBezTo>
                        <a:pt x="24860" y="54673"/>
                        <a:pt x="23622" y="55436"/>
                        <a:pt x="21146" y="55436"/>
                      </a:cubicBezTo>
                      <a:lnTo>
                        <a:pt x="22098" y="54007"/>
                      </a:lnTo>
                      <a:lnTo>
                        <a:pt x="24955" y="54673"/>
                      </a:lnTo>
                      <a:close/>
                      <a:moveTo>
                        <a:pt x="24384" y="75152"/>
                      </a:moveTo>
                      <a:cubicBezTo>
                        <a:pt x="26289" y="74867"/>
                        <a:pt x="27622" y="75438"/>
                        <a:pt x="28384" y="76867"/>
                      </a:cubicBezTo>
                      <a:cubicBezTo>
                        <a:pt x="26670" y="76867"/>
                        <a:pt x="25336" y="76295"/>
                        <a:pt x="24384" y="75152"/>
                      </a:cubicBezTo>
                      <a:close/>
                      <a:moveTo>
                        <a:pt x="26765" y="34385"/>
                      </a:moveTo>
                      <a:lnTo>
                        <a:pt x="27432" y="38195"/>
                      </a:lnTo>
                      <a:lnTo>
                        <a:pt x="24860" y="38195"/>
                      </a:lnTo>
                      <a:lnTo>
                        <a:pt x="26765" y="34385"/>
                      </a:lnTo>
                      <a:close/>
                      <a:moveTo>
                        <a:pt x="35909" y="48101"/>
                      </a:moveTo>
                      <a:cubicBezTo>
                        <a:pt x="35814" y="47339"/>
                        <a:pt x="34957" y="46672"/>
                        <a:pt x="33433" y="46196"/>
                      </a:cubicBezTo>
                      <a:cubicBezTo>
                        <a:pt x="31909" y="45720"/>
                        <a:pt x="31147" y="45339"/>
                        <a:pt x="31147" y="45053"/>
                      </a:cubicBezTo>
                      <a:cubicBezTo>
                        <a:pt x="31147" y="44768"/>
                        <a:pt x="31432" y="44291"/>
                        <a:pt x="32099" y="43624"/>
                      </a:cubicBezTo>
                      <a:lnTo>
                        <a:pt x="37243" y="45529"/>
                      </a:lnTo>
                      <a:lnTo>
                        <a:pt x="33909" y="51911"/>
                      </a:lnTo>
                      <a:cubicBezTo>
                        <a:pt x="33909" y="50959"/>
                        <a:pt x="34576" y="49721"/>
                        <a:pt x="35814" y="48101"/>
                      </a:cubicBezTo>
                      <a:close/>
                      <a:moveTo>
                        <a:pt x="32099" y="108680"/>
                      </a:moveTo>
                      <a:cubicBezTo>
                        <a:pt x="32099" y="108680"/>
                        <a:pt x="31432" y="108013"/>
                        <a:pt x="31432" y="107728"/>
                      </a:cubicBezTo>
                      <a:lnTo>
                        <a:pt x="32099" y="108680"/>
                      </a:lnTo>
                      <a:close/>
                      <a:moveTo>
                        <a:pt x="32861" y="97822"/>
                      </a:moveTo>
                      <a:cubicBezTo>
                        <a:pt x="32861" y="100013"/>
                        <a:pt x="32575" y="101251"/>
                        <a:pt x="32099" y="101346"/>
                      </a:cubicBezTo>
                      <a:lnTo>
                        <a:pt x="32099" y="97822"/>
                      </a:lnTo>
                      <a:lnTo>
                        <a:pt x="32861" y="97822"/>
                      </a:lnTo>
                      <a:close/>
                      <a:moveTo>
                        <a:pt x="32099" y="108680"/>
                      </a:moveTo>
                      <a:cubicBezTo>
                        <a:pt x="32099" y="108680"/>
                        <a:pt x="33433" y="109156"/>
                        <a:pt x="35147" y="109633"/>
                      </a:cubicBezTo>
                      <a:cubicBezTo>
                        <a:pt x="36385" y="110109"/>
                        <a:pt x="37052" y="110585"/>
                        <a:pt x="37052" y="111062"/>
                      </a:cubicBezTo>
                      <a:cubicBezTo>
                        <a:pt x="37052" y="111728"/>
                        <a:pt x="36671" y="112395"/>
                        <a:pt x="35909" y="113157"/>
                      </a:cubicBezTo>
                      <a:lnTo>
                        <a:pt x="32099" y="108680"/>
                      </a:lnTo>
                      <a:close/>
                      <a:moveTo>
                        <a:pt x="139255" y="37052"/>
                      </a:moveTo>
                      <a:cubicBezTo>
                        <a:pt x="140779" y="38767"/>
                        <a:pt x="141637" y="40386"/>
                        <a:pt x="141637" y="42005"/>
                      </a:cubicBezTo>
                      <a:cubicBezTo>
                        <a:pt x="141637" y="43244"/>
                        <a:pt x="140875" y="44863"/>
                        <a:pt x="139351" y="46958"/>
                      </a:cubicBezTo>
                      <a:cubicBezTo>
                        <a:pt x="137827" y="48959"/>
                        <a:pt x="137065" y="50673"/>
                        <a:pt x="137065" y="51911"/>
                      </a:cubicBezTo>
                      <a:cubicBezTo>
                        <a:pt x="137065" y="53435"/>
                        <a:pt x="137731" y="55054"/>
                        <a:pt x="139160" y="56579"/>
                      </a:cubicBezTo>
                      <a:cubicBezTo>
                        <a:pt x="138398" y="64008"/>
                        <a:pt x="138017" y="75438"/>
                        <a:pt x="138017" y="91154"/>
                      </a:cubicBezTo>
                      <a:cubicBezTo>
                        <a:pt x="135922" y="91821"/>
                        <a:pt x="135064" y="93345"/>
                        <a:pt x="135160" y="95917"/>
                      </a:cubicBezTo>
                      <a:cubicBezTo>
                        <a:pt x="135350" y="98870"/>
                        <a:pt x="135160" y="100679"/>
                        <a:pt x="134684" y="101346"/>
                      </a:cubicBezTo>
                      <a:cubicBezTo>
                        <a:pt x="125539" y="112776"/>
                        <a:pt x="116396" y="119824"/>
                        <a:pt x="107156" y="122301"/>
                      </a:cubicBezTo>
                      <a:lnTo>
                        <a:pt x="106013" y="121348"/>
                      </a:lnTo>
                      <a:cubicBezTo>
                        <a:pt x="105823" y="124111"/>
                        <a:pt x="104108" y="125539"/>
                        <a:pt x="100870" y="125349"/>
                      </a:cubicBezTo>
                      <a:cubicBezTo>
                        <a:pt x="96298" y="125159"/>
                        <a:pt x="93917" y="125159"/>
                        <a:pt x="93535" y="125349"/>
                      </a:cubicBezTo>
                      <a:lnTo>
                        <a:pt x="90488" y="125349"/>
                      </a:lnTo>
                      <a:cubicBezTo>
                        <a:pt x="90488" y="126016"/>
                        <a:pt x="90488" y="124968"/>
                        <a:pt x="90488" y="122301"/>
                      </a:cubicBezTo>
                      <a:cubicBezTo>
                        <a:pt x="90488" y="121063"/>
                        <a:pt x="90868" y="120110"/>
                        <a:pt x="91630" y="119539"/>
                      </a:cubicBezTo>
                      <a:cubicBezTo>
                        <a:pt x="90583" y="118777"/>
                        <a:pt x="89630" y="118396"/>
                        <a:pt x="88773" y="118396"/>
                      </a:cubicBezTo>
                      <a:cubicBezTo>
                        <a:pt x="87916" y="118396"/>
                        <a:pt x="86963" y="118777"/>
                        <a:pt x="85725" y="119539"/>
                      </a:cubicBezTo>
                      <a:cubicBezTo>
                        <a:pt x="86011" y="120491"/>
                        <a:pt x="86201" y="121253"/>
                        <a:pt x="86201" y="121920"/>
                      </a:cubicBezTo>
                      <a:cubicBezTo>
                        <a:pt x="86201" y="124111"/>
                        <a:pt x="84582" y="125254"/>
                        <a:pt x="81248" y="125254"/>
                      </a:cubicBezTo>
                      <a:cubicBezTo>
                        <a:pt x="78867" y="125444"/>
                        <a:pt x="76486" y="125539"/>
                        <a:pt x="73914" y="125539"/>
                      </a:cubicBezTo>
                      <a:cubicBezTo>
                        <a:pt x="69056" y="120968"/>
                        <a:pt x="62960" y="118396"/>
                        <a:pt x="55531" y="117729"/>
                      </a:cubicBezTo>
                      <a:cubicBezTo>
                        <a:pt x="55340" y="117443"/>
                        <a:pt x="55340" y="117157"/>
                        <a:pt x="55340" y="116777"/>
                      </a:cubicBezTo>
                      <a:cubicBezTo>
                        <a:pt x="55340" y="116300"/>
                        <a:pt x="55531" y="115729"/>
                        <a:pt x="55912" y="114871"/>
                      </a:cubicBezTo>
                      <a:cubicBezTo>
                        <a:pt x="56293" y="114110"/>
                        <a:pt x="56483" y="113538"/>
                        <a:pt x="56483" y="113252"/>
                      </a:cubicBezTo>
                      <a:cubicBezTo>
                        <a:pt x="56483" y="112586"/>
                        <a:pt x="55912" y="112109"/>
                        <a:pt x="54864" y="111633"/>
                      </a:cubicBezTo>
                      <a:cubicBezTo>
                        <a:pt x="54197" y="112300"/>
                        <a:pt x="53721" y="112586"/>
                        <a:pt x="53245" y="112586"/>
                      </a:cubicBezTo>
                      <a:cubicBezTo>
                        <a:pt x="52959" y="112586"/>
                        <a:pt x="52388" y="112109"/>
                        <a:pt x="51625" y="111157"/>
                      </a:cubicBezTo>
                      <a:cubicBezTo>
                        <a:pt x="50863" y="110204"/>
                        <a:pt x="50101" y="109728"/>
                        <a:pt x="49530" y="109728"/>
                      </a:cubicBezTo>
                      <a:cubicBezTo>
                        <a:pt x="50006" y="109061"/>
                        <a:pt x="50197" y="108395"/>
                        <a:pt x="50197" y="107632"/>
                      </a:cubicBezTo>
                      <a:cubicBezTo>
                        <a:pt x="50197" y="105442"/>
                        <a:pt x="48958" y="104013"/>
                        <a:pt x="46482" y="103346"/>
                      </a:cubicBezTo>
                      <a:cubicBezTo>
                        <a:pt x="46006" y="104013"/>
                        <a:pt x="45339" y="104299"/>
                        <a:pt x="44577" y="104299"/>
                      </a:cubicBezTo>
                      <a:cubicBezTo>
                        <a:pt x="43339" y="104299"/>
                        <a:pt x="41910" y="103346"/>
                        <a:pt x="40386" y="101441"/>
                      </a:cubicBezTo>
                      <a:cubicBezTo>
                        <a:pt x="41053" y="100870"/>
                        <a:pt x="41338" y="100203"/>
                        <a:pt x="41338" y="99536"/>
                      </a:cubicBezTo>
                      <a:cubicBezTo>
                        <a:pt x="41338" y="98774"/>
                        <a:pt x="41053" y="97727"/>
                        <a:pt x="40386" y="96584"/>
                      </a:cubicBezTo>
                      <a:cubicBezTo>
                        <a:pt x="39719" y="95440"/>
                        <a:pt x="39338" y="94583"/>
                        <a:pt x="39243" y="94107"/>
                      </a:cubicBezTo>
                      <a:lnTo>
                        <a:pt x="34766" y="96012"/>
                      </a:lnTo>
                      <a:lnTo>
                        <a:pt x="40386" y="92202"/>
                      </a:lnTo>
                      <a:cubicBezTo>
                        <a:pt x="40100" y="90678"/>
                        <a:pt x="39052" y="89059"/>
                        <a:pt x="37433" y="87535"/>
                      </a:cubicBezTo>
                      <a:cubicBezTo>
                        <a:pt x="35814" y="86011"/>
                        <a:pt x="34290" y="84487"/>
                        <a:pt x="32861" y="83058"/>
                      </a:cubicBezTo>
                      <a:cubicBezTo>
                        <a:pt x="33623" y="82296"/>
                        <a:pt x="34480" y="81915"/>
                        <a:pt x="35242" y="81915"/>
                      </a:cubicBezTo>
                      <a:cubicBezTo>
                        <a:pt x="35814" y="81915"/>
                        <a:pt x="36862" y="82391"/>
                        <a:pt x="38100" y="83344"/>
                      </a:cubicBezTo>
                      <a:cubicBezTo>
                        <a:pt x="39338" y="84296"/>
                        <a:pt x="40291" y="84772"/>
                        <a:pt x="40957" y="84772"/>
                      </a:cubicBezTo>
                      <a:cubicBezTo>
                        <a:pt x="41434" y="84772"/>
                        <a:pt x="41815" y="84582"/>
                        <a:pt x="42100" y="84296"/>
                      </a:cubicBezTo>
                      <a:lnTo>
                        <a:pt x="39338" y="78391"/>
                      </a:lnTo>
                      <a:lnTo>
                        <a:pt x="44005" y="78391"/>
                      </a:lnTo>
                      <a:cubicBezTo>
                        <a:pt x="43720" y="79343"/>
                        <a:pt x="44005" y="79915"/>
                        <a:pt x="45148" y="80296"/>
                      </a:cubicBezTo>
                      <a:cubicBezTo>
                        <a:pt x="45815" y="79724"/>
                        <a:pt x="46006" y="78486"/>
                        <a:pt x="45815" y="76771"/>
                      </a:cubicBezTo>
                      <a:lnTo>
                        <a:pt x="45815" y="73533"/>
                      </a:lnTo>
                      <a:cubicBezTo>
                        <a:pt x="45244" y="76486"/>
                        <a:pt x="42386" y="77248"/>
                        <a:pt x="37338" y="75914"/>
                      </a:cubicBezTo>
                      <a:lnTo>
                        <a:pt x="36671" y="63437"/>
                      </a:lnTo>
                      <a:lnTo>
                        <a:pt x="37338" y="63437"/>
                      </a:lnTo>
                      <a:cubicBezTo>
                        <a:pt x="38100" y="62484"/>
                        <a:pt x="38481" y="61531"/>
                        <a:pt x="38481" y="60579"/>
                      </a:cubicBezTo>
                      <a:cubicBezTo>
                        <a:pt x="38481" y="59055"/>
                        <a:pt x="37624" y="57340"/>
                        <a:pt x="35909" y="55626"/>
                      </a:cubicBezTo>
                      <a:lnTo>
                        <a:pt x="38481" y="54197"/>
                      </a:lnTo>
                      <a:cubicBezTo>
                        <a:pt x="37243" y="53816"/>
                        <a:pt x="36576" y="53435"/>
                        <a:pt x="36576" y="52769"/>
                      </a:cubicBezTo>
                      <a:cubicBezTo>
                        <a:pt x="36576" y="52483"/>
                        <a:pt x="36767" y="51911"/>
                        <a:pt x="37147" y="51245"/>
                      </a:cubicBezTo>
                      <a:cubicBezTo>
                        <a:pt x="37528" y="50578"/>
                        <a:pt x="37719" y="49911"/>
                        <a:pt x="37719" y="49435"/>
                      </a:cubicBezTo>
                      <a:cubicBezTo>
                        <a:pt x="37719" y="48959"/>
                        <a:pt x="37528" y="48578"/>
                        <a:pt x="37243" y="48292"/>
                      </a:cubicBezTo>
                      <a:cubicBezTo>
                        <a:pt x="37909" y="48101"/>
                        <a:pt x="38386" y="48292"/>
                        <a:pt x="38862" y="48768"/>
                      </a:cubicBezTo>
                      <a:cubicBezTo>
                        <a:pt x="39624" y="49721"/>
                        <a:pt x="40100" y="50197"/>
                        <a:pt x="40291" y="50197"/>
                      </a:cubicBezTo>
                      <a:lnTo>
                        <a:pt x="43815" y="46387"/>
                      </a:lnTo>
                      <a:cubicBezTo>
                        <a:pt x="42386" y="46577"/>
                        <a:pt x="41243" y="45434"/>
                        <a:pt x="40291" y="43148"/>
                      </a:cubicBezTo>
                      <a:cubicBezTo>
                        <a:pt x="39338" y="40767"/>
                        <a:pt x="38100" y="39814"/>
                        <a:pt x="36481" y="40291"/>
                      </a:cubicBezTo>
                      <a:lnTo>
                        <a:pt x="39052" y="34671"/>
                      </a:lnTo>
                      <a:lnTo>
                        <a:pt x="34576" y="32099"/>
                      </a:lnTo>
                      <a:lnTo>
                        <a:pt x="43053" y="31147"/>
                      </a:lnTo>
                      <a:cubicBezTo>
                        <a:pt x="43243" y="30194"/>
                        <a:pt x="42863" y="29242"/>
                        <a:pt x="42005" y="28289"/>
                      </a:cubicBezTo>
                      <a:cubicBezTo>
                        <a:pt x="41148" y="27337"/>
                        <a:pt x="40767" y="26670"/>
                        <a:pt x="40767" y="26194"/>
                      </a:cubicBezTo>
                      <a:cubicBezTo>
                        <a:pt x="40767" y="25718"/>
                        <a:pt x="40957" y="25241"/>
                        <a:pt x="41243" y="24765"/>
                      </a:cubicBezTo>
                      <a:cubicBezTo>
                        <a:pt x="41815" y="24955"/>
                        <a:pt x="42481" y="24955"/>
                        <a:pt x="43148" y="24955"/>
                      </a:cubicBezTo>
                      <a:cubicBezTo>
                        <a:pt x="44196" y="24955"/>
                        <a:pt x="44863" y="24289"/>
                        <a:pt x="45053" y="22860"/>
                      </a:cubicBezTo>
                      <a:lnTo>
                        <a:pt x="45053" y="19526"/>
                      </a:lnTo>
                      <a:cubicBezTo>
                        <a:pt x="45053" y="18574"/>
                        <a:pt x="45339" y="17907"/>
                        <a:pt x="45720" y="17431"/>
                      </a:cubicBezTo>
                      <a:cubicBezTo>
                        <a:pt x="47911" y="13335"/>
                        <a:pt x="51530" y="9811"/>
                        <a:pt x="56578" y="6858"/>
                      </a:cubicBezTo>
                      <a:cubicBezTo>
                        <a:pt x="60960" y="4667"/>
                        <a:pt x="65342" y="2381"/>
                        <a:pt x="69532" y="0"/>
                      </a:cubicBezTo>
                      <a:cubicBezTo>
                        <a:pt x="70961" y="1238"/>
                        <a:pt x="72676" y="1905"/>
                        <a:pt x="74771" y="1905"/>
                      </a:cubicBezTo>
                      <a:cubicBezTo>
                        <a:pt x="75724" y="1905"/>
                        <a:pt x="77152" y="1714"/>
                        <a:pt x="78962" y="1334"/>
                      </a:cubicBezTo>
                      <a:cubicBezTo>
                        <a:pt x="80867" y="953"/>
                        <a:pt x="82296" y="762"/>
                        <a:pt x="83248" y="762"/>
                      </a:cubicBezTo>
                      <a:cubicBezTo>
                        <a:pt x="85915" y="762"/>
                        <a:pt x="88011" y="1810"/>
                        <a:pt x="89630" y="3810"/>
                      </a:cubicBezTo>
                      <a:cubicBezTo>
                        <a:pt x="92488" y="2286"/>
                        <a:pt x="96202" y="1524"/>
                        <a:pt x="100965" y="1714"/>
                      </a:cubicBezTo>
                      <a:cubicBezTo>
                        <a:pt x="108490" y="1905"/>
                        <a:pt x="112395" y="2000"/>
                        <a:pt x="112776" y="2000"/>
                      </a:cubicBezTo>
                      <a:cubicBezTo>
                        <a:pt x="113728" y="3715"/>
                        <a:pt x="117538" y="6668"/>
                        <a:pt x="124111" y="10668"/>
                      </a:cubicBezTo>
                      <a:cubicBezTo>
                        <a:pt x="129254" y="14002"/>
                        <a:pt x="131540" y="17812"/>
                        <a:pt x="130969" y="22193"/>
                      </a:cubicBezTo>
                      <a:cubicBezTo>
                        <a:pt x="130778" y="22003"/>
                        <a:pt x="130207" y="22193"/>
                        <a:pt x="129064" y="22860"/>
                      </a:cubicBezTo>
                      <a:cubicBezTo>
                        <a:pt x="132493" y="23051"/>
                        <a:pt x="134969" y="24955"/>
                        <a:pt x="136398" y="28765"/>
                      </a:cubicBezTo>
                      <a:cubicBezTo>
                        <a:pt x="137541" y="31623"/>
                        <a:pt x="138493" y="34480"/>
                        <a:pt x="139446" y="37243"/>
                      </a:cubicBezTo>
                      <a:close/>
                      <a:moveTo>
                        <a:pt x="34004" y="116872"/>
                      </a:moveTo>
                      <a:cubicBezTo>
                        <a:pt x="36957" y="116872"/>
                        <a:pt x="38767" y="117443"/>
                        <a:pt x="39243" y="118777"/>
                      </a:cubicBezTo>
                      <a:lnTo>
                        <a:pt x="39243" y="120682"/>
                      </a:lnTo>
                      <a:lnTo>
                        <a:pt x="34004" y="116872"/>
                      </a:lnTo>
                      <a:close/>
                      <a:moveTo>
                        <a:pt x="34671" y="102203"/>
                      </a:moveTo>
                      <a:cubicBezTo>
                        <a:pt x="34861" y="101441"/>
                        <a:pt x="35338" y="101060"/>
                        <a:pt x="36100" y="101060"/>
                      </a:cubicBezTo>
                      <a:cubicBezTo>
                        <a:pt x="36767" y="101060"/>
                        <a:pt x="37147" y="101441"/>
                        <a:pt x="37243" y="102203"/>
                      </a:cubicBezTo>
                      <a:lnTo>
                        <a:pt x="34671" y="102203"/>
                      </a:lnTo>
                      <a:close/>
                      <a:moveTo>
                        <a:pt x="45720" y="63818"/>
                      </a:moveTo>
                      <a:lnTo>
                        <a:pt x="45720" y="60960"/>
                      </a:lnTo>
                      <a:cubicBezTo>
                        <a:pt x="45625" y="62198"/>
                        <a:pt x="44672" y="62865"/>
                        <a:pt x="42958" y="62865"/>
                      </a:cubicBezTo>
                      <a:cubicBezTo>
                        <a:pt x="41815" y="62865"/>
                        <a:pt x="41053" y="62484"/>
                        <a:pt x="40576" y="61722"/>
                      </a:cubicBezTo>
                      <a:lnTo>
                        <a:pt x="40386" y="61055"/>
                      </a:lnTo>
                      <a:cubicBezTo>
                        <a:pt x="40386" y="61055"/>
                        <a:pt x="40576" y="61436"/>
                        <a:pt x="40576" y="61722"/>
                      </a:cubicBezTo>
                      <a:lnTo>
                        <a:pt x="42005" y="65722"/>
                      </a:lnTo>
                      <a:cubicBezTo>
                        <a:pt x="43625" y="64198"/>
                        <a:pt x="44863" y="63532"/>
                        <a:pt x="45720" y="63818"/>
                      </a:cubicBezTo>
                      <a:close/>
                      <a:moveTo>
                        <a:pt x="43815" y="49911"/>
                      </a:moveTo>
                      <a:lnTo>
                        <a:pt x="49435" y="49911"/>
                      </a:lnTo>
                      <a:lnTo>
                        <a:pt x="49435" y="48006"/>
                      </a:lnTo>
                      <a:cubicBezTo>
                        <a:pt x="48958" y="48578"/>
                        <a:pt x="47911" y="48959"/>
                        <a:pt x="46292" y="48959"/>
                      </a:cubicBezTo>
                      <a:cubicBezTo>
                        <a:pt x="44672" y="48959"/>
                        <a:pt x="43815" y="49244"/>
                        <a:pt x="43815" y="49911"/>
                      </a:cubicBezTo>
                      <a:close/>
                      <a:moveTo>
                        <a:pt x="47530" y="91154"/>
                      </a:moveTo>
                      <a:cubicBezTo>
                        <a:pt x="47720" y="90392"/>
                        <a:pt x="48577" y="89726"/>
                        <a:pt x="50101" y="89249"/>
                      </a:cubicBezTo>
                      <a:cubicBezTo>
                        <a:pt x="51244" y="88773"/>
                        <a:pt x="51530" y="87916"/>
                        <a:pt x="51054" y="86678"/>
                      </a:cubicBezTo>
                      <a:lnTo>
                        <a:pt x="44958" y="88582"/>
                      </a:lnTo>
                      <a:lnTo>
                        <a:pt x="47530" y="91154"/>
                      </a:lnTo>
                      <a:close/>
                      <a:moveTo>
                        <a:pt x="51054" y="69056"/>
                      </a:moveTo>
                      <a:cubicBezTo>
                        <a:pt x="51054" y="69056"/>
                        <a:pt x="50387" y="68580"/>
                        <a:pt x="49911" y="68104"/>
                      </a:cubicBezTo>
                      <a:lnTo>
                        <a:pt x="48292" y="66485"/>
                      </a:lnTo>
                      <a:lnTo>
                        <a:pt x="47530" y="67628"/>
                      </a:lnTo>
                      <a:cubicBezTo>
                        <a:pt x="48292" y="67151"/>
                        <a:pt x="49149" y="67342"/>
                        <a:pt x="49911" y="68104"/>
                      </a:cubicBezTo>
                      <a:lnTo>
                        <a:pt x="51054" y="69056"/>
                      </a:lnTo>
                      <a:close/>
                      <a:moveTo>
                        <a:pt x="49435" y="16097"/>
                      </a:moveTo>
                      <a:lnTo>
                        <a:pt x="49435" y="20764"/>
                      </a:lnTo>
                      <a:cubicBezTo>
                        <a:pt x="49435" y="20764"/>
                        <a:pt x="49911" y="19240"/>
                        <a:pt x="50387" y="16097"/>
                      </a:cubicBezTo>
                      <a:lnTo>
                        <a:pt x="52292" y="16097"/>
                      </a:lnTo>
                      <a:cubicBezTo>
                        <a:pt x="51340" y="15812"/>
                        <a:pt x="50768" y="15812"/>
                        <a:pt x="50387" y="16097"/>
                      </a:cubicBezTo>
                      <a:lnTo>
                        <a:pt x="49435" y="16097"/>
                      </a:lnTo>
                      <a:close/>
                      <a:moveTo>
                        <a:pt x="54864" y="47435"/>
                      </a:moveTo>
                      <a:lnTo>
                        <a:pt x="54864" y="45529"/>
                      </a:lnTo>
                      <a:cubicBezTo>
                        <a:pt x="54864" y="45529"/>
                        <a:pt x="53721" y="44863"/>
                        <a:pt x="52292" y="44863"/>
                      </a:cubicBezTo>
                      <a:cubicBezTo>
                        <a:pt x="52483" y="45053"/>
                        <a:pt x="52578" y="45529"/>
                        <a:pt x="52768" y="46387"/>
                      </a:cubicBezTo>
                      <a:cubicBezTo>
                        <a:pt x="52864" y="47244"/>
                        <a:pt x="53340" y="47720"/>
                        <a:pt x="53911" y="47720"/>
                      </a:cubicBezTo>
                      <a:cubicBezTo>
                        <a:pt x="54197" y="47720"/>
                        <a:pt x="54578" y="47720"/>
                        <a:pt x="54864" y="47435"/>
                      </a:cubicBezTo>
                      <a:close/>
                      <a:moveTo>
                        <a:pt x="59055" y="99441"/>
                      </a:moveTo>
                      <a:lnTo>
                        <a:pt x="58864" y="98012"/>
                      </a:lnTo>
                      <a:cubicBezTo>
                        <a:pt x="58864" y="98012"/>
                        <a:pt x="59912" y="97536"/>
                        <a:pt x="60484" y="97822"/>
                      </a:cubicBezTo>
                      <a:lnTo>
                        <a:pt x="61913" y="98012"/>
                      </a:lnTo>
                      <a:cubicBezTo>
                        <a:pt x="61913" y="98012"/>
                        <a:pt x="62293" y="97155"/>
                        <a:pt x="62198" y="95917"/>
                      </a:cubicBezTo>
                      <a:lnTo>
                        <a:pt x="58674" y="95917"/>
                      </a:lnTo>
                      <a:lnTo>
                        <a:pt x="58960" y="98012"/>
                      </a:lnTo>
                      <a:cubicBezTo>
                        <a:pt x="58960" y="98012"/>
                        <a:pt x="58960" y="98393"/>
                        <a:pt x="58674" y="98488"/>
                      </a:cubicBezTo>
                      <a:cubicBezTo>
                        <a:pt x="58960" y="98774"/>
                        <a:pt x="59150" y="99155"/>
                        <a:pt x="59150" y="99441"/>
                      </a:cubicBezTo>
                      <a:lnTo>
                        <a:pt x="59436" y="101346"/>
                      </a:lnTo>
                      <a:cubicBezTo>
                        <a:pt x="59436" y="100394"/>
                        <a:pt x="59436" y="99822"/>
                        <a:pt x="59150" y="99441"/>
                      </a:cubicBezTo>
                      <a:close/>
                      <a:moveTo>
                        <a:pt x="62865" y="103918"/>
                      </a:moveTo>
                      <a:cubicBezTo>
                        <a:pt x="62865" y="103346"/>
                        <a:pt x="63246" y="102394"/>
                        <a:pt x="64008" y="101346"/>
                      </a:cubicBezTo>
                      <a:cubicBezTo>
                        <a:pt x="62770" y="101060"/>
                        <a:pt x="61531" y="101632"/>
                        <a:pt x="60293" y="103251"/>
                      </a:cubicBezTo>
                      <a:cubicBezTo>
                        <a:pt x="61817" y="103251"/>
                        <a:pt x="62675" y="103537"/>
                        <a:pt x="62865" y="103918"/>
                      </a:cubicBezTo>
                      <a:close/>
                      <a:moveTo>
                        <a:pt x="64008" y="45529"/>
                      </a:moveTo>
                      <a:cubicBezTo>
                        <a:pt x="64675" y="44387"/>
                        <a:pt x="64865" y="43815"/>
                        <a:pt x="64770" y="43624"/>
                      </a:cubicBezTo>
                      <a:lnTo>
                        <a:pt x="64008" y="43624"/>
                      </a:lnTo>
                      <a:cubicBezTo>
                        <a:pt x="64008" y="43624"/>
                        <a:pt x="63532" y="43339"/>
                        <a:pt x="63055" y="43148"/>
                      </a:cubicBezTo>
                      <a:lnTo>
                        <a:pt x="62865" y="42672"/>
                      </a:lnTo>
                      <a:cubicBezTo>
                        <a:pt x="62865" y="42672"/>
                        <a:pt x="63055" y="42101"/>
                        <a:pt x="63436" y="41529"/>
                      </a:cubicBezTo>
                      <a:cubicBezTo>
                        <a:pt x="63817" y="40862"/>
                        <a:pt x="64008" y="40386"/>
                        <a:pt x="64008" y="40100"/>
                      </a:cubicBezTo>
                      <a:lnTo>
                        <a:pt x="62103" y="40100"/>
                      </a:lnTo>
                      <a:lnTo>
                        <a:pt x="62770" y="42672"/>
                      </a:lnTo>
                      <a:cubicBezTo>
                        <a:pt x="62770" y="42672"/>
                        <a:pt x="62960" y="42863"/>
                        <a:pt x="62960" y="43148"/>
                      </a:cubicBezTo>
                      <a:lnTo>
                        <a:pt x="63913" y="45529"/>
                      </a:lnTo>
                      <a:close/>
                      <a:moveTo>
                        <a:pt x="62865" y="74962"/>
                      </a:moveTo>
                      <a:cubicBezTo>
                        <a:pt x="64103" y="74962"/>
                        <a:pt x="64579" y="74581"/>
                        <a:pt x="64389" y="73819"/>
                      </a:cubicBezTo>
                      <a:cubicBezTo>
                        <a:pt x="64103" y="73057"/>
                        <a:pt x="64294" y="72485"/>
                        <a:pt x="64770" y="72199"/>
                      </a:cubicBezTo>
                      <a:lnTo>
                        <a:pt x="62865" y="72199"/>
                      </a:lnTo>
                      <a:lnTo>
                        <a:pt x="62865" y="75057"/>
                      </a:lnTo>
                      <a:close/>
                      <a:moveTo>
                        <a:pt x="107823" y="86678"/>
                      </a:moveTo>
                      <a:lnTo>
                        <a:pt x="108775" y="38862"/>
                      </a:lnTo>
                      <a:lnTo>
                        <a:pt x="105251" y="36290"/>
                      </a:lnTo>
                      <a:cubicBezTo>
                        <a:pt x="104680" y="33623"/>
                        <a:pt x="102775" y="31623"/>
                        <a:pt x="99631" y="30385"/>
                      </a:cubicBezTo>
                      <a:cubicBezTo>
                        <a:pt x="93631" y="28194"/>
                        <a:pt x="90583" y="27051"/>
                        <a:pt x="90488" y="27051"/>
                      </a:cubicBezTo>
                      <a:lnTo>
                        <a:pt x="88868" y="19717"/>
                      </a:lnTo>
                      <a:cubicBezTo>
                        <a:pt x="87725" y="20003"/>
                        <a:pt x="86582" y="21431"/>
                        <a:pt x="85439" y="23813"/>
                      </a:cubicBezTo>
                      <a:cubicBezTo>
                        <a:pt x="84296" y="26289"/>
                        <a:pt x="82963" y="27432"/>
                        <a:pt x="81534" y="27432"/>
                      </a:cubicBezTo>
                      <a:cubicBezTo>
                        <a:pt x="81058" y="27432"/>
                        <a:pt x="80391" y="27242"/>
                        <a:pt x="79629" y="26956"/>
                      </a:cubicBezTo>
                      <a:lnTo>
                        <a:pt x="80391" y="25051"/>
                      </a:lnTo>
                      <a:lnTo>
                        <a:pt x="78486" y="25051"/>
                      </a:lnTo>
                      <a:lnTo>
                        <a:pt x="79629" y="27622"/>
                      </a:lnTo>
                      <a:cubicBezTo>
                        <a:pt x="79629" y="27622"/>
                        <a:pt x="78296" y="28861"/>
                        <a:pt x="77057" y="30385"/>
                      </a:cubicBezTo>
                      <a:cubicBezTo>
                        <a:pt x="75819" y="31909"/>
                        <a:pt x="74676" y="32576"/>
                        <a:pt x="73533" y="32576"/>
                      </a:cubicBezTo>
                      <a:cubicBezTo>
                        <a:pt x="73057" y="32576"/>
                        <a:pt x="72580" y="32576"/>
                        <a:pt x="72104" y="32290"/>
                      </a:cubicBezTo>
                      <a:cubicBezTo>
                        <a:pt x="71914" y="34290"/>
                        <a:pt x="71342" y="37433"/>
                        <a:pt x="70485" y="41434"/>
                      </a:cubicBezTo>
                      <a:cubicBezTo>
                        <a:pt x="69913" y="40957"/>
                        <a:pt x="69532" y="40386"/>
                        <a:pt x="69532" y="39814"/>
                      </a:cubicBezTo>
                      <a:lnTo>
                        <a:pt x="67437" y="39814"/>
                      </a:lnTo>
                      <a:cubicBezTo>
                        <a:pt x="66770" y="40481"/>
                        <a:pt x="66484" y="41053"/>
                        <a:pt x="66484" y="41720"/>
                      </a:cubicBezTo>
                      <a:cubicBezTo>
                        <a:pt x="66484" y="42196"/>
                        <a:pt x="66675" y="42863"/>
                        <a:pt x="67056" y="43815"/>
                      </a:cubicBezTo>
                      <a:cubicBezTo>
                        <a:pt x="67437" y="44768"/>
                        <a:pt x="67627" y="45434"/>
                        <a:pt x="67627" y="45911"/>
                      </a:cubicBezTo>
                      <a:cubicBezTo>
                        <a:pt x="67627" y="46672"/>
                        <a:pt x="67342" y="47339"/>
                        <a:pt x="66675" y="47815"/>
                      </a:cubicBezTo>
                      <a:cubicBezTo>
                        <a:pt x="67246" y="49054"/>
                        <a:pt x="68104" y="49721"/>
                        <a:pt x="69056" y="49721"/>
                      </a:cubicBezTo>
                      <a:cubicBezTo>
                        <a:pt x="69532" y="49721"/>
                        <a:pt x="70199" y="49530"/>
                        <a:pt x="70961" y="49244"/>
                      </a:cubicBezTo>
                      <a:cubicBezTo>
                        <a:pt x="71723" y="48959"/>
                        <a:pt x="72390" y="48768"/>
                        <a:pt x="72866" y="48768"/>
                      </a:cubicBezTo>
                      <a:cubicBezTo>
                        <a:pt x="73819" y="48768"/>
                        <a:pt x="74581" y="49435"/>
                        <a:pt x="75247" y="50673"/>
                      </a:cubicBezTo>
                      <a:cubicBezTo>
                        <a:pt x="74485" y="52292"/>
                        <a:pt x="73628" y="53054"/>
                        <a:pt x="72676" y="53054"/>
                      </a:cubicBezTo>
                      <a:cubicBezTo>
                        <a:pt x="72200" y="53054"/>
                        <a:pt x="71628" y="52864"/>
                        <a:pt x="70771" y="52578"/>
                      </a:cubicBezTo>
                      <a:cubicBezTo>
                        <a:pt x="70009" y="52292"/>
                        <a:pt x="69342" y="52102"/>
                        <a:pt x="68866" y="52102"/>
                      </a:cubicBezTo>
                      <a:cubicBezTo>
                        <a:pt x="68389" y="52102"/>
                        <a:pt x="67913" y="52292"/>
                        <a:pt x="67437" y="52578"/>
                      </a:cubicBezTo>
                      <a:cubicBezTo>
                        <a:pt x="67818" y="53054"/>
                        <a:pt x="67913" y="53530"/>
                        <a:pt x="67913" y="54007"/>
                      </a:cubicBezTo>
                      <a:cubicBezTo>
                        <a:pt x="67913" y="54483"/>
                        <a:pt x="67818" y="55054"/>
                        <a:pt x="67437" y="55817"/>
                      </a:cubicBezTo>
                      <a:cubicBezTo>
                        <a:pt x="67151" y="56483"/>
                        <a:pt x="66961" y="57055"/>
                        <a:pt x="66961" y="57340"/>
                      </a:cubicBezTo>
                      <a:cubicBezTo>
                        <a:pt x="66961" y="58103"/>
                        <a:pt x="67532" y="58674"/>
                        <a:pt x="68580" y="58960"/>
                      </a:cubicBezTo>
                      <a:lnTo>
                        <a:pt x="66675" y="60865"/>
                      </a:lnTo>
                      <a:cubicBezTo>
                        <a:pt x="67246" y="61817"/>
                        <a:pt x="67627" y="63532"/>
                        <a:pt x="67627" y="66008"/>
                      </a:cubicBezTo>
                      <a:lnTo>
                        <a:pt x="67627" y="73533"/>
                      </a:lnTo>
                      <a:cubicBezTo>
                        <a:pt x="67627" y="79534"/>
                        <a:pt x="68866" y="83534"/>
                        <a:pt x="71438" y="85820"/>
                      </a:cubicBezTo>
                      <a:cubicBezTo>
                        <a:pt x="71723" y="86582"/>
                        <a:pt x="71628" y="87439"/>
                        <a:pt x="70961" y="88392"/>
                      </a:cubicBezTo>
                      <a:lnTo>
                        <a:pt x="69532" y="90964"/>
                      </a:lnTo>
                      <a:cubicBezTo>
                        <a:pt x="70961" y="90964"/>
                        <a:pt x="71818" y="91249"/>
                        <a:pt x="72104" y="91916"/>
                      </a:cubicBezTo>
                      <a:cubicBezTo>
                        <a:pt x="72200" y="92869"/>
                        <a:pt x="71723" y="93440"/>
                        <a:pt x="70580" y="93726"/>
                      </a:cubicBezTo>
                      <a:cubicBezTo>
                        <a:pt x="69437" y="94012"/>
                        <a:pt x="68771" y="94202"/>
                        <a:pt x="68580" y="94583"/>
                      </a:cubicBezTo>
                      <a:cubicBezTo>
                        <a:pt x="69056" y="95536"/>
                        <a:pt x="69628" y="96012"/>
                        <a:pt x="70199" y="96012"/>
                      </a:cubicBezTo>
                      <a:cubicBezTo>
                        <a:pt x="70675" y="96012"/>
                        <a:pt x="71342" y="95440"/>
                        <a:pt x="72200" y="94393"/>
                      </a:cubicBezTo>
                      <a:cubicBezTo>
                        <a:pt x="73057" y="93250"/>
                        <a:pt x="73628" y="92773"/>
                        <a:pt x="73914" y="92773"/>
                      </a:cubicBezTo>
                      <a:cubicBezTo>
                        <a:pt x="74581" y="92773"/>
                        <a:pt x="75152" y="93821"/>
                        <a:pt x="75819" y="95821"/>
                      </a:cubicBezTo>
                      <a:lnTo>
                        <a:pt x="77724" y="93917"/>
                      </a:lnTo>
                      <a:cubicBezTo>
                        <a:pt x="79629" y="94583"/>
                        <a:pt x="81248" y="96107"/>
                        <a:pt x="82677" y="98584"/>
                      </a:cubicBezTo>
                      <a:cubicBezTo>
                        <a:pt x="83439" y="100298"/>
                        <a:pt x="84296" y="102013"/>
                        <a:pt x="85058" y="103727"/>
                      </a:cubicBezTo>
                      <a:cubicBezTo>
                        <a:pt x="87154" y="103918"/>
                        <a:pt x="88678" y="103346"/>
                        <a:pt x="89821" y="102108"/>
                      </a:cubicBezTo>
                      <a:cubicBezTo>
                        <a:pt x="90868" y="100870"/>
                        <a:pt x="92392" y="100203"/>
                        <a:pt x="94297" y="100203"/>
                      </a:cubicBezTo>
                      <a:cubicBezTo>
                        <a:pt x="94869" y="101346"/>
                        <a:pt x="95155" y="101918"/>
                        <a:pt x="95059" y="102108"/>
                      </a:cubicBezTo>
                      <a:cubicBezTo>
                        <a:pt x="97250" y="101346"/>
                        <a:pt x="99250" y="98774"/>
                        <a:pt x="101060" y="94393"/>
                      </a:cubicBezTo>
                      <a:cubicBezTo>
                        <a:pt x="102870" y="90011"/>
                        <a:pt x="105156" y="87439"/>
                        <a:pt x="108013" y="86582"/>
                      </a:cubicBezTo>
                      <a:close/>
                      <a:moveTo>
                        <a:pt x="77724" y="53912"/>
                      </a:moveTo>
                      <a:lnTo>
                        <a:pt x="75152" y="51816"/>
                      </a:lnTo>
                      <a:lnTo>
                        <a:pt x="77724" y="51816"/>
                      </a:lnTo>
                      <a:lnTo>
                        <a:pt x="77724" y="53912"/>
                      </a:lnTo>
                      <a:close/>
                      <a:moveTo>
                        <a:pt x="75819" y="103156"/>
                      </a:moveTo>
                      <a:cubicBezTo>
                        <a:pt x="76486" y="103822"/>
                        <a:pt x="76962" y="104108"/>
                        <a:pt x="77438" y="104108"/>
                      </a:cubicBezTo>
                      <a:cubicBezTo>
                        <a:pt x="77914" y="104108"/>
                        <a:pt x="78486" y="103632"/>
                        <a:pt x="79057" y="102679"/>
                      </a:cubicBezTo>
                      <a:cubicBezTo>
                        <a:pt x="79724" y="101727"/>
                        <a:pt x="80391" y="101251"/>
                        <a:pt x="81153" y="101251"/>
                      </a:cubicBezTo>
                      <a:cubicBezTo>
                        <a:pt x="78296" y="100679"/>
                        <a:pt x="76486" y="101251"/>
                        <a:pt x="75724" y="103156"/>
                      </a:cubicBezTo>
                      <a:close/>
                      <a:moveTo>
                        <a:pt x="93440" y="96584"/>
                      </a:moveTo>
                      <a:lnTo>
                        <a:pt x="94107" y="95917"/>
                      </a:lnTo>
                      <a:lnTo>
                        <a:pt x="96679" y="96584"/>
                      </a:lnTo>
                      <a:lnTo>
                        <a:pt x="93345" y="96584"/>
                      </a:lnTo>
                      <a:close/>
                      <a:moveTo>
                        <a:pt x="105156" y="10573"/>
                      </a:moveTo>
                      <a:cubicBezTo>
                        <a:pt x="105632" y="11239"/>
                        <a:pt x="106204" y="11525"/>
                        <a:pt x="106775" y="11525"/>
                      </a:cubicBezTo>
                      <a:cubicBezTo>
                        <a:pt x="107537" y="11525"/>
                        <a:pt x="108490" y="11239"/>
                        <a:pt x="109633" y="10573"/>
                      </a:cubicBezTo>
                      <a:cubicBezTo>
                        <a:pt x="110776" y="10001"/>
                        <a:pt x="111347" y="9620"/>
                        <a:pt x="111538" y="9620"/>
                      </a:cubicBezTo>
                      <a:cubicBezTo>
                        <a:pt x="111061" y="8954"/>
                        <a:pt x="110490" y="8668"/>
                        <a:pt x="109633" y="8668"/>
                      </a:cubicBezTo>
                      <a:cubicBezTo>
                        <a:pt x="109156" y="8668"/>
                        <a:pt x="108394" y="8954"/>
                        <a:pt x="107442" y="9620"/>
                      </a:cubicBezTo>
                      <a:cubicBezTo>
                        <a:pt x="106394" y="10287"/>
                        <a:pt x="105632" y="10573"/>
                        <a:pt x="105156" y="10573"/>
                      </a:cubicBezTo>
                      <a:close/>
                    </a:path>
                  </a:pathLst>
                </a:custGeom>
                <a:solidFill>
                  <a:srgbClr val="F6EF85"/>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 name="Google Shape;885;p99"/>
                <p:cNvSpPr/>
                <p:nvPr/>
              </p:nvSpPr>
              <p:spPr>
                <a:xfrm>
                  <a:off x="4384833" y="4303966"/>
                  <a:ext cx="131730" cy="146780"/>
                </a:xfrm>
                <a:custGeom>
                  <a:avLst/>
                  <a:gdLst/>
                  <a:ahLst/>
                  <a:cxnLst/>
                  <a:rect l="l" t="t" r="r" b="b"/>
                  <a:pathLst>
                    <a:path w="131730" h="146780" extrusionOk="0">
                      <a:moveTo>
                        <a:pt x="124015" y="102013"/>
                      </a:moveTo>
                      <a:lnTo>
                        <a:pt x="125444" y="103918"/>
                      </a:lnTo>
                      <a:cubicBezTo>
                        <a:pt x="122015" y="102489"/>
                        <a:pt x="119348" y="102299"/>
                        <a:pt x="117443" y="103156"/>
                      </a:cubicBezTo>
                      <a:cubicBezTo>
                        <a:pt x="116967" y="103823"/>
                        <a:pt x="116681" y="105347"/>
                        <a:pt x="116491" y="107728"/>
                      </a:cubicBezTo>
                      <a:cubicBezTo>
                        <a:pt x="116300" y="110204"/>
                        <a:pt x="115348" y="111633"/>
                        <a:pt x="113633" y="112109"/>
                      </a:cubicBezTo>
                      <a:cubicBezTo>
                        <a:pt x="116300" y="114110"/>
                        <a:pt x="116872" y="116777"/>
                        <a:pt x="115538" y="120110"/>
                      </a:cubicBezTo>
                      <a:cubicBezTo>
                        <a:pt x="114300" y="119920"/>
                        <a:pt x="113157" y="120491"/>
                        <a:pt x="112109" y="121539"/>
                      </a:cubicBezTo>
                      <a:cubicBezTo>
                        <a:pt x="111061" y="122682"/>
                        <a:pt x="110109" y="123730"/>
                        <a:pt x="109156" y="124873"/>
                      </a:cubicBezTo>
                      <a:cubicBezTo>
                        <a:pt x="108680" y="124587"/>
                        <a:pt x="108013" y="123635"/>
                        <a:pt x="107061" y="122206"/>
                      </a:cubicBezTo>
                      <a:cubicBezTo>
                        <a:pt x="106108" y="120777"/>
                        <a:pt x="105061" y="120015"/>
                        <a:pt x="104013" y="120015"/>
                      </a:cubicBezTo>
                      <a:cubicBezTo>
                        <a:pt x="103537" y="120015"/>
                        <a:pt x="103060" y="120015"/>
                        <a:pt x="102584" y="120206"/>
                      </a:cubicBezTo>
                      <a:lnTo>
                        <a:pt x="100013" y="123254"/>
                      </a:lnTo>
                      <a:cubicBezTo>
                        <a:pt x="100108" y="123730"/>
                        <a:pt x="100393" y="123920"/>
                        <a:pt x="100679" y="123920"/>
                      </a:cubicBezTo>
                      <a:cubicBezTo>
                        <a:pt x="100203" y="124397"/>
                        <a:pt x="99727" y="125825"/>
                        <a:pt x="99250" y="128207"/>
                      </a:cubicBezTo>
                      <a:cubicBezTo>
                        <a:pt x="98774" y="130588"/>
                        <a:pt x="98107" y="132207"/>
                        <a:pt x="97346" y="133160"/>
                      </a:cubicBezTo>
                      <a:cubicBezTo>
                        <a:pt x="96964" y="132207"/>
                        <a:pt x="97155" y="131255"/>
                        <a:pt x="97726" y="130397"/>
                      </a:cubicBezTo>
                      <a:cubicBezTo>
                        <a:pt x="98298" y="129445"/>
                        <a:pt x="98774" y="128588"/>
                        <a:pt x="99250" y="127826"/>
                      </a:cubicBezTo>
                      <a:cubicBezTo>
                        <a:pt x="98298" y="127064"/>
                        <a:pt x="95726" y="126206"/>
                        <a:pt x="91440" y="125444"/>
                      </a:cubicBezTo>
                      <a:cubicBezTo>
                        <a:pt x="88678" y="124968"/>
                        <a:pt x="87249" y="123635"/>
                        <a:pt x="87439" y="121444"/>
                      </a:cubicBezTo>
                      <a:lnTo>
                        <a:pt x="81058" y="115062"/>
                      </a:lnTo>
                      <a:cubicBezTo>
                        <a:pt x="82772" y="114586"/>
                        <a:pt x="83629" y="113824"/>
                        <a:pt x="83629" y="112681"/>
                      </a:cubicBezTo>
                      <a:cubicBezTo>
                        <a:pt x="83629" y="112109"/>
                        <a:pt x="83248" y="111062"/>
                        <a:pt x="82582" y="109728"/>
                      </a:cubicBezTo>
                      <a:cubicBezTo>
                        <a:pt x="81915" y="108395"/>
                        <a:pt x="81534" y="107442"/>
                        <a:pt x="81534" y="106775"/>
                      </a:cubicBezTo>
                      <a:cubicBezTo>
                        <a:pt x="81534" y="106490"/>
                        <a:pt x="81534" y="106204"/>
                        <a:pt x="81820" y="105823"/>
                      </a:cubicBezTo>
                      <a:cubicBezTo>
                        <a:pt x="81534" y="106013"/>
                        <a:pt x="81248" y="106109"/>
                        <a:pt x="81058" y="106299"/>
                      </a:cubicBezTo>
                      <a:cubicBezTo>
                        <a:pt x="82963" y="103918"/>
                        <a:pt x="83820" y="102299"/>
                        <a:pt x="83629" y="101346"/>
                      </a:cubicBezTo>
                      <a:lnTo>
                        <a:pt x="84296" y="105061"/>
                      </a:lnTo>
                      <a:cubicBezTo>
                        <a:pt x="85439" y="104585"/>
                        <a:pt x="86677" y="103537"/>
                        <a:pt x="88106" y="102013"/>
                      </a:cubicBezTo>
                      <a:cubicBezTo>
                        <a:pt x="87630" y="100489"/>
                        <a:pt x="86773" y="99441"/>
                        <a:pt x="85534" y="99060"/>
                      </a:cubicBezTo>
                      <a:cubicBezTo>
                        <a:pt x="84296" y="98679"/>
                        <a:pt x="83629" y="97631"/>
                        <a:pt x="83629" y="95917"/>
                      </a:cubicBezTo>
                      <a:lnTo>
                        <a:pt x="85534" y="96584"/>
                      </a:lnTo>
                      <a:lnTo>
                        <a:pt x="86296" y="95917"/>
                      </a:lnTo>
                      <a:cubicBezTo>
                        <a:pt x="83725" y="90392"/>
                        <a:pt x="82582" y="86201"/>
                        <a:pt x="82582" y="83439"/>
                      </a:cubicBezTo>
                      <a:cubicBezTo>
                        <a:pt x="82582" y="82296"/>
                        <a:pt x="82677" y="81344"/>
                        <a:pt x="83058" y="80391"/>
                      </a:cubicBezTo>
                      <a:cubicBezTo>
                        <a:pt x="82391" y="80486"/>
                        <a:pt x="81820" y="80867"/>
                        <a:pt x="81153" y="81344"/>
                      </a:cubicBezTo>
                      <a:cubicBezTo>
                        <a:pt x="80486" y="81820"/>
                        <a:pt x="80010" y="82010"/>
                        <a:pt x="79724" y="82010"/>
                      </a:cubicBezTo>
                      <a:cubicBezTo>
                        <a:pt x="79438" y="82010"/>
                        <a:pt x="79057" y="81629"/>
                        <a:pt x="78581" y="80867"/>
                      </a:cubicBezTo>
                      <a:lnTo>
                        <a:pt x="81915" y="80391"/>
                      </a:lnTo>
                      <a:lnTo>
                        <a:pt x="81153" y="79629"/>
                      </a:lnTo>
                      <a:cubicBezTo>
                        <a:pt x="82772" y="77629"/>
                        <a:pt x="84487" y="77153"/>
                        <a:pt x="86392" y="78486"/>
                      </a:cubicBezTo>
                      <a:lnTo>
                        <a:pt x="87535" y="78486"/>
                      </a:lnTo>
                      <a:cubicBezTo>
                        <a:pt x="88011" y="76772"/>
                        <a:pt x="87630" y="75629"/>
                        <a:pt x="86487" y="75152"/>
                      </a:cubicBezTo>
                      <a:cubicBezTo>
                        <a:pt x="85344" y="74676"/>
                        <a:pt x="84201" y="74295"/>
                        <a:pt x="83058" y="74009"/>
                      </a:cubicBezTo>
                      <a:cubicBezTo>
                        <a:pt x="83344" y="71533"/>
                        <a:pt x="83058" y="68199"/>
                        <a:pt x="81915" y="64103"/>
                      </a:cubicBezTo>
                      <a:cubicBezTo>
                        <a:pt x="80200" y="64199"/>
                        <a:pt x="79248" y="65723"/>
                        <a:pt x="79057" y="68580"/>
                      </a:cubicBezTo>
                      <a:cubicBezTo>
                        <a:pt x="78867" y="71438"/>
                        <a:pt x="78296" y="72866"/>
                        <a:pt x="77152" y="72866"/>
                      </a:cubicBezTo>
                      <a:cubicBezTo>
                        <a:pt x="76486" y="72866"/>
                        <a:pt x="75628" y="72581"/>
                        <a:pt x="74581" y="72104"/>
                      </a:cubicBezTo>
                      <a:cubicBezTo>
                        <a:pt x="74390" y="73724"/>
                        <a:pt x="74581" y="75819"/>
                        <a:pt x="75343" y="78486"/>
                      </a:cubicBezTo>
                      <a:cubicBezTo>
                        <a:pt x="73152" y="78296"/>
                        <a:pt x="71056" y="80296"/>
                        <a:pt x="68961" y="84487"/>
                      </a:cubicBezTo>
                      <a:cubicBezTo>
                        <a:pt x="66865" y="88678"/>
                        <a:pt x="64579" y="90392"/>
                        <a:pt x="61913" y="89535"/>
                      </a:cubicBezTo>
                      <a:lnTo>
                        <a:pt x="61913" y="92107"/>
                      </a:lnTo>
                      <a:lnTo>
                        <a:pt x="64770" y="91440"/>
                      </a:lnTo>
                      <a:cubicBezTo>
                        <a:pt x="64770" y="92107"/>
                        <a:pt x="64484" y="93059"/>
                        <a:pt x="63817" y="94298"/>
                      </a:cubicBezTo>
                      <a:cubicBezTo>
                        <a:pt x="63151" y="95536"/>
                        <a:pt x="62865" y="96488"/>
                        <a:pt x="62865" y="97155"/>
                      </a:cubicBezTo>
                      <a:cubicBezTo>
                        <a:pt x="62865" y="97917"/>
                        <a:pt x="63151" y="98774"/>
                        <a:pt x="63817" y="99536"/>
                      </a:cubicBezTo>
                      <a:cubicBezTo>
                        <a:pt x="63341" y="99155"/>
                        <a:pt x="62865" y="99060"/>
                        <a:pt x="62389" y="99060"/>
                      </a:cubicBezTo>
                      <a:cubicBezTo>
                        <a:pt x="61436" y="99060"/>
                        <a:pt x="60484" y="99727"/>
                        <a:pt x="59626" y="100965"/>
                      </a:cubicBezTo>
                      <a:cubicBezTo>
                        <a:pt x="58198" y="102489"/>
                        <a:pt x="57150" y="103537"/>
                        <a:pt x="56578" y="104013"/>
                      </a:cubicBezTo>
                      <a:cubicBezTo>
                        <a:pt x="52006" y="100394"/>
                        <a:pt x="47244" y="94298"/>
                        <a:pt x="42196" y="85820"/>
                      </a:cubicBezTo>
                      <a:cubicBezTo>
                        <a:pt x="42386" y="85249"/>
                        <a:pt x="42481" y="84582"/>
                        <a:pt x="42481" y="83916"/>
                      </a:cubicBezTo>
                      <a:cubicBezTo>
                        <a:pt x="42481" y="82201"/>
                        <a:pt x="42005" y="80677"/>
                        <a:pt x="40957" y="79343"/>
                      </a:cubicBezTo>
                      <a:cubicBezTo>
                        <a:pt x="39910" y="78010"/>
                        <a:pt x="38862" y="77438"/>
                        <a:pt x="37814" y="77819"/>
                      </a:cubicBezTo>
                      <a:cubicBezTo>
                        <a:pt x="36671" y="74867"/>
                        <a:pt x="35719" y="72676"/>
                        <a:pt x="34957" y="71247"/>
                      </a:cubicBezTo>
                      <a:cubicBezTo>
                        <a:pt x="33814" y="68866"/>
                        <a:pt x="32575" y="67151"/>
                        <a:pt x="31147" y="66104"/>
                      </a:cubicBezTo>
                      <a:cubicBezTo>
                        <a:pt x="29908" y="70676"/>
                        <a:pt x="29242" y="75724"/>
                        <a:pt x="29242" y="81439"/>
                      </a:cubicBezTo>
                      <a:cubicBezTo>
                        <a:pt x="29242" y="84106"/>
                        <a:pt x="29432" y="88011"/>
                        <a:pt x="29813" y="93250"/>
                      </a:cubicBezTo>
                      <a:cubicBezTo>
                        <a:pt x="30194" y="98393"/>
                        <a:pt x="30385" y="102394"/>
                        <a:pt x="30385" y="104966"/>
                      </a:cubicBezTo>
                      <a:cubicBezTo>
                        <a:pt x="30385" y="110681"/>
                        <a:pt x="29718" y="115729"/>
                        <a:pt x="28480" y="120301"/>
                      </a:cubicBezTo>
                      <a:cubicBezTo>
                        <a:pt x="25146" y="122873"/>
                        <a:pt x="21241" y="124206"/>
                        <a:pt x="16573" y="124397"/>
                      </a:cubicBezTo>
                      <a:cubicBezTo>
                        <a:pt x="11906" y="124683"/>
                        <a:pt x="7429" y="124778"/>
                        <a:pt x="3048" y="124968"/>
                      </a:cubicBezTo>
                      <a:lnTo>
                        <a:pt x="0" y="122206"/>
                      </a:lnTo>
                      <a:lnTo>
                        <a:pt x="0" y="2572"/>
                      </a:lnTo>
                      <a:cubicBezTo>
                        <a:pt x="11525" y="858"/>
                        <a:pt x="17431" y="0"/>
                        <a:pt x="17907" y="0"/>
                      </a:cubicBezTo>
                      <a:cubicBezTo>
                        <a:pt x="21241" y="0"/>
                        <a:pt x="24384" y="572"/>
                        <a:pt x="27337" y="1619"/>
                      </a:cubicBezTo>
                      <a:lnTo>
                        <a:pt x="33718" y="8573"/>
                      </a:lnTo>
                      <a:cubicBezTo>
                        <a:pt x="33528" y="9525"/>
                        <a:pt x="33909" y="10763"/>
                        <a:pt x="34671" y="12287"/>
                      </a:cubicBezTo>
                      <a:lnTo>
                        <a:pt x="36576" y="12287"/>
                      </a:lnTo>
                      <a:cubicBezTo>
                        <a:pt x="36767" y="17431"/>
                        <a:pt x="40672" y="24860"/>
                        <a:pt x="48387" y="34385"/>
                      </a:cubicBezTo>
                      <a:cubicBezTo>
                        <a:pt x="48101" y="35909"/>
                        <a:pt x="48768" y="37433"/>
                        <a:pt x="50387" y="38862"/>
                      </a:cubicBezTo>
                      <a:cubicBezTo>
                        <a:pt x="52006" y="40291"/>
                        <a:pt x="52864" y="41339"/>
                        <a:pt x="52864" y="42101"/>
                      </a:cubicBezTo>
                      <a:cubicBezTo>
                        <a:pt x="52864" y="42767"/>
                        <a:pt x="52578" y="43434"/>
                        <a:pt x="52102" y="44196"/>
                      </a:cubicBezTo>
                      <a:lnTo>
                        <a:pt x="46672" y="48006"/>
                      </a:lnTo>
                      <a:lnTo>
                        <a:pt x="46672" y="44958"/>
                      </a:lnTo>
                      <a:cubicBezTo>
                        <a:pt x="45529" y="44958"/>
                        <a:pt x="44482" y="44958"/>
                        <a:pt x="43339" y="45244"/>
                      </a:cubicBezTo>
                      <a:cubicBezTo>
                        <a:pt x="42196" y="45434"/>
                        <a:pt x="41434" y="45911"/>
                        <a:pt x="40957" y="46863"/>
                      </a:cubicBezTo>
                      <a:cubicBezTo>
                        <a:pt x="41243" y="48578"/>
                        <a:pt x="42577" y="49721"/>
                        <a:pt x="44863" y="50197"/>
                      </a:cubicBezTo>
                      <a:cubicBezTo>
                        <a:pt x="47149" y="50673"/>
                        <a:pt x="48577" y="51435"/>
                        <a:pt x="49244" y="52578"/>
                      </a:cubicBezTo>
                      <a:cubicBezTo>
                        <a:pt x="50387" y="52864"/>
                        <a:pt x="51340" y="52292"/>
                        <a:pt x="52197" y="50864"/>
                      </a:cubicBezTo>
                      <a:cubicBezTo>
                        <a:pt x="53054" y="49435"/>
                        <a:pt x="53721" y="48768"/>
                        <a:pt x="54197" y="48768"/>
                      </a:cubicBezTo>
                      <a:cubicBezTo>
                        <a:pt x="54673" y="48768"/>
                        <a:pt x="55245" y="49054"/>
                        <a:pt x="55817" y="49435"/>
                      </a:cubicBezTo>
                      <a:cubicBezTo>
                        <a:pt x="56293" y="49244"/>
                        <a:pt x="56578" y="48387"/>
                        <a:pt x="56578" y="46863"/>
                      </a:cubicBezTo>
                      <a:lnTo>
                        <a:pt x="59150" y="51340"/>
                      </a:lnTo>
                      <a:lnTo>
                        <a:pt x="63913" y="48006"/>
                      </a:lnTo>
                      <a:cubicBezTo>
                        <a:pt x="62674" y="45911"/>
                        <a:pt x="61055" y="45530"/>
                        <a:pt x="59150" y="46863"/>
                      </a:cubicBezTo>
                      <a:cubicBezTo>
                        <a:pt x="59531" y="38672"/>
                        <a:pt x="64865" y="30480"/>
                        <a:pt x="75438" y="22098"/>
                      </a:cubicBezTo>
                      <a:cubicBezTo>
                        <a:pt x="76486" y="21527"/>
                        <a:pt x="77057" y="20574"/>
                        <a:pt x="77057" y="19336"/>
                      </a:cubicBezTo>
                      <a:cubicBezTo>
                        <a:pt x="77057" y="18860"/>
                        <a:pt x="76962" y="18098"/>
                        <a:pt x="76867" y="17145"/>
                      </a:cubicBezTo>
                      <a:cubicBezTo>
                        <a:pt x="76676" y="16097"/>
                        <a:pt x="76676" y="15335"/>
                        <a:pt x="76676" y="14859"/>
                      </a:cubicBezTo>
                      <a:cubicBezTo>
                        <a:pt x="76676" y="13811"/>
                        <a:pt x="76962" y="12859"/>
                        <a:pt x="77629" y="12287"/>
                      </a:cubicBezTo>
                      <a:cubicBezTo>
                        <a:pt x="80963" y="5429"/>
                        <a:pt x="86011" y="1905"/>
                        <a:pt x="92964" y="1905"/>
                      </a:cubicBezTo>
                      <a:cubicBezTo>
                        <a:pt x="94202" y="1905"/>
                        <a:pt x="95536" y="2096"/>
                        <a:pt x="96964" y="2381"/>
                      </a:cubicBezTo>
                      <a:lnTo>
                        <a:pt x="96964" y="1429"/>
                      </a:lnTo>
                      <a:lnTo>
                        <a:pt x="115824" y="2381"/>
                      </a:lnTo>
                      <a:cubicBezTo>
                        <a:pt x="116681" y="15145"/>
                        <a:pt x="116967" y="28861"/>
                        <a:pt x="116967" y="43625"/>
                      </a:cubicBezTo>
                      <a:cubicBezTo>
                        <a:pt x="116967" y="58388"/>
                        <a:pt x="116586" y="71819"/>
                        <a:pt x="115824" y="84392"/>
                      </a:cubicBezTo>
                      <a:cubicBezTo>
                        <a:pt x="116967" y="86106"/>
                        <a:pt x="118491" y="86392"/>
                        <a:pt x="120586" y="85344"/>
                      </a:cubicBezTo>
                      <a:lnTo>
                        <a:pt x="115157" y="90488"/>
                      </a:lnTo>
                      <a:cubicBezTo>
                        <a:pt x="116300" y="90964"/>
                        <a:pt x="116872" y="91631"/>
                        <a:pt x="116872" y="92583"/>
                      </a:cubicBezTo>
                      <a:cubicBezTo>
                        <a:pt x="116872" y="92202"/>
                        <a:pt x="116300" y="93631"/>
                        <a:pt x="115157" y="96774"/>
                      </a:cubicBezTo>
                      <a:lnTo>
                        <a:pt x="119634" y="101441"/>
                      </a:lnTo>
                      <a:cubicBezTo>
                        <a:pt x="120110" y="100775"/>
                        <a:pt x="120491" y="100489"/>
                        <a:pt x="120777" y="100489"/>
                      </a:cubicBezTo>
                      <a:cubicBezTo>
                        <a:pt x="121063" y="100489"/>
                        <a:pt x="121634" y="100775"/>
                        <a:pt x="122396" y="101441"/>
                      </a:cubicBezTo>
                      <a:cubicBezTo>
                        <a:pt x="123158" y="102108"/>
                        <a:pt x="123825" y="102299"/>
                        <a:pt x="124301" y="102108"/>
                      </a:cubicBezTo>
                      <a:close/>
                      <a:moveTo>
                        <a:pt x="26479" y="39338"/>
                      </a:moveTo>
                      <a:lnTo>
                        <a:pt x="31623" y="35528"/>
                      </a:lnTo>
                      <a:cubicBezTo>
                        <a:pt x="30671" y="35052"/>
                        <a:pt x="29527" y="34862"/>
                        <a:pt x="28099" y="34862"/>
                      </a:cubicBezTo>
                      <a:cubicBezTo>
                        <a:pt x="26670" y="34862"/>
                        <a:pt x="24098" y="35243"/>
                        <a:pt x="20288" y="36005"/>
                      </a:cubicBezTo>
                      <a:cubicBezTo>
                        <a:pt x="16573" y="36767"/>
                        <a:pt x="13716" y="37148"/>
                        <a:pt x="11811" y="37148"/>
                      </a:cubicBezTo>
                      <a:cubicBezTo>
                        <a:pt x="10573" y="37148"/>
                        <a:pt x="9334" y="36957"/>
                        <a:pt x="8287" y="36671"/>
                      </a:cubicBezTo>
                      <a:cubicBezTo>
                        <a:pt x="10287" y="37910"/>
                        <a:pt x="13430" y="38576"/>
                        <a:pt x="17431" y="38576"/>
                      </a:cubicBezTo>
                      <a:lnTo>
                        <a:pt x="26384" y="38576"/>
                      </a:lnTo>
                      <a:lnTo>
                        <a:pt x="26384" y="39243"/>
                      </a:lnTo>
                      <a:close/>
                      <a:moveTo>
                        <a:pt x="52673" y="53721"/>
                      </a:moveTo>
                      <a:lnTo>
                        <a:pt x="57150" y="53721"/>
                      </a:lnTo>
                      <a:lnTo>
                        <a:pt x="55721" y="52292"/>
                      </a:lnTo>
                      <a:lnTo>
                        <a:pt x="52673" y="53721"/>
                      </a:lnTo>
                      <a:close/>
                      <a:moveTo>
                        <a:pt x="54483" y="95917"/>
                      </a:moveTo>
                      <a:cubicBezTo>
                        <a:pt x="54483" y="95917"/>
                        <a:pt x="54959" y="94774"/>
                        <a:pt x="55912" y="92869"/>
                      </a:cubicBezTo>
                      <a:cubicBezTo>
                        <a:pt x="56578" y="91821"/>
                        <a:pt x="56674" y="90678"/>
                        <a:pt x="56388" y="89535"/>
                      </a:cubicBezTo>
                      <a:lnTo>
                        <a:pt x="54483" y="89535"/>
                      </a:lnTo>
                      <a:lnTo>
                        <a:pt x="54483" y="95917"/>
                      </a:lnTo>
                      <a:close/>
                      <a:moveTo>
                        <a:pt x="62008" y="83153"/>
                      </a:moveTo>
                      <a:cubicBezTo>
                        <a:pt x="62770" y="83344"/>
                        <a:pt x="64008" y="83630"/>
                        <a:pt x="65532" y="84106"/>
                      </a:cubicBezTo>
                      <a:cubicBezTo>
                        <a:pt x="63913" y="83439"/>
                        <a:pt x="62770" y="83153"/>
                        <a:pt x="62008" y="83153"/>
                      </a:cubicBezTo>
                      <a:cubicBezTo>
                        <a:pt x="60007" y="82677"/>
                        <a:pt x="58293" y="83344"/>
                        <a:pt x="57055" y="85058"/>
                      </a:cubicBezTo>
                      <a:cubicBezTo>
                        <a:pt x="58483" y="83630"/>
                        <a:pt x="60103" y="83058"/>
                        <a:pt x="62008" y="83153"/>
                      </a:cubicBezTo>
                      <a:close/>
                      <a:moveTo>
                        <a:pt x="57055" y="114014"/>
                      </a:moveTo>
                      <a:lnTo>
                        <a:pt x="58293" y="110966"/>
                      </a:lnTo>
                      <a:lnTo>
                        <a:pt x="60198" y="110966"/>
                      </a:lnTo>
                      <a:lnTo>
                        <a:pt x="57150" y="114014"/>
                      </a:lnTo>
                      <a:close/>
                      <a:moveTo>
                        <a:pt x="71914" y="90202"/>
                      </a:moveTo>
                      <a:cubicBezTo>
                        <a:pt x="71723" y="90869"/>
                        <a:pt x="71342" y="91726"/>
                        <a:pt x="70771" y="92774"/>
                      </a:cubicBezTo>
                      <a:lnTo>
                        <a:pt x="69342" y="92774"/>
                      </a:lnTo>
                      <a:cubicBezTo>
                        <a:pt x="68866" y="92012"/>
                        <a:pt x="68961" y="91345"/>
                        <a:pt x="69532" y="90678"/>
                      </a:cubicBezTo>
                      <a:cubicBezTo>
                        <a:pt x="70199" y="90011"/>
                        <a:pt x="70961" y="89916"/>
                        <a:pt x="71914" y="90202"/>
                      </a:cubicBezTo>
                      <a:close/>
                      <a:moveTo>
                        <a:pt x="70771" y="99346"/>
                      </a:moveTo>
                      <a:lnTo>
                        <a:pt x="73819" y="100299"/>
                      </a:lnTo>
                      <a:lnTo>
                        <a:pt x="70104" y="100299"/>
                      </a:lnTo>
                      <a:lnTo>
                        <a:pt x="70771" y="99346"/>
                      </a:lnTo>
                      <a:close/>
                      <a:moveTo>
                        <a:pt x="70771" y="121920"/>
                      </a:moveTo>
                      <a:cubicBezTo>
                        <a:pt x="72771" y="121634"/>
                        <a:pt x="74676" y="121920"/>
                        <a:pt x="76295" y="122777"/>
                      </a:cubicBezTo>
                      <a:cubicBezTo>
                        <a:pt x="77914" y="123635"/>
                        <a:pt x="78962" y="124587"/>
                        <a:pt x="79248" y="125730"/>
                      </a:cubicBezTo>
                      <a:lnTo>
                        <a:pt x="76390" y="126683"/>
                      </a:lnTo>
                      <a:cubicBezTo>
                        <a:pt x="77819" y="125254"/>
                        <a:pt x="77819" y="124301"/>
                        <a:pt x="76390" y="123825"/>
                      </a:cubicBezTo>
                      <a:lnTo>
                        <a:pt x="71914" y="125730"/>
                      </a:lnTo>
                      <a:lnTo>
                        <a:pt x="70771" y="121920"/>
                      </a:lnTo>
                      <a:close/>
                      <a:moveTo>
                        <a:pt x="74581" y="108299"/>
                      </a:moveTo>
                      <a:lnTo>
                        <a:pt x="76486" y="108299"/>
                      </a:lnTo>
                      <a:lnTo>
                        <a:pt x="76486" y="110871"/>
                      </a:lnTo>
                      <a:lnTo>
                        <a:pt x="74581" y="108299"/>
                      </a:lnTo>
                      <a:close/>
                      <a:moveTo>
                        <a:pt x="77629" y="80963"/>
                      </a:moveTo>
                      <a:cubicBezTo>
                        <a:pt x="77629" y="80963"/>
                        <a:pt x="76962" y="81153"/>
                        <a:pt x="76486" y="80963"/>
                      </a:cubicBezTo>
                      <a:lnTo>
                        <a:pt x="77629" y="80963"/>
                      </a:lnTo>
                      <a:close/>
                      <a:moveTo>
                        <a:pt x="77629" y="80963"/>
                      </a:moveTo>
                      <a:lnTo>
                        <a:pt x="78391" y="80296"/>
                      </a:lnTo>
                      <a:cubicBezTo>
                        <a:pt x="78391" y="80296"/>
                        <a:pt x="78581" y="80582"/>
                        <a:pt x="78581" y="80772"/>
                      </a:cubicBezTo>
                      <a:lnTo>
                        <a:pt x="77629" y="80963"/>
                      </a:lnTo>
                      <a:close/>
                      <a:moveTo>
                        <a:pt x="81153" y="135636"/>
                      </a:moveTo>
                      <a:cubicBezTo>
                        <a:pt x="82105" y="135446"/>
                        <a:pt x="83439" y="135922"/>
                        <a:pt x="85153" y="136779"/>
                      </a:cubicBezTo>
                      <a:cubicBezTo>
                        <a:pt x="86868" y="137732"/>
                        <a:pt x="88011" y="138303"/>
                        <a:pt x="88678" y="138399"/>
                      </a:cubicBezTo>
                      <a:cubicBezTo>
                        <a:pt x="84106" y="139065"/>
                        <a:pt x="81629" y="138113"/>
                        <a:pt x="81153" y="135541"/>
                      </a:cubicBezTo>
                      <a:close/>
                      <a:moveTo>
                        <a:pt x="92011" y="137541"/>
                      </a:moveTo>
                      <a:cubicBezTo>
                        <a:pt x="90868" y="138303"/>
                        <a:pt x="89821" y="138684"/>
                        <a:pt x="88678" y="138494"/>
                      </a:cubicBezTo>
                      <a:cubicBezTo>
                        <a:pt x="89249" y="138303"/>
                        <a:pt x="90392" y="138017"/>
                        <a:pt x="92011" y="137541"/>
                      </a:cubicBezTo>
                      <a:close/>
                      <a:moveTo>
                        <a:pt x="98107" y="92107"/>
                      </a:moveTo>
                      <a:cubicBezTo>
                        <a:pt x="99060" y="91535"/>
                        <a:pt x="99441" y="90869"/>
                        <a:pt x="99250" y="90202"/>
                      </a:cubicBezTo>
                      <a:cubicBezTo>
                        <a:pt x="98488" y="89916"/>
                        <a:pt x="97822" y="90011"/>
                        <a:pt x="97250" y="90392"/>
                      </a:cubicBezTo>
                      <a:cubicBezTo>
                        <a:pt x="96679" y="90869"/>
                        <a:pt x="96488" y="91440"/>
                        <a:pt x="96679" y="92012"/>
                      </a:cubicBezTo>
                      <a:lnTo>
                        <a:pt x="98107" y="92012"/>
                      </a:lnTo>
                      <a:close/>
                      <a:moveTo>
                        <a:pt x="101822" y="64770"/>
                      </a:moveTo>
                      <a:lnTo>
                        <a:pt x="100013" y="67342"/>
                      </a:lnTo>
                      <a:cubicBezTo>
                        <a:pt x="101441" y="66866"/>
                        <a:pt x="102013" y="66675"/>
                        <a:pt x="101822" y="66675"/>
                      </a:cubicBezTo>
                      <a:lnTo>
                        <a:pt x="101822" y="64770"/>
                      </a:lnTo>
                      <a:close/>
                      <a:moveTo>
                        <a:pt x="100013" y="97536"/>
                      </a:moveTo>
                      <a:lnTo>
                        <a:pt x="104489" y="97536"/>
                      </a:lnTo>
                      <a:lnTo>
                        <a:pt x="101822" y="94774"/>
                      </a:lnTo>
                      <a:lnTo>
                        <a:pt x="100013" y="97536"/>
                      </a:lnTo>
                      <a:close/>
                      <a:moveTo>
                        <a:pt x="102870" y="123444"/>
                      </a:moveTo>
                      <a:cubicBezTo>
                        <a:pt x="101917" y="124016"/>
                        <a:pt x="101251" y="124206"/>
                        <a:pt x="100774" y="123920"/>
                      </a:cubicBezTo>
                      <a:cubicBezTo>
                        <a:pt x="101346" y="123635"/>
                        <a:pt x="102108" y="123444"/>
                        <a:pt x="102870" y="123444"/>
                      </a:cubicBezTo>
                      <a:close/>
                      <a:moveTo>
                        <a:pt x="102870" y="123444"/>
                      </a:moveTo>
                      <a:cubicBezTo>
                        <a:pt x="103346" y="123158"/>
                        <a:pt x="103918" y="123254"/>
                        <a:pt x="104584" y="123920"/>
                      </a:cubicBezTo>
                      <a:cubicBezTo>
                        <a:pt x="103632" y="123635"/>
                        <a:pt x="103060" y="123444"/>
                        <a:pt x="102870" y="123444"/>
                      </a:cubicBezTo>
                      <a:close/>
                      <a:moveTo>
                        <a:pt x="110299" y="113919"/>
                      </a:moveTo>
                      <a:cubicBezTo>
                        <a:pt x="110871" y="113729"/>
                        <a:pt x="111157" y="113538"/>
                        <a:pt x="111157" y="113538"/>
                      </a:cubicBezTo>
                      <a:lnTo>
                        <a:pt x="111157" y="110966"/>
                      </a:lnTo>
                      <a:cubicBezTo>
                        <a:pt x="110490" y="110300"/>
                        <a:pt x="109633" y="110109"/>
                        <a:pt x="108585" y="110300"/>
                      </a:cubicBezTo>
                      <a:lnTo>
                        <a:pt x="105061" y="110300"/>
                      </a:lnTo>
                      <a:cubicBezTo>
                        <a:pt x="106299" y="110490"/>
                        <a:pt x="107061" y="111157"/>
                        <a:pt x="107251" y="112395"/>
                      </a:cubicBezTo>
                      <a:cubicBezTo>
                        <a:pt x="107442" y="113633"/>
                        <a:pt x="108013" y="114300"/>
                        <a:pt x="108775" y="114300"/>
                      </a:cubicBezTo>
                      <a:cubicBezTo>
                        <a:pt x="109252" y="114300"/>
                        <a:pt x="109728" y="114205"/>
                        <a:pt x="110299" y="113919"/>
                      </a:cubicBezTo>
                      <a:close/>
                      <a:moveTo>
                        <a:pt x="111823" y="103918"/>
                      </a:moveTo>
                      <a:lnTo>
                        <a:pt x="111823" y="100394"/>
                      </a:lnTo>
                      <a:lnTo>
                        <a:pt x="110395" y="100394"/>
                      </a:lnTo>
                      <a:lnTo>
                        <a:pt x="110395" y="103251"/>
                      </a:lnTo>
                      <a:cubicBezTo>
                        <a:pt x="110395" y="103251"/>
                        <a:pt x="111157" y="103251"/>
                        <a:pt x="111823" y="104013"/>
                      </a:cubicBezTo>
                      <a:close/>
                      <a:moveTo>
                        <a:pt x="114871" y="129350"/>
                      </a:moveTo>
                      <a:lnTo>
                        <a:pt x="117443" y="129350"/>
                      </a:lnTo>
                      <a:lnTo>
                        <a:pt x="118396" y="130493"/>
                      </a:lnTo>
                      <a:lnTo>
                        <a:pt x="114871" y="129350"/>
                      </a:lnTo>
                      <a:close/>
                      <a:moveTo>
                        <a:pt x="126206" y="76581"/>
                      </a:moveTo>
                      <a:cubicBezTo>
                        <a:pt x="124301" y="77153"/>
                        <a:pt x="122968" y="78677"/>
                        <a:pt x="122206" y="81058"/>
                      </a:cubicBezTo>
                      <a:cubicBezTo>
                        <a:pt x="121729" y="80105"/>
                        <a:pt x="121444" y="79343"/>
                        <a:pt x="121444" y="78677"/>
                      </a:cubicBezTo>
                      <a:cubicBezTo>
                        <a:pt x="121444" y="78010"/>
                        <a:pt x="123063" y="77343"/>
                        <a:pt x="126111" y="76581"/>
                      </a:cubicBezTo>
                      <a:close/>
                      <a:moveTo>
                        <a:pt x="122872" y="88868"/>
                      </a:moveTo>
                      <a:lnTo>
                        <a:pt x="122872" y="85820"/>
                      </a:lnTo>
                      <a:lnTo>
                        <a:pt x="125444" y="85820"/>
                      </a:lnTo>
                      <a:lnTo>
                        <a:pt x="122872" y="88868"/>
                      </a:lnTo>
                      <a:close/>
                      <a:moveTo>
                        <a:pt x="131064" y="120206"/>
                      </a:moveTo>
                      <a:cubicBezTo>
                        <a:pt x="130588" y="120682"/>
                        <a:pt x="130111" y="120872"/>
                        <a:pt x="129635" y="120872"/>
                      </a:cubicBezTo>
                      <a:cubicBezTo>
                        <a:pt x="129159" y="120872"/>
                        <a:pt x="128492" y="120682"/>
                        <a:pt x="127730" y="120301"/>
                      </a:cubicBezTo>
                      <a:cubicBezTo>
                        <a:pt x="126968" y="119920"/>
                        <a:pt x="126301" y="119729"/>
                        <a:pt x="125825" y="119729"/>
                      </a:cubicBezTo>
                      <a:cubicBezTo>
                        <a:pt x="125158" y="119729"/>
                        <a:pt x="124587" y="120301"/>
                        <a:pt x="123920" y="121349"/>
                      </a:cubicBezTo>
                      <a:lnTo>
                        <a:pt x="125349" y="115729"/>
                      </a:lnTo>
                      <a:lnTo>
                        <a:pt x="127254" y="118777"/>
                      </a:lnTo>
                      <a:lnTo>
                        <a:pt x="128397" y="117634"/>
                      </a:lnTo>
                      <a:lnTo>
                        <a:pt x="130969" y="120206"/>
                      </a:lnTo>
                      <a:close/>
                      <a:moveTo>
                        <a:pt x="127349" y="146780"/>
                      </a:moveTo>
                      <a:lnTo>
                        <a:pt x="125444" y="146780"/>
                      </a:lnTo>
                      <a:lnTo>
                        <a:pt x="128492" y="144875"/>
                      </a:lnTo>
                      <a:lnTo>
                        <a:pt x="127349" y="146780"/>
                      </a:lnTo>
                      <a:close/>
                      <a:moveTo>
                        <a:pt x="128492" y="76581"/>
                      </a:moveTo>
                      <a:cubicBezTo>
                        <a:pt x="127730" y="76295"/>
                        <a:pt x="127063" y="76295"/>
                        <a:pt x="126587" y="76581"/>
                      </a:cubicBezTo>
                      <a:cubicBezTo>
                        <a:pt x="127349" y="76295"/>
                        <a:pt x="128016" y="75724"/>
                        <a:pt x="128492" y="74962"/>
                      </a:cubicBezTo>
                      <a:lnTo>
                        <a:pt x="128492" y="76581"/>
                      </a:lnTo>
                      <a:close/>
                      <a:moveTo>
                        <a:pt x="131731" y="134969"/>
                      </a:moveTo>
                      <a:cubicBezTo>
                        <a:pt x="130492" y="134493"/>
                        <a:pt x="129826" y="135350"/>
                        <a:pt x="129826" y="137541"/>
                      </a:cubicBezTo>
                      <a:lnTo>
                        <a:pt x="130969" y="137541"/>
                      </a:lnTo>
                      <a:lnTo>
                        <a:pt x="130969" y="140303"/>
                      </a:lnTo>
                      <a:lnTo>
                        <a:pt x="129826" y="140303"/>
                      </a:lnTo>
                      <a:lnTo>
                        <a:pt x="129826" y="134874"/>
                      </a:lnTo>
                      <a:cubicBezTo>
                        <a:pt x="129635" y="132969"/>
                        <a:pt x="128778" y="132112"/>
                        <a:pt x="127254" y="132302"/>
                      </a:cubicBezTo>
                      <a:cubicBezTo>
                        <a:pt x="129921" y="131159"/>
                        <a:pt x="131350" y="132017"/>
                        <a:pt x="131731" y="134874"/>
                      </a:cubicBezTo>
                      <a:close/>
                    </a:path>
                  </a:pathLst>
                </a:custGeom>
                <a:solidFill>
                  <a:srgbClr val="F6EF85"/>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 name="Google Shape;886;p99"/>
                <p:cNvSpPr/>
                <p:nvPr/>
              </p:nvSpPr>
              <p:spPr>
                <a:xfrm>
                  <a:off x="4519421" y="4303648"/>
                  <a:ext cx="104394" cy="125595"/>
                </a:xfrm>
                <a:custGeom>
                  <a:avLst/>
                  <a:gdLst/>
                  <a:ahLst/>
                  <a:cxnLst/>
                  <a:rect l="l" t="t" r="r" b="b"/>
                  <a:pathLst>
                    <a:path w="104394" h="125595" extrusionOk="0">
                      <a:moveTo>
                        <a:pt x="100108" y="24130"/>
                      </a:moveTo>
                      <a:cubicBezTo>
                        <a:pt x="102965" y="26226"/>
                        <a:pt x="104394" y="29845"/>
                        <a:pt x="104394" y="35084"/>
                      </a:cubicBezTo>
                      <a:cubicBezTo>
                        <a:pt x="104394" y="35751"/>
                        <a:pt x="103823" y="40418"/>
                        <a:pt x="102775" y="49086"/>
                      </a:cubicBezTo>
                      <a:cubicBezTo>
                        <a:pt x="102394" y="50038"/>
                        <a:pt x="101156" y="52134"/>
                        <a:pt x="98965" y="55277"/>
                      </a:cubicBezTo>
                      <a:cubicBezTo>
                        <a:pt x="97060" y="57849"/>
                        <a:pt x="96107" y="59944"/>
                        <a:pt x="96107" y="61754"/>
                      </a:cubicBezTo>
                      <a:cubicBezTo>
                        <a:pt x="96107" y="62516"/>
                        <a:pt x="96298" y="63468"/>
                        <a:pt x="96774" y="64421"/>
                      </a:cubicBezTo>
                      <a:cubicBezTo>
                        <a:pt x="95631" y="64135"/>
                        <a:pt x="94774" y="63945"/>
                        <a:pt x="93917" y="63945"/>
                      </a:cubicBezTo>
                      <a:cubicBezTo>
                        <a:pt x="92012" y="63945"/>
                        <a:pt x="90202" y="64897"/>
                        <a:pt x="88297" y="66707"/>
                      </a:cubicBezTo>
                      <a:cubicBezTo>
                        <a:pt x="86201" y="69279"/>
                        <a:pt x="84773" y="70612"/>
                        <a:pt x="83820" y="70993"/>
                      </a:cubicBezTo>
                      <a:lnTo>
                        <a:pt x="83058" y="69088"/>
                      </a:lnTo>
                      <a:cubicBezTo>
                        <a:pt x="80867" y="73756"/>
                        <a:pt x="75914" y="76137"/>
                        <a:pt x="68294" y="76137"/>
                      </a:cubicBezTo>
                      <a:cubicBezTo>
                        <a:pt x="70294" y="76137"/>
                        <a:pt x="65151" y="75660"/>
                        <a:pt x="52768" y="74708"/>
                      </a:cubicBezTo>
                      <a:lnTo>
                        <a:pt x="50197" y="72136"/>
                      </a:lnTo>
                      <a:cubicBezTo>
                        <a:pt x="49911" y="75089"/>
                        <a:pt x="48768" y="76613"/>
                        <a:pt x="46863" y="76613"/>
                      </a:cubicBezTo>
                      <a:cubicBezTo>
                        <a:pt x="46101" y="76613"/>
                        <a:pt x="44672" y="76232"/>
                        <a:pt x="42482" y="75565"/>
                      </a:cubicBezTo>
                      <a:cubicBezTo>
                        <a:pt x="40386" y="74899"/>
                        <a:pt x="38767" y="74517"/>
                        <a:pt x="37624" y="74517"/>
                      </a:cubicBezTo>
                      <a:cubicBezTo>
                        <a:pt x="35624" y="74517"/>
                        <a:pt x="34100" y="75375"/>
                        <a:pt x="33242" y="77184"/>
                      </a:cubicBezTo>
                      <a:cubicBezTo>
                        <a:pt x="32385" y="78994"/>
                        <a:pt x="32004" y="82423"/>
                        <a:pt x="32194" y="87662"/>
                      </a:cubicBezTo>
                      <a:cubicBezTo>
                        <a:pt x="32385" y="91853"/>
                        <a:pt x="31623" y="95091"/>
                        <a:pt x="29813" y="97282"/>
                      </a:cubicBezTo>
                      <a:cubicBezTo>
                        <a:pt x="30956" y="97282"/>
                        <a:pt x="31337" y="98330"/>
                        <a:pt x="31147" y="100425"/>
                      </a:cubicBezTo>
                      <a:cubicBezTo>
                        <a:pt x="30861" y="102521"/>
                        <a:pt x="31147" y="103950"/>
                        <a:pt x="31718" y="104521"/>
                      </a:cubicBezTo>
                      <a:lnTo>
                        <a:pt x="32957" y="104521"/>
                      </a:lnTo>
                      <a:lnTo>
                        <a:pt x="32957" y="108998"/>
                      </a:lnTo>
                      <a:lnTo>
                        <a:pt x="33909" y="108998"/>
                      </a:lnTo>
                      <a:cubicBezTo>
                        <a:pt x="34385" y="109950"/>
                        <a:pt x="34576" y="110903"/>
                        <a:pt x="34576" y="111856"/>
                      </a:cubicBezTo>
                      <a:cubicBezTo>
                        <a:pt x="34576" y="113475"/>
                        <a:pt x="33242" y="115475"/>
                        <a:pt x="30480" y="117951"/>
                      </a:cubicBezTo>
                      <a:cubicBezTo>
                        <a:pt x="27718" y="120428"/>
                        <a:pt x="26480" y="122619"/>
                        <a:pt x="26575" y="124524"/>
                      </a:cubicBezTo>
                      <a:cubicBezTo>
                        <a:pt x="21146" y="125952"/>
                        <a:pt x="13430" y="125952"/>
                        <a:pt x="3810" y="124524"/>
                      </a:cubicBezTo>
                      <a:cubicBezTo>
                        <a:pt x="3905" y="120904"/>
                        <a:pt x="3715" y="115570"/>
                        <a:pt x="2953" y="108426"/>
                      </a:cubicBezTo>
                      <a:cubicBezTo>
                        <a:pt x="2191" y="101283"/>
                        <a:pt x="1905" y="96044"/>
                        <a:pt x="1905" y="92806"/>
                      </a:cubicBezTo>
                      <a:cubicBezTo>
                        <a:pt x="1905" y="86519"/>
                        <a:pt x="2762" y="81090"/>
                        <a:pt x="4477" y="76518"/>
                      </a:cubicBezTo>
                      <a:lnTo>
                        <a:pt x="1905" y="70898"/>
                      </a:lnTo>
                      <a:cubicBezTo>
                        <a:pt x="1715" y="68993"/>
                        <a:pt x="1619" y="67088"/>
                        <a:pt x="1619" y="64992"/>
                      </a:cubicBezTo>
                      <a:cubicBezTo>
                        <a:pt x="1619" y="62611"/>
                        <a:pt x="1810" y="59277"/>
                        <a:pt x="2096" y="54991"/>
                      </a:cubicBezTo>
                      <a:cubicBezTo>
                        <a:pt x="2381" y="50610"/>
                        <a:pt x="2572" y="47466"/>
                        <a:pt x="2572" y="45466"/>
                      </a:cubicBezTo>
                      <a:cubicBezTo>
                        <a:pt x="2572" y="40132"/>
                        <a:pt x="1715" y="35560"/>
                        <a:pt x="0" y="31846"/>
                      </a:cubicBezTo>
                      <a:cubicBezTo>
                        <a:pt x="1429" y="31369"/>
                        <a:pt x="2096" y="30702"/>
                        <a:pt x="2096" y="29940"/>
                      </a:cubicBezTo>
                      <a:cubicBezTo>
                        <a:pt x="2096" y="29655"/>
                        <a:pt x="1905" y="29083"/>
                        <a:pt x="1619" y="28416"/>
                      </a:cubicBezTo>
                      <a:cubicBezTo>
                        <a:pt x="1333" y="27750"/>
                        <a:pt x="1143" y="27178"/>
                        <a:pt x="1143" y="26892"/>
                      </a:cubicBezTo>
                      <a:cubicBezTo>
                        <a:pt x="1143" y="26321"/>
                        <a:pt x="1810" y="25749"/>
                        <a:pt x="3048" y="25273"/>
                      </a:cubicBezTo>
                      <a:lnTo>
                        <a:pt x="3048" y="2699"/>
                      </a:lnTo>
                      <a:cubicBezTo>
                        <a:pt x="5048" y="1556"/>
                        <a:pt x="7429" y="1080"/>
                        <a:pt x="9906" y="1080"/>
                      </a:cubicBezTo>
                      <a:cubicBezTo>
                        <a:pt x="11335" y="1080"/>
                        <a:pt x="13335" y="1270"/>
                        <a:pt x="15907" y="1651"/>
                      </a:cubicBezTo>
                      <a:cubicBezTo>
                        <a:pt x="18479" y="2032"/>
                        <a:pt x="20479" y="2223"/>
                        <a:pt x="21717" y="2223"/>
                      </a:cubicBezTo>
                      <a:cubicBezTo>
                        <a:pt x="22765" y="2223"/>
                        <a:pt x="23813" y="2127"/>
                        <a:pt x="24765" y="1842"/>
                      </a:cubicBezTo>
                      <a:cubicBezTo>
                        <a:pt x="27432" y="699"/>
                        <a:pt x="31909" y="32"/>
                        <a:pt x="38195" y="32"/>
                      </a:cubicBezTo>
                      <a:lnTo>
                        <a:pt x="52768" y="32"/>
                      </a:lnTo>
                      <a:lnTo>
                        <a:pt x="52102" y="1937"/>
                      </a:lnTo>
                      <a:cubicBezTo>
                        <a:pt x="53626" y="889"/>
                        <a:pt x="55817" y="223"/>
                        <a:pt x="58674" y="32"/>
                      </a:cubicBezTo>
                      <a:cubicBezTo>
                        <a:pt x="62008" y="-159"/>
                        <a:pt x="64580" y="508"/>
                        <a:pt x="66484" y="1937"/>
                      </a:cubicBezTo>
                      <a:cubicBezTo>
                        <a:pt x="67532" y="318"/>
                        <a:pt x="69247" y="32"/>
                        <a:pt x="71533" y="889"/>
                      </a:cubicBezTo>
                      <a:cubicBezTo>
                        <a:pt x="73819" y="1747"/>
                        <a:pt x="75533" y="1461"/>
                        <a:pt x="76581" y="32"/>
                      </a:cubicBezTo>
                      <a:cubicBezTo>
                        <a:pt x="77248" y="1651"/>
                        <a:pt x="78962" y="2985"/>
                        <a:pt x="81725" y="4128"/>
                      </a:cubicBezTo>
                      <a:cubicBezTo>
                        <a:pt x="85154" y="5557"/>
                        <a:pt x="87344" y="6699"/>
                        <a:pt x="88297" y="7652"/>
                      </a:cubicBezTo>
                      <a:cubicBezTo>
                        <a:pt x="92107" y="7938"/>
                        <a:pt x="94869" y="10319"/>
                        <a:pt x="96774" y="14510"/>
                      </a:cubicBezTo>
                      <a:cubicBezTo>
                        <a:pt x="97917" y="17653"/>
                        <a:pt x="98965" y="20892"/>
                        <a:pt x="100013" y="24035"/>
                      </a:cubicBezTo>
                      <a:close/>
                      <a:moveTo>
                        <a:pt x="22860" y="49276"/>
                      </a:moveTo>
                      <a:lnTo>
                        <a:pt x="26575" y="47371"/>
                      </a:lnTo>
                      <a:lnTo>
                        <a:pt x="25432" y="45466"/>
                      </a:lnTo>
                      <a:lnTo>
                        <a:pt x="22860" y="49276"/>
                      </a:lnTo>
                      <a:close/>
                      <a:moveTo>
                        <a:pt x="72104" y="48133"/>
                      </a:moveTo>
                      <a:lnTo>
                        <a:pt x="74676" y="31179"/>
                      </a:lnTo>
                      <a:lnTo>
                        <a:pt x="70866" y="31179"/>
                      </a:lnTo>
                      <a:cubicBezTo>
                        <a:pt x="68485" y="28512"/>
                        <a:pt x="67056" y="25940"/>
                        <a:pt x="66389" y="23368"/>
                      </a:cubicBezTo>
                      <a:cubicBezTo>
                        <a:pt x="66389" y="25749"/>
                        <a:pt x="66199" y="27083"/>
                        <a:pt x="65723" y="27369"/>
                      </a:cubicBezTo>
                      <a:cubicBezTo>
                        <a:pt x="64294" y="25940"/>
                        <a:pt x="63627" y="24988"/>
                        <a:pt x="63817" y="24511"/>
                      </a:cubicBezTo>
                      <a:cubicBezTo>
                        <a:pt x="61436" y="23464"/>
                        <a:pt x="58960" y="22892"/>
                        <a:pt x="56293" y="22892"/>
                      </a:cubicBezTo>
                      <a:cubicBezTo>
                        <a:pt x="57436" y="22892"/>
                        <a:pt x="53150" y="23464"/>
                        <a:pt x="43529" y="24511"/>
                      </a:cubicBezTo>
                      <a:cubicBezTo>
                        <a:pt x="43529" y="24892"/>
                        <a:pt x="43910" y="24225"/>
                        <a:pt x="44672" y="22606"/>
                      </a:cubicBezTo>
                      <a:cubicBezTo>
                        <a:pt x="43434" y="23273"/>
                        <a:pt x="42767" y="23749"/>
                        <a:pt x="42767" y="24035"/>
                      </a:cubicBezTo>
                      <a:cubicBezTo>
                        <a:pt x="42767" y="24321"/>
                        <a:pt x="43148" y="24702"/>
                        <a:pt x="43910" y="25083"/>
                      </a:cubicBezTo>
                      <a:cubicBezTo>
                        <a:pt x="44672" y="25464"/>
                        <a:pt x="45053" y="25940"/>
                        <a:pt x="45053" y="26321"/>
                      </a:cubicBezTo>
                      <a:cubicBezTo>
                        <a:pt x="45053" y="26702"/>
                        <a:pt x="44863" y="26988"/>
                        <a:pt x="44577" y="27274"/>
                      </a:cubicBezTo>
                      <a:lnTo>
                        <a:pt x="40100" y="27940"/>
                      </a:lnTo>
                      <a:cubicBezTo>
                        <a:pt x="39529" y="26892"/>
                        <a:pt x="39338" y="25368"/>
                        <a:pt x="39719" y="23559"/>
                      </a:cubicBezTo>
                      <a:cubicBezTo>
                        <a:pt x="40100" y="21749"/>
                        <a:pt x="39815" y="20130"/>
                        <a:pt x="38862" y="18701"/>
                      </a:cubicBezTo>
                      <a:cubicBezTo>
                        <a:pt x="39529" y="22321"/>
                        <a:pt x="38672" y="24225"/>
                        <a:pt x="36290" y="24321"/>
                      </a:cubicBezTo>
                      <a:cubicBezTo>
                        <a:pt x="35147" y="23749"/>
                        <a:pt x="34671" y="22797"/>
                        <a:pt x="34671" y="21463"/>
                      </a:cubicBezTo>
                      <a:cubicBezTo>
                        <a:pt x="35147" y="20987"/>
                        <a:pt x="35433" y="20415"/>
                        <a:pt x="35624" y="19844"/>
                      </a:cubicBezTo>
                      <a:cubicBezTo>
                        <a:pt x="34481" y="21749"/>
                        <a:pt x="32957" y="23844"/>
                        <a:pt x="30861" y="26226"/>
                      </a:cubicBezTo>
                      <a:cubicBezTo>
                        <a:pt x="29337" y="27940"/>
                        <a:pt x="28480" y="29369"/>
                        <a:pt x="28480" y="30512"/>
                      </a:cubicBezTo>
                      <a:cubicBezTo>
                        <a:pt x="28480" y="31750"/>
                        <a:pt x="29242" y="32989"/>
                        <a:pt x="30861" y="34227"/>
                      </a:cubicBezTo>
                      <a:lnTo>
                        <a:pt x="24479" y="36799"/>
                      </a:lnTo>
                      <a:lnTo>
                        <a:pt x="28956" y="36799"/>
                      </a:lnTo>
                      <a:lnTo>
                        <a:pt x="29623" y="47181"/>
                      </a:lnTo>
                      <a:cubicBezTo>
                        <a:pt x="31623" y="47181"/>
                        <a:pt x="34766" y="47657"/>
                        <a:pt x="38957" y="48609"/>
                      </a:cubicBezTo>
                      <a:cubicBezTo>
                        <a:pt x="43148" y="49562"/>
                        <a:pt x="46196" y="50038"/>
                        <a:pt x="48292" y="50038"/>
                      </a:cubicBezTo>
                      <a:cubicBezTo>
                        <a:pt x="50387" y="50038"/>
                        <a:pt x="52102" y="49752"/>
                        <a:pt x="53721" y="49086"/>
                      </a:cubicBezTo>
                      <a:cubicBezTo>
                        <a:pt x="54674" y="49848"/>
                        <a:pt x="55817" y="50229"/>
                        <a:pt x="57245" y="50229"/>
                      </a:cubicBezTo>
                      <a:cubicBezTo>
                        <a:pt x="58483" y="50229"/>
                        <a:pt x="60484" y="49657"/>
                        <a:pt x="63056" y="48609"/>
                      </a:cubicBezTo>
                      <a:cubicBezTo>
                        <a:pt x="65627" y="47562"/>
                        <a:pt x="67532" y="46990"/>
                        <a:pt x="68771" y="46990"/>
                      </a:cubicBezTo>
                      <a:cubicBezTo>
                        <a:pt x="69914" y="46990"/>
                        <a:pt x="70866" y="47276"/>
                        <a:pt x="71818" y="47943"/>
                      </a:cubicBezTo>
                      <a:close/>
                      <a:moveTo>
                        <a:pt x="33052" y="13748"/>
                      </a:moveTo>
                      <a:lnTo>
                        <a:pt x="30004" y="16320"/>
                      </a:lnTo>
                      <a:lnTo>
                        <a:pt x="34004" y="16320"/>
                      </a:lnTo>
                      <a:cubicBezTo>
                        <a:pt x="33433" y="16034"/>
                        <a:pt x="33052" y="15177"/>
                        <a:pt x="33052" y="13748"/>
                      </a:cubicBezTo>
                      <a:close/>
                      <a:moveTo>
                        <a:pt x="31814" y="34513"/>
                      </a:moveTo>
                      <a:lnTo>
                        <a:pt x="34671" y="34513"/>
                      </a:lnTo>
                      <a:cubicBezTo>
                        <a:pt x="34862" y="35084"/>
                        <a:pt x="34671" y="35751"/>
                        <a:pt x="34004" y="36417"/>
                      </a:cubicBezTo>
                      <a:lnTo>
                        <a:pt x="31909" y="36417"/>
                      </a:lnTo>
                      <a:lnTo>
                        <a:pt x="31909" y="34513"/>
                      </a:lnTo>
                      <a:close/>
                    </a:path>
                  </a:pathLst>
                </a:custGeom>
                <a:solidFill>
                  <a:srgbClr val="F6EF85"/>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 name="Google Shape;887;p99"/>
                <p:cNvSpPr/>
                <p:nvPr/>
              </p:nvSpPr>
              <p:spPr>
                <a:xfrm>
                  <a:off x="4636388" y="4303490"/>
                  <a:ext cx="135826" cy="148590"/>
                </a:xfrm>
                <a:custGeom>
                  <a:avLst/>
                  <a:gdLst/>
                  <a:ahLst/>
                  <a:cxnLst/>
                  <a:rect l="l" t="t" r="r" b="b"/>
                  <a:pathLst>
                    <a:path w="135826" h="148590" extrusionOk="0">
                      <a:moveTo>
                        <a:pt x="105918" y="81820"/>
                      </a:moveTo>
                      <a:cubicBezTo>
                        <a:pt x="104299" y="83915"/>
                        <a:pt x="103918" y="86487"/>
                        <a:pt x="104584" y="89726"/>
                      </a:cubicBezTo>
                      <a:cubicBezTo>
                        <a:pt x="105251" y="92964"/>
                        <a:pt x="105061" y="95536"/>
                        <a:pt x="104013" y="97346"/>
                      </a:cubicBezTo>
                      <a:cubicBezTo>
                        <a:pt x="103537" y="100679"/>
                        <a:pt x="101251" y="103918"/>
                        <a:pt x="97346" y="107156"/>
                      </a:cubicBezTo>
                      <a:cubicBezTo>
                        <a:pt x="93345" y="110395"/>
                        <a:pt x="91345" y="113062"/>
                        <a:pt x="91345" y="115348"/>
                      </a:cubicBezTo>
                      <a:cubicBezTo>
                        <a:pt x="91345" y="116396"/>
                        <a:pt x="91535" y="117538"/>
                        <a:pt x="92012" y="118681"/>
                      </a:cubicBezTo>
                      <a:lnTo>
                        <a:pt x="92964" y="118681"/>
                      </a:lnTo>
                      <a:lnTo>
                        <a:pt x="92964" y="119825"/>
                      </a:lnTo>
                      <a:cubicBezTo>
                        <a:pt x="91249" y="118681"/>
                        <a:pt x="88106" y="118301"/>
                        <a:pt x="83534" y="118681"/>
                      </a:cubicBezTo>
                      <a:cubicBezTo>
                        <a:pt x="82105" y="122015"/>
                        <a:pt x="79724" y="123635"/>
                        <a:pt x="76486" y="123635"/>
                      </a:cubicBezTo>
                      <a:cubicBezTo>
                        <a:pt x="75533" y="123635"/>
                        <a:pt x="74295" y="123444"/>
                        <a:pt x="72676" y="123158"/>
                      </a:cubicBezTo>
                      <a:cubicBezTo>
                        <a:pt x="70675" y="122872"/>
                        <a:pt x="69342" y="122682"/>
                        <a:pt x="68866" y="122682"/>
                      </a:cubicBezTo>
                      <a:cubicBezTo>
                        <a:pt x="68866" y="122111"/>
                        <a:pt x="68485" y="121348"/>
                        <a:pt x="67627" y="120587"/>
                      </a:cubicBezTo>
                      <a:cubicBezTo>
                        <a:pt x="66770" y="119729"/>
                        <a:pt x="66199" y="119158"/>
                        <a:pt x="66104" y="118681"/>
                      </a:cubicBezTo>
                      <a:cubicBezTo>
                        <a:pt x="66580" y="122587"/>
                        <a:pt x="64389" y="126111"/>
                        <a:pt x="59531" y="129254"/>
                      </a:cubicBezTo>
                      <a:lnTo>
                        <a:pt x="56959" y="126397"/>
                      </a:lnTo>
                      <a:cubicBezTo>
                        <a:pt x="56483" y="126968"/>
                        <a:pt x="55435" y="127349"/>
                        <a:pt x="53912" y="127349"/>
                      </a:cubicBezTo>
                      <a:lnTo>
                        <a:pt x="55054" y="126397"/>
                      </a:lnTo>
                      <a:cubicBezTo>
                        <a:pt x="54388" y="125730"/>
                        <a:pt x="53816" y="125444"/>
                        <a:pt x="53149" y="125444"/>
                      </a:cubicBezTo>
                      <a:cubicBezTo>
                        <a:pt x="52673" y="125444"/>
                        <a:pt x="52006" y="125730"/>
                        <a:pt x="51054" y="126302"/>
                      </a:cubicBezTo>
                      <a:cubicBezTo>
                        <a:pt x="50101" y="126873"/>
                        <a:pt x="49530" y="127254"/>
                        <a:pt x="49149" y="127349"/>
                      </a:cubicBezTo>
                      <a:lnTo>
                        <a:pt x="50292" y="126397"/>
                      </a:lnTo>
                      <a:cubicBezTo>
                        <a:pt x="48863" y="125730"/>
                        <a:pt x="46196" y="125539"/>
                        <a:pt x="42291" y="125730"/>
                      </a:cubicBezTo>
                      <a:cubicBezTo>
                        <a:pt x="39148" y="125730"/>
                        <a:pt x="36481" y="124682"/>
                        <a:pt x="34290" y="122682"/>
                      </a:cubicBezTo>
                      <a:cubicBezTo>
                        <a:pt x="28194" y="120491"/>
                        <a:pt x="20860" y="115824"/>
                        <a:pt x="12382" y="108776"/>
                      </a:cubicBezTo>
                      <a:cubicBezTo>
                        <a:pt x="12859" y="108585"/>
                        <a:pt x="13145" y="107632"/>
                        <a:pt x="13145" y="105918"/>
                      </a:cubicBezTo>
                      <a:cubicBezTo>
                        <a:pt x="10477" y="104489"/>
                        <a:pt x="8191" y="101632"/>
                        <a:pt x="6287" y="97441"/>
                      </a:cubicBezTo>
                      <a:cubicBezTo>
                        <a:pt x="4096" y="92297"/>
                        <a:pt x="2381" y="88963"/>
                        <a:pt x="1143" y="87535"/>
                      </a:cubicBezTo>
                      <a:lnTo>
                        <a:pt x="0" y="3715"/>
                      </a:lnTo>
                      <a:lnTo>
                        <a:pt x="3048" y="0"/>
                      </a:lnTo>
                      <a:cubicBezTo>
                        <a:pt x="7715" y="953"/>
                        <a:pt x="16478" y="953"/>
                        <a:pt x="29242" y="0"/>
                      </a:cubicBezTo>
                      <a:cubicBezTo>
                        <a:pt x="27813" y="762"/>
                        <a:pt x="27146" y="1619"/>
                        <a:pt x="27146" y="2572"/>
                      </a:cubicBezTo>
                      <a:cubicBezTo>
                        <a:pt x="27146" y="3238"/>
                        <a:pt x="27622" y="4286"/>
                        <a:pt x="28670" y="5715"/>
                      </a:cubicBezTo>
                      <a:cubicBezTo>
                        <a:pt x="29718" y="7239"/>
                        <a:pt x="30099" y="8382"/>
                        <a:pt x="30004" y="9335"/>
                      </a:cubicBezTo>
                      <a:cubicBezTo>
                        <a:pt x="33242" y="10763"/>
                        <a:pt x="34957" y="13716"/>
                        <a:pt x="34957" y="18288"/>
                      </a:cubicBezTo>
                      <a:cubicBezTo>
                        <a:pt x="34957" y="19717"/>
                        <a:pt x="34766" y="21907"/>
                        <a:pt x="34385" y="24955"/>
                      </a:cubicBezTo>
                      <a:cubicBezTo>
                        <a:pt x="34004" y="28004"/>
                        <a:pt x="33814" y="30289"/>
                        <a:pt x="33814" y="31718"/>
                      </a:cubicBezTo>
                      <a:lnTo>
                        <a:pt x="31909" y="33623"/>
                      </a:lnTo>
                      <a:lnTo>
                        <a:pt x="34480" y="35528"/>
                      </a:lnTo>
                      <a:lnTo>
                        <a:pt x="35433" y="70866"/>
                      </a:lnTo>
                      <a:lnTo>
                        <a:pt x="32575" y="72771"/>
                      </a:lnTo>
                      <a:cubicBezTo>
                        <a:pt x="33338" y="74390"/>
                        <a:pt x="34195" y="78296"/>
                        <a:pt x="34957" y="84582"/>
                      </a:cubicBezTo>
                      <a:cubicBezTo>
                        <a:pt x="35719" y="89916"/>
                        <a:pt x="37147" y="93631"/>
                        <a:pt x="39148" y="95631"/>
                      </a:cubicBezTo>
                      <a:cubicBezTo>
                        <a:pt x="39814" y="96393"/>
                        <a:pt x="40767" y="96774"/>
                        <a:pt x="42196" y="96774"/>
                      </a:cubicBezTo>
                      <a:lnTo>
                        <a:pt x="45720" y="96774"/>
                      </a:lnTo>
                      <a:cubicBezTo>
                        <a:pt x="48863" y="100489"/>
                        <a:pt x="50673" y="104585"/>
                        <a:pt x="51149" y="108776"/>
                      </a:cubicBezTo>
                      <a:cubicBezTo>
                        <a:pt x="50482" y="104489"/>
                        <a:pt x="51911" y="101918"/>
                        <a:pt x="55340" y="100965"/>
                      </a:cubicBezTo>
                      <a:cubicBezTo>
                        <a:pt x="59722" y="99822"/>
                        <a:pt x="62293" y="98393"/>
                        <a:pt x="63151" y="96679"/>
                      </a:cubicBezTo>
                      <a:cubicBezTo>
                        <a:pt x="65532" y="96774"/>
                        <a:pt x="67056" y="95917"/>
                        <a:pt x="67913" y="94107"/>
                      </a:cubicBezTo>
                      <a:cubicBezTo>
                        <a:pt x="69056" y="91630"/>
                        <a:pt x="70009" y="90011"/>
                        <a:pt x="70961" y="89440"/>
                      </a:cubicBezTo>
                      <a:lnTo>
                        <a:pt x="77152" y="87535"/>
                      </a:lnTo>
                      <a:lnTo>
                        <a:pt x="73819" y="85439"/>
                      </a:lnTo>
                      <a:cubicBezTo>
                        <a:pt x="74295" y="67246"/>
                        <a:pt x="74485" y="40291"/>
                        <a:pt x="74485" y="4667"/>
                      </a:cubicBezTo>
                      <a:cubicBezTo>
                        <a:pt x="77819" y="1524"/>
                        <a:pt x="82772" y="0"/>
                        <a:pt x="89535" y="0"/>
                      </a:cubicBezTo>
                      <a:cubicBezTo>
                        <a:pt x="90011" y="0"/>
                        <a:pt x="94679" y="381"/>
                        <a:pt x="103441" y="1143"/>
                      </a:cubicBezTo>
                      <a:cubicBezTo>
                        <a:pt x="103441" y="4477"/>
                        <a:pt x="103727" y="8954"/>
                        <a:pt x="104299" y="14669"/>
                      </a:cubicBezTo>
                      <a:cubicBezTo>
                        <a:pt x="104870" y="20384"/>
                        <a:pt x="105061" y="24575"/>
                        <a:pt x="105061" y="27242"/>
                      </a:cubicBezTo>
                      <a:cubicBezTo>
                        <a:pt x="105061" y="30861"/>
                        <a:pt x="104775" y="34100"/>
                        <a:pt x="104108" y="37147"/>
                      </a:cubicBezTo>
                      <a:cubicBezTo>
                        <a:pt x="105632" y="38100"/>
                        <a:pt x="106489" y="39148"/>
                        <a:pt x="106489" y="40481"/>
                      </a:cubicBezTo>
                      <a:cubicBezTo>
                        <a:pt x="106489" y="41434"/>
                        <a:pt x="105727" y="42863"/>
                        <a:pt x="104108" y="44768"/>
                      </a:cubicBezTo>
                      <a:cubicBezTo>
                        <a:pt x="102489" y="46672"/>
                        <a:pt x="101727" y="48196"/>
                        <a:pt x="101727" y="49244"/>
                      </a:cubicBezTo>
                      <a:cubicBezTo>
                        <a:pt x="101727" y="50482"/>
                        <a:pt x="102870" y="51721"/>
                        <a:pt x="105061" y="53054"/>
                      </a:cubicBezTo>
                      <a:cubicBezTo>
                        <a:pt x="104489" y="54578"/>
                        <a:pt x="104108" y="56293"/>
                        <a:pt x="104108" y="58007"/>
                      </a:cubicBezTo>
                      <a:cubicBezTo>
                        <a:pt x="104108" y="59436"/>
                        <a:pt x="104394" y="61531"/>
                        <a:pt x="104965" y="64294"/>
                      </a:cubicBezTo>
                      <a:cubicBezTo>
                        <a:pt x="105537" y="67056"/>
                        <a:pt x="105823" y="69056"/>
                        <a:pt x="105823" y="70295"/>
                      </a:cubicBezTo>
                      <a:cubicBezTo>
                        <a:pt x="105823" y="72962"/>
                        <a:pt x="105061" y="75438"/>
                        <a:pt x="103441" y="77629"/>
                      </a:cubicBezTo>
                      <a:cubicBezTo>
                        <a:pt x="103441" y="80201"/>
                        <a:pt x="103632" y="81629"/>
                        <a:pt x="104108" y="82105"/>
                      </a:cubicBezTo>
                      <a:lnTo>
                        <a:pt x="106013" y="82105"/>
                      </a:lnTo>
                      <a:close/>
                      <a:moveTo>
                        <a:pt x="13811" y="57531"/>
                      </a:moveTo>
                      <a:lnTo>
                        <a:pt x="13811" y="50292"/>
                      </a:lnTo>
                      <a:lnTo>
                        <a:pt x="12382" y="50292"/>
                      </a:lnTo>
                      <a:cubicBezTo>
                        <a:pt x="11716" y="50292"/>
                        <a:pt x="11335" y="49911"/>
                        <a:pt x="11239" y="49339"/>
                      </a:cubicBezTo>
                      <a:cubicBezTo>
                        <a:pt x="10858" y="50102"/>
                        <a:pt x="10382" y="50863"/>
                        <a:pt x="9811" y="51721"/>
                      </a:cubicBezTo>
                      <a:cubicBezTo>
                        <a:pt x="9144" y="52483"/>
                        <a:pt x="8858" y="53054"/>
                        <a:pt x="8858" y="53340"/>
                      </a:cubicBezTo>
                      <a:cubicBezTo>
                        <a:pt x="8858" y="54007"/>
                        <a:pt x="9430" y="54769"/>
                        <a:pt x="10477" y="55721"/>
                      </a:cubicBezTo>
                      <a:cubicBezTo>
                        <a:pt x="10763" y="55436"/>
                        <a:pt x="11049" y="55150"/>
                        <a:pt x="11239" y="54769"/>
                      </a:cubicBezTo>
                      <a:cubicBezTo>
                        <a:pt x="10763" y="53245"/>
                        <a:pt x="10477" y="52388"/>
                        <a:pt x="10477" y="52197"/>
                      </a:cubicBezTo>
                      <a:cubicBezTo>
                        <a:pt x="10477" y="51054"/>
                        <a:pt x="11144" y="50482"/>
                        <a:pt x="12382" y="50292"/>
                      </a:cubicBezTo>
                      <a:lnTo>
                        <a:pt x="13145" y="50292"/>
                      </a:lnTo>
                      <a:lnTo>
                        <a:pt x="13811" y="57531"/>
                      </a:lnTo>
                      <a:close/>
                      <a:moveTo>
                        <a:pt x="25146" y="54769"/>
                      </a:moveTo>
                      <a:cubicBezTo>
                        <a:pt x="25146" y="54769"/>
                        <a:pt x="25241" y="54483"/>
                        <a:pt x="24479" y="54102"/>
                      </a:cubicBezTo>
                      <a:cubicBezTo>
                        <a:pt x="23717" y="53626"/>
                        <a:pt x="23336" y="52102"/>
                        <a:pt x="23336" y="49435"/>
                      </a:cubicBezTo>
                      <a:lnTo>
                        <a:pt x="24479" y="49435"/>
                      </a:lnTo>
                      <a:lnTo>
                        <a:pt x="24479" y="47530"/>
                      </a:lnTo>
                      <a:lnTo>
                        <a:pt x="19717" y="50387"/>
                      </a:lnTo>
                      <a:cubicBezTo>
                        <a:pt x="21241" y="51149"/>
                        <a:pt x="21717" y="52388"/>
                        <a:pt x="21146" y="54102"/>
                      </a:cubicBezTo>
                      <a:cubicBezTo>
                        <a:pt x="20669" y="54102"/>
                        <a:pt x="20479" y="54293"/>
                        <a:pt x="20479" y="54769"/>
                      </a:cubicBezTo>
                      <a:lnTo>
                        <a:pt x="21146" y="54102"/>
                      </a:lnTo>
                      <a:cubicBezTo>
                        <a:pt x="21622" y="53912"/>
                        <a:pt x="22670" y="54102"/>
                        <a:pt x="24479" y="54293"/>
                      </a:cubicBezTo>
                      <a:cubicBezTo>
                        <a:pt x="24765" y="54673"/>
                        <a:pt x="25051" y="54769"/>
                        <a:pt x="25146" y="54769"/>
                      </a:cubicBezTo>
                      <a:close/>
                      <a:moveTo>
                        <a:pt x="64960" y="114110"/>
                      </a:moveTo>
                      <a:lnTo>
                        <a:pt x="67818" y="117920"/>
                      </a:lnTo>
                      <a:lnTo>
                        <a:pt x="66865" y="114110"/>
                      </a:lnTo>
                      <a:lnTo>
                        <a:pt x="64960" y="114110"/>
                      </a:lnTo>
                      <a:close/>
                      <a:moveTo>
                        <a:pt x="70866" y="105918"/>
                      </a:moveTo>
                      <a:lnTo>
                        <a:pt x="70866" y="104013"/>
                      </a:lnTo>
                      <a:lnTo>
                        <a:pt x="69723" y="103346"/>
                      </a:lnTo>
                      <a:lnTo>
                        <a:pt x="70866" y="105918"/>
                      </a:lnTo>
                      <a:close/>
                      <a:moveTo>
                        <a:pt x="76771" y="134398"/>
                      </a:moveTo>
                      <a:cubicBezTo>
                        <a:pt x="76771" y="134398"/>
                        <a:pt x="76295" y="134207"/>
                        <a:pt x="76295" y="133921"/>
                      </a:cubicBezTo>
                      <a:lnTo>
                        <a:pt x="76771" y="134398"/>
                      </a:lnTo>
                      <a:close/>
                      <a:moveTo>
                        <a:pt x="76771" y="134398"/>
                      </a:moveTo>
                      <a:cubicBezTo>
                        <a:pt x="76771" y="134398"/>
                        <a:pt x="78010" y="134874"/>
                        <a:pt x="79629" y="135350"/>
                      </a:cubicBezTo>
                      <a:cubicBezTo>
                        <a:pt x="80772" y="135541"/>
                        <a:pt x="81248" y="135922"/>
                        <a:pt x="81248" y="136493"/>
                      </a:cubicBezTo>
                      <a:cubicBezTo>
                        <a:pt x="81248" y="136970"/>
                        <a:pt x="80867" y="137636"/>
                        <a:pt x="80105" y="138398"/>
                      </a:cubicBezTo>
                      <a:lnTo>
                        <a:pt x="76771" y="134398"/>
                      </a:lnTo>
                      <a:close/>
                      <a:moveTo>
                        <a:pt x="78867" y="107823"/>
                      </a:moveTo>
                      <a:lnTo>
                        <a:pt x="81629" y="107823"/>
                      </a:lnTo>
                      <a:cubicBezTo>
                        <a:pt x="81058" y="106871"/>
                        <a:pt x="80772" y="106204"/>
                        <a:pt x="80963" y="105918"/>
                      </a:cubicBezTo>
                      <a:lnTo>
                        <a:pt x="78867" y="105918"/>
                      </a:lnTo>
                      <a:lnTo>
                        <a:pt x="78867" y="107823"/>
                      </a:lnTo>
                      <a:close/>
                      <a:moveTo>
                        <a:pt x="80010" y="141256"/>
                      </a:moveTo>
                      <a:cubicBezTo>
                        <a:pt x="80963" y="140875"/>
                        <a:pt x="82201" y="141446"/>
                        <a:pt x="83820" y="142875"/>
                      </a:cubicBezTo>
                      <a:cubicBezTo>
                        <a:pt x="84582" y="143446"/>
                        <a:pt x="85439" y="144209"/>
                        <a:pt x="86201" y="144971"/>
                      </a:cubicBezTo>
                      <a:cubicBezTo>
                        <a:pt x="84963" y="144971"/>
                        <a:pt x="83629" y="144304"/>
                        <a:pt x="82296" y="143065"/>
                      </a:cubicBezTo>
                      <a:cubicBezTo>
                        <a:pt x="80963" y="141827"/>
                        <a:pt x="80200" y="141161"/>
                        <a:pt x="80010" y="141161"/>
                      </a:cubicBezTo>
                      <a:close/>
                      <a:moveTo>
                        <a:pt x="95536" y="17812"/>
                      </a:moveTo>
                      <a:cubicBezTo>
                        <a:pt x="94869" y="17431"/>
                        <a:pt x="94202" y="17526"/>
                        <a:pt x="93535" y="18002"/>
                      </a:cubicBezTo>
                      <a:cubicBezTo>
                        <a:pt x="92869" y="18479"/>
                        <a:pt x="92297" y="18669"/>
                        <a:pt x="92012" y="18479"/>
                      </a:cubicBezTo>
                      <a:cubicBezTo>
                        <a:pt x="92773" y="18764"/>
                        <a:pt x="93535" y="18955"/>
                        <a:pt x="94393" y="18955"/>
                      </a:cubicBezTo>
                      <a:cubicBezTo>
                        <a:pt x="96012" y="18955"/>
                        <a:pt x="96393" y="18574"/>
                        <a:pt x="95631" y="17812"/>
                      </a:cubicBezTo>
                      <a:close/>
                      <a:moveTo>
                        <a:pt x="95536" y="129254"/>
                      </a:moveTo>
                      <a:lnTo>
                        <a:pt x="95536" y="131159"/>
                      </a:lnTo>
                      <a:lnTo>
                        <a:pt x="92012" y="131159"/>
                      </a:lnTo>
                      <a:cubicBezTo>
                        <a:pt x="92012" y="131159"/>
                        <a:pt x="93535" y="130016"/>
                        <a:pt x="95536" y="129254"/>
                      </a:cubicBezTo>
                      <a:close/>
                      <a:moveTo>
                        <a:pt x="92869" y="94869"/>
                      </a:moveTo>
                      <a:cubicBezTo>
                        <a:pt x="94774" y="94869"/>
                        <a:pt x="96679" y="93917"/>
                        <a:pt x="98584" y="92012"/>
                      </a:cubicBezTo>
                      <a:cubicBezTo>
                        <a:pt x="97631" y="91535"/>
                        <a:pt x="96583" y="91916"/>
                        <a:pt x="95536" y="93059"/>
                      </a:cubicBezTo>
                      <a:cubicBezTo>
                        <a:pt x="94393" y="94202"/>
                        <a:pt x="93535" y="94869"/>
                        <a:pt x="92869" y="94869"/>
                      </a:cubicBezTo>
                      <a:close/>
                      <a:moveTo>
                        <a:pt x="95536" y="134684"/>
                      </a:moveTo>
                      <a:lnTo>
                        <a:pt x="96679" y="137255"/>
                      </a:lnTo>
                      <a:lnTo>
                        <a:pt x="93821" y="134684"/>
                      </a:lnTo>
                      <a:lnTo>
                        <a:pt x="95440" y="134684"/>
                      </a:lnTo>
                      <a:close/>
                      <a:moveTo>
                        <a:pt x="96679" y="145732"/>
                      </a:moveTo>
                      <a:cubicBezTo>
                        <a:pt x="96679" y="145732"/>
                        <a:pt x="97155" y="147161"/>
                        <a:pt x="98584" y="148590"/>
                      </a:cubicBezTo>
                      <a:lnTo>
                        <a:pt x="95536" y="148590"/>
                      </a:lnTo>
                      <a:lnTo>
                        <a:pt x="95536" y="145732"/>
                      </a:lnTo>
                      <a:lnTo>
                        <a:pt x="96679" y="145732"/>
                      </a:lnTo>
                      <a:close/>
                      <a:moveTo>
                        <a:pt x="99441" y="134684"/>
                      </a:moveTo>
                      <a:cubicBezTo>
                        <a:pt x="99727" y="135446"/>
                        <a:pt x="100393" y="135827"/>
                        <a:pt x="101346" y="135827"/>
                      </a:cubicBezTo>
                      <a:lnTo>
                        <a:pt x="101346" y="136493"/>
                      </a:lnTo>
                      <a:lnTo>
                        <a:pt x="98488" y="136493"/>
                      </a:lnTo>
                      <a:lnTo>
                        <a:pt x="99441" y="134588"/>
                      </a:lnTo>
                      <a:close/>
                      <a:moveTo>
                        <a:pt x="99441" y="124587"/>
                      </a:moveTo>
                      <a:cubicBezTo>
                        <a:pt x="101346" y="123635"/>
                        <a:pt x="102394" y="123158"/>
                        <a:pt x="102489" y="123158"/>
                      </a:cubicBezTo>
                      <a:cubicBezTo>
                        <a:pt x="103156" y="123158"/>
                        <a:pt x="103346" y="123825"/>
                        <a:pt x="103251" y="125254"/>
                      </a:cubicBezTo>
                      <a:cubicBezTo>
                        <a:pt x="102584" y="126016"/>
                        <a:pt x="102013" y="126397"/>
                        <a:pt x="101346" y="126397"/>
                      </a:cubicBezTo>
                      <a:lnTo>
                        <a:pt x="99441" y="124492"/>
                      </a:lnTo>
                      <a:close/>
                      <a:moveTo>
                        <a:pt x="100108" y="113538"/>
                      </a:moveTo>
                      <a:cubicBezTo>
                        <a:pt x="100108" y="113538"/>
                        <a:pt x="99822" y="113157"/>
                        <a:pt x="99822" y="113062"/>
                      </a:cubicBezTo>
                      <a:cubicBezTo>
                        <a:pt x="99822" y="111538"/>
                        <a:pt x="100679" y="110680"/>
                        <a:pt x="102394" y="110680"/>
                      </a:cubicBezTo>
                      <a:cubicBezTo>
                        <a:pt x="102870" y="110680"/>
                        <a:pt x="103346" y="110871"/>
                        <a:pt x="103822" y="111347"/>
                      </a:cubicBezTo>
                      <a:lnTo>
                        <a:pt x="100013" y="113443"/>
                      </a:lnTo>
                      <a:close/>
                      <a:moveTo>
                        <a:pt x="104775" y="106966"/>
                      </a:moveTo>
                      <a:cubicBezTo>
                        <a:pt x="106394" y="106299"/>
                        <a:pt x="107632" y="107156"/>
                        <a:pt x="108585" y="109538"/>
                      </a:cubicBezTo>
                      <a:cubicBezTo>
                        <a:pt x="106871" y="108395"/>
                        <a:pt x="105918" y="107918"/>
                        <a:pt x="105727" y="107918"/>
                      </a:cubicBezTo>
                      <a:lnTo>
                        <a:pt x="104775" y="108871"/>
                      </a:lnTo>
                      <a:lnTo>
                        <a:pt x="104775" y="106966"/>
                      </a:lnTo>
                      <a:close/>
                      <a:moveTo>
                        <a:pt x="115919" y="100394"/>
                      </a:moveTo>
                      <a:cubicBezTo>
                        <a:pt x="115729" y="101060"/>
                        <a:pt x="116110" y="101632"/>
                        <a:pt x="117062" y="102298"/>
                      </a:cubicBezTo>
                      <a:cubicBezTo>
                        <a:pt x="116586" y="103061"/>
                        <a:pt x="115538" y="103442"/>
                        <a:pt x="114014" y="103442"/>
                      </a:cubicBezTo>
                      <a:lnTo>
                        <a:pt x="115919" y="100394"/>
                      </a:lnTo>
                      <a:close/>
                      <a:moveTo>
                        <a:pt x="119920" y="114300"/>
                      </a:moveTo>
                      <a:lnTo>
                        <a:pt x="120587" y="112681"/>
                      </a:lnTo>
                      <a:lnTo>
                        <a:pt x="123158" y="112681"/>
                      </a:lnTo>
                      <a:lnTo>
                        <a:pt x="119824" y="114300"/>
                      </a:lnTo>
                      <a:close/>
                      <a:moveTo>
                        <a:pt x="124396" y="130112"/>
                      </a:moveTo>
                      <a:lnTo>
                        <a:pt x="126492" y="130112"/>
                      </a:lnTo>
                      <a:cubicBezTo>
                        <a:pt x="125539" y="132017"/>
                        <a:pt x="125063" y="133445"/>
                        <a:pt x="125063" y="134398"/>
                      </a:cubicBezTo>
                      <a:lnTo>
                        <a:pt x="124396" y="130112"/>
                      </a:lnTo>
                      <a:close/>
                      <a:moveTo>
                        <a:pt x="125063" y="134398"/>
                      </a:moveTo>
                      <a:lnTo>
                        <a:pt x="125349" y="134874"/>
                      </a:lnTo>
                      <a:cubicBezTo>
                        <a:pt x="125349" y="134874"/>
                        <a:pt x="125063" y="134588"/>
                        <a:pt x="125063" y="134398"/>
                      </a:cubicBezTo>
                      <a:close/>
                      <a:moveTo>
                        <a:pt x="125349" y="91059"/>
                      </a:moveTo>
                      <a:lnTo>
                        <a:pt x="125349" y="88487"/>
                      </a:lnTo>
                      <a:lnTo>
                        <a:pt x="126492" y="88487"/>
                      </a:lnTo>
                      <a:lnTo>
                        <a:pt x="126492" y="91059"/>
                      </a:lnTo>
                      <a:lnTo>
                        <a:pt x="125349" y="91059"/>
                      </a:lnTo>
                      <a:close/>
                      <a:moveTo>
                        <a:pt x="127254" y="138589"/>
                      </a:moveTo>
                      <a:lnTo>
                        <a:pt x="127254" y="136017"/>
                      </a:lnTo>
                      <a:lnTo>
                        <a:pt x="128016" y="136017"/>
                      </a:lnTo>
                      <a:lnTo>
                        <a:pt x="128016" y="138589"/>
                      </a:lnTo>
                      <a:lnTo>
                        <a:pt x="127254" y="138589"/>
                      </a:lnTo>
                      <a:close/>
                      <a:moveTo>
                        <a:pt x="131064" y="117443"/>
                      </a:moveTo>
                      <a:lnTo>
                        <a:pt x="135826" y="114395"/>
                      </a:lnTo>
                      <a:lnTo>
                        <a:pt x="135826" y="115538"/>
                      </a:lnTo>
                      <a:lnTo>
                        <a:pt x="131064" y="117443"/>
                      </a:lnTo>
                      <a:close/>
                    </a:path>
                  </a:pathLst>
                </a:custGeom>
                <a:solidFill>
                  <a:srgbClr val="F6EF85"/>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 name="Google Shape;888;p99"/>
                <p:cNvSpPr/>
                <p:nvPr/>
              </p:nvSpPr>
              <p:spPr>
                <a:xfrm>
                  <a:off x="4758975" y="4303642"/>
                  <a:ext cx="103155" cy="125482"/>
                </a:xfrm>
                <a:custGeom>
                  <a:avLst/>
                  <a:gdLst/>
                  <a:ahLst/>
                  <a:cxnLst/>
                  <a:rect l="l" t="t" r="r" b="b"/>
                  <a:pathLst>
                    <a:path w="103155" h="125482" extrusionOk="0">
                      <a:moveTo>
                        <a:pt x="100584" y="610"/>
                      </a:moveTo>
                      <a:lnTo>
                        <a:pt x="103156" y="4419"/>
                      </a:lnTo>
                      <a:lnTo>
                        <a:pt x="101251" y="25660"/>
                      </a:lnTo>
                      <a:cubicBezTo>
                        <a:pt x="102108" y="25470"/>
                        <a:pt x="98965" y="25374"/>
                        <a:pt x="91821" y="25374"/>
                      </a:cubicBezTo>
                      <a:cubicBezTo>
                        <a:pt x="88487" y="25374"/>
                        <a:pt x="86392" y="26708"/>
                        <a:pt x="85439" y="29375"/>
                      </a:cubicBezTo>
                      <a:cubicBezTo>
                        <a:pt x="84391" y="27184"/>
                        <a:pt x="82582" y="26041"/>
                        <a:pt x="80010" y="26041"/>
                      </a:cubicBezTo>
                      <a:cubicBezTo>
                        <a:pt x="78867" y="26041"/>
                        <a:pt x="77343" y="26231"/>
                        <a:pt x="75343" y="26708"/>
                      </a:cubicBezTo>
                      <a:cubicBezTo>
                        <a:pt x="73247" y="27184"/>
                        <a:pt x="71819" y="27375"/>
                        <a:pt x="70866" y="27375"/>
                      </a:cubicBezTo>
                      <a:cubicBezTo>
                        <a:pt x="69437" y="31470"/>
                        <a:pt x="68771" y="36519"/>
                        <a:pt x="68771" y="42710"/>
                      </a:cubicBezTo>
                      <a:cubicBezTo>
                        <a:pt x="68771" y="44424"/>
                        <a:pt x="68771" y="46996"/>
                        <a:pt x="68961" y="50425"/>
                      </a:cubicBezTo>
                      <a:cubicBezTo>
                        <a:pt x="69152" y="53854"/>
                        <a:pt x="69247" y="56426"/>
                        <a:pt x="69247" y="57950"/>
                      </a:cubicBezTo>
                      <a:cubicBezTo>
                        <a:pt x="69247" y="62141"/>
                        <a:pt x="68961" y="65856"/>
                        <a:pt x="68294" y="68808"/>
                      </a:cubicBezTo>
                      <a:lnTo>
                        <a:pt x="63817" y="71380"/>
                      </a:lnTo>
                      <a:lnTo>
                        <a:pt x="64484" y="70618"/>
                      </a:lnTo>
                      <a:cubicBezTo>
                        <a:pt x="63246" y="69380"/>
                        <a:pt x="61913" y="68713"/>
                        <a:pt x="60484" y="68713"/>
                      </a:cubicBezTo>
                      <a:cubicBezTo>
                        <a:pt x="59341" y="68713"/>
                        <a:pt x="57626" y="69285"/>
                        <a:pt x="55340" y="70523"/>
                      </a:cubicBezTo>
                      <a:cubicBezTo>
                        <a:pt x="52959" y="71666"/>
                        <a:pt x="51149" y="72333"/>
                        <a:pt x="49911" y="72523"/>
                      </a:cubicBezTo>
                      <a:lnTo>
                        <a:pt x="49911" y="73190"/>
                      </a:lnTo>
                      <a:lnTo>
                        <a:pt x="57912" y="73857"/>
                      </a:lnTo>
                      <a:cubicBezTo>
                        <a:pt x="57912" y="73857"/>
                        <a:pt x="58579" y="75190"/>
                        <a:pt x="59817" y="76905"/>
                      </a:cubicBezTo>
                      <a:cubicBezTo>
                        <a:pt x="60484" y="75857"/>
                        <a:pt x="60865" y="75381"/>
                        <a:pt x="60960" y="75476"/>
                      </a:cubicBezTo>
                      <a:cubicBezTo>
                        <a:pt x="61246" y="75476"/>
                        <a:pt x="61817" y="75952"/>
                        <a:pt x="62579" y="76905"/>
                      </a:cubicBezTo>
                      <a:lnTo>
                        <a:pt x="64484" y="73857"/>
                      </a:lnTo>
                      <a:cubicBezTo>
                        <a:pt x="64198" y="74904"/>
                        <a:pt x="64008" y="76143"/>
                        <a:pt x="64008" y="77381"/>
                      </a:cubicBezTo>
                      <a:cubicBezTo>
                        <a:pt x="64008" y="79381"/>
                        <a:pt x="64770" y="82048"/>
                        <a:pt x="66389" y="85477"/>
                      </a:cubicBezTo>
                      <a:cubicBezTo>
                        <a:pt x="67913" y="88811"/>
                        <a:pt x="68771" y="91478"/>
                        <a:pt x="68771" y="93288"/>
                      </a:cubicBezTo>
                      <a:cubicBezTo>
                        <a:pt x="68771" y="95288"/>
                        <a:pt x="68199" y="97383"/>
                        <a:pt x="67151" y="99384"/>
                      </a:cubicBezTo>
                      <a:cubicBezTo>
                        <a:pt x="67151" y="99860"/>
                        <a:pt x="67437" y="101860"/>
                        <a:pt x="68104" y="105480"/>
                      </a:cubicBezTo>
                      <a:cubicBezTo>
                        <a:pt x="68580" y="108432"/>
                        <a:pt x="68771" y="110909"/>
                        <a:pt x="68771" y="113004"/>
                      </a:cubicBezTo>
                      <a:cubicBezTo>
                        <a:pt x="68771" y="118434"/>
                        <a:pt x="67151" y="122625"/>
                        <a:pt x="63817" y="125482"/>
                      </a:cubicBezTo>
                      <a:lnTo>
                        <a:pt x="38862" y="124339"/>
                      </a:lnTo>
                      <a:cubicBezTo>
                        <a:pt x="38290" y="119672"/>
                        <a:pt x="37909" y="114052"/>
                        <a:pt x="37909" y="107670"/>
                      </a:cubicBezTo>
                      <a:cubicBezTo>
                        <a:pt x="37909" y="103003"/>
                        <a:pt x="38195" y="94526"/>
                        <a:pt x="38862" y="82334"/>
                      </a:cubicBezTo>
                      <a:cubicBezTo>
                        <a:pt x="39529" y="70904"/>
                        <a:pt x="39719" y="61950"/>
                        <a:pt x="39624" y="55569"/>
                      </a:cubicBezTo>
                      <a:cubicBezTo>
                        <a:pt x="38957" y="52711"/>
                        <a:pt x="38767" y="48139"/>
                        <a:pt x="38862" y="41662"/>
                      </a:cubicBezTo>
                      <a:cubicBezTo>
                        <a:pt x="38862" y="35757"/>
                        <a:pt x="38481" y="31185"/>
                        <a:pt x="37624" y="28041"/>
                      </a:cubicBezTo>
                      <a:cubicBezTo>
                        <a:pt x="34480" y="27089"/>
                        <a:pt x="31147" y="26613"/>
                        <a:pt x="27527" y="26422"/>
                      </a:cubicBezTo>
                      <a:cubicBezTo>
                        <a:pt x="25146" y="26327"/>
                        <a:pt x="21812" y="26327"/>
                        <a:pt x="17431" y="26422"/>
                      </a:cubicBezTo>
                      <a:cubicBezTo>
                        <a:pt x="12573" y="26613"/>
                        <a:pt x="8954" y="26708"/>
                        <a:pt x="6572" y="26708"/>
                      </a:cubicBezTo>
                      <a:cubicBezTo>
                        <a:pt x="3429" y="25660"/>
                        <a:pt x="1619" y="23469"/>
                        <a:pt x="1143" y="20136"/>
                      </a:cubicBezTo>
                      <a:cubicBezTo>
                        <a:pt x="571" y="15659"/>
                        <a:pt x="95" y="13182"/>
                        <a:pt x="0" y="12897"/>
                      </a:cubicBezTo>
                      <a:cubicBezTo>
                        <a:pt x="190" y="10135"/>
                        <a:pt x="381" y="7181"/>
                        <a:pt x="571" y="4134"/>
                      </a:cubicBezTo>
                      <a:cubicBezTo>
                        <a:pt x="762" y="1086"/>
                        <a:pt x="2762" y="-248"/>
                        <a:pt x="6572" y="38"/>
                      </a:cubicBezTo>
                      <a:cubicBezTo>
                        <a:pt x="18002" y="610"/>
                        <a:pt x="33719" y="800"/>
                        <a:pt x="53435" y="514"/>
                      </a:cubicBezTo>
                      <a:cubicBezTo>
                        <a:pt x="74581" y="38"/>
                        <a:pt x="90392" y="38"/>
                        <a:pt x="100584" y="514"/>
                      </a:cubicBezTo>
                      <a:close/>
                      <a:moveTo>
                        <a:pt x="100584" y="46520"/>
                      </a:moveTo>
                      <a:lnTo>
                        <a:pt x="99441" y="42043"/>
                      </a:lnTo>
                      <a:lnTo>
                        <a:pt x="100584" y="42043"/>
                      </a:lnTo>
                      <a:lnTo>
                        <a:pt x="100584" y="46520"/>
                      </a:lnTo>
                      <a:close/>
                    </a:path>
                  </a:pathLst>
                </a:custGeom>
                <a:solidFill>
                  <a:srgbClr val="F6EF85"/>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 name="Google Shape;889;p99"/>
                <p:cNvSpPr/>
                <p:nvPr/>
              </p:nvSpPr>
              <p:spPr>
                <a:xfrm>
                  <a:off x="4866798" y="4286345"/>
                  <a:ext cx="70103" cy="142970"/>
                </a:xfrm>
                <a:custGeom>
                  <a:avLst/>
                  <a:gdLst/>
                  <a:ahLst/>
                  <a:cxnLst/>
                  <a:rect l="l" t="t" r="r" b="b"/>
                  <a:pathLst>
                    <a:path w="70103" h="142970" extrusionOk="0">
                      <a:moveTo>
                        <a:pt x="0" y="35814"/>
                      </a:moveTo>
                      <a:cubicBezTo>
                        <a:pt x="1714" y="35814"/>
                        <a:pt x="2667" y="36100"/>
                        <a:pt x="2857" y="36576"/>
                      </a:cubicBezTo>
                      <a:lnTo>
                        <a:pt x="2857" y="40291"/>
                      </a:lnTo>
                      <a:lnTo>
                        <a:pt x="0" y="35814"/>
                      </a:lnTo>
                      <a:close/>
                      <a:moveTo>
                        <a:pt x="48292" y="66484"/>
                      </a:moveTo>
                      <a:cubicBezTo>
                        <a:pt x="47625" y="66961"/>
                        <a:pt x="47339" y="67437"/>
                        <a:pt x="47339" y="67913"/>
                      </a:cubicBezTo>
                      <a:cubicBezTo>
                        <a:pt x="47339" y="68389"/>
                        <a:pt x="47815" y="69056"/>
                        <a:pt x="48768" y="69913"/>
                      </a:cubicBezTo>
                      <a:cubicBezTo>
                        <a:pt x="49721" y="70771"/>
                        <a:pt x="50197" y="71533"/>
                        <a:pt x="50197" y="72104"/>
                      </a:cubicBezTo>
                      <a:cubicBezTo>
                        <a:pt x="49530" y="70866"/>
                        <a:pt x="48292" y="70199"/>
                        <a:pt x="46387" y="70104"/>
                      </a:cubicBezTo>
                      <a:cubicBezTo>
                        <a:pt x="44482" y="70104"/>
                        <a:pt x="43339" y="69818"/>
                        <a:pt x="42863" y="69532"/>
                      </a:cubicBezTo>
                      <a:cubicBezTo>
                        <a:pt x="42672" y="69532"/>
                        <a:pt x="42291" y="70390"/>
                        <a:pt x="41719" y="72104"/>
                      </a:cubicBezTo>
                      <a:cubicBezTo>
                        <a:pt x="40957" y="70866"/>
                        <a:pt x="40005" y="70199"/>
                        <a:pt x="38862" y="70199"/>
                      </a:cubicBezTo>
                      <a:cubicBezTo>
                        <a:pt x="37909" y="70199"/>
                        <a:pt x="36385" y="70771"/>
                        <a:pt x="34385" y="72009"/>
                      </a:cubicBezTo>
                      <a:cubicBezTo>
                        <a:pt x="32385" y="73152"/>
                        <a:pt x="30861" y="73914"/>
                        <a:pt x="29908" y="74009"/>
                      </a:cubicBezTo>
                      <a:cubicBezTo>
                        <a:pt x="31813" y="74485"/>
                        <a:pt x="33147" y="75247"/>
                        <a:pt x="33909" y="76390"/>
                      </a:cubicBezTo>
                      <a:cubicBezTo>
                        <a:pt x="35052" y="78105"/>
                        <a:pt x="36100" y="79343"/>
                        <a:pt x="37242" y="80105"/>
                      </a:cubicBezTo>
                      <a:cubicBezTo>
                        <a:pt x="36576" y="81058"/>
                        <a:pt x="36385" y="81629"/>
                        <a:pt x="36481" y="82010"/>
                      </a:cubicBezTo>
                      <a:cubicBezTo>
                        <a:pt x="37242" y="83439"/>
                        <a:pt x="38005" y="84106"/>
                        <a:pt x="38862" y="84106"/>
                      </a:cubicBezTo>
                      <a:cubicBezTo>
                        <a:pt x="39338" y="84106"/>
                        <a:pt x="40005" y="83629"/>
                        <a:pt x="40862" y="82582"/>
                      </a:cubicBezTo>
                      <a:cubicBezTo>
                        <a:pt x="41719" y="81534"/>
                        <a:pt x="42386" y="81058"/>
                        <a:pt x="42863" y="81058"/>
                      </a:cubicBezTo>
                      <a:cubicBezTo>
                        <a:pt x="43434" y="81058"/>
                        <a:pt x="44101" y="81343"/>
                        <a:pt x="44672" y="82010"/>
                      </a:cubicBezTo>
                      <a:lnTo>
                        <a:pt x="42291" y="76867"/>
                      </a:lnTo>
                      <a:cubicBezTo>
                        <a:pt x="43243" y="78296"/>
                        <a:pt x="44863" y="79153"/>
                        <a:pt x="47244" y="79438"/>
                      </a:cubicBezTo>
                      <a:lnTo>
                        <a:pt x="48196" y="78676"/>
                      </a:lnTo>
                      <a:lnTo>
                        <a:pt x="44672" y="74676"/>
                      </a:lnTo>
                      <a:cubicBezTo>
                        <a:pt x="44672" y="73914"/>
                        <a:pt x="44958" y="73533"/>
                        <a:pt x="45434" y="73533"/>
                      </a:cubicBezTo>
                      <a:cubicBezTo>
                        <a:pt x="45625" y="73533"/>
                        <a:pt x="46291" y="73914"/>
                        <a:pt x="47434" y="74581"/>
                      </a:cubicBezTo>
                      <a:cubicBezTo>
                        <a:pt x="48577" y="75247"/>
                        <a:pt x="49530" y="75629"/>
                        <a:pt x="50197" y="75629"/>
                      </a:cubicBezTo>
                      <a:cubicBezTo>
                        <a:pt x="49339" y="81343"/>
                        <a:pt x="47244" y="85249"/>
                        <a:pt x="43624" y="87630"/>
                      </a:cubicBezTo>
                      <a:cubicBezTo>
                        <a:pt x="47054" y="87630"/>
                        <a:pt x="49149" y="89440"/>
                        <a:pt x="50006" y="93059"/>
                      </a:cubicBezTo>
                      <a:cubicBezTo>
                        <a:pt x="50197" y="94012"/>
                        <a:pt x="50292" y="97346"/>
                        <a:pt x="50292" y="102965"/>
                      </a:cubicBezTo>
                      <a:lnTo>
                        <a:pt x="47434" y="102965"/>
                      </a:lnTo>
                      <a:cubicBezTo>
                        <a:pt x="47434" y="102965"/>
                        <a:pt x="46767" y="103537"/>
                        <a:pt x="46767" y="103918"/>
                      </a:cubicBezTo>
                      <a:cubicBezTo>
                        <a:pt x="46767" y="104394"/>
                        <a:pt x="47054" y="104965"/>
                        <a:pt x="47434" y="105537"/>
                      </a:cubicBezTo>
                      <a:cubicBezTo>
                        <a:pt x="47911" y="106204"/>
                        <a:pt x="48196" y="106585"/>
                        <a:pt x="48387" y="106680"/>
                      </a:cubicBezTo>
                      <a:cubicBezTo>
                        <a:pt x="48863" y="106680"/>
                        <a:pt x="49721" y="106108"/>
                        <a:pt x="50959" y="104775"/>
                      </a:cubicBezTo>
                      <a:lnTo>
                        <a:pt x="49339" y="139160"/>
                      </a:lnTo>
                      <a:cubicBezTo>
                        <a:pt x="40862" y="141637"/>
                        <a:pt x="33528" y="142970"/>
                        <a:pt x="27432" y="142970"/>
                      </a:cubicBezTo>
                      <a:cubicBezTo>
                        <a:pt x="22669" y="142970"/>
                        <a:pt x="18192" y="142304"/>
                        <a:pt x="13716" y="141065"/>
                      </a:cubicBezTo>
                      <a:cubicBezTo>
                        <a:pt x="11430" y="136398"/>
                        <a:pt x="10192" y="130016"/>
                        <a:pt x="10192" y="122015"/>
                      </a:cubicBezTo>
                      <a:lnTo>
                        <a:pt x="10192" y="110966"/>
                      </a:lnTo>
                      <a:cubicBezTo>
                        <a:pt x="10192" y="105156"/>
                        <a:pt x="9620" y="100393"/>
                        <a:pt x="8572" y="96869"/>
                      </a:cubicBezTo>
                      <a:cubicBezTo>
                        <a:pt x="10001" y="93059"/>
                        <a:pt x="10668" y="87821"/>
                        <a:pt x="10668" y="81058"/>
                      </a:cubicBezTo>
                      <a:cubicBezTo>
                        <a:pt x="10477" y="73057"/>
                        <a:pt x="10668" y="67723"/>
                        <a:pt x="11144" y="65056"/>
                      </a:cubicBezTo>
                      <a:lnTo>
                        <a:pt x="13716" y="65056"/>
                      </a:lnTo>
                      <a:cubicBezTo>
                        <a:pt x="11811" y="63817"/>
                        <a:pt x="10763" y="61722"/>
                        <a:pt x="10573" y="58674"/>
                      </a:cubicBezTo>
                      <a:cubicBezTo>
                        <a:pt x="10382" y="55721"/>
                        <a:pt x="10096" y="52864"/>
                        <a:pt x="10001" y="50197"/>
                      </a:cubicBezTo>
                      <a:lnTo>
                        <a:pt x="4858" y="50197"/>
                      </a:lnTo>
                      <a:lnTo>
                        <a:pt x="11239" y="48292"/>
                      </a:lnTo>
                      <a:cubicBezTo>
                        <a:pt x="10096" y="45815"/>
                        <a:pt x="9906" y="42291"/>
                        <a:pt x="10668" y="37814"/>
                      </a:cubicBezTo>
                      <a:cubicBezTo>
                        <a:pt x="11335" y="33338"/>
                        <a:pt x="10954" y="29813"/>
                        <a:pt x="9334" y="27337"/>
                      </a:cubicBezTo>
                      <a:cubicBezTo>
                        <a:pt x="9811" y="27337"/>
                        <a:pt x="10477" y="26956"/>
                        <a:pt x="11239" y="26194"/>
                      </a:cubicBezTo>
                      <a:cubicBezTo>
                        <a:pt x="12001" y="25432"/>
                        <a:pt x="12668" y="24955"/>
                        <a:pt x="13144" y="24765"/>
                      </a:cubicBezTo>
                      <a:cubicBezTo>
                        <a:pt x="12001" y="24098"/>
                        <a:pt x="11525" y="23336"/>
                        <a:pt x="11525" y="22384"/>
                      </a:cubicBezTo>
                      <a:cubicBezTo>
                        <a:pt x="11525" y="21622"/>
                        <a:pt x="12001" y="20860"/>
                        <a:pt x="12954" y="20002"/>
                      </a:cubicBezTo>
                      <a:cubicBezTo>
                        <a:pt x="13906" y="19240"/>
                        <a:pt x="17240" y="18669"/>
                        <a:pt x="23050" y="18383"/>
                      </a:cubicBezTo>
                      <a:cubicBezTo>
                        <a:pt x="25908" y="18383"/>
                        <a:pt x="28004" y="17716"/>
                        <a:pt x="29432" y="16478"/>
                      </a:cubicBezTo>
                      <a:cubicBezTo>
                        <a:pt x="30194" y="17907"/>
                        <a:pt x="31432" y="18574"/>
                        <a:pt x="32956" y="18574"/>
                      </a:cubicBezTo>
                      <a:cubicBezTo>
                        <a:pt x="33242" y="18574"/>
                        <a:pt x="35528" y="18193"/>
                        <a:pt x="39814" y="17431"/>
                      </a:cubicBezTo>
                      <a:cubicBezTo>
                        <a:pt x="42767" y="16669"/>
                        <a:pt x="45053" y="16669"/>
                        <a:pt x="46672" y="17431"/>
                      </a:cubicBezTo>
                      <a:cubicBezTo>
                        <a:pt x="47244" y="17240"/>
                        <a:pt x="47625" y="16764"/>
                        <a:pt x="47625" y="15907"/>
                      </a:cubicBezTo>
                      <a:cubicBezTo>
                        <a:pt x="47625" y="15049"/>
                        <a:pt x="47911" y="14573"/>
                        <a:pt x="48387" y="14573"/>
                      </a:cubicBezTo>
                      <a:cubicBezTo>
                        <a:pt x="48673" y="14573"/>
                        <a:pt x="49149" y="14573"/>
                        <a:pt x="49530" y="14859"/>
                      </a:cubicBezTo>
                      <a:cubicBezTo>
                        <a:pt x="49530" y="17240"/>
                        <a:pt x="49816" y="20479"/>
                        <a:pt x="50482" y="24574"/>
                      </a:cubicBezTo>
                      <a:cubicBezTo>
                        <a:pt x="51054" y="28670"/>
                        <a:pt x="51435" y="31623"/>
                        <a:pt x="51435" y="33528"/>
                      </a:cubicBezTo>
                      <a:cubicBezTo>
                        <a:pt x="51435" y="37243"/>
                        <a:pt x="50482" y="40767"/>
                        <a:pt x="48577" y="43910"/>
                      </a:cubicBezTo>
                      <a:cubicBezTo>
                        <a:pt x="50578" y="47054"/>
                        <a:pt x="51625" y="50768"/>
                        <a:pt x="51625" y="54959"/>
                      </a:cubicBezTo>
                      <a:cubicBezTo>
                        <a:pt x="51625" y="53721"/>
                        <a:pt x="51244" y="57912"/>
                        <a:pt x="50482" y="67627"/>
                      </a:cubicBezTo>
                      <a:cubicBezTo>
                        <a:pt x="50006" y="66865"/>
                        <a:pt x="49435" y="66484"/>
                        <a:pt x="48577" y="66484"/>
                      </a:cubicBezTo>
                      <a:close/>
                      <a:moveTo>
                        <a:pt x="18383" y="37719"/>
                      </a:moveTo>
                      <a:lnTo>
                        <a:pt x="20288" y="32099"/>
                      </a:lnTo>
                      <a:cubicBezTo>
                        <a:pt x="19336" y="31813"/>
                        <a:pt x="18479" y="32099"/>
                        <a:pt x="17716" y="32766"/>
                      </a:cubicBezTo>
                      <a:cubicBezTo>
                        <a:pt x="16478" y="33909"/>
                        <a:pt x="15716" y="34480"/>
                        <a:pt x="15621" y="34671"/>
                      </a:cubicBezTo>
                      <a:lnTo>
                        <a:pt x="18479" y="37719"/>
                      </a:lnTo>
                      <a:close/>
                      <a:moveTo>
                        <a:pt x="29146" y="72771"/>
                      </a:moveTo>
                      <a:cubicBezTo>
                        <a:pt x="29146" y="71247"/>
                        <a:pt x="29432" y="70390"/>
                        <a:pt x="29908" y="70199"/>
                      </a:cubicBezTo>
                      <a:lnTo>
                        <a:pt x="24765" y="68294"/>
                      </a:lnTo>
                      <a:cubicBezTo>
                        <a:pt x="24765" y="69056"/>
                        <a:pt x="25336" y="69723"/>
                        <a:pt x="26575" y="70199"/>
                      </a:cubicBezTo>
                      <a:cubicBezTo>
                        <a:pt x="27717" y="70675"/>
                        <a:pt x="28384" y="71056"/>
                        <a:pt x="28384" y="71342"/>
                      </a:cubicBezTo>
                      <a:cubicBezTo>
                        <a:pt x="28384" y="71818"/>
                        <a:pt x="28004" y="72295"/>
                        <a:pt x="27432" y="72771"/>
                      </a:cubicBezTo>
                      <a:lnTo>
                        <a:pt x="29337" y="72771"/>
                      </a:lnTo>
                      <a:close/>
                      <a:moveTo>
                        <a:pt x="35242" y="88773"/>
                      </a:moveTo>
                      <a:lnTo>
                        <a:pt x="30956" y="89249"/>
                      </a:lnTo>
                      <a:cubicBezTo>
                        <a:pt x="33338" y="89249"/>
                        <a:pt x="34766" y="89059"/>
                        <a:pt x="35242" y="88773"/>
                      </a:cubicBezTo>
                      <a:lnTo>
                        <a:pt x="40862" y="88487"/>
                      </a:lnTo>
                      <a:lnTo>
                        <a:pt x="35909" y="85915"/>
                      </a:lnTo>
                      <a:lnTo>
                        <a:pt x="35909" y="85439"/>
                      </a:lnTo>
                      <a:lnTo>
                        <a:pt x="37052" y="83820"/>
                      </a:lnTo>
                      <a:lnTo>
                        <a:pt x="35623" y="83820"/>
                      </a:lnTo>
                      <a:lnTo>
                        <a:pt x="35814" y="85439"/>
                      </a:lnTo>
                      <a:lnTo>
                        <a:pt x="35623" y="85630"/>
                      </a:lnTo>
                      <a:lnTo>
                        <a:pt x="35814" y="85915"/>
                      </a:lnTo>
                      <a:lnTo>
                        <a:pt x="36290" y="87535"/>
                      </a:lnTo>
                      <a:cubicBezTo>
                        <a:pt x="36290" y="87535"/>
                        <a:pt x="35719" y="88392"/>
                        <a:pt x="35147" y="88678"/>
                      </a:cubicBezTo>
                      <a:close/>
                      <a:moveTo>
                        <a:pt x="38290" y="0"/>
                      </a:moveTo>
                      <a:lnTo>
                        <a:pt x="38290" y="2857"/>
                      </a:lnTo>
                      <a:lnTo>
                        <a:pt x="37147" y="0"/>
                      </a:lnTo>
                      <a:lnTo>
                        <a:pt x="38290" y="0"/>
                      </a:lnTo>
                      <a:close/>
                      <a:moveTo>
                        <a:pt x="42291" y="76771"/>
                      </a:moveTo>
                      <a:cubicBezTo>
                        <a:pt x="42291" y="76771"/>
                        <a:pt x="41910" y="76200"/>
                        <a:pt x="41624" y="75629"/>
                      </a:cubicBezTo>
                      <a:lnTo>
                        <a:pt x="42291" y="76771"/>
                      </a:lnTo>
                      <a:close/>
                      <a:moveTo>
                        <a:pt x="57150" y="4000"/>
                      </a:moveTo>
                      <a:lnTo>
                        <a:pt x="60007" y="4000"/>
                      </a:lnTo>
                      <a:lnTo>
                        <a:pt x="59055" y="5905"/>
                      </a:lnTo>
                      <a:lnTo>
                        <a:pt x="57150" y="5905"/>
                      </a:lnTo>
                      <a:lnTo>
                        <a:pt x="57150" y="4000"/>
                      </a:lnTo>
                      <a:close/>
                      <a:moveTo>
                        <a:pt x="66294" y="13621"/>
                      </a:moveTo>
                      <a:lnTo>
                        <a:pt x="70104" y="18288"/>
                      </a:lnTo>
                      <a:cubicBezTo>
                        <a:pt x="66199" y="18479"/>
                        <a:pt x="64103" y="16288"/>
                        <a:pt x="63722" y="11716"/>
                      </a:cubicBezTo>
                      <a:lnTo>
                        <a:pt x="68866" y="11716"/>
                      </a:lnTo>
                      <a:lnTo>
                        <a:pt x="66294" y="13621"/>
                      </a:lnTo>
                      <a:close/>
                    </a:path>
                  </a:pathLst>
                </a:custGeom>
                <a:solidFill>
                  <a:srgbClr val="F6EF85"/>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 name="Google Shape;890;p99"/>
                <p:cNvSpPr/>
                <p:nvPr/>
              </p:nvSpPr>
              <p:spPr>
                <a:xfrm>
                  <a:off x="4932711" y="4303871"/>
                  <a:ext cx="104870" cy="126514"/>
                </a:xfrm>
                <a:custGeom>
                  <a:avLst/>
                  <a:gdLst/>
                  <a:ahLst/>
                  <a:cxnLst/>
                  <a:rect l="l" t="t" r="r" b="b"/>
                  <a:pathLst>
                    <a:path w="104870" h="126514" extrusionOk="0">
                      <a:moveTo>
                        <a:pt x="104585" y="12192"/>
                      </a:moveTo>
                      <a:cubicBezTo>
                        <a:pt x="103822" y="14859"/>
                        <a:pt x="103442" y="17812"/>
                        <a:pt x="103442" y="21146"/>
                      </a:cubicBezTo>
                      <a:cubicBezTo>
                        <a:pt x="103442" y="23336"/>
                        <a:pt x="103727" y="26575"/>
                        <a:pt x="104204" y="30956"/>
                      </a:cubicBezTo>
                      <a:cubicBezTo>
                        <a:pt x="104680" y="35338"/>
                        <a:pt x="104870" y="38481"/>
                        <a:pt x="104870" y="40481"/>
                      </a:cubicBezTo>
                      <a:cubicBezTo>
                        <a:pt x="104870" y="42005"/>
                        <a:pt x="104870" y="43529"/>
                        <a:pt x="104680" y="44958"/>
                      </a:cubicBezTo>
                      <a:lnTo>
                        <a:pt x="103537" y="120587"/>
                      </a:lnTo>
                      <a:cubicBezTo>
                        <a:pt x="101346" y="123063"/>
                        <a:pt x="97631" y="124587"/>
                        <a:pt x="92202" y="125063"/>
                      </a:cubicBezTo>
                      <a:cubicBezTo>
                        <a:pt x="87630" y="125539"/>
                        <a:pt x="83153" y="126016"/>
                        <a:pt x="78772" y="126492"/>
                      </a:cubicBezTo>
                      <a:cubicBezTo>
                        <a:pt x="73914" y="126778"/>
                        <a:pt x="70866" y="124301"/>
                        <a:pt x="69818" y="118967"/>
                      </a:cubicBezTo>
                      <a:cubicBezTo>
                        <a:pt x="68389" y="112871"/>
                        <a:pt x="66294" y="109252"/>
                        <a:pt x="63437" y="108109"/>
                      </a:cubicBezTo>
                      <a:cubicBezTo>
                        <a:pt x="63627" y="106585"/>
                        <a:pt x="62770" y="104775"/>
                        <a:pt x="60960" y="102775"/>
                      </a:cubicBezTo>
                      <a:cubicBezTo>
                        <a:pt x="59150" y="100870"/>
                        <a:pt x="58198" y="99250"/>
                        <a:pt x="58198" y="98203"/>
                      </a:cubicBezTo>
                      <a:cubicBezTo>
                        <a:pt x="58198" y="97536"/>
                        <a:pt x="58388" y="96964"/>
                        <a:pt x="58960" y="96298"/>
                      </a:cubicBezTo>
                      <a:cubicBezTo>
                        <a:pt x="55626" y="96583"/>
                        <a:pt x="53721" y="95536"/>
                        <a:pt x="53054" y="93059"/>
                      </a:cubicBezTo>
                      <a:cubicBezTo>
                        <a:pt x="52388" y="90678"/>
                        <a:pt x="51816" y="88201"/>
                        <a:pt x="51149" y="85915"/>
                      </a:cubicBezTo>
                      <a:cubicBezTo>
                        <a:pt x="52197" y="86868"/>
                        <a:pt x="53912" y="87058"/>
                        <a:pt x="56293" y="86392"/>
                      </a:cubicBezTo>
                      <a:cubicBezTo>
                        <a:pt x="58674" y="85820"/>
                        <a:pt x="60388" y="86201"/>
                        <a:pt x="61436" y="87821"/>
                      </a:cubicBezTo>
                      <a:cubicBezTo>
                        <a:pt x="61722" y="85630"/>
                        <a:pt x="60865" y="83534"/>
                        <a:pt x="58864" y="81439"/>
                      </a:cubicBezTo>
                      <a:cubicBezTo>
                        <a:pt x="58007" y="81629"/>
                        <a:pt x="56864" y="82105"/>
                        <a:pt x="55245" y="82963"/>
                      </a:cubicBezTo>
                      <a:cubicBezTo>
                        <a:pt x="53626" y="83820"/>
                        <a:pt x="52292" y="84296"/>
                        <a:pt x="51340" y="84296"/>
                      </a:cubicBezTo>
                      <a:cubicBezTo>
                        <a:pt x="50387" y="84296"/>
                        <a:pt x="49435" y="83915"/>
                        <a:pt x="48482" y="83344"/>
                      </a:cubicBezTo>
                      <a:cubicBezTo>
                        <a:pt x="46292" y="82201"/>
                        <a:pt x="44482" y="79724"/>
                        <a:pt x="43053" y="75819"/>
                      </a:cubicBezTo>
                      <a:cubicBezTo>
                        <a:pt x="41624" y="71914"/>
                        <a:pt x="40100" y="69532"/>
                        <a:pt x="38576" y="68771"/>
                      </a:cubicBezTo>
                      <a:cubicBezTo>
                        <a:pt x="37624" y="68104"/>
                        <a:pt x="36957" y="66580"/>
                        <a:pt x="36481" y="64103"/>
                      </a:cubicBezTo>
                      <a:cubicBezTo>
                        <a:pt x="36100" y="62198"/>
                        <a:pt x="34957" y="61436"/>
                        <a:pt x="32956" y="61722"/>
                      </a:cubicBezTo>
                      <a:lnTo>
                        <a:pt x="30099" y="68771"/>
                      </a:lnTo>
                      <a:cubicBezTo>
                        <a:pt x="31052" y="76200"/>
                        <a:pt x="31242" y="85058"/>
                        <a:pt x="30861" y="95345"/>
                      </a:cubicBezTo>
                      <a:cubicBezTo>
                        <a:pt x="30385" y="109919"/>
                        <a:pt x="30099" y="118396"/>
                        <a:pt x="30099" y="120587"/>
                      </a:cubicBezTo>
                      <a:cubicBezTo>
                        <a:pt x="27622" y="123920"/>
                        <a:pt x="24289" y="125539"/>
                        <a:pt x="20193" y="125539"/>
                      </a:cubicBezTo>
                      <a:cubicBezTo>
                        <a:pt x="18955" y="125539"/>
                        <a:pt x="17050" y="125349"/>
                        <a:pt x="14478" y="124968"/>
                      </a:cubicBezTo>
                      <a:cubicBezTo>
                        <a:pt x="11906" y="124587"/>
                        <a:pt x="9906" y="124396"/>
                        <a:pt x="8668" y="124396"/>
                      </a:cubicBezTo>
                      <a:cubicBezTo>
                        <a:pt x="7715" y="124396"/>
                        <a:pt x="6763" y="124396"/>
                        <a:pt x="5905" y="124587"/>
                      </a:cubicBezTo>
                      <a:lnTo>
                        <a:pt x="2096" y="118015"/>
                      </a:lnTo>
                      <a:cubicBezTo>
                        <a:pt x="2096" y="119158"/>
                        <a:pt x="2096" y="112776"/>
                        <a:pt x="1810" y="99155"/>
                      </a:cubicBezTo>
                      <a:cubicBezTo>
                        <a:pt x="1619" y="91154"/>
                        <a:pt x="2572" y="85058"/>
                        <a:pt x="4667" y="80772"/>
                      </a:cubicBezTo>
                      <a:cubicBezTo>
                        <a:pt x="2572" y="76390"/>
                        <a:pt x="1714" y="70771"/>
                        <a:pt x="1810" y="64008"/>
                      </a:cubicBezTo>
                      <a:cubicBezTo>
                        <a:pt x="1810" y="50768"/>
                        <a:pt x="1810" y="45053"/>
                        <a:pt x="2096" y="46863"/>
                      </a:cubicBezTo>
                      <a:lnTo>
                        <a:pt x="2762" y="46863"/>
                      </a:lnTo>
                      <a:cubicBezTo>
                        <a:pt x="3048" y="45625"/>
                        <a:pt x="2762" y="43624"/>
                        <a:pt x="1619" y="40957"/>
                      </a:cubicBezTo>
                      <a:cubicBezTo>
                        <a:pt x="476" y="38290"/>
                        <a:pt x="0" y="36290"/>
                        <a:pt x="0" y="35052"/>
                      </a:cubicBezTo>
                      <a:cubicBezTo>
                        <a:pt x="0" y="33147"/>
                        <a:pt x="953" y="31623"/>
                        <a:pt x="2858" y="30385"/>
                      </a:cubicBezTo>
                      <a:lnTo>
                        <a:pt x="2858" y="6858"/>
                      </a:lnTo>
                      <a:cubicBezTo>
                        <a:pt x="4096" y="7048"/>
                        <a:pt x="5620" y="6572"/>
                        <a:pt x="7334" y="5715"/>
                      </a:cubicBezTo>
                      <a:lnTo>
                        <a:pt x="7334" y="3810"/>
                      </a:lnTo>
                      <a:cubicBezTo>
                        <a:pt x="7334" y="3810"/>
                        <a:pt x="9049" y="4763"/>
                        <a:pt x="11621" y="6191"/>
                      </a:cubicBezTo>
                      <a:cubicBezTo>
                        <a:pt x="13526" y="7334"/>
                        <a:pt x="14954" y="7811"/>
                        <a:pt x="16097" y="7811"/>
                      </a:cubicBezTo>
                      <a:cubicBezTo>
                        <a:pt x="17050" y="7811"/>
                        <a:pt x="17812" y="7429"/>
                        <a:pt x="18479" y="6858"/>
                      </a:cubicBezTo>
                      <a:lnTo>
                        <a:pt x="14669" y="3048"/>
                      </a:lnTo>
                      <a:cubicBezTo>
                        <a:pt x="15335" y="2857"/>
                        <a:pt x="16288" y="2857"/>
                        <a:pt x="17717" y="3048"/>
                      </a:cubicBezTo>
                      <a:lnTo>
                        <a:pt x="17717" y="0"/>
                      </a:lnTo>
                      <a:cubicBezTo>
                        <a:pt x="28194" y="571"/>
                        <a:pt x="35243" y="3715"/>
                        <a:pt x="38671" y="9239"/>
                      </a:cubicBezTo>
                      <a:cubicBezTo>
                        <a:pt x="40100" y="15335"/>
                        <a:pt x="42481" y="20003"/>
                        <a:pt x="46006" y="23146"/>
                      </a:cubicBezTo>
                      <a:cubicBezTo>
                        <a:pt x="45815" y="24384"/>
                        <a:pt x="46577" y="25622"/>
                        <a:pt x="48196" y="26956"/>
                      </a:cubicBezTo>
                      <a:cubicBezTo>
                        <a:pt x="49816" y="28194"/>
                        <a:pt x="50863" y="29051"/>
                        <a:pt x="51149" y="29528"/>
                      </a:cubicBezTo>
                      <a:lnTo>
                        <a:pt x="49721" y="30956"/>
                      </a:lnTo>
                      <a:cubicBezTo>
                        <a:pt x="51149" y="32099"/>
                        <a:pt x="52578" y="34004"/>
                        <a:pt x="53912" y="36862"/>
                      </a:cubicBezTo>
                      <a:cubicBezTo>
                        <a:pt x="55340" y="39719"/>
                        <a:pt x="56579" y="41434"/>
                        <a:pt x="57721" y="42100"/>
                      </a:cubicBezTo>
                      <a:cubicBezTo>
                        <a:pt x="60198" y="46482"/>
                        <a:pt x="63913" y="53340"/>
                        <a:pt x="68771" y="62389"/>
                      </a:cubicBezTo>
                      <a:cubicBezTo>
                        <a:pt x="67818" y="62103"/>
                        <a:pt x="66580" y="62389"/>
                        <a:pt x="65056" y="63055"/>
                      </a:cubicBezTo>
                      <a:cubicBezTo>
                        <a:pt x="65722" y="63246"/>
                        <a:pt x="66675" y="63532"/>
                        <a:pt x="68104" y="64103"/>
                      </a:cubicBezTo>
                      <a:cubicBezTo>
                        <a:pt x="69533" y="64675"/>
                        <a:pt x="70580" y="64961"/>
                        <a:pt x="71152" y="64961"/>
                      </a:cubicBezTo>
                      <a:cubicBezTo>
                        <a:pt x="72390" y="64961"/>
                        <a:pt x="73343" y="64389"/>
                        <a:pt x="74009" y="63055"/>
                      </a:cubicBezTo>
                      <a:cubicBezTo>
                        <a:pt x="73819" y="49435"/>
                        <a:pt x="74295" y="28765"/>
                        <a:pt x="75152" y="1143"/>
                      </a:cubicBezTo>
                      <a:lnTo>
                        <a:pt x="102679" y="1143"/>
                      </a:lnTo>
                      <a:cubicBezTo>
                        <a:pt x="103156" y="1905"/>
                        <a:pt x="103346" y="3238"/>
                        <a:pt x="103346" y="5144"/>
                      </a:cubicBezTo>
                      <a:cubicBezTo>
                        <a:pt x="103156" y="7525"/>
                        <a:pt x="103156" y="8954"/>
                        <a:pt x="103346" y="9430"/>
                      </a:cubicBezTo>
                      <a:lnTo>
                        <a:pt x="100775" y="11335"/>
                      </a:lnTo>
                      <a:cubicBezTo>
                        <a:pt x="101060" y="12001"/>
                        <a:pt x="101632" y="12287"/>
                        <a:pt x="102394" y="12287"/>
                      </a:cubicBezTo>
                      <a:lnTo>
                        <a:pt x="104489" y="12287"/>
                      </a:lnTo>
                      <a:close/>
                      <a:moveTo>
                        <a:pt x="14573" y="3048"/>
                      </a:moveTo>
                      <a:cubicBezTo>
                        <a:pt x="14573" y="3048"/>
                        <a:pt x="14002" y="2476"/>
                        <a:pt x="13811" y="2096"/>
                      </a:cubicBezTo>
                      <a:lnTo>
                        <a:pt x="14573" y="3048"/>
                      </a:lnTo>
                      <a:close/>
                      <a:moveTo>
                        <a:pt x="47816" y="35052"/>
                      </a:moveTo>
                      <a:cubicBezTo>
                        <a:pt x="48578" y="34385"/>
                        <a:pt x="48863" y="33623"/>
                        <a:pt x="48482" y="32671"/>
                      </a:cubicBezTo>
                      <a:lnTo>
                        <a:pt x="47625" y="31242"/>
                      </a:lnTo>
                      <a:lnTo>
                        <a:pt x="47816" y="30956"/>
                      </a:lnTo>
                      <a:lnTo>
                        <a:pt x="47625" y="31242"/>
                      </a:lnTo>
                      <a:lnTo>
                        <a:pt x="45911" y="33147"/>
                      </a:lnTo>
                      <a:lnTo>
                        <a:pt x="47816" y="35052"/>
                      </a:lnTo>
                      <a:close/>
                      <a:moveTo>
                        <a:pt x="65913" y="82582"/>
                      </a:moveTo>
                      <a:lnTo>
                        <a:pt x="72485" y="85915"/>
                      </a:lnTo>
                      <a:cubicBezTo>
                        <a:pt x="72485" y="85915"/>
                        <a:pt x="72962" y="85630"/>
                        <a:pt x="73533" y="85439"/>
                      </a:cubicBezTo>
                      <a:cubicBezTo>
                        <a:pt x="74104" y="85249"/>
                        <a:pt x="74581" y="84963"/>
                        <a:pt x="75057" y="84487"/>
                      </a:cubicBezTo>
                      <a:cubicBezTo>
                        <a:pt x="74295" y="84296"/>
                        <a:pt x="73723" y="84487"/>
                        <a:pt x="73438" y="85249"/>
                      </a:cubicBezTo>
                      <a:cubicBezTo>
                        <a:pt x="72962" y="85249"/>
                        <a:pt x="70485" y="84391"/>
                        <a:pt x="65913" y="82677"/>
                      </a:cubicBezTo>
                      <a:close/>
                      <a:moveTo>
                        <a:pt x="78200" y="91345"/>
                      </a:moveTo>
                      <a:lnTo>
                        <a:pt x="78677" y="91821"/>
                      </a:lnTo>
                      <a:cubicBezTo>
                        <a:pt x="78677" y="91821"/>
                        <a:pt x="78486" y="91535"/>
                        <a:pt x="78200" y="91345"/>
                      </a:cubicBezTo>
                      <a:cubicBezTo>
                        <a:pt x="77438" y="90869"/>
                        <a:pt x="76676" y="90583"/>
                        <a:pt x="76105" y="90583"/>
                      </a:cubicBezTo>
                      <a:cubicBezTo>
                        <a:pt x="75152" y="90583"/>
                        <a:pt x="73914" y="91154"/>
                        <a:pt x="72200" y="92202"/>
                      </a:cubicBezTo>
                      <a:cubicBezTo>
                        <a:pt x="70580" y="93250"/>
                        <a:pt x="69437" y="94012"/>
                        <a:pt x="68771" y="94297"/>
                      </a:cubicBezTo>
                      <a:lnTo>
                        <a:pt x="70676" y="96203"/>
                      </a:lnTo>
                      <a:cubicBezTo>
                        <a:pt x="72104" y="94774"/>
                        <a:pt x="72962" y="94202"/>
                        <a:pt x="73247" y="94297"/>
                      </a:cubicBezTo>
                      <a:cubicBezTo>
                        <a:pt x="73438" y="94297"/>
                        <a:pt x="73628" y="94488"/>
                        <a:pt x="73914" y="94964"/>
                      </a:cubicBezTo>
                      <a:cubicBezTo>
                        <a:pt x="73628" y="95440"/>
                        <a:pt x="73628" y="95821"/>
                        <a:pt x="73914" y="96107"/>
                      </a:cubicBezTo>
                      <a:cubicBezTo>
                        <a:pt x="74104" y="95440"/>
                        <a:pt x="74104" y="95059"/>
                        <a:pt x="73914" y="94964"/>
                      </a:cubicBezTo>
                      <a:cubicBezTo>
                        <a:pt x="75152" y="92107"/>
                        <a:pt x="76581" y="90869"/>
                        <a:pt x="78200" y="91249"/>
                      </a:cubicBezTo>
                      <a:close/>
                      <a:moveTo>
                        <a:pt x="89726" y="90583"/>
                      </a:moveTo>
                      <a:lnTo>
                        <a:pt x="84296" y="89916"/>
                      </a:lnTo>
                      <a:lnTo>
                        <a:pt x="86868" y="91821"/>
                      </a:lnTo>
                      <a:cubicBezTo>
                        <a:pt x="86582" y="93059"/>
                        <a:pt x="86011" y="93726"/>
                        <a:pt x="85249" y="93726"/>
                      </a:cubicBezTo>
                      <a:cubicBezTo>
                        <a:pt x="84772" y="93726"/>
                        <a:pt x="84106" y="93345"/>
                        <a:pt x="83153" y="92583"/>
                      </a:cubicBezTo>
                      <a:cubicBezTo>
                        <a:pt x="82201" y="91821"/>
                        <a:pt x="81725" y="91535"/>
                        <a:pt x="81725" y="91821"/>
                      </a:cubicBezTo>
                      <a:cubicBezTo>
                        <a:pt x="82201" y="93726"/>
                        <a:pt x="83058" y="94583"/>
                        <a:pt x="84296" y="94583"/>
                      </a:cubicBezTo>
                      <a:cubicBezTo>
                        <a:pt x="86011" y="94583"/>
                        <a:pt x="87821" y="93250"/>
                        <a:pt x="89726" y="90583"/>
                      </a:cubicBezTo>
                      <a:close/>
                    </a:path>
                  </a:pathLst>
                </a:custGeom>
                <a:solidFill>
                  <a:srgbClr val="F6EF85"/>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 name="Google Shape;891;p99"/>
                <p:cNvSpPr/>
                <p:nvPr/>
              </p:nvSpPr>
              <p:spPr>
                <a:xfrm>
                  <a:off x="5054236" y="4303394"/>
                  <a:ext cx="107455" cy="125825"/>
                </a:xfrm>
                <a:custGeom>
                  <a:avLst/>
                  <a:gdLst/>
                  <a:ahLst/>
                  <a:cxnLst/>
                  <a:rect l="l" t="t" r="r" b="b"/>
                  <a:pathLst>
                    <a:path w="107455" h="125825" extrusionOk="0">
                      <a:moveTo>
                        <a:pt x="106313" y="67818"/>
                      </a:moveTo>
                      <a:cubicBezTo>
                        <a:pt x="107074" y="69437"/>
                        <a:pt x="107455" y="71152"/>
                        <a:pt x="107455" y="72866"/>
                      </a:cubicBezTo>
                      <a:cubicBezTo>
                        <a:pt x="107455" y="75343"/>
                        <a:pt x="106503" y="78962"/>
                        <a:pt x="104598" y="83534"/>
                      </a:cubicBezTo>
                      <a:cubicBezTo>
                        <a:pt x="102693" y="88202"/>
                        <a:pt x="101740" y="91821"/>
                        <a:pt x="101740" y="94488"/>
                      </a:cubicBezTo>
                      <a:cubicBezTo>
                        <a:pt x="101740" y="95441"/>
                        <a:pt x="101740" y="96393"/>
                        <a:pt x="101931" y="97346"/>
                      </a:cubicBezTo>
                      <a:cubicBezTo>
                        <a:pt x="99454" y="100679"/>
                        <a:pt x="96788" y="104013"/>
                        <a:pt x="94121" y="107442"/>
                      </a:cubicBezTo>
                      <a:cubicBezTo>
                        <a:pt x="90310" y="111824"/>
                        <a:pt x="86881" y="114586"/>
                        <a:pt x="83548" y="115634"/>
                      </a:cubicBezTo>
                      <a:lnTo>
                        <a:pt x="81929" y="113062"/>
                      </a:lnTo>
                      <a:cubicBezTo>
                        <a:pt x="81071" y="113252"/>
                        <a:pt x="80690" y="114110"/>
                        <a:pt x="80690" y="115634"/>
                      </a:cubicBezTo>
                      <a:lnTo>
                        <a:pt x="78785" y="113062"/>
                      </a:lnTo>
                      <a:lnTo>
                        <a:pt x="75451" y="115634"/>
                      </a:lnTo>
                      <a:cubicBezTo>
                        <a:pt x="76213" y="115443"/>
                        <a:pt x="76880" y="115919"/>
                        <a:pt x="77356" y="117062"/>
                      </a:cubicBezTo>
                      <a:cubicBezTo>
                        <a:pt x="77833" y="118205"/>
                        <a:pt x="78214" y="118682"/>
                        <a:pt x="78499" y="118682"/>
                      </a:cubicBezTo>
                      <a:cubicBezTo>
                        <a:pt x="78785" y="118682"/>
                        <a:pt x="79262" y="118301"/>
                        <a:pt x="79928" y="117539"/>
                      </a:cubicBezTo>
                      <a:cubicBezTo>
                        <a:pt x="78976" y="119158"/>
                        <a:pt x="76690" y="120110"/>
                        <a:pt x="72975" y="120491"/>
                      </a:cubicBezTo>
                      <a:cubicBezTo>
                        <a:pt x="69260" y="120872"/>
                        <a:pt x="67070" y="122587"/>
                        <a:pt x="66307" y="125540"/>
                      </a:cubicBezTo>
                      <a:cubicBezTo>
                        <a:pt x="67831" y="125730"/>
                        <a:pt x="62402" y="125825"/>
                        <a:pt x="49829" y="125825"/>
                      </a:cubicBezTo>
                      <a:cubicBezTo>
                        <a:pt x="44019" y="125825"/>
                        <a:pt x="39733" y="124683"/>
                        <a:pt x="36875" y="122301"/>
                      </a:cubicBezTo>
                      <a:cubicBezTo>
                        <a:pt x="34399" y="122777"/>
                        <a:pt x="30684" y="121825"/>
                        <a:pt x="25826" y="119444"/>
                      </a:cubicBezTo>
                      <a:lnTo>
                        <a:pt x="29636" y="117539"/>
                      </a:lnTo>
                      <a:lnTo>
                        <a:pt x="27731" y="119444"/>
                      </a:lnTo>
                      <a:cubicBezTo>
                        <a:pt x="28207" y="119729"/>
                        <a:pt x="29446" y="120301"/>
                        <a:pt x="31541" y="121158"/>
                      </a:cubicBezTo>
                      <a:lnTo>
                        <a:pt x="30398" y="111252"/>
                      </a:lnTo>
                      <a:lnTo>
                        <a:pt x="28493" y="109157"/>
                      </a:lnTo>
                      <a:cubicBezTo>
                        <a:pt x="27064" y="110395"/>
                        <a:pt x="26588" y="111919"/>
                        <a:pt x="27064" y="113824"/>
                      </a:cubicBezTo>
                      <a:lnTo>
                        <a:pt x="27731" y="114967"/>
                      </a:lnTo>
                      <a:cubicBezTo>
                        <a:pt x="26779" y="113729"/>
                        <a:pt x="25445" y="112967"/>
                        <a:pt x="23731" y="112871"/>
                      </a:cubicBezTo>
                      <a:cubicBezTo>
                        <a:pt x="22492" y="113062"/>
                        <a:pt x="21159" y="113062"/>
                        <a:pt x="19730" y="113062"/>
                      </a:cubicBezTo>
                      <a:lnTo>
                        <a:pt x="19730" y="114967"/>
                      </a:lnTo>
                      <a:lnTo>
                        <a:pt x="8681" y="104585"/>
                      </a:lnTo>
                      <a:cubicBezTo>
                        <a:pt x="8967" y="102679"/>
                        <a:pt x="8110" y="100394"/>
                        <a:pt x="6205" y="97727"/>
                      </a:cubicBezTo>
                      <a:cubicBezTo>
                        <a:pt x="4204" y="95060"/>
                        <a:pt x="3157" y="92774"/>
                        <a:pt x="3062" y="90869"/>
                      </a:cubicBezTo>
                      <a:cubicBezTo>
                        <a:pt x="4014" y="89630"/>
                        <a:pt x="4490" y="88202"/>
                        <a:pt x="4490" y="86583"/>
                      </a:cubicBezTo>
                      <a:cubicBezTo>
                        <a:pt x="4490" y="83915"/>
                        <a:pt x="3062" y="81725"/>
                        <a:pt x="204" y="80010"/>
                      </a:cubicBezTo>
                      <a:cubicBezTo>
                        <a:pt x="775" y="77534"/>
                        <a:pt x="1156" y="73438"/>
                        <a:pt x="1156" y="67723"/>
                      </a:cubicBezTo>
                      <a:cubicBezTo>
                        <a:pt x="1156" y="62008"/>
                        <a:pt x="1538" y="57912"/>
                        <a:pt x="2299" y="55245"/>
                      </a:cubicBezTo>
                      <a:cubicBezTo>
                        <a:pt x="2109" y="54578"/>
                        <a:pt x="1633" y="53245"/>
                        <a:pt x="871" y="51245"/>
                      </a:cubicBezTo>
                      <a:cubicBezTo>
                        <a:pt x="109" y="49721"/>
                        <a:pt x="-177" y="48196"/>
                        <a:pt x="109" y="46768"/>
                      </a:cubicBezTo>
                      <a:cubicBezTo>
                        <a:pt x="871" y="46577"/>
                        <a:pt x="1633" y="47054"/>
                        <a:pt x="2204" y="47911"/>
                      </a:cubicBezTo>
                      <a:cubicBezTo>
                        <a:pt x="3919" y="45720"/>
                        <a:pt x="4776" y="42291"/>
                        <a:pt x="4776" y="37529"/>
                      </a:cubicBezTo>
                      <a:lnTo>
                        <a:pt x="4776" y="32576"/>
                      </a:lnTo>
                      <a:cubicBezTo>
                        <a:pt x="4776" y="25813"/>
                        <a:pt x="7538" y="22003"/>
                        <a:pt x="13063" y="21241"/>
                      </a:cubicBezTo>
                      <a:cubicBezTo>
                        <a:pt x="13063" y="19526"/>
                        <a:pt x="14110" y="17336"/>
                        <a:pt x="16111" y="14669"/>
                      </a:cubicBezTo>
                      <a:cubicBezTo>
                        <a:pt x="18111" y="12002"/>
                        <a:pt x="19254" y="9906"/>
                        <a:pt x="19635" y="8287"/>
                      </a:cubicBezTo>
                      <a:cubicBezTo>
                        <a:pt x="20588" y="8954"/>
                        <a:pt x="21445" y="9239"/>
                        <a:pt x="22207" y="9239"/>
                      </a:cubicBezTo>
                      <a:cubicBezTo>
                        <a:pt x="23731" y="9239"/>
                        <a:pt x="25826" y="7811"/>
                        <a:pt x="28493" y="4953"/>
                      </a:cubicBezTo>
                      <a:cubicBezTo>
                        <a:pt x="31065" y="2096"/>
                        <a:pt x="33256" y="762"/>
                        <a:pt x="34970" y="953"/>
                      </a:cubicBezTo>
                      <a:lnTo>
                        <a:pt x="55258" y="2096"/>
                      </a:lnTo>
                      <a:cubicBezTo>
                        <a:pt x="54973" y="3048"/>
                        <a:pt x="55258" y="4096"/>
                        <a:pt x="56021" y="5429"/>
                      </a:cubicBezTo>
                      <a:cubicBezTo>
                        <a:pt x="56782" y="5144"/>
                        <a:pt x="57163" y="4477"/>
                        <a:pt x="57163" y="3524"/>
                      </a:cubicBezTo>
                      <a:lnTo>
                        <a:pt x="57163" y="953"/>
                      </a:lnTo>
                      <a:cubicBezTo>
                        <a:pt x="58878" y="286"/>
                        <a:pt x="60497" y="0"/>
                        <a:pt x="62116" y="0"/>
                      </a:cubicBezTo>
                      <a:cubicBezTo>
                        <a:pt x="64498" y="0"/>
                        <a:pt x="67450" y="953"/>
                        <a:pt x="70975" y="2858"/>
                      </a:cubicBezTo>
                      <a:cubicBezTo>
                        <a:pt x="74499" y="4763"/>
                        <a:pt x="77452" y="5715"/>
                        <a:pt x="79833" y="5715"/>
                      </a:cubicBezTo>
                      <a:cubicBezTo>
                        <a:pt x="81357" y="5715"/>
                        <a:pt x="83071" y="5429"/>
                        <a:pt x="84786" y="4763"/>
                      </a:cubicBezTo>
                      <a:cubicBezTo>
                        <a:pt x="86024" y="8573"/>
                        <a:pt x="89263" y="12668"/>
                        <a:pt x="94501" y="17050"/>
                      </a:cubicBezTo>
                      <a:cubicBezTo>
                        <a:pt x="99073" y="20955"/>
                        <a:pt x="101550" y="25432"/>
                        <a:pt x="102026" y="30480"/>
                      </a:cubicBezTo>
                      <a:cubicBezTo>
                        <a:pt x="102312" y="34100"/>
                        <a:pt x="100788" y="36481"/>
                        <a:pt x="97359" y="37529"/>
                      </a:cubicBezTo>
                      <a:lnTo>
                        <a:pt x="90025" y="36767"/>
                      </a:lnTo>
                      <a:lnTo>
                        <a:pt x="90025" y="41529"/>
                      </a:lnTo>
                      <a:cubicBezTo>
                        <a:pt x="90025" y="41529"/>
                        <a:pt x="89167" y="41720"/>
                        <a:pt x="88882" y="41720"/>
                      </a:cubicBezTo>
                      <a:cubicBezTo>
                        <a:pt x="88405" y="41720"/>
                        <a:pt x="87834" y="41434"/>
                        <a:pt x="87072" y="40767"/>
                      </a:cubicBezTo>
                      <a:cubicBezTo>
                        <a:pt x="86405" y="40100"/>
                        <a:pt x="85643" y="39815"/>
                        <a:pt x="84786" y="39815"/>
                      </a:cubicBezTo>
                      <a:cubicBezTo>
                        <a:pt x="84310" y="39815"/>
                        <a:pt x="83643" y="40005"/>
                        <a:pt x="82881" y="40291"/>
                      </a:cubicBezTo>
                      <a:cubicBezTo>
                        <a:pt x="82786" y="40005"/>
                        <a:pt x="82786" y="38671"/>
                        <a:pt x="82881" y="36290"/>
                      </a:cubicBezTo>
                      <a:cubicBezTo>
                        <a:pt x="82881" y="34766"/>
                        <a:pt x="82214" y="33623"/>
                        <a:pt x="80785" y="32957"/>
                      </a:cubicBezTo>
                      <a:cubicBezTo>
                        <a:pt x="79738" y="33433"/>
                        <a:pt x="79071" y="34385"/>
                        <a:pt x="79071" y="35719"/>
                      </a:cubicBezTo>
                      <a:cubicBezTo>
                        <a:pt x="78976" y="37052"/>
                        <a:pt x="78976" y="38386"/>
                        <a:pt x="78976" y="39624"/>
                      </a:cubicBezTo>
                      <a:lnTo>
                        <a:pt x="80119" y="40291"/>
                      </a:lnTo>
                      <a:cubicBezTo>
                        <a:pt x="80119" y="40291"/>
                        <a:pt x="78595" y="40862"/>
                        <a:pt x="76118" y="41434"/>
                      </a:cubicBezTo>
                      <a:cubicBezTo>
                        <a:pt x="74499" y="41720"/>
                        <a:pt x="73642" y="42577"/>
                        <a:pt x="73546" y="44006"/>
                      </a:cubicBezTo>
                      <a:lnTo>
                        <a:pt x="71641" y="44006"/>
                      </a:lnTo>
                      <a:cubicBezTo>
                        <a:pt x="74499" y="42291"/>
                        <a:pt x="74880" y="39243"/>
                        <a:pt x="72784" y="34862"/>
                      </a:cubicBezTo>
                      <a:lnTo>
                        <a:pt x="69737" y="32290"/>
                      </a:lnTo>
                      <a:cubicBezTo>
                        <a:pt x="71165" y="32480"/>
                        <a:pt x="73165" y="32004"/>
                        <a:pt x="75642" y="31147"/>
                      </a:cubicBezTo>
                      <a:cubicBezTo>
                        <a:pt x="73928" y="28194"/>
                        <a:pt x="71165" y="26670"/>
                        <a:pt x="67450" y="26670"/>
                      </a:cubicBezTo>
                      <a:cubicBezTo>
                        <a:pt x="66498" y="26670"/>
                        <a:pt x="65069" y="26765"/>
                        <a:pt x="63164" y="27051"/>
                      </a:cubicBezTo>
                      <a:cubicBezTo>
                        <a:pt x="61259" y="27337"/>
                        <a:pt x="59926" y="27432"/>
                        <a:pt x="59164" y="27432"/>
                      </a:cubicBezTo>
                      <a:cubicBezTo>
                        <a:pt x="55735" y="27432"/>
                        <a:pt x="53258" y="26289"/>
                        <a:pt x="51639" y="23908"/>
                      </a:cubicBezTo>
                      <a:cubicBezTo>
                        <a:pt x="49924" y="25337"/>
                        <a:pt x="46305" y="26384"/>
                        <a:pt x="40780" y="27146"/>
                      </a:cubicBezTo>
                      <a:cubicBezTo>
                        <a:pt x="36494" y="27813"/>
                        <a:pt x="33827" y="29718"/>
                        <a:pt x="32494" y="33052"/>
                      </a:cubicBezTo>
                      <a:lnTo>
                        <a:pt x="31541" y="32385"/>
                      </a:lnTo>
                      <a:cubicBezTo>
                        <a:pt x="31637" y="34290"/>
                        <a:pt x="30970" y="35909"/>
                        <a:pt x="29446" y="37338"/>
                      </a:cubicBezTo>
                      <a:cubicBezTo>
                        <a:pt x="27922" y="38767"/>
                        <a:pt x="27064" y="39719"/>
                        <a:pt x="27064" y="40100"/>
                      </a:cubicBezTo>
                      <a:cubicBezTo>
                        <a:pt x="27064" y="40767"/>
                        <a:pt x="27541" y="41434"/>
                        <a:pt x="28493" y="42196"/>
                      </a:cubicBezTo>
                      <a:lnTo>
                        <a:pt x="29636" y="41529"/>
                      </a:lnTo>
                      <a:cubicBezTo>
                        <a:pt x="31637" y="42482"/>
                        <a:pt x="32017" y="45053"/>
                        <a:pt x="30589" y="49244"/>
                      </a:cubicBezTo>
                      <a:cubicBezTo>
                        <a:pt x="29160" y="53531"/>
                        <a:pt x="29446" y="56674"/>
                        <a:pt x="31541" y="58674"/>
                      </a:cubicBezTo>
                      <a:cubicBezTo>
                        <a:pt x="30874" y="60103"/>
                        <a:pt x="30779" y="63056"/>
                        <a:pt x="31255" y="67723"/>
                      </a:cubicBezTo>
                      <a:cubicBezTo>
                        <a:pt x="31732" y="72390"/>
                        <a:pt x="31255" y="75819"/>
                        <a:pt x="29636" y="78010"/>
                      </a:cubicBezTo>
                      <a:cubicBezTo>
                        <a:pt x="29922" y="80486"/>
                        <a:pt x="32589" y="86868"/>
                        <a:pt x="37637" y="97060"/>
                      </a:cubicBezTo>
                      <a:cubicBezTo>
                        <a:pt x="40590" y="95345"/>
                        <a:pt x="44114" y="95060"/>
                        <a:pt x="48020" y="96393"/>
                      </a:cubicBezTo>
                      <a:cubicBezTo>
                        <a:pt x="49258" y="97822"/>
                        <a:pt x="50687" y="98489"/>
                        <a:pt x="52306" y="98489"/>
                      </a:cubicBezTo>
                      <a:cubicBezTo>
                        <a:pt x="53544" y="98489"/>
                        <a:pt x="55544" y="97822"/>
                        <a:pt x="58402" y="96488"/>
                      </a:cubicBezTo>
                      <a:cubicBezTo>
                        <a:pt x="61164" y="95155"/>
                        <a:pt x="63450" y="94488"/>
                        <a:pt x="64974" y="94488"/>
                      </a:cubicBezTo>
                      <a:cubicBezTo>
                        <a:pt x="66022" y="94488"/>
                        <a:pt x="67165" y="94679"/>
                        <a:pt x="68308" y="95155"/>
                      </a:cubicBezTo>
                      <a:cubicBezTo>
                        <a:pt x="68308" y="94393"/>
                        <a:pt x="69165" y="93154"/>
                        <a:pt x="70975" y="91535"/>
                      </a:cubicBezTo>
                      <a:cubicBezTo>
                        <a:pt x="72784" y="89916"/>
                        <a:pt x="73737" y="88392"/>
                        <a:pt x="73737" y="86963"/>
                      </a:cubicBezTo>
                      <a:cubicBezTo>
                        <a:pt x="73737" y="86487"/>
                        <a:pt x="73737" y="85916"/>
                        <a:pt x="73451" y="85344"/>
                      </a:cubicBezTo>
                      <a:cubicBezTo>
                        <a:pt x="72404" y="84392"/>
                        <a:pt x="71165" y="83439"/>
                        <a:pt x="70022" y="82487"/>
                      </a:cubicBezTo>
                      <a:cubicBezTo>
                        <a:pt x="68879" y="81534"/>
                        <a:pt x="68308" y="80296"/>
                        <a:pt x="68308" y="78772"/>
                      </a:cubicBezTo>
                      <a:lnTo>
                        <a:pt x="66403" y="83439"/>
                      </a:lnTo>
                      <a:cubicBezTo>
                        <a:pt x="65926" y="83344"/>
                        <a:pt x="61926" y="83439"/>
                        <a:pt x="54401" y="83725"/>
                      </a:cubicBezTo>
                      <a:cubicBezTo>
                        <a:pt x="49353" y="83915"/>
                        <a:pt x="46019" y="82201"/>
                        <a:pt x="44305" y="78772"/>
                      </a:cubicBezTo>
                      <a:cubicBezTo>
                        <a:pt x="43162" y="75438"/>
                        <a:pt x="42685" y="71914"/>
                        <a:pt x="42685" y="68199"/>
                      </a:cubicBezTo>
                      <a:cubicBezTo>
                        <a:pt x="42685" y="65818"/>
                        <a:pt x="42971" y="63913"/>
                        <a:pt x="43638" y="62484"/>
                      </a:cubicBezTo>
                      <a:cubicBezTo>
                        <a:pt x="44400" y="61913"/>
                        <a:pt x="47067" y="60865"/>
                        <a:pt x="51639" y="59436"/>
                      </a:cubicBezTo>
                      <a:cubicBezTo>
                        <a:pt x="55258" y="58293"/>
                        <a:pt x="57068" y="56769"/>
                        <a:pt x="57068" y="54674"/>
                      </a:cubicBezTo>
                      <a:cubicBezTo>
                        <a:pt x="57068" y="53721"/>
                        <a:pt x="56782" y="52673"/>
                        <a:pt x="56116" y="51435"/>
                      </a:cubicBezTo>
                      <a:lnTo>
                        <a:pt x="59164" y="49530"/>
                      </a:lnTo>
                      <a:lnTo>
                        <a:pt x="57259" y="55150"/>
                      </a:lnTo>
                      <a:cubicBezTo>
                        <a:pt x="61831" y="57531"/>
                        <a:pt x="65450" y="58674"/>
                        <a:pt x="68308" y="58674"/>
                      </a:cubicBezTo>
                      <a:cubicBezTo>
                        <a:pt x="70308" y="58674"/>
                        <a:pt x="72022" y="58103"/>
                        <a:pt x="73451" y="57055"/>
                      </a:cubicBezTo>
                      <a:lnTo>
                        <a:pt x="73451" y="55912"/>
                      </a:lnTo>
                      <a:cubicBezTo>
                        <a:pt x="75071" y="57150"/>
                        <a:pt x="78118" y="57912"/>
                        <a:pt x="82690" y="58008"/>
                      </a:cubicBezTo>
                      <a:cubicBezTo>
                        <a:pt x="86120" y="57817"/>
                        <a:pt x="89548" y="57721"/>
                        <a:pt x="92787" y="57721"/>
                      </a:cubicBezTo>
                      <a:cubicBezTo>
                        <a:pt x="94978" y="57912"/>
                        <a:pt x="96978" y="58198"/>
                        <a:pt x="98788" y="58769"/>
                      </a:cubicBezTo>
                      <a:cubicBezTo>
                        <a:pt x="100597" y="59341"/>
                        <a:pt x="102121" y="60484"/>
                        <a:pt x="103264" y="62294"/>
                      </a:cubicBezTo>
                      <a:cubicBezTo>
                        <a:pt x="104407" y="64103"/>
                        <a:pt x="105455" y="65818"/>
                        <a:pt x="106217" y="67437"/>
                      </a:cubicBezTo>
                      <a:close/>
                      <a:moveTo>
                        <a:pt x="48115" y="11621"/>
                      </a:moveTo>
                      <a:lnTo>
                        <a:pt x="48115" y="12287"/>
                      </a:lnTo>
                      <a:lnTo>
                        <a:pt x="50687" y="11621"/>
                      </a:lnTo>
                      <a:lnTo>
                        <a:pt x="48115" y="11621"/>
                      </a:lnTo>
                      <a:close/>
                      <a:moveTo>
                        <a:pt x="61831" y="72581"/>
                      </a:moveTo>
                      <a:lnTo>
                        <a:pt x="62783" y="71914"/>
                      </a:lnTo>
                      <a:lnTo>
                        <a:pt x="61831" y="67246"/>
                      </a:lnTo>
                      <a:lnTo>
                        <a:pt x="61831" y="72676"/>
                      </a:lnTo>
                      <a:close/>
                      <a:moveTo>
                        <a:pt x="73546" y="22193"/>
                      </a:moveTo>
                      <a:lnTo>
                        <a:pt x="73546" y="26003"/>
                      </a:lnTo>
                      <a:lnTo>
                        <a:pt x="76404" y="26003"/>
                      </a:lnTo>
                      <a:cubicBezTo>
                        <a:pt x="77166" y="25813"/>
                        <a:pt x="77547" y="24956"/>
                        <a:pt x="77547" y="23432"/>
                      </a:cubicBezTo>
                      <a:cubicBezTo>
                        <a:pt x="77261" y="22574"/>
                        <a:pt x="76595" y="22289"/>
                        <a:pt x="75642" y="22289"/>
                      </a:cubicBezTo>
                      <a:lnTo>
                        <a:pt x="73546" y="22289"/>
                      </a:lnTo>
                      <a:close/>
                      <a:moveTo>
                        <a:pt x="80119" y="11621"/>
                      </a:moveTo>
                      <a:lnTo>
                        <a:pt x="80119" y="13049"/>
                      </a:lnTo>
                      <a:cubicBezTo>
                        <a:pt x="81643" y="13049"/>
                        <a:pt x="82595" y="12859"/>
                        <a:pt x="82881" y="12383"/>
                      </a:cubicBezTo>
                      <a:lnTo>
                        <a:pt x="80119" y="11716"/>
                      </a:lnTo>
                      <a:close/>
                    </a:path>
                  </a:pathLst>
                </a:custGeom>
                <a:solidFill>
                  <a:srgbClr val="F6EF85"/>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92" name="Google Shape;892;p99"/>
              <p:cNvGrpSpPr/>
              <p:nvPr/>
            </p:nvGrpSpPr>
            <p:grpSpPr>
              <a:xfrm>
                <a:off x="8434096" y="4559618"/>
                <a:ext cx="534638" cy="149066"/>
                <a:chOff x="3180778" y="2277713"/>
                <a:chExt cx="534638" cy="149066"/>
              </a:xfrm>
            </p:grpSpPr>
            <p:sp>
              <p:nvSpPr>
                <p:cNvPr id="893" name="Google Shape;893;p99"/>
                <p:cNvSpPr/>
                <p:nvPr/>
              </p:nvSpPr>
              <p:spPr>
                <a:xfrm>
                  <a:off x="3180778" y="2297334"/>
                  <a:ext cx="118205" cy="128016"/>
                </a:xfrm>
                <a:custGeom>
                  <a:avLst/>
                  <a:gdLst/>
                  <a:ahLst/>
                  <a:cxnLst/>
                  <a:rect l="l" t="t" r="r" b="b"/>
                  <a:pathLst>
                    <a:path w="118205" h="128016" extrusionOk="0">
                      <a:moveTo>
                        <a:pt x="1715" y="88963"/>
                      </a:moveTo>
                      <a:cubicBezTo>
                        <a:pt x="1619" y="90011"/>
                        <a:pt x="1715" y="90488"/>
                        <a:pt x="2191" y="90488"/>
                      </a:cubicBezTo>
                      <a:cubicBezTo>
                        <a:pt x="2286" y="90488"/>
                        <a:pt x="2572" y="90488"/>
                        <a:pt x="2857" y="90297"/>
                      </a:cubicBezTo>
                      <a:cubicBezTo>
                        <a:pt x="3143" y="90202"/>
                        <a:pt x="3429" y="90202"/>
                        <a:pt x="3619" y="90202"/>
                      </a:cubicBezTo>
                      <a:cubicBezTo>
                        <a:pt x="3905" y="90202"/>
                        <a:pt x="4191" y="90392"/>
                        <a:pt x="4286" y="90868"/>
                      </a:cubicBezTo>
                      <a:cubicBezTo>
                        <a:pt x="1715" y="90868"/>
                        <a:pt x="286" y="90678"/>
                        <a:pt x="0" y="90202"/>
                      </a:cubicBezTo>
                      <a:lnTo>
                        <a:pt x="1715" y="88963"/>
                      </a:lnTo>
                      <a:close/>
                      <a:moveTo>
                        <a:pt x="4286" y="105156"/>
                      </a:moveTo>
                      <a:cubicBezTo>
                        <a:pt x="4477" y="104584"/>
                        <a:pt x="4953" y="104394"/>
                        <a:pt x="5524" y="104394"/>
                      </a:cubicBezTo>
                      <a:lnTo>
                        <a:pt x="7239" y="104394"/>
                      </a:lnTo>
                      <a:cubicBezTo>
                        <a:pt x="7239" y="104870"/>
                        <a:pt x="6763" y="105156"/>
                        <a:pt x="6001" y="105156"/>
                      </a:cubicBezTo>
                      <a:lnTo>
                        <a:pt x="4286" y="105156"/>
                      </a:lnTo>
                      <a:close/>
                      <a:moveTo>
                        <a:pt x="9620" y="113538"/>
                      </a:moveTo>
                      <a:lnTo>
                        <a:pt x="9620" y="111823"/>
                      </a:lnTo>
                      <a:lnTo>
                        <a:pt x="10954" y="111823"/>
                      </a:lnTo>
                      <a:lnTo>
                        <a:pt x="9620" y="113538"/>
                      </a:lnTo>
                      <a:close/>
                      <a:moveTo>
                        <a:pt x="16478" y="103060"/>
                      </a:moveTo>
                      <a:cubicBezTo>
                        <a:pt x="16954" y="102870"/>
                        <a:pt x="17812" y="103251"/>
                        <a:pt x="18859" y="104394"/>
                      </a:cubicBezTo>
                      <a:lnTo>
                        <a:pt x="18383" y="105156"/>
                      </a:lnTo>
                      <a:lnTo>
                        <a:pt x="16478" y="103060"/>
                      </a:lnTo>
                      <a:close/>
                      <a:moveTo>
                        <a:pt x="18859" y="113538"/>
                      </a:moveTo>
                      <a:cubicBezTo>
                        <a:pt x="18859" y="113538"/>
                        <a:pt x="19526" y="113157"/>
                        <a:pt x="19907" y="112585"/>
                      </a:cubicBezTo>
                      <a:cubicBezTo>
                        <a:pt x="20288" y="112014"/>
                        <a:pt x="20669" y="111823"/>
                        <a:pt x="20955" y="111823"/>
                      </a:cubicBezTo>
                      <a:cubicBezTo>
                        <a:pt x="20955" y="112204"/>
                        <a:pt x="20669" y="112871"/>
                        <a:pt x="20098" y="113538"/>
                      </a:cubicBezTo>
                      <a:lnTo>
                        <a:pt x="18859" y="113538"/>
                      </a:lnTo>
                      <a:close/>
                      <a:moveTo>
                        <a:pt x="21812" y="99441"/>
                      </a:moveTo>
                      <a:lnTo>
                        <a:pt x="21336" y="100679"/>
                      </a:lnTo>
                      <a:lnTo>
                        <a:pt x="19526" y="100679"/>
                      </a:lnTo>
                      <a:cubicBezTo>
                        <a:pt x="20002" y="99441"/>
                        <a:pt x="20383" y="98774"/>
                        <a:pt x="20860" y="98774"/>
                      </a:cubicBezTo>
                      <a:cubicBezTo>
                        <a:pt x="21146" y="98774"/>
                        <a:pt x="21431" y="98965"/>
                        <a:pt x="21717" y="99441"/>
                      </a:cubicBezTo>
                      <a:close/>
                      <a:moveTo>
                        <a:pt x="24384" y="88487"/>
                      </a:moveTo>
                      <a:lnTo>
                        <a:pt x="24384" y="89725"/>
                      </a:lnTo>
                      <a:lnTo>
                        <a:pt x="21812" y="87630"/>
                      </a:lnTo>
                      <a:cubicBezTo>
                        <a:pt x="22479" y="87439"/>
                        <a:pt x="23241" y="87630"/>
                        <a:pt x="24384" y="88487"/>
                      </a:cubicBezTo>
                      <a:close/>
                      <a:moveTo>
                        <a:pt x="21812" y="106871"/>
                      </a:moveTo>
                      <a:cubicBezTo>
                        <a:pt x="22669" y="106871"/>
                        <a:pt x="23050" y="107442"/>
                        <a:pt x="23050" y="108585"/>
                      </a:cubicBezTo>
                      <a:lnTo>
                        <a:pt x="21812" y="108585"/>
                      </a:lnTo>
                      <a:lnTo>
                        <a:pt x="21812" y="106871"/>
                      </a:lnTo>
                      <a:close/>
                      <a:moveTo>
                        <a:pt x="24860" y="120301"/>
                      </a:moveTo>
                      <a:lnTo>
                        <a:pt x="24384" y="119729"/>
                      </a:lnTo>
                      <a:lnTo>
                        <a:pt x="26860" y="118300"/>
                      </a:lnTo>
                      <a:lnTo>
                        <a:pt x="24860" y="120301"/>
                      </a:lnTo>
                      <a:close/>
                      <a:moveTo>
                        <a:pt x="118205" y="95059"/>
                      </a:moveTo>
                      <a:lnTo>
                        <a:pt x="112681" y="95821"/>
                      </a:lnTo>
                      <a:cubicBezTo>
                        <a:pt x="112681" y="95821"/>
                        <a:pt x="112490" y="96202"/>
                        <a:pt x="112490" y="96298"/>
                      </a:cubicBezTo>
                      <a:cubicBezTo>
                        <a:pt x="112490" y="96583"/>
                        <a:pt x="112967" y="97060"/>
                        <a:pt x="113824" y="97536"/>
                      </a:cubicBezTo>
                      <a:cubicBezTo>
                        <a:pt x="114681" y="98108"/>
                        <a:pt x="115157" y="98679"/>
                        <a:pt x="115157" y="99346"/>
                      </a:cubicBezTo>
                      <a:lnTo>
                        <a:pt x="116396" y="99346"/>
                      </a:lnTo>
                      <a:cubicBezTo>
                        <a:pt x="115729" y="102584"/>
                        <a:pt x="115157" y="105918"/>
                        <a:pt x="114586" y="109156"/>
                      </a:cubicBezTo>
                      <a:cubicBezTo>
                        <a:pt x="113728" y="112585"/>
                        <a:pt x="111728" y="114871"/>
                        <a:pt x="108394" y="115919"/>
                      </a:cubicBezTo>
                      <a:cubicBezTo>
                        <a:pt x="107823" y="114014"/>
                        <a:pt x="106585" y="113443"/>
                        <a:pt x="104584" y="114205"/>
                      </a:cubicBezTo>
                      <a:lnTo>
                        <a:pt x="103918" y="114681"/>
                      </a:lnTo>
                      <a:lnTo>
                        <a:pt x="106299" y="117253"/>
                      </a:lnTo>
                      <a:cubicBezTo>
                        <a:pt x="105346" y="117062"/>
                        <a:pt x="104299" y="116396"/>
                        <a:pt x="103156" y="115443"/>
                      </a:cubicBezTo>
                      <a:cubicBezTo>
                        <a:pt x="102013" y="114395"/>
                        <a:pt x="101060" y="113919"/>
                        <a:pt x="100489" y="113919"/>
                      </a:cubicBezTo>
                      <a:cubicBezTo>
                        <a:pt x="99727" y="113919"/>
                        <a:pt x="98869" y="114300"/>
                        <a:pt x="98012" y="115157"/>
                      </a:cubicBezTo>
                      <a:lnTo>
                        <a:pt x="100203" y="115157"/>
                      </a:lnTo>
                      <a:lnTo>
                        <a:pt x="99727" y="115919"/>
                      </a:lnTo>
                      <a:cubicBezTo>
                        <a:pt x="100965" y="116396"/>
                        <a:pt x="102584" y="117348"/>
                        <a:pt x="104680" y="118967"/>
                      </a:cubicBezTo>
                      <a:lnTo>
                        <a:pt x="100203" y="120872"/>
                      </a:lnTo>
                      <a:lnTo>
                        <a:pt x="100965" y="121348"/>
                      </a:lnTo>
                      <a:cubicBezTo>
                        <a:pt x="100965" y="121348"/>
                        <a:pt x="99060" y="122206"/>
                        <a:pt x="95821" y="123539"/>
                      </a:cubicBezTo>
                      <a:cubicBezTo>
                        <a:pt x="94202" y="124206"/>
                        <a:pt x="92583" y="124492"/>
                        <a:pt x="91059" y="124492"/>
                      </a:cubicBezTo>
                      <a:cubicBezTo>
                        <a:pt x="90392" y="124492"/>
                        <a:pt x="89535" y="124492"/>
                        <a:pt x="88678" y="124301"/>
                      </a:cubicBezTo>
                      <a:cubicBezTo>
                        <a:pt x="88201" y="125730"/>
                        <a:pt x="88011" y="126683"/>
                        <a:pt x="88201" y="127254"/>
                      </a:cubicBezTo>
                      <a:lnTo>
                        <a:pt x="64103" y="128016"/>
                      </a:lnTo>
                      <a:cubicBezTo>
                        <a:pt x="62198" y="126206"/>
                        <a:pt x="59150" y="124777"/>
                        <a:pt x="55054" y="123444"/>
                      </a:cubicBezTo>
                      <a:cubicBezTo>
                        <a:pt x="50482" y="122110"/>
                        <a:pt x="47625" y="120967"/>
                        <a:pt x="46292" y="120110"/>
                      </a:cubicBezTo>
                      <a:cubicBezTo>
                        <a:pt x="45815" y="119348"/>
                        <a:pt x="44863" y="118872"/>
                        <a:pt x="43529" y="118586"/>
                      </a:cubicBezTo>
                      <a:cubicBezTo>
                        <a:pt x="42196" y="118300"/>
                        <a:pt x="40957" y="118015"/>
                        <a:pt x="39719" y="117634"/>
                      </a:cubicBezTo>
                      <a:lnTo>
                        <a:pt x="41434" y="115919"/>
                      </a:lnTo>
                      <a:lnTo>
                        <a:pt x="39052" y="113443"/>
                      </a:lnTo>
                      <a:lnTo>
                        <a:pt x="38386" y="115157"/>
                      </a:lnTo>
                      <a:cubicBezTo>
                        <a:pt x="36290" y="114681"/>
                        <a:pt x="35052" y="112871"/>
                        <a:pt x="34861" y="109918"/>
                      </a:cubicBezTo>
                      <a:cubicBezTo>
                        <a:pt x="34861" y="107251"/>
                        <a:pt x="33242" y="105918"/>
                        <a:pt x="30480" y="105918"/>
                      </a:cubicBezTo>
                      <a:lnTo>
                        <a:pt x="28384" y="105918"/>
                      </a:lnTo>
                      <a:cubicBezTo>
                        <a:pt x="30194" y="105823"/>
                        <a:pt x="31051" y="104775"/>
                        <a:pt x="31051" y="102870"/>
                      </a:cubicBezTo>
                      <a:cubicBezTo>
                        <a:pt x="31051" y="102203"/>
                        <a:pt x="30861" y="101632"/>
                        <a:pt x="30575" y="101155"/>
                      </a:cubicBezTo>
                      <a:cubicBezTo>
                        <a:pt x="30290" y="100584"/>
                        <a:pt x="29146" y="100013"/>
                        <a:pt x="27242" y="99250"/>
                      </a:cubicBezTo>
                      <a:lnTo>
                        <a:pt x="26765" y="99727"/>
                      </a:lnTo>
                      <a:cubicBezTo>
                        <a:pt x="26765" y="99727"/>
                        <a:pt x="26575" y="100013"/>
                        <a:pt x="26384" y="100013"/>
                      </a:cubicBezTo>
                      <a:cubicBezTo>
                        <a:pt x="26003" y="100013"/>
                        <a:pt x="25813" y="99631"/>
                        <a:pt x="25527" y="98774"/>
                      </a:cubicBezTo>
                      <a:cubicBezTo>
                        <a:pt x="25336" y="98012"/>
                        <a:pt x="25336" y="97346"/>
                        <a:pt x="25527" y="96679"/>
                      </a:cubicBezTo>
                      <a:cubicBezTo>
                        <a:pt x="26575" y="96488"/>
                        <a:pt x="28194" y="95345"/>
                        <a:pt x="30290" y="93345"/>
                      </a:cubicBezTo>
                      <a:cubicBezTo>
                        <a:pt x="32194" y="91630"/>
                        <a:pt x="33814" y="90773"/>
                        <a:pt x="35052" y="90773"/>
                      </a:cubicBezTo>
                      <a:cubicBezTo>
                        <a:pt x="35719" y="90773"/>
                        <a:pt x="36385" y="90964"/>
                        <a:pt x="37052" y="91250"/>
                      </a:cubicBezTo>
                      <a:cubicBezTo>
                        <a:pt x="36671" y="90488"/>
                        <a:pt x="36576" y="89916"/>
                        <a:pt x="37052" y="89345"/>
                      </a:cubicBezTo>
                      <a:cubicBezTo>
                        <a:pt x="37433" y="88868"/>
                        <a:pt x="37052" y="88011"/>
                        <a:pt x="36004" y="86963"/>
                      </a:cubicBezTo>
                      <a:lnTo>
                        <a:pt x="41338" y="84392"/>
                      </a:lnTo>
                      <a:lnTo>
                        <a:pt x="40100" y="82677"/>
                      </a:lnTo>
                      <a:cubicBezTo>
                        <a:pt x="40957" y="82677"/>
                        <a:pt x="42291" y="82201"/>
                        <a:pt x="44196" y="81153"/>
                      </a:cubicBezTo>
                      <a:cubicBezTo>
                        <a:pt x="46101" y="80105"/>
                        <a:pt x="47434" y="79629"/>
                        <a:pt x="48006" y="79629"/>
                      </a:cubicBezTo>
                      <a:cubicBezTo>
                        <a:pt x="49054" y="79629"/>
                        <a:pt x="49721" y="80391"/>
                        <a:pt x="50006" y="82010"/>
                      </a:cubicBezTo>
                      <a:cubicBezTo>
                        <a:pt x="49721" y="85534"/>
                        <a:pt x="50959" y="88963"/>
                        <a:pt x="53816" y="92488"/>
                      </a:cubicBezTo>
                      <a:cubicBezTo>
                        <a:pt x="55150" y="94202"/>
                        <a:pt x="58007" y="96869"/>
                        <a:pt x="62198" y="100393"/>
                      </a:cubicBezTo>
                      <a:cubicBezTo>
                        <a:pt x="62770" y="101917"/>
                        <a:pt x="63913" y="102584"/>
                        <a:pt x="65342" y="102584"/>
                      </a:cubicBezTo>
                      <a:cubicBezTo>
                        <a:pt x="65722" y="102584"/>
                        <a:pt x="66484" y="102584"/>
                        <a:pt x="67342" y="102394"/>
                      </a:cubicBezTo>
                      <a:cubicBezTo>
                        <a:pt x="68199" y="102203"/>
                        <a:pt x="68866" y="102108"/>
                        <a:pt x="69342" y="102108"/>
                      </a:cubicBezTo>
                      <a:cubicBezTo>
                        <a:pt x="70294" y="102108"/>
                        <a:pt x="71152" y="102298"/>
                        <a:pt x="72009" y="102775"/>
                      </a:cubicBezTo>
                      <a:cubicBezTo>
                        <a:pt x="72866" y="103251"/>
                        <a:pt x="73819" y="103442"/>
                        <a:pt x="74867" y="103442"/>
                      </a:cubicBezTo>
                      <a:cubicBezTo>
                        <a:pt x="76771" y="103442"/>
                        <a:pt x="78962" y="102584"/>
                        <a:pt x="81439" y="100775"/>
                      </a:cubicBezTo>
                      <a:cubicBezTo>
                        <a:pt x="85249" y="98203"/>
                        <a:pt x="87440" y="96869"/>
                        <a:pt x="88011" y="96679"/>
                      </a:cubicBezTo>
                      <a:cubicBezTo>
                        <a:pt x="88487" y="95821"/>
                        <a:pt x="88773" y="94964"/>
                        <a:pt x="88773" y="94107"/>
                      </a:cubicBezTo>
                      <a:cubicBezTo>
                        <a:pt x="88773" y="92869"/>
                        <a:pt x="88011" y="91154"/>
                        <a:pt x="86582" y="89154"/>
                      </a:cubicBezTo>
                      <a:cubicBezTo>
                        <a:pt x="85153" y="87058"/>
                        <a:pt x="84296" y="85534"/>
                        <a:pt x="84106" y="84487"/>
                      </a:cubicBezTo>
                      <a:cubicBezTo>
                        <a:pt x="81439" y="84106"/>
                        <a:pt x="80010" y="83058"/>
                        <a:pt x="79629" y="81534"/>
                      </a:cubicBezTo>
                      <a:lnTo>
                        <a:pt x="80486" y="80867"/>
                      </a:lnTo>
                      <a:cubicBezTo>
                        <a:pt x="77152" y="79248"/>
                        <a:pt x="72390" y="76867"/>
                        <a:pt x="66294" y="73533"/>
                      </a:cubicBezTo>
                      <a:cubicBezTo>
                        <a:pt x="65722" y="74009"/>
                        <a:pt x="65056" y="74295"/>
                        <a:pt x="64389" y="74295"/>
                      </a:cubicBezTo>
                      <a:cubicBezTo>
                        <a:pt x="63532" y="74295"/>
                        <a:pt x="62484" y="73723"/>
                        <a:pt x="61246" y="72485"/>
                      </a:cubicBezTo>
                      <a:cubicBezTo>
                        <a:pt x="60007" y="71342"/>
                        <a:pt x="58960" y="70771"/>
                        <a:pt x="58198" y="70771"/>
                      </a:cubicBezTo>
                      <a:cubicBezTo>
                        <a:pt x="57912" y="70771"/>
                        <a:pt x="57626" y="70866"/>
                        <a:pt x="57245" y="71056"/>
                      </a:cubicBezTo>
                      <a:cubicBezTo>
                        <a:pt x="54578" y="70295"/>
                        <a:pt x="52006" y="68104"/>
                        <a:pt x="49340" y="64579"/>
                      </a:cubicBezTo>
                      <a:cubicBezTo>
                        <a:pt x="46387" y="60579"/>
                        <a:pt x="43815" y="58007"/>
                        <a:pt x="41815" y="56769"/>
                      </a:cubicBezTo>
                      <a:cubicBezTo>
                        <a:pt x="42005" y="55626"/>
                        <a:pt x="41529" y="54197"/>
                        <a:pt x="40196" y="52388"/>
                      </a:cubicBezTo>
                      <a:cubicBezTo>
                        <a:pt x="38957" y="50673"/>
                        <a:pt x="38481" y="49339"/>
                        <a:pt x="38671" y="48387"/>
                      </a:cubicBezTo>
                      <a:cubicBezTo>
                        <a:pt x="37909" y="46958"/>
                        <a:pt x="37433" y="44387"/>
                        <a:pt x="37147" y="40481"/>
                      </a:cubicBezTo>
                      <a:cubicBezTo>
                        <a:pt x="36957" y="36957"/>
                        <a:pt x="36862" y="33528"/>
                        <a:pt x="36671" y="30004"/>
                      </a:cubicBezTo>
                      <a:cubicBezTo>
                        <a:pt x="37528" y="29718"/>
                        <a:pt x="37909" y="29242"/>
                        <a:pt x="37909" y="28766"/>
                      </a:cubicBezTo>
                      <a:cubicBezTo>
                        <a:pt x="37909" y="28480"/>
                        <a:pt x="37719" y="27908"/>
                        <a:pt x="37243" y="27242"/>
                      </a:cubicBezTo>
                      <a:cubicBezTo>
                        <a:pt x="36767" y="26575"/>
                        <a:pt x="36576" y="26098"/>
                        <a:pt x="36576" y="25717"/>
                      </a:cubicBezTo>
                      <a:cubicBezTo>
                        <a:pt x="37147" y="24289"/>
                        <a:pt x="38957" y="22193"/>
                        <a:pt x="42005" y="19717"/>
                      </a:cubicBezTo>
                      <a:cubicBezTo>
                        <a:pt x="44482" y="17526"/>
                        <a:pt x="45815" y="15335"/>
                        <a:pt x="45815" y="13335"/>
                      </a:cubicBezTo>
                      <a:cubicBezTo>
                        <a:pt x="46196" y="13240"/>
                        <a:pt x="46958" y="12763"/>
                        <a:pt x="48006" y="12097"/>
                      </a:cubicBezTo>
                      <a:cubicBezTo>
                        <a:pt x="48958" y="11335"/>
                        <a:pt x="49721" y="10954"/>
                        <a:pt x="50101" y="10954"/>
                      </a:cubicBezTo>
                      <a:cubicBezTo>
                        <a:pt x="50482" y="10954"/>
                        <a:pt x="50673" y="11144"/>
                        <a:pt x="50959" y="11621"/>
                      </a:cubicBezTo>
                      <a:cubicBezTo>
                        <a:pt x="52959" y="8572"/>
                        <a:pt x="56197" y="6191"/>
                        <a:pt x="60579" y="4477"/>
                      </a:cubicBezTo>
                      <a:cubicBezTo>
                        <a:pt x="64484" y="3238"/>
                        <a:pt x="68390" y="1905"/>
                        <a:pt x="72390" y="667"/>
                      </a:cubicBezTo>
                      <a:cubicBezTo>
                        <a:pt x="73533" y="191"/>
                        <a:pt x="74771" y="0"/>
                        <a:pt x="75914" y="0"/>
                      </a:cubicBezTo>
                      <a:cubicBezTo>
                        <a:pt x="77629" y="0"/>
                        <a:pt x="79915" y="667"/>
                        <a:pt x="82677" y="2000"/>
                      </a:cubicBezTo>
                      <a:cubicBezTo>
                        <a:pt x="85534" y="3334"/>
                        <a:pt x="87821" y="4000"/>
                        <a:pt x="89535" y="4000"/>
                      </a:cubicBezTo>
                      <a:cubicBezTo>
                        <a:pt x="90297" y="4000"/>
                        <a:pt x="91059" y="3905"/>
                        <a:pt x="91726" y="3620"/>
                      </a:cubicBezTo>
                      <a:cubicBezTo>
                        <a:pt x="92488" y="5143"/>
                        <a:pt x="93821" y="6096"/>
                        <a:pt x="95726" y="6667"/>
                      </a:cubicBezTo>
                      <a:cubicBezTo>
                        <a:pt x="98107" y="7429"/>
                        <a:pt x="99727" y="8001"/>
                        <a:pt x="100489" y="8572"/>
                      </a:cubicBezTo>
                      <a:cubicBezTo>
                        <a:pt x="104108" y="8858"/>
                        <a:pt x="107251" y="13525"/>
                        <a:pt x="110109" y="22574"/>
                      </a:cubicBezTo>
                      <a:cubicBezTo>
                        <a:pt x="110014" y="23813"/>
                        <a:pt x="109061" y="25527"/>
                        <a:pt x="107347" y="27622"/>
                      </a:cubicBezTo>
                      <a:cubicBezTo>
                        <a:pt x="105632" y="29718"/>
                        <a:pt x="104775" y="31528"/>
                        <a:pt x="104870" y="33052"/>
                      </a:cubicBezTo>
                      <a:cubicBezTo>
                        <a:pt x="103727" y="32861"/>
                        <a:pt x="103156" y="33242"/>
                        <a:pt x="102965" y="34290"/>
                      </a:cubicBezTo>
                      <a:cubicBezTo>
                        <a:pt x="102965" y="35623"/>
                        <a:pt x="102584" y="36481"/>
                        <a:pt x="102108" y="36671"/>
                      </a:cubicBezTo>
                      <a:cubicBezTo>
                        <a:pt x="99155" y="38005"/>
                        <a:pt x="97060" y="38767"/>
                        <a:pt x="95917" y="38767"/>
                      </a:cubicBezTo>
                      <a:cubicBezTo>
                        <a:pt x="94202" y="38767"/>
                        <a:pt x="92583" y="37719"/>
                        <a:pt x="91154" y="35623"/>
                      </a:cubicBezTo>
                      <a:cubicBezTo>
                        <a:pt x="91154" y="33909"/>
                        <a:pt x="90011" y="32671"/>
                        <a:pt x="88011" y="31813"/>
                      </a:cubicBezTo>
                      <a:cubicBezTo>
                        <a:pt x="85725" y="30956"/>
                        <a:pt x="84296" y="30004"/>
                        <a:pt x="83915" y="28766"/>
                      </a:cubicBezTo>
                      <a:cubicBezTo>
                        <a:pt x="83248" y="28670"/>
                        <a:pt x="81629" y="28099"/>
                        <a:pt x="78962" y="27051"/>
                      </a:cubicBezTo>
                      <a:cubicBezTo>
                        <a:pt x="76867" y="26194"/>
                        <a:pt x="75152" y="25813"/>
                        <a:pt x="73819" y="25813"/>
                      </a:cubicBezTo>
                      <a:cubicBezTo>
                        <a:pt x="72009" y="25813"/>
                        <a:pt x="70485" y="26670"/>
                        <a:pt x="69247" y="28384"/>
                      </a:cubicBezTo>
                      <a:cubicBezTo>
                        <a:pt x="68771" y="28289"/>
                        <a:pt x="68485" y="28194"/>
                        <a:pt x="68104" y="28194"/>
                      </a:cubicBezTo>
                      <a:cubicBezTo>
                        <a:pt x="67246" y="28194"/>
                        <a:pt x="65913" y="28956"/>
                        <a:pt x="64198" y="30575"/>
                      </a:cubicBezTo>
                      <a:cubicBezTo>
                        <a:pt x="64770" y="31528"/>
                        <a:pt x="64960" y="32385"/>
                        <a:pt x="64960" y="33147"/>
                      </a:cubicBezTo>
                      <a:cubicBezTo>
                        <a:pt x="64960" y="34100"/>
                        <a:pt x="64294" y="34957"/>
                        <a:pt x="62770" y="35814"/>
                      </a:cubicBezTo>
                      <a:cubicBezTo>
                        <a:pt x="61341" y="36576"/>
                        <a:pt x="60674" y="37338"/>
                        <a:pt x="60674" y="38100"/>
                      </a:cubicBezTo>
                      <a:cubicBezTo>
                        <a:pt x="60674" y="38671"/>
                        <a:pt x="61055" y="39529"/>
                        <a:pt x="61817" y="40576"/>
                      </a:cubicBezTo>
                      <a:cubicBezTo>
                        <a:pt x="66199" y="47054"/>
                        <a:pt x="72961" y="51911"/>
                        <a:pt x="82010" y="55150"/>
                      </a:cubicBezTo>
                      <a:cubicBezTo>
                        <a:pt x="83153" y="55435"/>
                        <a:pt x="84868" y="56483"/>
                        <a:pt x="86963" y="58293"/>
                      </a:cubicBezTo>
                      <a:cubicBezTo>
                        <a:pt x="89154" y="60008"/>
                        <a:pt x="90964" y="60960"/>
                        <a:pt x="92488" y="61150"/>
                      </a:cubicBezTo>
                      <a:cubicBezTo>
                        <a:pt x="93917" y="61341"/>
                        <a:pt x="96012" y="62484"/>
                        <a:pt x="98679" y="64770"/>
                      </a:cubicBezTo>
                      <a:cubicBezTo>
                        <a:pt x="100965" y="66866"/>
                        <a:pt x="103156" y="67818"/>
                        <a:pt x="105346" y="67437"/>
                      </a:cubicBezTo>
                      <a:cubicBezTo>
                        <a:pt x="105346" y="68485"/>
                        <a:pt x="105346" y="69056"/>
                        <a:pt x="105823" y="69151"/>
                      </a:cubicBezTo>
                      <a:cubicBezTo>
                        <a:pt x="106775" y="69151"/>
                        <a:pt x="107442" y="69913"/>
                        <a:pt x="107918" y="71247"/>
                      </a:cubicBezTo>
                      <a:cubicBezTo>
                        <a:pt x="108394" y="72676"/>
                        <a:pt x="109061" y="73247"/>
                        <a:pt x="110109" y="72962"/>
                      </a:cubicBezTo>
                      <a:cubicBezTo>
                        <a:pt x="110299" y="73723"/>
                        <a:pt x="111728" y="75914"/>
                        <a:pt x="114300" y="79438"/>
                      </a:cubicBezTo>
                      <a:cubicBezTo>
                        <a:pt x="116205" y="82391"/>
                        <a:pt x="117157" y="85058"/>
                        <a:pt x="117157" y="87535"/>
                      </a:cubicBezTo>
                      <a:cubicBezTo>
                        <a:pt x="117634" y="88201"/>
                        <a:pt x="118015" y="88773"/>
                        <a:pt x="118015" y="89440"/>
                      </a:cubicBezTo>
                      <a:cubicBezTo>
                        <a:pt x="118015" y="90011"/>
                        <a:pt x="117729" y="90678"/>
                        <a:pt x="117157" y="91440"/>
                      </a:cubicBezTo>
                      <a:cubicBezTo>
                        <a:pt x="116681" y="92202"/>
                        <a:pt x="116396" y="92773"/>
                        <a:pt x="116396" y="93154"/>
                      </a:cubicBezTo>
                      <a:cubicBezTo>
                        <a:pt x="116396" y="93821"/>
                        <a:pt x="116872" y="94393"/>
                        <a:pt x="117634" y="95059"/>
                      </a:cubicBezTo>
                      <a:close/>
                      <a:moveTo>
                        <a:pt x="26860" y="98870"/>
                      </a:moveTo>
                      <a:lnTo>
                        <a:pt x="30575" y="97631"/>
                      </a:lnTo>
                      <a:lnTo>
                        <a:pt x="28861" y="97631"/>
                      </a:lnTo>
                      <a:lnTo>
                        <a:pt x="26956" y="98870"/>
                      </a:lnTo>
                      <a:close/>
                      <a:moveTo>
                        <a:pt x="28003" y="114205"/>
                      </a:moveTo>
                      <a:lnTo>
                        <a:pt x="28861" y="114205"/>
                      </a:lnTo>
                      <a:lnTo>
                        <a:pt x="30194" y="115157"/>
                      </a:lnTo>
                      <a:lnTo>
                        <a:pt x="28099" y="114205"/>
                      </a:lnTo>
                      <a:close/>
                      <a:moveTo>
                        <a:pt x="33147" y="122587"/>
                      </a:moveTo>
                      <a:cubicBezTo>
                        <a:pt x="32956" y="121444"/>
                        <a:pt x="33338" y="120396"/>
                        <a:pt x="34290" y="119443"/>
                      </a:cubicBezTo>
                      <a:lnTo>
                        <a:pt x="34099" y="119634"/>
                      </a:lnTo>
                      <a:cubicBezTo>
                        <a:pt x="34099" y="119634"/>
                        <a:pt x="34385" y="120396"/>
                        <a:pt x="34861" y="120777"/>
                      </a:cubicBezTo>
                      <a:cubicBezTo>
                        <a:pt x="35338" y="121253"/>
                        <a:pt x="35528" y="121634"/>
                        <a:pt x="35528" y="121825"/>
                      </a:cubicBezTo>
                      <a:cubicBezTo>
                        <a:pt x="35528" y="122110"/>
                        <a:pt x="35338" y="122396"/>
                        <a:pt x="34861" y="122587"/>
                      </a:cubicBezTo>
                      <a:lnTo>
                        <a:pt x="33147" y="122587"/>
                      </a:lnTo>
                      <a:close/>
                      <a:moveTo>
                        <a:pt x="34576" y="118967"/>
                      </a:moveTo>
                      <a:cubicBezTo>
                        <a:pt x="34576" y="118967"/>
                        <a:pt x="34290" y="119348"/>
                        <a:pt x="34290" y="119443"/>
                      </a:cubicBezTo>
                      <a:cubicBezTo>
                        <a:pt x="34290" y="119348"/>
                        <a:pt x="34385" y="119158"/>
                        <a:pt x="34576" y="118967"/>
                      </a:cubicBezTo>
                      <a:close/>
                      <a:moveTo>
                        <a:pt x="34861" y="115919"/>
                      </a:moveTo>
                      <a:cubicBezTo>
                        <a:pt x="34861" y="115919"/>
                        <a:pt x="35719" y="116205"/>
                        <a:pt x="36290" y="116681"/>
                      </a:cubicBezTo>
                      <a:cubicBezTo>
                        <a:pt x="36767" y="117158"/>
                        <a:pt x="37147" y="117538"/>
                        <a:pt x="37243" y="117634"/>
                      </a:cubicBezTo>
                      <a:cubicBezTo>
                        <a:pt x="36576" y="117729"/>
                        <a:pt x="35719" y="118205"/>
                        <a:pt x="34576" y="118967"/>
                      </a:cubicBezTo>
                      <a:cubicBezTo>
                        <a:pt x="35433" y="117920"/>
                        <a:pt x="35528" y="116872"/>
                        <a:pt x="34861" y="115919"/>
                      </a:cubicBezTo>
                      <a:close/>
                      <a:moveTo>
                        <a:pt x="38481" y="102394"/>
                      </a:moveTo>
                      <a:lnTo>
                        <a:pt x="38481" y="101155"/>
                      </a:lnTo>
                      <a:lnTo>
                        <a:pt x="34861" y="99250"/>
                      </a:lnTo>
                      <a:lnTo>
                        <a:pt x="38481" y="102394"/>
                      </a:lnTo>
                      <a:close/>
                      <a:moveTo>
                        <a:pt x="41529" y="107347"/>
                      </a:moveTo>
                      <a:cubicBezTo>
                        <a:pt x="41529" y="107347"/>
                        <a:pt x="41910" y="107347"/>
                        <a:pt x="43148" y="107633"/>
                      </a:cubicBezTo>
                      <a:cubicBezTo>
                        <a:pt x="43720" y="107633"/>
                        <a:pt x="44196" y="107442"/>
                        <a:pt x="44577" y="106680"/>
                      </a:cubicBezTo>
                      <a:cubicBezTo>
                        <a:pt x="43339" y="106299"/>
                        <a:pt x="42291" y="106489"/>
                        <a:pt x="41624" y="107347"/>
                      </a:cubicBezTo>
                      <a:cubicBezTo>
                        <a:pt x="41338" y="107347"/>
                        <a:pt x="41148" y="107537"/>
                        <a:pt x="41148" y="107823"/>
                      </a:cubicBezTo>
                      <a:lnTo>
                        <a:pt x="39910" y="109061"/>
                      </a:lnTo>
                      <a:lnTo>
                        <a:pt x="41148" y="109061"/>
                      </a:lnTo>
                      <a:cubicBezTo>
                        <a:pt x="41053" y="108490"/>
                        <a:pt x="41053" y="108109"/>
                        <a:pt x="41148" y="107823"/>
                      </a:cubicBezTo>
                      <a:lnTo>
                        <a:pt x="41624" y="107347"/>
                      </a:lnTo>
                      <a:close/>
                      <a:moveTo>
                        <a:pt x="42291" y="47149"/>
                      </a:moveTo>
                      <a:cubicBezTo>
                        <a:pt x="42863" y="46672"/>
                        <a:pt x="42958" y="46196"/>
                        <a:pt x="42767" y="45720"/>
                      </a:cubicBezTo>
                      <a:lnTo>
                        <a:pt x="43244" y="44577"/>
                      </a:lnTo>
                      <a:cubicBezTo>
                        <a:pt x="42863" y="44005"/>
                        <a:pt x="42291" y="43625"/>
                        <a:pt x="41624" y="43339"/>
                      </a:cubicBezTo>
                      <a:cubicBezTo>
                        <a:pt x="40957" y="43053"/>
                        <a:pt x="40481" y="42863"/>
                        <a:pt x="40291" y="42863"/>
                      </a:cubicBezTo>
                      <a:cubicBezTo>
                        <a:pt x="41910" y="43720"/>
                        <a:pt x="42767" y="44672"/>
                        <a:pt x="42767" y="45720"/>
                      </a:cubicBezTo>
                      <a:lnTo>
                        <a:pt x="42291" y="47149"/>
                      </a:lnTo>
                      <a:close/>
                      <a:moveTo>
                        <a:pt x="53245" y="38005"/>
                      </a:moveTo>
                      <a:lnTo>
                        <a:pt x="53245" y="37529"/>
                      </a:lnTo>
                      <a:cubicBezTo>
                        <a:pt x="52769" y="34766"/>
                        <a:pt x="50959" y="33433"/>
                        <a:pt x="47530" y="33433"/>
                      </a:cubicBezTo>
                      <a:cubicBezTo>
                        <a:pt x="44863" y="33433"/>
                        <a:pt x="42672" y="34195"/>
                        <a:pt x="40957" y="35623"/>
                      </a:cubicBezTo>
                      <a:cubicBezTo>
                        <a:pt x="41529" y="35814"/>
                        <a:pt x="42005" y="36862"/>
                        <a:pt x="42672" y="38671"/>
                      </a:cubicBezTo>
                      <a:cubicBezTo>
                        <a:pt x="43244" y="40481"/>
                        <a:pt x="44291" y="41338"/>
                        <a:pt x="45720" y="40958"/>
                      </a:cubicBezTo>
                      <a:lnTo>
                        <a:pt x="45720" y="40481"/>
                      </a:lnTo>
                      <a:cubicBezTo>
                        <a:pt x="45720" y="40481"/>
                        <a:pt x="46387" y="38957"/>
                        <a:pt x="46863" y="36957"/>
                      </a:cubicBezTo>
                      <a:cubicBezTo>
                        <a:pt x="47244" y="35242"/>
                        <a:pt x="47815" y="34385"/>
                        <a:pt x="48768" y="34385"/>
                      </a:cubicBezTo>
                      <a:cubicBezTo>
                        <a:pt x="49244" y="34385"/>
                        <a:pt x="49721" y="34576"/>
                        <a:pt x="50197" y="34862"/>
                      </a:cubicBezTo>
                      <a:lnTo>
                        <a:pt x="50197" y="36195"/>
                      </a:lnTo>
                      <a:cubicBezTo>
                        <a:pt x="50197" y="36195"/>
                        <a:pt x="50673" y="36004"/>
                        <a:pt x="51054" y="36004"/>
                      </a:cubicBezTo>
                      <a:cubicBezTo>
                        <a:pt x="51244" y="36004"/>
                        <a:pt x="52006" y="36671"/>
                        <a:pt x="53245" y="37909"/>
                      </a:cubicBezTo>
                      <a:close/>
                      <a:moveTo>
                        <a:pt x="43244" y="88773"/>
                      </a:moveTo>
                      <a:cubicBezTo>
                        <a:pt x="42291" y="88773"/>
                        <a:pt x="41719" y="88583"/>
                        <a:pt x="41529" y="88297"/>
                      </a:cubicBezTo>
                      <a:lnTo>
                        <a:pt x="42767" y="90011"/>
                      </a:lnTo>
                      <a:cubicBezTo>
                        <a:pt x="43339" y="89725"/>
                        <a:pt x="43434" y="89249"/>
                        <a:pt x="43244" y="88773"/>
                      </a:cubicBezTo>
                      <a:close/>
                      <a:moveTo>
                        <a:pt x="44482" y="39719"/>
                      </a:moveTo>
                      <a:lnTo>
                        <a:pt x="44005" y="39243"/>
                      </a:lnTo>
                      <a:lnTo>
                        <a:pt x="45339" y="39243"/>
                      </a:lnTo>
                      <a:cubicBezTo>
                        <a:pt x="45339" y="39243"/>
                        <a:pt x="44958" y="39529"/>
                        <a:pt x="44482" y="39719"/>
                      </a:cubicBezTo>
                      <a:close/>
                      <a:moveTo>
                        <a:pt x="45339" y="39243"/>
                      </a:moveTo>
                      <a:cubicBezTo>
                        <a:pt x="45339" y="39243"/>
                        <a:pt x="45720" y="39052"/>
                        <a:pt x="45815" y="39243"/>
                      </a:cubicBezTo>
                      <a:lnTo>
                        <a:pt x="45339" y="39243"/>
                      </a:lnTo>
                      <a:close/>
                      <a:moveTo>
                        <a:pt x="46387" y="117158"/>
                      </a:moveTo>
                      <a:lnTo>
                        <a:pt x="47625" y="115919"/>
                      </a:lnTo>
                      <a:cubicBezTo>
                        <a:pt x="47053" y="115443"/>
                        <a:pt x="46672" y="115157"/>
                        <a:pt x="46387" y="115157"/>
                      </a:cubicBezTo>
                      <a:lnTo>
                        <a:pt x="46387" y="117253"/>
                      </a:lnTo>
                      <a:close/>
                      <a:moveTo>
                        <a:pt x="48292" y="41434"/>
                      </a:moveTo>
                      <a:cubicBezTo>
                        <a:pt x="48482" y="40767"/>
                        <a:pt x="48292" y="40005"/>
                        <a:pt x="47625" y="39148"/>
                      </a:cubicBezTo>
                      <a:lnTo>
                        <a:pt x="47625" y="42196"/>
                      </a:lnTo>
                      <a:lnTo>
                        <a:pt x="48292" y="41434"/>
                      </a:lnTo>
                      <a:close/>
                      <a:moveTo>
                        <a:pt x="50673" y="127254"/>
                      </a:moveTo>
                      <a:lnTo>
                        <a:pt x="50197" y="126778"/>
                      </a:lnTo>
                      <a:lnTo>
                        <a:pt x="51435" y="126778"/>
                      </a:lnTo>
                      <a:cubicBezTo>
                        <a:pt x="50863" y="127063"/>
                        <a:pt x="50578" y="127254"/>
                        <a:pt x="50578" y="127254"/>
                      </a:cubicBezTo>
                      <a:close/>
                      <a:moveTo>
                        <a:pt x="66103" y="114109"/>
                      </a:moveTo>
                      <a:lnTo>
                        <a:pt x="66675" y="113347"/>
                      </a:lnTo>
                      <a:lnTo>
                        <a:pt x="66103" y="111633"/>
                      </a:lnTo>
                      <a:lnTo>
                        <a:pt x="66103" y="114205"/>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 name="Google Shape;894;p99"/>
                <p:cNvSpPr/>
                <p:nvPr/>
              </p:nvSpPr>
              <p:spPr>
                <a:xfrm>
                  <a:off x="3279457" y="2299239"/>
                  <a:ext cx="113085" cy="127254"/>
                </a:xfrm>
                <a:custGeom>
                  <a:avLst/>
                  <a:gdLst/>
                  <a:ahLst/>
                  <a:cxnLst/>
                  <a:rect l="l" t="t" r="r" b="b"/>
                  <a:pathLst>
                    <a:path w="113085" h="127254" extrusionOk="0">
                      <a:moveTo>
                        <a:pt x="0" y="70866"/>
                      </a:moveTo>
                      <a:lnTo>
                        <a:pt x="571" y="68294"/>
                      </a:lnTo>
                      <a:lnTo>
                        <a:pt x="1238" y="68294"/>
                      </a:lnTo>
                      <a:lnTo>
                        <a:pt x="0" y="70866"/>
                      </a:lnTo>
                      <a:close/>
                      <a:moveTo>
                        <a:pt x="2953" y="69628"/>
                      </a:moveTo>
                      <a:lnTo>
                        <a:pt x="2953" y="67246"/>
                      </a:lnTo>
                      <a:lnTo>
                        <a:pt x="5524" y="68390"/>
                      </a:lnTo>
                      <a:lnTo>
                        <a:pt x="2953" y="69628"/>
                      </a:lnTo>
                      <a:close/>
                      <a:moveTo>
                        <a:pt x="11049" y="70295"/>
                      </a:moveTo>
                      <a:cubicBezTo>
                        <a:pt x="11049" y="70295"/>
                        <a:pt x="11716" y="70295"/>
                        <a:pt x="12097" y="70675"/>
                      </a:cubicBezTo>
                      <a:cubicBezTo>
                        <a:pt x="12478" y="71057"/>
                        <a:pt x="12763" y="71247"/>
                        <a:pt x="12954" y="71438"/>
                      </a:cubicBezTo>
                      <a:lnTo>
                        <a:pt x="12954" y="72676"/>
                      </a:lnTo>
                      <a:lnTo>
                        <a:pt x="10954" y="70295"/>
                      </a:lnTo>
                      <a:close/>
                      <a:moveTo>
                        <a:pt x="11716" y="57436"/>
                      </a:moveTo>
                      <a:lnTo>
                        <a:pt x="12954" y="57436"/>
                      </a:lnTo>
                      <a:cubicBezTo>
                        <a:pt x="12954" y="57912"/>
                        <a:pt x="12573" y="58865"/>
                        <a:pt x="11716" y="60008"/>
                      </a:cubicBezTo>
                      <a:lnTo>
                        <a:pt x="11716" y="57436"/>
                      </a:lnTo>
                      <a:close/>
                      <a:moveTo>
                        <a:pt x="16002" y="100965"/>
                      </a:moveTo>
                      <a:lnTo>
                        <a:pt x="15240" y="97917"/>
                      </a:lnTo>
                      <a:lnTo>
                        <a:pt x="16002" y="98870"/>
                      </a:lnTo>
                      <a:lnTo>
                        <a:pt x="16002" y="100965"/>
                      </a:lnTo>
                      <a:close/>
                      <a:moveTo>
                        <a:pt x="22003" y="44577"/>
                      </a:moveTo>
                      <a:cubicBezTo>
                        <a:pt x="22384" y="43720"/>
                        <a:pt x="23050" y="43720"/>
                        <a:pt x="23908" y="44577"/>
                      </a:cubicBezTo>
                      <a:lnTo>
                        <a:pt x="22003" y="44577"/>
                      </a:lnTo>
                      <a:close/>
                      <a:moveTo>
                        <a:pt x="22003" y="103346"/>
                      </a:moveTo>
                      <a:lnTo>
                        <a:pt x="22669" y="102679"/>
                      </a:lnTo>
                      <a:lnTo>
                        <a:pt x="23241" y="103346"/>
                      </a:lnTo>
                      <a:lnTo>
                        <a:pt x="22003" y="103346"/>
                      </a:lnTo>
                      <a:close/>
                      <a:moveTo>
                        <a:pt x="23908" y="44577"/>
                      </a:moveTo>
                      <a:cubicBezTo>
                        <a:pt x="23908" y="44577"/>
                        <a:pt x="24193" y="44767"/>
                        <a:pt x="24384" y="45053"/>
                      </a:cubicBezTo>
                      <a:lnTo>
                        <a:pt x="23908" y="44577"/>
                      </a:lnTo>
                      <a:close/>
                      <a:moveTo>
                        <a:pt x="112585" y="61246"/>
                      </a:moveTo>
                      <a:cubicBezTo>
                        <a:pt x="112967" y="65151"/>
                        <a:pt x="113157" y="72866"/>
                        <a:pt x="113062" y="84392"/>
                      </a:cubicBezTo>
                      <a:lnTo>
                        <a:pt x="112585" y="123444"/>
                      </a:lnTo>
                      <a:cubicBezTo>
                        <a:pt x="110300" y="126016"/>
                        <a:pt x="107251" y="127254"/>
                        <a:pt x="103537" y="127254"/>
                      </a:cubicBezTo>
                      <a:cubicBezTo>
                        <a:pt x="102108" y="127254"/>
                        <a:pt x="99822" y="127063"/>
                        <a:pt x="96393" y="126492"/>
                      </a:cubicBezTo>
                      <a:cubicBezTo>
                        <a:pt x="93440" y="126016"/>
                        <a:pt x="91059" y="125825"/>
                        <a:pt x="89344" y="126016"/>
                      </a:cubicBezTo>
                      <a:cubicBezTo>
                        <a:pt x="88583" y="125444"/>
                        <a:pt x="88201" y="124778"/>
                        <a:pt x="88201" y="123825"/>
                      </a:cubicBezTo>
                      <a:cubicBezTo>
                        <a:pt x="88201" y="123349"/>
                        <a:pt x="88297" y="122777"/>
                        <a:pt x="88487" y="122015"/>
                      </a:cubicBezTo>
                      <a:cubicBezTo>
                        <a:pt x="88678" y="121253"/>
                        <a:pt x="88678" y="120587"/>
                        <a:pt x="88678" y="120205"/>
                      </a:cubicBezTo>
                      <a:cubicBezTo>
                        <a:pt x="88678" y="119920"/>
                        <a:pt x="88678" y="119634"/>
                        <a:pt x="88583" y="119348"/>
                      </a:cubicBezTo>
                      <a:cubicBezTo>
                        <a:pt x="88583" y="96393"/>
                        <a:pt x="88392" y="82677"/>
                        <a:pt x="88106" y="78296"/>
                      </a:cubicBezTo>
                      <a:cubicBezTo>
                        <a:pt x="87058" y="78391"/>
                        <a:pt x="85820" y="78486"/>
                        <a:pt x="84392" y="78486"/>
                      </a:cubicBezTo>
                      <a:cubicBezTo>
                        <a:pt x="82963" y="78486"/>
                        <a:pt x="80581" y="78391"/>
                        <a:pt x="77343" y="78105"/>
                      </a:cubicBezTo>
                      <a:cubicBezTo>
                        <a:pt x="74104" y="77819"/>
                        <a:pt x="71628" y="77724"/>
                        <a:pt x="70009" y="77724"/>
                      </a:cubicBezTo>
                      <a:cubicBezTo>
                        <a:pt x="66961" y="77724"/>
                        <a:pt x="64294" y="78105"/>
                        <a:pt x="62008" y="78867"/>
                      </a:cubicBezTo>
                      <a:cubicBezTo>
                        <a:pt x="61722" y="78772"/>
                        <a:pt x="60674" y="78581"/>
                        <a:pt x="58864" y="78391"/>
                      </a:cubicBezTo>
                      <a:cubicBezTo>
                        <a:pt x="57626" y="78296"/>
                        <a:pt x="56674" y="77819"/>
                        <a:pt x="56197" y="77153"/>
                      </a:cubicBezTo>
                      <a:cubicBezTo>
                        <a:pt x="54864" y="78200"/>
                        <a:pt x="53816" y="80010"/>
                        <a:pt x="53054" y="82391"/>
                      </a:cubicBezTo>
                      <a:cubicBezTo>
                        <a:pt x="52197" y="85344"/>
                        <a:pt x="51435" y="87249"/>
                        <a:pt x="50863" y="88106"/>
                      </a:cubicBezTo>
                      <a:cubicBezTo>
                        <a:pt x="52006" y="88392"/>
                        <a:pt x="52578" y="89059"/>
                        <a:pt x="52578" y="90011"/>
                      </a:cubicBezTo>
                      <a:cubicBezTo>
                        <a:pt x="52578" y="90202"/>
                        <a:pt x="52578" y="90583"/>
                        <a:pt x="52388" y="91059"/>
                      </a:cubicBezTo>
                      <a:cubicBezTo>
                        <a:pt x="52388" y="91535"/>
                        <a:pt x="52197" y="91916"/>
                        <a:pt x="52197" y="92107"/>
                      </a:cubicBezTo>
                      <a:cubicBezTo>
                        <a:pt x="52197" y="92774"/>
                        <a:pt x="52864" y="93059"/>
                        <a:pt x="54197" y="93059"/>
                      </a:cubicBezTo>
                      <a:cubicBezTo>
                        <a:pt x="52578" y="93250"/>
                        <a:pt x="51721" y="94393"/>
                        <a:pt x="51721" y="96393"/>
                      </a:cubicBezTo>
                      <a:lnTo>
                        <a:pt x="51721" y="101155"/>
                      </a:lnTo>
                      <a:lnTo>
                        <a:pt x="52959" y="102299"/>
                      </a:lnTo>
                      <a:cubicBezTo>
                        <a:pt x="52197" y="102299"/>
                        <a:pt x="51911" y="102870"/>
                        <a:pt x="51911" y="104013"/>
                      </a:cubicBezTo>
                      <a:cubicBezTo>
                        <a:pt x="51911" y="105156"/>
                        <a:pt x="51625" y="105823"/>
                        <a:pt x="51244" y="106108"/>
                      </a:cubicBezTo>
                      <a:cubicBezTo>
                        <a:pt x="51054" y="106871"/>
                        <a:pt x="50863" y="107728"/>
                        <a:pt x="50863" y="108680"/>
                      </a:cubicBezTo>
                      <a:cubicBezTo>
                        <a:pt x="50863" y="109633"/>
                        <a:pt x="51054" y="111062"/>
                        <a:pt x="51340" y="112776"/>
                      </a:cubicBezTo>
                      <a:cubicBezTo>
                        <a:pt x="51721" y="114586"/>
                        <a:pt x="51911" y="115919"/>
                        <a:pt x="51911" y="116776"/>
                      </a:cubicBezTo>
                      <a:cubicBezTo>
                        <a:pt x="51911" y="119158"/>
                        <a:pt x="51054" y="121063"/>
                        <a:pt x="49530" y="122682"/>
                      </a:cubicBezTo>
                      <a:cubicBezTo>
                        <a:pt x="49911" y="124682"/>
                        <a:pt x="49054" y="125825"/>
                        <a:pt x="46863" y="126206"/>
                      </a:cubicBezTo>
                      <a:cubicBezTo>
                        <a:pt x="45148" y="126397"/>
                        <a:pt x="43434" y="126587"/>
                        <a:pt x="41719" y="126873"/>
                      </a:cubicBezTo>
                      <a:cubicBezTo>
                        <a:pt x="40005" y="127063"/>
                        <a:pt x="38386" y="127159"/>
                        <a:pt x="37243" y="127159"/>
                      </a:cubicBezTo>
                      <a:cubicBezTo>
                        <a:pt x="33433" y="127159"/>
                        <a:pt x="30194" y="126016"/>
                        <a:pt x="27337" y="123825"/>
                      </a:cubicBezTo>
                      <a:cubicBezTo>
                        <a:pt x="27527" y="123063"/>
                        <a:pt x="27718" y="122301"/>
                        <a:pt x="27718" y="121444"/>
                      </a:cubicBezTo>
                      <a:cubicBezTo>
                        <a:pt x="27718" y="120587"/>
                        <a:pt x="27622" y="119443"/>
                        <a:pt x="27337" y="117920"/>
                      </a:cubicBezTo>
                      <a:cubicBezTo>
                        <a:pt x="27051" y="116396"/>
                        <a:pt x="26956" y="115253"/>
                        <a:pt x="26956" y="114491"/>
                      </a:cubicBezTo>
                      <a:cubicBezTo>
                        <a:pt x="26956" y="112967"/>
                        <a:pt x="27337" y="111633"/>
                        <a:pt x="28289" y="110490"/>
                      </a:cubicBezTo>
                      <a:cubicBezTo>
                        <a:pt x="28575" y="109918"/>
                        <a:pt x="28765" y="109347"/>
                        <a:pt x="28765" y="108585"/>
                      </a:cubicBezTo>
                      <a:cubicBezTo>
                        <a:pt x="28765" y="107633"/>
                        <a:pt x="28480" y="106204"/>
                        <a:pt x="27813" y="104299"/>
                      </a:cubicBezTo>
                      <a:cubicBezTo>
                        <a:pt x="27146" y="102394"/>
                        <a:pt x="26860" y="101060"/>
                        <a:pt x="26860" y="100298"/>
                      </a:cubicBezTo>
                      <a:cubicBezTo>
                        <a:pt x="26860" y="98584"/>
                        <a:pt x="27908" y="97631"/>
                        <a:pt x="30004" y="97441"/>
                      </a:cubicBezTo>
                      <a:cubicBezTo>
                        <a:pt x="29813" y="97155"/>
                        <a:pt x="29146" y="96965"/>
                        <a:pt x="28289" y="96965"/>
                      </a:cubicBezTo>
                      <a:lnTo>
                        <a:pt x="28289" y="90488"/>
                      </a:lnTo>
                      <a:cubicBezTo>
                        <a:pt x="28289" y="87821"/>
                        <a:pt x="27813" y="85725"/>
                        <a:pt x="26956" y="83915"/>
                      </a:cubicBezTo>
                      <a:lnTo>
                        <a:pt x="24384" y="83915"/>
                      </a:lnTo>
                      <a:cubicBezTo>
                        <a:pt x="24384" y="83058"/>
                        <a:pt x="24765" y="82772"/>
                        <a:pt x="25527" y="82963"/>
                      </a:cubicBezTo>
                      <a:cubicBezTo>
                        <a:pt x="26384" y="83153"/>
                        <a:pt x="26860" y="83153"/>
                        <a:pt x="26956" y="82963"/>
                      </a:cubicBezTo>
                      <a:lnTo>
                        <a:pt x="25717" y="78486"/>
                      </a:lnTo>
                      <a:cubicBezTo>
                        <a:pt x="25717" y="78486"/>
                        <a:pt x="26575" y="77915"/>
                        <a:pt x="27813" y="77819"/>
                      </a:cubicBezTo>
                      <a:cubicBezTo>
                        <a:pt x="28575" y="77724"/>
                        <a:pt x="28861" y="77057"/>
                        <a:pt x="28765" y="75914"/>
                      </a:cubicBezTo>
                      <a:lnTo>
                        <a:pt x="27432" y="74676"/>
                      </a:lnTo>
                      <a:cubicBezTo>
                        <a:pt x="28099" y="74486"/>
                        <a:pt x="28575" y="74676"/>
                        <a:pt x="29146" y="75152"/>
                      </a:cubicBezTo>
                      <a:cubicBezTo>
                        <a:pt x="29623" y="75724"/>
                        <a:pt x="30099" y="76200"/>
                        <a:pt x="30480" y="76771"/>
                      </a:cubicBezTo>
                      <a:cubicBezTo>
                        <a:pt x="31623" y="75629"/>
                        <a:pt x="32004" y="74771"/>
                        <a:pt x="31718" y="74200"/>
                      </a:cubicBezTo>
                      <a:lnTo>
                        <a:pt x="30004" y="72485"/>
                      </a:lnTo>
                      <a:cubicBezTo>
                        <a:pt x="30004" y="72485"/>
                        <a:pt x="29623" y="73152"/>
                        <a:pt x="29146" y="73152"/>
                      </a:cubicBezTo>
                      <a:cubicBezTo>
                        <a:pt x="28765" y="73152"/>
                        <a:pt x="28384" y="72962"/>
                        <a:pt x="28289" y="72485"/>
                      </a:cubicBezTo>
                      <a:lnTo>
                        <a:pt x="26479" y="70580"/>
                      </a:lnTo>
                      <a:cubicBezTo>
                        <a:pt x="27622" y="70580"/>
                        <a:pt x="28289" y="70104"/>
                        <a:pt x="28289" y="69342"/>
                      </a:cubicBezTo>
                      <a:cubicBezTo>
                        <a:pt x="28289" y="68104"/>
                        <a:pt x="28480" y="67246"/>
                        <a:pt x="28765" y="66770"/>
                      </a:cubicBezTo>
                      <a:lnTo>
                        <a:pt x="30480" y="68675"/>
                      </a:lnTo>
                      <a:lnTo>
                        <a:pt x="31623" y="67723"/>
                      </a:lnTo>
                      <a:cubicBezTo>
                        <a:pt x="31623" y="68294"/>
                        <a:pt x="31623" y="68580"/>
                        <a:pt x="31813" y="68675"/>
                      </a:cubicBezTo>
                      <a:cubicBezTo>
                        <a:pt x="32099" y="68294"/>
                        <a:pt x="32766" y="68104"/>
                        <a:pt x="33814" y="68199"/>
                      </a:cubicBezTo>
                      <a:cubicBezTo>
                        <a:pt x="35052" y="68294"/>
                        <a:pt x="35814" y="68294"/>
                        <a:pt x="36004" y="68199"/>
                      </a:cubicBezTo>
                      <a:cubicBezTo>
                        <a:pt x="36671" y="68008"/>
                        <a:pt x="36862" y="67342"/>
                        <a:pt x="36671" y="66294"/>
                      </a:cubicBezTo>
                      <a:lnTo>
                        <a:pt x="40481" y="68675"/>
                      </a:lnTo>
                      <a:cubicBezTo>
                        <a:pt x="40481" y="68675"/>
                        <a:pt x="41148" y="68008"/>
                        <a:pt x="41148" y="67246"/>
                      </a:cubicBezTo>
                      <a:lnTo>
                        <a:pt x="40958" y="65532"/>
                      </a:lnTo>
                      <a:cubicBezTo>
                        <a:pt x="41815" y="66104"/>
                        <a:pt x="42481" y="66294"/>
                        <a:pt x="42863" y="66294"/>
                      </a:cubicBezTo>
                      <a:cubicBezTo>
                        <a:pt x="43434" y="66294"/>
                        <a:pt x="44005" y="66008"/>
                        <a:pt x="44767" y="65532"/>
                      </a:cubicBezTo>
                      <a:cubicBezTo>
                        <a:pt x="44482" y="65437"/>
                        <a:pt x="43529" y="64961"/>
                        <a:pt x="42100" y="64103"/>
                      </a:cubicBezTo>
                      <a:cubicBezTo>
                        <a:pt x="41053" y="63341"/>
                        <a:pt x="40100" y="62960"/>
                        <a:pt x="39338" y="62960"/>
                      </a:cubicBezTo>
                      <a:cubicBezTo>
                        <a:pt x="38862" y="62960"/>
                        <a:pt x="38290" y="63055"/>
                        <a:pt x="37909" y="63341"/>
                      </a:cubicBezTo>
                      <a:cubicBezTo>
                        <a:pt x="37052" y="63532"/>
                        <a:pt x="36385" y="62960"/>
                        <a:pt x="35909" y="61627"/>
                      </a:cubicBezTo>
                      <a:cubicBezTo>
                        <a:pt x="35433" y="60293"/>
                        <a:pt x="34957" y="59531"/>
                        <a:pt x="34480" y="59531"/>
                      </a:cubicBezTo>
                      <a:cubicBezTo>
                        <a:pt x="34004" y="59531"/>
                        <a:pt x="33528" y="60008"/>
                        <a:pt x="32861" y="60770"/>
                      </a:cubicBezTo>
                      <a:lnTo>
                        <a:pt x="33528" y="61532"/>
                      </a:lnTo>
                      <a:lnTo>
                        <a:pt x="32385" y="62484"/>
                      </a:lnTo>
                      <a:cubicBezTo>
                        <a:pt x="32575" y="62960"/>
                        <a:pt x="33242" y="63246"/>
                        <a:pt x="34290" y="63246"/>
                      </a:cubicBezTo>
                      <a:lnTo>
                        <a:pt x="34290" y="64675"/>
                      </a:lnTo>
                      <a:cubicBezTo>
                        <a:pt x="33623" y="64294"/>
                        <a:pt x="32766" y="64008"/>
                        <a:pt x="31432" y="63913"/>
                      </a:cubicBezTo>
                      <a:cubicBezTo>
                        <a:pt x="29908" y="63722"/>
                        <a:pt x="28861" y="63913"/>
                        <a:pt x="28099" y="64579"/>
                      </a:cubicBezTo>
                      <a:lnTo>
                        <a:pt x="26765" y="64579"/>
                      </a:lnTo>
                      <a:lnTo>
                        <a:pt x="26765" y="55340"/>
                      </a:lnTo>
                      <a:lnTo>
                        <a:pt x="28480" y="57150"/>
                      </a:lnTo>
                      <a:cubicBezTo>
                        <a:pt x="28956" y="56959"/>
                        <a:pt x="29337" y="56579"/>
                        <a:pt x="29337" y="56007"/>
                      </a:cubicBezTo>
                      <a:lnTo>
                        <a:pt x="29337" y="54578"/>
                      </a:lnTo>
                      <a:cubicBezTo>
                        <a:pt x="29337" y="54578"/>
                        <a:pt x="28384" y="54102"/>
                        <a:pt x="27242" y="54102"/>
                      </a:cubicBezTo>
                      <a:cubicBezTo>
                        <a:pt x="26765" y="52292"/>
                        <a:pt x="26479" y="50197"/>
                        <a:pt x="26479" y="47911"/>
                      </a:cubicBezTo>
                      <a:cubicBezTo>
                        <a:pt x="26479" y="45911"/>
                        <a:pt x="26765" y="42767"/>
                        <a:pt x="27242" y="38481"/>
                      </a:cubicBezTo>
                      <a:cubicBezTo>
                        <a:pt x="27813" y="34195"/>
                        <a:pt x="28099" y="30956"/>
                        <a:pt x="28099" y="28766"/>
                      </a:cubicBezTo>
                      <a:cubicBezTo>
                        <a:pt x="28099" y="25622"/>
                        <a:pt x="27622" y="22860"/>
                        <a:pt x="26765" y="20574"/>
                      </a:cubicBezTo>
                      <a:lnTo>
                        <a:pt x="26765" y="9334"/>
                      </a:lnTo>
                      <a:cubicBezTo>
                        <a:pt x="26956" y="4858"/>
                        <a:pt x="28575" y="2096"/>
                        <a:pt x="31528" y="953"/>
                      </a:cubicBezTo>
                      <a:lnTo>
                        <a:pt x="45148" y="1715"/>
                      </a:lnTo>
                      <a:lnTo>
                        <a:pt x="45148" y="3429"/>
                      </a:lnTo>
                      <a:lnTo>
                        <a:pt x="48673" y="2191"/>
                      </a:lnTo>
                      <a:cubicBezTo>
                        <a:pt x="50768" y="4382"/>
                        <a:pt x="51911" y="7811"/>
                        <a:pt x="51911" y="12383"/>
                      </a:cubicBezTo>
                      <a:cubicBezTo>
                        <a:pt x="51911" y="18193"/>
                        <a:pt x="52102" y="21812"/>
                        <a:pt x="52578" y="23146"/>
                      </a:cubicBezTo>
                      <a:lnTo>
                        <a:pt x="50863" y="23622"/>
                      </a:lnTo>
                      <a:cubicBezTo>
                        <a:pt x="50863" y="23622"/>
                        <a:pt x="50483" y="24289"/>
                        <a:pt x="50483" y="24765"/>
                      </a:cubicBezTo>
                      <a:cubicBezTo>
                        <a:pt x="50483" y="25241"/>
                        <a:pt x="50673" y="25717"/>
                        <a:pt x="51149" y="26289"/>
                      </a:cubicBezTo>
                      <a:cubicBezTo>
                        <a:pt x="51530" y="26861"/>
                        <a:pt x="51816" y="27242"/>
                        <a:pt x="51816" y="27432"/>
                      </a:cubicBezTo>
                      <a:cubicBezTo>
                        <a:pt x="51816" y="27908"/>
                        <a:pt x="51244" y="28194"/>
                        <a:pt x="50006" y="28575"/>
                      </a:cubicBezTo>
                      <a:cubicBezTo>
                        <a:pt x="51625" y="28575"/>
                        <a:pt x="51816" y="29813"/>
                        <a:pt x="50863" y="32385"/>
                      </a:cubicBezTo>
                      <a:lnTo>
                        <a:pt x="45720" y="35433"/>
                      </a:lnTo>
                      <a:lnTo>
                        <a:pt x="50006" y="38481"/>
                      </a:lnTo>
                      <a:cubicBezTo>
                        <a:pt x="50006" y="38481"/>
                        <a:pt x="49625" y="38862"/>
                        <a:pt x="49054" y="39433"/>
                      </a:cubicBezTo>
                      <a:cubicBezTo>
                        <a:pt x="48482" y="40005"/>
                        <a:pt x="48292" y="40481"/>
                        <a:pt x="48292" y="40862"/>
                      </a:cubicBezTo>
                      <a:cubicBezTo>
                        <a:pt x="48482" y="41243"/>
                        <a:pt x="48958" y="41529"/>
                        <a:pt x="49625" y="41529"/>
                      </a:cubicBezTo>
                      <a:cubicBezTo>
                        <a:pt x="50292" y="41529"/>
                        <a:pt x="50673" y="41624"/>
                        <a:pt x="50863" y="41624"/>
                      </a:cubicBezTo>
                      <a:lnTo>
                        <a:pt x="51816" y="39529"/>
                      </a:lnTo>
                      <a:cubicBezTo>
                        <a:pt x="53150" y="40386"/>
                        <a:pt x="53816" y="41624"/>
                        <a:pt x="53816" y="43339"/>
                      </a:cubicBezTo>
                      <a:cubicBezTo>
                        <a:pt x="53816" y="43910"/>
                        <a:pt x="53721" y="44672"/>
                        <a:pt x="53530" y="45815"/>
                      </a:cubicBezTo>
                      <a:cubicBezTo>
                        <a:pt x="53340" y="46958"/>
                        <a:pt x="53150" y="47720"/>
                        <a:pt x="53150" y="48101"/>
                      </a:cubicBezTo>
                      <a:cubicBezTo>
                        <a:pt x="53150" y="50006"/>
                        <a:pt x="54578" y="51054"/>
                        <a:pt x="57436" y="51245"/>
                      </a:cubicBezTo>
                      <a:cubicBezTo>
                        <a:pt x="58864" y="51054"/>
                        <a:pt x="60484" y="50959"/>
                        <a:pt x="62198" y="50959"/>
                      </a:cubicBezTo>
                      <a:cubicBezTo>
                        <a:pt x="63913" y="50959"/>
                        <a:pt x="66389" y="51149"/>
                        <a:pt x="69818" y="51435"/>
                      </a:cubicBezTo>
                      <a:cubicBezTo>
                        <a:pt x="73152" y="51721"/>
                        <a:pt x="75629" y="51911"/>
                        <a:pt x="77152" y="51911"/>
                      </a:cubicBezTo>
                      <a:cubicBezTo>
                        <a:pt x="81820" y="51911"/>
                        <a:pt x="85630" y="50863"/>
                        <a:pt x="88583" y="48768"/>
                      </a:cubicBezTo>
                      <a:cubicBezTo>
                        <a:pt x="88678" y="50101"/>
                        <a:pt x="88678" y="45815"/>
                        <a:pt x="88678" y="35909"/>
                      </a:cubicBezTo>
                      <a:cubicBezTo>
                        <a:pt x="88678" y="30575"/>
                        <a:pt x="88201" y="26575"/>
                        <a:pt x="87249" y="23717"/>
                      </a:cubicBezTo>
                      <a:cubicBezTo>
                        <a:pt x="88106" y="22765"/>
                        <a:pt x="88487" y="21241"/>
                        <a:pt x="88487" y="19241"/>
                      </a:cubicBezTo>
                      <a:cubicBezTo>
                        <a:pt x="88487" y="17240"/>
                        <a:pt x="88868" y="15621"/>
                        <a:pt x="89725" y="14573"/>
                      </a:cubicBezTo>
                      <a:cubicBezTo>
                        <a:pt x="88201" y="10858"/>
                        <a:pt x="87630" y="7239"/>
                        <a:pt x="88011" y="3620"/>
                      </a:cubicBezTo>
                      <a:cubicBezTo>
                        <a:pt x="89821" y="1238"/>
                        <a:pt x="92488" y="0"/>
                        <a:pt x="96202" y="0"/>
                      </a:cubicBezTo>
                      <a:cubicBezTo>
                        <a:pt x="97441" y="0"/>
                        <a:pt x="99441" y="191"/>
                        <a:pt x="102108" y="476"/>
                      </a:cubicBezTo>
                      <a:cubicBezTo>
                        <a:pt x="104775" y="762"/>
                        <a:pt x="106775" y="953"/>
                        <a:pt x="108013" y="953"/>
                      </a:cubicBezTo>
                      <a:cubicBezTo>
                        <a:pt x="109156" y="953"/>
                        <a:pt x="110204" y="857"/>
                        <a:pt x="111157" y="667"/>
                      </a:cubicBezTo>
                      <a:lnTo>
                        <a:pt x="112871" y="4286"/>
                      </a:lnTo>
                      <a:cubicBezTo>
                        <a:pt x="113062" y="18002"/>
                        <a:pt x="112871" y="37147"/>
                        <a:pt x="112395" y="61913"/>
                      </a:cubicBezTo>
                      <a:close/>
                      <a:moveTo>
                        <a:pt x="32861" y="81915"/>
                      </a:moveTo>
                      <a:cubicBezTo>
                        <a:pt x="32575" y="81343"/>
                        <a:pt x="32099" y="81248"/>
                        <a:pt x="31528" y="81439"/>
                      </a:cubicBezTo>
                      <a:cubicBezTo>
                        <a:pt x="30861" y="81629"/>
                        <a:pt x="30385" y="82010"/>
                        <a:pt x="29908" y="82677"/>
                      </a:cubicBezTo>
                      <a:lnTo>
                        <a:pt x="32861" y="81915"/>
                      </a:lnTo>
                      <a:close/>
                      <a:moveTo>
                        <a:pt x="30385" y="65246"/>
                      </a:moveTo>
                      <a:cubicBezTo>
                        <a:pt x="31432" y="65246"/>
                        <a:pt x="31813" y="65913"/>
                        <a:pt x="31623" y="67151"/>
                      </a:cubicBezTo>
                      <a:cubicBezTo>
                        <a:pt x="30766" y="66008"/>
                        <a:pt x="30385" y="65342"/>
                        <a:pt x="30385" y="65246"/>
                      </a:cubicBezTo>
                      <a:close/>
                      <a:moveTo>
                        <a:pt x="30385" y="71438"/>
                      </a:moveTo>
                      <a:lnTo>
                        <a:pt x="32861" y="73533"/>
                      </a:lnTo>
                      <a:lnTo>
                        <a:pt x="32861" y="72295"/>
                      </a:lnTo>
                      <a:cubicBezTo>
                        <a:pt x="32671" y="71723"/>
                        <a:pt x="32290" y="71533"/>
                        <a:pt x="31909" y="71533"/>
                      </a:cubicBezTo>
                      <a:lnTo>
                        <a:pt x="30385" y="71533"/>
                      </a:lnTo>
                      <a:close/>
                      <a:moveTo>
                        <a:pt x="31623" y="67151"/>
                      </a:moveTo>
                      <a:lnTo>
                        <a:pt x="31623" y="67342"/>
                      </a:lnTo>
                      <a:lnTo>
                        <a:pt x="31432" y="67342"/>
                      </a:lnTo>
                      <a:cubicBezTo>
                        <a:pt x="31432" y="67342"/>
                        <a:pt x="31432" y="67342"/>
                        <a:pt x="31623" y="67151"/>
                      </a:cubicBezTo>
                      <a:close/>
                      <a:moveTo>
                        <a:pt x="34290" y="87916"/>
                      </a:moveTo>
                      <a:lnTo>
                        <a:pt x="34290" y="87440"/>
                      </a:lnTo>
                      <a:lnTo>
                        <a:pt x="32385" y="87440"/>
                      </a:lnTo>
                      <a:lnTo>
                        <a:pt x="34290" y="87916"/>
                      </a:lnTo>
                      <a:close/>
                      <a:moveTo>
                        <a:pt x="34290" y="64389"/>
                      </a:moveTo>
                      <a:cubicBezTo>
                        <a:pt x="34290" y="64389"/>
                        <a:pt x="34480" y="64770"/>
                        <a:pt x="34290" y="64770"/>
                      </a:cubicBezTo>
                      <a:lnTo>
                        <a:pt x="34290" y="64389"/>
                      </a:lnTo>
                      <a:close/>
                      <a:moveTo>
                        <a:pt x="36671" y="105061"/>
                      </a:moveTo>
                      <a:lnTo>
                        <a:pt x="38576" y="105061"/>
                      </a:lnTo>
                      <a:cubicBezTo>
                        <a:pt x="38100" y="104394"/>
                        <a:pt x="37528" y="104394"/>
                        <a:pt x="36671" y="105061"/>
                      </a:cubicBezTo>
                      <a:lnTo>
                        <a:pt x="35623" y="105061"/>
                      </a:lnTo>
                      <a:cubicBezTo>
                        <a:pt x="35623" y="105061"/>
                        <a:pt x="36195" y="105251"/>
                        <a:pt x="36671" y="105061"/>
                      </a:cubicBezTo>
                      <a:close/>
                      <a:moveTo>
                        <a:pt x="36576" y="39053"/>
                      </a:moveTo>
                      <a:lnTo>
                        <a:pt x="36576" y="37909"/>
                      </a:lnTo>
                      <a:cubicBezTo>
                        <a:pt x="36576" y="37909"/>
                        <a:pt x="36195" y="38195"/>
                        <a:pt x="35719" y="38576"/>
                      </a:cubicBezTo>
                      <a:cubicBezTo>
                        <a:pt x="36100" y="38671"/>
                        <a:pt x="36290" y="38862"/>
                        <a:pt x="36576" y="39053"/>
                      </a:cubicBezTo>
                      <a:close/>
                      <a:moveTo>
                        <a:pt x="45720" y="66484"/>
                      </a:moveTo>
                      <a:lnTo>
                        <a:pt x="46577" y="66008"/>
                      </a:lnTo>
                      <a:lnTo>
                        <a:pt x="44672" y="66484"/>
                      </a:lnTo>
                      <a:lnTo>
                        <a:pt x="45720" y="66484"/>
                      </a:lnTo>
                      <a:close/>
                      <a:moveTo>
                        <a:pt x="45244" y="10954"/>
                      </a:moveTo>
                      <a:lnTo>
                        <a:pt x="45244" y="13525"/>
                      </a:lnTo>
                      <a:lnTo>
                        <a:pt x="46958" y="13525"/>
                      </a:lnTo>
                      <a:cubicBezTo>
                        <a:pt x="46958" y="13525"/>
                        <a:pt x="46292" y="12954"/>
                        <a:pt x="46292" y="12383"/>
                      </a:cubicBezTo>
                      <a:lnTo>
                        <a:pt x="46482" y="10954"/>
                      </a:lnTo>
                      <a:lnTo>
                        <a:pt x="45244" y="10954"/>
                      </a:lnTo>
                      <a:close/>
                      <a:moveTo>
                        <a:pt x="47816" y="121539"/>
                      </a:moveTo>
                      <a:lnTo>
                        <a:pt x="47816" y="119348"/>
                      </a:lnTo>
                      <a:lnTo>
                        <a:pt x="46958" y="119348"/>
                      </a:lnTo>
                      <a:lnTo>
                        <a:pt x="46958" y="121539"/>
                      </a:lnTo>
                      <a:lnTo>
                        <a:pt x="47816" y="121539"/>
                      </a:lnTo>
                      <a:close/>
                      <a:moveTo>
                        <a:pt x="56197" y="98870"/>
                      </a:moveTo>
                      <a:lnTo>
                        <a:pt x="56197" y="96679"/>
                      </a:lnTo>
                      <a:lnTo>
                        <a:pt x="56864" y="96679"/>
                      </a:lnTo>
                      <a:lnTo>
                        <a:pt x="56864" y="98870"/>
                      </a:lnTo>
                      <a:lnTo>
                        <a:pt x="56197" y="98870"/>
                      </a:lnTo>
                      <a:close/>
                      <a:moveTo>
                        <a:pt x="63532" y="80010"/>
                      </a:moveTo>
                      <a:lnTo>
                        <a:pt x="61817" y="78772"/>
                      </a:lnTo>
                      <a:lnTo>
                        <a:pt x="62103" y="78772"/>
                      </a:lnTo>
                      <a:cubicBezTo>
                        <a:pt x="62770" y="78867"/>
                        <a:pt x="63246" y="79343"/>
                        <a:pt x="63532" y="80010"/>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 name="Google Shape;895;p99"/>
                <p:cNvSpPr/>
                <p:nvPr/>
              </p:nvSpPr>
              <p:spPr>
                <a:xfrm>
                  <a:off x="3406520" y="2277713"/>
                  <a:ext cx="124682" cy="149066"/>
                </a:xfrm>
                <a:custGeom>
                  <a:avLst/>
                  <a:gdLst/>
                  <a:ahLst/>
                  <a:cxnLst/>
                  <a:rect l="l" t="t" r="r" b="b"/>
                  <a:pathLst>
                    <a:path w="124682" h="149066" extrusionOk="0">
                      <a:moveTo>
                        <a:pt x="97250" y="121444"/>
                      </a:moveTo>
                      <a:cubicBezTo>
                        <a:pt x="96869" y="123063"/>
                        <a:pt x="96583" y="124492"/>
                        <a:pt x="96583" y="125921"/>
                      </a:cubicBezTo>
                      <a:cubicBezTo>
                        <a:pt x="96583" y="128016"/>
                        <a:pt x="97155" y="130492"/>
                        <a:pt x="98108" y="133255"/>
                      </a:cubicBezTo>
                      <a:cubicBezTo>
                        <a:pt x="99632" y="136588"/>
                        <a:pt x="100489" y="138875"/>
                        <a:pt x="100679" y="139922"/>
                      </a:cubicBezTo>
                      <a:cubicBezTo>
                        <a:pt x="101251" y="140589"/>
                        <a:pt x="101441" y="141160"/>
                        <a:pt x="101441" y="141827"/>
                      </a:cubicBezTo>
                      <a:cubicBezTo>
                        <a:pt x="101441" y="142589"/>
                        <a:pt x="100965" y="143446"/>
                        <a:pt x="100013" y="144494"/>
                      </a:cubicBezTo>
                      <a:cubicBezTo>
                        <a:pt x="98679" y="146018"/>
                        <a:pt x="97917" y="146971"/>
                        <a:pt x="97631" y="147352"/>
                      </a:cubicBezTo>
                      <a:cubicBezTo>
                        <a:pt x="96583" y="147161"/>
                        <a:pt x="95441" y="147066"/>
                        <a:pt x="94107" y="147066"/>
                      </a:cubicBezTo>
                      <a:cubicBezTo>
                        <a:pt x="92774" y="147066"/>
                        <a:pt x="90964" y="147256"/>
                        <a:pt x="88392" y="147447"/>
                      </a:cubicBezTo>
                      <a:cubicBezTo>
                        <a:pt x="85916" y="147733"/>
                        <a:pt x="84011" y="147828"/>
                        <a:pt x="82867" y="147828"/>
                      </a:cubicBezTo>
                      <a:cubicBezTo>
                        <a:pt x="78391" y="147828"/>
                        <a:pt x="75247" y="146494"/>
                        <a:pt x="73152" y="143732"/>
                      </a:cubicBezTo>
                      <a:cubicBezTo>
                        <a:pt x="73819" y="142304"/>
                        <a:pt x="74104" y="141065"/>
                        <a:pt x="74104" y="139922"/>
                      </a:cubicBezTo>
                      <a:cubicBezTo>
                        <a:pt x="74104" y="138208"/>
                        <a:pt x="73247" y="136303"/>
                        <a:pt x="71438" y="134207"/>
                      </a:cubicBezTo>
                      <a:cubicBezTo>
                        <a:pt x="68866" y="131350"/>
                        <a:pt x="67437" y="129445"/>
                        <a:pt x="66961" y="128492"/>
                      </a:cubicBezTo>
                      <a:cubicBezTo>
                        <a:pt x="66484" y="128302"/>
                        <a:pt x="65913" y="128206"/>
                        <a:pt x="65246" y="128206"/>
                      </a:cubicBezTo>
                      <a:cubicBezTo>
                        <a:pt x="64389" y="128206"/>
                        <a:pt x="62960" y="128492"/>
                        <a:pt x="60960" y="128968"/>
                      </a:cubicBezTo>
                      <a:cubicBezTo>
                        <a:pt x="58960" y="129445"/>
                        <a:pt x="57531" y="129635"/>
                        <a:pt x="56674" y="129635"/>
                      </a:cubicBezTo>
                      <a:cubicBezTo>
                        <a:pt x="54578" y="129635"/>
                        <a:pt x="53150" y="128683"/>
                        <a:pt x="52483" y="126778"/>
                      </a:cubicBezTo>
                      <a:lnTo>
                        <a:pt x="51245" y="126778"/>
                      </a:lnTo>
                      <a:cubicBezTo>
                        <a:pt x="51245" y="126016"/>
                        <a:pt x="51054" y="125063"/>
                        <a:pt x="50768" y="123825"/>
                      </a:cubicBezTo>
                      <a:cubicBezTo>
                        <a:pt x="50483" y="122682"/>
                        <a:pt x="50292" y="121825"/>
                        <a:pt x="50292" y="121348"/>
                      </a:cubicBezTo>
                      <a:cubicBezTo>
                        <a:pt x="50292" y="120491"/>
                        <a:pt x="50578" y="119825"/>
                        <a:pt x="51245" y="119253"/>
                      </a:cubicBezTo>
                      <a:cubicBezTo>
                        <a:pt x="50673" y="118491"/>
                        <a:pt x="50483" y="117729"/>
                        <a:pt x="50483" y="117062"/>
                      </a:cubicBezTo>
                      <a:cubicBezTo>
                        <a:pt x="50483" y="116491"/>
                        <a:pt x="50768" y="115538"/>
                        <a:pt x="51245" y="114300"/>
                      </a:cubicBezTo>
                      <a:cubicBezTo>
                        <a:pt x="51816" y="113062"/>
                        <a:pt x="52007" y="112204"/>
                        <a:pt x="52007" y="111538"/>
                      </a:cubicBezTo>
                      <a:cubicBezTo>
                        <a:pt x="52007" y="111157"/>
                        <a:pt x="51911" y="110680"/>
                        <a:pt x="51625" y="110109"/>
                      </a:cubicBezTo>
                      <a:cubicBezTo>
                        <a:pt x="52578" y="108490"/>
                        <a:pt x="55436" y="107632"/>
                        <a:pt x="60008" y="107537"/>
                      </a:cubicBezTo>
                      <a:cubicBezTo>
                        <a:pt x="64294" y="107442"/>
                        <a:pt x="66389" y="106680"/>
                        <a:pt x="66389" y="105346"/>
                      </a:cubicBezTo>
                      <a:cubicBezTo>
                        <a:pt x="66389" y="104489"/>
                        <a:pt x="65818" y="103251"/>
                        <a:pt x="64675" y="101536"/>
                      </a:cubicBezTo>
                      <a:lnTo>
                        <a:pt x="66866" y="101536"/>
                      </a:lnTo>
                      <a:cubicBezTo>
                        <a:pt x="66866" y="102394"/>
                        <a:pt x="67056" y="103442"/>
                        <a:pt x="67723" y="104584"/>
                      </a:cubicBezTo>
                      <a:cubicBezTo>
                        <a:pt x="68008" y="104299"/>
                        <a:pt x="68199" y="103442"/>
                        <a:pt x="68294" y="102013"/>
                      </a:cubicBezTo>
                      <a:cubicBezTo>
                        <a:pt x="68390" y="100965"/>
                        <a:pt x="68961" y="100393"/>
                        <a:pt x="70104" y="100298"/>
                      </a:cubicBezTo>
                      <a:lnTo>
                        <a:pt x="68199" y="98393"/>
                      </a:lnTo>
                      <a:lnTo>
                        <a:pt x="70104" y="97917"/>
                      </a:lnTo>
                      <a:lnTo>
                        <a:pt x="68675" y="96679"/>
                      </a:lnTo>
                      <a:cubicBezTo>
                        <a:pt x="68675" y="96679"/>
                        <a:pt x="69151" y="96964"/>
                        <a:pt x="69437" y="96964"/>
                      </a:cubicBezTo>
                      <a:cubicBezTo>
                        <a:pt x="69913" y="96964"/>
                        <a:pt x="70485" y="96774"/>
                        <a:pt x="71247" y="96202"/>
                      </a:cubicBezTo>
                      <a:cubicBezTo>
                        <a:pt x="72104" y="95726"/>
                        <a:pt x="72580" y="95440"/>
                        <a:pt x="72866" y="95440"/>
                      </a:cubicBezTo>
                      <a:cubicBezTo>
                        <a:pt x="73438" y="95440"/>
                        <a:pt x="73724" y="96012"/>
                        <a:pt x="73819" y="97060"/>
                      </a:cubicBezTo>
                      <a:cubicBezTo>
                        <a:pt x="73533" y="97060"/>
                        <a:pt x="72200" y="97536"/>
                        <a:pt x="70009" y="98298"/>
                      </a:cubicBezTo>
                      <a:cubicBezTo>
                        <a:pt x="70009" y="98393"/>
                        <a:pt x="70961" y="98965"/>
                        <a:pt x="72485" y="99917"/>
                      </a:cubicBezTo>
                      <a:cubicBezTo>
                        <a:pt x="73438" y="100584"/>
                        <a:pt x="73914" y="101155"/>
                        <a:pt x="73914" y="101822"/>
                      </a:cubicBezTo>
                      <a:cubicBezTo>
                        <a:pt x="73914" y="102108"/>
                        <a:pt x="73914" y="102489"/>
                        <a:pt x="73724" y="102775"/>
                      </a:cubicBezTo>
                      <a:cubicBezTo>
                        <a:pt x="74295" y="102489"/>
                        <a:pt x="74676" y="101917"/>
                        <a:pt x="74867" y="101060"/>
                      </a:cubicBezTo>
                      <a:cubicBezTo>
                        <a:pt x="75057" y="100203"/>
                        <a:pt x="75057" y="99536"/>
                        <a:pt x="74676" y="99155"/>
                      </a:cubicBezTo>
                      <a:lnTo>
                        <a:pt x="76771" y="97060"/>
                      </a:lnTo>
                      <a:lnTo>
                        <a:pt x="72485" y="93059"/>
                      </a:lnTo>
                      <a:lnTo>
                        <a:pt x="72962" y="92297"/>
                      </a:lnTo>
                      <a:cubicBezTo>
                        <a:pt x="72962" y="92297"/>
                        <a:pt x="72295" y="91630"/>
                        <a:pt x="71818" y="91630"/>
                      </a:cubicBezTo>
                      <a:cubicBezTo>
                        <a:pt x="71628" y="91630"/>
                        <a:pt x="71152" y="91916"/>
                        <a:pt x="70485" y="92392"/>
                      </a:cubicBezTo>
                      <a:cubicBezTo>
                        <a:pt x="69723" y="92964"/>
                        <a:pt x="69151" y="93154"/>
                        <a:pt x="68485" y="93059"/>
                      </a:cubicBezTo>
                      <a:cubicBezTo>
                        <a:pt x="68294" y="93059"/>
                        <a:pt x="66866" y="92869"/>
                        <a:pt x="64389" y="92869"/>
                      </a:cubicBezTo>
                      <a:cubicBezTo>
                        <a:pt x="62865" y="92869"/>
                        <a:pt x="62103" y="91821"/>
                        <a:pt x="62008" y="89821"/>
                      </a:cubicBezTo>
                      <a:cubicBezTo>
                        <a:pt x="61150" y="89535"/>
                        <a:pt x="60770" y="88868"/>
                        <a:pt x="60770" y="87916"/>
                      </a:cubicBezTo>
                      <a:cubicBezTo>
                        <a:pt x="60770" y="87535"/>
                        <a:pt x="60865" y="86773"/>
                        <a:pt x="61055" y="85820"/>
                      </a:cubicBezTo>
                      <a:cubicBezTo>
                        <a:pt x="61246" y="84868"/>
                        <a:pt x="61436" y="84106"/>
                        <a:pt x="61436" y="83629"/>
                      </a:cubicBezTo>
                      <a:cubicBezTo>
                        <a:pt x="61436" y="82296"/>
                        <a:pt x="60579" y="81439"/>
                        <a:pt x="58865" y="81248"/>
                      </a:cubicBezTo>
                      <a:cubicBezTo>
                        <a:pt x="58579" y="80677"/>
                        <a:pt x="58388" y="80010"/>
                        <a:pt x="58388" y="79343"/>
                      </a:cubicBezTo>
                      <a:cubicBezTo>
                        <a:pt x="58388" y="79057"/>
                        <a:pt x="58388" y="78581"/>
                        <a:pt x="58579" y="77819"/>
                      </a:cubicBezTo>
                      <a:cubicBezTo>
                        <a:pt x="58674" y="77152"/>
                        <a:pt x="58769" y="76581"/>
                        <a:pt x="58769" y="76295"/>
                      </a:cubicBezTo>
                      <a:cubicBezTo>
                        <a:pt x="58769" y="75247"/>
                        <a:pt x="58293" y="74390"/>
                        <a:pt x="57245" y="73723"/>
                      </a:cubicBezTo>
                      <a:lnTo>
                        <a:pt x="55531" y="73247"/>
                      </a:lnTo>
                      <a:cubicBezTo>
                        <a:pt x="56388" y="72200"/>
                        <a:pt x="56769" y="71056"/>
                        <a:pt x="56769" y="69913"/>
                      </a:cubicBezTo>
                      <a:cubicBezTo>
                        <a:pt x="56769" y="68866"/>
                        <a:pt x="56388" y="67532"/>
                        <a:pt x="55721" y="65913"/>
                      </a:cubicBezTo>
                      <a:cubicBezTo>
                        <a:pt x="55054" y="64770"/>
                        <a:pt x="54483" y="63532"/>
                        <a:pt x="53816" y="62293"/>
                      </a:cubicBezTo>
                      <a:cubicBezTo>
                        <a:pt x="54292" y="62008"/>
                        <a:pt x="54674" y="61531"/>
                        <a:pt x="54769" y="60865"/>
                      </a:cubicBezTo>
                      <a:cubicBezTo>
                        <a:pt x="54864" y="60103"/>
                        <a:pt x="54578" y="59626"/>
                        <a:pt x="53816" y="59246"/>
                      </a:cubicBezTo>
                      <a:lnTo>
                        <a:pt x="51245" y="59722"/>
                      </a:lnTo>
                      <a:lnTo>
                        <a:pt x="50578" y="55340"/>
                      </a:lnTo>
                      <a:cubicBezTo>
                        <a:pt x="49625" y="55531"/>
                        <a:pt x="49244" y="56197"/>
                        <a:pt x="49244" y="57245"/>
                      </a:cubicBezTo>
                      <a:cubicBezTo>
                        <a:pt x="49244" y="58293"/>
                        <a:pt x="48578" y="58960"/>
                        <a:pt x="47625" y="59341"/>
                      </a:cubicBezTo>
                      <a:cubicBezTo>
                        <a:pt x="47816" y="60007"/>
                        <a:pt x="47911" y="60579"/>
                        <a:pt x="47911" y="61150"/>
                      </a:cubicBezTo>
                      <a:cubicBezTo>
                        <a:pt x="47911" y="62103"/>
                        <a:pt x="47434" y="63436"/>
                        <a:pt x="46672" y="65056"/>
                      </a:cubicBezTo>
                      <a:cubicBezTo>
                        <a:pt x="45815" y="66770"/>
                        <a:pt x="45529" y="68485"/>
                        <a:pt x="45625" y="70294"/>
                      </a:cubicBezTo>
                      <a:cubicBezTo>
                        <a:pt x="44005" y="71152"/>
                        <a:pt x="43148" y="72580"/>
                        <a:pt x="42863" y="74581"/>
                      </a:cubicBezTo>
                      <a:cubicBezTo>
                        <a:pt x="42577" y="77438"/>
                        <a:pt x="42291" y="79057"/>
                        <a:pt x="42100" y="79343"/>
                      </a:cubicBezTo>
                      <a:cubicBezTo>
                        <a:pt x="41624" y="79343"/>
                        <a:pt x="40862" y="80010"/>
                        <a:pt x="40100" y="81629"/>
                      </a:cubicBezTo>
                      <a:cubicBezTo>
                        <a:pt x="39148" y="83629"/>
                        <a:pt x="38195" y="84963"/>
                        <a:pt x="37243" y="85630"/>
                      </a:cubicBezTo>
                      <a:cubicBezTo>
                        <a:pt x="37243" y="85820"/>
                        <a:pt x="37624" y="86487"/>
                        <a:pt x="38481" y="87439"/>
                      </a:cubicBezTo>
                      <a:lnTo>
                        <a:pt x="39624" y="86201"/>
                      </a:lnTo>
                      <a:cubicBezTo>
                        <a:pt x="39624" y="86201"/>
                        <a:pt x="39910" y="86487"/>
                        <a:pt x="39910" y="86677"/>
                      </a:cubicBezTo>
                      <a:cubicBezTo>
                        <a:pt x="39910" y="87058"/>
                        <a:pt x="39719" y="87535"/>
                        <a:pt x="39148" y="88392"/>
                      </a:cubicBezTo>
                      <a:cubicBezTo>
                        <a:pt x="38671" y="89249"/>
                        <a:pt x="38481" y="89821"/>
                        <a:pt x="38481" y="90011"/>
                      </a:cubicBezTo>
                      <a:cubicBezTo>
                        <a:pt x="37624" y="91154"/>
                        <a:pt x="37243" y="91821"/>
                        <a:pt x="37243" y="91916"/>
                      </a:cubicBezTo>
                      <a:lnTo>
                        <a:pt x="38481" y="93154"/>
                      </a:lnTo>
                      <a:cubicBezTo>
                        <a:pt x="38767" y="92678"/>
                        <a:pt x="39148" y="92392"/>
                        <a:pt x="39624" y="92392"/>
                      </a:cubicBezTo>
                      <a:lnTo>
                        <a:pt x="39624" y="93631"/>
                      </a:lnTo>
                      <a:cubicBezTo>
                        <a:pt x="39624" y="93631"/>
                        <a:pt x="38862" y="93345"/>
                        <a:pt x="38481" y="93345"/>
                      </a:cubicBezTo>
                      <a:cubicBezTo>
                        <a:pt x="37624" y="93345"/>
                        <a:pt x="36957" y="94393"/>
                        <a:pt x="36576" y="96488"/>
                      </a:cubicBezTo>
                      <a:cubicBezTo>
                        <a:pt x="36100" y="98965"/>
                        <a:pt x="35433" y="100489"/>
                        <a:pt x="34671" y="100965"/>
                      </a:cubicBezTo>
                      <a:cubicBezTo>
                        <a:pt x="35242" y="101536"/>
                        <a:pt x="35814" y="102679"/>
                        <a:pt x="36100" y="104394"/>
                      </a:cubicBezTo>
                      <a:cubicBezTo>
                        <a:pt x="36386" y="106204"/>
                        <a:pt x="37243" y="107251"/>
                        <a:pt x="38481" y="107632"/>
                      </a:cubicBezTo>
                      <a:cubicBezTo>
                        <a:pt x="39148" y="107251"/>
                        <a:pt x="40576" y="107061"/>
                        <a:pt x="42863" y="107156"/>
                      </a:cubicBezTo>
                      <a:cubicBezTo>
                        <a:pt x="44863" y="107156"/>
                        <a:pt x="46101" y="106871"/>
                        <a:pt x="46387" y="106394"/>
                      </a:cubicBezTo>
                      <a:cubicBezTo>
                        <a:pt x="46387" y="107537"/>
                        <a:pt x="46863" y="110109"/>
                        <a:pt x="47530" y="114014"/>
                      </a:cubicBezTo>
                      <a:cubicBezTo>
                        <a:pt x="48006" y="117062"/>
                        <a:pt x="48292" y="119539"/>
                        <a:pt x="48292" y="121444"/>
                      </a:cubicBezTo>
                      <a:cubicBezTo>
                        <a:pt x="48292" y="124396"/>
                        <a:pt x="47816" y="127254"/>
                        <a:pt x="46863" y="129921"/>
                      </a:cubicBezTo>
                      <a:cubicBezTo>
                        <a:pt x="45339" y="130302"/>
                        <a:pt x="42958" y="130492"/>
                        <a:pt x="39433" y="130397"/>
                      </a:cubicBezTo>
                      <a:cubicBezTo>
                        <a:pt x="36004" y="130302"/>
                        <a:pt x="33433" y="130778"/>
                        <a:pt x="31623" y="131635"/>
                      </a:cubicBezTo>
                      <a:lnTo>
                        <a:pt x="32385" y="132112"/>
                      </a:lnTo>
                      <a:cubicBezTo>
                        <a:pt x="29813" y="132779"/>
                        <a:pt x="28384" y="134588"/>
                        <a:pt x="27908" y="137636"/>
                      </a:cubicBezTo>
                      <a:cubicBezTo>
                        <a:pt x="27718" y="140208"/>
                        <a:pt x="27432" y="142684"/>
                        <a:pt x="27146" y="145161"/>
                      </a:cubicBezTo>
                      <a:cubicBezTo>
                        <a:pt x="26384" y="147542"/>
                        <a:pt x="24289" y="148590"/>
                        <a:pt x="20669" y="148304"/>
                      </a:cubicBezTo>
                      <a:cubicBezTo>
                        <a:pt x="20383" y="148780"/>
                        <a:pt x="19907" y="149066"/>
                        <a:pt x="19431" y="149066"/>
                      </a:cubicBezTo>
                      <a:cubicBezTo>
                        <a:pt x="19050" y="149066"/>
                        <a:pt x="18288" y="148780"/>
                        <a:pt x="17240" y="148304"/>
                      </a:cubicBezTo>
                      <a:cubicBezTo>
                        <a:pt x="16192" y="147733"/>
                        <a:pt x="15526" y="147447"/>
                        <a:pt x="15050" y="147447"/>
                      </a:cubicBezTo>
                      <a:cubicBezTo>
                        <a:pt x="14573" y="147447"/>
                        <a:pt x="13907" y="147447"/>
                        <a:pt x="13049" y="147447"/>
                      </a:cubicBezTo>
                      <a:cubicBezTo>
                        <a:pt x="12287" y="147447"/>
                        <a:pt x="11144" y="147542"/>
                        <a:pt x="9716" y="147733"/>
                      </a:cubicBezTo>
                      <a:cubicBezTo>
                        <a:pt x="8192" y="147923"/>
                        <a:pt x="7144" y="148018"/>
                        <a:pt x="6382" y="148018"/>
                      </a:cubicBezTo>
                      <a:cubicBezTo>
                        <a:pt x="3143" y="148018"/>
                        <a:pt x="1143" y="146971"/>
                        <a:pt x="476" y="144875"/>
                      </a:cubicBezTo>
                      <a:cubicBezTo>
                        <a:pt x="95" y="143923"/>
                        <a:pt x="0" y="142970"/>
                        <a:pt x="0" y="142113"/>
                      </a:cubicBezTo>
                      <a:cubicBezTo>
                        <a:pt x="0" y="140875"/>
                        <a:pt x="571" y="139065"/>
                        <a:pt x="1619" y="136874"/>
                      </a:cubicBezTo>
                      <a:cubicBezTo>
                        <a:pt x="2667" y="134684"/>
                        <a:pt x="3048" y="132683"/>
                        <a:pt x="2762" y="131159"/>
                      </a:cubicBezTo>
                      <a:cubicBezTo>
                        <a:pt x="4572" y="130588"/>
                        <a:pt x="5429" y="129350"/>
                        <a:pt x="5429" y="127444"/>
                      </a:cubicBezTo>
                      <a:cubicBezTo>
                        <a:pt x="5429" y="127159"/>
                        <a:pt x="5429" y="126682"/>
                        <a:pt x="5239" y="126016"/>
                      </a:cubicBezTo>
                      <a:lnTo>
                        <a:pt x="5239" y="124396"/>
                      </a:lnTo>
                      <a:cubicBezTo>
                        <a:pt x="5239" y="123349"/>
                        <a:pt x="5429" y="122492"/>
                        <a:pt x="5905" y="121825"/>
                      </a:cubicBezTo>
                      <a:cubicBezTo>
                        <a:pt x="7525" y="121158"/>
                        <a:pt x="8477" y="120015"/>
                        <a:pt x="8477" y="118300"/>
                      </a:cubicBezTo>
                      <a:cubicBezTo>
                        <a:pt x="8477" y="117729"/>
                        <a:pt x="8382" y="116872"/>
                        <a:pt x="8192" y="115729"/>
                      </a:cubicBezTo>
                      <a:cubicBezTo>
                        <a:pt x="7906" y="114586"/>
                        <a:pt x="7906" y="113633"/>
                        <a:pt x="7906" y="113062"/>
                      </a:cubicBezTo>
                      <a:cubicBezTo>
                        <a:pt x="7906" y="111252"/>
                        <a:pt x="8668" y="109918"/>
                        <a:pt x="10287" y="109061"/>
                      </a:cubicBezTo>
                      <a:cubicBezTo>
                        <a:pt x="10096" y="108299"/>
                        <a:pt x="10001" y="107632"/>
                        <a:pt x="10001" y="106966"/>
                      </a:cubicBezTo>
                      <a:cubicBezTo>
                        <a:pt x="10001" y="105632"/>
                        <a:pt x="10668" y="103918"/>
                        <a:pt x="11906" y="101917"/>
                      </a:cubicBezTo>
                      <a:cubicBezTo>
                        <a:pt x="13145" y="99917"/>
                        <a:pt x="13811" y="98298"/>
                        <a:pt x="13811" y="97250"/>
                      </a:cubicBezTo>
                      <a:cubicBezTo>
                        <a:pt x="13811" y="96298"/>
                        <a:pt x="13525" y="95250"/>
                        <a:pt x="12859" y="94202"/>
                      </a:cubicBezTo>
                      <a:cubicBezTo>
                        <a:pt x="14668" y="92107"/>
                        <a:pt x="15907" y="88963"/>
                        <a:pt x="16669" y="84772"/>
                      </a:cubicBezTo>
                      <a:cubicBezTo>
                        <a:pt x="17050" y="81629"/>
                        <a:pt x="17431" y="78391"/>
                        <a:pt x="17812" y="75247"/>
                      </a:cubicBezTo>
                      <a:cubicBezTo>
                        <a:pt x="19431" y="74485"/>
                        <a:pt x="20574" y="72676"/>
                        <a:pt x="21050" y="69628"/>
                      </a:cubicBezTo>
                      <a:cubicBezTo>
                        <a:pt x="21526" y="66675"/>
                        <a:pt x="22479" y="64675"/>
                        <a:pt x="23813" y="63722"/>
                      </a:cubicBezTo>
                      <a:cubicBezTo>
                        <a:pt x="23336" y="62770"/>
                        <a:pt x="23146" y="61722"/>
                        <a:pt x="23146" y="60579"/>
                      </a:cubicBezTo>
                      <a:cubicBezTo>
                        <a:pt x="23146" y="59531"/>
                        <a:pt x="23336" y="58102"/>
                        <a:pt x="23717" y="56483"/>
                      </a:cubicBezTo>
                      <a:cubicBezTo>
                        <a:pt x="24098" y="54769"/>
                        <a:pt x="24289" y="53721"/>
                        <a:pt x="24289" y="53340"/>
                      </a:cubicBezTo>
                      <a:cubicBezTo>
                        <a:pt x="25527" y="52578"/>
                        <a:pt x="26289" y="51625"/>
                        <a:pt x="26289" y="50482"/>
                      </a:cubicBezTo>
                      <a:lnTo>
                        <a:pt x="26289" y="48577"/>
                      </a:lnTo>
                      <a:cubicBezTo>
                        <a:pt x="26289" y="46958"/>
                        <a:pt x="27146" y="45625"/>
                        <a:pt x="28766" y="44577"/>
                      </a:cubicBezTo>
                      <a:cubicBezTo>
                        <a:pt x="28004" y="43053"/>
                        <a:pt x="28004" y="40481"/>
                        <a:pt x="28766" y="36767"/>
                      </a:cubicBezTo>
                      <a:cubicBezTo>
                        <a:pt x="31242" y="36385"/>
                        <a:pt x="32195" y="34766"/>
                        <a:pt x="31623" y="31813"/>
                      </a:cubicBezTo>
                      <a:cubicBezTo>
                        <a:pt x="30956" y="28384"/>
                        <a:pt x="31051" y="26384"/>
                        <a:pt x="31813" y="25717"/>
                      </a:cubicBezTo>
                      <a:cubicBezTo>
                        <a:pt x="34671" y="22288"/>
                        <a:pt x="37147" y="20669"/>
                        <a:pt x="38957" y="20669"/>
                      </a:cubicBezTo>
                      <a:cubicBezTo>
                        <a:pt x="40196" y="20669"/>
                        <a:pt x="41338" y="21336"/>
                        <a:pt x="42291" y="22574"/>
                      </a:cubicBezTo>
                      <a:cubicBezTo>
                        <a:pt x="42672" y="22384"/>
                        <a:pt x="42767" y="21812"/>
                        <a:pt x="42767" y="20860"/>
                      </a:cubicBezTo>
                      <a:cubicBezTo>
                        <a:pt x="43053" y="20669"/>
                        <a:pt x="43529" y="20574"/>
                        <a:pt x="43910" y="20574"/>
                      </a:cubicBezTo>
                      <a:cubicBezTo>
                        <a:pt x="44291" y="20574"/>
                        <a:pt x="45053" y="20669"/>
                        <a:pt x="46006" y="20955"/>
                      </a:cubicBezTo>
                      <a:cubicBezTo>
                        <a:pt x="47054" y="21241"/>
                        <a:pt x="47720" y="21336"/>
                        <a:pt x="48196" y="21336"/>
                      </a:cubicBezTo>
                      <a:cubicBezTo>
                        <a:pt x="49435" y="21336"/>
                        <a:pt x="50387" y="20764"/>
                        <a:pt x="50959" y="19621"/>
                      </a:cubicBezTo>
                      <a:cubicBezTo>
                        <a:pt x="51435" y="20002"/>
                        <a:pt x="52578" y="20764"/>
                        <a:pt x="54102" y="21812"/>
                      </a:cubicBezTo>
                      <a:cubicBezTo>
                        <a:pt x="54578" y="20955"/>
                        <a:pt x="55150" y="20574"/>
                        <a:pt x="56007" y="20574"/>
                      </a:cubicBezTo>
                      <a:cubicBezTo>
                        <a:pt x="56579" y="20574"/>
                        <a:pt x="57436" y="20764"/>
                        <a:pt x="58579" y="21146"/>
                      </a:cubicBezTo>
                      <a:cubicBezTo>
                        <a:pt x="59817" y="21526"/>
                        <a:pt x="60770" y="21717"/>
                        <a:pt x="61532" y="21717"/>
                      </a:cubicBezTo>
                      <a:cubicBezTo>
                        <a:pt x="62008" y="21717"/>
                        <a:pt x="62579" y="21622"/>
                        <a:pt x="62960" y="21431"/>
                      </a:cubicBezTo>
                      <a:cubicBezTo>
                        <a:pt x="64294" y="22288"/>
                        <a:pt x="65722" y="23146"/>
                        <a:pt x="67056" y="24098"/>
                      </a:cubicBezTo>
                      <a:cubicBezTo>
                        <a:pt x="68485" y="25051"/>
                        <a:pt x="69151" y="26384"/>
                        <a:pt x="69151" y="27908"/>
                      </a:cubicBezTo>
                      <a:cubicBezTo>
                        <a:pt x="69151" y="28289"/>
                        <a:pt x="69151" y="28765"/>
                        <a:pt x="68961" y="29337"/>
                      </a:cubicBezTo>
                      <a:lnTo>
                        <a:pt x="71723" y="28861"/>
                      </a:lnTo>
                      <a:cubicBezTo>
                        <a:pt x="71342" y="30289"/>
                        <a:pt x="71057" y="31623"/>
                        <a:pt x="71057" y="33147"/>
                      </a:cubicBezTo>
                      <a:cubicBezTo>
                        <a:pt x="71057" y="36290"/>
                        <a:pt x="72295" y="40005"/>
                        <a:pt x="74676" y="44101"/>
                      </a:cubicBezTo>
                      <a:lnTo>
                        <a:pt x="71628" y="45339"/>
                      </a:lnTo>
                      <a:lnTo>
                        <a:pt x="74676" y="46482"/>
                      </a:lnTo>
                      <a:cubicBezTo>
                        <a:pt x="74676" y="46482"/>
                        <a:pt x="73438" y="46768"/>
                        <a:pt x="72200" y="47720"/>
                      </a:cubicBezTo>
                      <a:lnTo>
                        <a:pt x="72200" y="48387"/>
                      </a:lnTo>
                      <a:cubicBezTo>
                        <a:pt x="73057" y="48101"/>
                        <a:pt x="74486" y="48292"/>
                        <a:pt x="76391" y="49054"/>
                      </a:cubicBezTo>
                      <a:lnTo>
                        <a:pt x="74200" y="52578"/>
                      </a:lnTo>
                      <a:cubicBezTo>
                        <a:pt x="76581" y="55531"/>
                        <a:pt x="78772" y="57055"/>
                        <a:pt x="80772" y="57055"/>
                      </a:cubicBezTo>
                      <a:lnTo>
                        <a:pt x="80772" y="58293"/>
                      </a:lnTo>
                      <a:cubicBezTo>
                        <a:pt x="80010" y="57245"/>
                        <a:pt x="79438" y="56769"/>
                        <a:pt x="79058" y="57055"/>
                      </a:cubicBezTo>
                      <a:cubicBezTo>
                        <a:pt x="78676" y="58483"/>
                        <a:pt x="78391" y="60103"/>
                        <a:pt x="78391" y="61817"/>
                      </a:cubicBezTo>
                      <a:cubicBezTo>
                        <a:pt x="78391" y="65342"/>
                        <a:pt x="79248" y="67913"/>
                        <a:pt x="80772" y="69723"/>
                      </a:cubicBezTo>
                      <a:cubicBezTo>
                        <a:pt x="80391" y="70199"/>
                        <a:pt x="80105" y="70580"/>
                        <a:pt x="80105" y="71056"/>
                      </a:cubicBezTo>
                      <a:cubicBezTo>
                        <a:pt x="80105" y="71438"/>
                        <a:pt x="80486" y="72009"/>
                        <a:pt x="81248" y="72771"/>
                      </a:cubicBezTo>
                      <a:cubicBezTo>
                        <a:pt x="82010" y="73533"/>
                        <a:pt x="82487" y="74104"/>
                        <a:pt x="82487" y="74676"/>
                      </a:cubicBezTo>
                      <a:cubicBezTo>
                        <a:pt x="82487" y="74962"/>
                        <a:pt x="82296" y="75343"/>
                        <a:pt x="82010" y="75819"/>
                      </a:cubicBezTo>
                      <a:lnTo>
                        <a:pt x="83915" y="76581"/>
                      </a:lnTo>
                      <a:cubicBezTo>
                        <a:pt x="85058" y="82582"/>
                        <a:pt x="85725" y="86296"/>
                        <a:pt x="86011" y="87535"/>
                      </a:cubicBezTo>
                      <a:cubicBezTo>
                        <a:pt x="86963" y="91630"/>
                        <a:pt x="88297" y="95155"/>
                        <a:pt x="89916" y="98012"/>
                      </a:cubicBezTo>
                      <a:cubicBezTo>
                        <a:pt x="88583" y="100108"/>
                        <a:pt x="89059" y="101727"/>
                        <a:pt x="91154" y="102965"/>
                      </a:cubicBezTo>
                      <a:cubicBezTo>
                        <a:pt x="90964" y="108299"/>
                        <a:pt x="91726" y="111919"/>
                        <a:pt x="93536" y="113919"/>
                      </a:cubicBezTo>
                      <a:cubicBezTo>
                        <a:pt x="93536" y="118967"/>
                        <a:pt x="94774" y="121539"/>
                        <a:pt x="97346" y="121729"/>
                      </a:cubicBezTo>
                      <a:close/>
                      <a:moveTo>
                        <a:pt x="5334" y="22574"/>
                      </a:moveTo>
                      <a:lnTo>
                        <a:pt x="4096" y="23813"/>
                      </a:lnTo>
                      <a:lnTo>
                        <a:pt x="2381" y="21717"/>
                      </a:lnTo>
                      <a:lnTo>
                        <a:pt x="5334" y="22479"/>
                      </a:lnTo>
                      <a:close/>
                      <a:moveTo>
                        <a:pt x="8001" y="46387"/>
                      </a:moveTo>
                      <a:lnTo>
                        <a:pt x="8954" y="49435"/>
                      </a:lnTo>
                      <a:lnTo>
                        <a:pt x="6572" y="53245"/>
                      </a:lnTo>
                      <a:lnTo>
                        <a:pt x="8001" y="46387"/>
                      </a:lnTo>
                      <a:close/>
                      <a:moveTo>
                        <a:pt x="10096" y="32290"/>
                      </a:moveTo>
                      <a:cubicBezTo>
                        <a:pt x="10096" y="32290"/>
                        <a:pt x="9334" y="32766"/>
                        <a:pt x="8477" y="33528"/>
                      </a:cubicBezTo>
                      <a:lnTo>
                        <a:pt x="8001" y="31813"/>
                      </a:lnTo>
                      <a:lnTo>
                        <a:pt x="10096" y="32290"/>
                      </a:lnTo>
                      <a:close/>
                      <a:moveTo>
                        <a:pt x="23717" y="35433"/>
                      </a:moveTo>
                      <a:cubicBezTo>
                        <a:pt x="22955" y="33718"/>
                        <a:pt x="21526" y="33052"/>
                        <a:pt x="19431" y="33528"/>
                      </a:cubicBezTo>
                      <a:lnTo>
                        <a:pt x="18955" y="34195"/>
                      </a:lnTo>
                      <a:cubicBezTo>
                        <a:pt x="18955" y="33147"/>
                        <a:pt x="19241" y="32575"/>
                        <a:pt x="19812" y="32575"/>
                      </a:cubicBezTo>
                      <a:cubicBezTo>
                        <a:pt x="19907" y="32575"/>
                        <a:pt x="20574" y="32766"/>
                        <a:pt x="21622" y="33052"/>
                      </a:cubicBezTo>
                      <a:cubicBezTo>
                        <a:pt x="22479" y="33242"/>
                        <a:pt x="23146" y="33242"/>
                        <a:pt x="23717" y="33052"/>
                      </a:cubicBezTo>
                      <a:lnTo>
                        <a:pt x="23717" y="35433"/>
                      </a:lnTo>
                      <a:close/>
                      <a:moveTo>
                        <a:pt x="21146" y="86868"/>
                      </a:moveTo>
                      <a:lnTo>
                        <a:pt x="21146" y="83820"/>
                      </a:lnTo>
                      <a:lnTo>
                        <a:pt x="20669" y="83820"/>
                      </a:lnTo>
                      <a:lnTo>
                        <a:pt x="20669" y="86868"/>
                      </a:lnTo>
                      <a:lnTo>
                        <a:pt x="21146" y="86868"/>
                      </a:lnTo>
                      <a:close/>
                      <a:moveTo>
                        <a:pt x="29908" y="38005"/>
                      </a:moveTo>
                      <a:lnTo>
                        <a:pt x="33433" y="36100"/>
                      </a:lnTo>
                      <a:lnTo>
                        <a:pt x="32957" y="34195"/>
                      </a:lnTo>
                      <a:lnTo>
                        <a:pt x="29908" y="38005"/>
                      </a:lnTo>
                      <a:close/>
                      <a:moveTo>
                        <a:pt x="33433" y="59912"/>
                      </a:moveTo>
                      <a:lnTo>
                        <a:pt x="36386" y="60674"/>
                      </a:lnTo>
                      <a:lnTo>
                        <a:pt x="35909" y="59912"/>
                      </a:lnTo>
                      <a:lnTo>
                        <a:pt x="33433" y="59912"/>
                      </a:lnTo>
                      <a:close/>
                      <a:moveTo>
                        <a:pt x="35909" y="56959"/>
                      </a:moveTo>
                      <a:lnTo>
                        <a:pt x="37243" y="56293"/>
                      </a:lnTo>
                      <a:lnTo>
                        <a:pt x="35909" y="55054"/>
                      </a:lnTo>
                      <a:lnTo>
                        <a:pt x="35909" y="56959"/>
                      </a:lnTo>
                      <a:close/>
                      <a:moveTo>
                        <a:pt x="37243" y="30575"/>
                      </a:moveTo>
                      <a:lnTo>
                        <a:pt x="39148" y="30099"/>
                      </a:lnTo>
                      <a:lnTo>
                        <a:pt x="36481" y="29337"/>
                      </a:lnTo>
                      <a:lnTo>
                        <a:pt x="37338" y="30671"/>
                      </a:lnTo>
                      <a:close/>
                      <a:moveTo>
                        <a:pt x="37719" y="10954"/>
                      </a:moveTo>
                      <a:lnTo>
                        <a:pt x="38481" y="12859"/>
                      </a:lnTo>
                      <a:lnTo>
                        <a:pt x="37243" y="12859"/>
                      </a:lnTo>
                      <a:lnTo>
                        <a:pt x="37719" y="10954"/>
                      </a:lnTo>
                      <a:close/>
                      <a:moveTo>
                        <a:pt x="43434" y="6667"/>
                      </a:moveTo>
                      <a:cubicBezTo>
                        <a:pt x="42577" y="6382"/>
                        <a:pt x="42196" y="5715"/>
                        <a:pt x="42196" y="4763"/>
                      </a:cubicBezTo>
                      <a:lnTo>
                        <a:pt x="42196" y="2572"/>
                      </a:lnTo>
                      <a:lnTo>
                        <a:pt x="46482" y="0"/>
                      </a:lnTo>
                      <a:cubicBezTo>
                        <a:pt x="46482" y="0"/>
                        <a:pt x="45911" y="952"/>
                        <a:pt x="44863" y="1524"/>
                      </a:cubicBezTo>
                      <a:cubicBezTo>
                        <a:pt x="43720" y="2096"/>
                        <a:pt x="43243" y="2667"/>
                        <a:pt x="43243" y="3143"/>
                      </a:cubicBezTo>
                      <a:cubicBezTo>
                        <a:pt x="43243" y="3429"/>
                        <a:pt x="43529" y="3905"/>
                        <a:pt x="44101" y="4381"/>
                      </a:cubicBezTo>
                      <a:cubicBezTo>
                        <a:pt x="44291" y="4953"/>
                        <a:pt x="44101" y="5715"/>
                        <a:pt x="43625" y="6572"/>
                      </a:cubicBezTo>
                      <a:close/>
                      <a:moveTo>
                        <a:pt x="47720" y="14764"/>
                      </a:moveTo>
                      <a:lnTo>
                        <a:pt x="48863" y="14764"/>
                      </a:lnTo>
                      <a:lnTo>
                        <a:pt x="46958" y="17907"/>
                      </a:lnTo>
                      <a:lnTo>
                        <a:pt x="47720" y="14764"/>
                      </a:lnTo>
                      <a:close/>
                      <a:moveTo>
                        <a:pt x="47720" y="36862"/>
                      </a:moveTo>
                      <a:lnTo>
                        <a:pt x="47720" y="34957"/>
                      </a:lnTo>
                      <a:lnTo>
                        <a:pt x="46958" y="34957"/>
                      </a:lnTo>
                      <a:lnTo>
                        <a:pt x="46958" y="36862"/>
                      </a:lnTo>
                      <a:lnTo>
                        <a:pt x="47720" y="36862"/>
                      </a:lnTo>
                      <a:close/>
                      <a:moveTo>
                        <a:pt x="55721" y="12287"/>
                      </a:moveTo>
                      <a:lnTo>
                        <a:pt x="55721" y="14859"/>
                      </a:lnTo>
                      <a:lnTo>
                        <a:pt x="53912" y="10573"/>
                      </a:lnTo>
                      <a:cubicBezTo>
                        <a:pt x="55054" y="10573"/>
                        <a:pt x="55721" y="11144"/>
                        <a:pt x="55721" y="12287"/>
                      </a:cubicBezTo>
                      <a:close/>
                      <a:moveTo>
                        <a:pt x="58674" y="35623"/>
                      </a:moveTo>
                      <a:lnTo>
                        <a:pt x="62293" y="34385"/>
                      </a:lnTo>
                      <a:lnTo>
                        <a:pt x="60388" y="34385"/>
                      </a:lnTo>
                      <a:lnTo>
                        <a:pt x="58674" y="35623"/>
                      </a:lnTo>
                      <a:close/>
                      <a:moveTo>
                        <a:pt x="58674" y="47815"/>
                      </a:moveTo>
                      <a:lnTo>
                        <a:pt x="59150" y="45910"/>
                      </a:lnTo>
                      <a:lnTo>
                        <a:pt x="58674" y="45434"/>
                      </a:lnTo>
                      <a:lnTo>
                        <a:pt x="58674" y="47815"/>
                      </a:lnTo>
                      <a:close/>
                      <a:moveTo>
                        <a:pt x="64103" y="98012"/>
                      </a:moveTo>
                      <a:cubicBezTo>
                        <a:pt x="64103" y="98012"/>
                        <a:pt x="64675" y="98203"/>
                        <a:pt x="65342" y="98488"/>
                      </a:cubicBezTo>
                      <a:lnTo>
                        <a:pt x="65818" y="98012"/>
                      </a:lnTo>
                      <a:lnTo>
                        <a:pt x="64103" y="96298"/>
                      </a:lnTo>
                      <a:lnTo>
                        <a:pt x="66675" y="97250"/>
                      </a:lnTo>
                      <a:cubicBezTo>
                        <a:pt x="65342" y="98679"/>
                        <a:pt x="64389" y="99346"/>
                        <a:pt x="64103" y="99346"/>
                      </a:cubicBezTo>
                      <a:lnTo>
                        <a:pt x="64103" y="98107"/>
                      </a:lnTo>
                      <a:close/>
                      <a:moveTo>
                        <a:pt x="68866" y="67342"/>
                      </a:moveTo>
                      <a:cubicBezTo>
                        <a:pt x="70009" y="66770"/>
                        <a:pt x="70485" y="65818"/>
                        <a:pt x="70295" y="64294"/>
                      </a:cubicBezTo>
                      <a:cubicBezTo>
                        <a:pt x="68675" y="64770"/>
                        <a:pt x="67913" y="65532"/>
                        <a:pt x="67913" y="66865"/>
                      </a:cubicBezTo>
                      <a:cubicBezTo>
                        <a:pt x="68390" y="67246"/>
                        <a:pt x="68675" y="67437"/>
                        <a:pt x="68866" y="67342"/>
                      </a:cubicBezTo>
                      <a:close/>
                      <a:moveTo>
                        <a:pt x="70295" y="43339"/>
                      </a:moveTo>
                      <a:lnTo>
                        <a:pt x="68390" y="43339"/>
                      </a:lnTo>
                      <a:lnTo>
                        <a:pt x="68866" y="47815"/>
                      </a:lnTo>
                      <a:lnTo>
                        <a:pt x="70295" y="43339"/>
                      </a:lnTo>
                      <a:close/>
                      <a:moveTo>
                        <a:pt x="70295" y="59531"/>
                      </a:moveTo>
                      <a:cubicBezTo>
                        <a:pt x="70295" y="59531"/>
                        <a:pt x="69913" y="58769"/>
                        <a:pt x="69913" y="58388"/>
                      </a:cubicBezTo>
                      <a:cubicBezTo>
                        <a:pt x="69913" y="57531"/>
                        <a:pt x="70485" y="57150"/>
                        <a:pt x="71628" y="57150"/>
                      </a:cubicBezTo>
                      <a:lnTo>
                        <a:pt x="72771" y="56959"/>
                      </a:lnTo>
                      <a:lnTo>
                        <a:pt x="72771" y="56293"/>
                      </a:lnTo>
                      <a:cubicBezTo>
                        <a:pt x="72771" y="56293"/>
                        <a:pt x="72104" y="56102"/>
                        <a:pt x="71818" y="56102"/>
                      </a:cubicBezTo>
                      <a:cubicBezTo>
                        <a:pt x="71057" y="56102"/>
                        <a:pt x="70390" y="56483"/>
                        <a:pt x="69723" y="57245"/>
                      </a:cubicBezTo>
                      <a:cubicBezTo>
                        <a:pt x="69151" y="58007"/>
                        <a:pt x="68771" y="58769"/>
                        <a:pt x="68771" y="59436"/>
                      </a:cubicBezTo>
                      <a:lnTo>
                        <a:pt x="70199" y="59436"/>
                      </a:lnTo>
                      <a:close/>
                      <a:moveTo>
                        <a:pt x="70866" y="86201"/>
                      </a:moveTo>
                      <a:cubicBezTo>
                        <a:pt x="70866" y="86201"/>
                        <a:pt x="71057" y="85630"/>
                        <a:pt x="71533" y="84963"/>
                      </a:cubicBezTo>
                      <a:cubicBezTo>
                        <a:pt x="70866" y="84868"/>
                        <a:pt x="70485" y="84963"/>
                        <a:pt x="70390" y="85439"/>
                      </a:cubicBezTo>
                      <a:cubicBezTo>
                        <a:pt x="70199" y="85820"/>
                        <a:pt x="70009" y="86106"/>
                        <a:pt x="69628" y="86201"/>
                      </a:cubicBezTo>
                      <a:lnTo>
                        <a:pt x="70866" y="86201"/>
                      </a:lnTo>
                      <a:close/>
                      <a:moveTo>
                        <a:pt x="71533" y="18383"/>
                      </a:moveTo>
                      <a:lnTo>
                        <a:pt x="72771" y="17145"/>
                      </a:lnTo>
                      <a:lnTo>
                        <a:pt x="70866" y="15335"/>
                      </a:lnTo>
                      <a:lnTo>
                        <a:pt x="72009" y="14097"/>
                      </a:lnTo>
                      <a:lnTo>
                        <a:pt x="74009" y="17907"/>
                      </a:lnTo>
                      <a:lnTo>
                        <a:pt x="71533" y="18383"/>
                      </a:lnTo>
                      <a:close/>
                      <a:moveTo>
                        <a:pt x="79343" y="96107"/>
                      </a:moveTo>
                      <a:lnTo>
                        <a:pt x="79343" y="94012"/>
                      </a:lnTo>
                      <a:cubicBezTo>
                        <a:pt x="79343" y="94012"/>
                        <a:pt x="79153" y="94297"/>
                        <a:pt x="78105" y="94869"/>
                      </a:cubicBezTo>
                      <a:cubicBezTo>
                        <a:pt x="77819" y="94679"/>
                        <a:pt x="77438" y="94297"/>
                        <a:pt x="77057" y="93726"/>
                      </a:cubicBezTo>
                      <a:cubicBezTo>
                        <a:pt x="76676" y="93154"/>
                        <a:pt x="76391" y="92964"/>
                        <a:pt x="76200" y="92964"/>
                      </a:cubicBezTo>
                      <a:cubicBezTo>
                        <a:pt x="75914" y="92964"/>
                        <a:pt x="75533" y="93154"/>
                        <a:pt x="75057" y="93631"/>
                      </a:cubicBezTo>
                      <a:lnTo>
                        <a:pt x="79343" y="96202"/>
                      </a:lnTo>
                      <a:close/>
                      <a:moveTo>
                        <a:pt x="83153" y="95345"/>
                      </a:moveTo>
                      <a:cubicBezTo>
                        <a:pt x="83153" y="95345"/>
                        <a:pt x="83344" y="95345"/>
                        <a:pt x="83153" y="95059"/>
                      </a:cubicBezTo>
                      <a:lnTo>
                        <a:pt x="82487" y="91059"/>
                      </a:lnTo>
                      <a:cubicBezTo>
                        <a:pt x="82487" y="91059"/>
                        <a:pt x="81820" y="91916"/>
                        <a:pt x="81820" y="92297"/>
                      </a:cubicBezTo>
                      <a:cubicBezTo>
                        <a:pt x="81820" y="92011"/>
                        <a:pt x="82296" y="92869"/>
                        <a:pt x="83058" y="94964"/>
                      </a:cubicBezTo>
                      <a:lnTo>
                        <a:pt x="83058" y="95250"/>
                      </a:lnTo>
                      <a:close/>
                      <a:moveTo>
                        <a:pt x="90297" y="476"/>
                      </a:moveTo>
                      <a:lnTo>
                        <a:pt x="90297" y="1905"/>
                      </a:lnTo>
                      <a:lnTo>
                        <a:pt x="88106" y="1905"/>
                      </a:lnTo>
                      <a:lnTo>
                        <a:pt x="90297" y="476"/>
                      </a:lnTo>
                      <a:close/>
                      <a:moveTo>
                        <a:pt x="91535" y="25908"/>
                      </a:moveTo>
                      <a:lnTo>
                        <a:pt x="89725" y="27622"/>
                      </a:lnTo>
                      <a:lnTo>
                        <a:pt x="91535" y="25051"/>
                      </a:lnTo>
                      <a:lnTo>
                        <a:pt x="91535" y="25908"/>
                      </a:lnTo>
                      <a:close/>
                      <a:moveTo>
                        <a:pt x="100679" y="53816"/>
                      </a:moveTo>
                      <a:lnTo>
                        <a:pt x="99441" y="55054"/>
                      </a:lnTo>
                      <a:lnTo>
                        <a:pt x="98488" y="55054"/>
                      </a:lnTo>
                      <a:lnTo>
                        <a:pt x="100679" y="53816"/>
                      </a:lnTo>
                      <a:close/>
                      <a:moveTo>
                        <a:pt x="100203" y="27146"/>
                      </a:moveTo>
                      <a:cubicBezTo>
                        <a:pt x="100203" y="27146"/>
                        <a:pt x="99727" y="27146"/>
                        <a:pt x="99727" y="26289"/>
                      </a:cubicBezTo>
                      <a:cubicBezTo>
                        <a:pt x="99727" y="25527"/>
                        <a:pt x="99536" y="25051"/>
                        <a:pt x="99441" y="25051"/>
                      </a:cubicBezTo>
                      <a:lnTo>
                        <a:pt x="100203" y="25051"/>
                      </a:lnTo>
                      <a:lnTo>
                        <a:pt x="100203" y="27146"/>
                      </a:lnTo>
                      <a:close/>
                      <a:moveTo>
                        <a:pt x="123349" y="14192"/>
                      </a:moveTo>
                      <a:cubicBezTo>
                        <a:pt x="123349" y="14192"/>
                        <a:pt x="123349" y="13335"/>
                        <a:pt x="123634" y="12859"/>
                      </a:cubicBezTo>
                      <a:cubicBezTo>
                        <a:pt x="123920" y="12382"/>
                        <a:pt x="124301" y="12192"/>
                        <a:pt x="124682" y="12287"/>
                      </a:cubicBezTo>
                      <a:lnTo>
                        <a:pt x="124682" y="14192"/>
                      </a:lnTo>
                      <a:lnTo>
                        <a:pt x="123349" y="14192"/>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 name="Google Shape;896;p99"/>
                <p:cNvSpPr/>
                <p:nvPr/>
              </p:nvSpPr>
              <p:spPr>
                <a:xfrm>
                  <a:off x="3514153" y="2297906"/>
                  <a:ext cx="111728" cy="128111"/>
                </a:xfrm>
                <a:custGeom>
                  <a:avLst/>
                  <a:gdLst/>
                  <a:ahLst/>
                  <a:cxnLst/>
                  <a:rect l="l" t="t" r="r" b="b"/>
                  <a:pathLst>
                    <a:path w="111728" h="128111" extrusionOk="0">
                      <a:moveTo>
                        <a:pt x="90392" y="34480"/>
                      </a:moveTo>
                      <a:cubicBezTo>
                        <a:pt x="90583" y="34957"/>
                        <a:pt x="90964" y="35242"/>
                        <a:pt x="91535" y="35242"/>
                      </a:cubicBezTo>
                      <a:lnTo>
                        <a:pt x="92773" y="35242"/>
                      </a:lnTo>
                      <a:cubicBezTo>
                        <a:pt x="91345" y="38767"/>
                        <a:pt x="91250" y="43148"/>
                        <a:pt x="92297" y="48387"/>
                      </a:cubicBezTo>
                      <a:cubicBezTo>
                        <a:pt x="92012" y="49530"/>
                        <a:pt x="90868" y="51340"/>
                        <a:pt x="89154" y="53912"/>
                      </a:cubicBezTo>
                      <a:lnTo>
                        <a:pt x="90392" y="55150"/>
                      </a:lnTo>
                      <a:cubicBezTo>
                        <a:pt x="90011" y="56007"/>
                        <a:pt x="88868" y="56674"/>
                        <a:pt x="87058" y="57245"/>
                      </a:cubicBezTo>
                      <a:cubicBezTo>
                        <a:pt x="85249" y="57721"/>
                        <a:pt x="84106" y="58483"/>
                        <a:pt x="83629" y="59436"/>
                      </a:cubicBezTo>
                      <a:lnTo>
                        <a:pt x="86677" y="59912"/>
                      </a:lnTo>
                      <a:cubicBezTo>
                        <a:pt x="84296" y="63817"/>
                        <a:pt x="79820" y="68485"/>
                        <a:pt x="73438" y="73914"/>
                      </a:cubicBezTo>
                      <a:lnTo>
                        <a:pt x="70866" y="73914"/>
                      </a:lnTo>
                      <a:lnTo>
                        <a:pt x="70866" y="75629"/>
                      </a:lnTo>
                      <a:cubicBezTo>
                        <a:pt x="70866" y="75629"/>
                        <a:pt x="70390" y="75152"/>
                        <a:pt x="69913" y="75152"/>
                      </a:cubicBezTo>
                      <a:cubicBezTo>
                        <a:pt x="69056" y="75247"/>
                        <a:pt x="68580" y="75247"/>
                        <a:pt x="68389" y="75152"/>
                      </a:cubicBezTo>
                      <a:lnTo>
                        <a:pt x="67913" y="75629"/>
                      </a:lnTo>
                      <a:cubicBezTo>
                        <a:pt x="69342" y="76009"/>
                        <a:pt x="70485" y="77438"/>
                        <a:pt x="71056" y="79915"/>
                      </a:cubicBezTo>
                      <a:cubicBezTo>
                        <a:pt x="71723" y="82296"/>
                        <a:pt x="72485" y="83629"/>
                        <a:pt x="73438" y="83915"/>
                      </a:cubicBezTo>
                      <a:cubicBezTo>
                        <a:pt x="73152" y="85916"/>
                        <a:pt x="73914" y="88011"/>
                        <a:pt x="75819" y="90297"/>
                      </a:cubicBezTo>
                      <a:cubicBezTo>
                        <a:pt x="78010" y="92869"/>
                        <a:pt x="79343" y="94964"/>
                        <a:pt x="79629" y="96583"/>
                      </a:cubicBezTo>
                      <a:cubicBezTo>
                        <a:pt x="78962" y="97726"/>
                        <a:pt x="77724" y="98108"/>
                        <a:pt x="75724" y="97631"/>
                      </a:cubicBezTo>
                      <a:cubicBezTo>
                        <a:pt x="73819" y="97155"/>
                        <a:pt x="72866" y="97250"/>
                        <a:pt x="72866" y="97822"/>
                      </a:cubicBezTo>
                      <a:cubicBezTo>
                        <a:pt x="72866" y="98393"/>
                        <a:pt x="73057" y="99060"/>
                        <a:pt x="73438" y="100013"/>
                      </a:cubicBezTo>
                      <a:lnTo>
                        <a:pt x="75819" y="99536"/>
                      </a:lnTo>
                      <a:cubicBezTo>
                        <a:pt x="75819" y="99536"/>
                        <a:pt x="75629" y="100775"/>
                        <a:pt x="74581" y="102108"/>
                      </a:cubicBezTo>
                      <a:lnTo>
                        <a:pt x="76486" y="103822"/>
                      </a:lnTo>
                      <a:cubicBezTo>
                        <a:pt x="76486" y="103822"/>
                        <a:pt x="77152" y="102679"/>
                        <a:pt x="77533" y="101251"/>
                      </a:cubicBezTo>
                      <a:lnTo>
                        <a:pt x="78391" y="104299"/>
                      </a:lnTo>
                      <a:cubicBezTo>
                        <a:pt x="79820" y="103918"/>
                        <a:pt x="80391" y="102394"/>
                        <a:pt x="80200" y="100013"/>
                      </a:cubicBezTo>
                      <a:cubicBezTo>
                        <a:pt x="81629" y="100775"/>
                        <a:pt x="82772" y="102299"/>
                        <a:pt x="83725" y="104584"/>
                      </a:cubicBezTo>
                      <a:cubicBezTo>
                        <a:pt x="84582" y="106871"/>
                        <a:pt x="85534" y="108299"/>
                        <a:pt x="86773" y="108680"/>
                      </a:cubicBezTo>
                      <a:cubicBezTo>
                        <a:pt x="86487" y="109538"/>
                        <a:pt x="86296" y="110395"/>
                        <a:pt x="86296" y="111252"/>
                      </a:cubicBezTo>
                      <a:cubicBezTo>
                        <a:pt x="86296" y="112871"/>
                        <a:pt x="87154" y="114967"/>
                        <a:pt x="88773" y="117538"/>
                      </a:cubicBezTo>
                      <a:cubicBezTo>
                        <a:pt x="90392" y="120110"/>
                        <a:pt x="91250" y="121920"/>
                        <a:pt x="91250" y="122968"/>
                      </a:cubicBezTo>
                      <a:cubicBezTo>
                        <a:pt x="91250" y="124492"/>
                        <a:pt x="90392" y="125825"/>
                        <a:pt x="88868" y="127159"/>
                      </a:cubicBezTo>
                      <a:cubicBezTo>
                        <a:pt x="87630" y="127159"/>
                        <a:pt x="85534" y="127254"/>
                        <a:pt x="82582" y="127635"/>
                      </a:cubicBezTo>
                      <a:cubicBezTo>
                        <a:pt x="79629" y="127921"/>
                        <a:pt x="77438" y="128111"/>
                        <a:pt x="75914" y="128111"/>
                      </a:cubicBezTo>
                      <a:cubicBezTo>
                        <a:pt x="71247" y="128111"/>
                        <a:pt x="67627" y="126873"/>
                        <a:pt x="65151" y="124301"/>
                      </a:cubicBezTo>
                      <a:lnTo>
                        <a:pt x="64675" y="125063"/>
                      </a:lnTo>
                      <a:cubicBezTo>
                        <a:pt x="64008" y="123444"/>
                        <a:pt x="63341" y="121920"/>
                        <a:pt x="62770" y="120301"/>
                      </a:cubicBezTo>
                      <a:cubicBezTo>
                        <a:pt x="61817" y="118205"/>
                        <a:pt x="60579" y="116872"/>
                        <a:pt x="58960" y="116491"/>
                      </a:cubicBezTo>
                      <a:cubicBezTo>
                        <a:pt x="59341" y="115729"/>
                        <a:pt x="59436" y="115157"/>
                        <a:pt x="59436" y="114586"/>
                      </a:cubicBezTo>
                      <a:cubicBezTo>
                        <a:pt x="59436" y="113443"/>
                        <a:pt x="58674" y="112300"/>
                        <a:pt x="57150" y="111157"/>
                      </a:cubicBezTo>
                      <a:cubicBezTo>
                        <a:pt x="55626" y="110014"/>
                        <a:pt x="54864" y="108966"/>
                        <a:pt x="54864" y="107918"/>
                      </a:cubicBezTo>
                      <a:cubicBezTo>
                        <a:pt x="54864" y="107156"/>
                        <a:pt x="55054" y="106394"/>
                        <a:pt x="55531" y="105537"/>
                      </a:cubicBezTo>
                      <a:cubicBezTo>
                        <a:pt x="54483" y="104013"/>
                        <a:pt x="53245" y="101155"/>
                        <a:pt x="51721" y="96774"/>
                      </a:cubicBezTo>
                      <a:cubicBezTo>
                        <a:pt x="50483" y="93059"/>
                        <a:pt x="48863" y="90297"/>
                        <a:pt x="46958" y="88487"/>
                      </a:cubicBezTo>
                      <a:cubicBezTo>
                        <a:pt x="46958" y="85725"/>
                        <a:pt x="45815" y="82487"/>
                        <a:pt x="43339" y="78676"/>
                      </a:cubicBezTo>
                      <a:lnTo>
                        <a:pt x="38576" y="78010"/>
                      </a:lnTo>
                      <a:lnTo>
                        <a:pt x="39052" y="77533"/>
                      </a:lnTo>
                      <a:cubicBezTo>
                        <a:pt x="38671" y="76962"/>
                        <a:pt x="38291" y="76676"/>
                        <a:pt x="37814" y="76676"/>
                      </a:cubicBezTo>
                      <a:lnTo>
                        <a:pt x="36100" y="78581"/>
                      </a:lnTo>
                      <a:cubicBezTo>
                        <a:pt x="35528" y="78581"/>
                        <a:pt x="34385" y="78867"/>
                        <a:pt x="32480" y="79343"/>
                      </a:cubicBezTo>
                      <a:cubicBezTo>
                        <a:pt x="30575" y="79820"/>
                        <a:pt x="29242" y="80105"/>
                        <a:pt x="28289" y="80105"/>
                      </a:cubicBezTo>
                      <a:cubicBezTo>
                        <a:pt x="27527" y="80105"/>
                        <a:pt x="26860" y="79915"/>
                        <a:pt x="26384" y="79629"/>
                      </a:cubicBezTo>
                      <a:cubicBezTo>
                        <a:pt x="26289" y="79820"/>
                        <a:pt x="26194" y="80010"/>
                        <a:pt x="26194" y="80296"/>
                      </a:cubicBezTo>
                      <a:cubicBezTo>
                        <a:pt x="26194" y="80582"/>
                        <a:pt x="26384" y="80867"/>
                        <a:pt x="26575" y="81153"/>
                      </a:cubicBezTo>
                      <a:cubicBezTo>
                        <a:pt x="26860" y="81439"/>
                        <a:pt x="26956" y="81629"/>
                        <a:pt x="26956" y="81725"/>
                      </a:cubicBezTo>
                      <a:cubicBezTo>
                        <a:pt x="26956" y="81915"/>
                        <a:pt x="26479" y="82296"/>
                        <a:pt x="25527" y="82772"/>
                      </a:cubicBezTo>
                      <a:lnTo>
                        <a:pt x="26384" y="92678"/>
                      </a:lnTo>
                      <a:lnTo>
                        <a:pt x="25051" y="93821"/>
                      </a:lnTo>
                      <a:cubicBezTo>
                        <a:pt x="25908" y="96869"/>
                        <a:pt x="26384" y="101155"/>
                        <a:pt x="26384" y="106680"/>
                      </a:cubicBezTo>
                      <a:cubicBezTo>
                        <a:pt x="26384" y="107156"/>
                        <a:pt x="26098" y="108395"/>
                        <a:pt x="25622" y="110109"/>
                      </a:cubicBezTo>
                      <a:cubicBezTo>
                        <a:pt x="25146" y="111824"/>
                        <a:pt x="24860" y="113252"/>
                        <a:pt x="24860" y="114109"/>
                      </a:cubicBezTo>
                      <a:cubicBezTo>
                        <a:pt x="24860" y="115824"/>
                        <a:pt x="25527" y="117062"/>
                        <a:pt x="26765" y="118110"/>
                      </a:cubicBezTo>
                      <a:cubicBezTo>
                        <a:pt x="26003" y="118682"/>
                        <a:pt x="25622" y="119634"/>
                        <a:pt x="25622" y="121158"/>
                      </a:cubicBezTo>
                      <a:lnTo>
                        <a:pt x="25622" y="122682"/>
                      </a:lnTo>
                      <a:cubicBezTo>
                        <a:pt x="25622" y="123349"/>
                        <a:pt x="25813" y="123825"/>
                        <a:pt x="25813" y="124111"/>
                      </a:cubicBezTo>
                      <a:cubicBezTo>
                        <a:pt x="25813" y="126111"/>
                        <a:pt x="24670" y="126968"/>
                        <a:pt x="22479" y="126683"/>
                      </a:cubicBezTo>
                      <a:lnTo>
                        <a:pt x="23241" y="127349"/>
                      </a:lnTo>
                      <a:cubicBezTo>
                        <a:pt x="21526" y="128111"/>
                        <a:pt x="19431" y="128207"/>
                        <a:pt x="16764" y="127730"/>
                      </a:cubicBezTo>
                      <a:cubicBezTo>
                        <a:pt x="14097" y="127254"/>
                        <a:pt x="12383" y="127349"/>
                        <a:pt x="11525" y="127921"/>
                      </a:cubicBezTo>
                      <a:cubicBezTo>
                        <a:pt x="7906" y="127540"/>
                        <a:pt x="4477" y="126492"/>
                        <a:pt x="1238" y="124873"/>
                      </a:cubicBezTo>
                      <a:cubicBezTo>
                        <a:pt x="1429" y="116681"/>
                        <a:pt x="1238" y="104299"/>
                        <a:pt x="762" y="87630"/>
                      </a:cubicBezTo>
                      <a:lnTo>
                        <a:pt x="0" y="87630"/>
                      </a:lnTo>
                      <a:cubicBezTo>
                        <a:pt x="857" y="86487"/>
                        <a:pt x="1238" y="85058"/>
                        <a:pt x="1238" y="83344"/>
                      </a:cubicBezTo>
                      <a:cubicBezTo>
                        <a:pt x="1238" y="82677"/>
                        <a:pt x="1143" y="81629"/>
                        <a:pt x="952" y="80105"/>
                      </a:cubicBezTo>
                      <a:cubicBezTo>
                        <a:pt x="762" y="78581"/>
                        <a:pt x="667" y="77343"/>
                        <a:pt x="667" y="76486"/>
                      </a:cubicBezTo>
                      <a:cubicBezTo>
                        <a:pt x="667" y="74581"/>
                        <a:pt x="1143" y="72866"/>
                        <a:pt x="2096" y="71438"/>
                      </a:cubicBezTo>
                      <a:cubicBezTo>
                        <a:pt x="1524" y="65913"/>
                        <a:pt x="1238" y="58388"/>
                        <a:pt x="1238" y="48863"/>
                      </a:cubicBezTo>
                      <a:lnTo>
                        <a:pt x="1238" y="25717"/>
                      </a:lnTo>
                      <a:cubicBezTo>
                        <a:pt x="571" y="25337"/>
                        <a:pt x="286" y="24860"/>
                        <a:pt x="286" y="24289"/>
                      </a:cubicBezTo>
                      <a:cubicBezTo>
                        <a:pt x="286" y="23908"/>
                        <a:pt x="571" y="23336"/>
                        <a:pt x="1143" y="22384"/>
                      </a:cubicBezTo>
                      <a:cubicBezTo>
                        <a:pt x="1714" y="21431"/>
                        <a:pt x="2000" y="20669"/>
                        <a:pt x="2000" y="20193"/>
                      </a:cubicBezTo>
                      <a:cubicBezTo>
                        <a:pt x="667" y="19050"/>
                        <a:pt x="95" y="17717"/>
                        <a:pt x="95" y="16192"/>
                      </a:cubicBezTo>
                      <a:cubicBezTo>
                        <a:pt x="95" y="15240"/>
                        <a:pt x="476" y="13621"/>
                        <a:pt x="1238" y="11430"/>
                      </a:cubicBezTo>
                      <a:cubicBezTo>
                        <a:pt x="2000" y="9239"/>
                        <a:pt x="2286" y="7429"/>
                        <a:pt x="2096" y="6191"/>
                      </a:cubicBezTo>
                      <a:lnTo>
                        <a:pt x="8572" y="571"/>
                      </a:lnTo>
                      <a:lnTo>
                        <a:pt x="36481" y="0"/>
                      </a:lnTo>
                      <a:cubicBezTo>
                        <a:pt x="36957" y="476"/>
                        <a:pt x="38195" y="1714"/>
                        <a:pt x="40291" y="3429"/>
                      </a:cubicBezTo>
                      <a:cubicBezTo>
                        <a:pt x="41815" y="4858"/>
                        <a:pt x="42767" y="6287"/>
                        <a:pt x="43339" y="7906"/>
                      </a:cubicBezTo>
                      <a:cubicBezTo>
                        <a:pt x="43243" y="7334"/>
                        <a:pt x="43148" y="6953"/>
                        <a:pt x="43148" y="6477"/>
                      </a:cubicBezTo>
                      <a:cubicBezTo>
                        <a:pt x="43148" y="5143"/>
                        <a:pt x="44005" y="4000"/>
                        <a:pt x="45720" y="3143"/>
                      </a:cubicBezTo>
                      <a:cubicBezTo>
                        <a:pt x="47816" y="2096"/>
                        <a:pt x="49149" y="1238"/>
                        <a:pt x="49530" y="571"/>
                      </a:cubicBezTo>
                      <a:cubicBezTo>
                        <a:pt x="50197" y="381"/>
                        <a:pt x="50863" y="762"/>
                        <a:pt x="51721" y="1810"/>
                      </a:cubicBezTo>
                      <a:cubicBezTo>
                        <a:pt x="52006" y="1714"/>
                        <a:pt x="52388" y="1619"/>
                        <a:pt x="52864" y="1619"/>
                      </a:cubicBezTo>
                      <a:cubicBezTo>
                        <a:pt x="53626" y="1619"/>
                        <a:pt x="54769" y="2096"/>
                        <a:pt x="56388" y="3048"/>
                      </a:cubicBezTo>
                      <a:cubicBezTo>
                        <a:pt x="58007" y="4000"/>
                        <a:pt x="59341" y="4382"/>
                        <a:pt x="60293" y="4286"/>
                      </a:cubicBezTo>
                      <a:lnTo>
                        <a:pt x="65722" y="4286"/>
                      </a:lnTo>
                      <a:cubicBezTo>
                        <a:pt x="65437" y="6001"/>
                        <a:pt x="65913" y="6858"/>
                        <a:pt x="67437" y="6858"/>
                      </a:cubicBezTo>
                      <a:cubicBezTo>
                        <a:pt x="67532" y="6858"/>
                        <a:pt x="67818" y="6858"/>
                        <a:pt x="68199" y="6667"/>
                      </a:cubicBezTo>
                      <a:lnTo>
                        <a:pt x="69342" y="6667"/>
                      </a:lnTo>
                      <a:cubicBezTo>
                        <a:pt x="70675" y="6667"/>
                        <a:pt x="71533" y="7334"/>
                        <a:pt x="71723" y="8572"/>
                      </a:cubicBezTo>
                      <a:lnTo>
                        <a:pt x="75533" y="8572"/>
                      </a:lnTo>
                      <a:cubicBezTo>
                        <a:pt x="77914" y="10763"/>
                        <a:pt x="80200" y="13049"/>
                        <a:pt x="82487" y="15240"/>
                      </a:cubicBezTo>
                      <a:cubicBezTo>
                        <a:pt x="85249" y="18002"/>
                        <a:pt x="86677" y="20574"/>
                        <a:pt x="86963" y="22955"/>
                      </a:cubicBezTo>
                      <a:cubicBezTo>
                        <a:pt x="88583" y="23813"/>
                        <a:pt x="89630" y="25241"/>
                        <a:pt x="90106" y="27242"/>
                      </a:cubicBezTo>
                      <a:cubicBezTo>
                        <a:pt x="90868" y="30099"/>
                        <a:pt x="91440" y="31909"/>
                        <a:pt x="92012" y="32766"/>
                      </a:cubicBezTo>
                      <a:lnTo>
                        <a:pt x="90773" y="33909"/>
                      </a:lnTo>
                      <a:close/>
                      <a:moveTo>
                        <a:pt x="14383" y="40481"/>
                      </a:moveTo>
                      <a:lnTo>
                        <a:pt x="14383" y="36957"/>
                      </a:lnTo>
                      <a:lnTo>
                        <a:pt x="13716" y="36957"/>
                      </a:lnTo>
                      <a:lnTo>
                        <a:pt x="13716" y="40481"/>
                      </a:lnTo>
                      <a:lnTo>
                        <a:pt x="14383" y="40481"/>
                      </a:lnTo>
                      <a:close/>
                      <a:moveTo>
                        <a:pt x="18669" y="19241"/>
                      </a:moveTo>
                      <a:cubicBezTo>
                        <a:pt x="18574" y="18764"/>
                        <a:pt x="18669" y="17907"/>
                        <a:pt x="18859" y="16764"/>
                      </a:cubicBezTo>
                      <a:cubicBezTo>
                        <a:pt x="19145" y="15621"/>
                        <a:pt x="19241" y="14954"/>
                        <a:pt x="19241" y="14573"/>
                      </a:cubicBezTo>
                      <a:cubicBezTo>
                        <a:pt x="19241" y="13335"/>
                        <a:pt x="18669" y="12478"/>
                        <a:pt x="17335" y="12097"/>
                      </a:cubicBezTo>
                      <a:lnTo>
                        <a:pt x="19241" y="10192"/>
                      </a:lnTo>
                      <a:cubicBezTo>
                        <a:pt x="19241" y="10192"/>
                        <a:pt x="19241" y="9811"/>
                        <a:pt x="19050" y="9525"/>
                      </a:cubicBezTo>
                      <a:cubicBezTo>
                        <a:pt x="17812" y="10573"/>
                        <a:pt x="17145" y="11621"/>
                        <a:pt x="17145" y="12668"/>
                      </a:cubicBezTo>
                      <a:cubicBezTo>
                        <a:pt x="17145" y="13240"/>
                        <a:pt x="17717" y="14573"/>
                        <a:pt x="18574" y="16764"/>
                      </a:cubicBezTo>
                      <a:cubicBezTo>
                        <a:pt x="17907" y="16859"/>
                        <a:pt x="17526" y="17240"/>
                        <a:pt x="17335" y="17907"/>
                      </a:cubicBezTo>
                      <a:cubicBezTo>
                        <a:pt x="17145" y="18574"/>
                        <a:pt x="16954" y="18955"/>
                        <a:pt x="16669" y="19145"/>
                      </a:cubicBezTo>
                      <a:lnTo>
                        <a:pt x="18574" y="19145"/>
                      </a:lnTo>
                      <a:close/>
                      <a:moveTo>
                        <a:pt x="25146" y="15621"/>
                      </a:moveTo>
                      <a:lnTo>
                        <a:pt x="27718" y="17336"/>
                      </a:lnTo>
                      <a:lnTo>
                        <a:pt x="27718" y="17526"/>
                      </a:lnTo>
                      <a:lnTo>
                        <a:pt x="26479" y="18764"/>
                      </a:lnTo>
                      <a:lnTo>
                        <a:pt x="27718" y="18764"/>
                      </a:lnTo>
                      <a:lnTo>
                        <a:pt x="27718" y="10001"/>
                      </a:lnTo>
                      <a:cubicBezTo>
                        <a:pt x="27718" y="10001"/>
                        <a:pt x="26860" y="10763"/>
                        <a:pt x="26098" y="11239"/>
                      </a:cubicBezTo>
                      <a:cubicBezTo>
                        <a:pt x="26098" y="10954"/>
                        <a:pt x="25813" y="10763"/>
                        <a:pt x="25146" y="10763"/>
                      </a:cubicBezTo>
                      <a:cubicBezTo>
                        <a:pt x="25432" y="11239"/>
                        <a:pt x="25813" y="11335"/>
                        <a:pt x="26098" y="11239"/>
                      </a:cubicBezTo>
                      <a:cubicBezTo>
                        <a:pt x="26289" y="11716"/>
                        <a:pt x="26194" y="12383"/>
                        <a:pt x="25813" y="13335"/>
                      </a:cubicBezTo>
                      <a:cubicBezTo>
                        <a:pt x="25813" y="13240"/>
                        <a:pt x="25813" y="13145"/>
                        <a:pt x="26003" y="13049"/>
                      </a:cubicBezTo>
                      <a:cubicBezTo>
                        <a:pt x="26384" y="13049"/>
                        <a:pt x="26765" y="13335"/>
                        <a:pt x="27146" y="13811"/>
                      </a:cubicBezTo>
                      <a:lnTo>
                        <a:pt x="25241" y="15526"/>
                      </a:lnTo>
                      <a:close/>
                      <a:moveTo>
                        <a:pt x="65342" y="42291"/>
                      </a:moveTo>
                      <a:cubicBezTo>
                        <a:pt x="65532" y="41720"/>
                        <a:pt x="65627" y="41338"/>
                        <a:pt x="65627" y="41053"/>
                      </a:cubicBezTo>
                      <a:cubicBezTo>
                        <a:pt x="65627" y="40291"/>
                        <a:pt x="65151" y="39529"/>
                        <a:pt x="64198" y="38767"/>
                      </a:cubicBezTo>
                      <a:cubicBezTo>
                        <a:pt x="63246" y="38005"/>
                        <a:pt x="62675" y="37433"/>
                        <a:pt x="62389" y="37052"/>
                      </a:cubicBezTo>
                      <a:cubicBezTo>
                        <a:pt x="62770" y="36386"/>
                        <a:pt x="63055" y="35814"/>
                        <a:pt x="63055" y="35338"/>
                      </a:cubicBezTo>
                      <a:cubicBezTo>
                        <a:pt x="63055" y="34480"/>
                        <a:pt x="62293" y="33623"/>
                        <a:pt x="60770" y="32671"/>
                      </a:cubicBezTo>
                      <a:cubicBezTo>
                        <a:pt x="59246" y="31718"/>
                        <a:pt x="58388" y="30956"/>
                        <a:pt x="58102" y="30480"/>
                      </a:cubicBezTo>
                      <a:cubicBezTo>
                        <a:pt x="57626" y="29908"/>
                        <a:pt x="56959" y="29623"/>
                        <a:pt x="56197" y="29623"/>
                      </a:cubicBezTo>
                      <a:cubicBezTo>
                        <a:pt x="55912" y="29623"/>
                        <a:pt x="55340" y="29623"/>
                        <a:pt x="54673" y="29908"/>
                      </a:cubicBezTo>
                      <a:cubicBezTo>
                        <a:pt x="54007" y="30099"/>
                        <a:pt x="53530" y="30099"/>
                        <a:pt x="53150" y="30099"/>
                      </a:cubicBezTo>
                      <a:cubicBezTo>
                        <a:pt x="52197" y="30099"/>
                        <a:pt x="51530" y="29528"/>
                        <a:pt x="51245" y="28384"/>
                      </a:cubicBezTo>
                      <a:lnTo>
                        <a:pt x="52483" y="27432"/>
                      </a:lnTo>
                      <a:cubicBezTo>
                        <a:pt x="50387" y="27242"/>
                        <a:pt x="49149" y="28004"/>
                        <a:pt x="48958" y="29813"/>
                      </a:cubicBezTo>
                      <a:cubicBezTo>
                        <a:pt x="48577" y="32385"/>
                        <a:pt x="48196" y="33909"/>
                        <a:pt x="47720" y="34576"/>
                      </a:cubicBezTo>
                      <a:cubicBezTo>
                        <a:pt x="47054" y="32575"/>
                        <a:pt x="46387" y="30480"/>
                        <a:pt x="45815" y="28480"/>
                      </a:cubicBezTo>
                      <a:cubicBezTo>
                        <a:pt x="45244" y="26384"/>
                        <a:pt x="43815" y="24765"/>
                        <a:pt x="41529" y="23622"/>
                      </a:cubicBezTo>
                      <a:cubicBezTo>
                        <a:pt x="41243" y="25717"/>
                        <a:pt x="39910" y="26765"/>
                        <a:pt x="37719" y="26765"/>
                      </a:cubicBezTo>
                      <a:cubicBezTo>
                        <a:pt x="37147" y="26765"/>
                        <a:pt x="36385" y="26765"/>
                        <a:pt x="35147" y="26575"/>
                      </a:cubicBezTo>
                      <a:cubicBezTo>
                        <a:pt x="34004" y="26479"/>
                        <a:pt x="33147" y="26384"/>
                        <a:pt x="32480" y="26384"/>
                      </a:cubicBezTo>
                      <a:cubicBezTo>
                        <a:pt x="31813" y="26384"/>
                        <a:pt x="31242" y="26384"/>
                        <a:pt x="30766" y="26575"/>
                      </a:cubicBezTo>
                      <a:cubicBezTo>
                        <a:pt x="27622" y="28480"/>
                        <a:pt x="26098" y="31718"/>
                        <a:pt x="26098" y="36386"/>
                      </a:cubicBezTo>
                      <a:cubicBezTo>
                        <a:pt x="26098" y="37243"/>
                        <a:pt x="26098" y="38671"/>
                        <a:pt x="26289" y="40576"/>
                      </a:cubicBezTo>
                      <a:cubicBezTo>
                        <a:pt x="26289" y="42577"/>
                        <a:pt x="26384" y="44005"/>
                        <a:pt x="26384" y="44958"/>
                      </a:cubicBezTo>
                      <a:cubicBezTo>
                        <a:pt x="26384" y="47054"/>
                        <a:pt x="26194" y="48863"/>
                        <a:pt x="25813" y="50387"/>
                      </a:cubicBezTo>
                      <a:cubicBezTo>
                        <a:pt x="25813" y="51625"/>
                        <a:pt x="26860" y="52197"/>
                        <a:pt x="28670" y="52102"/>
                      </a:cubicBezTo>
                      <a:cubicBezTo>
                        <a:pt x="30480" y="52102"/>
                        <a:pt x="31623" y="52578"/>
                        <a:pt x="32004" y="54007"/>
                      </a:cubicBezTo>
                      <a:cubicBezTo>
                        <a:pt x="32766" y="54483"/>
                        <a:pt x="34480" y="54578"/>
                        <a:pt x="37052" y="54483"/>
                      </a:cubicBezTo>
                      <a:cubicBezTo>
                        <a:pt x="39148" y="54483"/>
                        <a:pt x="40672" y="55245"/>
                        <a:pt x="41529" y="56579"/>
                      </a:cubicBezTo>
                      <a:cubicBezTo>
                        <a:pt x="42291" y="55150"/>
                        <a:pt x="43339" y="54292"/>
                        <a:pt x="44672" y="54007"/>
                      </a:cubicBezTo>
                      <a:lnTo>
                        <a:pt x="48577" y="54007"/>
                      </a:lnTo>
                      <a:cubicBezTo>
                        <a:pt x="49721" y="53816"/>
                        <a:pt x="50673" y="53245"/>
                        <a:pt x="51149" y="52292"/>
                      </a:cubicBezTo>
                      <a:cubicBezTo>
                        <a:pt x="54959" y="52673"/>
                        <a:pt x="59246" y="50387"/>
                        <a:pt x="64198" y="45244"/>
                      </a:cubicBezTo>
                      <a:lnTo>
                        <a:pt x="61627" y="44291"/>
                      </a:lnTo>
                      <a:lnTo>
                        <a:pt x="65151" y="42196"/>
                      </a:lnTo>
                      <a:close/>
                      <a:moveTo>
                        <a:pt x="62484" y="17526"/>
                      </a:moveTo>
                      <a:cubicBezTo>
                        <a:pt x="62484" y="17526"/>
                        <a:pt x="62103" y="16859"/>
                        <a:pt x="61722" y="16859"/>
                      </a:cubicBezTo>
                      <a:cubicBezTo>
                        <a:pt x="60770" y="16859"/>
                        <a:pt x="60293" y="17240"/>
                        <a:pt x="60293" y="18002"/>
                      </a:cubicBezTo>
                      <a:cubicBezTo>
                        <a:pt x="60293" y="18097"/>
                        <a:pt x="60293" y="18193"/>
                        <a:pt x="60579" y="18193"/>
                      </a:cubicBezTo>
                      <a:lnTo>
                        <a:pt x="62484" y="17526"/>
                      </a:lnTo>
                      <a:close/>
                      <a:moveTo>
                        <a:pt x="69151" y="10001"/>
                      </a:moveTo>
                      <a:lnTo>
                        <a:pt x="69151" y="9049"/>
                      </a:lnTo>
                      <a:cubicBezTo>
                        <a:pt x="69151" y="9049"/>
                        <a:pt x="67437" y="9525"/>
                        <a:pt x="65342" y="9525"/>
                      </a:cubicBezTo>
                      <a:lnTo>
                        <a:pt x="69151" y="10001"/>
                      </a:lnTo>
                      <a:close/>
                      <a:moveTo>
                        <a:pt x="65342" y="36957"/>
                      </a:moveTo>
                      <a:lnTo>
                        <a:pt x="67818" y="36957"/>
                      </a:lnTo>
                      <a:cubicBezTo>
                        <a:pt x="66770" y="35909"/>
                        <a:pt x="65913" y="35528"/>
                        <a:pt x="65342" y="35719"/>
                      </a:cubicBezTo>
                      <a:lnTo>
                        <a:pt x="65342" y="36957"/>
                      </a:lnTo>
                      <a:close/>
                      <a:moveTo>
                        <a:pt x="70390" y="44672"/>
                      </a:moveTo>
                      <a:lnTo>
                        <a:pt x="72104" y="42958"/>
                      </a:lnTo>
                      <a:lnTo>
                        <a:pt x="71342" y="42958"/>
                      </a:lnTo>
                      <a:lnTo>
                        <a:pt x="70390" y="44672"/>
                      </a:lnTo>
                      <a:close/>
                      <a:moveTo>
                        <a:pt x="75247" y="45053"/>
                      </a:moveTo>
                      <a:cubicBezTo>
                        <a:pt x="75247" y="45053"/>
                        <a:pt x="74676" y="44291"/>
                        <a:pt x="74676" y="43625"/>
                      </a:cubicBezTo>
                      <a:cubicBezTo>
                        <a:pt x="74676" y="41815"/>
                        <a:pt x="75438" y="40481"/>
                        <a:pt x="77057" y="39529"/>
                      </a:cubicBezTo>
                      <a:cubicBezTo>
                        <a:pt x="76771" y="39243"/>
                        <a:pt x="76391" y="39053"/>
                        <a:pt x="75914" y="39053"/>
                      </a:cubicBezTo>
                      <a:cubicBezTo>
                        <a:pt x="75819" y="39053"/>
                        <a:pt x="74581" y="39814"/>
                        <a:pt x="72104" y="41243"/>
                      </a:cubicBezTo>
                      <a:cubicBezTo>
                        <a:pt x="73723" y="41624"/>
                        <a:pt x="74485" y="42386"/>
                        <a:pt x="74485" y="43434"/>
                      </a:cubicBezTo>
                      <a:cubicBezTo>
                        <a:pt x="74485" y="43910"/>
                        <a:pt x="74295" y="44482"/>
                        <a:pt x="73914" y="45244"/>
                      </a:cubicBezTo>
                      <a:cubicBezTo>
                        <a:pt x="73628" y="46006"/>
                        <a:pt x="73342" y="46577"/>
                        <a:pt x="73342" y="46958"/>
                      </a:cubicBezTo>
                      <a:cubicBezTo>
                        <a:pt x="73342" y="47530"/>
                        <a:pt x="74200" y="47816"/>
                        <a:pt x="75724" y="47720"/>
                      </a:cubicBezTo>
                      <a:cubicBezTo>
                        <a:pt x="75724" y="46196"/>
                        <a:pt x="75533" y="45339"/>
                        <a:pt x="75152" y="45053"/>
                      </a:cubicBezTo>
                      <a:close/>
                      <a:moveTo>
                        <a:pt x="80105" y="52673"/>
                      </a:moveTo>
                      <a:lnTo>
                        <a:pt x="80581" y="52197"/>
                      </a:lnTo>
                      <a:lnTo>
                        <a:pt x="79629" y="50863"/>
                      </a:lnTo>
                      <a:lnTo>
                        <a:pt x="80105" y="52578"/>
                      </a:lnTo>
                      <a:close/>
                      <a:moveTo>
                        <a:pt x="83058" y="41720"/>
                      </a:moveTo>
                      <a:lnTo>
                        <a:pt x="84868" y="42958"/>
                      </a:lnTo>
                      <a:cubicBezTo>
                        <a:pt x="84392" y="42196"/>
                        <a:pt x="84296" y="41815"/>
                        <a:pt x="84392" y="41720"/>
                      </a:cubicBezTo>
                      <a:lnTo>
                        <a:pt x="83153" y="41720"/>
                      </a:lnTo>
                      <a:close/>
                      <a:moveTo>
                        <a:pt x="83534" y="22193"/>
                      </a:moveTo>
                      <a:lnTo>
                        <a:pt x="83534" y="23432"/>
                      </a:lnTo>
                      <a:lnTo>
                        <a:pt x="84772" y="22193"/>
                      </a:lnTo>
                      <a:lnTo>
                        <a:pt x="83534" y="22193"/>
                      </a:lnTo>
                      <a:close/>
                      <a:moveTo>
                        <a:pt x="84772" y="36290"/>
                      </a:moveTo>
                      <a:lnTo>
                        <a:pt x="87821" y="33242"/>
                      </a:lnTo>
                      <a:lnTo>
                        <a:pt x="86011" y="33242"/>
                      </a:lnTo>
                      <a:lnTo>
                        <a:pt x="84772" y="36290"/>
                      </a:lnTo>
                      <a:close/>
                      <a:moveTo>
                        <a:pt x="86011" y="50292"/>
                      </a:moveTo>
                      <a:lnTo>
                        <a:pt x="87821" y="49625"/>
                      </a:lnTo>
                      <a:cubicBezTo>
                        <a:pt x="87821" y="49625"/>
                        <a:pt x="87058" y="48958"/>
                        <a:pt x="86011" y="48958"/>
                      </a:cubicBezTo>
                      <a:lnTo>
                        <a:pt x="86011" y="50197"/>
                      </a:lnTo>
                      <a:close/>
                      <a:moveTo>
                        <a:pt x="89725" y="20479"/>
                      </a:moveTo>
                      <a:cubicBezTo>
                        <a:pt x="89725" y="20479"/>
                        <a:pt x="90488" y="20669"/>
                        <a:pt x="91154" y="21241"/>
                      </a:cubicBezTo>
                      <a:lnTo>
                        <a:pt x="89725" y="20479"/>
                      </a:lnTo>
                      <a:close/>
                      <a:moveTo>
                        <a:pt x="92107" y="21908"/>
                      </a:moveTo>
                      <a:cubicBezTo>
                        <a:pt x="92107" y="21908"/>
                        <a:pt x="91535" y="21717"/>
                        <a:pt x="91154" y="21241"/>
                      </a:cubicBezTo>
                      <a:lnTo>
                        <a:pt x="92107" y="21908"/>
                      </a:lnTo>
                      <a:close/>
                      <a:moveTo>
                        <a:pt x="92773" y="22193"/>
                      </a:moveTo>
                      <a:lnTo>
                        <a:pt x="92107" y="21908"/>
                      </a:lnTo>
                      <a:cubicBezTo>
                        <a:pt x="92583" y="21812"/>
                        <a:pt x="92869" y="21717"/>
                        <a:pt x="92773" y="21717"/>
                      </a:cubicBezTo>
                      <a:lnTo>
                        <a:pt x="92773" y="22193"/>
                      </a:lnTo>
                      <a:close/>
                      <a:moveTo>
                        <a:pt x="94964" y="14764"/>
                      </a:moveTo>
                      <a:cubicBezTo>
                        <a:pt x="94964" y="14764"/>
                        <a:pt x="94297" y="14573"/>
                        <a:pt x="93631" y="14478"/>
                      </a:cubicBezTo>
                      <a:cubicBezTo>
                        <a:pt x="93059" y="14478"/>
                        <a:pt x="92773" y="14288"/>
                        <a:pt x="92773" y="14097"/>
                      </a:cubicBezTo>
                      <a:cubicBezTo>
                        <a:pt x="92773" y="13811"/>
                        <a:pt x="92964" y="13430"/>
                        <a:pt x="93345" y="12954"/>
                      </a:cubicBezTo>
                      <a:lnTo>
                        <a:pt x="94964" y="14668"/>
                      </a:lnTo>
                      <a:close/>
                      <a:moveTo>
                        <a:pt x="95250" y="38195"/>
                      </a:moveTo>
                      <a:lnTo>
                        <a:pt x="93345" y="36957"/>
                      </a:lnTo>
                      <a:lnTo>
                        <a:pt x="95250" y="36957"/>
                      </a:lnTo>
                      <a:lnTo>
                        <a:pt x="95250" y="38195"/>
                      </a:lnTo>
                      <a:close/>
                      <a:moveTo>
                        <a:pt x="94964" y="14764"/>
                      </a:moveTo>
                      <a:lnTo>
                        <a:pt x="95250" y="15050"/>
                      </a:lnTo>
                      <a:lnTo>
                        <a:pt x="94964" y="14764"/>
                      </a:lnTo>
                      <a:close/>
                      <a:moveTo>
                        <a:pt x="96488" y="27718"/>
                      </a:moveTo>
                      <a:lnTo>
                        <a:pt x="96964" y="26003"/>
                      </a:lnTo>
                      <a:lnTo>
                        <a:pt x="100775" y="27242"/>
                      </a:lnTo>
                      <a:cubicBezTo>
                        <a:pt x="99822" y="27337"/>
                        <a:pt x="99060" y="28004"/>
                        <a:pt x="98584" y="29146"/>
                      </a:cubicBezTo>
                      <a:cubicBezTo>
                        <a:pt x="98393" y="29146"/>
                        <a:pt x="97726" y="28670"/>
                        <a:pt x="96488" y="27718"/>
                      </a:cubicBezTo>
                      <a:close/>
                      <a:moveTo>
                        <a:pt x="100775" y="11239"/>
                      </a:moveTo>
                      <a:cubicBezTo>
                        <a:pt x="100679" y="11811"/>
                        <a:pt x="100203" y="12001"/>
                        <a:pt x="99536" y="12001"/>
                      </a:cubicBezTo>
                      <a:lnTo>
                        <a:pt x="97726" y="12001"/>
                      </a:lnTo>
                      <a:lnTo>
                        <a:pt x="98203" y="10763"/>
                      </a:lnTo>
                      <a:cubicBezTo>
                        <a:pt x="98203" y="10763"/>
                        <a:pt x="99441" y="11239"/>
                        <a:pt x="100775" y="11239"/>
                      </a:cubicBezTo>
                      <a:close/>
                      <a:moveTo>
                        <a:pt x="99917" y="16002"/>
                      </a:moveTo>
                      <a:lnTo>
                        <a:pt x="99917" y="15050"/>
                      </a:lnTo>
                      <a:cubicBezTo>
                        <a:pt x="102203" y="15526"/>
                        <a:pt x="103918" y="15621"/>
                        <a:pt x="104870" y="15526"/>
                      </a:cubicBezTo>
                      <a:lnTo>
                        <a:pt x="104870" y="16764"/>
                      </a:lnTo>
                      <a:lnTo>
                        <a:pt x="99917" y="16002"/>
                      </a:lnTo>
                      <a:close/>
                      <a:moveTo>
                        <a:pt x="105537" y="40005"/>
                      </a:moveTo>
                      <a:lnTo>
                        <a:pt x="104299" y="40005"/>
                      </a:lnTo>
                      <a:lnTo>
                        <a:pt x="105251" y="38386"/>
                      </a:lnTo>
                      <a:cubicBezTo>
                        <a:pt x="105251" y="38386"/>
                        <a:pt x="105537" y="39148"/>
                        <a:pt x="105537" y="40005"/>
                      </a:cubicBezTo>
                      <a:close/>
                      <a:moveTo>
                        <a:pt x="104870" y="38195"/>
                      </a:moveTo>
                      <a:cubicBezTo>
                        <a:pt x="104870" y="38195"/>
                        <a:pt x="105251" y="37719"/>
                        <a:pt x="105537" y="37433"/>
                      </a:cubicBezTo>
                      <a:lnTo>
                        <a:pt x="105251" y="38386"/>
                      </a:lnTo>
                      <a:cubicBezTo>
                        <a:pt x="105251" y="38386"/>
                        <a:pt x="105061" y="38195"/>
                        <a:pt x="104870" y="38195"/>
                      </a:cubicBezTo>
                      <a:close/>
                      <a:moveTo>
                        <a:pt x="105537" y="37433"/>
                      </a:moveTo>
                      <a:lnTo>
                        <a:pt x="106013" y="36290"/>
                      </a:lnTo>
                      <a:cubicBezTo>
                        <a:pt x="106013" y="36290"/>
                        <a:pt x="106013" y="36957"/>
                        <a:pt x="105537" y="37433"/>
                      </a:cubicBezTo>
                      <a:close/>
                      <a:moveTo>
                        <a:pt x="107918" y="3905"/>
                      </a:moveTo>
                      <a:lnTo>
                        <a:pt x="109156" y="5143"/>
                      </a:lnTo>
                      <a:lnTo>
                        <a:pt x="106775" y="5143"/>
                      </a:lnTo>
                      <a:lnTo>
                        <a:pt x="107823" y="3905"/>
                      </a:lnTo>
                      <a:close/>
                      <a:moveTo>
                        <a:pt x="108680" y="21241"/>
                      </a:moveTo>
                      <a:lnTo>
                        <a:pt x="111728" y="24289"/>
                      </a:lnTo>
                      <a:cubicBezTo>
                        <a:pt x="109442" y="23527"/>
                        <a:pt x="108204" y="22955"/>
                        <a:pt x="108204" y="22574"/>
                      </a:cubicBezTo>
                      <a:cubicBezTo>
                        <a:pt x="108204" y="22288"/>
                        <a:pt x="108395" y="21812"/>
                        <a:pt x="108680" y="21336"/>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 name="Google Shape;897;p99"/>
                <p:cNvSpPr/>
                <p:nvPr/>
              </p:nvSpPr>
              <p:spPr>
                <a:xfrm>
                  <a:off x="3616737" y="2297811"/>
                  <a:ext cx="98679" cy="128968"/>
                </a:xfrm>
                <a:custGeom>
                  <a:avLst/>
                  <a:gdLst/>
                  <a:ahLst/>
                  <a:cxnLst/>
                  <a:rect l="l" t="t" r="r" b="b"/>
                  <a:pathLst>
                    <a:path w="98679" h="128968" extrusionOk="0">
                      <a:moveTo>
                        <a:pt x="87154" y="103156"/>
                      </a:moveTo>
                      <a:cubicBezTo>
                        <a:pt x="89249" y="104489"/>
                        <a:pt x="90488" y="106775"/>
                        <a:pt x="90678" y="109918"/>
                      </a:cubicBezTo>
                      <a:cubicBezTo>
                        <a:pt x="90773" y="112681"/>
                        <a:pt x="90773" y="115348"/>
                        <a:pt x="90773" y="118015"/>
                      </a:cubicBezTo>
                      <a:cubicBezTo>
                        <a:pt x="90868" y="119539"/>
                        <a:pt x="91154" y="120777"/>
                        <a:pt x="91440" y="121825"/>
                      </a:cubicBezTo>
                      <a:cubicBezTo>
                        <a:pt x="88487" y="126587"/>
                        <a:pt x="83534" y="128968"/>
                        <a:pt x="76486" y="128968"/>
                      </a:cubicBezTo>
                      <a:cubicBezTo>
                        <a:pt x="74485" y="128968"/>
                        <a:pt x="71342" y="128778"/>
                        <a:pt x="67056" y="128302"/>
                      </a:cubicBezTo>
                      <a:cubicBezTo>
                        <a:pt x="62770" y="127921"/>
                        <a:pt x="59531" y="127635"/>
                        <a:pt x="57436" y="127635"/>
                      </a:cubicBezTo>
                      <a:cubicBezTo>
                        <a:pt x="55340" y="127635"/>
                        <a:pt x="53245" y="127730"/>
                        <a:pt x="51530" y="128016"/>
                      </a:cubicBezTo>
                      <a:lnTo>
                        <a:pt x="15335" y="128016"/>
                      </a:lnTo>
                      <a:lnTo>
                        <a:pt x="15335" y="127540"/>
                      </a:lnTo>
                      <a:cubicBezTo>
                        <a:pt x="14097" y="126778"/>
                        <a:pt x="11811" y="126682"/>
                        <a:pt x="8668" y="127254"/>
                      </a:cubicBezTo>
                      <a:cubicBezTo>
                        <a:pt x="5524" y="127825"/>
                        <a:pt x="3048" y="127444"/>
                        <a:pt x="1429" y="126301"/>
                      </a:cubicBezTo>
                      <a:cubicBezTo>
                        <a:pt x="1905" y="111157"/>
                        <a:pt x="2191" y="96202"/>
                        <a:pt x="2191" y="81343"/>
                      </a:cubicBezTo>
                      <a:cubicBezTo>
                        <a:pt x="2191" y="66484"/>
                        <a:pt x="1905" y="51530"/>
                        <a:pt x="1429" y="36481"/>
                      </a:cubicBezTo>
                      <a:cubicBezTo>
                        <a:pt x="2000" y="36862"/>
                        <a:pt x="2476" y="37052"/>
                        <a:pt x="2667" y="36957"/>
                      </a:cubicBezTo>
                      <a:lnTo>
                        <a:pt x="3143" y="36481"/>
                      </a:lnTo>
                      <a:cubicBezTo>
                        <a:pt x="3143" y="35814"/>
                        <a:pt x="3048" y="35338"/>
                        <a:pt x="2381" y="35147"/>
                      </a:cubicBezTo>
                      <a:cubicBezTo>
                        <a:pt x="1714" y="34861"/>
                        <a:pt x="1429" y="34671"/>
                        <a:pt x="1429" y="34576"/>
                      </a:cubicBezTo>
                      <a:cubicBezTo>
                        <a:pt x="1429" y="34385"/>
                        <a:pt x="1619" y="34004"/>
                        <a:pt x="2191" y="33433"/>
                      </a:cubicBezTo>
                      <a:cubicBezTo>
                        <a:pt x="2191" y="34385"/>
                        <a:pt x="2381" y="34957"/>
                        <a:pt x="2667" y="35147"/>
                      </a:cubicBezTo>
                      <a:cubicBezTo>
                        <a:pt x="3715" y="35052"/>
                        <a:pt x="4000" y="34480"/>
                        <a:pt x="3524" y="33338"/>
                      </a:cubicBezTo>
                      <a:cubicBezTo>
                        <a:pt x="3048" y="32194"/>
                        <a:pt x="3143" y="31528"/>
                        <a:pt x="3905" y="31337"/>
                      </a:cubicBezTo>
                      <a:cubicBezTo>
                        <a:pt x="3905" y="31528"/>
                        <a:pt x="3715" y="31718"/>
                        <a:pt x="3715" y="31909"/>
                      </a:cubicBezTo>
                      <a:cubicBezTo>
                        <a:pt x="3715" y="32385"/>
                        <a:pt x="4000" y="32766"/>
                        <a:pt x="4572" y="33242"/>
                      </a:cubicBezTo>
                      <a:cubicBezTo>
                        <a:pt x="5143" y="33718"/>
                        <a:pt x="5524" y="34100"/>
                        <a:pt x="5620" y="34290"/>
                      </a:cubicBezTo>
                      <a:lnTo>
                        <a:pt x="8192" y="33814"/>
                      </a:lnTo>
                      <a:lnTo>
                        <a:pt x="5620" y="32099"/>
                      </a:lnTo>
                      <a:lnTo>
                        <a:pt x="8192" y="30861"/>
                      </a:lnTo>
                      <a:cubicBezTo>
                        <a:pt x="8192" y="30861"/>
                        <a:pt x="7429" y="30099"/>
                        <a:pt x="6286" y="28956"/>
                      </a:cubicBezTo>
                      <a:cubicBezTo>
                        <a:pt x="5429" y="28194"/>
                        <a:pt x="4763" y="27813"/>
                        <a:pt x="4191" y="27813"/>
                      </a:cubicBezTo>
                      <a:cubicBezTo>
                        <a:pt x="3619" y="27813"/>
                        <a:pt x="3048" y="28289"/>
                        <a:pt x="2667" y="29051"/>
                      </a:cubicBezTo>
                      <a:cubicBezTo>
                        <a:pt x="1905" y="28670"/>
                        <a:pt x="1524" y="28194"/>
                        <a:pt x="1524" y="27813"/>
                      </a:cubicBezTo>
                      <a:cubicBezTo>
                        <a:pt x="1524" y="27622"/>
                        <a:pt x="1905" y="27146"/>
                        <a:pt x="2762" y="26479"/>
                      </a:cubicBezTo>
                      <a:cubicBezTo>
                        <a:pt x="3619" y="25813"/>
                        <a:pt x="4000" y="25146"/>
                        <a:pt x="3905" y="24670"/>
                      </a:cubicBezTo>
                      <a:lnTo>
                        <a:pt x="5143" y="25908"/>
                      </a:lnTo>
                      <a:lnTo>
                        <a:pt x="5905" y="24955"/>
                      </a:lnTo>
                      <a:cubicBezTo>
                        <a:pt x="5905" y="24955"/>
                        <a:pt x="6572" y="25432"/>
                        <a:pt x="6953" y="25432"/>
                      </a:cubicBezTo>
                      <a:cubicBezTo>
                        <a:pt x="7525" y="25432"/>
                        <a:pt x="8287" y="25146"/>
                        <a:pt x="9430" y="24670"/>
                      </a:cubicBezTo>
                      <a:cubicBezTo>
                        <a:pt x="10573" y="24098"/>
                        <a:pt x="11335" y="23908"/>
                        <a:pt x="11906" y="23908"/>
                      </a:cubicBezTo>
                      <a:cubicBezTo>
                        <a:pt x="12478" y="23908"/>
                        <a:pt x="13049" y="24193"/>
                        <a:pt x="13430" y="24670"/>
                      </a:cubicBezTo>
                      <a:lnTo>
                        <a:pt x="14288" y="24193"/>
                      </a:lnTo>
                      <a:cubicBezTo>
                        <a:pt x="14288" y="23241"/>
                        <a:pt x="13621" y="22574"/>
                        <a:pt x="12478" y="22193"/>
                      </a:cubicBezTo>
                      <a:cubicBezTo>
                        <a:pt x="11335" y="21812"/>
                        <a:pt x="10668" y="21526"/>
                        <a:pt x="10477" y="21146"/>
                      </a:cubicBezTo>
                      <a:cubicBezTo>
                        <a:pt x="8763" y="21050"/>
                        <a:pt x="6763" y="21050"/>
                        <a:pt x="4286" y="21146"/>
                      </a:cubicBezTo>
                      <a:cubicBezTo>
                        <a:pt x="4096" y="21717"/>
                        <a:pt x="3905" y="21907"/>
                        <a:pt x="3619" y="21907"/>
                      </a:cubicBezTo>
                      <a:cubicBezTo>
                        <a:pt x="3238" y="21622"/>
                        <a:pt x="2857" y="21431"/>
                        <a:pt x="2667" y="21431"/>
                      </a:cubicBezTo>
                      <a:cubicBezTo>
                        <a:pt x="2476" y="21431"/>
                        <a:pt x="2286" y="21431"/>
                        <a:pt x="2000" y="21622"/>
                      </a:cubicBezTo>
                      <a:lnTo>
                        <a:pt x="762" y="16859"/>
                      </a:lnTo>
                      <a:cubicBezTo>
                        <a:pt x="1619" y="16859"/>
                        <a:pt x="2191" y="16573"/>
                        <a:pt x="2572" y="16097"/>
                      </a:cubicBezTo>
                      <a:cubicBezTo>
                        <a:pt x="2572" y="15145"/>
                        <a:pt x="2191" y="14859"/>
                        <a:pt x="1333" y="15335"/>
                      </a:cubicBezTo>
                      <a:cubicBezTo>
                        <a:pt x="571" y="15811"/>
                        <a:pt x="95" y="15621"/>
                        <a:pt x="0" y="15050"/>
                      </a:cubicBezTo>
                      <a:lnTo>
                        <a:pt x="1238" y="13716"/>
                      </a:lnTo>
                      <a:lnTo>
                        <a:pt x="2476" y="15050"/>
                      </a:lnTo>
                      <a:cubicBezTo>
                        <a:pt x="2476" y="15050"/>
                        <a:pt x="2953" y="13716"/>
                        <a:pt x="2953" y="12001"/>
                      </a:cubicBezTo>
                      <a:cubicBezTo>
                        <a:pt x="2953" y="12478"/>
                        <a:pt x="3238" y="12763"/>
                        <a:pt x="3715" y="12954"/>
                      </a:cubicBezTo>
                      <a:cubicBezTo>
                        <a:pt x="4572" y="12382"/>
                        <a:pt x="4953" y="11811"/>
                        <a:pt x="4953" y="11335"/>
                      </a:cubicBezTo>
                      <a:cubicBezTo>
                        <a:pt x="4953" y="10763"/>
                        <a:pt x="4286" y="10001"/>
                        <a:pt x="2762" y="9049"/>
                      </a:cubicBezTo>
                      <a:cubicBezTo>
                        <a:pt x="1333" y="8001"/>
                        <a:pt x="667" y="7144"/>
                        <a:pt x="667" y="6286"/>
                      </a:cubicBezTo>
                      <a:cubicBezTo>
                        <a:pt x="667" y="5525"/>
                        <a:pt x="1143" y="4763"/>
                        <a:pt x="1905" y="3905"/>
                      </a:cubicBezTo>
                      <a:lnTo>
                        <a:pt x="4953" y="762"/>
                      </a:lnTo>
                      <a:cubicBezTo>
                        <a:pt x="10287" y="190"/>
                        <a:pt x="16097" y="0"/>
                        <a:pt x="22288" y="0"/>
                      </a:cubicBezTo>
                      <a:cubicBezTo>
                        <a:pt x="28099" y="0"/>
                        <a:pt x="36862" y="286"/>
                        <a:pt x="48482" y="952"/>
                      </a:cubicBezTo>
                      <a:cubicBezTo>
                        <a:pt x="60198" y="1619"/>
                        <a:pt x="68961" y="1905"/>
                        <a:pt x="74867" y="1905"/>
                      </a:cubicBezTo>
                      <a:cubicBezTo>
                        <a:pt x="79057" y="1905"/>
                        <a:pt x="83058" y="1810"/>
                        <a:pt x="86868" y="1619"/>
                      </a:cubicBezTo>
                      <a:cubicBezTo>
                        <a:pt x="89344" y="3524"/>
                        <a:pt x="90488" y="6096"/>
                        <a:pt x="90488" y="9239"/>
                      </a:cubicBezTo>
                      <a:cubicBezTo>
                        <a:pt x="90488" y="10192"/>
                        <a:pt x="90392" y="11811"/>
                        <a:pt x="90011" y="14192"/>
                      </a:cubicBezTo>
                      <a:cubicBezTo>
                        <a:pt x="89630" y="16573"/>
                        <a:pt x="89535" y="18383"/>
                        <a:pt x="89535" y="19621"/>
                      </a:cubicBezTo>
                      <a:cubicBezTo>
                        <a:pt x="89535" y="20860"/>
                        <a:pt x="89630" y="22003"/>
                        <a:pt x="89916" y="23146"/>
                      </a:cubicBezTo>
                      <a:cubicBezTo>
                        <a:pt x="89916" y="24860"/>
                        <a:pt x="88868" y="25622"/>
                        <a:pt x="86773" y="25622"/>
                      </a:cubicBezTo>
                      <a:cubicBezTo>
                        <a:pt x="86392" y="25622"/>
                        <a:pt x="85915" y="25622"/>
                        <a:pt x="85153" y="25527"/>
                      </a:cubicBezTo>
                      <a:lnTo>
                        <a:pt x="83629" y="25527"/>
                      </a:lnTo>
                      <a:cubicBezTo>
                        <a:pt x="82391" y="25527"/>
                        <a:pt x="81343" y="25717"/>
                        <a:pt x="80772" y="26194"/>
                      </a:cubicBezTo>
                      <a:lnTo>
                        <a:pt x="77248" y="26194"/>
                      </a:lnTo>
                      <a:lnTo>
                        <a:pt x="77248" y="25527"/>
                      </a:lnTo>
                      <a:cubicBezTo>
                        <a:pt x="72390" y="25908"/>
                        <a:pt x="66865" y="26194"/>
                        <a:pt x="60674" y="26194"/>
                      </a:cubicBezTo>
                      <a:cubicBezTo>
                        <a:pt x="56864" y="26194"/>
                        <a:pt x="51340" y="26194"/>
                        <a:pt x="44005" y="26194"/>
                      </a:cubicBezTo>
                      <a:lnTo>
                        <a:pt x="27337" y="26194"/>
                      </a:lnTo>
                      <a:cubicBezTo>
                        <a:pt x="26575" y="28099"/>
                        <a:pt x="26194" y="30289"/>
                        <a:pt x="26194" y="32671"/>
                      </a:cubicBezTo>
                      <a:cubicBezTo>
                        <a:pt x="26194" y="33433"/>
                        <a:pt x="26194" y="34576"/>
                        <a:pt x="26289" y="36004"/>
                      </a:cubicBezTo>
                      <a:lnTo>
                        <a:pt x="26289" y="39529"/>
                      </a:lnTo>
                      <a:cubicBezTo>
                        <a:pt x="26289" y="41910"/>
                        <a:pt x="26003" y="44005"/>
                        <a:pt x="25527" y="45910"/>
                      </a:cubicBezTo>
                      <a:cubicBezTo>
                        <a:pt x="25813" y="47434"/>
                        <a:pt x="26098" y="48863"/>
                        <a:pt x="26289" y="50387"/>
                      </a:cubicBezTo>
                      <a:cubicBezTo>
                        <a:pt x="26860" y="52292"/>
                        <a:pt x="27813" y="53245"/>
                        <a:pt x="29146" y="53245"/>
                      </a:cubicBezTo>
                      <a:cubicBezTo>
                        <a:pt x="29623" y="53245"/>
                        <a:pt x="30004" y="53245"/>
                        <a:pt x="30385" y="53054"/>
                      </a:cubicBezTo>
                      <a:cubicBezTo>
                        <a:pt x="30670" y="53150"/>
                        <a:pt x="31051" y="53245"/>
                        <a:pt x="31528" y="53245"/>
                      </a:cubicBezTo>
                      <a:cubicBezTo>
                        <a:pt x="32004" y="53245"/>
                        <a:pt x="32575" y="53150"/>
                        <a:pt x="33433" y="52959"/>
                      </a:cubicBezTo>
                      <a:cubicBezTo>
                        <a:pt x="34290" y="52768"/>
                        <a:pt x="34861" y="52673"/>
                        <a:pt x="35147" y="52673"/>
                      </a:cubicBezTo>
                      <a:cubicBezTo>
                        <a:pt x="36004" y="52673"/>
                        <a:pt x="36671" y="53054"/>
                        <a:pt x="37243" y="53911"/>
                      </a:cubicBezTo>
                      <a:cubicBezTo>
                        <a:pt x="40100" y="53054"/>
                        <a:pt x="43434" y="52673"/>
                        <a:pt x="47244" y="52673"/>
                      </a:cubicBezTo>
                      <a:cubicBezTo>
                        <a:pt x="49149" y="52673"/>
                        <a:pt x="51911" y="52768"/>
                        <a:pt x="55626" y="53054"/>
                      </a:cubicBezTo>
                      <a:cubicBezTo>
                        <a:pt x="59245" y="53340"/>
                        <a:pt x="62008" y="53435"/>
                        <a:pt x="63817" y="53435"/>
                      </a:cubicBezTo>
                      <a:cubicBezTo>
                        <a:pt x="65627" y="53435"/>
                        <a:pt x="67342" y="53340"/>
                        <a:pt x="68866" y="53054"/>
                      </a:cubicBezTo>
                      <a:cubicBezTo>
                        <a:pt x="69628" y="55721"/>
                        <a:pt x="69913" y="59436"/>
                        <a:pt x="69818" y="64198"/>
                      </a:cubicBezTo>
                      <a:cubicBezTo>
                        <a:pt x="69723" y="69628"/>
                        <a:pt x="69818" y="73342"/>
                        <a:pt x="70104" y="75343"/>
                      </a:cubicBezTo>
                      <a:cubicBezTo>
                        <a:pt x="67913" y="76962"/>
                        <a:pt x="64865" y="77724"/>
                        <a:pt x="61055" y="77724"/>
                      </a:cubicBezTo>
                      <a:cubicBezTo>
                        <a:pt x="59436" y="77724"/>
                        <a:pt x="57055" y="77533"/>
                        <a:pt x="53816" y="77248"/>
                      </a:cubicBezTo>
                      <a:cubicBezTo>
                        <a:pt x="50578" y="76962"/>
                        <a:pt x="48101" y="76771"/>
                        <a:pt x="46387" y="76771"/>
                      </a:cubicBezTo>
                      <a:cubicBezTo>
                        <a:pt x="44863" y="76771"/>
                        <a:pt x="43339" y="76867"/>
                        <a:pt x="42005" y="77057"/>
                      </a:cubicBezTo>
                      <a:lnTo>
                        <a:pt x="42005" y="76295"/>
                      </a:lnTo>
                      <a:cubicBezTo>
                        <a:pt x="41243" y="76390"/>
                        <a:pt x="39624" y="76486"/>
                        <a:pt x="37052" y="76486"/>
                      </a:cubicBezTo>
                      <a:cubicBezTo>
                        <a:pt x="35433" y="76486"/>
                        <a:pt x="33718" y="76867"/>
                        <a:pt x="32290" y="77629"/>
                      </a:cubicBezTo>
                      <a:cubicBezTo>
                        <a:pt x="31718" y="77248"/>
                        <a:pt x="31051" y="77152"/>
                        <a:pt x="30194" y="77152"/>
                      </a:cubicBezTo>
                      <a:cubicBezTo>
                        <a:pt x="28956" y="77248"/>
                        <a:pt x="28194" y="77248"/>
                        <a:pt x="28003" y="77152"/>
                      </a:cubicBezTo>
                      <a:cubicBezTo>
                        <a:pt x="26289" y="77724"/>
                        <a:pt x="25432" y="78962"/>
                        <a:pt x="25432" y="81153"/>
                      </a:cubicBezTo>
                      <a:cubicBezTo>
                        <a:pt x="25432" y="82582"/>
                        <a:pt x="25717" y="83820"/>
                        <a:pt x="26194" y="84677"/>
                      </a:cubicBezTo>
                      <a:cubicBezTo>
                        <a:pt x="23813" y="84010"/>
                        <a:pt x="21812" y="84677"/>
                        <a:pt x="20002" y="86392"/>
                      </a:cubicBezTo>
                      <a:lnTo>
                        <a:pt x="24098" y="85630"/>
                      </a:lnTo>
                      <a:lnTo>
                        <a:pt x="23622" y="86392"/>
                      </a:lnTo>
                      <a:cubicBezTo>
                        <a:pt x="23622" y="86392"/>
                        <a:pt x="24098" y="87058"/>
                        <a:pt x="24384" y="87058"/>
                      </a:cubicBezTo>
                      <a:cubicBezTo>
                        <a:pt x="24193" y="87058"/>
                        <a:pt x="24765" y="86582"/>
                        <a:pt x="26098" y="85630"/>
                      </a:cubicBezTo>
                      <a:cubicBezTo>
                        <a:pt x="26098" y="85153"/>
                        <a:pt x="26098" y="88297"/>
                        <a:pt x="26003" y="94869"/>
                      </a:cubicBezTo>
                      <a:cubicBezTo>
                        <a:pt x="25908" y="98679"/>
                        <a:pt x="26479" y="101536"/>
                        <a:pt x="27908" y="103632"/>
                      </a:cubicBezTo>
                      <a:cubicBezTo>
                        <a:pt x="31813" y="104108"/>
                        <a:pt x="35909" y="104394"/>
                        <a:pt x="40291" y="104394"/>
                      </a:cubicBezTo>
                      <a:cubicBezTo>
                        <a:pt x="43529" y="104394"/>
                        <a:pt x="48387" y="104108"/>
                        <a:pt x="54578" y="103727"/>
                      </a:cubicBezTo>
                      <a:cubicBezTo>
                        <a:pt x="60865" y="103251"/>
                        <a:pt x="65627" y="103060"/>
                        <a:pt x="68866" y="103060"/>
                      </a:cubicBezTo>
                      <a:cubicBezTo>
                        <a:pt x="73628" y="103060"/>
                        <a:pt x="78105" y="103346"/>
                        <a:pt x="82201" y="104013"/>
                      </a:cubicBezTo>
                      <a:cubicBezTo>
                        <a:pt x="82963" y="102298"/>
                        <a:pt x="84392" y="102108"/>
                        <a:pt x="86582" y="103537"/>
                      </a:cubicBezTo>
                      <a:close/>
                      <a:moveTo>
                        <a:pt x="5239" y="23431"/>
                      </a:moveTo>
                      <a:lnTo>
                        <a:pt x="6191" y="24670"/>
                      </a:lnTo>
                      <a:lnTo>
                        <a:pt x="6191" y="24955"/>
                      </a:lnTo>
                      <a:cubicBezTo>
                        <a:pt x="5620" y="24575"/>
                        <a:pt x="5334" y="24003"/>
                        <a:pt x="5239" y="23336"/>
                      </a:cubicBezTo>
                      <a:close/>
                      <a:moveTo>
                        <a:pt x="37719" y="68771"/>
                      </a:moveTo>
                      <a:lnTo>
                        <a:pt x="35814" y="68771"/>
                      </a:lnTo>
                      <a:cubicBezTo>
                        <a:pt x="36100" y="69532"/>
                        <a:pt x="36767" y="69532"/>
                        <a:pt x="37719" y="68771"/>
                      </a:cubicBezTo>
                      <a:lnTo>
                        <a:pt x="38481" y="68771"/>
                      </a:lnTo>
                      <a:cubicBezTo>
                        <a:pt x="38481" y="68771"/>
                        <a:pt x="38862" y="69342"/>
                        <a:pt x="38862" y="69913"/>
                      </a:cubicBezTo>
                      <a:lnTo>
                        <a:pt x="41053" y="68771"/>
                      </a:lnTo>
                      <a:cubicBezTo>
                        <a:pt x="41624" y="69342"/>
                        <a:pt x="41815" y="69723"/>
                        <a:pt x="41815" y="69913"/>
                      </a:cubicBezTo>
                      <a:lnTo>
                        <a:pt x="44196" y="69913"/>
                      </a:lnTo>
                      <a:lnTo>
                        <a:pt x="44196" y="68771"/>
                      </a:lnTo>
                      <a:lnTo>
                        <a:pt x="38481" y="68771"/>
                      </a:lnTo>
                      <a:cubicBezTo>
                        <a:pt x="38481" y="68771"/>
                        <a:pt x="38005" y="68580"/>
                        <a:pt x="37719" y="68771"/>
                      </a:cubicBezTo>
                      <a:close/>
                      <a:moveTo>
                        <a:pt x="68675" y="8953"/>
                      </a:moveTo>
                      <a:lnTo>
                        <a:pt x="67437" y="8192"/>
                      </a:lnTo>
                      <a:lnTo>
                        <a:pt x="68675" y="10763"/>
                      </a:lnTo>
                      <a:lnTo>
                        <a:pt x="68675" y="8953"/>
                      </a:lnTo>
                      <a:close/>
                      <a:moveTo>
                        <a:pt x="98012" y="111633"/>
                      </a:moveTo>
                      <a:lnTo>
                        <a:pt x="98679" y="111633"/>
                      </a:lnTo>
                      <a:lnTo>
                        <a:pt x="96774" y="112681"/>
                      </a:lnTo>
                      <a:lnTo>
                        <a:pt x="98012" y="111633"/>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98" name="Google Shape;898;p99"/>
              <p:cNvGrpSpPr/>
              <p:nvPr/>
            </p:nvGrpSpPr>
            <p:grpSpPr>
              <a:xfrm>
                <a:off x="9256770" y="4710303"/>
                <a:ext cx="1286732" cy="240791"/>
                <a:chOff x="4003452" y="2428398"/>
                <a:chExt cx="1286732" cy="240791"/>
              </a:xfrm>
            </p:grpSpPr>
            <p:sp>
              <p:nvSpPr>
                <p:cNvPr id="899" name="Google Shape;899;p99"/>
                <p:cNvSpPr/>
                <p:nvPr/>
              </p:nvSpPr>
              <p:spPr>
                <a:xfrm>
                  <a:off x="4003452" y="2453640"/>
                  <a:ext cx="155284" cy="182332"/>
                </a:xfrm>
                <a:custGeom>
                  <a:avLst/>
                  <a:gdLst/>
                  <a:ahLst/>
                  <a:cxnLst/>
                  <a:rect l="l" t="t" r="r" b="b"/>
                  <a:pathLst>
                    <a:path w="155284" h="182332" extrusionOk="0">
                      <a:moveTo>
                        <a:pt x="154877" y="133064"/>
                      </a:moveTo>
                      <a:cubicBezTo>
                        <a:pt x="155353" y="135064"/>
                        <a:pt x="154877" y="137636"/>
                        <a:pt x="153543" y="140589"/>
                      </a:cubicBezTo>
                      <a:lnTo>
                        <a:pt x="153543" y="137827"/>
                      </a:lnTo>
                      <a:cubicBezTo>
                        <a:pt x="152876" y="138113"/>
                        <a:pt x="152019" y="138208"/>
                        <a:pt x="151162" y="138208"/>
                      </a:cubicBezTo>
                      <a:cubicBezTo>
                        <a:pt x="150019" y="138208"/>
                        <a:pt x="148400" y="138017"/>
                        <a:pt x="146209" y="137541"/>
                      </a:cubicBezTo>
                      <a:cubicBezTo>
                        <a:pt x="144113" y="137065"/>
                        <a:pt x="142399" y="136874"/>
                        <a:pt x="141256" y="136874"/>
                      </a:cubicBezTo>
                      <a:cubicBezTo>
                        <a:pt x="139732" y="136874"/>
                        <a:pt x="138398" y="137255"/>
                        <a:pt x="137541" y="137922"/>
                      </a:cubicBezTo>
                      <a:lnTo>
                        <a:pt x="155067" y="146494"/>
                      </a:lnTo>
                      <a:cubicBezTo>
                        <a:pt x="150495" y="159258"/>
                        <a:pt x="142399" y="167164"/>
                        <a:pt x="130683" y="170117"/>
                      </a:cubicBezTo>
                      <a:cubicBezTo>
                        <a:pt x="130207" y="174022"/>
                        <a:pt x="127445" y="176117"/>
                        <a:pt x="122301" y="176403"/>
                      </a:cubicBezTo>
                      <a:cubicBezTo>
                        <a:pt x="117158" y="176784"/>
                        <a:pt x="114586" y="177736"/>
                        <a:pt x="114586" y="179356"/>
                      </a:cubicBezTo>
                      <a:cubicBezTo>
                        <a:pt x="114586" y="180022"/>
                        <a:pt x="114776" y="180784"/>
                        <a:pt x="115253" y="181737"/>
                      </a:cubicBezTo>
                      <a:cubicBezTo>
                        <a:pt x="112204" y="181737"/>
                        <a:pt x="107347" y="181832"/>
                        <a:pt x="100489" y="182118"/>
                      </a:cubicBezTo>
                      <a:cubicBezTo>
                        <a:pt x="94107" y="182404"/>
                        <a:pt x="89059" y="182404"/>
                        <a:pt x="85439" y="182118"/>
                      </a:cubicBezTo>
                      <a:cubicBezTo>
                        <a:pt x="80200" y="181927"/>
                        <a:pt x="75248" y="181070"/>
                        <a:pt x="70675" y="179737"/>
                      </a:cubicBezTo>
                      <a:cubicBezTo>
                        <a:pt x="70199" y="177736"/>
                        <a:pt x="68485" y="174974"/>
                        <a:pt x="65532" y="171545"/>
                      </a:cubicBezTo>
                      <a:cubicBezTo>
                        <a:pt x="63055" y="172021"/>
                        <a:pt x="61436" y="173641"/>
                        <a:pt x="60770" y="176498"/>
                      </a:cubicBezTo>
                      <a:cubicBezTo>
                        <a:pt x="59817" y="180022"/>
                        <a:pt x="59246" y="181927"/>
                        <a:pt x="59055" y="182118"/>
                      </a:cubicBezTo>
                      <a:lnTo>
                        <a:pt x="6667" y="182118"/>
                      </a:lnTo>
                      <a:cubicBezTo>
                        <a:pt x="2953" y="177546"/>
                        <a:pt x="1143" y="171831"/>
                        <a:pt x="1143" y="165068"/>
                      </a:cubicBezTo>
                      <a:cubicBezTo>
                        <a:pt x="1143" y="162782"/>
                        <a:pt x="1524" y="159067"/>
                        <a:pt x="2191" y="153924"/>
                      </a:cubicBezTo>
                      <a:cubicBezTo>
                        <a:pt x="2858" y="148780"/>
                        <a:pt x="3238" y="144971"/>
                        <a:pt x="3238" y="142494"/>
                      </a:cubicBezTo>
                      <a:cubicBezTo>
                        <a:pt x="3238" y="137065"/>
                        <a:pt x="2191" y="132112"/>
                        <a:pt x="191" y="127730"/>
                      </a:cubicBezTo>
                      <a:cubicBezTo>
                        <a:pt x="1143" y="124968"/>
                        <a:pt x="1524" y="120777"/>
                        <a:pt x="1524" y="115062"/>
                      </a:cubicBezTo>
                      <a:lnTo>
                        <a:pt x="1524" y="107537"/>
                      </a:lnTo>
                      <a:cubicBezTo>
                        <a:pt x="1333" y="103918"/>
                        <a:pt x="1143" y="101251"/>
                        <a:pt x="1143" y="99631"/>
                      </a:cubicBezTo>
                      <a:cubicBezTo>
                        <a:pt x="1143" y="89154"/>
                        <a:pt x="2953" y="81724"/>
                        <a:pt x="6667" y="77438"/>
                      </a:cubicBezTo>
                      <a:lnTo>
                        <a:pt x="1810" y="70580"/>
                      </a:lnTo>
                      <a:cubicBezTo>
                        <a:pt x="1143" y="68580"/>
                        <a:pt x="762" y="66294"/>
                        <a:pt x="762" y="63722"/>
                      </a:cubicBezTo>
                      <a:cubicBezTo>
                        <a:pt x="762" y="61150"/>
                        <a:pt x="1333" y="57055"/>
                        <a:pt x="2286" y="51244"/>
                      </a:cubicBezTo>
                      <a:cubicBezTo>
                        <a:pt x="3334" y="45434"/>
                        <a:pt x="3810" y="41053"/>
                        <a:pt x="3810" y="38100"/>
                      </a:cubicBezTo>
                      <a:cubicBezTo>
                        <a:pt x="3810" y="32861"/>
                        <a:pt x="2572" y="28480"/>
                        <a:pt x="0" y="25051"/>
                      </a:cubicBezTo>
                      <a:cubicBezTo>
                        <a:pt x="1619" y="23050"/>
                        <a:pt x="2572" y="20193"/>
                        <a:pt x="2762" y="16478"/>
                      </a:cubicBezTo>
                      <a:lnTo>
                        <a:pt x="2762" y="7525"/>
                      </a:lnTo>
                      <a:cubicBezTo>
                        <a:pt x="3238" y="3905"/>
                        <a:pt x="5048" y="1333"/>
                        <a:pt x="8287" y="0"/>
                      </a:cubicBezTo>
                      <a:cubicBezTo>
                        <a:pt x="12573" y="667"/>
                        <a:pt x="18669" y="1048"/>
                        <a:pt x="26384" y="1048"/>
                      </a:cubicBezTo>
                      <a:cubicBezTo>
                        <a:pt x="38291" y="381"/>
                        <a:pt x="44291" y="0"/>
                        <a:pt x="44577" y="0"/>
                      </a:cubicBezTo>
                      <a:cubicBezTo>
                        <a:pt x="53721" y="476"/>
                        <a:pt x="60674" y="2572"/>
                        <a:pt x="65532" y="6191"/>
                      </a:cubicBezTo>
                      <a:cubicBezTo>
                        <a:pt x="71723" y="2096"/>
                        <a:pt x="80486" y="0"/>
                        <a:pt x="91916" y="0"/>
                      </a:cubicBezTo>
                      <a:cubicBezTo>
                        <a:pt x="111157" y="0"/>
                        <a:pt x="120110" y="0"/>
                        <a:pt x="118967" y="0"/>
                      </a:cubicBezTo>
                      <a:lnTo>
                        <a:pt x="121729" y="0"/>
                      </a:lnTo>
                      <a:cubicBezTo>
                        <a:pt x="123158" y="2762"/>
                        <a:pt x="126873" y="5239"/>
                        <a:pt x="133064" y="7525"/>
                      </a:cubicBezTo>
                      <a:cubicBezTo>
                        <a:pt x="137446" y="9334"/>
                        <a:pt x="139351" y="13621"/>
                        <a:pt x="138875" y="20193"/>
                      </a:cubicBezTo>
                      <a:cubicBezTo>
                        <a:pt x="142494" y="22479"/>
                        <a:pt x="144399" y="26860"/>
                        <a:pt x="144399" y="33242"/>
                      </a:cubicBezTo>
                      <a:cubicBezTo>
                        <a:pt x="144399" y="35719"/>
                        <a:pt x="144113" y="39338"/>
                        <a:pt x="143542" y="44101"/>
                      </a:cubicBezTo>
                      <a:cubicBezTo>
                        <a:pt x="142970" y="48768"/>
                        <a:pt x="142684" y="51911"/>
                        <a:pt x="142684" y="53530"/>
                      </a:cubicBezTo>
                      <a:cubicBezTo>
                        <a:pt x="142684" y="55150"/>
                        <a:pt x="142780" y="56483"/>
                        <a:pt x="143066" y="57626"/>
                      </a:cubicBezTo>
                      <a:cubicBezTo>
                        <a:pt x="140113" y="59912"/>
                        <a:pt x="138684" y="63436"/>
                        <a:pt x="138970" y="68294"/>
                      </a:cubicBezTo>
                      <a:lnTo>
                        <a:pt x="138970" y="80296"/>
                      </a:lnTo>
                      <a:cubicBezTo>
                        <a:pt x="141542" y="80581"/>
                        <a:pt x="143923" y="82582"/>
                        <a:pt x="146018" y="86487"/>
                      </a:cubicBezTo>
                      <a:cubicBezTo>
                        <a:pt x="148114" y="90392"/>
                        <a:pt x="150304" y="92488"/>
                        <a:pt x="152305" y="92678"/>
                      </a:cubicBezTo>
                      <a:cubicBezTo>
                        <a:pt x="150019" y="94012"/>
                        <a:pt x="149066" y="96202"/>
                        <a:pt x="149542" y="99155"/>
                      </a:cubicBezTo>
                      <a:cubicBezTo>
                        <a:pt x="150876" y="100489"/>
                        <a:pt x="152305" y="101822"/>
                        <a:pt x="153638" y="102965"/>
                      </a:cubicBezTo>
                      <a:cubicBezTo>
                        <a:pt x="155258" y="104775"/>
                        <a:pt x="155638" y="106775"/>
                        <a:pt x="154972" y="108871"/>
                      </a:cubicBezTo>
                      <a:cubicBezTo>
                        <a:pt x="152686" y="105918"/>
                        <a:pt x="149924" y="104394"/>
                        <a:pt x="146780" y="104394"/>
                      </a:cubicBezTo>
                      <a:lnTo>
                        <a:pt x="144018" y="107156"/>
                      </a:lnTo>
                      <a:cubicBezTo>
                        <a:pt x="144971" y="107347"/>
                        <a:pt x="146399" y="107918"/>
                        <a:pt x="148495" y="108871"/>
                      </a:cubicBezTo>
                      <a:cubicBezTo>
                        <a:pt x="148495" y="109538"/>
                        <a:pt x="147828" y="109918"/>
                        <a:pt x="146399" y="109918"/>
                      </a:cubicBezTo>
                      <a:cubicBezTo>
                        <a:pt x="144590" y="109633"/>
                        <a:pt x="143351" y="109633"/>
                        <a:pt x="142970" y="109918"/>
                      </a:cubicBezTo>
                      <a:cubicBezTo>
                        <a:pt x="142494" y="109633"/>
                        <a:pt x="141923" y="108299"/>
                        <a:pt x="141256" y="105823"/>
                      </a:cubicBezTo>
                      <a:cubicBezTo>
                        <a:pt x="140589" y="104203"/>
                        <a:pt x="139351" y="103727"/>
                        <a:pt x="137541" y="104489"/>
                      </a:cubicBezTo>
                      <a:cubicBezTo>
                        <a:pt x="138017" y="107251"/>
                        <a:pt x="137541" y="108585"/>
                        <a:pt x="136208" y="108585"/>
                      </a:cubicBezTo>
                      <a:cubicBezTo>
                        <a:pt x="135731" y="108585"/>
                        <a:pt x="134779" y="108394"/>
                        <a:pt x="133445" y="108109"/>
                      </a:cubicBezTo>
                      <a:cubicBezTo>
                        <a:pt x="132017" y="107728"/>
                        <a:pt x="130969" y="107537"/>
                        <a:pt x="130016" y="107537"/>
                      </a:cubicBezTo>
                      <a:cubicBezTo>
                        <a:pt x="128207" y="107537"/>
                        <a:pt x="126778" y="108394"/>
                        <a:pt x="125921" y="110014"/>
                      </a:cubicBezTo>
                      <a:lnTo>
                        <a:pt x="128683" y="112776"/>
                      </a:lnTo>
                      <a:lnTo>
                        <a:pt x="129730" y="111061"/>
                      </a:lnTo>
                      <a:lnTo>
                        <a:pt x="133541" y="115538"/>
                      </a:lnTo>
                      <a:cubicBezTo>
                        <a:pt x="133541" y="115538"/>
                        <a:pt x="132398" y="116014"/>
                        <a:pt x="130778" y="116967"/>
                      </a:cubicBezTo>
                      <a:cubicBezTo>
                        <a:pt x="137636" y="119920"/>
                        <a:pt x="141542" y="121729"/>
                        <a:pt x="142399" y="122396"/>
                      </a:cubicBezTo>
                      <a:cubicBezTo>
                        <a:pt x="147257" y="125349"/>
                        <a:pt x="149638" y="128873"/>
                        <a:pt x="149638" y="133064"/>
                      </a:cubicBezTo>
                      <a:lnTo>
                        <a:pt x="155162" y="133064"/>
                      </a:lnTo>
                      <a:close/>
                      <a:moveTo>
                        <a:pt x="105537" y="130016"/>
                      </a:moveTo>
                      <a:cubicBezTo>
                        <a:pt x="107347" y="126778"/>
                        <a:pt x="107347" y="118967"/>
                        <a:pt x="105537" y="106394"/>
                      </a:cubicBezTo>
                      <a:cubicBezTo>
                        <a:pt x="102108" y="102108"/>
                        <a:pt x="97536" y="99822"/>
                        <a:pt x="91821" y="99536"/>
                      </a:cubicBezTo>
                      <a:lnTo>
                        <a:pt x="76009" y="99536"/>
                      </a:lnTo>
                      <a:cubicBezTo>
                        <a:pt x="74200" y="99346"/>
                        <a:pt x="72104" y="97536"/>
                        <a:pt x="70009" y="94202"/>
                      </a:cubicBezTo>
                      <a:cubicBezTo>
                        <a:pt x="67818" y="90868"/>
                        <a:pt x="65342" y="89535"/>
                        <a:pt x="62675" y="90297"/>
                      </a:cubicBezTo>
                      <a:cubicBezTo>
                        <a:pt x="62484" y="95059"/>
                        <a:pt x="58960" y="98012"/>
                        <a:pt x="52197" y="99060"/>
                      </a:cubicBezTo>
                      <a:cubicBezTo>
                        <a:pt x="45434" y="100108"/>
                        <a:pt x="42100" y="102584"/>
                        <a:pt x="42100" y="106394"/>
                      </a:cubicBezTo>
                      <a:cubicBezTo>
                        <a:pt x="42100" y="107728"/>
                        <a:pt x="42386" y="109347"/>
                        <a:pt x="42767" y="111157"/>
                      </a:cubicBezTo>
                      <a:lnTo>
                        <a:pt x="43720" y="111157"/>
                      </a:lnTo>
                      <a:cubicBezTo>
                        <a:pt x="44196" y="112776"/>
                        <a:pt x="44767" y="117253"/>
                        <a:pt x="45434" y="124492"/>
                      </a:cubicBezTo>
                      <a:cubicBezTo>
                        <a:pt x="45434" y="127540"/>
                        <a:pt x="43529" y="128968"/>
                        <a:pt x="39910" y="128968"/>
                      </a:cubicBezTo>
                      <a:lnTo>
                        <a:pt x="42672" y="131350"/>
                      </a:lnTo>
                      <a:cubicBezTo>
                        <a:pt x="41720" y="136588"/>
                        <a:pt x="44482" y="140494"/>
                        <a:pt x="50863" y="142970"/>
                      </a:cubicBezTo>
                      <a:cubicBezTo>
                        <a:pt x="58388" y="145732"/>
                        <a:pt x="62579" y="148399"/>
                        <a:pt x="63532" y="151257"/>
                      </a:cubicBezTo>
                      <a:cubicBezTo>
                        <a:pt x="66675" y="147828"/>
                        <a:pt x="73914" y="144971"/>
                        <a:pt x="85154" y="142684"/>
                      </a:cubicBezTo>
                      <a:cubicBezTo>
                        <a:pt x="94964" y="140589"/>
                        <a:pt x="101727" y="136398"/>
                        <a:pt x="105346" y="130016"/>
                      </a:cubicBezTo>
                      <a:close/>
                      <a:moveTo>
                        <a:pt x="41053" y="46006"/>
                      </a:moveTo>
                      <a:lnTo>
                        <a:pt x="41720" y="46006"/>
                      </a:lnTo>
                      <a:cubicBezTo>
                        <a:pt x="42863" y="46768"/>
                        <a:pt x="44482" y="48101"/>
                        <a:pt x="46482" y="50101"/>
                      </a:cubicBezTo>
                      <a:cubicBezTo>
                        <a:pt x="46006" y="51435"/>
                        <a:pt x="45815" y="52578"/>
                        <a:pt x="45815" y="53530"/>
                      </a:cubicBezTo>
                      <a:cubicBezTo>
                        <a:pt x="45815" y="56769"/>
                        <a:pt x="48482" y="58864"/>
                        <a:pt x="53721" y="60007"/>
                      </a:cubicBezTo>
                      <a:cubicBezTo>
                        <a:pt x="60103" y="61341"/>
                        <a:pt x="64008" y="62865"/>
                        <a:pt x="65342" y="64484"/>
                      </a:cubicBezTo>
                      <a:cubicBezTo>
                        <a:pt x="68771" y="61531"/>
                        <a:pt x="73628" y="59436"/>
                        <a:pt x="79915" y="58198"/>
                      </a:cubicBezTo>
                      <a:cubicBezTo>
                        <a:pt x="86201" y="56959"/>
                        <a:pt x="91154" y="54578"/>
                        <a:pt x="94869" y="51149"/>
                      </a:cubicBezTo>
                      <a:cubicBezTo>
                        <a:pt x="95821" y="42958"/>
                        <a:pt x="92488" y="38767"/>
                        <a:pt x="84963" y="38767"/>
                      </a:cubicBezTo>
                      <a:cubicBezTo>
                        <a:pt x="84011" y="38767"/>
                        <a:pt x="82772" y="38957"/>
                        <a:pt x="81248" y="39148"/>
                      </a:cubicBezTo>
                      <a:lnTo>
                        <a:pt x="77438" y="39148"/>
                      </a:lnTo>
                      <a:cubicBezTo>
                        <a:pt x="69913" y="39148"/>
                        <a:pt x="65913" y="35719"/>
                        <a:pt x="65437" y="28861"/>
                      </a:cubicBezTo>
                      <a:cubicBezTo>
                        <a:pt x="64770" y="33433"/>
                        <a:pt x="61722" y="36671"/>
                        <a:pt x="56198" y="38481"/>
                      </a:cubicBezTo>
                      <a:cubicBezTo>
                        <a:pt x="49340" y="40767"/>
                        <a:pt x="45815" y="42005"/>
                        <a:pt x="45625" y="42196"/>
                      </a:cubicBezTo>
                      <a:cubicBezTo>
                        <a:pt x="46101" y="42863"/>
                        <a:pt x="46292" y="43434"/>
                        <a:pt x="46292" y="43910"/>
                      </a:cubicBezTo>
                      <a:cubicBezTo>
                        <a:pt x="46292" y="45720"/>
                        <a:pt x="44577" y="46482"/>
                        <a:pt x="41148" y="46006"/>
                      </a:cubicBezTo>
                      <a:close/>
                      <a:moveTo>
                        <a:pt x="143923" y="118015"/>
                      </a:moveTo>
                      <a:cubicBezTo>
                        <a:pt x="145542" y="117538"/>
                        <a:pt x="147352" y="118110"/>
                        <a:pt x="149447" y="119729"/>
                      </a:cubicBezTo>
                      <a:lnTo>
                        <a:pt x="149447" y="120777"/>
                      </a:lnTo>
                      <a:lnTo>
                        <a:pt x="143923" y="118015"/>
                      </a:lnTo>
                      <a:close/>
                      <a:moveTo>
                        <a:pt x="153543" y="126206"/>
                      </a:moveTo>
                      <a:lnTo>
                        <a:pt x="152114" y="122396"/>
                      </a:lnTo>
                      <a:lnTo>
                        <a:pt x="154877" y="122396"/>
                      </a:lnTo>
                      <a:lnTo>
                        <a:pt x="153543" y="126206"/>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 name="Google Shape;900;p99"/>
                <p:cNvSpPr/>
                <p:nvPr/>
              </p:nvSpPr>
              <p:spPr>
                <a:xfrm>
                  <a:off x="4182427" y="2453163"/>
                  <a:ext cx="198024" cy="216026"/>
                </a:xfrm>
                <a:custGeom>
                  <a:avLst/>
                  <a:gdLst/>
                  <a:ahLst/>
                  <a:cxnLst/>
                  <a:rect l="l" t="t" r="r" b="b"/>
                  <a:pathLst>
                    <a:path w="198024" h="216026" extrusionOk="0">
                      <a:moveTo>
                        <a:pt x="154496" y="119158"/>
                      </a:moveTo>
                      <a:cubicBezTo>
                        <a:pt x="152209" y="122110"/>
                        <a:pt x="151543" y="125921"/>
                        <a:pt x="152590" y="130683"/>
                      </a:cubicBezTo>
                      <a:cubicBezTo>
                        <a:pt x="153638" y="135350"/>
                        <a:pt x="153352" y="139065"/>
                        <a:pt x="151733" y="141827"/>
                      </a:cubicBezTo>
                      <a:cubicBezTo>
                        <a:pt x="151067" y="146685"/>
                        <a:pt x="147828" y="151447"/>
                        <a:pt x="141922" y="156115"/>
                      </a:cubicBezTo>
                      <a:cubicBezTo>
                        <a:pt x="136112" y="160782"/>
                        <a:pt x="133159" y="164687"/>
                        <a:pt x="133159" y="167926"/>
                      </a:cubicBezTo>
                      <a:cubicBezTo>
                        <a:pt x="133159" y="169545"/>
                        <a:pt x="133540" y="171164"/>
                        <a:pt x="134207" y="172688"/>
                      </a:cubicBezTo>
                      <a:lnTo>
                        <a:pt x="135541" y="172688"/>
                      </a:lnTo>
                      <a:lnTo>
                        <a:pt x="135541" y="174403"/>
                      </a:lnTo>
                      <a:cubicBezTo>
                        <a:pt x="133064" y="172784"/>
                        <a:pt x="128492" y="172212"/>
                        <a:pt x="121825" y="172688"/>
                      </a:cubicBezTo>
                      <a:cubicBezTo>
                        <a:pt x="119824" y="177546"/>
                        <a:pt x="116300" y="179927"/>
                        <a:pt x="111538" y="179927"/>
                      </a:cubicBezTo>
                      <a:cubicBezTo>
                        <a:pt x="110204" y="179927"/>
                        <a:pt x="108299" y="179737"/>
                        <a:pt x="106013" y="179260"/>
                      </a:cubicBezTo>
                      <a:cubicBezTo>
                        <a:pt x="103060" y="178784"/>
                        <a:pt x="101251" y="178594"/>
                        <a:pt x="100489" y="178594"/>
                      </a:cubicBezTo>
                      <a:cubicBezTo>
                        <a:pt x="100489" y="177641"/>
                        <a:pt x="99917" y="176593"/>
                        <a:pt x="98584" y="175450"/>
                      </a:cubicBezTo>
                      <a:cubicBezTo>
                        <a:pt x="97346" y="174308"/>
                        <a:pt x="96583" y="173355"/>
                        <a:pt x="96393" y="172688"/>
                      </a:cubicBezTo>
                      <a:cubicBezTo>
                        <a:pt x="97155" y="178403"/>
                        <a:pt x="93821" y="183547"/>
                        <a:pt x="86773" y="188119"/>
                      </a:cubicBezTo>
                      <a:lnTo>
                        <a:pt x="82963" y="184023"/>
                      </a:lnTo>
                      <a:cubicBezTo>
                        <a:pt x="82296" y="184975"/>
                        <a:pt x="80772" y="185452"/>
                        <a:pt x="78486" y="185452"/>
                      </a:cubicBezTo>
                      <a:lnTo>
                        <a:pt x="80200" y="184023"/>
                      </a:lnTo>
                      <a:cubicBezTo>
                        <a:pt x="79343" y="183071"/>
                        <a:pt x="78391" y="182594"/>
                        <a:pt x="77438" y="182594"/>
                      </a:cubicBezTo>
                      <a:cubicBezTo>
                        <a:pt x="76771" y="182594"/>
                        <a:pt x="75724" y="182975"/>
                        <a:pt x="74390" y="183833"/>
                      </a:cubicBezTo>
                      <a:cubicBezTo>
                        <a:pt x="72961" y="184690"/>
                        <a:pt x="72104" y="185166"/>
                        <a:pt x="71628" y="185356"/>
                      </a:cubicBezTo>
                      <a:lnTo>
                        <a:pt x="73342" y="183928"/>
                      </a:lnTo>
                      <a:cubicBezTo>
                        <a:pt x="71247" y="182975"/>
                        <a:pt x="67437" y="182689"/>
                        <a:pt x="61627" y="182880"/>
                      </a:cubicBezTo>
                      <a:cubicBezTo>
                        <a:pt x="57055" y="182880"/>
                        <a:pt x="53149" y="181451"/>
                        <a:pt x="50006" y="178498"/>
                      </a:cubicBezTo>
                      <a:cubicBezTo>
                        <a:pt x="41053" y="175260"/>
                        <a:pt x="30480" y="168592"/>
                        <a:pt x="18097" y="158305"/>
                      </a:cubicBezTo>
                      <a:cubicBezTo>
                        <a:pt x="18764" y="158115"/>
                        <a:pt x="19145" y="156686"/>
                        <a:pt x="19145" y="154210"/>
                      </a:cubicBezTo>
                      <a:cubicBezTo>
                        <a:pt x="15240" y="152114"/>
                        <a:pt x="11906" y="148018"/>
                        <a:pt x="9239" y="141827"/>
                      </a:cubicBezTo>
                      <a:cubicBezTo>
                        <a:pt x="6096" y="134302"/>
                        <a:pt x="3524" y="129445"/>
                        <a:pt x="1714" y="127444"/>
                      </a:cubicBezTo>
                      <a:lnTo>
                        <a:pt x="0" y="5429"/>
                      </a:lnTo>
                      <a:lnTo>
                        <a:pt x="4477" y="0"/>
                      </a:lnTo>
                      <a:cubicBezTo>
                        <a:pt x="11335" y="1333"/>
                        <a:pt x="24003" y="1333"/>
                        <a:pt x="42481" y="0"/>
                      </a:cubicBezTo>
                      <a:cubicBezTo>
                        <a:pt x="40481" y="1143"/>
                        <a:pt x="39433" y="2381"/>
                        <a:pt x="39433" y="3810"/>
                      </a:cubicBezTo>
                      <a:cubicBezTo>
                        <a:pt x="39433" y="4667"/>
                        <a:pt x="40196" y="6287"/>
                        <a:pt x="41719" y="8382"/>
                      </a:cubicBezTo>
                      <a:cubicBezTo>
                        <a:pt x="43148" y="10573"/>
                        <a:pt x="43815" y="12383"/>
                        <a:pt x="43624" y="13716"/>
                      </a:cubicBezTo>
                      <a:cubicBezTo>
                        <a:pt x="48387" y="15812"/>
                        <a:pt x="50768" y="20098"/>
                        <a:pt x="50768" y="26765"/>
                      </a:cubicBezTo>
                      <a:cubicBezTo>
                        <a:pt x="50768" y="28766"/>
                        <a:pt x="50482" y="32099"/>
                        <a:pt x="49911" y="36481"/>
                      </a:cubicBezTo>
                      <a:cubicBezTo>
                        <a:pt x="49339" y="40958"/>
                        <a:pt x="49054" y="44196"/>
                        <a:pt x="49054" y="46292"/>
                      </a:cubicBezTo>
                      <a:lnTo>
                        <a:pt x="46292" y="49054"/>
                      </a:lnTo>
                      <a:lnTo>
                        <a:pt x="50006" y="51816"/>
                      </a:lnTo>
                      <a:lnTo>
                        <a:pt x="51340" y="103251"/>
                      </a:lnTo>
                      <a:lnTo>
                        <a:pt x="47244" y="106013"/>
                      </a:lnTo>
                      <a:cubicBezTo>
                        <a:pt x="48387" y="108299"/>
                        <a:pt x="49530" y="114014"/>
                        <a:pt x="50673" y="123158"/>
                      </a:cubicBezTo>
                      <a:cubicBezTo>
                        <a:pt x="51816" y="130969"/>
                        <a:pt x="53911" y="136303"/>
                        <a:pt x="56864" y="139255"/>
                      </a:cubicBezTo>
                      <a:cubicBezTo>
                        <a:pt x="57721" y="140398"/>
                        <a:pt x="59246" y="140970"/>
                        <a:pt x="61341" y="140970"/>
                      </a:cubicBezTo>
                      <a:lnTo>
                        <a:pt x="66484" y="140970"/>
                      </a:lnTo>
                      <a:cubicBezTo>
                        <a:pt x="71056" y="146399"/>
                        <a:pt x="73628" y="152305"/>
                        <a:pt x="74390" y="158401"/>
                      </a:cubicBezTo>
                      <a:cubicBezTo>
                        <a:pt x="73438" y="152209"/>
                        <a:pt x="75533" y="148495"/>
                        <a:pt x="80581" y="147066"/>
                      </a:cubicBezTo>
                      <a:cubicBezTo>
                        <a:pt x="86963" y="145447"/>
                        <a:pt x="90773" y="143446"/>
                        <a:pt x="91916" y="140875"/>
                      </a:cubicBezTo>
                      <a:cubicBezTo>
                        <a:pt x="95345" y="141065"/>
                        <a:pt x="97631" y="139827"/>
                        <a:pt x="98774" y="137065"/>
                      </a:cubicBezTo>
                      <a:cubicBezTo>
                        <a:pt x="100393" y="133445"/>
                        <a:pt x="101822" y="131159"/>
                        <a:pt x="103251" y="130207"/>
                      </a:cubicBezTo>
                      <a:lnTo>
                        <a:pt x="112204" y="127444"/>
                      </a:lnTo>
                      <a:lnTo>
                        <a:pt x="107347" y="124396"/>
                      </a:lnTo>
                      <a:cubicBezTo>
                        <a:pt x="108013" y="97917"/>
                        <a:pt x="108394" y="58674"/>
                        <a:pt x="108394" y="6858"/>
                      </a:cubicBezTo>
                      <a:cubicBezTo>
                        <a:pt x="113157" y="2286"/>
                        <a:pt x="120491" y="0"/>
                        <a:pt x="130302" y="0"/>
                      </a:cubicBezTo>
                      <a:cubicBezTo>
                        <a:pt x="130969" y="0"/>
                        <a:pt x="137731" y="571"/>
                        <a:pt x="150495" y="1714"/>
                      </a:cubicBezTo>
                      <a:cubicBezTo>
                        <a:pt x="150495" y="6477"/>
                        <a:pt x="150876" y="13144"/>
                        <a:pt x="151638" y="21431"/>
                      </a:cubicBezTo>
                      <a:cubicBezTo>
                        <a:pt x="152400" y="29813"/>
                        <a:pt x="152876" y="35909"/>
                        <a:pt x="152876" y="39814"/>
                      </a:cubicBezTo>
                      <a:cubicBezTo>
                        <a:pt x="152876" y="45053"/>
                        <a:pt x="152400" y="49911"/>
                        <a:pt x="151543" y="54197"/>
                      </a:cubicBezTo>
                      <a:cubicBezTo>
                        <a:pt x="153829" y="55531"/>
                        <a:pt x="154972" y="57150"/>
                        <a:pt x="154972" y="58960"/>
                      </a:cubicBezTo>
                      <a:cubicBezTo>
                        <a:pt x="154972" y="60293"/>
                        <a:pt x="153829" y="62389"/>
                        <a:pt x="151543" y="65151"/>
                      </a:cubicBezTo>
                      <a:cubicBezTo>
                        <a:pt x="149257" y="67913"/>
                        <a:pt x="148114" y="70104"/>
                        <a:pt x="148114" y="71723"/>
                      </a:cubicBezTo>
                      <a:cubicBezTo>
                        <a:pt x="148114" y="73533"/>
                        <a:pt x="149733" y="75343"/>
                        <a:pt x="152876" y="77152"/>
                      </a:cubicBezTo>
                      <a:cubicBezTo>
                        <a:pt x="152019" y="79438"/>
                        <a:pt x="151543" y="81820"/>
                        <a:pt x="151543" y="84392"/>
                      </a:cubicBezTo>
                      <a:cubicBezTo>
                        <a:pt x="151543" y="86487"/>
                        <a:pt x="151924" y="89440"/>
                        <a:pt x="152781" y="93535"/>
                      </a:cubicBezTo>
                      <a:cubicBezTo>
                        <a:pt x="153543" y="97536"/>
                        <a:pt x="154019" y="100489"/>
                        <a:pt x="154019" y="102298"/>
                      </a:cubicBezTo>
                      <a:cubicBezTo>
                        <a:pt x="154019" y="106204"/>
                        <a:pt x="152876" y="109728"/>
                        <a:pt x="150590" y="112871"/>
                      </a:cubicBezTo>
                      <a:cubicBezTo>
                        <a:pt x="150590" y="116586"/>
                        <a:pt x="150876" y="118681"/>
                        <a:pt x="151638" y="119443"/>
                      </a:cubicBezTo>
                      <a:lnTo>
                        <a:pt x="154400" y="119443"/>
                      </a:lnTo>
                      <a:close/>
                      <a:moveTo>
                        <a:pt x="20383" y="83820"/>
                      </a:moveTo>
                      <a:lnTo>
                        <a:pt x="20383" y="73152"/>
                      </a:lnTo>
                      <a:lnTo>
                        <a:pt x="18383" y="73152"/>
                      </a:lnTo>
                      <a:cubicBezTo>
                        <a:pt x="17431" y="73152"/>
                        <a:pt x="16859" y="72676"/>
                        <a:pt x="16669" y="71723"/>
                      </a:cubicBezTo>
                      <a:cubicBezTo>
                        <a:pt x="16192" y="72866"/>
                        <a:pt x="15526" y="74009"/>
                        <a:pt x="14668" y="75152"/>
                      </a:cubicBezTo>
                      <a:cubicBezTo>
                        <a:pt x="13716" y="76295"/>
                        <a:pt x="13240" y="77057"/>
                        <a:pt x="13240" y="77533"/>
                      </a:cubicBezTo>
                      <a:cubicBezTo>
                        <a:pt x="13240" y="78486"/>
                        <a:pt x="14097" y="79629"/>
                        <a:pt x="15621" y="80963"/>
                      </a:cubicBezTo>
                      <a:cubicBezTo>
                        <a:pt x="16097" y="80486"/>
                        <a:pt x="16478" y="80010"/>
                        <a:pt x="16669" y="79629"/>
                      </a:cubicBezTo>
                      <a:cubicBezTo>
                        <a:pt x="16002" y="77343"/>
                        <a:pt x="15621" y="76105"/>
                        <a:pt x="15621" y="75914"/>
                      </a:cubicBezTo>
                      <a:cubicBezTo>
                        <a:pt x="15621" y="74295"/>
                        <a:pt x="16573" y="73438"/>
                        <a:pt x="18383" y="73152"/>
                      </a:cubicBezTo>
                      <a:lnTo>
                        <a:pt x="19431" y="73152"/>
                      </a:lnTo>
                      <a:lnTo>
                        <a:pt x="20479" y="83820"/>
                      </a:lnTo>
                      <a:close/>
                      <a:moveTo>
                        <a:pt x="36862" y="79724"/>
                      </a:moveTo>
                      <a:cubicBezTo>
                        <a:pt x="36862" y="79724"/>
                        <a:pt x="36957" y="79343"/>
                        <a:pt x="35814" y="78676"/>
                      </a:cubicBezTo>
                      <a:cubicBezTo>
                        <a:pt x="34671" y="78010"/>
                        <a:pt x="34099" y="75724"/>
                        <a:pt x="34099" y="71818"/>
                      </a:cubicBezTo>
                      <a:lnTo>
                        <a:pt x="35814" y="71818"/>
                      </a:lnTo>
                      <a:lnTo>
                        <a:pt x="35814" y="69056"/>
                      </a:lnTo>
                      <a:lnTo>
                        <a:pt x="28956" y="73247"/>
                      </a:lnTo>
                      <a:cubicBezTo>
                        <a:pt x="31242" y="74390"/>
                        <a:pt x="31909" y="76200"/>
                        <a:pt x="31051" y="78772"/>
                      </a:cubicBezTo>
                      <a:cubicBezTo>
                        <a:pt x="30385" y="78772"/>
                        <a:pt x="30004" y="79153"/>
                        <a:pt x="30004" y="79819"/>
                      </a:cubicBezTo>
                      <a:lnTo>
                        <a:pt x="31051" y="78772"/>
                      </a:lnTo>
                      <a:cubicBezTo>
                        <a:pt x="31718" y="78581"/>
                        <a:pt x="33338" y="78676"/>
                        <a:pt x="35814" y="79153"/>
                      </a:cubicBezTo>
                      <a:cubicBezTo>
                        <a:pt x="36290" y="79629"/>
                        <a:pt x="36576" y="79819"/>
                        <a:pt x="36862" y="79819"/>
                      </a:cubicBezTo>
                      <a:close/>
                      <a:moveTo>
                        <a:pt x="94774" y="166116"/>
                      </a:moveTo>
                      <a:lnTo>
                        <a:pt x="98869" y="171641"/>
                      </a:lnTo>
                      <a:lnTo>
                        <a:pt x="97536" y="166116"/>
                      </a:lnTo>
                      <a:lnTo>
                        <a:pt x="94774" y="166116"/>
                      </a:lnTo>
                      <a:close/>
                      <a:moveTo>
                        <a:pt x="103346" y="154114"/>
                      </a:moveTo>
                      <a:lnTo>
                        <a:pt x="103346" y="151352"/>
                      </a:lnTo>
                      <a:lnTo>
                        <a:pt x="101632" y="150304"/>
                      </a:lnTo>
                      <a:lnTo>
                        <a:pt x="103346" y="154114"/>
                      </a:lnTo>
                      <a:close/>
                      <a:moveTo>
                        <a:pt x="111919" y="195548"/>
                      </a:moveTo>
                      <a:cubicBezTo>
                        <a:pt x="111919" y="195548"/>
                        <a:pt x="111252" y="195358"/>
                        <a:pt x="111252" y="194881"/>
                      </a:cubicBezTo>
                      <a:lnTo>
                        <a:pt x="111919" y="195548"/>
                      </a:lnTo>
                      <a:close/>
                      <a:moveTo>
                        <a:pt x="111919" y="195548"/>
                      </a:moveTo>
                      <a:cubicBezTo>
                        <a:pt x="111919" y="195548"/>
                        <a:pt x="113728" y="196215"/>
                        <a:pt x="116014" y="196977"/>
                      </a:cubicBezTo>
                      <a:cubicBezTo>
                        <a:pt x="117538" y="197167"/>
                        <a:pt x="118396" y="197739"/>
                        <a:pt x="118396" y="198692"/>
                      </a:cubicBezTo>
                      <a:cubicBezTo>
                        <a:pt x="118396" y="199358"/>
                        <a:pt x="117824" y="200311"/>
                        <a:pt x="116681" y="201454"/>
                      </a:cubicBezTo>
                      <a:lnTo>
                        <a:pt x="111919" y="195643"/>
                      </a:lnTo>
                      <a:close/>
                      <a:moveTo>
                        <a:pt x="114967" y="156781"/>
                      </a:moveTo>
                      <a:lnTo>
                        <a:pt x="119063" y="156781"/>
                      </a:lnTo>
                      <a:cubicBezTo>
                        <a:pt x="118110" y="155448"/>
                        <a:pt x="117824" y="154496"/>
                        <a:pt x="118015" y="154019"/>
                      </a:cubicBezTo>
                      <a:lnTo>
                        <a:pt x="114871" y="154019"/>
                      </a:lnTo>
                      <a:lnTo>
                        <a:pt x="114871" y="156781"/>
                      </a:lnTo>
                      <a:close/>
                      <a:moveTo>
                        <a:pt x="116681" y="205454"/>
                      </a:moveTo>
                      <a:cubicBezTo>
                        <a:pt x="118015" y="204978"/>
                        <a:pt x="119920" y="205835"/>
                        <a:pt x="122206" y="207835"/>
                      </a:cubicBezTo>
                      <a:cubicBezTo>
                        <a:pt x="123349" y="208693"/>
                        <a:pt x="124492" y="209741"/>
                        <a:pt x="125635" y="210884"/>
                      </a:cubicBezTo>
                      <a:cubicBezTo>
                        <a:pt x="123825" y="210884"/>
                        <a:pt x="121920" y="209931"/>
                        <a:pt x="120015" y="208121"/>
                      </a:cubicBezTo>
                      <a:cubicBezTo>
                        <a:pt x="118110" y="206312"/>
                        <a:pt x="116967" y="205359"/>
                        <a:pt x="116776" y="205359"/>
                      </a:cubicBezTo>
                      <a:close/>
                      <a:moveTo>
                        <a:pt x="139351" y="25813"/>
                      </a:moveTo>
                      <a:cubicBezTo>
                        <a:pt x="138398" y="25337"/>
                        <a:pt x="137446" y="25432"/>
                        <a:pt x="136398" y="26194"/>
                      </a:cubicBezTo>
                      <a:cubicBezTo>
                        <a:pt x="135350" y="26860"/>
                        <a:pt x="134588" y="27051"/>
                        <a:pt x="134112" y="26860"/>
                      </a:cubicBezTo>
                      <a:cubicBezTo>
                        <a:pt x="135255" y="27337"/>
                        <a:pt x="136398" y="27527"/>
                        <a:pt x="137541" y="27527"/>
                      </a:cubicBezTo>
                      <a:cubicBezTo>
                        <a:pt x="139827" y="27527"/>
                        <a:pt x="140398" y="26956"/>
                        <a:pt x="139255" y="25813"/>
                      </a:cubicBezTo>
                      <a:close/>
                      <a:moveTo>
                        <a:pt x="139351" y="187928"/>
                      </a:moveTo>
                      <a:lnTo>
                        <a:pt x="139351" y="190691"/>
                      </a:lnTo>
                      <a:lnTo>
                        <a:pt x="134207" y="190691"/>
                      </a:lnTo>
                      <a:cubicBezTo>
                        <a:pt x="134684" y="190024"/>
                        <a:pt x="136303" y="189071"/>
                        <a:pt x="139351" y="187928"/>
                      </a:cubicBezTo>
                      <a:close/>
                      <a:moveTo>
                        <a:pt x="135541" y="137922"/>
                      </a:moveTo>
                      <a:cubicBezTo>
                        <a:pt x="138303" y="137922"/>
                        <a:pt x="141065" y="136588"/>
                        <a:pt x="143827" y="133826"/>
                      </a:cubicBezTo>
                      <a:cubicBezTo>
                        <a:pt x="142494" y="133159"/>
                        <a:pt x="140970" y="133636"/>
                        <a:pt x="139351" y="135350"/>
                      </a:cubicBezTo>
                      <a:cubicBezTo>
                        <a:pt x="137731" y="137065"/>
                        <a:pt x="136493" y="137922"/>
                        <a:pt x="135541" y="137922"/>
                      </a:cubicBezTo>
                      <a:close/>
                      <a:moveTo>
                        <a:pt x="139351" y="195834"/>
                      </a:moveTo>
                      <a:lnTo>
                        <a:pt x="141065" y="199644"/>
                      </a:lnTo>
                      <a:lnTo>
                        <a:pt x="136969" y="195834"/>
                      </a:lnTo>
                      <a:lnTo>
                        <a:pt x="139351" y="195834"/>
                      </a:lnTo>
                      <a:close/>
                      <a:moveTo>
                        <a:pt x="141065" y="211931"/>
                      </a:moveTo>
                      <a:cubicBezTo>
                        <a:pt x="140779" y="212598"/>
                        <a:pt x="141732" y="214027"/>
                        <a:pt x="143827" y="216027"/>
                      </a:cubicBezTo>
                      <a:lnTo>
                        <a:pt x="139351" y="216027"/>
                      </a:lnTo>
                      <a:lnTo>
                        <a:pt x="139351" y="211931"/>
                      </a:lnTo>
                      <a:lnTo>
                        <a:pt x="141065" y="211931"/>
                      </a:lnTo>
                      <a:close/>
                      <a:moveTo>
                        <a:pt x="145161" y="195834"/>
                      </a:moveTo>
                      <a:cubicBezTo>
                        <a:pt x="145637" y="196977"/>
                        <a:pt x="146590" y="197548"/>
                        <a:pt x="147923" y="197548"/>
                      </a:cubicBezTo>
                      <a:lnTo>
                        <a:pt x="147923" y="198596"/>
                      </a:lnTo>
                      <a:lnTo>
                        <a:pt x="143827" y="198596"/>
                      </a:lnTo>
                      <a:lnTo>
                        <a:pt x="145161" y="195834"/>
                      </a:lnTo>
                      <a:close/>
                      <a:moveTo>
                        <a:pt x="145161" y="181070"/>
                      </a:moveTo>
                      <a:cubicBezTo>
                        <a:pt x="147923" y="179737"/>
                        <a:pt x="149447" y="179070"/>
                        <a:pt x="149638" y="179070"/>
                      </a:cubicBezTo>
                      <a:cubicBezTo>
                        <a:pt x="150590" y="179070"/>
                        <a:pt x="150876" y="180118"/>
                        <a:pt x="150685" y="182118"/>
                      </a:cubicBezTo>
                      <a:cubicBezTo>
                        <a:pt x="149733" y="183261"/>
                        <a:pt x="148876" y="183833"/>
                        <a:pt x="147923" y="183833"/>
                      </a:cubicBezTo>
                      <a:lnTo>
                        <a:pt x="145161" y="181070"/>
                      </a:lnTo>
                      <a:close/>
                      <a:moveTo>
                        <a:pt x="146209" y="164973"/>
                      </a:moveTo>
                      <a:cubicBezTo>
                        <a:pt x="146209" y="164973"/>
                        <a:pt x="145828" y="164497"/>
                        <a:pt x="145828" y="164306"/>
                      </a:cubicBezTo>
                      <a:cubicBezTo>
                        <a:pt x="145828" y="162020"/>
                        <a:pt x="147066" y="160877"/>
                        <a:pt x="149638" y="160877"/>
                      </a:cubicBezTo>
                      <a:cubicBezTo>
                        <a:pt x="150304" y="160877"/>
                        <a:pt x="150971" y="161163"/>
                        <a:pt x="151638" y="161925"/>
                      </a:cubicBezTo>
                      <a:lnTo>
                        <a:pt x="146113" y="164973"/>
                      </a:lnTo>
                      <a:close/>
                      <a:moveTo>
                        <a:pt x="153067" y="155353"/>
                      </a:moveTo>
                      <a:cubicBezTo>
                        <a:pt x="155353" y="154400"/>
                        <a:pt x="157163" y="155734"/>
                        <a:pt x="158591" y="159067"/>
                      </a:cubicBezTo>
                      <a:cubicBezTo>
                        <a:pt x="156019" y="157448"/>
                        <a:pt x="154686" y="156686"/>
                        <a:pt x="154496" y="156686"/>
                      </a:cubicBezTo>
                      <a:lnTo>
                        <a:pt x="153067" y="158115"/>
                      </a:lnTo>
                      <a:lnTo>
                        <a:pt x="153067" y="155353"/>
                      </a:lnTo>
                      <a:close/>
                      <a:moveTo>
                        <a:pt x="169164" y="145733"/>
                      </a:moveTo>
                      <a:cubicBezTo>
                        <a:pt x="168973" y="146685"/>
                        <a:pt x="169545" y="147542"/>
                        <a:pt x="170878" y="148495"/>
                      </a:cubicBezTo>
                      <a:cubicBezTo>
                        <a:pt x="170212" y="149638"/>
                        <a:pt x="168688" y="150209"/>
                        <a:pt x="166402" y="150209"/>
                      </a:cubicBezTo>
                      <a:lnTo>
                        <a:pt x="169164" y="145733"/>
                      </a:lnTo>
                      <a:close/>
                      <a:moveTo>
                        <a:pt x="174974" y="165925"/>
                      </a:moveTo>
                      <a:lnTo>
                        <a:pt x="176022" y="163544"/>
                      </a:lnTo>
                      <a:lnTo>
                        <a:pt x="179832" y="163544"/>
                      </a:lnTo>
                      <a:lnTo>
                        <a:pt x="174974" y="165925"/>
                      </a:lnTo>
                      <a:close/>
                      <a:moveTo>
                        <a:pt x="181451" y="188881"/>
                      </a:moveTo>
                      <a:lnTo>
                        <a:pt x="184594" y="188881"/>
                      </a:lnTo>
                      <a:cubicBezTo>
                        <a:pt x="183166" y="191643"/>
                        <a:pt x="182499" y="193643"/>
                        <a:pt x="182499" y="195072"/>
                      </a:cubicBezTo>
                      <a:lnTo>
                        <a:pt x="181451" y="188881"/>
                      </a:lnTo>
                      <a:close/>
                      <a:moveTo>
                        <a:pt x="182499" y="195072"/>
                      </a:moveTo>
                      <a:lnTo>
                        <a:pt x="182880" y="195739"/>
                      </a:lnTo>
                      <a:cubicBezTo>
                        <a:pt x="182880" y="195739"/>
                        <a:pt x="182499" y="195263"/>
                        <a:pt x="182499" y="195072"/>
                      </a:cubicBezTo>
                      <a:close/>
                      <a:moveTo>
                        <a:pt x="182880" y="132017"/>
                      </a:moveTo>
                      <a:lnTo>
                        <a:pt x="182880" y="128206"/>
                      </a:lnTo>
                      <a:lnTo>
                        <a:pt x="184594" y="128206"/>
                      </a:lnTo>
                      <a:lnTo>
                        <a:pt x="184594" y="132017"/>
                      </a:lnTo>
                      <a:lnTo>
                        <a:pt x="182880" y="132017"/>
                      </a:lnTo>
                      <a:close/>
                      <a:moveTo>
                        <a:pt x="185642" y="201263"/>
                      </a:moveTo>
                      <a:lnTo>
                        <a:pt x="185642" y="197453"/>
                      </a:lnTo>
                      <a:lnTo>
                        <a:pt x="186690" y="197453"/>
                      </a:lnTo>
                      <a:lnTo>
                        <a:pt x="186690" y="201263"/>
                      </a:lnTo>
                      <a:lnTo>
                        <a:pt x="185642" y="201263"/>
                      </a:lnTo>
                      <a:close/>
                      <a:moveTo>
                        <a:pt x="191167" y="170402"/>
                      </a:moveTo>
                      <a:lnTo>
                        <a:pt x="198025" y="165925"/>
                      </a:lnTo>
                      <a:lnTo>
                        <a:pt x="198025" y="167640"/>
                      </a:lnTo>
                      <a:lnTo>
                        <a:pt x="191167" y="170402"/>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 name="Google Shape;901;p99"/>
                <p:cNvSpPr/>
                <p:nvPr/>
              </p:nvSpPr>
              <p:spPr>
                <a:xfrm>
                  <a:off x="4361306" y="2451734"/>
                  <a:ext cx="160781" cy="213957"/>
                </a:xfrm>
                <a:custGeom>
                  <a:avLst/>
                  <a:gdLst/>
                  <a:ahLst/>
                  <a:cxnLst/>
                  <a:rect l="l" t="t" r="r" b="b"/>
                  <a:pathLst>
                    <a:path w="160781" h="213957" extrusionOk="0">
                      <a:moveTo>
                        <a:pt x="135636" y="99727"/>
                      </a:moveTo>
                      <a:cubicBezTo>
                        <a:pt x="136303" y="101822"/>
                        <a:pt x="138398" y="105347"/>
                        <a:pt x="141827" y="110300"/>
                      </a:cubicBezTo>
                      <a:cubicBezTo>
                        <a:pt x="144304" y="114681"/>
                        <a:pt x="145542" y="118301"/>
                        <a:pt x="145542" y="121253"/>
                      </a:cubicBezTo>
                      <a:cubicBezTo>
                        <a:pt x="145542" y="123730"/>
                        <a:pt x="144971" y="126302"/>
                        <a:pt x="143827" y="128778"/>
                      </a:cubicBezTo>
                      <a:cubicBezTo>
                        <a:pt x="144685" y="131731"/>
                        <a:pt x="145256" y="135065"/>
                        <a:pt x="145256" y="138684"/>
                      </a:cubicBezTo>
                      <a:cubicBezTo>
                        <a:pt x="145256" y="147828"/>
                        <a:pt x="142970" y="154210"/>
                        <a:pt x="138398" y="157925"/>
                      </a:cubicBezTo>
                      <a:cubicBezTo>
                        <a:pt x="138875" y="157067"/>
                        <a:pt x="139065" y="156115"/>
                        <a:pt x="139065" y="155162"/>
                      </a:cubicBezTo>
                      <a:cubicBezTo>
                        <a:pt x="139065" y="151448"/>
                        <a:pt x="136969" y="149638"/>
                        <a:pt x="132874" y="149638"/>
                      </a:cubicBezTo>
                      <a:cubicBezTo>
                        <a:pt x="131064" y="149638"/>
                        <a:pt x="129350" y="150114"/>
                        <a:pt x="127730" y="150971"/>
                      </a:cubicBezTo>
                      <a:lnTo>
                        <a:pt x="130492" y="153734"/>
                      </a:lnTo>
                      <a:cubicBezTo>
                        <a:pt x="129350" y="153067"/>
                        <a:pt x="128302" y="152686"/>
                        <a:pt x="127349" y="152686"/>
                      </a:cubicBezTo>
                      <a:cubicBezTo>
                        <a:pt x="125825" y="152686"/>
                        <a:pt x="124206" y="154019"/>
                        <a:pt x="122777" y="156591"/>
                      </a:cubicBezTo>
                      <a:cubicBezTo>
                        <a:pt x="121253" y="159258"/>
                        <a:pt x="119825" y="161830"/>
                        <a:pt x="118491" y="164306"/>
                      </a:cubicBezTo>
                      <a:lnTo>
                        <a:pt x="119825" y="166021"/>
                      </a:lnTo>
                      <a:cubicBezTo>
                        <a:pt x="118015" y="165545"/>
                        <a:pt x="115824" y="165926"/>
                        <a:pt x="113252" y="167069"/>
                      </a:cubicBezTo>
                      <a:lnTo>
                        <a:pt x="113252" y="169831"/>
                      </a:lnTo>
                      <a:cubicBezTo>
                        <a:pt x="112300" y="169164"/>
                        <a:pt x="111347" y="168402"/>
                        <a:pt x="110204" y="167545"/>
                      </a:cubicBezTo>
                      <a:cubicBezTo>
                        <a:pt x="109061" y="166783"/>
                        <a:pt x="107918" y="166592"/>
                        <a:pt x="106775" y="167069"/>
                      </a:cubicBezTo>
                      <a:cubicBezTo>
                        <a:pt x="108299" y="169545"/>
                        <a:pt x="110871" y="174593"/>
                        <a:pt x="114300" y="182118"/>
                      </a:cubicBezTo>
                      <a:cubicBezTo>
                        <a:pt x="102394" y="183071"/>
                        <a:pt x="92392" y="183452"/>
                        <a:pt x="84106" y="183452"/>
                      </a:cubicBezTo>
                      <a:cubicBezTo>
                        <a:pt x="75819" y="183452"/>
                        <a:pt x="66008" y="182975"/>
                        <a:pt x="54578" y="182118"/>
                      </a:cubicBezTo>
                      <a:cubicBezTo>
                        <a:pt x="54578" y="180308"/>
                        <a:pt x="53435" y="178975"/>
                        <a:pt x="50959" y="178022"/>
                      </a:cubicBezTo>
                      <a:cubicBezTo>
                        <a:pt x="48577" y="177070"/>
                        <a:pt x="47339" y="175927"/>
                        <a:pt x="47339" y="174593"/>
                      </a:cubicBezTo>
                      <a:cubicBezTo>
                        <a:pt x="47339" y="174117"/>
                        <a:pt x="47434" y="173450"/>
                        <a:pt x="47720" y="172498"/>
                      </a:cubicBezTo>
                      <a:cubicBezTo>
                        <a:pt x="45625" y="173641"/>
                        <a:pt x="43339" y="174212"/>
                        <a:pt x="40862" y="174212"/>
                      </a:cubicBezTo>
                      <a:cubicBezTo>
                        <a:pt x="36767" y="174212"/>
                        <a:pt x="28004" y="170879"/>
                        <a:pt x="14478" y="164306"/>
                      </a:cubicBezTo>
                      <a:lnTo>
                        <a:pt x="11716" y="157734"/>
                      </a:lnTo>
                      <a:lnTo>
                        <a:pt x="7906" y="159068"/>
                      </a:lnTo>
                      <a:lnTo>
                        <a:pt x="0" y="135446"/>
                      </a:lnTo>
                      <a:cubicBezTo>
                        <a:pt x="2762" y="132493"/>
                        <a:pt x="12001" y="123920"/>
                        <a:pt x="27813" y="109728"/>
                      </a:cubicBezTo>
                      <a:cubicBezTo>
                        <a:pt x="29813" y="109538"/>
                        <a:pt x="31528" y="110490"/>
                        <a:pt x="32956" y="112776"/>
                      </a:cubicBezTo>
                      <a:cubicBezTo>
                        <a:pt x="34576" y="115729"/>
                        <a:pt x="35909" y="117539"/>
                        <a:pt x="37052" y="118301"/>
                      </a:cubicBezTo>
                      <a:cubicBezTo>
                        <a:pt x="37529" y="121063"/>
                        <a:pt x="41434" y="128302"/>
                        <a:pt x="48673" y="140208"/>
                      </a:cubicBezTo>
                      <a:cubicBezTo>
                        <a:pt x="50482" y="139541"/>
                        <a:pt x="52102" y="139160"/>
                        <a:pt x="53530" y="139160"/>
                      </a:cubicBezTo>
                      <a:cubicBezTo>
                        <a:pt x="55531" y="139160"/>
                        <a:pt x="57912" y="140494"/>
                        <a:pt x="60388" y="143066"/>
                      </a:cubicBezTo>
                      <a:cubicBezTo>
                        <a:pt x="62865" y="145733"/>
                        <a:pt x="65056" y="146971"/>
                        <a:pt x="66865" y="146971"/>
                      </a:cubicBezTo>
                      <a:cubicBezTo>
                        <a:pt x="67723" y="146971"/>
                        <a:pt x="68961" y="146685"/>
                        <a:pt x="70294" y="145923"/>
                      </a:cubicBezTo>
                      <a:cubicBezTo>
                        <a:pt x="69628" y="147257"/>
                        <a:pt x="70485" y="148876"/>
                        <a:pt x="73057" y="150686"/>
                      </a:cubicBezTo>
                      <a:cubicBezTo>
                        <a:pt x="73723" y="144494"/>
                        <a:pt x="78676" y="140970"/>
                        <a:pt x="87725" y="140113"/>
                      </a:cubicBezTo>
                      <a:lnTo>
                        <a:pt x="93250" y="140113"/>
                      </a:lnTo>
                      <a:cubicBezTo>
                        <a:pt x="92773" y="141256"/>
                        <a:pt x="93154" y="142208"/>
                        <a:pt x="94297" y="142875"/>
                      </a:cubicBezTo>
                      <a:cubicBezTo>
                        <a:pt x="95917" y="141732"/>
                        <a:pt x="96679" y="140303"/>
                        <a:pt x="96679" y="138398"/>
                      </a:cubicBezTo>
                      <a:cubicBezTo>
                        <a:pt x="96679" y="137732"/>
                        <a:pt x="96488" y="136684"/>
                        <a:pt x="96202" y="135350"/>
                      </a:cubicBezTo>
                      <a:cubicBezTo>
                        <a:pt x="95821" y="133922"/>
                        <a:pt x="95726" y="132969"/>
                        <a:pt x="95726" y="132207"/>
                      </a:cubicBezTo>
                      <a:cubicBezTo>
                        <a:pt x="95726" y="130588"/>
                        <a:pt x="96202" y="129350"/>
                        <a:pt x="97060" y="128397"/>
                      </a:cubicBezTo>
                      <a:cubicBezTo>
                        <a:pt x="97917" y="126302"/>
                        <a:pt x="95821" y="122396"/>
                        <a:pt x="90488" y="116396"/>
                      </a:cubicBezTo>
                      <a:cubicBezTo>
                        <a:pt x="88868" y="117062"/>
                        <a:pt x="87535" y="117443"/>
                        <a:pt x="86392" y="117443"/>
                      </a:cubicBezTo>
                      <a:cubicBezTo>
                        <a:pt x="84296" y="117443"/>
                        <a:pt x="82391" y="115633"/>
                        <a:pt x="80581" y="112109"/>
                      </a:cubicBezTo>
                      <a:cubicBezTo>
                        <a:pt x="78772" y="108585"/>
                        <a:pt x="76962" y="106775"/>
                        <a:pt x="75057" y="106775"/>
                      </a:cubicBezTo>
                      <a:cubicBezTo>
                        <a:pt x="73723" y="106775"/>
                        <a:pt x="72104" y="107347"/>
                        <a:pt x="70294" y="108490"/>
                      </a:cubicBezTo>
                      <a:cubicBezTo>
                        <a:pt x="68008" y="106204"/>
                        <a:pt x="64389" y="104489"/>
                        <a:pt x="59341" y="103346"/>
                      </a:cubicBezTo>
                      <a:lnTo>
                        <a:pt x="46672" y="100298"/>
                      </a:lnTo>
                      <a:cubicBezTo>
                        <a:pt x="45053" y="96203"/>
                        <a:pt x="41910" y="93821"/>
                        <a:pt x="37052" y="93059"/>
                      </a:cubicBezTo>
                      <a:cubicBezTo>
                        <a:pt x="31337" y="92202"/>
                        <a:pt x="27813" y="90678"/>
                        <a:pt x="26384" y="88583"/>
                      </a:cubicBezTo>
                      <a:lnTo>
                        <a:pt x="23622" y="91345"/>
                      </a:lnTo>
                      <a:cubicBezTo>
                        <a:pt x="23336" y="90678"/>
                        <a:pt x="23241" y="89821"/>
                        <a:pt x="23241" y="88964"/>
                      </a:cubicBezTo>
                      <a:cubicBezTo>
                        <a:pt x="23241" y="88106"/>
                        <a:pt x="23431" y="86582"/>
                        <a:pt x="23813" y="84487"/>
                      </a:cubicBezTo>
                      <a:cubicBezTo>
                        <a:pt x="24098" y="82391"/>
                        <a:pt x="24289" y="80867"/>
                        <a:pt x="24289" y="79724"/>
                      </a:cubicBezTo>
                      <a:cubicBezTo>
                        <a:pt x="24289" y="76772"/>
                        <a:pt x="23146" y="74486"/>
                        <a:pt x="20860" y="72866"/>
                      </a:cubicBezTo>
                      <a:cubicBezTo>
                        <a:pt x="21336" y="72009"/>
                        <a:pt x="21812" y="70961"/>
                        <a:pt x="22479" y="69914"/>
                      </a:cubicBezTo>
                      <a:cubicBezTo>
                        <a:pt x="23050" y="68866"/>
                        <a:pt x="23908" y="68485"/>
                        <a:pt x="25051" y="68771"/>
                      </a:cubicBezTo>
                      <a:cubicBezTo>
                        <a:pt x="26384" y="69723"/>
                        <a:pt x="26765" y="70961"/>
                        <a:pt x="25908" y="72676"/>
                      </a:cubicBezTo>
                      <a:cubicBezTo>
                        <a:pt x="25146" y="74390"/>
                        <a:pt x="25717" y="75629"/>
                        <a:pt x="27813" y="76295"/>
                      </a:cubicBezTo>
                      <a:cubicBezTo>
                        <a:pt x="30766" y="73724"/>
                        <a:pt x="32290" y="71247"/>
                        <a:pt x="32290" y="68771"/>
                      </a:cubicBezTo>
                      <a:cubicBezTo>
                        <a:pt x="32290" y="67628"/>
                        <a:pt x="31718" y="66580"/>
                        <a:pt x="30575" y="65723"/>
                      </a:cubicBezTo>
                      <a:cubicBezTo>
                        <a:pt x="31909" y="65246"/>
                        <a:pt x="33528" y="64008"/>
                        <a:pt x="35338" y="61913"/>
                      </a:cubicBezTo>
                      <a:cubicBezTo>
                        <a:pt x="34861" y="60960"/>
                        <a:pt x="34195" y="60484"/>
                        <a:pt x="33242" y="60484"/>
                      </a:cubicBezTo>
                      <a:cubicBezTo>
                        <a:pt x="32766" y="60484"/>
                        <a:pt x="31909" y="60865"/>
                        <a:pt x="30671" y="61722"/>
                      </a:cubicBezTo>
                      <a:cubicBezTo>
                        <a:pt x="29432" y="62484"/>
                        <a:pt x="28384" y="62865"/>
                        <a:pt x="27718" y="62865"/>
                      </a:cubicBezTo>
                      <a:cubicBezTo>
                        <a:pt x="27718" y="62389"/>
                        <a:pt x="28004" y="61532"/>
                        <a:pt x="28575" y="60103"/>
                      </a:cubicBezTo>
                      <a:cubicBezTo>
                        <a:pt x="29146" y="58769"/>
                        <a:pt x="29432" y="57436"/>
                        <a:pt x="29432" y="56293"/>
                      </a:cubicBezTo>
                      <a:cubicBezTo>
                        <a:pt x="28575" y="56769"/>
                        <a:pt x="27622" y="56960"/>
                        <a:pt x="26765" y="56960"/>
                      </a:cubicBezTo>
                      <a:cubicBezTo>
                        <a:pt x="24955" y="56960"/>
                        <a:pt x="23050" y="55531"/>
                        <a:pt x="21241" y="52864"/>
                      </a:cubicBezTo>
                      <a:cubicBezTo>
                        <a:pt x="18669" y="49435"/>
                        <a:pt x="17050" y="47339"/>
                        <a:pt x="16097" y="46673"/>
                      </a:cubicBezTo>
                      <a:lnTo>
                        <a:pt x="16097" y="34957"/>
                      </a:lnTo>
                      <a:cubicBezTo>
                        <a:pt x="17717" y="33338"/>
                        <a:pt x="19526" y="30480"/>
                        <a:pt x="21717" y="26194"/>
                      </a:cubicBezTo>
                      <a:cubicBezTo>
                        <a:pt x="23908" y="21908"/>
                        <a:pt x="25432" y="19145"/>
                        <a:pt x="26384" y="17812"/>
                      </a:cubicBezTo>
                      <a:cubicBezTo>
                        <a:pt x="29337" y="16954"/>
                        <a:pt x="32766" y="13811"/>
                        <a:pt x="36671" y="8573"/>
                      </a:cubicBezTo>
                      <a:cubicBezTo>
                        <a:pt x="39624" y="4477"/>
                        <a:pt x="43339" y="2667"/>
                        <a:pt x="47625" y="3048"/>
                      </a:cubicBezTo>
                      <a:cubicBezTo>
                        <a:pt x="51435" y="953"/>
                        <a:pt x="56769" y="95"/>
                        <a:pt x="63341" y="286"/>
                      </a:cubicBezTo>
                      <a:cubicBezTo>
                        <a:pt x="71818" y="476"/>
                        <a:pt x="77248" y="381"/>
                        <a:pt x="79819" y="0"/>
                      </a:cubicBezTo>
                      <a:lnTo>
                        <a:pt x="113062" y="1715"/>
                      </a:lnTo>
                      <a:cubicBezTo>
                        <a:pt x="119253" y="4953"/>
                        <a:pt x="122968" y="7144"/>
                        <a:pt x="124396" y="8192"/>
                      </a:cubicBezTo>
                      <a:cubicBezTo>
                        <a:pt x="128016" y="10954"/>
                        <a:pt x="130397" y="14478"/>
                        <a:pt x="131540" y="18860"/>
                      </a:cubicBezTo>
                      <a:cubicBezTo>
                        <a:pt x="132683" y="18383"/>
                        <a:pt x="133826" y="18669"/>
                        <a:pt x="134969" y="19717"/>
                      </a:cubicBezTo>
                      <a:cubicBezTo>
                        <a:pt x="136112" y="20765"/>
                        <a:pt x="137160" y="21812"/>
                        <a:pt x="138017" y="22955"/>
                      </a:cubicBezTo>
                      <a:cubicBezTo>
                        <a:pt x="135064" y="22955"/>
                        <a:pt x="133540" y="23527"/>
                        <a:pt x="133540" y="24670"/>
                      </a:cubicBezTo>
                      <a:cubicBezTo>
                        <a:pt x="133540" y="25146"/>
                        <a:pt x="133921" y="26003"/>
                        <a:pt x="134684" y="27432"/>
                      </a:cubicBezTo>
                      <a:cubicBezTo>
                        <a:pt x="135541" y="28766"/>
                        <a:pt x="135922" y="29908"/>
                        <a:pt x="135922" y="30861"/>
                      </a:cubicBezTo>
                      <a:cubicBezTo>
                        <a:pt x="135922" y="31814"/>
                        <a:pt x="135350" y="32671"/>
                        <a:pt x="134207" y="33623"/>
                      </a:cubicBezTo>
                      <a:cubicBezTo>
                        <a:pt x="133064" y="33147"/>
                        <a:pt x="132112" y="32957"/>
                        <a:pt x="131445" y="32957"/>
                      </a:cubicBezTo>
                      <a:cubicBezTo>
                        <a:pt x="130111" y="32957"/>
                        <a:pt x="129350" y="34481"/>
                        <a:pt x="129064" y="37433"/>
                      </a:cubicBezTo>
                      <a:cubicBezTo>
                        <a:pt x="128873" y="40386"/>
                        <a:pt x="128206" y="42196"/>
                        <a:pt x="127159" y="42767"/>
                      </a:cubicBezTo>
                      <a:cubicBezTo>
                        <a:pt x="126111" y="43339"/>
                        <a:pt x="124301" y="45815"/>
                        <a:pt x="121539" y="50292"/>
                      </a:cubicBezTo>
                      <a:cubicBezTo>
                        <a:pt x="118777" y="54769"/>
                        <a:pt x="116300" y="56960"/>
                        <a:pt x="114300" y="56960"/>
                      </a:cubicBezTo>
                      <a:cubicBezTo>
                        <a:pt x="112490" y="56960"/>
                        <a:pt x="110490" y="55436"/>
                        <a:pt x="108490" y="52483"/>
                      </a:cubicBezTo>
                      <a:cubicBezTo>
                        <a:pt x="103060" y="44958"/>
                        <a:pt x="97250" y="40100"/>
                        <a:pt x="91345" y="38100"/>
                      </a:cubicBezTo>
                      <a:lnTo>
                        <a:pt x="88582" y="33623"/>
                      </a:lnTo>
                      <a:cubicBezTo>
                        <a:pt x="82867" y="34481"/>
                        <a:pt x="77152" y="35338"/>
                        <a:pt x="71438" y="36004"/>
                      </a:cubicBezTo>
                      <a:cubicBezTo>
                        <a:pt x="64770" y="37338"/>
                        <a:pt x="60007" y="40958"/>
                        <a:pt x="57055" y="46673"/>
                      </a:cubicBezTo>
                      <a:cubicBezTo>
                        <a:pt x="56388" y="52102"/>
                        <a:pt x="57531" y="56483"/>
                        <a:pt x="60484" y="59722"/>
                      </a:cubicBezTo>
                      <a:cubicBezTo>
                        <a:pt x="62293" y="61817"/>
                        <a:pt x="65818" y="64008"/>
                        <a:pt x="70961" y="66580"/>
                      </a:cubicBezTo>
                      <a:cubicBezTo>
                        <a:pt x="76105" y="69056"/>
                        <a:pt x="79724" y="71342"/>
                        <a:pt x="81820" y="73438"/>
                      </a:cubicBezTo>
                      <a:lnTo>
                        <a:pt x="90392" y="73438"/>
                      </a:lnTo>
                      <a:cubicBezTo>
                        <a:pt x="93821" y="76676"/>
                        <a:pt x="99155" y="80391"/>
                        <a:pt x="106585" y="84773"/>
                      </a:cubicBezTo>
                      <a:cubicBezTo>
                        <a:pt x="107918" y="84106"/>
                        <a:pt x="109156" y="83725"/>
                        <a:pt x="110300" y="83725"/>
                      </a:cubicBezTo>
                      <a:cubicBezTo>
                        <a:pt x="112395" y="83725"/>
                        <a:pt x="114871" y="84963"/>
                        <a:pt x="117824" y="87344"/>
                      </a:cubicBezTo>
                      <a:cubicBezTo>
                        <a:pt x="120777" y="89726"/>
                        <a:pt x="123063" y="91059"/>
                        <a:pt x="124682" y="91345"/>
                      </a:cubicBezTo>
                      <a:cubicBezTo>
                        <a:pt x="124396" y="91631"/>
                        <a:pt x="124301" y="91916"/>
                        <a:pt x="124301" y="92393"/>
                      </a:cubicBezTo>
                      <a:cubicBezTo>
                        <a:pt x="124301" y="93536"/>
                        <a:pt x="125063" y="94964"/>
                        <a:pt x="126492" y="96679"/>
                      </a:cubicBezTo>
                      <a:cubicBezTo>
                        <a:pt x="128016" y="98393"/>
                        <a:pt x="129635" y="99251"/>
                        <a:pt x="131445" y="99251"/>
                      </a:cubicBezTo>
                      <a:lnTo>
                        <a:pt x="135255" y="99251"/>
                      </a:lnTo>
                      <a:close/>
                      <a:moveTo>
                        <a:pt x="18383" y="58579"/>
                      </a:moveTo>
                      <a:lnTo>
                        <a:pt x="16383" y="54102"/>
                      </a:lnTo>
                      <a:lnTo>
                        <a:pt x="20098" y="56864"/>
                      </a:lnTo>
                      <a:lnTo>
                        <a:pt x="18383" y="58579"/>
                      </a:lnTo>
                      <a:close/>
                      <a:moveTo>
                        <a:pt x="18383" y="69247"/>
                      </a:moveTo>
                      <a:lnTo>
                        <a:pt x="17335" y="67532"/>
                      </a:lnTo>
                      <a:cubicBezTo>
                        <a:pt x="18193" y="67532"/>
                        <a:pt x="19336" y="66961"/>
                        <a:pt x="20764" y="66008"/>
                      </a:cubicBezTo>
                      <a:cubicBezTo>
                        <a:pt x="22098" y="64961"/>
                        <a:pt x="22860" y="64484"/>
                        <a:pt x="23146" y="64484"/>
                      </a:cubicBezTo>
                      <a:cubicBezTo>
                        <a:pt x="23622" y="64484"/>
                        <a:pt x="23813" y="64675"/>
                        <a:pt x="23813" y="65151"/>
                      </a:cubicBezTo>
                      <a:cubicBezTo>
                        <a:pt x="23146" y="66104"/>
                        <a:pt x="22288" y="66961"/>
                        <a:pt x="21431" y="67913"/>
                      </a:cubicBezTo>
                      <a:cubicBezTo>
                        <a:pt x="20574" y="68866"/>
                        <a:pt x="19526" y="69342"/>
                        <a:pt x="18383" y="69342"/>
                      </a:cubicBezTo>
                      <a:close/>
                      <a:moveTo>
                        <a:pt x="20098" y="50387"/>
                      </a:moveTo>
                      <a:lnTo>
                        <a:pt x="23908" y="50387"/>
                      </a:lnTo>
                      <a:cubicBezTo>
                        <a:pt x="23241" y="48768"/>
                        <a:pt x="22860" y="47720"/>
                        <a:pt x="22860" y="47339"/>
                      </a:cubicBezTo>
                      <a:lnTo>
                        <a:pt x="20098" y="50387"/>
                      </a:lnTo>
                      <a:close/>
                      <a:moveTo>
                        <a:pt x="21146" y="73343"/>
                      </a:moveTo>
                      <a:cubicBezTo>
                        <a:pt x="21146" y="73343"/>
                        <a:pt x="20383" y="73724"/>
                        <a:pt x="20098" y="73057"/>
                      </a:cubicBezTo>
                      <a:lnTo>
                        <a:pt x="20764" y="73057"/>
                      </a:lnTo>
                      <a:cubicBezTo>
                        <a:pt x="20764" y="73057"/>
                        <a:pt x="20860" y="73343"/>
                        <a:pt x="21050" y="73343"/>
                      </a:cubicBezTo>
                      <a:close/>
                      <a:moveTo>
                        <a:pt x="85249" y="135731"/>
                      </a:moveTo>
                      <a:lnTo>
                        <a:pt x="85249" y="137732"/>
                      </a:lnTo>
                      <a:lnTo>
                        <a:pt x="75629" y="139446"/>
                      </a:lnTo>
                      <a:cubicBezTo>
                        <a:pt x="76105" y="138113"/>
                        <a:pt x="77343" y="137160"/>
                        <a:pt x="79438" y="136684"/>
                      </a:cubicBezTo>
                      <a:cubicBezTo>
                        <a:pt x="81534" y="136303"/>
                        <a:pt x="83439" y="135922"/>
                        <a:pt x="85249" y="135636"/>
                      </a:cubicBezTo>
                      <a:close/>
                      <a:moveTo>
                        <a:pt x="87916" y="195739"/>
                      </a:moveTo>
                      <a:cubicBezTo>
                        <a:pt x="88582" y="196215"/>
                        <a:pt x="88963" y="198311"/>
                        <a:pt x="88963" y="202216"/>
                      </a:cubicBezTo>
                      <a:lnTo>
                        <a:pt x="85154" y="202216"/>
                      </a:lnTo>
                      <a:lnTo>
                        <a:pt x="87821" y="195739"/>
                      </a:lnTo>
                      <a:close/>
                      <a:moveTo>
                        <a:pt x="91726" y="189833"/>
                      </a:moveTo>
                      <a:lnTo>
                        <a:pt x="91726" y="187071"/>
                      </a:lnTo>
                      <a:lnTo>
                        <a:pt x="95440" y="187071"/>
                      </a:lnTo>
                      <a:lnTo>
                        <a:pt x="95440" y="189833"/>
                      </a:lnTo>
                      <a:lnTo>
                        <a:pt x="91726" y="189833"/>
                      </a:lnTo>
                      <a:close/>
                      <a:moveTo>
                        <a:pt x="105061" y="127445"/>
                      </a:moveTo>
                      <a:cubicBezTo>
                        <a:pt x="105537" y="125444"/>
                        <a:pt x="105156" y="123063"/>
                        <a:pt x="104013" y="120587"/>
                      </a:cubicBezTo>
                      <a:lnTo>
                        <a:pt x="99917" y="127445"/>
                      </a:lnTo>
                      <a:lnTo>
                        <a:pt x="105061" y="127445"/>
                      </a:lnTo>
                      <a:close/>
                      <a:moveTo>
                        <a:pt x="108871" y="111728"/>
                      </a:moveTo>
                      <a:cubicBezTo>
                        <a:pt x="109347" y="114014"/>
                        <a:pt x="112967" y="115729"/>
                        <a:pt x="119825" y="116872"/>
                      </a:cubicBezTo>
                      <a:lnTo>
                        <a:pt x="108871" y="111728"/>
                      </a:lnTo>
                      <a:close/>
                      <a:moveTo>
                        <a:pt x="119825" y="209074"/>
                      </a:moveTo>
                      <a:cubicBezTo>
                        <a:pt x="119634" y="209931"/>
                        <a:pt x="119348" y="210788"/>
                        <a:pt x="119158" y="211455"/>
                      </a:cubicBezTo>
                      <a:cubicBezTo>
                        <a:pt x="118015" y="213265"/>
                        <a:pt x="116776" y="214122"/>
                        <a:pt x="115443" y="213932"/>
                      </a:cubicBezTo>
                      <a:cubicBezTo>
                        <a:pt x="113347" y="213932"/>
                        <a:pt x="112109" y="213551"/>
                        <a:pt x="111633" y="212884"/>
                      </a:cubicBezTo>
                      <a:lnTo>
                        <a:pt x="119825" y="209169"/>
                      </a:lnTo>
                      <a:close/>
                      <a:moveTo>
                        <a:pt x="117062" y="187166"/>
                      </a:moveTo>
                      <a:cubicBezTo>
                        <a:pt x="117538" y="188309"/>
                        <a:pt x="118872" y="188881"/>
                        <a:pt x="121158" y="188881"/>
                      </a:cubicBezTo>
                      <a:lnTo>
                        <a:pt x="114300" y="189833"/>
                      </a:lnTo>
                      <a:lnTo>
                        <a:pt x="117062" y="187071"/>
                      </a:lnTo>
                      <a:close/>
                      <a:moveTo>
                        <a:pt x="121158" y="126111"/>
                      </a:moveTo>
                      <a:cubicBezTo>
                        <a:pt x="123634" y="126778"/>
                        <a:pt x="125825" y="125921"/>
                        <a:pt x="127635" y="123349"/>
                      </a:cubicBezTo>
                      <a:cubicBezTo>
                        <a:pt x="126682" y="122206"/>
                        <a:pt x="125254" y="121825"/>
                        <a:pt x="123158" y="122301"/>
                      </a:cubicBezTo>
                      <a:cubicBezTo>
                        <a:pt x="121158" y="122777"/>
                        <a:pt x="120396" y="124016"/>
                        <a:pt x="121158" y="126111"/>
                      </a:cubicBezTo>
                      <a:close/>
                      <a:moveTo>
                        <a:pt x="127635" y="170021"/>
                      </a:moveTo>
                      <a:cubicBezTo>
                        <a:pt x="126968" y="167735"/>
                        <a:pt x="127730" y="166402"/>
                        <a:pt x="130016" y="165926"/>
                      </a:cubicBezTo>
                      <a:cubicBezTo>
                        <a:pt x="129064" y="166116"/>
                        <a:pt x="130588" y="166307"/>
                        <a:pt x="134493" y="166307"/>
                      </a:cubicBezTo>
                      <a:cubicBezTo>
                        <a:pt x="134207" y="166307"/>
                        <a:pt x="133540" y="166973"/>
                        <a:pt x="132207" y="168402"/>
                      </a:cubicBezTo>
                      <a:cubicBezTo>
                        <a:pt x="130969" y="169736"/>
                        <a:pt x="129826" y="170402"/>
                        <a:pt x="128968" y="170402"/>
                      </a:cubicBezTo>
                      <a:cubicBezTo>
                        <a:pt x="128492" y="170402"/>
                        <a:pt x="128016" y="170402"/>
                        <a:pt x="127635" y="170117"/>
                      </a:cubicBezTo>
                      <a:close/>
                      <a:moveTo>
                        <a:pt x="131731" y="105251"/>
                      </a:moveTo>
                      <a:cubicBezTo>
                        <a:pt x="131064" y="103918"/>
                        <a:pt x="130207" y="103442"/>
                        <a:pt x="128968" y="103918"/>
                      </a:cubicBezTo>
                      <a:cubicBezTo>
                        <a:pt x="127825" y="104394"/>
                        <a:pt x="127349" y="105156"/>
                        <a:pt x="127635" y="106299"/>
                      </a:cubicBezTo>
                      <a:lnTo>
                        <a:pt x="131731" y="107347"/>
                      </a:lnTo>
                      <a:lnTo>
                        <a:pt x="131731" y="105251"/>
                      </a:lnTo>
                      <a:close/>
                      <a:moveTo>
                        <a:pt x="130683" y="141637"/>
                      </a:moveTo>
                      <a:cubicBezTo>
                        <a:pt x="133159" y="139541"/>
                        <a:pt x="134493" y="138398"/>
                        <a:pt x="134493" y="138208"/>
                      </a:cubicBezTo>
                      <a:cubicBezTo>
                        <a:pt x="134493" y="137255"/>
                        <a:pt x="133540" y="136493"/>
                        <a:pt x="131731" y="135827"/>
                      </a:cubicBezTo>
                      <a:lnTo>
                        <a:pt x="130683" y="141637"/>
                      </a:lnTo>
                      <a:cubicBezTo>
                        <a:pt x="129826" y="142780"/>
                        <a:pt x="129635" y="143828"/>
                        <a:pt x="130397" y="144780"/>
                      </a:cubicBezTo>
                      <a:lnTo>
                        <a:pt x="130683" y="141637"/>
                      </a:lnTo>
                      <a:close/>
                      <a:moveTo>
                        <a:pt x="139922" y="115919"/>
                      </a:moveTo>
                      <a:cubicBezTo>
                        <a:pt x="140589" y="113633"/>
                        <a:pt x="140970" y="112586"/>
                        <a:pt x="140970" y="112871"/>
                      </a:cubicBezTo>
                      <a:cubicBezTo>
                        <a:pt x="140684" y="112204"/>
                        <a:pt x="138970" y="111824"/>
                        <a:pt x="135446" y="111824"/>
                      </a:cubicBezTo>
                      <a:lnTo>
                        <a:pt x="139827" y="115919"/>
                      </a:lnTo>
                      <a:close/>
                      <a:moveTo>
                        <a:pt x="153352" y="139541"/>
                      </a:moveTo>
                      <a:lnTo>
                        <a:pt x="158115" y="142304"/>
                      </a:lnTo>
                      <a:lnTo>
                        <a:pt x="148876" y="143351"/>
                      </a:lnTo>
                      <a:lnTo>
                        <a:pt x="153352" y="139637"/>
                      </a:lnTo>
                      <a:close/>
                      <a:moveTo>
                        <a:pt x="154305" y="163544"/>
                      </a:moveTo>
                      <a:cubicBezTo>
                        <a:pt x="154781" y="164211"/>
                        <a:pt x="156591" y="164592"/>
                        <a:pt x="159829" y="164592"/>
                      </a:cubicBezTo>
                      <a:lnTo>
                        <a:pt x="154305" y="169069"/>
                      </a:lnTo>
                      <a:lnTo>
                        <a:pt x="154305" y="163544"/>
                      </a:lnTo>
                      <a:close/>
                      <a:moveTo>
                        <a:pt x="157067" y="204692"/>
                      </a:moveTo>
                      <a:cubicBezTo>
                        <a:pt x="157067" y="204692"/>
                        <a:pt x="157258" y="203740"/>
                        <a:pt x="157734" y="203359"/>
                      </a:cubicBezTo>
                      <a:lnTo>
                        <a:pt x="157067" y="204692"/>
                      </a:lnTo>
                      <a:close/>
                      <a:moveTo>
                        <a:pt x="157734" y="203359"/>
                      </a:moveTo>
                      <a:lnTo>
                        <a:pt x="159829" y="200692"/>
                      </a:lnTo>
                      <a:lnTo>
                        <a:pt x="160782" y="202406"/>
                      </a:lnTo>
                      <a:cubicBezTo>
                        <a:pt x="159925" y="202406"/>
                        <a:pt x="158877" y="202787"/>
                        <a:pt x="157734" y="203454"/>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 name="Google Shape;902;p99"/>
                <p:cNvSpPr/>
                <p:nvPr/>
              </p:nvSpPr>
              <p:spPr>
                <a:xfrm>
                  <a:off x="4520278" y="2428398"/>
                  <a:ext cx="102108" cy="208216"/>
                </a:xfrm>
                <a:custGeom>
                  <a:avLst/>
                  <a:gdLst/>
                  <a:ahLst/>
                  <a:cxnLst/>
                  <a:rect l="l" t="t" r="r" b="b"/>
                  <a:pathLst>
                    <a:path w="102108" h="208216" extrusionOk="0">
                      <a:moveTo>
                        <a:pt x="0" y="52102"/>
                      </a:moveTo>
                      <a:cubicBezTo>
                        <a:pt x="2476" y="52102"/>
                        <a:pt x="3905" y="52388"/>
                        <a:pt x="4096" y="53150"/>
                      </a:cubicBezTo>
                      <a:lnTo>
                        <a:pt x="4096" y="58674"/>
                      </a:lnTo>
                      <a:lnTo>
                        <a:pt x="0" y="52197"/>
                      </a:lnTo>
                      <a:close/>
                      <a:moveTo>
                        <a:pt x="70199" y="96679"/>
                      </a:moveTo>
                      <a:cubicBezTo>
                        <a:pt x="69342" y="97346"/>
                        <a:pt x="68866" y="98108"/>
                        <a:pt x="68866" y="98774"/>
                      </a:cubicBezTo>
                      <a:cubicBezTo>
                        <a:pt x="68866" y="99441"/>
                        <a:pt x="69532" y="100394"/>
                        <a:pt x="70866" y="101632"/>
                      </a:cubicBezTo>
                      <a:cubicBezTo>
                        <a:pt x="72199" y="102870"/>
                        <a:pt x="72962" y="104013"/>
                        <a:pt x="72962" y="104870"/>
                      </a:cubicBezTo>
                      <a:cubicBezTo>
                        <a:pt x="72009" y="103061"/>
                        <a:pt x="70199" y="102108"/>
                        <a:pt x="67437" y="101917"/>
                      </a:cubicBezTo>
                      <a:cubicBezTo>
                        <a:pt x="64675" y="101822"/>
                        <a:pt x="63055" y="101537"/>
                        <a:pt x="62293" y="101060"/>
                      </a:cubicBezTo>
                      <a:cubicBezTo>
                        <a:pt x="62008" y="101060"/>
                        <a:pt x="61436" y="102299"/>
                        <a:pt x="60579" y="104870"/>
                      </a:cubicBezTo>
                      <a:cubicBezTo>
                        <a:pt x="59436" y="103061"/>
                        <a:pt x="58103" y="102108"/>
                        <a:pt x="56483" y="102108"/>
                      </a:cubicBezTo>
                      <a:cubicBezTo>
                        <a:pt x="55054" y="102108"/>
                        <a:pt x="52959" y="102965"/>
                        <a:pt x="49911" y="104680"/>
                      </a:cubicBezTo>
                      <a:cubicBezTo>
                        <a:pt x="46863" y="106394"/>
                        <a:pt x="44767" y="107347"/>
                        <a:pt x="43434" y="107633"/>
                      </a:cubicBezTo>
                      <a:cubicBezTo>
                        <a:pt x="46196" y="108299"/>
                        <a:pt x="48101" y="109442"/>
                        <a:pt x="49244" y="111062"/>
                      </a:cubicBezTo>
                      <a:cubicBezTo>
                        <a:pt x="50863" y="113538"/>
                        <a:pt x="52483" y="115443"/>
                        <a:pt x="54102" y="116586"/>
                      </a:cubicBezTo>
                      <a:cubicBezTo>
                        <a:pt x="53149" y="117920"/>
                        <a:pt x="52768" y="118872"/>
                        <a:pt x="53054" y="119348"/>
                      </a:cubicBezTo>
                      <a:cubicBezTo>
                        <a:pt x="54197" y="121349"/>
                        <a:pt x="55340" y="122396"/>
                        <a:pt x="56483" y="122396"/>
                      </a:cubicBezTo>
                      <a:cubicBezTo>
                        <a:pt x="57150" y="122396"/>
                        <a:pt x="58103" y="121634"/>
                        <a:pt x="59436" y="120206"/>
                      </a:cubicBezTo>
                      <a:cubicBezTo>
                        <a:pt x="60674" y="118682"/>
                        <a:pt x="61627" y="117920"/>
                        <a:pt x="62293" y="117920"/>
                      </a:cubicBezTo>
                      <a:cubicBezTo>
                        <a:pt x="63246" y="117920"/>
                        <a:pt x="64103" y="118396"/>
                        <a:pt x="65056" y="119348"/>
                      </a:cubicBezTo>
                      <a:lnTo>
                        <a:pt x="61627" y="111824"/>
                      </a:lnTo>
                      <a:cubicBezTo>
                        <a:pt x="63055" y="113919"/>
                        <a:pt x="65437" y="115157"/>
                        <a:pt x="68866" y="115633"/>
                      </a:cubicBezTo>
                      <a:lnTo>
                        <a:pt x="70199" y="114586"/>
                      </a:lnTo>
                      <a:lnTo>
                        <a:pt x="65056" y="108775"/>
                      </a:lnTo>
                      <a:cubicBezTo>
                        <a:pt x="65056" y="107633"/>
                        <a:pt x="65437" y="107061"/>
                        <a:pt x="66104" y="107061"/>
                      </a:cubicBezTo>
                      <a:cubicBezTo>
                        <a:pt x="66294" y="107061"/>
                        <a:pt x="67342" y="107633"/>
                        <a:pt x="69056" y="108585"/>
                      </a:cubicBezTo>
                      <a:cubicBezTo>
                        <a:pt x="70771" y="109633"/>
                        <a:pt x="72104" y="110109"/>
                        <a:pt x="73057" y="110109"/>
                      </a:cubicBezTo>
                      <a:cubicBezTo>
                        <a:pt x="71914" y="118300"/>
                        <a:pt x="68675" y="124206"/>
                        <a:pt x="63437" y="127635"/>
                      </a:cubicBezTo>
                      <a:cubicBezTo>
                        <a:pt x="68485" y="127635"/>
                        <a:pt x="71533" y="130207"/>
                        <a:pt x="72676" y="135541"/>
                      </a:cubicBezTo>
                      <a:cubicBezTo>
                        <a:pt x="72866" y="136874"/>
                        <a:pt x="73057" y="141732"/>
                        <a:pt x="73057" y="149924"/>
                      </a:cubicBezTo>
                      <a:lnTo>
                        <a:pt x="68961" y="149924"/>
                      </a:lnTo>
                      <a:cubicBezTo>
                        <a:pt x="68294" y="150400"/>
                        <a:pt x="67913" y="150876"/>
                        <a:pt x="67913" y="151352"/>
                      </a:cubicBezTo>
                      <a:cubicBezTo>
                        <a:pt x="67913" y="152019"/>
                        <a:pt x="68294" y="152781"/>
                        <a:pt x="68961" y="153734"/>
                      </a:cubicBezTo>
                      <a:cubicBezTo>
                        <a:pt x="69628" y="154591"/>
                        <a:pt x="70104" y="155258"/>
                        <a:pt x="70295" y="155448"/>
                      </a:cubicBezTo>
                      <a:cubicBezTo>
                        <a:pt x="71056" y="155448"/>
                        <a:pt x="72295" y="154496"/>
                        <a:pt x="74104" y="152686"/>
                      </a:cubicBezTo>
                      <a:lnTo>
                        <a:pt x="71723" y="202692"/>
                      </a:lnTo>
                      <a:cubicBezTo>
                        <a:pt x="59341" y="206407"/>
                        <a:pt x="48673" y="208217"/>
                        <a:pt x="39814" y="208217"/>
                      </a:cubicBezTo>
                      <a:cubicBezTo>
                        <a:pt x="32956" y="208217"/>
                        <a:pt x="26289" y="207264"/>
                        <a:pt x="19907" y="205454"/>
                      </a:cubicBezTo>
                      <a:cubicBezTo>
                        <a:pt x="16478" y="198596"/>
                        <a:pt x="14764" y="189357"/>
                        <a:pt x="14764" y="177641"/>
                      </a:cubicBezTo>
                      <a:lnTo>
                        <a:pt x="14764" y="161544"/>
                      </a:lnTo>
                      <a:cubicBezTo>
                        <a:pt x="14764" y="153067"/>
                        <a:pt x="13906" y="146209"/>
                        <a:pt x="12382" y="140970"/>
                      </a:cubicBezTo>
                      <a:cubicBezTo>
                        <a:pt x="14383" y="135541"/>
                        <a:pt x="15430" y="127825"/>
                        <a:pt x="15430" y="118015"/>
                      </a:cubicBezTo>
                      <a:cubicBezTo>
                        <a:pt x="15240" y="106394"/>
                        <a:pt x="15430" y="98584"/>
                        <a:pt x="16097" y="94679"/>
                      </a:cubicBezTo>
                      <a:lnTo>
                        <a:pt x="19812" y="94679"/>
                      </a:lnTo>
                      <a:cubicBezTo>
                        <a:pt x="17050" y="92869"/>
                        <a:pt x="15526" y="89821"/>
                        <a:pt x="15145" y="85439"/>
                      </a:cubicBezTo>
                      <a:cubicBezTo>
                        <a:pt x="14764" y="81058"/>
                        <a:pt x="14478" y="76962"/>
                        <a:pt x="14288" y="73057"/>
                      </a:cubicBezTo>
                      <a:lnTo>
                        <a:pt x="6763" y="73057"/>
                      </a:lnTo>
                      <a:lnTo>
                        <a:pt x="16097" y="70295"/>
                      </a:lnTo>
                      <a:cubicBezTo>
                        <a:pt x="14478" y="66675"/>
                        <a:pt x="14192" y="61532"/>
                        <a:pt x="15240" y="55054"/>
                      </a:cubicBezTo>
                      <a:cubicBezTo>
                        <a:pt x="16288" y="48578"/>
                        <a:pt x="15621" y="43434"/>
                        <a:pt x="13335" y="39815"/>
                      </a:cubicBezTo>
                      <a:cubicBezTo>
                        <a:pt x="14097" y="39815"/>
                        <a:pt x="14954" y="39243"/>
                        <a:pt x="16097" y="38100"/>
                      </a:cubicBezTo>
                      <a:cubicBezTo>
                        <a:pt x="17240" y="36957"/>
                        <a:pt x="18097" y="36290"/>
                        <a:pt x="18859" y="36004"/>
                      </a:cubicBezTo>
                      <a:cubicBezTo>
                        <a:pt x="17240" y="35052"/>
                        <a:pt x="16478" y="33909"/>
                        <a:pt x="16478" y="32575"/>
                      </a:cubicBezTo>
                      <a:cubicBezTo>
                        <a:pt x="16478" y="31433"/>
                        <a:pt x="17145" y="30290"/>
                        <a:pt x="18479" y="29146"/>
                      </a:cubicBezTo>
                      <a:cubicBezTo>
                        <a:pt x="19812" y="28004"/>
                        <a:pt x="24765" y="27242"/>
                        <a:pt x="33147" y="26765"/>
                      </a:cubicBezTo>
                      <a:cubicBezTo>
                        <a:pt x="37243" y="26765"/>
                        <a:pt x="40386" y="25908"/>
                        <a:pt x="42386" y="24098"/>
                      </a:cubicBezTo>
                      <a:cubicBezTo>
                        <a:pt x="43529" y="26099"/>
                        <a:pt x="45244" y="27146"/>
                        <a:pt x="47530" y="27146"/>
                      </a:cubicBezTo>
                      <a:cubicBezTo>
                        <a:pt x="47911" y="27146"/>
                        <a:pt x="51340" y="26575"/>
                        <a:pt x="57436" y="25432"/>
                      </a:cubicBezTo>
                      <a:cubicBezTo>
                        <a:pt x="61817" y="24289"/>
                        <a:pt x="65151" y="24289"/>
                        <a:pt x="67342" y="25432"/>
                      </a:cubicBezTo>
                      <a:cubicBezTo>
                        <a:pt x="68294" y="25241"/>
                        <a:pt x="68771" y="24479"/>
                        <a:pt x="68771" y="23241"/>
                      </a:cubicBezTo>
                      <a:cubicBezTo>
                        <a:pt x="68771" y="22003"/>
                        <a:pt x="69151" y="21336"/>
                        <a:pt x="69818" y="21336"/>
                      </a:cubicBezTo>
                      <a:cubicBezTo>
                        <a:pt x="70295" y="21336"/>
                        <a:pt x="70866" y="21527"/>
                        <a:pt x="71533" y="21717"/>
                      </a:cubicBezTo>
                      <a:cubicBezTo>
                        <a:pt x="71533" y="25146"/>
                        <a:pt x="72009" y="29813"/>
                        <a:pt x="72962" y="35719"/>
                      </a:cubicBezTo>
                      <a:cubicBezTo>
                        <a:pt x="73819" y="41624"/>
                        <a:pt x="74295" y="46006"/>
                        <a:pt x="74295" y="48768"/>
                      </a:cubicBezTo>
                      <a:cubicBezTo>
                        <a:pt x="74295" y="54292"/>
                        <a:pt x="72962" y="59246"/>
                        <a:pt x="70199" y="63817"/>
                      </a:cubicBezTo>
                      <a:cubicBezTo>
                        <a:pt x="73247" y="68390"/>
                        <a:pt x="74676" y="73724"/>
                        <a:pt x="74676" y="79915"/>
                      </a:cubicBezTo>
                      <a:cubicBezTo>
                        <a:pt x="74676" y="78105"/>
                        <a:pt x="74104" y="84201"/>
                        <a:pt x="72962" y="98393"/>
                      </a:cubicBezTo>
                      <a:cubicBezTo>
                        <a:pt x="72295" y="97250"/>
                        <a:pt x="71342" y="96679"/>
                        <a:pt x="70199" y="96679"/>
                      </a:cubicBezTo>
                      <a:close/>
                      <a:moveTo>
                        <a:pt x="26670" y="54864"/>
                      </a:moveTo>
                      <a:lnTo>
                        <a:pt x="29432" y="46673"/>
                      </a:lnTo>
                      <a:cubicBezTo>
                        <a:pt x="28099" y="46196"/>
                        <a:pt x="26765" y="46577"/>
                        <a:pt x="25622" y="47720"/>
                      </a:cubicBezTo>
                      <a:cubicBezTo>
                        <a:pt x="23813" y="49340"/>
                        <a:pt x="22765" y="50197"/>
                        <a:pt x="22574" y="50483"/>
                      </a:cubicBezTo>
                      <a:lnTo>
                        <a:pt x="26670" y="54959"/>
                      </a:lnTo>
                      <a:close/>
                      <a:moveTo>
                        <a:pt x="42481" y="105918"/>
                      </a:moveTo>
                      <a:cubicBezTo>
                        <a:pt x="42481" y="103632"/>
                        <a:pt x="42863" y="102394"/>
                        <a:pt x="43529" y="102108"/>
                      </a:cubicBezTo>
                      <a:lnTo>
                        <a:pt x="36004" y="99346"/>
                      </a:lnTo>
                      <a:cubicBezTo>
                        <a:pt x="36004" y="100489"/>
                        <a:pt x="36862" y="101441"/>
                        <a:pt x="38576" y="102108"/>
                      </a:cubicBezTo>
                      <a:cubicBezTo>
                        <a:pt x="40291" y="102775"/>
                        <a:pt x="41148" y="103346"/>
                        <a:pt x="41148" y="103823"/>
                      </a:cubicBezTo>
                      <a:cubicBezTo>
                        <a:pt x="41148" y="104489"/>
                        <a:pt x="40672" y="105156"/>
                        <a:pt x="39719" y="105918"/>
                      </a:cubicBezTo>
                      <a:lnTo>
                        <a:pt x="42481" y="105918"/>
                      </a:lnTo>
                      <a:close/>
                      <a:moveTo>
                        <a:pt x="51435" y="129254"/>
                      </a:moveTo>
                      <a:lnTo>
                        <a:pt x="45244" y="129921"/>
                      </a:lnTo>
                      <a:cubicBezTo>
                        <a:pt x="48578" y="129921"/>
                        <a:pt x="50673" y="129731"/>
                        <a:pt x="51435" y="129254"/>
                      </a:cubicBezTo>
                      <a:lnTo>
                        <a:pt x="59626" y="128873"/>
                      </a:lnTo>
                      <a:lnTo>
                        <a:pt x="52483" y="125158"/>
                      </a:lnTo>
                      <a:lnTo>
                        <a:pt x="52483" y="124492"/>
                      </a:lnTo>
                      <a:lnTo>
                        <a:pt x="54197" y="122111"/>
                      </a:lnTo>
                      <a:lnTo>
                        <a:pt x="52102" y="122111"/>
                      </a:lnTo>
                      <a:lnTo>
                        <a:pt x="52483" y="124492"/>
                      </a:lnTo>
                      <a:lnTo>
                        <a:pt x="52102" y="124778"/>
                      </a:lnTo>
                      <a:lnTo>
                        <a:pt x="52483" y="125158"/>
                      </a:lnTo>
                      <a:lnTo>
                        <a:pt x="53149" y="127540"/>
                      </a:lnTo>
                      <a:cubicBezTo>
                        <a:pt x="52864" y="128207"/>
                        <a:pt x="52292" y="128778"/>
                        <a:pt x="51435" y="129254"/>
                      </a:cubicBezTo>
                      <a:close/>
                      <a:moveTo>
                        <a:pt x="55816" y="0"/>
                      </a:moveTo>
                      <a:lnTo>
                        <a:pt x="55816" y="4096"/>
                      </a:lnTo>
                      <a:lnTo>
                        <a:pt x="54197" y="0"/>
                      </a:lnTo>
                      <a:lnTo>
                        <a:pt x="55816" y="0"/>
                      </a:lnTo>
                      <a:close/>
                      <a:moveTo>
                        <a:pt x="61627" y="111728"/>
                      </a:moveTo>
                      <a:cubicBezTo>
                        <a:pt x="61627" y="111728"/>
                        <a:pt x="61055" y="110966"/>
                        <a:pt x="60579" y="110014"/>
                      </a:cubicBezTo>
                      <a:lnTo>
                        <a:pt x="61627" y="111728"/>
                      </a:lnTo>
                      <a:close/>
                      <a:moveTo>
                        <a:pt x="83248" y="5810"/>
                      </a:moveTo>
                      <a:lnTo>
                        <a:pt x="87344" y="5810"/>
                      </a:lnTo>
                      <a:lnTo>
                        <a:pt x="86011" y="8573"/>
                      </a:lnTo>
                      <a:lnTo>
                        <a:pt x="83248" y="8573"/>
                      </a:lnTo>
                      <a:lnTo>
                        <a:pt x="83248" y="5810"/>
                      </a:lnTo>
                      <a:close/>
                      <a:moveTo>
                        <a:pt x="96679" y="19907"/>
                      </a:moveTo>
                      <a:lnTo>
                        <a:pt x="102108" y="26765"/>
                      </a:lnTo>
                      <a:cubicBezTo>
                        <a:pt x="96393" y="27051"/>
                        <a:pt x="93250" y="23813"/>
                        <a:pt x="92869" y="17145"/>
                      </a:cubicBezTo>
                      <a:lnTo>
                        <a:pt x="100393" y="17145"/>
                      </a:lnTo>
                      <a:lnTo>
                        <a:pt x="96679" y="19907"/>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 name="Google Shape;903;p99"/>
                <p:cNvSpPr/>
                <p:nvPr/>
              </p:nvSpPr>
              <p:spPr>
                <a:xfrm>
                  <a:off x="4616481" y="2453544"/>
                  <a:ext cx="152400" cy="184349"/>
                </a:xfrm>
                <a:custGeom>
                  <a:avLst/>
                  <a:gdLst/>
                  <a:ahLst/>
                  <a:cxnLst/>
                  <a:rect l="l" t="t" r="r" b="b"/>
                  <a:pathLst>
                    <a:path w="152400" h="184349" extrusionOk="0">
                      <a:moveTo>
                        <a:pt x="152019" y="18002"/>
                      </a:moveTo>
                      <a:cubicBezTo>
                        <a:pt x="150876" y="21908"/>
                        <a:pt x="150304" y="26194"/>
                        <a:pt x="150304" y="31052"/>
                      </a:cubicBezTo>
                      <a:cubicBezTo>
                        <a:pt x="150304" y="34290"/>
                        <a:pt x="150685" y="39053"/>
                        <a:pt x="151352" y="45244"/>
                      </a:cubicBezTo>
                      <a:cubicBezTo>
                        <a:pt x="152019" y="51530"/>
                        <a:pt x="152400" y="56198"/>
                        <a:pt x="152400" y="59150"/>
                      </a:cubicBezTo>
                      <a:cubicBezTo>
                        <a:pt x="152400" y="61436"/>
                        <a:pt x="152305" y="63627"/>
                        <a:pt x="152114" y="65723"/>
                      </a:cubicBezTo>
                      <a:lnTo>
                        <a:pt x="150400" y="175736"/>
                      </a:lnTo>
                      <a:cubicBezTo>
                        <a:pt x="147161" y="179356"/>
                        <a:pt x="141732" y="181546"/>
                        <a:pt x="133921" y="182213"/>
                      </a:cubicBezTo>
                      <a:cubicBezTo>
                        <a:pt x="127254" y="182880"/>
                        <a:pt x="120777" y="183642"/>
                        <a:pt x="114395" y="184309"/>
                      </a:cubicBezTo>
                      <a:cubicBezTo>
                        <a:pt x="107347" y="184785"/>
                        <a:pt x="102965" y="181070"/>
                        <a:pt x="101346" y="173355"/>
                      </a:cubicBezTo>
                      <a:cubicBezTo>
                        <a:pt x="99346" y="164402"/>
                        <a:pt x="96202" y="159163"/>
                        <a:pt x="92107" y="157544"/>
                      </a:cubicBezTo>
                      <a:cubicBezTo>
                        <a:pt x="92297" y="155258"/>
                        <a:pt x="91154" y="152686"/>
                        <a:pt x="88487" y="149828"/>
                      </a:cubicBezTo>
                      <a:cubicBezTo>
                        <a:pt x="85915" y="146971"/>
                        <a:pt x="84582" y="144780"/>
                        <a:pt x="84582" y="143161"/>
                      </a:cubicBezTo>
                      <a:cubicBezTo>
                        <a:pt x="84582" y="142208"/>
                        <a:pt x="84867" y="141351"/>
                        <a:pt x="85630" y="140399"/>
                      </a:cubicBezTo>
                      <a:cubicBezTo>
                        <a:pt x="80867" y="140875"/>
                        <a:pt x="78009" y="139351"/>
                        <a:pt x="77057" y="135731"/>
                      </a:cubicBezTo>
                      <a:cubicBezTo>
                        <a:pt x="76200" y="132207"/>
                        <a:pt x="75247" y="128683"/>
                        <a:pt x="74295" y="125254"/>
                      </a:cubicBezTo>
                      <a:cubicBezTo>
                        <a:pt x="75914" y="126683"/>
                        <a:pt x="78391" y="126873"/>
                        <a:pt x="81820" y="125921"/>
                      </a:cubicBezTo>
                      <a:cubicBezTo>
                        <a:pt x="85249" y="124968"/>
                        <a:pt x="87725" y="125635"/>
                        <a:pt x="89344" y="127921"/>
                      </a:cubicBezTo>
                      <a:cubicBezTo>
                        <a:pt x="89821" y="124778"/>
                        <a:pt x="88582" y="121634"/>
                        <a:pt x="85630" y="118682"/>
                      </a:cubicBezTo>
                      <a:cubicBezTo>
                        <a:pt x="84487" y="118872"/>
                        <a:pt x="82772" y="119634"/>
                        <a:pt x="80296" y="120872"/>
                      </a:cubicBezTo>
                      <a:cubicBezTo>
                        <a:pt x="77914" y="122111"/>
                        <a:pt x="76009" y="122777"/>
                        <a:pt x="74676" y="122777"/>
                      </a:cubicBezTo>
                      <a:cubicBezTo>
                        <a:pt x="73342" y="122777"/>
                        <a:pt x="71914" y="122301"/>
                        <a:pt x="70580" y="121444"/>
                      </a:cubicBezTo>
                      <a:cubicBezTo>
                        <a:pt x="67342" y="119825"/>
                        <a:pt x="64770" y="116205"/>
                        <a:pt x="62674" y="110490"/>
                      </a:cubicBezTo>
                      <a:cubicBezTo>
                        <a:pt x="60674" y="104775"/>
                        <a:pt x="58483" y="101346"/>
                        <a:pt x="56197" y="100203"/>
                      </a:cubicBezTo>
                      <a:cubicBezTo>
                        <a:pt x="54864" y="99250"/>
                        <a:pt x="53816" y="96965"/>
                        <a:pt x="53054" y="93345"/>
                      </a:cubicBezTo>
                      <a:cubicBezTo>
                        <a:pt x="52578" y="90583"/>
                        <a:pt x="50863" y="89440"/>
                        <a:pt x="47911" y="89916"/>
                      </a:cubicBezTo>
                      <a:lnTo>
                        <a:pt x="43815" y="100203"/>
                      </a:lnTo>
                      <a:cubicBezTo>
                        <a:pt x="45148" y="110966"/>
                        <a:pt x="45529" y="123825"/>
                        <a:pt x="44863" y="138970"/>
                      </a:cubicBezTo>
                      <a:cubicBezTo>
                        <a:pt x="44196" y="160211"/>
                        <a:pt x="43815" y="172498"/>
                        <a:pt x="43815" y="175641"/>
                      </a:cubicBezTo>
                      <a:cubicBezTo>
                        <a:pt x="40196" y="180404"/>
                        <a:pt x="35338" y="182785"/>
                        <a:pt x="29432" y="182785"/>
                      </a:cubicBezTo>
                      <a:cubicBezTo>
                        <a:pt x="27622" y="182785"/>
                        <a:pt x="24765" y="182499"/>
                        <a:pt x="21050" y="181928"/>
                      </a:cubicBezTo>
                      <a:cubicBezTo>
                        <a:pt x="17335" y="181356"/>
                        <a:pt x="14478" y="181070"/>
                        <a:pt x="12668" y="181070"/>
                      </a:cubicBezTo>
                      <a:cubicBezTo>
                        <a:pt x="11334" y="181070"/>
                        <a:pt x="9906" y="181166"/>
                        <a:pt x="8572" y="181451"/>
                      </a:cubicBezTo>
                      <a:lnTo>
                        <a:pt x="3048" y="171831"/>
                      </a:lnTo>
                      <a:cubicBezTo>
                        <a:pt x="3048" y="173450"/>
                        <a:pt x="2953" y="164306"/>
                        <a:pt x="2762" y="144399"/>
                      </a:cubicBezTo>
                      <a:cubicBezTo>
                        <a:pt x="2476" y="132779"/>
                        <a:pt x="3810" y="123825"/>
                        <a:pt x="6763" y="117634"/>
                      </a:cubicBezTo>
                      <a:cubicBezTo>
                        <a:pt x="3810" y="111252"/>
                        <a:pt x="2476" y="103156"/>
                        <a:pt x="2762" y="93250"/>
                      </a:cubicBezTo>
                      <a:cubicBezTo>
                        <a:pt x="2762" y="74104"/>
                        <a:pt x="2762" y="65723"/>
                        <a:pt x="3048" y="68294"/>
                      </a:cubicBezTo>
                      <a:lnTo>
                        <a:pt x="4096" y="68294"/>
                      </a:lnTo>
                      <a:cubicBezTo>
                        <a:pt x="4572" y="66485"/>
                        <a:pt x="4000" y="63627"/>
                        <a:pt x="2381" y="59722"/>
                      </a:cubicBezTo>
                      <a:cubicBezTo>
                        <a:pt x="762" y="55817"/>
                        <a:pt x="0" y="52959"/>
                        <a:pt x="0" y="51149"/>
                      </a:cubicBezTo>
                      <a:cubicBezTo>
                        <a:pt x="0" y="48387"/>
                        <a:pt x="1333" y="46101"/>
                        <a:pt x="4096" y="44291"/>
                      </a:cubicBezTo>
                      <a:lnTo>
                        <a:pt x="4096" y="10001"/>
                      </a:lnTo>
                      <a:cubicBezTo>
                        <a:pt x="5905" y="10192"/>
                        <a:pt x="8096" y="9620"/>
                        <a:pt x="10573" y="8287"/>
                      </a:cubicBezTo>
                      <a:lnTo>
                        <a:pt x="10573" y="5525"/>
                      </a:lnTo>
                      <a:cubicBezTo>
                        <a:pt x="10573" y="5525"/>
                        <a:pt x="13049" y="6858"/>
                        <a:pt x="16669" y="8954"/>
                      </a:cubicBezTo>
                      <a:cubicBezTo>
                        <a:pt x="19431" y="10573"/>
                        <a:pt x="21622" y="11335"/>
                        <a:pt x="23241" y="11335"/>
                      </a:cubicBezTo>
                      <a:cubicBezTo>
                        <a:pt x="24574" y="11335"/>
                        <a:pt x="25813" y="10858"/>
                        <a:pt x="26670" y="10001"/>
                      </a:cubicBezTo>
                      <a:lnTo>
                        <a:pt x="21146" y="4477"/>
                      </a:lnTo>
                      <a:cubicBezTo>
                        <a:pt x="22098" y="4286"/>
                        <a:pt x="23527" y="4286"/>
                        <a:pt x="25622" y="4477"/>
                      </a:cubicBezTo>
                      <a:lnTo>
                        <a:pt x="25622" y="0"/>
                      </a:lnTo>
                      <a:cubicBezTo>
                        <a:pt x="40957" y="953"/>
                        <a:pt x="51054" y="5429"/>
                        <a:pt x="56102" y="13430"/>
                      </a:cubicBezTo>
                      <a:cubicBezTo>
                        <a:pt x="58102" y="22384"/>
                        <a:pt x="61627" y="29146"/>
                        <a:pt x="66770" y="33719"/>
                      </a:cubicBezTo>
                      <a:cubicBezTo>
                        <a:pt x="66484" y="35624"/>
                        <a:pt x="67627" y="37433"/>
                        <a:pt x="70009" y="39243"/>
                      </a:cubicBezTo>
                      <a:cubicBezTo>
                        <a:pt x="72390" y="41053"/>
                        <a:pt x="73819" y="42291"/>
                        <a:pt x="74295" y="43053"/>
                      </a:cubicBezTo>
                      <a:lnTo>
                        <a:pt x="72199" y="45149"/>
                      </a:lnTo>
                      <a:cubicBezTo>
                        <a:pt x="74295" y="46768"/>
                        <a:pt x="76295" y="49625"/>
                        <a:pt x="78391" y="53721"/>
                      </a:cubicBezTo>
                      <a:cubicBezTo>
                        <a:pt x="80391" y="57817"/>
                        <a:pt x="82296" y="60388"/>
                        <a:pt x="83915" y="61246"/>
                      </a:cubicBezTo>
                      <a:cubicBezTo>
                        <a:pt x="87534" y="67628"/>
                        <a:pt x="92964" y="77533"/>
                        <a:pt x="100013" y="90869"/>
                      </a:cubicBezTo>
                      <a:cubicBezTo>
                        <a:pt x="98679" y="90392"/>
                        <a:pt x="96774" y="90773"/>
                        <a:pt x="94488" y="91916"/>
                      </a:cubicBezTo>
                      <a:cubicBezTo>
                        <a:pt x="95440" y="92107"/>
                        <a:pt x="96869" y="92678"/>
                        <a:pt x="98965" y="93440"/>
                      </a:cubicBezTo>
                      <a:cubicBezTo>
                        <a:pt x="101060" y="94202"/>
                        <a:pt x="102489" y="94679"/>
                        <a:pt x="103441" y="94679"/>
                      </a:cubicBezTo>
                      <a:cubicBezTo>
                        <a:pt x="105251" y="94679"/>
                        <a:pt x="106680" y="93726"/>
                        <a:pt x="107632" y="91916"/>
                      </a:cubicBezTo>
                      <a:cubicBezTo>
                        <a:pt x="107347" y="72009"/>
                        <a:pt x="107918" y="42005"/>
                        <a:pt x="109347" y="1715"/>
                      </a:cubicBezTo>
                      <a:lnTo>
                        <a:pt x="149447" y="1715"/>
                      </a:lnTo>
                      <a:cubicBezTo>
                        <a:pt x="150114" y="2858"/>
                        <a:pt x="150495" y="4763"/>
                        <a:pt x="150495" y="7525"/>
                      </a:cubicBezTo>
                      <a:cubicBezTo>
                        <a:pt x="150304" y="10954"/>
                        <a:pt x="150304" y="13049"/>
                        <a:pt x="150495" y="13716"/>
                      </a:cubicBezTo>
                      <a:lnTo>
                        <a:pt x="146780" y="16478"/>
                      </a:lnTo>
                      <a:cubicBezTo>
                        <a:pt x="147256" y="17431"/>
                        <a:pt x="148018" y="17907"/>
                        <a:pt x="149161" y="17907"/>
                      </a:cubicBezTo>
                      <a:lnTo>
                        <a:pt x="152305" y="17907"/>
                      </a:lnTo>
                      <a:close/>
                      <a:moveTo>
                        <a:pt x="21050" y="4667"/>
                      </a:moveTo>
                      <a:cubicBezTo>
                        <a:pt x="21050" y="4667"/>
                        <a:pt x="20193" y="3810"/>
                        <a:pt x="20002" y="3334"/>
                      </a:cubicBezTo>
                      <a:lnTo>
                        <a:pt x="21050" y="4667"/>
                      </a:lnTo>
                      <a:close/>
                      <a:moveTo>
                        <a:pt x="69437" y="51245"/>
                      </a:moveTo>
                      <a:cubicBezTo>
                        <a:pt x="70580" y="50292"/>
                        <a:pt x="70961" y="49149"/>
                        <a:pt x="70485" y="47816"/>
                      </a:cubicBezTo>
                      <a:lnTo>
                        <a:pt x="69056" y="45815"/>
                      </a:lnTo>
                      <a:lnTo>
                        <a:pt x="69437" y="45529"/>
                      </a:lnTo>
                      <a:lnTo>
                        <a:pt x="69056" y="45815"/>
                      </a:lnTo>
                      <a:lnTo>
                        <a:pt x="66675" y="48578"/>
                      </a:lnTo>
                      <a:lnTo>
                        <a:pt x="69437" y="51340"/>
                      </a:lnTo>
                      <a:close/>
                      <a:moveTo>
                        <a:pt x="95821" y="120491"/>
                      </a:moveTo>
                      <a:lnTo>
                        <a:pt x="105442" y="125254"/>
                      </a:lnTo>
                      <a:cubicBezTo>
                        <a:pt x="105442" y="125254"/>
                        <a:pt x="106204" y="124873"/>
                        <a:pt x="106966" y="124587"/>
                      </a:cubicBezTo>
                      <a:cubicBezTo>
                        <a:pt x="107823" y="124396"/>
                        <a:pt x="108490" y="123920"/>
                        <a:pt x="109252" y="123254"/>
                      </a:cubicBezTo>
                      <a:cubicBezTo>
                        <a:pt x="108109" y="122968"/>
                        <a:pt x="107347" y="123349"/>
                        <a:pt x="106871" y="124301"/>
                      </a:cubicBezTo>
                      <a:cubicBezTo>
                        <a:pt x="106204" y="124301"/>
                        <a:pt x="102489" y="123063"/>
                        <a:pt x="95917" y="120491"/>
                      </a:cubicBezTo>
                      <a:close/>
                      <a:moveTo>
                        <a:pt x="113633" y="133160"/>
                      </a:moveTo>
                      <a:lnTo>
                        <a:pt x="114300" y="133826"/>
                      </a:lnTo>
                      <a:cubicBezTo>
                        <a:pt x="114300" y="133826"/>
                        <a:pt x="114014" y="133350"/>
                        <a:pt x="113633" y="133160"/>
                      </a:cubicBezTo>
                      <a:cubicBezTo>
                        <a:pt x="112490" y="132493"/>
                        <a:pt x="111442" y="132112"/>
                        <a:pt x="110585" y="132112"/>
                      </a:cubicBezTo>
                      <a:cubicBezTo>
                        <a:pt x="109252" y="132112"/>
                        <a:pt x="107251" y="132874"/>
                        <a:pt x="104965" y="134493"/>
                      </a:cubicBezTo>
                      <a:cubicBezTo>
                        <a:pt x="102584" y="136112"/>
                        <a:pt x="100870" y="137160"/>
                        <a:pt x="100013" y="137636"/>
                      </a:cubicBezTo>
                      <a:lnTo>
                        <a:pt x="102775" y="140399"/>
                      </a:lnTo>
                      <a:cubicBezTo>
                        <a:pt x="104870" y="138303"/>
                        <a:pt x="106108" y="137446"/>
                        <a:pt x="106584" y="137636"/>
                      </a:cubicBezTo>
                      <a:cubicBezTo>
                        <a:pt x="106775" y="137636"/>
                        <a:pt x="107156" y="138017"/>
                        <a:pt x="107632" y="138684"/>
                      </a:cubicBezTo>
                      <a:cubicBezTo>
                        <a:pt x="107156" y="139351"/>
                        <a:pt x="107156" y="139922"/>
                        <a:pt x="107632" y="140399"/>
                      </a:cubicBezTo>
                      <a:cubicBezTo>
                        <a:pt x="107823" y="139446"/>
                        <a:pt x="107823" y="138875"/>
                        <a:pt x="107632" y="138684"/>
                      </a:cubicBezTo>
                      <a:cubicBezTo>
                        <a:pt x="109442" y="134588"/>
                        <a:pt x="111442" y="132779"/>
                        <a:pt x="113728" y="133160"/>
                      </a:cubicBezTo>
                      <a:close/>
                      <a:moveTo>
                        <a:pt x="130397" y="132112"/>
                      </a:moveTo>
                      <a:lnTo>
                        <a:pt x="122491" y="131064"/>
                      </a:lnTo>
                      <a:lnTo>
                        <a:pt x="126206" y="133826"/>
                      </a:lnTo>
                      <a:cubicBezTo>
                        <a:pt x="125730" y="135636"/>
                        <a:pt x="124968" y="136588"/>
                        <a:pt x="123825" y="136588"/>
                      </a:cubicBezTo>
                      <a:cubicBezTo>
                        <a:pt x="123158" y="136588"/>
                        <a:pt x="122110" y="136017"/>
                        <a:pt x="120777" y="134874"/>
                      </a:cubicBezTo>
                      <a:cubicBezTo>
                        <a:pt x="119443" y="133731"/>
                        <a:pt x="118681" y="133445"/>
                        <a:pt x="118681" y="133826"/>
                      </a:cubicBezTo>
                      <a:cubicBezTo>
                        <a:pt x="119348" y="136588"/>
                        <a:pt x="120586" y="137922"/>
                        <a:pt x="122491" y="137922"/>
                      </a:cubicBezTo>
                      <a:cubicBezTo>
                        <a:pt x="124968" y="137922"/>
                        <a:pt x="127635" y="136017"/>
                        <a:pt x="130397" y="132112"/>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 name="Google Shape;904;p99"/>
                <p:cNvSpPr/>
                <p:nvPr/>
              </p:nvSpPr>
              <p:spPr>
                <a:xfrm>
                  <a:off x="4786693" y="2453354"/>
                  <a:ext cx="166973" cy="184118"/>
                </a:xfrm>
                <a:custGeom>
                  <a:avLst/>
                  <a:gdLst/>
                  <a:ahLst/>
                  <a:cxnLst/>
                  <a:rect l="l" t="t" r="r" b="b"/>
                  <a:pathLst>
                    <a:path w="166973" h="184118" extrusionOk="0">
                      <a:moveTo>
                        <a:pt x="148685" y="3143"/>
                      </a:moveTo>
                      <a:cubicBezTo>
                        <a:pt x="150495" y="10858"/>
                        <a:pt x="151447" y="15907"/>
                        <a:pt x="151447" y="18193"/>
                      </a:cubicBezTo>
                      <a:cubicBezTo>
                        <a:pt x="151447" y="23241"/>
                        <a:pt x="149638" y="27527"/>
                        <a:pt x="145923" y="31242"/>
                      </a:cubicBezTo>
                      <a:lnTo>
                        <a:pt x="150685" y="32290"/>
                      </a:lnTo>
                      <a:cubicBezTo>
                        <a:pt x="146590" y="34766"/>
                        <a:pt x="143732" y="36004"/>
                        <a:pt x="142113" y="36004"/>
                      </a:cubicBezTo>
                      <a:cubicBezTo>
                        <a:pt x="140303" y="36004"/>
                        <a:pt x="138779" y="35052"/>
                        <a:pt x="137636" y="33242"/>
                      </a:cubicBezTo>
                      <a:lnTo>
                        <a:pt x="51245" y="34957"/>
                      </a:lnTo>
                      <a:cubicBezTo>
                        <a:pt x="51721" y="36766"/>
                        <a:pt x="51911" y="38767"/>
                        <a:pt x="51911" y="40767"/>
                      </a:cubicBezTo>
                      <a:cubicBezTo>
                        <a:pt x="51911" y="43053"/>
                        <a:pt x="51435" y="46672"/>
                        <a:pt x="50387" y="51530"/>
                      </a:cubicBezTo>
                      <a:cubicBezTo>
                        <a:pt x="49339" y="56483"/>
                        <a:pt x="48863" y="60103"/>
                        <a:pt x="48863" y="62674"/>
                      </a:cubicBezTo>
                      <a:cubicBezTo>
                        <a:pt x="48863" y="65437"/>
                        <a:pt x="49339" y="68008"/>
                        <a:pt x="50197" y="70580"/>
                      </a:cubicBezTo>
                      <a:cubicBezTo>
                        <a:pt x="54292" y="73342"/>
                        <a:pt x="60007" y="74676"/>
                        <a:pt x="67342" y="74676"/>
                      </a:cubicBezTo>
                      <a:cubicBezTo>
                        <a:pt x="73533" y="74676"/>
                        <a:pt x="79820" y="73819"/>
                        <a:pt x="86201" y="71914"/>
                      </a:cubicBezTo>
                      <a:lnTo>
                        <a:pt x="84487" y="71914"/>
                      </a:lnTo>
                      <a:lnTo>
                        <a:pt x="84487" y="67818"/>
                      </a:lnTo>
                      <a:lnTo>
                        <a:pt x="86201" y="67818"/>
                      </a:lnTo>
                      <a:cubicBezTo>
                        <a:pt x="85915" y="68485"/>
                        <a:pt x="85820" y="69056"/>
                        <a:pt x="85820" y="69532"/>
                      </a:cubicBezTo>
                      <a:cubicBezTo>
                        <a:pt x="85820" y="70675"/>
                        <a:pt x="86392" y="71628"/>
                        <a:pt x="87535" y="72485"/>
                      </a:cubicBezTo>
                      <a:cubicBezTo>
                        <a:pt x="88678" y="73247"/>
                        <a:pt x="89821" y="74009"/>
                        <a:pt x="90964" y="74676"/>
                      </a:cubicBezTo>
                      <a:cubicBezTo>
                        <a:pt x="91154" y="74676"/>
                        <a:pt x="94488" y="74581"/>
                        <a:pt x="100870" y="74295"/>
                      </a:cubicBezTo>
                      <a:cubicBezTo>
                        <a:pt x="104965" y="74104"/>
                        <a:pt x="108395" y="74200"/>
                        <a:pt x="111157" y="74676"/>
                      </a:cubicBezTo>
                      <a:cubicBezTo>
                        <a:pt x="114776" y="75152"/>
                        <a:pt x="117920" y="76486"/>
                        <a:pt x="120587" y="78772"/>
                      </a:cubicBezTo>
                      <a:cubicBezTo>
                        <a:pt x="123254" y="81058"/>
                        <a:pt x="124492" y="83915"/>
                        <a:pt x="124492" y="87344"/>
                      </a:cubicBezTo>
                      <a:cubicBezTo>
                        <a:pt x="124492" y="88963"/>
                        <a:pt x="124111" y="91726"/>
                        <a:pt x="123158" y="95536"/>
                      </a:cubicBezTo>
                      <a:cubicBezTo>
                        <a:pt x="122206" y="99441"/>
                        <a:pt x="121729" y="102584"/>
                        <a:pt x="121729" y="104775"/>
                      </a:cubicBezTo>
                      <a:cubicBezTo>
                        <a:pt x="118110" y="109347"/>
                        <a:pt x="112395" y="111633"/>
                        <a:pt x="104680" y="111633"/>
                      </a:cubicBezTo>
                      <a:cubicBezTo>
                        <a:pt x="102108" y="111633"/>
                        <a:pt x="98012" y="111252"/>
                        <a:pt x="92297" y="110585"/>
                      </a:cubicBezTo>
                      <a:cubicBezTo>
                        <a:pt x="86582" y="109918"/>
                        <a:pt x="82391" y="109538"/>
                        <a:pt x="79915" y="109538"/>
                      </a:cubicBezTo>
                      <a:cubicBezTo>
                        <a:pt x="77153" y="109538"/>
                        <a:pt x="74771" y="109823"/>
                        <a:pt x="72771" y="110299"/>
                      </a:cubicBezTo>
                      <a:cubicBezTo>
                        <a:pt x="70961" y="109156"/>
                        <a:pt x="68961" y="108585"/>
                        <a:pt x="66961" y="108585"/>
                      </a:cubicBezTo>
                      <a:cubicBezTo>
                        <a:pt x="64484" y="108585"/>
                        <a:pt x="60865" y="110204"/>
                        <a:pt x="56293" y="113347"/>
                      </a:cubicBezTo>
                      <a:cubicBezTo>
                        <a:pt x="51721" y="116586"/>
                        <a:pt x="48292" y="118110"/>
                        <a:pt x="46006" y="118110"/>
                      </a:cubicBezTo>
                      <a:cubicBezTo>
                        <a:pt x="43243" y="118110"/>
                        <a:pt x="40672" y="116872"/>
                        <a:pt x="38100" y="114300"/>
                      </a:cubicBezTo>
                      <a:lnTo>
                        <a:pt x="36766" y="119158"/>
                      </a:lnTo>
                      <a:cubicBezTo>
                        <a:pt x="35909" y="119158"/>
                        <a:pt x="34385" y="118777"/>
                        <a:pt x="32290" y="117919"/>
                      </a:cubicBezTo>
                      <a:cubicBezTo>
                        <a:pt x="30194" y="117062"/>
                        <a:pt x="28670" y="116776"/>
                        <a:pt x="27813" y="116776"/>
                      </a:cubicBezTo>
                      <a:cubicBezTo>
                        <a:pt x="26194" y="116776"/>
                        <a:pt x="24860" y="117538"/>
                        <a:pt x="23717" y="119158"/>
                      </a:cubicBezTo>
                      <a:cubicBezTo>
                        <a:pt x="28480" y="122777"/>
                        <a:pt x="33909" y="124301"/>
                        <a:pt x="39814" y="123634"/>
                      </a:cubicBezTo>
                      <a:lnTo>
                        <a:pt x="36766" y="125635"/>
                      </a:lnTo>
                      <a:cubicBezTo>
                        <a:pt x="39529" y="125825"/>
                        <a:pt x="42196" y="126111"/>
                        <a:pt x="44958" y="126301"/>
                      </a:cubicBezTo>
                      <a:cubicBezTo>
                        <a:pt x="48387" y="127254"/>
                        <a:pt x="50482" y="128873"/>
                        <a:pt x="51149" y="131445"/>
                      </a:cubicBezTo>
                      <a:cubicBezTo>
                        <a:pt x="51340" y="134684"/>
                        <a:pt x="51721" y="137636"/>
                        <a:pt x="52197" y="140494"/>
                      </a:cubicBezTo>
                      <a:cubicBezTo>
                        <a:pt x="52673" y="143351"/>
                        <a:pt x="54578" y="144970"/>
                        <a:pt x="58007" y="145447"/>
                      </a:cubicBezTo>
                      <a:cubicBezTo>
                        <a:pt x="62960" y="145256"/>
                        <a:pt x="71342" y="145351"/>
                        <a:pt x="83058" y="145732"/>
                      </a:cubicBezTo>
                      <a:cubicBezTo>
                        <a:pt x="93821" y="145923"/>
                        <a:pt x="102013" y="145923"/>
                        <a:pt x="107728" y="145732"/>
                      </a:cubicBezTo>
                      <a:cubicBezTo>
                        <a:pt x="117157" y="145066"/>
                        <a:pt x="125349" y="143637"/>
                        <a:pt x="132493" y="141637"/>
                      </a:cubicBezTo>
                      <a:cubicBezTo>
                        <a:pt x="131826" y="143446"/>
                        <a:pt x="132683" y="144494"/>
                        <a:pt x="135255" y="144685"/>
                      </a:cubicBezTo>
                      <a:lnTo>
                        <a:pt x="141065" y="144685"/>
                      </a:lnTo>
                      <a:cubicBezTo>
                        <a:pt x="142494" y="144685"/>
                        <a:pt x="143446" y="144875"/>
                        <a:pt x="144208" y="145351"/>
                      </a:cubicBezTo>
                      <a:lnTo>
                        <a:pt x="148685" y="145351"/>
                      </a:lnTo>
                      <a:cubicBezTo>
                        <a:pt x="150019" y="161544"/>
                        <a:pt x="150685" y="168497"/>
                        <a:pt x="150685" y="166306"/>
                      </a:cubicBezTo>
                      <a:cubicBezTo>
                        <a:pt x="150685" y="172498"/>
                        <a:pt x="149447" y="177546"/>
                        <a:pt x="146971" y="181356"/>
                      </a:cubicBezTo>
                      <a:cubicBezTo>
                        <a:pt x="141637" y="182309"/>
                        <a:pt x="135826" y="182689"/>
                        <a:pt x="129445" y="182689"/>
                      </a:cubicBezTo>
                      <a:lnTo>
                        <a:pt x="102013" y="182689"/>
                      </a:lnTo>
                      <a:cubicBezTo>
                        <a:pt x="94869" y="182689"/>
                        <a:pt x="88773" y="183166"/>
                        <a:pt x="83439" y="184118"/>
                      </a:cubicBezTo>
                      <a:cubicBezTo>
                        <a:pt x="80296" y="183166"/>
                        <a:pt x="73628" y="182880"/>
                        <a:pt x="63532" y="183070"/>
                      </a:cubicBezTo>
                      <a:cubicBezTo>
                        <a:pt x="55531" y="183070"/>
                        <a:pt x="49244" y="181546"/>
                        <a:pt x="44672" y="178594"/>
                      </a:cubicBezTo>
                      <a:cubicBezTo>
                        <a:pt x="41720" y="181356"/>
                        <a:pt x="36862" y="182689"/>
                        <a:pt x="30289" y="182689"/>
                      </a:cubicBezTo>
                      <a:cubicBezTo>
                        <a:pt x="28289" y="182689"/>
                        <a:pt x="22860" y="182118"/>
                        <a:pt x="14192" y="180975"/>
                      </a:cubicBezTo>
                      <a:cubicBezTo>
                        <a:pt x="9334" y="178022"/>
                        <a:pt x="6953" y="172307"/>
                        <a:pt x="6953" y="163925"/>
                      </a:cubicBezTo>
                      <a:cubicBezTo>
                        <a:pt x="6953" y="162115"/>
                        <a:pt x="6953" y="159544"/>
                        <a:pt x="7239" y="156210"/>
                      </a:cubicBezTo>
                      <a:cubicBezTo>
                        <a:pt x="7429" y="152876"/>
                        <a:pt x="7620" y="150590"/>
                        <a:pt x="7620" y="149161"/>
                      </a:cubicBezTo>
                      <a:lnTo>
                        <a:pt x="9334" y="81724"/>
                      </a:lnTo>
                      <a:cubicBezTo>
                        <a:pt x="8191" y="79248"/>
                        <a:pt x="7620" y="75819"/>
                        <a:pt x="7620" y="71438"/>
                      </a:cubicBezTo>
                      <a:cubicBezTo>
                        <a:pt x="7620" y="69818"/>
                        <a:pt x="7715" y="67342"/>
                        <a:pt x="7906" y="64103"/>
                      </a:cubicBezTo>
                      <a:cubicBezTo>
                        <a:pt x="8096" y="60769"/>
                        <a:pt x="8287" y="58483"/>
                        <a:pt x="8287" y="57150"/>
                      </a:cubicBezTo>
                      <a:cubicBezTo>
                        <a:pt x="8287" y="48482"/>
                        <a:pt x="5524" y="44005"/>
                        <a:pt x="0" y="43815"/>
                      </a:cubicBezTo>
                      <a:cubicBezTo>
                        <a:pt x="6858" y="42005"/>
                        <a:pt x="10001" y="36385"/>
                        <a:pt x="9620" y="27051"/>
                      </a:cubicBezTo>
                      <a:cubicBezTo>
                        <a:pt x="8954" y="13144"/>
                        <a:pt x="8763" y="5429"/>
                        <a:pt x="9239" y="4096"/>
                      </a:cubicBezTo>
                      <a:lnTo>
                        <a:pt x="7525" y="2762"/>
                      </a:lnTo>
                      <a:cubicBezTo>
                        <a:pt x="10001" y="1429"/>
                        <a:pt x="13049" y="667"/>
                        <a:pt x="16478" y="667"/>
                      </a:cubicBezTo>
                      <a:cubicBezTo>
                        <a:pt x="18479" y="667"/>
                        <a:pt x="22193" y="1048"/>
                        <a:pt x="27432" y="1905"/>
                      </a:cubicBezTo>
                      <a:cubicBezTo>
                        <a:pt x="32671" y="2667"/>
                        <a:pt x="36862" y="3048"/>
                        <a:pt x="39814" y="2762"/>
                      </a:cubicBezTo>
                      <a:cubicBezTo>
                        <a:pt x="54864" y="2762"/>
                        <a:pt x="64579" y="1810"/>
                        <a:pt x="68961" y="0"/>
                      </a:cubicBezTo>
                      <a:cubicBezTo>
                        <a:pt x="69723" y="2286"/>
                        <a:pt x="71056" y="3429"/>
                        <a:pt x="73057" y="3429"/>
                      </a:cubicBezTo>
                      <a:cubicBezTo>
                        <a:pt x="74200" y="3429"/>
                        <a:pt x="76009" y="3048"/>
                        <a:pt x="78391" y="2095"/>
                      </a:cubicBezTo>
                      <a:cubicBezTo>
                        <a:pt x="80772" y="1143"/>
                        <a:pt x="82582" y="762"/>
                        <a:pt x="83629" y="762"/>
                      </a:cubicBezTo>
                      <a:cubicBezTo>
                        <a:pt x="84582" y="762"/>
                        <a:pt x="85439" y="857"/>
                        <a:pt x="86392" y="1143"/>
                      </a:cubicBezTo>
                      <a:cubicBezTo>
                        <a:pt x="87344" y="1333"/>
                        <a:pt x="91630" y="2191"/>
                        <a:pt x="99441" y="3524"/>
                      </a:cubicBezTo>
                      <a:cubicBezTo>
                        <a:pt x="104965" y="4477"/>
                        <a:pt x="109252" y="4667"/>
                        <a:pt x="112490" y="4191"/>
                      </a:cubicBezTo>
                      <a:lnTo>
                        <a:pt x="116205" y="8287"/>
                      </a:lnTo>
                      <a:cubicBezTo>
                        <a:pt x="118681" y="3238"/>
                        <a:pt x="129445" y="1429"/>
                        <a:pt x="148495" y="2857"/>
                      </a:cubicBezTo>
                      <a:close/>
                      <a:moveTo>
                        <a:pt x="12287" y="117253"/>
                      </a:moveTo>
                      <a:cubicBezTo>
                        <a:pt x="12954" y="119348"/>
                        <a:pt x="15240" y="120301"/>
                        <a:pt x="19145" y="120301"/>
                      </a:cubicBezTo>
                      <a:cubicBezTo>
                        <a:pt x="20955" y="120301"/>
                        <a:pt x="22288" y="119920"/>
                        <a:pt x="22955" y="119348"/>
                      </a:cubicBezTo>
                      <a:lnTo>
                        <a:pt x="12287" y="117253"/>
                      </a:lnTo>
                      <a:close/>
                      <a:moveTo>
                        <a:pt x="34195" y="117253"/>
                      </a:moveTo>
                      <a:lnTo>
                        <a:pt x="34195" y="114490"/>
                      </a:lnTo>
                      <a:cubicBezTo>
                        <a:pt x="34004" y="113347"/>
                        <a:pt x="32671" y="112776"/>
                        <a:pt x="30385" y="112776"/>
                      </a:cubicBezTo>
                      <a:lnTo>
                        <a:pt x="34195" y="117253"/>
                      </a:lnTo>
                      <a:close/>
                      <a:moveTo>
                        <a:pt x="42767" y="59626"/>
                      </a:moveTo>
                      <a:lnTo>
                        <a:pt x="42767" y="57626"/>
                      </a:lnTo>
                      <a:lnTo>
                        <a:pt x="40005" y="57626"/>
                      </a:lnTo>
                      <a:lnTo>
                        <a:pt x="40005" y="59626"/>
                      </a:lnTo>
                      <a:lnTo>
                        <a:pt x="42767" y="59626"/>
                      </a:lnTo>
                      <a:close/>
                      <a:moveTo>
                        <a:pt x="100774" y="58579"/>
                      </a:moveTo>
                      <a:cubicBezTo>
                        <a:pt x="98965" y="57436"/>
                        <a:pt x="98012" y="56293"/>
                        <a:pt x="98012" y="55150"/>
                      </a:cubicBezTo>
                      <a:cubicBezTo>
                        <a:pt x="98012" y="53530"/>
                        <a:pt x="99346" y="52768"/>
                        <a:pt x="102108" y="52768"/>
                      </a:cubicBezTo>
                      <a:cubicBezTo>
                        <a:pt x="104870" y="52768"/>
                        <a:pt x="106585" y="53816"/>
                        <a:pt x="107251" y="55912"/>
                      </a:cubicBezTo>
                      <a:cubicBezTo>
                        <a:pt x="104965" y="58198"/>
                        <a:pt x="102775" y="59150"/>
                        <a:pt x="100774" y="58674"/>
                      </a:cubicBezTo>
                      <a:close/>
                      <a:moveTo>
                        <a:pt x="122015" y="59626"/>
                      </a:moveTo>
                      <a:cubicBezTo>
                        <a:pt x="123444" y="59150"/>
                        <a:pt x="124111" y="58579"/>
                        <a:pt x="124111" y="57912"/>
                      </a:cubicBezTo>
                      <a:cubicBezTo>
                        <a:pt x="124111" y="57436"/>
                        <a:pt x="123825" y="56864"/>
                        <a:pt x="123254" y="56007"/>
                      </a:cubicBezTo>
                      <a:cubicBezTo>
                        <a:pt x="122682" y="55245"/>
                        <a:pt x="122396" y="54673"/>
                        <a:pt x="122396" y="54483"/>
                      </a:cubicBezTo>
                      <a:cubicBezTo>
                        <a:pt x="122587" y="53816"/>
                        <a:pt x="122968" y="53340"/>
                        <a:pt x="123444" y="53149"/>
                      </a:cubicBezTo>
                      <a:cubicBezTo>
                        <a:pt x="124968" y="52673"/>
                        <a:pt x="126873" y="53245"/>
                        <a:pt x="128873" y="54864"/>
                      </a:cubicBezTo>
                      <a:lnTo>
                        <a:pt x="126111" y="59626"/>
                      </a:lnTo>
                      <a:lnTo>
                        <a:pt x="129826" y="62389"/>
                      </a:lnTo>
                      <a:lnTo>
                        <a:pt x="121920" y="59626"/>
                      </a:lnTo>
                      <a:close/>
                      <a:moveTo>
                        <a:pt x="129921" y="18193"/>
                      </a:moveTo>
                      <a:cubicBezTo>
                        <a:pt x="129921" y="18193"/>
                        <a:pt x="130778" y="18859"/>
                        <a:pt x="130969" y="18859"/>
                      </a:cubicBezTo>
                      <a:lnTo>
                        <a:pt x="129921" y="18193"/>
                      </a:lnTo>
                      <a:lnTo>
                        <a:pt x="129921" y="15145"/>
                      </a:lnTo>
                      <a:lnTo>
                        <a:pt x="126206" y="15145"/>
                      </a:lnTo>
                      <a:lnTo>
                        <a:pt x="129921" y="18193"/>
                      </a:lnTo>
                      <a:close/>
                      <a:moveTo>
                        <a:pt x="166973" y="5810"/>
                      </a:moveTo>
                      <a:cubicBezTo>
                        <a:pt x="166973" y="6477"/>
                        <a:pt x="166402" y="7429"/>
                        <a:pt x="165259" y="8572"/>
                      </a:cubicBezTo>
                      <a:cubicBezTo>
                        <a:pt x="164116" y="9715"/>
                        <a:pt x="163449" y="10668"/>
                        <a:pt x="163163" y="11335"/>
                      </a:cubicBezTo>
                      <a:lnTo>
                        <a:pt x="165925" y="13430"/>
                      </a:lnTo>
                      <a:lnTo>
                        <a:pt x="160401" y="11335"/>
                      </a:lnTo>
                      <a:cubicBezTo>
                        <a:pt x="161544" y="11335"/>
                        <a:pt x="162306" y="10287"/>
                        <a:pt x="162687" y="8287"/>
                      </a:cubicBezTo>
                      <a:cubicBezTo>
                        <a:pt x="163068" y="6191"/>
                        <a:pt x="163735" y="5239"/>
                        <a:pt x="164973" y="5239"/>
                      </a:cubicBezTo>
                      <a:cubicBezTo>
                        <a:pt x="165449" y="5239"/>
                        <a:pt x="166116" y="5429"/>
                        <a:pt x="166973" y="5905"/>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 name="Google Shape;905;p99"/>
                <p:cNvSpPr/>
                <p:nvPr/>
              </p:nvSpPr>
              <p:spPr>
                <a:xfrm>
                  <a:off x="4957952" y="2451734"/>
                  <a:ext cx="160496" cy="213957"/>
                </a:xfrm>
                <a:custGeom>
                  <a:avLst/>
                  <a:gdLst/>
                  <a:ahLst/>
                  <a:cxnLst/>
                  <a:rect l="l" t="t" r="r" b="b"/>
                  <a:pathLst>
                    <a:path w="160496" h="213957" extrusionOk="0">
                      <a:moveTo>
                        <a:pt x="135160" y="99727"/>
                      </a:moveTo>
                      <a:cubicBezTo>
                        <a:pt x="135827" y="101822"/>
                        <a:pt x="137922" y="105347"/>
                        <a:pt x="141351" y="110300"/>
                      </a:cubicBezTo>
                      <a:cubicBezTo>
                        <a:pt x="143923" y="114681"/>
                        <a:pt x="145161" y="118301"/>
                        <a:pt x="145161" y="121253"/>
                      </a:cubicBezTo>
                      <a:cubicBezTo>
                        <a:pt x="145161" y="123730"/>
                        <a:pt x="144590" y="126302"/>
                        <a:pt x="143446" y="128778"/>
                      </a:cubicBezTo>
                      <a:cubicBezTo>
                        <a:pt x="144399" y="131731"/>
                        <a:pt x="144875" y="135065"/>
                        <a:pt x="144875" y="138684"/>
                      </a:cubicBezTo>
                      <a:cubicBezTo>
                        <a:pt x="144875" y="147828"/>
                        <a:pt x="142589" y="154210"/>
                        <a:pt x="138017" y="157925"/>
                      </a:cubicBezTo>
                      <a:cubicBezTo>
                        <a:pt x="138398" y="157067"/>
                        <a:pt x="138779" y="156115"/>
                        <a:pt x="138779" y="155162"/>
                      </a:cubicBezTo>
                      <a:cubicBezTo>
                        <a:pt x="138779" y="151448"/>
                        <a:pt x="136684" y="149638"/>
                        <a:pt x="132588" y="149638"/>
                      </a:cubicBezTo>
                      <a:cubicBezTo>
                        <a:pt x="130778" y="149638"/>
                        <a:pt x="129064" y="150114"/>
                        <a:pt x="127445" y="150971"/>
                      </a:cubicBezTo>
                      <a:lnTo>
                        <a:pt x="130207" y="153734"/>
                      </a:lnTo>
                      <a:cubicBezTo>
                        <a:pt x="129064" y="153067"/>
                        <a:pt x="128016" y="152686"/>
                        <a:pt x="127159" y="152686"/>
                      </a:cubicBezTo>
                      <a:cubicBezTo>
                        <a:pt x="125540" y="152686"/>
                        <a:pt x="124016" y="154019"/>
                        <a:pt x="122587" y="156591"/>
                      </a:cubicBezTo>
                      <a:cubicBezTo>
                        <a:pt x="121063" y="159258"/>
                        <a:pt x="119634" y="161830"/>
                        <a:pt x="118301" y="164306"/>
                      </a:cubicBezTo>
                      <a:lnTo>
                        <a:pt x="119634" y="166021"/>
                      </a:lnTo>
                      <a:cubicBezTo>
                        <a:pt x="117824" y="165545"/>
                        <a:pt x="115634" y="165926"/>
                        <a:pt x="113157" y="167069"/>
                      </a:cubicBezTo>
                      <a:lnTo>
                        <a:pt x="113157" y="169831"/>
                      </a:lnTo>
                      <a:cubicBezTo>
                        <a:pt x="112300" y="169164"/>
                        <a:pt x="111252" y="168402"/>
                        <a:pt x="110109" y="167545"/>
                      </a:cubicBezTo>
                      <a:cubicBezTo>
                        <a:pt x="108966" y="166783"/>
                        <a:pt x="107823" y="166592"/>
                        <a:pt x="106680" y="167069"/>
                      </a:cubicBezTo>
                      <a:cubicBezTo>
                        <a:pt x="108204" y="169545"/>
                        <a:pt x="110776" y="174593"/>
                        <a:pt x="114205" y="182118"/>
                      </a:cubicBezTo>
                      <a:cubicBezTo>
                        <a:pt x="102299" y="183071"/>
                        <a:pt x="92297" y="183452"/>
                        <a:pt x="84011" y="183452"/>
                      </a:cubicBezTo>
                      <a:cubicBezTo>
                        <a:pt x="75724" y="183452"/>
                        <a:pt x="65913" y="182975"/>
                        <a:pt x="54578" y="182118"/>
                      </a:cubicBezTo>
                      <a:cubicBezTo>
                        <a:pt x="54578" y="180308"/>
                        <a:pt x="53340" y="178975"/>
                        <a:pt x="50959" y="178022"/>
                      </a:cubicBezTo>
                      <a:cubicBezTo>
                        <a:pt x="48578" y="177070"/>
                        <a:pt x="47339" y="175927"/>
                        <a:pt x="47339" y="174593"/>
                      </a:cubicBezTo>
                      <a:cubicBezTo>
                        <a:pt x="47339" y="174117"/>
                        <a:pt x="47435" y="173450"/>
                        <a:pt x="47720" y="172498"/>
                      </a:cubicBezTo>
                      <a:cubicBezTo>
                        <a:pt x="45625" y="173641"/>
                        <a:pt x="43434" y="174212"/>
                        <a:pt x="40862" y="174212"/>
                      </a:cubicBezTo>
                      <a:cubicBezTo>
                        <a:pt x="36767" y="174212"/>
                        <a:pt x="28004" y="170879"/>
                        <a:pt x="14478" y="164306"/>
                      </a:cubicBezTo>
                      <a:lnTo>
                        <a:pt x="11716" y="157734"/>
                      </a:lnTo>
                      <a:lnTo>
                        <a:pt x="7906" y="159068"/>
                      </a:lnTo>
                      <a:lnTo>
                        <a:pt x="0" y="135446"/>
                      </a:lnTo>
                      <a:cubicBezTo>
                        <a:pt x="2762" y="132493"/>
                        <a:pt x="12002" y="123920"/>
                        <a:pt x="27813" y="109728"/>
                      </a:cubicBezTo>
                      <a:cubicBezTo>
                        <a:pt x="29813" y="109538"/>
                        <a:pt x="31528" y="110490"/>
                        <a:pt x="32957" y="112776"/>
                      </a:cubicBezTo>
                      <a:cubicBezTo>
                        <a:pt x="34576" y="115729"/>
                        <a:pt x="35909" y="117539"/>
                        <a:pt x="37052" y="118301"/>
                      </a:cubicBezTo>
                      <a:cubicBezTo>
                        <a:pt x="37529" y="121063"/>
                        <a:pt x="41434" y="128302"/>
                        <a:pt x="48673" y="140208"/>
                      </a:cubicBezTo>
                      <a:cubicBezTo>
                        <a:pt x="50483" y="139541"/>
                        <a:pt x="52102" y="139160"/>
                        <a:pt x="53435" y="139160"/>
                      </a:cubicBezTo>
                      <a:cubicBezTo>
                        <a:pt x="55531" y="139160"/>
                        <a:pt x="57817" y="140494"/>
                        <a:pt x="60293" y="143066"/>
                      </a:cubicBezTo>
                      <a:cubicBezTo>
                        <a:pt x="62865" y="145733"/>
                        <a:pt x="65056" y="146971"/>
                        <a:pt x="66770" y="146971"/>
                      </a:cubicBezTo>
                      <a:cubicBezTo>
                        <a:pt x="67723" y="146971"/>
                        <a:pt x="68866" y="146685"/>
                        <a:pt x="70199" y="145923"/>
                      </a:cubicBezTo>
                      <a:cubicBezTo>
                        <a:pt x="69533" y="147257"/>
                        <a:pt x="70390" y="148876"/>
                        <a:pt x="72962" y="150686"/>
                      </a:cubicBezTo>
                      <a:cubicBezTo>
                        <a:pt x="73628" y="144494"/>
                        <a:pt x="78581" y="140970"/>
                        <a:pt x="87725" y="140113"/>
                      </a:cubicBezTo>
                      <a:lnTo>
                        <a:pt x="93250" y="140113"/>
                      </a:lnTo>
                      <a:cubicBezTo>
                        <a:pt x="92774" y="141256"/>
                        <a:pt x="93154" y="142208"/>
                        <a:pt x="94298" y="142875"/>
                      </a:cubicBezTo>
                      <a:cubicBezTo>
                        <a:pt x="95917" y="141732"/>
                        <a:pt x="96679" y="140303"/>
                        <a:pt x="96679" y="138398"/>
                      </a:cubicBezTo>
                      <a:cubicBezTo>
                        <a:pt x="96679" y="137732"/>
                        <a:pt x="96488" y="136684"/>
                        <a:pt x="96203" y="135350"/>
                      </a:cubicBezTo>
                      <a:cubicBezTo>
                        <a:pt x="95821" y="133922"/>
                        <a:pt x="95726" y="132969"/>
                        <a:pt x="95726" y="132207"/>
                      </a:cubicBezTo>
                      <a:cubicBezTo>
                        <a:pt x="95726" y="130588"/>
                        <a:pt x="96107" y="129350"/>
                        <a:pt x="97060" y="128397"/>
                      </a:cubicBezTo>
                      <a:cubicBezTo>
                        <a:pt x="98012" y="126302"/>
                        <a:pt x="95821" y="122396"/>
                        <a:pt x="90583" y="116396"/>
                      </a:cubicBezTo>
                      <a:cubicBezTo>
                        <a:pt x="88963" y="117062"/>
                        <a:pt x="87630" y="117443"/>
                        <a:pt x="86487" y="117443"/>
                      </a:cubicBezTo>
                      <a:cubicBezTo>
                        <a:pt x="84392" y="117443"/>
                        <a:pt x="82487" y="115633"/>
                        <a:pt x="80677" y="112109"/>
                      </a:cubicBezTo>
                      <a:cubicBezTo>
                        <a:pt x="78867" y="108585"/>
                        <a:pt x="76962" y="106775"/>
                        <a:pt x="75152" y="106775"/>
                      </a:cubicBezTo>
                      <a:cubicBezTo>
                        <a:pt x="73819" y="106775"/>
                        <a:pt x="72200" y="107347"/>
                        <a:pt x="70390" y="108490"/>
                      </a:cubicBezTo>
                      <a:cubicBezTo>
                        <a:pt x="68104" y="106204"/>
                        <a:pt x="64484" y="104489"/>
                        <a:pt x="59436" y="103346"/>
                      </a:cubicBezTo>
                      <a:lnTo>
                        <a:pt x="46768" y="100298"/>
                      </a:lnTo>
                      <a:cubicBezTo>
                        <a:pt x="45149" y="96203"/>
                        <a:pt x="42005" y="93821"/>
                        <a:pt x="37148" y="93059"/>
                      </a:cubicBezTo>
                      <a:cubicBezTo>
                        <a:pt x="31433" y="92202"/>
                        <a:pt x="27908" y="90678"/>
                        <a:pt x="26479" y="88583"/>
                      </a:cubicBezTo>
                      <a:lnTo>
                        <a:pt x="23717" y="91345"/>
                      </a:lnTo>
                      <a:cubicBezTo>
                        <a:pt x="23527" y="90678"/>
                        <a:pt x="23336" y="89821"/>
                        <a:pt x="23336" y="88964"/>
                      </a:cubicBezTo>
                      <a:cubicBezTo>
                        <a:pt x="23336" y="88106"/>
                        <a:pt x="23527" y="86582"/>
                        <a:pt x="23908" y="84487"/>
                      </a:cubicBezTo>
                      <a:cubicBezTo>
                        <a:pt x="24194" y="82391"/>
                        <a:pt x="24384" y="80867"/>
                        <a:pt x="24384" y="79724"/>
                      </a:cubicBezTo>
                      <a:cubicBezTo>
                        <a:pt x="24384" y="76772"/>
                        <a:pt x="23241" y="74486"/>
                        <a:pt x="20955" y="72866"/>
                      </a:cubicBezTo>
                      <a:cubicBezTo>
                        <a:pt x="21336" y="72009"/>
                        <a:pt x="21908" y="70961"/>
                        <a:pt x="22479" y="69914"/>
                      </a:cubicBezTo>
                      <a:cubicBezTo>
                        <a:pt x="23051" y="68866"/>
                        <a:pt x="23908" y="68485"/>
                        <a:pt x="25051" y="68771"/>
                      </a:cubicBezTo>
                      <a:cubicBezTo>
                        <a:pt x="26384" y="69723"/>
                        <a:pt x="26670" y="70961"/>
                        <a:pt x="25908" y="72676"/>
                      </a:cubicBezTo>
                      <a:cubicBezTo>
                        <a:pt x="25051" y="74390"/>
                        <a:pt x="25718" y="75629"/>
                        <a:pt x="27813" y="76295"/>
                      </a:cubicBezTo>
                      <a:cubicBezTo>
                        <a:pt x="30766" y="73724"/>
                        <a:pt x="32290" y="71247"/>
                        <a:pt x="32290" y="68771"/>
                      </a:cubicBezTo>
                      <a:cubicBezTo>
                        <a:pt x="32290" y="67628"/>
                        <a:pt x="31718" y="66580"/>
                        <a:pt x="30575" y="65723"/>
                      </a:cubicBezTo>
                      <a:cubicBezTo>
                        <a:pt x="32004" y="65246"/>
                        <a:pt x="33528" y="64008"/>
                        <a:pt x="35433" y="61913"/>
                      </a:cubicBezTo>
                      <a:cubicBezTo>
                        <a:pt x="34957" y="60960"/>
                        <a:pt x="34290" y="60484"/>
                        <a:pt x="33338" y="60484"/>
                      </a:cubicBezTo>
                      <a:cubicBezTo>
                        <a:pt x="32861" y="60484"/>
                        <a:pt x="32004" y="60865"/>
                        <a:pt x="30766" y="61722"/>
                      </a:cubicBezTo>
                      <a:cubicBezTo>
                        <a:pt x="29528" y="62484"/>
                        <a:pt x="28575" y="62865"/>
                        <a:pt x="27908" y="62865"/>
                      </a:cubicBezTo>
                      <a:cubicBezTo>
                        <a:pt x="27908" y="62389"/>
                        <a:pt x="28194" y="61532"/>
                        <a:pt x="28766" y="60103"/>
                      </a:cubicBezTo>
                      <a:cubicBezTo>
                        <a:pt x="29337" y="58769"/>
                        <a:pt x="29623" y="57436"/>
                        <a:pt x="29623" y="56293"/>
                      </a:cubicBezTo>
                      <a:cubicBezTo>
                        <a:pt x="28766" y="56769"/>
                        <a:pt x="27813" y="56960"/>
                        <a:pt x="26861" y="56960"/>
                      </a:cubicBezTo>
                      <a:cubicBezTo>
                        <a:pt x="25051" y="56960"/>
                        <a:pt x="23241" y="55531"/>
                        <a:pt x="21336" y="52864"/>
                      </a:cubicBezTo>
                      <a:cubicBezTo>
                        <a:pt x="18764" y="49435"/>
                        <a:pt x="17145" y="47339"/>
                        <a:pt x="16193" y="46673"/>
                      </a:cubicBezTo>
                      <a:lnTo>
                        <a:pt x="16193" y="34957"/>
                      </a:lnTo>
                      <a:cubicBezTo>
                        <a:pt x="17812" y="33338"/>
                        <a:pt x="19717" y="30480"/>
                        <a:pt x="21908" y="26194"/>
                      </a:cubicBezTo>
                      <a:cubicBezTo>
                        <a:pt x="24098" y="21908"/>
                        <a:pt x="25622" y="19145"/>
                        <a:pt x="26479" y="17812"/>
                      </a:cubicBezTo>
                      <a:cubicBezTo>
                        <a:pt x="29432" y="16954"/>
                        <a:pt x="32861" y="13811"/>
                        <a:pt x="36767" y="8573"/>
                      </a:cubicBezTo>
                      <a:cubicBezTo>
                        <a:pt x="39719" y="4477"/>
                        <a:pt x="43339" y="2667"/>
                        <a:pt x="47720" y="3048"/>
                      </a:cubicBezTo>
                      <a:cubicBezTo>
                        <a:pt x="51626" y="953"/>
                        <a:pt x="56864" y="95"/>
                        <a:pt x="63532" y="286"/>
                      </a:cubicBezTo>
                      <a:cubicBezTo>
                        <a:pt x="71914" y="476"/>
                        <a:pt x="77438" y="381"/>
                        <a:pt x="80010" y="0"/>
                      </a:cubicBezTo>
                      <a:lnTo>
                        <a:pt x="113252" y="1715"/>
                      </a:lnTo>
                      <a:cubicBezTo>
                        <a:pt x="119348" y="4953"/>
                        <a:pt x="123158" y="7144"/>
                        <a:pt x="124587" y="8192"/>
                      </a:cubicBezTo>
                      <a:cubicBezTo>
                        <a:pt x="128207" y="10954"/>
                        <a:pt x="130588" y="14478"/>
                        <a:pt x="131826" y="18860"/>
                      </a:cubicBezTo>
                      <a:cubicBezTo>
                        <a:pt x="132969" y="18383"/>
                        <a:pt x="134112" y="18669"/>
                        <a:pt x="135255" y="19717"/>
                      </a:cubicBezTo>
                      <a:cubicBezTo>
                        <a:pt x="136398" y="20765"/>
                        <a:pt x="137446" y="21812"/>
                        <a:pt x="138303" y="22955"/>
                      </a:cubicBezTo>
                      <a:cubicBezTo>
                        <a:pt x="135350" y="22955"/>
                        <a:pt x="133826" y="23527"/>
                        <a:pt x="133826" y="24670"/>
                      </a:cubicBezTo>
                      <a:cubicBezTo>
                        <a:pt x="133826" y="25146"/>
                        <a:pt x="134207" y="26003"/>
                        <a:pt x="134969" y="27432"/>
                      </a:cubicBezTo>
                      <a:cubicBezTo>
                        <a:pt x="135731" y="28766"/>
                        <a:pt x="136208" y="29908"/>
                        <a:pt x="136208" y="30861"/>
                      </a:cubicBezTo>
                      <a:cubicBezTo>
                        <a:pt x="136208" y="31814"/>
                        <a:pt x="135636" y="32671"/>
                        <a:pt x="134493" y="33623"/>
                      </a:cubicBezTo>
                      <a:cubicBezTo>
                        <a:pt x="133350" y="33147"/>
                        <a:pt x="132398" y="32957"/>
                        <a:pt x="131731" y="32957"/>
                      </a:cubicBezTo>
                      <a:cubicBezTo>
                        <a:pt x="130302" y="32957"/>
                        <a:pt x="129540" y="34481"/>
                        <a:pt x="129350" y="37433"/>
                      </a:cubicBezTo>
                      <a:cubicBezTo>
                        <a:pt x="129064" y="40386"/>
                        <a:pt x="128492" y="42196"/>
                        <a:pt x="127445" y="42767"/>
                      </a:cubicBezTo>
                      <a:cubicBezTo>
                        <a:pt x="126397" y="43339"/>
                        <a:pt x="124492" y="45815"/>
                        <a:pt x="121729" y="50292"/>
                      </a:cubicBezTo>
                      <a:cubicBezTo>
                        <a:pt x="118967" y="54769"/>
                        <a:pt x="116681" y="56960"/>
                        <a:pt x="114586" y="56960"/>
                      </a:cubicBezTo>
                      <a:cubicBezTo>
                        <a:pt x="112776" y="56960"/>
                        <a:pt x="110776" y="55436"/>
                        <a:pt x="108776" y="52483"/>
                      </a:cubicBezTo>
                      <a:cubicBezTo>
                        <a:pt x="103346" y="44958"/>
                        <a:pt x="97536" y="40100"/>
                        <a:pt x="91631" y="38100"/>
                      </a:cubicBezTo>
                      <a:lnTo>
                        <a:pt x="88868" y="33623"/>
                      </a:lnTo>
                      <a:cubicBezTo>
                        <a:pt x="83153" y="34481"/>
                        <a:pt x="77438" y="35338"/>
                        <a:pt x="71723" y="36004"/>
                      </a:cubicBezTo>
                      <a:cubicBezTo>
                        <a:pt x="65151" y="37338"/>
                        <a:pt x="60293" y="40958"/>
                        <a:pt x="57341" y="46673"/>
                      </a:cubicBezTo>
                      <a:cubicBezTo>
                        <a:pt x="56674" y="52102"/>
                        <a:pt x="57817" y="56483"/>
                        <a:pt x="60770" y="59722"/>
                      </a:cubicBezTo>
                      <a:cubicBezTo>
                        <a:pt x="62579" y="61817"/>
                        <a:pt x="66104" y="64008"/>
                        <a:pt x="71247" y="66580"/>
                      </a:cubicBezTo>
                      <a:cubicBezTo>
                        <a:pt x="76391" y="69056"/>
                        <a:pt x="80010" y="71342"/>
                        <a:pt x="82106" y="73438"/>
                      </a:cubicBezTo>
                      <a:lnTo>
                        <a:pt x="90678" y="73438"/>
                      </a:lnTo>
                      <a:cubicBezTo>
                        <a:pt x="94107" y="76676"/>
                        <a:pt x="99441" y="80391"/>
                        <a:pt x="106775" y="84773"/>
                      </a:cubicBezTo>
                      <a:cubicBezTo>
                        <a:pt x="108109" y="84106"/>
                        <a:pt x="109347" y="83725"/>
                        <a:pt x="110490" y="83725"/>
                      </a:cubicBezTo>
                      <a:cubicBezTo>
                        <a:pt x="112586" y="83725"/>
                        <a:pt x="115157" y="84963"/>
                        <a:pt x="118110" y="87344"/>
                      </a:cubicBezTo>
                      <a:cubicBezTo>
                        <a:pt x="121063" y="89726"/>
                        <a:pt x="123349" y="91059"/>
                        <a:pt x="124968" y="91345"/>
                      </a:cubicBezTo>
                      <a:cubicBezTo>
                        <a:pt x="124778" y="91631"/>
                        <a:pt x="124587" y="91916"/>
                        <a:pt x="124587" y="92393"/>
                      </a:cubicBezTo>
                      <a:cubicBezTo>
                        <a:pt x="124587" y="93536"/>
                        <a:pt x="125254" y="94964"/>
                        <a:pt x="126778" y="96679"/>
                      </a:cubicBezTo>
                      <a:cubicBezTo>
                        <a:pt x="128207" y="98393"/>
                        <a:pt x="129921" y="99251"/>
                        <a:pt x="131731" y="99251"/>
                      </a:cubicBezTo>
                      <a:lnTo>
                        <a:pt x="135446" y="99251"/>
                      </a:lnTo>
                      <a:close/>
                      <a:moveTo>
                        <a:pt x="17907" y="58579"/>
                      </a:moveTo>
                      <a:lnTo>
                        <a:pt x="15812" y="54102"/>
                      </a:lnTo>
                      <a:lnTo>
                        <a:pt x="19621" y="56864"/>
                      </a:lnTo>
                      <a:lnTo>
                        <a:pt x="17907" y="58579"/>
                      </a:lnTo>
                      <a:close/>
                      <a:moveTo>
                        <a:pt x="17907" y="69247"/>
                      </a:moveTo>
                      <a:lnTo>
                        <a:pt x="16859" y="67532"/>
                      </a:lnTo>
                      <a:cubicBezTo>
                        <a:pt x="17717" y="67532"/>
                        <a:pt x="18860" y="66961"/>
                        <a:pt x="20288" y="66008"/>
                      </a:cubicBezTo>
                      <a:cubicBezTo>
                        <a:pt x="21622" y="64961"/>
                        <a:pt x="22384" y="64484"/>
                        <a:pt x="22670" y="64484"/>
                      </a:cubicBezTo>
                      <a:cubicBezTo>
                        <a:pt x="23146" y="64484"/>
                        <a:pt x="23336" y="64675"/>
                        <a:pt x="23336" y="65151"/>
                      </a:cubicBezTo>
                      <a:cubicBezTo>
                        <a:pt x="22670" y="66104"/>
                        <a:pt x="21812" y="66961"/>
                        <a:pt x="20955" y="67913"/>
                      </a:cubicBezTo>
                      <a:cubicBezTo>
                        <a:pt x="20098" y="68866"/>
                        <a:pt x="18955" y="69342"/>
                        <a:pt x="17907" y="69342"/>
                      </a:cubicBezTo>
                      <a:close/>
                      <a:moveTo>
                        <a:pt x="19621" y="50387"/>
                      </a:moveTo>
                      <a:lnTo>
                        <a:pt x="23432" y="50387"/>
                      </a:lnTo>
                      <a:cubicBezTo>
                        <a:pt x="22765" y="48768"/>
                        <a:pt x="22384" y="47720"/>
                        <a:pt x="22384" y="47339"/>
                      </a:cubicBezTo>
                      <a:lnTo>
                        <a:pt x="19621" y="50387"/>
                      </a:lnTo>
                      <a:close/>
                      <a:moveTo>
                        <a:pt x="20669" y="73343"/>
                      </a:moveTo>
                      <a:cubicBezTo>
                        <a:pt x="20669" y="73343"/>
                        <a:pt x="19812" y="73724"/>
                        <a:pt x="19621" y="73057"/>
                      </a:cubicBezTo>
                      <a:lnTo>
                        <a:pt x="20288" y="73057"/>
                      </a:lnTo>
                      <a:cubicBezTo>
                        <a:pt x="20288" y="73057"/>
                        <a:pt x="20288" y="73343"/>
                        <a:pt x="20669" y="73343"/>
                      </a:cubicBezTo>
                      <a:close/>
                      <a:moveTo>
                        <a:pt x="84773" y="135731"/>
                      </a:moveTo>
                      <a:lnTo>
                        <a:pt x="84773" y="137732"/>
                      </a:lnTo>
                      <a:lnTo>
                        <a:pt x="75152" y="139446"/>
                      </a:lnTo>
                      <a:cubicBezTo>
                        <a:pt x="75629" y="138113"/>
                        <a:pt x="76867" y="137160"/>
                        <a:pt x="78962" y="136684"/>
                      </a:cubicBezTo>
                      <a:cubicBezTo>
                        <a:pt x="80963" y="136303"/>
                        <a:pt x="82963" y="135922"/>
                        <a:pt x="84773" y="135636"/>
                      </a:cubicBezTo>
                      <a:close/>
                      <a:moveTo>
                        <a:pt x="87535" y="195739"/>
                      </a:moveTo>
                      <a:cubicBezTo>
                        <a:pt x="88202" y="196215"/>
                        <a:pt x="88583" y="198311"/>
                        <a:pt x="88583" y="202216"/>
                      </a:cubicBezTo>
                      <a:lnTo>
                        <a:pt x="84773" y="202216"/>
                      </a:lnTo>
                      <a:lnTo>
                        <a:pt x="87535" y="195739"/>
                      </a:lnTo>
                      <a:close/>
                      <a:moveTo>
                        <a:pt x="91345" y="189833"/>
                      </a:moveTo>
                      <a:lnTo>
                        <a:pt x="91345" y="187071"/>
                      </a:lnTo>
                      <a:lnTo>
                        <a:pt x="95060" y="187071"/>
                      </a:lnTo>
                      <a:lnTo>
                        <a:pt x="95060" y="189833"/>
                      </a:lnTo>
                      <a:lnTo>
                        <a:pt x="91345" y="189833"/>
                      </a:lnTo>
                      <a:close/>
                      <a:moveTo>
                        <a:pt x="104680" y="127445"/>
                      </a:moveTo>
                      <a:cubicBezTo>
                        <a:pt x="105156" y="125444"/>
                        <a:pt x="104775" y="123063"/>
                        <a:pt x="103632" y="120587"/>
                      </a:cubicBezTo>
                      <a:lnTo>
                        <a:pt x="99536" y="127445"/>
                      </a:lnTo>
                      <a:lnTo>
                        <a:pt x="104680" y="127445"/>
                      </a:lnTo>
                      <a:close/>
                      <a:moveTo>
                        <a:pt x="108490" y="111728"/>
                      </a:moveTo>
                      <a:cubicBezTo>
                        <a:pt x="108966" y="114014"/>
                        <a:pt x="112586" y="115729"/>
                        <a:pt x="119444" y="116872"/>
                      </a:cubicBezTo>
                      <a:lnTo>
                        <a:pt x="108490" y="111728"/>
                      </a:lnTo>
                      <a:close/>
                      <a:moveTo>
                        <a:pt x="119444" y="209074"/>
                      </a:moveTo>
                      <a:cubicBezTo>
                        <a:pt x="119253" y="209931"/>
                        <a:pt x="118967" y="210788"/>
                        <a:pt x="118777" y="211455"/>
                      </a:cubicBezTo>
                      <a:cubicBezTo>
                        <a:pt x="117634" y="213265"/>
                        <a:pt x="116396" y="214122"/>
                        <a:pt x="114967" y="213932"/>
                      </a:cubicBezTo>
                      <a:cubicBezTo>
                        <a:pt x="112871" y="213932"/>
                        <a:pt x="111633" y="213551"/>
                        <a:pt x="111157" y="212884"/>
                      </a:cubicBezTo>
                      <a:lnTo>
                        <a:pt x="119348" y="209169"/>
                      </a:lnTo>
                      <a:close/>
                      <a:moveTo>
                        <a:pt x="116681" y="187166"/>
                      </a:moveTo>
                      <a:cubicBezTo>
                        <a:pt x="117158" y="188309"/>
                        <a:pt x="118586" y="188881"/>
                        <a:pt x="120777" y="188881"/>
                      </a:cubicBezTo>
                      <a:lnTo>
                        <a:pt x="113919" y="189833"/>
                      </a:lnTo>
                      <a:lnTo>
                        <a:pt x="116681" y="187071"/>
                      </a:lnTo>
                      <a:close/>
                      <a:moveTo>
                        <a:pt x="120777" y="126111"/>
                      </a:moveTo>
                      <a:cubicBezTo>
                        <a:pt x="123254" y="126778"/>
                        <a:pt x="125444" y="125921"/>
                        <a:pt x="127254" y="123349"/>
                      </a:cubicBezTo>
                      <a:cubicBezTo>
                        <a:pt x="126397" y="122206"/>
                        <a:pt x="124873" y="121825"/>
                        <a:pt x="122777" y="122301"/>
                      </a:cubicBezTo>
                      <a:cubicBezTo>
                        <a:pt x="120682" y="122777"/>
                        <a:pt x="120015" y="124016"/>
                        <a:pt x="120682" y="126111"/>
                      </a:cubicBezTo>
                      <a:close/>
                      <a:moveTo>
                        <a:pt x="127254" y="170021"/>
                      </a:moveTo>
                      <a:cubicBezTo>
                        <a:pt x="126587" y="167735"/>
                        <a:pt x="127254" y="166402"/>
                        <a:pt x="129635" y="165926"/>
                      </a:cubicBezTo>
                      <a:cubicBezTo>
                        <a:pt x="128683" y="166116"/>
                        <a:pt x="130207" y="166307"/>
                        <a:pt x="134112" y="166307"/>
                      </a:cubicBezTo>
                      <a:cubicBezTo>
                        <a:pt x="133826" y="166307"/>
                        <a:pt x="133160" y="166973"/>
                        <a:pt x="131921" y="168402"/>
                      </a:cubicBezTo>
                      <a:cubicBezTo>
                        <a:pt x="130683" y="169736"/>
                        <a:pt x="129540" y="170402"/>
                        <a:pt x="128683" y="170402"/>
                      </a:cubicBezTo>
                      <a:cubicBezTo>
                        <a:pt x="128207" y="170402"/>
                        <a:pt x="127730" y="170402"/>
                        <a:pt x="127349" y="170117"/>
                      </a:cubicBezTo>
                      <a:close/>
                      <a:moveTo>
                        <a:pt x="131350" y="105251"/>
                      </a:moveTo>
                      <a:cubicBezTo>
                        <a:pt x="130683" y="103918"/>
                        <a:pt x="129731" y="103442"/>
                        <a:pt x="128588" y="103918"/>
                      </a:cubicBezTo>
                      <a:cubicBezTo>
                        <a:pt x="127445" y="104394"/>
                        <a:pt x="126968" y="105156"/>
                        <a:pt x="127254" y="106299"/>
                      </a:cubicBezTo>
                      <a:lnTo>
                        <a:pt x="131350" y="107347"/>
                      </a:lnTo>
                      <a:lnTo>
                        <a:pt x="131350" y="105251"/>
                      </a:lnTo>
                      <a:close/>
                      <a:moveTo>
                        <a:pt x="130302" y="141637"/>
                      </a:moveTo>
                      <a:cubicBezTo>
                        <a:pt x="132779" y="139541"/>
                        <a:pt x="134112" y="138398"/>
                        <a:pt x="134112" y="138208"/>
                      </a:cubicBezTo>
                      <a:cubicBezTo>
                        <a:pt x="134112" y="137255"/>
                        <a:pt x="133160" y="136493"/>
                        <a:pt x="131350" y="135827"/>
                      </a:cubicBezTo>
                      <a:lnTo>
                        <a:pt x="130302" y="141637"/>
                      </a:lnTo>
                      <a:cubicBezTo>
                        <a:pt x="129445" y="142780"/>
                        <a:pt x="129254" y="143828"/>
                        <a:pt x="129921" y="144780"/>
                      </a:cubicBezTo>
                      <a:lnTo>
                        <a:pt x="130302" y="141637"/>
                      </a:lnTo>
                      <a:close/>
                      <a:moveTo>
                        <a:pt x="139541" y="115919"/>
                      </a:moveTo>
                      <a:cubicBezTo>
                        <a:pt x="140303" y="113633"/>
                        <a:pt x="140589" y="112586"/>
                        <a:pt x="140589" y="112871"/>
                      </a:cubicBezTo>
                      <a:cubicBezTo>
                        <a:pt x="140399" y="112204"/>
                        <a:pt x="138589" y="111824"/>
                        <a:pt x="135160" y="111824"/>
                      </a:cubicBezTo>
                      <a:lnTo>
                        <a:pt x="139541" y="115919"/>
                      </a:lnTo>
                      <a:close/>
                      <a:moveTo>
                        <a:pt x="152876" y="139541"/>
                      </a:moveTo>
                      <a:lnTo>
                        <a:pt x="157734" y="142304"/>
                      </a:lnTo>
                      <a:lnTo>
                        <a:pt x="148495" y="143351"/>
                      </a:lnTo>
                      <a:lnTo>
                        <a:pt x="152876" y="139637"/>
                      </a:lnTo>
                      <a:close/>
                      <a:moveTo>
                        <a:pt x="153924" y="163544"/>
                      </a:moveTo>
                      <a:cubicBezTo>
                        <a:pt x="154400" y="164211"/>
                        <a:pt x="156210" y="164592"/>
                        <a:pt x="159449" y="164592"/>
                      </a:cubicBezTo>
                      <a:lnTo>
                        <a:pt x="153924" y="169069"/>
                      </a:lnTo>
                      <a:lnTo>
                        <a:pt x="153924" y="163544"/>
                      </a:lnTo>
                      <a:close/>
                      <a:moveTo>
                        <a:pt x="156686" y="204692"/>
                      </a:moveTo>
                      <a:cubicBezTo>
                        <a:pt x="156686" y="204692"/>
                        <a:pt x="156877" y="203740"/>
                        <a:pt x="157353" y="203359"/>
                      </a:cubicBezTo>
                      <a:lnTo>
                        <a:pt x="156686" y="204692"/>
                      </a:lnTo>
                      <a:close/>
                      <a:moveTo>
                        <a:pt x="157353" y="203359"/>
                      </a:moveTo>
                      <a:lnTo>
                        <a:pt x="159449" y="200692"/>
                      </a:lnTo>
                      <a:lnTo>
                        <a:pt x="160496" y="202406"/>
                      </a:lnTo>
                      <a:cubicBezTo>
                        <a:pt x="159544" y="202406"/>
                        <a:pt x="158591" y="202787"/>
                        <a:pt x="157353" y="203454"/>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 name="Google Shape;906;p99"/>
                <p:cNvSpPr/>
                <p:nvPr/>
              </p:nvSpPr>
              <p:spPr>
                <a:xfrm>
                  <a:off x="5129688" y="2451734"/>
                  <a:ext cx="160496" cy="213957"/>
                </a:xfrm>
                <a:custGeom>
                  <a:avLst/>
                  <a:gdLst/>
                  <a:ahLst/>
                  <a:cxnLst/>
                  <a:rect l="l" t="t" r="r" b="b"/>
                  <a:pathLst>
                    <a:path w="160496" h="213957" extrusionOk="0">
                      <a:moveTo>
                        <a:pt x="135446" y="99727"/>
                      </a:moveTo>
                      <a:cubicBezTo>
                        <a:pt x="136112" y="101822"/>
                        <a:pt x="138208" y="105347"/>
                        <a:pt x="141542" y="110300"/>
                      </a:cubicBezTo>
                      <a:cubicBezTo>
                        <a:pt x="144018" y="114681"/>
                        <a:pt x="145352" y="118301"/>
                        <a:pt x="145352" y="121253"/>
                      </a:cubicBezTo>
                      <a:cubicBezTo>
                        <a:pt x="145352" y="123730"/>
                        <a:pt x="144780" y="126302"/>
                        <a:pt x="143637" y="128778"/>
                      </a:cubicBezTo>
                      <a:cubicBezTo>
                        <a:pt x="144590" y="131731"/>
                        <a:pt x="144971" y="135065"/>
                        <a:pt x="144971" y="138684"/>
                      </a:cubicBezTo>
                      <a:cubicBezTo>
                        <a:pt x="144971" y="147828"/>
                        <a:pt x="142685" y="154210"/>
                        <a:pt x="138113" y="157925"/>
                      </a:cubicBezTo>
                      <a:cubicBezTo>
                        <a:pt x="138589" y="157067"/>
                        <a:pt x="138779" y="156115"/>
                        <a:pt x="138779" y="155162"/>
                      </a:cubicBezTo>
                      <a:cubicBezTo>
                        <a:pt x="138779" y="151448"/>
                        <a:pt x="136779" y="149638"/>
                        <a:pt x="132588" y="149638"/>
                      </a:cubicBezTo>
                      <a:cubicBezTo>
                        <a:pt x="130778" y="149638"/>
                        <a:pt x="129064" y="150114"/>
                        <a:pt x="127445" y="150971"/>
                      </a:cubicBezTo>
                      <a:lnTo>
                        <a:pt x="130207" y="153734"/>
                      </a:lnTo>
                      <a:cubicBezTo>
                        <a:pt x="129064" y="153067"/>
                        <a:pt x="128016" y="152686"/>
                        <a:pt x="127159" y="152686"/>
                      </a:cubicBezTo>
                      <a:cubicBezTo>
                        <a:pt x="125540" y="152686"/>
                        <a:pt x="124016" y="154019"/>
                        <a:pt x="122587" y="156591"/>
                      </a:cubicBezTo>
                      <a:cubicBezTo>
                        <a:pt x="121063" y="159258"/>
                        <a:pt x="119634" y="161830"/>
                        <a:pt x="118301" y="164306"/>
                      </a:cubicBezTo>
                      <a:lnTo>
                        <a:pt x="119634" y="166021"/>
                      </a:lnTo>
                      <a:cubicBezTo>
                        <a:pt x="117824" y="165545"/>
                        <a:pt x="115634" y="165926"/>
                        <a:pt x="113157" y="167069"/>
                      </a:cubicBezTo>
                      <a:lnTo>
                        <a:pt x="113157" y="169831"/>
                      </a:lnTo>
                      <a:cubicBezTo>
                        <a:pt x="112204" y="169164"/>
                        <a:pt x="111157" y="168402"/>
                        <a:pt x="110109" y="167545"/>
                      </a:cubicBezTo>
                      <a:cubicBezTo>
                        <a:pt x="108966" y="166783"/>
                        <a:pt x="107823" y="166592"/>
                        <a:pt x="106680" y="167069"/>
                      </a:cubicBezTo>
                      <a:cubicBezTo>
                        <a:pt x="108299" y="169545"/>
                        <a:pt x="110776" y="174593"/>
                        <a:pt x="114300" y="182118"/>
                      </a:cubicBezTo>
                      <a:cubicBezTo>
                        <a:pt x="102394" y="183071"/>
                        <a:pt x="92297" y="183452"/>
                        <a:pt x="84106" y="183452"/>
                      </a:cubicBezTo>
                      <a:cubicBezTo>
                        <a:pt x="75914" y="183452"/>
                        <a:pt x="66008" y="182975"/>
                        <a:pt x="54578" y="182118"/>
                      </a:cubicBezTo>
                      <a:cubicBezTo>
                        <a:pt x="54578" y="180308"/>
                        <a:pt x="53340" y="178975"/>
                        <a:pt x="50959" y="178022"/>
                      </a:cubicBezTo>
                      <a:cubicBezTo>
                        <a:pt x="48578" y="177070"/>
                        <a:pt x="47339" y="175927"/>
                        <a:pt x="47339" y="174593"/>
                      </a:cubicBezTo>
                      <a:cubicBezTo>
                        <a:pt x="47339" y="174117"/>
                        <a:pt x="47339" y="173450"/>
                        <a:pt x="47625" y="172498"/>
                      </a:cubicBezTo>
                      <a:cubicBezTo>
                        <a:pt x="45625" y="173641"/>
                        <a:pt x="43244" y="174212"/>
                        <a:pt x="40862" y="174212"/>
                      </a:cubicBezTo>
                      <a:cubicBezTo>
                        <a:pt x="36671" y="174212"/>
                        <a:pt x="27908" y="170879"/>
                        <a:pt x="14383" y="164306"/>
                      </a:cubicBezTo>
                      <a:lnTo>
                        <a:pt x="11621" y="157734"/>
                      </a:lnTo>
                      <a:lnTo>
                        <a:pt x="7906" y="159068"/>
                      </a:lnTo>
                      <a:lnTo>
                        <a:pt x="0" y="135446"/>
                      </a:lnTo>
                      <a:cubicBezTo>
                        <a:pt x="2762" y="132493"/>
                        <a:pt x="11906" y="123920"/>
                        <a:pt x="27718" y="109728"/>
                      </a:cubicBezTo>
                      <a:cubicBezTo>
                        <a:pt x="29813" y="109538"/>
                        <a:pt x="31433" y="110490"/>
                        <a:pt x="32861" y="112776"/>
                      </a:cubicBezTo>
                      <a:cubicBezTo>
                        <a:pt x="34481" y="115729"/>
                        <a:pt x="35814" y="117539"/>
                        <a:pt x="36957" y="118301"/>
                      </a:cubicBezTo>
                      <a:cubicBezTo>
                        <a:pt x="37433" y="121063"/>
                        <a:pt x="41339" y="128302"/>
                        <a:pt x="48578" y="140208"/>
                      </a:cubicBezTo>
                      <a:cubicBezTo>
                        <a:pt x="50387" y="139541"/>
                        <a:pt x="52007" y="139160"/>
                        <a:pt x="53340" y="139160"/>
                      </a:cubicBezTo>
                      <a:cubicBezTo>
                        <a:pt x="55436" y="139160"/>
                        <a:pt x="57721" y="140494"/>
                        <a:pt x="60198" y="143066"/>
                      </a:cubicBezTo>
                      <a:cubicBezTo>
                        <a:pt x="62675" y="145733"/>
                        <a:pt x="64865" y="146971"/>
                        <a:pt x="66770" y="146971"/>
                      </a:cubicBezTo>
                      <a:cubicBezTo>
                        <a:pt x="67628" y="146971"/>
                        <a:pt x="68771" y="146685"/>
                        <a:pt x="70199" y="145923"/>
                      </a:cubicBezTo>
                      <a:cubicBezTo>
                        <a:pt x="69533" y="147257"/>
                        <a:pt x="70390" y="148876"/>
                        <a:pt x="72962" y="150686"/>
                      </a:cubicBezTo>
                      <a:cubicBezTo>
                        <a:pt x="73628" y="144494"/>
                        <a:pt x="78581" y="140970"/>
                        <a:pt x="87630" y="140113"/>
                      </a:cubicBezTo>
                      <a:lnTo>
                        <a:pt x="93154" y="140113"/>
                      </a:lnTo>
                      <a:cubicBezTo>
                        <a:pt x="92678" y="141256"/>
                        <a:pt x="93059" y="142208"/>
                        <a:pt x="94202" y="142875"/>
                      </a:cubicBezTo>
                      <a:cubicBezTo>
                        <a:pt x="95821" y="141732"/>
                        <a:pt x="96584" y="140303"/>
                        <a:pt x="96584" y="138398"/>
                      </a:cubicBezTo>
                      <a:cubicBezTo>
                        <a:pt x="96584" y="137732"/>
                        <a:pt x="96393" y="136684"/>
                        <a:pt x="96108" y="135350"/>
                      </a:cubicBezTo>
                      <a:cubicBezTo>
                        <a:pt x="95726" y="133922"/>
                        <a:pt x="95631" y="132969"/>
                        <a:pt x="95631" y="132207"/>
                      </a:cubicBezTo>
                      <a:cubicBezTo>
                        <a:pt x="95631" y="130588"/>
                        <a:pt x="96108" y="129350"/>
                        <a:pt x="96965" y="128397"/>
                      </a:cubicBezTo>
                      <a:cubicBezTo>
                        <a:pt x="97822" y="126302"/>
                        <a:pt x="95726" y="122396"/>
                        <a:pt x="90488" y="116396"/>
                      </a:cubicBezTo>
                      <a:cubicBezTo>
                        <a:pt x="88868" y="117062"/>
                        <a:pt x="87535" y="117443"/>
                        <a:pt x="86392" y="117443"/>
                      </a:cubicBezTo>
                      <a:cubicBezTo>
                        <a:pt x="84392" y="117443"/>
                        <a:pt x="82391" y="115633"/>
                        <a:pt x="80582" y="112109"/>
                      </a:cubicBezTo>
                      <a:cubicBezTo>
                        <a:pt x="78772" y="108585"/>
                        <a:pt x="76867" y="106775"/>
                        <a:pt x="75152" y="106775"/>
                      </a:cubicBezTo>
                      <a:cubicBezTo>
                        <a:pt x="73724" y="106775"/>
                        <a:pt x="72200" y="107347"/>
                        <a:pt x="70390" y="108490"/>
                      </a:cubicBezTo>
                      <a:cubicBezTo>
                        <a:pt x="68104" y="106204"/>
                        <a:pt x="64484" y="104489"/>
                        <a:pt x="59436" y="103346"/>
                      </a:cubicBezTo>
                      <a:lnTo>
                        <a:pt x="46768" y="100298"/>
                      </a:lnTo>
                      <a:cubicBezTo>
                        <a:pt x="45149" y="96203"/>
                        <a:pt x="42005" y="93821"/>
                        <a:pt x="37243" y="93059"/>
                      </a:cubicBezTo>
                      <a:cubicBezTo>
                        <a:pt x="31528" y="92202"/>
                        <a:pt x="28004" y="90678"/>
                        <a:pt x="26575" y="88583"/>
                      </a:cubicBezTo>
                      <a:lnTo>
                        <a:pt x="23813" y="91345"/>
                      </a:lnTo>
                      <a:cubicBezTo>
                        <a:pt x="23622" y="90678"/>
                        <a:pt x="23527" y="89821"/>
                        <a:pt x="23527" y="88964"/>
                      </a:cubicBezTo>
                      <a:cubicBezTo>
                        <a:pt x="23527" y="88106"/>
                        <a:pt x="23717" y="86582"/>
                        <a:pt x="24098" y="84487"/>
                      </a:cubicBezTo>
                      <a:cubicBezTo>
                        <a:pt x="24384" y="82391"/>
                        <a:pt x="24575" y="80867"/>
                        <a:pt x="24575" y="79724"/>
                      </a:cubicBezTo>
                      <a:cubicBezTo>
                        <a:pt x="24575" y="76772"/>
                        <a:pt x="23432" y="74486"/>
                        <a:pt x="21146" y="72866"/>
                      </a:cubicBezTo>
                      <a:cubicBezTo>
                        <a:pt x="21622" y="72009"/>
                        <a:pt x="22098" y="70961"/>
                        <a:pt x="22765" y="69914"/>
                      </a:cubicBezTo>
                      <a:cubicBezTo>
                        <a:pt x="23336" y="68866"/>
                        <a:pt x="24194" y="68485"/>
                        <a:pt x="25337" y="68771"/>
                      </a:cubicBezTo>
                      <a:cubicBezTo>
                        <a:pt x="26670" y="69723"/>
                        <a:pt x="26956" y="70961"/>
                        <a:pt x="26194" y="72676"/>
                      </a:cubicBezTo>
                      <a:cubicBezTo>
                        <a:pt x="25337" y="74390"/>
                        <a:pt x="26003" y="75629"/>
                        <a:pt x="28004" y="76295"/>
                      </a:cubicBezTo>
                      <a:cubicBezTo>
                        <a:pt x="30956" y="73724"/>
                        <a:pt x="32385" y="71247"/>
                        <a:pt x="32385" y="68771"/>
                      </a:cubicBezTo>
                      <a:cubicBezTo>
                        <a:pt x="32385" y="67628"/>
                        <a:pt x="31814" y="66580"/>
                        <a:pt x="30671" y="65723"/>
                      </a:cubicBezTo>
                      <a:cubicBezTo>
                        <a:pt x="32004" y="65246"/>
                        <a:pt x="33623" y="64008"/>
                        <a:pt x="35433" y="61913"/>
                      </a:cubicBezTo>
                      <a:cubicBezTo>
                        <a:pt x="34957" y="60960"/>
                        <a:pt x="34290" y="60484"/>
                        <a:pt x="33338" y="60484"/>
                      </a:cubicBezTo>
                      <a:cubicBezTo>
                        <a:pt x="32861" y="60484"/>
                        <a:pt x="32004" y="60865"/>
                        <a:pt x="30766" y="61722"/>
                      </a:cubicBezTo>
                      <a:cubicBezTo>
                        <a:pt x="29528" y="62484"/>
                        <a:pt x="28575" y="62865"/>
                        <a:pt x="27908" y="62865"/>
                      </a:cubicBezTo>
                      <a:cubicBezTo>
                        <a:pt x="27908" y="62389"/>
                        <a:pt x="28194" y="61532"/>
                        <a:pt x="28766" y="60103"/>
                      </a:cubicBezTo>
                      <a:cubicBezTo>
                        <a:pt x="29337" y="58769"/>
                        <a:pt x="29623" y="57436"/>
                        <a:pt x="29623" y="56293"/>
                      </a:cubicBezTo>
                      <a:cubicBezTo>
                        <a:pt x="28670" y="56769"/>
                        <a:pt x="27813" y="56960"/>
                        <a:pt x="26861" y="56960"/>
                      </a:cubicBezTo>
                      <a:cubicBezTo>
                        <a:pt x="24956" y="56960"/>
                        <a:pt x="23146" y="55531"/>
                        <a:pt x="21336" y="52864"/>
                      </a:cubicBezTo>
                      <a:cubicBezTo>
                        <a:pt x="18860" y="49435"/>
                        <a:pt x="17145" y="47339"/>
                        <a:pt x="16193" y="46673"/>
                      </a:cubicBezTo>
                      <a:lnTo>
                        <a:pt x="16193" y="34957"/>
                      </a:lnTo>
                      <a:cubicBezTo>
                        <a:pt x="17812" y="33338"/>
                        <a:pt x="19621" y="30480"/>
                        <a:pt x="21812" y="26194"/>
                      </a:cubicBezTo>
                      <a:cubicBezTo>
                        <a:pt x="24003" y="21908"/>
                        <a:pt x="25527" y="19145"/>
                        <a:pt x="26479" y="17812"/>
                      </a:cubicBezTo>
                      <a:cubicBezTo>
                        <a:pt x="29433" y="16954"/>
                        <a:pt x="32861" y="13811"/>
                        <a:pt x="36767" y="8573"/>
                      </a:cubicBezTo>
                      <a:cubicBezTo>
                        <a:pt x="39719" y="4477"/>
                        <a:pt x="43339" y="2667"/>
                        <a:pt x="47720" y="3048"/>
                      </a:cubicBezTo>
                      <a:cubicBezTo>
                        <a:pt x="51626" y="953"/>
                        <a:pt x="56864" y="95"/>
                        <a:pt x="63532" y="286"/>
                      </a:cubicBezTo>
                      <a:cubicBezTo>
                        <a:pt x="72009" y="476"/>
                        <a:pt x="77438" y="381"/>
                        <a:pt x="80010" y="0"/>
                      </a:cubicBezTo>
                      <a:lnTo>
                        <a:pt x="113252" y="1715"/>
                      </a:lnTo>
                      <a:cubicBezTo>
                        <a:pt x="119444" y="4953"/>
                        <a:pt x="123158" y="7144"/>
                        <a:pt x="124587" y="8192"/>
                      </a:cubicBezTo>
                      <a:cubicBezTo>
                        <a:pt x="128207" y="10954"/>
                        <a:pt x="130588" y="14478"/>
                        <a:pt x="131826" y="18860"/>
                      </a:cubicBezTo>
                      <a:cubicBezTo>
                        <a:pt x="132969" y="18383"/>
                        <a:pt x="134112" y="18669"/>
                        <a:pt x="135255" y="19717"/>
                      </a:cubicBezTo>
                      <a:cubicBezTo>
                        <a:pt x="136398" y="20765"/>
                        <a:pt x="137446" y="21812"/>
                        <a:pt x="138303" y="22955"/>
                      </a:cubicBezTo>
                      <a:cubicBezTo>
                        <a:pt x="135350" y="22955"/>
                        <a:pt x="133826" y="23527"/>
                        <a:pt x="133826" y="24670"/>
                      </a:cubicBezTo>
                      <a:cubicBezTo>
                        <a:pt x="133826" y="25146"/>
                        <a:pt x="134208" y="26003"/>
                        <a:pt x="135065" y="27432"/>
                      </a:cubicBezTo>
                      <a:cubicBezTo>
                        <a:pt x="135827" y="28766"/>
                        <a:pt x="136208" y="29908"/>
                        <a:pt x="136208" y="30861"/>
                      </a:cubicBezTo>
                      <a:cubicBezTo>
                        <a:pt x="136208" y="31814"/>
                        <a:pt x="135636" y="32671"/>
                        <a:pt x="134493" y="33623"/>
                      </a:cubicBezTo>
                      <a:cubicBezTo>
                        <a:pt x="133350" y="33147"/>
                        <a:pt x="132398" y="32957"/>
                        <a:pt x="131731" y="32957"/>
                      </a:cubicBezTo>
                      <a:cubicBezTo>
                        <a:pt x="130302" y="32957"/>
                        <a:pt x="129540" y="34481"/>
                        <a:pt x="129350" y="37433"/>
                      </a:cubicBezTo>
                      <a:cubicBezTo>
                        <a:pt x="129064" y="40386"/>
                        <a:pt x="128492" y="42196"/>
                        <a:pt x="127445" y="42767"/>
                      </a:cubicBezTo>
                      <a:cubicBezTo>
                        <a:pt x="126397" y="43339"/>
                        <a:pt x="124492" y="45815"/>
                        <a:pt x="121729" y="50292"/>
                      </a:cubicBezTo>
                      <a:cubicBezTo>
                        <a:pt x="118967" y="54769"/>
                        <a:pt x="116681" y="56960"/>
                        <a:pt x="114586" y="56960"/>
                      </a:cubicBezTo>
                      <a:cubicBezTo>
                        <a:pt x="112776" y="56960"/>
                        <a:pt x="110776" y="55436"/>
                        <a:pt x="108776" y="52483"/>
                      </a:cubicBezTo>
                      <a:cubicBezTo>
                        <a:pt x="103251" y="44958"/>
                        <a:pt x="97536" y="40100"/>
                        <a:pt x="91631" y="38100"/>
                      </a:cubicBezTo>
                      <a:lnTo>
                        <a:pt x="88868" y="33623"/>
                      </a:lnTo>
                      <a:cubicBezTo>
                        <a:pt x="83153" y="34481"/>
                        <a:pt x="77438" y="35338"/>
                        <a:pt x="71723" y="36004"/>
                      </a:cubicBezTo>
                      <a:cubicBezTo>
                        <a:pt x="65151" y="37338"/>
                        <a:pt x="60293" y="40958"/>
                        <a:pt x="57341" y="46673"/>
                      </a:cubicBezTo>
                      <a:cubicBezTo>
                        <a:pt x="56674" y="52102"/>
                        <a:pt x="57817" y="56483"/>
                        <a:pt x="60770" y="59722"/>
                      </a:cubicBezTo>
                      <a:cubicBezTo>
                        <a:pt x="62579" y="61817"/>
                        <a:pt x="66104" y="64008"/>
                        <a:pt x="71247" y="66580"/>
                      </a:cubicBezTo>
                      <a:cubicBezTo>
                        <a:pt x="76391" y="69056"/>
                        <a:pt x="80010" y="71342"/>
                        <a:pt x="82106" y="73438"/>
                      </a:cubicBezTo>
                      <a:lnTo>
                        <a:pt x="90678" y="73438"/>
                      </a:lnTo>
                      <a:cubicBezTo>
                        <a:pt x="94107" y="76676"/>
                        <a:pt x="99441" y="80391"/>
                        <a:pt x="106775" y="84773"/>
                      </a:cubicBezTo>
                      <a:cubicBezTo>
                        <a:pt x="108204" y="84106"/>
                        <a:pt x="109442" y="83725"/>
                        <a:pt x="110585" y="83725"/>
                      </a:cubicBezTo>
                      <a:cubicBezTo>
                        <a:pt x="112681" y="83725"/>
                        <a:pt x="115158" y="84963"/>
                        <a:pt x="118110" y="87344"/>
                      </a:cubicBezTo>
                      <a:cubicBezTo>
                        <a:pt x="121063" y="89726"/>
                        <a:pt x="123349" y="91059"/>
                        <a:pt x="124968" y="91345"/>
                      </a:cubicBezTo>
                      <a:cubicBezTo>
                        <a:pt x="124778" y="91631"/>
                        <a:pt x="124587" y="91916"/>
                        <a:pt x="124587" y="92393"/>
                      </a:cubicBezTo>
                      <a:cubicBezTo>
                        <a:pt x="124587" y="93536"/>
                        <a:pt x="125349" y="94964"/>
                        <a:pt x="126778" y="96679"/>
                      </a:cubicBezTo>
                      <a:cubicBezTo>
                        <a:pt x="128302" y="98393"/>
                        <a:pt x="129921" y="99251"/>
                        <a:pt x="131731" y="99251"/>
                      </a:cubicBezTo>
                      <a:lnTo>
                        <a:pt x="135541" y="99251"/>
                      </a:lnTo>
                      <a:close/>
                      <a:moveTo>
                        <a:pt x="18193" y="58579"/>
                      </a:moveTo>
                      <a:lnTo>
                        <a:pt x="16097" y="54102"/>
                      </a:lnTo>
                      <a:lnTo>
                        <a:pt x="19812" y="56864"/>
                      </a:lnTo>
                      <a:lnTo>
                        <a:pt x="18193" y="58579"/>
                      </a:lnTo>
                      <a:close/>
                      <a:moveTo>
                        <a:pt x="18193" y="69247"/>
                      </a:moveTo>
                      <a:lnTo>
                        <a:pt x="17145" y="67532"/>
                      </a:lnTo>
                      <a:cubicBezTo>
                        <a:pt x="18098" y="67532"/>
                        <a:pt x="19241" y="66961"/>
                        <a:pt x="20479" y="66008"/>
                      </a:cubicBezTo>
                      <a:cubicBezTo>
                        <a:pt x="21908" y="64961"/>
                        <a:pt x="22670" y="64484"/>
                        <a:pt x="22955" y="64484"/>
                      </a:cubicBezTo>
                      <a:cubicBezTo>
                        <a:pt x="23336" y="64484"/>
                        <a:pt x="23622" y="64675"/>
                        <a:pt x="23622" y="65151"/>
                      </a:cubicBezTo>
                      <a:cubicBezTo>
                        <a:pt x="22955" y="66104"/>
                        <a:pt x="22098" y="66961"/>
                        <a:pt x="21241" y="67913"/>
                      </a:cubicBezTo>
                      <a:cubicBezTo>
                        <a:pt x="20384" y="68866"/>
                        <a:pt x="19336" y="69342"/>
                        <a:pt x="18193" y="69342"/>
                      </a:cubicBezTo>
                      <a:close/>
                      <a:moveTo>
                        <a:pt x="19812" y="50387"/>
                      </a:moveTo>
                      <a:lnTo>
                        <a:pt x="23622" y="50387"/>
                      </a:lnTo>
                      <a:cubicBezTo>
                        <a:pt x="22955" y="48768"/>
                        <a:pt x="22574" y="47720"/>
                        <a:pt x="22574" y="47339"/>
                      </a:cubicBezTo>
                      <a:lnTo>
                        <a:pt x="19812" y="50387"/>
                      </a:lnTo>
                      <a:close/>
                      <a:moveTo>
                        <a:pt x="20860" y="73343"/>
                      </a:moveTo>
                      <a:cubicBezTo>
                        <a:pt x="20860" y="73343"/>
                        <a:pt x="20098" y="73724"/>
                        <a:pt x="19812" y="73057"/>
                      </a:cubicBezTo>
                      <a:lnTo>
                        <a:pt x="20479" y="73057"/>
                      </a:lnTo>
                      <a:cubicBezTo>
                        <a:pt x="20479" y="73057"/>
                        <a:pt x="20574" y="73343"/>
                        <a:pt x="20860" y="73343"/>
                      </a:cubicBezTo>
                      <a:close/>
                      <a:moveTo>
                        <a:pt x="84963" y="135731"/>
                      </a:moveTo>
                      <a:lnTo>
                        <a:pt x="84963" y="137732"/>
                      </a:lnTo>
                      <a:lnTo>
                        <a:pt x="75343" y="139446"/>
                      </a:lnTo>
                      <a:cubicBezTo>
                        <a:pt x="75724" y="138113"/>
                        <a:pt x="77058" y="137160"/>
                        <a:pt x="79058" y="136684"/>
                      </a:cubicBezTo>
                      <a:cubicBezTo>
                        <a:pt x="81153" y="136303"/>
                        <a:pt x="83058" y="135922"/>
                        <a:pt x="84868" y="135636"/>
                      </a:cubicBezTo>
                      <a:close/>
                      <a:moveTo>
                        <a:pt x="87630" y="195739"/>
                      </a:moveTo>
                      <a:cubicBezTo>
                        <a:pt x="88392" y="196215"/>
                        <a:pt x="88678" y="198311"/>
                        <a:pt x="88678" y="202216"/>
                      </a:cubicBezTo>
                      <a:lnTo>
                        <a:pt x="84963" y="202216"/>
                      </a:lnTo>
                      <a:lnTo>
                        <a:pt x="87630" y="195739"/>
                      </a:lnTo>
                      <a:close/>
                      <a:moveTo>
                        <a:pt x="91440" y="189833"/>
                      </a:moveTo>
                      <a:lnTo>
                        <a:pt x="91440" y="187071"/>
                      </a:lnTo>
                      <a:lnTo>
                        <a:pt x="95155" y="187071"/>
                      </a:lnTo>
                      <a:lnTo>
                        <a:pt x="95155" y="189833"/>
                      </a:lnTo>
                      <a:lnTo>
                        <a:pt x="91440" y="189833"/>
                      </a:lnTo>
                      <a:close/>
                      <a:moveTo>
                        <a:pt x="104775" y="127445"/>
                      </a:moveTo>
                      <a:cubicBezTo>
                        <a:pt x="105251" y="125444"/>
                        <a:pt x="104870" y="123063"/>
                        <a:pt x="103727" y="120587"/>
                      </a:cubicBezTo>
                      <a:lnTo>
                        <a:pt x="99632" y="127445"/>
                      </a:lnTo>
                      <a:lnTo>
                        <a:pt x="104775" y="127445"/>
                      </a:lnTo>
                      <a:close/>
                      <a:moveTo>
                        <a:pt x="108585" y="111728"/>
                      </a:moveTo>
                      <a:cubicBezTo>
                        <a:pt x="109061" y="114014"/>
                        <a:pt x="112681" y="115729"/>
                        <a:pt x="119539" y="116872"/>
                      </a:cubicBezTo>
                      <a:lnTo>
                        <a:pt x="108585" y="111728"/>
                      </a:lnTo>
                      <a:close/>
                      <a:moveTo>
                        <a:pt x="119539" y="209074"/>
                      </a:moveTo>
                      <a:cubicBezTo>
                        <a:pt x="119348" y="209931"/>
                        <a:pt x="119063" y="210788"/>
                        <a:pt x="118872" y="211455"/>
                      </a:cubicBezTo>
                      <a:cubicBezTo>
                        <a:pt x="117729" y="213265"/>
                        <a:pt x="116491" y="214122"/>
                        <a:pt x="115062" y="213932"/>
                      </a:cubicBezTo>
                      <a:cubicBezTo>
                        <a:pt x="113062" y="213932"/>
                        <a:pt x="111728" y="213551"/>
                        <a:pt x="111347" y="212884"/>
                      </a:cubicBezTo>
                      <a:lnTo>
                        <a:pt x="119539" y="209169"/>
                      </a:lnTo>
                      <a:close/>
                      <a:moveTo>
                        <a:pt x="116777" y="187166"/>
                      </a:moveTo>
                      <a:cubicBezTo>
                        <a:pt x="117253" y="188309"/>
                        <a:pt x="118682" y="188881"/>
                        <a:pt x="120872" y="188881"/>
                      </a:cubicBezTo>
                      <a:lnTo>
                        <a:pt x="114014" y="189833"/>
                      </a:lnTo>
                      <a:lnTo>
                        <a:pt x="116681" y="187071"/>
                      </a:lnTo>
                      <a:close/>
                      <a:moveTo>
                        <a:pt x="120872" y="126111"/>
                      </a:moveTo>
                      <a:cubicBezTo>
                        <a:pt x="123349" y="126778"/>
                        <a:pt x="125540" y="125921"/>
                        <a:pt x="127349" y="123349"/>
                      </a:cubicBezTo>
                      <a:cubicBezTo>
                        <a:pt x="126492" y="122206"/>
                        <a:pt x="124968" y="121825"/>
                        <a:pt x="122873" y="122301"/>
                      </a:cubicBezTo>
                      <a:cubicBezTo>
                        <a:pt x="120777" y="122777"/>
                        <a:pt x="120110" y="124016"/>
                        <a:pt x="120777" y="126111"/>
                      </a:cubicBezTo>
                      <a:close/>
                      <a:moveTo>
                        <a:pt x="127349" y="170021"/>
                      </a:moveTo>
                      <a:cubicBezTo>
                        <a:pt x="126683" y="167735"/>
                        <a:pt x="127445" y="166402"/>
                        <a:pt x="129731" y="165926"/>
                      </a:cubicBezTo>
                      <a:cubicBezTo>
                        <a:pt x="128778" y="166116"/>
                        <a:pt x="130302" y="166307"/>
                        <a:pt x="134208" y="166307"/>
                      </a:cubicBezTo>
                      <a:cubicBezTo>
                        <a:pt x="133921" y="166307"/>
                        <a:pt x="133255" y="166973"/>
                        <a:pt x="132017" y="168402"/>
                      </a:cubicBezTo>
                      <a:cubicBezTo>
                        <a:pt x="130778" y="169736"/>
                        <a:pt x="129635" y="170402"/>
                        <a:pt x="128778" y="170402"/>
                      </a:cubicBezTo>
                      <a:cubicBezTo>
                        <a:pt x="128302" y="170402"/>
                        <a:pt x="127826" y="170402"/>
                        <a:pt x="127349" y="170117"/>
                      </a:cubicBezTo>
                      <a:close/>
                      <a:moveTo>
                        <a:pt x="131445" y="105251"/>
                      </a:moveTo>
                      <a:cubicBezTo>
                        <a:pt x="130778" y="103918"/>
                        <a:pt x="129826" y="103442"/>
                        <a:pt x="128683" y="103918"/>
                      </a:cubicBezTo>
                      <a:cubicBezTo>
                        <a:pt x="127540" y="104394"/>
                        <a:pt x="127064" y="105156"/>
                        <a:pt x="127254" y="106299"/>
                      </a:cubicBezTo>
                      <a:lnTo>
                        <a:pt x="131350" y="107347"/>
                      </a:lnTo>
                      <a:lnTo>
                        <a:pt x="131350" y="105251"/>
                      </a:lnTo>
                      <a:close/>
                      <a:moveTo>
                        <a:pt x="130397" y="141637"/>
                      </a:moveTo>
                      <a:cubicBezTo>
                        <a:pt x="132969" y="139541"/>
                        <a:pt x="134208" y="138398"/>
                        <a:pt x="134208" y="138208"/>
                      </a:cubicBezTo>
                      <a:cubicBezTo>
                        <a:pt x="134208" y="137255"/>
                        <a:pt x="133255" y="136493"/>
                        <a:pt x="131445" y="135827"/>
                      </a:cubicBezTo>
                      <a:lnTo>
                        <a:pt x="130397" y="141637"/>
                      </a:lnTo>
                      <a:cubicBezTo>
                        <a:pt x="129540" y="142780"/>
                        <a:pt x="129350" y="143828"/>
                        <a:pt x="130016" y="144780"/>
                      </a:cubicBezTo>
                      <a:lnTo>
                        <a:pt x="130397" y="141637"/>
                      </a:lnTo>
                      <a:close/>
                      <a:moveTo>
                        <a:pt x="139637" y="115919"/>
                      </a:moveTo>
                      <a:cubicBezTo>
                        <a:pt x="140303" y="113633"/>
                        <a:pt x="140684" y="112586"/>
                        <a:pt x="140684" y="112871"/>
                      </a:cubicBezTo>
                      <a:cubicBezTo>
                        <a:pt x="140399" y="112204"/>
                        <a:pt x="138684" y="111824"/>
                        <a:pt x="135255" y="111824"/>
                      </a:cubicBezTo>
                      <a:lnTo>
                        <a:pt x="139732" y="115919"/>
                      </a:lnTo>
                      <a:close/>
                      <a:moveTo>
                        <a:pt x="152971" y="139541"/>
                      </a:moveTo>
                      <a:lnTo>
                        <a:pt x="157734" y="142304"/>
                      </a:lnTo>
                      <a:lnTo>
                        <a:pt x="148495" y="143351"/>
                      </a:lnTo>
                      <a:lnTo>
                        <a:pt x="152971" y="139637"/>
                      </a:lnTo>
                      <a:close/>
                      <a:moveTo>
                        <a:pt x="154019" y="163544"/>
                      </a:moveTo>
                      <a:cubicBezTo>
                        <a:pt x="154496" y="164211"/>
                        <a:pt x="156305" y="164592"/>
                        <a:pt x="159544" y="164592"/>
                      </a:cubicBezTo>
                      <a:lnTo>
                        <a:pt x="154019" y="169069"/>
                      </a:lnTo>
                      <a:lnTo>
                        <a:pt x="154019" y="163544"/>
                      </a:lnTo>
                      <a:close/>
                      <a:moveTo>
                        <a:pt x="156782" y="204692"/>
                      </a:moveTo>
                      <a:cubicBezTo>
                        <a:pt x="156782" y="204692"/>
                        <a:pt x="156972" y="203740"/>
                        <a:pt x="157448" y="203359"/>
                      </a:cubicBezTo>
                      <a:lnTo>
                        <a:pt x="156782" y="204692"/>
                      </a:lnTo>
                      <a:close/>
                      <a:moveTo>
                        <a:pt x="157448" y="203359"/>
                      </a:moveTo>
                      <a:lnTo>
                        <a:pt x="159449" y="200692"/>
                      </a:lnTo>
                      <a:lnTo>
                        <a:pt x="160496" y="202406"/>
                      </a:lnTo>
                      <a:cubicBezTo>
                        <a:pt x="159544" y="202406"/>
                        <a:pt x="158591" y="202787"/>
                        <a:pt x="157448" y="203454"/>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07" name="Google Shape;907;p99"/>
              <p:cNvGrpSpPr/>
              <p:nvPr/>
            </p:nvGrpSpPr>
            <p:grpSpPr>
              <a:xfrm>
                <a:off x="8538109" y="4345877"/>
                <a:ext cx="1090612" cy="225551"/>
                <a:chOff x="3284791" y="2063972"/>
                <a:chExt cx="1090612" cy="225551"/>
              </a:xfrm>
            </p:grpSpPr>
            <p:sp>
              <p:nvSpPr>
                <p:cNvPr id="908" name="Google Shape;908;p99"/>
                <p:cNvSpPr/>
                <p:nvPr/>
              </p:nvSpPr>
              <p:spPr>
                <a:xfrm>
                  <a:off x="3284791" y="2098738"/>
                  <a:ext cx="171354" cy="180975"/>
                </a:xfrm>
                <a:custGeom>
                  <a:avLst/>
                  <a:gdLst/>
                  <a:ahLst/>
                  <a:cxnLst/>
                  <a:rect l="l" t="t" r="r" b="b"/>
                  <a:pathLst>
                    <a:path w="171354" h="180975" extrusionOk="0">
                      <a:moveTo>
                        <a:pt x="2477" y="125635"/>
                      </a:moveTo>
                      <a:cubicBezTo>
                        <a:pt x="2286" y="127063"/>
                        <a:pt x="2477" y="127825"/>
                        <a:pt x="3238" y="127825"/>
                      </a:cubicBezTo>
                      <a:cubicBezTo>
                        <a:pt x="3334" y="127825"/>
                        <a:pt x="3619" y="127825"/>
                        <a:pt x="4096" y="127635"/>
                      </a:cubicBezTo>
                      <a:cubicBezTo>
                        <a:pt x="4572" y="127445"/>
                        <a:pt x="4953" y="127445"/>
                        <a:pt x="5334" y="127445"/>
                      </a:cubicBezTo>
                      <a:cubicBezTo>
                        <a:pt x="5810" y="127445"/>
                        <a:pt x="6096" y="127730"/>
                        <a:pt x="6191" y="128302"/>
                      </a:cubicBezTo>
                      <a:cubicBezTo>
                        <a:pt x="2477" y="128302"/>
                        <a:pt x="476" y="128016"/>
                        <a:pt x="0" y="127445"/>
                      </a:cubicBezTo>
                      <a:lnTo>
                        <a:pt x="2572" y="125635"/>
                      </a:lnTo>
                      <a:close/>
                      <a:moveTo>
                        <a:pt x="6191" y="148590"/>
                      </a:moveTo>
                      <a:cubicBezTo>
                        <a:pt x="6477" y="147828"/>
                        <a:pt x="7048" y="147447"/>
                        <a:pt x="8001" y="147447"/>
                      </a:cubicBezTo>
                      <a:lnTo>
                        <a:pt x="10477" y="147447"/>
                      </a:lnTo>
                      <a:cubicBezTo>
                        <a:pt x="10382" y="148209"/>
                        <a:pt x="9715" y="148590"/>
                        <a:pt x="8668" y="148590"/>
                      </a:cubicBezTo>
                      <a:lnTo>
                        <a:pt x="6096" y="148590"/>
                      </a:lnTo>
                      <a:close/>
                      <a:moveTo>
                        <a:pt x="14002" y="160496"/>
                      </a:moveTo>
                      <a:lnTo>
                        <a:pt x="14002" y="158020"/>
                      </a:lnTo>
                      <a:lnTo>
                        <a:pt x="15907" y="158020"/>
                      </a:lnTo>
                      <a:lnTo>
                        <a:pt x="14002" y="160496"/>
                      </a:lnTo>
                      <a:close/>
                      <a:moveTo>
                        <a:pt x="23908" y="145637"/>
                      </a:moveTo>
                      <a:cubicBezTo>
                        <a:pt x="24670" y="145352"/>
                        <a:pt x="25813" y="145923"/>
                        <a:pt x="27337" y="147447"/>
                      </a:cubicBezTo>
                      <a:lnTo>
                        <a:pt x="26670" y="148590"/>
                      </a:lnTo>
                      <a:lnTo>
                        <a:pt x="23908" y="145637"/>
                      </a:lnTo>
                      <a:close/>
                      <a:moveTo>
                        <a:pt x="27337" y="160496"/>
                      </a:moveTo>
                      <a:cubicBezTo>
                        <a:pt x="27813" y="160401"/>
                        <a:pt x="28289" y="159925"/>
                        <a:pt x="28861" y="159163"/>
                      </a:cubicBezTo>
                      <a:cubicBezTo>
                        <a:pt x="29432" y="158401"/>
                        <a:pt x="29908" y="158020"/>
                        <a:pt x="30290" y="158020"/>
                      </a:cubicBezTo>
                      <a:cubicBezTo>
                        <a:pt x="30290" y="158591"/>
                        <a:pt x="29908" y="159449"/>
                        <a:pt x="29242" y="160496"/>
                      </a:cubicBezTo>
                      <a:lnTo>
                        <a:pt x="27337" y="160496"/>
                      </a:lnTo>
                      <a:close/>
                      <a:moveTo>
                        <a:pt x="31718" y="140494"/>
                      </a:moveTo>
                      <a:lnTo>
                        <a:pt x="30956" y="142304"/>
                      </a:lnTo>
                      <a:lnTo>
                        <a:pt x="28384" y="142304"/>
                      </a:lnTo>
                      <a:cubicBezTo>
                        <a:pt x="29051" y="140494"/>
                        <a:pt x="29623" y="139541"/>
                        <a:pt x="30194" y="139541"/>
                      </a:cubicBezTo>
                      <a:cubicBezTo>
                        <a:pt x="30766" y="139541"/>
                        <a:pt x="31147" y="139827"/>
                        <a:pt x="31623" y="140494"/>
                      </a:cubicBezTo>
                      <a:close/>
                      <a:moveTo>
                        <a:pt x="35433" y="124968"/>
                      </a:moveTo>
                      <a:lnTo>
                        <a:pt x="35433" y="126778"/>
                      </a:lnTo>
                      <a:lnTo>
                        <a:pt x="31718" y="123920"/>
                      </a:lnTo>
                      <a:cubicBezTo>
                        <a:pt x="32671" y="123635"/>
                        <a:pt x="33814" y="123920"/>
                        <a:pt x="35433" y="124968"/>
                      </a:cubicBezTo>
                      <a:close/>
                      <a:moveTo>
                        <a:pt x="31718" y="151067"/>
                      </a:moveTo>
                      <a:cubicBezTo>
                        <a:pt x="32861" y="151067"/>
                        <a:pt x="33528" y="151924"/>
                        <a:pt x="33528" y="153543"/>
                      </a:cubicBezTo>
                      <a:lnTo>
                        <a:pt x="31718" y="153543"/>
                      </a:lnTo>
                      <a:lnTo>
                        <a:pt x="31718" y="151067"/>
                      </a:lnTo>
                      <a:close/>
                      <a:moveTo>
                        <a:pt x="36100" y="170117"/>
                      </a:moveTo>
                      <a:lnTo>
                        <a:pt x="35433" y="169259"/>
                      </a:lnTo>
                      <a:lnTo>
                        <a:pt x="39053" y="167259"/>
                      </a:lnTo>
                      <a:lnTo>
                        <a:pt x="36100" y="170212"/>
                      </a:lnTo>
                      <a:close/>
                      <a:moveTo>
                        <a:pt x="171259" y="134303"/>
                      </a:moveTo>
                      <a:lnTo>
                        <a:pt x="163163" y="135446"/>
                      </a:lnTo>
                      <a:cubicBezTo>
                        <a:pt x="163163" y="135446"/>
                        <a:pt x="162878" y="135922"/>
                        <a:pt x="162878" y="136112"/>
                      </a:cubicBezTo>
                      <a:cubicBezTo>
                        <a:pt x="162878" y="136493"/>
                        <a:pt x="163544" y="137160"/>
                        <a:pt x="164783" y="137922"/>
                      </a:cubicBezTo>
                      <a:cubicBezTo>
                        <a:pt x="166116" y="138684"/>
                        <a:pt x="166783" y="139446"/>
                        <a:pt x="166783" y="140399"/>
                      </a:cubicBezTo>
                      <a:lnTo>
                        <a:pt x="168592" y="140399"/>
                      </a:lnTo>
                      <a:cubicBezTo>
                        <a:pt x="167735" y="145066"/>
                        <a:pt x="166878" y="149638"/>
                        <a:pt x="166116" y="154305"/>
                      </a:cubicBezTo>
                      <a:cubicBezTo>
                        <a:pt x="164878" y="159258"/>
                        <a:pt x="161925" y="162496"/>
                        <a:pt x="157163" y="164021"/>
                      </a:cubicBezTo>
                      <a:cubicBezTo>
                        <a:pt x="156305" y="161258"/>
                        <a:pt x="154496" y="160496"/>
                        <a:pt x="151638" y="161544"/>
                      </a:cubicBezTo>
                      <a:lnTo>
                        <a:pt x="150685" y="162211"/>
                      </a:lnTo>
                      <a:lnTo>
                        <a:pt x="154114" y="165830"/>
                      </a:lnTo>
                      <a:cubicBezTo>
                        <a:pt x="152781" y="165545"/>
                        <a:pt x="151162" y="164687"/>
                        <a:pt x="149542" y="163259"/>
                      </a:cubicBezTo>
                      <a:cubicBezTo>
                        <a:pt x="147828" y="161830"/>
                        <a:pt x="146590" y="161068"/>
                        <a:pt x="145542" y="161068"/>
                      </a:cubicBezTo>
                      <a:cubicBezTo>
                        <a:pt x="144494" y="161068"/>
                        <a:pt x="143256" y="161639"/>
                        <a:pt x="141827" y="162878"/>
                      </a:cubicBezTo>
                      <a:lnTo>
                        <a:pt x="145066" y="162878"/>
                      </a:lnTo>
                      <a:lnTo>
                        <a:pt x="144304" y="164021"/>
                      </a:lnTo>
                      <a:cubicBezTo>
                        <a:pt x="146209" y="164592"/>
                        <a:pt x="148590" y="166021"/>
                        <a:pt x="151447" y="168307"/>
                      </a:cubicBezTo>
                      <a:lnTo>
                        <a:pt x="144971" y="170974"/>
                      </a:lnTo>
                      <a:lnTo>
                        <a:pt x="146113" y="171641"/>
                      </a:lnTo>
                      <a:cubicBezTo>
                        <a:pt x="146113" y="171641"/>
                        <a:pt x="143351" y="172784"/>
                        <a:pt x="138779" y="174784"/>
                      </a:cubicBezTo>
                      <a:cubicBezTo>
                        <a:pt x="136398" y="175641"/>
                        <a:pt x="134017" y="176117"/>
                        <a:pt x="131921" y="176117"/>
                      </a:cubicBezTo>
                      <a:cubicBezTo>
                        <a:pt x="130874" y="176117"/>
                        <a:pt x="129730" y="176117"/>
                        <a:pt x="128492" y="175832"/>
                      </a:cubicBezTo>
                      <a:cubicBezTo>
                        <a:pt x="127635" y="177832"/>
                        <a:pt x="127445" y="179165"/>
                        <a:pt x="127730" y="179927"/>
                      </a:cubicBezTo>
                      <a:lnTo>
                        <a:pt x="92774" y="180975"/>
                      </a:lnTo>
                      <a:cubicBezTo>
                        <a:pt x="90011" y="178499"/>
                        <a:pt x="85725" y="176308"/>
                        <a:pt x="79629" y="174593"/>
                      </a:cubicBezTo>
                      <a:cubicBezTo>
                        <a:pt x="72962" y="172593"/>
                        <a:pt x="68866" y="171069"/>
                        <a:pt x="66961" y="169926"/>
                      </a:cubicBezTo>
                      <a:cubicBezTo>
                        <a:pt x="66199" y="168878"/>
                        <a:pt x="64865" y="168116"/>
                        <a:pt x="62960" y="167735"/>
                      </a:cubicBezTo>
                      <a:cubicBezTo>
                        <a:pt x="61055" y="167259"/>
                        <a:pt x="59150" y="166783"/>
                        <a:pt x="57341" y="166402"/>
                      </a:cubicBezTo>
                      <a:lnTo>
                        <a:pt x="59912" y="163925"/>
                      </a:lnTo>
                      <a:lnTo>
                        <a:pt x="56388" y="160401"/>
                      </a:lnTo>
                      <a:lnTo>
                        <a:pt x="55435" y="162878"/>
                      </a:lnTo>
                      <a:cubicBezTo>
                        <a:pt x="52388" y="162116"/>
                        <a:pt x="50768" y="159639"/>
                        <a:pt x="50387" y="155448"/>
                      </a:cubicBezTo>
                      <a:cubicBezTo>
                        <a:pt x="50292" y="151733"/>
                        <a:pt x="48101" y="149828"/>
                        <a:pt x="44005" y="149828"/>
                      </a:cubicBezTo>
                      <a:lnTo>
                        <a:pt x="40958" y="149828"/>
                      </a:lnTo>
                      <a:cubicBezTo>
                        <a:pt x="43625" y="149638"/>
                        <a:pt x="44863" y="148209"/>
                        <a:pt x="44863" y="145542"/>
                      </a:cubicBezTo>
                      <a:cubicBezTo>
                        <a:pt x="44863" y="144685"/>
                        <a:pt x="44672" y="143828"/>
                        <a:pt x="44101" y="143066"/>
                      </a:cubicBezTo>
                      <a:cubicBezTo>
                        <a:pt x="43720" y="142304"/>
                        <a:pt x="42196" y="141446"/>
                        <a:pt x="39338" y="140399"/>
                      </a:cubicBezTo>
                      <a:lnTo>
                        <a:pt x="38671" y="141065"/>
                      </a:lnTo>
                      <a:cubicBezTo>
                        <a:pt x="38671" y="141065"/>
                        <a:pt x="38291" y="141542"/>
                        <a:pt x="38005" y="141542"/>
                      </a:cubicBezTo>
                      <a:cubicBezTo>
                        <a:pt x="37624" y="141542"/>
                        <a:pt x="37147" y="140970"/>
                        <a:pt x="36862" y="139732"/>
                      </a:cubicBezTo>
                      <a:cubicBezTo>
                        <a:pt x="36576" y="138684"/>
                        <a:pt x="36576" y="137732"/>
                        <a:pt x="36862" y="136779"/>
                      </a:cubicBezTo>
                      <a:cubicBezTo>
                        <a:pt x="38386" y="136493"/>
                        <a:pt x="40672" y="134969"/>
                        <a:pt x="43815" y="132112"/>
                      </a:cubicBezTo>
                      <a:cubicBezTo>
                        <a:pt x="46482" y="129731"/>
                        <a:pt x="48863" y="128492"/>
                        <a:pt x="50673" y="128492"/>
                      </a:cubicBezTo>
                      <a:cubicBezTo>
                        <a:pt x="51530" y="128492"/>
                        <a:pt x="52578" y="128683"/>
                        <a:pt x="53626" y="129159"/>
                      </a:cubicBezTo>
                      <a:cubicBezTo>
                        <a:pt x="53054" y="128016"/>
                        <a:pt x="52959" y="127159"/>
                        <a:pt x="53626" y="126397"/>
                      </a:cubicBezTo>
                      <a:cubicBezTo>
                        <a:pt x="54102" y="125635"/>
                        <a:pt x="53626" y="124492"/>
                        <a:pt x="52102" y="123063"/>
                      </a:cubicBezTo>
                      <a:lnTo>
                        <a:pt x="60008" y="119444"/>
                      </a:lnTo>
                      <a:lnTo>
                        <a:pt x="58103" y="116967"/>
                      </a:lnTo>
                      <a:cubicBezTo>
                        <a:pt x="59341" y="116967"/>
                        <a:pt x="61341" y="116205"/>
                        <a:pt x="64103" y="114776"/>
                      </a:cubicBezTo>
                      <a:cubicBezTo>
                        <a:pt x="66866" y="113443"/>
                        <a:pt x="68675" y="112681"/>
                        <a:pt x="69628" y="112681"/>
                      </a:cubicBezTo>
                      <a:cubicBezTo>
                        <a:pt x="71152" y="112681"/>
                        <a:pt x="72104" y="113824"/>
                        <a:pt x="72580" y="116015"/>
                      </a:cubicBezTo>
                      <a:cubicBezTo>
                        <a:pt x="72104" y="120967"/>
                        <a:pt x="74009" y="125921"/>
                        <a:pt x="78105" y="130778"/>
                      </a:cubicBezTo>
                      <a:cubicBezTo>
                        <a:pt x="80105" y="133255"/>
                        <a:pt x="84201" y="136970"/>
                        <a:pt x="90297" y="142018"/>
                      </a:cubicBezTo>
                      <a:cubicBezTo>
                        <a:pt x="91250" y="144113"/>
                        <a:pt x="92774" y="145161"/>
                        <a:pt x="94869" y="145161"/>
                      </a:cubicBezTo>
                      <a:cubicBezTo>
                        <a:pt x="95536" y="145161"/>
                        <a:pt x="96488" y="145066"/>
                        <a:pt x="97726" y="144875"/>
                      </a:cubicBezTo>
                      <a:cubicBezTo>
                        <a:pt x="99060" y="144685"/>
                        <a:pt x="99917" y="144494"/>
                        <a:pt x="100584" y="144494"/>
                      </a:cubicBezTo>
                      <a:cubicBezTo>
                        <a:pt x="101917" y="144494"/>
                        <a:pt x="103251" y="144780"/>
                        <a:pt x="104489" y="145352"/>
                      </a:cubicBezTo>
                      <a:cubicBezTo>
                        <a:pt x="105632" y="145923"/>
                        <a:pt x="107061" y="146304"/>
                        <a:pt x="108585" y="146304"/>
                      </a:cubicBezTo>
                      <a:cubicBezTo>
                        <a:pt x="111347" y="146304"/>
                        <a:pt x="114586" y="144971"/>
                        <a:pt x="118300" y="142494"/>
                      </a:cubicBezTo>
                      <a:cubicBezTo>
                        <a:pt x="123825" y="138875"/>
                        <a:pt x="126968" y="136970"/>
                        <a:pt x="127730" y="136684"/>
                      </a:cubicBezTo>
                      <a:cubicBezTo>
                        <a:pt x="128492" y="135446"/>
                        <a:pt x="128873" y="134303"/>
                        <a:pt x="128873" y="133160"/>
                      </a:cubicBezTo>
                      <a:cubicBezTo>
                        <a:pt x="128873" y="131350"/>
                        <a:pt x="127730" y="128969"/>
                        <a:pt x="125730" y="126111"/>
                      </a:cubicBezTo>
                      <a:cubicBezTo>
                        <a:pt x="123730" y="123158"/>
                        <a:pt x="122492" y="120967"/>
                        <a:pt x="122206" y="119444"/>
                      </a:cubicBezTo>
                      <a:cubicBezTo>
                        <a:pt x="118396" y="118872"/>
                        <a:pt x="116205" y="117443"/>
                        <a:pt x="115729" y="115157"/>
                      </a:cubicBezTo>
                      <a:lnTo>
                        <a:pt x="116872" y="114300"/>
                      </a:lnTo>
                      <a:cubicBezTo>
                        <a:pt x="112014" y="112109"/>
                        <a:pt x="105156" y="108680"/>
                        <a:pt x="96393" y="103918"/>
                      </a:cubicBezTo>
                      <a:cubicBezTo>
                        <a:pt x="95536" y="104680"/>
                        <a:pt x="94583" y="105061"/>
                        <a:pt x="93631" y="105061"/>
                      </a:cubicBezTo>
                      <a:cubicBezTo>
                        <a:pt x="92392" y="105061"/>
                        <a:pt x="90868" y="104204"/>
                        <a:pt x="89059" y="102584"/>
                      </a:cubicBezTo>
                      <a:cubicBezTo>
                        <a:pt x="87249" y="100965"/>
                        <a:pt x="85725" y="100203"/>
                        <a:pt x="84677" y="100203"/>
                      </a:cubicBezTo>
                      <a:cubicBezTo>
                        <a:pt x="84201" y="100203"/>
                        <a:pt x="83725" y="100298"/>
                        <a:pt x="83249" y="100679"/>
                      </a:cubicBezTo>
                      <a:cubicBezTo>
                        <a:pt x="79343" y="99632"/>
                        <a:pt x="75533" y="96583"/>
                        <a:pt x="71818" y="91440"/>
                      </a:cubicBezTo>
                      <a:cubicBezTo>
                        <a:pt x="67437" y="85725"/>
                        <a:pt x="63913" y="82106"/>
                        <a:pt x="60960" y="80486"/>
                      </a:cubicBezTo>
                      <a:cubicBezTo>
                        <a:pt x="61246" y="78867"/>
                        <a:pt x="60484" y="76771"/>
                        <a:pt x="58579" y="74295"/>
                      </a:cubicBezTo>
                      <a:cubicBezTo>
                        <a:pt x="56769" y="71819"/>
                        <a:pt x="56102" y="69913"/>
                        <a:pt x="56293" y="68580"/>
                      </a:cubicBezTo>
                      <a:cubicBezTo>
                        <a:pt x="55245" y="66675"/>
                        <a:pt x="54483" y="62865"/>
                        <a:pt x="54292" y="57341"/>
                      </a:cubicBezTo>
                      <a:cubicBezTo>
                        <a:pt x="54007" y="52388"/>
                        <a:pt x="53721" y="47435"/>
                        <a:pt x="53530" y="42482"/>
                      </a:cubicBezTo>
                      <a:cubicBezTo>
                        <a:pt x="54769" y="42005"/>
                        <a:pt x="55340" y="41434"/>
                        <a:pt x="55340" y="40672"/>
                      </a:cubicBezTo>
                      <a:cubicBezTo>
                        <a:pt x="55340" y="40196"/>
                        <a:pt x="55054" y="39433"/>
                        <a:pt x="54483" y="38576"/>
                      </a:cubicBezTo>
                      <a:cubicBezTo>
                        <a:pt x="53816" y="37624"/>
                        <a:pt x="53530" y="36862"/>
                        <a:pt x="53530" y="36481"/>
                      </a:cubicBezTo>
                      <a:cubicBezTo>
                        <a:pt x="54388" y="34385"/>
                        <a:pt x="56864" y="31528"/>
                        <a:pt x="61341" y="27908"/>
                      </a:cubicBezTo>
                      <a:cubicBezTo>
                        <a:pt x="65056" y="24765"/>
                        <a:pt x="66866" y="21717"/>
                        <a:pt x="66866" y="18860"/>
                      </a:cubicBezTo>
                      <a:cubicBezTo>
                        <a:pt x="67437" y="18669"/>
                        <a:pt x="68580" y="18098"/>
                        <a:pt x="70009" y="17050"/>
                      </a:cubicBezTo>
                      <a:cubicBezTo>
                        <a:pt x="71438" y="16002"/>
                        <a:pt x="72485" y="15526"/>
                        <a:pt x="73152" y="15526"/>
                      </a:cubicBezTo>
                      <a:cubicBezTo>
                        <a:pt x="73628" y="15526"/>
                        <a:pt x="73914" y="15812"/>
                        <a:pt x="74295" y="16383"/>
                      </a:cubicBezTo>
                      <a:cubicBezTo>
                        <a:pt x="77153" y="12002"/>
                        <a:pt x="81915" y="8668"/>
                        <a:pt x="88297" y="6287"/>
                      </a:cubicBezTo>
                      <a:cubicBezTo>
                        <a:pt x="93917" y="4477"/>
                        <a:pt x="99536" y="2667"/>
                        <a:pt x="105346" y="857"/>
                      </a:cubicBezTo>
                      <a:cubicBezTo>
                        <a:pt x="107061" y="286"/>
                        <a:pt x="108775" y="0"/>
                        <a:pt x="110395" y="0"/>
                      </a:cubicBezTo>
                      <a:cubicBezTo>
                        <a:pt x="112871" y="0"/>
                        <a:pt x="116110" y="953"/>
                        <a:pt x="120301" y="2762"/>
                      </a:cubicBezTo>
                      <a:cubicBezTo>
                        <a:pt x="124492" y="4572"/>
                        <a:pt x="127825" y="5525"/>
                        <a:pt x="130207" y="5525"/>
                      </a:cubicBezTo>
                      <a:cubicBezTo>
                        <a:pt x="131350" y="5525"/>
                        <a:pt x="132302" y="5429"/>
                        <a:pt x="133445" y="5144"/>
                      </a:cubicBezTo>
                      <a:cubicBezTo>
                        <a:pt x="134588" y="7239"/>
                        <a:pt x="136398" y="8668"/>
                        <a:pt x="139160" y="9430"/>
                      </a:cubicBezTo>
                      <a:cubicBezTo>
                        <a:pt x="142684" y="10478"/>
                        <a:pt x="144971" y="11335"/>
                        <a:pt x="146113" y="12097"/>
                      </a:cubicBezTo>
                      <a:cubicBezTo>
                        <a:pt x="151352" y="12573"/>
                        <a:pt x="155924" y="19145"/>
                        <a:pt x="160020" y="31909"/>
                      </a:cubicBezTo>
                      <a:cubicBezTo>
                        <a:pt x="160020" y="33719"/>
                        <a:pt x="158591" y="36100"/>
                        <a:pt x="156115" y="39148"/>
                      </a:cubicBezTo>
                      <a:cubicBezTo>
                        <a:pt x="153638" y="42100"/>
                        <a:pt x="152400" y="44672"/>
                        <a:pt x="152591" y="46768"/>
                      </a:cubicBezTo>
                      <a:cubicBezTo>
                        <a:pt x="150876" y="46482"/>
                        <a:pt x="149924" y="47054"/>
                        <a:pt x="149828" y="48578"/>
                      </a:cubicBezTo>
                      <a:cubicBezTo>
                        <a:pt x="149638" y="50578"/>
                        <a:pt x="149257" y="51625"/>
                        <a:pt x="148685" y="51911"/>
                      </a:cubicBezTo>
                      <a:cubicBezTo>
                        <a:pt x="144399" y="53912"/>
                        <a:pt x="141351" y="54864"/>
                        <a:pt x="139732" y="54864"/>
                      </a:cubicBezTo>
                      <a:cubicBezTo>
                        <a:pt x="137255" y="54864"/>
                        <a:pt x="134969" y="53340"/>
                        <a:pt x="132779" y="50387"/>
                      </a:cubicBezTo>
                      <a:cubicBezTo>
                        <a:pt x="132683" y="48006"/>
                        <a:pt x="131159" y="46196"/>
                        <a:pt x="128207" y="44958"/>
                      </a:cubicBezTo>
                      <a:cubicBezTo>
                        <a:pt x="124778" y="43815"/>
                        <a:pt x="122872" y="42291"/>
                        <a:pt x="122206" y="40672"/>
                      </a:cubicBezTo>
                      <a:cubicBezTo>
                        <a:pt x="121349" y="40481"/>
                        <a:pt x="118872" y="39719"/>
                        <a:pt x="115062" y="38195"/>
                      </a:cubicBezTo>
                      <a:cubicBezTo>
                        <a:pt x="112014" y="36957"/>
                        <a:pt x="109633" y="36386"/>
                        <a:pt x="107728" y="36386"/>
                      </a:cubicBezTo>
                      <a:cubicBezTo>
                        <a:pt x="105156" y="36386"/>
                        <a:pt x="102870" y="37529"/>
                        <a:pt x="101060" y="40005"/>
                      </a:cubicBezTo>
                      <a:cubicBezTo>
                        <a:pt x="100489" y="39815"/>
                        <a:pt x="99917" y="39815"/>
                        <a:pt x="99441" y="39815"/>
                      </a:cubicBezTo>
                      <a:cubicBezTo>
                        <a:pt x="98203" y="39815"/>
                        <a:pt x="96203" y="40958"/>
                        <a:pt x="93726" y="43148"/>
                      </a:cubicBezTo>
                      <a:cubicBezTo>
                        <a:pt x="94488" y="44482"/>
                        <a:pt x="94869" y="45720"/>
                        <a:pt x="94869" y="46768"/>
                      </a:cubicBezTo>
                      <a:cubicBezTo>
                        <a:pt x="94869" y="48101"/>
                        <a:pt x="93821" y="49340"/>
                        <a:pt x="91821" y="50483"/>
                      </a:cubicBezTo>
                      <a:cubicBezTo>
                        <a:pt x="89821" y="51530"/>
                        <a:pt x="88678" y="52673"/>
                        <a:pt x="88678" y="53721"/>
                      </a:cubicBezTo>
                      <a:cubicBezTo>
                        <a:pt x="88678" y="54674"/>
                        <a:pt x="89154" y="55817"/>
                        <a:pt x="90297" y="57341"/>
                      </a:cubicBezTo>
                      <a:cubicBezTo>
                        <a:pt x="96774" y="66485"/>
                        <a:pt x="106489" y="73342"/>
                        <a:pt x="119443" y="78010"/>
                      </a:cubicBezTo>
                      <a:cubicBezTo>
                        <a:pt x="121158" y="78486"/>
                        <a:pt x="123539" y="79915"/>
                        <a:pt x="126683" y="82391"/>
                      </a:cubicBezTo>
                      <a:cubicBezTo>
                        <a:pt x="129826" y="84963"/>
                        <a:pt x="132493" y="86296"/>
                        <a:pt x="134588" y="86487"/>
                      </a:cubicBezTo>
                      <a:cubicBezTo>
                        <a:pt x="136779" y="86678"/>
                        <a:pt x="139827" y="88392"/>
                        <a:pt x="143542" y="91535"/>
                      </a:cubicBezTo>
                      <a:cubicBezTo>
                        <a:pt x="146971" y="94583"/>
                        <a:pt x="150114" y="95821"/>
                        <a:pt x="153257" y="95345"/>
                      </a:cubicBezTo>
                      <a:cubicBezTo>
                        <a:pt x="153257" y="96869"/>
                        <a:pt x="153543" y="97631"/>
                        <a:pt x="153924" y="97822"/>
                      </a:cubicBezTo>
                      <a:cubicBezTo>
                        <a:pt x="155353" y="97822"/>
                        <a:pt x="156305" y="98870"/>
                        <a:pt x="156972" y="100870"/>
                      </a:cubicBezTo>
                      <a:cubicBezTo>
                        <a:pt x="157734" y="102870"/>
                        <a:pt x="158687" y="103632"/>
                        <a:pt x="160020" y="103251"/>
                      </a:cubicBezTo>
                      <a:cubicBezTo>
                        <a:pt x="160401" y="104299"/>
                        <a:pt x="162401" y="107347"/>
                        <a:pt x="166116" y="112490"/>
                      </a:cubicBezTo>
                      <a:cubicBezTo>
                        <a:pt x="168878" y="116681"/>
                        <a:pt x="170212" y="120491"/>
                        <a:pt x="170212" y="124016"/>
                      </a:cubicBezTo>
                      <a:cubicBezTo>
                        <a:pt x="171069" y="124873"/>
                        <a:pt x="171355" y="125825"/>
                        <a:pt x="171355" y="126683"/>
                      </a:cubicBezTo>
                      <a:cubicBezTo>
                        <a:pt x="171355" y="127445"/>
                        <a:pt x="170974" y="128397"/>
                        <a:pt x="170212" y="129445"/>
                      </a:cubicBezTo>
                      <a:cubicBezTo>
                        <a:pt x="169450" y="130588"/>
                        <a:pt x="169069" y="131350"/>
                        <a:pt x="169069" y="131826"/>
                      </a:cubicBezTo>
                      <a:cubicBezTo>
                        <a:pt x="169069" y="132683"/>
                        <a:pt x="169640" y="133636"/>
                        <a:pt x="170974" y="134493"/>
                      </a:cubicBezTo>
                      <a:close/>
                      <a:moveTo>
                        <a:pt x="39053" y="139732"/>
                      </a:moveTo>
                      <a:lnTo>
                        <a:pt x="44291" y="137922"/>
                      </a:lnTo>
                      <a:lnTo>
                        <a:pt x="41815" y="137922"/>
                      </a:lnTo>
                      <a:lnTo>
                        <a:pt x="39053" y="139732"/>
                      </a:lnTo>
                      <a:close/>
                      <a:moveTo>
                        <a:pt x="40672" y="161544"/>
                      </a:moveTo>
                      <a:lnTo>
                        <a:pt x="41815" y="161544"/>
                      </a:lnTo>
                      <a:lnTo>
                        <a:pt x="43625" y="162878"/>
                      </a:lnTo>
                      <a:lnTo>
                        <a:pt x="40672" y="161544"/>
                      </a:lnTo>
                      <a:close/>
                      <a:moveTo>
                        <a:pt x="48006" y="173450"/>
                      </a:moveTo>
                      <a:cubicBezTo>
                        <a:pt x="47625" y="171736"/>
                        <a:pt x="48196" y="170307"/>
                        <a:pt x="49625" y="168974"/>
                      </a:cubicBezTo>
                      <a:lnTo>
                        <a:pt x="49339" y="169164"/>
                      </a:lnTo>
                      <a:cubicBezTo>
                        <a:pt x="49339" y="169164"/>
                        <a:pt x="49721" y="170212"/>
                        <a:pt x="50387" y="170879"/>
                      </a:cubicBezTo>
                      <a:cubicBezTo>
                        <a:pt x="51054" y="171545"/>
                        <a:pt x="51435" y="172021"/>
                        <a:pt x="51435" y="172307"/>
                      </a:cubicBezTo>
                      <a:cubicBezTo>
                        <a:pt x="51435" y="172784"/>
                        <a:pt x="51054" y="173165"/>
                        <a:pt x="50483" y="173450"/>
                      </a:cubicBezTo>
                      <a:lnTo>
                        <a:pt x="48006" y="173450"/>
                      </a:lnTo>
                      <a:close/>
                      <a:moveTo>
                        <a:pt x="50006" y="168307"/>
                      </a:moveTo>
                      <a:cubicBezTo>
                        <a:pt x="50006" y="168307"/>
                        <a:pt x="49625" y="168878"/>
                        <a:pt x="49625" y="168974"/>
                      </a:cubicBezTo>
                      <a:cubicBezTo>
                        <a:pt x="49625" y="168878"/>
                        <a:pt x="49625" y="168592"/>
                        <a:pt x="50006" y="168307"/>
                      </a:cubicBezTo>
                      <a:close/>
                      <a:moveTo>
                        <a:pt x="50483" y="164021"/>
                      </a:moveTo>
                      <a:cubicBezTo>
                        <a:pt x="51054" y="164021"/>
                        <a:pt x="51816" y="164402"/>
                        <a:pt x="52578" y="165163"/>
                      </a:cubicBezTo>
                      <a:cubicBezTo>
                        <a:pt x="53340" y="165925"/>
                        <a:pt x="53721" y="166307"/>
                        <a:pt x="53912" y="166497"/>
                      </a:cubicBezTo>
                      <a:cubicBezTo>
                        <a:pt x="53054" y="166688"/>
                        <a:pt x="51721" y="167259"/>
                        <a:pt x="50006" y="168307"/>
                      </a:cubicBezTo>
                      <a:cubicBezTo>
                        <a:pt x="51245" y="166783"/>
                        <a:pt x="51435" y="165354"/>
                        <a:pt x="50483" y="164021"/>
                      </a:cubicBezTo>
                      <a:close/>
                      <a:moveTo>
                        <a:pt x="55817" y="144875"/>
                      </a:moveTo>
                      <a:lnTo>
                        <a:pt x="55817" y="143066"/>
                      </a:lnTo>
                      <a:lnTo>
                        <a:pt x="50483" y="140399"/>
                      </a:lnTo>
                      <a:lnTo>
                        <a:pt x="55817" y="144875"/>
                      </a:lnTo>
                      <a:close/>
                      <a:moveTo>
                        <a:pt x="60293" y="151829"/>
                      </a:moveTo>
                      <a:cubicBezTo>
                        <a:pt x="60293" y="151829"/>
                        <a:pt x="60865" y="151924"/>
                        <a:pt x="62484" y="152305"/>
                      </a:cubicBezTo>
                      <a:cubicBezTo>
                        <a:pt x="63437" y="152495"/>
                        <a:pt x="64103" y="152019"/>
                        <a:pt x="64579" y="150971"/>
                      </a:cubicBezTo>
                      <a:cubicBezTo>
                        <a:pt x="62675" y="150304"/>
                        <a:pt x="61246" y="150686"/>
                        <a:pt x="60293" y="151829"/>
                      </a:cubicBezTo>
                      <a:cubicBezTo>
                        <a:pt x="59817" y="151829"/>
                        <a:pt x="59531" y="152019"/>
                        <a:pt x="59531" y="152495"/>
                      </a:cubicBezTo>
                      <a:lnTo>
                        <a:pt x="57721" y="154305"/>
                      </a:lnTo>
                      <a:lnTo>
                        <a:pt x="59531" y="154305"/>
                      </a:lnTo>
                      <a:cubicBezTo>
                        <a:pt x="59436" y="153543"/>
                        <a:pt x="59436" y="152971"/>
                        <a:pt x="59531" y="152495"/>
                      </a:cubicBezTo>
                      <a:lnTo>
                        <a:pt x="60293" y="151829"/>
                      </a:lnTo>
                      <a:close/>
                      <a:moveTo>
                        <a:pt x="61436" y="66580"/>
                      </a:moveTo>
                      <a:cubicBezTo>
                        <a:pt x="62198" y="65818"/>
                        <a:pt x="62389" y="65151"/>
                        <a:pt x="62103" y="64579"/>
                      </a:cubicBezTo>
                      <a:lnTo>
                        <a:pt x="62770" y="63056"/>
                      </a:lnTo>
                      <a:cubicBezTo>
                        <a:pt x="62198" y="62294"/>
                        <a:pt x="61341" y="61722"/>
                        <a:pt x="60388" y="61246"/>
                      </a:cubicBezTo>
                      <a:cubicBezTo>
                        <a:pt x="59436" y="60770"/>
                        <a:pt x="58674" y="60579"/>
                        <a:pt x="58483" y="60579"/>
                      </a:cubicBezTo>
                      <a:cubicBezTo>
                        <a:pt x="60960" y="61817"/>
                        <a:pt x="62198" y="63151"/>
                        <a:pt x="62198" y="64579"/>
                      </a:cubicBezTo>
                      <a:lnTo>
                        <a:pt x="61532" y="66580"/>
                      </a:lnTo>
                      <a:close/>
                      <a:moveTo>
                        <a:pt x="77248" y="53531"/>
                      </a:moveTo>
                      <a:lnTo>
                        <a:pt x="77248" y="52864"/>
                      </a:lnTo>
                      <a:cubicBezTo>
                        <a:pt x="76581" y="48958"/>
                        <a:pt x="73819" y="47054"/>
                        <a:pt x="68961" y="47054"/>
                      </a:cubicBezTo>
                      <a:cubicBezTo>
                        <a:pt x="65151" y="47054"/>
                        <a:pt x="62008" y="48101"/>
                        <a:pt x="59531" y="50197"/>
                      </a:cubicBezTo>
                      <a:cubicBezTo>
                        <a:pt x="60293" y="50483"/>
                        <a:pt x="61055" y="52007"/>
                        <a:pt x="62008" y="54578"/>
                      </a:cubicBezTo>
                      <a:cubicBezTo>
                        <a:pt x="62865" y="57150"/>
                        <a:pt x="64389" y="58293"/>
                        <a:pt x="66484" y="57817"/>
                      </a:cubicBezTo>
                      <a:lnTo>
                        <a:pt x="66484" y="57150"/>
                      </a:lnTo>
                      <a:cubicBezTo>
                        <a:pt x="66961" y="56674"/>
                        <a:pt x="67437" y="55054"/>
                        <a:pt x="68104" y="52197"/>
                      </a:cubicBezTo>
                      <a:cubicBezTo>
                        <a:pt x="68580" y="49816"/>
                        <a:pt x="69533" y="48578"/>
                        <a:pt x="70961" y="48578"/>
                      </a:cubicBezTo>
                      <a:cubicBezTo>
                        <a:pt x="71533" y="48578"/>
                        <a:pt x="72200" y="48863"/>
                        <a:pt x="72962" y="49244"/>
                      </a:cubicBezTo>
                      <a:lnTo>
                        <a:pt x="72962" y="51054"/>
                      </a:lnTo>
                      <a:cubicBezTo>
                        <a:pt x="72962" y="51054"/>
                        <a:pt x="73628" y="50768"/>
                        <a:pt x="74104" y="50768"/>
                      </a:cubicBezTo>
                      <a:cubicBezTo>
                        <a:pt x="74390" y="50768"/>
                        <a:pt x="75438" y="51721"/>
                        <a:pt x="77343" y="53435"/>
                      </a:cubicBezTo>
                      <a:close/>
                      <a:moveTo>
                        <a:pt x="62770" y="125540"/>
                      </a:moveTo>
                      <a:cubicBezTo>
                        <a:pt x="61436" y="125540"/>
                        <a:pt x="60579" y="125254"/>
                        <a:pt x="60293" y="124778"/>
                      </a:cubicBezTo>
                      <a:lnTo>
                        <a:pt x="62103" y="127254"/>
                      </a:lnTo>
                      <a:cubicBezTo>
                        <a:pt x="62865" y="126778"/>
                        <a:pt x="63151" y="126206"/>
                        <a:pt x="62770" y="125444"/>
                      </a:cubicBezTo>
                      <a:close/>
                      <a:moveTo>
                        <a:pt x="64675" y="56102"/>
                      </a:moveTo>
                      <a:lnTo>
                        <a:pt x="64008" y="55436"/>
                      </a:lnTo>
                      <a:lnTo>
                        <a:pt x="65818" y="55436"/>
                      </a:lnTo>
                      <a:cubicBezTo>
                        <a:pt x="65818" y="55436"/>
                        <a:pt x="65246" y="55817"/>
                        <a:pt x="64675" y="56102"/>
                      </a:cubicBezTo>
                      <a:close/>
                      <a:moveTo>
                        <a:pt x="65818" y="55436"/>
                      </a:moveTo>
                      <a:cubicBezTo>
                        <a:pt x="65818" y="55436"/>
                        <a:pt x="66294" y="55150"/>
                        <a:pt x="66484" y="55436"/>
                      </a:cubicBezTo>
                      <a:lnTo>
                        <a:pt x="65818" y="55436"/>
                      </a:lnTo>
                      <a:close/>
                      <a:moveTo>
                        <a:pt x="67437" y="165830"/>
                      </a:moveTo>
                      <a:lnTo>
                        <a:pt x="69247" y="164021"/>
                      </a:lnTo>
                      <a:cubicBezTo>
                        <a:pt x="68485" y="163259"/>
                        <a:pt x="67818" y="162878"/>
                        <a:pt x="67437" y="162878"/>
                      </a:cubicBezTo>
                      <a:lnTo>
                        <a:pt x="67437" y="165830"/>
                      </a:lnTo>
                      <a:close/>
                      <a:moveTo>
                        <a:pt x="70199" y="58579"/>
                      </a:moveTo>
                      <a:cubicBezTo>
                        <a:pt x="70485" y="57626"/>
                        <a:pt x="70199" y="56579"/>
                        <a:pt x="69342" y="55436"/>
                      </a:cubicBezTo>
                      <a:lnTo>
                        <a:pt x="69342" y="59722"/>
                      </a:lnTo>
                      <a:lnTo>
                        <a:pt x="70199" y="58579"/>
                      </a:lnTo>
                      <a:close/>
                      <a:moveTo>
                        <a:pt x="73724" y="180213"/>
                      </a:moveTo>
                      <a:lnTo>
                        <a:pt x="73057" y="179546"/>
                      </a:lnTo>
                      <a:lnTo>
                        <a:pt x="74962" y="179546"/>
                      </a:lnTo>
                      <a:cubicBezTo>
                        <a:pt x="74009" y="180023"/>
                        <a:pt x="73628" y="180213"/>
                        <a:pt x="73819" y="180213"/>
                      </a:cubicBezTo>
                      <a:close/>
                      <a:moveTo>
                        <a:pt x="96012" y="161544"/>
                      </a:moveTo>
                      <a:lnTo>
                        <a:pt x="96869" y="160401"/>
                      </a:lnTo>
                      <a:lnTo>
                        <a:pt x="96012" y="157925"/>
                      </a:lnTo>
                      <a:lnTo>
                        <a:pt x="96012" y="161544"/>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 name="Google Shape;909;p99"/>
                <p:cNvSpPr/>
                <p:nvPr/>
              </p:nvSpPr>
              <p:spPr>
                <a:xfrm>
                  <a:off x="3464337" y="2098643"/>
                  <a:ext cx="142684" cy="182975"/>
                </a:xfrm>
                <a:custGeom>
                  <a:avLst/>
                  <a:gdLst/>
                  <a:ahLst/>
                  <a:cxnLst/>
                  <a:rect l="l" t="t" r="r" b="b"/>
                  <a:pathLst>
                    <a:path w="142684" h="182975" extrusionOk="0">
                      <a:moveTo>
                        <a:pt x="125920" y="146304"/>
                      </a:moveTo>
                      <a:cubicBezTo>
                        <a:pt x="128968" y="148304"/>
                        <a:pt x="130588" y="151447"/>
                        <a:pt x="130969" y="155924"/>
                      </a:cubicBezTo>
                      <a:cubicBezTo>
                        <a:pt x="130969" y="159829"/>
                        <a:pt x="131159" y="163639"/>
                        <a:pt x="131159" y="167450"/>
                      </a:cubicBezTo>
                      <a:cubicBezTo>
                        <a:pt x="131350" y="169545"/>
                        <a:pt x="131635" y="171355"/>
                        <a:pt x="132112" y="172879"/>
                      </a:cubicBezTo>
                      <a:cubicBezTo>
                        <a:pt x="127825" y="179546"/>
                        <a:pt x="120586" y="182975"/>
                        <a:pt x="110490" y="182975"/>
                      </a:cubicBezTo>
                      <a:cubicBezTo>
                        <a:pt x="107632" y="182975"/>
                        <a:pt x="103060" y="182689"/>
                        <a:pt x="96869" y="182118"/>
                      </a:cubicBezTo>
                      <a:cubicBezTo>
                        <a:pt x="90583" y="181546"/>
                        <a:pt x="86011" y="181261"/>
                        <a:pt x="82963" y="181261"/>
                      </a:cubicBezTo>
                      <a:cubicBezTo>
                        <a:pt x="79915" y="181261"/>
                        <a:pt x="76867" y="181451"/>
                        <a:pt x="74485" y="181737"/>
                      </a:cubicBezTo>
                      <a:lnTo>
                        <a:pt x="22098" y="181737"/>
                      </a:lnTo>
                      <a:lnTo>
                        <a:pt x="22098" y="181070"/>
                      </a:lnTo>
                      <a:cubicBezTo>
                        <a:pt x="20288" y="180022"/>
                        <a:pt x="17050" y="179832"/>
                        <a:pt x="12382" y="180594"/>
                      </a:cubicBezTo>
                      <a:cubicBezTo>
                        <a:pt x="7810" y="181356"/>
                        <a:pt x="4286" y="180880"/>
                        <a:pt x="1810" y="179165"/>
                      </a:cubicBezTo>
                      <a:cubicBezTo>
                        <a:pt x="2572" y="157734"/>
                        <a:pt x="2953" y="136588"/>
                        <a:pt x="2953" y="115538"/>
                      </a:cubicBezTo>
                      <a:cubicBezTo>
                        <a:pt x="2953" y="94488"/>
                        <a:pt x="2572" y="73342"/>
                        <a:pt x="1810" y="51911"/>
                      </a:cubicBezTo>
                      <a:cubicBezTo>
                        <a:pt x="2762" y="52483"/>
                        <a:pt x="3334" y="52673"/>
                        <a:pt x="3715" y="52578"/>
                      </a:cubicBezTo>
                      <a:lnTo>
                        <a:pt x="4381" y="51911"/>
                      </a:lnTo>
                      <a:cubicBezTo>
                        <a:pt x="4572" y="50959"/>
                        <a:pt x="4096" y="50387"/>
                        <a:pt x="3238" y="50006"/>
                      </a:cubicBezTo>
                      <a:cubicBezTo>
                        <a:pt x="2381" y="49625"/>
                        <a:pt x="1905" y="49339"/>
                        <a:pt x="1905" y="49149"/>
                      </a:cubicBezTo>
                      <a:cubicBezTo>
                        <a:pt x="1905" y="48863"/>
                        <a:pt x="2286" y="48292"/>
                        <a:pt x="3048" y="47625"/>
                      </a:cubicBezTo>
                      <a:cubicBezTo>
                        <a:pt x="3048" y="48958"/>
                        <a:pt x="3238" y="49816"/>
                        <a:pt x="3810" y="50101"/>
                      </a:cubicBezTo>
                      <a:cubicBezTo>
                        <a:pt x="5334" y="49911"/>
                        <a:pt x="5715" y="49054"/>
                        <a:pt x="5048" y="47530"/>
                      </a:cubicBezTo>
                      <a:cubicBezTo>
                        <a:pt x="4381" y="46006"/>
                        <a:pt x="4572" y="45053"/>
                        <a:pt x="5620" y="44767"/>
                      </a:cubicBezTo>
                      <a:cubicBezTo>
                        <a:pt x="5620" y="45053"/>
                        <a:pt x="5429" y="45339"/>
                        <a:pt x="5429" y="45625"/>
                      </a:cubicBezTo>
                      <a:cubicBezTo>
                        <a:pt x="5429" y="46196"/>
                        <a:pt x="5810" y="46863"/>
                        <a:pt x="6572" y="47530"/>
                      </a:cubicBezTo>
                      <a:cubicBezTo>
                        <a:pt x="7429" y="48196"/>
                        <a:pt x="8001" y="48673"/>
                        <a:pt x="8096" y="49054"/>
                      </a:cubicBezTo>
                      <a:lnTo>
                        <a:pt x="11716" y="48387"/>
                      </a:lnTo>
                      <a:lnTo>
                        <a:pt x="8096" y="45910"/>
                      </a:lnTo>
                      <a:lnTo>
                        <a:pt x="11716" y="44101"/>
                      </a:lnTo>
                      <a:cubicBezTo>
                        <a:pt x="11716" y="44101"/>
                        <a:pt x="10668" y="43053"/>
                        <a:pt x="8953" y="41338"/>
                      </a:cubicBezTo>
                      <a:cubicBezTo>
                        <a:pt x="7810" y="40291"/>
                        <a:pt x="6763" y="39814"/>
                        <a:pt x="6001" y="39814"/>
                      </a:cubicBezTo>
                      <a:cubicBezTo>
                        <a:pt x="5143" y="39814"/>
                        <a:pt x="4286" y="40386"/>
                        <a:pt x="3715" y="41529"/>
                      </a:cubicBezTo>
                      <a:cubicBezTo>
                        <a:pt x="2572" y="40958"/>
                        <a:pt x="2095" y="40291"/>
                        <a:pt x="2095" y="39814"/>
                      </a:cubicBezTo>
                      <a:cubicBezTo>
                        <a:pt x="2095" y="39433"/>
                        <a:pt x="2762" y="38862"/>
                        <a:pt x="4000" y="37909"/>
                      </a:cubicBezTo>
                      <a:cubicBezTo>
                        <a:pt x="5143" y="36957"/>
                        <a:pt x="5810" y="36100"/>
                        <a:pt x="5524" y="35338"/>
                      </a:cubicBezTo>
                      <a:lnTo>
                        <a:pt x="7429" y="37147"/>
                      </a:lnTo>
                      <a:lnTo>
                        <a:pt x="8572" y="35814"/>
                      </a:lnTo>
                      <a:cubicBezTo>
                        <a:pt x="8572" y="35814"/>
                        <a:pt x="9525" y="36481"/>
                        <a:pt x="10096" y="36481"/>
                      </a:cubicBezTo>
                      <a:cubicBezTo>
                        <a:pt x="10858" y="36481"/>
                        <a:pt x="12097" y="36100"/>
                        <a:pt x="13621" y="35338"/>
                      </a:cubicBezTo>
                      <a:cubicBezTo>
                        <a:pt x="15240" y="34576"/>
                        <a:pt x="16478" y="34195"/>
                        <a:pt x="17240" y="34195"/>
                      </a:cubicBezTo>
                      <a:cubicBezTo>
                        <a:pt x="18097" y="34195"/>
                        <a:pt x="18955" y="34576"/>
                        <a:pt x="19526" y="35338"/>
                      </a:cubicBezTo>
                      <a:lnTo>
                        <a:pt x="20669" y="34671"/>
                      </a:lnTo>
                      <a:cubicBezTo>
                        <a:pt x="20479" y="33242"/>
                        <a:pt x="19621" y="32385"/>
                        <a:pt x="18002" y="31813"/>
                      </a:cubicBezTo>
                      <a:cubicBezTo>
                        <a:pt x="16383" y="31337"/>
                        <a:pt x="15430" y="30766"/>
                        <a:pt x="15145" y="30385"/>
                      </a:cubicBezTo>
                      <a:cubicBezTo>
                        <a:pt x="12763" y="30194"/>
                        <a:pt x="9715" y="30194"/>
                        <a:pt x="6191" y="30385"/>
                      </a:cubicBezTo>
                      <a:cubicBezTo>
                        <a:pt x="5810" y="31147"/>
                        <a:pt x="5524" y="31528"/>
                        <a:pt x="5334" y="31528"/>
                      </a:cubicBezTo>
                      <a:cubicBezTo>
                        <a:pt x="4667" y="31051"/>
                        <a:pt x="4191" y="30861"/>
                        <a:pt x="3905" y="30861"/>
                      </a:cubicBezTo>
                      <a:cubicBezTo>
                        <a:pt x="3619" y="30861"/>
                        <a:pt x="3334" y="30861"/>
                        <a:pt x="2953" y="31051"/>
                      </a:cubicBezTo>
                      <a:lnTo>
                        <a:pt x="1143" y="24289"/>
                      </a:lnTo>
                      <a:cubicBezTo>
                        <a:pt x="2381" y="24289"/>
                        <a:pt x="3238" y="23908"/>
                        <a:pt x="3715" y="23146"/>
                      </a:cubicBezTo>
                      <a:cubicBezTo>
                        <a:pt x="3715" y="21812"/>
                        <a:pt x="3143" y="21431"/>
                        <a:pt x="1905" y="22003"/>
                      </a:cubicBezTo>
                      <a:cubicBezTo>
                        <a:pt x="762" y="22670"/>
                        <a:pt x="190" y="22479"/>
                        <a:pt x="0" y="21526"/>
                      </a:cubicBezTo>
                      <a:lnTo>
                        <a:pt x="1810" y="19717"/>
                      </a:lnTo>
                      <a:lnTo>
                        <a:pt x="3715" y="21526"/>
                      </a:lnTo>
                      <a:cubicBezTo>
                        <a:pt x="3715" y="21526"/>
                        <a:pt x="4381" y="19717"/>
                        <a:pt x="4381" y="17240"/>
                      </a:cubicBezTo>
                      <a:cubicBezTo>
                        <a:pt x="4381" y="17812"/>
                        <a:pt x="4763" y="18288"/>
                        <a:pt x="5524" y="18574"/>
                      </a:cubicBezTo>
                      <a:cubicBezTo>
                        <a:pt x="6763" y="17717"/>
                        <a:pt x="7429" y="16954"/>
                        <a:pt x="7429" y="16383"/>
                      </a:cubicBezTo>
                      <a:cubicBezTo>
                        <a:pt x="7429" y="15621"/>
                        <a:pt x="6382" y="14478"/>
                        <a:pt x="4286" y="13049"/>
                      </a:cubicBezTo>
                      <a:cubicBezTo>
                        <a:pt x="2191" y="11621"/>
                        <a:pt x="1143" y="10287"/>
                        <a:pt x="1143" y="9049"/>
                      </a:cubicBezTo>
                      <a:cubicBezTo>
                        <a:pt x="1143" y="8001"/>
                        <a:pt x="1714" y="6953"/>
                        <a:pt x="2953" y="5715"/>
                      </a:cubicBezTo>
                      <a:lnTo>
                        <a:pt x="7334" y="1143"/>
                      </a:lnTo>
                      <a:cubicBezTo>
                        <a:pt x="15049" y="381"/>
                        <a:pt x="23527" y="0"/>
                        <a:pt x="32290" y="0"/>
                      </a:cubicBezTo>
                      <a:cubicBezTo>
                        <a:pt x="41053" y="0"/>
                        <a:pt x="53435" y="476"/>
                        <a:pt x="70294" y="1429"/>
                      </a:cubicBezTo>
                      <a:cubicBezTo>
                        <a:pt x="87154" y="2286"/>
                        <a:pt x="99822" y="2762"/>
                        <a:pt x="108394" y="2762"/>
                      </a:cubicBezTo>
                      <a:cubicBezTo>
                        <a:pt x="114586" y="2762"/>
                        <a:pt x="120396" y="2572"/>
                        <a:pt x="125920" y="2286"/>
                      </a:cubicBezTo>
                      <a:cubicBezTo>
                        <a:pt x="129445" y="4953"/>
                        <a:pt x="131159" y="8572"/>
                        <a:pt x="131159" y="13049"/>
                      </a:cubicBezTo>
                      <a:cubicBezTo>
                        <a:pt x="131159" y="14478"/>
                        <a:pt x="130969" y="16764"/>
                        <a:pt x="130492" y="20002"/>
                      </a:cubicBezTo>
                      <a:cubicBezTo>
                        <a:pt x="130016" y="23336"/>
                        <a:pt x="129826" y="25908"/>
                        <a:pt x="129826" y="27718"/>
                      </a:cubicBezTo>
                      <a:cubicBezTo>
                        <a:pt x="129826" y="29527"/>
                        <a:pt x="130016" y="31147"/>
                        <a:pt x="130302" y="32671"/>
                      </a:cubicBezTo>
                      <a:cubicBezTo>
                        <a:pt x="130302" y="35052"/>
                        <a:pt x="128778" y="36290"/>
                        <a:pt x="125730" y="36290"/>
                      </a:cubicBezTo>
                      <a:cubicBezTo>
                        <a:pt x="125254" y="36290"/>
                        <a:pt x="124492" y="36290"/>
                        <a:pt x="123444" y="36004"/>
                      </a:cubicBezTo>
                      <a:lnTo>
                        <a:pt x="121158" y="36004"/>
                      </a:lnTo>
                      <a:cubicBezTo>
                        <a:pt x="119253" y="36004"/>
                        <a:pt x="117919" y="36290"/>
                        <a:pt x="116967" y="36957"/>
                      </a:cubicBezTo>
                      <a:lnTo>
                        <a:pt x="111919" y="36957"/>
                      </a:lnTo>
                      <a:lnTo>
                        <a:pt x="111919" y="36004"/>
                      </a:lnTo>
                      <a:cubicBezTo>
                        <a:pt x="104965" y="36671"/>
                        <a:pt x="96869" y="36957"/>
                        <a:pt x="88106" y="36957"/>
                      </a:cubicBezTo>
                      <a:cubicBezTo>
                        <a:pt x="82582" y="37147"/>
                        <a:pt x="74485" y="37147"/>
                        <a:pt x="63913" y="36957"/>
                      </a:cubicBezTo>
                      <a:lnTo>
                        <a:pt x="39719" y="36957"/>
                      </a:lnTo>
                      <a:cubicBezTo>
                        <a:pt x="38671" y="39719"/>
                        <a:pt x="38195" y="42672"/>
                        <a:pt x="38195" y="46196"/>
                      </a:cubicBezTo>
                      <a:cubicBezTo>
                        <a:pt x="38195" y="47149"/>
                        <a:pt x="38195" y="48863"/>
                        <a:pt x="38481" y="50863"/>
                      </a:cubicBezTo>
                      <a:lnTo>
                        <a:pt x="38481" y="55817"/>
                      </a:lnTo>
                      <a:cubicBezTo>
                        <a:pt x="38481" y="59150"/>
                        <a:pt x="38100" y="62103"/>
                        <a:pt x="37338" y="64770"/>
                      </a:cubicBezTo>
                      <a:cubicBezTo>
                        <a:pt x="37719" y="66866"/>
                        <a:pt x="38100" y="68961"/>
                        <a:pt x="38481" y="71152"/>
                      </a:cubicBezTo>
                      <a:cubicBezTo>
                        <a:pt x="39243" y="73819"/>
                        <a:pt x="40576" y="75152"/>
                        <a:pt x="42577" y="75152"/>
                      </a:cubicBezTo>
                      <a:cubicBezTo>
                        <a:pt x="43148" y="75152"/>
                        <a:pt x="43720" y="75152"/>
                        <a:pt x="44386" y="74962"/>
                      </a:cubicBezTo>
                      <a:cubicBezTo>
                        <a:pt x="44767" y="75152"/>
                        <a:pt x="45339" y="75152"/>
                        <a:pt x="46006" y="75152"/>
                      </a:cubicBezTo>
                      <a:cubicBezTo>
                        <a:pt x="46672" y="75152"/>
                        <a:pt x="47530" y="75057"/>
                        <a:pt x="48768" y="74771"/>
                      </a:cubicBezTo>
                      <a:cubicBezTo>
                        <a:pt x="50006" y="74390"/>
                        <a:pt x="50768" y="74295"/>
                        <a:pt x="51244" y="74295"/>
                      </a:cubicBezTo>
                      <a:cubicBezTo>
                        <a:pt x="52483" y="74295"/>
                        <a:pt x="53435" y="74867"/>
                        <a:pt x="54197" y="76105"/>
                      </a:cubicBezTo>
                      <a:cubicBezTo>
                        <a:pt x="58293" y="74867"/>
                        <a:pt x="63151" y="74295"/>
                        <a:pt x="68675" y="74295"/>
                      </a:cubicBezTo>
                      <a:cubicBezTo>
                        <a:pt x="71438" y="74295"/>
                        <a:pt x="75438" y="74485"/>
                        <a:pt x="80772" y="74867"/>
                      </a:cubicBezTo>
                      <a:cubicBezTo>
                        <a:pt x="86106" y="75247"/>
                        <a:pt x="90011" y="75438"/>
                        <a:pt x="92583" y="75438"/>
                      </a:cubicBezTo>
                      <a:cubicBezTo>
                        <a:pt x="95155" y="75438"/>
                        <a:pt x="97631" y="75247"/>
                        <a:pt x="99917" y="74962"/>
                      </a:cubicBezTo>
                      <a:cubicBezTo>
                        <a:pt x="100965" y="78676"/>
                        <a:pt x="101441" y="83915"/>
                        <a:pt x="101346" y="90678"/>
                      </a:cubicBezTo>
                      <a:cubicBezTo>
                        <a:pt x="101155" y="98298"/>
                        <a:pt x="101346" y="103537"/>
                        <a:pt x="101727" y="106394"/>
                      </a:cubicBezTo>
                      <a:cubicBezTo>
                        <a:pt x="98584" y="108585"/>
                        <a:pt x="94202" y="109728"/>
                        <a:pt x="88582" y="109728"/>
                      </a:cubicBezTo>
                      <a:cubicBezTo>
                        <a:pt x="86296" y="109728"/>
                        <a:pt x="82867" y="109538"/>
                        <a:pt x="78200" y="109061"/>
                      </a:cubicBezTo>
                      <a:cubicBezTo>
                        <a:pt x="73533" y="108585"/>
                        <a:pt x="69913" y="108395"/>
                        <a:pt x="67437" y="108395"/>
                      </a:cubicBezTo>
                      <a:cubicBezTo>
                        <a:pt x="65151" y="108395"/>
                        <a:pt x="63055" y="108585"/>
                        <a:pt x="61055" y="108871"/>
                      </a:cubicBezTo>
                      <a:lnTo>
                        <a:pt x="61055" y="107728"/>
                      </a:lnTo>
                      <a:cubicBezTo>
                        <a:pt x="60007" y="107918"/>
                        <a:pt x="57626" y="108013"/>
                        <a:pt x="53911" y="108013"/>
                      </a:cubicBezTo>
                      <a:cubicBezTo>
                        <a:pt x="51435" y="108013"/>
                        <a:pt x="49149" y="108585"/>
                        <a:pt x="47053" y="109633"/>
                      </a:cubicBezTo>
                      <a:cubicBezTo>
                        <a:pt x="46292" y="109156"/>
                        <a:pt x="45244" y="108966"/>
                        <a:pt x="44101" y="108966"/>
                      </a:cubicBezTo>
                      <a:cubicBezTo>
                        <a:pt x="42196" y="109061"/>
                        <a:pt x="41148" y="109061"/>
                        <a:pt x="40862" y="108966"/>
                      </a:cubicBezTo>
                      <a:cubicBezTo>
                        <a:pt x="38481" y="109728"/>
                        <a:pt x="37243" y="111633"/>
                        <a:pt x="37243" y="114586"/>
                      </a:cubicBezTo>
                      <a:cubicBezTo>
                        <a:pt x="37243" y="116681"/>
                        <a:pt x="37528" y="118396"/>
                        <a:pt x="38386" y="119539"/>
                      </a:cubicBezTo>
                      <a:cubicBezTo>
                        <a:pt x="35052" y="118681"/>
                        <a:pt x="32004" y="119539"/>
                        <a:pt x="29432" y="122015"/>
                      </a:cubicBezTo>
                      <a:lnTo>
                        <a:pt x="35433" y="120872"/>
                      </a:lnTo>
                      <a:lnTo>
                        <a:pt x="34766" y="122015"/>
                      </a:lnTo>
                      <a:cubicBezTo>
                        <a:pt x="35052" y="122682"/>
                        <a:pt x="35433" y="122872"/>
                        <a:pt x="35909" y="122872"/>
                      </a:cubicBezTo>
                      <a:cubicBezTo>
                        <a:pt x="35623" y="122872"/>
                        <a:pt x="36385" y="122206"/>
                        <a:pt x="38481" y="120872"/>
                      </a:cubicBezTo>
                      <a:cubicBezTo>
                        <a:pt x="38481" y="120301"/>
                        <a:pt x="38481" y="124587"/>
                        <a:pt x="38195" y="133921"/>
                      </a:cubicBezTo>
                      <a:cubicBezTo>
                        <a:pt x="38100" y="139255"/>
                        <a:pt x="38957" y="143446"/>
                        <a:pt x="40957" y="146209"/>
                      </a:cubicBezTo>
                      <a:cubicBezTo>
                        <a:pt x="46672" y="146971"/>
                        <a:pt x="52673" y="147352"/>
                        <a:pt x="58960" y="147352"/>
                      </a:cubicBezTo>
                      <a:cubicBezTo>
                        <a:pt x="63722" y="147352"/>
                        <a:pt x="70580" y="147066"/>
                        <a:pt x="79724" y="146495"/>
                      </a:cubicBezTo>
                      <a:cubicBezTo>
                        <a:pt x="88868" y="145923"/>
                        <a:pt x="95726" y="145542"/>
                        <a:pt x="100298" y="145542"/>
                      </a:cubicBezTo>
                      <a:cubicBezTo>
                        <a:pt x="107251" y="145542"/>
                        <a:pt x="113633" y="146018"/>
                        <a:pt x="119634" y="146875"/>
                      </a:cubicBezTo>
                      <a:cubicBezTo>
                        <a:pt x="120777" y="144494"/>
                        <a:pt x="122777" y="144304"/>
                        <a:pt x="126111" y="146209"/>
                      </a:cubicBezTo>
                      <a:close/>
                      <a:moveTo>
                        <a:pt x="7334" y="33528"/>
                      </a:moveTo>
                      <a:lnTo>
                        <a:pt x="8668" y="35338"/>
                      </a:lnTo>
                      <a:lnTo>
                        <a:pt x="8477" y="35814"/>
                      </a:lnTo>
                      <a:cubicBezTo>
                        <a:pt x="7810" y="35242"/>
                        <a:pt x="7429" y="34480"/>
                        <a:pt x="7334" y="33528"/>
                      </a:cubicBezTo>
                      <a:close/>
                      <a:moveTo>
                        <a:pt x="54388" y="97822"/>
                      </a:moveTo>
                      <a:lnTo>
                        <a:pt x="51625" y="97822"/>
                      </a:lnTo>
                      <a:cubicBezTo>
                        <a:pt x="52102" y="98870"/>
                        <a:pt x="53054" y="98870"/>
                        <a:pt x="54388" y="97822"/>
                      </a:cubicBezTo>
                      <a:lnTo>
                        <a:pt x="55531" y="97822"/>
                      </a:lnTo>
                      <a:cubicBezTo>
                        <a:pt x="55531" y="97822"/>
                        <a:pt x="56007" y="98679"/>
                        <a:pt x="56007" y="99441"/>
                      </a:cubicBezTo>
                      <a:lnTo>
                        <a:pt x="59245" y="97822"/>
                      </a:lnTo>
                      <a:cubicBezTo>
                        <a:pt x="60007" y="98584"/>
                        <a:pt x="60293" y="99060"/>
                        <a:pt x="60293" y="99441"/>
                      </a:cubicBezTo>
                      <a:lnTo>
                        <a:pt x="63722" y="99441"/>
                      </a:lnTo>
                      <a:lnTo>
                        <a:pt x="63722" y="97822"/>
                      </a:lnTo>
                      <a:lnTo>
                        <a:pt x="55435" y="97822"/>
                      </a:lnTo>
                      <a:cubicBezTo>
                        <a:pt x="55435" y="97822"/>
                        <a:pt x="54769" y="97536"/>
                        <a:pt x="54292" y="97822"/>
                      </a:cubicBezTo>
                      <a:close/>
                      <a:moveTo>
                        <a:pt x="99250" y="13145"/>
                      </a:moveTo>
                      <a:lnTo>
                        <a:pt x="97441" y="12001"/>
                      </a:lnTo>
                      <a:lnTo>
                        <a:pt x="99250" y="15621"/>
                      </a:lnTo>
                      <a:lnTo>
                        <a:pt x="99250" y="13145"/>
                      </a:lnTo>
                      <a:close/>
                      <a:moveTo>
                        <a:pt x="141732" y="158591"/>
                      </a:moveTo>
                      <a:lnTo>
                        <a:pt x="142684" y="158591"/>
                      </a:lnTo>
                      <a:lnTo>
                        <a:pt x="139922" y="160210"/>
                      </a:lnTo>
                      <a:lnTo>
                        <a:pt x="141732" y="158591"/>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 name="Google Shape;910;p99"/>
                <p:cNvSpPr/>
                <p:nvPr/>
              </p:nvSpPr>
              <p:spPr>
                <a:xfrm>
                  <a:off x="3606831" y="2063972"/>
                  <a:ext cx="130111" cy="215836"/>
                </a:xfrm>
                <a:custGeom>
                  <a:avLst/>
                  <a:gdLst/>
                  <a:ahLst/>
                  <a:cxnLst/>
                  <a:rect l="l" t="t" r="r" b="b"/>
                  <a:pathLst>
                    <a:path w="130111" h="215836" extrusionOk="0">
                      <a:moveTo>
                        <a:pt x="124016" y="160972"/>
                      </a:moveTo>
                      <a:cubicBezTo>
                        <a:pt x="127921" y="161258"/>
                        <a:pt x="129730" y="163259"/>
                        <a:pt x="129540" y="166973"/>
                      </a:cubicBezTo>
                      <a:cubicBezTo>
                        <a:pt x="129254" y="172974"/>
                        <a:pt x="129159" y="176117"/>
                        <a:pt x="129350" y="176403"/>
                      </a:cubicBezTo>
                      <a:cubicBezTo>
                        <a:pt x="127540" y="179546"/>
                        <a:pt x="125635" y="182594"/>
                        <a:pt x="123825" y="185642"/>
                      </a:cubicBezTo>
                      <a:cubicBezTo>
                        <a:pt x="121444" y="188976"/>
                        <a:pt x="118967" y="191167"/>
                        <a:pt x="116015" y="192405"/>
                      </a:cubicBezTo>
                      <a:lnTo>
                        <a:pt x="117824" y="193738"/>
                      </a:lnTo>
                      <a:cubicBezTo>
                        <a:pt x="114491" y="196691"/>
                        <a:pt x="111062" y="199739"/>
                        <a:pt x="107728" y="202692"/>
                      </a:cubicBezTo>
                      <a:cubicBezTo>
                        <a:pt x="103727" y="206026"/>
                        <a:pt x="99727" y="207359"/>
                        <a:pt x="95536" y="206788"/>
                      </a:cubicBezTo>
                      <a:cubicBezTo>
                        <a:pt x="94012" y="209741"/>
                        <a:pt x="91059" y="211264"/>
                        <a:pt x="86773" y="211264"/>
                      </a:cubicBezTo>
                      <a:lnTo>
                        <a:pt x="84487" y="211264"/>
                      </a:lnTo>
                      <a:cubicBezTo>
                        <a:pt x="83439" y="211074"/>
                        <a:pt x="82677" y="211074"/>
                        <a:pt x="82201" y="211074"/>
                      </a:cubicBezTo>
                      <a:cubicBezTo>
                        <a:pt x="77724" y="211074"/>
                        <a:pt x="74676" y="212503"/>
                        <a:pt x="72771" y="215360"/>
                      </a:cubicBezTo>
                      <a:cubicBezTo>
                        <a:pt x="70485" y="215646"/>
                        <a:pt x="68104" y="215837"/>
                        <a:pt x="65723" y="215837"/>
                      </a:cubicBezTo>
                      <a:cubicBezTo>
                        <a:pt x="51911" y="215837"/>
                        <a:pt x="37719" y="210502"/>
                        <a:pt x="22955" y="199930"/>
                      </a:cubicBezTo>
                      <a:cubicBezTo>
                        <a:pt x="21431" y="199739"/>
                        <a:pt x="19621" y="198596"/>
                        <a:pt x="17431" y="196310"/>
                      </a:cubicBezTo>
                      <a:cubicBezTo>
                        <a:pt x="15907" y="194500"/>
                        <a:pt x="14288" y="192786"/>
                        <a:pt x="12668" y="191167"/>
                      </a:cubicBezTo>
                      <a:cubicBezTo>
                        <a:pt x="12859" y="188976"/>
                        <a:pt x="11335" y="186785"/>
                        <a:pt x="8192" y="184690"/>
                      </a:cubicBezTo>
                      <a:cubicBezTo>
                        <a:pt x="5048" y="182594"/>
                        <a:pt x="3429" y="180594"/>
                        <a:pt x="3429" y="178689"/>
                      </a:cubicBezTo>
                      <a:cubicBezTo>
                        <a:pt x="3429" y="177641"/>
                        <a:pt x="3715" y="176403"/>
                        <a:pt x="4382" y="175070"/>
                      </a:cubicBezTo>
                      <a:cubicBezTo>
                        <a:pt x="2476" y="173164"/>
                        <a:pt x="1333" y="169926"/>
                        <a:pt x="1333" y="165449"/>
                      </a:cubicBezTo>
                      <a:cubicBezTo>
                        <a:pt x="1333" y="164401"/>
                        <a:pt x="1333" y="162687"/>
                        <a:pt x="1524" y="160496"/>
                      </a:cubicBezTo>
                      <a:cubicBezTo>
                        <a:pt x="1715" y="158115"/>
                        <a:pt x="1810" y="156496"/>
                        <a:pt x="1810" y="155353"/>
                      </a:cubicBezTo>
                      <a:cubicBezTo>
                        <a:pt x="1810" y="151733"/>
                        <a:pt x="1143" y="149066"/>
                        <a:pt x="0" y="147256"/>
                      </a:cubicBezTo>
                      <a:cubicBezTo>
                        <a:pt x="1333" y="144399"/>
                        <a:pt x="1524" y="140494"/>
                        <a:pt x="667" y="135350"/>
                      </a:cubicBezTo>
                      <a:cubicBezTo>
                        <a:pt x="-286" y="130302"/>
                        <a:pt x="95" y="126206"/>
                        <a:pt x="1810" y="123063"/>
                      </a:cubicBezTo>
                      <a:cubicBezTo>
                        <a:pt x="1715" y="118015"/>
                        <a:pt x="1905" y="110776"/>
                        <a:pt x="2572" y="101441"/>
                      </a:cubicBezTo>
                      <a:cubicBezTo>
                        <a:pt x="1429" y="98393"/>
                        <a:pt x="953" y="95345"/>
                        <a:pt x="953" y="92012"/>
                      </a:cubicBezTo>
                      <a:cubicBezTo>
                        <a:pt x="953" y="82105"/>
                        <a:pt x="7811" y="69628"/>
                        <a:pt x="21526" y="54483"/>
                      </a:cubicBezTo>
                      <a:lnTo>
                        <a:pt x="22288" y="55626"/>
                      </a:lnTo>
                      <a:cubicBezTo>
                        <a:pt x="23241" y="54864"/>
                        <a:pt x="24003" y="53626"/>
                        <a:pt x="24384" y="51816"/>
                      </a:cubicBezTo>
                      <a:cubicBezTo>
                        <a:pt x="24860" y="50006"/>
                        <a:pt x="25813" y="48863"/>
                        <a:pt x="27337" y="48482"/>
                      </a:cubicBezTo>
                      <a:lnTo>
                        <a:pt x="30956" y="48482"/>
                      </a:lnTo>
                      <a:lnTo>
                        <a:pt x="30956" y="49625"/>
                      </a:lnTo>
                      <a:cubicBezTo>
                        <a:pt x="31051" y="49054"/>
                        <a:pt x="32099" y="48768"/>
                        <a:pt x="33814" y="48863"/>
                      </a:cubicBezTo>
                      <a:cubicBezTo>
                        <a:pt x="35528" y="48863"/>
                        <a:pt x="36481" y="48768"/>
                        <a:pt x="36481" y="48292"/>
                      </a:cubicBezTo>
                      <a:cubicBezTo>
                        <a:pt x="36481" y="47816"/>
                        <a:pt x="35909" y="47054"/>
                        <a:pt x="34671" y="46006"/>
                      </a:cubicBezTo>
                      <a:cubicBezTo>
                        <a:pt x="36767" y="44291"/>
                        <a:pt x="38862" y="42767"/>
                        <a:pt x="40767" y="41338"/>
                      </a:cubicBezTo>
                      <a:cubicBezTo>
                        <a:pt x="42767" y="39910"/>
                        <a:pt x="45339" y="39052"/>
                        <a:pt x="48578" y="39052"/>
                      </a:cubicBezTo>
                      <a:cubicBezTo>
                        <a:pt x="49054" y="37909"/>
                        <a:pt x="49721" y="37243"/>
                        <a:pt x="50578" y="37243"/>
                      </a:cubicBezTo>
                      <a:cubicBezTo>
                        <a:pt x="51054" y="37243"/>
                        <a:pt x="51911" y="37529"/>
                        <a:pt x="53054" y="38291"/>
                      </a:cubicBezTo>
                      <a:cubicBezTo>
                        <a:pt x="54197" y="38957"/>
                        <a:pt x="55054" y="39243"/>
                        <a:pt x="55721" y="39052"/>
                      </a:cubicBezTo>
                      <a:cubicBezTo>
                        <a:pt x="55436" y="38576"/>
                        <a:pt x="55245" y="38291"/>
                        <a:pt x="55245" y="37909"/>
                      </a:cubicBezTo>
                      <a:cubicBezTo>
                        <a:pt x="55245" y="37147"/>
                        <a:pt x="55817" y="36290"/>
                        <a:pt x="57150" y="35147"/>
                      </a:cubicBezTo>
                      <a:cubicBezTo>
                        <a:pt x="58483" y="34004"/>
                        <a:pt x="59055" y="33147"/>
                        <a:pt x="59055" y="32575"/>
                      </a:cubicBezTo>
                      <a:cubicBezTo>
                        <a:pt x="59055" y="31813"/>
                        <a:pt x="58483" y="31147"/>
                        <a:pt x="57436" y="30575"/>
                      </a:cubicBezTo>
                      <a:cubicBezTo>
                        <a:pt x="58103" y="30575"/>
                        <a:pt x="58865" y="31813"/>
                        <a:pt x="60008" y="34195"/>
                      </a:cubicBezTo>
                      <a:lnTo>
                        <a:pt x="59246" y="34862"/>
                      </a:lnTo>
                      <a:cubicBezTo>
                        <a:pt x="60103" y="35719"/>
                        <a:pt x="61627" y="35814"/>
                        <a:pt x="64103" y="35052"/>
                      </a:cubicBezTo>
                      <a:cubicBezTo>
                        <a:pt x="66104" y="34480"/>
                        <a:pt x="67532" y="35242"/>
                        <a:pt x="68294" y="37338"/>
                      </a:cubicBezTo>
                      <a:cubicBezTo>
                        <a:pt x="69342" y="36290"/>
                        <a:pt x="70485" y="35719"/>
                        <a:pt x="71533" y="35719"/>
                      </a:cubicBezTo>
                      <a:cubicBezTo>
                        <a:pt x="72485" y="35719"/>
                        <a:pt x="73914" y="36481"/>
                        <a:pt x="75724" y="37814"/>
                      </a:cubicBezTo>
                      <a:cubicBezTo>
                        <a:pt x="77533" y="39243"/>
                        <a:pt x="79058" y="40005"/>
                        <a:pt x="80296" y="40005"/>
                      </a:cubicBezTo>
                      <a:cubicBezTo>
                        <a:pt x="81248" y="40005"/>
                        <a:pt x="82105" y="39624"/>
                        <a:pt x="83058" y="39052"/>
                      </a:cubicBezTo>
                      <a:cubicBezTo>
                        <a:pt x="83820" y="40386"/>
                        <a:pt x="84677" y="41053"/>
                        <a:pt x="85725" y="41053"/>
                      </a:cubicBezTo>
                      <a:cubicBezTo>
                        <a:pt x="86106" y="41053"/>
                        <a:pt x="87249" y="40576"/>
                        <a:pt x="89154" y="39624"/>
                      </a:cubicBezTo>
                      <a:lnTo>
                        <a:pt x="90392" y="44196"/>
                      </a:lnTo>
                      <a:cubicBezTo>
                        <a:pt x="90392" y="44196"/>
                        <a:pt x="92107" y="43815"/>
                        <a:pt x="94488" y="43053"/>
                      </a:cubicBezTo>
                      <a:cubicBezTo>
                        <a:pt x="96107" y="42481"/>
                        <a:pt x="97726" y="42291"/>
                        <a:pt x="99060" y="42577"/>
                      </a:cubicBezTo>
                      <a:cubicBezTo>
                        <a:pt x="99060" y="44958"/>
                        <a:pt x="100775" y="47339"/>
                        <a:pt x="104394" y="49530"/>
                      </a:cubicBezTo>
                      <a:cubicBezTo>
                        <a:pt x="105728" y="48958"/>
                        <a:pt x="106966" y="48673"/>
                        <a:pt x="108013" y="48673"/>
                      </a:cubicBezTo>
                      <a:cubicBezTo>
                        <a:pt x="110014" y="48673"/>
                        <a:pt x="112109" y="50863"/>
                        <a:pt x="114109" y="55435"/>
                      </a:cubicBezTo>
                      <a:cubicBezTo>
                        <a:pt x="116110" y="59912"/>
                        <a:pt x="118777" y="62293"/>
                        <a:pt x="122015" y="62675"/>
                      </a:cubicBezTo>
                      <a:cubicBezTo>
                        <a:pt x="121825" y="65532"/>
                        <a:pt x="123158" y="69151"/>
                        <a:pt x="125921" y="73533"/>
                      </a:cubicBezTo>
                      <a:cubicBezTo>
                        <a:pt x="128683" y="78010"/>
                        <a:pt x="130112" y="81725"/>
                        <a:pt x="130112" y="84677"/>
                      </a:cubicBezTo>
                      <a:cubicBezTo>
                        <a:pt x="130112" y="86487"/>
                        <a:pt x="129730" y="88297"/>
                        <a:pt x="129159" y="90297"/>
                      </a:cubicBezTo>
                      <a:cubicBezTo>
                        <a:pt x="126968" y="90488"/>
                        <a:pt x="124206" y="91726"/>
                        <a:pt x="120587" y="94202"/>
                      </a:cubicBezTo>
                      <a:cubicBezTo>
                        <a:pt x="117062" y="96583"/>
                        <a:pt x="114109" y="97726"/>
                        <a:pt x="111633" y="97726"/>
                      </a:cubicBezTo>
                      <a:cubicBezTo>
                        <a:pt x="110680" y="97726"/>
                        <a:pt x="109728" y="97631"/>
                        <a:pt x="108680" y="97346"/>
                      </a:cubicBezTo>
                      <a:cubicBezTo>
                        <a:pt x="108109" y="98965"/>
                        <a:pt x="106680" y="99917"/>
                        <a:pt x="104394" y="100013"/>
                      </a:cubicBezTo>
                      <a:cubicBezTo>
                        <a:pt x="101632" y="100203"/>
                        <a:pt x="99822" y="100679"/>
                        <a:pt x="99060" y="101537"/>
                      </a:cubicBezTo>
                      <a:cubicBezTo>
                        <a:pt x="94202" y="99917"/>
                        <a:pt x="90678" y="93250"/>
                        <a:pt x="88487" y="81820"/>
                      </a:cubicBezTo>
                      <a:cubicBezTo>
                        <a:pt x="83058" y="77629"/>
                        <a:pt x="80010" y="75438"/>
                        <a:pt x="79534" y="75343"/>
                      </a:cubicBezTo>
                      <a:cubicBezTo>
                        <a:pt x="76391" y="73438"/>
                        <a:pt x="73342" y="72485"/>
                        <a:pt x="70295" y="72485"/>
                      </a:cubicBezTo>
                      <a:cubicBezTo>
                        <a:pt x="68771" y="72485"/>
                        <a:pt x="67151" y="72676"/>
                        <a:pt x="65532" y="73152"/>
                      </a:cubicBezTo>
                      <a:cubicBezTo>
                        <a:pt x="52007" y="74676"/>
                        <a:pt x="43434" y="79820"/>
                        <a:pt x="39719" y="88583"/>
                      </a:cubicBezTo>
                      <a:cubicBezTo>
                        <a:pt x="38481" y="89821"/>
                        <a:pt x="37148" y="90392"/>
                        <a:pt x="35719" y="90392"/>
                      </a:cubicBezTo>
                      <a:cubicBezTo>
                        <a:pt x="34957" y="90392"/>
                        <a:pt x="34004" y="90202"/>
                        <a:pt x="32671" y="89821"/>
                      </a:cubicBezTo>
                      <a:cubicBezTo>
                        <a:pt x="31528" y="89440"/>
                        <a:pt x="30575" y="89249"/>
                        <a:pt x="30004" y="89249"/>
                      </a:cubicBezTo>
                      <a:lnTo>
                        <a:pt x="30766" y="91916"/>
                      </a:lnTo>
                      <a:cubicBezTo>
                        <a:pt x="30385" y="92773"/>
                        <a:pt x="29908" y="93250"/>
                        <a:pt x="29146" y="93250"/>
                      </a:cubicBezTo>
                      <a:cubicBezTo>
                        <a:pt x="28575" y="93250"/>
                        <a:pt x="27242" y="92773"/>
                        <a:pt x="25337" y="91630"/>
                      </a:cubicBezTo>
                      <a:cubicBezTo>
                        <a:pt x="23432" y="90583"/>
                        <a:pt x="21908" y="90106"/>
                        <a:pt x="20860" y="90106"/>
                      </a:cubicBezTo>
                      <a:cubicBezTo>
                        <a:pt x="19050" y="90106"/>
                        <a:pt x="17812" y="91059"/>
                        <a:pt x="16669" y="93059"/>
                      </a:cubicBezTo>
                      <a:cubicBezTo>
                        <a:pt x="18288" y="93440"/>
                        <a:pt x="20193" y="93726"/>
                        <a:pt x="22670" y="93726"/>
                      </a:cubicBezTo>
                      <a:lnTo>
                        <a:pt x="21241" y="95536"/>
                      </a:lnTo>
                      <a:cubicBezTo>
                        <a:pt x="21908" y="96107"/>
                        <a:pt x="22288" y="96393"/>
                        <a:pt x="22670" y="96202"/>
                      </a:cubicBezTo>
                      <a:lnTo>
                        <a:pt x="24575" y="94869"/>
                      </a:lnTo>
                      <a:cubicBezTo>
                        <a:pt x="24575" y="94869"/>
                        <a:pt x="25622" y="96202"/>
                        <a:pt x="27718" y="97441"/>
                      </a:cubicBezTo>
                      <a:cubicBezTo>
                        <a:pt x="29908" y="98679"/>
                        <a:pt x="31147" y="100108"/>
                        <a:pt x="31433" y="101632"/>
                      </a:cubicBezTo>
                      <a:cubicBezTo>
                        <a:pt x="32480" y="101060"/>
                        <a:pt x="33052" y="100298"/>
                        <a:pt x="33242" y="99441"/>
                      </a:cubicBezTo>
                      <a:lnTo>
                        <a:pt x="33242" y="97441"/>
                      </a:lnTo>
                      <a:cubicBezTo>
                        <a:pt x="33433" y="96869"/>
                        <a:pt x="34290" y="96488"/>
                        <a:pt x="36004" y="96298"/>
                      </a:cubicBezTo>
                      <a:cubicBezTo>
                        <a:pt x="36767" y="98679"/>
                        <a:pt x="37148" y="101822"/>
                        <a:pt x="37148" y="105727"/>
                      </a:cubicBezTo>
                      <a:cubicBezTo>
                        <a:pt x="36957" y="113062"/>
                        <a:pt x="36862" y="116300"/>
                        <a:pt x="36862" y="115348"/>
                      </a:cubicBezTo>
                      <a:cubicBezTo>
                        <a:pt x="34576" y="115824"/>
                        <a:pt x="32480" y="114967"/>
                        <a:pt x="30671" y="112871"/>
                      </a:cubicBezTo>
                      <a:lnTo>
                        <a:pt x="28861" y="115348"/>
                      </a:lnTo>
                      <a:cubicBezTo>
                        <a:pt x="28194" y="114776"/>
                        <a:pt x="27623" y="114491"/>
                        <a:pt x="27051" y="114681"/>
                      </a:cubicBezTo>
                      <a:lnTo>
                        <a:pt x="26289" y="115348"/>
                      </a:lnTo>
                      <a:cubicBezTo>
                        <a:pt x="27623" y="117634"/>
                        <a:pt x="30575" y="118396"/>
                        <a:pt x="35052" y="117824"/>
                      </a:cubicBezTo>
                      <a:cubicBezTo>
                        <a:pt x="34671" y="118586"/>
                        <a:pt x="34576" y="119348"/>
                        <a:pt x="34576" y="120110"/>
                      </a:cubicBezTo>
                      <a:cubicBezTo>
                        <a:pt x="34576" y="121063"/>
                        <a:pt x="35052" y="122301"/>
                        <a:pt x="36004" y="124111"/>
                      </a:cubicBezTo>
                      <a:cubicBezTo>
                        <a:pt x="36862" y="125825"/>
                        <a:pt x="37433" y="127159"/>
                        <a:pt x="37433" y="128302"/>
                      </a:cubicBezTo>
                      <a:cubicBezTo>
                        <a:pt x="37433" y="129254"/>
                        <a:pt x="37243" y="130112"/>
                        <a:pt x="36862" y="130969"/>
                      </a:cubicBezTo>
                      <a:cubicBezTo>
                        <a:pt x="35719" y="132207"/>
                        <a:pt x="35052" y="133636"/>
                        <a:pt x="35052" y="135255"/>
                      </a:cubicBezTo>
                      <a:cubicBezTo>
                        <a:pt x="35242" y="137827"/>
                        <a:pt x="35242" y="139255"/>
                        <a:pt x="35052" y="139732"/>
                      </a:cubicBezTo>
                      <a:cubicBezTo>
                        <a:pt x="35242" y="140398"/>
                        <a:pt x="35719" y="144304"/>
                        <a:pt x="36481" y="151447"/>
                      </a:cubicBezTo>
                      <a:cubicBezTo>
                        <a:pt x="36862" y="156781"/>
                        <a:pt x="38195" y="160782"/>
                        <a:pt x="40481" y="163163"/>
                      </a:cubicBezTo>
                      <a:cubicBezTo>
                        <a:pt x="40100" y="164116"/>
                        <a:pt x="40005" y="164783"/>
                        <a:pt x="40005" y="165449"/>
                      </a:cubicBezTo>
                      <a:cubicBezTo>
                        <a:pt x="40005" y="166497"/>
                        <a:pt x="40767" y="167545"/>
                        <a:pt x="42291" y="168592"/>
                      </a:cubicBezTo>
                      <a:cubicBezTo>
                        <a:pt x="43815" y="169640"/>
                        <a:pt x="44482" y="170974"/>
                        <a:pt x="44101" y="172593"/>
                      </a:cubicBezTo>
                      <a:cubicBezTo>
                        <a:pt x="46006" y="172498"/>
                        <a:pt x="48482" y="173164"/>
                        <a:pt x="51721" y="174688"/>
                      </a:cubicBezTo>
                      <a:cubicBezTo>
                        <a:pt x="54864" y="176308"/>
                        <a:pt x="57531" y="177070"/>
                        <a:pt x="59531" y="177070"/>
                      </a:cubicBezTo>
                      <a:cubicBezTo>
                        <a:pt x="60293" y="177070"/>
                        <a:pt x="61150" y="176975"/>
                        <a:pt x="61817" y="176784"/>
                      </a:cubicBezTo>
                      <a:cubicBezTo>
                        <a:pt x="63532" y="178498"/>
                        <a:pt x="65342" y="179260"/>
                        <a:pt x="67342" y="179260"/>
                      </a:cubicBezTo>
                      <a:cubicBezTo>
                        <a:pt x="68485" y="179260"/>
                        <a:pt x="70485" y="178689"/>
                        <a:pt x="73057" y="177641"/>
                      </a:cubicBezTo>
                      <a:cubicBezTo>
                        <a:pt x="75629" y="176498"/>
                        <a:pt x="77724" y="175927"/>
                        <a:pt x="79248" y="175927"/>
                      </a:cubicBezTo>
                      <a:cubicBezTo>
                        <a:pt x="80105" y="175927"/>
                        <a:pt x="80772" y="175927"/>
                        <a:pt x="81344" y="176117"/>
                      </a:cubicBezTo>
                      <a:cubicBezTo>
                        <a:pt x="82010" y="174688"/>
                        <a:pt x="84296" y="172021"/>
                        <a:pt x="88487" y="168307"/>
                      </a:cubicBezTo>
                      <a:cubicBezTo>
                        <a:pt x="91726" y="165449"/>
                        <a:pt x="93154" y="162496"/>
                        <a:pt x="92869" y="159544"/>
                      </a:cubicBezTo>
                      <a:lnTo>
                        <a:pt x="94679" y="158210"/>
                      </a:lnTo>
                      <a:lnTo>
                        <a:pt x="93536" y="157067"/>
                      </a:lnTo>
                      <a:cubicBezTo>
                        <a:pt x="95345" y="153638"/>
                        <a:pt x="97726" y="151924"/>
                        <a:pt x="100679" y="151924"/>
                      </a:cubicBezTo>
                      <a:cubicBezTo>
                        <a:pt x="102108" y="151924"/>
                        <a:pt x="104299" y="152495"/>
                        <a:pt x="107251" y="153543"/>
                      </a:cubicBezTo>
                      <a:cubicBezTo>
                        <a:pt x="110204" y="154686"/>
                        <a:pt x="112586" y="155258"/>
                        <a:pt x="114109" y="155258"/>
                      </a:cubicBezTo>
                      <a:cubicBezTo>
                        <a:pt x="114491" y="156781"/>
                        <a:pt x="116110" y="157734"/>
                        <a:pt x="118967" y="158210"/>
                      </a:cubicBezTo>
                      <a:cubicBezTo>
                        <a:pt x="121825" y="158687"/>
                        <a:pt x="123539" y="159639"/>
                        <a:pt x="123920" y="161354"/>
                      </a:cubicBezTo>
                      <a:close/>
                      <a:moveTo>
                        <a:pt x="22860" y="137541"/>
                      </a:moveTo>
                      <a:cubicBezTo>
                        <a:pt x="24098" y="138779"/>
                        <a:pt x="25337" y="139351"/>
                        <a:pt x="26479" y="139351"/>
                      </a:cubicBezTo>
                      <a:cubicBezTo>
                        <a:pt x="27051" y="139351"/>
                        <a:pt x="28766" y="138779"/>
                        <a:pt x="31528" y="137541"/>
                      </a:cubicBezTo>
                      <a:lnTo>
                        <a:pt x="28289" y="134207"/>
                      </a:lnTo>
                      <a:lnTo>
                        <a:pt x="30099" y="136017"/>
                      </a:lnTo>
                      <a:lnTo>
                        <a:pt x="28289" y="137541"/>
                      </a:lnTo>
                      <a:cubicBezTo>
                        <a:pt x="26956" y="137446"/>
                        <a:pt x="26289" y="136779"/>
                        <a:pt x="26289" y="135731"/>
                      </a:cubicBezTo>
                      <a:cubicBezTo>
                        <a:pt x="26289" y="134588"/>
                        <a:pt x="26289" y="133731"/>
                        <a:pt x="25717" y="133159"/>
                      </a:cubicBezTo>
                      <a:cubicBezTo>
                        <a:pt x="25527" y="133445"/>
                        <a:pt x="24860" y="134112"/>
                        <a:pt x="23432" y="135160"/>
                      </a:cubicBezTo>
                      <a:cubicBezTo>
                        <a:pt x="22670" y="135636"/>
                        <a:pt x="22384" y="136493"/>
                        <a:pt x="22670" y="137636"/>
                      </a:cubicBezTo>
                      <a:close/>
                      <a:moveTo>
                        <a:pt x="30194" y="39529"/>
                      </a:moveTo>
                      <a:cubicBezTo>
                        <a:pt x="30194" y="39529"/>
                        <a:pt x="29432" y="39529"/>
                        <a:pt x="29242" y="39148"/>
                      </a:cubicBezTo>
                      <a:cubicBezTo>
                        <a:pt x="29242" y="38481"/>
                        <a:pt x="29908" y="38195"/>
                        <a:pt x="31337" y="38195"/>
                      </a:cubicBezTo>
                      <a:cubicBezTo>
                        <a:pt x="31909" y="38195"/>
                        <a:pt x="32480" y="38386"/>
                        <a:pt x="32671" y="38862"/>
                      </a:cubicBezTo>
                      <a:lnTo>
                        <a:pt x="30099" y="39529"/>
                      </a:lnTo>
                      <a:close/>
                      <a:moveTo>
                        <a:pt x="33623" y="53721"/>
                      </a:moveTo>
                      <a:lnTo>
                        <a:pt x="33623" y="56864"/>
                      </a:lnTo>
                      <a:lnTo>
                        <a:pt x="35242" y="56864"/>
                      </a:lnTo>
                      <a:cubicBezTo>
                        <a:pt x="35909" y="55912"/>
                        <a:pt x="35242" y="54864"/>
                        <a:pt x="33623" y="53721"/>
                      </a:cubicBezTo>
                      <a:close/>
                      <a:moveTo>
                        <a:pt x="33623" y="93535"/>
                      </a:moveTo>
                      <a:lnTo>
                        <a:pt x="33623" y="91726"/>
                      </a:lnTo>
                      <a:lnTo>
                        <a:pt x="36195" y="91726"/>
                      </a:lnTo>
                      <a:lnTo>
                        <a:pt x="33623" y="93535"/>
                      </a:lnTo>
                      <a:close/>
                      <a:moveTo>
                        <a:pt x="50387" y="84106"/>
                      </a:moveTo>
                      <a:lnTo>
                        <a:pt x="47816" y="82963"/>
                      </a:lnTo>
                      <a:lnTo>
                        <a:pt x="49244" y="79820"/>
                      </a:lnTo>
                      <a:lnTo>
                        <a:pt x="50387" y="84106"/>
                      </a:lnTo>
                      <a:close/>
                      <a:moveTo>
                        <a:pt x="52197" y="71056"/>
                      </a:moveTo>
                      <a:cubicBezTo>
                        <a:pt x="51245" y="70771"/>
                        <a:pt x="50006" y="71342"/>
                        <a:pt x="48482" y="72866"/>
                      </a:cubicBezTo>
                      <a:lnTo>
                        <a:pt x="52197" y="73533"/>
                      </a:lnTo>
                      <a:lnTo>
                        <a:pt x="52197" y="71056"/>
                      </a:lnTo>
                      <a:close/>
                      <a:moveTo>
                        <a:pt x="59246" y="12859"/>
                      </a:moveTo>
                      <a:lnTo>
                        <a:pt x="60008" y="13716"/>
                      </a:lnTo>
                      <a:lnTo>
                        <a:pt x="53816" y="12859"/>
                      </a:lnTo>
                      <a:lnTo>
                        <a:pt x="59341" y="12859"/>
                      </a:lnTo>
                      <a:close/>
                      <a:moveTo>
                        <a:pt x="56959" y="76962"/>
                      </a:moveTo>
                      <a:cubicBezTo>
                        <a:pt x="56959" y="76962"/>
                        <a:pt x="57817" y="77343"/>
                        <a:pt x="58198" y="78105"/>
                      </a:cubicBezTo>
                      <a:lnTo>
                        <a:pt x="58198" y="80486"/>
                      </a:lnTo>
                      <a:cubicBezTo>
                        <a:pt x="58007" y="79915"/>
                        <a:pt x="57531" y="79534"/>
                        <a:pt x="56769" y="79534"/>
                      </a:cubicBezTo>
                      <a:lnTo>
                        <a:pt x="54864" y="79724"/>
                      </a:lnTo>
                      <a:cubicBezTo>
                        <a:pt x="54864" y="77819"/>
                        <a:pt x="55626" y="76867"/>
                        <a:pt x="56959" y="76867"/>
                      </a:cubicBezTo>
                      <a:close/>
                      <a:moveTo>
                        <a:pt x="58579" y="48387"/>
                      </a:moveTo>
                      <a:lnTo>
                        <a:pt x="57436" y="47720"/>
                      </a:lnTo>
                      <a:cubicBezTo>
                        <a:pt x="57436" y="47720"/>
                        <a:pt x="58198" y="48387"/>
                        <a:pt x="58579" y="48387"/>
                      </a:cubicBezTo>
                      <a:lnTo>
                        <a:pt x="60008" y="49530"/>
                      </a:lnTo>
                      <a:lnTo>
                        <a:pt x="60008" y="48387"/>
                      </a:lnTo>
                      <a:lnTo>
                        <a:pt x="58579" y="48387"/>
                      </a:lnTo>
                      <a:close/>
                      <a:moveTo>
                        <a:pt x="62484" y="85916"/>
                      </a:moveTo>
                      <a:lnTo>
                        <a:pt x="59246" y="85916"/>
                      </a:lnTo>
                      <a:lnTo>
                        <a:pt x="59246" y="82296"/>
                      </a:lnTo>
                      <a:lnTo>
                        <a:pt x="62484" y="85916"/>
                      </a:lnTo>
                      <a:close/>
                      <a:moveTo>
                        <a:pt x="63627" y="63151"/>
                      </a:moveTo>
                      <a:lnTo>
                        <a:pt x="59912" y="62484"/>
                      </a:lnTo>
                      <a:lnTo>
                        <a:pt x="59912" y="63151"/>
                      </a:lnTo>
                      <a:lnTo>
                        <a:pt x="63627" y="63151"/>
                      </a:lnTo>
                      <a:close/>
                      <a:moveTo>
                        <a:pt x="67056" y="12859"/>
                      </a:moveTo>
                      <a:lnTo>
                        <a:pt x="66389" y="15621"/>
                      </a:lnTo>
                      <a:lnTo>
                        <a:pt x="65532" y="15621"/>
                      </a:lnTo>
                      <a:lnTo>
                        <a:pt x="67056" y="12859"/>
                      </a:lnTo>
                      <a:close/>
                      <a:moveTo>
                        <a:pt x="68866" y="32861"/>
                      </a:moveTo>
                      <a:cubicBezTo>
                        <a:pt x="67151" y="32861"/>
                        <a:pt x="66389" y="32671"/>
                        <a:pt x="66389" y="32195"/>
                      </a:cubicBezTo>
                      <a:cubicBezTo>
                        <a:pt x="66389" y="31909"/>
                        <a:pt x="66580" y="31337"/>
                        <a:pt x="67151" y="30480"/>
                      </a:cubicBezTo>
                      <a:cubicBezTo>
                        <a:pt x="67723" y="29623"/>
                        <a:pt x="67818" y="29051"/>
                        <a:pt x="67723" y="28575"/>
                      </a:cubicBezTo>
                      <a:cubicBezTo>
                        <a:pt x="68390" y="29051"/>
                        <a:pt x="69056" y="29432"/>
                        <a:pt x="69818" y="29908"/>
                      </a:cubicBezTo>
                      <a:cubicBezTo>
                        <a:pt x="70009" y="30194"/>
                        <a:pt x="69628" y="31147"/>
                        <a:pt x="68866" y="32861"/>
                      </a:cubicBezTo>
                      <a:close/>
                      <a:moveTo>
                        <a:pt x="67723" y="28670"/>
                      </a:moveTo>
                      <a:cubicBezTo>
                        <a:pt x="67723" y="28670"/>
                        <a:pt x="67151" y="28004"/>
                        <a:pt x="67056" y="27718"/>
                      </a:cubicBezTo>
                      <a:cubicBezTo>
                        <a:pt x="67151" y="27718"/>
                        <a:pt x="67342" y="27718"/>
                        <a:pt x="67532" y="28099"/>
                      </a:cubicBezTo>
                      <a:cubicBezTo>
                        <a:pt x="67628" y="28289"/>
                        <a:pt x="67723" y="28480"/>
                        <a:pt x="67723" y="28670"/>
                      </a:cubicBezTo>
                      <a:close/>
                      <a:moveTo>
                        <a:pt x="68866" y="48387"/>
                      </a:moveTo>
                      <a:lnTo>
                        <a:pt x="68199" y="50197"/>
                      </a:lnTo>
                      <a:cubicBezTo>
                        <a:pt x="70009" y="50197"/>
                        <a:pt x="71533" y="50768"/>
                        <a:pt x="72580" y="52006"/>
                      </a:cubicBezTo>
                      <a:cubicBezTo>
                        <a:pt x="73057" y="50768"/>
                        <a:pt x="72580" y="49911"/>
                        <a:pt x="71247" y="49435"/>
                      </a:cubicBezTo>
                      <a:cubicBezTo>
                        <a:pt x="69818" y="48863"/>
                        <a:pt x="69056" y="48577"/>
                        <a:pt x="68866" y="48482"/>
                      </a:cubicBezTo>
                      <a:close/>
                      <a:moveTo>
                        <a:pt x="76962" y="23431"/>
                      </a:moveTo>
                      <a:lnTo>
                        <a:pt x="76962" y="25241"/>
                      </a:lnTo>
                      <a:lnTo>
                        <a:pt x="70771" y="24098"/>
                      </a:lnTo>
                      <a:lnTo>
                        <a:pt x="70771" y="22288"/>
                      </a:lnTo>
                      <a:cubicBezTo>
                        <a:pt x="71247" y="23622"/>
                        <a:pt x="72200" y="24384"/>
                        <a:pt x="73819" y="24384"/>
                      </a:cubicBezTo>
                      <a:cubicBezTo>
                        <a:pt x="74962" y="24384"/>
                        <a:pt x="76009" y="24193"/>
                        <a:pt x="77057" y="23431"/>
                      </a:cubicBezTo>
                      <a:close/>
                      <a:moveTo>
                        <a:pt x="78581" y="0"/>
                      </a:moveTo>
                      <a:lnTo>
                        <a:pt x="79534" y="4953"/>
                      </a:lnTo>
                      <a:lnTo>
                        <a:pt x="78581" y="667"/>
                      </a:lnTo>
                      <a:lnTo>
                        <a:pt x="78581" y="0"/>
                      </a:lnTo>
                      <a:close/>
                      <a:moveTo>
                        <a:pt x="82010" y="42481"/>
                      </a:moveTo>
                      <a:cubicBezTo>
                        <a:pt x="82010" y="42481"/>
                        <a:pt x="81153" y="42958"/>
                        <a:pt x="80105" y="43815"/>
                      </a:cubicBezTo>
                      <a:cubicBezTo>
                        <a:pt x="79058" y="44767"/>
                        <a:pt x="78581" y="45529"/>
                        <a:pt x="78581" y="46101"/>
                      </a:cubicBezTo>
                      <a:cubicBezTo>
                        <a:pt x="78581" y="46863"/>
                        <a:pt x="79153" y="47339"/>
                        <a:pt x="80200" y="47625"/>
                      </a:cubicBezTo>
                      <a:cubicBezTo>
                        <a:pt x="80391" y="47339"/>
                        <a:pt x="80105" y="46672"/>
                        <a:pt x="79534" y="45815"/>
                      </a:cubicBezTo>
                      <a:cubicBezTo>
                        <a:pt x="81248" y="44482"/>
                        <a:pt x="82391" y="43910"/>
                        <a:pt x="82963" y="44005"/>
                      </a:cubicBezTo>
                      <a:cubicBezTo>
                        <a:pt x="82105" y="43243"/>
                        <a:pt x="81820" y="42672"/>
                        <a:pt x="82010" y="42386"/>
                      </a:cubicBezTo>
                      <a:close/>
                      <a:moveTo>
                        <a:pt x="84106" y="34004"/>
                      </a:moveTo>
                      <a:lnTo>
                        <a:pt x="86582" y="34004"/>
                      </a:lnTo>
                      <a:lnTo>
                        <a:pt x="84106" y="35338"/>
                      </a:lnTo>
                      <a:lnTo>
                        <a:pt x="84106" y="34004"/>
                      </a:lnTo>
                      <a:close/>
                      <a:moveTo>
                        <a:pt x="93059" y="36671"/>
                      </a:moveTo>
                      <a:cubicBezTo>
                        <a:pt x="93059" y="36671"/>
                        <a:pt x="92012" y="35623"/>
                        <a:pt x="90297" y="34480"/>
                      </a:cubicBezTo>
                      <a:cubicBezTo>
                        <a:pt x="89154" y="33528"/>
                        <a:pt x="88678" y="32766"/>
                        <a:pt x="88678" y="32004"/>
                      </a:cubicBezTo>
                      <a:cubicBezTo>
                        <a:pt x="88678" y="31528"/>
                        <a:pt x="88773" y="31051"/>
                        <a:pt x="89154" y="30480"/>
                      </a:cubicBezTo>
                      <a:cubicBezTo>
                        <a:pt x="91250" y="30289"/>
                        <a:pt x="92297" y="30956"/>
                        <a:pt x="92488" y="32385"/>
                      </a:cubicBezTo>
                      <a:cubicBezTo>
                        <a:pt x="92678" y="33814"/>
                        <a:pt x="92869" y="35242"/>
                        <a:pt x="93059" y="36767"/>
                      </a:cubicBezTo>
                      <a:close/>
                      <a:moveTo>
                        <a:pt x="91059" y="62579"/>
                      </a:moveTo>
                      <a:lnTo>
                        <a:pt x="89154" y="60770"/>
                      </a:lnTo>
                      <a:lnTo>
                        <a:pt x="91059" y="63246"/>
                      </a:lnTo>
                      <a:lnTo>
                        <a:pt x="91059" y="62579"/>
                      </a:lnTo>
                      <a:close/>
                      <a:moveTo>
                        <a:pt x="92869" y="58102"/>
                      </a:moveTo>
                      <a:lnTo>
                        <a:pt x="92869" y="60770"/>
                      </a:lnTo>
                      <a:cubicBezTo>
                        <a:pt x="95059" y="60770"/>
                        <a:pt x="96965" y="59817"/>
                        <a:pt x="98584" y="57817"/>
                      </a:cubicBezTo>
                      <a:cubicBezTo>
                        <a:pt x="99060" y="57531"/>
                        <a:pt x="99536" y="56959"/>
                        <a:pt x="99917" y="56197"/>
                      </a:cubicBezTo>
                      <a:cubicBezTo>
                        <a:pt x="99632" y="56959"/>
                        <a:pt x="99155" y="57531"/>
                        <a:pt x="98584" y="57817"/>
                      </a:cubicBezTo>
                      <a:cubicBezTo>
                        <a:pt x="97250" y="57721"/>
                        <a:pt x="95345" y="57817"/>
                        <a:pt x="92869" y="58102"/>
                      </a:cubicBezTo>
                      <a:close/>
                      <a:moveTo>
                        <a:pt x="93154" y="36671"/>
                      </a:moveTo>
                      <a:cubicBezTo>
                        <a:pt x="93536" y="37338"/>
                        <a:pt x="93631" y="37814"/>
                        <a:pt x="93631" y="38291"/>
                      </a:cubicBezTo>
                      <a:cubicBezTo>
                        <a:pt x="93250" y="37719"/>
                        <a:pt x="93154" y="37147"/>
                        <a:pt x="93154" y="36671"/>
                      </a:cubicBezTo>
                      <a:close/>
                      <a:moveTo>
                        <a:pt x="103727" y="70009"/>
                      </a:moveTo>
                      <a:lnTo>
                        <a:pt x="103727" y="66866"/>
                      </a:lnTo>
                      <a:lnTo>
                        <a:pt x="100013" y="69342"/>
                      </a:lnTo>
                      <a:lnTo>
                        <a:pt x="103727" y="70009"/>
                      </a:lnTo>
                      <a:close/>
                      <a:moveTo>
                        <a:pt x="102584" y="56959"/>
                      </a:moveTo>
                      <a:cubicBezTo>
                        <a:pt x="103156" y="57531"/>
                        <a:pt x="103442" y="58102"/>
                        <a:pt x="103442" y="58483"/>
                      </a:cubicBezTo>
                      <a:cubicBezTo>
                        <a:pt x="103442" y="58960"/>
                        <a:pt x="102965" y="59436"/>
                        <a:pt x="102108" y="60103"/>
                      </a:cubicBezTo>
                      <a:cubicBezTo>
                        <a:pt x="101155" y="60674"/>
                        <a:pt x="100679" y="61055"/>
                        <a:pt x="100679" y="61246"/>
                      </a:cubicBezTo>
                      <a:cubicBezTo>
                        <a:pt x="100679" y="61722"/>
                        <a:pt x="101346" y="62103"/>
                        <a:pt x="102489" y="62579"/>
                      </a:cubicBezTo>
                      <a:cubicBezTo>
                        <a:pt x="102965" y="61055"/>
                        <a:pt x="103537" y="59531"/>
                        <a:pt x="104108" y="57912"/>
                      </a:cubicBezTo>
                      <a:cubicBezTo>
                        <a:pt x="104775" y="56388"/>
                        <a:pt x="105632" y="55531"/>
                        <a:pt x="106871" y="55531"/>
                      </a:cubicBezTo>
                      <a:lnTo>
                        <a:pt x="104966" y="53721"/>
                      </a:lnTo>
                      <a:lnTo>
                        <a:pt x="102489" y="56864"/>
                      </a:lnTo>
                      <a:close/>
                      <a:moveTo>
                        <a:pt x="104394" y="20955"/>
                      </a:moveTo>
                      <a:lnTo>
                        <a:pt x="104394" y="24098"/>
                      </a:lnTo>
                      <a:lnTo>
                        <a:pt x="103632" y="24098"/>
                      </a:lnTo>
                      <a:lnTo>
                        <a:pt x="103632" y="20955"/>
                      </a:lnTo>
                      <a:lnTo>
                        <a:pt x="104394" y="20955"/>
                      </a:lnTo>
                      <a:close/>
                      <a:moveTo>
                        <a:pt x="111538" y="16669"/>
                      </a:moveTo>
                      <a:cubicBezTo>
                        <a:pt x="110490" y="17145"/>
                        <a:pt x="109728" y="17335"/>
                        <a:pt x="109538" y="17335"/>
                      </a:cubicBezTo>
                      <a:lnTo>
                        <a:pt x="109538" y="14859"/>
                      </a:lnTo>
                      <a:lnTo>
                        <a:pt x="111538" y="16669"/>
                      </a:lnTo>
                      <a:close/>
                      <a:moveTo>
                        <a:pt x="115919" y="47720"/>
                      </a:moveTo>
                      <a:lnTo>
                        <a:pt x="115919" y="50197"/>
                      </a:lnTo>
                      <a:cubicBezTo>
                        <a:pt x="114967" y="49721"/>
                        <a:pt x="114491" y="49530"/>
                        <a:pt x="114395" y="49530"/>
                      </a:cubicBezTo>
                      <a:cubicBezTo>
                        <a:pt x="115348" y="49530"/>
                        <a:pt x="115919" y="48958"/>
                        <a:pt x="115919" y="47720"/>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 name="Google Shape;911;p99"/>
                <p:cNvSpPr/>
                <p:nvPr/>
              </p:nvSpPr>
              <p:spPr>
                <a:xfrm>
                  <a:off x="3697509" y="2098452"/>
                  <a:ext cx="181927" cy="191071"/>
                </a:xfrm>
                <a:custGeom>
                  <a:avLst/>
                  <a:gdLst/>
                  <a:ahLst/>
                  <a:cxnLst/>
                  <a:rect l="l" t="t" r="r" b="b"/>
                  <a:pathLst>
                    <a:path w="181927" h="191071" extrusionOk="0">
                      <a:moveTo>
                        <a:pt x="7144" y="161354"/>
                      </a:moveTo>
                      <a:cubicBezTo>
                        <a:pt x="7906" y="162116"/>
                        <a:pt x="8287" y="162782"/>
                        <a:pt x="8287" y="163354"/>
                      </a:cubicBezTo>
                      <a:cubicBezTo>
                        <a:pt x="8287" y="163735"/>
                        <a:pt x="8096" y="164211"/>
                        <a:pt x="7810" y="165068"/>
                      </a:cubicBezTo>
                      <a:cubicBezTo>
                        <a:pt x="7429" y="165830"/>
                        <a:pt x="7239" y="166688"/>
                        <a:pt x="7239" y="167354"/>
                      </a:cubicBezTo>
                      <a:lnTo>
                        <a:pt x="6382" y="164878"/>
                      </a:lnTo>
                      <a:lnTo>
                        <a:pt x="0" y="166688"/>
                      </a:lnTo>
                      <a:cubicBezTo>
                        <a:pt x="191" y="165068"/>
                        <a:pt x="1619" y="164116"/>
                        <a:pt x="4286" y="164116"/>
                      </a:cubicBezTo>
                      <a:cubicBezTo>
                        <a:pt x="6953" y="164116"/>
                        <a:pt x="8001" y="163068"/>
                        <a:pt x="7334" y="161258"/>
                      </a:cubicBezTo>
                      <a:close/>
                      <a:moveTo>
                        <a:pt x="952" y="144971"/>
                      </a:moveTo>
                      <a:cubicBezTo>
                        <a:pt x="952" y="143161"/>
                        <a:pt x="1714" y="142304"/>
                        <a:pt x="3334" y="142304"/>
                      </a:cubicBezTo>
                      <a:cubicBezTo>
                        <a:pt x="3810" y="142304"/>
                        <a:pt x="4191" y="142589"/>
                        <a:pt x="4477" y="143161"/>
                      </a:cubicBezTo>
                      <a:lnTo>
                        <a:pt x="1048" y="144971"/>
                      </a:lnTo>
                      <a:close/>
                      <a:moveTo>
                        <a:pt x="8096" y="125921"/>
                      </a:moveTo>
                      <a:lnTo>
                        <a:pt x="5429" y="125921"/>
                      </a:lnTo>
                      <a:lnTo>
                        <a:pt x="8858" y="123444"/>
                      </a:lnTo>
                      <a:lnTo>
                        <a:pt x="8096" y="125921"/>
                      </a:lnTo>
                      <a:close/>
                      <a:moveTo>
                        <a:pt x="7239" y="139637"/>
                      </a:moveTo>
                      <a:lnTo>
                        <a:pt x="8096" y="140779"/>
                      </a:lnTo>
                      <a:lnTo>
                        <a:pt x="8096" y="143161"/>
                      </a:lnTo>
                      <a:lnTo>
                        <a:pt x="7239" y="139541"/>
                      </a:lnTo>
                      <a:close/>
                      <a:moveTo>
                        <a:pt x="10001" y="130207"/>
                      </a:moveTo>
                      <a:cubicBezTo>
                        <a:pt x="10287" y="129445"/>
                        <a:pt x="10954" y="129350"/>
                        <a:pt x="11621" y="129730"/>
                      </a:cubicBezTo>
                      <a:cubicBezTo>
                        <a:pt x="12097" y="130207"/>
                        <a:pt x="12573" y="130588"/>
                        <a:pt x="13145" y="130874"/>
                      </a:cubicBezTo>
                      <a:cubicBezTo>
                        <a:pt x="12668" y="131254"/>
                        <a:pt x="12287" y="131540"/>
                        <a:pt x="12001" y="131540"/>
                      </a:cubicBezTo>
                      <a:cubicBezTo>
                        <a:pt x="11335" y="130683"/>
                        <a:pt x="10668" y="130207"/>
                        <a:pt x="9906" y="130207"/>
                      </a:cubicBezTo>
                      <a:close/>
                      <a:moveTo>
                        <a:pt x="10001" y="191071"/>
                      </a:moveTo>
                      <a:lnTo>
                        <a:pt x="10001" y="187452"/>
                      </a:lnTo>
                      <a:lnTo>
                        <a:pt x="11811" y="189929"/>
                      </a:lnTo>
                      <a:cubicBezTo>
                        <a:pt x="10763" y="189929"/>
                        <a:pt x="10096" y="190309"/>
                        <a:pt x="10001" y="191071"/>
                      </a:cubicBezTo>
                      <a:close/>
                      <a:moveTo>
                        <a:pt x="17812" y="110395"/>
                      </a:moveTo>
                      <a:lnTo>
                        <a:pt x="17812" y="114681"/>
                      </a:lnTo>
                      <a:lnTo>
                        <a:pt x="16954" y="114681"/>
                      </a:lnTo>
                      <a:lnTo>
                        <a:pt x="16954" y="110395"/>
                      </a:lnTo>
                      <a:lnTo>
                        <a:pt x="17812" y="110395"/>
                      </a:lnTo>
                      <a:close/>
                      <a:moveTo>
                        <a:pt x="20669" y="150781"/>
                      </a:moveTo>
                      <a:cubicBezTo>
                        <a:pt x="20479" y="151257"/>
                        <a:pt x="20764" y="151829"/>
                        <a:pt x="21526" y="152591"/>
                      </a:cubicBezTo>
                      <a:lnTo>
                        <a:pt x="16954" y="152591"/>
                      </a:lnTo>
                      <a:lnTo>
                        <a:pt x="16954" y="150781"/>
                      </a:lnTo>
                      <a:lnTo>
                        <a:pt x="20669" y="150781"/>
                      </a:lnTo>
                      <a:close/>
                      <a:moveTo>
                        <a:pt x="22288" y="143828"/>
                      </a:moveTo>
                      <a:cubicBezTo>
                        <a:pt x="23050" y="144304"/>
                        <a:pt x="22860" y="145542"/>
                        <a:pt x="21526" y="147638"/>
                      </a:cubicBezTo>
                      <a:cubicBezTo>
                        <a:pt x="21241" y="147828"/>
                        <a:pt x="20669" y="147447"/>
                        <a:pt x="19717" y="146495"/>
                      </a:cubicBezTo>
                      <a:cubicBezTo>
                        <a:pt x="19717" y="144685"/>
                        <a:pt x="20574" y="143828"/>
                        <a:pt x="22288" y="143828"/>
                      </a:cubicBezTo>
                      <a:close/>
                      <a:moveTo>
                        <a:pt x="25241" y="104013"/>
                      </a:moveTo>
                      <a:lnTo>
                        <a:pt x="25241" y="105823"/>
                      </a:lnTo>
                      <a:lnTo>
                        <a:pt x="21526" y="104013"/>
                      </a:lnTo>
                      <a:lnTo>
                        <a:pt x="25241" y="104013"/>
                      </a:lnTo>
                      <a:close/>
                      <a:moveTo>
                        <a:pt x="22288" y="141351"/>
                      </a:moveTo>
                      <a:lnTo>
                        <a:pt x="23431" y="140684"/>
                      </a:lnTo>
                      <a:lnTo>
                        <a:pt x="21622" y="138875"/>
                      </a:lnTo>
                      <a:cubicBezTo>
                        <a:pt x="21622" y="138875"/>
                        <a:pt x="22479" y="138398"/>
                        <a:pt x="24193" y="137732"/>
                      </a:cubicBezTo>
                      <a:cubicBezTo>
                        <a:pt x="23908" y="138589"/>
                        <a:pt x="24289" y="139827"/>
                        <a:pt x="25337" y="141351"/>
                      </a:cubicBezTo>
                      <a:lnTo>
                        <a:pt x="22384" y="141351"/>
                      </a:lnTo>
                      <a:close/>
                      <a:moveTo>
                        <a:pt x="25241" y="150781"/>
                      </a:moveTo>
                      <a:lnTo>
                        <a:pt x="26575" y="152591"/>
                      </a:lnTo>
                      <a:lnTo>
                        <a:pt x="23336" y="150781"/>
                      </a:lnTo>
                      <a:lnTo>
                        <a:pt x="25241" y="150781"/>
                      </a:lnTo>
                      <a:close/>
                      <a:moveTo>
                        <a:pt x="35528" y="128302"/>
                      </a:moveTo>
                      <a:lnTo>
                        <a:pt x="32099" y="128302"/>
                      </a:lnTo>
                      <a:lnTo>
                        <a:pt x="33052" y="131921"/>
                      </a:lnTo>
                      <a:cubicBezTo>
                        <a:pt x="32385" y="131921"/>
                        <a:pt x="31433" y="131636"/>
                        <a:pt x="30099" y="130969"/>
                      </a:cubicBezTo>
                      <a:cubicBezTo>
                        <a:pt x="28861" y="130397"/>
                        <a:pt x="28004" y="130112"/>
                        <a:pt x="27432" y="130112"/>
                      </a:cubicBezTo>
                      <a:cubicBezTo>
                        <a:pt x="26575" y="130112"/>
                        <a:pt x="25813" y="130683"/>
                        <a:pt x="25146" y="131921"/>
                      </a:cubicBezTo>
                      <a:cubicBezTo>
                        <a:pt x="24384" y="130302"/>
                        <a:pt x="24003" y="129254"/>
                        <a:pt x="24003" y="128778"/>
                      </a:cubicBezTo>
                      <a:cubicBezTo>
                        <a:pt x="24575" y="127730"/>
                        <a:pt x="25241" y="126778"/>
                        <a:pt x="25908" y="125825"/>
                      </a:cubicBezTo>
                      <a:lnTo>
                        <a:pt x="25908" y="126492"/>
                      </a:lnTo>
                      <a:lnTo>
                        <a:pt x="30194" y="126492"/>
                      </a:lnTo>
                      <a:cubicBezTo>
                        <a:pt x="30194" y="126492"/>
                        <a:pt x="29146" y="126873"/>
                        <a:pt x="28384" y="127635"/>
                      </a:cubicBezTo>
                      <a:cubicBezTo>
                        <a:pt x="28194" y="128111"/>
                        <a:pt x="28384" y="128492"/>
                        <a:pt x="29051" y="128969"/>
                      </a:cubicBezTo>
                      <a:cubicBezTo>
                        <a:pt x="29623" y="129445"/>
                        <a:pt x="30099" y="129826"/>
                        <a:pt x="30194" y="130112"/>
                      </a:cubicBezTo>
                      <a:cubicBezTo>
                        <a:pt x="31051" y="127730"/>
                        <a:pt x="32099" y="126492"/>
                        <a:pt x="33433" y="126492"/>
                      </a:cubicBezTo>
                      <a:cubicBezTo>
                        <a:pt x="33909" y="126492"/>
                        <a:pt x="34385" y="126873"/>
                        <a:pt x="34862" y="127635"/>
                      </a:cubicBezTo>
                      <a:lnTo>
                        <a:pt x="35528" y="128302"/>
                      </a:lnTo>
                      <a:close/>
                      <a:moveTo>
                        <a:pt x="25241" y="169926"/>
                      </a:moveTo>
                      <a:cubicBezTo>
                        <a:pt x="24575" y="169354"/>
                        <a:pt x="24289" y="168688"/>
                        <a:pt x="24289" y="167926"/>
                      </a:cubicBezTo>
                      <a:cubicBezTo>
                        <a:pt x="24289" y="165830"/>
                        <a:pt x="25432" y="164497"/>
                        <a:pt x="27718" y="163925"/>
                      </a:cubicBezTo>
                      <a:lnTo>
                        <a:pt x="25241" y="170021"/>
                      </a:lnTo>
                      <a:close/>
                      <a:moveTo>
                        <a:pt x="27718" y="95536"/>
                      </a:moveTo>
                      <a:cubicBezTo>
                        <a:pt x="26956" y="96298"/>
                        <a:pt x="26575" y="97250"/>
                        <a:pt x="26575" y="98488"/>
                      </a:cubicBezTo>
                      <a:cubicBezTo>
                        <a:pt x="26670" y="100013"/>
                        <a:pt x="26670" y="100870"/>
                        <a:pt x="26575" y="101155"/>
                      </a:cubicBezTo>
                      <a:cubicBezTo>
                        <a:pt x="26384" y="101441"/>
                        <a:pt x="26194" y="101632"/>
                        <a:pt x="25908" y="101632"/>
                      </a:cubicBezTo>
                      <a:lnTo>
                        <a:pt x="25908" y="95536"/>
                      </a:lnTo>
                      <a:lnTo>
                        <a:pt x="27718" y="95536"/>
                      </a:lnTo>
                      <a:close/>
                      <a:moveTo>
                        <a:pt x="30861" y="96203"/>
                      </a:moveTo>
                      <a:cubicBezTo>
                        <a:pt x="32195" y="95917"/>
                        <a:pt x="33338" y="95917"/>
                        <a:pt x="34576" y="96203"/>
                      </a:cubicBezTo>
                      <a:lnTo>
                        <a:pt x="30861" y="96203"/>
                      </a:lnTo>
                      <a:close/>
                      <a:moveTo>
                        <a:pt x="35433" y="174498"/>
                      </a:moveTo>
                      <a:cubicBezTo>
                        <a:pt x="35433" y="175260"/>
                        <a:pt x="35814" y="175832"/>
                        <a:pt x="36576" y="176308"/>
                      </a:cubicBezTo>
                      <a:lnTo>
                        <a:pt x="33814" y="176975"/>
                      </a:lnTo>
                      <a:lnTo>
                        <a:pt x="33814" y="174498"/>
                      </a:lnTo>
                      <a:lnTo>
                        <a:pt x="35338" y="174498"/>
                      </a:lnTo>
                      <a:close/>
                      <a:moveTo>
                        <a:pt x="38481" y="99917"/>
                      </a:moveTo>
                      <a:cubicBezTo>
                        <a:pt x="38576" y="98108"/>
                        <a:pt x="37338" y="96965"/>
                        <a:pt x="34480" y="96298"/>
                      </a:cubicBezTo>
                      <a:cubicBezTo>
                        <a:pt x="36671" y="96298"/>
                        <a:pt x="38195" y="96107"/>
                        <a:pt x="39148" y="95631"/>
                      </a:cubicBezTo>
                      <a:lnTo>
                        <a:pt x="38481" y="99917"/>
                      </a:lnTo>
                      <a:close/>
                      <a:moveTo>
                        <a:pt x="35433" y="184880"/>
                      </a:moveTo>
                      <a:cubicBezTo>
                        <a:pt x="35338" y="184118"/>
                        <a:pt x="35719" y="183261"/>
                        <a:pt x="36576" y="182499"/>
                      </a:cubicBezTo>
                      <a:cubicBezTo>
                        <a:pt x="37338" y="181737"/>
                        <a:pt x="38195" y="181356"/>
                        <a:pt x="39148" y="181546"/>
                      </a:cubicBezTo>
                      <a:cubicBezTo>
                        <a:pt x="38481" y="183261"/>
                        <a:pt x="37338" y="184404"/>
                        <a:pt x="35433" y="184880"/>
                      </a:cubicBezTo>
                      <a:close/>
                      <a:moveTo>
                        <a:pt x="37338" y="122396"/>
                      </a:moveTo>
                      <a:lnTo>
                        <a:pt x="41720" y="124206"/>
                      </a:lnTo>
                      <a:cubicBezTo>
                        <a:pt x="41338" y="124778"/>
                        <a:pt x="40862" y="125063"/>
                        <a:pt x="40386" y="125063"/>
                      </a:cubicBezTo>
                      <a:cubicBezTo>
                        <a:pt x="38862" y="125063"/>
                        <a:pt x="37909" y="124206"/>
                        <a:pt x="37433" y="122396"/>
                      </a:cubicBezTo>
                      <a:close/>
                      <a:moveTo>
                        <a:pt x="41720" y="128492"/>
                      </a:moveTo>
                      <a:cubicBezTo>
                        <a:pt x="39624" y="130778"/>
                        <a:pt x="38576" y="132207"/>
                        <a:pt x="38576" y="132969"/>
                      </a:cubicBezTo>
                      <a:cubicBezTo>
                        <a:pt x="37814" y="132683"/>
                        <a:pt x="37433" y="132112"/>
                        <a:pt x="37433" y="131350"/>
                      </a:cubicBezTo>
                      <a:lnTo>
                        <a:pt x="37433" y="129159"/>
                      </a:lnTo>
                      <a:lnTo>
                        <a:pt x="41815" y="128492"/>
                      </a:lnTo>
                      <a:close/>
                      <a:moveTo>
                        <a:pt x="38576" y="119729"/>
                      </a:moveTo>
                      <a:cubicBezTo>
                        <a:pt x="37814" y="118396"/>
                        <a:pt x="38195" y="116777"/>
                        <a:pt x="40005" y="114776"/>
                      </a:cubicBezTo>
                      <a:lnTo>
                        <a:pt x="44387" y="119063"/>
                      </a:lnTo>
                      <a:cubicBezTo>
                        <a:pt x="44387" y="119063"/>
                        <a:pt x="43243" y="119348"/>
                        <a:pt x="42386" y="119825"/>
                      </a:cubicBezTo>
                      <a:cubicBezTo>
                        <a:pt x="41434" y="120396"/>
                        <a:pt x="40672" y="120682"/>
                        <a:pt x="40291" y="120682"/>
                      </a:cubicBezTo>
                      <a:cubicBezTo>
                        <a:pt x="39719" y="120682"/>
                        <a:pt x="39148" y="120396"/>
                        <a:pt x="38671" y="119729"/>
                      </a:cubicBezTo>
                      <a:close/>
                      <a:moveTo>
                        <a:pt x="40005" y="164021"/>
                      </a:moveTo>
                      <a:cubicBezTo>
                        <a:pt x="39529" y="164306"/>
                        <a:pt x="39338" y="165354"/>
                        <a:pt x="39338" y="166973"/>
                      </a:cubicBezTo>
                      <a:lnTo>
                        <a:pt x="38671" y="164021"/>
                      </a:lnTo>
                      <a:lnTo>
                        <a:pt x="40100" y="164021"/>
                      </a:lnTo>
                      <a:close/>
                      <a:moveTo>
                        <a:pt x="43720" y="171926"/>
                      </a:moveTo>
                      <a:lnTo>
                        <a:pt x="41815" y="169450"/>
                      </a:lnTo>
                      <a:lnTo>
                        <a:pt x="44387" y="171259"/>
                      </a:lnTo>
                      <a:cubicBezTo>
                        <a:pt x="44196" y="172593"/>
                        <a:pt x="42481" y="173165"/>
                        <a:pt x="39338" y="172784"/>
                      </a:cubicBezTo>
                      <a:lnTo>
                        <a:pt x="43720" y="171926"/>
                      </a:lnTo>
                      <a:close/>
                      <a:moveTo>
                        <a:pt x="45815" y="110204"/>
                      </a:moveTo>
                      <a:cubicBezTo>
                        <a:pt x="45815" y="110204"/>
                        <a:pt x="46482" y="110585"/>
                        <a:pt x="46482" y="110585"/>
                      </a:cubicBezTo>
                      <a:cubicBezTo>
                        <a:pt x="46482" y="110585"/>
                        <a:pt x="46196" y="110680"/>
                        <a:pt x="45815" y="111062"/>
                      </a:cubicBezTo>
                      <a:cubicBezTo>
                        <a:pt x="45148" y="111538"/>
                        <a:pt x="44863" y="111919"/>
                        <a:pt x="44863" y="112204"/>
                      </a:cubicBezTo>
                      <a:lnTo>
                        <a:pt x="42958" y="110680"/>
                      </a:lnTo>
                      <a:cubicBezTo>
                        <a:pt x="42958" y="110680"/>
                        <a:pt x="43815" y="110490"/>
                        <a:pt x="44577" y="109823"/>
                      </a:cubicBezTo>
                      <a:cubicBezTo>
                        <a:pt x="44863" y="110014"/>
                        <a:pt x="45244" y="110204"/>
                        <a:pt x="45720" y="110395"/>
                      </a:cubicBezTo>
                      <a:close/>
                      <a:moveTo>
                        <a:pt x="45529" y="112967"/>
                      </a:moveTo>
                      <a:cubicBezTo>
                        <a:pt x="45529" y="112967"/>
                        <a:pt x="44863" y="112490"/>
                        <a:pt x="44863" y="112109"/>
                      </a:cubicBezTo>
                      <a:lnTo>
                        <a:pt x="45529" y="112967"/>
                      </a:lnTo>
                      <a:close/>
                      <a:moveTo>
                        <a:pt x="47434" y="124873"/>
                      </a:moveTo>
                      <a:cubicBezTo>
                        <a:pt x="47434" y="124873"/>
                        <a:pt x="46672" y="124492"/>
                        <a:pt x="46672" y="124206"/>
                      </a:cubicBezTo>
                      <a:cubicBezTo>
                        <a:pt x="46672" y="123634"/>
                        <a:pt x="47149" y="123063"/>
                        <a:pt x="48006" y="122587"/>
                      </a:cubicBezTo>
                      <a:cubicBezTo>
                        <a:pt x="48863" y="122111"/>
                        <a:pt x="49625" y="122111"/>
                        <a:pt x="50197" y="122396"/>
                      </a:cubicBezTo>
                      <a:cubicBezTo>
                        <a:pt x="50197" y="122873"/>
                        <a:pt x="49625" y="123730"/>
                        <a:pt x="48387" y="124873"/>
                      </a:cubicBezTo>
                      <a:lnTo>
                        <a:pt x="47434" y="124873"/>
                      </a:lnTo>
                      <a:close/>
                      <a:moveTo>
                        <a:pt x="181451" y="68485"/>
                      </a:moveTo>
                      <a:cubicBezTo>
                        <a:pt x="181356" y="71628"/>
                        <a:pt x="181166" y="75057"/>
                        <a:pt x="181166" y="78867"/>
                      </a:cubicBezTo>
                      <a:cubicBezTo>
                        <a:pt x="181166" y="82867"/>
                        <a:pt x="181261" y="89059"/>
                        <a:pt x="181451" y="97250"/>
                      </a:cubicBezTo>
                      <a:cubicBezTo>
                        <a:pt x="181737" y="105442"/>
                        <a:pt x="181832" y="111728"/>
                        <a:pt x="181832" y="115919"/>
                      </a:cubicBezTo>
                      <a:cubicBezTo>
                        <a:pt x="181832" y="125921"/>
                        <a:pt x="181356" y="134493"/>
                        <a:pt x="180213" y="141542"/>
                      </a:cubicBezTo>
                      <a:cubicBezTo>
                        <a:pt x="179927" y="141732"/>
                        <a:pt x="179451" y="141542"/>
                        <a:pt x="178784" y="140875"/>
                      </a:cubicBezTo>
                      <a:cubicBezTo>
                        <a:pt x="178403" y="143066"/>
                        <a:pt x="177832" y="145352"/>
                        <a:pt x="177070" y="147638"/>
                      </a:cubicBezTo>
                      <a:cubicBezTo>
                        <a:pt x="176403" y="149924"/>
                        <a:pt x="175165" y="151638"/>
                        <a:pt x="173260" y="152781"/>
                      </a:cubicBezTo>
                      <a:lnTo>
                        <a:pt x="175165" y="154591"/>
                      </a:lnTo>
                      <a:cubicBezTo>
                        <a:pt x="170497" y="158782"/>
                        <a:pt x="165640" y="163068"/>
                        <a:pt x="160877" y="167450"/>
                      </a:cubicBezTo>
                      <a:cubicBezTo>
                        <a:pt x="155258" y="172498"/>
                        <a:pt x="150209" y="176117"/>
                        <a:pt x="145923" y="178213"/>
                      </a:cubicBezTo>
                      <a:cubicBezTo>
                        <a:pt x="145161" y="178403"/>
                        <a:pt x="144113" y="178403"/>
                        <a:pt x="142684" y="178213"/>
                      </a:cubicBezTo>
                      <a:cubicBezTo>
                        <a:pt x="141160" y="177927"/>
                        <a:pt x="140303" y="177737"/>
                        <a:pt x="140017" y="177737"/>
                      </a:cubicBezTo>
                      <a:cubicBezTo>
                        <a:pt x="138113" y="177737"/>
                        <a:pt x="137160" y="179070"/>
                        <a:pt x="136970" y="181546"/>
                      </a:cubicBezTo>
                      <a:cubicBezTo>
                        <a:pt x="126111" y="182023"/>
                        <a:pt x="117920" y="181832"/>
                        <a:pt x="112395" y="181070"/>
                      </a:cubicBezTo>
                      <a:cubicBezTo>
                        <a:pt x="104394" y="179927"/>
                        <a:pt x="96488" y="177451"/>
                        <a:pt x="88868" y="173641"/>
                      </a:cubicBezTo>
                      <a:lnTo>
                        <a:pt x="86106" y="173641"/>
                      </a:lnTo>
                      <a:cubicBezTo>
                        <a:pt x="86582" y="172879"/>
                        <a:pt x="86773" y="172403"/>
                        <a:pt x="86773" y="172117"/>
                      </a:cubicBezTo>
                      <a:cubicBezTo>
                        <a:pt x="86773" y="171450"/>
                        <a:pt x="85916" y="171164"/>
                        <a:pt x="84106" y="171069"/>
                      </a:cubicBezTo>
                      <a:cubicBezTo>
                        <a:pt x="82296" y="171069"/>
                        <a:pt x="81343" y="170688"/>
                        <a:pt x="81058" y="170021"/>
                      </a:cubicBezTo>
                      <a:cubicBezTo>
                        <a:pt x="79343" y="169450"/>
                        <a:pt x="77057" y="167545"/>
                        <a:pt x="74104" y="164402"/>
                      </a:cubicBezTo>
                      <a:cubicBezTo>
                        <a:pt x="71247" y="161258"/>
                        <a:pt x="69056" y="159734"/>
                        <a:pt x="67627" y="159925"/>
                      </a:cubicBezTo>
                      <a:cubicBezTo>
                        <a:pt x="67246" y="156496"/>
                        <a:pt x="66770" y="154115"/>
                        <a:pt x="66199" y="152971"/>
                      </a:cubicBezTo>
                      <a:cubicBezTo>
                        <a:pt x="65246" y="151067"/>
                        <a:pt x="63246" y="149352"/>
                        <a:pt x="60484" y="147828"/>
                      </a:cubicBezTo>
                      <a:cubicBezTo>
                        <a:pt x="62008" y="148019"/>
                        <a:pt x="64103" y="147638"/>
                        <a:pt x="66484" y="146685"/>
                      </a:cubicBezTo>
                      <a:cubicBezTo>
                        <a:pt x="65437" y="144875"/>
                        <a:pt x="64008" y="144590"/>
                        <a:pt x="62198" y="145828"/>
                      </a:cubicBezTo>
                      <a:lnTo>
                        <a:pt x="57626" y="140875"/>
                      </a:lnTo>
                      <a:cubicBezTo>
                        <a:pt x="57055" y="140875"/>
                        <a:pt x="56293" y="141351"/>
                        <a:pt x="55435" y="142208"/>
                      </a:cubicBezTo>
                      <a:cubicBezTo>
                        <a:pt x="54578" y="143066"/>
                        <a:pt x="53626" y="143446"/>
                        <a:pt x="52578" y="143351"/>
                      </a:cubicBezTo>
                      <a:cubicBezTo>
                        <a:pt x="52578" y="141827"/>
                        <a:pt x="52388" y="141065"/>
                        <a:pt x="51911" y="140970"/>
                      </a:cubicBezTo>
                      <a:cubicBezTo>
                        <a:pt x="55340" y="140779"/>
                        <a:pt x="56959" y="139446"/>
                        <a:pt x="56959" y="136874"/>
                      </a:cubicBezTo>
                      <a:cubicBezTo>
                        <a:pt x="56959" y="135827"/>
                        <a:pt x="56674" y="134017"/>
                        <a:pt x="55912" y="131445"/>
                      </a:cubicBezTo>
                      <a:cubicBezTo>
                        <a:pt x="55245" y="128873"/>
                        <a:pt x="54864" y="126968"/>
                        <a:pt x="54864" y="125635"/>
                      </a:cubicBezTo>
                      <a:cubicBezTo>
                        <a:pt x="54864" y="123349"/>
                        <a:pt x="55817" y="121729"/>
                        <a:pt x="57626" y="120682"/>
                      </a:cubicBezTo>
                      <a:cubicBezTo>
                        <a:pt x="56769" y="110776"/>
                        <a:pt x="57055" y="104108"/>
                        <a:pt x="58769" y="100679"/>
                      </a:cubicBezTo>
                      <a:cubicBezTo>
                        <a:pt x="59150" y="98203"/>
                        <a:pt x="58769" y="95155"/>
                        <a:pt x="57341" y="91250"/>
                      </a:cubicBezTo>
                      <a:cubicBezTo>
                        <a:pt x="55626" y="86773"/>
                        <a:pt x="54864" y="83725"/>
                        <a:pt x="54864" y="82010"/>
                      </a:cubicBezTo>
                      <a:cubicBezTo>
                        <a:pt x="54864" y="79724"/>
                        <a:pt x="55817" y="77629"/>
                        <a:pt x="57626" y="75724"/>
                      </a:cubicBezTo>
                      <a:cubicBezTo>
                        <a:pt x="57150" y="75152"/>
                        <a:pt x="56864" y="74390"/>
                        <a:pt x="56864" y="73438"/>
                      </a:cubicBezTo>
                      <a:cubicBezTo>
                        <a:pt x="56864" y="72866"/>
                        <a:pt x="57055" y="71723"/>
                        <a:pt x="57341" y="70295"/>
                      </a:cubicBezTo>
                      <a:cubicBezTo>
                        <a:pt x="57626" y="68771"/>
                        <a:pt x="57817" y="67628"/>
                        <a:pt x="57817" y="66866"/>
                      </a:cubicBezTo>
                      <a:cubicBezTo>
                        <a:pt x="57817" y="65342"/>
                        <a:pt x="57245" y="64103"/>
                        <a:pt x="56197" y="63246"/>
                      </a:cubicBezTo>
                      <a:cubicBezTo>
                        <a:pt x="56674" y="53816"/>
                        <a:pt x="57055" y="44196"/>
                        <a:pt x="57341" y="34671"/>
                      </a:cubicBezTo>
                      <a:cubicBezTo>
                        <a:pt x="57817" y="22098"/>
                        <a:pt x="57912" y="12192"/>
                        <a:pt x="57626" y="4953"/>
                      </a:cubicBezTo>
                      <a:cubicBezTo>
                        <a:pt x="59436" y="2762"/>
                        <a:pt x="63437" y="1715"/>
                        <a:pt x="69628" y="1715"/>
                      </a:cubicBezTo>
                      <a:cubicBezTo>
                        <a:pt x="71056" y="3429"/>
                        <a:pt x="73342" y="4191"/>
                        <a:pt x="76295" y="4191"/>
                      </a:cubicBezTo>
                      <a:cubicBezTo>
                        <a:pt x="77248" y="4191"/>
                        <a:pt x="78676" y="4096"/>
                        <a:pt x="80677" y="3905"/>
                      </a:cubicBezTo>
                      <a:cubicBezTo>
                        <a:pt x="82677" y="3715"/>
                        <a:pt x="84106" y="3524"/>
                        <a:pt x="85058" y="3524"/>
                      </a:cubicBezTo>
                      <a:cubicBezTo>
                        <a:pt x="88201" y="3524"/>
                        <a:pt x="90773" y="4477"/>
                        <a:pt x="92583" y="6287"/>
                      </a:cubicBezTo>
                      <a:cubicBezTo>
                        <a:pt x="92964" y="9239"/>
                        <a:pt x="92964" y="15430"/>
                        <a:pt x="92773" y="24670"/>
                      </a:cubicBezTo>
                      <a:cubicBezTo>
                        <a:pt x="92773" y="32290"/>
                        <a:pt x="93345" y="38386"/>
                        <a:pt x="94393" y="42863"/>
                      </a:cubicBezTo>
                      <a:lnTo>
                        <a:pt x="92488" y="50483"/>
                      </a:lnTo>
                      <a:cubicBezTo>
                        <a:pt x="92488" y="52388"/>
                        <a:pt x="93345" y="54197"/>
                        <a:pt x="95059" y="55817"/>
                      </a:cubicBezTo>
                      <a:cubicBezTo>
                        <a:pt x="94202" y="56864"/>
                        <a:pt x="93631" y="60579"/>
                        <a:pt x="92964" y="67056"/>
                      </a:cubicBezTo>
                      <a:cubicBezTo>
                        <a:pt x="92488" y="72295"/>
                        <a:pt x="90868" y="75438"/>
                        <a:pt x="87916" y="76295"/>
                      </a:cubicBezTo>
                      <a:cubicBezTo>
                        <a:pt x="90868" y="76105"/>
                        <a:pt x="92297" y="76962"/>
                        <a:pt x="92297" y="79248"/>
                      </a:cubicBezTo>
                      <a:cubicBezTo>
                        <a:pt x="92297" y="79820"/>
                        <a:pt x="92297" y="80772"/>
                        <a:pt x="92012" y="82105"/>
                      </a:cubicBezTo>
                      <a:cubicBezTo>
                        <a:pt x="91821" y="83534"/>
                        <a:pt x="91726" y="84487"/>
                        <a:pt x="91821" y="85058"/>
                      </a:cubicBezTo>
                      <a:lnTo>
                        <a:pt x="90011" y="85058"/>
                      </a:lnTo>
                      <a:cubicBezTo>
                        <a:pt x="92488" y="88297"/>
                        <a:pt x="93631" y="93059"/>
                        <a:pt x="93631" y="99250"/>
                      </a:cubicBezTo>
                      <a:cubicBezTo>
                        <a:pt x="93631" y="103442"/>
                        <a:pt x="92964" y="109157"/>
                        <a:pt x="91726" y="116110"/>
                      </a:cubicBezTo>
                      <a:cubicBezTo>
                        <a:pt x="92392" y="116872"/>
                        <a:pt x="92869" y="118872"/>
                        <a:pt x="93345" y="122015"/>
                      </a:cubicBezTo>
                      <a:cubicBezTo>
                        <a:pt x="93726" y="124301"/>
                        <a:pt x="94964" y="125825"/>
                        <a:pt x="96774" y="126683"/>
                      </a:cubicBezTo>
                      <a:cubicBezTo>
                        <a:pt x="97536" y="129254"/>
                        <a:pt x="96679" y="130683"/>
                        <a:pt x="94202" y="130969"/>
                      </a:cubicBezTo>
                      <a:cubicBezTo>
                        <a:pt x="95631" y="131540"/>
                        <a:pt x="97250" y="132207"/>
                        <a:pt x="98774" y="132969"/>
                      </a:cubicBezTo>
                      <a:cubicBezTo>
                        <a:pt x="100298" y="133731"/>
                        <a:pt x="101060" y="134874"/>
                        <a:pt x="101060" y="136588"/>
                      </a:cubicBezTo>
                      <a:cubicBezTo>
                        <a:pt x="101632" y="138970"/>
                        <a:pt x="103632" y="140684"/>
                        <a:pt x="106871" y="141732"/>
                      </a:cubicBezTo>
                      <a:cubicBezTo>
                        <a:pt x="110680" y="143066"/>
                        <a:pt x="113157" y="144399"/>
                        <a:pt x="114491" y="145828"/>
                      </a:cubicBezTo>
                      <a:cubicBezTo>
                        <a:pt x="116967" y="146590"/>
                        <a:pt x="119348" y="146971"/>
                        <a:pt x="121825" y="146971"/>
                      </a:cubicBezTo>
                      <a:cubicBezTo>
                        <a:pt x="130397" y="146971"/>
                        <a:pt x="136017" y="143732"/>
                        <a:pt x="138589" y="137255"/>
                      </a:cubicBezTo>
                      <a:cubicBezTo>
                        <a:pt x="141542" y="136208"/>
                        <a:pt x="142970" y="132683"/>
                        <a:pt x="142970" y="126683"/>
                      </a:cubicBezTo>
                      <a:lnTo>
                        <a:pt x="148209" y="126016"/>
                      </a:lnTo>
                      <a:cubicBezTo>
                        <a:pt x="149066" y="122111"/>
                        <a:pt x="149638" y="117920"/>
                        <a:pt x="149638" y="113443"/>
                      </a:cubicBezTo>
                      <a:cubicBezTo>
                        <a:pt x="149638" y="108395"/>
                        <a:pt x="148780" y="100965"/>
                        <a:pt x="146971" y="91059"/>
                      </a:cubicBezTo>
                      <a:cubicBezTo>
                        <a:pt x="145256" y="81248"/>
                        <a:pt x="144304" y="74009"/>
                        <a:pt x="144304" y="69342"/>
                      </a:cubicBezTo>
                      <a:cubicBezTo>
                        <a:pt x="144304" y="66961"/>
                        <a:pt x="144494" y="64770"/>
                        <a:pt x="144780" y="62579"/>
                      </a:cubicBezTo>
                      <a:cubicBezTo>
                        <a:pt x="146685" y="56198"/>
                        <a:pt x="147638" y="51911"/>
                        <a:pt x="147638" y="50006"/>
                      </a:cubicBezTo>
                      <a:cubicBezTo>
                        <a:pt x="147638" y="47434"/>
                        <a:pt x="146971" y="45244"/>
                        <a:pt x="145733" y="43434"/>
                      </a:cubicBezTo>
                      <a:lnTo>
                        <a:pt x="144780" y="6763"/>
                      </a:lnTo>
                      <a:cubicBezTo>
                        <a:pt x="146399" y="3334"/>
                        <a:pt x="148495" y="1524"/>
                        <a:pt x="151257" y="1524"/>
                      </a:cubicBezTo>
                      <a:cubicBezTo>
                        <a:pt x="152209" y="1524"/>
                        <a:pt x="153448" y="1715"/>
                        <a:pt x="155258" y="2096"/>
                      </a:cubicBezTo>
                      <a:cubicBezTo>
                        <a:pt x="157067" y="2477"/>
                        <a:pt x="158401" y="2667"/>
                        <a:pt x="159353" y="2667"/>
                      </a:cubicBezTo>
                      <a:cubicBezTo>
                        <a:pt x="161639" y="2667"/>
                        <a:pt x="163639" y="1810"/>
                        <a:pt x="165354" y="0"/>
                      </a:cubicBezTo>
                      <a:cubicBezTo>
                        <a:pt x="166402" y="762"/>
                        <a:pt x="169545" y="1333"/>
                        <a:pt x="174784" y="1810"/>
                      </a:cubicBezTo>
                      <a:cubicBezTo>
                        <a:pt x="178689" y="2191"/>
                        <a:pt x="181166" y="3905"/>
                        <a:pt x="181927" y="6763"/>
                      </a:cubicBezTo>
                      <a:cubicBezTo>
                        <a:pt x="181261" y="10382"/>
                        <a:pt x="180975" y="14764"/>
                        <a:pt x="180975" y="20003"/>
                      </a:cubicBezTo>
                      <a:cubicBezTo>
                        <a:pt x="180975" y="22193"/>
                        <a:pt x="181070" y="25813"/>
                        <a:pt x="181261" y="30575"/>
                      </a:cubicBezTo>
                      <a:cubicBezTo>
                        <a:pt x="181261" y="35338"/>
                        <a:pt x="181451" y="38957"/>
                        <a:pt x="181451" y="41338"/>
                      </a:cubicBezTo>
                      <a:cubicBezTo>
                        <a:pt x="181451" y="47911"/>
                        <a:pt x="181070" y="53530"/>
                        <a:pt x="180118" y="58198"/>
                      </a:cubicBezTo>
                      <a:cubicBezTo>
                        <a:pt x="182023" y="62294"/>
                        <a:pt x="182309" y="65151"/>
                        <a:pt x="181261" y="66770"/>
                      </a:cubicBezTo>
                      <a:cubicBezTo>
                        <a:pt x="179642" y="66770"/>
                        <a:pt x="178879" y="67056"/>
                        <a:pt x="178689" y="67628"/>
                      </a:cubicBezTo>
                      <a:cubicBezTo>
                        <a:pt x="178975" y="68104"/>
                        <a:pt x="179737" y="68294"/>
                        <a:pt x="181261" y="68294"/>
                      </a:cubicBezTo>
                      <a:close/>
                      <a:moveTo>
                        <a:pt x="56388" y="178879"/>
                      </a:moveTo>
                      <a:lnTo>
                        <a:pt x="52006" y="178213"/>
                      </a:lnTo>
                      <a:lnTo>
                        <a:pt x="55245" y="176403"/>
                      </a:lnTo>
                      <a:lnTo>
                        <a:pt x="56388" y="178879"/>
                      </a:lnTo>
                      <a:close/>
                      <a:moveTo>
                        <a:pt x="53340" y="147828"/>
                      </a:moveTo>
                      <a:cubicBezTo>
                        <a:pt x="53340" y="149162"/>
                        <a:pt x="53721" y="150019"/>
                        <a:pt x="54483" y="150304"/>
                      </a:cubicBezTo>
                      <a:lnTo>
                        <a:pt x="53340" y="150876"/>
                      </a:lnTo>
                      <a:lnTo>
                        <a:pt x="52673" y="150876"/>
                      </a:lnTo>
                      <a:lnTo>
                        <a:pt x="52673" y="147733"/>
                      </a:lnTo>
                      <a:lnTo>
                        <a:pt x="53340" y="147733"/>
                      </a:lnTo>
                      <a:close/>
                      <a:moveTo>
                        <a:pt x="52673" y="184880"/>
                      </a:moveTo>
                      <a:lnTo>
                        <a:pt x="54483" y="182404"/>
                      </a:lnTo>
                      <a:lnTo>
                        <a:pt x="57721" y="182404"/>
                      </a:lnTo>
                      <a:lnTo>
                        <a:pt x="52673" y="184880"/>
                      </a:lnTo>
                      <a:close/>
                      <a:moveTo>
                        <a:pt x="57721" y="132969"/>
                      </a:moveTo>
                      <a:lnTo>
                        <a:pt x="62293" y="132969"/>
                      </a:lnTo>
                      <a:cubicBezTo>
                        <a:pt x="61531" y="130969"/>
                        <a:pt x="60008" y="130112"/>
                        <a:pt x="57721" y="130302"/>
                      </a:cubicBezTo>
                      <a:lnTo>
                        <a:pt x="57721" y="132969"/>
                      </a:lnTo>
                      <a:close/>
                      <a:moveTo>
                        <a:pt x="67818" y="160592"/>
                      </a:moveTo>
                      <a:lnTo>
                        <a:pt x="66008" y="160592"/>
                      </a:lnTo>
                      <a:cubicBezTo>
                        <a:pt x="66961" y="160211"/>
                        <a:pt x="67532" y="159925"/>
                        <a:pt x="67818" y="159925"/>
                      </a:cubicBezTo>
                      <a:lnTo>
                        <a:pt x="67818" y="160592"/>
                      </a:lnTo>
                      <a:close/>
                      <a:moveTo>
                        <a:pt x="67818" y="119634"/>
                      </a:moveTo>
                      <a:cubicBezTo>
                        <a:pt x="68485" y="119920"/>
                        <a:pt x="68961" y="120110"/>
                        <a:pt x="69247" y="120110"/>
                      </a:cubicBezTo>
                      <a:cubicBezTo>
                        <a:pt x="70199" y="120110"/>
                        <a:pt x="71056" y="119539"/>
                        <a:pt x="71628" y="118110"/>
                      </a:cubicBezTo>
                      <a:cubicBezTo>
                        <a:pt x="72390" y="116777"/>
                        <a:pt x="73152" y="116110"/>
                        <a:pt x="74009" y="116110"/>
                      </a:cubicBezTo>
                      <a:cubicBezTo>
                        <a:pt x="73438" y="115824"/>
                        <a:pt x="72866" y="115633"/>
                        <a:pt x="72485" y="115633"/>
                      </a:cubicBezTo>
                      <a:cubicBezTo>
                        <a:pt x="71533" y="115633"/>
                        <a:pt x="70866" y="116300"/>
                        <a:pt x="70390" y="117634"/>
                      </a:cubicBezTo>
                      <a:cubicBezTo>
                        <a:pt x="69913" y="118967"/>
                        <a:pt x="69056" y="119634"/>
                        <a:pt x="67818" y="119634"/>
                      </a:cubicBezTo>
                      <a:close/>
                      <a:moveTo>
                        <a:pt x="68485" y="137827"/>
                      </a:moveTo>
                      <a:cubicBezTo>
                        <a:pt x="69056" y="138113"/>
                        <a:pt x="69723" y="138113"/>
                        <a:pt x="70390" y="137827"/>
                      </a:cubicBezTo>
                      <a:cubicBezTo>
                        <a:pt x="71247" y="137350"/>
                        <a:pt x="71914" y="137160"/>
                        <a:pt x="72200" y="137160"/>
                      </a:cubicBezTo>
                      <a:cubicBezTo>
                        <a:pt x="70866" y="135827"/>
                        <a:pt x="70199" y="135065"/>
                        <a:pt x="70390" y="134684"/>
                      </a:cubicBezTo>
                      <a:lnTo>
                        <a:pt x="68485" y="137827"/>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 name="Google Shape;912;p99"/>
                <p:cNvSpPr/>
                <p:nvPr/>
              </p:nvSpPr>
              <p:spPr>
                <a:xfrm>
                  <a:off x="3898867" y="2099976"/>
                  <a:ext cx="162972" cy="181363"/>
                </a:xfrm>
                <a:custGeom>
                  <a:avLst/>
                  <a:gdLst/>
                  <a:ahLst/>
                  <a:cxnLst/>
                  <a:rect l="l" t="t" r="r" b="b"/>
                  <a:pathLst>
                    <a:path w="162972" h="181363" extrusionOk="0">
                      <a:moveTo>
                        <a:pt x="131731" y="47911"/>
                      </a:moveTo>
                      <a:cubicBezTo>
                        <a:pt x="132017" y="48673"/>
                        <a:pt x="132588" y="49054"/>
                        <a:pt x="133350" y="49054"/>
                      </a:cubicBezTo>
                      <a:lnTo>
                        <a:pt x="135160" y="49054"/>
                      </a:lnTo>
                      <a:cubicBezTo>
                        <a:pt x="133159" y="54007"/>
                        <a:pt x="132969" y="60293"/>
                        <a:pt x="134493" y="67723"/>
                      </a:cubicBezTo>
                      <a:cubicBezTo>
                        <a:pt x="134017" y="69342"/>
                        <a:pt x="132493" y="72009"/>
                        <a:pt x="129921" y="75629"/>
                      </a:cubicBezTo>
                      <a:lnTo>
                        <a:pt x="131731" y="77438"/>
                      </a:lnTo>
                      <a:cubicBezTo>
                        <a:pt x="131159" y="78676"/>
                        <a:pt x="129540" y="79629"/>
                        <a:pt x="126968" y="80391"/>
                      </a:cubicBezTo>
                      <a:cubicBezTo>
                        <a:pt x="124301" y="81153"/>
                        <a:pt x="122587" y="82201"/>
                        <a:pt x="121920" y="83534"/>
                      </a:cubicBezTo>
                      <a:lnTo>
                        <a:pt x="126301" y="84201"/>
                      </a:lnTo>
                      <a:cubicBezTo>
                        <a:pt x="122682" y="89725"/>
                        <a:pt x="116396" y="96298"/>
                        <a:pt x="107251" y="104013"/>
                      </a:cubicBezTo>
                      <a:lnTo>
                        <a:pt x="103537" y="104013"/>
                      </a:lnTo>
                      <a:lnTo>
                        <a:pt x="103537" y="106489"/>
                      </a:lnTo>
                      <a:cubicBezTo>
                        <a:pt x="103537" y="106489"/>
                        <a:pt x="102775" y="105823"/>
                        <a:pt x="102203" y="105823"/>
                      </a:cubicBezTo>
                      <a:cubicBezTo>
                        <a:pt x="100965" y="105918"/>
                        <a:pt x="100298" y="105918"/>
                        <a:pt x="99917" y="105823"/>
                      </a:cubicBezTo>
                      <a:lnTo>
                        <a:pt x="99250" y="106489"/>
                      </a:lnTo>
                      <a:cubicBezTo>
                        <a:pt x="101441" y="107156"/>
                        <a:pt x="102965" y="109061"/>
                        <a:pt x="103822" y="112585"/>
                      </a:cubicBezTo>
                      <a:cubicBezTo>
                        <a:pt x="104680" y="116014"/>
                        <a:pt x="105823" y="117824"/>
                        <a:pt x="107251" y="118205"/>
                      </a:cubicBezTo>
                      <a:cubicBezTo>
                        <a:pt x="106775" y="121063"/>
                        <a:pt x="107918" y="124111"/>
                        <a:pt x="110680" y="127159"/>
                      </a:cubicBezTo>
                      <a:cubicBezTo>
                        <a:pt x="113824" y="130778"/>
                        <a:pt x="115729" y="133731"/>
                        <a:pt x="116205" y="136208"/>
                      </a:cubicBezTo>
                      <a:cubicBezTo>
                        <a:pt x="115252" y="137827"/>
                        <a:pt x="113347" y="138303"/>
                        <a:pt x="110490" y="137636"/>
                      </a:cubicBezTo>
                      <a:cubicBezTo>
                        <a:pt x="107728" y="136970"/>
                        <a:pt x="106299" y="137065"/>
                        <a:pt x="106299" y="138017"/>
                      </a:cubicBezTo>
                      <a:cubicBezTo>
                        <a:pt x="106299" y="138684"/>
                        <a:pt x="106585" y="139827"/>
                        <a:pt x="107251" y="141160"/>
                      </a:cubicBezTo>
                      <a:lnTo>
                        <a:pt x="110680" y="140494"/>
                      </a:lnTo>
                      <a:cubicBezTo>
                        <a:pt x="110966" y="141065"/>
                        <a:pt x="110395" y="142304"/>
                        <a:pt x="108871" y="144113"/>
                      </a:cubicBezTo>
                      <a:lnTo>
                        <a:pt x="111633" y="146590"/>
                      </a:lnTo>
                      <a:cubicBezTo>
                        <a:pt x="111633" y="146590"/>
                        <a:pt x="112585" y="144875"/>
                        <a:pt x="113252" y="142970"/>
                      </a:cubicBezTo>
                      <a:lnTo>
                        <a:pt x="114395" y="147256"/>
                      </a:lnTo>
                      <a:cubicBezTo>
                        <a:pt x="116396" y="146685"/>
                        <a:pt x="117253" y="144589"/>
                        <a:pt x="116872" y="141160"/>
                      </a:cubicBezTo>
                      <a:cubicBezTo>
                        <a:pt x="118967" y="142208"/>
                        <a:pt x="120682" y="144399"/>
                        <a:pt x="121920" y="147638"/>
                      </a:cubicBezTo>
                      <a:cubicBezTo>
                        <a:pt x="123063" y="150876"/>
                        <a:pt x="124587" y="152876"/>
                        <a:pt x="126301" y="153448"/>
                      </a:cubicBezTo>
                      <a:cubicBezTo>
                        <a:pt x="125730" y="154686"/>
                        <a:pt x="125635" y="155924"/>
                        <a:pt x="125635" y="157067"/>
                      </a:cubicBezTo>
                      <a:cubicBezTo>
                        <a:pt x="125635" y="159258"/>
                        <a:pt x="126778" y="162306"/>
                        <a:pt x="129159" y="165925"/>
                      </a:cubicBezTo>
                      <a:cubicBezTo>
                        <a:pt x="131540" y="169545"/>
                        <a:pt x="132779" y="172117"/>
                        <a:pt x="132779" y="173641"/>
                      </a:cubicBezTo>
                      <a:cubicBezTo>
                        <a:pt x="132779" y="175831"/>
                        <a:pt x="131635" y="177737"/>
                        <a:pt x="129350" y="179546"/>
                      </a:cubicBezTo>
                      <a:cubicBezTo>
                        <a:pt x="127540" y="179546"/>
                        <a:pt x="124492" y="179737"/>
                        <a:pt x="120110" y="180213"/>
                      </a:cubicBezTo>
                      <a:cubicBezTo>
                        <a:pt x="115824" y="180689"/>
                        <a:pt x="112585" y="180880"/>
                        <a:pt x="110395" y="180880"/>
                      </a:cubicBezTo>
                      <a:cubicBezTo>
                        <a:pt x="103727" y="180880"/>
                        <a:pt x="98488" y="179070"/>
                        <a:pt x="94774" y="175450"/>
                      </a:cubicBezTo>
                      <a:lnTo>
                        <a:pt x="94107" y="176593"/>
                      </a:lnTo>
                      <a:cubicBezTo>
                        <a:pt x="93154" y="174308"/>
                        <a:pt x="92297" y="172117"/>
                        <a:pt x="91345" y="169831"/>
                      </a:cubicBezTo>
                      <a:cubicBezTo>
                        <a:pt x="89916" y="166878"/>
                        <a:pt x="88106" y="165068"/>
                        <a:pt x="85820" y="164497"/>
                      </a:cubicBezTo>
                      <a:cubicBezTo>
                        <a:pt x="86296" y="163449"/>
                        <a:pt x="86582" y="162592"/>
                        <a:pt x="86582" y="161830"/>
                      </a:cubicBezTo>
                      <a:cubicBezTo>
                        <a:pt x="86582" y="160210"/>
                        <a:pt x="85439" y="158591"/>
                        <a:pt x="83249" y="156972"/>
                      </a:cubicBezTo>
                      <a:cubicBezTo>
                        <a:pt x="80963" y="155353"/>
                        <a:pt x="79820" y="153829"/>
                        <a:pt x="79820" y="152400"/>
                      </a:cubicBezTo>
                      <a:cubicBezTo>
                        <a:pt x="79820" y="151352"/>
                        <a:pt x="80200" y="150209"/>
                        <a:pt x="80772" y="149066"/>
                      </a:cubicBezTo>
                      <a:cubicBezTo>
                        <a:pt x="79248" y="146971"/>
                        <a:pt x="77438" y="142875"/>
                        <a:pt x="75247" y="136684"/>
                      </a:cubicBezTo>
                      <a:cubicBezTo>
                        <a:pt x="73438" y="131445"/>
                        <a:pt x="71056" y="127540"/>
                        <a:pt x="68294" y="125063"/>
                      </a:cubicBezTo>
                      <a:cubicBezTo>
                        <a:pt x="68294" y="121158"/>
                        <a:pt x="66580" y="116491"/>
                        <a:pt x="62960" y="111157"/>
                      </a:cubicBezTo>
                      <a:lnTo>
                        <a:pt x="56102" y="110300"/>
                      </a:lnTo>
                      <a:lnTo>
                        <a:pt x="56769" y="109633"/>
                      </a:lnTo>
                      <a:cubicBezTo>
                        <a:pt x="56388" y="108871"/>
                        <a:pt x="55817" y="108490"/>
                        <a:pt x="54959" y="108490"/>
                      </a:cubicBezTo>
                      <a:lnTo>
                        <a:pt x="52388" y="111252"/>
                      </a:lnTo>
                      <a:cubicBezTo>
                        <a:pt x="51625" y="111252"/>
                        <a:pt x="49911" y="111633"/>
                        <a:pt x="47244" y="112395"/>
                      </a:cubicBezTo>
                      <a:cubicBezTo>
                        <a:pt x="44577" y="113157"/>
                        <a:pt x="42577" y="113538"/>
                        <a:pt x="41148" y="113538"/>
                      </a:cubicBezTo>
                      <a:cubicBezTo>
                        <a:pt x="40005" y="113538"/>
                        <a:pt x="39148" y="113252"/>
                        <a:pt x="38386" y="112871"/>
                      </a:cubicBezTo>
                      <a:cubicBezTo>
                        <a:pt x="38195" y="113157"/>
                        <a:pt x="38195" y="113443"/>
                        <a:pt x="38195" y="113729"/>
                      </a:cubicBezTo>
                      <a:cubicBezTo>
                        <a:pt x="38195" y="114205"/>
                        <a:pt x="38386" y="114681"/>
                        <a:pt x="38767" y="114967"/>
                      </a:cubicBezTo>
                      <a:cubicBezTo>
                        <a:pt x="39148" y="115348"/>
                        <a:pt x="39338" y="115633"/>
                        <a:pt x="39338" y="115729"/>
                      </a:cubicBezTo>
                      <a:cubicBezTo>
                        <a:pt x="39338" y="116014"/>
                        <a:pt x="38671" y="116586"/>
                        <a:pt x="37243" y="117348"/>
                      </a:cubicBezTo>
                      <a:lnTo>
                        <a:pt x="38386" y="131254"/>
                      </a:lnTo>
                      <a:lnTo>
                        <a:pt x="36576" y="132874"/>
                      </a:lnTo>
                      <a:cubicBezTo>
                        <a:pt x="37814" y="137255"/>
                        <a:pt x="38386" y="143256"/>
                        <a:pt x="38386" y="151067"/>
                      </a:cubicBezTo>
                      <a:cubicBezTo>
                        <a:pt x="38386" y="151829"/>
                        <a:pt x="38005" y="153448"/>
                        <a:pt x="37338" y="155924"/>
                      </a:cubicBezTo>
                      <a:cubicBezTo>
                        <a:pt x="36767" y="158401"/>
                        <a:pt x="36290" y="160306"/>
                        <a:pt x="36290" y="161639"/>
                      </a:cubicBezTo>
                      <a:cubicBezTo>
                        <a:pt x="36290" y="164021"/>
                        <a:pt x="37243" y="165925"/>
                        <a:pt x="39052" y="167259"/>
                      </a:cubicBezTo>
                      <a:cubicBezTo>
                        <a:pt x="38005" y="168021"/>
                        <a:pt x="37433" y="169450"/>
                        <a:pt x="37433" y="171545"/>
                      </a:cubicBezTo>
                      <a:lnTo>
                        <a:pt x="37433" y="173831"/>
                      </a:lnTo>
                      <a:cubicBezTo>
                        <a:pt x="37529" y="174688"/>
                        <a:pt x="37624" y="175450"/>
                        <a:pt x="37624" y="175831"/>
                      </a:cubicBezTo>
                      <a:cubicBezTo>
                        <a:pt x="37624" y="178689"/>
                        <a:pt x="36004" y="179927"/>
                        <a:pt x="32766" y="179451"/>
                      </a:cubicBezTo>
                      <a:lnTo>
                        <a:pt x="33909" y="180404"/>
                      </a:lnTo>
                      <a:cubicBezTo>
                        <a:pt x="31433" y="181451"/>
                        <a:pt x="28289" y="181642"/>
                        <a:pt x="24479" y="180975"/>
                      </a:cubicBezTo>
                      <a:cubicBezTo>
                        <a:pt x="20574" y="180308"/>
                        <a:pt x="18097" y="180404"/>
                        <a:pt x="16859" y="181356"/>
                      </a:cubicBezTo>
                      <a:cubicBezTo>
                        <a:pt x="11621" y="180784"/>
                        <a:pt x="6667" y="179356"/>
                        <a:pt x="1905" y="177070"/>
                      </a:cubicBezTo>
                      <a:cubicBezTo>
                        <a:pt x="2191" y="165545"/>
                        <a:pt x="1905" y="147923"/>
                        <a:pt x="1143" y="124206"/>
                      </a:cubicBezTo>
                      <a:lnTo>
                        <a:pt x="0" y="124206"/>
                      </a:lnTo>
                      <a:cubicBezTo>
                        <a:pt x="1238" y="122682"/>
                        <a:pt x="1905" y="120587"/>
                        <a:pt x="1905" y="118110"/>
                      </a:cubicBezTo>
                      <a:cubicBezTo>
                        <a:pt x="1905" y="117253"/>
                        <a:pt x="1714" y="115729"/>
                        <a:pt x="1429" y="113538"/>
                      </a:cubicBezTo>
                      <a:cubicBezTo>
                        <a:pt x="1143" y="111347"/>
                        <a:pt x="952" y="109633"/>
                        <a:pt x="952" y="108490"/>
                      </a:cubicBezTo>
                      <a:cubicBezTo>
                        <a:pt x="952" y="105728"/>
                        <a:pt x="1619" y="103346"/>
                        <a:pt x="3048" y="101346"/>
                      </a:cubicBezTo>
                      <a:cubicBezTo>
                        <a:pt x="2191" y="93535"/>
                        <a:pt x="1905" y="82867"/>
                        <a:pt x="1905" y="69437"/>
                      </a:cubicBezTo>
                      <a:lnTo>
                        <a:pt x="1905" y="36576"/>
                      </a:lnTo>
                      <a:cubicBezTo>
                        <a:pt x="952" y="36004"/>
                        <a:pt x="571" y="35338"/>
                        <a:pt x="571" y="34576"/>
                      </a:cubicBezTo>
                      <a:cubicBezTo>
                        <a:pt x="571" y="34100"/>
                        <a:pt x="952" y="33147"/>
                        <a:pt x="1810" y="31813"/>
                      </a:cubicBezTo>
                      <a:cubicBezTo>
                        <a:pt x="2667" y="30480"/>
                        <a:pt x="3143" y="29432"/>
                        <a:pt x="3143" y="28670"/>
                      </a:cubicBezTo>
                      <a:cubicBezTo>
                        <a:pt x="1333" y="27051"/>
                        <a:pt x="381" y="25146"/>
                        <a:pt x="381" y="23050"/>
                      </a:cubicBezTo>
                      <a:cubicBezTo>
                        <a:pt x="381" y="21717"/>
                        <a:pt x="952" y="19431"/>
                        <a:pt x="2000" y="16288"/>
                      </a:cubicBezTo>
                      <a:cubicBezTo>
                        <a:pt x="3048" y="13145"/>
                        <a:pt x="3429" y="10668"/>
                        <a:pt x="3143" y="8858"/>
                      </a:cubicBezTo>
                      <a:lnTo>
                        <a:pt x="12573" y="953"/>
                      </a:lnTo>
                      <a:lnTo>
                        <a:pt x="53054" y="0"/>
                      </a:lnTo>
                      <a:cubicBezTo>
                        <a:pt x="53626" y="762"/>
                        <a:pt x="55435" y="2381"/>
                        <a:pt x="58483" y="4953"/>
                      </a:cubicBezTo>
                      <a:cubicBezTo>
                        <a:pt x="60674" y="6858"/>
                        <a:pt x="62103" y="8954"/>
                        <a:pt x="62865" y="11239"/>
                      </a:cubicBezTo>
                      <a:cubicBezTo>
                        <a:pt x="62865" y="10478"/>
                        <a:pt x="62675" y="9906"/>
                        <a:pt x="62675" y="9239"/>
                      </a:cubicBezTo>
                      <a:cubicBezTo>
                        <a:pt x="62675" y="7239"/>
                        <a:pt x="63817" y="5715"/>
                        <a:pt x="66294" y="4477"/>
                      </a:cubicBezTo>
                      <a:cubicBezTo>
                        <a:pt x="69342" y="2953"/>
                        <a:pt x="71247" y="1810"/>
                        <a:pt x="71818" y="953"/>
                      </a:cubicBezTo>
                      <a:cubicBezTo>
                        <a:pt x="72771" y="667"/>
                        <a:pt x="73819" y="1238"/>
                        <a:pt x="75057" y="2762"/>
                      </a:cubicBezTo>
                      <a:cubicBezTo>
                        <a:pt x="75533" y="2667"/>
                        <a:pt x="76009" y="2572"/>
                        <a:pt x="76676" y="2572"/>
                      </a:cubicBezTo>
                      <a:cubicBezTo>
                        <a:pt x="77724" y="2572"/>
                        <a:pt x="79534" y="3238"/>
                        <a:pt x="81820" y="4572"/>
                      </a:cubicBezTo>
                      <a:cubicBezTo>
                        <a:pt x="84201" y="5905"/>
                        <a:pt x="86106" y="6477"/>
                        <a:pt x="87439" y="6382"/>
                      </a:cubicBezTo>
                      <a:lnTo>
                        <a:pt x="95155" y="6382"/>
                      </a:lnTo>
                      <a:cubicBezTo>
                        <a:pt x="94679" y="8763"/>
                        <a:pt x="95536" y="10001"/>
                        <a:pt x="97726" y="10001"/>
                      </a:cubicBezTo>
                      <a:cubicBezTo>
                        <a:pt x="97917" y="10001"/>
                        <a:pt x="98203" y="10001"/>
                        <a:pt x="98870" y="9811"/>
                      </a:cubicBezTo>
                      <a:lnTo>
                        <a:pt x="100489" y="9811"/>
                      </a:lnTo>
                      <a:cubicBezTo>
                        <a:pt x="102489" y="9811"/>
                        <a:pt x="103632" y="10763"/>
                        <a:pt x="104013" y="12478"/>
                      </a:cubicBezTo>
                      <a:lnTo>
                        <a:pt x="109442" y="12478"/>
                      </a:lnTo>
                      <a:cubicBezTo>
                        <a:pt x="112776" y="15716"/>
                        <a:pt x="116205" y="18764"/>
                        <a:pt x="119634" y="21908"/>
                      </a:cubicBezTo>
                      <a:cubicBezTo>
                        <a:pt x="123539" y="25813"/>
                        <a:pt x="125730" y="29432"/>
                        <a:pt x="126016" y="32956"/>
                      </a:cubicBezTo>
                      <a:cubicBezTo>
                        <a:pt x="128302" y="34195"/>
                        <a:pt x="129826" y="36195"/>
                        <a:pt x="130588" y="39053"/>
                      </a:cubicBezTo>
                      <a:cubicBezTo>
                        <a:pt x="131635" y="43053"/>
                        <a:pt x="132588" y="45720"/>
                        <a:pt x="133350" y="46863"/>
                      </a:cubicBezTo>
                      <a:lnTo>
                        <a:pt x="131540" y="48387"/>
                      </a:lnTo>
                      <a:close/>
                      <a:moveTo>
                        <a:pt x="21622" y="56483"/>
                      </a:moveTo>
                      <a:lnTo>
                        <a:pt x="21622" y="51530"/>
                      </a:lnTo>
                      <a:lnTo>
                        <a:pt x="20764" y="51530"/>
                      </a:lnTo>
                      <a:lnTo>
                        <a:pt x="20764" y="56483"/>
                      </a:lnTo>
                      <a:lnTo>
                        <a:pt x="21622" y="56483"/>
                      </a:lnTo>
                      <a:close/>
                      <a:moveTo>
                        <a:pt x="27908" y="26384"/>
                      </a:moveTo>
                      <a:cubicBezTo>
                        <a:pt x="27718" y="25622"/>
                        <a:pt x="27908" y="24384"/>
                        <a:pt x="28289" y="22860"/>
                      </a:cubicBezTo>
                      <a:cubicBezTo>
                        <a:pt x="28670" y="21336"/>
                        <a:pt x="28861" y="20288"/>
                        <a:pt x="28861" y="19907"/>
                      </a:cubicBezTo>
                      <a:cubicBezTo>
                        <a:pt x="28861" y="18097"/>
                        <a:pt x="28004" y="16859"/>
                        <a:pt x="26099" y="16288"/>
                      </a:cubicBezTo>
                      <a:lnTo>
                        <a:pt x="28861" y="13621"/>
                      </a:lnTo>
                      <a:cubicBezTo>
                        <a:pt x="28861" y="13621"/>
                        <a:pt x="28861" y="13049"/>
                        <a:pt x="28670" y="12763"/>
                      </a:cubicBezTo>
                      <a:cubicBezTo>
                        <a:pt x="26860" y="14192"/>
                        <a:pt x="25908" y="15812"/>
                        <a:pt x="25908" y="17240"/>
                      </a:cubicBezTo>
                      <a:cubicBezTo>
                        <a:pt x="25908" y="18002"/>
                        <a:pt x="26670" y="20003"/>
                        <a:pt x="28004" y="23050"/>
                      </a:cubicBezTo>
                      <a:cubicBezTo>
                        <a:pt x="27051" y="23241"/>
                        <a:pt x="26479" y="23717"/>
                        <a:pt x="26289" y="24670"/>
                      </a:cubicBezTo>
                      <a:cubicBezTo>
                        <a:pt x="26099" y="25527"/>
                        <a:pt x="25717" y="26194"/>
                        <a:pt x="25241" y="26479"/>
                      </a:cubicBezTo>
                      <a:lnTo>
                        <a:pt x="28099" y="26479"/>
                      </a:lnTo>
                      <a:close/>
                      <a:moveTo>
                        <a:pt x="37338" y="21146"/>
                      </a:moveTo>
                      <a:lnTo>
                        <a:pt x="41053" y="23622"/>
                      </a:lnTo>
                      <a:lnTo>
                        <a:pt x="41053" y="23813"/>
                      </a:lnTo>
                      <a:lnTo>
                        <a:pt x="39243" y="25622"/>
                      </a:lnTo>
                      <a:lnTo>
                        <a:pt x="41053" y="25622"/>
                      </a:lnTo>
                      <a:lnTo>
                        <a:pt x="41053" y="13240"/>
                      </a:lnTo>
                      <a:cubicBezTo>
                        <a:pt x="41053" y="13240"/>
                        <a:pt x="39814" y="14288"/>
                        <a:pt x="38767" y="15050"/>
                      </a:cubicBezTo>
                      <a:cubicBezTo>
                        <a:pt x="38767" y="14573"/>
                        <a:pt x="38291" y="14383"/>
                        <a:pt x="37338" y="14383"/>
                      </a:cubicBezTo>
                      <a:cubicBezTo>
                        <a:pt x="37814" y="14954"/>
                        <a:pt x="38291" y="15145"/>
                        <a:pt x="38767" y="15050"/>
                      </a:cubicBezTo>
                      <a:cubicBezTo>
                        <a:pt x="39052" y="15621"/>
                        <a:pt x="38862" y="16574"/>
                        <a:pt x="38291" y="18002"/>
                      </a:cubicBezTo>
                      <a:cubicBezTo>
                        <a:pt x="38291" y="17812"/>
                        <a:pt x="38291" y="17621"/>
                        <a:pt x="38481" y="17526"/>
                      </a:cubicBezTo>
                      <a:cubicBezTo>
                        <a:pt x="39148" y="17526"/>
                        <a:pt x="39624" y="17907"/>
                        <a:pt x="40100" y="18669"/>
                      </a:cubicBezTo>
                      <a:lnTo>
                        <a:pt x="37338" y="21146"/>
                      </a:lnTo>
                      <a:close/>
                      <a:moveTo>
                        <a:pt x="95441" y="58864"/>
                      </a:moveTo>
                      <a:cubicBezTo>
                        <a:pt x="95821" y="58198"/>
                        <a:pt x="95917" y="57531"/>
                        <a:pt x="95917" y="57055"/>
                      </a:cubicBezTo>
                      <a:cubicBezTo>
                        <a:pt x="95917" y="56007"/>
                        <a:pt x="95250" y="54959"/>
                        <a:pt x="93821" y="53912"/>
                      </a:cubicBezTo>
                      <a:cubicBezTo>
                        <a:pt x="92488" y="52864"/>
                        <a:pt x="91630" y="52006"/>
                        <a:pt x="91250" y="51435"/>
                      </a:cubicBezTo>
                      <a:cubicBezTo>
                        <a:pt x="91821" y="50578"/>
                        <a:pt x="92202" y="49721"/>
                        <a:pt x="92202" y="48958"/>
                      </a:cubicBezTo>
                      <a:cubicBezTo>
                        <a:pt x="92202" y="47720"/>
                        <a:pt x="91059" y="46482"/>
                        <a:pt x="88868" y="45149"/>
                      </a:cubicBezTo>
                      <a:cubicBezTo>
                        <a:pt x="86677" y="43720"/>
                        <a:pt x="85344" y="42767"/>
                        <a:pt x="85058" y="42005"/>
                      </a:cubicBezTo>
                      <a:cubicBezTo>
                        <a:pt x="84296" y="41243"/>
                        <a:pt x="83439" y="40862"/>
                        <a:pt x="82296" y="40862"/>
                      </a:cubicBezTo>
                      <a:cubicBezTo>
                        <a:pt x="81915" y="40862"/>
                        <a:pt x="81153" y="40958"/>
                        <a:pt x="80105" y="41148"/>
                      </a:cubicBezTo>
                      <a:cubicBezTo>
                        <a:pt x="79058" y="41338"/>
                        <a:pt x="78296" y="41434"/>
                        <a:pt x="77914" y="41434"/>
                      </a:cubicBezTo>
                      <a:cubicBezTo>
                        <a:pt x="76581" y="41434"/>
                        <a:pt x="75629" y="40672"/>
                        <a:pt x="75152" y="39053"/>
                      </a:cubicBezTo>
                      <a:lnTo>
                        <a:pt x="76962" y="37719"/>
                      </a:lnTo>
                      <a:cubicBezTo>
                        <a:pt x="73914" y="37433"/>
                        <a:pt x="72200" y="38481"/>
                        <a:pt x="71914" y="41053"/>
                      </a:cubicBezTo>
                      <a:cubicBezTo>
                        <a:pt x="71438" y="44577"/>
                        <a:pt x="70866" y="46863"/>
                        <a:pt x="70009" y="47720"/>
                      </a:cubicBezTo>
                      <a:cubicBezTo>
                        <a:pt x="69151" y="44863"/>
                        <a:pt x="68199" y="42005"/>
                        <a:pt x="67246" y="39148"/>
                      </a:cubicBezTo>
                      <a:cubicBezTo>
                        <a:pt x="66389" y="36195"/>
                        <a:pt x="64294" y="33909"/>
                        <a:pt x="61055" y="32290"/>
                      </a:cubicBezTo>
                      <a:cubicBezTo>
                        <a:pt x="60579" y="35338"/>
                        <a:pt x="58769" y="36862"/>
                        <a:pt x="55531" y="36862"/>
                      </a:cubicBezTo>
                      <a:cubicBezTo>
                        <a:pt x="54864" y="36862"/>
                        <a:pt x="53626" y="36767"/>
                        <a:pt x="51911" y="36576"/>
                      </a:cubicBezTo>
                      <a:cubicBezTo>
                        <a:pt x="50101" y="36481"/>
                        <a:pt x="48863" y="36385"/>
                        <a:pt x="48006" y="36385"/>
                      </a:cubicBezTo>
                      <a:cubicBezTo>
                        <a:pt x="47149" y="36385"/>
                        <a:pt x="46196" y="36385"/>
                        <a:pt x="45434" y="36576"/>
                      </a:cubicBezTo>
                      <a:cubicBezTo>
                        <a:pt x="40958" y="39338"/>
                        <a:pt x="38767" y="43910"/>
                        <a:pt x="38767" y="50578"/>
                      </a:cubicBezTo>
                      <a:cubicBezTo>
                        <a:pt x="38767" y="51816"/>
                        <a:pt x="38767" y="53816"/>
                        <a:pt x="38957" y="56483"/>
                      </a:cubicBezTo>
                      <a:cubicBezTo>
                        <a:pt x="39052" y="59246"/>
                        <a:pt x="39243" y="61341"/>
                        <a:pt x="39243" y="62675"/>
                      </a:cubicBezTo>
                      <a:cubicBezTo>
                        <a:pt x="39243" y="65722"/>
                        <a:pt x="38957" y="68199"/>
                        <a:pt x="38291" y="70295"/>
                      </a:cubicBezTo>
                      <a:cubicBezTo>
                        <a:pt x="38481" y="72104"/>
                        <a:pt x="39814" y="72962"/>
                        <a:pt x="42481" y="72771"/>
                      </a:cubicBezTo>
                      <a:cubicBezTo>
                        <a:pt x="45053" y="72580"/>
                        <a:pt x="46672" y="73533"/>
                        <a:pt x="47244" y="75438"/>
                      </a:cubicBezTo>
                      <a:cubicBezTo>
                        <a:pt x="48387" y="76105"/>
                        <a:pt x="50768" y="76295"/>
                        <a:pt x="54674" y="76105"/>
                      </a:cubicBezTo>
                      <a:cubicBezTo>
                        <a:pt x="57721" y="76105"/>
                        <a:pt x="59817" y="77153"/>
                        <a:pt x="61055" y="79058"/>
                      </a:cubicBezTo>
                      <a:cubicBezTo>
                        <a:pt x="62103" y="76962"/>
                        <a:pt x="63627" y="75724"/>
                        <a:pt x="65627" y="75438"/>
                      </a:cubicBezTo>
                      <a:lnTo>
                        <a:pt x="71438" y="75438"/>
                      </a:lnTo>
                      <a:cubicBezTo>
                        <a:pt x="73057" y="75152"/>
                        <a:pt x="74390" y="74295"/>
                        <a:pt x="75152" y="72962"/>
                      </a:cubicBezTo>
                      <a:cubicBezTo>
                        <a:pt x="80677" y="73533"/>
                        <a:pt x="86963" y="70199"/>
                        <a:pt x="94012" y="63055"/>
                      </a:cubicBezTo>
                      <a:lnTo>
                        <a:pt x="90392" y="61627"/>
                      </a:lnTo>
                      <a:lnTo>
                        <a:pt x="95441" y="58674"/>
                      </a:lnTo>
                      <a:close/>
                      <a:moveTo>
                        <a:pt x="91345" y="23813"/>
                      </a:moveTo>
                      <a:cubicBezTo>
                        <a:pt x="91250" y="23241"/>
                        <a:pt x="90773" y="22955"/>
                        <a:pt x="90202" y="22955"/>
                      </a:cubicBezTo>
                      <a:cubicBezTo>
                        <a:pt x="88773" y="22955"/>
                        <a:pt x="88106" y="23527"/>
                        <a:pt x="88106" y="24575"/>
                      </a:cubicBezTo>
                      <a:cubicBezTo>
                        <a:pt x="88106" y="24670"/>
                        <a:pt x="88297" y="24765"/>
                        <a:pt x="88583" y="24765"/>
                      </a:cubicBezTo>
                      <a:lnTo>
                        <a:pt x="91345" y="23813"/>
                      </a:lnTo>
                      <a:close/>
                      <a:moveTo>
                        <a:pt x="101060" y="13240"/>
                      </a:moveTo>
                      <a:lnTo>
                        <a:pt x="101060" y="11811"/>
                      </a:lnTo>
                      <a:cubicBezTo>
                        <a:pt x="100489" y="12287"/>
                        <a:pt x="98584" y="12573"/>
                        <a:pt x="95536" y="12573"/>
                      </a:cubicBezTo>
                      <a:lnTo>
                        <a:pt x="101060" y="13240"/>
                      </a:lnTo>
                      <a:close/>
                      <a:moveTo>
                        <a:pt x="95536" y="51435"/>
                      </a:moveTo>
                      <a:lnTo>
                        <a:pt x="99250" y="51435"/>
                      </a:lnTo>
                      <a:cubicBezTo>
                        <a:pt x="97726" y="49911"/>
                        <a:pt x="96488" y="49339"/>
                        <a:pt x="95536" y="49625"/>
                      </a:cubicBezTo>
                      <a:lnTo>
                        <a:pt x="95536" y="51435"/>
                      </a:lnTo>
                      <a:close/>
                      <a:moveTo>
                        <a:pt x="102965" y="62484"/>
                      </a:moveTo>
                      <a:lnTo>
                        <a:pt x="105537" y="60008"/>
                      </a:lnTo>
                      <a:lnTo>
                        <a:pt x="104394" y="60008"/>
                      </a:lnTo>
                      <a:lnTo>
                        <a:pt x="102965" y="62484"/>
                      </a:lnTo>
                      <a:close/>
                      <a:moveTo>
                        <a:pt x="110014" y="62960"/>
                      </a:moveTo>
                      <a:cubicBezTo>
                        <a:pt x="109442" y="62484"/>
                        <a:pt x="109156" y="61817"/>
                        <a:pt x="109156" y="60960"/>
                      </a:cubicBezTo>
                      <a:cubicBezTo>
                        <a:pt x="109156" y="58388"/>
                        <a:pt x="110395" y="56483"/>
                        <a:pt x="112585" y="55150"/>
                      </a:cubicBezTo>
                      <a:cubicBezTo>
                        <a:pt x="112109" y="54674"/>
                        <a:pt x="111633" y="54483"/>
                        <a:pt x="110966" y="54483"/>
                      </a:cubicBezTo>
                      <a:cubicBezTo>
                        <a:pt x="110966" y="54483"/>
                        <a:pt x="109061" y="55531"/>
                        <a:pt x="105537" y="57626"/>
                      </a:cubicBezTo>
                      <a:cubicBezTo>
                        <a:pt x="107823" y="58198"/>
                        <a:pt x="108966" y="59246"/>
                        <a:pt x="108966" y="60770"/>
                      </a:cubicBezTo>
                      <a:cubicBezTo>
                        <a:pt x="108966" y="61341"/>
                        <a:pt x="108680" y="62198"/>
                        <a:pt x="108204" y="63341"/>
                      </a:cubicBezTo>
                      <a:cubicBezTo>
                        <a:pt x="107633" y="64484"/>
                        <a:pt x="107347" y="65246"/>
                        <a:pt x="107347" y="65722"/>
                      </a:cubicBezTo>
                      <a:cubicBezTo>
                        <a:pt x="107347" y="66675"/>
                        <a:pt x="108490" y="67056"/>
                        <a:pt x="110776" y="66866"/>
                      </a:cubicBezTo>
                      <a:cubicBezTo>
                        <a:pt x="110776" y="64770"/>
                        <a:pt x="110490" y="63437"/>
                        <a:pt x="110014" y="63055"/>
                      </a:cubicBezTo>
                      <a:close/>
                      <a:moveTo>
                        <a:pt x="116967" y="73724"/>
                      </a:moveTo>
                      <a:lnTo>
                        <a:pt x="117634" y="73057"/>
                      </a:lnTo>
                      <a:lnTo>
                        <a:pt x="116300" y="71247"/>
                      </a:lnTo>
                      <a:lnTo>
                        <a:pt x="116967" y="73724"/>
                      </a:lnTo>
                      <a:close/>
                      <a:moveTo>
                        <a:pt x="121349" y="58198"/>
                      </a:moveTo>
                      <a:lnTo>
                        <a:pt x="123825" y="60008"/>
                      </a:lnTo>
                      <a:cubicBezTo>
                        <a:pt x="123254" y="58960"/>
                        <a:pt x="123063" y="58388"/>
                        <a:pt x="123158" y="58198"/>
                      </a:cubicBezTo>
                      <a:lnTo>
                        <a:pt x="121349" y="58198"/>
                      </a:lnTo>
                      <a:close/>
                      <a:moveTo>
                        <a:pt x="122110" y="30575"/>
                      </a:moveTo>
                      <a:lnTo>
                        <a:pt x="122110" y="32385"/>
                      </a:lnTo>
                      <a:lnTo>
                        <a:pt x="123920" y="30575"/>
                      </a:lnTo>
                      <a:lnTo>
                        <a:pt x="122110" y="30575"/>
                      </a:lnTo>
                      <a:close/>
                      <a:moveTo>
                        <a:pt x="123920" y="50578"/>
                      </a:moveTo>
                      <a:lnTo>
                        <a:pt x="128397" y="46292"/>
                      </a:lnTo>
                      <a:lnTo>
                        <a:pt x="125825" y="46292"/>
                      </a:lnTo>
                      <a:lnTo>
                        <a:pt x="123920" y="50578"/>
                      </a:lnTo>
                      <a:close/>
                      <a:moveTo>
                        <a:pt x="125825" y="70295"/>
                      </a:moveTo>
                      <a:lnTo>
                        <a:pt x="128397" y="69437"/>
                      </a:lnTo>
                      <a:cubicBezTo>
                        <a:pt x="128206" y="68866"/>
                        <a:pt x="127349" y="68485"/>
                        <a:pt x="125825" y="68485"/>
                      </a:cubicBezTo>
                      <a:lnTo>
                        <a:pt x="125825" y="70295"/>
                      </a:lnTo>
                      <a:close/>
                      <a:moveTo>
                        <a:pt x="131064" y="28099"/>
                      </a:moveTo>
                      <a:cubicBezTo>
                        <a:pt x="131064" y="28099"/>
                        <a:pt x="132207" y="28289"/>
                        <a:pt x="133159" y="29242"/>
                      </a:cubicBezTo>
                      <a:lnTo>
                        <a:pt x="131064" y="28099"/>
                      </a:lnTo>
                      <a:close/>
                      <a:moveTo>
                        <a:pt x="134493" y="30099"/>
                      </a:moveTo>
                      <a:cubicBezTo>
                        <a:pt x="134493" y="30099"/>
                        <a:pt x="133731" y="29813"/>
                        <a:pt x="133159" y="29242"/>
                      </a:cubicBezTo>
                      <a:lnTo>
                        <a:pt x="134493" y="30099"/>
                      </a:lnTo>
                      <a:close/>
                      <a:moveTo>
                        <a:pt x="135446" y="30575"/>
                      </a:moveTo>
                      <a:lnTo>
                        <a:pt x="134493" y="30099"/>
                      </a:lnTo>
                      <a:cubicBezTo>
                        <a:pt x="135255" y="29908"/>
                        <a:pt x="135636" y="29908"/>
                        <a:pt x="135446" y="29908"/>
                      </a:cubicBezTo>
                      <a:lnTo>
                        <a:pt x="135446" y="30575"/>
                      </a:lnTo>
                      <a:close/>
                      <a:moveTo>
                        <a:pt x="138684" y="20003"/>
                      </a:moveTo>
                      <a:cubicBezTo>
                        <a:pt x="138684" y="20003"/>
                        <a:pt x="137827" y="19717"/>
                        <a:pt x="136779" y="19621"/>
                      </a:cubicBezTo>
                      <a:cubicBezTo>
                        <a:pt x="135826" y="19621"/>
                        <a:pt x="135446" y="19431"/>
                        <a:pt x="135446" y="19145"/>
                      </a:cubicBezTo>
                      <a:cubicBezTo>
                        <a:pt x="135446" y="18669"/>
                        <a:pt x="135826" y="18097"/>
                        <a:pt x="136398" y="17526"/>
                      </a:cubicBezTo>
                      <a:lnTo>
                        <a:pt x="138684" y="20003"/>
                      </a:lnTo>
                      <a:close/>
                      <a:moveTo>
                        <a:pt x="139160" y="53340"/>
                      </a:moveTo>
                      <a:lnTo>
                        <a:pt x="136398" y="51530"/>
                      </a:lnTo>
                      <a:lnTo>
                        <a:pt x="139160" y="51530"/>
                      </a:lnTo>
                      <a:lnTo>
                        <a:pt x="139160" y="53340"/>
                      </a:lnTo>
                      <a:close/>
                      <a:moveTo>
                        <a:pt x="138684" y="20003"/>
                      </a:moveTo>
                      <a:lnTo>
                        <a:pt x="139160" y="20479"/>
                      </a:lnTo>
                      <a:lnTo>
                        <a:pt x="138684" y="20003"/>
                      </a:lnTo>
                      <a:close/>
                      <a:moveTo>
                        <a:pt x="140970" y="38481"/>
                      </a:moveTo>
                      <a:lnTo>
                        <a:pt x="141637" y="36004"/>
                      </a:lnTo>
                      <a:lnTo>
                        <a:pt x="147161" y="37814"/>
                      </a:lnTo>
                      <a:cubicBezTo>
                        <a:pt x="145828" y="38005"/>
                        <a:pt x="144780" y="38862"/>
                        <a:pt x="143923" y="40481"/>
                      </a:cubicBezTo>
                      <a:cubicBezTo>
                        <a:pt x="143637" y="40481"/>
                        <a:pt x="142684" y="39814"/>
                        <a:pt x="140970" y="38481"/>
                      </a:cubicBezTo>
                      <a:close/>
                      <a:moveTo>
                        <a:pt x="147161" y="15145"/>
                      </a:moveTo>
                      <a:cubicBezTo>
                        <a:pt x="147066" y="15907"/>
                        <a:pt x="146304" y="16288"/>
                        <a:pt x="145351" y="16288"/>
                      </a:cubicBezTo>
                      <a:lnTo>
                        <a:pt x="142875" y="16288"/>
                      </a:lnTo>
                      <a:lnTo>
                        <a:pt x="143542" y="14478"/>
                      </a:lnTo>
                      <a:cubicBezTo>
                        <a:pt x="144209" y="14954"/>
                        <a:pt x="145447" y="15145"/>
                        <a:pt x="147256" y="15145"/>
                      </a:cubicBezTo>
                      <a:close/>
                      <a:moveTo>
                        <a:pt x="146018" y="21812"/>
                      </a:moveTo>
                      <a:lnTo>
                        <a:pt x="146018" y="20479"/>
                      </a:lnTo>
                      <a:cubicBezTo>
                        <a:pt x="149352" y="21050"/>
                        <a:pt x="151829" y="21336"/>
                        <a:pt x="153067" y="21146"/>
                      </a:cubicBezTo>
                      <a:lnTo>
                        <a:pt x="153067" y="22955"/>
                      </a:lnTo>
                      <a:lnTo>
                        <a:pt x="146018" y="21812"/>
                      </a:lnTo>
                      <a:close/>
                      <a:moveTo>
                        <a:pt x="154019" y="55817"/>
                      </a:moveTo>
                      <a:lnTo>
                        <a:pt x="152209" y="55817"/>
                      </a:lnTo>
                      <a:lnTo>
                        <a:pt x="153543" y="53530"/>
                      </a:lnTo>
                      <a:cubicBezTo>
                        <a:pt x="153543" y="53530"/>
                        <a:pt x="154019" y="54578"/>
                        <a:pt x="154019" y="55817"/>
                      </a:cubicBezTo>
                      <a:close/>
                      <a:moveTo>
                        <a:pt x="153067" y="53340"/>
                      </a:moveTo>
                      <a:cubicBezTo>
                        <a:pt x="153067" y="53340"/>
                        <a:pt x="153543" y="52673"/>
                        <a:pt x="154019" y="52197"/>
                      </a:cubicBezTo>
                      <a:lnTo>
                        <a:pt x="153543" y="53530"/>
                      </a:lnTo>
                      <a:cubicBezTo>
                        <a:pt x="153543" y="53530"/>
                        <a:pt x="153257" y="53340"/>
                        <a:pt x="153067" y="53340"/>
                      </a:cubicBezTo>
                      <a:close/>
                      <a:moveTo>
                        <a:pt x="154019" y="52197"/>
                      </a:moveTo>
                      <a:lnTo>
                        <a:pt x="154686" y="50673"/>
                      </a:lnTo>
                      <a:cubicBezTo>
                        <a:pt x="154686" y="50673"/>
                        <a:pt x="154686" y="51625"/>
                        <a:pt x="154019" y="52197"/>
                      </a:cubicBezTo>
                      <a:close/>
                      <a:moveTo>
                        <a:pt x="157448" y="4763"/>
                      </a:moveTo>
                      <a:lnTo>
                        <a:pt x="159353" y="6572"/>
                      </a:lnTo>
                      <a:lnTo>
                        <a:pt x="155924" y="6572"/>
                      </a:lnTo>
                      <a:lnTo>
                        <a:pt x="157543" y="4763"/>
                      </a:lnTo>
                      <a:close/>
                      <a:moveTo>
                        <a:pt x="158591" y="29242"/>
                      </a:moveTo>
                      <a:lnTo>
                        <a:pt x="162973" y="33528"/>
                      </a:lnTo>
                      <a:cubicBezTo>
                        <a:pt x="159639" y="32480"/>
                        <a:pt x="157925" y="31623"/>
                        <a:pt x="157925" y="31051"/>
                      </a:cubicBezTo>
                      <a:cubicBezTo>
                        <a:pt x="157925" y="30575"/>
                        <a:pt x="158210" y="30004"/>
                        <a:pt x="158687" y="29242"/>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 name="Google Shape;913;p99"/>
                <p:cNvSpPr/>
                <p:nvPr/>
              </p:nvSpPr>
              <p:spPr>
                <a:xfrm>
                  <a:off x="4048981" y="2098643"/>
                  <a:ext cx="41148" cy="181641"/>
                </a:xfrm>
                <a:custGeom>
                  <a:avLst/>
                  <a:gdLst/>
                  <a:ahLst/>
                  <a:cxnLst/>
                  <a:rect l="l" t="t" r="r" b="b"/>
                  <a:pathLst>
                    <a:path w="41148" h="181641" extrusionOk="0">
                      <a:moveTo>
                        <a:pt x="38100" y="157829"/>
                      </a:moveTo>
                      <a:cubicBezTo>
                        <a:pt x="38291" y="162211"/>
                        <a:pt x="38100" y="164878"/>
                        <a:pt x="37433" y="165925"/>
                      </a:cubicBezTo>
                      <a:cubicBezTo>
                        <a:pt x="38957" y="172117"/>
                        <a:pt x="38671" y="176593"/>
                        <a:pt x="36481" y="179642"/>
                      </a:cubicBezTo>
                      <a:cubicBezTo>
                        <a:pt x="35147" y="180404"/>
                        <a:pt x="33338" y="180784"/>
                        <a:pt x="31242" y="180784"/>
                      </a:cubicBezTo>
                      <a:lnTo>
                        <a:pt x="24575" y="180784"/>
                      </a:lnTo>
                      <a:cubicBezTo>
                        <a:pt x="24575" y="178594"/>
                        <a:pt x="24289" y="177355"/>
                        <a:pt x="23908" y="177165"/>
                      </a:cubicBezTo>
                      <a:cubicBezTo>
                        <a:pt x="23908" y="180118"/>
                        <a:pt x="22765" y="181642"/>
                        <a:pt x="20479" y="181642"/>
                      </a:cubicBezTo>
                      <a:cubicBezTo>
                        <a:pt x="19717" y="181642"/>
                        <a:pt x="18383" y="181451"/>
                        <a:pt x="16574" y="180975"/>
                      </a:cubicBezTo>
                      <a:cubicBezTo>
                        <a:pt x="14669" y="180499"/>
                        <a:pt x="13430" y="180308"/>
                        <a:pt x="12668" y="180308"/>
                      </a:cubicBezTo>
                      <a:cubicBezTo>
                        <a:pt x="11716" y="180308"/>
                        <a:pt x="11144" y="180499"/>
                        <a:pt x="10573" y="180784"/>
                      </a:cubicBezTo>
                      <a:cubicBezTo>
                        <a:pt x="10001" y="180213"/>
                        <a:pt x="9335" y="179927"/>
                        <a:pt x="8763" y="179927"/>
                      </a:cubicBezTo>
                      <a:cubicBezTo>
                        <a:pt x="8287" y="179927"/>
                        <a:pt x="7715" y="180022"/>
                        <a:pt x="7049" y="180213"/>
                      </a:cubicBezTo>
                      <a:cubicBezTo>
                        <a:pt x="6382" y="180404"/>
                        <a:pt x="5810" y="180594"/>
                        <a:pt x="5525" y="180594"/>
                      </a:cubicBezTo>
                      <a:cubicBezTo>
                        <a:pt x="4763" y="180594"/>
                        <a:pt x="4096" y="180308"/>
                        <a:pt x="3429" y="179737"/>
                      </a:cubicBezTo>
                      <a:cubicBezTo>
                        <a:pt x="1905" y="172688"/>
                        <a:pt x="1143" y="165259"/>
                        <a:pt x="1143" y="157353"/>
                      </a:cubicBezTo>
                      <a:cubicBezTo>
                        <a:pt x="1143" y="151067"/>
                        <a:pt x="1905" y="140875"/>
                        <a:pt x="3429" y="126873"/>
                      </a:cubicBezTo>
                      <a:cubicBezTo>
                        <a:pt x="1524" y="116396"/>
                        <a:pt x="1143" y="99250"/>
                        <a:pt x="2286" y="75247"/>
                      </a:cubicBezTo>
                      <a:cubicBezTo>
                        <a:pt x="762" y="73819"/>
                        <a:pt x="0" y="72580"/>
                        <a:pt x="0" y="71723"/>
                      </a:cubicBezTo>
                      <a:cubicBezTo>
                        <a:pt x="0" y="71247"/>
                        <a:pt x="286" y="70675"/>
                        <a:pt x="1048" y="69818"/>
                      </a:cubicBezTo>
                      <a:cubicBezTo>
                        <a:pt x="1619" y="68961"/>
                        <a:pt x="2000" y="68199"/>
                        <a:pt x="2000" y="67437"/>
                      </a:cubicBezTo>
                      <a:cubicBezTo>
                        <a:pt x="2000" y="66580"/>
                        <a:pt x="1619" y="65437"/>
                        <a:pt x="857" y="64103"/>
                      </a:cubicBezTo>
                      <a:cubicBezTo>
                        <a:pt x="1810" y="63055"/>
                        <a:pt x="1810" y="60293"/>
                        <a:pt x="857" y="55817"/>
                      </a:cubicBezTo>
                      <a:cubicBezTo>
                        <a:pt x="95" y="51911"/>
                        <a:pt x="1238" y="49721"/>
                        <a:pt x="4382" y="49054"/>
                      </a:cubicBezTo>
                      <a:lnTo>
                        <a:pt x="857" y="43434"/>
                      </a:lnTo>
                      <a:cubicBezTo>
                        <a:pt x="2191" y="42672"/>
                        <a:pt x="2667" y="41434"/>
                        <a:pt x="2667" y="39624"/>
                      </a:cubicBezTo>
                      <a:cubicBezTo>
                        <a:pt x="2667" y="38386"/>
                        <a:pt x="2381" y="36290"/>
                        <a:pt x="1524" y="33338"/>
                      </a:cubicBezTo>
                      <a:cubicBezTo>
                        <a:pt x="762" y="30385"/>
                        <a:pt x="381" y="28099"/>
                        <a:pt x="381" y="26575"/>
                      </a:cubicBezTo>
                      <a:cubicBezTo>
                        <a:pt x="381" y="24479"/>
                        <a:pt x="1048" y="22765"/>
                        <a:pt x="2286" y="21431"/>
                      </a:cubicBezTo>
                      <a:cubicBezTo>
                        <a:pt x="1810" y="16383"/>
                        <a:pt x="1524" y="13525"/>
                        <a:pt x="1524" y="12763"/>
                      </a:cubicBezTo>
                      <a:cubicBezTo>
                        <a:pt x="1524" y="6858"/>
                        <a:pt x="3620" y="3143"/>
                        <a:pt x="8001" y="1524"/>
                      </a:cubicBezTo>
                      <a:lnTo>
                        <a:pt x="12192" y="1524"/>
                      </a:lnTo>
                      <a:cubicBezTo>
                        <a:pt x="13716" y="1524"/>
                        <a:pt x="16192" y="1333"/>
                        <a:pt x="19526" y="762"/>
                      </a:cubicBezTo>
                      <a:cubicBezTo>
                        <a:pt x="22860" y="191"/>
                        <a:pt x="25432" y="0"/>
                        <a:pt x="27051" y="0"/>
                      </a:cubicBezTo>
                      <a:cubicBezTo>
                        <a:pt x="31813" y="0"/>
                        <a:pt x="35242" y="1810"/>
                        <a:pt x="37433" y="5620"/>
                      </a:cubicBezTo>
                      <a:cubicBezTo>
                        <a:pt x="37719" y="18859"/>
                        <a:pt x="37719" y="38576"/>
                        <a:pt x="37433" y="64960"/>
                      </a:cubicBezTo>
                      <a:cubicBezTo>
                        <a:pt x="37338" y="64865"/>
                        <a:pt x="36576" y="65056"/>
                        <a:pt x="35433" y="65627"/>
                      </a:cubicBezTo>
                      <a:cubicBezTo>
                        <a:pt x="35147" y="66675"/>
                        <a:pt x="35719" y="67627"/>
                        <a:pt x="37052" y="68580"/>
                      </a:cubicBezTo>
                      <a:cubicBezTo>
                        <a:pt x="38576" y="69437"/>
                        <a:pt x="39243" y="70104"/>
                        <a:pt x="39243" y="70580"/>
                      </a:cubicBezTo>
                      <a:cubicBezTo>
                        <a:pt x="39243" y="71152"/>
                        <a:pt x="38671" y="71914"/>
                        <a:pt x="37433" y="72580"/>
                      </a:cubicBezTo>
                      <a:lnTo>
                        <a:pt x="35433" y="74390"/>
                      </a:lnTo>
                      <a:cubicBezTo>
                        <a:pt x="37338" y="76771"/>
                        <a:pt x="38100" y="79629"/>
                        <a:pt x="38100" y="82963"/>
                      </a:cubicBezTo>
                      <a:cubicBezTo>
                        <a:pt x="38100" y="84487"/>
                        <a:pt x="37910" y="86868"/>
                        <a:pt x="37433" y="90011"/>
                      </a:cubicBezTo>
                      <a:cubicBezTo>
                        <a:pt x="36862" y="93250"/>
                        <a:pt x="36576" y="95631"/>
                        <a:pt x="36576" y="97346"/>
                      </a:cubicBezTo>
                      <a:cubicBezTo>
                        <a:pt x="36576" y="99441"/>
                        <a:pt x="36957" y="101346"/>
                        <a:pt x="37529" y="103156"/>
                      </a:cubicBezTo>
                      <a:cubicBezTo>
                        <a:pt x="37814" y="114109"/>
                        <a:pt x="37529" y="129921"/>
                        <a:pt x="36576" y="150400"/>
                      </a:cubicBezTo>
                      <a:cubicBezTo>
                        <a:pt x="36957" y="150971"/>
                        <a:pt x="37624" y="151162"/>
                        <a:pt x="38576" y="151067"/>
                      </a:cubicBezTo>
                      <a:lnTo>
                        <a:pt x="41148" y="151067"/>
                      </a:lnTo>
                      <a:cubicBezTo>
                        <a:pt x="39148" y="152114"/>
                        <a:pt x="38100" y="154496"/>
                        <a:pt x="38100" y="158020"/>
                      </a:cubicBezTo>
                      <a:close/>
                      <a:moveTo>
                        <a:pt x="8001" y="44767"/>
                      </a:moveTo>
                      <a:cubicBezTo>
                        <a:pt x="8001" y="44767"/>
                        <a:pt x="7334" y="45149"/>
                        <a:pt x="7334" y="45434"/>
                      </a:cubicBezTo>
                      <a:cubicBezTo>
                        <a:pt x="7334" y="46006"/>
                        <a:pt x="7620" y="46577"/>
                        <a:pt x="8477" y="47054"/>
                      </a:cubicBezTo>
                      <a:cubicBezTo>
                        <a:pt x="9239" y="47530"/>
                        <a:pt x="9906" y="47530"/>
                        <a:pt x="10478" y="47339"/>
                      </a:cubicBezTo>
                      <a:cubicBezTo>
                        <a:pt x="9716" y="46292"/>
                        <a:pt x="8858" y="45434"/>
                        <a:pt x="7906" y="44863"/>
                      </a:cubicBezTo>
                      <a:close/>
                      <a:moveTo>
                        <a:pt x="8668" y="40958"/>
                      </a:moveTo>
                      <a:lnTo>
                        <a:pt x="11144" y="37338"/>
                      </a:lnTo>
                      <a:lnTo>
                        <a:pt x="7906" y="38481"/>
                      </a:lnTo>
                      <a:cubicBezTo>
                        <a:pt x="8382" y="38671"/>
                        <a:pt x="8573" y="39433"/>
                        <a:pt x="8573" y="40958"/>
                      </a:cubicBezTo>
                      <a:close/>
                      <a:moveTo>
                        <a:pt x="8001" y="161449"/>
                      </a:moveTo>
                      <a:lnTo>
                        <a:pt x="11240" y="161449"/>
                      </a:lnTo>
                      <a:cubicBezTo>
                        <a:pt x="11144" y="160687"/>
                        <a:pt x="10573" y="160306"/>
                        <a:pt x="9620" y="160306"/>
                      </a:cubicBezTo>
                      <a:cubicBezTo>
                        <a:pt x="8668" y="160306"/>
                        <a:pt x="8096" y="160687"/>
                        <a:pt x="8001" y="161449"/>
                      </a:cubicBezTo>
                      <a:close/>
                      <a:moveTo>
                        <a:pt x="34862" y="70866"/>
                      </a:moveTo>
                      <a:cubicBezTo>
                        <a:pt x="34100" y="72104"/>
                        <a:pt x="34290" y="72866"/>
                        <a:pt x="35338" y="73342"/>
                      </a:cubicBezTo>
                      <a:cubicBezTo>
                        <a:pt x="36671" y="72295"/>
                        <a:pt x="37338" y="71438"/>
                        <a:pt x="37338" y="70675"/>
                      </a:cubicBezTo>
                      <a:cubicBezTo>
                        <a:pt x="37338" y="70104"/>
                        <a:pt x="36386" y="69151"/>
                        <a:pt x="34576" y="68104"/>
                      </a:cubicBezTo>
                      <a:cubicBezTo>
                        <a:pt x="32766" y="66961"/>
                        <a:pt x="31909" y="65913"/>
                        <a:pt x="32099" y="64865"/>
                      </a:cubicBezTo>
                      <a:lnTo>
                        <a:pt x="30956" y="65532"/>
                      </a:lnTo>
                      <a:lnTo>
                        <a:pt x="32766" y="67342"/>
                      </a:lnTo>
                      <a:lnTo>
                        <a:pt x="30956" y="69151"/>
                      </a:lnTo>
                      <a:cubicBezTo>
                        <a:pt x="30290" y="68675"/>
                        <a:pt x="29718" y="67818"/>
                        <a:pt x="29051" y="66484"/>
                      </a:cubicBezTo>
                      <a:cubicBezTo>
                        <a:pt x="28385" y="65151"/>
                        <a:pt x="27527" y="64484"/>
                        <a:pt x="26575" y="64484"/>
                      </a:cubicBezTo>
                      <a:cubicBezTo>
                        <a:pt x="26099" y="64484"/>
                        <a:pt x="25432" y="64579"/>
                        <a:pt x="24575" y="64865"/>
                      </a:cubicBezTo>
                      <a:lnTo>
                        <a:pt x="27623" y="68008"/>
                      </a:lnTo>
                      <a:cubicBezTo>
                        <a:pt x="26765" y="69056"/>
                        <a:pt x="25527" y="69818"/>
                        <a:pt x="23622" y="70199"/>
                      </a:cubicBezTo>
                      <a:cubicBezTo>
                        <a:pt x="21146" y="70961"/>
                        <a:pt x="19812" y="71438"/>
                        <a:pt x="19526" y="71533"/>
                      </a:cubicBezTo>
                      <a:cubicBezTo>
                        <a:pt x="25622" y="73342"/>
                        <a:pt x="29242" y="72485"/>
                        <a:pt x="30290" y="69056"/>
                      </a:cubicBezTo>
                      <a:cubicBezTo>
                        <a:pt x="31242" y="70866"/>
                        <a:pt x="31813" y="71723"/>
                        <a:pt x="32099" y="71533"/>
                      </a:cubicBezTo>
                      <a:cubicBezTo>
                        <a:pt x="32004" y="70961"/>
                        <a:pt x="32385" y="70104"/>
                        <a:pt x="33433" y="69056"/>
                      </a:cubicBezTo>
                      <a:cubicBezTo>
                        <a:pt x="35147" y="69056"/>
                        <a:pt x="35624" y="69628"/>
                        <a:pt x="34862" y="70866"/>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 name="Google Shape;914;p99"/>
                <p:cNvSpPr/>
                <p:nvPr/>
              </p:nvSpPr>
              <p:spPr>
                <a:xfrm>
                  <a:off x="4106893" y="2100200"/>
                  <a:ext cx="124110" cy="181418"/>
                </a:xfrm>
                <a:custGeom>
                  <a:avLst/>
                  <a:gdLst/>
                  <a:ahLst/>
                  <a:cxnLst/>
                  <a:rect l="l" t="t" r="r" b="b"/>
                  <a:pathLst>
                    <a:path w="124110" h="181418" extrusionOk="0">
                      <a:moveTo>
                        <a:pt x="122301" y="6349"/>
                      </a:moveTo>
                      <a:lnTo>
                        <a:pt x="124111" y="38258"/>
                      </a:lnTo>
                      <a:cubicBezTo>
                        <a:pt x="120301" y="39401"/>
                        <a:pt x="115062" y="39782"/>
                        <a:pt x="108490" y="39115"/>
                      </a:cubicBezTo>
                      <a:cubicBezTo>
                        <a:pt x="100679" y="38353"/>
                        <a:pt x="95536" y="38162"/>
                        <a:pt x="93154" y="38448"/>
                      </a:cubicBezTo>
                      <a:cubicBezTo>
                        <a:pt x="87535" y="39210"/>
                        <a:pt x="83153" y="41782"/>
                        <a:pt x="79820" y="46068"/>
                      </a:cubicBezTo>
                      <a:cubicBezTo>
                        <a:pt x="80105" y="47116"/>
                        <a:pt x="80296" y="48259"/>
                        <a:pt x="80296" y="49402"/>
                      </a:cubicBezTo>
                      <a:cubicBezTo>
                        <a:pt x="80296" y="50640"/>
                        <a:pt x="80105" y="52355"/>
                        <a:pt x="79534" y="54736"/>
                      </a:cubicBezTo>
                      <a:cubicBezTo>
                        <a:pt x="79058" y="57022"/>
                        <a:pt x="78867" y="58832"/>
                        <a:pt x="78867" y="59975"/>
                      </a:cubicBezTo>
                      <a:cubicBezTo>
                        <a:pt x="78867" y="61784"/>
                        <a:pt x="79153" y="63499"/>
                        <a:pt x="79820" y="65118"/>
                      </a:cubicBezTo>
                      <a:cubicBezTo>
                        <a:pt x="80296" y="66071"/>
                        <a:pt x="80486" y="66833"/>
                        <a:pt x="80486" y="67595"/>
                      </a:cubicBezTo>
                      <a:cubicBezTo>
                        <a:pt x="80486" y="68642"/>
                        <a:pt x="80200" y="69786"/>
                        <a:pt x="79534" y="71119"/>
                      </a:cubicBezTo>
                      <a:cubicBezTo>
                        <a:pt x="78962" y="72548"/>
                        <a:pt x="78676" y="73500"/>
                        <a:pt x="78676" y="74072"/>
                      </a:cubicBezTo>
                      <a:cubicBezTo>
                        <a:pt x="78676" y="74929"/>
                        <a:pt x="79058" y="75786"/>
                        <a:pt x="79820" y="76548"/>
                      </a:cubicBezTo>
                      <a:lnTo>
                        <a:pt x="79058" y="86645"/>
                      </a:lnTo>
                      <a:cubicBezTo>
                        <a:pt x="78962" y="85407"/>
                        <a:pt x="78105" y="84740"/>
                        <a:pt x="76581" y="84454"/>
                      </a:cubicBezTo>
                      <a:cubicBezTo>
                        <a:pt x="74390" y="83787"/>
                        <a:pt x="73152" y="83406"/>
                        <a:pt x="72866" y="83311"/>
                      </a:cubicBezTo>
                      <a:cubicBezTo>
                        <a:pt x="72295" y="83787"/>
                        <a:pt x="72009" y="84359"/>
                        <a:pt x="72200" y="85025"/>
                      </a:cubicBezTo>
                      <a:cubicBezTo>
                        <a:pt x="72295" y="85692"/>
                        <a:pt x="72200" y="86359"/>
                        <a:pt x="71914" y="86930"/>
                      </a:cubicBezTo>
                      <a:cubicBezTo>
                        <a:pt x="72866" y="86454"/>
                        <a:pt x="73628" y="86264"/>
                        <a:pt x="74295" y="86264"/>
                      </a:cubicBezTo>
                      <a:cubicBezTo>
                        <a:pt x="75343" y="86264"/>
                        <a:pt x="76200" y="87407"/>
                        <a:pt x="76771" y="89693"/>
                      </a:cubicBezTo>
                      <a:cubicBezTo>
                        <a:pt x="77343" y="92550"/>
                        <a:pt x="77915" y="94170"/>
                        <a:pt x="78391" y="94646"/>
                      </a:cubicBezTo>
                      <a:lnTo>
                        <a:pt x="77248" y="94646"/>
                      </a:lnTo>
                      <a:cubicBezTo>
                        <a:pt x="79058" y="99599"/>
                        <a:pt x="80105" y="106457"/>
                        <a:pt x="80296" y="115315"/>
                      </a:cubicBezTo>
                      <a:cubicBezTo>
                        <a:pt x="80105" y="122459"/>
                        <a:pt x="80105" y="129603"/>
                        <a:pt x="80105" y="136651"/>
                      </a:cubicBezTo>
                      <a:cubicBezTo>
                        <a:pt x="80200" y="140842"/>
                        <a:pt x="80486" y="144557"/>
                        <a:pt x="80963" y="147891"/>
                      </a:cubicBezTo>
                      <a:cubicBezTo>
                        <a:pt x="81153" y="147891"/>
                        <a:pt x="81725" y="148176"/>
                        <a:pt x="82677" y="148843"/>
                      </a:cubicBezTo>
                      <a:cubicBezTo>
                        <a:pt x="83725" y="149414"/>
                        <a:pt x="84582" y="149605"/>
                        <a:pt x="85344" y="149224"/>
                      </a:cubicBezTo>
                      <a:cubicBezTo>
                        <a:pt x="84201" y="151510"/>
                        <a:pt x="83534" y="157225"/>
                        <a:pt x="83344" y="166559"/>
                      </a:cubicBezTo>
                      <a:cubicBezTo>
                        <a:pt x="83153" y="171703"/>
                        <a:pt x="81534" y="175132"/>
                        <a:pt x="78486" y="177132"/>
                      </a:cubicBezTo>
                      <a:cubicBezTo>
                        <a:pt x="78962" y="177418"/>
                        <a:pt x="79153" y="178275"/>
                        <a:pt x="79153" y="179609"/>
                      </a:cubicBezTo>
                      <a:cubicBezTo>
                        <a:pt x="77438" y="179799"/>
                        <a:pt x="72295" y="179799"/>
                        <a:pt x="63532" y="179609"/>
                      </a:cubicBezTo>
                      <a:cubicBezTo>
                        <a:pt x="57150" y="179418"/>
                        <a:pt x="52102" y="180085"/>
                        <a:pt x="48196" y="181418"/>
                      </a:cubicBezTo>
                      <a:cubicBezTo>
                        <a:pt x="44958" y="178751"/>
                        <a:pt x="43339" y="174751"/>
                        <a:pt x="43339" y="169322"/>
                      </a:cubicBezTo>
                      <a:cubicBezTo>
                        <a:pt x="43529" y="164654"/>
                        <a:pt x="43625" y="160082"/>
                        <a:pt x="43625" y="155415"/>
                      </a:cubicBezTo>
                      <a:cubicBezTo>
                        <a:pt x="44482" y="138175"/>
                        <a:pt x="44767" y="120173"/>
                        <a:pt x="44767" y="101408"/>
                      </a:cubicBezTo>
                      <a:cubicBezTo>
                        <a:pt x="44767" y="82644"/>
                        <a:pt x="44387" y="63594"/>
                        <a:pt x="43625" y="43592"/>
                      </a:cubicBezTo>
                      <a:cubicBezTo>
                        <a:pt x="42672" y="40449"/>
                        <a:pt x="40291" y="38924"/>
                        <a:pt x="36290" y="38924"/>
                      </a:cubicBezTo>
                      <a:cubicBezTo>
                        <a:pt x="35433" y="38924"/>
                        <a:pt x="34385" y="38924"/>
                        <a:pt x="33052" y="39115"/>
                      </a:cubicBezTo>
                      <a:lnTo>
                        <a:pt x="30099" y="39115"/>
                      </a:lnTo>
                      <a:cubicBezTo>
                        <a:pt x="28099" y="39115"/>
                        <a:pt x="26479" y="38829"/>
                        <a:pt x="25241" y="38258"/>
                      </a:cubicBezTo>
                      <a:cubicBezTo>
                        <a:pt x="26670" y="38353"/>
                        <a:pt x="22098" y="38448"/>
                        <a:pt x="11430" y="38448"/>
                      </a:cubicBezTo>
                      <a:cubicBezTo>
                        <a:pt x="6763" y="38448"/>
                        <a:pt x="2858" y="37210"/>
                        <a:pt x="0" y="34829"/>
                      </a:cubicBezTo>
                      <a:lnTo>
                        <a:pt x="0" y="3301"/>
                      </a:lnTo>
                      <a:cubicBezTo>
                        <a:pt x="762" y="4063"/>
                        <a:pt x="1619" y="4444"/>
                        <a:pt x="2762" y="4444"/>
                      </a:cubicBezTo>
                      <a:cubicBezTo>
                        <a:pt x="4572" y="4444"/>
                        <a:pt x="6382" y="3206"/>
                        <a:pt x="8192" y="824"/>
                      </a:cubicBezTo>
                      <a:cubicBezTo>
                        <a:pt x="17526" y="158"/>
                        <a:pt x="31337" y="158"/>
                        <a:pt x="49721" y="539"/>
                      </a:cubicBezTo>
                      <a:cubicBezTo>
                        <a:pt x="67913" y="1015"/>
                        <a:pt x="82105" y="824"/>
                        <a:pt x="91821" y="158"/>
                      </a:cubicBezTo>
                      <a:cubicBezTo>
                        <a:pt x="92297" y="1015"/>
                        <a:pt x="92964" y="1491"/>
                        <a:pt x="93917" y="1491"/>
                      </a:cubicBezTo>
                      <a:cubicBezTo>
                        <a:pt x="94488" y="1491"/>
                        <a:pt x="95345" y="1301"/>
                        <a:pt x="96393" y="824"/>
                      </a:cubicBezTo>
                      <a:cubicBezTo>
                        <a:pt x="97441" y="348"/>
                        <a:pt x="98203" y="158"/>
                        <a:pt x="98679" y="158"/>
                      </a:cubicBezTo>
                      <a:cubicBezTo>
                        <a:pt x="100489" y="1205"/>
                        <a:pt x="105346" y="1205"/>
                        <a:pt x="113157" y="158"/>
                      </a:cubicBezTo>
                      <a:cubicBezTo>
                        <a:pt x="118967" y="-604"/>
                        <a:pt x="122015" y="1396"/>
                        <a:pt x="122301" y="6158"/>
                      </a:cubicBezTo>
                      <a:close/>
                      <a:moveTo>
                        <a:pt x="19621" y="13302"/>
                      </a:moveTo>
                      <a:cubicBezTo>
                        <a:pt x="21146" y="10921"/>
                        <a:pt x="23146" y="9683"/>
                        <a:pt x="25622" y="9683"/>
                      </a:cubicBezTo>
                      <a:cubicBezTo>
                        <a:pt x="26575" y="9683"/>
                        <a:pt x="28004" y="9968"/>
                        <a:pt x="30099" y="10349"/>
                      </a:cubicBezTo>
                      <a:cubicBezTo>
                        <a:pt x="32099" y="10826"/>
                        <a:pt x="33814" y="11016"/>
                        <a:pt x="35052" y="11016"/>
                      </a:cubicBezTo>
                      <a:cubicBezTo>
                        <a:pt x="36290" y="11016"/>
                        <a:pt x="37433" y="10826"/>
                        <a:pt x="38576" y="10540"/>
                      </a:cubicBezTo>
                      <a:lnTo>
                        <a:pt x="34862" y="7016"/>
                      </a:lnTo>
                      <a:cubicBezTo>
                        <a:pt x="33433" y="7016"/>
                        <a:pt x="32861" y="6444"/>
                        <a:pt x="32957" y="5206"/>
                      </a:cubicBezTo>
                      <a:cubicBezTo>
                        <a:pt x="33242" y="3777"/>
                        <a:pt x="33242" y="2920"/>
                        <a:pt x="32957" y="2729"/>
                      </a:cubicBezTo>
                      <a:cubicBezTo>
                        <a:pt x="32575" y="3682"/>
                        <a:pt x="32004" y="4158"/>
                        <a:pt x="31337" y="4349"/>
                      </a:cubicBezTo>
                      <a:cubicBezTo>
                        <a:pt x="31051" y="4158"/>
                        <a:pt x="30671" y="4063"/>
                        <a:pt x="30194" y="4063"/>
                      </a:cubicBezTo>
                      <a:cubicBezTo>
                        <a:pt x="30004" y="4253"/>
                        <a:pt x="30004" y="5016"/>
                        <a:pt x="30194" y="6349"/>
                      </a:cubicBezTo>
                      <a:cubicBezTo>
                        <a:pt x="28289" y="7587"/>
                        <a:pt x="26003" y="8349"/>
                        <a:pt x="23050" y="8635"/>
                      </a:cubicBezTo>
                      <a:cubicBezTo>
                        <a:pt x="19526" y="8921"/>
                        <a:pt x="17240" y="9302"/>
                        <a:pt x="16192" y="9778"/>
                      </a:cubicBezTo>
                      <a:lnTo>
                        <a:pt x="20765" y="9778"/>
                      </a:lnTo>
                      <a:cubicBezTo>
                        <a:pt x="19812" y="11111"/>
                        <a:pt x="18859" y="12064"/>
                        <a:pt x="17907" y="12540"/>
                      </a:cubicBezTo>
                      <a:cubicBezTo>
                        <a:pt x="17812" y="12540"/>
                        <a:pt x="17717" y="12540"/>
                        <a:pt x="17717" y="12350"/>
                      </a:cubicBezTo>
                      <a:cubicBezTo>
                        <a:pt x="17431" y="12540"/>
                        <a:pt x="17050" y="12731"/>
                        <a:pt x="16764" y="13016"/>
                      </a:cubicBezTo>
                      <a:cubicBezTo>
                        <a:pt x="15812" y="13302"/>
                        <a:pt x="15145" y="13493"/>
                        <a:pt x="14764" y="13493"/>
                      </a:cubicBezTo>
                      <a:cubicBezTo>
                        <a:pt x="14097" y="13207"/>
                        <a:pt x="13335" y="13207"/>
                        <a:pt x="12192" y="13493"/>
                      </a:cubicBezTo>
                      <a:cubicBezTo>
                        <a:pt x="8954" y="13207"/>
                        <a:pt x="6763" y="13207"/>
                        <a:pt x="5525" y="13493"/>
                      </a:cubicBezTo>
                      <a:lnTo>
                        <a:pt x="5525" y="12350"/>
                      </a:lnTo>
                      <a:lnTo>
                        <a:pt x="2762" y="15303"/>
                      </a:lnTo>
                      <a:cubicBezTo>
                        <a:pt x="3524" y="15683"/>
                        <a:pt x="4382" y="15779"/>
                        <a:pt x="5334" y="15779"/>
                      </a:cubicBezTo>
                      <a:cubicBezTo>
                        <a:pt x="5620" y="15779"/>
                        <a:pt x="7906" y="15017"/>
                        <a:pt x="12192" y="13588"/>
                      </a:cubicBezTo>
                      <a:lnTo>
                        <a:pt x="14764" y="13588"/>
                      </a:lnTo>
                      <a:cubicBezTo>
                        <a:pt x="14764" y="13588"/>
                        <a:pt x="15526" y="14255"/>
                        <a:pt x="15907" y="14826"/>
                      </a:cubicBezTo>
                      <a:cubicBezTo>
                        <a:pt x="16288" y="15398"/>
                        <a:pt x="16574" y="16064"/>
                        <a:pt x="16859" y="16731"/>
                      </a:cubicBezTo>
                      <a:cubicBezTo>
                        <a:pt x="16764" y="16255"/>
                        <a:pt x="16478" y="15779"/>
                        <a:pt x="16192" y="15207"/>
                      </a:cubicBezTo>
                      <a:cubicBezTo>
                        <a:pt x="16192" y="14350"/>
                        <a:pt x="16383" y="13588"/>
                        <a:pt x="16859" y="13207"/>
                      </a:cubicBezTo>
                      <a:cubicBezTo>
                        <a:pt x="17145" y="13207"/>
                        <a:pt x="17526" y="13016"/>
                        <a:pt x="18002" y="12731"/>
                      </a:cubicBezTo>
                      <a:cubicBezTo>
                        <a:pt x="19050" y="14159"/>
                        <a:pt x="19621" y="15112"/>
                        <a:pt x="19621" y="15398"/>
                      </a:cubicBezTo>
                      <a:lnTo>
                        <a:pt x="25908" y="14255"/>
                      </a:lnTo>
                      <a:lnTo>
                        <a:pt x="19621" y="13588"/>
                      </a:lnTo>
                      <a:close/>
                      <a:moveTo>
                        <a:pt x="14954" y="23589"/>
                      </a:moveTo>
                      <a:lnTo>
                        <a:pt x="18764" y="21875"/>
                      </a:lnTo>
                      <a:lnTo>
                        <a:pt x="16859" y="21875"/>
                      </a:lnTo>
                      <a:lnTo>
                        <a:pt x="14954" y="23589"/>
                      </a:lnTo>
                      <a:close/>
                      <a:moveTo>
                        <a:pt x="43529" y="6254"/>
                      </a:moveTo>
                      <a:lnTo>
                        <a:pt x="46292" y="3301"/>
                      </a:lnTo>
                      <a:cubicBezTo>
                        <a:pt x="45434" y="3301"/>
                        <a:pt x="44291" y="2729"/>
                        <a:pt x="42863" y="1967"/>
                      </a:cubicBezTo>
                      <a:lnTo>
                        <a:pt x="39815" y="6254"/>
                      </a:lnTo>
                      <a:lnTo>
                        <a:pt x="36576" y="4444"/>
                      </a:lnTo>
                      <a:lnTo>
                        <a:pt x="40958" y="8730"/>
                      </a:lnTo>
                      <a:cubicBezTo>
                        <a:pt x="40958" y="5682"/>
                        <a:pt x="41529" y="3968"/>
                        <a:pt x="42767" y="3301"/>
                      </a:cubicBezTo>
                      <a:cubicBezTo>
                        <a:pt x="43148" y="3682"/>
                        <a:pt x="43434" y="4634"/>
                        <a:pt x="43434" y="6254"/>
                      </a:cubicBezTo>
                      <a:close/>
                      <a:moveTo>
                        <a:pt x="52483" y="96455"/>
                      </a:moveTo>
                      <a:cubicBezTo>
                        <a:pt x="55150" y="96741"/>
                        <a:pt x="56388" y="96455"/>
                        <a:pt x="56198" y="95789"/>
                      </a:cubicBezTo>
                      <a:cubicBezTo>
                        <a:pt x="55531" y="95503"/>
                        <a:pt x="54292" y="95789"/>
                        <a:pt x="52483" y="96455"/>
                      </a:cubicBezTo>
                      <a:cubicBezTo>
                        <a:pt x="51721" y="96074"/>
                        <a:pt x="51149" y="96074"/>
                        <a:pt x="50673" y="96455"/>
                      </a:cubicBezTo>
                      <a:cubicBezTo>
                        <a:pt x="51435" y="96741"/>
                        <a:pt x="52102" y="96741"/>
                        <a:pt x="52483" y="96455"/>
                      </a:cubicBezTo>
                      <a:close/>
                      <a:moveTo>
                        <a:pt x="76676" y="92836"/>
                      </a:moveTo>
                      <a:cubicBezTo>
                        <a:pt x="74962" y="91598"/>
                        <a:pt x="72485" y="91026"/>
                        <a:pt x="69342" y="91026"/>
                      </a:cubicBezTo>
                      <a:cubicBezTo>
                        <a:pt x="65532" y="91026"/>
                        <a:pt x="62865" y="90836"/>
                        <a:pt x="61436" y="90359"/>
                      </a:cubicBezTo>
                      <a:lnTo>
                        <a:pt x="67628" y="93979"/>
                      </a:lnTo>
                      <a:cubicBezTo>
                        <a:pt x="66866" y="94265"/>
                        <a:pt x="66484" y="94836"/>
                        <a:pt x="66484" y="95789"/>
                      </a:cubicBezTo>
                      <a:lnTo>
                        <a:pt x="68390" y="95789"/>
                      </a:lnTo>
                      <a:cubicBezTo>
                        <a:pt x="68961" y="96074"/>
                        <a:pt x="69247" y="96360"/>
                        <a:pt x="69247" y="96741"/>
                      </a:cubicBezTo>
                      <a:cubicBezTo>
                        <a:pt x="69247" y="96932"/>
                        <a:pt x="68961" y="97313"/>
                        <a:pt x="68485" y="98075"/>
                      </a:cubicBezTo>
                      <a:cubicBezTo>
                        <a:pt x="68104" y="98837"/>
                        <a:pt x="68008" y="99503"/>
                        <a:pt x="68294" y="100075"/>
                      </a:cubicBezTo>
                      <a:lnTo>
                        <a:pt x="71914" y="100075"/>
                      </a:lnTo>
                      <a:cubicBezTo>
                        <a:pt x="70104" y="98265"/>
                        <a:pt x="69247" y="96932"/>
                        <a:pt x="69247" y="96170"/>
                      </a:cubicBezTo>
                      <a:cubicBezTo>
                        <a:pt x="69247" y="95598"/>
                        <a:pt x="69628" y="95122"/>
                        <a:pt x="70485" y="94741"/>
                      </a:cubicBezTo>
                      <a:cubicBezTo>
                        <a:pt x="71342" y="94360"/>
                        <a:pt x="72295" y="93979"/>
                        <a:pt x="73628" y="93503"/>
                      </a:cubicBezTo>
                      <a:cubicBezTo>
                        <a:pt x="74771" y="93312"/>
                        <a:pt x="75724" y="93788"/>
                        <a:pt x="76676" y="94646"/>
                      </a:cubicBezTo>
                      <a:lnTo>
                        <a:pt x="76676" y="92836"/>
                      </a:lnTo>
                      <a:close/>
                      <a:moveTo>
                        <a:pt x="67628" y="77310"/>
                      </a:moveTo>
                      <a:cubicBezTo>
                        <a:pt x="68485" y="78453"/>
                        <a:pt x="69818" y="79120"/>
                        <a:pt x="71342" y="79120"/>
                      </a:cubicBezTo>
                      <a:cubicBezTo>
                        <a:pt x="73628" y="79120"/>
                        <a:pt x="75724" y="78263"/>
                        <a:pt x="77343" y="76643"/>
                      </a:cubicBezTo>
                      <a:lnTo>
                        <a:pt x="73914" y="75500"/>
                      </a:lnTo>
                      <a:cubicBezTo>
                        <a:pt x="73724" y="77310"/>
                        <a:pt x="73342" y="78263"/>
                        <a:pt x="72771" y="78263"/>
                      </a:cubicBezTo>
                      <a:cubicBezTo>
                        <a:pt x="72676" y="78263"/>
                        <a:pt x="71914" y="77786"/>
                        <a:pt x="70771" y="76739"/>
                      </a:cubicBezTo>
                      <a:cubicBezTo>
                        <a:pt x="69628" y="75596"/>
                        <a:pt x="68580" y="75310"/>
                        <a:pt x="67628" y="75596"/>
                      </a:cubicBezTo>
                      <a:lnTo>
                        <a:pt x="67628" y="77405"/>
                      </a:lnTo>
                      <a:close/>
                      <a:moveTo>
                        <a:pt x="76200" y="98646"/>
                      </a:moveTo>
                      <a:lnTo>
                        <a:pt x="76676" y="98837"/>
                      </a:lnTo>
                      <a:lnTo>
                        <a:pt x="76200" y="98646"/>
                      </a:lnTo>
                      <a:lnTo>
                        <a:pt x="72009" y="95693"/>
                      </a:lnTo>
                      <a:cubicBezTo>
                        <a:pt x="71628" y="97027"/>
                        <a:pt x="72009" y="97884"/>
                        <a:pt x="73438" y="98170"/>
                      </a:cubicBezTo>
                      <a:cubicBezTo>
                        <a:pt x="74390" y="98361"/>
                        <a:pt x="75343" y="98456"/>
                        <a:pt x="76200" y="98646"/>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 name="Google Shape;915;p99"/>
                <p:cNvSpPr/>
                <p:nvPr/>
              </p:nvSpPr>
              <p:spPr>
                <a:xfrm>
                  <a:off x="4239672" y="2099881"/>
                  <a:ext cx="135731" cy="180879"/>
                </a:xfrm>
                <a:custGeom>
                  <a:avLst/>
                  <a:gdLst/>
                  <a:ahLst/>
                  <a:cxnLst/>
                  <a:rect l="l" t="t" r="r" b="b"/>
                  <a:pathLst>
                    <a:path w="135731" h="180879" extrusionOk="0">
                      <a:moveTo>
                        <a:pt x="131540" y="95"/>
                      </a:moveTo>
                      <a:cubicBezTo>
                        <a:pt x="131445" y="1619"/>
                        <a:pt x="132112" y="3143"/>
                        <a:pt x="133541" y="4667"/>
                      </a:cubicBezTo>
                      <a:cubicBezTo>
                        <a:pt x="134969" y="6096"/>
                        <a:pt x="135731" y="7239"/>
                        <a:pt x="135731" y="7810"/>
                      </a:cubicBezTo>
                      <a:cubicBezTo>
                        <a:pt x="135731" y="8668"/>
                        <a:pt x="134493" y="9906"/>
                        <a:pt x="132207" y="11430"/>
                      </a:cubicBezTo>
                      <a:cubicBezTo>
                        <a:pt x="132588" y="12001"/>
                        <a:pt x="132683" y="12668"/>
                        <a:pt x="132683" y="13430"/>
                      </a:cubicBezTo>
                      <a:cubicBezTo>
                        <a:pt x="132683" y="15335"/>
                        <a:pt x="130874" y="18193"/>
                        <a:pt x="127159" y="21717"/>
                      </a:cubicBezTo>
                      <a:lnTo>
                        <a:pt x="128968" y="23527"/>
                      </a:lnTo>
                      <a:cubicBezTo>
                        <a:pt x="123444" y="29718"/>
                        <a:pt x="120587" y="34576"/>
                        <a:pt x="120587" y="38100"/>
                      </a:cubicBezTo>
                      <a:cubicBezTo>
                        <a:pt x="119253" y="40291"/>
                        <a:pt x="117158" y="41338"/>
                        <a:pt x="114491" y="41053"/>
                      </a:cubicBezTo>
                      <a:cubicBezTo>
                        <a:pt x="114586" y="41624"/>
                        <a:pt x="114681" y="39052"/>
                        <a:pt x="114681" y="33433"/>
                      </a:cubicBezTo>
                      <a:cubicBezTo>
                        <a:pt x="114681" y="30861"/>
                        <a:pt x="113443" y="29527"/>
                        <a:pt x="111157" y="29337"/>
                      </a:cubicBezTo>
                      <a:lnTo>
                        <a:pt x="111157" y="36576"/>
                      </a:lnTo>
                      <a:cubicBezTo>
                        <a:pt x="110680" y="36385"/>
                        <a:pt x="110014" y="36671"/>
                        <a:pt x="109252" y="37433"/>
                      </a:cubicBezTo>
                      <a:cubicBezTo>
                        <a:pt x="109252" y="38386"/>
                        <a:pt x="109442" y="38767"/>
                        <a:pt x="109728" y="38767"/>
                      </a:cubicBezTo>
                      <a:cubicBezTo>
                        <a:pt x="109823" y="38767"/>
                        <a:pt x="110109" y="38767"/>
                        <a:pt x="110490" y="38576"/>
                      </a:cubicBezTo>
                      <a:cubicBezTo>
                        <a:pt x="110871" y="38386"/>
                        <a:pt x="111157" y="38386"/>
                        <a:pt x="111252" y="38386"/>
                      </a:cubicBezTo>
                      <a:cubicBezTo>
                        <a:pt x="111538" y="38386"/>
                        <a:pt x="111824" y="38671"/>
                        <a:pt x="112014" y="39243"/>
                      </a:cubicBezTo>
                      <a:lnTo>
                        <a:pt x="106775" y="41624"/>
                      </a:lnTo>
                      <a:lnTo>
                        <a:pt x="104870" y="39243"/>
                      </a:lnTo>
                      <a:lnTo>
                        <a:pt x="102394" y="42386"/>
                      </a:lnTo>
                      <a:cubicBezTo>
                        <a:pt x="102394" y="42386"/>
                        <a:pt x="102584" y="41815"/>
                        <a:pt x="102584" y="41719"/>
                      </a:cubicBezTo>
                      <a:cubicBezTo>
                        <a:pt x="102584" y="41148"/>
                        <a:pt x="102203" y="40767"/>
                        <a:pt x="101441" y="40481"/>
                      </a:cubicBezTo>
                      <a:cubicBezTo>
                        <a:pt x="100679" y="40291"/>
                        <a:pt x="100298" y="40100"/>
                        <a:pt x="100489" y="39910"/>
                      </a:cubicBezTo>
                      <a:cubicBezTo>
                        <a:pt x="102870" y="39052"/>
                        <a:pt x="104489" y="37909"/>
                        <a:pt x="105537" y="36576"/>
                      </a:cubicBezTo>
                      <a:cubicBezTo>
                        <a:pt x="105251" y="35623"/>
                        <a:pt x="104584" y="35338"/>
                        <a:pt x="103727" y="35623"/>
                      </a:cubicBezTo>
                      <a:lnTo>
                        <a:pt x="102299" y="37433"/>
                      </a:lnTo>
                      <a:cubicBezTo>
                        <a:pt x="101537" y="37052"/>
                        <a:pt x="101155" y="36385"/>
                        <a:pt x="101155" y="35623"/>
                      </a:cubicBezTo>
                      <a:cubicBezTo>
                        <a:pt x="102203" y="35242"/>
                        <a:pt x="102775" y="34576"/>
                        <a:pt x="102775" y="33814"/>
                      </a:cubicBezTo>
                      <a:cubicBezTo>
                        <a:pt x="102775" y="33433"/>
                        <a:pt x="102299" y="32575"/>
                        <a:pt x="101441" y="31337"/>
                      </a:cubicBezTo>
                      <a:cubicBezTo>
                        <a:pt x="100679" y="30099"/>
                        <a:pt x="100298" y="29242"/>
                        <a:pt x="100393" y="28575"/>
                      </a:cubicBezTo>
                      <a:cubicBezTo>
                        <a:pt x="99822" y="28480"/>
                        <a:pt x="99250" y="28575"/>
                        <a:pt x="98774" y="29051"/>
                      </a:cubicBezTo>
                      <a:cubicBezTo>
                        <a:pt x="98298" y="29527"/>
                        <a:pt x="97917" y="29908"/>
                        <a:pt x="97631" y="30385"/>
                      </a:cubicBezTo>
                      <a:cubicBezTo>
                        <a:pt x="97250" y="31147"/>
                        <a:pt x="97822" y="32194"/>
                        <a:pt x="99155" y="33623"/>
                      </a:cubicBezTo>
                      <a:lnTo>
                        <a:pt x="98488" y="33623"/>
                      </a:lnTo>
                      <a:cubicBezTo>
                        <a:pt x="98488" y="33623"/>
                        <a:pt x="98298" y="35814"/>
                        <a:pt x="98298" y="38767"/>
                      </a:cubicBezTo>
                      <a:cubicBezTo>
                        <a:pt x="98488" y="41053"/>
                        <a:pt x="97917" y="42577"/>
                        <a:pt x="96679" y="43529"/>
                      </a:cubicBezTo>
                      <a:cubicBezTo>
                        <a:pt x="97346" y="43529"/>
                        <a:pt x="98108" y="44005"/>
                        <a:pt x="99250" y="45148"/>
                      </a:cubicBezTo>
                      <a:cubicBezTo>
                        <a:pt x="100298" y="46101"/>
                        <a:pt x="101346" y="46482"/>
                        <a:pt x="102299" y="46006"/>
                      </a:cubicBezTo>
                      <a:lnTo>
                        <a:pt x="103727" y="44196"/>
                      </a:lnTo>
                      <a:cubicBezTo>
                        <a:pt x="103060" y="44958"/>
                        <a:pt x="102965" y="45720"/>
                        <a:pt x="103442" y="46482"/>
                      </a:cubicBezTo>
                      <a:cubicBezTo>
                        <a:pt x="103918" y="47149"/>
                        <a:pt x="104394" y="47911"/>
                        <a:pt x="104870" y="48482"/>
                      </a:cubicBezTo>
                      <a:cubicBezTo>
                        <a:pt x="105823" y="48577"/>
                        <a:pt x="106489" y="48006"/>
                        <a:pt x="106966" y="46672"/>
                      </a:cubicBezTo>
                      <a:cubicBezTo>
                        <a:pt x="107442" y="45339"/>
                        <a:pt x="108204" y="44863"/>
                        <a:pt x="109252" y="45339"/>
                      </a:cubicBezTo>
                      <a:cubicBezTo>
                        <a:pt x="109442" y="45910"/>
                        <a:pt x="110109" y="46196"/>
                        <a:pt x="111252" y="46196"/>
                      </a:cubicBezTo>
                      <a:cubicBezTo>
                        <a:pt x="111728" y="46196"/>
                        <a:pt x="112395" y="46101"/>
                        <a:pt x="113062" y="46006"/>
                      </a:cubicBezTo>
                      <a:lnTo>
                        <a:pt x="114871" y="46006"/>
                      </a:lnTo>
                      <a:cubicBezTo>
                        <a:pt x="116396" y="46006"/>
                        <a:pt x="117158" y="46387"/>
                        <a:pt x="117158" y="47053"/>
                      </a:cubicBezTo>
                      <a:cubicBezTo>
                        <a:pt x="117158" y="47720"/>
                        <a:pt x="116872" y="48482"/>
                        <a:pt x="116205" y="49530"/>
                      </a:cubicBezTo>
                      <a:lnTo>
                        <a:pt x="113729" y="46577"/>
                      </a:lnTo>
                      <a:cubicBezTo>
                        <a:pt x="114300" y="47434"/>
                        <a:pt x="114586" y="48577"/>
                        <a:pt x="114586" y="49720"/>
                      </a:cubicBezTo>
                      <a:cubicBezTo>
                        <a:pt x="114586" y="52388"/>
                        <a:pt x="112871" y="55721"/>
                        <a:pt x="109157" y="59626"/>
                      </a:cubicBezTo>
                      <a:lnTo>
                        <a:pt x="106680" y="58960"/>
                      </a:lnTo>
                      <a:cubicBezTo>
                        <a:pt x="106489" y="59626"/>
                        <a:pt x="106204" y="60769"/>
                        <a:pt x="105632" y="62579"/>
                      </a:cubicBezTo>
                      <a:cubicBezTo>
                        <a:pt x="105156" y="64389"/>
                        <a:pt x="104870" y="65722"/>
                        <a:pt x="104870" y="66675"/>
                      </a:cubicBezTo>
                      <a:cubicBezTo>
                        <a:pt x="104870" y="67723"/>
                        <a:pt x="105061" y="68675"/>
                        <a:pt x="105537" y="69628"/>
                      </a:cubicBezTo>
                      <a:cubicBezTo>
                        <a:pt x="104870" y="69628"/>
                        <a:pt x="104108" y="69056"/>
                        <a:pt x="102965" y="67818"/>
                      </a:cubicBezTo>
                      <a:cubicBezTo>
                        <a:pt x="101917" y="66675"/>
                        <a:pt x="101060" y="66008"/>
                        <a:pt x="100393" y="66008"/>
                      </a:cubicBezTo>
                      <a:cubicBezTo>
                        <a:pt x="99822" y="66008"/>
                        <a:pt x="99250" y="66580"/>
                        <a:pt x="98584" y="67818"/>
                      </a:cubicBezTo>
                      <a:cubicBezTo>
                        <a:pt x="99250" y="69151"/>
                        <a:pt x="99536" y="70580"/>
                        <a:pt x="99536" y="72104"/>
                      </a:cubicBezTo>
                      <a:cubicBezTo>
                        <a:pt x="99536" y="73819"/>
                        <a:pt x="98965" y="76200"/>
                        <a:pt x="97917" y="79534"/>
                      </a:cubicBezTo>
                      <a:cubicBezTo>
                        <a:pt x="96869" y="82772"/>
                        <a:pt x="96488" y="85344"/>
                        <a:pt x="96774" y="86963"/>
                      </a:cubicBezTo>
                      <a:cubicBezTo>
                        <a:pt x="96203" y="86582"/>
                        <a:pt x="95536" y="86296"/>
                        <a:pt x="94964" y="86296"/>
                      </a:cubicBezTo>
                      <a:cubicBezTo>
                        <a:pt x="94202" y="86296"/>
                        <a:pt x="93154" y="86582"/>
                        <a:pt x="91821" y="87249"/>
                      </a:cubicBezTo>
                      <a:cubicBezTo>
                        <a:pt x="90488" y="87820"/>
                        <a:pt x="89345" y="88106"/>
                        <a:pt x="88583" y="88106"/>
                      </a:cubicBezTo>
                      <a:cubicBezTo>
                        <a:pt x="88201" y="88106"/>
                        <a:pt x="87725" y="87916"/>
                        <a:pt x="87154" y="87630"/>
                      </a:cubicBezTo>
                      <a:cubicBezTo>
                        <a:pt x="87154" y="88392"/>
                        <a:pt x="88011" y="89821"/>
                        <a:pt x="89630" y="92011"/>
                      </a:cubicBezTo>
                      <a:cubicBezTo>
                        <a:pt x="91250" y="94202"/>
                        <a:pt x="92012" y="95917"/>
                        <a:pt x="92012" y="97060"/>
                      </a:cubicBezTo>
                      <a:cubicBezTo>
                        <a:pt x="92012" y="98107"/>
                        <a:pt x="91726" y="99060"/>
                        <a:pt x="90868" y="99917"/>
                      </a:cubicBezTo>
                      <a:lnTo>
                        <a:pt x="87154" y="103251"/>
                      </a:lnTo>
                      <a:cubicBezTo>
                        <a:pt x="88011" y="113919"/>
                        <a:pt x="88297" y="125635"/>
                        <a:pt x="88297" y="138589"/>
                      </a:cubicBezTo>
                      <a:cubicBezTo>
                        <a:pt x="88297" y="151543"/>
                        <a:pt x="87916" y="163735"/>
                        <a:pt x="87154" y="175260"/>
                      </a:cubicBezTo>
                      <a:cubicBezTo>
                        <a:pt x="83820" y="178975"/>
                        <a:pt x="78772" y="180880"/>
                        <a:pt x="72104" y="180880"/>
                      </a:cubicBezTo>
                      <a:cubicBezTo>
                        <a:pt x="69913" y="180880"/>
                        <a:pt x="66770" y="180689"/>
                        <a:pt x="62484" y="180213"/>
                      </a:cubicBezTo>
                      <a:cubicBezTo>
                        <a:pt x="58293" y="179737"/>
                        <a:pt x="55245" y="179546"/>
                        <a:pt x="53435" y="179546"/>
                      </a:cubicBezTo>
                      <a:cubicBezTo>
                        <a:pt x="50673" y="178498"/>
                        <a:pt x="48958" y="176213"/>
                        <a:pt x="48387" y="172784"/>
                      </a:cubicBezTo>
                      <a:cubicBezTo>
                        <a:pt x="47816" y="169926"/>
                        <a:pt x="47434" y="166973"/>
                        <a:pt x="47244" y="164020"/>
                      </a:cubicBezTo>
                      <a:cubicBezTo>
                        <a:pt x="48196" y="161258"/>
                        <a:pt x="48387" y="156972"/>
                        <a:pt x="48006" y="151067"/>
                      </a:cubicBezTo>
                      <a:cubicBezTo>
                        <a:pt x="47625" y="145161"/>
                        <a:pt x="48006" y="140779"/>
                        <a:pt x="49054" y="137922"/>
                      </a:cubicBezTo>
                      <a:cubicBezTo>
                        <a:pt x="50006" y="139065"/>
                        <a:pt x="50863" y="139732"/>
                        <a:pt x="52007" y="139732"/>
                      </a:cubicBezTo>
                      <a:cubicBezTo>
                        <a:pt x="52292" y="139732"/>
                        <a:pt x="53340" y="139255"/>
                        <a:pt x="55245" y="138303"/>
                      </a:cubicBezTo>
                      <a:cubicBezTo>
                        <a:pt x="56483" y="137731"/>
                        <a:pt x="57626" y="137922"/>
                        <a:pt x="58674" y="138970"/>
                      </a:cubicBezTo>
                      <a:lnTo>
                        <a:pt x="56007" y="136112"/>
                      </a:lnTo>
                      <a:lnTo>
                        <a:pt x="58007" y="134779"/>
                      </a:lnTo>
                      <a:lnTo>
                        <a:pt x="55245" y="131826"/>
                      </a:lnTo>
                      <a:lnTo>
                        <a:pt x="58007" y="132969"/>
                      </a:lnTo>
                      <a:lnTo>
                        <a:pt x="58007" y="128492"/>
                      </a:lnTo>
                      <a:lnTo>
                        <a:pt x="52673" y="128492"/>
                      </a:lnTo>
                      <a:cubicBezTo>
                        <a:pt x="54674" y="127349"/>
                        <a:pt x="55912" y="126682"/>
                        <a:pt x="56388" y="126682"/>
                      </a:cubicBezTo>
                      <a:cubicBezTo>
                        <a:pt x="57626" y="126682"/>
                        <a:pt x="58769" y="127540"/>
                        <a:pt x="59912" y="129349"/>
                      </a:cubicBezTo>
                      <a:cubicBezTo>
                        <a:pt x="60293" y="129159"/>
                        <a:pt x="60579" y="128778"/>
                        <a:pt x="60579" y="128016"/>
                      </a:cubicBezTo>
                      <a:cubicBezTo>
                        <a:pt x="60388" y="126873"/>
                        <a:pt x="60388" y="126301"/>
                        <a:pt x="60579" y="126016"/>
                      </a:cubicBezTo>
                      <a:lnTo>
                        <a:pt x="64960" y="126682"/>
                      </a:lnTo>
                      <a:cubicBezTo>
                        <a:pt x="65342" y="124587"/>
                        <a:pt x="65342" y="123444"/>
                        <a:pt x="65246" y="123349"/>
                      </a:cubicBezTo>
                      <a:cubicBezTo>
                        <a:pt x="65056" y="123253"/>
                        <a:pt x="65532" y="122872"/>
                        <a:pt x="66866" y="122492"/>
                      </a:cubicBezTo>
                      <a:cubicBezTo>
                        <a:pt x="64389" y="118872"/>
                        <a:pt x="61246" y="118110"/>
                        <a:pt x="57341" y="120301"/>
                      </a:cubicBezTo>
                      <a:cubicBezTo>
                        <a:pt x="53435" y="122396"/>
                        <a:pt x="50292" y="121920"/>
                        <a:pt x="48006" y="118872"/>
                      </a:cubicBezTo>
                      <a:cubicBezTo>
                        <a:pt x="48006" y="111252"/>
                        <a:pt x="48387" y="105727"/>
                        <a:pt x="49149" y="102489"/>
                      </a:cubicBezTo>
                      <a:cubicBezTo>
                        <a:pt x="45434" y="102679"/>
                        <a:pt x="43434" y="100013"/>
                        <a:pt x="43148" y="94488"/>
                      </a:cubicBezTo>
                      <a:cubicBezTo>
                        <a:pt x="42767" y="89059"/>
                        <a:pt x="40958" y="85915"/>
                        <a:pt x="37624" y="85153"/>
                      </a:cubicBezTo>
                      <a:cubicBezTo>
                        <a:pt x="30575" y="69628"/>
                        <a:pt x="19621" y="46672"/>
                        <a:pt x="4763" y="16383"/>
                      </a:cubicBezTo>
                      <a:cubicBezTo>
                        <a:pt x="4572" y="15907"/>
                        <a:pt x="4858" y="15526"/>
                        <a:pt x="5429" y="15049"/>
                      </a:cubicBezTo>
                      <a:cubicBezTo>
                        <a:pt x="6096" y="14573"/>
                        <a:pt x="6477" y="14192"/>
                        <a:pt x="6572" y="13906"/>
                      </a:cubicBezTo>
                      <a:cubicBezTo>
                        <a:pt x="5239" y="12859"/>
                        <a:pt x="3715" y="11716"/>
                        <a:pt x="2191" y="10477"/>
                      </a:cubicBezTo>
                      <a:cubicBezTo>
                        <a:pt x="667" y="9239"/>
                        <a:pt x="0" y="7810"/>
                        <a:pt x="0" y="6286"/>
                      </a:cubicBezTo>
                      <a:cubicBezTo>
                        <a:pt x="0" y="5334"/>
                        <a:pt x="286" y="4381"/>
                        <a:pt x="1048" y="3429"/>
                      </a:cubicBezTo>
                      <a:cubicBezTo>
                        <a:pt x="4953" y="1143"/>
                        <a:pt x="9906" y="0"/>
                        <a:pt x="16192" y="0"/>
                      </a:cubicBezTo>
                      <a:cubicBezTo>
                        <a:pt x="18288" y="0"/>
                        <a:pt x="21336" y="95"/>
                        <a:pt x="25432" y="476"/>
                      </a:cubicBezTo>
                      <a:cubicBezTo>
                        <a:pt x="29432" y="762"/>
                        <a:pt x="32195" y="857"/>
                        <a:pt x="33909" y="857"/>
                      </a:cubicBezTo>
                      <a:lnTo>
                        <a:pt x="36481" y="857"/>
                      </a:lnTo>
                      <a:cubicBezTo>
                        <a:pt x="39910" y="2953"/>
                        <a:pt x="42577" y="6667"/>
                        <a:pt x="44672" y="12097"/>
                      </a:cubicBezTo>
                      <a:cubicBezTo>
                        <a:pt x="46768" y="17526"/>
                        <a:pt x="49054" y="21050"/>
                        <a:pt x="51625" y="22669"/>
                      </a:cubicBezTo>
                      <a:cubicBezTo>
                        <a:pt x="51149" y="26003"/>
                        <a:pt x="52007" y="29623"/>
                        <a:pt x="54102" y="33718"/>
                      </a:cubicBezTo>
                      <a:cubicBezTo>
                        <a:pt x="55626" y="36576"/>
                        <a:pt x="57245" y="39433"/>
                        <a:pt x="58674" y="42481"/>
                      </a:cubicBezTo>
                      <a:cubicBezTo>
                        <a:pt x="57912" y="45910"/>
                        <a:pt x="58674" y="47720"/>
                        <a:pt x="61246" y="47911"/>
                      </a:cubicBezTo>
                      <a:cubicBezTo>
                        <a:pt x="60960" y="49244"/>
                        <a:pt x="61817" y="50959"/>
                        <a:pt x="63913" y="52864"/>
                      </a:cubicBezTo>
                      <a:cubicBezTo>
                        <a:pt x="66008" y="54769"/>
                        <a:pt x="67246" y="56293"/>
                        <a:pt x="67532" y="57340"/>
                      </a:cubicBezTo>
                      <a:cubicBezTo>
                        <a:pt x="74581" y="51340"/>
                        <a:pt x="79343" y="42386"/>
                        <a:pt x="82010" y="30575"/>
                      </a:cubicBezTo>
                      <a:cubicBezTo>
                        <a:pt x="87439" y="22574"/>
                        <a:pt x="90868" y="15240"/>
                        <a:pt x="92392" y="8763"/>
                      </a:cubicBezTo>
                      <a:cubicBezTo>
                        <a:pt x="95917" y="2953"/>
                        <a:pt x="102870" y="0"/>
                        <a:pt x="113347" y="0"/>
                      </a:cubicBezTo>
                      <a:cubicBezTo>
                        <a:pt x="126968" y="0"/>
                        <a:pt x="133159" y="0"/>
                        <a:pt x="131731" y="190"/>
                      </a:cubicBezTo>
                      <a:close/>
                      <a:moveTo>
                        <a:pt x="52673" y="128492"/>
                      </a:moveTo>
                      <a:cubicBezTo>
                        <a:pt x="50959" y="130016"/>
                        <a:pt x="49435" y="130016"/>
                        <a:pt x="47816" y="128492"/>
                      </a:cubicBezTo>
                      <a:lnTo>
                        <a:pt x="52673" y="128492"/>
                      </a:lnTo>
                      <a:close/>
                      <a:moveTo>
                        <a:pt x="60579" y="131826"/>
                      </a:moveTo>
                      <a:lnTo>
                        <a:pt x="65627" y="131826"/>
                      </a:lnTo>
                      <a:lnTo>
                        <a:pt x="60579" y="131159"/>
                      </a:lnTo>
                      <a:lnTo>
                        <a:pt x="60579" y="131826"/>
                      </a:lnTo>
                      <a:close/>
                      <a:moveTo>
                        <a:pt x="66770" y="124873"/>
                      </a:moveTo>
                      <a:lnTo>
                        <a:pt x="69247" y="124206"/>
                      </a:lnTo>
                      <a:lnTo>
                        <a:pt x="66770" y="124206"/>
                      </a:lnTo>
                      <a:lnTo>
                        <a:pt x="66770" y="124873"/>
                      </a:lnTo>
                      <a:close/>
                      <a:moveTo>
                        <a:pt x="73914" y="111157"/>
                      </a:moveTo>
                      <a:cubicBezTo>
                        <a:pt x="74676" y="110585"/>
                        <a:pt x="74867" y="109538"/>
                        <a:pt x="74581" y="108204"/>
                      </a:cubicBezTo>
                      <a:cubicBezTo>
                        <a:pt x="74295" y="107061"/>
                        <a:pt x="73724" y="106204"/>
                        <a:pt x="73152" y="105727"/>
                      </a:cubicBezTo>
                      <a:lnTo>
                        <a:pt x="73152" y="111823"/>
                      </a:lnTo>
                      <a:lnTo>
                        <a:pt x="73914" y="111157"/>
                      </a:lnTo>
                      <a:close/>
                      <a:moveTo>
                        <a:pt x="101251" y="46672"/>
                      </a:moveTo>
                      <a:lnTo>
                        <a:pt x="100489" y="48482"/>
                      </a:lnTo>
                      <a:cubicBezTo>
                        <a:pt x="101632" y="49911"/>
                        <a:pt x="102394" y="50578"/>
                        <a:pt x="103060" y="50292"/>
                      </a:cubicBezTo>
                      <a:cubicBezTo>
                        <a:pt x="102965" y="49435"/>
                        <a:pt x="102299" y="48196"/>
                        <a:pt x="101251" y="46672"/>
                      </a:cubicBezTo>
                      <a:close/>
                      <a:moveTo>
                        <a:pt x="104966" y="32290"/>
                      </a:moveTo>
                      <a:lnTo>
                        <a:pt x="106871" y="32290"/>
                      </a:lnTo>
                      <a:cubicBezTo>
                        <a:pt x="105918" y="31432"/>
                        <a:pt x="105346" y="30956"/>
                        <a:pt x="104966" y="31147"/>
                      </a:cubicBezTo>
                      <a:cubicBezTo>
                        <a:pt x="104204" y="32004"/>
                        <a:pt x="103822" y="32861"/>
                        <a:pt x="103822" y="33623"/>
                      </a:cubicBezTo>
                      <a:lnTo>
                        <a:pt x="104013" y="34099"/>
                      </a:lnTo>
                      <a:cubicBezTo>
                        <a:pt x="104013" y="34099"/>
                        <a:pt x="104584" y="33338"/>
                        <a:pt x="104966" y="32290"/>
                      </a:cubicBezTo>
                      <a:close/>
                      <a:moveTo>
                        <a:pt x="107537" y="49625"/>
                      </a:moveTo>
                      <a:cubicBezTo>
                        <a:pt x="105918" y="49816"/>
                        <a:pt x="105251" y="50387"/>
                        <a:pt x="105442" y="51435"/>
                      </a:cubicBezTo>
                      <a:cubicBezTo>
                        <a:pt x="105537" y="53054"/>
                        <a:pt x="105632" y="53911"/>
                        <a:pt x="105632" y="54102"/>
                      </a:cubicBezTo>
                      <a:cubicBezTo>
                        <a:pt x="107537" y="53054"/>
                        <a:pt x="108013" y="51530"/>
                        <a:pt x="107537" y="49625"/>
                      </a:cubicBezTo>
                      <a:close/>
                      <a:moveTo>
                        <a:pt x="105632" y="57912"/>
                      </a:moveTo>
                      <a:lnTo>
                        <a:pt x="107537" y="55435"/>
                      </a:lnTo>
                      <a:lnTo>
                        <a:pt x="105632" y="55435"/>
                      </a:lnTo>
                      <a:lnTo>
                        <a:pt x="105632" y="57912"/>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16" name="Google Shape;916;p99"/>
              <p:cNvGrpSpPr/>
              <p:nvPr/>
            </p:nvGrpSpPr>
            <p:grpSpPr>
              <a:xfrm>
                <a:off x="11697741" y="7597426"/>
                <a:ext cx="999934" cy="206596"/>
                <a:chOff x="6444423" y="5315521"/>
                <a:chExt cx="999934" cy="206596"/>
              </a:xfrm>
            </p:grpSpPr>
            <p:sp>
              <p:nvSpPr>
                <p:cNvPr id="917" name="Google Shape;917;p99"/>
                <p:cNvSpPr/>
                <p:nvPr/>
              </p:nvSpPr>
              <p:spPr>
                <a:xfrm>
                  <a:off x="6444423" y="5347239"/>
                  <a:ext cx="157734" cy="166020"/>
                </a:xfrm>
                <a:custGeom>
                  <a:avLst/>
                  <a:gdLst/>
                  <a:ahLst/>
                  <a:cxnLst/>
                  <a:rect l="l" t="t" r="r" b="b"/>
                  <a:pathLst>
                    <a:path w="157734" h="166020" extrusionOk="0">
                      <a:moveTo>
                        <a:pt x="2191" y="115252"/>
                      </a:moveTo>
                      <a:cubicBezTo>
                        <a:pt x="2000" y="116586"/>
                        <a:pt x="2191" y="117253"/>
                        <a:pt x="2858" y="117253"/>
                      </a:cubicBezTo>
                      <a:cubicBezTo>
                        <a:pt x="2953" y="117253"/>
                        <a:pt x="3239" y="117253"/>
                        <a:pt x="3715" y="117062"/>
                      </a:cubicBezTo>
                      <a:cubicBezTo>
                        <a:pt x="4096" y="116872"/>
                        <a:pt x="4477" y="116872"/>
                        <a:pt x="4858" y="116872"/>
                      </a:cubicBezTo>
                      <a:cubicBezTo>
                        <a:pt x="5239" y="116872"/>
                        <a:pt x="5525" y="117157"/>
                        <a:pt x="5715" y="117729"/>
                      </a:cubicBezTo>
                      <a:cubicBezTo>
                        <a:pt x="2381" y="117729"/>
                        <a:pt x="476" y="117443"/>
                        <a:pt x="0" y="116872"/>
                      </a:cubicBezTo>
                      <a:lnTo>
                        <a:pt x="2381" y="115252"/>
                      </a:lnTo>
                      <a:close/>
                      <a:moveTo>
                        <a:pt x="5525" y="136303"/>
                      </a:moveTo>
                      <a:cubicBezTo>
                        <a:pt x="5715" y="135636"/>
                        <a:pt x="6287" y="135255"/>
                        <a:pt x="7144" y="135255"/>
                      </a:cubicBezTo>
                      <a:lnTo>
                        <a:pt x="9525" y="135255"/>
                      </a:lnTo>
                      <a:cubicBezTo>
                        <a:pt x="9430" y="135921"/>
                        <a:pt x="8763" y="136303"/>
                        <a:pt x="7811" y="136303"/>
                      </a:cubicBezTo>
                      <a:lnTo>
                        <a:pt x="5525" y="136303"/>
                      </a:lnTo>
                      <a:close/>
                      <a:moveTo>
                        <a:pt x="12668" y="147161"/>
                      </a:moveTo>
                      <a:lnTo>
                        <a:pt x="12668" y="144875"/>
                      </a:lnTo>
                      <a:lnTo>
                        <a:pt x="14383" y="144875"/>
                      </a:lnTo>
                      <a:lnTo>
                        <a:pt x="12668" y="147161"/>
                      </a:lnTo>
                      <a:close/>
                      <a:moveTo>
                        <a:pt x="21812" y="133540"/>
                      </a:moveTo>
                      <a:cubicBezTo>
                        <a:pt x="22479" y="133255"/>
                        <a:pt x="23527" y="133826"/>
                        <a:pt x="24860" y="135160"/>
                      </a:cubicBezTo>
                      <a:lnTo>
                        <a:pt x="24289" y="136207"/>
                      </a:lnTo>
                      <a:lnTo>
                        <a:pt x="21812" y="133445"/>
                      </a:lnTo>
                      <a:close/>
                      <a:moveTo>
                        <a:pt x="24860" y="147161"/>
                      </a:moveTo>
                      <a:cubicBezTo>
                        <a:pt x="24860" y="147161"/>
                        <a:pt x="25718" y="146590"/>
                        <a:pt x="26289" y="145923"/>
                      </a:cubicBezTo>
                      <a:cubicBezTo>
                        <a:pt x="26766" y="145256"/>
                        <a:pt x="27242" y="144875"/>
                        <a:pt x="27623" y="144875"/>
                      </a:cubicBezTo>
                      <a:cubicBezTo>
                        <a:pt x="27623" y="145446"/>
                        <a:pt x="27242" y="146209"/>
                        <a:pt x="26670" y="147161"/>
                      </a:cubicBezTo>
                      <a:lnTo>
                        <a:pt x="24956" y="147161"/>
                      </a:lnTo>
                      <a:close/>
                      <a:moveTo>
                        <a:pt x="28956" y="128873"/>
                      </a:moveTo>
                      <a:lnTo>
                        <a:pt x="28289" y="130493"/>
                      </a:lnTo>
                      <a:lnTo>
                        <a:pt x="25908" y="130493"/>
                      </a:lnTo>
                      <a:cubicBezTo>
                        <a:pt x="26479" y="128873"/>
                        <a:pt x="27051" y="128016"/>
                        <a:pt x="27527" y="128016"/>
                      </a:cubicBezTo>
                      <a:cubicBezTo>
                        <a:pt x="28004" y="128016"/>
                        <a:pt x="28385" y="128301"/>
                        <a:pt x="28861" y="128873"/>
                      </a:cubicBezTo>
                      <a:close/>
                      <a:moveTo>
                        <a:pt x="32385" y="114586"/>
                      </a:moveTo>
                      <a:lnTo>
                        <a:pt x="32385" y="116205"/>
                      </a:lnTo>
                      <a:lnTo>
                        <a:pt x="28956" y="113538"/>
                      </a:lnTo>
                      <a:cubicBezTo>
                        <a:pt x="29813" y="113252"/>
                        <a:pt x="30861" y="113538"/>
                        <a:pt x="32385" y="114490"/>
                      </a:cubicBezTo>
                      <a:close/>
                      <a:moveTo>
                        <a:pt x="28956" y="138493"/>
                      </a:moveTo>
                      <a:cubicBezTo>
                        <a:pt x="30004" y="138493"/>
                        <a:pt x="30575" y="139255"/>
                        <a:pt x="30575" y="140779"/>
                      </a:cubicBezTo>
                      <a:lnTo>
                        <a:pt x="28956" y="140779"/>
                      </a:lnTo>
                      <a:lnTo>
                        <a:pt x="28956" y="138493"/>
                      </a:lnTo>
                      <a:close/>
                      <a:moveTo>
                        <a:pt x="32957" y="156020"/>
                      </a:moveTo>
                      <a:lnTo>
                        <a:pt x="32385" y="155162"/>
                      </a:lnTo>
                      <a:lnTo>
                        <a:pt x="35719" y="153352"/>
                      </a:lnTo>
                      <a:lnTo>
                        <a:pt x="32957" y="156020"/>
                      </a:lnTo>
                      <a:close/>
                      <a:moveTo>
                        <a:pt x="156877" y="123254"/>
                      </a:moveTo>
                      <a:lnTo>
                        <a:pt x="149447" y="124301"/>
                      </a:lnTo>
                      <a:cubicBezTo>
                        <a:pt x="149447" y="124301"/>
                        <a:pt x="149162" y="124777"/>
                        <a:pt x="149162" y="124873"/>
                      </a:cubicBezTo>
                      <a:cubicBezTo>
                        <a:pt x="149162" y="125253"/>
                        <a:pt x="149733" y="125825"/>
                        <a:pt x="150971" y="126492"/>
                      </a:cubicBezTo>
                      <a:cubicBezTo>
                        <a:pt x="152210" y="127159"/>
                        <a:pt x="152781" y="127921"/>
                        <a:pt x="152781" y="128778"/>
                      </a:cubicBezTo>
                      <a:lnTo>
                        <a:pt x="154496" y="128778"/>
                      </a:lnTo>
                      <a:cubicBezTo>
                        <a:pt x="153638" y="133064"/>
                        <a:pt x="152876" y="137255"/>
                        <a:pt x="152210" y="141541"/>
                      </a:cubicBezTo>
                      <a:cubicBezTo>
                        <a:pt x="151067" y="146113"/>
                        <a:pt x="148304" y="149066"/>
                        <a:pt x="144018" y="150400"/>
                      </a:cubicBezTo>
                      <a:cubicBezTo>
                        <a:pt x="143256" y="147923"/>
                        <a:pt x="141637" y="147161"/>
                        <a:pt x="138970" y="148114"/>
                      </a:cubicBezTo>
                      <a:lnTo>
                        <a:pt x="138113" y="148780"/>
                      </a:lnTo>
                      <a:lnTo>
                        <a:pt x="141256" y="152019"/>
                      </a:lnTo>
                      <a:cubicBezTo>
                        <a:pt x="140018" y="151733"/>
                        <a:pt x="138589" y="150971"/>
                        <a:pt x="137065" y="149733"/>
                      </a:cubicBezTo>
                      <a:cubicBezTo>
                        <a:pt x="135541" y="148399"/>
                        <a:pt x="134303" y="147733"/>
                        <a:pt x="133445" y="147733"/>
                      </a:cubicBezTo>
                      <a:cubicBezTo>
                        <a:pt x="132588" y="147733"/>
                        <a:pt x="131350" y="148304"/>
                        <a:pt x="130112" y="149352"/>
                      </a:cubicBezTo>
                      <a:lnTo>
                        <a:pt x="133064" y="149352"/>
                      </a:lnTo>
                      <a:lnTo>
                        <a:pt x="132398" y="150400"/>
                      </a:lnTo>
                      <a:cubicBezTo>
                        <a:pt x="134112" y="150876"/>
                        <a:pt x="136303" y="152209"/>
                        <a:pt x="138970" y="154305"/>
                      </a:cubicBezTo>
                      <a:lnTo>
                        <a:pt x="133064" y="156781"/>
                      </a:lnTo>
                      <a:lnTo>
                        <a:pt x="134112" y="157448"/>
                      </a:lnTo>
                      <a:cubicBezTo>
                        <a:pt x="134112" y="157448"/>
                        <a:pt x="131541" y="158496"/>
                        <a:pt x="127349" y="160305"/>
                      </a:cubicBezTo>
                      <a:cubicBezTo>
                        <a:pt x="125159" y="161163"/>
                        <a:pt x="122968" y="161544"/>
                        <a:pt x="121063" y="161544"/>
                      </a:cubicBezTo>
                      <a:cubicBezTo>
                        <a:pt x="120110" y="161544"/>
                        <a:pt x="118967" y="161544"/>
                        <a:pt x="117920" y="161354"/>
                      </a:cubicBezTo>
                      <a:cubicBezTo>
                        <a:pt x="117158" y="163163"/>
                        <a:pt x="116967" y="164402"/>
                        <a:pt x="117253" y="165068"/>
                      </a:cubicBezTo>
                      <a:lnTo>
                        <a:pt x="85249" y="166021"/>
                      </a:lnTo>
                      <a:cubicBezTo>
                        <a:pt x="82677" y="163735"/>
                        <a:pt x="78772" y="161734"/>
                        <a:pt x="73247" y="160115"/>
                      </a:cubicBezTo>
                      <a:cubicBezTo>
                        <a:pt x="67151" y="158305"/>
                        <a:pt x="63341" y="156876"/>
                        <a:pt x="61627" y="155734"/>
                      </a:cubicBezTo>
                      <a:cubicBezTo>
                        <a:pt x="60960" y="154781"/>
                        <a:pt x="59722" y="154114"/>
                        <a:pt x="58008" y="153734"/>
                      </a:cubicBezTo>
                      <a:cubicBezTo>
                        <a:pt x="56293" y="153352"/>
                        <a:pt x="54483" y="152876"/>
                        <a:pt x="52864" y="152495"/>
                      </a:cubicBezTo>
                      <a:lnTo>
                        <a:pt x="55245" y="150209"/>
                      </a:lnTo>
                      <a:lnTo>
                        <a:pt x="52007" y="146971"/>
                      </a:lnTo>
                      <a:lnTo>
                        <a:pt x="51149" y="149257"/>
                      </a:lnTo>
                      <a:cubicBezTo>
                        <a:pt x="48387" y="148590"/>
                        <a:pt x="46863" y="146304"/>
                        <a:pt x="46482" y="142494"/>
                      </a:cubicBezTo>
                      <a:cubicBezTo>
                        <a:pt x="46387" y="139065"/>
                        <a:pt x="44387" y="137350"/>
                        <a:pt x="40577" y="137350"/>
                      </a:cubicBezTo>
                      <a:lnTo>
                        <a:pt x="37814" y="137350"/>
                      </a:lnTo>
                      <a:cubicBezTo>
                        <a:pt x="40196" y="137160"/>
                        <a:pt x="41434" y="135921"/>
                        <a:pt x="41434" y="133350"/>
                      </a:cubicBezTo>
                      <a:cubicBezTo>
                        <a:pt x="41434" y="132588"/>
                        <a:pt x="41243" y="131826"/>
                        <a:pt x="40767" y="131159"/>
                      </a:cubicBezTo>
                      <a:cubicBezTo>
                        <a:pt x="40386" y="130493"/>
                        <a:pt x="38958" y="129635"/>
                        <a:pt x="36386" y="128683"/>
                      </a:cubicBezTo>
                      <a:lnTo>
                        <a:pt x="35814" y="129254"/>
                      </a:lnTo>
                      <a:cubicBezTo>
                        <a:pt x="35814" y="129254"/>
                        <a:pt x="35528" y="129635"/>
                        <a:pt x="35147" y="129635"/>
                      </a:cubicBezTo>
                      <a:cubicBezTo>
                        <a:pt x="34766" y="129635"/>
                        <a:pt x="34385" y="129064"/>
                        <a:pt x="34100" y="128016"/>
                      </a:cubicBezTo>
                      <a:cubicBezTo>
                        <a:pt x="33814" y="127063"/>
                        <a:pt x="33814" y="126111"/>
                        <a:pt x="34100" y="125349"/>
                      </a:cubicBezTo>
                      <a:cubicBezTo>
                        <a:pt x="35528" y="125063"/>
                        <a:pt x="37624" y="123634"/>
                        <a:pt x="40481" y="121062"/>
                      </a:cubicBezTo>
                      <a:cubicBezTo>
                        <a:pt x="42958" y="118872"/>
                        <a:pt x="45149" y="117729"/>
                        <a:pt x="46768" y="117729"/>
                      </a:cubicBezTo>
                      <a:cubicBezTo>
                        <a:pt x="47530" y="117729"/>
                        <a:pt x="48483" y="117919"/>
                        <a:pt x="49530" y="118300"/>
                      </a:cubicBezTo>
                      <a:cubicBezTo>
                        <a:pt x="48959" y="117253"/>
                        <a:pt x="48959" y="116491"/>
                        <a:pt x="49530" y="115824"/>
                      </a:cubicBezTo>
                      <a:cubicBezTo>
                        <a:pt x="50006" y="115157"/>
                        <a:pt x="49530" y="114109"/>
                        <a:pt x="48197" y="112776"/>
                      </a:cubicBezTo>
                      <a:lnTo>
                        <a:pt x="55436" y="109442"/>
                      </a:lnTo>
                      <a:lnTo>
                        <a:pt x="53721" y="107156"/>
                      </a:lnTo>
                      <a:cubicBezTo>
                        <a:pt x="54864" y="107156"/>
                        <a:pt x="56674" y="106489"/>
                        <a:pt x="59246" y="105156"/>
                      </a:cubicBezTo>
                      <a:cubicBezTo>
                        <a:pt x="61722" y="103917"/>
                        <a:pt x="63437" y="103251"/>
                        <a:pt x="64294" y="103251"/>
                      </a:cubicBezTo>
                      <a:cubicBezTo>
                        <a:pt x="65627" y="103251"/>
                        <a:pt x="66580" y="104299"/>
                        <a:pt x="67056" y="106299"/>
                      </a:cubicBezTo>
                      <a:cubicBezTo>
                        <a:pt x="66675" y="110776"/>
                        <a:pt x="68390" y="115348"/>
                        <a:pt x="72104" y="119824"/>
                      </a:cubicBezTo>
                      <a:cubicBezTo>
                        <a:pt x="73914" y="122111"/>
                        <a:pt x="77724" y="125444"/>
                        <a:pt x="83249" y="130111"/>
                      </a:cubicBezTo>
                      <a:cubicBezTo>
                        <a:pt x="84106" y="132112"/>
                        <a:pt x="85535" y="132969"/>
                        <a:pt x="87440" y="132969"/>
                      </a:cubicBezTo>
                      <a:cubicBezTo>
                        <a:pt x="88011" y="132969"/>
                        <a:pt x="88868" y="132969"/>
                        <a:pt x="90107" y="132683"/>
                      </a:cubicBezTo>
                      <a:cubicBezTo>
                        <a:pt x="91345" y="132493"/>
                        <a:pt x="92107" y="132397"/>
                        <a:pt x="92774" y="132397"/>
                      </a:cubicBezTo>
                      <a:cubicBezTo>
                        <a:pt x="94012" y="132397"/>
                        <a:pt x="95250" y="132683"/>
                        <a:pt x="96393" y="133159"/>
                      </a:cubicBezTo>
                      <a:cubicBezTo>
                        <a:pt x="97441" y="133731"/>
                        <a:pt x="98774" y="134017"/>
                        <a:pt x="100108" y="134017"/>
                      </a:cubicBezTo>
                      <a:cubicBezTo>
                        <a:pt x="102679" y="134017"/>
                        <a:pt x="105537" y="132874"/>
                        <a:pt x="108966" y="130493"/>
                      </a:cubicBezTo>
                      <a:cubicBezTo>
                        <a:pt x="114014" y="127159"/>
                        <a:pt x="116872" y="125444"/>
                        <a:pt x="117634" y="125159"/>
                      </a:cubicBezTo>
                      <a:cubicBezTo>
                        <a:pt x="118301" y="124015"/>
                        <a:pt x="118682" y="122967"/>
                        <a:pt x="118682" y="121920"/>
                      </a:cubicBezTo>
                      <a:cubicBezTo>
                        <a:pt x="118682" y="120205"/>
                        <a:pt x="117634" y="118110"/>
                        <a:pt x="115729" y="115443"/>
                      </a:cubicBezTo>
                      <a:cubicBezTo>
                        <a:pt x="113919" y="112776"/>
                        <a:pt x="112776" y="110680"/>
                        <a:pt x="112491" y="109347"/>
                      </a:cubicBezTo>
                      <a:cubicBezTo>
                        <a:pt x="108966" y="108871"/>
                        <a:pt x="106966" y="107442"/>
                        <a:pt x="106585" y="105442"/>
                      </a:cubicBezTo>
                      <a:lnTo>
                        <a:pt x="107728" y="104680"/>
                      </a:lnTo>
                      <a:cubicBezTo>
                        <a:pt x="103251" y="102584"/>
                        <a:pt x="96965" y="99441"/>
                        <a:pt x="88964" y="95250"/>
                      </a:cubicBezTo>
                      <a:cubicBezTo>
                        <a:pt x="88106" y="95917"/>
                        <a:pt x="87344" y="96298"/>
                        <a:pt x="86487" y="96298"/>
                      </a:cubicBezTo>
                      <a:cubicBezTo>
                        <a:pt x="85344" y="96298"/>
                        <a:pt x="83916" y="95536"/>
                        <a:pt x="82296" y="94012"/>
                      </a:cubicBezTo>
                      <a:cubicBezTo>
                        <a:pt x="80677" y="92583"/>
                        <a:pt x="79248" y="91821"/>
                        <a:pt x="78296" y="91821"/>
                      </a:cubicBezTo>
                      <a:cubicBezTo>
                        <a:pt x="77819" y="91821"/>
                        <a:pt x="77438" y="91821"/>
                        <a:pt x="77058" y="92202"/>
                      </a:cubicBezTo>
                      <a:cubicBezTo>
                        <a:pt x="73438" y="91249"/>
                        <a:pt x="70009" y="88392"/>
                        <a:pt x="66580" y="83725"/>
                      </a:cubicBezTo>
                      <a:cubicBezTo>
                        <a:pt x="62579" y="78486"/>
                        <a:pt x="59341" y="75152"/>
                        <a:pt x="56674" y="73628"/>
                      </a:cubicBezTo>
                      <a:cubicBezTo>
                        <a:pt x="56960" y="72104"/>
                        <a:pt x="56198" y="70199"/>
                        <a:pt x="54483" y="67913"/>
                      </a:cubicBezTo>
                      <a:cubicBezTo>
                        <a:pt x="52864" y="65627"/>
                        <a:pt x="52197" y="63913"/>
                        <a:pt x="52388" y="62674"/>
                      </a:cubicBezTo>
                      <a:cubicBezTo>
                        <a:pt x="51435" y="60865"/>
                        <a:pt x="50768" y="57436"/>
                        <a:pt x="50483" y="52388"/>
                      </a:cubicBezTo>
                      <a:cubicBezTo>
                        <a:pt x="50197" y="47815"/>
                        <a:pt x="50006" y="43339"/>
                        <a:pt x="49816" y="38767"/>
                      </a:cubicBezTo>
                      <a:cubicBezTo>
                        <a:pt x="50959" y="38386"/>
                        <a:pt x="51530" y="37814"/>
                        <a:pt x="51530" y="37052"/>
                      </a:cubicBezTo>
                      <a:cubicBezTo>
                        <a:pt x="51530" y="36671"/>
                        <a:pt x="51245" y="35909"/>
                        <a:pt x="50673" y="35147"/>
                      </a:cubicBezTo>
                      <a:cubicBezTo>
                        <a:pt x="50102" y="34290"/>
                        <a:pt x="49816" y="33623"/>
                        <a:pt x="49816" y="33242"/>
                      </a:cubicBezTo>
                      <a:cubicBezTo>
                        <a:pt x="50578" y="31242"/>
                        <a:pt x="52959" y="28670"/>
                        <a:pt x="56960" y="25432"/>
                      </a:cubicBezTo>
                      <a:cubicBezTo>
                        <a:pt x="60293" y="22574"/>
                        <a:pt x="62008" y="19812"/>
                        <a:pt x="62008" y="17145"/>
                      </a:cubicBezTo>
                      <a:cubicBezTo>
                        <a:pt x="62579" y="16954"/>
                        <a:pt x="63627" y="16478"/>
                        <a:pt x="64866" y="15526"/>
                      </a:cubicBezTo>
                      <a:cubicBezTo>
                        <a:pt x="66199" y="14573"/>
                        <a:pt x="67151" y="14097"/>
                        <a:pt x="67723" y="14097"/>
                      </a:cubicBezTo>
                      <a:cubicBezTo>
                        <a:pt x="68104" y="14097"/>
                        <a:pt x="68485" y="14383"/>
                        <a:pt x="68771" y="14954"/>
                      </a:cubicBezTo>
                      <a:cubicBezTo>
                        <a:pt x="71438" y="10954"/>
                        <a:pt x="75724" y="7906"/>
                        <a:pt x="81629" y="5715"/>
                      </a:cubicBezTo>
                      <a:cubicBezTo>
                        <a:pt x="86868" y="4096"/>
                        <a:pt x="92012" y="2381"/>
                        <a:pt x="97250" y="762"/>
                      </a:cubicBezTo>
                      <a:cubicBezTo>
                        <a:pt x="98774" y="286"/>
                        <a:pt x="100394" y="0"/>
                        <a:pt x="101822" y="0"/>
                      </a:cubicBezTo>
                      <a:cubicBezTo>
                        <a:pt x="104108" y="0"/>
                        <a:pt x="107061" y="857"/>
                        <a:pt x="110871" y="2572"/>
                      </a:cubicBezTo>
                      <a:cubicBezTo>
                        <a:pt x="114681" y="4286"/>
                        <a:pt x="117729" y="5143"/>
                        <a:pt x="119920" y="5143"/>
                      </a:cubicBezTo>
                      <a:cubicBezTo>
                        <a:pt x="120968" y="5143"/>
                        <a:pt x="121920" y="5143"/>
                        <a:pt x="122873" y="4763"/>
                      </a:cubicBezTo>
                      <a:cubicBezTo>
                        <a:pt x="123920" y="6667"/>
                        <a:pt x="125635" y="8001"/>
                        <a:pt x="128111" y="8667"/>
                      </a:cubicBezTo>
                      <a:cubicBezTo>
                        <a:pt x="131350" y="9620"/>
                        <a:pt x="133445" y="10382"/>
                        <a:pt x="134493" y="11144"/>
                      </a:cubicBezTo>
                      <a:cubicBezTo>
                        <a:pt x="139256" y="11620"/>
                        <a:pt x="143542" y="17621"/>
                        <a:pt x="147257" y="29337"/>
                      </a:cubicBezTo>
                      <a:cubicBezTo>
                        <a:pt x="147257" y="30956"/>
                        <a:pt x="145923" y="33242"/>
                        <a:pt x="143637" y="36004"/>
                      </a:cubicBezTo>
                      <a:cubicBezTo>
                        <a:pt x="141351" y="38767"/>
                        <a:pt x="140303" y="41053"/>
                        <a:pt x="140399" y="42958"/>
                      </a:cubicBezTo>
                      <a:cubicBezTo>
                        <a:pt x="138779" y="42672"/>
                        <a:pt x="138017" y="43243"/>
                        <a:pt x="137922" y="44577"/>
                      </a:cubicBezTo>
                      <a:cubicBezTo>
                        <a:pt x="137732" y="46387"/>
                        <a:pt x="137446" y="47434"/>
                        <a:pt x="136875" y="47625"/>
                      </a:cubicBezTo>
                      <a:cubicBezTo>
                        <a:pt x="132969" y="49434"/>
                        <a:pt x="130112" y="50292"/>
                        <a:pt x="128683" y="50292"/>
                      </a:cubicBezTo>
                      <a:cubicBezTo>
                        <a:pt x="126397" y="50292"/>
                        <a:pt x="124301" y="48863"/>
                        <a:pt x="122301" y="46101"/>
                      </a:cubicBezTo>
                      <a:cubicBezTo>
                        <a:pt x="122206" y="44005"/>
                        <a:pt x="120777" y="42291"/>
                        <a:pt x="118110" y="41148"/>
                      </a:cubicBezTo>
                      <a:cubicBezTo>
                        <a:pt x="114967" y="40100"/>
                        <a:pt x="113157" y="38767"/>
                        <a:pt x="112586" y="37242"/>
                      </a:cubicBezTo>
                      <a:cubicBezTo>
                        <a:pt x="111824" y="37147"/>
                        <a:pt x="109538" y="36385"/>
                        <a:pt x="106013" y="35052"/>
                      </a:cubicBezTo>
                      <a:cubicBezTo>
                        <a:pt x="103251" y="33909"/>
                        <a:pt x="101060" y="33433"/>
                        <a:pt x="99346" y="33433"/>
                      </a:cubicBezTo>
                      <a:cubicBezTo>
                        <a:pt x="96965" y="33433"/>
                        <a:pt x="94869" y="34480"/>
                        <a:pt x="93250" y="36671"/>
                      </a:cubicBezTo>
                      <a:cubicBezTo>
                        <a:pt x="92678" y="36576"/>
                        <a:pt x="92202" y="36481"/>
                        <a:pt x="91821" y="36481"/>
                      </a:cubicBezTo>
                      <a:cubicBezTo>
                        <a:pt x="90678" y="36481"/>
                        <a:pt x="88868" y="37528"/>
                        <a:pt x="86583" y="39529"/>
                      </a:cubicBezTo>
                      <a:cubicBezTo>
                        <a:pt x="87344" y="40767"/>
                        <a:pt x="87630" y="41910"/>
                        <a:pt x="87630" y="42863"/>
                      </a:cubicBezTo>
                      <a:cubicBezTo>
                        <a:pt x="87630" y="44101"/>
                        <a:pt x="86678" y="45244"/>
                        <a:pt x="84868" y="46291"/>
                      </a:cubicBezTo>
                      <a:cubicBezTo>
                        <a:pt x="82963" y="47244"/>
                        <a:pt x="82010" y="48292"/>
                        <a:pt x="82010" y="49244"/>
                      </a:cubicBezTo>
                      <a:cubicBezTo>
                        <a:pt x="82010" y="50101"/>
                        <a:pt x="82391" y="51149"/>
                        <a:pt x="83439" y="52578"/>
                      </a:cubicBezTo>
                      <a:cubicBezTo>
                        <a:pt x="89345" y="60960"/>
                        <a:pt x="98298" y="67246"/>
                        <a:pt x="110204" y="71533"/>
                      </a:cubicBezTo>
                      <a:cubicBezTo>
                        <a:pt x="111824" y="72009"/>
                        <a:pt x="113919" y="73342"/>
                        <a:pt x="116872" y="75533"/>
                      </a:cubicBezTo>
                      <a:cubicBezTo>
                        <a:pt x="119729" y="77819"/>
                        <a:pt x="122206" y="79057"/>
                        <a:pt x="124111" y="79248"/>
                      </a:cubicBezTo>
                      <a:cubicBezTo>
                        <a:pt x="126111" y="79438"/>
                        <a:pt x="128873" y="80963"/>
                        <a:pt x="132302" y="83915"/>
                      </a:cubicBezTo>
                      <a:cubicBezTo>
                        <a:pt x="135446" y="86677"/>
                        <a:pt x="138303" y="87820"/>
                        <a:pt x="141161" y="87439"/>
                      </a:cubicBezTo>
                      <a:cubicBezTo>
                        <a:pt x="141161" y="88773"/>
                        <a:pt x="141351" y="89535"/>
                        <a:pt x="141732" y="89630"/>
                      </a:cubicBezTo>
                      <a:cubicBezTo>
                        <a:pt x="142970" y="89630"/>
                        <a:pt x="143923" y="90583"/>
                        <a:pt x="144590" y="92392"/>
                      </a:cubicBezTo>
                      <a:cubicBezTo>
                        <a:pt x="145352" y="94297"/>
                        <a:pt x="146209" y="94964"/>
                        <a:pt x="147352" y="94583"/>
                      </a:cubicBezTo>
                      <a:cubicBezTo>
                        <a:pt x="147733" y="95536"/>
                        <a:pt x="149543" y="98393"/>
                        <a:pt x="152876" y="103060"/>
                      </a:cubicBezTo>
                      <a:cubicBezTo>
                        <a:pt x="155448" y="106870"/>
                        <a:pt x="156686" y="110395"/>
                        <a:pt x="156686" y="113633"/>
                      </a:cubicBezTo>
                      <a:cubicBezTo>
                        <a:pt x="157448" y="114395"/>
                        <a:pt x="157734" y="115252"/>
                        <a:pt x="157734" y="116109"/>
                      </a:cubicBezTo>
                      <a:cubicBezTo>
                        <a:pt x="157734" y="116776"/>
                        <a:pt x="157448" y="117634"/>
                        <a:pt x="156686" y="118681"/>
                      </a:cubicBezTo>
                      <a:cubicBezTo>
                        <a:pt x="156020" y="119729"/>
                        <a:pt x="155639" y="120491"/>
                        <a:pt x="155639" y="120872"/>
                      </a:cubicBezTo>
                      <a:cubicBezTo>
                        <a:pt x="155639" y="121729"/>
                        <a:pt x="156210" y="122491"/>
                        <a:pt x="157353" y="123349"/>
                      </a:cubicBezTo>
                      <a:close/>
                      <a:moveTo>
                        <a:pt x="35719" y="128206"/>
                      </a:moveTo>
                      <a:lnTo>
                        <a:pt x="40577" y="126587"/>
                      </a:lnTo>
                      <a:lnTo>
                        <a:pt x="38291" y="126587"/>
                      </a:lnTo>
                      <a:lnTo>
                        <a:pt x="35814" y="128206"/>
                      </a:lnTo>
                      <a:close/>
                      <a:moveTo>
                        <a:pt x="37243" y="148209"/>
                      </a:moveTo>
                      <a:lnTo>
                        <a:pt x="38291" y="148209"/>
                      </a:lnTo>
                      <a:lnTo>
                        <a:pt x="40005" y="149447"/>
                      </a:lnTo>
                      <a:lnTo>
                        <a:pt x="37243" y="148209"/>
                      </a:lnTo>
                      <a:close/>
                      <a:moveTo>
                        <a:pt x="44006" y="159162"/>
                      </a:moveTo>
                      <a:cubicBezTo>
                        <a:pt x="43625" y="157639"/>
                        <a:pt x="44196" y="156305"/>
                        <a:pt x="45529" y="155067"/>
                      </a:cubicBezTo>
                      <a:lnTo>
                        <a:pt x="45244" y="155257"/>
                      </a:lnTo>
                      <a:cubicBezTo>
                        <a:pt x="45244" y="155257"/>
                        <a:pt x="45625" y="156210"/>
                        <a:pt x="46196" y="156781"/>
                      </a:cubicBezTo>
                      <a:cubicBezTo>
                        <a:pt x="46863" y="157353"/>
                        <a:pt x="47149" y="157829"/>
                        <a:pt x="47149" y="158115"/>
                      </a:cubicBezTo>
                      <a:cubicBezTo>
                        <a:pt x="47149" y="158591"/>
                        <a:pt x="46863" y="158877"/>
                        <a:pt x="46292" y="159162"/>
                      </a:cubicBezTo>
                      <a:lnTo>
                        <a:pt x="44006" y="159162"/>
                      </a:lnTo>
                      <a:close/>
                      <a:moveTo>
                        <a:pt x="45816" y="154400"/>
                      </a:moveTo>
                      <a:cubicBezTo>
                        <a:pt x="45816" y="154400"/>
                        <a:pt x="45434" y="154877"/>
                        <a:pt x="45434" y="154971"/>
                      </a:cubicBezTo>
                      <a:cubicBezTo>
                        <a:pt x="45434" y="154877"/>
                        <a:pt x="45434" y="154591"/>
                        <a:pt x="45816" y="154400"/>
                      </a:cubicBezTo>
                      <a:close/>
                      <a:moveTo>
                        <a:pt x="46196" y="150495"/>
                      </a:moveTo>
                      <a:cubicBezTo>
                        <a:pt x="46768" y="150495"/>
                        <a:pt x="47435" y="150780"/>
                        <a:pt x="48197" y="151543"/>
                      </a:cubicBezTo>
                      <a:cubicBezTo>
                        <a:pt x="48863" y="152209"/>
                        <a:pt x="49244" y="152590"/>
                        <a:pt x="49435" y="152781"/>
                      </a:cubicBezTo>
                      <a:cubicBezTo>
                        <a:pt x="48673" y="152876"/>
                        <a:pt x="47435" y="153448"/>
                        <a:pt x="45816" y="154400"/>
                      </a:cubicBezTo>
                      <a:cubicBezTo>
                        <a:pt x="46958" y="152971"/>
                        <a:pt x="47054" y="151733"/>
                        <a:pt x="46196" y="150495"/>
                      </a:cubicBezTo>
                      <a:close/>
                      <a:moveTo>
                        <a:pt x="51054" y="132969"/>
                      </a:moveTo>
                      <a:lnTo>
                        <a:pt x="51054" y="131350"/>
                      </a:lnTo>
                      <a:lnTo>
                        <a:pt x="46196" y="128873"/>
                      </a:lnTo>
                      <a:lnTo>
                        <a:pt x="51054" y="132969"/>
                      </a:lnTo>
                      <a:close/>
                      <a:moveTo>
                        <a:pt x="55150" y="139351"/>
                      </a:moveTo>
                      <a:cubicBezTo>
                        <a:pt x="55150" y="139351"/>
                        <a:pt x="55626" y="139446"/>
                        <a:pt x="57150" y="139732"/>
                      </a:cubicBezTo>
                      <a:cubicBezTo>
                        <a:pt x="58008" y="139922"/>
                        <a:pt x="58674" y="139446"/>
                        <a:pt x="59055" y="138493"/>
                      </a:cubicBezTo>
                      <a:cubicBezTo>
                        <a:pt x="57341" y="137922"/>
                        <a:pt x="56007" y="138208"/>
                        <a:pt x="55054" y="139255"/>
                      </a:cubicBezTo>
                      <a:cubicBezTo>
                        <a:pt x="54578" y="139255"/>
                        <a:pt x="54388" y="139446"/>
                        <a:pt x="54388" y="139827"/>
                      </a:cubicBezTo>
                      <a:lnTo>
                        <a:pt x="52769" y="141446"/>
                      </a:lnTo>
                      <a:lnTo>
                        <a:pt x="54388" y="141446"/>
                      </a:lnTo>
                      <a:cubicBezTo>
                        <a:pt x="54293" y="140779"/>
                        <a:pt x="54293" y="140208"/>
                        <a:pt x="54388" y="139827"/>
                      </a:cubicBezTo>
                      <a:lnTo>
                        <a:pt x="55054" y="139255"/>
                      </a:lnTo>
                      <a:close/>
                      <a:moveTo>
                        <a:pt x="56198" y="61246"/>
                      </a:moveTo>
                      <a:cubicBezTo>
                        <a:pt x="56864" y="60579"/>
                        <a:pt x="57055" y="60007"/>
                        <a:pt x="56769" y="59436"/>
                      </a:cubicBezTo>
                      <a:lnTo>
                        <a:pt x="57436" y="58007"/>
                      </a:lnTo>
                      <a:cubicBezTo>
                        <a:pt x="56864" y="57340"/>
                        <a:pt x="56198" y="56769"/>
                        <a:pt x="55245" y="56388"/>
                      </a:cubicBezTo>
                      <a:cubicBezTo>
                        <a:pt x="54388" y="56007"/>
                        <a:pt x="53721" y="55721"/>
                        <a:pt x="53435" y="55721"/>
                      </a:cubicBezTo>
                      <a:cubicBezTo>
                        <a:pt x="55721" y="56864"/>
                        <a:pt x="56769" y="58102"/>
                        <a:pt x="56769" y="59436"/>
                      </a:cubicBezTo>
                      <a:lnTo>
                        <a:pt x="56198" y="61246"/>
                      </a:lnTo>
                      <a:close/>
                      <a:moveTo>
                        <a:pt x="70771" y="49339"/>
                      </a:moveTo>
                      <a:lnTo>
                        <a:pt x="70771" y="48768"/>
                      </a:lnTo>
                      <a:cubicBezTo>
                        <a:pt x="70199" y="45148"/>
                        <a:pt x="67628" y="43434"/>
                        <a:pt x="63151" y="43434"/>
                      </a:cubicBezTo>
                      <a:cubicBezTo>
                        <a:pt x="59627" y="43434"/>
                        <a:pt x="56769" y="44386"/>
                        <a:pt x="54483" y="46291"/>
                      </a:cubicBezTo>
                      <a:cubicBezTo>
                        <a:pt x="55150" y="46577"/>
                        <a:pt x="55912" y="47911"/>
                        <a:pt x="56674" y="50387"/>
                      </a:cubicBezTo>
                      <a:cubicBezTo>
                        <a:pt x="57436" y="52768"/>
                        <a:pt x="58769" y="53816"/>
                        <a:pt x="60770" y="53340"/>
                      </a:cubicBezTo>
                      <a:lnTo>
                        <a:pt x="60770" y="52768"/>
                      </a:lnTo>
                      <a:cubicBezTo>
                        <a:pt x="60770" y="52768"/>
                        <a:pt x="61627" y="50863"/>
                        <a:pt x="62198" y="48196"/>
                      </a:cubicBezTo>
                      <a:cubicBezTo>
                        <a:pt x="62579" y="46006"/>
                        <a:pt x="63532" y="44863"/>
                        <a:pt x="64770" y="44863"/>
                      </a:cubicBezTo>
                      <a:cubicBezTo>
                        <a:pt x="65246" y="44863"/>
                        <a:pt x="65913" y="45053"/>
                        <a:pt x="66675" y="45529"/>
                      </a:cubicBezTo>
                      <a:lnTo>
                        <a:pt x="66675" y="47149"/>
                      </a:lnTo>
                      <a:cubicBezTo>
                        <a:pt x="66675" y="47149"/>
                        <a:pt x="67342" y="46958"/>
                        <a:pt x="67723" y="46958"/>
                      </a:cubicBezTo>
                      <a:cubicBezTo>
                        <a:pt x="68009" y="46958"/>
                        <a:pt x="68961" y="47815"/>
                        <a:pt x="70676" y="49434"/>
                      </a:cubicBezTo>
                      <a:close/>
                      <a:moveTo>
                        <a:pt x="57436" y="115348"/>
                      </a:moveTo>
                      <a:cubicBezTo>
                        <a:pt x="56198" y="115348"/>
                        <a:pt x="55436" y="115062"/>
                        <a:pt x="55150" y="114681"/>
                      </a:cubicBezTo>
                      <a:lnTo>
                        <a:pt x="56769" y="116967"/>
                      </a:lnTo>
                      <a:cubicBezTo>
                        <a:pt x="57436" y="116586"/>
                        <a:pt x="57722" y="116014"/>
                        <a:pt x="57436" y="115348"/>
                      </a:cubicBezTo>
                      <a:close/>
                      <a:moveTo>
                        <a:pt x="59150" y="51625"/>
                      </a:moveTo>
                      <a:lnTo>
                        <a:pt x="58579" y="50959"/>
                      </a:lnTo>
                      <a:lnTo>
                        <a:pt x="60198" y="50959"/>
                      </a:lnTo>
                      <a:cubicBezTo>
                        <a:pt x="60198" y="50959"/>
                        <a:pt x="59722" y="51340"/>
                        <a:pt x="59150" y="51625"/>
                      </a:cubicBezTo>
                      <a:close/>
                      <a:moveTo>
                        <a:pt x="60198" y="50959"/>
                      </a:moveTo>
                      <a:cubicBezTo>
                        <a:pt x="60198" y="50959"/>
                        <a:pt x="60674" y="50673"/>
                        <a:pt x="60865" y="50959"/>
                      </a:cubicBezTo>
                      <a:lnTo>
                        <a:pt x="60198" y="50959"/>
                      </a:lnTo>
                      <a:close/>
                      <a:moveTo>
                        <a:pt x="61627" y="152114"/>
                      </a:moveTo>
                      <a:lnTo>
                        <a:pt x="63341" y="150495"/>
                      </a:lnTo>
                      <a:cubicBezTo>
                        <a:pt x="62579" y="149828"/>
                        <a:pt x="62103" y="149447"/>
                        <a:pt x="61627" y="149447"/>
                      </a:cubicBezTo>
                      <a:lnTo>
                        <a:pt x="61627" y="152114"/>
                      </a:lnTo>
                      <a:close/>
                      <a:moveTo>
                        <a:pt x="64103" y="53816"/>
                      </a:moveTo>
                      <a:cubicBezTo>
                        <a:pt x="64389" y="52959"/>
                        <a:pt x="64103" y="52006"/>
                        <a:pt x="63341" y="50959"/>
                      </a:cubicBezTo>
                      <a:lnTo>
                        <a:pt x="63341" y="54864"/>
                      </a:lnTo>
                      <a:lnTo>
                        <a:pt x="64103" y="53816"/>
                      </a:lnTo>
                      <a:close/>
                      <a:moveTo>
                        <a:pt x="67342" y="165259"/>
                      </a:moveTo>
                      <a:lnTo>
                        <a:pt x="66675" y="164687"/>
                      </a:lnTo>
                      <a:lnTo>
                        <a:pt x="68390" y="164687"/>
                      </a:lnTo>
                      <a:cubicBezTo>
                        <a:pt x="67533" y="165163"/>
                        <a:pt x="67151" y="165259"/>
                        <a:pt x="67342" y="165259"/>
                      </a:cubicBezTo>
                      <a:close/>
                      <a:moveTo>
                        <a:pt x="87725" y="148209"/>
                      </a:moveTo>
                      <a:lnTo>
                        <a:pt x="88583" y="147161"/>
                      </a:lnTo>
                      <a:lnTo>
                        <a:pt x="87725" y="144875"/>
                      </a:lnTo>
                      <a:lnTo>
                        <a:pt x="87725" y="148209"/>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 name="Google Shape;918;p99"/>
                <p:cNvSpPr/>
                <p:nvPr/>
              </p:nvSpPr>
              <p:spPr>
                <a:xfrm>
                  <a:off x="6609111" y="5347334"/>
                  <a:ext cx="130683" cy="167640"/>
                </a:xfrm>
                <a:custGeom>
                  <a:avLst/>
                  <a:gdLst/>
                  <a:ahLst/>
                  <a:cxnLst/>
                  <a:rect l="l" t="t" r="r" b="b"/>
                  <a:pathLst>
                    <a:path w="130683" h="167640" extrusionOk="0">
                      <a:moveTo>
                        <a:pt x="115348" y="134017"/>
                      </a:moveTo>
                      <a:cubicBezTo>
                        <a:pt x="118110" y="135826"/>
                        <a:pt x="119634" y="138779"/>
                        <a:pt x="120015" y="142875"/>
                      </a:cubicBezTo>
                      <a:cubicBezTo>
                        <a:pt x="120015" y="146495"/>
                        <a:pt x="120205" y="150019"/>
                        <a:pt x="120205" y="153448"/>
                      </a:cubicBezTo>
                      <a:cubicBezTo>
                        <a:pt x="120301" y="155353"/>
                        <a:pt x="120587" y="156972"/>
                        <a:pt x="121063" y="158401"/>
                      </a:cubicBezTo>
                      <a:cubicBezTo>
                        <a:pt x="117158" y="164497"/>
                        <a:pt x="110490" y="167640"/>
                        <a:pt x="101251" y="167640"/>
                      </a:cubicBezTo>
                      <a:cubicBezTo>
                        <a:pt x="98584" y="167640"/>
                        <a:pt x="94393" y="167354"/>
                        <a:pt x="88773" y="166783"/>
                      </a:cubicBezTo>
                      <a:cubicBezTo>
                        <a:pt x="83058" y="166211"/>
                        <a:pt x="78867" y="165926"/>
                        <a:pt x="76010" y="165926"/>
                      </a:cubicBezTo>
                      <a:cubicBezTo>
                        <a:pt x="73152" y="165926"/>
                        <a:pt x="70485" y="166116"/>
                        <a:pt x="68199" y="166306"/>
                      </a:cubicBezTo>
                      <a:lnTo>
                        <a:pt x="20193" y="166306"/>
                      </a:lnTo>
                      <a:lnTo>
                        <a:pt x="20193" y="165735"/>
                      </a:lnTo>
                      <a:cubicBezTo>
                        <a:pt x="18479" y="164687"/>
                        <a:pt x="15621" y="164592"/>
                        <a:pt x="11335" y="165354"/>
                      </a:cubicBezTo>
                      <a:cubicBezTo>
                        <a:pt x="7144" y="166021"/>
                        <a:pt x="3905" y="165640"/>
                        <a:pt x="1619" y="164116"/>
                      </a:cubicBezTo>
                      <a:cubicBezTo>
                        <a:pt x="2286" y="144494"/>
                        <a:pt x="2667" y="125064"/>
                        <a:pt x="2667" y="105823"/>
                      </a:cubicBezTo>
                      <a:cubicBezTo>
                        <a:pt x="2667" y="86582"/>
                        <a:pt x="2286" y="67151"/>
                        <a:pt x="1619" y="47530"/>
                      </a:cubicBezTo>
                      <a:cubicBezTo>
                        <a:pt x="2477" y="48101"/>
                        <a:pt x="3048" y="48292"/>
                        <a:pt x="3334" y="48196"/>
                      </a:cubicBezTo>
                      <a:lnTo>
                        <a:pt x="3905" y="47530"/>
                      </a:lnTo>
                      <a:cubicBezTo>
                        <a:pt x="4001" y="46672"/>
                        <a:pt x="3715" y="46196"/>
                        <a:pt x="2858" y="45815"/>
                      </a:cubicBezTo>
                      <a:cubicBezTo>
                        <a:pt x="2096" y="45434"/>
                        <a:pt x="1619" y="45244"/>
                        <a:pt x="1619" y="45053"/>
                      </a:cubicBezTo>
                      <a:cubicBezTo>
                        <a:pt x="1619" y="44768"/>
                        <a:pt x="2000" y="44291"/>
                        <a:pt x="2667" y="43625"/>
                      </a:cubicBezTo>
                      <a:cubicBezTo>
                        <a:pt x="2667" y="44863"/>
                        <a:pt x="2858" y="45625"/>
                        <a:pt x="3334" y="45911"/>
                      </a:cubicBezTo>
                      <a:cubicBezTo>
                        <a:pt x="4763" y="45720"/>
                        <a:pt x="5144" y="44958"/>
                        <a:pt x="4477" y="43529"/>
                      </a:cubicBezTo>
                      <a:cubicBezTo>
                        <a:pt x="3905" y="42101"/>
                        <a:pt x="4001" y="41243"/>
                        <a:pt x="4953" y="40958"/>
                      </a:cubicBezTo>
                      <a:cubicBezTo>
                        <a:pt x="4953" y="41243"/>
                        <a:pt x="4858" y="41529"/>
                        <a:pt x="4858" y="41815"/>
                      </a:cubicBezTo>
                      <a:cubicBezTo>
                        <a:pt x="4858" y="42386"/>
                        <a:pt x="5239" y="42958"/>
                        <a:pt x="6001" y="43529"/>
                      </a:cubicBezTo>
                      <a:cubicBezTo>
                        <a:pt x="6763" y="44196"/>
                        <a:pt x="7239" y="44577"/>
                        <a:pt x="7429" y="44863"/>
                      </a:cubicBezTo>
                      <a:lnTo>
                        <a:pt x="10763" y="44196"/>
                      </a:lnTo>
                      <a:lnTo>
                        <a:pt x="7429" y="41910"/>
                      </a:lnTo>
                      <a:lnTo>
                        <a:pt x="10763" y="40291"/>
                      </a:lnTo>
                      <a:cubicBezTo>
                        <a:pt x="10763" y="40291"/>
                        <a:pt x="9811" y="39243"/>
                        <a:pt x="8287" y="37814"/>
                      </a:cubicBezTo>
                      <a:cubicBezTo>
                        <a:pt x="7144" y="36862"/>
                        <a:pt x="6287" y="36386"/>
                        <a:pt x="5525" y="36386"/>
                      </a:cubicBezTo>
                      <a:cubicBezTo>
                        <a:pt x="4667" y="36386"/>
                        <a:pt x="4001" y="36862"/>
                        <a:pt x="3429" y="38005"/>
                      </a:cubicBezTo>
                      <a:cubicBezTo>
                        <a:pt x="2381" y="37529"/>
                        <a:pt x="1905" y="36862"/>
                        <a:pt x="1905" y="36386"/>
                      </a:cubicBezTo>
                      <a:cubicBezTo>
                        <a:pt x="1905" y="36100"/>
                        <a:pt x="2477" y="35528"/>
                        <a:pt x="3620" y="34576"/>
                      </a:cubicBezTo>
                      <a:cubicBezTo>
                        <a:pt x="4667" y="33719"/>
                        <a:pt x="5239" y="32956"/>
                        <a:pt x="5048" y="32195"/>
                      </a:cubicBezTo>
                      <a:lnTo>
                        <a:pt x="6858" y="33814"/>
                      </a:lnTo>
                      <a:lnTo>
                        <a:pt x="7906" y="32576"/>
                      </a:lnTo>
                      <a:cubicBezTo>
                        <a:pt x="7906" y="32576"/>
                        <a:pt x="8763" y="33242"/>
                        <a:pt x="9335" y="33242"/>
                      </a:cubicBezTo>
                      <a:cubicBezTo>
                        <a:pt x="10001" y="33242"/>
                        <a:pt x="11239" y="32861"/>
                        <a:pt x="12573" y="32195"/>
                      </a:cubicBezTo>
                      <a:cubicBezTo>
                        <a:pt x="14097" y="31528"/>
                        <a:pt x="15145" y="31147"/>
                        <a:pt x="15812" y="31147"/>
                      </a:cubicBezTo>
                      <a:cubicBezTo>
                        <a:pt x="16573" y="31147"/>
                        <a:pt x="17431" y="31528"/>
                        <a:pt x="17907" y="32195"/>
                      </a:cubicBezTo>
                      <a:lnTo>
                        <a:pt x="18955" y="31528"/>
                      </a:lnTo>
                      <a:cubicBezTo>
                        <a:pt x="18764" y="30289"/>
                        <a:pt x="18002" y="29432"/>
                        <a:pt x="16573" y="28956"/>
                      </a:cubicBezTo>
                      <a:cubicBezTo>
                        <a:pt x="15145" y="28480"/>
                        <a:pt x="14192" y="28004"/>
                        <a:pt x="13906" y="27622"/>
                      </a:cubicBezTo>
                      <a:cubicBezTo>
                        <a:pt x="11716" y="27432"/>
                        <a:pt x="8954" y="27432"/>
                        <a:pt x="5715" y="27622"/>
                      </a:cubicBezTo>
                      <a:cubicBezTo>
                        <a:pt x="5334" y="28289"/>
                        <a:pt x="5144" y="28670"/>
                        <a:pt x="4858" y="28670"/>
                      </a:cubicBezTo>
                      <a:cubicBezTo>
                        <a:pt x="4191" y="28289"/>
                        <a:pt x="3810" y="28099"/>
                        <a:pt x="3524" y="28099"/>
                      </a:cubicBezTo>
                      <a:cubicBezTo>
                        <a:pt x="3238" y="28099"/>
                        <a:pt x="2953" y="28099"/>
                        <a:pt x="2667" y="28289"/>
                      </a:cubicBezTo>
                      <a:lnTo>
                        <a:pt x="953" y="22098"/>
                      </a:lnTo>
                      <a:cubicBezTo>
                        <a:pt x="2096" y="22098"/>
                        <a:pt x="2858" y="21717"/>
                        <a:pt x="3334" y="21050"/>
                      </a:cubicBezTo>
                      <a:cubicBezTo>
                        <a:pt x="3334" y="19812"/>
                        <a:pt x="2762" y="19526"/>
                        <a:pt x="1714" y="20003"/>
                      </a:cubicBezTo>
                      <a:cubicBezTo>
                        <a:pt x="667" y="20669"/>
                        <a:pt x="95" y="20479"/>
                        <a:pt x="0" y="19621"/>
                      </a:cubicBezTo>
                      <a:lnTo>
                        <a:pt x="1714" y="18002"/>
                      </a:lnTo>
                      <a:lnTo>
                        <a:pt x="3429" y="19621"/>
                      </a:lnTo>
                      <a:cubicBezTo>
                        <a:pt x="3429" y="19621"/>
                        <a:pt x="4001" y="17907"/>
                        <a:pt x="4001" y="15716"/>
                      </a:cubicBezTo>
                      <a:cubicBezTo>
                        <a:pt x="4001" y="16288"/>
                        <a:pt x="4381" y="16669"/>
                        <a:pt x="5048" y="16954"/>
                      </a:cubicBezTo>
                      <a:cubicBezTo>
                        <a:pt x="6191" y="16193"/>
                        <a:pt x="6858" y="15430"/>
                        <a:pt x="6858" y="14954"/>
                      </a:cubicBezTo>
                      <a:cubicBezTo>
                        <a:pt x="6858" y="14288"/>
                        <a:pt x="5905" y="13240"/>
                        <a:pt x="4001" y="11906"/>
                      </a:cubicBezTo>
                      <a:cubicBezTo>
                        <a:pt x="2096" y="10668"/>
                        <a:pt x="1143" y="9430"/>
                        <a:pt x="1143" y="8287"/>
                      </a:cubicBezTo>
                      <a:cubicBezTo>
                        <a:pt x="1143" y="7334"/>
                        <a:pt x="1714" y="6287"/>
                        <a:pt x="2858" y="5239"/>
                      </a:cubicBezTo>
                      <a:lnTo>
                        <a:pt x="6953" y="1048"/>
                      </a:lnTo>
                      <a:cubicBezTo>
                        <a:pt x="14097" y="381"/>
                        <a:pt x="21812" y="0"/>
                        <a:pt x="29813" y="0"/>
                      </a:cubicBezTo>
                      <a:cubicBezTo>
                        <a:pt x="37814" y="0"/>
                        <a:pt x="49149" y="381"/>
                        <a:pt x="64675" y="1238"/>
                      </a:cubicBezTo>
                      <a:cubicBezTo>
                        <a:pt x="80105" y="2096"/>
                        <a:pt x="91726" y="2477"/>
                        <a:pt x="99631" y="2477"/>
                      </a:cubicBezTo>
                      <a:cubicBezTo>
                        <a:pt x="105251" y="2477"/>
                        <a:pt x="110680" y="2286"/>
                        <a:pt x="115729" y="2096"/>
                      </a:cubicBezTo>
                      <a:cubicBezTo>
                        <a:pt x="118872" y="4572"/>
                        <a:pt x="120491" y="7906"/>
                        <a:pt x="120491" y="12002"/>
                      </a:cubicBezTo>
                      <a:cubicBezTo>
                        <a:pt x="120491" y="13240"/>
                        <a:pt x="120301" y="15430"/>
                        <a:pt x="119920" y="18383"/>
                      </a:cubicBezTo>
                      <a:cubicBezTo>
                        <a:pt x="119444" y="21431"/>
                        <a:pt x="119253" y="23717"/>
                        <a:pt x="119253" y="25432"/>
                      </a:cubicBezTo>
                      <a:cubicBezTo>
                        <a:pt x="119253" y="27146"/>
                        <a:pt x="119444" y="28575"/>
                        <a:pt x="119634" y="30004"/>
                      </a:cubicBezTo>
                      <a:cubicBezTo>
                        <a:pt x="119634" y="32195"/>
                        <a:pt x="118205" y="33338"/>
                        <a:pt x="115443" y="33338"/>
                      </a:cubicBezTo>
                      <a:cubicBezTo>
                        <a:pt x="115062" y="33338"/>
                        <a:pt x="114300" y="33242"/>
                        <a:pt x="113347" y="33052"/>
                      </a:cubicBezTo>
                      <a:lnTo>
                        <a:pt x="111252" y="33052"/>
                      </a:lnTo>
                      <a:cubicBezTo>
                        <a:pt x="109538" y="33052"/>
                        <a:pt x="108299" y="33338"/>
                        <a:pt x="107442" y="33909"/>
                      </a:cubicBezTo>
                      <a:lnTo>
                        <a:pt x="102775" y="33909"/>
                      </a:lnTo>
                      <a:lnTo>
                        <a:pt x="102775" y="33052"/>
                      </a:lnTo>
                      <a:cubicBezTo>
                        <a:pt x="96393" y="33623"/>
                        <a:pt x="89059" y="33909"/>
                        <a:pt x="80867" y="33909"/>
                      </a:cubicBezTo>
                      <a:cubicBezTo>
                        <a:pt x="75819" y="34004"/>
                        <a:pt x="68389" y="34004"/>
                        <a:pt x="58769" y="33909"/>
                      </a:cubicBezTo>
                      <a:lnTo>
                        <a:pt x="36576" y="33909"/>
                      </a:lnTo>
                      <a:cubicBezTo>
                        <a:pt x="35623" y="36386"/>
                        <a:pt x="35147" y="39148"/>
                        <a:pt x="35147" y="42386"/>
                      </a:cubicBezTo>
                      <a:cubicBezTo>
                        <a:pt x="35147" y="43244"/>
                        <a:pt x="35147" y="44768"/>
                        <a:pt x="35338" y="46672"/>
                      </a:cubicBezTo>
                      <a:lnTo>
                        <a:pt x="35338" y="51149"/>
                      </a:lnTo>
                      <a:cubicBezTo>
                        <a:pt x="35338" y="54197"/>
                        <a:pt x="34957" y="56960"/>
                        <a:pt x="34290" y="59436"/>
                      </a:cubicBezTo>
                      <a:cubicBezTo>
                        <a:pt x="34671" y="61436"/>
                        <a:pt x="35052" y="63341"/>
                        <a:pt x="35338" y="65246"/>
                      </a:cubicBezTo>
                      <a:cubicBezTo>
                        <a:pt x="36004" y="67723"/>
                        <a:pt x="37243" y="68866"/>
                        <a:pt x="39148" y="68866"/>
                      </a:cubicBezTo>
                      <a:cubicBezTo>
                        <a:pt x="39719" y="68866"/>
                        <a:pt x="40196" y="68866"/>
                        <a:pt x="40862" y="68675"/>
                      </a:cubicBezTo>
                      <a:cubicBezTo>
                        <a:pt x="41243" y="68771"/>
                        <a:pt x="41720" y="68866"/>
                        <a:pt x="42291" y="68866"/>
                      </a:cubicBezTo>
                      <a:cubicBezTo>
                        <a:pt x="42863" y="68866"/>
                        <a:pt x="43720" y="68771"/>
                        <a:pt x="44863" y="68485"/>
                      </a:cubicBezTo>
                      <a:cubicBezTo>
                        <a:pt x="46006" y="68199"/>
                        <a:pt x="46768" y="68009"/>
                        <a:pt x="47149" y="68009"/>
                      </a:cubicBezTo>
                      <a:cubicBezTo>
                        <a:pt x="48292" y="68009"/>
                        <a:pt x="49149" y="68580"/>
                        <a:pt x="49911" y="69628"/>
                      </a:cubicBezTo>
                      <a:cubicBezTo>
                        <a:pt x="53721" y="68485"/>
                        <a:pt x="58103" y="68009"/>
                        <a:pt x="63151" y="68009"/>
                      </a:cubicBezTo>
                      <a:cubicBezTo>
                        <a:pt x="65722" y="68009"/>
                        <a:pt x="69342" y="68199"/>
                        <a:pt x="74295" y="68485"/>
                      </a:cubicBezTo>
                      <a:cubicBezTo>
                        <a:pt x="79153" y="68866"/>
                        <a:pt x="82772" y="69056"/>
                        <a:pt x="85154" y="69056"/>
                      </a:cubicBezTo>
                      <a:cubicBezTo>
                        <a:pt x="87535" y="69056"/>
                        <a:pt x="89821" y="68866"/>
                        <a:pt x="91916" y="68580"/>
                      </a:cubicBezTo>
                      <a:cubicBezTo>
                        <a:pt x="92869" y="72009"/>
                        <a:pt x="93345" y="76771"/>
                        <a:pt x="93154" y="82963"/>
                      </a:cubicBezTo>
                      <a:cubicBezTo>
                        <a:pt x="92964" y="89916"/>
                        <a:pt x="93154" y="94774"/>
                        <a:pt x="93536" y="97346"/>
                      </a:cubicBezTo>
                      <a:cubicBezTo>
                        <a:pt x="90678" y="99346"/>
                        <a:pt x="86582" y="100394"/>
                        <a:pt x="81534" y="100394"/>
                      </a:cubicBezTo>
                      <a:cubicBezTo>
                        <a:pt x="79438" y="100394"/>
                        <a:pt x="76295" y="100203"/>
                        <a:pt x="72009" y="99822"/>
                      </a:cubicBezTo>
                      <a:cubicBezTo>
                        <a:pt x="67723" y="99346"/>
                        <a:pt x="64389" y="99155"/>
                        <a:pt x="62198" y="99155"/>
                      </a:cubicBezTo>
                      <a:cubicBezTo>
                        <a:pt x="60103" y="99155"/>
                        <a:pt x="58103" y="99346"/>
                        <a:pt x="56293" y="99536"/>
                      </a:cubicBezTo>
                      <a:lnTo>
                        <a:pt x="56293" y="98488"/>
                      </a:lnTo>
                      <a:cubicBezTo>
                        <a:pt x="55340" y="98679"/>
                        <a:pt x="53150" y="98679"/>
                        <a:pt x="49721" y="98679"/>
                      </a:cubicBezTo>
                      <a:cubicBezTo>
                        <a:pt x="47530" y="98679"/>
                        <a:pt x="45339" y="99155"/>
                        <a:pt x="43434" y="100108"/>
                      </a:cubicBezTo>
                      <a:cubicBezTo>
                        <a:pt x="42767" y="99727"/>
                        <a:pt x="41815" y="99536"/>
                        <a:pt x="40672" y="99536"/>
                      </a:cubicBezTo>
                      <a:cubicBezTo>
                        <a:pt x="38957" y="99631"/>
                        <a:pt x="38005" y="99631"/>
                        <a:pt x="37719" y="99536"/>
                      </a:cubicBezTo>
                      <a:cubicBezTo>
                        <a:pt x="35528" y="100203"/>
                        <a:pt x="34385" y="102013"/>
                        <a:pt x="34385" y="104680"/>
                      </a:cubicBezTo>
                      <a:cubicBezTo>
                        <a:pt x="34385" y="106585"/>
                        <a:pt x="34671" y="108204"/>
                        <a:pt x="35433" y="109156"/>
                      </a:cubicBezTo>
                      <a:cubicBezTo>
                        <a:pt x="32290" y="108395"/>
                        <a:pt x="29528" y="109156"/>
                        <a:pt x="27146" y="111443"/>
                      </a:cubicBezTo>
                      <a:lnTo>
                        <a:pt x="32576" y="110395"/>
                      </a:lnTo>
                      <a:lnTo>
                        <a:pt x="32004" y="111443"/>
                      </a:lnTo>
                      <a:cubicBezTo>
                        <a:pt x="32290" y="112014"/>
                        <a:pt x="32576" y="112300"/>
                        <a:pt x="33052" y="112300"/>
                      </a:cubicBezTo>
                      <a:cubicBezTo>
                        <a:pt x="32766" y="112300"/>
                        <a:pt x="33528" y="111728"/>
                        <a:pt x="35433" y="110395"/>
                      </a:cubicBezTo>
                      <a:cubicBezTo>
                        <a:pt x="35433" y="109823"/>
                        <a:pt x="35433" y="113824"/>
                        <a:pt x="35243" y="122396"/>
                      </a:cubicBezTo>
                      <a:cubicBezTo>
                        <a:pt x="35147" y="127349"/>
                        <a:pt x="36004" y="131159"/>
                        <a:pt x="37719" y="133731"/>
                      </a:cubicBezTo>
                      <a:cubicBezTo>
                        <a:pt x="42958" y="134398"/>
                        <a:pt x="48387" y="134779"/>
                        <a:pt x="54197" y="134779"/>
                      </a:cubicBezTo>
                      <a:cubicBezTo>
                        <a:pt x="58579" y="134779"/>
                        <a:pt x="64865" y="134493"/>
                        <a:pt x="73247" y="134017"/>
                      </a:cubicBezTo>
                      <a:cubicBezTo>
                        <a:pt x="81629" y="133445"/>
                        <a:pt x="87916" y="133160"/>
                        <a:pt x="92107" y="133160"/>
                      </a:cubicBezTo>
                      <a:cubicBezTo>
                        <a:pt x="98488" y="133160"/>
                        <a:pt x="104299" y="133540"/>
                        <a:pt x="109823" y="134398"/>
                      </a:cubicBezTo>
                      <a:cubicBezTo>
                        <a:pt x="110871" y="132207"/>
                        <a:pt x="112776" y="132017"/>
                        <a:pt x="115729" y="133731"/>
                      </a:cubicBezTo>
                      <a:close/>
                      <a:moveTo>
                        <a:pt x="6572" y="30575"/>
                      </a:moveTo>
                      <a:lnTo>
                        <a:pt x="7811" y="32290"/>
                      </a:lnTo>
                      <a:lnTo>
                        <a:pt x="7620" y="32671"/>
                      </a:lnTo>
                      <a:cubicBezTo>
                        <a:pt x="7048" y="32099"/>
                        <a:pt x="6668" y="31433"/>
                        <a:pt x="6572" y="30575"/>
                      </a:cubicBezTo>
                      <a:close/>
                      <a:moveTo>
                        <a:pt x="49721" y="89535"/>
                      </a:moveTo>
                      <a:lnTo>
                        <a:pt x="47244" y="89535"/>
                      </a:lnTo>
                      <a:cubicBezTo>
                        <a:pt x="47625" y="90488"/>
                        <a:pt x="48482" y="90488"/>
                        <a:pt x="49721" y="89535"/>
                      </a:cubicBezTo>
                      <a:lnTo>
                        <a:pt x="50768" y="89535"/>
                      </a:lnTo>
                      <a:cubicBezTo>
                        <a:pt x="50768" y="89535"/>
                        <a:pt x="51149" y="90297"/>
                        <a:pt x="51149" y="90964"/>
                      </a:cubicBezTo>
                      <a:lnTo>
                        <a:pt x="54197" y="89535"/>
                      </a:lnTo>
                      <a:cubicBezTo>
                        <a:pt x="54864" y="90202"/>
                        <a:pt x="55150" y="90678"/>
                        <a:pt x="55150" y="90964"/>
                      </a:cubicBezTo>
                      <a:lnTo>
                        <a:pt x="58293" y="90964"/>
                      </a:lnTo>
                      <a:lnTo>
                        <a:pt x="58293" y="89535"/>
                      </a:lnTo>
                      <a:lnTo>
                        <a:pt x="50673" y="89535"/>
                      </a:lnTo>
                      <a:cubicBezTo>
                        <a:pt x="50673" y="89535"/>
                        <a:pt x="50102" y="89249"/>
                        <a:pt x="49625" y="89535"/>
                      </a:cubicBezTo>
                      <a:close/>
                      <a:moveTo>
                        <a:pt x="90869" y="11906"/>
                      </a:moveTo>
                      <a:lnTo>
                        <a:pt x="89154" y="10859"/>
                      </a:lnTo>
                      <a:lnTo>
                        <a:pt x="90869" y="14192"/>
                      </a:lnTo>
                      <a:lnTo>
                        <a:pt x="90869" y="11906"/>
                      </a:lnTo>
                      <a:close/>
                      <a:moveTo>
                        <a:pt x="129826" y="145257"/>
                      </a:moveTo>
                      <a:lnTo>
                        <a:pt x="130683" y="145257"/>
                      </a:lnTo>
                      <a:lnTo>
                        <a:pt x="128111" y="146685"/>
                      </a:lnTo>
                      <a:lnTo>
                        <a:pt x="129730" y="145257"/>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 name="Google Shape;919;p99"/>
                <p:cNvSpPr/>
                <p:nvPr/>
              </p:nvSpPr>
              <p:spPr>
                <a:xfrm>
                  <a:off x="6739698" y="5315521"/>
                  <a:ext cx="119253" cy="197739"/>
                </a:xfrm>
                <a:custGeom>
                  <a:avLst/>
                  <a:gdLst/>
                  <a:ahLst/>
                  <a:cxnLst/>
                  <a:rect l="l" t="t" r="r" b="b"/>
                  <a:pathLst>
                    <a:path w="119253" h="197739" extrusionOk="0">
                      <a:moveTo>
                        <a:pt x="113633" y="147542"/>
                      </a:moveTo>
                      <a:cubicBezTo>
                        <a:pt x="117158" y="147828"/>
                        <a:pt x="118872" y="149638"/>
                        <a:pt x="118682" y="153067"/>
                      </a:cubicBezTo>
                      <a:cubicBezTo>
                        <a:pt x="118396" y="158591"/>
                        <a:pt x="118301" y="161449"/>
                        <a:pt x="118586" y="161734"/>
                      </a:cubicBezTo>
                      <a:cubicBezTo>
                        <a:pt x="116872" y="164592"/>
                        <a:pt x="115253" y="167450"/>
                        <a:pt x="113443" y="170212"/>
                      </a:cubicBezTo>
                      <a:cubicBezTo>
                        <a:pt x="111347" y="173260"/>
                        <a:pt x="108966" y="175355"/>
                        <a:pt x="106299" y="176403"/>
                      </a:cubicBezTo>
                      <a:lnTo>
                        <a:pt x="108014" y="177641"/>
                      </a:lnTo>
                      <a:cubicBezTo>
                        <a:pt x="104966" y="180404"/>
                        <a:pt x="101822" y="183166"/>
                        <a:pt x="98774" y="185833"/>
                      </a:cubicBezTo>
                      <a:cubicBezTo>
                        <a:pt x="95155" y="188881"/>
                        <a:pt x="91440" y="190119"/>
                        <a:pt x="87630" y="189548"/>
                      </a:cubicBezTo>
                      <a:cubicBezTo>
                        <a:pt x="86201" y="192310"/>
                        <a:pt x="83534" y="193643"/>
                        <a:pt x="79534" y="193643"/>
                      </a:cubicBezTo>
                      <a:lnTo>
                        <a:pt x="77438" y="193643"/>
                      </a:lnTo>
                      <a:cubicBezTo>
                        <a:pt x="76486" y="193548"/>
                        <a:pt x="75819" y="193453"/>
                        <a:pt x="75343" y="193453"/>
                      </a:cubicBezTo>
                      <a:cubicBezTo>
                        <a:pt x="71247" y="193453"/>
                        <a:pt x="68390" y="194786"/>
                        <a:pt x="66675" y="197358"/>
                      </a:cubicBezTo>
                      <a:cubicBezTo>
                        <a:pt x="64579" y="197644"/>
                        <a:pt x="62389" y="197739"/>
                        <a:pt x="60198" y="197739"/>
                      </a:cubicBezTo>
                      <a:cubicBezTo>
                        <a:pt x="47530" y="197739"/>
                        <a:pt x="34481" y="192881"/>
                        <a:pt x="20955" y="183166"/>
                      </a:cubicBezTo>
                      <a:cubicBezTo>
                        <a:pt x="19526" y="182975"/>
                        <a:pt x="17907" y="181927"/>
                        <a:pt x="15907" y="179832"/>
                      </a:cubicBezTo>
                      <a:cubicBezTo>
                        <a:pt x="14478" y="178213"/>
                        <a:pt x="13049" y="176593"/>
                        <a:pt x="11525" y="175070"/>
                      </a:cubicBezTo>
                      <a:cubicBezTo>
                        <a:pt x="11621" y="173069"/>
                        <a:pt x="10287" y="171069"/>
                        <a:pt x="7429" y="169069"/>
                      </a:cubicBezTo>
                      <a:cubicBezTo>
                        <a:pt x="4572" y="167164"/>
                        <a:pt x="3143" y="165354"/>
                        <a:pt x="3143" y="163544"/>
                      </a:cubicBezTo>
                      <a:cubicBezTo>
                        <a:pt x="3143" y="162592"/>
                        <a:pt x="3429" y="161449"/>
                        <a:pt x="4001" y="160211"/>
                      </a:cubicBezTo>
                      <a:cubicBezTo>
                        <a:pt x="2191" y="158401"/>
                        <a:pt x="1238" y="155448"/>
                        <a:pt x="1238" y="151352"/>
                      </a:cubicBezTo>
                      <a:cubicBezTo>
                        <a:pt x="1238" y="150400"/>
                        <a:pt x="1238" y="148876"/>
                        <a:pt x="1429" y="146780"/>
                      </a:cubicBezTo>
                      <a:cubicBezTo>
                        <a:pt x="1619" y="144589"/>
                        <a:pt x="1619" y="143065"/>
                        <a:pt x="1619" y="142113"/>
                      </a:cubicBezTo>
                      <a:cubicBezTo>
                        <a:pt x="1619" y="138779"/>
                        <a:pt x="1048" y="136398"/>
                        <a:pt x="0" y="134684"/>
                      </a:cubicBezTo>
                      <a:cubicBezTo>
                        <a:pt x="1238" y="132112"/>
                        <a:pt x="1429" y="128492"/>
                        <a:pt x="572" y="123825"/>
                      </a:cubicBezTo>
                      <a:cubicBezTo>
                        <a:pt x="-286" y="119158"/>
                        <a:pt x="95" y="115443"/>
                        <a:pt x="1619" y="112490"/>
                      </a:cubicBezTo>
                      <a:cubicBezTo>
                        <a:pt x="1524" y="107823"/>
                        <a:pt x="1715" y="101155"/>
                        <a:pt x="2286" y="92773"/>
                      </a:cubicBezTo>
                      <a:cubicBezTo>
                        <a:pt x="1238" y="90011"/>
                        <a:pt x="858" y="87154"/>
                        <a:pt x="858" y="84106"/>
                      </a:cubicBezTo>
                      <a:cubicBezTo>
                        <a:pt x="858" y="75057"/>
                        <a:pt x="7144" y="63532"/>
                        <a:pt x="19717" y="49721"/>
                      </a:cubicBezTo>
                      <a:lnTo>
                        <a:pt x="20384" y="50768"/>
                      </a:lnTo>
                      <a:cubicBezTo>
                        <a:pt x="21241" y="50102"/>
                        <a:pt x="21908" y="48959"/>
                        <a:pt x="22289" y="47244"/>
                      </a:cubicBezTo>
                      <a:cubicBezTo>
                        <a:pt x="22670" y="45625"/>
                        <a:pt x="23622" y="44577"/>
                        <a:pt x="25051" y="44196"/>
                      </a:cubicBezTo>
                      <a:lnTo>
                        <a:pt x="28385" y="44196"/>
                      </a:lnTo>
                      <a:lnTo>
                        <a:pt x="28385" y="45244"/>
                      </a:lnTo>
                      <a:cubicBezTo>
                        <a:pt x="28480" y="44768"/>
                        <a:pt x="29433" y="44482"/>
                        <a:pt x="30956" y="44577"/>
                      </a:cubicBezTo>
                      <a:cubicBezTo>
                        <a:pt x="32576" y="44577"/>
                        <a:pt x="33338" y="44482"/>
                        <a:pt x="33338" y="44101"/>
                      </a:cubicBezTo>
                      <a:cubicBezTo>
                        <a:pt x="33338" y="43625"/>
                        <a:pt x="32766" y="42958"/>
                        <a:pt x="31718" y="42005"/>
                      </a:cubicBezTo>
                      <a:cubicBezTo>
                        <a:pt x="33623" y="40481"/>
                        <a:pt x="35528" y="39053"/>
                        <a:pt x="37338" y="37719"/>
                      </a:cubicBezTo>
                      <a:cubicBezTo>
                        <a:pt x="39148" y="36386"/>
                        <a:pt x="41529" y="35623"/>
                        <a:pt x="44482" y="35623"/>
                      </a:cubicBezTo>
                      <a:cubicBezTo>
                        <a:pt x="44958" y="34480"/>
                        <a:pt x="45529" y="34004"/>
                        <a:pt x="46387" y="34004"/>
                      </a:cubicBezTo>
                      <a:cubicBezTo>
                        <a:pt x="46768" y="34004"/>
                        <a:pt x="47530" y="34290"/>
                        <a:pt x="48578" y="34957"/>
                      </a:cubicBezTo>
                      <a:cubicBezTo>
                        <a:pt x="49625" y="35528"/>
                        <a:pt x="50483" y="35814"/>
                        <a:pt x="50959" y="35623"/>
                      </a:cubicBezTo>
                      <a:cubicBezTo>
                        <a:pt x="50673" y="35243"/>
                        <a:pt x="50578" y="34862"/>
                        <a:pt x="50578" y="34576"/>
                      </a:cubicBezTo>
                      <a:cubicBezTo>
                        <a:pt x="50578" y="33909"/>
                        <a:pt x="51149" y="33052"/>
                        <a:pt x="52292" y="32004"/>
                      </a:cubicBezTo>
                      <a:cubicBezTo>
                        <a:pt x="53531" y="30956"/>
                        <a:pt x="54102" y="30194"/>
                        <a:pt x="54102" y="29623"/>
                      </a:cubicBezTo>
                      <a:cubicBezTo>
                        <a:pt x="54102" y="28956"/>
                        <a:pt x="53626" y="28289"/>
                        <a:pt x="52578" y="27718"/>
                      </a:cubicBezTo>
                      <a:cubicBezTo>
                        <a:pt x="53150" y="27718"/>
                        <a:pt x="53912" y="28861"/>
                        <a:pt x="54959" y="31052"/>
                      </a:cubicBezTo>
                      <a:lnTo>
                        <a:pt x="54293" y="31623"/>
                      </a:lnTo>
                      <a:cubicBezTo>
                        <a:pt x="55054" y="32385"/>
                        <a:pt x="56483" y="32480"/>
                        <a:pt x="58769" y="31813"/>
                      </a:cubicBezTo>
                      <a:cubicBezTo>
                        <a:pt x="60579" y="31337"/>
                        <a:pt x="61913" y="32004"/>
                        <a:pt x="62579" y="33909"/>
                      </a:cubicBezTo>
                      <a:cubicBezTo>
                        <a:pt x="63532" y="32956"/>
                        <a:pt x="64579" y="32480"/>
                        <a:pt x="65532" y="32480"/>
                      </a:cubicBezTo>
                      <a:cubicBezTo>
                        <a:pt x="66389" y="32480"/>
                        <a:pt x="67723" y="33147"/>
                        <a:pt x="69342" y="34480"/>
                      </a:cubicBezTo>
                      <a:cubicBezTo>
                        <a:pt x="71057" y="35719"/>
                        <a:pt x="72390" y="36481"/>
                        <a:pt x="73533" y="36481"/>
                      </a:cubicBezTo>
                      <a:cubicBezTo>
                        <a:pt x="74391" y="36481"/>
                        <a:pt x="75152" y="36195"/>
                        <a:pt x="76105" y="35623"/>
                      </a:cubicBezTo>
                      <a:cubicBezTo>
                        <a:pt x="76867" y="36862"/>
                        <a:pt x="77629" y="37529"/>
                        <a:pt x="78581" y="37529"/>
                      </a:cubicBezTo>
                      <a:cubicBezTo>
                        <a:pt x="78867" y="37529"/>
                        <a:pt x="80010" y="37147"/>
                        <a:pt x="81725" y="36290"/>
                      </a:cubicBezTo>
                      <a:lnTo>
                        <a:pt x="82868" y="40386"/>
                      </a:lnTo>
                      <a:cubicBezTo>
                        <a:pt x="82868" y="40386"/>
                        <a:pt x="84392" y="40005"/>
                        <a:pt x="86678" y="39338"/>
                      </a:cubicBezTo>
                      <a:cubicBezTo>
                        <a:pt x="88202" y="38767"/>
                        <a:pt x="89630" y="38671"/>
                        <a:pt x="90869" y="38862"/>
                      </a:cubicBezTo>
                      <a:cubicBezTo>
                        <a:pt x="90869" y="41053"/>
                        <a:pt x="92488" y="43244"/>
                        <a:pt x="95726" y="45244"/>
                      </a:cubicBezTo>
                      <a:cubicBezTo>
                        <a:pt x="96965" y="44768"/>
                        <a:pt x="98108" y="44482"/>
                        <a:pt x="99060" y="44482"/>
                      </a:cubicBezTo>
                      <a:cubicBezTo>
                        <a:pt x="100870" y="44482"/>
                        <a:pt x="102775" y="46482"/>
                        <a:pt x="104680" y="50673"/>
                      </a:cubicBezTo>
                      <a:cubicBezTo>
                        <a:pt x="106585" y="54769"/>
                        <a:pt x="108966" y="56960"/>
                        <a:pt x="111919" y="57245"/>
                      </a:cubicBezTo>
                      <a:cubicBezTo>
                        <a:pt x="111728" y="59817"/>
                        <a:pt x="112967" y="63151"/>
                        <a:pt x="115443" y="67151"/>
                      </a:cubicBezTo>
                      <a:cubicBezTo>
                        <a:pt x="118015" y="71247"/>
                        <a:pt x="119253" y="74676"/>
                        <a:pt x="119253" y="77343"/>
                      </a:cubicBezTo>
                      <a:cubicBezTo>
                        <a:pt x="119253" y="78962"/>
                        <a:pt x="118967" y="80677"/>
                        <a:pt x="118396" y="82487"/>
                      </a:cubicBezTo>
                      <a:cubicBezTo>
                        <a:pt x="116396" y="82677"/>
                        <a:pt x="113824" y="83820"/>
                        <a:pt x="110490" y="86011"/>
                      </a:cubicBezTo>
                      <a:cubicBezTo>
                        <a:pt x="107252" y="88202"/>
                        <a:pt x="104489" y="89249"/>
                        <a:pt x="102299" y="89249"/>
                      </a:cubicBezTo>
                      <a:cubicBezTo>
                        <a:pt x="101441" y="89249"/>
                        <a:pt x="100584" y="89249"/>
                        <a:pt x="99536" y="88868"/>
                      </a:cubicBezTo>
                      <a:cubicBezTo>
                        <a:pt x="98965" y="90392"/>
                        <a:pt x="97631" y="91250"/>
                        <a:pt x="95536" y="91345"/>
                      </a:cubicBezTo>
                      <a:cubicBezTo>
                        <a:pt x="92964" y="91535"/>
                        <a:pt x="91345" y="92012"/>
                        <a:pt x="90678" y="92773"/>
                      </a:cubicBezTo>
                      <a:cubicBezTo>
                        <a:pt x="86201" y="91250"/>
                        <a:pt x="82963" y="85249"/>
                        <a:pt x="80963" y="74676"/>
                      </a:cubicBezTo>
                      <a:cubicBezTo>
                        <a:pt x="76010" y="70866"/>
                        <a:pt x="73152" y="68866"/>
                        <a:pt x="72771" y="68675"/>
                      </a:cubicBezTo>
                      <a:cubicBezTo>
                        <a:pt x="69914" y="66865"/>
                        <a:pt x="67151" y="66008"/>
                        <a:pt x="64294" y="66008"/>
                      </a:cubicBezTo>
                      <a:cubicBezTo>
                        <a:pt x="62960" y="66008"/>
                        <a:pt x="61436" y="66199"/>
                        <a:pt x="59912" y="66580"/>
                      </a:cubicBezTo>
                      <a:cubicBezTo>
                        <a:pt x="47530" y="67913"/>
                        <a:pt x="39624" y="72676"/>
                        <a:pt x="36291" y="80772"/>
                      </a:cubicBezTo>
                      <a:cubicBezTo>
                        <a:pt x="35147" y="81915"/>
                        <a:pt x="33909" y="82391"/>
                        <a:pt x="32671" y="82391"/>
                      </a:cubicBezTo>
                      <a:cubicBezTo>
                        <a:pt x="32004" y="82391"/>
                        <a:pt x="31052" y="82201"/>
                        <a:pt x="29909" y="81915"/>
                      </a:cubicBezTo>
                      <a:cubicBezTo>
                        <a:pt x="28861" y="81629"/>
                        <a:pt x="28004" y="81439"/>
                        <a:pt x="27432" y="81439"/>
                      </a:cubicBezTo>
                      <a:lnTo>
                        <a:pt x="28099" y="83915"/>
                      </a:lnTo>
                      <a:cubicBezTo>
                        <a:pt x="27813" y="84677"/>
                        <a:pt x="27337" y="85154"/>
                        <a:pt x="26575" y="85154"/>
                      </a:cubicBezTo>
                      <a:cubicBezTo>
                        <a:pt x="26003" y="85154"/>
                        <a:pt x="24860" y="84677"/>
                        <a:pt x="23051" y="83725"/>
                      </a:cubicBezTo>
                      <a:cubicBezTo>
                        <a:pt x="21336" y="82772"/>
                        <a:pt x="19908" y="82296"/>
                        <a:pt x="18955" y="82296"/>
                      </a:cubicBezTo>
                      <a:cubicBezTo>
                        <a:pt x="17336" y="82296"/>
                        <a:pt x="16193" y="83153"/>
                        <a:pt x="15145" y="85058"/>
                      </a:cubicBezTo>
                      <a:cubicBezTo>
                        <a:pt x="16574" y="85439"/>
                        <a:pt x="18383" y="85630"/>
                        <a:pt x="20669" y="85630"/>
                      </a:cubicBezTo>
                      <a:lnTo>
                        <a:pt x="19336" y="87249"/>
                      </a:lnTo>
                      <a:cubicBezTo>
                        <a:pt x="19908" y="87821"/>
                        <a:pt x="20288" y="88011"/>
                        <a:pt x="20669" y="87916"/>
                      </a:cubicBezTo>
                      <a:lnTo>
                        <a:pt x="22384" y="86678"/>
                      </a:lnTo>
                      <a:cubicBezTo>
                        <a:pt x="22384" y="86678"/>
                        <a:pt x="23336" y="87916"/>
                        <a:pt x="25337" y="89059"/>
                      </a:cubicBezTo>
                      <a:cubicBezTo>
                        <a:pt x="27337" y="90202"/>
                        <a:pt x="28480" y="91440"/>
                        <a:pt x="28766" y="92869"/>
                      </a:cubicBezTo>
                      <a:cubicBezTo>
                        <a:pt x="29718" y="92393"/>
                        <a:pt x="30290" y="91630"/>
                        <a:pt x="30480" y="90869"/>
                      </a:cubicBezTo>
                      <a:lnTo>
                        <a:pt x="30480" y="88963"/>
                      </a:lnTo>
                      <a:cubicBezTo>
                        <a:pt x="30671" y="88487"/>
                        <a:pt x="31433" y="88106"/>
                        <a:pt x="33052" y="87916"/>
                      </a:cubicBezTo>
                      <a:cubicBezTo>
                        <a:pt x="33719" y="90106"/>
                        <a:pt x="34100" y="92964"/>
                        <a:pt x="34100" y="96584"/>
                      </a:cubicBezTo>
                      <a:cubicBezTo>
                        <a:pt x="33909" y="103346"/>
                        <a:pt x="33814" y="106299"/>
                        <a:pt x="33814" y="105442"/>
                      </a:cubicBezTo>
                      <a:cubicBezTo>
                        <a:pt x="31718" y="105823"/>
                        <a:pt x="29813" y="105061"/>
                        <a:pt x="28194" y="103156"/>
                      </a:cubicBezTo>
                      <a:lnTo>
                        <a:pt x="26479" y="105442"/>
                      </a:lnTo>
                      <a:cubicBezTo>
                        <a:pt x="25908" y="104870"/>
                        <a:pt x="25337" y="104680"/>
                        <a:pt x="24860" y="104775"/>
                      </a:cubicBezTo>
                      <a:lnTo>
                        <a:pt x="24194" y="105442"/>
                      </a:lnTo>
                      <a:cubicBezTo>
                        <a:pt x="25432" y="107537"/>
                        <a:pt x="28099" y="108299"/>
                        <a:pt x="32195" y="107728"/>
                      </a:cubicBezTo>
                      <a:cubicBezTo>
                        <a:pt x="31909" y="108395"/>
                        <a:pt x="31814" y="109061"/>
                        <a:pt x="31814" y="109823"/>
                      </a:cubicBezTo>
                      <a:cubicBezTo>
                        <a:pt x="31814" y="110680"/>
                        <a:pt x="32195" y="111823"/>
                        <a:pt x="33147" y="113443"/>
                      </a:cubicBezTo>
                      <a:cubicBezTo>
                        <a:pt x="33909" y="114967"/>
                        <a:pt x="34481" y="116300"/>
                        <a:pt x="34481" y="117253"/>
                      </a:cubicBezTo>
                      <a:cubicBezTo>
                        <a:pt x="34481" y="118110"/>
                        <a:pt x="34290" y="118872"/>
                        <a:pt x="34004" y="119729"/>
                      </a:cubicBezTo>
                      <a:cubicBezTo>
                        <a:pt x="32957" y="120872"/>
                        <a:pt x="32385" y="122111"/>
                        <a:pt x="32385" y="123730"/>
                      </a:cubicBezTo>
                      <a:cubicBezTo>
                        <a:pt x="32576" y="126016"/>
                        <a:pt x="32576" y="127445"/>
                        <a:pt x="32385" y="127826"/>
                      </a:cubicBezTo>
                      <a:cubicBezTo>
                        <a:pt x="32576" y="128397"/>
                        <a:pt x="32957" y="132017"/>
                        <a:pt x="33623" y="138494"/>
                      </a:cubicBezTo>
                      <a:cubicBezTo>
                        <a:pt x="34004" y="143446"/>
                        <a:pt x="35243" y="147066"/>
                        <a:pt x="37243" y="149162"/>
                      </a:cubicBezTo>
                      <a:cubicBezTo>
                        <a:pt x="36957" y="150019"/>
                        <a:pt x="36767" y="150686"/>
                        <a:pt x="36767" y="151257"/>
                      </a:cubicBezTo>
                      <a:cubicBezTo>
                        <a:pt x="36767" y="152209"/>
                        <a:pt x="37433" y="153162"/>
                        <a:pt x="38862" y="154114"/>
                      </a:cubicBezTo>
                      <a:cubicBezTo>
                        <a:pt x="40291" y="155067"/>
                        <a:pt x="40862" y="156305"/>
                        <a:pt x="40481" y="157829"/>
                      </a:cubicBezTo>
                      <a:cubicBezTo>
                        <a:pt x="42196" y="157829"/>
                        <a:pt x="44577" y="158401"/>
                        <a:pt x="47530" y="159830"/>
                      </a:cubicBezTo>
                      <a:cubicBezTo>
                        <a:pt x="50387" y="161258"/>
                        <a:pt x="52864" y="162020"/>
                        <a:pt x="54674" y="162020"/>
                      </a:cubicBezTo>
                      <a:cubicBezTo>
                        <a:pt x="55341" y="162020"/>
                        <a:pt x="56102" y="161925"/>
                        <a:pt x="56769" y="161734"/>
                      </a:cubicBezTo>
                      <a:cubicBezTo>
                        <a:pt x="58293" y="163259"/>
                        <a:pt x="60008" y="163925"/>
                        <a:pt x="61817" y="163925"/>
                      </a:cubicBezTo>
                      <a:cubicBezTo>
                        <a:pt x="62865" y="163925"/>
                        <a:pt x="64675" y="163449"/>
                        <a:pt x="67056" y="162401"/>
                      </a:cubicBezTo>
                      <a:cubicBezTo>
                        <a:pt x="69437" y="161354"/>
                        <a:pt x="71342" y="160877"/>
                        <a:pt x="72676" y="160877"/>
                      </a:cubicBezTo>
                      <a:cubicBezTo>
                        <a:pt x="73438" y="160877"/>
                        <a:pt x="74009" y="160877"/>
                        <a:pt x="74581" y="161068"/>
                      </a:cubicBezTo>
                      <a:cubicBezTo>
                        <a:pt x="75152" y="159734"/>
                        <a:pt x="77343" y="157353"/>
                        <a:pt x="81153" y="153924"/>
                      </a:cubicBezTo>
                      <a:cubicBezTo>
                        <a:pt x="84106" y="151257"/>
                        <a:pt x="85439" y="148590"/>
                        <a:pt x="85154" y="145828"/>
                      </a:cubicBezTo>
                      <a:lnTo>
                        <a:pt x="86868" y="144589"/>
                      </a:lnTo>
                      <a:lnTo>
                        <a:pt x="85820" y="143542"/>
                      </a:lnTo>
                      <a:cubicBezTo>
                        <a:pt x="87535" y="140398"/>
                        <a:pt x="89630" y="138779"/>
                        <a:pt x="92393" y="138779"/>
                      </a:cubicBezTo>
                      <a:cubicBezTo>
                        <a:pt x="93631" y="138779"/>
                        <a:pt x="95726" y="139255"/>
                        <a:pt x="98393" y="140303"/>
                      </a:cubicBezTo>
                      <a:cubicBezTo>
                        <a:pt x="101060" y="141351"/>
                        <a:pt x="103251" y="141827"/>
                        <a:pt x="104680" y="141827"/>
                      </a:cubicBezTo>
                      <a:cubicBezTo>
                        <a:pt x="105061" y="143256"/>
                        <a:pt x="106585" y="144113"/>
                        <a:pt x="109157" y="144494"/>
                      </a:cubicBezTo>
                      <a:cubicBezTo>
                        <a:pt x="111728" y="144875"/>
                        <a:pt x="113348" y="145828"/>
                        <a:pt x="113729" y="147352"/>
                      </a:cubicBezTo>
                      <a:close/>
                      <a:moveTo>
                        <a:pt x="20955" y="126111"/>
                      </a:moveTo>
                      <a:cubicBezTo>
                        <a:pt x="22098" y="127254"/>
                        <a:pt x="23241" y="127826"/>
                        <a:pt x="24289" y="127826"/>
                      </a:cubicBezTo>
                      <a:cubicBezTo>
                        <a:pt x="24860" y="127826"/>
                        <a:pt x="26384" y="127254"/>
                        <a:pt x="28956" y="126111"/>
                      </a:cubicBezTo>
                      <a:lnTo>
                        <a:pt x="26003" y="123063"/>
                      </a:lnTo>
                      <a:lnTo>
                        <a:pt x="27718" y="124682"/>
                      </a:lnTo>
                      <a:lnTo>
                        <a:pt x="26003" y="126111"/>
                      </a:lnTo>
                      <a:cubicBezTo>
                        <a:pt x="24765" y="126111"/>
                        <a:pt x="24098" y="125444"/>
                        <a:pt x="24194" y="124396"/>
                      </a:cubicBezTo>
                      <a:cubicBezTo>
                        <a:pt x="24194" y="123349"/>
                        <a:pt x="24194" y="122492"/>
                        <a:pt x="23717" y="122015"/>
                      </a:cubicBezTo>
                      <a:cubicBezTo>
                        <a:pt x="23622" y="122301"/>
                        <a:pt x="22860" y="122968"/>
                        <a:pt x="21622" y="123920"/>
                      </a:cubicBezTo>
                      <a:cubicBezTo>
                        <a:pt x="20860" y="124301"/>
                        <a:pt x="20669" y="125063"/>
                        <a:pt x="20955" y="126111"/>
                      </a:cubicBezTo>
                      <a:close/>
                      <a:moveTo>
                        <a:pt x="27718" y="36290"/>
                      </a:moveTo>
                      <a:cubicBezTo>
                        <a:pt x="27718" y="36290"/>
                        <a:pt x="27051" y="36290"/>
                        <a:pt x="26861" y="35909"/>
                      </a:cubicBezTo>
                      <a:cubicBezTo>
                        <a:pt x="26861" y="35338"/>
                        <a:pt x="27432" y="35052"/>
                        <a:pt x="28766" y="35052"/>
                      </a:cubicBezTo>
                      <a:cubicBezTo>
                        <a:pt x="29337" y="35052"/>
                        <a:pt x="29813" y="35243"/>
                        <a:pt x="30004" y="35719"/>
                      </a:cubicBezTo>
                      <a:lnTo>
                        <a:pt x="27718" y="36290"/>
                      </a:lnTo>
                      <a:close/>
                      <a:moveTo>
                        <a:pt x="30861" y="49244"/>
                      </a:moveTo>
                      <a:lnTo>
                        <a:pt x="30861" y="52197"/>
                      </a:lnTo>
                      <a:lnTo>
                        <a:pt x="32290" y="52197"/>
                      </a:lnTo>
                      <a:cubicBezTo>
                        <a:pt x="32861" y="51340"/>
                        <a:pt x="32290" y="50387"/>
                        <a:pt x="30861" y="49244"/>
                      </a:cubicBezTo>
                      <a:close/>
                      <a:moveTo>
                        <a:pt x="30861" y="85725"/>
                      </a:moveTo>
                      <a:lnTo>
                        <a:pt x="30861" y="84106"/>
                      </a:lnTo>
                      <a:lnTo>
                        <a:pt x="33242" y="84106"/>
                      </a:lnTo>
                      <a:lnTo>
                        <a:pt x="30861" y="85725"/>
                      </a:lnTo>
                      <a:close/>
                      <a:moveTo>
                        <a:pt x="46292" y="77057"/>
                      </a:moveTo>
                      <a:lnTo>
                        <a:pt x="43910" y="76010"/>
                      </a:lnTo>
                      <a:lnTo>
                        <a:pt x="45149" y="73057"/>
                      </a:lnTo>
                      <a:lnTo>
                        <a:pt x="46196" y="77057"/>
                      </a:lnTo>
                      <a:close/>
                      <a:moveTo>
                        <a:pt x="48006" y="65151"/>
                      </a:moveTo>
                      <a:cubicBezTo>
                        <a:pt x="47054" y="64865"/>
                        <a:pt x="46006" y="65437"/>
                        <a:pt x="44672" y="66770"/>
                      </a:cubicBezTo>
                      <a:lnTo>
                        <a:pt x="48006" y="67342"/>
                      </a:lnTo>
                      <a:lnTo>
                        <a:pt x="48006" y="65151"/>
                      </a:lnTo>
                      <a:close/>
                      <a:moveTo>
                        <a:pt x="54483" y="11716"/>
                      </a:moveTo>
                      <a:lnTo>
                        <a:pt x="55150" y="12573"/>
                      </a:lnTo>
                      <a:lnTo>
                        <a:pt x="49435" y="11716"/>
                      </a:lnTo>
                      <a:lnTo>
                        <a:pt x="54483" y="11716"/>
                      </a:lnTo>
                      <a:close/>
                      <a:moveTo>
                        <a:pt x="52388" y="70485"/>
                      </a:moveTo>
                      <a:cubicBezTo>
                        <a:pt x="52388" y="70485"/>
                        <a:pt x="53150" y="70866"/>
                        <a:pt x="53531" y="71533"/>
                      </a:cubicBezTo>
                      <a:lnTo>
                        <a:pt x="53531" y="73723"/>
                      </a:lnTo>
                      <a:cubicBezTo>
                        <a:pt x="53435" y="73152"/>
                        <a:pt x="52959" y="72866"/>
                        <a:pt x="52292" y="72866"/>
                      </a:cubicBezTo>
                      <a:lnTo>
                        <a:pt x="50578" y="73057"/>
                      </a:lnTo>
                      <a:cubicBezTo>
                        <a:pt x="50578" y="71342"/>
                        <a:pt x="51245" y="70485"/>
                        <a:pt x="52483" y="70485"/>
                      </a:cubicBezTo>
                      <a:close/>
                      <a:moveTo>
                        <a:pt x="53912" y="44291"/>
                      </a:moveTo>
                      <a:lnTo>
                        <a:pt x="52864" y="43720"/>
                      </a:lnTo>
                      <a:cubicBezTo>
                        <a:pt x="52864" y="43720"/>
                        <a:pt x="53531" y="44291"/>
                        <a:pt x="53912" y="44291"/>
                      </a:cubicBezTo>
                      <a:lnTo>
                        <a:pt x="55150" y="45339"/>
                      </a:lnTo>
                      <a:lnTo>
                        <a:pt x="55150" y="44291"/>
                      </a:lnTo>
                      <a:lnTo>
                        <a:pt x="53912" y="44291"/>
                      </a:lnTo>
                      <a:close/>
                      <a:moveTo>
                        <a:pt x="57531" y="78772"/>
                      </a:moveTo>
                      <a:lnTo>
                        <a:pt x="54578" y="78772"/>
                      </a:lnTo>
                      <a:lnTo>
                        <a:pt x="54578" y="75438"/>
                      </a:lnTo>
                      <a:lnTo>
                        <a:pt x="57531" y="78772"/>
                      </a:lnTo>
                      <a:close/>
                      <a:moveTo>
                        <a:pt x="58579" y="57912"/>
                      </a:moveTo>
                      <a:lnTo>
                        <a:pt x="55150" y="57340"/>
                      </a:lnTo>
                      <a:lnTo>
                        <a:pt x="55150" y="57912"/>
                      </a:lnTo>
                      <a:lnTo>
                        <a:pt x="58579" y="57912"/>
                      </a:lnTo>
                      <a:close/>
                      <a:moveTo>
                        <a:pt x="61722" y="11716"/>
                      </a:moveTo>
                      <a:lnTo>
                        <a:pt x="61055" y="14192"/>
                      </a:lnTo>
                      <a:lnTo>
                        <a:pt x="60198" y="14192"/>
                      </a:lnTo>
                      <a:lnTo>
                        <a:pt x="61627" y="11716"/>
                      </a:lnTo>
                      <a:close/>
                      <a:moveTo>
                        <a:pt x="63437" y="30099"/>
                      </a:moveTo>
                      <a:cubicBezTo>
                        <a:pt x="61817" y="30099"/>
                        <a:pt x="61151" y="29909"/>
                        <a:pt x="61151" y="29528"/>
                      </a:cubicBezTo>
                      <a:cubicBezTo>
                        <a:pt x="61151" y="29242"/>
                        <a:pt x="61341" y="28765"/>
                        <a:pt x="61913" y="28004"/>
                      </a:cubicBezTo>
                      <a:cubicBezTo>
                        <a:pt x="62389" y="27242"/>
                        <a:pt x="62484" y="26670"/>
                        <a:pt x="62389" y="26289"/>
                      </a:cubicBezTo>
                      <a:cubicBezTo>
                        <a:pt x="62960" y="26670"/>
                        <a:pt x="63627" y="27146"/>
                        <a:pt x="64294" y="27432"/>
                      </a:cubicBezTo>
                      <a:cubicBezTo>
                        <a:pt x="64484" y="27718"/>
                        <a:pt x="64103" y="28575"/>
                        <a:pt x="63437" y="30099"/>
                      </a:cubicBezTo>
                      <a:close/>
                      <a:moveTo>
                        <a:pt x="62389" y="26194"/>
                      </a:moveTo>
                      <a:cubicBezTo>
                        <a:pt x="62389" y="26194"/>
                        <a:pt x="61913" y="25622"/>
                        <a:pt x="61817" y="25337"/>
                      </a:cubicBezTo>
                      <a:cubicBezTo>
                        <a:pt x="61817" y="25337"/>
                        <a:pt x="62103" y="25337"/>
                        <a:pt x="62198" y="25718"/>
                      </a:cubicBezTo>
                      <a:cubicBezTo>
                        <a:pt x="62294" y="25908"/>
                        <a:pt x="62389" y="26098"/>
                        <a:pt x="62389" y="26194"/>
                      </a:cubicBezTo>
                      <a:close/>
                      <a:moveTo>
                        <a:pt x="63437" y="44291"/>
                      </a:moveTo>
                      <a:lnTo>
                        <a:pt x="62770" y="46006"/>
                      </a:lnTo>
                      <a:cubicBezTo>
                        <a:pt x="64484" y="46006"/>
                        <a:pt x="65818" y="46482"/>
                        <a:pt x="66770" y="47625"/>
                      </a:cubicBezTo>
                      <a:cubicBezTo>
                        <a:pt x="67247" y="46482"/>
                        <a:pt x="66770" y="45720"/>
                        <a:pt x="65532" y="45244"/>
                      </a:cubicBezTo>
                      <a:cubicBezTo>
                        <a:pt x="64294" y="44768"/>
                        <a:pt x="63532" y="44482"/>
                        <a:pt x="63437" y="44291"/>
                      </a:cubicBezTo>
                      <a:close/>
                      <a:moveTo>
                        <a:pt x="70866" y="21431"/>
                      </a:moveTo>
                      <a:lnTo>
                        <a:pt x="70866" y="23051"/>
                      </a:lnTo>
                      <a:lnTo>
                        <a:pt x="65151" y="22003"/>
                      </a:lnTo>
                      <a:lnTo>
                        <a:pt x="65151" y="20288"/>
                      </a:lnTo>
                      <a:cubicBezTo>
                        <a:pt x="65627" y="21527"/>
                        <a:pt x="66485" y="22193"/>
                        <a:pt x="67913" y="22193"/>
                      </a:cubicBezTo>
                      <a:cubicBezTo>
                        <a:pt x="68961" y="22193"/>
                        <a:pt x="69914" y="22003"/>
                        <a:pt x="70866" y="21336"/>
                      </a:cubicBezTo>
                      <a:close/>
                      <a:moveTo>
                        <a:pt x="72295" y="0"/>
                      </a:moveTo>
                      <a:lnTo>
                        <a:pt x="73152" y="4572"/>
                      </a:lnTo>
                      <a:lnTo>
                        <a:pt x="72295" y="667"/>
                      </a:lnTo>
                      <a:lnTo>
                        <a:pt x="72295" y="0"/>
                      </a:lnTo>
                      <a:close/>
                      <a:moveTo>
                        <a:pt x="75438" y="38957"/>
                      </a:moveTo>
                      <a:cubicBezTo>
                        <a:pt x="75438" y="38957"/>
                        <a:pt x="74676" y="39434"/>
                        <a:pt x="73628" y="40196"/>
                      </a:cubicBezTo>
                      <a:cubicBezTo>
                        <a:pt x="72676" y="41053"/>
                        <a:pt x="72295" y="41720"/>
                        <a:pt x="72295" y="42291"/>
                      </a:cubicBezTo>
                      <a:cubicBezTo>
                        <a:pt x="72295" y="42958"/>
                        <a:pt x="72866" y="43434"/>
                        <a:pt x="73819" y="43720"/>
                      </a:cubicBezTo>
                      <a:cubicBezTo>
                        <a:pt x="74009" y="43434"/>
                        <a:pt x="73724" y="42863"/>
                        <a:pt x="73247" y="42101"/>
                      </a:cubicBezTo>
                      <a:cubicBezTo>
                        <a:pt x="74867" y="40862"/>
                        <a:pt x="75819" y="40291"/>
                        <a:pt x="76391" y="40481"/>
                      </a:cubicBezTo>
                      <a:cubicBezTo>
                        <a:pt x="75629" y="39814"/>
                        <a:pt x="75343" y="39338"/>
                        <a:pt x="75533" y="39053"/>
                      </a:cubicBezTo>
                      <a:close/>
                      <a:moveTo>
                        <a:pt x="77343" y="31147"/>
                      </a:moveTo>
                      <a:lnTo>
                        <a:pt x="79629" y="31147"/>
                      </a:lnTo>
                      <a:lnTo>
                        <a:pt x="77343" y="32385"/>
                      </a:lnTo>
                      <a:lnTo>
                        <a:pt x="77343" y="31147"/>
                      </a:lnTo>
                      <a:close/>
                      <a:moveTo>
                        <a:pt x="85630" y="33623"/>
                      </a:moveTo>
                      <a:cubicBezTo>
                        <a:pt x="85630" y="33623"/>
                        <a:pt x="84677" y="32671"/>
                        <a:pt x="83153" y="31623"/>
                      </a:cubicBezTo>
                      <a:cubicBezTo>
                        <a:pt x="82106" y="30766"/>
                        <a:pt x="81629" y="30004"/>
                        <a:pt x="81629" y="29337"/>
                      </a:cubicBezTo>
                      <a:cubicBezTo>
                        <a:pt x="81629" y="28861"/>
                        <a:pt x="81725" y="28480"/>
                        <a:pt x="82010" y="27908"/>
                      </a:cubicBezTo>
                      <a:cubicBezTo>
                        <a:pt x="83916" y="27718"/>
                        <a:pt x="84868" y="28385"/>
                        <a:pt x="85058" y="29623"/>
                      </a:cubicBezTo>
                      <a:cubicBezTo>
                        <a:pt x="85249" y="30956"/>
                        <a:pt x="85439" y="32290"/>
                        <a:pt x="85535" y="33623"/>
                      </a:cubicBezTo>
                      <a:close/>
                      <a:moveTo>
                        <a:pt x="83725" y="57340"/>
                      </a:moveTo>
                      <a:lnTo>
                        <a:pt x="82010" y="55721"/>
                      </a:lnTo>
                      <a:lnTo>
                        <a:pt x="83725" y="58007"/>
                      </a:lnTo>
                      <a:lnTo>
                        <a:pt x="83725" y="57436"/>
                      </a:lnTo>
                      <a:close/>
                      <a:moveTo>
                        <a:pt x="85344" y="53245"/>
                      </a:moveTo>
                      <a:lnTo>
                        <a:pt x="85344" y="55721"/>
                      </a:lnTo>
                      <a:cubicBezTo>
                        <a:pt x="87344" y="55721"/>
                        <a:pt x="89059" y="54864"/>
                        <a:pt x="90583" y="52959"/>
                      </a:cubicBezTo>
                      <a:cubicBezTo>
                        <a:pt x="91059" y="52673"/>
                        <a:pt x="91440" y="52197"/>
                        <a:pt x="91821" y="51530"/>
                      </a:cubicBezTo>
                      <a:cubicBezTo>
                        <a:pt x="91535" y="52197"/>
                        <a:pt x="91154" y="52673"/>
                        <a:pt x="90583" y="52959"/>
                      </a:cubicBezTo>
                      <a:cubicBezTo>
                        <a:pt x="89345" y="52959"/>
                        <a:pt x="87630" y="52959"/>
                        <a:pt x="85344" y="53245"/>
                      </a:cubicBezTo>
                      <a:close/>
                      <a:moveTo>
                        <a:pt x="85535" y="33623"/>
                      </a:moveTo>
                      <a:cubicBezTo>
                        <a:pt x="85820" y="34195"/>
                        <a:pt x="86011" y="34671"/>
                        <a:pt x="86011" y="35052"/>
                      </a:cubicBezTo>
                      <a:cubicBezTo>
                        <a:pt x="85725" y="34576"/>
                        <a:pt x="85535" y="34004"/>
                        <a:pt x="85535" y="33623"/>
                      </a:cubicBezTo>
                      <a:close/>
                      <a:moveTo>
                        <a:pt x="95250" y="64198"/>
                      </a:moveTo>
                      <a:lnTo>
                        <a:pt x="95250" y="61341"/>
                      </a:lnTo>
                      <a:lnTo>
                        <a:pt x="91821" y="63627"/>
                      </a:lnTo>
                      <a:lnTo>
                        <a:pt x="95250" y="64294"/>
                      </a:lnTo>
                      <a:close/>
                      <a:moveTo>
                        <a:pt x="94202" y="52292"/>
                      </a:moveTo>
                      <a:cubicBezTo>
                        <a:pt x="94774" y="52769"/>
                        <a:pt x="94964" y="53340"/>
                        <a:pt x="94964" y="53721"/>
                      </a:cubicBezTo>
                      <a:cubicBezTo>
                        <a:pt x="94964" y="54102"/>
                        <a:pt x="94583" y="54673"/>
                        <a:pt x="93726" y="55150"/>
                      </a:cubicBezTo>
                      <a:cubicBezTo>
                        <a:pt x="92869" y="55721"/>
                        <a:pt x="92488" y="56007"/>
                        <a:pt x="92488" y="56197"/>
                      </a:cubicBezTo>
                      <a:cubicBezTo>
                        <a:pt x="92488" y="56579"/>
                        <a:pt x="93059" y="57055"/>
                        <a:pt x="94107" y="57436"/>
                      </a:cubicBezTo>
                      <a:cubicBezTo>
                        <a:pt x="94488" y="56102"/>
                        <a:pt x="95060" y="54578"/>
                        <a:pt x="95536" y="53150"/>
                      </a:cubicBezTo>
                      <a:cubicBezTo>
                        <a:pt x="96108" y="51721"/>
                        <a:pt x="96965" y="50959"/>
                        <a:pt x="98108" y="50959"/>
                      </a:cubicBezTo>
                      <a:lnTo>
                        <a:pt x="96393" y="49339"/>
                      </a:lnTo>
                      <a:lnTo>
                        <a:pt x="94107" y="52292"/>
                      </a:lnTo>
                      <a:close/>
                      <a:moveTo>
                        <a:pt x="95917" y="19240"/>
                      </a:moveTo>
                      <a:lnTo>
                        <a:pt x="95917" y="22193"/>
                      </a:lnTo>
                      <a:lnTo>
                        <a:pt x="95250" y="22193"/>
                      </a:lnTo>
                      <a:lnTo>
                        <a:pt x="95250" y="19240"/>
                      </a:lnTo>
                      <a:lnTo>
                        <a:pt x="95917" y="19240"/>
                      </a:lnTo>
                      <a:close/>
                      <a:moveTo>
                        <a:pt x="102489" y="15335"/>
                      </a:moveTo>
                      <a:cubicBezTo>
                        <a:pt x="101441" y="15716"/>
                        <a:pt x="100870" y="15907"/>
                        <a:pt x="100584" y="15907"/>
                      </a:cubicBezTo>
                      <a:lnTo>
                        <a:pt x="100584" y="13621"/>
                      </a:lnTo>
                      <a:lnTo>
                        <a:pt x="102489" y="15335"/>
                      </a:lnTo>
                      <a:close/>
                      <a:moveTo>
                        <a:pt x="106490" y="43720"/>
                      </a:moveTo>
                      <a:lnTo>
                        <a:pt x="106490" y="46006"/>
                      </a:lnTo>
                      <a:cubicBezTo>
                        <a:pt x="105633" y="45529"/>
                        <a:pt x="105251" y="45339"/>
                        <a:pt x="105061" y="45339"/>
                      </a:cubicBezTo>
                      <a:cubicBezTo>
                        <a:pt x="106013" y="45339"/>
                        <a:pt x="106490" y="44863"/>
                        <a:pt x="106490" y="43720"/>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 name="Google Shape;920;p99"/>
                <p:cNvSpPr/>
                <p:nvPr/>
              </p:nvSpPr>
              <p:spPr>
                <a:xfrm>
                  <a:off x="6822661" y="5346858"/>
                  <a:ext cx="166687" cy="175259"/>
                </a:xfrm>
                <a:custGeom>
                  <a:avLst/>
                  <a:gdLst/>
                  <a:ahLst/>
                  <a:cxnLst/>
                  <a:rect l="l" t="t" r="r" b="b"/>
                  <a:pathLst>
                    <a:path w="166687" h="175259" extrusionOk="0">
                      <a:moveTo>
                        <a:pt x="6667" y="148114"/>
                      </a:moveTo>
                      <a:cubicBezTo>
                        <a:pt x="7334" y="148780"/>
                        <a:pt x="7715" y="149447"/>
                        <a:pt x="7715" y="150018"/>
                      </a:cubicBezTo>
                      <a:cubicBezTo>
                        <a:pt x="7715" y="150304"/>
                        <a:pt x="7525" y="150781"/>
                        <a:pt x="7239" y="151638"/>
                      </a:cubicBezTo>
                      <a:cubicBezTo>
                        <a:pt x="6858" y="152305"/>
                        <a:pt x="6667" y="153067"/>
                        <a:pt x="6667" y="153733"/>
                      </a:cubicBezTo>
                      <a:lnTo>
                        <a:pt x="5905" y="151447"/>
                      </a:lnTo>
                      <a:lnTo>
                        <a:pt x="0" y="153067"/>
                      </a:lnTo>
                      <a:cubicBezTo>
                        <a:pt x="95" y="151543"/>
                        <a:pt x="1429" y="150781"/>
                        <a:pt x="3905" y="150685"/>
                      </a:cubicBezTo>
                      <a:cubicBezTo>
                        <a:pt x="6382" y="150685"/>
                        <a:pt x="7334" y="149733"/>
                        <a:pt x="6763" y="148114"/>
                      </a:cubicBezTo>
                      <a:close/>
                      <a:moveTo>
                        <a:pt x="953" y="133064"/>
                      </a:moveTo>
                      <a:cubicBezTo>
                        <a:pt x="953" y="131350"/>
                        <a:pt x="1619" y="130588"/>
                        <a:pt x="3143" y="130588"/>
                      </a:cubicBezTo>
                      <a:cubicBezTo>
                        <a:pt x="3620" y="130588"/>
                        <a:pt x="3905" y="130778"/>
                        <a:pt x="4191" y="131350"/>
                      </a:cubicBezTo>
                      <a:lnTo>
                        <a:pt x="1048" y="133064"/>
                      </a:lnTo>
                      <a:close/>
                      <a:moveTo>
                        <a:pt x="7429" y="115538"/>
                      </a:moveTo>
                      <a:lnTo>
                        <a:pt x="4953" y="115538"/>
                      </a:lnTo>
                      <a:lnTo>
                        <a:pt x="8096" y="113252"/>
                      </a:lnTo>
                      <a:lnTo>
                        <a:pt x="7429" y="115538"/>
                      </a:lnTo>
                      <a:close/>
                      <a:moveTo>
                        <a:pt x="6572" y="128111"/>
                      </a:moveTo>
                      <a:lnTo>
                        <a:pt x="7429" y="129159"/>
                      </a:lnTo>
                      <a:lnTo>
                        <a:pt x="7429" y="131350"/>
                      </a:lnTo>
                      <a:lnTo>
                        <a:pt x="6572" y="128111"/>
                      </a:lnTo>
                      <a:close/>
                      <a:moveTo>
                        <a:pt x="9049" y="119444"/>
                      </a:moveTo>
                      <a:cubicBezTo>
                        <a:pt x="9334" y="118777"/>
                        <a:pt x="9906" y="118586"/>
                        <a:pt x="10573" y="118967"/>
                      </a:cubicBezTo>
                      <a:cubicBezTo>
                        <a:pt x="10954" y="119444"/>
                        <a:pt x="11430" y="119729"/>
                        <a:pt x="12001" y="120015"/>
                      </a:cubicBezTo>
                      <a:cubicBezTo>
                        <a:pt x="11621" y="120396"/>
                        <a:pt x="11239" y="120587"/>
                        <a:pt x="10954" y="120587"/>
                      </a:cubicBezTo>
                      <a:cubicBezTo>
                        <a:pt x="10382" y="119824"/>
                        <a:pt x="9715" y="119348"/>
                        <a:pt x="9049" y="119348"/>
                      </a:cubicBezTo>
                      <a:close/>
                      <a:moveTo>
                        <a:pt x="9049" y="175260"/>
                      </a:moveTo>
                      <a:lnTo>
                        <a:pt x="9049" y="171926"/>
                      </a:lnTo>
                      <a:lnTo>
                        <a:pt x="10763" y="174212"/>
                      </a:lnTo>
                      <a:cubicBezTo>
                        <a:pt x="9811" y="174212"/>
                        <a:pt x="9239" y="174593"/>
                        <a:pt x="9049" y="175260"/>
                      </a:cubicBezTo>
                      <a:close/>
                      <a:moveTo>
                        <a:pt x="16192" y="101251"/>
                      </a:moveTo>
                      <a:lnTo>
                        <a:pt x="16192" y="105156"/>
                      </a:lnTo>
                      <a:lnTo>
                        <a:pt x="15430" y="105156"/>
                      </a:lnTo>
                      <a:lnTo>
                        <a:pt x="15430" y="101251"/>
                      </a:lnTo>
                      <a:lnTo>
                        <a:pt x="16192" y="101251"/>
                      </a:lnTo>
                      <a:close/>
                      <a:moveTo>
                        <a:pt x="18764" y="138303"/>
                      </a:moveTo>
                      <a:cubicBezTo>
                        <a:pt x="18764" y="138303"/>
                        <a:pt x="18859" y="139255"/>
                        <a:pt x="19526" y="139922"/>
                      </a:cubicBezTo>
                      <a:lnTo>
                        <a:pt x="15335" y="139922"/>
                      </a:lnTo>
                      <a:lnTo>
                        <a:pt x="15335" y="138303"/>
                      </a:lnTo>
                      <a:lnTo>
                        <a:pt x="18764" y="138303"/>
                      </a:lnTo>
                      <a:close/>
                      <a:moveTo>
                        <a:pt x="20193" y="131921"/>
                      </a:moveTo>
                      <a:cubicBezTo>
                        <a:pt x="20860" y="132302"/>
                        <a:pt x="20669" y="133540"/>
                        <a:pt x="19526" y="135446"/>
                      </a:cubicBezTo>
                      <a:cubicBezTo>
                        <a:pt x="19240" y="135541"/>
                        <a:pt x="18764" y="135255"/>
                        <a:pt x="17907" y="134398"/>
                      </a:cubicBezTo>
                      <a:cubicBezTo>
                        <a:pt x="17907" y="132778"/>
                        <a:pt x="18669" y="131921"/>
                        <a:pt x="20288" y="131921"/>
                      </a:cubicBezTo>
                      <a:close/>
                      <a:moveTo>
                        <a:pt x="22955" y="95440"/>
                      </a:moveTo>
                      <a:lnTo>
                        <a:pt x="22955" y="97060"/>
                      </a:lnTo>
                      <a:lnTo>
                        <a:pt x="19526" y="95440"/>
                      </a:lnTo>
                      <a:lnTo>
                        <a:pt x="22955" y="95440"/>
                      </a:lnTo>
                      <a:close/>
                      <a:moveTo>
                        <a:pt x="20193" y="129635"/>
                      </a:moveTo>
                      <a:lnTo>
                        <a:pt x="21241" y="129064"/>
                      </a:lnTo>
                      <a:lnTo>
                        <a:pt x="19526" y="127444"/>
                      </a:lnTo>
                      <a:cubicBezTo>
                        <a:pt x="19526" y="127444"/>
                        <a:pt x="20383" y="126968"/>
                        <a:pt x="21812" y="126397"/>
                      </a:cubicBezTo>
                      <a:cubicBezTo>
                        <a:pt x="21526" y="127254"/>
                        <a:pt x="21907" y="128397"/>
                        <a:pt x="22955" y="129730"/>
                      </a:cubicBezTo>
                      <a:lnTo>
                        <a:pt x="20193" y="129730"/>
                      </a:lnTo>
                      <a:close/>
                      <a:moveTo>
                        <a:pt x="22955" y="138303"/>
                      </a:moveTo>
                      <a:lnTo>
                        <a:pt x="24193" y="139922"/>
                      </a:lnTo>
                      <a:lnTo>
                        <a:pt x="21241" y="138303"/>
                      </a:lnTo>
                      <a:lnTo>
                        <a:pt x="22955" y="138303"/>
                      </a:lnTo>
                      <a:close/>
                      <a:moveTo>
                        <a:pt x="32385" y="117729"/>
                      </a:moveTo>
                      <a:lnTo>
                        <a:pt x="29242" y="117729"/>
                      </a:lnTo>
                      <a:lnTo>
                        <a:pt x="30099" y="121063"/>
                      </a:lnTo>
                      <a:cubicBezTo>
                        <a:pt x="29432" y="121063"/>
                        <a:pt x="28575" y="120777"/>
                        <a:pt x="27432" y="120205"/>
                      </a:cubicBezTo>
                      <a:cubicBezTo>
                        <a:pt x="26289" y="119729"/>
                        <a:pt x="25432" y="119444"/>
                        <a:pt x="25051" y="119444"/>
                      </a:cubicBezTo>
                      <a:cubicBezTo>
                        <a:pt x="24289" y="119444"/>
                        <a:pt x="23527" y="120015"/>
                        <a:pt x="22955" y="121063"/>
                      </a:cubicBezTo>
                      <a:cubicBezTo>
                        <a:pt x="22193" y="119539"/>
                        <a:pt x="21812" y="118586"/>
                        <a:pt x="21812" y="118205"/>
                      </a:cubicBezTo>
                      <a:cubicBezTo>
                        <a:pt x="22384" y="117253"/>
                        <a:pt x="22955" y="116300"/>
                        <a:pt x="23527" y="115538"/>
                      </a:cubicBezTo>
                      <a:lnTo>
                        <a:pt x="23527" y="116110"/>
                      </a:lnTo>
                      <a:lnTo>
                        <a:pt x="27432" y="116110"/>
                      </a:lnTo>
                      <a:cubicBezTo>
                        <a:pt x="27432" y="116110"/>
                        <a:pt x="26479" y="116491"/>
                        <a:pt x="25813" y="117157"/>
                      </a:cubicBezTo>
                      <a:cubicBezTo>
                        <a:pt x="25717" y="117538"/>
                        <a:pt x="25813" y="118015"/>
                        <a:pt x="26479" y="118396"/>
                      </a:cubicBezTo>
                      <a:cubicBezTo>
                        <a:pt x="26956" y="118777"/>
                        <a:pt x="27432" y="119158"/>
                        <a:pt x="27527" y="119444"/>
                      </a:cubicBezTo>
                      <a:cubicBezTo>
                        <a:pt x="28289" y="117253"/>
                        <a:pt x="29242" y="116110"/>
                        <a:pt x="30480" y="116110"/>
                      </a:cubicBezTo>
                      <a:cubicBezTo>
                        <a:pt x="30956" y="116110"/>
                        <a:pt x="31337" y="116491"/>
                        <a:pt x="31718" y="117157"/>
                      </a:cubicBezTo>
                      <a:lnTo>
                        <a:pt x="32290" y="117729"/>
                      </a:lnTo>
                      <a:close/>
                      <a:moveTo>
                        <a:pt x="22955" y="155829"/>
                      </a:moveTo>
                      <a:cubicBezTo>
                        <a:pt x="22384" y="155352"/>
                        <a:pt x="22098" y="154686"/>
                        <a:pt x="22098" y="153924"/>
                      </a:cubicBezTo>
                      <a:cubicBezTo>
                        <a:pt x="22098" y="152019"/>
                        <a:pt x="23146" y="150781"/>
                        <a:pt x="25241" y="150209"/>
                      </a:cubicBezTo>
                      <a:lnTo>
                        <a:pt x="22955" y="155734"/>
                      </a:lnTo>
                      <a:close/>
                      <a:moveTo>
                        <a:pt x="25241" y="87630"/>
                      </a:moveTo>
                      <a:cubicBezTo>
                        <a:pt x="24574" y="88297"/>
                        <a:pt x="24193" y="89249"/>
                        <a:pt x="24193" y="90297"/>
                      </a:cubicBezTo>
                      <a:cubicBezTo>
                        <a:pt x="24289" y="91630"/>
                        <a:pt x="24289" y="92488"/>
                        <a:pt x="24193" y="92773"/>
                      </a:cubicBezTo>
                      <a:cubicBezTo>
                        <a:pt x="24003" y="93059"/>
                        <a:pt x="23813" y="93154"/>
                        <a:pt x="23622" y="93154"/>
                      </a:cubicBezTo>
                      <a:lnTo>
                        <a:pt x="23622" y="87630"/>
                      </a:lnTo>
                      <a:lnTo>
                        <a:pt x="25241" y="87630"/>
                      </a:lnTo>
                      <a:close/>
                      <a:moveTo>
                        <a:pt x="28099" y="88201"/>
                      </a:moveTo>
                      <a:cubicBezTo>
                        <a:pt x="29242" y="87916"/>
                        <a:pt x="30385" y="87916"/>
                        <a:pt x="31432" y="88201"/>
                      </a:cubicBezTo>
                      <a:lnTo>
                        <a:pt x="28099" y="88201"/>
                      </a:lnTo>
                      <a:close/>
                      <a:moveTo>
                        <a:pt x="32290" y="159925"/>
                      </a:moveTo>
                      <a:cubicBezTo>
                        <a:pt x="32290" y="160592"/>
                        <a:pt x="32671" y="161163"/>
                        <a:pt x="33338" y="161544"/>
                      </a:cubicBezTo>
                      <a:lnTo>
                        <a:pt x="30861" y="162115"/>
                      </a:lnTo>
                      <a:lnTo>
                        <a:pt x="30861" y="159829"/>
                      </a:lnTo>
                      <a:lnTo>
                        <a:pt x="32290" y="159829"/>
                      </a:lnTo>
                      <a:close/>
                      <a:moveTo>
                        <a:pt x="35052" y="91535"/>
                      </a:moveTo>
                      <a:cubicBezTo>
                        <a:pt x="35147" y="89821"/>
                        <a:pt x="34004" y="88773"/>
                        <a:pt x="31432" y="88201"/>
                      </a:cubicBezTo>
                      <a:cubicBezTo>
                        <a:pt x="33433" y="88201"/>
                        <a:pt x="34862" y="88011"/>
                        <a:pt x="35719" y="87630"/>
                      </a:cubicBezTo>
                      <a:lnTo>
                        <a:pt x="35052" y="91535"/>
                      </a:lnTo>
                      <a:close/>
                      <a:moveTo>
                        <a:pt x="32290" y="169354"/>
                      </a:moveTo>
                      <a:cubicBezTo>
                        <a:pt x="32195" y="168592"/>
                        <a:pt x="32480" y="167830"/>
                        <a:pt x="33338" y="167164"/>
                      </a:cubicBezTo>
                      <a:cubicBezTo>
                        <a:pt x="34099" y="166402"/>
                        <a:pt x="34862" y="166116"/>
                        <a:pt x="35719" y="166306"/>
                      </a:cubicBezTo>
                      <a:cubicBezTo>
                        <a:pt x="35147" y="167926"/>
                        <a:pt x="34004" y="168974"/>
                        <a:pt x="32290" y="169354"/>
                      </a:cubicBezTo>
                      <a:close/>
                      <a:moveTo>
                        <a:pt x="34004" y="112109"/>
                      </a:moveTo>
                      <a:lnTo>
                        <a:pt x="38005" y="113824"/>
                      </a:lnTo>
                      <a:cubicBezTo>
                        <a:pt x="37624" y="114300"/>
                        <a:pt x="37243" y="114586"/>
                        <a:pt x="36766" y="114586"/>
                      </a:cubicBezTo>
                      <a:cubicBezTo>
                        <a:pt x="35338" y="114586"/>
                        <a:pt x="34480" y="113824"/>
                        <a:pt x="34004" y="112109"/>
                      </a:cubicBezTo>
                      <a:close/>
                      <a:moveTo>
                        <a:pt x="38005" y="117634"/>
                      </a:moveTo>
                      <a:cubicBezTo>
                        <a:pt x="36100" y="119729"/>
                        <a:pt x="35052" y="121063"/>
                        <a:pt x="35052" y="121729"/>
                      </a:cubicBezTo>
                      <a:cubicBezTo>
                        <a:pt x="34385" y="121443"/>
                        <a:pt x="34004" y="120967"/>
                        <a:pt x="34004" y="120301"/>
                      </a:cubicBezTo>
                      <a:lnTo>
                        <a:pt x="34004" y="118300"/>
                      </a:lnTo>
                      <a:lnTo>
                        <a:pt x="38005" y="117729"/>
                      </a:lnTo>
                      <a:close/>
                      <a:moveTo>
                        <a:pt x="35052" y="109633"/>
                      </a:moveTo>
                      <a:cubicBezTo>
                        <a:pt x="34385" y="108395"/>
                        <a:pt x="34766" y="106871"/>
                        <a:pt x="36290" y="105156"/>
                      </a:cubicBezTo>
                      <a:lnTo>
                        <a:pt x="40291" y="109061"/>
                      </a:lnTo>
                      <a:cubicBezTo>
                        <a:pt x="40291" y="109061"/>
                        <a:pt x="39243" y="109252"/>
                        <a:pt x="38386" y="109728"/>
                      </a:cubicBezTo>
                      <a:cubicBezTo>
                        <a:pt x="37529" y="110204"/>
                        <a:pt x="36862" y="110490"/>
                        <a:pt x="36385" y="110490"/>
                      </a:cubicBezTo>
                      <a:cubicBezTo>
                        <a:pt x="35814" y="110490"/>
                        <a:pt x="35338" y="110204"/>
                        <a:pt x="34957" y="109633"/>
                      </a:cubicBezTo>
                      <a:close/>
                      <a:moveTo>
                        <a:pt x="36290" y="150209"/>
                      </a:moveTo>
                      <a:cubicBezTo>
                        <a:pt x="36290" y="150209"/>
                        <a:pt x="35623" y="151352"/>
                        <a:pt x="35623" y="152876"/>
                      </a:cubicBezTo>
                      <a:lnTo>
                        <a:pt x="34957" y="150209"/>
                      </a:lnTo>
                      <a:lnTo>
                        <a:pt x="36195" y="150209"/>
                      </a:lnTo>
                      <a:close/>
                      <a:moveTo>
                        <a:pt x="39719" y="157448"/>
                      </a:moveTo>
                      <a:lnTo>
                        <a:pt x="38005" y="155162"/>
                      </a:lnTo>
                      <a:lnTo>
                        <a:pt x="40386" y="156781"/>
                      </a:lnTo>
                      <a:cubicBezTo>
                        <a:pt x="40291" y="158020"/>
                        <a:pt x="38671" y="158496"/>
                        <a:pt x="35719" y="158210"/>
                      </a:cubicBezTo>
                      <a:lnTo>
                        <a:pt x="39719" y="157353"/>
                      </a:lnTo>
                      <a:close/>
                      <a:moveTo>
                        <a:pt x="41624" y="100870"/>
                      </a:moveTo>
                      <a:cubicBezTo>
                        <a:pt x="41624" y="100870"/>
                        <a:pt x="42196" y="101251"/>
                        <a:pt x="42196" y="101251"/>
                      </a:cubicBezTo>
                      <a:cubicBezTo>
                        <a:pt x="42196" y="101251"/>
                        <a:pt x="41910" y="101346"/>
                        <a:pt x="41624" y="101632"/>
                      </a:cubicBezTo>
                      <a:cubicBezTo>
                        <a:pt x="41053" y="102013"/>
                        <a:pt x="40767" y="102394"/>
                        <a:pt x="40767" y="102679"/>
                      </a:cubicBezTo>
                      <a:lnTo>
                        <a:pt x="39053" y="101251"/>
                      </a:lnTo>
                      <a:cubicBezTo>
                        <a:pt x="39053" y="101251"/>
                        <a:pt x="39814" y="101060"/>
                        <a:pt x="40481" y="100394"/>
                      </a:cubicBezTo>
                      <a:cubicBezTo>
                        <a:pt x="40767" y="100489"/>
                        <a:pt x="41148" y="100679"/>
                        <a:pt x="41529" y="100870"/>
                      </a:cubicBezTo>
                      <a:close/>
                      <a:moveTo>
                        <a:pt x="41338" y="103441"/>
                      </a:moveTo>
                      <a:cubicBezTo>
                        <a:pt x="41338" y="103441"/>
                        <a:pt x="40767" y="102965"/>
                        <a:pt x="40767" y="102679"/>
                      </a:cubicBezTo>
                      <a:lnTo>
                        <a:pt x="41338" y="103441"/>
                      </a:lnTo>
                      <a:close/>
                      <a:moveTo>
                        <a:pt x="43053" y="114395"/>
                      </a:moveTo>
                      <a:cubicBezTo>
                        <a:pt x="43053" y="114395"/>
                        <a:pt x="42386" y="114014"/>
                        <a:pt x="42386" y="113824"/>
                      </a:cubicBezTo>
                      <a:cubicBezTo>
                        <a:pt x="42386" y="113252"/>
                        <a:pt x="42767" y="112776"/>
                        <a:pt x="43529" y="112395"/>
                      </a:cubicBezTo>
                      <a:cubicBezTo>
                        <a:pt x="44291" y="111919"/>
                        <a:pt x="44958" y="111919"/>
                        <a:pt x="45529" y="112204"/>
                      </a:cubicBezTo>
                      <a:cubicBezTo>
                        <a:pt x="45529" y="112586"/>
                        <a:pt x="45053" y="113443"/>
                        <a:pt x="43815" y="114490"/>
                      </a:cubicBezTo>
                      <a:lnTo>
                        <a:pt x="42958" y="114490"/>
                      </a:lnTo>
                      <a:close/>
                      <a:moveTo>
                        <a:pt x="165926" y="62674"/>
                      </a:moveTo>
                      <a:cubicBezTo>
                        <a:pt x="165830" y="65627"/>
                        <a:pt x="165735" y="68771"/>
                        <a:pt x="165735" y="72199"/>
                      </a:cubicBezTo>
                      <a:cubicBezTo>
                        <a:pt x="165735" y="75914"/>
                        <a:pt x="165830" y="81534"/>
                        <a:pt x="166020" y="89059"/>
                      </a:cubicBezTo>
                      <a:cubicBezTo>
                        <a:pt x="166306" y="96583"/>
                        <a:pt x="166306" y="102298"/>
                        <a:pt x="166306" y="106204"/>
                      </a:cubicBezTo>
                      <a:cubicBezTo>
                        <a:pt x="166306" y="115348"/>
                        <a:pt x="165830" y="123253"/>
                        <a:pt x="164877" y="129635"/>
                      </a:cubicBezTo>
                      <a:cubicBezTo>
                        <a:pt x="164592" y="129826"/>
                        <a:pt x="164211" y="129635"/>
                        <a:pt x="163544" y="129064"/>
                      </a:cubicBezTo>
                      <a:cubicBezTo>
                        <a:pt x="163163" y="131064"/>
                        <a:pt x="162687" y="133160"/>
                        <a:pt x="162020" y="135255"/>
                      </a:cubicBezTo>
                      <a:cubicBezTo>
                        <a:pt x="161449" y="137351"/>
                        <a:pt x="160306" y="138874"/>
                        <a:pt x="158496" y="140017"/>
                      </a:cubicBezTo>
                      <a:lnTo>
                        <a:pt x="160210" y="141636"/>
                      </a:lnTo>
                      <a:cubicBezTo>
                        <a:pt x="155924" y="145447"/>
                        <a:pt x="151543" y="149447"/>
                        <a:pt x="147066" y="153448"/>
                      </a:cubicBezTo>
                      <a:cubicBezTo>
                        <a:pt x="141922" y="158115"/>
                        <a:pt x="137255" y="161353"/>
                        <a:pt x="133350" y="163354"/>
                      </a:cubicBezTo>
                      <a:cubicBezTo>
                        <a:pt x="132683" y="163544"/>
                        <a:pt x="131731" y="163544"/>
                        <a:pt x="130397" y="163354"/>
                      </a:cubicBezTo>
                      <a:cubicBezTo>
                        <a:pt x="128968" y="163068"/>
                        <a:pt x="128206" y="162973"/>
                        <a:pt x="127921" y="162973"/>
                      </a:cubicBezTo>
                      <a:cubicBezTo>
                        <a:pt x="126206" y="162973"/>
                        <a:pt x="125254" y="164116"/>
                        <a:pt x="125158" y="166497"/>
                      </a:cubicBezTo>
                      <a:cubicBezTo>
                        <a:pt x="115157" y="166878"/>
                        <a:pt x="107632" y="166783"/>
                        <a:pt x="102679" y="166116"/>
                      </a:cubicBezTo>
                      <a:cubicBezTo>
                        <a:pt x="95345" y="165068"/>
                        <a:pt x="88106" y="162878"/>
                        <a:pt x="81153" y="159353"/>
                      </a:cubicBezTo>
                      <a:lnTo>
                        <a:pt x="78676" y="159353"/>
                      </a:lnTo>
                      <a:cubicBezTo>
                        <a:pt x="79057" y="158687"/>
                        <a:pt x="79248" y="158210"/>
                        <a:pt x="79248" y="157924"/>
                      </a:cubicBezTo>
                      <a:cubicBezTo>
                        <a:pt x="79248" y="157353"/>
                        <a:pt x="78486" y="157067"/>
                        <a:pt x="76867" y="156972"/>
                      </a:cubicBezTo>
                      <a:cubicBezTo>
                        <a:pt x="75247" y="156972"/>
                        <a:pt x="74295" y="156591"/>
                        <a:pt x="74009" y="156019"/>
                      </a:cubicBezTo>
                      <a:cubicBezTo>
                        <a:pt x="72485" y="155543"/>
                        <a:pt x="70295" y="153733"/>
                        <a:pt x="67628" y="150876"/>
                      </a:cubicBezTo>
                      <a:cubicBezTo>
                        <a:pt x="64960" y="147923"/>
                        <a:pt x="62960" y="146590"/>
                        <a:pt x="61722" y="146685"/>
                      </a:cubicBezTo>
                      <a:cubicBezTo>
                        <a:pt x="61341" y="143542"/>
                        <a:pt x="60960" y="141446"/>
                        <a:pt x="60484" y="140303"/>
                      </a:cubicBezTo>
                      <a:cubicBezTo>
                        <a:pt x="59531" y="138494"/>
                        <a:pt x="57721" y="136969"/>
                        <a:pt x="55245" y="135541"/>
                      </a:cubicBezTo>
                      <a:cubicBezTo>
                        <a:pt x="56674" y="135636"/>
                        <a:pt x="58579" y="135350"/>
                        <a:pt x="60770" y="134493"/>
                      </a:cubicBezTo>
                      <a:cubicBezTo>
                        <a:pt x="59817" y="132874"/>
                        <a:pt x="58483" y="132588"/>
                        <a:pt x="56769" y="133731"/>
                      </a:cubicBezTo>
                      <a:lnTo>
                        <a:pt x="52578" y="129254"/>
                      </a:lnTo>
                      <a:cubicBezTo>
                        <a:pt x="52006" y="129254"/>
                        <a:pt x="51340" y="129635"/>
                        <a:pt x="50578" y="130492"/>
                      </a:cubicBezTo>
                      <a:cubicBezTo>
                        <a:pt x="49816" y="131350"/>
                        <a:pt x="48958" y="131635"/>
                        <a:pt x="47911" y="131540"/>
                      </a:cubicBezTo>
                      <a:cubicBezTo>
                        <a:pt x="47911" y="130207"/>
                        <a:pt x="47720" y="129445"/>
                        <a:pt x="47339" y="129349"/>
                      </a:cubicBezTo>
                      <a:cubicBezTo>
                        <a:pt x="50482" y="129159"/>
                        <a:pt x="52006" y="128016"/>
                        <a:pt x="52006" y="125634"/>
                      </a:cubicBezTo>
                      <a:cubicBezTo>
                        <a:pt x="52006" y="124682"/>
                        <a:pt x="51721" y="122968"/>
                        <a:pt x="51054" y="120682"/>
                      </a:cubicBezTo>
                      <a:cubicBezTo>
                        <a:pt x="50482" y="118396"/>
                        <a:pt x="50101" y="116586"/>
                        <a:pt x="50101" y="115348"/>
                      </a:cubicBezTo>
                      <a:cubicBezTo>
                        <a:pt x="50101" y="113252"/>
                        <a:pt x="50959" y="111728"/>
                        <a:pt x="52578" y="110776"/>
                      </a:cubicBezTo>
                      <a:cubicBezTo>
                        <a:pt x="51816" y="101727"/>
                        <a:pt x="52102" y="95631"/>
                        <a:pt x="53626" y="92392"/>
                      </a:cubicBezTo>
                      <a:cubicBezTo>
                        <a:pt x="54007" y="90106"/>
                        <a:pt x="53626" y="87249"/>
                        <a:pt x="52388" y="83725"/>
                      </a:cubicBezTo>
                      <a:cubicBezTo>
                        <a:pt x="50863" y="79629"/>
                        <a:pt x="50101" y="76771"/>
                        <a:pt x="50101" y="75247"/>
                      </a:cubicBezTo>
                      <a:cubicBezTo>
                        <a:pt x="50101" y="73152"/>
                        <a:pt x="50959" y="71247"/>
                        <a:pt x="52578" y="69437"/>
                      </a:cubicBezTo>
                      <a:cubicBezTo>
                        <a:pt x="52197" y="68866"/>
                        <a:pt x="51911" y="68199"/>
                        <a:pt x="51911" y="67342"/>
                      </a:cubicBezTo>
                      <a:cubicBezTo>
                        <a:pt x="51911" y="66770"/>
                        <a:pt x="52006" y="65818"/>
                        <a:pt x="52388" y="64389"/>
                      </a:cubicBezTo>
                      <a:cubicBezTo>
                        <a:pt x="52673" y="63055"/>
                        <a:pt x="52864" y="62008"/>
                        <a:pt x="52864" y="61246"/>
                      </a:cubicBezTo>
                      <a:cubicBezTo>
                        <a:pt x="52864" y="59912"/>
                        <a:pt x="52292" y="58769"/>
                        <a:pt x="51340" y="58007"/>
                      </a:cubicBezTo>
                      <a:cubicBezTo>
                        <a:pt x="51816" y="49339"/>
                        <a:pt x="52102" y="40576"/>
                        <a:pt x="52388" y="31813"/>
                      </a:cubicBezTo>
                      <a:cubicBezTo>
                        <a:pt x="52864" y="20288"/>
                        <a:pt x="52864" y="11144"/>
                        <a:pt x="52578" y="4572"/>
                      </a:cubicBezTo>
                      <a:cubicBezTo>
                        <a:pt x="54292" y="2572"/>
                        <a:pt x="57912" y="1619"/>
                        <a:pt x="63532" y="1619"/>
                      </a:cubicBezTo>
                      <a:cubicBezTo>
                        <a:pt x="64865" y="3238"/>
                        <a:pt x="66961" y="3905"/>
                        <a:pt x="69628" y="3905"/>
                      </a:cubicBezTo>
                      <a:cubicBezTo>
                        <a:pt x="70485" y="3905"/>
                        <a:pt x="71818" y="3810"/>
                        <a:pt x="73628" y="3620"/>
                      </a:cubicBezTo>
                      <a:cubicBezTo>
                        <a:pt x="75438" y="3429"/>
                        <a:pt x="76771" y="3238"/>
                        <a:pt x="77629" y="3238"/>
                      </a:cubicBezTo>
                      <a:cubicBezTo>
                        <a:pt x="80581" y="3238"/>
                        <a:pt x="82867" y="4096"/>
                        <a:pt x="84582" y="5715"/>
                      </a:cubicBezTo>
                      <a:cubicBezTo>
                        <a:pt x="84868" y="8382"/>
                        <a:pt x="84963" y="14097"/>
                        <a:pt x="84772" y="22574"/>
                      </a:cubicBezTo>
                      <a:cubicBezTo>
                        <a:pt x="84772" y="29623"/>
                        <a:pt x="85249" y="35147"/>
                        <a:pt x="86296" y="39338"/>
                      </a:cubicBezTo>
                      <a:lnTo>
                        <a:pt x="84582" y="46387"/>
                      </a:lnTo>
                      <a:cubicBezTo>
                        <a:pt x="84582" y="48101"/>
                        <a:pt x="85344" y="49816"/>
                        <a:pt x="86963" y="51340"/>
                      </a:cubicBezTo>
                      <a:cubicBezTo>
                        <a:pt x="86201" y="52292"/>
                        <a:pt x="85630" y="55721"/>
                        <a:pt x="85058" y="61627"/>
                      </a:cubicBezTo>
                      <a:cubicBezTo>
                        <a:pt x="84582" y="66484"/>
                        <a:pt x="83058" y="69247"/>
                        <a:pt x="80391" y="70009"/>
                      </a:cubicBezTo>
                      <a:cubicBezTo>
                        <a:pt x="83058" y="69818"/>
                        <a:pt x="84391" y="70675"/>
                        <a:pt x="84391" y="72771"/>
                      </a:cubicBezTo>
                      <a:cubicBezTo>
                        <a:pt x="84391" y="73247"/>
                        <a:pt x="84391" y="74200"/>
                        <a:pt x="84106" y="75438"/>
                      </a:cubicBezTo>
                      <a:cubicBezTo>
                        <a:pt x="83915" y="76676"/>
                        <a:pt x="83820" y="77629"/>
                        <a:pt x="84010" y="78105"/>
                      </a:cubicBezTo>
                      <a:lnTo>
                        <a:pt x="82391" y="78105"/>
                      </a:lnTo>
                      <a:cubicBezTo>
                        <a:pt x="84677" y="81058"/>
                        <a:pt x="85725" y="85439"/>
                        <a:pt x="85725" y="91059"/>
                      </a:cubicBezTo>
                      <a:cubicBezTo>
                        <a:pt x="85725" y="94869"/>
                        <a:pt x="85154" y="100108"/>
                        <a:pt x="84010" y="106489"/>
                      </a:cubicBezTo>
                      <a:cubicBezTo>
                        <a:pt x="84677" y="107156"/>
                        <a:pt x="85058" y="108966"/>
                        <a:pt x="85534" y="111823"/>
                      </a:cubicBezTo>
                      <a:cubicBezTo>
                        <a:pt x="85915" y="113919"/>
                        <a:pt x="86963" y="115348"/>
                        <a:pt x="88678" y="116110"/>
                      </a:cubicBezTo>
                      <a:cubicBezTo>
                        <a:pt x="89345" y="118491"/>
                        <a:pt x="88582" y="119729"/>
                        <a:pt x="86392" y="120015"/>
                      </a:cubicBezTo>
                      <a:cubicBezTo>
                        <a:pt x="87725" y="120491"/>
                        <a:pt x="89154" y="121158"/>
                        <a:pt x="90583" y="121825"/>
                      </a:cubicBezTo>
                      <a:cubicBezTo>
                        <a:pt x="92012" y="122492"/>
                        <a:pt x="92678" y="123635"/>
                        <a:pt x="92678" y="125158"/>
                      </a:cubicBezTo>
                      <a:cubicBezTo>
                        <a:pt x="93154" y="127349"/>
                        <a:pt x="95059" y="128873"/>
                        <a:pt x="98012" y="129826"/>
                      </a:cubicBezTo>
                      <a:cubicBezTo>
                        <a:pt x="101537" y="131064"/>
                        <a:pt x="103822" y="132302"/>
                        <a:pt x="104965" y="133540"/>
                      </a:cubicBezTo>
                      <a:cubicBezTo>
                        <a:pt x="107251" y="134207"/>
                        <a:pt x="109442" y="134588"/>
                        <a:pt x="111728" y="134588"/>
                      </a:cubicBezTo>
                      <a:cubicBezTo>
                        <a:pt x="119634" y="134588"/>
                        <a:pt x="124778" y="131635"/>
                        <a:pt x="127159" y="125730"/>
                      </a:cubicBezTo>
                      <a:cubicBezTo>
                        <a:pt x="129826" y="124778"/>
                        <a:pt x="131159" y="121539"/>
                        <a:pt x="131159" y="116014"/>
                      </a:cubicBezTo>
                      <a:lnTo>
                        <a:pt x="136017" y="115443"/>
                      </a:lnTo>
                      <a:cubicBezTo>
                        <a:pt x="136874" y="111823"/>
                        <a:pt x="137255" y="107918"/>
                        <a:pt x="137255" y="103918"/>
                      </a:cubicBezTo>
                      <a:cubicBezTo>
                        <a:pt x="137255" y="99250"/>
                        <a:pt x="136493" y="92392"/>
                        <a:pt x="134779" y="83439"/>
                      </a:cubicBezTo>
                      <a:cubicBezTo>
                        <a:pt x="133255" y="74486"/>
                        <a:pt x="132397" y="67818"/>
                        <a:pt x="132397" y="63532"/>
                      </a:cubicBezTo>
                      <a:cubicBezTo>
                        <a:pt x="132397" y="61436"/>
                        <a:pt x="132588" y="59341"/>
                        <a:pt x="132779" y="57340"/>
                      </a:cubicBezTo>
                      <a:cubicBezTo>
                        <a:pt x="134493" y="51435"/>
                        <a:pt x="135350" y="47625"/>
                        <a:pt x="135350" y="45815"/>
                      </a:cubicBezTo>
                      <a:cubicBezTo>
                        <a:pt x="135350" y="43434"/>
                        <a:pt x="134779" y="41434"/>
                        <a:pt x="133636" y="39814"/>
                      </a:cubicBezTo>
                      <a:lnTo>
                        <a:pt x="132779" y="6191"/>
                      </a:lnTo>
                      <a:cubicBezTo>
                        <a:pt x="134207" y="3048"/>
                        <a:pt x="136207" y="1429"/>
                        <a:pt x="138779" y="1429"/>
                      </a:cubicBezTo>
                      <a:cubicBezTo>
                        <a:pt x="139637" y="1429"/>
                        <a:pt x="140779" y="1619"/>
                        <a:pt x="142399" y="2000"/>
                      </a:cubicBezTo>
                      <a:cubicBezTo>
                        <a:pt x="144018" y="2286"/>
                        <a:pt x="145256" y="2476"/>
                        <a:pt x="146113" y="2476"/>
                      </a:cubicBezTo>
                      <a:cubicBezTo>
                        <a:pt x="148209" y="2476"/>
                        <a:pt x="150019" y="1619"/>
                        <a:pt x="151543" y="0"/>
                      </a:cubicBezTo>
                      <a:cubicBezTo>
                        <a:pt x="152495" y="667"/>
                        <a:pt x="155448" y="1238"/>
                        <a:pt x="160210" y="1619"/>
                      </a:cubicBezTo>
                      <a:cubicBezTo>
                        <a:pt x="163830" y="2000"/>
                        <a:pt x="166020" y="3524"/>
                        <a:pt x="166687" y="6096"/>
                      </a:cubicBezTo>
                      <a:cubicBezTo>
                        <a:pt x="166116" y="9430"/>
                        <a:pt x="165830" y="13430"/>
                        <a:pt x="165830" y="18288"/>
                      </a:cubicBezTo>
                      <a:cubicBezTo>
                        <a:pt x="165830" y="20288"/>
                        <a:pt x="165926" y="23622"/>
                        <a:pt x="166020" y="28004"/>
                      </a:cubicBezTo>
                      <a:cubicBezTo>
                        <a:pt x="166020" y="32385"/>
                        <a:pt x="166211" y="35623"/>
                        <a:pt x="166211" y="37814"/>
                      </a:cubicBezTo>
                      <a:cubicBezTo>
                        <a:pt x="166211" y="43910"/>
                        <a:pt x="165830" y="49054"/>
                        <a:pt x="164973" y="53245"/>
                      </a:cubicBezTo>
                      <a:cubicBezTo>
                        <a:pt x="166687" y="56959"/>
                        <a:pt x="166973" y="59626"/>
                        <a:pt x="166116" y="61150"/>
                      </a:cubicBezTo>
                      <a:cubicBezTo>
                        <a:pt x="164687" y="61150"/>
                        <a:pt x="163925" y="61436"/>
                        <a:pt x="163734" y="62008"/>
                      </a:cubicBezTo>
                      <a:cubicBezTo>
                        <a:pt x="163925" y="62389"/>
                        <a:pt x="164687" y="62579"/>
                        <a:pt x="166116" y="62579"/>
                      </a:cubicBezTo>
                      <a:close/>
                      <a:moveTo>
                        <a:pt x="51245" y="163830"/>
                      </a:moveTo>
                      <a:lnTo>
                        <a:pt x="47244" y="163163"/>
                      </a:lnTo>
                      <a:lnTo>
                        <a:pt x="50197" y="161544"/>
                      </a:lnTo>
                      <a:lnTo>
                        <a:pt x="51245" y="163830"/>
                      </a:lnTo>
                      <a:close/>
                      <a:moveTo>
                        <a:pt x="48482" y="135350"/>
                      </a:moveTo>
                      <a:cubicBezTo>
                        <a:pt x="48482" y="136588"/>
                        <a:pt x="48863" y="137351"/>
                        <a:pt x="49530" y="137636"/>
                      </a:cubicBezTo>
                      <a:lnTo>
                        <a:pt x="48482" y="138208"/>
                      </a:lnTo>
                      <a:lnTo>
                        <a:pt x="47815" y="138208"/>
                      </a:lnTo>
                      <a:lnTo>
                        <a:pt x="47815" y="135350"/>
                      </a:lnTo>
                      <a:lnTo>
                        <a:pt x="48482" y="135350"/>
                      </a:lnTo>
                      <a:close/>
                      <a:moveTo>
                        <a:pt x="47815" y="169354"/>
                      </a:moveTo>
                      <a:lnTo>
                        <a:pt x="49530" y="167069"/>
                      </a:lnTo>
                      <a:lnTo>
                        <a:pt x="52483" y="167069"/>
                      </a:lnTo>
                      <a:lnTo>
                        <a:pt x="47815" y="169354"/>
                      </a:lnTo>
                      <a:close/>
                      <a:moveTo>
                        <a:pt x="52483" y="121729"/>
                      </a:moveTo>
                      <a:lnTo>
                        <a:pt x="56674" y="121729"/>
                      </a:lnTo>
                      <a:cubicBezTo>
                        <a:pt x="55912" y="119920"/>
                        <a:pt x="54578" y="119063"/>
                        <a:pt x="52483" y="119253"/>
                      </a:cubicBezTo>
                      <a:lnTo>
                        <a:pt x="52483" y="121729"/>
                      </a:lnTo>
                      <a:close/>
                      <a:moveTo>
                        <a:pt x="61722" y="147066"/>
                      </a:moveTo>
                      <a:lnTo>
                        <a:pt x="60103" y="147066"/>
                      </a:lnTo>
                      <a:cubicBezTo>
                        <a:pt x="60960" y="146685"/>
                        <a:pt x="61436" y="146494"/>
                        <a:pt x="61722" y="146494"/>
                      </a:cubicBezTo>
                      <a:lnTo>
                        <a:pt x="61722" y="147066"/>
                      </a:lnTo>
                      <a:close/>
                      <a:moveTo>
                        <a:pt x="61722" y="109538"/>
                      </a:moveTo>
                      <a:cubicBezTo>
                        <a:pt x="62293" y="109823"/>
                        <a:pt x="62770" y="109919"/>
                        <a:pt x="62960" y="109919"/>
                      </a:cubicBezTo>
                      <a:cubicBezTo>
                        <a:pt x="63817" y="109919"/>
                        <a:pt x="64579" y="109347"/>
                        <a:pt x="65151" y="108109"/>
                      </a:cubicBezTo>
                      <a:cubicBezTo>
                        <a:pt x="65818" y="106871"/>
                        <a:pt x="66484" y="106204"/>
                        <a:pt x="67342" y="106204"/>
                      </a:cubicBezTo>
                      <a:cubicBezTo>
                        <a:pt x="66770" y="105918"/>
                        <a:pt x="66294" y="105823"/>
                        <a:pt x="65913" y="105823"/>
                      </a:cubicBezTo>
                      <a:cubicBezTo>
                        <a:pt x="65056" y="105823"/>
                        <a:pt x="64389" y="106394"/>
                        <a:pt x="64008" y="107728"/>
                      </a:cubicBezTo>
                      <a:cubicBezTo>
                        <a:pt x="63532" y="108966"/>
                        <a:pt x="62865" y="109538"/>
                        <a:pt x="61627" y="109538"/>
                      </a:cubicBezTo>
                      <a:close/>
                      <a:moveTo>
                        <a:pt x="62389" y="126206"/>
                      </a:moveTo>
                      <a:cubicBezTo>
                        <a:pt x="62960" y="126492"/>
                        <a:pt x="63532" y="126492"/>
                        <a:pt x="64103" y="126206"/>
                      </a:cubicBezTo>
                      <a:cubicBezTo>
                        <a:pt x="64865" y="125825"/>
                        <a:pt x="65532" y="125634"/>
                        <a:pt x="65818" y="125634"/>
                      </a:cubicBezTo>
                      <a:cubicBezTo>
                        <a:pt x="64579" y="124396"/>
                        <a:pt x="64008" y="123635"/>
                        <a:pt x="64103" y="123349"/>
                      </a:cubicBezTo>
                      <a:lnTo>
                        <a:pt x="62389" y="126206"/>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 name="Google Shape;921;p99"/>
                <p:cNvSpPr/>
                <p:nvPr/>
              </p:nvSpPr>
              <p:spPr>
                <a:xfrm>
                  <a:off x="7007351" y="5348097"/>
                  <a:ext cx="148875" cy="166129"/>
                </a:xfrm>
                <a:custGeom>
                  <a:avLst/>
                  <a:gdLst/>
                  <a:ahLst/>
                  <a:cxnLst/>
                  <a:rect l="l" t="t" r="r" b="b"/>
                  <a:pathLst>
                    <a:path w="148875" h="166129" extrusionOk="0">
                      <a:moveTo>
                        <a:pt x="120777" y="44291"/>
                      </a:moveTo>
                      <a:cubicBezTo>
                        <a:pt x="121063" y="44958"/>
                        <a:pt x="121539" y="45339"/>
                        <a:pt x="122301" y="45339"/>
                      </a:cubicBezTo>
                      <a:lnTo>
                        <a:pt x="124016" y="45339"/>
                      </a:lnTo>
                      <a:cubicBezTo>
                        <a:pt x="122206" y="49911"/>
                        <a:pt x="122015" y="55626"/>
                        <a:pt x="123444" y="62389"/>
                      </a:cubicBezTo>
                      <a:cubicBezTo>
                        <a:pt x="122968" y="63913"/>
                        <a:pt x="121634" y="66294"/>
                        <a:pt x="119253" y="69628"/>
                      </a:cubicBezTo>
                      <a:lnTo>
                        <a:pt x="120872" y="71247"/>
                      </a:lnTo>
                      <a:cubicBezTo>
                        <a:pt x="120301" y="72390"/>
                        <a:pt x="118872" y="73247"/>
                        <a:pt x="116491" y="73914"/>
                      </a:cubicBezTo>
                      <a:cubicBezTo>
                        <a:pt x="114109" y="74581"/>
                        <a:pt x="112490" y="75629"/>
                        <a:pt x="111823" y="76771"/>
                      </a:cubicBezTo>
                      <a:lnTo>
                        <a:pt x="115824" y="77438"/>
                      </a:lnTo>
                      <a:cubicBezTo>
                        <a:pt x="112490" y="82487"/>
                        <a:pt x="106680" y="88582"/>
                        <a:pt x="98298" y="95536"/>
                      </a:cubicBezTo>
                      <a:lnTo>
                        <a:pt x="94869" y="95536"/>
                      </a:lnTo>
                      <a:lnTo>
                        <a:pt x="94869" y="97822"/>
                      </a:lnTo>
                      <a:cubicBezTo>
                        <a:pt x="94869" y="97822"/>
                        <a:pt x="94202" y="97155"/>
                        <a:pt x="93631" y="97155"/>
                      </a:cubicBezTo>
                      <a:cubicBezTo>
                        <a:pt x="92488" y="97250"/>
                        <a:pt x="91821" y="97250"/>
                        <a:pt x="91535" y="97155"/>
                      </a:cubicBezTo>
                      <a:lnTo>
                        <a:pt x="90868" y="97822"/>
                      </a:lnTo>
                      <a:cubicBezTo>
                        <a:pt x="92869" y="98393"/>
                        <a:pt x="94298" y="100203"/>
                        <a:pt x="95059" y="103441"/>
                      </a:cubicBezTo>
                      <a:cubicBezTo>
                        <a:pt x="95917" y="106585"/>
                        <a:pt x="96964" y="108299"/>
                        <a:pt x="98203" y="108585"/>
                      </a:cubicBezTo>
                      <a:cubicBezTo>
                        <a:pt x="97822" y="111157"/>
                        <a:pt x="98774" y="113919"/>
                        <a:pt x="101346" y="116872"/>
                      </a:cubicBezTo>
                      <a:cubicBezTo>
                        <a:pt x="104299" y="120205"/>
                        <a:pt x="105918" y="122872"/>
                        <a:pt x="106394" y="125158"/>
                      </a:cubicBezTo>
                      <a:cubicBezTo>
                        <a:pt x="105537" y="126683"/>
                        <a:pt x="103823" y="127063"/>
                        <a:pt x="101155" y="126492"/>
                      </a:cubicBezTo>
                      <a:cubicBezTo>
                        <a:pt x="98584" y="125921"/>
                        <a:pt x="97346" y="126016"/>
                        <a:pt x="97346" y="126777"/>
                      </a:cubicBezTo>
                      <a:cubicBezTo>
                        <a:pt x="97346" y="127444"/>
                        <a:pt x="97631" y="128397"/>
                        <a:pt x="98203" y="129635"/>
                      </a:cubicBezTo>
                      <a:lnTo>
                        <a:pt x="101346" y="128969"/>
                      </a:lnTo>
                      <a:cubicBezTo>
                        <a:pt x="101632" y="129540"/>
                        <a:pt x="101060" y="130683"/>
                        <a:pt x="99727" y="132302"/>
                      </a:cubicBezTo>
                      <a:lnTo>
                        <a:pt x="102298" y="134588"/>
                      </a:lnTo>
                      <a:cubicBezTo>
                        <a:pt x="102298" y="134588"/>
                        <a:pt x="103156" y="133064"/>
                        <a:pt x="103823" y="131254"/>
                      </a:cubicBezTo>
                      <a:lnTo>
                        <a:pt x="104870" y="135159"/>
                      </a:lnTo>
                      <a:cubicBezTo>
                        <a:pt x="106680" y="134588"/>
                        <a:pt x="107537" y="132778"/>
                        <a:pt x="107156" y="129635"/>
                      </a:cubicBezTo>
                      <a:cubicBezTo>
                        <a:pt x="109157" y="130588"/>
                        <a:pt x="110680" y="132588"/>
                        <a:pt x="111823" y="135541"/>
                      </a:cubicBezTo>
                      <a:cubicBezTo>
                        <a:pt x="112872" y="138494"/>
                        <a:pt x="114300" y="140303"/>
                        <a:pt x="115824" y="140875"/>
                      </a:cubicBezTo>
                      <a:cubicBezTo>
                        <a:pt x="115348" y="142018"/>
                        <a:pt x="115158" y="143065"/>
                        <a:pt x="115158" y="144208"/>
                      </a:cubicBezTo>
                      <a:cubicBezTo>
                        <a:pt x="115158" y="146209"/>
                        <a:pt x="116205" y="148971"/>
                        <a:pt x="118396" y="152304"/>
                      </a:cubicBezTo>
                      <a:cubicBezTo>
                        <a:pt x="120587" y="155638"/>
                        <a:pt x="121634" y="158020"/>
                        <a:pt x="121634" y="159448"/>
                      </a:cubicBezTo>
                      <a:cubicBezTo>
                        <a:pt x="121634" y="161449"/>
                        <a:pt x="120682" y="163163"/>
                        <a:pt x="118491" y="164877"/>
                      </a:cubicBezTo>
                      <a:cubicBezTo>
                        <a:pt x="116872" y="164877"/>
                        <a:pt x="114015" y="165068"/>
                        <a:pt x="110014" y="165544"/>
                      </a:cubicBezTo>
                      <a:cubicBezTo>
                        <a:pt x="106109" y="165926"/>
                        <a:pt x="103156" y="166116"/>
                        <a:pt x="101155" y="166116"/>
                      </a:cubicBezTo>
                      <a:cubicBezTo>
                        <a:pt x="95059" y="166116"/>
                        <a:pt x="90202" y="164401"/>
                        <a:pt x="86868" y="161163"/>
                      </a:cubicBezTo>
                      <a:lnTo>
                        <a:pt x="86296" y="162211"/>
                      </a:lnTo>
                      <a:cubicBezTo>
                        <a:pt x="85440" y="160210"/>
                        <a:pt x="84677" y="158115"/>
                        <a:pt x="83725" y="156019"/>
                      </a:cubicBezTo>
                      <a:cubicBezTo>
                        <a:pt x="82391" y="153257"/>
                        <a:pt x="80772" y="151638"/>
                        <a:pt x="78677" y="151067"/>
                      </a:cubicBezTo>
                      <a:cubicBezTo>
                        <a:pt x="79057" y="150114"/>
                        <a:pt x="79343" y="149257"/>
                        <a:pt x="79343" y="148590"/>
                      </a:cubicBezTo>
                      <a:cubicBezTo>
                        <a:pt x="79343" y="147161"/>
                        <a:pt x="78296" y="145637"/>
                        <a:pt x="76295" y="144208"/>
                      </a:cubicBezTo>
                      <a:cubicBezTo>
                        <a:pt x="74200" y="142779"/>
                        <a:pt x="73152" y="141351"/>
                        <a:pt x="73152" y="139922"/>
                      </a:cubicBezTo>
                      <a:cubicBezTo>
                        <a:pt x="73152" y="138970"/>
                        <a:pt x="73533" y="137922"/>
                        <a:pt x="74009" y="136874"/>
                      </a:cubicBezTo>
                      <a:cubicBezTo>
                        <a:pt x="72580" y="134874"/>
                        <a:pt x="70961" y="131159"/>
                        <a:pt x="68961" y="125444"/>
                      </a:cubicBezTo>
                      <a:cubicBezTo>
                        <a:pt x="67246" y="120682"/>
                        <a:pt x="65151" y="117062"/>
                        <a:pt x="62579" y="114776"/>
                      </a:cubicBezTo>
                      <a:cubicBezTo>
                        <a:pt x="62579" y="111157"/>
                        <a:pt x="60960" y="106871"/>
                        <a:pt x="57721" y="102013"/>
                      </a:cubicBezTo>
                      <a:lnTo>
                        <a:pt x="51435" y="101155"/>
                      </a:lnTo>
                      <a:lnTo>
                        <a:pt x="52007" y="100584"/>
                      </a:lnTo>
                      <a:cubicBezTo>
                        <a:pt x="51625" y="99917"/>
                        <a:pt x="51054" y="99536"/>
                        <a:pt x="50387" y="99536"/>
                      </a:cubicBezTo>
                      <a:lnTo>
                        <a:pt x="48006" y="102013"/>
                      </a:lnTo>
                      <a:cubicBezTo>
                        <a:pt x="47244" y="102013"/>
                        <a:pt x="45720" y="102394"/>
                        <a:pt x="43243" y="103060"/>
                      </a:cubicBezTo>
                      <a:cubicBezTo>
                        <a:pt x="40767" y="103727"/>
                        <a:pt x="38958" y="104108"/>
                        <a:pt x="37624" y="104108"/>
                      </a:cubicBezTo>
                      <a:cubicBezTo>
                        <a:pt x="36672" y="104108"/>
                        <a:pt x="35814" y="103822"/>
                        <a:pt x="35052" y="103537"/>
                      </a:cubicBezTo>
                      <a:cubicBezTo>
                        <a:pt x="34957" y="103822"/>
                        <a:pt x="34862" y="104108"/>
                        <a:pt x="34862" y="104299"/>
                      </a:cubicBezTo>
                      <a:cubicBezTo>
                        <a:pt x="34862" y="104775"/>
                        <a:pt x="35052" y="105156"/>
                        <a:pt x="35433" y="105442"/>
                      </a:cubicBezTo>
                      <a:cubicBezTo>
                        <a:pt x="35814" y="105823"/>
                        <a:pt x="36005" y="106013"/>
                        <a:pt x="36005" y="106108"/>
                      </a:cubicBezTo>
                      <a:cubicBezTo>
                        <a:pt x="36005" y="106394"/>
                        <a:pt x="35433" y="106871"/>
                        <a:pt x="34100" y="107537"/>
                      </a:cubicBezTo>
                      <a:lnTo>
                        <a:pt x="35147" y="120301"/>
                      </a:lnTo>
                      <a:lnTo>
                        <a:pt x="33433" y="121729"/>
                      </a:lnTo>
                      <a:cubicBezTo>
                        <a:pt x="34576" y="125730"/>
                        <a:pt x="35147" y="131254"/>
                        <a:pt x="35147" y="138398"/>
                      </a:cubicBezTo>
                      <a:cubicBezTo>
                        <a:pt x="35147" y="139065"/>
                        <a:pt x="34766" y="140589"/>
                        <a:pt x="34195" y="142875"/>
                      </a:cubicBezTo>
                      <a:cubicBezTo>
                        <a:pt x="33624" y="145161"/>
                        <a:pt x="33242" y="146876"/>
                        <a:pt x="33242" y="148114"/>
                      </a:cubicBezTo>
                      <a:cubicBezTo>
                        <a:pt x="33242" y="150304"/>
                        <a:pt x="34100" y="152019"/>
                        <a:pt x="35719" y="153257"/>
                      </a:cubicBezTo>
                      <a:cubicBezTo>
                        <a:pt x="34766" y="153924"/>
                        <a:pt x="34290" y="155258"/>
                        <a:pt x="34290" y="157162"/>
                      </a:cubicBezTo>
                      <a:lnTo>
                        <a:pt x="34290" y="159258"/>
                      </a:lnTo>
                      <a:cubicBezTo>
                        <a:pt x="34385" y="160115"/>
                        <a:pt x="34480" y="160686"/>
                        <a:pt x="34480" y="161068"/>
                      </a:cubicBezTo>
                      <a:cubicBezTo>
                        <a:pt x="34480" y="163734"/>
                        <a:pt x="32957" y="164783"/>
                        <a:pt x="30004" y="164401"/>
                      </a:cubicBezTo>
                      <a:lnTo>
                        <a:pt x="31052" y="165259"/>
                      </a:lnTo>
                      <a:cubicBezTo>
                        <a:pt x="28766" y="166211"/>
                        <a:pt x="25908" y="166402"/>
                        <a:pt x="22384" y="165735"/>
                      </a:cubicBezTo>
                      <a:cubicBezTo>
                        <a:pt x="18859" y="165163"/>
                        <a:pt x="16573" y="165259"/>
                        <a:pt x="15430" y="166020"/>
                      </a:cubicBezTo>
                      <a:cubicBezTo>
                        <a:pt x="10668" y="165449"/>
                        <a:pt x="6001" y="164211"/>
                        <a:pt x="1714" y="162115"/>
                      </a:cubicBezTo>
                      <a:cubicBezTo>
                        <a:pt x="1905" y="151543"/>
                        <a:pt x="1714" y="135446"/>
                        <a:pt x="1048" y="113633"/>
                      </a:cubicBezTo>
                      <a:lnTo>
                        <a:pt x="0" y="113633"/>
                      </a:lnTo>
                      <a:cubicBezTo>
                        <a:pt x="1143" y="112204"/>
                        <a:pt x="1714" y="110299"/>
                        <a:pt x="1714" y="108109"/>
                      </a:cubicBezTo>
                      <a:cubicBezTo>
                        <a:pt x="1714" y="107347"/>
                        <a:pt x="1524" y="105918"/>
                        <a:pt x="1238" y="103918"/>
                      </a:cubicBezTo>
                      <a:cubicBezTo>
                        <a:pt x="953" y="101917"/>
                        <a:pt x="858" y="100393"/>
                        <a:pt x="858" y="99250"/>
                      </a:cubicBezTo>
                      <a:cubicBezTo>
                        <a:pt x="858" y="96774"/>
                        <a:pt x="1429" y="94583"/>
                        <a:pt x="2762" y="92678"/>
                      </a:cubicBezTo>
                      <a:cubicBezTo>
                        <a:pt x="2000" y="85534"/>
                        <a:pt x="1714" y="75724"/>
                        <a:pt x="1714" y="63437"/>
                      </a:cubicBezTo>
                      <a:lnTo>
                        <a:pt x="1714" y="33338"/>
                      </a:lnTo>
                      <a:cubicBezTo>
                        <a:pt x="858" y="32766"/>
                        <a:pt x="476" y="32194"/>
                        <a:pt x="476" y="31528"/>
                      </a:cubicBezTo>
                      <a:cubicBezTo>
                        <a:pt x="476" y="31147"/>
                        <a:pt x="858" y="30289"/>
                        <a:pt x="1619" y="29051"/>
                      </a:cubicBezTo>
                      <a:cubicBezTo>
                        <a:pt x="2381" y="27813"/>
                        <a:pt x="2762" y="26860"/>
                        <a:pt x="2762" y="26194"/>
                      </a:cubicBezTo>
                      <a:cubicBezTo>
                        <a:pt x="1048" y="24670"/>
                        <a:pt x="191" y="22955"/>
                        <a:pt x="191" y="21050"/>
                      </a:cubicBezTo>
                      <a:cubicBezTo>
                        <a:pt x="191" y="19812"/>
                        <a:pt x="667" y="17716"/>
                        <a:pt x="1714" y="14859"/>
                      </a:cubicBezTo>
                      <a:cubicBezTo>
                        <a:pt x="2667" y="12001"/>
                        <a:pt x="3048" y="9715"/>
                        <a:pt x="2762" y="8096"/>
                      </a:cubicBezTo>
                      <a:lnTo>
                        <a:pt x="11430" y="857"/>
                      </a:lnTo>
                      <a:lnTo>
                        <a:pt x="48578" y="0"/>
                      </a:lnTo>
                      <a:cubicBezTo>
                        <a:pt x="49054" y="667"/>
                        <a:pt x="50768" y="2191"/>
                        <a:pt x="53626" y="4572"/>
                      </a:cubicBezTo>
                      <a:cubicBezTo>
                        <a:pt x="55626" y="6382"/>
                        <a:pt x="56865" y="8191"/>
                        <a:pt x="57626" y="10287"/>
                      </a:cubicBezTo>
                      <a:cubicBezTo>
                        <a:pt x="57626" y="9620"/>
                        <a:pt x="57531" y="9049"/>
                        <a:pt x="57531" y="8477"/>
                      </a:cubicBezTo>
                      <a:cubicBezTo>
                        <a:pt x="57531" y="6667"/>
                        <a:pt x="58579" y="5239"/>
                        <a:pt x="60865" y="4096"/>
                      </a:cubicBezTo>
                      <a:cubicBezTo>
                        <a:pt x="63627" y="2762"/>
                        <a:pt x="65437" y="1619"/>
                        <a:pt x="65913" y="857"/>
                      </a:cubicBezTo>
                      <a:cubicBezTo>
                        <a:pt x="66770" y="571"/>
                        <a:pt x="67723" y="1143"/>
                        <a:pt x="68866" y="2476"/>
                      </a:cubicBezTo>
                      <a:cubicBezTo>
                        <a:pt x="69247" y="2476"/>
                        <a:pt x="69723" y="2286"/>
                        <a:pt x="70295" y="2286"/>
                      </a:cubicBezTo>
                      <a:cubicBezTo>
                        <a:pt x="71247" y="2286"/>
                        <a:pt x="72866" y="2953"/>
                        <a:pt x="75057" y="4191"/>
                      </a:cubicBezTo>
                      <a:cubicBezTo>
                        <a:pt x="77248" y="5429"/>
                        <a:pt x="78962" y="6001"/>
                        <a:pt x="80296" y="5810"/>
                      </a:cubicBezTo>
                      <a:lnTo>
                        <a:pt x="87439" y="5810"/>
                      </a:lnTo>
                      <a:cubicBezTo>
                        <a:pt x="87059" y="8001"/>
                        <a:pt x="87821" y="9144"/>
                        <a:pt x="89821" y="9144"/>
                      </a:cubicBezTo>
                      <a:cubicBezTo>
                        <a:pt x="89916" y="9144"/>
                        <a:pt x="90297" y="9144"/>
                        <a:pt x="90868" y="8954"/>
                      </a:cubicBezTo>
                      <a:lnTo>
                        <a:pt x="92393" y="8954"/>
                      </a:lnTo>
                      <a:cubicBezTo>
                        <a:pt x="94202" y="8954"/>
                        <a:pt x="95250" y="9811"/>
                        <a:pt x="95631" y="11430"/>
                      </a:cubicBezTo>
                      <a:lnTo>
                        <a:pt x="100679" y="11430"/>
                      </a:lnTo>
                      <a:cubicBezTo>
                        <a:pt x="103727" y="14383"/>
                        <a:pt x="106871" y="17240"/>
                        <a:pt x="110014" y="20098"/>
                      </a:cubicBezTo>
                      <a:cubicBezTo>
                        <a:pt x="113633" y="23717"/>
                        <a:pt x="115634" y="27051"/>
                        <a:pt x="115919" y="30194"/>
                      </a:cubicBezTo>
                      <a:cubicBezTo>
                        <a:pt x="118015" y="31337"/>
                        <a:pt x="119349" y="33147"/>
                        <a:pt x="120110" y="35814"/>
                      </a:cubicBezTo>
                      <a:cubicBezTo>
                        <a:pt x="121063" y="39433"/>
                        <a:pt x="121920" y="41910"/>
                        <a:pt x="122587" y="43053"/>
                      </a:cubicBezTo>
                      <a:lnTo>
                        <a:pt x="120872" y="44482"/>
                      </a:lnTo>
                      <a:close/>
                      <a:moveTo>
                        <a:pt x="19812" y="52102"/>
                      </a:moveTo>
                      <a:lnTo>
                        <a:pt x="19812" y="47625"/>
                      </a:lnTo>
                      <a:lnTo>
                        <a:pt x="19050" y="47625"/>
                      </a:lnTo>
                      <a:lnTo>
                        <a:pt x="19050" y="52102"/>
                      </a:lnTo>
                      <a:lnTo>
                        <a:pt x="19812" y="52102"/>
                      </a:lnTo>
                      <a:close/>
                      <a:moveTo>
                        <a:pt x="25527" y="24574"/>
                      </a:moveTo>
                      <a:cubicBezTo>
                        <a:pt x="25337" y="23908"/>
                        <a:pt x="25527" y="22765"/>
                        <a:pt x="25813" y="21336"/>
                      </a:cubicBezTo>
                      <a:cubicBezTo>
                        <a:pt x="26194" y="19907"/>
                        <a:pt x="26289" y="18955"/>
                        <a:pt x="26289" y="18574"/>
                      </a:cubicBezTo>
                      <a:cubicBezTo>
                        <a:pt x="26289" y="16954"/>
                        <a:pt x="25432" y="15812"/>
                        <a:pt x="23717" y="15240"/>
                      </a:cubicBezTo>
                      <a:lnTo>
                        <a:pt x="26289" y="12763"/>
                      </a:lnTo>
                      <a:cubicBezTo>
                        <a:pt x="26289" y="12763"/>
                        <a:pt x="26289" y="12287"/>
                        <a:pt x="26098" y="12001"/>
                      </a:cubicBezTo>
                      <a:cubicBezTo>
                        <a:pt x="24479" y="13335"/>
                        <a:pt x="23527" y="14764"/>
                        <a:pt x="23527" y="16097"/>
                      </a:cubicBezTo>
                      <a:cubicBezTo>
                        <a:pt x="23527" y="16764"/>
                        <a:pt x="24193" y="18574"/>
                        <a:pt x="25527" y="21431"/>
                      </a:cubicBezTo>
                      <a:cubicBezTo>
                        <a:pt x="24670" y="21622"/>
                        <a:pt x="24099" y="22098"/>
                        <a:pt x="23908" y="22860"/>
                      </a:cubicBezTo>
                      <a:cubicBezTo>
                        <a:pt x="23717" y="23717"/>
                        <a:pt x="23432" y="24289"/>
                        <a:pt x="22956" y="24574"/>
                      </a:cubicBezTo>
                      <a:lnTo>
                        <a:pt x="25527" y="24574"/>
                      </a:lnTo>
                      <a:close/>
                      <a:moveTo>
                        <a:pt x="34100" y="19812"/>
                      </a:moveTo>
                      <a:lnTo>
                        <a:pt x="37433" y="22098"/>
                      </a:lnTo>
                      <a:lnTo>
                        <a:pt x="37433" y="22288"/>
                      </a:lnTo>
                      <a:lnTo>
                        <a:pt x="35719" y="24003"/>
                      </a:lnTo>
                      <a:lnTo>
                        <a:pt x="37433" y="24003"/>
                      </a:lnTo>
                      <a:lnTo>
                        <a:pt x="37433" y="12668"/>
                      </a:lnTo>
                      <a:cubicBezTo>
                        <a:pt x="37433" y="12668"/>
                        <a:pt x="36290" y="13621"/>
                        <a:pt x="35338" y="14288"/>
                      </a:cubicBezTo>
                      <a:cubicBezTo>
                        <a:pt x="35338" y="13811"/>
                        <a:pt x="34862" y="13716"/>
                        <a:pt x="34004" y="13716"/>
                      </a:cubicBezTo>
                      <a:cubicBezTo>
                        <a:pt x="34480" y="14192"/>
                        <a:pt x="34862" y="14478"/>
                        <a:pt x="35338" y="14288"/>
                      </a:cubicBezTo>
                      <a:cubicBezTo>
                        <a:pt x="35528" y="14764"/>
                        <a:pt x="35338" y="15716"/>
                        <a:pt x="34862" y="16954"/>
                      </a:cubicBezTo>
                      <a:cubicBezTo>
                        <a:pt x="34862" y="16764"/>
                        <a:pt x="34862" y="16669"/>
                        <a:pt x="35052" y="16478"/>
                      </a:cubicBezTo>
                      <a:cubicBezTo>
                        <a:pt x="35623" y="16478"/>
                        <a:pt x="36100" y="16859"/>
                        <a:pt x="36576" y="17526"/>
                      </a:cubicBezTo>
                      <a:lnTo>
                        <a:pt x="34004" y="19812"/>
                      </a:lnTo>
                      <a:close/>
                      <a:moveTo>
                        <a:pt x="87344" y="54388"/>
                      </a:moveTo>
                      <a:cubicBezTo>
                        <a:pt x="87630" y="53721"/>
                        <a:pt x="87821" y="53149"/>
                        <a:pt x="87821" y="52768"/>
                      </a:cubicBezTo>
                      <a:cubicBezTo>
                        <a:pt x="87821" y="51816"/>
                        <a:pt x="87249" y="50863"/>
                        <a:pt x="85916" y="49911"/>
                      </a:cubicBezTo>
                      <a:cubicBezTo>
                        <a:pt x="84677" y="48958"/>
                        <a:pt x="83915" y="48196"/>
                        <a:pt x="83534" y="47625"/>
                      </a:cubicBezTo>
                      <a:cubicBezTo>
                        <a:pt x="84106" y="46768"/>
                        <a:pt x="84391" y="46006"/>
                        <a:pt x="84391" y="45339"/>
                      </a:cubicBezTo>
                      <a:cubicBezTo>
                        <a:pt x="84391" y="44196"/>
                        <a:pt x="83344" y="43053"/>
                        <a:pt x="81343" y="41815"/>
                      </a:cubicBezTo>
                      <a:cubicBezTo>
                        <a:pt x="79343" y="40576"/>
                        <a:pt x="78105" y="39624"/>
                        <a:pt x="77819" y="38957"/>
                      </a:cubicBezTo>
                      <a:cubicBezTo>
                        <a:pt x="77153" y="38290"/>
                        <a:pt x="76295" y="37909"/>
                        <a:pt x="75248" y="37909"/>
                      </a:cubicBezTo>
                      <a:cubicBezTo>
                        <a:pt x="74866" y="37909"/>
                        <a:pt x="74200" y="37909"/>
                        <a:pt x="73247" y="38195"/>
                      </a:cubicBezTo>
                      <a:cubicBezTo>
                        <a:pt x="72295" y="38386"/>
                        <a:pt x="71628" y="38481"/>
                        <a:pt x="71247" y="38481"/>
                      </a:cubicBezTo>
                      <a:cubicBezTo>
                        <a:pt x="70009" y="38481"/>
                        <a:pt x="69152" y="37719"/>
                        <a:pt x="68675" y="36195"/>
                      </a:cubicBezTo>
                      <a:lnTo>
                        <a:pt x="70295" y="34957"/>
                      </a:lnTo>
                      <a:cubicBezTo>
                        <a:pt x="67533" y="34671"/>
                        <a:pt x="65913" y="35719"/>
                        <a:pt x="65627" y="38005"/>
                      </a:cubicBezTo>
                      <a:cubicBezTo>
                        <a:pt x="65247" y="41243"/>
                        <a:pt x="64675" y="43339"/>
                        <a:pt x="63913" y="44196"/>
                      </a:cubicBezTo>
                      <a:cubicBezTo>
                        <a:pt x="63055" y="41624"/>
                        <a:pt x="62199" y="38957"/>
                        <a:pt x="61341" y="36290"/>
                      </a:cubicBezTo>
                      <a:cubicBezTo>
                        <a:pt x="60484" y="33623"/>
                        <a:pt x="58579" y="31528"/>
                        <a:pt x="55626" y="30004"/>
                      </a:cubicBezTo>
                      <a:cubicBezTo>
                        <a:pt x="55245" y="32766"/>
                        <a:pt x="53530" y="34195"/>
                        <a:pt x="50578" y="34195"/>
                      </a:cubicBezTo>
                      <a:cubicBezTo>
                        <a:pt x="49911" y="34195"/>
                        <a:pt x="48768" y="34195"/>
                        <a:pt x="47244" y="33909"/>
                      </a:cubicBezTo>
                      <a:cubicBezTo>
                        <a:pt x="45625" y="33909"/>
                        <a:pt x="44482" y="33718"/>
                        <a:pt x="43625" y="33718"/>
                      </a:cubicBezTo>
                      <a:cubicBezTo>
                        <a:pt x="42767" y="33718"/>
                        <a:pt x="42006" y="33718"/>
                        <a:pt x="41243" y="33909"/>
                      </a:cubicBezTo>
                      <a:cubicBezTo>
                        <a:pt x="37148" y="36385"/>
                        <a:pt x="35147" y="40672"/>
                        <a:pt x="35147" y="46672"/>
                      </a:cubicBezTo>
                      <a:cubicBezTo>
                        <a:pt x="35147" y="47815"/>
                        <a:pt x="35147" y="49625"/>
                        <a:pt x="35338" y="52102"/>
                      </a:cubicBezTo>
                      <a:cubicBezTo>
                        <a:pt x="35433" y="54673"/>
                        <a:pt x="35623" y="56579"/>
                        <a:pt x="35623" y="57817"/>
                      </a:cubicBezTo>
                      <a:cubicBezTo>
                        <a:pt x="35623" y="60579"/>
                        <a:pt x="35338" y="62960"/>
                        <a:pt x="34766" y="64770"/>
                      </a:cubicBezTo>
                      <a:cubicBezTo>
                        <a:pt x="34957" y="66484"/>
                        <a:pt x="36195" y="67246"/>
                        <a:pt x="38576" y="67056"/>
                      </a:cubicBezTo>
                      <a:cubicBezTo>
                        <a:pt x="40957" y="66865"/>
                        <a:pt x="42482" y="67723"/>
                        <a:pt x="42958" y="69532"/>
                      </a:cubicBezTo>
                      <a:cubicBezTo>
                        <a:pt x="43910" y="70104"/>
                        <a:pt x="46197" y="70294"/>
                        <a:pt x="49721" y="70104"/>
                      </a:cubicBezTo>
                      <a:cubicBezTo>
                        <a:pt x="52483" y="70104"/>
                        <a:pt x="54483" y="71056"/>
                        <a:pt x="55626" y="72866"/>
                      </a:cubicBezTo>
                      <a:cubicBezTo>
                        <a:pt x="56579" y="70961"/>
                        <a:pt x="58008" y="69818"/>
                        <a:pt x="59817" y="69532"/>
                      </a:cubicBezTo>
                      <a:lnTo>
                        <a:pt x="65056" y="69532"/>
                      </a:lnTo>
                      <a:cubicBezTo>
                        <a:pt x="66580" y="69247"/>
                        <a:pt x="67723" y="68485"/>
                        <a:pt x="68485" y="67246"/>
                      </a:cubicBezTo>
                      <a:cubicBezTo>
                        <a:pt x="73533" y="67818"/>
                        <a:pt x="79343" y="64770"/>
                        <a:pt x="85725" y="58198"/>
                      </a:cubicBezTo>
                      <a:lnTo>
                        <a:pt x="82391" y="56959"/>
                      </a:lnTo>
                      <a:lnTo>
                        <a:pt x="86963" y="54292"/>
                      </a:lnTo>
                      <a:close/>
                      <a:moveTo>
                        <a:pt x="83534" y="22193"/>
                      </a:moveTo>
                      <a:cubicBezTo>
                        <a:pt x="83439" y="21622"/>
                        <a:pt x="83058" y="21336"/>
                        <a:pt x="82487" y="21336"/>
                      </a:cubicBezTo>
                      <a:cubicBezTo>
                        <a:pt x="81249" y="21336"/>
                        <a:pt x="80582" y="21812"/>
                        <a:pt x="80582" y="22765"/>
                      </a:cubicBezTo>
                      <a:cubicBezTo>
                        <a:pt x="80582" y="22955"/>
                        <a:pt x="80772" y="22955"/>
                        <a:pt x="80963" y="22955"/>
                      </a:cubicBezTo>
                      <a:lnTo>
                        <a:pt x="83439" y="22098"/>
                      </a:lnTo>
                      <a:close/>
                      <a:moveTo>
                        <a:pt x="92393" y="12573"/>
                      </a:moveTo>
                      <a:lnTo>
                        <a:pt x="92393" y="11335"/>
                      </a:lnTo>
                      <a:cubicBezTo>
                        <a:pt x="91821" y="11716"/>
                        <a:pt x="90107" y="12001"/>
                        <a:pt x="87249" y="12001"/>
                      </a:cubicBezTo>
                      <a:lnTo>
                        <a:pt x="92393" y="12668"/>
                      </a:lnTo>
                      <a:close/>
                      <a:moveTo>
                        <a:pt x="87249" y="47625"/>
                      </a:moveTo>
                      <a:lnTo>
                        <a:pt x="90678" y="47625"/>
                      </a:lnTo>
                      <a:cubicBezTo>
                        <a:pt x="89249" y="46196"/>
                        <a:pt x="88106" y="45720"/>
                        <a:pt x="87249" y="46006"/>
                      </a:cubicBezTo>
                      <a:lnTo>
                        <a:pt x="87249" y="47625"/>
                      </a:lnTo>
                      <a:close/>
                      <a:moveTo>
                        <a:pt x="94012" y="57721"/>
                      </a:moveTo>
                      <a:lnTo>
                        <a:pt x="96298" y="55435"/>
                      </a:lnTo>
                      <a:lnTo>
                        <a:pt x="95250" y="55435"/>
                      </a:lnTo>
                      <a:lnTo>
                        <a:pt x="93916" y="57721"/>
                      </a:lnTo>
                      <a:close/>
                      <a:moveTo>
                        <a:pt x="100393" y="58102"/>
                      </a:moveTo>
                      <a:cubicBezTo>
                        <a:pt x="99917" y="57721"/>
                        <a:pt x="99632" y="57055"/>
                        <a:pt x="99632" y="56197"/>
                      </a:cubicBezTo>
                      <a:cubicBezTo>
                        <a:pt x="99632" y="53816"/>
                        <a:pt x="100775" y="52102"/>
                        <a:pt x="102775" y="50863"/>
                      </a:cubicBezTo>
                      <a:cubicBezTo>
                        <a:pt x="102394" y="50387"/>
                        <a:pt x="101918" y="50197"/>
                        <a:pt x="101346" y="50197"/>
                      </a:cubicBezTo>
                      <a:cubicBezTo>
                        <a:pt x="101346" y="50197"/>
                        <a:pt x="99632" y="51149"/>
                        <a:pt x="96298" y="53054"/>
                      </a:cubicBezTo>
                      <a:cubicBezTo>
                        <a:pt x="98393" y="53626"/>
                        <a:pt x="99441" y="54578"/>
                        <a:pt x="99441" y="55912"/>
                      </a:cubicBezTo>
                      <a:cubicBezTo>
                        <a:pt x="99441" y="56388"/>
                        <a:pt x="99156" y="57245"/>
                        <a:pt x="98679" y="58293"/>
                      </a:cubicBezTo>
                      <a:cubicBezTo>
                        <a:pt x="98107" y="59341"/>
                        <a:pt x="97917" y="60007"/>
                        <a:pt x="97917" y="60388"/>
                      </a:cubicBezTo>
                      <a:cubicBezTo>
                        <a:pt x="97917" y="61246"/>
                        <a:pt x="98965" y="61627"/>
                        <a:pt x="101060" y="61436"/>
                      </a:cubicBezTo>
                      <a:cubicBezTo>
                        <a:pt x="101060" y="59531"/>
                        <a:pt x="100775" y="58388"/>
                        <a:pt x="100299" y="57912"/>
                      </a:cubicBezTo>
                      <a:close/>
                      <a:moveTo>
                        <a:pt x="106775" y="68008"/>
                      </a:moveTo>
                      <a:lnTo>
                        <a:pt x="107347" y="67342"/>
                      </a:lnTo>
                      <a:lnTo>
                        <a:pt x="106109" y="65722"/>
                      </a:lnTo>
                      <a:lnTo>
                        <a:pt x="106775" y="68008"/>
                      </a:lnTo>
                      <a:close/>
                      <a:moveTo>
                        <a:pt x="110776" y="53816"/>
                      </a:moveTo>
                      <a:lnTo>
                        <a:pt x="113062" y="55435"/>
                      </a:lnTo>
                      <a:cubicBezTo>
                        <a:pt x="112490" y="54483"/>
                        <a:pt x="112395" y="53912"/>
                        <a:pt x="112490" y="53816"/>
                      </a:cubicBezTo>
                      <a:lnTo>
                        <a:pt x="110776" y="53816"/>
                      </a:lnTo>
                      <a:close/>
                      <a:moveTo>
                        <a:pt x="111443" y="28480"/>
                      </a:moveTo>
                      <a:lnTo>
                        <a:pt x="111443" y="30099"/>
                      </a:lnTo>
                      <a:lnTo>
                        <a:pt x="113062" y="28480"/>
                      </a:lnTo>
                      <a:lnTo>
                        <a:pt x="111443" y="28480"/>
                      </a:lnTo>
                      <a:close/>
                      <a:moveTo>
                        <a:pt x="113062" y="46863"/>
                      </a:moveTo>
                      <a:lnTo>
                        <a:pt x="117157" y="42958"/>
                      </a:lnTo>
                      <a:lnTo>
                        <a:pt x="114776" y="42958"/>
                      </a:lnTo>
                      <a:lnTo>
                        <a:pt x="113062" y="46863"/>
                      </a:lnTo>
                      <a:close/>
                      <a:moveTo>
                        <a:pt x="114776" y="64960"/>
                      </a:moveTo>
                      <a:lnTo>
                        <a:pt x="117157" y="64198"/>
                      </a:lnTo>
                      <a:cubicBezTo>
                        <a:pt x="117062" y="63627"/>
                        <a:pt x="116205" y="63341"/>
                        <a:pt x="114776" y="63341"/>
                      </a:cubicBezTo>
                      <a:lnTo>
                        <a:pt x="114776" y="64960"/>
                      </a:lnTo>
                      <a:close/>
                      <a:moveTo>
                        <a:pt x="119634" y="26289"/>
                      </a:moveTo>
                      <a:cubicBezTo>
                        <a:pt x="119634" y="26289"/>
                        <a:pt x="120682" y="26479"/>
                        <a:pt x="121539" y="27337"/>
                      </a:cubicBezTo>
                      <a:lnTo>
                        <a:pt x="119634" y="26289"/>
                      </a:lnTo>
                      <a:close/>
                      <a:moveTo>
                        <a:pt x="122777" y="28099"/>
                      </a:moveTo>
                      <a:cubicBezTo>
                        <a:pt x="122777" y="28099"/>
                        <a:pt x="122015" y="27813"/>
                        <a:pt x="121539" y="27241"/>
                      </a:cubicBezTo>
                      <a:lnTo>
                        <a:pt x="122777" y="28099"/>
                      </a:lnTo>
                      <a:close/>
                      <a:moveTo>
                        <a:pt x="123634" y="28480"/>
                      </a:moveTo>
                      <a:lnTo>
                        <a:pt x="122777" y="28099"/>
                      </a:lnTo>
                      <a:cubicBezTo>
                        <a:pt x="123540" y="28004"/>
                        <a:pt x="123825" y="27908"/>
                        <a:pt x="123634" y="27908"/>
                      </a:cubicBezTo>
                      <a:lnTo>
                        <a:pt x="123634" y="28480"/>
                      </a:lnTo>
                      <a:close/>
                      <a:moveTo>
                        <a:pt x="126587" y="18764"/>
                      </a:moveTo>
                      <a:cubicBezTo>
                        <a:pt x="126587" y="18764"/>
                        <a:pt x="125730" y="18574"/>
                        <a:pt x="124873" y="18479"/>
                      </a:cubicBezTo>
                      <a:cubicBezTo>
                        <a:pt x="124016" y="18479"/>
                        <a:pt x="123634" y="18288"/>
                        <a:pt x="123634" y="18002"/>
                      </a:cubicBezTo>
                      <a:cubicBezTo>
                        <a:pt x="123634" y="17526"/>
                        <a:pt x="123920" y="17050"/>
                        <a:pt x="124492" y="16573"/>
                      </a:cubicBezTo>
                      <a:lnTo>
                        <a:pt x="126587" y="18764"/>
                      </a:lnTo>
                      <a:close/>
                      <a:moveTo>
                        <a:pt x="126968" y="49339"/>
                      </a:moveTo>
                      <a:lnTo>
                        <a:pt x="124492" y="47625"/>
                      </a:lnTo>
                      <a:lnTo>
                        <a:pt x="126968" y="47625"/>
                      </a:lnTo>
                      <a:lnTo>
                        <a:pt x="126968" y="49339"/>
                      </a:lnTo>
                      <a:close/>
                      <a:moveTo>
                        <a:pt x="126587" y="18764"/>
                      </a:moveTo>
                      <a:lnTo>
                        <a:pt x="126968" y="19145"/>
                      </a:lnTo>
                      <a:lnTo>
                        <a:pt x="126587" y="18764"/>
                      </a:lnTo>
                      <a:close/>
                      <a:moveTo>
                        <a:pt x="128683" y="35719"/>
                      </a:moveTo>
                      <a:lnTo>
                        <a:pt x="129350" y="33433"/>
                      </a:lnTo>
                      <a:lnTo>
                        <a:pt x="134493" y="35147"/>
                      </a:lnTo>
                      <a:cubicBezTo>
                        <a:pt x="133255" y="35242"/>
                        <a:pt x="132302" y="36100"/>
                        <a:pt x="131540" y="37624"/>
                      </a:cubicBezTo>
                      <a:cubicBezTo>
                        <a:pt x="131255" y="37624"/>
                        <a:pt x="130397" y="36957"/>
                        <a:pt x="128778" y="35719"/>
                      </a:cubicBezTo>
                      <a:close/>
                      <a:moveTo>
                        <a:pt x="134398" y="14288"/>
                      </a:moveTo>
                      <a:cubicBezTo>
                        <a:pt x="134303" y="14954"/>
                        <a:pt x="133636" y="15335"/>
                        <a:pt x="132683" y="15335"/>
                      </a:cubicBezTo>
                      <a:lnTo>
                        <a:pt x="130397" y="15335"/>
                      </a:lnTo>
                      <a:lnTo>
                        <a:pt x="131064" y="13716"/>
                      </a:lnTo>
                      <a:cubicBezTo>
                        <a:pt x="131636" y="14097"/>
                        <a:pt x="132779" y="14288"/>
                        <a:pt x="134493" y="14288"/>
                      </a:cubicBezTo>
                      <a:close/>
                      <a:moveTo>
                        <a:pt x="133350" y="20383"/>
                      </a:moveTo>
                      <a:lnTo>
                        <a:pt x="133350" y="19145"/>
                      </a:lnTo>
                      <a:cubicBezTo>
                        <a:pt x="136398" y="19717"/>
                        <a:pt x="138684" y="20002"/>
                        <a:pt x="139827" y="19812"/>
                      </a:cubicBezTo>
                      <a:lnTo>
                        <a:pt x="139827" y="21431"/>
                      </a:lnTo>
                      <a:lnTo>
                        <a:pt x="133350" y="20383"/>
                      </a:lnTo>
                      <a:close/>
                      <a:moveTo>
                        <a:pt x="140684" y="51530"/>
                      </a:moveTo>
                      <a:lnTo>
                        <a:pt x="138970" y="51530"/>
                      </a:lnTo>
                      <a:lnTo>
                        <a:pt x="140208" y="49435"/>
                      </a:lnTo>
                      <a:cubicBezTo>
                        <a:pt x="140208" y="49435"/>
                        <a:pt x="140684" y="50387"/>
                        <a:pt x="140684" y="51530"/>
                      </a:cubicBezTo>
                      <a:close/>
                      <a:moveTo>
                        <a:pt x="139827" y="49244"/>
                      </a:moveTo>
                      <a:cubicBezTo>
                        <a:pt x="139827" y="49244"/>
                        <a:pt x="140303" y="48577"/>
                        <a:pt x="140684" y="48196"/>
                      </a:cubicBezTo>
                      <a:lnTo>
                        <a:pt x="140208" y="49435"/>
                      </a:lnTo>
                      <a:cubicBezTo>
                        <a:pt x="140208" y="49435"/>
                        <a:pt x="140018" y="49244"/>
                        <a:pt x="139732" y="49244"/>
                      </a:cubicBezTo>
                      <a:close/>
                      <a:moveTo>
                        <a:pt x="140684" y="48196"/>
                      </a:moveTo>
                      <a:lnTo>
                        <a:pt x="141351" y="46768"/>
                      </a:lnTo>
                      <a:cubicBezTo>
                        <a:pt x="141351" y="46768"/>
                        <a:pt x="141351" y="47625"/>
                        <a:pt x="140684" y="48196"/>
                      </a:cubicBezTo>
                      <a:close/>
                      <a:moveTo>
                        <a:pt x="143828" y="4763"/>
                      </a:moveTo>
                      <a:lnTo>
                        <a:pt x="145542" y="6382"/>
                      </a:lnTo>
                      <a:lnTo>
                        <a:pt x="142399" y="6382"/>
                      </a:lnTo>
                      <a:lnTo>
                        <a:pt x="143828" y="4763"/>
                      </a:lnTo>
                      <a:close/>
                      <a:moveTo>
                        <a:pt x="144875" y="27241"/>
                      </a:moveTo>
                      <a:lnTo>
                        <a:pt x="148876" y="31147"/>
                      </a:lnTo>
                      <a:cubicBezTo>
                        <a:pt x="145828" y="30194"/>
                        <a:pt x="144209" y="29432"/>
                        <a:pt x="144209" y="28861"/>
                      </a:cubicBezTo>
                      <a:cubicBezTo>
                        <a:pt x="144209" y="28480"/>
                        <a:pt x="144399" y="27908"/>
                        <a:pt x="144875" y="27241"/>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 name="Google Shape;922;p99"/>
                <p:cNvSpPr/>
                <p:nvPr/>
              </p:nvSpPr>
              <p:spPr>
                <a:xfrm>
                  <a:off x="7144987" y="5346858"/>
                  <a:ext cx="37623" cy="166973"/>
                </a:xfrm>
                <a:custGeom>
                  <a:avLst/>
                  <a:gdLst/>
                  <a:ahLst/>
                  <a:cxnLst/>
                  <a:rect l="l" t="t" r="r" b="b"/>
                  <a:pathLst>
                    <a:path w="37623" h="166973" extrusionOk="0">
                      <a:moveTo>
                        <a:pt x="34957" y="145066"/>
                      </a:moveTo>
                      <a:cubicBezTo>
                        <a:pt x="35147" y="149066"/>
                        <a:pt x="34957" y="151543"/>
                        <a:pt x="34385" y="152495"/>
                      </a:cubicBezTo>
                      <a:cubicBezTo>
                        <a:pt x="35814" y="158115"/>
                        <a:pt x="35528" y="162306"/>
                        <a:pt x="33528" y="165068"/>
                      </a:cubicBezTo>
                      <a:cubicBezTo>
                        <a:pt x="32290" y="165735"/>
                        <a:pt x="30670" y="166116"/>
                        <a:pt x="28670" y="166116"/>
                      </a:cubicBezTo>
                      <a:lnTo>
                        <a:pt x="22574" y="166116"/>
                      </a:lnTo>
                      <a:cubicBezTo>
                        <a:pt x="22574" y="164116"/>
                        <a:pt x="22384" y="162973"/>
                        <a:pt x="22003" y="162878"/>
                      </a:cubicBezTo>
                      <a:cubicBezTo>
                        <a:pt x="22003" y="165640"/>
                        <a:pt x="20955" y="166973"/>
                        <a:pt x="18859" y="166973"/>
                      </a:cubicBezTo>
                      <a:cubicBezTo>
                        <a:pt x="18098" y="166973"/>
                        <a:pt x="16954" y="166783"/>
                        <a:pt x="15240" y="166402"/>
                      </a:cubicBezTo>
                      <a:cubicBezTo>
                        <a:pt x="13525" y="166021"/>
                        <a:pt x="12382" y="165735"/>
                        <a:pt x="11620" y="165735"/>
                      </a:cubicBezTo>
                      <a:cubicBezTo>
                        <a:pt x="10763" y="165735"/>
                        <a:pt x="10192" y="165926"/>
                        <a:pt x="9716" y="166116"/>
                      </a:cubicBezTo>
                      <a:cubicBezTo>
                        <a:pt x="9144" y="165544"/>
                        <a:pt x="8573" y="165354"/>
                        <a:pt x="8001" y="165354"/>
                      </a:cubicBezTo>
                      <a:cubicBezTo>
                        <a:pt x="7620" y="165354"/>
                        <a:pt x="7048" y="165354"/>
                        <a:pt x="6382" y="165640"/>
                      </a:cubicBezTo>
                      <a:cubicBezTo>
                        <a:pt x="5715" y="165830"/>
                        <a:pt x="5239" y="166021"/>
                        <a:pt x="5048" y="166021"/>
                      </a:cubicBezTo>
                      <a:cubicBezTo>
                        <a:pt x="4286" y="166021"/>
                        <a:pt x="3715" y="165735"/>
                        <a:pt x="3143" y="165163"/>
                      </a:cubicBezTo>
                      <a:cubicBezTo>
                        <a:pt x="1714" y="158687"/>
                        <a:pt x="1048" y="151924"/>
                        <a:pt x="1048" y="144590"/>
                      </a:cubicBezTo>
                      <a:cubicBezTo>
                        <a:pt x="1048" y="138874"/>
                        <a:pt x="1714" y="129445"/>
                        <a:pt x="3143" y="116586"/>
                      </a:cubicBezTo>
                      <a:cubicBezTo>
                        <a:pt x="1429" y="106966"/>
                        <a:pt x="1143" y="91249"/>
                        <a:pt x="2095" y="69247"/>
                      </a:cubicBezTo>
                      <a:cubicBezTo>
                        <a:pt x="667" y="67913"/>
                        <a:pt x="0" y="66770"/>
                        <a:pt x="0" y="66008"/>
                      </a:cubicBezTo>
                      <a:cubicBezTo>
                        <a:pt x="0" y="65627"/>
                        <a:pt x="285" y="64961"/>
                        <a:pt x="952" y="64198"/>
                      </a:cubicBezTo>
                      <a:cubicBezTo>
                        <a:pt x="1524" y="63437"/>
                        <a:pt x="1905" y="62770"/>
                        <a:pt x="1905" y="62008"/>
                      </a:cubicBezTo>
                      <a:cubicBezTo>
                        <a:pt x="1905" y="61246"/>
                        <a:pt x="1524" y="60198"/>
                        <a:pt x="857" y="58960"/>
                      </a:cubicBezTo>
                      <a:cubicBezTo>
                        <a:pt x="1714" y="58007"/>
                        <a:pt x="1714" y="55531"/>
                        <a:pt x="857" y="51340"/>
                      </a:cubicBezTo>
                      <a:cubicBezTo>
                        <a:pt x="191" y="47720"/>
                        <a:pt x="1238" y="45720"/>
                        <a:pt x="4096" y="45148"/>
                      </a:cubicBezTo>
                      <a:lnTo>
                        <a:pt x="857" y="40005"/>
                      </a:lnTo>
                      <a:cubicBezTo>
                        <a:pt x="2000" y="39338"/>
                        <a:pt x="2477" y="38100"/>
                        <a:pt x="2477" y="36481"/>
                      </a:cubicBezTo>
                      <a:cubicBezTo>
                        <a:pt x="2477" y="35338"/>
                        <a:pt x="2191" y="33433"/>
                        <a:pt x="1429" y="30671"/>
                      </a:cubicBezTo>
                      <a:cubicBezTo>
                        <a:pt x="762" y="27908"/>
                        <a:pt x="381" y="25908"/>
                        <a:pt x="381" y="24479"/>
                      </a:cubicBezTo>
                      <a:cubicBezTo>
                        <a:pt x="381" y="22574"/>
                        <a:pt x="952" y="21050"/>
                        <a:pt x="2095" y="19717"/>
                      </a:cubicBezTo>
                      <a:cubicBezTo>
                        <a:pt x="1619" y="15049"/>
                        <a:pt x="1429" y="12382"/>
                        <a:pt x="1429" y="11716"/>
                      </a:cubicBezTo>
                      <a:cubicBezTo>
                        <a:pt x="1429" y="6287"/>
                        <a:pt x="3429" y="2953"/>
                        <a:pt x="7334" y="1333"/>
                      </a:cubicBezTo>
                      <a:lnTo>
                        <a:pt x="11144" y="1333"/>
                      </a:lnTo>
                      <a:cubicBezTo>
                        <a:pt x="12478" y="1333"/>
                        <a:pt x="14764" y="1143"/>
                        <a:pt x="17907" y="667"/>
                      </a:cubicBezTo>
                      <a:cubicBezTo>
                        <a:pt x="20955" y="190"/>
                        <a:pt x="23336" y="0"/>
                        <a:pt x="24860" y="0"/>
                      </a:cubicBezTo>
                      <a:cubicBezTo>
                        <a:pt x="29242" y="0"/>
                        <a:pt x="32385" y="1714"/>
                        <a:pt x="34385" y="5144"/>
                      </a:cubicBezTo>
                      <a:cubicBezTo>
                        <a:pt x="34576" y="17240"/>
                        <a:pt x="34576" y="35433"/>
                        <a:pt x="34385" y="59531"/>
                      </a:cubicBezTo>
                      <a:cubicBezTo>
                        <a:pt x="34290" y="59436"/>
                        <a:pt x="33623" y="59626"/>
                        <a:pt x="32480" y="60198"/>
                      </a:cubicBezTo>
                      <a:cubicBezTo>
                        <a:pt x="32195" y="61150"/>
                        <a:pt x="32766" y="62103"/>
                        <a:pt x="34004" y="62865"/>
                      </a:cubicBezTo>
                      <a:cubicBezTo>
                        <a:pt x="35338" y="63722"/>
                        <a:pt x="36004" y="64294"/>
                        <a:pt x="36004" y="64675"/>
                      </a:cubicBezTo>
                      <a:cubicBezTo>
                        <a:pt x="36004" y="65246"/>
                        <a:pt x="35433" y="65818"/>
                        <a:pt x="34290" y="66580"/>
                      </a:cubicBezTo>
                      <a:lnTo>
                        <a:pt x="32385" y="68199"/>
                      </a:lnTo>
                      <a:cubicBezTo>
                        <a:pt x="34100" y="70390"/>
                        <a:pt x="34861" y="72962"/>
                        <a:pt x="34861" y="76009"/>
                      </a:cubicBezTo>
                      <a:cubicBezTo>
                        <a:pt x="34861" y="77343"/>
                        <a:pt x="34671" y="79534"/>
                        <a:pt x="34194" y="82487"/>
                      </a:cubicBezTo>
                      <a:cubicBezTo>
                        <a:pt x="33718" y="85439"/>
                        <a:pt x="33433" y="87725"/>
                        <a:pt x="33433" y="89154"/>
                      </a:cubicBezTo>
                      <a:cubicBezTo>
                        <a:pt x="33433" y="91059"/>
                        <a:pt x="33814" y="92869"/>
                        <a:pt x="34290" y="94488"/>
                      </a:cubicBezTo>
                      <a:cubicBezTo>
                        <a:pt x="34480" y="104489"/>
                        <a:pt x="34290" y="118967"/>
                        <a:pt x="33433" y="137827"/>
                      </a:cubicBezTo>
                      <a:cubicBezTo>
                        <a:pt x="33814" y="138303"/>
                        <a:pt x="34385" y="138494"/>
                        <a:pt x="35338" y="138398"/>
                      </a:cubicBezTo>
                      <a:lnTo>
                        <a:pt x="37624" y="138398"/>
                      </a:lnTo>
                      <a:cubicBezTo>
                        <a:pt x="35814" y="139351"/>
                        <a:pt x="34861" y="141542"/>
                        <a:pt x="34861" y="144780"/>
                      </a:cubicBezTo>
                      <a:close/>
                      <a:moveTo>
                        <a:pt x="7334" y="41434"/>
                      </a:moveTo>
                      <a:cubicBezTo>
                        <a:pt x="7334" y="41434"/>
                        <a:pt x="6668" y="41815"/>
                        <a:pt x="6668" y="42005"/>
                      </a:cubicBezTo>
                      <a:cubicBezTo>
                        <a:pt x="6668" y="42577"/>
                        <a:pt x="6953" y="43053"/>
                        <a:pt x="7715" y="43434"/>
                      </a:cubicBezTo>
                      <a:cubicBezTo>
                        <a:pt x="8382" y="43910"/>
                        <a:pt x="9049" y="43910"/>
                        <a:pt x="9620" y="43720"/>
                      </a:cubicBezTo>
                      <a:cubicBezTo>
                        <a:pt x="8954" y="42767"/>
                        <a:pt x="8191" y="41910"/>
                        <a:pt x="7334" y="41434"/>
                      </a:cubicBezTo>
                      <a:close/>
                      <a:moveTo>
                        <a:pt x="8001" y="37909"/>
                      </a:moveTo>
                      <a:lnTo>
                        <a:pt x="10287" y="34576"/>
                      </a:lnTo>
                      <a:lnTo>
                        <a:pt x="7334" y="35623"/>
                      </a:lnTo>
                      <a:cubicBezTo>
                        <a:pt x="7334" y="35623"/>
                        <a:pt x="8001" y="36481"/>
                        <a:pt x="8001" y="37909"/>
                      </a:cubicBezTo>
                      <a:close/>
                      <a:moveTo>
                        <a:pt x="7334" y="148399"/>
                      </a:moveTo>
                      <a:lnTo>
                        <a:pt x="10287" y="148399"/>
                      </a:lnTo>
                      <a:cubicBezTo>
                        <a:pt x="10096" y="147733"/>
                        <a:pt x="9620" y="147352"/>
                        <a:pt x="8858" y="147352"/>
                      </a:cubicBezTo>
                      <a:cubicBezTo>
                        <a:pt x="8096" y="147352"/>
                        <a:pt x="7525" y="147733"/>
                        <a:pt x="7334" y="148399"/>
                      </a:cubicBezTo>
                      <a:close/>
                      <a:moveTo>
                        <a:pt x="32004" y="65341"/>
                      </a:moveTo>
                      <a:cubicBezTo>
                        <a:pt x="31337" y="66484"/>
                        <a:pt x="31432" y="67151"/>
                        <a:pt x="32480" y="67628"/>
                      </a:cubicBezTo>
                      <a:cubicBezTo>
                        <a:pt x="33718" y="66675"/>
                        <a:pt x="34385" y="65818"/>
                        <a:pt x="34385" y="65151"/>
                      </a:cubicBezTo>
                      <a:cubicBezTo>
                        <a:pt x="34385" y="64579"/>
                        <a:pt x="33528" y="63817"/>
                        <a:pt x="31813" y="62770"/>
                      </a:cubicBezTo>
                      <a:cubicBezTo>
                        <a:pt x="30194" y="61722"/>
                        <a:pt x="29337" y="60770"/>
                        <a:pt x="29527" y="59817"/>
                      </a:cubicBezTo>
                      <a:lnTo>
                        <a:pt x="28480" y="60484"/>
                      </a:lnTo>
                      <a:lnTo>
                        <a:pt x="30099" y="62103"/>
                      </a:lnTo>
                      <a:lnTo>
                        <a:pt x="28480" y="63722"/>
                      </a:lnTo>
                      <a:cubicBezTo>
                        <a:pt x="27908" y="63341"/>
                        <a:pt x="27337" y="62484"/>
                        <a:pt x="26765" y="61246"/>
                      </a:cubicBezTo>
                      <a:cubicBezTo>
                        <a:pt x="26194" y="60007"/>
                        <a:pt x="25432" y="59436"/>
                        <a:pt x="24479" y="59436"/>
                      </a:cubicBezTo>
                      <a:cubicBezTo>
                        <a:pt x="24098" y="59436"/>
                        <a:pt x="23432" y="59531"/>
                        <a:pt x="22574" y="59817"/>
                      </a:cubicBezTo>
                      <a:lnTo>
                        <a:pt x="25336" y="62674"/>
                      </a:lnTo>
                      <a:cubicBezTo>
                        <a:pt x="24575" y="63627"/>
                        <a:pt x="23336" y="64294"/>
                        <a:pt x="21717" y="64675"/>
                      </a:cubicBezTo>
                      <a:cubicBezTo>
                        <a:pt x="19431" y="65341"/>
                        <a:pt x="18192" y="65818"/>
                        <a:pt x="18002" y="65913"/>
                      </a:cubicBezTo>
                      <a:cubicBezTo>
                        <a:pt x="23526" y="67532"/>
                        <a:pt x="26861" y="66770"/>
                        <a:pt x="27908" y="63627"/>
                      </a:cubicBezTo>
                      <a:cubicBezTo>
                        <a:pt x="28766" y="65341"/>
                        <a:pt x="29337" y="66104"/>
                        <a:pt x="29623" y="65913"/>
                      </a:cubicBezTo>
                      <a:cubicBezTo>
                        <a:pt x="29527" y="65437"/>
                        <a:pt x="29909" y="64675"/>
                        <a:pt x="30861" y="63627"/>
                      </a:cubicBezTo>
                      <a:cubicBezTo>
                        <a:pt x="32480" y="63627"/>
                        <a:pt x="32861" y="64198"/>
                        <a:pt x="32195" y="65341"/>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 name="Google Shape;923;p99"/>
                <p:cNvSpPr/>
                <p:nvPr/>
              </p:nvSpPr>
              <p:spPr>
                <a:xfrm>
                  <a:off x="7197851" y="5348819"/>
                  <a:ext cx="114109" cy="165964"/>
                </a:xfrm>
                <a:custGeom>
                  <a:avLst/>
                  <a:gdLst/>
                  <a:ahLst/>
                  <a:cxnLst/>
                  <a:rect l="l" t="t" r="r" b="b"/>
                  <a:pathLst>
                    <a:path w="114109" h="165964" extrusionOk="0">
                      <a:moveTo>
                        <a:pt x="112395" y="5564"/>
                      </a:moveTo>
                      <a:lnTo>
                        <a:pt x="114109" y="34901"/>
                      </a:lnTo>
                      <a:cubicBezTo>
                        <a:pt x="110585" y="36044"/>
                        <a:pt x="105823" y="36234"/>
                        <a:pt x="99727" y="35662"/>
                      </a:cubicBezTo>
                      <a:cubicBezTo>
                        <a:pt x="92583" y="34996"/>
                        <a:pt x="87916" y="34805"/>
                        <a:pt x="85725" y="35091"/>
                      </a:cubicBezTo>
                      <a:cubicBezTo>
                        <a:pt x="80582" y="35758"/>
                        <a:pt x="76581" y="38139"/>
                        <a:pt x="73438" y="42140"/>
                      </a:cubicBezTo>
                      <a:cubicBezTo>
                        <a:pt x="73723" y="43092"/>
                        <a:pt x="73819" y="44140"/>
                        <a:pt x="73819" y="45187"/>
                      </a:cubicBezTo>
                      <a:cubicBezTo>
                        <a:pt x="73819" y="46235"/>
                        <a:pt x="73628" y="47950"/>
                        <a:pt x="73152" y="50045"/>
                      </a:cubicBezTo>
                      <a:cubicBezTo>
                        <a:pt x="72771" y="52141"/>
                        <a:pt x="72485" y="53760"/>
                        <a:pt x="72485" y="54903"/>
                      </a:cubicBezTo>
                      <a:cubicBezTo>
                        <a:pt x="72485" y="56522"/>
                        <a:pt x="72771" y="58142"/>
                        <a:pt x="73343" y="59570"/>
                      </a:cubicBezTo>
                      <a:cubicBezTo>
                        <a:pt x="73723" y="60428"/>
                        <a:pt x="73914" y="61190"/>
                        <a:pt x="73914" y="61856"/>
                      </a:cubicBezTo>
                      <a:cubicBezTo>
                        <a:pt x="73914" y="62809"/>
                        <a:pt x="73628" y="63857"/>
                        <a:pt x="73057" y="65095"/>
                      </a:cubicBezTo>
                      <a:cubicBezTo>
                        <a:pt x="72485" y="66333"/>
                        <a:pt x="72295" y="67190"/>
                        <a:pt x="72295" y="67762"/>
                      </a:cubicBezTo>
                      <a:cubicBezTo>
                        <a:pt x="72295" y="68524"/>
                        <a:pt x="72676" y="69381"/>
                        <a:pt x="73343" y="70048"/>
                      </a:cubicBezTo>
                      <a:lnTo>
                        <a:pt x="72676" y="79287"/>
                      </a:lnTo>
                      <a:cubicBezTo>
                        <a:pt x="72580" y="78144"/>
                        <a:pt x="71818" y="77573"/>
                        <a:pt x="70390" y="77287"/>
                      </a:cubicBezTo>
                      <a:cubicBezTo>
                        <a:pt x="68389" y="76715"/>
                        <a:pt x="67246" y="76334"/>
                        <a:pt x="66961" y="76239"/>
                      </a:cubicBezTo>
                      <a:cubicBezTo>
                        <a:pt x="66390" y="76715"/>
                        <a:pt x="66199" y="77192"/>
                        <a:pt x="66390" y="77763"/>
                      </a:cubicBezTo>
                      <a:cubicBezTo>
                        <a:pt x="66390" y="78335"/>
                        <a:pt x="66390" y="78906"/>
                        <a:pt x="66104" y="79478"/>
                      </a:cubicBezTo>
                      <a:cubicBezTo>
                        <a:pt x="66961" y="79001"/>
                        <a:pt x="67628" y="78811"/>
                        <a:pt x="68294" y="78811"/>
                      </a:cubicBezTo>
                      <a:cubicBezTo>
                        <a:pt x="69247" y="78811"/>
                        <a:pt x="70009" y="79859"/>
                        <a:pt x="70581" y="81954"/>
                      </a:cubicBezTo>
                      <a:cubicBezTo>
                        <a:pt x="71152" y="84526"/>
                        <a:pt x="71628" y="86050"/>
                        <a:pt x="72104" y="86431"/>
                      </a:cubicBezTo>
                      <a:lnTo>
                        <a:pt x="71057" y="86431"/>
                      </a:lnTo>
                      <a:cubicBezTo>
                        <a:pt x="72771" y="90908"/>
                        <a:pt x="73628" y="97289"/>
                        <a:pt x="73819" y="105386"/>
                      </a:cubicBezTo>
                      <a:cubicBezTo>
                        <a:pt x="73723" y="111958"/>
                        <a:pt x="73628" y="118435"/>
                        <a:pt x="73628" y="125007"/>
                      </a:cubicBezTo>
                      <a:cubicBezTo>
                        <a:pt x="73723" y="128817"/>
                        <a:pt x="74009" y="132246"/>
                        <a:pt x="74390" y="135294"/>
                      </a:cubicBezTo>
                      <a:cubicBezTo>
                        <a:pt x="74581" y="135294"/>
                        <a:pt x="75152" y="135580"/>
                        <a:pt x="76009" y="136151"/>
                      </a:cubicBezTo>
                      <a:cubicBezTo>
                        <a:pt x="76962" y="136628"/>
                        <a:pt x="77724" y="136818"/>
                        <a:pt x="78486" y="136533"/>
                      </a:cubicBezTo>
                      <a:cubicBezTo>
                        <a:pt x="77438" y="138628"/>
                        <a:pt x="76867" y="143866"/>
                        <a:pt x="76581" y="152439"/>
                      </a:cubicBezTo>
                      <a:cubicBezTo>
                        <a:pt x="76391" y="157106"/>
                        <a:pt x="74962" y="160345"/>
                        <a:pt x="72104" y="162155"/>
                      </a:cubicBezTo>
                      <a:cubicBezTo>
                        <a:pt x="72485" y="162440"/>
                        <a:pt x="72676" y="163202"/>
                        <a:pt x="72676" y="164345"/>
                      </a:cubicBezTo>
                      <a:cubicBezTo>
                        <a:pt x="71152" y="164536"/>
                        <a:pt x="66390" y="164536"/>
                        <a:pt x="58293" y="164345"/>
                      </a:cubicBezTo>
                      <a:cubicBezTo>
                        <a:pt x="52388" y="164155"/>
                        <a:pt x="47816" y="164726"/>
                        <a:pt x="44291" y="165964"/>
                      </a:cubicBezTo>
                      <a:cubicBezTo>
                        <a:pt x="41339" y="163488"/>
                        <a:pt x="39814" y="159774"/>
                        <a:pt x="39814" y="154820"/>
                      </a:cubicBezTo>
                      <a:cubicBezTo>
                        <a:pt x="40005" y="150534"/>
                        <a:pt x="40005" y="146343"/>
                        <a:pt x="40005" y="142057"/>
                      </a:cubicBezTo>
                      <a:cubicBezTo>
                        <a:pt x="40767" y="126245"/>
                        <a:pt x="41053" y="109767"/>
                        <a:pt x="41053" y="92527"/>
                      </a:cubicBezTo>
                      <a:cubicBezTo>
                        <a:pt x="41053" y="75287"/>
                        <a:pt x="40767" y="57856"/>
                        <a:pt x="40005" y="39568"/>
                      </a:cubicBezTo>
                      <a:cubicBezTo>
                        <a:pt x="39148" y="36710"/>
                        <a:pt x="36957" y="35282"/>
                        <a:pt x="33338" y="35282"/>
                      </a:cubicBezTo>
                      <a:cubicBezTo>
                        <a:pt x="32575" y="35282"/>
                        <a:pt x="31623" y="35282"/>
                        <a:pt x="30385" y="35472"/>
                      </a:cubicBezTo>
                      <a:lnTo>
                        <a:pt x="27623" y="35472"/>
                      </a:lnTo>
                      <a:cubicBezTo>
                        <a:pt x="25813" y="35472"/>
                        <a:pt x="24289" y="35186"/>
                        <a:pt x="23146" y="34710"/>
                      </a:cubicBezTo>
                      <a:cubicBezTo>
                        <a:pt x="24479" y="34805"/>
                        <a:pt x="20288" y="34901"/>
                        <a:pt x="10478" y="34901"/>
                      </a:cubicBezTo>
                      <a:cubicBezTo>
                        <a:pt x="6191" y="34901"/>
                        <a:pt x="2667" y="33853"/>
                        <a:pt x="0" y="31662"/>
                      </a:cubicBezTo>
                      <a:lnTo>
                        <a:pt x="0" y="2801"/>
                      </a:lnTo>
                      <a:cubicBezTo>
                        <a:pt x="667" y="3468"/>
                        <a:pt x="1524" y="3849"/>
                        <a:pt x="2572" y="3849"/>
                      </a:cubicBezTo>
                      <a:cubicBezTo>
                        <a:pt x="4191" y="3849"/>
                        <a:pt x="5905" y="2706"/>
                        <a:pt x="7525" y="611"/>
                      </a:cubicBezTo>
                      <a:cubicBezTo>
                        <a:pt x="16097" y="39"/>
                        <a:pt x="28766" y="39"/>
                        <a:pt x="45625" y="420"/>
                      </a:cubicBezTo>
                      <a:cubicBezTo>
                        <a:pt x="62293" y="801"/>
                        <a:pt x="75248" y="706"/>
                        <a:pt x="84201" y="39"/>
                      </a:cubicBezTo>
                      <a:cubicBezTo>
                        <a:pt x="84677" y="896"/>
                        <a:pt x="85249" y="1277"/>
                        <a:pt x="86106" y="1277"/>
                      </a:cubicBezTo>
                      <a:cubicBezTo>
                        <a:pt x="86678" y="1277"/>
                        <a:pt x="87439" y="1087"/>
                        <a:pt x="88392" y="706"/>
                      </a:cubicBezTo>
                      <a:cubicBezTo>
                        <a:pt x="89345" y="229"/>
                        <a:pt x="90107" y="134"/>
                        <a:pt x="90488" y="134"/>
                      </a:cubicBezTo>
                      <a:cubicBezTo>
                        <a:pt x="92202" y="1087"/>
                        <a:pt x="96584" y="1087"/>
                        <a:pt x="103823" y="134"/>
                      </a:cubicBezTo>
                      <a:cubicBezTo>
                        <a:pt x="109157" y="-532"/>
                        <a:pt x="111919" y="1277"/>
                        <a:pt x="112205" y="5659"/>
                      </a:cubicBezTo>
                      <a:close/>
                      <a:moveTo>
                        <a:pt x="18193" y="11945"/>
                      </a:moveTo>
                      <a:cubicBezTo>
                        <a:pt x="19621" y="9754"/>
                        <a:pt x="21431" y="8612"/>
                        <a:pt x="23717" y="8612"/>
                      </a:cubicBezTo>
                      <a:cubicBezTo>
                        <a:pt x="24575" y="8612"/>
                        <a:pt x="25908" y="8897"/>
                        <a:pt x="27813" y="9183"/>
                      </a:cubicBezTo>
                      <a:cubicBezTo>
                        <a:pt x="29718" y="9564"/>
                        <a:pt x="31242" y="9850"/>
                        <a:pt x="32290" y="9850"/>
                      </a:cubicBezTo>
                      <a:cubicBezTo>
                        <a:pt x="33338" y="9850"/>
                        <a:pt x="34480" y="9754"/>
                        <a:pt x="35528" y="9374"/>
                      </a:cubicBezTo>
                      <a:lnTo>
                        <a:pt x="32099" y="6135"/>
                      </a:lnTo>
                      <a:cubicBezTo>
                        <a:pt x="30861" y="6135"/>
                        <a:pt x="30289" y="5564"/>
                        <a:pt x="30385" y="4421"/>
                      </a:cubicBezTo>
                      <a:cubicBezTo>
                        <a:pt x="30575" y="3087"/>
                        <a:pt x="30575" y="2325"/>
                        <a:pt x="30385" y="2135"/>
                      </a:cubicBezTo>
                      <a:cubicBezTo>
                        <a:pt x="30004" y="2992"/>
                        <a:pt x="29528" y="3373"/>
                        <a:pt x="28956" y="3563"/>
                      </a:cubicBezTo>
                      <a:cubicBezTo>
                        <a:pt x="28670" y="3373"/>
                        <a:pt x="28290" y="3278"/>
                        <a:pt x="27908" y="3278"/>
                      </a:cubicBezTo>
                      <a:cubicBezTo>
                        <a:pt x="27718" y="3468"/>
                        <a:pt x="27718" y="4135"/>
                        <a:pt x="27908" y="5373"/>
                      </a:cubicBezTo>
                      <a:cubicBezTo>
                        <a:pt x="26194" y="6516"/>
                        <a:pt x="24003" y="7183"/>
                        <a:pt x="21336" y="7469"/>
                      </a:cubicBezTo>
                      <a:cubicBezTo>
                        <a:pt x="18098" y="7754"/>
                        <a:pt x="16002" y="8040"/>
                        <a:pt x="15050" y="8516"/>
                      </a:cubicBezTo>
                      <a:lnTo>
                        <a:pt x="19241" y="8516"/>
                      </a:lnTo>
                      <a:cubicBezTo>
                        <a:pt x="18383" y="9754"/>
                        <a:pt x="17526" y="10612"/>
                        <a:pt x="16669" y="10993"/>
                      </a:cubicBezTo>
                      <a:cubicBezTo>
                        <a:pt x="16573" y="10993"/>
                        <a:pt x="16478" y="10993"/>
                        <a:pt x="16478" y="10802"/>
                      </a:cubicBezTo>
                      <a:cubicBezTo>
                        <a:pt x="16193" y="10993"/>
                        <a:pt x="15907" y="11183"/>
                        <a:pt x="15621" y="11469"/>
                      </a:cubicBezTo>
                      <a:cubicBezTo>
                        <a:pt x="14764" y="11755"/>
                        <a:pt x="14097" y="11850"/>
                        <a:pt x="13716" y="11850"/>
                      </a:cubicBezTo>
                      <a:cubicBezTo>
                        <a:pt x="13145" y="11564"/>
                        <a:pt x="12382" y="11564"/>
                        <a:pt x="11335" y="11850"/>
                      </a:cubicBezTo>
                      <a:cubicBezTo>
                        <a:pt x="8382" y="11564"/>
                        <a:pt x="6382" y="11564"/>
                        <a:pt x="5239" y="11850"/>
                      </a:cubicBezTo>
                      <a:lnTo>
                        <a:pt x="5239" y="10802"/>
                      </a:lnTo>
                      <a:lnTo>
                        <a:pt x="2762" y="13469"/>
                      </a:lnTo>
                      <a:cubicBezTo>
                        <a:pt x="3429" y="13755"/>
                        <a:pt x="4191" y="13850"/>
                        <a:pt x="5143" y="13850"/>
                      </a:cubicBezTo>
                      <a:cubicBezTo>
                        <a:pt x="5334" y="13850"/>
                        <a:pt x="7525" y="13184"/>
                        <a:pt x="11430" y="11755"/>
                      </a:cubicBezTo>
                      <a:lnTo>
                        <a:pt x="13811" y="11755"/>
                      </a:lnTo>
                      <a:cubicBezTo>
                        <a:pt x="13811" y="11755"/>
                        <a:pt x="14574" y="12421"/>
                        <a:pt x="14859" y="12898"/>
                      </a:cubicBezTo>
                      <a:cubicBezTo>
                        <a:pt x="15145" y="13374"/>
                        <a:pt x="15526" y="14041"/>
                        <a:pt x="15716" y="14612"/>
                      </a:cubicBezTo>
                      <a:cubicBezTo>
                        <a:pt x="15621" y="14231"/>
                        <a:pt x="15335" y="13755"/>
                        <a:pt x="15145" y="13184"/>
                      </a:cubicBezTo>
                      <a:cubicBezTo>
                        <a:pt x="15145" y="12326"/>
                        <a:pt x="15335" y="11755"/>
                        <a:pt x="15716" y="11279"/>
                      </a:cubicBezTo>
                      <a:cubicBezTo>
                        <a:pt x="16002" y="11279"/>
                        <a:pt x="16288" y="11183"/>
                        <a:pt x="16764" y="10898"/>
                      </a:cubicBezTo>
                      <a:cubicBezTo>
                        <a:pt x="17716" y="12231"/>
                        <a:pt x="18288" y="13088"/>
                        <a:pt x="18288" y="13374"/>
                      </a:cubicBezTo>
                      <a:lnTo>
                        <a:pt x="24003" y="12326"/>
                      </a:lnTo>
                      <a:lnTo>
                        <a:pt x="18288" y="11660"/>
                      </a:lnTo>
                      <a:close/>
                      <a:moveTo>
                        <a:pt x="13907" y="21470"/>
                      </a:moveTo>
                      <a:lnTo>
                        <a:pt x="17336" y="19851"/>
                      </a:lnTo>
                      <a:lnTo>
                        <a:pt x="15621" y="19851"/>
                      </a:lnTo>
                      <a:lnTo>
                        <a:pt x="13907" y="21470"/>
                      </a:lnTo>
                      <a:close/>
                      <a:moveTo>
                        <a:pt x="40100" y="5564"/>
                      </a:moveTo>
                      <a:lnTo>
                        <a:pt x="42672" y="2896"/>
                      </a:lnTo>
                      <a:cubicBezTo>
                        <a:pt x="41815" y="2896"/>
                        <a:pt x="40767" y="2325"/>
                        <a:pt x="39529" y="1658"/>
                      </a:cubicBezTo>
                      <a:lnTo>
                        <a:pt x="36766" y="5564"/>
                      </a:lnTo>
                      <a:lnTo>
                        <a:pt x="33814" y="3944"/>
                      </a:lnTo>
                      <a:lnTo>
                        <a:pt x="37909" y="7850"/>
                      </a:lnTo>
                      <a:cubicBezTo>
                        <a:pt x="37909" y="5087"/>
                        <a:pt x="38386" y="3468"/>
                        <a:pt x="39529" y="2896"/>
                      </a:cubicBezTo>
                      <a:cubicBezTo>
                        <a:pt x="39910" y="3182"/>
                        <a:pt x="40100" y="4040"/>
                        <a:pt x="40100" y="5564"/>
                      </a:cubicBezTo>
                      <a:close/>
                      <a:moveTo>
                        <a:pt x="48387" y="88241"/>
                      </a:moveTo>
                      <a:cubicBezTo>
                        <a:pt x="50864" y="88526"/>
                        <a:pt x="52007" y="88241"/>
                        <a:pt x="51721" y="87574"/>
                      </a:cubicBezTo>
                      <a:cubicBezTo>
                        <a:pt x="51149" y="87383"/>
                        <a:pt x="50006" y="87574"/>
                        <a:pt x="48387" y="88241"/>
                      </a:cubicBezTo>
                      <a:cubicBezTo>
                        <a:pt x="47625" y="87955"/>
                        <a:pt x="47149" y="87955"/>
                        <a:pt x="46673" y="88241"/>
                      </a:cubicBezTo>
                      <a:cubicBezTo>
                        <a:pt x="47340" y="88526"/>
                        <a:pt x="47911" y="88526"/>
                        <a:pt x="48387" y="88241"/>
                      </a:cubicBezTo>
                      <a:close/>
                      <a:moveTo>
                        <a:pt x="70581" y="84907"/>
                      </a:moveTo>
                      <a:cubicBezTo>
                        <a:pt x="68961" y="83764"/>
                        <a:pt x="66770" y="83192"/>
                        <a:pt x="63818" y="83192"/>
                      </a:cubicBezTo>
                      <a:cubicBezTo>
                        <a:pt x="60293" y="83192"/>
                        <a:pt x="57912" y="83002"/>
                        <a:pt x="56579" y="82621"/>
                      </a:cubicBezTo>
                      <a:lnTo>
                        <a:pt x="62293" y="85859"/>
                      </a:lnTo>
                      <a:cubicBezTo>
                        <a:pt x="61532" y="86145"/>
                        <a:pt x="61246" y="86717"/>
                        <a:pt x="61246" y="87479"/>
                      </a:cubicBezTo>
                      <a:lnTo>
                        <a:pt x="62960" y="87479"/>
                      </a:lnTo>
                      <a:cubicBezTo>
                        <a:pt x="63437" y="87764"/>
                        <a:pt x="63722" y="88050"/>
                        <a:pt x="63722" y="88336"/>
                      </a:cubicBezTo>
                      <a:cubicBezTo>
                        <a:pt x="63722" y="88526"/>
                        <a:pt x="63532" y="88907"/>
                        <a:pt x="63055" y="89574"/>
                      </a:cubicBezTo>
                      <a:cubicBezTo>
                        <a:pt x="62675" y="90241"/>
                        <a:pt x="62579" y="90812"/>
                        <a:pt x="62960" y="91384"/>
                      </a:cubicBezTo>
                      <a:lnTo>
                        <a:pt x="66199" y="91384"/>
                      </a:lnTo>
                      <a:cubicBezTo>
                        <a:pt x="64580" y="89669"/>
                        <a:pt x="63722" y="88526"/>
                        <a:pt x="63722" y="87860"/>
                      </a:cubicBezTo>
                      <a:cubicBezTo>
                        <a:pt x="63722" y="87288"/>
                        <a:pt x="64103" y="86907"/>
                        <a:pt x="64865" y="86526"/>
                      </a:cubicBezTo>
                      <a:cubicBezTo>
                        <a:pt x="65627" y="86145"/>
                        <a:pt x="66580" y="85764"/>
                        <a:pt x="67723" y="85383"/>
                      </a:cubicBezTo>
                      <a:cubicBezTo>
                        <a:pt x="68771" y="85193"/>
                        <a:pt x="69628" y="85574"/>
                        <a:pt x="70485" y="86431"/>
                      </a:cubicBezTo>
                      <a:lnTo>
                        <a:pt x="70485" y="84812"/>
                      </a:lnTo>
                      <a:close/>
                      <a:moveTo>
                        <a:pt x="62293" y="70715"/>
                      </a:moveTo>
                      <a:cubicBezTo>
                        <a:pt x="63151" y="71762"/>
                        <a:pt x="64294" y="72334"/>
                        <a:pt x="65627" y="72334"/>
                      </a:cubicBezTo>
                      <a:cubicBezTo>
                        <a:pt x="67723" y="72334"/>
                        <a:pt x="69628" y="71572"/>
                        <a:pt x="71152" y="70048"/>
                      </a:cubicBezTo>
                      <a:lnTo>
                        <a:pt x="68009" y="69000"/>
                      </a:lnTo>
                      <a:cubicBezTo>
                        <a:pt x="67818" y="70715"/>
                        <a:pt x="67533" y="71477"/>
                        <a:pt x="66961" y="71477"/>
                      </a:cubicBezTo>
                      <a:cubicBezTo>
                        <a:pt x="66866" y="71477"/>
                        <a:pt x="66199" y="71000"/>
                        <a:pt x="65151" y="70048"/>
                      </a:cubicBezTo>
                      <a:cubicBezTo>
                        <a:pt x="64103" y="69000"/>
                        <a:pt x="63151" y="68714"/>
                        <a:pt x="62293" y="69000"/>
                      </a:cubicBezTo>
                      <a:lnTo>
                        <a:pt x="62293" y="70715"/>
                      </a:lnTo>
                      <a:close/>
                      <a:moveTo>
                        <a:pt x="70104" y="90336"/>
                      </a:moveTo>
                      <a:lnTo>
                        <a:pt x="70581" y="90527"/>
                      </a:lnTo>
                      <a:lnTo>
                        <a:pt x="70104" y="90336"/>
                      </a:lnTo>
                      <a:lnTo>
                        <a:pt x="66294" y="87574"/>
                      </a:lnTo>
                      <a:cubicBezTo>
                        <a:pt x="65913" y="88812"/>
                        <a:pt x="66294" y="89574"/>
                        <a:pt x="67628" y="89860"/>
                      </a:cubicBezTo>
                      <a:cubicBezTo>
                        <a:pt x="68485" y="90050"/>
                        <a:pt x="69342" y="90146"/>
                        <a:pt x="70199" y="90336"/>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 name="Google Shape;924;p99"/>
                <p:cNvSpPr/>
                <p:nvPr/>
              </p:nvSpPr>
              <p:spPr>
                <a:xfrm>
                  <a:off x="7319866" y="5348192"/>
                  <a:ext cx="124491" cy="165925"/>
                </a:xfrm>
                <a:custGeom>
                  <a:avLst/>
                  <a:gdLst/>
                  <a:ahLst/>
                  <a:cxnLst/>
                  <a:rect l="l" t="t" r="r" b="b"/>
                  <a:pathLst>
                    <a:path w="124491" h="165925" extrusionOk="0">
                      <a:moveTo>
                        <a:pt x="120587" y="191"/>
                      </a:moveTo>
                      <a:cubicBezTo>
                        <a:pt x="120587" y="1619"/>
                        <a:pt x="121063" y="2953"/>
                        <a:pt x="122491" y="4382"/>
                      </a:cubicBezTo>
                      <a:cubicBezTo>
                        <a:pt x="123825" y="5715"/>
                        <a:pt x="124492" y="6668"/>
                        <a:pt x="124492" y="7239"/>
                      </a:cubicBezTo>
                      <a:cubicBezTo>
                        <a:pt x="124492" y="8001"/>
                        <a:pt x="123349" y="9144"/>
                        <a:pt x="121253" y="10573"/>
                      </a:cubicBezTo>
                      <a:cubicBezTo>
                        <a:pt x="121539" y="11144"/>
                        <a:pt x="121730" y="11716"/>
                        <a:pt x="121730" y="12478"/>
                      </a:cubicBezTo>
                      <a:cubicBezTo>
                        <a:pt x="121730" y="14192"/>
                        <a:pt x="120110" y="16859"/>
                        <a:pt x="116681" y="20098"/>
                      </a:cubicBezTo>
                      <a:lnTo>
                        <a:pt x="118396" y="21717"/>
                      </a:lnTo>
                      <a:cubicBezTo>
                        <a:pt x="113348" y="27337"/>
                        <a:pt x="110776" y="31813"/>
                        <a:pt x="110776" y="35147"/>
                      </a:cubicBezTo>
                      <a:cubicBezTo>
                        <a:pt x="109538" y="37148"/>
                        <a:pt x="107632" y="38100"/>
                        <a:pt x="105156" y="37910"/>
                      </a:cubicBezTo>
                      <a:cubicBezTo>
                        <a:pt x="105251" y="38386"/>
                        <a:pt x="105346" y="36100"/>
                        <a:pt x="105346" y="30861"/>
                      </a:cubicBezTo>
                      <a:cubicBezTo>
                        <a:pt x="105346" y="28480"/>
                        <a:pt x="104204" y="27242"/>
                        <a:pt x="102108" y="27146"/>
                      </a:cubicBezTo>
                      <a:lnTo>
                        <a:pt x="102108" y="33719"/>
                      </a:lnTo>
                      <a:cubicBezTo>
                        <a:pt x="102108" y="33719"/>
                        <a:pt x="101060" y="33719"/>
                        <a:pt x="100394" y="34480"/>
                      </a:cubicBezTo>
                      <a:cubicBezTo>
                        <a:pt x="100394" y="35338"/>
                        <a:pt x="100489" y="35719"/>
                        <a:pt x="100775" y="35719"/>
                      </a:cubicBezTo>
                      <a:cubicBezTo>
                        <a:pt x="100870" y="35719"/>
                        <a:pt x="101155" y="35719"/>
                        <a:pt x="101537" y="35528"/>
                      </a:cubicBezTo>
                      <a:cubicBezTo>
                        <a:pt x="101918" y="35433"/>
                        <a:pt x="102203" y="35338"/>
                        <a:pt x="102298" y="35338"/>
                      </a:cubicBezTo>
                      <a:cubicBezTo>
                        <a:pt x="102584" y="35338"/>
                        <a:pt x="102870" y="35624"/>
                        <a:pt x="102965" y="36100"/>
                      </a:cubicBezTo>
                      <a:lnTo>
                        <a:pt x="98107" y="38386"/>
                      </a:lnTo>
                      <a:lnTo>
                        <a:pt x="96393" y="36100"/>
                      </a:lnTo>
                      <a:lnTo>
                        <a:pt x="94107" y="38957"/>
                      </a:lnTo>
                      <a:cubicBezTo>
                        <a:pt x="94107" y="38957"/>
                        <a:pt x="94298" y="38481"/>
                        <a:pt x="94298" y="38291"/>
                      </a:cubicBezTo>
                      <a:cubicBezTo>
                        <a:pt x="94298" y="37719"/>
                        <a:pt x="93916" y="37433"/>
                        <a:pt x="93250" y="37148"/>
                      </a:cubicBezTo>
                      <a:cubicBezTo>
                        <a:pt x="92583" y="36957"/>
                        <a:pt x="92202" y="36767"/>
                        <a:pt x="92393" y="36576"/>
                      </a:cubicBezTo>
                      <a:cubicBezTo>
                        <a:pt x="94583" y="35814"/>
                        <a:pt x="96108" y="34766"/>
                        <a:pt x="97060" y="33528"/>
                      </a:cubicBezTo>
                      <a:cubicBezTo>
                        <a:pt x="96774" y="32671"/>
                        <a:pt x="96203" y="32385"/>
                        <a:pt x="95441" y="32671"/>
                      </a:cubicBezTo>
                      <a:lnTo>
                        <a:pt x="94202" y="34290"/>
                      </a:lnTo>
                      <a:cubicBezTo>
                        <a:pt x="93536" y="33909"/>
                        <a:pt x="93155" y="33338"/>
                        <a:pt x="93155" y="32671"/>
                      </a:cubicBezTo>
                      <a:cubicBezTo>
                        <a:pt x="94107" y="32290"/>
                        <a:pt x="94679" y="31718"/>
                        <a:pt x="94679" y="30956"/>
                      </a:cubicBezTo>
                      <a:cubicBezTo>
                        <a:pt x="94679" y="30575"/>
                        <a:pt x="94202" y="29813"/>
                        <a:pt x="93440" y="28766"/>
                      </a:cubicBezTo>
                      <a:cubicBezTo>
                        <a:pt x="92678" y="27623"/>
                        <a:pt x="92393" y="26861"/>
                        <a:pt x="92488" y="26194"/>
                      </a:cubicBezTo>
                      <a:cubicBezTo>
                        <a:pt x="91916" y="26099"/>
                        <a:pt x="91440" y="26194"/>
                        <a:pt x="91059" y="26670"/>
                      </a:cubicBezTo>
                      <a:cubicBezTo>
                        <a:pt x="90678" y="27051"/>
                        <a:pt x="90297" y="27527"/>
                        <a:pt x="90011" y="27813"/>
                      </a:cubicBezTo>
                      <a:cubicBezTo>
                        <a:pt x="89631" y="28480"/>
                        <a:pt x="90107" y="29528"/>
                        <a:pt x="91440" y="30766"/>
                      </a:cubicBezTo>
                      <a:lnTo>
                        <a:pt x="90774" y="30766"/>
                      </a:lnTo>
                      <a:cubicBezTo>
                        <a:pt x="90774" y="30766"/>
                        <a:pt x="90583" y="32766"/>
                        <a:pt x="90583" y="35528"/>
                      </a:cubicBezTo>
                      <a:cubicBezTo>
                        <a:pt x="90678" y="37624"/>
                        <a:pt x="90202" y="39053"/>
                        <a:pt x="89059" y="39910"/>
                      </a:cubicBezTo>
                      <a:cubicBezTo>
                        <a:pt x="89631" y="39910"/>
                        <a:pt x="90392" y="40386"/>
                        <a:pt x="91440" y="41338"/>
                      </a:cubicBezTo>
                      <a:cubicBezTo>
                        <a:pt x="92393" y="42196"/>
                        <a:pt x="93345" y="42577"/>
                        <a:pt x="94202" y="42196"/>
                      </a:cubicBezTo>
                      <a:lnTo>
                        <a:pt x="95441" y="40481"/>
                      </a:lnTo>
                      <a:cubicBezTo>
                        <a:pt x="94869" y="41148"/>
                        <a:pt x="94774" y="41910"/>
                        <a:pt x="95155" y="42577"/>
                      </a:cubicBezTo>
                      <a:cubicBezTo>
                        <a:pt x="95631" y="43244"/>
                        <a:pt x="96012" y="43815"/>
                        <a:pt x="96393" y="44482"/>
                      </a:cubicBezTo>
                      <a:cubicBezTo>
                        <a:pt x="97250" y="44577"/>
                        <a:pt x="97822" y="44005"/>
                        <a:pt x="98298" y="42767"/>
                      </a:cubicBezTo>
                      <a:cubicBezTo>
                        <a:pt x="98774" y="41529"/>
                        <a:pt x="99441" y="41148"/>
                        <a:pt x="100394" y="41529"/>
                      </a:cubicBezTo>
                      <a:cubicBezTo>
                        <a:pt x="100489" y="42101"/>
                        <a:pt x="101155" y="42386"/>
                        <a:pt x="102298" y="42386"/>
                      </a:cubicBezTo>
                      <a:cubicBezTo>
                        <a:pt x="102775" y="42386"/>
                        <a:pt x="103347" y="42291"/>
                        <a:pt x="104013" y="42196"/>
                      </a:cubicBezTo>
                      <a:lnTo>
                        <a:pt x="105728" y="42196"/>
                      </a:lnTo>
                      <a:cubicBezTo>
                        <a:pt x="107156" y="42196"/>
                        <a:pt x="107823" y="42577"/>
                        <a:pt x="107823" y="43148"/>
                      </a:cubicBezTo>
                      <a:cubicBezTo>
                        <a:pt x="107823" y="43720"/>
                        <a:pt x="107538" y="44482"/>
                        <a:pt x="106966" y="45434"/>
                      </a:cubicBezTo>
                      <a:lnTo>
                        <a:pt x="104680" y="42767"/>
                      </a:lnTo>
                      <a:cubicBezTo>
                        <a:pt x="105251" y="43625"/>
                        <a:pt x="105442" y="44577"/>
                        <a:pt x="105442" y="45625"/>
                      </a:cubicBezTo>
                      <a:cubicBezTo>
                        <a:pt x="105442" y="48101"/>
                        <a:pt x="103823" y="51149"/>
                        <a:pt x="100394" y="54674"/>
                      </a:cubicBezTo>
                      <a:lnTo>
                        <a:pt x="98107" y="54102"/>
                      </a:lnTo>
                      <a:cubicBezTo>
                        <a:pt x="97917" y="54674"/>
                        <a:pt x="97631" y="55817"/>
                        <a:pt x="97155" y="57436"/>
                      </a:cubicBezTo>
                      <a:cubicBezTo>
                        <a:pt x="96679" y="59055"/>
                        <a:pt x="96393" y="60293"/>
                        <a:pt x="96393" y="61151"/>
                      </a:cubicBezTo>
                      <a:cubicBezTo>
                        <a:pt x="96393" y="62103"/>
                        <a:pt x="96584" y="62960"/>
                        <a:pt x="96964" y="63818"/>
                      </a:cubicBezTo>
                      <a:cubicBezTo>
                        <a:pt x="96393" y="63818"/>
                        <a:pt x="95631" y="63246"/>
                        <a:pt x="94679" y="62103"/>
                      </a:cubicBezTo>
                      <a:cubicBezTo>
                        <a:pt x="93726" y="61055"/>
                        <a:pt x="92964" y="60484"/>
                        <a:pt x="92297" y="60484"/>
                      </a:cubicBezTo>
                      <a:cubicBezTo>
                        <a:pt x="91726" y="60484"/>
                        <a:pt x="91250" y="61055"/>
                        <a:pt x="90583" y="62103"/>
                      </a:cubicBezTo>
                      <a:cubicBezTo>
                        <a:pt x="91154" y="63341"/>
                        <a:pt x="91440" y="64675"/>
                        <a:pt x="91440" y="66008"/>
                      </a:cubicBezTo>
                      <a:cubicBezTo>
                        <a:pt x="91440" y="67532"/>
                        <a:pt x="90964" y="69818"/>
                        <a:pt x="89916" y="72866"/>
                      </a:cubicBezTo>
                      <a:cubicBezTo>
                        <a:pt x="88964" y="75819"/>
                        <a:pt x="88678" y="78105"/>
                        <a:pt x="88868" y="79629"/>
                      </a:cubicBezTo>
                      <a:cubicBezTo>
                        <a:pt x="88392" y="79248"/>
                        <a:pt x="87725" y="79058"/>
                        <a:pt x="87154" y="79058"/>
                      </a:cubicBezTo>
                      <a:cubicBezTo>
                        <a:pt x="86487" y="79058"/>
                        <a:pt x="85534" y="79343"/>
                        <a:pt x="84297" y="79915"/>
                      </a:cubicBezTo>
                      <a:cubicBezTo>
                        <a:pt x="82963" y="80486"/>
                        <a:pt x="82010" y="80772"/>
                        <a:pt x="81249" y="80772"/>
                      </a:cubicBezTo>
                      <a:cubicBezTo>
                        <a:pt x="80867" y="80772"/>
                        <a:pt x="80486" y="80582"/>
                        <a:pt x="80010" y="80296"/>
                      </a:cubicBezTo>
                      <a:cubicBezTo>
                        <a:pt x="80010" y="80963"/>
                        <a:pt x="80867" y="82391"/>
                        <a:pt x="82296" y="84392"/>
                      </a:cubicBezTo>
                      <a:cubicBezTo>
                        <a:pt x="83820" y="86392"/>
                        <a:pt x="84487" y="87916"/>
                        <a:pt x="84487" y="89059"/>
                      </a:cubicBezTo>
                      <a:cubicBezTo>
                        <a:pt x="84487" y="90011"/>
                        <a:pt x="84201" y="90964"/>
                        <a:pt x="83439" y="91726"/>
                      </a:cubicBezTo>
                      <a:lnTo>
                        <a:pt x="80010" y="94869"/>
                      </a:lnTo>
                      <a:cubicBezTo>
                        <a:pt x="80772" y="104585"/>
                        <a:pt x="81153" y="115443"/>
                        <a:pt x="81153" y="127159"/>
                      </a:cubicBezTo>
                      <a:cubicBezTo>
                        <a:pt x="81153" y="138875"/>
                        <a:pt x="80867" y="150209"/>
                        <a:pt x="80010" y="160782"/>
                      </a:cubicBezTo>
                      <a:cubicBezTo>
                        <a:pt x="76962" y="164211"/>
                        <a:pt x="72390" y="165925"/>
                        <a:pt x="66199" y="165925"/>
                      </a:cubicBezTo>
                      <a:cubicBezTo>
                        <a:pt x="64198" y="165925"/>
                        <a:pt x="61246" y="165735"/>
                        <a:pt x="57341" y="165354"/>
                      </a:cubicBezTo>
                      <a:cubicBezTo>
                        <a:pt x="53435" y="164973"/>
                        <a:pt x="50673" y="164688"/>
                        <a:pt x="49054" y="164688"/>
                      </a:cubicBezTo>
                      <a:cubicBezTo>
                        <a:pt x="46482" y="163735"/>
                        <a:pt x="44958" y="161640"/>
                        <a:pt x="44482" y="158496"/>
                      </a:cubicBezTo>
                      <a:cubicBezTo>
                        <a:pt x="44005" y="155829"/>
                        <a:pt x="43625" y="153162"/>
                        <a:pt x="43434" y="150495"/>
                      </a:cubicBezTo>
                      <a:cubicBezTo>
                        <a:pt x="44291" y="147924"/>
                        <a:pt x="44482" y="144018"/>
                        <a:pt x="44196" y="138589"/>
                      </a:cubicBezTo>
                      <a:cubicBezTo>
                        <a:pt x="43815" y="133159"/>
                        <a:pt x="44196" y="129159"/>
                        <a:pt x="45148" y="126492"/>
                      </a:cubicBezTo>
                      <a:cubicBezTo>
                        <a:pt x="46006" y="127540"/>
                        <a:pt x="46863" y="128111"/>
                        <a:pt x="47911" y="128111"/>
                      </a:cubicBezTo>
                      <a:cubicBezTo>
                        <a:pt x="48101" y="128111"/>
                        <a:pt x="49149" y="127731"/>
                        <a:pt x="50864" y="126873"/>
                      </a:cubicBezTo>
                      <a:cubicBezTo>
                        <a:pt x="52007" y="126397"/>
                        <a:pt x="53054" y="126588"/>
                        <a:pt x="54007" y="127540"/>
                      </a:cubicBezTo>
                      <a:lnTo>
                        <a:pt x="51531" y="124873"/>
                      </a:lnTo>
                      <a:lnTo>
                        <a:pt x="53340" y="123634"/>
                      </a:lnTo>
                      <a:lnTo>
                        <a:pt x="50864" y="120968"/>
                      </a:lnTo>
                      <a:lnTo>
                        <a:pt x="53340" y="122015"/>
                      </a:lnTo>
                      <a:lnTo>
                        <a:pt x="53340" y="117920"/>
                      </a:lnTo>
                      <a:lnTo>
                        <a:pt x="48483" y="117920"/>
                      </a:lnTo>
                      <a:cubicBezTo>
                        <a:pt x="50292" y="116872"/>
                        <a:pt x="51435" y="116300"/>
                        <a:pt x="51816" y="116300"/>
                      </a:cubicBezTo>
                      <a:cubicBezTo>
                        <a:pt x="52959" y="116300"/>
                        <a:pt x="54007" y="117158"/>
                        <a:pt x="55055" y="118777"/>
                      </a:cubicBezTo>
                      <a:cubicBezTo>
                        <a:pt x="55436" y="118586"/>
                        <a:pt x="55722" y="118205"/>
                        <a:pt x="55722" y="117538"/>
                      </a:cubicBezTo>
                      <a:cubicBezTo>
                        <a:pt x="55531" y="116491"/>
                        <a:pt x="55531" y="115919"/>
                        <a:pt x="55722" y="115729"/>
                      </a:cubicBezTo>
                      <a:lnTo>
                        <a:pt x="59722" y="116300"/>
                      </a:lnTo>
                      <a:cubicBezTo>
                        <a:pt x="60007" y="114395"/>
                        <a:pt x="60103" y="113348"/>
                        <a:pt x="59913" y="113252"/>
                      </a:cubicBezTo>
                      <a:cubicBezTo>
                        <a:pt x="59722" y="113157"/>
                        <a:pt x="60198" y="112871"/>
                        <a:pt x="61436" y="112395"/>
                      </a:cubicBezTo>
                      <a:cubicBezTo>
                        <a:pt x="59150" y="109061"/>
                        <a:pt x="56293" y="108395"/>
                        <a:pt x="52674" y="110395"/>
                      </a:cubicBezTo>
                      <a:cubicBezTo>
                        <a:pt x="49054" y="112300"/>
                        <a:pt x="46197" y="111824"/>
                        <a:pt x="44101" y="109157"/>
                      </a:cubicBezTo>
                      <a:cubicBezTo>
                        <a:pt x="44101" y="102203"/>
                        <a:pt x="44482" y="97155"/>
                        <a:pt x="45148" y="94107"/>
                      </a:cubicBezTo>
                      <a:cubicBezTo>
                        <a:pt x="41720" y="94298"/>
                        <a:pt x="39910" y="91821"/>
                        <a:pt x="39624" y="86773"/>
                      </a:cubicBezTo>
                      <a:cubicBezTo>
                        <a:pt x="39338" y="81725"/>
                        <a:pt x="37624" y="78867"/>
                        <a:pt x="34480" y="78200"/>
                      </a:cubicBezTo>
                      <a:cubicBezTo>
                        <a:pt x="28004" y="63913"/>
                        <a:pt x="18002" y="42863"/>
                        <a:pt x="4382" y="15145"/>
                      </a:cubicBezTo>
                      <a:cubicBezTo>
                        <a:pt x="4191" y="14764"/>
                        <a:pt x="4382" y="14383"/>
                        <a:pt x="4953" y="13907"/>
                      </a:cubicBezTo>
                      <a:cubicBezTo>
                        <a:pt x="5525" y="13526"/>
                        <a:pt x="5905" y="13145"/>
                        <a:pt x="6001" y="12859"/>
                      </a:cubicBezTo>
                      <a:cubicBezTo>
                        <a:pt x="4763" y="11906"/>
                        <a:pt x="3429" y="10859"/>
                        <a:pt x="2000" y="9716"/>
                      </a:cubicBezTo>
                      <a:cubicBezTo>
                        <a:pt x="667" y="8573"/>
                        <a:pt x="0" y="7239"/>
                        <a:pt x="0" y="5905"/>
                      </a:cubicBezTo>
                      <a:cubicBezTo>
                        <a:pt x="0" y="5048"/>
                        <a:pt x="286" y="4191"/>
                        <a:pt x="953" y="3238"/>
                      </a:cubicBezTo>
                      <a:cubicBezTo>
                        <a:pt x="4477" y="1143"/>
                        <a:pt x="9144" y="95"/>
                        <a:pt x="14859" y="95"/>
                      </a:cubicBezTo>
                      <a:cubicBezTo>
                        <a:pt x="16859" y="95"/>
                        <a:pt x="19621" y="191"/>
                        <a:pt x="23336" y="476"/>
                      </a:cubicBezTo>
                      <a:cubicBezTo>
                        <a:pt x="26956" y="762"/>
                        <a:pt x="29528" y="857"/>
                        <a:pt x="31052" y="857"/>
                      </a:cubicBezTo>
                      <a:lnTo>
                        <a:pt x="33433" y="857"/>
                      </a:lnTo>
                      <a:cubicBezTo>
                        <a:pt x="36576" y="2762"/>
                        <a:pt x="39053" y="6191"/>
                        <a:pt x="40957" y="11144"/>
                      </a:cubicBezTo>
                      <a:cubicBezTo>
                        <a:pt x="42863" y="16097"/>
                        <a:pt x="44958" y="19336"/>
                        <a:pt x="47340" y="20860"/>
                      </a:cubicBezTo>
                      <a:cubicBezTo>
                        <a:pt x="46958" y="23908"/>
                        <a:pt x="47720" y="27242"/>
                        <a:pt x="49625" y="30956"/>
                      </a:cubicBezTo>
                      <a:cubicBezTo>
                        <a:pt x="50959" y="33528"/>
                        <a:pt x="52483" y="36195"/>
                        <a:pt x="53816" y="38957"/>
                      </a:cubicBezTo>
                      <a:cubicBezTo>
                        <a:pt x="53150" y="42101"/>
                        <a:pt x="53816" y="43720"/>
                        <a:pt x="56102" y="43910"/>
                      </a:cubicBezTo>
                      <a:cubicBezTo>
                        <a:pt x="55816" y="45149"/>
                        <a:pt x="56579" y="46673"/>
                        <a:pt x="58484" y="48482"/>
                      </a:cubicBezTo>
                      <a:cubicBezTo>
                        <a:pt x="60484" y="50292"/>
                        <a:pt x="61532" y="51626"/>
                        <a:pt x="61817" y="52578"/>
                      </a:cubicBezTo>
                      <a:cubicBezTo>
                        <a:pt x="68294" y="47054"/>
                        <a:pt x="72676" y="38957"/>
                        <a:pt x="75057" y="28004"/>
                      </a:cubicBezTo>
                      <a:cubicBezTo>
                        <a:pt x="80010" y="20574"/>
                        <a:pt x="83153" y="13907"/>
                        <a:pt x="84582" y="8001"/>
                      </a:cubicBezTo>
                      <a:cubicBezTo>
                        <a:pt x="87821" y="2667"/>
                        <a:pt x="94202" y="0"/>
                        <a:pt x="103727" y="0"/>
                      </a:cubicBezTo>
                      <a:cubicBezTo>
                        <a:pt x="116300" y="0"/>
                        <a:pt x="121825" y="0"/>
                        <a:pt x="120587" y="191"/>
                      </a:cubicBezTo>
                      <a:close/>
                      <a:moveTo>
                        <a:pt x="48292" y="117920"/>
                      </a:moveTo>
                      <a:cubicBezTo>
                        <a:pt x="46768" y="119253"/>
                        <a:pt x="45339" y="119253"/>
                        <a:pt x="43910" y="117920"/>
                      </a:cubicBezTo>
                      <a:lnTo>
                        <a:pt x="48292" y="117920"/>
                      </a:lnTo>
                      <a:close/>
                      <a:moveTo>
                        <a:pt x="55531" y="121063"/>
                      </a:moveTo>
                      <a:lnTo>
                        <a:pt x="60198" y="121063"/>
                      </a:lnTo>
                      <a:lnTo>
                        <a:pt x="55531" y="120396"/>
                      </a:lnTo>
                      <a:lnTo>
                        <a:pt x="55531" y="121063"/>
                      </a:lnTo>
                      <a:close/>
                      <a:moveTo>
                        <a:pt x="61246" y="114681"/>
                      </a:moveTo>
                      <a:lnTo>
                        <a:pt x="63532" y="114014"/>
                      </a:lnTo>
                      <a:lnTo>
                        <a:pt x="61246" y="114014"/>
                      </a:lnTo>
                      <a:lnTo>
                        <a:pt x="61246" y="114681"/>
                      </a:lnTo>
                      <a:close/>
                      <a:moveTo>
                        <a:pt x="67723" y="102108"/>
                      </a:moveTo>
                      <a:cubicBezTo>
                        <a:pt x="68485" y="101537"/>
                        <a:pt x="68580" y="100679"/>
                        <a:pt x="68389" y="99441"/>
                      </a:cubicBezTo>
                      <a:cubicBezTo>
                        <a:pt x="68104" y="98393"/>
                        <a:pt x="67628" y="97631"/>
                        <a:pt x="67056" y="97155"/>
                      </a:cubicBezTo>
                      <a:lnTo>
                        <a:pt x="67056" y="102775"/>
                      </a:lnTo>
                      <a:lnTo>
                        <a:pt x="67723" y="102203"/>
                      </a:lnTo>
                      <a:close/>
                      <a:moveTo>
                        <a:pt x="92773" y="42958"/>
                      </a:moveTo>
                      <a:lnTo>
                        <a:pt x="92107" y="44672"/>
                      </a:lnTo>
                      <a:cubicBezTo>
                        <a:pt x="93155" y="46006"/>
                        <a:pt x="93916" y="46577"/>
                        <a:pt x="94488" y="46292"/>
                      </a:cubicBezTo>
                      <a:cubicBezTo>
                        <a:pt x="94393" y="45434"/>
                        <a:pt x="93822" y="44387"/>
                        <a:pt x="92869" y="42958"/>
                      </a:cubicBezTo>
                      <a:close/>
                      <a:moveTo>
                        <a:pt x="96108" y="29813"/>
                      </a:moveTo>
                      <a:lnTo>
                        <a:pt x="97822" y="29813"/>
                      </a:lnTo>
                      <a:cubicBezTo>
                        <a:pt x="96964" y="29051"/>
                        <a:pt x="96393" y="28670"/>
                        <a:pt x="96108" y="28766"/>
                      </a:cubicBezTo>
                      <a:cubicBezTo>
                        <a:pt x="95441" y="29528"/>
                        <a:pt x="95059" y="30385"/>
                        <a:pt x="95059" y="31052"/>
                      </a:cubicBezTo>
                      <a:lnTo>
                        <a:pt x="95250" y="31433"/>
                      </a:lnTo>
                      <a:cubicBezTo>
                        <a:pt x="95250" y="31433"/>
                        <a:pt x="95726" y="30766"/>
                        <a:pt x="96108" y="29718"/>
                      </a:cubicBezTo>
                      <a:close/>
                      <a:moveTo>
                        <a:pt x="98489" y="45720"/>
                      </a:moveTo>
                      <a:cubicBezTo>
                        <a:pt x="97060" y="45911"/>
                        <a:pt x="96393" y="46387"/>
                        <a:pt x="96584" y="47435"/>
                      </a:cubicBezTo>
                      <a:cubicBezTo>
                        <a:pt x="96584" y="48863"/>
                        <a:pt x="96774" y="49721"/>
                        <a:pt x="96774" y="49911"/>
                      </a:cubicBezTo>
                      <a:cubicBezTo>
                        <a:pt x="98489" y="48959"/>
                        <a:pt x="98965" y="47530"/>
                        <a:pt x="98489" y="45815"/>
                      </a:cubicBezTo>
                      <a:close/>
                      <a:moveTo>
                        <a:pt x="96774" y="53340"/>
                      </a:moveTo>
                      <a:lnTo>
                        <a:pt x="98489" y="51054"/>
                      </a:lnTo>
                      <a:lnTo>
                        <a:pt x="96774" y="51054"/>
                      </a:lnTo>
                      <a:lnTo>
                        <a:pt x="96774" y="53340"/>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25" name="Google Shape;925;p99"/>
              <p:cNvGrpSpPr/>
              <p:nvPr/>
            </p:nvGrpSpPr>
            <p:grpSpPr>
              <a:xfrm>
                <a:off x="8968829" y="4568762"/>
                <a:ext cx="629030" cy="153162"/>
                <a:chOff x="3715511" y="2286857"/>
                <a:chExt cx="629030" cy="153162"/>
              </a:xfrm>
            </p:grpSpPr>
            <p:sp>
              <p:nvSpPr>
                <p:cNvPr id="926" name="Google Shape;926;p99"/>
                <p:cNvSpPr/>
                <p:nvPr/>
              </p:nvSpPr>
              <p:spPr>
                <a:xfrm>
                  <a:off x="3715511" y="2294441"/>
                  <a:ext cx="119062" cy="134719"/>
                </a:xfrm>
                <a:custGeom>
                  <a:avLst/>
                  <a:gdLst/>
                  <a:ahLst/>
                  <a:cxnLst/>
                  <a:rect l="l" t="t" r="r" b="b"/>
                  <a:pathLst>
                    <a:path w="119062" h="134719" extrusionOk="0">
                      <a:moveTo>
                        <a:pt x="476" y="57471"/>
                      </a:moveTo>
                      <a:lnTo>
                        <a:pt x="0" y="55185"/>
                      </a:lnTo>
                      <a:lnTo>
                        <a:pt x="1238" y="56900"/>
                      </a:lnTo>
                      <a:lnTo>
                        <a:pt x="476" y="57471"/>
                      </a:lnTo>
                      <a:close/>
                      <a:moveTo>
                        <a:pt x="9334" y="74997"/>
                      </a:moveTo>
                      <a:cubicBezTo>
                        <a:pt x="9334" y="74997"/>
                        <a:pt x="10382" y="75283"/>
                        <a:pt x="11144" y="75759"/>
                      </a:cubicBezTo>
                      <a:lnTo>
                        <a:pt x="9334" y="76998"/>
                      </a:lnTo>
                      <a:lnTo>
                        <a:pt x="9334" y="74997"/>
                      </a:lnTo>
                      <a:close/>
                      <a:moveTo>
                        <a:pt x="13430" y="33564"/>
                      </a:moveTo>
                      <a:cubicBezTo>
                        <a:pt x="12954" y="34040"/>
                        <a:pt x="12478" y="34326"/>
                        <a:pt x="12192" y="34326"/>
                      </a:cubicBezTo>
                      <a:cubicBezTo>
                        <a:pt x="11906" y="34326"/>
                        <a:pt x="11621" y="33945"/>
                        <a:pt x="11430" y="33087"/>
                      </a:cubicBezTo>
                      <a:lnTo>
                        <a:pt x="11144" y="31278"/>
                      </a:lnTo>
                      <a:lnTo>
                        <a:pt x="13430" y="33564"/>
                      </a:lnTo>
                      <a:close/>
                      <a:moveTo>
                        <a:pt x="15907" y="37183"/>
                      </a:moveTo>
                      <a:lnTo>
                        <a:pt x="16383" y="34326"/>
                      </a:lnTo>
                      <a:lnTo>
                        <a:pt x="18002" y="37183"/>
                      </a:lnTo>
                      <a:lnTo>
                        <a:pt x="15907" y="37183"/>
                      </a:lnTo>
                      <a:close/>
                      <a:moveTo>
                        <a:pt x="20002" y="30039"/>
                      </a:moveTo>
                      <a:cubicBezTo>
                        <a:pt x="19907" y="29182"/>
                        <a:pt x="19241" y="28611"/>
                        <a:pt x="18002" y="28230"/>
                      </a:cubicBezTo>
                      <a:cubicBezTo>
                        <a:pt x="16764" y="27849"/>
                        <a:pt x="16192" y="27182"/>
                        <a:pt x="16383" y="26420"/>
                      </a:cubicBezTo>
                      <a:cubicBezTo>
                        <a:pt x="17050" y="26229"/>
                        <a:pt x="17717" y="26420"/>
                        <a:pt x="18383" y="27182"/>
                      </a:cubicBezTo>
                      <a:cubicBezTo>
                        <a:pt x="19431" y="28325"/>
                        <a:pt x="20002" y="28801"/>
                        <a:pt x="20098" y="28801"/>
                      </a:cubicBezTo>
                      <a:lnTo>
                        <a:pt x="20098" y="30039"/>
                      </a:lnTo>
                      <a:close/>
                      <a:moveTo>
                        <a:pt x="20955" y="35945"/>
                      </a:moveTo>
                      <a:lnTo>
                        <a:pt x="19336" y="35945"/>
                      </a:lnTo>
                      <a:cubicBezTo>
                        <a:pt x="19241" y="35469"/>
                        <a:pt x="19431" y="34992"/>
                        <a:pt x="20098" y="34707"/>
                      </a:cubicBezTo>
                      <a:cubicBezTo>
                        <a:pt x="20574" y="34421"/>
                        <a:pt x="20860" y="34516"/>
                        <a:pt x="21050" y="35183"/>
                      </a:cubicBezTo>
                      <a:lnTo>
                        <a:pt x="21050" y="35945"/>
                      </a:lnTo>
                      <a:close/>
                      <a:moveTo>
                        <a:pt x="19336" y="87856"/>
                      </a:moveTo>
                      <a:lnTo>
                        <a:pt x="20479" y="86142"/>
                      </a:lnTo>
                      <a:cubicBezTo>
                        <a:pt x="20479" y="87189"/>
                        <a:pt x="20383" y="87761"/>
                        <a:pt x="20002" y="87856"/>
                      </a:cubicBezTo>
                      <a:lnTo>
                        <a:pt x="19241" y="87856"/>
                      </a:lnTo>
                      <a:close/>
                      <a:moveTo>
                        <a:pt x="20098" y="80236"/>
                      </a:moveTo>
                      <a:cubicBezTo>
                        <a:pt x="19907" y="79379"/>
                        <a:pt x="20574" y="78998"/>
                        <a:pt x="22193" y="78998"/>
                      </a:cubicBezTo>
                      <a:cubicBezTo>
                        <a:pt x="22384" y="79474"/>
                        <a:pt x="22193" y="79950"/>
                        <a:pt x="21717" y="80236"/>
                      </a:cubicBezTo>
                      <a:lnTo>
                        <a:pt x="20002" y="80236"/>
                      </a:lnTo>
                      <a:close/>
                      <a:moveTo>
                        <a:pt x="117634" y="117098"/>
                      </a:moveTo>
                      <a:cubicBezTo>
                        <a:pt x="116872" y="119289"/>
                        <a:pt x="117158" y="124528"/>
                        <a:pt x="118396" y="132909"/>
                      </a:cubicBezTo>
                      <a:cubicBezTo>
                        <a:pt x="117920" y="134148"/>
                        <a:pt x="117062" y="134719"/>
                        <a:pt x="116014" y="134719"/>
                      </a:cubicBezTo>
                      <a:cubicBezTo>
                        <a:pt x="115443" y="134719"/>
                        <a:pt x="114491" y="134529"/>
                        <a:pt x="113252" y="134053"/>
                      </a:cubicBezTo>
                      <a:cubicBezTo>
                        <a:pt x="112014" y="133671"/>
                        <a:pt x="111157" y="133481"/>
                        <a:pt x="110490" y="133481"/>
                      </a:cubicBezTo>
                      <a:cubicBezTo>
                        <a:pt x="108490" y="133957"/>
                        <a:pt x="105918" y="134243"/>
                        <a:pt x="103060" y="134243"/>
                      </a:cubicBezTo>
                      <a:cubicBezTo>
                        <a:pt x="100203" y="134243"/>
                        <a:pt x="97441" y="133957"/>
                        <a:pt x="94964" y="133481"/>
                      </a:cubicBezTo>
                      <a:cubicBezTo>
                        <a:pt x="92678" y="128718"/>
                        <a:pt x="91440" y="124337"/>
                        <a:pt x="91440" y="120241"/>
                      </a:cubicBezTo>
                      <a:cubicBezTo>
                        <a:pt x="91440" y="117955"/>
                        <a:pt x="91821" y="115955"/>
                        <a:pt x="92488" y="114145"/>
                      </a:cubicBezTo>
                      <a:lnTo>
                        <a:pt x="92964" y="114145"/>
                      </a:lnTo>
                      <a:cubicBezTo>
                        <a:pt x="91440" y="113002"/>
                        <a:pt x="91059" y="110526"/>
                        <a:pt x="91726" y="106716"/>
                      </a:cubicBezTo>
                      <a:cubicBezTo>
                        <a:pt x="92488" y="102906"/>
                        <a:pt x="92297" y="100334"/>
                        <a:pt x="91250" y="99096"/>
                      </a:cubicBezTo>
                      <a:cubicBezTo>
                        <a:pt x="91726" y="97191"/>
                        <a:pt x="92012" y="94238"/>
                        <a:pt x="91821" y="90237"/>
                      </a:cubicBezTo>
                      <a:cubicBezTo>
                        <a:pt x="91726" y="86237"/>
                        <a:pt x="91916" y="83284"/>
                        <a:pt x="92392" y="81474"/>
                      </a:cubicBezTo>
                      <a:cubicBezTo>
                        <a:pt x="91440" y="81093"/>
                        <a:pt x="90678" y="80903"/>
                        <a:pt x="90011" y="80903"/>
                      </a:cubicBezTo>
                      <a:cubicBezTo>
                        <a:pt x="87916" y="80903"/>
                        <a:pt x="86011" y="82999"/>
                        <a:pt x="84201" y="87094"/>
                      </a:cubicBezTo>
                      <a:cubicBezTo>
                        <a:pt x="82010" y="92142"/>
                        <a:pt x="80296" y="95191"/>
                        <a:pt x="79058" y="96238"/>
                      </a:cubicBezTo>
                      <a:cubicBezTo>
                        <a:pt x="78867" y="96619"/>
                        <a:pt x="78772" y="97000"/>
                        <a:pt x="78772" y="97476"/>
                      </a:cubicBezTo>
                      <a:cubicBezTo>
                        <a:pt x="78772" y="97953"/>
                        <a:pt x="78962" y="98429"/>
                        <a:pt x="79343" y="99096"/>
                      </a:cubicBezTo>
                      <a:cubicBezTo>
                        <a:pt x="79724" y="99762"/>
                        <a:pt x="80010" y="100239"/>
                        <a:pt x="80010" y="100524"/>
                      </a:cubicBezTo>
                      <a:cubicBezTo>
                        <a:pt x="80010" y="100905"/>
                        <a:pt x="79724" y="101477"/>
                        <a:pt x="79153" y="102049"/>
                      </a:cubicBezTo>
                      <a:cubicBezTo>
                        <a:pt x="77152" y="103096"/>
                        <a:pt x="75724" y="104049"/>
                        <a:pt x="74867" y="104906"/>
                      </a:cubicBezTo>
                      <a:cubicBezTo>
                        <a:pt x="75533" y="105287"/>
                        <a:pt x="76009" y="105478"/>
                        <a:pt x="76105" y="105382"/>
                      </a:cubicBezTo>
                      <a:cubicBezTo>
                        <a:pt x="75724" y="106335"/>
                        <a:pt x="74581" y="107478"/>
                        <a:pt x="72962" y="108811"/>
                      </a:cubicBezTo>
                      <a:cubicBezTo>
                        <a:pt x="70961" y="110621"/>
                        <a:pt x="69628" y="111859"/>
                        <a:pt x="69151" y="112526"/>
                      </a:cubicBezTo>
                      <a:cubicBezTo>
                        <a:pt x="67627" y="111859"/>
                        <a:pt x="66294" y="109954"/>
                        <a:pt x="65151" y="107001"/>
                      </a:cubicBezTo>
                      <a:cubicBezTo>
                        <a:pt x="64008" y="103953"/>
                        <a:pt x="62389" y="102144"/>
                        <a:pt x="60293" y="101286"/>
                      </a:cubicBezTo>
                      <a:cubicBezTo>
                        <a:pt x="60579" y="100620"/>
                        <a:pt x="60770" y="99858"/>
                        <a:pt x="60770" y="99191"/>
                      </a:cubicBezTo>
                      <a:cubicBezTo>
                        <a:pt x="60770" y="97857"/>
                        <a:pt x="60008" y="96238"/>
                        <a:pt x="58674" y="94143"/>
                      </a:cubicBezTo>
                      <a:cubicBezTo>
                        <a:pt x="57055" y="91571"/>
                        <a:pt x="56102" y="89952"/>
                        <a:pt x="55721" y="89095"/>
                      </a:cubicBezTo>
                      <a:lnTo>
                        <a:pt x="56959" y="86618"/>
                      </a:lnTo>
                      <a:lnTo>
                        <a:pt x="51054" y="84522"/>
                      </a:lnTo>
                      <a:cubicBezTo>
                        <a:pt x="51054" y="84522"/>
                        <a:pt x="51721" y="83856"/>
                        <a:pt x="52102" y="83856"/>
                      </a:cubicBezTo>
                      <a:cubicBezTo>
                        <a:pt x="52673" y="83856"/>
                        <a:pt x="53530" y="84522"/>
                        <a:pt x="54578" y="85666"/>
                      </a:cubicBezTo>
                      <a:cubicBezTo>
                        <a:pt x="54578" y="81665"/>
                        <a:pt x="52864" y="78522"/>
                        <a:pt x="49435" y="76045"/>
                      </a:cubicBezTo>
                      <a:cubicBezTo>
                        <a:pt x="48387" y="77093"/>
                        <a:pt x="47911" y="78998"/>
                        <a:pt x="48006" y="81855"/>
                      </a:cubicBezTo>
                      <a:cubicBezTo>
                        <a:pt x="48006" y="84713"/>
                        <a:pt x="47530" y="86523"/>
                        <a:pt x="46577" y="87380"/>
                      </a:cubicBezTo>
                      <a:lnTo>
                        <a:pt x="45815" y="86618"/>
                      </a:lnTo>
                      <a:lnTo>
                        <a:pt x="45339" y="87380"/>
                      </a:lnTo>
                      <a:cubicBezTo>
                        <a:pt x="46958" y="88523"/>
                        <a:pt x="47720" y="90333"/>
                        <a:pt x="47720" y="93000"/>
                      </a:cubicBezTo>
                      <a:cubicBezTo>
                        <a:pt x="47720" y="93381"/>
                        <a:pt x="47720" y="94143"/>
                        <a:pt x="47530" y="95191"/>
                      </a:cubicBezTo>
                      <a:lnTo>
                        <a:pt x="47530" y="97191"/>
                      </a:lnTo>
                      <a:cubicBezTo>
                        <a:pt x="47530" y="98715"/>
                        <a:pt x="47720" y="99953"/>
                        <a:pt x="48196" y="100810"/>
                      </a:cubicBezTo>
                      <a:cubicBezTo>
                        <a:pt x="47816" y="102144"/>
                        <a:pt x="47530" y="104144"/>
                        <a:pt x="47530" y="106906"/>
                      </a:cubicBezTo>
                      <a:cubicBezTo>
                        <a:pt x="47530" y="109668"/>
                        <a:pt x="47339" y="111669"/>
                        <a:pt x="46958" y="113002"/>
                      </a:cubicBezTo>
                      <a:cubicBezTo>
                        <a:pt x="47054" y="113669"/>
                        <a:pt x="47244" y="114907"/>
                        <a:pt x="47530" y="116622"/>
                      </a:cubicBezTo>
                      <a:cubicBezTo>
                        <a:pt x="47816" y="118336"/>
                        <a:pt x="48006" y="119574"/>
                        <a:pt x="48006" y="120432"/>
                      </a:cubicBezTo>
                      <a:cubicBezTo>
                        <a:pt x="48006" y="121479"/>
                        <a:pt x="47816" y="122337"/>
                        <a:pt x="47339" y="123003"/>
                      </a:cubicBezTo>
                      <a:lnTo>
                        <a:pt x="48577" y="124242"/>
                      </a:lnTo>
                      <a:lnTo>
                        <a:pt x="47339" y="124242"/>
                      </a:lnTo>
                      <a:cubicBezTo>
                        <a:pt x="47434" y="125004"/>
                        <a:pt x="47530" y="125670"/>
                        <a:pt x="47530" y="126528"/>
                      </a:cubicBezTo>
                      <a:cubicBezTo>
                        <a:pt x="47530" y="130719"/>
                        <a:pt x="46006" y="133386"/>
                        <a:pt x="42767" y="134719"/>
                      </a:cubicBezTo>
                      <a:cubicBezTo>
                        <a:pt x="39433" y="134433"/>
                        <a:pt x="36100" y="134148"/>
                        <a:pt x="32766" y="133957"/>
                      </a:cubicBezTo>
                      <a:cubicBezTo>
                        <a:pt x="28480" y="133576"/>
                        <a:pt x="25432" y="132433"/>
                        <a:pt x="23527" y="130433"/>
                      </a:cubicBezTo>
                      <a:cubicBezTo>
                        <a:pt x="23717" y="123480"/>
                        <a:pt x="23527" y="112335"/>
                        <a:pt x="23050" y="97286"/>
                      </a:cubicBezTo>
                      <a:lnTo>
                        <a:pt x="24765" y="95476"/>
                      </a:lnTo>
                      <a:cubicBezTo>
                        <a:pt x="23908" y="94809"/>
                        <a:pt x="23527" y="93857"/>
                        <a:pt x="23527" y="92619"/>
                      </a:cubicBezTo>
                      <a:cubicBezTo>
                        <a:pt x="23527" y="92142"/>
                        <a:pt x="23622" y="91285"/>
                        <a:pt x="23908" y="90047"/>
                      </a:cubicBezTo>
                      <a:cubicBezTo>
                        <a:pt x="24193" y="88809"/>
                        <a:pt x="24289" y="87951"/>
                        <a:pt x="24289" y="87475"/>
                      </a:cubicBezTo>
                      <a:cubicBezTo>
                        <a:pt x="24289" y="86237"/>
                        <a:pt x="23908" y="85284"/>
                        <a:pt x="23050" y="84618"/>
                      </a:cubicBezTo>
                      <a:lnTo>
                        <a:pt x="23527" y="71187"/>
                      </a:lnTo>
                      <a:cubicBezTo>
                        <a:pt x="24193" y="70711"/>
                        <a:pt x="24575" y="69949"/>
                        <a:pt x="24575" y="69092"/>
                      </a:cubicBezTo>
                      <a:cubicBezTo>
                        <a:pt x="24575" y="68425"/>
                        <a:pt x="24193" y="67282"/>
                        <a:pt x="23527" y="65663"/>
                      </a:cubicBezTo>
                      <a:cubicBezTo>
                        <a:pt x="22860" y="64139"/>
                        <a:pt x="22384" y="62996"/>
                        <a:pt x="22288" y="62424"/>
                      </a:cubicBezTo>
                      <a:cubicBezTo>
                        <a:pt x="23146" y="60805"/>
                        <a:pt x="23622" y="58805"/>
                        <a:pt x="23622" y="56424"/>
                      </a:cubicBezTo>
                      <a:cubicBezTo>
                        <a:pt x="23527" y="52328"/>
                        <a:pt x="23431" y="50137"/>
                        <a:pt x="23431" y="49851"/>
                      </a:cubicBezTo>
                      <a:cubicBezTo>
                        <a:pt x="24575" y="49851"/>
                        <a:pt x="25146" y="49756"/>
                        <a:pt x="25241" y="49375"/>
                      </a:cubicBezTo>
                      <a:cubicBezTo>
                        <a:pt x="25241" y="48804"/>
                        <a:pt x="25146" y="48423"/>
                        <a:pt x="24765" y="48328"/>
                      </a:cubicBezTo>
                      <a:lnTo>
                        <a:pt x="23717" y="48518"/>
                      </a:lnTo>
                      <a:cubicBezTo>
                        <a:pt x="23717" y="48518"/>
                        <a:pt x="23050" y="48518"/>
                        <a:pt x="22955" y="48232"/>
                      </a:cubicBezTo>
                      <a:cubicBezTo>
                        <a:pt x="23050" y="47184"/>
                        <a:pt x="23622" y="46899"/>
                        <a:pt x="24479" y="47375"/>
                      </a:cubicBezTo>
                      <a:cubicBezTo>
                        <a:pt x="25432" y="47851"/>
                        <a:pt x="26099" y="47756"/>
                        <a:pt x="26479" y="46994"/>
                      </a:cubicBezTo>
                      <a:lnTo>
                        <a:pt x="26956" y="48994"/>
                      </a:lnTo>
                      <a:cubicBezTo>
                        <a:pt x="26956" y="48994"/>
                        <a:pt x="27527" y="48423"/>
                        <a:pt x="27908" y="48423"/>
                      </a:cubicBezTo>
                      <a:cubicBezTo>
                        <a:pt x="28004" y="48423"/>
                        <a:pt x="28194" y="48423"/>
                        <a:pt x="28480" y="48708"/>
                      </a:cubicBezTo>
                      <a:cubicBezTo>
                        <a:pt x="28766" y="48804"/>
                        <a:pt x="28861" y="48899"/>
                        <a:pt x="28956" y="48899"/>
                      </a:cubicBezTo>
                      <a:cubicBezTo>
                        <a:pt x="29146" y="48899"/>
                        <a:pt x="29337" y="48518"/>
                        <a:pt x="29432" y="47851"/>
                      </a:cubicBezTo>
                      <a:lnTo>
                        <a:pt x="28194" y="46613"/>
                      </a:lnTo>
                      <a:cubicBezTo>
                        <a:pt x="28670" y="46613"/>
                        <a:pt x="29337" y="47089"/>
                        <a:pt x="30004" y="47851"/>
                      </a:cubicBezTo>
                      <a:cubicBezTo>
                        <a:pt x="30766" y="48518"/>
                        <a:pt x="31337" y="48994"/>
                        <a:pt x="31813" y="49089"/>
                      </a:cubicBezTo>
                      <a:cubicBezTo>
                        <a:pt x="31813" y="48899"/>
                        <a:pt x="31909" y="48613"/>
                        <a:pt x="32385" y="48137"/>
                      </a:cubicBezTo>
                      <a:cubicBezTo>
                        <a:pt x="32766" y="47756"/>
                        <a:pt x="32861" y="47375"/>
                        <a:pt x="32766" y="47089"/>
                      </a:cubicBezTo>
                      <a:lnTo>
                        <a:pt x="32195" y="46899"/>
                      </a:lnTo>
                      <a:cubicBezTo>
                        <a:pt x="32195" y="46899"/>
                        <a:pt x="33147" y="46327"/>
                        <a:pt x="33718" y="45565"/>
                      </a:cubicBezTo>
                      <a:cubicBezTo>
                        <a:pt x="34290" y="44803"/>
                        <a:pt x="34862" y="44422"/>
                        <a:pt x="35433" y="44422"/>
                      </a:cubicBezTo>
                      <a:cubicBezTo>
                        <a:pt x="35719" y="44422"/>
                        <a:pt x="36100" y="44613"/>
                        <a:pt x="36481" y="44899"/>
                      </a:cubicBezTo>
                      <a:lnTo>
                        <a:pt x="35242" y="43470"/>
                      </a:lnTo>
                      <a:cubicBezTo>
                        <a:pt x="35814" y="43184"/>
                        <a:pt x="36004" y="42803"/>
                        <a:pt x="35719" y="42232"/>
                      </a:cubicBezTo>
                      <a:cubicBezTo>
                        <a:pt x="34862" y="42327"/>
                        <a:pt x="34100" y="42422"/>
                        <a:pt x="33338" y="42422"/>
                      </a:cubicBezTo>
                      <a:cubicBezTo>
                        <a:pt x="32195" y="42422"/>
                        <a:pt x="30956" y="42232"/>
                        <a:pt x="29337" y="41850"/>
                      </a:cubicBezTo>
                      <a:cubicBezTo>
                        <a:pt x="27337" y="41279"/>
                        <a:pt x="25813" y="40803"/>
                        <a:pt x="24765" y="40612"/>
                      </a:cubicBezTo>
                      <a:lnTo>
                        <a:pt x="26003" y="43470"/>
                      </a:lnTo>
                      <a:lnTo>
                        <a:pt x="23050" y="43470"/>
                      </a:lnTo>
                      <a:lnTo>
                        <a:pt x="24765" y="42993"/>
                      </a:lnTo>
                      <a:cubicBezTo>
                        <a:pt x="24384" y="41850"/>
                        <a:pt x="24098" y="40422"/>
                        <a:pt x="24098" y="38612"/>
                      </a:cubicBezTo>
                      <a:cubicBezTo>
                        <a:pt x="24098" y="36802"/>
                        <a:pt x="23908" y="35469"/>
                        <a:pt x="23622" y="34802"/>
                      </a:cubicBezTo>
                      <a:cubicBezTo>
                        <a:pt x="23146" y="33183"/>
                        <a:pt x="23622" y="32135"/>
                        <a:pt x="25432" y="31754"/>
                      </a:cubicBezTo>
                      <a:cubicBezTo>
                        <a:pt x="23908" y="30135"/>
                        <a:pt x="23146" y="28039"/>
                        <a:pt x="23146" y="25563"/>
                      </a:cubicBezTo>
                      <a:cubicBezTo>
                        <a:pt x="23146" y="24420"/>
                        <a:pt x="23336" y="22610"/>
                        <a:pt x="23813" y="20133"/>
                      </a:cubicBezTo>
                      <a:cubicBezTo>
                        <a:pt x="24193" y="17562"/>
                        <a:pt x="24384" y="15657"/>
                        <a:pt x="24193" y="14323"/>
                      </a:cubicBezTo>
                      <a:cubicBezTo>
                        <a:pt x="28289" y="13180"/>
                        <a:pt x="32956" y="12609"/>
                        <a:pt x="38195" y="12609"/>
                      </a:cubicBezTo>
                      <a:cubicBezTo>
                        <a:pt x="40481" y="12609"/>
                        <a:pt x="42481" y="12799"/>
                        <a:pt x="44101" y="13085"/>
                      </a:cubicBezTo>
                      <a:lnTo>
                        <a:pt x="48673" y="16704"/>
                      </a:lnTo>
                      <a:lnTo>
                        <a:pt x="48196" y="17181"/>
                      </a:lnTo>
                      <a:cubicBezTo>
                        <a:pt x="49435" y="17752"/>
                        <a:pt x="50483" y="19181"/>
                        <a:pt x="51245" y="21276"/>
                      </a:cubicBezTo>
                      <a:lnTo>
                        <a:pt x="52959" y="26420"/>
                      </a:lnTo>
                      <a:cubicBezTo>
                        <a:pt x="55054" y="27849"/>
                        <a:pt x="56769" y="31182"/>
                        <a:pt x="57912" y="36326"/>
                      </a:cubicBezTo>
                      <a:cubicBezTo>
                        <a:pt x="59055" y="41470"/>
                        <a:pt x="60960" y="44899"/>
                        <a:pt x="63532" y="46518"/>
                      </a:cubicBezTo>
                      <a:cubicBezTo>
                        <a:pt x="64579" y="48804"/>
                        <a:pt x="65722" y="52518"/>
                        <a:pt x="67151" y="57471"/>
                      </a:cubicBezTo>
                      <a:cubicBezTo>
                        <a:pt x="67818" y="57471"/>
                        <a:pt x="68199" y="57662"/>
                        <a:pt x="68199" y="57948"/>
                      </a:cubicBezTo>
                      <a:cubicBezTo>
                        <a:pt x="68199" y="58138"/>
                        <a:pt x="68104" y="58424"/>
                        <a:pt x="67818" y="58805"/>
                      </a:cubicBezTo>
                      <a:cubicBezTo>
                        <a:pt x="67532" y="59186"/>
                        <a:pt x="67437" y="59472"/>
                        <a:pt x="67437" y="59662"/>
                      </a:cubicBezTo>
                      <a:cubicBezTo>
                        <a:pt x="67437" y="59948"/>
                        <a:pt x="67627" y="60234"/>
                        <a:pt x="68008" y="60424"/>
                      </a:cubicBezTo>
                      <a:cubicBezTo>
                        <a:pt x="70866" y="58138"/>
                        <a:pt x="72485" y="56709"/>
                        <a:pt x="73057" y="56138"/>
                      </a:cubicBezTo>
                      <a:cubicBezTo>
                        <a:pt x="74581" y="54709"/>
                        <a:pt x="75819" y="53090"/>
                        <a:pt x="76867" y="51090"/>
                      </a:cubicBezTo>
                      <a:lnTo>
                        <a:pt x="74581" y="49851"/>
                      </a:lnTo>
                      <a:cubicBezTo>
                        <a:pt x="74581" y="49375"/>
                        <a:pt x="75438" y="48899"/>
                        <a:pt x="77057" y="48518"/>
                      </a:cubicBezTo>
                      <a:cubicBezTo>
                        <a:pt x="78772" y="48137"/>
                        <a:pt x="79629" y="47280"/>
                        <a:pt x="79724" y="45946"/>
                      </a:cubicBezTo>
                      <a:cubicBezTo>
                        <a:pt x="79153" y="45375"/>
                        <a:pt x="78962" y="44708"/>
                        <a:pt x="78962" y="44136"/>
                      </a:cubicBezTo>
                      <a:cubicBezTo>
                        <a:pt x="78962" y="43374"/>
                        <a:pt x="79629" y="42422"/>
                        <a:pt x="81058" y="40993"/>
                      </a:cubicBezTo>
                      <a:cubicBezTo>
                        <a:pt x="82487" y="39660"/>
                        <a:pt x="83249" y="38517"/>
                        <a:pt x="83344" y="37755"/>
                      </a:cubicBezTo>
                      <a:lnTo>
                        <a:pt x="82582" y="37278"/>
                      </a:lnTo>
                      <a:cubicBezTo>
                        <a:pt x="83439" y="36516"/>
                        <a:pt x="84201" y="35374"/>
                        <a:pt x="85058" y="33659"/>
                      </a:cubicBezTo>
                      <a:cubicBezTo>
                        <a:pt x="84487" y="33373"/>
                        <a:pt x="84106" y="32992"/>
                        <a:pt x="84106" y="32421"/>
                      </a:cubicBezTo>
                      <a:cubicBezTo>
                        <a:pt x="84106" y="32230"/>
                        <a:pt x="84296" y="31849"/>
                        <a:pt x="84582" y="31278"/>
                      </a:cubicBezTo>
                      <a:cubicBezTo>
                        <a:pt x="84868" y="30706"/>
                        <a:pt x="85058" y="30325"/>
                        <a:pt x="85058" y="30135"/>
                      </a:cubicBezTo>
                      <a:cubicBezTo>
                        <a:pt x="85439" y="30325"/>
                        <a:pt x="85820" y="30420"/>
                        <a:pt x="86106" y="30420"/>
                      </a:cubicBezTo>
                      <a:cubicBezTo>
                        <a:pt x="86677" y="30420"/>
                        <a:pt x="87154" y="29658"/>
                        <a:pt x="87535" y="28134"/>
                      </a:cubicBezTo>
                      <a:cubicBezTo>
                        <a:pt x="87916" y="26610"/>
                        <a:pt x="88678" y="25753"/>
                        <a:pt x="89725" y="25563"/>
                      </a:cubicBezTo>
                      <a:cubicBezTo>
                        <a:pt x="89535" y="25182"/>
                        <a:pt x="89440" y="24705"/>
                        <a:pt x="89440" y="24229"/>
                      </a:cubicBezTo>
                      <a:cubicBezTo>
                        <a:pt x="89440" y="22991"/>
                        <a:pt x="90297" y="21276"/>
                        <a:pt x="92202" y="19086"/>
                      </a:cubicBezTo>
                      <a:lnTo>
                        <a:pt x="90964" y="17847"/>
                      </a:lnTo>
                      <a:cubicBezTo>
                        <a:pt x="91345" y="17276"/>
                        <a:pt x="91440" y="16895"/>
                        <a:pt x="91440" y="16800"/>
                      </a:cubicBezTo>
                      <a:cubicBezTo>
                        <a:pt x="92012" y="17466"/>
                        <a:pt x="92678" y="17847"/>
                        <a:pt x="93250" y="17847"/>
                      </a:cubicBezTo>
                      <a:cubicBezTo>
                        <a:pt x="93917" y="17847"/>
                        <a:pt x="94774" y="16990"/>
                        <a:pt x="96107" y="15180"/>
                      </a:cubicBezTo>
                      <a:cubicBezTo>
                        <a:pt x="97441" y="13371"/>
                        <a:pt x="98584" y="12609"/>
                        <a:pt x="99631" y="12704"/>
                      </a:cubicBezTo>
                      <a:cubicBezTo>
                        <a:pt x="107442" y="12323"/>
                        <a:pt x="113347" y="12990"/>
                        <a:pt x="117348" y="14895"/>
                      </a:cubicBezTo>
                      <a:cubicBezTo>
                        <a:pt x="118110" y="20038"/>
                        <a:pt x="118396" y="23658"/>
                        <a:pt x="118396" y="25658"/>
                      </a:cubicBezTo>
                      <a:cubicBezTo>
                        <a:pt x="118396" y="28516"/>
                        <a:pt x="118015" y="31182"/>
                        <a:pt x="117348" y="33754"/>
                      </a:cubicBezTo>
                      <a:lnTo>
                        <a:pt x="119063" y="34992"/>
                      </a:lnTo>
                      <a:cubicBezTo>
                        <a:pt x="118110" y="45660"/>
                        <a:pt x="117729" y="59186"/>
                        <a:pt x="117824" y="75664"/>
                      </a:cubicBezTo>
                      <a:lnTo>
                        <a:pt x="117824" y="117384"/>
                      </a:lnTo>
                      <a:close/>
                      <a:moveTo>
                        <a:pt x="29337" y="56328"/>
                      </a:moveTo>
                      <a:lnTo>
                        <a:pt x="29337" y="55090"/>
                      </a:lnTo>
                      <a:lnTo>
                        <a:pt x="26860" y="56328"/>
                      </a:lnTo>
                      <a:lnTo>
                        <a:pt x="29337" y="56328"/>
                      </a:lnTo>
                      <a:close/>
                      <a:moveTo>
                        <a:pt x="32099" y="46708"/>
                      </a:moveTo>
                      <a:cubicBezTo>
                        <a:pt x="32099" y="46708"/>
                        <a:pt x="31337" y="46613"/>
                        <a:pt x="31051" y="46422"/>
                      </a:cubicBezTo>
                      <a:lnTo>
                        <a:pt x="32099" y="46708"/>
                      </a:lnTo>
                      <a:close/>
                      <a:moveTo>
                        <a:pt x="32671" y="16609"/>
                      </a:moveTo>
                      <a:lnTo>
                        <a:pt x="32195" y="18895"/>
                      </a:lnTo>
                      <a:lnTo>
                        <a:pt x="33433" y="18895"/>
                      </a:lnTo>
                      <a:lnTo>
                        <a:pt x="32671" y="16609"/>
                      </a:lnTo>
                      <a:close/>
                      <a:moveTo>
                        <a:pt x="36767" y="24039"/>
                      </a:moveTo>
                      <a:cubicBezTo>
                        <a:pt x="36767" y="24039"/>
                        <a:pt x="37243" y="23848"/>
                        <a:pt x="37529" y="23467"/>
                      </a:cubicBezTo>
                      <a:cubicBezTo>
                        <a:pt x="37243" y="23753"/>
                        <a:pt x="36957" y="23943"/>
                        <a:pt x="36767" y="24039"/>
                      </a:cubicBezTo>
                      <a:cubicBezTo>
                        <a:pt x="36481" y="24039"/>
                        <a:pt x="36004" y="23848"/>
                        <a:pt x="35433" y="23467"/>
                      </a:cubicBezTo>
                      <a:cubicBezTo>
                        <a:pt x="34862" y="23086"/>
                        <a:pt x="34480" y="22896"/>
                        <a:pt x="34100" y="22896"/>
                      </a:cubicBezTo>
                      <a:cubicBezTo>
                        <a:pt x="33814" y="22896"/>
                        <a:pt x="33528" y="23086"/>
                        <a:pt x="33338" y="23372"/>
                      </a:cubicBezTo>
                      <a:cubicBezTo>
                        <a:pt x="34480" y="24324"/>
                        <a:pt x="35528" y="24515"/>
                        <a:pt x="36671" y="23943"/>
                      </a:cubicBezTo>
                      <a:close/>
                      <a:moveTo>
                        <a:pt x="45149" y="49756"/>
                      </a:moveTo>
                      <a:cubicBezTo>
                        <a:pt x="45149" y="49756"/>
                        <a:pt x="45625" y="49089"/>
                        <a:pt x="45625" y="48042"/>
                      </a:cubicBezTo>
                      <a:cubicBezTo>
                        <a:pt x="44767" y="47089"/>
                        <a:pt x="44101" y="46708"/>
                        <a:pt x="43910" y="46803"/>
                      </a:cubicBezTo>
                      <a:cubicBezTo>
                        <a:pt x="43529" y="47089"/>
                        <a:pt x="43339" y="47470"/>
                        <a:pt x="43339" y="47851"/>
                      </a:cubicBezTo>
                      <a:cubicBezTo>
                        <a:pt x="43339" y="49089"/>
                        <a:pt x="43910" y="49661"/>
                        <a:pt x="45244" y="49661"/>
                      </a:cubicBezTo>
                      <a:close/>
                      <a:moveTo>
                        <a:pt x="45149" y="20514"/>
                      </a:moveTo>
                      <a:cubicBezTo>
                        <a:pt x="44482" y="20705"/>
                        <a:pt x="44101" y="21181"/>
                        <a:pt x="43910" y="21943"/>
                      </a:cubicBezTo>
                      <a:cubicBezTo>
                        <a:pt x="43625" y="22610"/>
                        <a:pt x="43625" y="23182"/>
                        <a:pt x="43910" y="23467"/>
                      </a:cubicBezTo>
                      <a:lnTo>
                        <a:pt x="45149" y="20610"/>
                      </a:lnTo>
                      <a:close/>
                      <a:moveTo>
                        <a:pt x="45625" y="31182"/>
                      </a:moveTo>
                      <a:cubicBezTo>
                        <a:pt x="46482" y="30039"/>
                        <a:pt x="46863" y="29468"/>
                        <a:pt x="46863" y="29373"/>
                      </a:cubicBezTo>
                      <a:lnTo>
                        <a:pt x="45625" y="29373"/>
                      </a:lnTo>
                      <a:lnTo>
                        <a:pt x="45625" y="31182"/>
                      </a:lnTo>
                      <a:close/>
                      <a:moveTo>
                        <a:pt x="49530" y="14133"/>
                      </a:moveTo>
                      <a:cubicBezTo>
                        <a:pt x="49530" y="14133"/>
                        <a:pt x="48863" y="14228"/>
                        <a:pt x="48482" y="14133"/>
                      </a:cubicBezTo>
                      <a:lnTo>
                        <a:pt x="49530" y="14133"/>
                      </a:lnTo>
                      <a:close/>
                      <a:moveTo>
                        <a:pt x="49530" y="14133"/>
                      </a:moveTo>
                      <a:lnTo>
                        <a:pt x="50863" y="13657"/>
                      </a:lnTo>
                      <a:cubicBezTo>
                        <a:pt x="50863" y="13657"/>
                        <a:pt x="50387" y="14133"/>
                        <a:pt x="49530" y="14133"/>
                      </a:cubicBezTo>
                      <a:close/>
                      <a:moveTo>
                        <a:pt x="52102" y="73950"/>
                      </a:moveTo>
                      <a:lnTo>
                        <a:pt x="55626" y="72711"/>
                      </a:lnTo>
                      <a:lnTo>
                        <a:pt x="52768" y="72711"/>
                      </a:lnTo>
                      <a:lnTo>
                        <a:pt x="52197" y="73950"/>
                      </a:lnTo>
                      <a:close/>
                      <a:moveTo>
                        <a:pt x="53626" y="703"/>
                      </a:moveTo>
                      <a:cubicBezTo>
                        <a:pt x="53626" y="703"/>
                        <a:pt x="53054" y="703"/>
                        <a:pt x="52673" y="703"/>
                      </a:cubicBezTo>
                      <a:lnTo>
                        <a:pt x="53626" y="703"/>
                      </a:lnTo>
                      <a:close/>
                      <a:moveTo>
                        <a:pt x="53626" y="703"/>
                      </a:moveTo>
                      <a:cubicBezTo>
                        <a:pt x="53626" y="703"/>
                        <a:pt x="54007" y="607"/>
                        <a:pt x="54388" y="321"/>
                      </a:cubicBezTo>
                      <a:cubicBezTo>
                        <a:pt x="54769" y="36"/>
                        <a:pt x="55054" y="-60"/>
                        <a:pt x="55245" y="36"/>
                      </a:cubicBezTo>
                      <a:cubicBezTo>
                        <a:pt x="55531" y="36"/>
                        <a:pt x="55817" y="226"/>
                        <a:pt x="56007" y="607"/>
                      </a:cubicBezTo>
                      <a:lnTo>
                        <a:pt x="53626" y="607"/>
                      </a:lnTo>
                      <a:close/>
                      <a:moveTo>
                        <a:pt x="58007" y="85666"/>
                      </a:moveTo>
                      <a:lnTo>
                        <a:pt x="58007" y="83665"/>
                      </a:lnTo>
                      <a:lnTo>
                        <a:pt x="56769" y="83665"/>
                      </a:lnTo>
                      <a:lnTo>
                        <a:pt x="58007" y="85666"/>
                      </a:lnTo>
                      <a:close/>
                      <a:moveTo>
                        <a:pt x="60198" y="86142"/>
                      </a:moveTo>
                      <a:cubicBezTo>
                        <a:pt x="61436" y="86523"/>
                        <a:pt x="62198" y="86142"/>
                        <a:pt x="62579" y="84903"/>
                      </a:cubicBezTo>
                      <a:cubicBezTo>
                        <a:pt x="61722" y="84903"/>
                        <a:pt x="61150" y="84808"/>
                        <a:pt x="60960" y="84427"/>
                      </a:cubicBezTo>
                      <a:lnTo>
                        <a:pt x="61436" y="83665"/>
                      </a:lnTo>
                      <a:lnTo>
                        <a:pt x="60198" y="83665"/>
                      </a:lnTo>
                      <a:lnTo>
                        <a:pt x="60198" y="86142"/>
                      </a:lnTo>
                      <a:close/>
                      <a:moveTo>
                        <a:pt x="66104" y="42136"/>
                      </a:moveTo>
                      <a:cubicBezTo>
                        <a:pt x="65627" y="42136"/>
                        <a:pt x="65056" y="41755"/>
                        <a:pt x="64389" y="41088"/>
                      </a:cubicBezTo>
                      <a:cubicBezTo>
                        <a:pt x="63722" y="40422"/>
                        <a:pt x="63151" y="40041"/>
                        <a:pt x="62579" y="40041"/>
                      </a:cubicBezTo>
                      <a:lnTo>
                        <a:pt x="66104" y="38803"/>
                      </a:lnTo>
                      <a:lnTo>
                        <a:pt x="66104" y="42136"/>
                      </a:lnTo>
                      <a:close/>
                      <a:moveTo>
                        <a:pt x="64865" y="74902"/>
                      </a:moveTo>
                      <a:cubicBezTo>
                        <a:pt x="64865" y="74902"/>
                        <a:pt x="64389" y="74426"/>
                        <a:pt x="64294" y="74426"/>
                      </a:cubicBezTo>
                      <a:cubicBezTo>
                        <a:pt x="64199" y="74045"/>
                        <a:pt x="64579" y="73283"/>
                        <a:pt x="65437" y="72235"/>
                      </a:cubicBezTo>
                      <a:cubicBezTo>
                        <a:pt x="66294" y="71187"/>
                        <a:pt x="66770" y="70521"/>
                        <a:pt x="66866" y="70235"/>
                      </a:cubicBezTo>
                      <a:cubicBezTo>
                        <a:pt x="65722" y="70235"/>
                        <a:pt x="64865" y="70616"/>
                        <a:pt x="64389" y="71473"/>
                      </a:cubicBezTo>
                      <a:cubicBezTo>
                        <a:pt x="63817" y="72330"/>
                        <a:pt x="63627" y="73283"/>
                        <a:pt x="63817" y="74331"/>
                      </a:cubicBezTo>
                      <a:cubicBezTo>
                        <a:pt x="64008" y="74140"/>
                        <a:pt x="64199" y="74140"/>
                        <a:pt x="64294" y="74331"/>
                      </a:cubicBezTo>
                      <a:cubicBezTo>
                        <a:pt x="64294" y="74521"/>
                        <a:pt x="64484" y="74712"/>
                        <a:pt x="64865" y="74807"/>
                      </a:cubicBezTo>
                      <a:close/>
                      <a:moveTo>
                        <a:pt x="66104" y="35945"/>
                      </a:moveTo>
                      <a:cubicBezTo>
                        <a:pt x="65627" y="36135"/>
                        <a:pt x="65151" y="35945"/>
                        <a:pt x="64675" y="35564"/>
                      </a:cubicBezTo>
                      <a:cubicBezTo>
                        <a:pt x="64199" y="35088"/>
                        <a:pt x="64103" y="34707"/>
                        <a:pt x="64484" y="34230"/>
                      </a:cubicBezTo>
                      <a:lnTo>
                        <a:pt x="66104" y="34230"/>
                      </a:lnTo>
                      <a:lnTo>
                        <a:pt x="66104" y="35945"/>
                      </a:lnTo>
                      <a:close/>
                      <a:moveTo>
                        <a:pt x="71438" y="45184"/>
                      </a:moveTo>
                      <a:cubicBezTo>
                        <a:pt x="69437" y="45851"/>
                        <a:pt x="68008" y="45851"/>
                        <a:pt x="67342" y="45184"/>
                      </a:cubicBezTo>
                      <a:lnTo>
                        <a:pt x="68580" y="43374"/>
                      </a:lnTo>
                      <a:lnTo>
                        <a:pt x="71438" y="45184"/>
                      </a:lnTo>
                      <a:close/>
                      <a:moveTo>
                        <a:pt x="69723" y="32992"/>
                      </a:moveTo>
                      <a:cubicBezTo>
                        <a:pt x="69723" y="32992"/>
                        <a:pt x="68866" y="33468"/>
                        <a:pt x="67818" y="33468"/>
                      </a:cubicBezTo>
                      <a:lnTo>
                        <a:pt x="67818" y="31182"/>
                      </a:lnTo>
                      <a:lnTo>
                        <a:pt x="69723" y="32992"/>
                      </a:lnTo>
                      <a:close/>
                      <a:moveTo>
                        <a:pt x="69437" y="66806"/>
                      </a:moveTo>
                      <a:lnTo>
                        <a:pt x="72676" y="66806"/>
                      </a:lnTo>
                      <a:cubicBezTo>
                        <a:pt x="72676" y="65758"/>
                        <a:pt x="72485" y="65282"/>
                        <a:pt x="72104" y="65282"/>
                      </a:cubicBezTo>
                      <a:cubicBezTo>
                        <a:pt x="72104" y="65282"/>
                        <a:pt x="71342" y="65758"/>
                        <a:pt x="69533" y="66806"/>
                      </a:cubicBezTo>
                      <a:lnTo>
                        <a:pt x="68675" y="66806"/>
                      </a:lnTo>
                      <a:cubicBezTo>
                        <a:pt x="68675" y="66806"/>
                        <a:pt x="69151" y="67187"/>
                        <a:pt x="69533" y="66806"/>
                      </a:cubicBezTo>
                      <a:close/>
                      <a:moveTo>
                        <a:pt x="68580" y="84903"/>
                      </a:moveTo>
                      <a:cubicBezTo>
                        <a:pt x="69151" y="84999"/>
                        <a:pt x="69723" y="84618"/>
                        <a:pt x="70199" y="83570"/>
                      </a:cubicBezTo>
                      <a:cubicBezTo>
                        <a:pt x="70675" y="82617"/>
                        <a:pt x="70866" y="81855"/>
                        <a:pt x="70675" y="81379"/>
                      </a:cubicBezTo>
                      <a:cubicBezTo>
                        <a:pt x="70104" y="81474"/>
                        <a:pt x="69628" y="82046"/>
                        <a:pt x="69437" y="82999"/>
                      </a:cubicBezTo>
                      <a:cubicBezTo>
                        <a:pt x="69151" y="83951"/>
                        <a:pt x="68866" y="84618"/>
                        <a:pt x="68580" y="84903"/>
                      </a:cubicBezTo>
                      <a:close/>
                      <a:moveTo>
                        <a:pt x="71438" y="28325"/>
                      </a:moveTo>
                      <a:lnTo>
                        <a:pt x="69723" y="29373"/>
                      </a:lnTo>
                      <a:lnTo>
                        <a:pt x="68961" y="28325"/>
                      </a:lnTo>
                      <a:lnTo>
                        <a:pt x="71342" y="28325"/>
                      </a:lnTo>
                      <a:close/>
                      <a:moveTo>
                        <a:pt x="73152" y="20133"/>
                      </a:moveTo>
                      <a:lnTo>
                        <a:pt x="73152" y="20610"/>
                      </a:lnTo>
                      <a:lnTo>
                        <a:pt x="71438" y="18324"/>
                      </a:lnTo>
                      <a:lnTo>
                        <a:pt x="73152" y="20133"/>
                      </a:lnTo>
                      <a:close/>
                      <a:moveTo>
                        <a:pt x="73152" y="63186"/>
                      </a:moveTo>
                      <a:lnTo>
                        <a:pt x="73152" y="62234"/>
                      </a:lnTo>
                      <a:cubicBezTo>
                        <a:pt x="72866" y="61662"/>
                        <a:pt x="72295" y="61472"/>
                        <a:pt x="71438" y="61472"/>
                      </a:cubicBezTo>
                      <a:lnTo>
                        <a:pt x="73152" y="63186"/>
                      </a:lnTo>
                      <a:close/>
                      <a:moveTo>
                        <a:pt x="77914" y="41755"/>
                      </a:moveTo>
                      <a:lnTo>
                        <a:pt x="77343" y="42232"/>
                      </a:lnTo>
                      <a:lnTo>
                        <a:pt x="76105" y="39374"/>
                      </a:lnTo>
                      <a:lnTo>
                        <a:pt x="77914" y="41850"/>
                      </a:lnTo>
                      <a:close/>
                      <a:moveTo>
                        <a:pt x="77914" y="63186"/>
                      </a:moveTo>
                      <a:cubicBezTo>
                        <a:pt x="77914" y="63186"/>
                        <a:pt x="79248" y="63472"/>
                        <a:pt x="80772" y="63949"/>
                      </a:cubicBezTo>
                      <a:lnTo>
                        <a:pt x="80296" y="62329"/>
                      </a:lnTo>
                      <a:lnTo>
                        <a:pt x="77819" y="63282"/>
                      </a:lnTo>
                      <a:close/>
                      <a:moveTo>
                        <a:pt x="82010" y="34230"/>
                      </a:moveTo>
                      <a:lnTo>
                        <a:pt x="81534" y="34707"/>
                      </a:lnTo>
                      <a:lnTo>
                        <a:pt x="79534" y="32992"/>
                      </a:lnTo>
                      <a:cubicBezTo>
                        <a:pt x="80105" y="32992"/>
                        <a:pt x="80963" y="33373"/>
                        <a:pt x="81915" y="34230"/>
                      </a:cubicBezTo>
                      <a:close/>
                      <a:moveTo>
                        <a:pt x="82487" y="55662"/>
                      </a:moveTo>
                      <a:lnTo>
                        <a:pt x="82487" y="55090"/>
                      </a:lnTo>
                      <a:lnTo>
                        <a:pt x="80772" y="57376"/>
                      </a:lnTo>
                      <a:lnTo>
                        <a:pt x="82487" y="55662"/>
                      </a:lnTo>
                      <a:close/>
                      <a:moveTo>
                        <a:pt x="85344" y="38803"/>
                      </a:moveTo>
                      <a:lnTo>
                        <a:pt x="85344" y="37564"/>
                      </a:lnTo>
                      <a:lnTo>
                        <a:pt x="84487" y="40041"/>
                      </a:lnTo>
                      <a:lnTo>
                        <a:pt x="85344" y="38803"/>
                      </a:lnTo>
                      <a:close/>
                      <a:moveTo>
                        <a:pt x="90773" y="35183"/>
                      </a:moveTo>
                      <a:lnTo>
                        <a:pt x="92012" y="35183"/>
                      </a:lnTo>
                      <a:cubicBezTo>
                        <a:pt x="91440" y="33849"/>
                        <a:pt x="90392" y="32897"/>
                        <a:pt x="88963" y="32325"/>
                      </a:cubicBezTo>
                      <a:lnTo>
                        <a:pt x="91250" y="34802"/>
                      </a:lnTo>
                      <a:lnTo>
                        <a:pt x="90773" y="35278"/>
                      </a:lnTo>
                      <a:close/>
                      <a:moveTo>
                        <a:pt x="88963" y="63186"/>
                      </a:moveTo>
                      <a:lnTo>
                        <a:pt x="90773" y="61472"/>
                      </a:lnTo>
                      <a:lnTo>
                        <a:pt x="88963" y="61472"/>
                      </a:lnTo>
                      <a:lnTo>
                        <a:pt x="88963" y="63186"/>
                      </a:lnTo>
                      <a:close/>
                      <a:moveTo>
                        <a:pt x="95345" y="47661"/>
                      </a:moveTo>
                      <a:cubicBezTo>
                        <a:pt x="96298" y="47566"/>
                        <a:pt x="97155" y="47470"/>
                        <a:pt x="98012" y="47375"/>
                      </a:cubicBezTo>
                      <a:cubicBezTo>
                        <a:pt x="98870" y="47280"/>
                        <a:pt x="99536" y="46518"/>
                        <a:pt x="99917" y="45279"/>
                      </a:cubicBezTo>
                      <a:cubicBezTo>
                        <a:pt x="99631" y="45470"/>
                        <a:pt x="98203" y="46327"/>
                        <a:pt x="95345" y="47756"/>
                      </a:cubicBezTo>
                      <a:close/>
                      <a:moveTo>
                        <a:pt x="100679" y="18324"/>
                      </a:moveTo>
                      <a:lnTo>
                        <a:pt x="102965" y="18991"/>
                      </a:lnTo>
                      <a:cubicBezTo>
                        <a:pt x="102203" y="17562"/>
                        <a:pt x="101727" y="16800"/>
                        <a:pt x="101727" y="16704"/>
                      </a:cubicBezTo>
                      <a:lnTo>
                        <a:pt x="100679" y="18324"/>
                      </a:lnTo>
                      <a:close/>
                      <a:moveTo>
                        <a:pt x="101155" y="5560"/>
                      </a:moveTo>
                      <a:lnTo>
                        <a:pt x="102489" y="4893"/>
                      </a:lnTo>
                      <a:cubicBezTo>
                        <a:pt x="102965" y="4703"/>
                        <a:pt x="103346" y="4893"/>
                        <a:pt x="103727" y="5560"/>
                      </a:cubicBezTo>
                      <a:lnTo>
                        <a:pt x="101155" y="5560"/>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 name="Google Shape;927;p99"/>
                <p:cNvSpPr/>
                <p:nvPr/>
              </p:nvSpPr>
              <p:spPr>
                <a:xfrm>
                  <a:off x="3847908" y="2286857"/>
                  <a:ext cx="119157" cy="142875"/>
                </a:xfrm>
                <a:custGeom>
                  <a:avLst/>
                  <a:gdLst/>
                  <a:ahLst/>
                  <a:cxnLst/>
                  <a:rect l="l" t="t" r="r" b="b"/>
                  <a:pathLst>
                    <a:path w="119157" h="142875" extrusionOk="0">
                      <a:moveTo>
                        <a:pt x="93059" y="116396"/>
                      </a:moveTo>
                      <a:cubicBezTo>
                        <a:pt x="92678" y="117920"/>
                        <a:pt x="92392" y="119348"/>
                        <a:pt x="92392" y="120682"/>
                      </a:cubicBezTo>
                      <a:cubicBezTo>
                        <a:pt x="92392" y="122682"/>
                        <a:pt x="92869" y="125063"/>
                        <a:pt x="93917" y="127635"/>
                      </a:cubicBezTo>
                      <a:cubicBezTo>
                        <a:pt x="95345" y="130874"/>
                        <a:pt x="96107" y="133064"/>
                        <a:pt x="96298" y="134017"/>
                      </a:cubicBezTo>
                      <a:cubicBezTo>
                        <a:pt x="96869" y="134588"/>
                        <a:pt x="97060" y="135255"/>
                        <a:pt x="97060" y="135827"/>
                      </a:cubicBezTo>
                      <a:cubicBezTo>
                        <a:pt x="97060" y="136493"/>
                        <a:pt x="96583" y="137446"/>
                        <a:pt x="95726" y="138398"/>
                      </a:cubicBezTo>
                      <a:cubicBezTo>
                        <a:pt x="94393" y="139922"/>
                        <a:pt x="93631" y="140779"/>
                        <a:pt x="93440" y="141161"/>
                      </a:cubicBezTo>
                      <a:cubicBezTo>
                        <a:pt x="92392" y="140970"/>
                        <a:pt x="91345" y="140875"/>
                        <a:pt x="90107" y="140875"/>
                      </a:cubicBezTo>
                      <a:cubicBezTo>
                        <a:pt x="88868" y="140875"/>
                        <a:pt x="87058" y="140970"/>
                        <a:pt x="84677" y="141256"/>
                      </a:cubicBezTo>
                      <a:cubicBezTo>
                        <a:pt x="82201" y="141542"/>
                        <a:pt x="80486" y="141637"/>
                        <a:pt x="79343" y="141637"/>
                      </a:cubicBezTo>
                      <a:cubicBezTo>
                        <a:pt x="75057" y="141637"/>
                        <a:pt x="72009" y="140303"/>
                        <a:pt x="70104" y="137732"/>
                      </a:cubicBezTo>
                      <a:cubicBezTo>
                        <a:pt x="70675" y="136398"/>
                        <a:pt x="70961" y="135160"/>
                        <a:pt x="70961" y="134112"/>
                      </a:cubicBezTo>
                      <a:cubicBezTo>
                        <a:pt x="70961" y="132493"/>
                        <a:pt x="70104" y="130683"/>
                        <a:pt x="68390" y="128588"/>
                      </a:cubicBezTo>
                      <a:cubicBezTo>
                        <a:pt x="65913" y="125825"/>
                        <a:pt x="64484" y="124016"/>
                        <a:pt x="64103" y="123158"/>
                      </a:cubicBezTo>
                      <a:cubicBezTo>
                        <a:pt x="63627" y="122968"/>
                        <a:pt x="63056" y="122873"/>
                        <a:pt x="62389" y="122873"/>
                      </a:cubicBezTo>
                      <a:cubicBezTo>
                        <a:pt x="61532" y="122873"/>
                        <a:pt x="60198" y="123063"/>
                        <a:pt x="58293" y="123539"/>
                      </a:cubicBezTo>
                      <a:cubicBezTo>
                        <a:pt x="56388" y="124016"/>
                        <a:pt x="54959" y="124206"/>
                        <a:pt x="54197" y="124206"/>
                      </a:cubicBezTo>
                      <a:cubicBezTo>
                        <a:pt x="52197" y="124206"/>
                        <a:pt x="50864" y="123254"/>
                        <a:pt x="50292" y="121444"/>
                      </a:cubicBezTo>
                      <a:lnTo>
                        <a:pt x="49054" y="121444"/>
                      </a:lnTo>
                      <a:cubicBezTo>
                        <a:pt x="49054" y="120777"/>
                        <a:pt x="48863" y="119825"/>
                        <a:pt x="48578" y="118682"/>
                      </a:cubicBezTo>
                      <a:cubicBezTo>
                        <a:pt x="48292" y="117538"/>
                        <a:pt x="48101" y="116681"/>
                        <a:pt x="48101" y="116300"/>
                      </a:cubicBezTo>
                      <a:cubicBezTo>
                        <a:pt x="48101" y="115538"/>
                        <a:pt x="48387" y="114871"/>
                        <a:pt x="49054" y="114300"/>
                      </a:cubicBezTo>
                      <a:cubicBezTo>
                        <a:pt x="48578" y="113633"/>
                        <a:pt x="48292" y="112967"/>
                        <a:pt x="48292" y="112204"/>
                      </a:cubicBezTo>
                      <a:cubicBezTo>
                        <a:pt x="48292" y="111633"/>
                        <a:pt x="48578" y="110681"/>
                        <a:pt x="49054" y="109538"/>
                      </a:cubicBezTo>
                      <a:cubicBezTo>
                        <a:pt x="49530" y="108395"/>
                        <a:pt x="49816" y="107537"/>
                        <a:pt x="49816" y="106871"/>
                      </a:cubicBezTo>
                      <a:cubicBezTo>
                        <a:pt x="49816" y="106490"/>
                        <a:pt x="49721" y="106013"/>
                        <a:pt x="49530" y="105537"/>
                      </a:cubicBezTo>
                      <a:cubicBezTo>
                        <a:pt x="50483" y="104013"/>
                        <a:pt x="53150" y="103156"/>
                        <a:pt x="57626" y="103061"/>
                      </a:cubicBezTo>
                      <a:cubicBezTo>
                        <a:pt x="61722" y="103061"/>
                        <a:pt x="63722" y="102203"/>
                        <a:pt x="63722" y="100965"/>
                      </a:cubicBezTo>
                      <a:cubicBezTo>
                        <a:pt x="63722" y="100108"/>
                        <a:pt x="63151" y="98965"/>
                        <a:pt x="62103" y="97346"/>
                      </a:cubicBezTo>
                      <a:lnTo>
                        <a:pt x="64199" y="97346"/>
                      </a:lnTo>
                      <a:cubicBezTo>
                        <a:pt x="64103" y="98108"/>
                        <a:pt x="64389" y="99155"/>
                        <a:pt x="64961" y="100203"/>
                      </a:cubicBezTo>
                      <a:cubicBezTo>
                        <a:pt x="65246" y="99917"/>
                        <a:pt x="65437" y="99060"/>
                        <a:pt x="65532" y="97727"/>
                      </a:cubicBezTo>
                      <a:cubicBezTo>
                        <a:pt x="65627" y="96679"/>
                        <a:pt x="66199" y="96203"/>
                        <a:pt x="67246" y="96012"/>
                      </a:cubicBezTo>
                      <a:lnTo>
                        <a:pt x="65437" y="94202"/>
                      </a:lnTo>
                      <a:lnTo>
                        <a:pt x="67246" y="93726"/>
                      </a:lnTo>
                      <a:lnTo>
                        <a:pt x="65913" y="92488"/>
                      </a:lnTo>
                      <a:cubicBezTo>
                        <a:pt x="65913" y="92488"/>
                        <a:pt x="66389" y="92774"/>
                        <a:pt x="66675" y="92774"/>
                      </a:cubicBezTo>
                      <a:cubicBezTo>
                        <a:pt x="67056" y="92774"/>
                        <a:pt x="67628" y="92583"/>
                        <a:pt x="68485" y="92107"/>
                      </a:cubicBezTo>
                      <a:cubicBezTo>
                        <a:pt x="69247" y="91631"/>
                        <a:pt x="69723" y="91440"/>
                        <a:pt x="70104" y="91440"/>
                      </a:cubicBezTo>
                      <a:cubicBezTo>
                        <a:pt x="70580" y="91440"/>
                        <a:pt x="70866" y="91916"/>
                        <a:pt x="71057" y="92964"/>
                      </a:cubicBezTo>
                      <a:cubicBezTo>
                        <a:pt x="70771" y="92964"/>
                        <a:pt x="69533" y="93345"/>
                        <a:pt x="67437" y="94202"/>
                      </a:cubicBezTo>
                      <a:cubicBezTo>
                        <a:pt x="67532" y="94298"/>
                        <a:pt x="68390" y="94869"/>
                        <a:pt x="69914" y="95726"/>
                      </a:cubicBezTo>
                      <a:cubicBezTo>
                        <a:pt x="70866" y="96298"/>
                        <a:pt x="71247" y="96965"/>
                        <a:pt x="71247" y="97536"/>
                      </a:cubicBezTo>
                      <a:cubicBezTo>
                        <a:pt x="71247" y="97822"/>
                        <a:pt x="71247" y="98108"/>
                        <a:pt x="71152" y="98393"/>
                      </a:cubicBezTo>
                      <a:cubicBezTo>
                        <a:pt x="71628" y="98108"/>
                        <a:pt x="72009" y="97536"/>
                        <a:pt x="72200" y="96679"/>
                      </a:cubicBezTo>
                      <a:cubicBezTo>
                        <a:pt x="72390" y="95821"/>
                        <a:pt x="72390" y="95250"/>
                        <a:pt x="72009" y="94869"/>
                      </a:cubicBezTo>
                      <a:lnTo>
                        <a:pt x="74009" y="92869"/>
                      </a:lnTo>
                      <a:lnTo>
                        <a:pt x="69914" y="89059"/>
                      </a:lnTo>
                      <a:lnTo>
                        <a:pt x="70390" y="88297"/>
                      </a:lnTo>
                      <a:cubicBezTo>
                        <a:pt x="70390" y="88297"/>
                        <a:pt x="69723" y="87725"/>
                        <a:pt x="69342" y="87725"/>
                      </a:cubicBezTo>
                      <a:cubicBezTo>
                        <a:pt x="69152" y="87725"/>
                        <a:pt x="68675" y="88011"/>
                        <a:pt x="68008" y="88487"/>
                      </a:cubicBezTo>
                      <a:cubicBezTo>
                        <a:pt x="67342" y="88963"/>
                        <a:pt x="66675" y="89154"/>
                        <a:pt x="66104" y="89059"/>
                      </a:cubicBezTo>
                      <a:cubicBezTo>
                        <a:pt x="65913" y="89059"/>
                        <a:pt x="64579" y="88868"/>
                        <a:pt x="62103" y="88868"/>
                      </a:cubicBezTo>
                      <a:cubicBezTo>
                        <a:pt x="60674" y="88868"/>
                        <a:pt x="59912" y="87916"/>
                        <a:pt x="59817" y="86011"/>
                      </a:cubicBezTo>
                      <a:cubicBezTo>
                        <a:pt x="58960" y="85725"/>
                        <a:pt x="58579" y="85058"/>
                        <a:pt x="58579" y="84201"/>
                      </a:cubicBezTo>
                      <a:cubicBezTo>
                        <a:pt x="58579" y="83820"/>
                        <a:pt x="58579" y="83153"/>
                        <a:pt x="58865" y="82201"/>
                      </a:cubicBezTo>
                      <a:cubicBezTo>
                        <a:pt x="59055" y="81248"/>
                        <a:pt x="59150" y="80582"/>
                        <a:pt x="59150" y="80105"/>
                      </a:cubicBezTo>
                      <a:cubicBezTo>
                        <a:pt x="59150" y="78772"/>
                        <a:pt x="58388" y="78010"/>
                        <a:pt x="56674" y="77819"/>
                      </a:cubicBezTo>
                      <a:cubicBezTo>
                        <a:pt x="56388" y="77343"/>
                        <a:pt x="56198" y="76676"/>
                        <a:pt x="56198" y="76010"/>
                      </a:cubicBezTo>
                      <a:cubicBezTo>
                        <a:pt x="56198" y="75724"/>
                        <a:pt x="56198" y="75248"/>
                        <a:pt x="56388" y="74581"/>
                      </a:cubicBezTo>
                      <a:cubicBezTo>
                        <a:pt x="56483" y="73914"/>
                        <a:pt x="56483" y="73438"/>
                        <a:pt x="56483" y="73152"/>
                      </a:cubicBezTo>
                      <a:cubicBezTo>
                        <a:pt x="56483" y="72104"/>
                        <a:pt x="56007" y="71342"/>
                        <a:pt x="54959" y="70771"/>
                      </a:cubicBezTo>
                      <a:lnTo>
                        <a:pt x="53340" y="70295"/>
                      </a:lnTo>
                      <a:cubicBezTo>
                        <a:pt x="54102" y="69247"/>
                        <a:pt x="54578" y="68199"/>
                        <a:pt x="54578" y="67056"/>
                      </a:cubicBezTo>
                      <a:cubicBezTo>
                        <a:pt x="54578" y="66008"/>
                        <a:pt x="54197" y="64770"/>
                        <a:pt x="53435" y="63246"/>
                      </a:cubicBezTo>
                      <a:cubicBezTo>
                        <a:pt x="52864" y="62103"/>
                        <a:pt x="52197" y="60960"/>
                        <a:pt x="51625" y="59722"/>
                      </a:cubicBezTo>
                      <a:cubicBezTo>
                        <a:pt x="52197" y="59436"/>
                        <a:pt x="52483" y="58960"/>
                        <a:pt x="52578" y="58388"/>
                      </a:cubicBezTo>
                      <a:cubicBezTo>
                        <a:pt x="52673" y="57721"/>
                        <a:pt x="52388" y="57150"/>
                        <a:pt x="51625" y="56864"/>
                      </a:cubicBezTo>
                      <a:lnTo>
                        <a:pt x="49244" y="57341"/>
                      </a:lnTo>
                      <a:lnTo>
                        <a:pt x="48578" y="53054"/>
                      </a:lnTo>
                      <a:cubicBezTo>
                        <a:pt x="47816" y="53245"/>
                        <a:pt x="47339" y="53816"/>
                        <a:pt x="47339" y="54864"/>
                      </a:cubicBezTo>
                      <a:cubicBezTo>
                        <a:pt x="47339" y="55912"/>
                        <a:pt x="46768" y="56579"/>
                        <a:pt x="45720" y="56864"/>
                      </a:cubicBezTo>
                      <a:cubicBezTo>
                        <a:pt x="45911" y="57436"/>
                        <a:pt x="46006" y="58007"/>
                        <a:pt x="46006" y="58579"/>
                      </a:cubicBezTo>
                      <a:cubicBezTo>
                        <a:pt x="46006" y="59531"/>
                        <a:pt x="45625" y="60770"/>
                        <a:pt x="44767" y="62389"/>
                      </a:cubicBezTo>
                      <a:cubicBezTo>
                        <a:pt x="44006" y="64008"/>
                        <a:pt x="43625" y="65723"/>
                        <a:pt x="43720" y="67437"/>
                      </a:cubicBezTo>
                      <a:cubicBezTo>
                        <a:pt x="42196" y="68294"/>
                        <a:pt x="41339" y="69628"/>
                        <a:pt x="41148" y="71533"/>
                      </a:cubicBezTo>
                      <a:cubicBezTo>
                        <a:pt x="40862" y="74295"/>
                        <a:pt x="40577" y="75819"/>
                        <a:pt x="40386" y="76105"/>
                      </a:cubicBezTo>
                      <a:cubicBezTo>
                        <a:pt x="39910" y="76010"/>
                        <a:pt x="39243" y="76676"/>
                        <a:pt x="38386" y="78200"/>
                      </a:cubicBezTo>
                      <a:cubicBezTo>
                        <a:pt x="37529" y="80105"/>
                        <a:pt x="36576" y="81439"/>
                        <a:pt x="35719" y="82010"/>
                      </a:cubicBezTo>
                      <a:cubicBezTo>
                        <a:pt x="35719" y="82201"/>
                        <a:pt x="36100" y="82772"/>
                        <a:pt x="36957" y="83725"/>
                      </a:cubicBezTo>
                      <a:lnTo>
                        <a:pt x="38005" y="82487"/>
                      </a:lnTo>
                      <a:cubicBezTo>
                        <a:pt x="38005" y="82487"/>
                        <a:pt x="38291" y="82772"/>
                        <a:pt x="38291" y="82963"/>
                      </a:cubicBezTo>
                      <a:cubicBezTo>
                        <a:pt x="38291" y="83249"/>
                        <a:pt x="38100" y="83820"/>
                        <a:pt x="37624" y="84582"/>
                      </a:cubicBezTo>
                      <a:cubicBezTo>
                        <a:pt x="37148" y="85344"/>
                        <a:pt x="36957" y="85916"/>
                        <a:pt x="36957" y="86106"/>
                      </a:cubicBezTo>
                      <a:cubicBezTo>
                        <a:pt x="36100" y="87249"/>
                        <a:pt x="35719" y="87821"/>
                        <a:pt x="35719" y="87916"/>
                      </a:cubicBezTo>
                      <a:lnTo>
                        <a:pt x="36957" y="89154"/>
                      </a:lnTo>
                      <a:cubicBezTo>
                        <a:pt x="37243" y="88678"/>
                        <a:pt x="37624" y="88392"/>
                        <a:pt x="38005" y="88392"/>
                      </a:cubicBezTo>
                      <a:lnTo>
                        <a:pt x="38005" y="89630"/>
                      </a:lnTo>
                      <a:cubicBezTo>
                        <a:pt x="38005" y="89630"/>
                        <a:pt x="37243" y="89345"/>
                        <a:pt x="36957" y="89345"/>
                      </a:cubicBezTo>
                      <a:cubicBezTo>
                        <a:pt x="36100" y="89345"/>
                        <a:pt x="35528" y="90392"/>
                        <a:pt x="35147" y="92392"/>
                      </a:cubicBezTo>
                      <a:cubicBezTo>
                        <a:pt x="34671" y="94679"/>
                        <a:pt x="34004" y="96107"/>
                        <a:pt x="33338" y="96679"/>
                      </a:cubicBezTo>
                      <a:cubicBezTo>
                        <a:pt x="33909" y="97155"/>
                        <a:pt x="34385" y="98298"/>
                        <a:pt x="34671" y="99917"/>
                      </a:cubicBezTo>
                      <a:cubicBezTo>
                        <a:pt x="34957" y="101537"/>
                        <a:pt x="35814" y="102584"/>
                        <a:pt x="36957" y="103061"/>
                      </a:cubicBezTo>
                      <a:cubicBezTo>
                        <a:pt x="37624" y="102679"/>
                        <a:pt x="38957" y="102489"/>
                        <a:pt x="41243" y="102584"/>
                      </a:cubicBezTo>
                      <a:cubicBezTo>
                        <a:pt x="43148" y="102584"/>
                        <a:pt x="44291" y="102299"/>
                        <a:pt x="44577" y="101822"/>
                      </a:cubicBezTo>
                      <a:cubicBezTo>
                        <a:pt x="44577" y="102965"/>
                        <a:pt x="45053" y="105346"/>
                        <a:pt x="45625" y="109157"/>
                      </a:cubicBezTo>
                      <a:cubicBezTo>
                        <a:pt x="46101" y="112109"/>
                        <a:pt x="46387" y="114491"/>
                        <a:pt x="46387" y="116300"/>
                      </a:cubicBezTo>
                      <a:cubicBezTo>
                        <a:pt x="46387" y="119158"/>
                        <a:pt x="45911" y="121825"/>
                        <a:pt x="45053" y="124396"/>
                      </a:cubicBezTo>
                      <a:cubicBezTo>
                        <a:pt x="43625" y="124778"/>
                        <a:pt x="41243" y="124968"/>
                        <a:pt x="37910" y="124873"/>
                      </a:cubicBezTo>
                      <a:cubicBezTo>
                        <a:pt x="34576" y="124873"/>
                        <a:pt x="32099" y="125158"/>
                        <a:pt x="30385" y="126111"/>
                      </a:cubicBezTo>
                      <a:lnTo>
                        <a:pt x="31147" y="126587"/>
                      </a:lnTo>
                      <a:cubicBezTo>
                        <a:pt x="28670" y="127159"/>
                        <a:pt x="27242" y="128969"/>
                        <a:pt x="26861" y="131921"/>
                      </a:cubicBezTo>
                      <a:cubicBezTo>
                        <a:pt x="26670" y="134303"/>
                        <a:pt x="26384" y="136684"/>
                        <a:pt x="26099" y="139065"/>
                      </a:cubicBezTo>
                      <a:cubicBezTo>
                        <a:pt x="25432" y="141351"/>
                        <a:pt x="23336" y="142399"/>
                        <a:pt x="19812" y="142113"/>
                      </a:cubicBezTo>
                      <a:cubicBezTo>
                        <a:pt x="19526" y="142589"/>
                        <a:pt x="19145" y="142875"/>
                        <a:pt x="18574" y="142875"/>
                      </a:cubicBezTo>
                      <a:cubicBezTo>
                        <a:pt x="18193" y="142875"/>
                        <a:pt x="17526" y="142589"/>
                        <a:pt x="16478" y="142113"/>
                      </a:cubicBezTo>
                      <a:cubicBezTo>
                        <a:pt x="15526" y="141637"/>
                        <a:pt x="14764" y="141351"/>
                        <a:pt x="14383" y="141256"/>
                      </a:cubicBezTo>
                      <a:cubicBezTo>
                        <a:pt x="13907" y="141256"/>
                        <a:pt x="13240" y="141161"/>
                        <a:pt x="12478" y="141161"/>
                      </a:cubicBezTo>
                      <a:cubicBezTo>
                        <a:pt x="11811" y="141161"/>
                        <a:pt x="10668" y="141256"/>
                        <a:pt x="9335" y="141446"/>
                      </a:cubicBezTo>
                      <a:cubicBezTo>
                        <a:pt x="7906" y="141637"/>
                        <a:pt x="6858" y="141732"/>
                        <a:pt x="6096" y="141732"/>
                      </a:cubicBezTo>
                      <a:cubicBezTo>
                        <a:pt x="2953" y="141732"/>
                        <a:pt x="1048" y="140684"/>
                        <a:pt x="476" y="138684"/>
                      </a:cubicBezTo>
                      <a:cubicBezTo>
                        <a:pt x="191" y="137732"/>
                        <a:pt x="0" y="136874"/>
                        <a:pt x="0" y="136112"/>
                      </a:cubicBezTo>
                      <a:cubicBezTo>
                        <a:pt x="0" y="134874"/>
                        <a:pt x="476" y="133160"/>
                        <a:pt x="1524" y="131064"/>
                      </a:cubicBezTo>
                      <a:cubicBezTo>
                        <a:pt x="2477" y="128969"/>
                        <a:pt x="2953" y="127063"/>
                        <a:pt x="2572" y="125540"/>
                      </a:cubicBezTo>
                      <a:cubicBezTo>
                        <a:pt x="4286" y="125063"/>
                        <a:pt x="5144" y="123825"/>
                        <a:pt x="5144" y="122015"/>
                      </a:cubicBezTo>
                      <a:cubicBezTo>
                        <a:pt x="5144" y="121729"/>
                        <a:pt x="5144" y="121253"/>
                        <a:pt x="4953" y="120682"/>
                      </a:cubicBezTo>
                      <a:lnTo>
                        <a:pt x="4953" y="119158"/>
                      </a:lnTo>
                      <a:cubicBezTo>
                        <a:pt x="4953" y="118205"/>
                        <a:pt x="5144" y="117348"/>
                        <a:pt x="5525" y="116777"/>
                      </a:cubicBezTo>
                      <a:cubicBezTo>
                        <a:pt x="7144" y="116205"/>
                        <a:pt x="8001" y="115062"/>
                        <a:pt x="8001" y="113443"/>
                      </a:cubicBezTo>
                      <a:cubicBezTo>
                        <a:pt x="8001" y="112967"/>
                        <a:pt x="7906" y="112109"/>
                        <a:pt x="7715" y="111062"/>
                      </a:cubicBezTo>
                      <a:cubicBezTo>
                        <a:pt x="7525" y="110014"/>
                        <a:pt x="7429" y="109061"/>
                        <a:pt x="7429" y="108490"/>
                      </a:cubicBezTo>
                      <a:cubicBezTo>
                        <a:pt x="7429" y="106775"/>
                        <a:pt x="8192" y="105537"/>
                        <a:pt x="9716" y="104680"/>
                      </a:cubicBezTo>
                      <a:cubicBezTo>
                        <a:pt x="9525" y="104013"/>
                        <a:pt x="9430" y="103251"/>
                        <a:pt x="9430" y="102679"/>
                      </a:cubicBezTo>
                      <a:cubicBezTo>
                        <a:pt x="9430" y="101346"/>
                        <a:pt x="10001" y="99727"/>
                        <a:pt x="11240" y="97822"/>
                      </a:cubicBezTo>
                      <a:cubicBezTo>
                        <a:pt x="12478" y="95917"/>
                        <a:pt x="13049" y="94393"/>
                        <a:pt x="13049" y="93345"/>
                      </a:cubicBezTo>
                      <a:cubicBezTo>
                        <a:pt x="13049" y="92488"/>
                        <a:pt x="12764" y="91440"/>
                        <a:pt x="12097" y="90392"/>
                      </a:cubicBezTo>
                      <a:cubicBezTo>
                        <a:pt x="13811" y="88392"/>
                        <a:pt x="15050" y="85344"/>
                        <a:pt x="15716" y="81344"/>
                      </a:cubicBezTo>
                      <a:cubicBezTo>
                        <a:pt x="16097" y="78296"/>
                        <a:pt x="16478" y="75248"/>
                        <a:pt x="16764" y="72200"/>
                      </a:cubicBezTo>
                      <a:cubicBezTo>
                        <a:pt x="18383" y="71533"/>
                        <a:pt x="19431" y="69723"/>
                        <a:pt x="19907" y="66866"/>
                      </a:cubicBezTo>
                      <a:cubicBezTo>
                        <a:pt x="20383" y="64008"/>
                        <a:pt x="21241" y="62103"/>
                        <a:pt x="22574" y="61246"/>
                      </a:cubicBezTo>
                      <a:cubicBezTo>
                        <a:pt x="22193" y="60293"/>
                        <a:pt x="22003" y="59341"/>
                        <a:pt x="22003" y="58198"/>
                      </a:cubicBezTo>
                      <a:cubicBezTo>
                        <a:pt x="22003" y="57150"/>
                        <a:pt x="22193" y="55817"/>
                        <a:pt x="22574" y="54197"/>
                      </a:cubicBezTo>
                      <a:cubicBezTo>
                        <a:pt x="22955" y="52578"/>
                        <a:pt x="23050" y="51530"/>
                        <a:pt x="23050" y="51149"/>
                      </a:cubicBezTo>
                      <a:cubicBezTo>
                        <a:pt x="24289" y="50387"/>
                        <a:pt x="24860" y="49530"/>
                        <a:pt x="24860" y="48387"/>
                      </a:cubicBezTo>
                      <a:lnTo>
                        <a:pt x="24860" y="46577"/>
                      </a:lnTo>
                      <a:cubicBezTo>
                        <a:pt x="24860" y="45053"/>
                        <a:pt x="25717" y="43815"/>
                        <a:pt x="27337" y="42767"/>
                      </a:cubicBezTo>
                      <a:cubicBezTo>
                        <a:pt x="26575" y="41338"/>
                        <a:pt x="26575" y="38862"/>
                        <a:pt x="27337" y="35242"/>
                      </a:cubicBezTo>
                      <a:cubicBezTo>
                        <a:pt x="29623" y="34862"/>
                        <a:pt x="30575" y="33242"/>
                        <a:pt x="30099" y="30480"/>
                      </a:cubicBezTo>
                      <a:cubicBezTo>
                        <a:pt x="29528" y="27242"/>
                        <a:pt x="29528" y="25337"/>
                        <a:pt x="30290" y="24670"/>
                      </a:cubicBezTo>
                      <a:cubicBezTo>
                        <a:pt x="33147" y="21431"/>
                        <a:pt x="35433" y="19812"/>
                        <a:pt x="37148" y="19812"/>
                      </a:cubicBezTo>
                      <a:cubicBezTo>
                        <a:pt x="38291" y="19812"/>
                        <a:pt x="39433" y="20383"/>
                        <a:pt x="40386" y="21622"/>
                      </a:cubicBezTo>
                      <a:cubicBezTo>
                        <a:pt x="40672" y="21431"/>
                        <a:pt x="40862" y="20860"/>
                        <a:pt x="40862" y="19907"/>
                      </a:cubicBezTo>
                      <a:cubicBezTo>
                        <a:pt x="41148" y="19717"/>
                        <a:pt x="41529" y="19621"/>
                        <a:pt x="41910" y="19621"/>
                      </a:cubicBezTo>
                      <a:cubicBezTo>
                        <a:pt x="42291" y="19621"/>
                        <a:pt x="43053" y="19717"/>
                        <a:pt x="43910" y="20003"/>
                      </a:cubicBezTo>
                      <a:cubicBezTo>
                        <a:pt x="44863" y="20288"/>
                        <a:pt x="45529" y="20383"/>
                        <a:pt x="46006" y="20383"/>
                      </a:cubicBezTo>
                      <a:cubicBezTo>
                        <a:pt x="47244" y="20383"/>
                        <a:pt x="48101" y="19812"/>
                        <a:pt x="48578" y="18669"/>
                      </a:cubicBezTo>
                      <a:cubicBezTo>
                        <a:pt x="49054" y="19050"/>
                        <a:pt x="50102" y="19812"/>
                        <a:pt x="51625" y="20765"/>
                      </a:cubicBezTo>
                      <a:cubicBezTo>
                        <a:pt x="52007" y="19907"/>
                        <a:pt x="52673" y="19526"/>
                        <a:pt x="53435" y="19526"/>
                      </a:cubicBezTo>
                      <a:cubicBezTo>
                        <a:pt x="54007" y="19526"/>
                        <a:pt x="54769" y="19717"/>
                        <a:pt x="56007" y="20098"/>
                      </a:cubicBezTo>
                      <a:cubicBezTo>
                        <a:pt x="57150" y="20479"/>
                        <a:pt x="58103" y="20669"/>
                        <a:pt x="58865" y="20669"/>
                      </a:cubicBezTo>
                      <a:cubicBezTo>
                        <a:pt x="59341" y="20669"/>
                        <a:pt x="59817" y="20669"/>
                        <a:pt x="60198" y="20383"/>
                      </a:cubicBezTo>
                      <a:cubicBezTo>
                        <a:pt x="61532" y="21146"/>
                        <a:pt x="62865" y="22003"/>
                        <a:pt x="64199" y="22955"/>
                      </a:cubicBezTo>
                      <a:cubicBezTo>
                        <a:pt x="65532" y="23908"/>
                        <a:pt x="66199" y="25051"/>
                        <a:pt x="66199" y="26575"/>
                      </a:cubicBezTo>
                      <a:cubicBezTo>
                        <a:pt x="66199" y="26956"/>
                        <a:pt x="66199" y="27432"/>
                        <a:pt x="66104" y="27908"/>
                      </a:cubicBezTo>
                      <a:lnTo>
                        <a:pt x="68675" y="27432"/>
                      </a:lnTo>
                      <a:cubicBezTo>
                        <a:pt x="68294" y="28766"/>
                        <a:pt x="68008" y="30099"/>
                        <a:pt x="68008" y="31528"/>
                      </a:cubicBezTo>
                      <a:cubicBezTo>
                        <a:pt x="68008" y="34576"/>
                        <a:pt x="69152" y="38100"/>
                        <a:pt x="71533" y="42005"/>
                      </a:cubicBezTo>
                      <a:lnTo>
                        <a:pt x="68675" y="43244"/>
                      </a:lnTo>
                      <a:lnTo>
                        <a:pt x="71533" y="44291"/>
                      </a:lnTo>
                      <a:cubicBezTo>
                        <a:pt x="71533" y="44291"/>
                        <a:pt x="70295" y="44577"/>
                        <a:pt x="69152" y="45529"/>
                      </a:cubicBezTo>
                      <a:lnTo>
                        <a:pt x="69152" y="46101"/>
                      </a:lnTo>
                      <a:cubicBezTo>
                        <a:pt x="69914" y="45815"/>
                        <a:pt x="71342" y="46006"/>
                        <a:pt x="73247" y="46768"/>
                      </a:cubicBezTo>
                      <a:lnTo>
                        <a:pt x="71057" y="50102"/>
                      </a:lnTo>
                      <a:cubicBezTo>
                        <a:pt x="73342" y="52959"/>
                        <a:pt x="75438" y="54388"/>
                        <a:pt x="77343" y="54388"/>
                      </a:cubicBezTo>
                      <a:lnTo>
                        <a:pt x="77343" y="55626"/>
                      </a:lnTo>
                      <a:cubicBezTo>
                        <a:pt x="76676" y="54578"/>
                        <a:pt x="76105" y="54197"/>
                        <a:pt x="75629" y="54388"/>
                      </a:cubicBezTo>
                      <a:cubicBezTo>
                        <a:pt x="75248" y="55817"/>
                        <a:pt x="75057" y="57341"/>
                        <a:pt x="75057" y="58960"/>
                      </a:cubicBezTo>
                      <a:cubicBezTo>
                        <a:pt x="75057" y="62294"/>
                        <a:pt x="75819" y="64865"/>
                        <a:pt x="77343" y="66580"/>
                      </a:cubicBezTo>
                      <a:cubicBezTo>
                        <a:pt x="76962" y="66961"/>
                        <a:pt x="76771" y="67342"/>
                        <a:pt x="76771" y="67818"/>
                      </a:cubicBezTo>
                      <a:cubicBezTo>
                        <a:pt x="76771" y="68294"/>
                        <a:pt x="77153" y="68771"/>
                        <a:pt x="77915" y="69533"/>
                      </a:cubicBezTo>
                      <a:cubicBezTo>
                        <a:pt x="78677" y="70295"/>
                        <a:pt x="79058" y="70866"/>
                        <a:pt x="79058" y="71342"/>
                      </a:cubicBezTo>
                      <a:cubicBezTo>
                        <a:pt x="79058" y="71628"/>
                        <a:pt x="78867" y="72009"/>
                        <a:pt x="78581" y="72390"/>
                      </a:cubicBezTo>
                      <a:lnTo>
                        <a:pt x="80391" y="73152"/>
                      </a:lnTo>
                      <a:cubicBezTo>
                        <a:pt x="81439" y="78962"/>
                        <a:pt x="82106" y="82487"/>
                        <a:pt x="82391" y="83629"/>
                      </a:cubicBezTo>
                      <a:cubicBezTo>
                        <a:pt x="83344" y="87630"/>
                        <a:pt x="84582" y="90964"/>
                        <a:pt x="86201" y="93631"/>
                      </a:cubicBezTo>
                      <a:cubicBezTo>
                        <a:pt x="84963" y="95631"/>
                        <a:pt x="85439" y="97250"/>
                        <a:pt x="87440" y="98393"/>
                      </a:cubicBezTo>
                      <a:cubicBezTo>
                        <a:pt x="87249" y="103442"/>
                        <a:pt x="88011" y="106966"/>
                        <a:pt x="89725" y="108871"/>
                      </a:cubicBezTo>
                      <a:cubicBezTo>
                        <a:pt x="89725" y="113729"/>
                        <a:pt x="90964" y="116205"/>
                        <a:pt x="93345" y="116300"/>
                      </a:cubicBezTo>
                      <a:close/>
                      <a:moveTo>
                        <a:pt x="4953" y="21527"/>
                      </a:moveTo>
                      <a:lnTo>
                        <a:pt x="3715" y="22765"/>
                      </a:lnTo>
                      <a:lnTo>
                        <a:pt x="2000" y="20765"/>
                      </a:lnTo>
                      <a:lnTo>
                        <a:pt x="4858" y="21527"/>
                      </a:lnTo>
                      <a:close/>
                      <a:moveTo>
                        <a:pt x="7525" y="44387"/>
                      </a:moveTo>
                      <a:lnTo>
                        <a:pt x="8477" y="47244"/>
                      </a:lnTo>
                      <a:lnTo>
                        <a:pt x="6191" y="50863"/>
                      </a:lnTo>
                      <a:lnTo>
                        <a:pt x="7525" y="44291"/>
                      </a:lnTo>
                      <a:close/>
                      <a:moveTo>
                        <a:pt x="9525" y="30861"/>
                      </a:moveTo>
                      <a:cubicBezTo>
                        <a:pt x="9525" y="30861"/>
                        <a:pt x="8858" y="31337"/>
                        <a:pt x="8001" y="32099"/>
                      </a:cubicBezTo>
                      <a:lnTo>
                        <a:pt x="7525" y="30385"/>
                      </a:lnTo>
                      <a:lnTo>
                        <a:pt x="9525" y="30861"/>
                      </a:lnTo>
                      <a:close/>
                      <a:moveTo>
                        <a:pt x="22670" y="33909"/>
                      </a:moveTo>
                      <a:cubicBezTo>
                        <a:pt x="22003" y="32290"/>
                        <a:pt x="20574" y="31718"/>
                        <a:pt x="18574" y="32099"/>
                      </a:cubicBezTo>
                      <a:lnTo>
                        <a:pt x="18098" y="32671"/>
                      </a:lnTo>
                      <a:cubicBezTo>
                        <a:pt x="18098" y="31623"/>
                        <a:pt x="18383" y="31147"/>
                        <a:pt x="19050" y="31147"/>
                      </a:cubicBezTo>
                      <a:cubicBezTo>
                        <a:pt x="19145" y="31147"/>
                        <a:pt x="19717" y="31337"/>
                        <a:pt x="20765" y="31623"/>
                      </a:cubicBezTo>
                      <a:cubicBezTo>
                        <a:pt x="21527" y="31813"/>
                        <a:pt x="22289" y="31813"/>
                        <a:pt x="22765" y="31623"/>
                      </a:cubicBezTo>
                      <a:lnTo>
                        <a:pt x="22765" y="33909"/>
                      </a:lnTo>
                      <a:close/>
                      <a:moveTo>
                        <a:pt x="20288" y="83249"/>
                      </a:moveTo>
                      <a:lnTo>
                        <a:pt x="20288" y="80391"/>
                      </a:lnTo>
                      <a:lnTo>
                        <a:pt x="19812" y="80391"/>
                      </a:lnTo>
                      <a:lnTo>
                        <a:pt x="19812" y="83249"/>
                      </a:lnTo>
                      <a:lnTo>
                        <a:pt x="20288" y="83249"/>
                      </a:lnTo>
                      <a:close/>
                      <a:moveTo>
                        <a:pt x="28670" y="36386"/>
                      </a:moveTo>
                      <a:lnTo>
                        <a:pt x="32004" y="34576"/>
                      </a:lnTo>
                      <a:lnTo>
                        <a:pt x="31528" y="32766"/>
                      </a:lnTo>
                      <a:lnTo>
                        <a:pt x="28670" y="36386"/>
                      </a:lnTo>
                      <a:close/>
                      <a:moveTo>
                        <a:pt x="32004" y="57436"/>
                      </a:moveTo>
                      <a:lnTo>
                        <a:pt x="34862" y="58198"/>
                      </a:lnTo>
                      <a:lnTo>
                        <a:pt x="34385" y="57436"/>
                      </a:lnTo>
                      <a:lnTo>
                        <a:pt x="32004" y="57436"/>
                      </a:lnTo>
                      <a:close/>
                      <a:moveTo>
                        <a:pt x="34385" y="54578"/>
                      </a:moveTo>
                      <a:lnTo>
                        <a:pt x="35624" y="53912"/>
                      </a:lnTo>
                      <a:lnTo>
                        <a:pt x="34385" y="52673"/>
                      </a:lnTo>
                      <a:lnTo>
                        <a:pt x="34385" y="54483"/>
                      </a:lnTo>
                      <a:close/>
                      <a:moveTo>
                        <a:pt x="35624" y="29337"/>
                      </a:moveTo>
                      <a:lnTo>
                        <a:pt x="37433" y="28861"/>
                      </a:lnTo>
                      <a:lnTo>
                        <a:pt x="34862" y="28099"/>
                      </a:lnTo>
                      <a:lnTo>
                        <a:pt x="35624" y="29337"/>
                      </a:lnTo>
                      <a:close/>
                      <a:moveTo>
                        <a:pt x="36100" y="10478"/>
                      </a:moveTo>
                      <a:lnTo>
                        <a:pt x="36862" y="12287"/>
                      </a:lnTo>
                      <a:lnTo>
                        <a:pt x="35624" y="12287"/>
                      </a:lnTo>
                      <a:lnTo>
                        <a:pt x="36100" y="10478"/>
                      </a:lnTo>
                      <a:close/>
                      <a:moveTo>
                        <a:pt x="41529" y="6382"/>
                      </a:moveTo>
                      <a:cubicBezTo>
                        <a:pt x="40672" y="6096"/>
                        <a:pt x="40291" y="5429"/>
                        <a:pt x="40291" y="4572"/>
                      </a:cubicBezTo>
                      <a:lnTo>
                        <a:pt x="40291" y="2477"/>
                      </a:lnTo>
                      <a:lnTo>
                        <a:pt x="44387" y="0"/>
                      </a:lnTo>
                      <a:cubicBezTo>
                        <a:pt x="44387" y="0"/>
                        <a:pt x="43815" y="857"/>
                        <a:pt x="42767" y="1429"/>
                      </a:cubicBezTo>
                      <a:cubicBezTo>
                        <a:pt x="41720" y="2000"/>
                        <a:pt x="41148" y="2477"/>
                        <a:pt x="41148" y="3048"/>
                      </a:cubicBezTo>
                      <a:cubicBezTo>
                        <a:pt x="41148" y="3334"/>
                        <a:pt x="41434" y="3810"/>
                        <a:pt x="41910" y="4286"/>
                      </a:cubicBezTo>
                      <a:cubicBezTo>
                        <a:pt x="42100" y="4858"/>
                        <a:pt x="41910" y="5620"/>
                        <a:pt x="41434" y="6382"/>
                      </a:cubicBezTo>
                      <a:close/>
                      <a:moveTo>
                        <a:pt x="45625" y="14097"/>
                      </a:moveTo>
                      <a:lnTo>
                        <a:pt x="46673" y="14097"/>
                      </a:lnTo>
                      <a:lnTo>
                        <a:pt x="44863" y="17145"/>
                      </a:lnTo>
                      <a:lnTo>
                        <a:pt x="45625" y="14097"/>
                      </a:lnTo>
                      <a:close/>
                      <a:moveTo>
                        <a:pt x="45625" y="35242"/>
                      </a:moveTo>
                      <a:lnTo>
                        <a:pt x="45625" y="33433"/>
                      </a:lnTo>
                      <a:lnTo>
                        <a:pt x="44863" y="33433"/>
                      </a:lnTo>
                      <a:lnTo>
                        <a:pt x="44863" y="35242"/>
                      </a:lnTo>
                      <a:lnTo>
                        <a:pt x="45625" y="35242"/>
                      </a:lnTo>
                      <a:close/>
                      <a:moveTo>
                        <a:pt x="53245" y="11621"/>
                      </a:moveTo>
                      <a:lnTo>
                        <a:pt x="53245" y="14002"/>
                      </a:lnTo>
                      <a:lnTo>
                        <a:pt x="51530" y="9906"/>
                      </a:lnTo>
                      <a:cubicBezTo>
                        <a:pt x="52673" y="9906"/>
                        <a:pt x="53245" y="10478"/>
                        <a:pt x="53245" y="11621"/>
                      </a:cubicBezTo>
                      <a:close/>
                      <a:moveTo>
                        <a:pt x="56102" y="34004"/>
                      </a:moveTo>
                      <a:lnTo>
                        <a:pt x="59627" y="32766"/>
                      </a:lnTo>
                      <a:lnTo>
                        <a:pt x="57721" y="32766"/>
                      </a:lnTo>
                      <a:lnTo>
                        <a:pt x="56102" y="34004"/>
                      </a:lnTo>
                      <a:close/>
                      <a:moveTo>
                        <a:pt x="56102" y="45720"/>
                      </a:moveTo>
                      <a:lnTo>
                        <a:pt x="56579" y="43910"/>
                      </a:lnTo>
                      <a:lnTo>
                        <a:pt x="56102" y="43434"/>
                      </a:lnTo>
                      <a:lnTo>
                        <a:pt x="56102" y="45720"/>
                      </a:lnTo>
                      <a:close/>
                      <a:moveTo>
                        <a:pt x="61246" y="93821"/>
                      </a:moveTo>
                      <a:cubicBezTo>
                        <a:pt x="61246" y="93821"/>
                        <a:pt x="61722" y="94012"/>
                        <a:pt x="62484" y="94298"/>
                      </a:cubicBezTo>
                      <a:lnTo>
                        <a:pt x="62960" y="93821"/>
                      </a:lnTo>
                      <a:lnTo>
                        <a:pt x="61341" y="92202"/>
                      </a:lnTo>
                      <a:lnTo>
                        <a:pt x="63722" y="93154"/>
                      </a:lnTo>
                      <a:cubicBezTo>
                        <a:pt x="62389" y="94488"/>
                        <a:pt x="61627" y="95155"/>
                        <a:pt x="61341" y="95155"/>
                      </a:cubicBezTo>
                      <a:lnTo>
                        <a:pt x="61341" y="93917"/>
                      </a:lnTo>
                      <a:close/>
                      <a:moveTo>
                        <a:pt x="65818" y="64484"/>
                      </a:moveTo>
                      <a:cubicBezTo>
                        <a:pt x="66961" y="64008"/>
                        <a:pt x="67437" y="63056"/>
                        <a:pt x="67151" y="61627"/>
                      </a:cubicBezTo>
                      <a:cubicBezTo>
                        <a:pt x="65627" y="62008"/>
                        <a:pt x="64865" y="62865"/>
                        <a:pt x="64865" y="64008"/>
                      </a:cubicBezTo>
                      <a:cubicBezTo>
                        <a:pt x="65246" y="64389"/>
                        <a:pt x="65627" y="64579"/>
                        <a:pt x="65818" y="64484"/>
                      </a:cubicBezTo>
                      <a:close/>
                      <a:moveTo>
                        <a:pt x="67151" y="41529"/>
                      </a:moveTo>
                      <a:lnTo>
                        <a:pt x="65342" y="41529"/>
                      </a:lnTo>
                      <a:lnTo>
                        <a:pt x="65818" y="45815"/>
                      </a:lnTo>
                      <a:lnTo>
                        <a:pt x="67151" y="41529"/>
                      </a:lnTo>
                      <a:close/>
                      <a:moveTo>
                        <a:pt x="67151" y="57055"/>
                      </a:moveTo>
                      <a:cubicBezTo>
                        <a:pt x="67151" y="57055"/>
                        <a:pt x="66866" y="56293"/>
                        <a:pt x="66866" y="56007"/>
                      </a:cubicBezTo>
                      <a:cubicBezTo>
                        <a:pt x="66866" y="55150"/>
                        <a:pt x="67437" y="54769"/>
                        <a:pt x="68580" y="54769"/>
                      </a:cubicBezTo>
                      <a:lnTo>
                        <a:pt x="69628" y="54578"/>
                      </a:lnTo>
                      <a:lnTo>
                        <a:pt x="69628" y="53912"/>
                      </a:lnTo>
                      <a:cubicBezTo>
                        <a:pt x="69628" y="53912"/>
                        <a:pt x="69056" y="53816"/>
                        <a:pt x="68675" y="53816"/>
                      </a:cubicBezTo>
                      <a:cubicBezTo>
                        <a:pt x="67913" y="53816"/>
                        <a:pt x="67342" y="54197"/>
                        <a:pt x="66675" y="54864"/>
                      </a:cubicBezTo>
                      <a:cubicBezTo>
                        <a:pt x="66008" y="55626"/>
                        <a:pt x="65818" y="56293"/>
                        <a:pt x="65818" y="56960"/>
                      </a:cubicBezTo>
                      <a:lnTo>
                        <a:pt x="67151" y="56960"/>
                      </a:lnTo>
                      <a:close/>
                      <a:moveTo>
                        <a:pt x="67723" y="82677"/>
                      </a:moveTo>
                      <a:cubicBezTo>
                        <a:pt x="67723" y="82677"/>
                        <a:pt x="67913" y="82201"/>
                        <a:pt x="68390" y="81439"/>
                      </a:cubicBezTo>
                      <a:cubicBezTo>
                        <a:pt x="67723" y="81439"/>
                        <a:pt x="67437" y="81439"/>
                        <a:pt x="67246" y="81915"/>
                      </a:cubicBezTo>
                      <a:cubicBezTo>
                        <a:pt x="67056" y="82296"/>
                        <a:pt x="66866" y="82582"/>
                        <a:pt x="66580" y="82677"/>
                      </a:cubicBezTo>
                      <a:lnTo>
                        <a:pt x="67818" y="82677"/>
                      </a:lnTo>
                      <a:close/>
                      <a:moveTo>
                        <a:pt x="68390" y="17717"/>
                      </a:moveTo>
                      <a:lnTo>
                        <a:pt x="69628" y="16478"/>
                      </a:lnTo>
                      <a:lnTo>
                        <a:pt x="67818" y="14764"/>
                      </a:lnTo>
                      <a:lnTo>
                        <a:pt x="68961" y="13525"/>
                      </a:lnTo>
                      <a:lnTo>
                        <a:pt x="70961" y="17145"/>
                      </a:lnTo>
                      <a:lnTo>
                        <a:pt x="68580" y="17621"/>
                      </a:lnTo>
                      <a:close/>
                      <a:moveTo>
                        <a:pt x="75819" y="92297"/>
                      </a:moveTo>
                      <a:lnTo>
                        <a:pt x="75819" y="90297"/>
                      </a:lnTo>
                      <a:cubicBezTo>
                        <a:pt x="75819" y="90297"/>
                        <a:pt x="75629" y="90583"/>
                        <a:pt x="74581" y="91059"/>
                      </a:cubicBezTo>
                      <a:cubicBezTo>
                        <a:pt x="74295" y="90869"/>
                        <a:pt x="73914" y="90488"/>
                        <a:pt x="73533" y="90011"/>
                      </a:cubicBezTo>
                      <a:cubicBezTo>
                        <a:pt x="73152" y="89535"/>
                        <a:pt x="72962" y="89249"/>
                        <a:pt x="72676" y="89249"/>
                      </a:cubicBezTo>
                      <a:cubicBezTo>
                        <a:pt x="72390" y="89249"/>
                        <a:pt x="72009" y="89440"/>
                        <a:pt x="71628" y="89821"/>
                      </a:cubicBezTo>
                      <a:lnTo>
                        <a:pt x="75819" y="92297"/>
                      </a:lnTo>
                      <a:close/>
                      <a:moveTo>
                        <a:pt x="79439" y="91535"/>
                      </a:moveTo>
                      <a:cubicBezTo>
                        <a:pt x="79439" y="91535"/>
                        <a:pt x="79629" y="91440"/>
                        <a:pt x="79439" y="91250"/>
                      </a:cubicBezTo>
                      <a:lnTo>
                        <a:pt x="78772" y="87440"/>
                      </a:lnTo>
                      <a:cubicBezTo>
                        <a:pt x="78772" y="87440"/>
                        <a:pt x="78200" y="88202"/>
                        <a:pt x="78200" y="88678"/>
                      </a:cubicBezTo>
                      <a:cubicBezTo>
                        <a:pt x="78200" y="88392"/>
                        <a:pt x="78581" y="89249"/>
                        <a:pt x="79439" y="91250"/>
                      </a:cubicBezTo>
                      <a:lnTo>
                        <a:pt x="79439" y="91535"/>
                      </a:lnTo>
                      <a:close/>
                      <a:moveTo>
                        <a:pt x="86201" y="476"/>
                      </a:moveTo>
                      <a:lnTo>
                        <a:pt x="86201" y="1810"/>
                      </a:lnTo>
                      <a:lnTo>
                        <a:pt x="84106" y="1810"/>
                      </a:lnTo>
                      <a:lnTo>
                        <a:pt x="86201" y="476"/>
                      </a:lnTo>
                      <a:close/>
                      <a:moveTo>
                        <a:pt x="87440" y="24860"/>
                      </a:moveTo>
                      <a:lnTo>
                        <a:pt x="85725" y="26575"/>
                      </a:lnTo>
                      <a:lnTo>
                        <a:pt x="87440" y="24194"/>
                      </a:lnTo>
                      <a:lnTo>
                        <a:pt x="87440" y="24956"/>
                      </a:lnTo>
                      <a:close/>
                      <a:moveTo>
                        <a:pt x="96298" y="51625"/>
                      </a:moveTo>
                      <a:lnTo>
                        <a:pt x="95155" y="52864"/>
                      </a:lnTo>
                      <a:lnTo>
                        <a:pt x="94202" y="52864"/>
                      </a:lnTo>
                      <a:lnTo>
                        <a:pt x="96298" y="51625"/>
                      </a:lnTo>
                      <a:close/>
                      <a:moveTo>
                        <a:pt x="95821" y="26099"/>
                      </a:moveTo>
                      <a:cubicBezTo>
                        <a:pt x="95821" y="26099"/>
                        <a:pt x="95345" y="26099"/>
                        <a:pt x="95345" y="25241"/>
                      </a:cubicBezTo>
                      <a:cubicBezTo>
                        <a:pt x="95345" y="24479"/>
                        <a:pt x="95155" y="24098"/>
                        <a:pt x="95155" y="24098"/>
                      </a:cubicBezTo>
                      <a:lnTo>
                        <a:pt x="95917" y="24098"/>
                      </a:lnTo>
                      <a:lnTo>
                        <a:pt x="95917" y="26099"/>
                      </a:lnTo>
                      <a:close/>
                      <a:moveTo>
                        <a:pt x="118015" y="13621"/>
                      </a:moveTo>
                      <a:cubicBezTo>
                        <a:pt x="118015" y="13621"/>
                        <a:pt x="118015" y="12763"/>
                        <a:pt x="118205" y="12287"/>
                      </a:cubicBezTo>
                      <a:cubicBezTo>
                        <a:pt x="118491" y="11811"/>
                        <a:pt x="118777" y="11716"/>
                        <a:pt x="119158" y="11716"/>
                      </a:cubicBezTo>
                      <a:lnTo>
                        <a:pt x="119158" y="13525"/>
                      </a:lnTo>
                      <a:lnTo>
                        <a:pt x="117920" y="13525"/>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 name="Google Shape;928;p99"/>
                <p:cNvSpPr/>
                <p:nvPr/>
              </p:nvSpPr>
              <p:spPr>
                <a:xfrm>
                  <a:off x="3950683" y="2306859"/>
                  <a:ext cx="86487" cy="128301"/>
                </a:xfrm>
                <a:custGeom>
                  <a:avLst/>
                  <a:gdLst/>
                  <a:ahLst/>
                  <a:cxnLst/>
                  <a:rect l="l" t="t" r="r" b="b"/>
                  <a:pathLst>
                    <a:path w="86487" h="128301" extrusionOk="0">
                      <a:moveTo>
                        <a:pt x="86487" y="86487"/>
                      </a:moveTo>
                      <a:cubicBezTo>
                        <a:pt x="85725" y="86773"/>
                        <a:pt x="85439" y="87249"/>
                        <a:pt x="85439" y="87725"/>
                      </a:cubicBezTo>
                      <a:cubicBezTo>
                        <a:pt x="85439" y="87344"/>
                        <a:pt x="85820" y="88106"/>
                        <a:pt x="86487" y="90011"/>
                      </a:cubicBezTo>
                      <a:cubicBezTo>
                        <a:pt x="85439" y="91916"/>
                        <a:pt x="84963" y="94393"/>
                        <a:pt x="84963" y="97346"/>
                      </a:cubicBezTo>
                      <a:cubicBezTo>
                        <a:pt x="84963" y="98965"/>
                        <a:pt x="85249" y="101441"/>
                        <a:pt x="85630" y="104870"/>
                      </a:cubicBezTo>
                      <a:cubicBezTo>
                        <a:pt x="86106" y="108299"/>
                        <a:pt x="86296" y="110680"/>
                        <a:pt x="86296" y="112109"/>
                      </a:cubicBezTo>
                      <a:cubicBezTo>
                        <a:pt x="86296" y="118681"/>
                        <a:pt x="82772" y="122396"/>
                        <a:pt x="75629" y="123063"/>
                      </a:cubicBezTo>
                      <a:cubicBezTo>
                        <a:pt x="74676" y="122206"/>
                        <a:pt x="73723" y="121729"/>
                        <a:pt x="72676" y="121729"/>
                      </a:cubicBezTo>
                      <a:cubicBezTo>
                        <a:pt x="72200" y="121729"/>
                        <a:pt x="71533" y="121825"/>
                        <a:pt x="70580" y="122206"/>
                      </a:cubicBezTo>
                      <a:cubicBezTo>
                        <a:pt x="69723" y="122492"/>
                        <a:pt x="69151" y="122682"/>
                        <a:pt x="68866" y="122682"/>
                      </a:cubicBezTo>
                      <a:cubicBezTo>
                        <a:pt x="67818" y="122682"/>
                        <a:pt x="67151" y="122206"/>
                        <a:pt x="66770" y="121158"/>
                      </a:cubicBezTo>
                      <a:lnTo>
                        <a:pt x="65056" y="120682"/>
                      </a:lnTo>
                      <a:lnTo>
                        <a:pt x="65818" y="120205"/>
                      </a:lnTo>
                      <a:cubicBezTo>
                        <a:pt x="64198" y="119920"/>
                        <a:pt x="62579" y="118491"/>
                        <a:pt x="61055" y="116014"/>
                      </a:cubicBezTo>
                      <a:cubicBezTo>
                        <a:pt x="59531" y="113538"/>
                        <a:pt x="57912" y="112109"/>
                        <a:pt x="56293" y="111823"/>
                      </a:cubicBezTo>
                      <a:cubicBezTo>
                        <a:pt x="56293" y="111442"/>
                        <a:pt x="56293" y="110966"/>
                        <a:pt x="56293" y="110395"/>
                      </a:cubicBezTo>
                      <a:cubicBezTo>
                        <a:pt x="56102" y="109823"/>
                        <a:pt x="56007" y="109442"/>
                        <a:pt x="56007" y="109347"/>
                      </a:cubicBezTo>
                      <a:cubicBezTo>
                        <a:pt x="56007" y="108871"/>
                        <a:pt x="56388" y="108490"/>
                        <a:pt x="57055" y="108299"/>
                      </a:cubicBezTo>
                      <a:cubicBezTo>
                        <a:pt x="55435" y="107156"/>
                        <a:pt x="53816" y="104870"/>
                        <a:pt x="52197" y="101346"/>
                      </a:cubicBezTo>
                      <a:cubicBezTo>
                        <a:pt x="50578" y="97822"/>
                        <a:pt x="48958" y="95631"/>
                        <a:pt x="47434" y="94583"/>
                      </a:cubicBezTo>
                      <a:cubicBezTo>
                        <a:pt x="47054" y="91630"/>
                        <a:pt x="45625" y="88201"/>
                        <a:pt x="43339" y="84392"/>
                      </a:cubicBezTo>
                      <a:cubicBezTo>
                        <a:pt x="39814" y="78772"/>
                        <a:pt x="37909" y="75724"/>
                        <a:pt x="37719" y="75247"/>
                      </a:cubicBezTo>
                      <a:cubicBezTo>
                        <a:pt x="37719" y="74390"/>
                        <a:pt x="37433" y="73152"/>
                        <a:pt x="36576" y="71723"/>
                      </a:cubicBezTo>
                      <a:cubicBezTo>
                        <a:pt x="35719" y="70295"/>
                        <a:pt x="35242" y="69247"/>
                        <a:pt x="35242" y="68580"/>
                      </a:cubicBezTo>
                      <a:cubicBezTo>
                        <a:pt x="35242" y="68199"/>
                        <a:pt x="35338" y="67723"/>
                        <a:pt x="35719" y="67246"/>
                      </a:cubicBezTo>
                      <a:cubicBezTo>
                        <a:pt x="35242" y="67437"/>
                        <a:pt x="34766" y="67532"/>
                        <a:pt x="34385" y="67532"/>
                      </a:cubicBezTo>
                      <a:cubicBezTo>
                        <a:pt x="32956" y="67532"/>
                        <a:pt x="31718" y="66008"/>
                        <a:pt x="30766" y="62865"/>
                      </a:cubicBezTo>
                      <a:cubicBezTo>
                        <a:pt x="29718" y="59722"/>
                        <a:pt x="28194" y="58198"/>
                        <a:pt x="26194" y="58198"/>
                      </a:cubicBezTo>
                      <a:cubicBezTo>
                        <a:pt x="25813" y="58198"/>
                        <a:pt x="25336" y="58198"/>
                        <a:pt x="24860" y="58388"/>
                      </a:cubicBezTo>
                      <a:cubicBezTo>
                        <a:pt x="25336" y="61150"/>
                        <a:pt x="25622" y="64198"/>
                        <a:pt x="25622" y="67532"/>
                      </a:cubicBezTo>
                      <a:cubicBezTo>
                        <a:pt x="25622" y="70295"/>
                        <a:pt x="25336" y="74295"/>
                        <a:pt x="24860" y="79724"/>
                      </a:cubicBezTo>
                      <a:cubicBezTo>
                        <a:pt x="24384" y="85154"/>
                        <a:pt x="24098" y="89154"/>
                        <a:pt x="24098" y="91821"/>
                      </a:cubicBezTo>
                      <a:cubicBezTo>
                        <a:pt x="24098" y="96869"/>
                        <a:pt x="24765" y="101346"/>
                        <a:pt x="26098" y="105346"/>
                      </a:cubicBezTo>
                      <a:cubicBezTo>
                        <a:pt x="24765" y="106108"/>
                        <a:pt x="24098" y="107347"/>
                        <a:pt x="24098" y="108775"/>
                      </a:cubicBezTo>
                      <a:cubicBezTo>
                        <a:pt x="24098" y="109633"/>
                        <a:pt x="24289" y="110776"/>
                        <a:pt x="24670" y="112300"/>
                      </a:cubicBezTo>
                      <a:cubicBezTo>
                        <a:pt x="25051" y="113824"/>
                        <a:pt x="25241" y="114967"/>
                        <a:pt x="25241" y="115633"/>
                      </a:cubicBezTo>
                      <a:cubicBezTo>
                        <a:pt x="25241" y="117158"/>
                        <a:pt x="24479" y="118205"/>
                        <a:pt x="22955" y="118777"/>
                      </a:cubicBezTo>
                      <a:cubicBezTo>
                        <a:pt x="22955" y="120110"/>
                        <a:pt x="22574" y="121063"/>
                        <a:pt x="21717" y="121634"/>
                      </a:cubicBezTo>
                      <a:lnTo>
                        <a:pt x="5715" y="120967"/>
                      </a:lnTo>
                      <a:cubicBezTo>
                        <a:pt x="5715" y="120301"/>
                        <a:pt x="5525" y="120015"/>
                        <a:pt x="5239" y="120015"/>
                      </a:cubicBezTo>
                      <a:cubicBezTo>
                        <a:pt x="5143" y="120015"/>
                        <a:pt x="4858" y="120110"/>
                        <a:pt x="4477" y="120396"/>
                      </a:cubicBezTo>
                      <a:cubicBezTo>
                        <a:pt x="4096" y="120682"/>
                        <a:pt x="3715" y="120777"/>
                        <a:pt x="3619" y="120777"/>
                      </a:cubicBezTo>
                      <a:cubicBezTo>
                        <a:pt x="3238" y="120777"/>
                        <a:pt x="3048" y="120587"/>
                        <a:pt x="2858" y="120205"/>
                      </a:cubicBezTo>
                      <a:cubicBezTo>
                        <a:pt x="1333" y="119158"/>
                        <a:pt x="571" y="117920"/>
                        <a:pt x="571" y="116396"/>
                      </a:cubicBezTo>
                      <a:cubicBezTo>
                        <a:pt x="571" y="115729"/>
                        <a:pt x="857" y="114491"/>
                        <a:pt x="1429" y="112681"/>
                      </a:cubicBezTo>
                      <a:cubicBezTo>
                        <a:pt x="2000" y="110871"/>
                        <a:pt x="2286" y="109538"/>
                        <a:pt x="2286" y="108490"/>
                      </a:cubicBezTo>
                      <a:cubicBezTo>
                        <a:pt x="2286" y="107537"/>
                        <a:pt x="2096" y="106680"/>
                        <a:pt x="1714" y="105918"/>
                      </a:cubicBezTo>
                      <a:cubicBezTo>
                        <a:pt x="1333" y="103251"/>
                        <a:pt x="1143" y="98584"/>
                        <a:pt x="1238" y="91726"/>
                      </a:cubicBezTo>
                      <a:cubicBezTo>
                        <a:pt x="1238" y="85725"/>
                        <a:pt x="952" y="81058"/>
                        <a:pt x="0" y="77724"/>
                      </a:cubicBezTo>
                      <a:cubicBezTo>
                        <a:pt x="762" y="76581"/>
                        <a:pt x="1238" y="75152"/>
                        <a:pt x="1238" y="73438"/>
                      </a:cubicBezTo>
                      <a:cubicBezTo>
                        <a:pt x="1238" y="72771"/>
                        <a:pt x="1143" y="71628"/>
                        <a:pt x="952" y="70199"/>
                      </a:cubicBezTo>
                      <a:cubicBezTo>
                        <a:pt x="667" y="68771"/>
                        <a:pt x="667" y="67627"/>
                        <a:pt x="667" y="66961"/>
                      </a:cubicBezTo>
                      <a:cubicBezTo>
                        <a:pt x="667" y="64960"/>
                        <a:pt x="1333" y="63246"/>
                        <a:pt x="2476" y="61913"/>
                      </a:cubicBezTo>
                      <a:cubicBezTo>
                        <a:pt x="952" y="56007"/>
                        <a:pt x="286" y="49339"/>
                        <a:pt x="476" y="41815"/>
                      </a:cubicBezTo>
                      <a:lnTo>
                        <a:pt x="1238" y="41815"/>
                      </a:lnTo>
                      <a:cubicBezTo>
                        <a:pt x="1048" y="41053"/>
                        <a:pt x="952" y="40005"/>
                        <a:pt x="952" y="38957"/>
                      </a:cubicBezTo>
                      <a:cubicBezTo>
                        <a:pt x="952" y="37909"/>
                        <a:pt x="1048" y="36385"/>
                        <a:pt x="1333" y="34290"/>
                      </a:cubicBezTo>
                      <a:cubicBezTo>
                        <a:pt x="1524" y="32195"/>
                        <a:pt x="1714" y="30480"/>
                        <a:pt x="1714" y="29432"/>
                      </a:cubicBezTo>
                      <a:cubicBezTo>
                        <a:pt x="1714" y="27242"/>
                        <a:pt x="1333" y="25241"/>
                        <a:pt x="476" y="23622"/>
                      </a:cubicBezTo>
                      <a:cubicBezTo>
                        <a:pt x="1714" y="23527"/>
                        <a:pt x="3048" y="23050"/>
                        <a:pt x="4381" y="22098"/>
                      </a:cubicBezTo>
                      <a:cubicBezTo>
                        <a:pt x="4477" y="22384"/>
                        <a:pt x="4953" y="22574"/>
                        <a:pt x="5810" y="22670"/>
                      </a:cubicBezTo>
                      <a:cubicBezTo>
                        <a:pt x="6572" y="22670"/>
                        <a:pt x="7239" y="22860"/>
                        <a:pt x="7620" y="23241"/>
                      </a:cubicBezTo>
                      <a:lnTo>
                        <a:pt x="8858" y="21526"/>
                      </a:lnTo>
                      <a:cubicBezTo>
                        <a:pt x="8572" y="22288"/>
                        <a:pt x="8668" y="23146"/>
                        <a:pt x="9144" y="24003"/>
                      </a:cubicBezTo>
                      <a:cubicBezTo>
                        <a:pt x="9620" y="24860"/>
                        <a:pt x="10287" y="25146"/>
                        <a:pt x="11239" y="24860"/>
                      </a:cubicBezTo>
                      <a:cubicBezTo>
                        <a:pt x="12192" y="23813"/>
                        <a:pt x="12573" y="22955"/>
                        <a:pt x="12573" y="22098"/>
                      </a:cubicBezTo>
                      <a:cubicBezTo>
                        <a:pt x="12573" y="20669"/>
                        <a:pt x="11049" y="19336"/>
                        <a:pt x="7906" y="18097"/>
                      </a:cubicBezTo>
                      <a:cubicBezTo>
                        <a:pt x="4763" y="16859"/>
                        <a:pt x="3143" y="16002"/>
                        <a:pt x="2858" y="15621"/>
                      </a:cubicBezTo>
                      <a:cubicBezTo>
                        <a:pt x="3238" y="15716"/>
                        <a:pt x="3715" y="15812"/>
                        <a:pt x="4096" y="15812"/>
                      </a:cubicBezTo>
                      <a:cubicBezTo>
                        <a:pt x="4858" y="15812"/>
                        <a:pt x="7048" y="14954"/>
                        <a:pt x="10477" y="13240"/>
                      </a:cubicBezTo>
                      <a:cubicBezTo>
                        <a:pt x="10192" y="12668"/>
                        <a:pt x="9811" y="12287"/>
                        <a:pt x="9430" y="12287"/>
                      </a:cubicBezTo>
                      <a:cubicBezTo>
                        <a:pt x="9239" y="12287"/>
                        <a:pt x="8858" y="12478"/>
                        <a:pt x="8382" y="12763"/>
                      </a:cubicBezTo>
                      <a:cubicBezTo>
                        <a:pt x="7906" y="13049"/>
                        <a:pt x="7429" y="13240"/>
                        <a:pt x="7144" y="13240"/>
                      </a:cubicBezTo>
                      <a:cubicBezTo>
                        <a:pt x="7429" y="13049"/>
                        <a:pt x="7620" y="12478"/>
                        <a:pt x="7620" y="11525"/>
                      </a:cubicBezTo>
                      <a:cubicBezTo>
                        <a:pt x="4858" y="9811"/>
                        <a:pt x="2762" y="9239"/>
                        <a:pt x="1238" y="9906"/>
                      </a:cubicBezTo>
                      <a:lnTo>
                        <a:pt x="1238" y="2762"/>
                      </a:lnTo>
                      <a:lnTo>
                        <a:pt x="26956" y="2000"/>
                      </a:lnTo>
                      <a:cubicBezTo>
                        <a:pt x="28289" y="4667"/>
                        <a:pt x="29623" y="7334"/>
                        <a:pt x="30861" y="10001"/>
                      </a:cubicBezTo>
                      <a:cubicBezTo>
                        <a:pt x="32099" y="12668"/>
                        <a:pt x="32575" y="15621"/>
                        <a:pt x="32290" y="18764"/>
                      </a:cubicBezTo>
                      <a:cubicBezTo>
                        <a:pt x="32956" y="17907"/>
                        <a:pt x="33528" y="17526"/>
                        <a:pt x="34100" y="17526"/>
                      </a:cubicBezTo>
                      <a:cubicBezTo>
                        <a:pt x="34480" y="17526"/>
                        <a:pt x="34957" y="18097"/>
                        <a:pt x="35433" y="19336"/>
                      </a:cubicBezTo>
                      <a:cubicBezTo>
                        <a:pt x="35909" y="20479"/>
                        <a:pt x="36481" y="21241"/>
                        <a:pt x="36957" y="21717"/>
                      </a:cubicBezTo>
                      <a:cubicBezTo>
                        <a:pt x="36767" y="22479"/>
                        <a:pt x="36671" y="23050"/>
                        <a:pt x="36671" y="23717"/>
                      </a:cubicBezTo>
                      <a:cubicBezTo>
                        <a:pt x="36671" y="25051"/>
                        <a:pt x="37624" y="26575"/>
                        <a:pt x="39529" y="28384"/>
                      </a:cubicBezTo>
                      <a:cubicBezTo>
                        <a:pt x="41434" y="30194"/>
                        <a:pt x="42386" y="31909"/>
                        <a:pt x="42291" y="33433"/>
                      </a:cubicBezTo>
                      <a:cubicBezTo>
                        <a:pt x="42672" y="34195"/>
                        <a:pt x="44672" y="38005"/>
                        <a:pt x="48196" y="44577"/>
                      </a:cubicBezTo>
                      <a:cubicBezTo>
                        <a:pt x="48196" y="47339"/>
                        <a:pt x="48577" y="49149"/>
                        <a:pt x="49435" y="49911"/>
                      </a:cubicBezTo>
                      <a:cubicBezTo>
                        <a:pt x="49816" y="49721"/>
                        <a:pt x="50197" y="49625"/>
                        <a:pt x="50483" y="49625"/>
                      </a:cubicBezTo>
                      <a:cubicBezTo>
                        <a:pt x="50959" y="49625"/>
                        <a:pt x="51244" y="50006"/>
                        <a:pt x="51340" y="50863"/>
                      </a:cubicBezTo>
                      <a:cubicBezTo>
                        <a:pt x="51435" y="52006"/>
                        <a:pt x="51530" y="52673"/>
                        <a:pt x="51625" y="52864"/>
                      </a:cubicBezTo>
                      <a:cubicBezTo>
                        <a:pt x="52197" y="53245"/>
                        <a:pt x="53245" y="54769"/>
                        <a:pt x="54864" y="57436"/>
                      </a:cubicBezTo>
                      <a:cubicBezTo>
                        <a:pt x="56102" y="59341"/>
                        <a:pt x="57531" y="60388"/>
                        <a:pt x="59246" y="60484"/>
                      </a:cubicBezTo>
                      <a:cubicBezTo>
                        <a:pt x="59055" y="61246"/>
                        <a:pt x="59436" y="61913"/>
                        <a:pt x="60484" y="62770"/>
                      </a:cubicBezTo>
                      <a:lnTo>
                        <a:pt x="62103" y="60960"/>
                      </a:lnTo>
                      <a:lnTo>
                        <a:pt x="61627" y="39148"/>
                      </a:lnTo>
                      <a:cubicBezTo>
                        <a:pt x="62293" y="38576"/>
                        <a:pt x="62675" y="38100"/>
                        <a:pt x="62675" y="37624"/>
                      </a:cubicBezTo>
                      <a:cubicBezTo>
                        <a:pt x="62675" y="37243"/>
                        <a:pt x="62389" y="36576"/>
                        <a:pt x="61722" y="35623"/>
                      </a:cubicBezTo>
                      <a:cubicBezTo>
                        <a:pt x="61055" y="34671"/>
                        <a:pt x="60674" y="34004"/>
                        <a:pt x="60674" y="33528"/>
                      </a:cubicBezTo>
                      <a:cubicBezTo>
                        <a:pt x="60674" y="32766"/>
                        <a:pt x="61150" y="32099"/>
                        <a:pt x="62103" y="31528"/>
                      </a:cubicBezTo>
                      <a:cubicBezTo>
                        <a:pt x="61246" y="29337"/>
                        <a:pt x="60865" y="26860"/>
                        <a:pt x="60865" y="24384"/>
                      </a:cubicBezTo>
                      <a:cubicBezTo>
                        <a:pt x="60865" y="22574"/>
                        <a:pt x="61150" y="20002"/>
                        <a:pt x="61627" y="16573"/>
                      </a:cubicBezTo>
                      <a:cubicBezTo>
                        <a:pt x="62103" y="13240"/>
                        <a:pt x="62389" y="10763"/>
                        <a:pt x="62389" y="9239"/>
                      </a:cubicBezTo>
                      <a:cubicBezTo>
                        <a:pt x="62389" y="8001"/>
                        <a:pt x="62389" y="6858"/>
                        <a:pt x="62103" y="5715"/>
                      </a:cubicBezTo>
                      <a:cubicBezTo>
                        <a:pt x="63246" y="5715"/>
                        <a:pt x="64294" y="4667"/>
                        <a:pt x="65342" y="2476"/>
                      </a:cubicBezTo>
                      <a:cubicBezTo>
                        <a:pt x="66294" y="667"/>
                        <a:pt x="67532" y="-95"/>
                        <a:pt x="69151" y="381"/>
                      </a:cubicBezTo>
                      <a:lnTo>
                        <a:pt x="71723" y="381"/>
                      </a:lnTo>
                      <a:cubicBezTo>
                        <a:pt x="72771" y="381"/>
                        <a:pt x="74200" y="381"/>
                        <a:pt x="76009" y="191"/>
                      </a:cubicBezTo>
                      <a:cubicBezTo>
                        <a:pt x="77819" y="0"/>
                        <a:pt x="79153" y="0"/>
                        <a:pt x="80105" y="0"/>
                      </a:cubicBezTo>
                      <a:cubicBezTo>
                        <a:pt x="82105" y="0"/>
                        <a:pt x="83820" y="667"/>
                        <a:pt x="85154" y="1810"/>
                      </a:cubicBezTo>
                      <a:cubicBezTo>
                        <a:pt x="85725" y="8763"/>
                        <a:pt x="86011" y="17145"/>
                        <a:pt x="86011" y="27242"/>
                      </a:cubicBezTo>
                      <a:cubicBezTo>
                        <a:pt x="86011" y="31337"/>
                        <a:pt x="86011" y="37529"/>
                        <a:pt x="85820" y="46006"/>
                      </a:cubicBezTo>
                      <a:cubicBezTo>
                        <a:pt x="85725" y="54483"/>
                        <a:pt x="85725" y="60674"/>
                        <a:pt x="85725" y="64865"/>
                      </a:cubicBezTo>
                      <a:cubicBezTo>
                        <a:pt x="85725" y="73438"/>
                        <a:pt x="85915" y="80867"/>
                        <a:pt x="86392" y="87058"/>
                      </a:cubicBezTo>
                      <a:close/>
                      <a:moveTo>
                        <a:pt x="1238" y="17240"/>
                      </a:moveTo>
                      <a:lnTo>
                        <a:pt x="2858" y="18859"/>
                      </a:lnTo>
                      <a:lnTo>
                        <a:pt x="2858" y="20479"/>
                      </a:lnTo>
                      <a:lnTo>
                        <a:pt x="1238" y="17145"/>
                      </a:lnTo>
                      <a:close/>
                      <a:moveTo>
                        <a:pt x="4096" y="20574"/>
                      </a:moveTo>
                      <a:cubicBezTo>
                        <a:pt x="4096" y="20574"/>
                        <a:pt x="4381" y="21431"/>
                        <a:pt x="4381" y="22003"/>
                      </a:cubicBezTo>
                      <a:cubicBezTo>
                        <a:pt x="4191" y="21622"/>
                        <a:pt x="4096" y="21146"/>
                        <a:pt x="4096" y="20574"/>
                      </a:cubicBezTo>
                      <a:close/>
                      <a:moveTo>
                        <a:pt x="6382" y="18955"/>
                      </a:moveTo>
                      <a:lnTo>
                        <a:pt x="6382" y="20574"/>
                      </a:lnTo>
                      <a:lnTo>
                        <a:pt x="4572" y="18479"/>
                      </a:lnTo>
                      <a:lnTo>
                        <a:pt x="6382" y="18955"/>
                      </a:lnTo>
                      <a:close/>
                      <a:moveTo>
                        <a:pt x="5334" y="12573"/>
                      </a:moveTo>
                      <a:cubicBezTo>
                        <a:pt x="6382" y="12573"/>
                        <a:pt x="6953" y="12763"/>
                        <a:pt x="7144" y="13049"/>
                      </a:cubicBezTo>
                      <a:lnTo>
                        <a:pt x="6382" y="13525"/>
                      </a:lnTo>
                      <a:lnTo>
                        <a:pt x="5334" y="12573"/>
                      </a:lnTo>
                      <a:close/>
                      <a:moveTo>
                        <a:pt x="12954" y="13049"/>
                      </a:moveTo>
                      <a:lnTo>
                        <a:pt x="12668" y="12763"/>
                      </a:lnTo>
                      <a:lnTo>
                        <a:pt x="11430" y="10763"/>
                      </a:lnTo>
                      <a:cubicBezTo>
                        <a:pt x="11049" y="10096"/>
                        <a:pt x="10287" y="9716"/>
                        <a:pt x="9334" y="9716"/>
                      </a:cubicBezTo>
                      <a:cubicBezTo>
                        <a:pt x="9715" y="9906"/>
                        <a:pt x="10858" y="10954"/>
                        <a:pt x="12668" y="12763"/>
                      </a:cubicBezTo>
                      <a:lnTo>
                        <a:pt x="12954" y="13049"/>
                      </a:lnTo>
                      <a:close/>
                      <a:moveTo>
                        <a:pt x="14764" y="21431"/>
                      </a:moveTo>
                      <a:lnTo>
                        <a:pt x="17050" y="21431"/>
                      </a:lnTo>
                      <a:cubicBezTo>
                        <a:pt x="16478" y="21146"/>
                        <a:pt x="15716" y="21146"/>
                        <a:pt x="14764" y="21431"/>
                      </a:cubicBezTo>
                      <a:lnTo>
                        <a:pt x="13430" y="21431"/>
                      </a:lnTo>
                      <a:lnTo>
                        <a:pt x="13906" y="22670"/>
                      </a:lnTo>
                      <a:cubicBezTo>
                        <a:pt x="13906" y="22670"/>
                        <a:pt x="13906" y="23146"/>
                        <a:pt x="14192" y="23622"/>
                      </a:cubicBezTo>
                      <a:lnTo>
                        <a:pt x="13906" y="22670"/>
                      </a:lnTo>
                      <a:cubicBezTo>
                        <a:pt x="13906" y="22098"/>
                        <a:pt x="14192" y="21622"/>
                        <a:pt x="14764" y="21431"/>
                      </a:cubicBezTo>
                      <a:close/>
                      <a:moveTo>
                        <a:pt x="17050" y="93726"/>
                      </a:moveTo>
                      <a:lnTo>
                        <a:pt x="17050" y="89630"/>
                      </a:lnTo>
                      <a:lnTo>
                        <a:pt x="16478" y="89630"/>
                      </a:lnTo>
                      <a:lnTo>
                        <a:pt x="16478" y="93726"/>
                      </a:lnTo>
                      <a:lnTo>
                        <a:pt x="17050" y="93726"/>
                      </a:lnTo>
                      <a:close/>
                      <a:moveTo>
                        <a:pt x="19621" y="23527"/>
                      </a:moveTo>
                      <a:cubicBezTo>
                        <a:pt x="19621" y="23527"/>
                        <a:pt x="20098" y="24003"/>
                        <a:pt x="20479" y="24289"/>
                      </a:cubicBezTo>
                      <a:lnTo>
                        <a:pt x="19621" y="23527"/>
                      </a:lnTo>
                      <a:cubicBezTo>
                        <a:pt x="19621" y="22955"/>
                        <a:pt x="19336" y="21908"/>
                        <a:pt x="18859" y="20574"/>
                      </a:cubicBezTo>
                      <a:cubicBezTo>
                        <a:pt x="18288" y="20955"/>
                        <a:pt x="18097" y="21431"/>
                        <a:pt x="18097" y="21812"/>
                      </a:cubicBezTo>
                      <a:cubicBezTo>
                        <a:pt x="18097" y="22288"/>
                        <a:pt x="18574" y="22860"/>
                        <a:pt x="19621" y="23527"/>
                      </a:cubicBezTo>
                      <a:close/>
                      <a:moveTo>
                        <a:pt x="20098" y="27813"/>
                      </a:moveTo>
                      <a:lnTo>
                        <a:pt x="22955" y="27813"/>
                      </a:lnTo>
                      <a:lnTo>
                        <a:pt x="20955" y="26098"/>
                      </a:lnTo>
                      <a:lnTo>
                        <a:pt x="20002" y="27813"/>
                      </a:lnTo>
                      <a:close/>
                      <a:moveTo>
                        <a:pt x="48196" y="121729"/>
                      </a:moveTo>
                      <a:cubicBezTo>
                        <a:pt x="48958" y="121539"/>
                        <a:pt x="49721" y="121729"/>
                        <a:pt x="50483" y="122206"/>
                      </a:cubicBezTo>
                      <a:lnTo>
                        <a:pt x="48673" y="123539"/>
                      </a:lnTo>
                      <a:lnTo>
                        <a:pt x="48196" y="121729"/>
                      </a:lnTo>
                      <a:close/>
                      <a:moveTo>
                        <a:pt x="60579" y="128302"/>
                      </a:moveTo>
                      <a:lnTo>
                        <a:pt x="60579" y="126016"/>
                      </a:lnTo>
                      <a:lnTo>
                        <a:pt x="61150" y="126016"/>
                      </a:lnTo>
                      <a:cubicBezTo>
                        <a:pt x="61150" y="126683"/>
                        <a:pt x="61055" y="127445"/>
                        <a:pt x="60579" y="128302"/>
                      </a:cubicBezTo>
                      <a:close/>
                      <a:moveTo>
                        <a:pt x="66389" y="103060"/>
                      </a:moveTo>
                      <a:cubicBezTo>
                        <a:pt x="65246" y="103632"/>
                        <a:pt x="64675" y="104299"/>
                        <a:pt x="64675" y="104870"/>
                      </a:cubicBezTo>
                      <a:cubicBezTo>
                        <a:pt x="64675" y="105251"/>
                        <a:pt x="64960" y="105918"/>
                        <a:pt x="65627" y="106775"/>
                      </a:cubicBezTo>
                      <a:cubicBezTo>
                        <a:pt x="66199" y="107633"/>
                        <a:pt x="66580" y="108299"/>
                        <a:pt x="66580" y="108680"/>
                      </a:cubicBezTo>
                      <a:lnTo>
                        <a:pt x="66580" y="108966"/>
                      </a:lnTo>
                      <a:cubicBezTo>
                        <a:pt x="66580" y="108966"/>
                        <a:pt x="66484" y="109347"/>
                        <a:pt x="66484" y="109442"/>
                      </a:cubicBezTo>
                      <a:cubicBezTo>
                        <a:pt x="66484" y="109252"/>
                        <a:pt x="66675" y="108966"/>
                        <a:pt x="66675" y="108585"/>
                      </a:cubicBezTo>
                      <a:cubicBezTo>
                        <a:pt x="66675" y="108204"/>
                        <a:pt x="66865" y="107728"/>
                        <a:pt x="67151" y="106966"/>
                      </a:cubicBezTo>
                      <a:cubicBezTo>
                        <a:pt x="67437" y="106299"/>
                        <a:pt x="67627" y="105727"/>
                        <a:pt x="67627" y="105251"/>
                      </a:cubicBezTo>
                      <a:cubicBezTo>
                        <a:pt x="67627" y="104584"/>
                        <a:pt x="67246" y="103822"/>
                        <a:pt x="66389" y="102965"/>
                      </a:cubicBezTo>
                      <a:close/>
                      <a:moveTo>
                        <a:pt x="66389" y="116491"/>
                      </a:moveTo>
                      <a:cubicBezTo>
                        <a:pt x="67437" y="115729"/>
                        <a:pt x="67818" y="114967"/>
                        <a:pt x="67627" y="114300"/>
                      </a:cubicBezTo>
                      <a:cubicBezTo>
                        <a:pt x="67437" y="113633"/>
                        <a:pt x="66961" y="113347"/>
                        <a:pt x="66389" y="113538"/>
                      </a:cubicBezTo>
                      <a:cubicBezTo>
                        <a:pt x="65722" y="114109"/>
                        <a:pt x="65532" y="114776"/>
                        <a:pt x="65722" y="115348"/>
                      </a:cubicBezTo>
                      <a:cubicBezTo>
                        <a:pt x="66104" y="116396"/>
                        <a:pt x="66389" y="116776"/>
                        <a:pt x="66389" y="116586"/>
                      </a:cubicBezTo>
                      <a:lnTo>
                        <a:pt x="66865" y="117062"/>
                      </a:lnTo>
                      <a:cubicBezTo>
                        <a:pt x="67342" y="117538"/>
                        <a:pt x="67627" y="118015"/>
                        <a:pt x="67627" y="118300"/>
                      </a:cubicBezTo>
                      <a:cubicBezTo>
                        <a:pt x="67627" y="118015"/>
                        <a:pt x="67627" y="117634"/>
                        <a:pt x="67151" y="117253"/>
                      </a:cubicBezTo>
                      <a:cubicBezTo>
                        <a:pt x="66770" y="116872"/>
                        <a:pt x="66484" y="116586"/>
                        <a:pt x="66389" y="116396"/>
                      </a:cubicBezTo>
                      <a:close/>
                      <a:moveTo>
                        <a:pt x="79248" y="38386"/>
                      </a:moveTo>
                      <a:lnTo>
                        <a:pt x="82296" y="40005"/>
                      </a:lnTo>
                      <a:lnTo>
                        <a:pt x="80677" y="37909"/>
                      </a:lnTo>
                      <a:lnTo>
                        <a:pt x="81534" y="36671"/>
                      </a:lnTo>
                      <a:lnTo>
                        <a:pt x="75629" y="34290"/>
                      </a:lnTo>
                      <a:cubicBezTo>
                        <a:pt x="76486" y="34576"/>
                        <a:pt x="76867" y="35052"/>
                        <a:pt x="76867" y="35623"/>
                      </a:cubicBezTo>
                      <a:cubicBezTo>
                        <a:pt x="76867" y="36195"/>
                        <a:pt x="76486" y="36767"/>
                        <a:pt x="75629" y="37147"/>
                      </a:cubicBezTo>
                      <a:cubicBezTo>
                        <a:pt x="75247" y="36385"/>
                        <a:pt x="74962" y="36100"/>
                        <a:pt x="74390" y="36100"/>
                      </a:cubicBezTo>
                      <a:cubicBezTo>
                        <a:pt x="74104" y="36100"/>
                        <a:pt x="73628" y="36195"/>
                        <a:pt x="72961" y="36385"/>
                      </a:cubicBezTo>
                      <a:cubicBezTo>
                        <a:pt x="72390" y="36576"/>
                        <a:pt x="71914" y="36671"/>
                        <a:pt x="71628" y="36671"/>
                      </a:cubicBezTo>
                      <a:cubicBezTo>
                        <a:pt x="71247" y="36671"/>
                        <a:pt x="70866" y="36481"/>
                        <a:pt x="70580" y="36195"/>
                      </a:cubicBezTo>
                      <a:lnTo>
                        <a:pt x="71056" y="35433"/>
                      </a:lnTo>
                      <a:lnTo>
                        <a:pt x="65818" y="36671"/>
                      </a:lnTo>
                      <a:lnTo>
                        <a:pt x="68771" y="36671"/>
                      </a:lnTo>
                      <a:cubicBezTo>
                        <a:pt x="69723" y="36576"/>
                        <a:pt x="70675" y="37052"/>
                        <a:pt x="71247" y="38005"/>
                      </a:cubicBezTo>
                      <a:cubicBezTo>
                        <a:pt x="71914" y="38957"/>
                        <a:pt x="72200" y="39814"/>
                        <a:pt x="72200" y="40672"/>
                      </a:cubicBezTo>
                      <a:lnTo>
                        <a:pt x="72676" y="40100"/>
                      </a:lnTo>
                      <a:cubicBezTo>
                        <a:pt x="72676" y="40100"/>
                        <a:pt x="73438" y="40100"/>
                        <a:pt x="73723" y="40386"/>
                      </a:cubicBezTo>
                      <a:cubicBezTo>
                        <a:pt x="74200" y="40958"/>
                        <a:pt x="74581" y="41243"/>
                        <a:pt x="74581" y="41243"/>
                      </a:cubicBezTo>
                      <a:lnTo>
                        <a:pt x="74581" y="38957"/>
                      </a:lnTo>
                      <a:cubicBezTo>
                        <a:pt x="74581" y="38100"/>
                        <a:pt x="74771" y="37433"/>
                        <a:pt x="75533" y="37147"/>
                      </a:cubicBezTo>
                      <a:cubicBezTo>
                        <a:pt x="76200" y="37624"/>
                        <a:pt x="76676" y="37909"/>
                        <a:pt x="76771" y="37909"/>
                      </a:cubicBezTo>
                      <a:cubicBezTo>
                        <a:pt x="76771" y="36862"/>
                        <a:pt x="76962" y="36385"/>
                        <a:pt x="77533" y="36290"/>
                      </a:cubicBezTo>
                      <a:cubicBezTo>
                        <a:pt x="77914" y="36100"/>
                        <a:pt x="78676" y="36385"/>
                        <a:pt x="79819" y="37243"/>
                      </a:cubicBezTo>
                      <a:cubicBezTo>
                        <a:pt x="79819" y="37529"/>
                        <a:pt x="79724" y="37909"/>
                        <a:pt x="79153" y="38481"/>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 name="Google Shape;929;p99"/>
                <p:cNvSpPr/>
                <p:nvPr/>
              </p:nvSpPr>
              <p:spPr>
                <a:xfrm>
                  <a:off x="4050124" y="2286857"/>
                  <a:ext cx="119348" cy="142875"/>
                </a:xfrm>
                <a:custGeom>
                  <a:avLst/>
                  <a:gdLst/>
                  <a:ahLst/>
                  <a:cxnLst/>
                  <a:rect l="l" t="t" r="r" b="b"/>
                  <a:pathLst>
                    <a:path w="119348" h="142875" extrusionOk="0">
                      <a:moveTo>
                        <a:pt x="93059" y="116396"/>
                      </a:moveTo>
                      <a:cubicBezTo>
                        <a:pt x="92678" y="117920"/>
                        <a:pt x="92488" y="119348"/>
                        <a:pt x="92488" y="120682"/>
                      </a:cubicBezTo>
                      <a:cubicBezTo>
                        <a:pt x="92488" y="122682"/>
                        <a:pt x="92964" y="125063"/>
                        <a:pt x="94012" y="127635"/>
                      </a:cubicBezTo>
                      <a:cubicBezTo>
                        <a:pt x="95440" y="130874"/>
                        <a:pt x="96298" y="133064"/>
                        <a:pt x="96488" y="134017"/>
                      </a:cubicBezTo>
                      <a:cubicBezTo>
                        <a:pt x="96964" y="134588"/>
                        <a:pt x="97250" y="135255"/>
                        <a:pt x="97250" y="135827"/>
                      </a:cubicBezTo>
                      <a:cubicBezTo>
                        <a:pt x="97250" y="136493"/>
                        <a:pt x="96774" y="137446"/>
                        <a:pt x="95821" y="138398"/>
                      </a:cubicBezTo>
                      <a:cubicBezTo>
                        <a:pt x="94488" y="139922"/>
                        <a:pt x="93726" y="140779"/>
                        <a:pt x="93535" y="141161"/>
                      </a:cubicBezTo>
                      <a:cubicBezTo>
                        <a:pt x="92488" y="140970"/>
                        <a:pt x="91440" y="140875"/>
                        <a:pt x="90202" y="140875"/>
                      </a:cubicBezTo>
                      <a:cubicBezTo>
                        <a:pt x="88963" y="140875"/>
                        <a:pt x="87154" y="140970"/>
                        <a:pt x="84772" y="141256"/>
                      </a:cubicBezTo>
                      <a:cubicBezTo>
                        <a:pt x="82296" y="141542"/>
                        <a:pt x="80581" y="141637"/>
                        <a:pt x="79438" y="141637"/>
                      </a:cubicBezTo>
                      <a:cubicBezTo>
                        <a:pt x="75152" y="141637"/>
                        <a:pt x="72009" y="140303"/>
                        <a:pt x="70104" y="137732"/>
                      </a:cubicBezTo>
                      <a:cubicBezTo>
                        <a:pt x="70675" y="136398"/>
                        <a:pt x="71056" y="135160"/>
                        <a:pt x="71056" y="134112"/>
                      </a:cubicBezTo>
                      <a:cubicBezTo>
                        <a:pt x="71056" y="132493"/>
                        <a:pt x="70199" y="130683"/>
                        <a:pt x="68485" y="128588"/>
                      </a:cubicBezTo>
                      <a:cubicBezTo>
                        <a:pt x="66103" y="125825"/>
                        <a:pt x="64675" y="124016"/>
                        <a:pt x="64198" y="123158"/>
                      </a:cubicBezTo>
                      <a:cubicBezTo>
                        <a:pt x="63722" y="122968"/>
                        <a:pt x="63151" y="122873"/>
                        <a:pt x="62579" y="122873"/>
                      </a:cubicBezTo>
                      <a:cubicBezTo>
                        <a:pt x="61722" y="122873"/>
                        <a:pt x="60388" y="123063"/>
                        <a:pt x="58483" y="123539"/>
                      </a:cubicBezTo>
                      <a:cubicBezTo>
                        <a:pt x="56578" y="124016"/>
                        <a:pt x="55150" y="124206"/>
                        <a:pt x="54388" y="124206"/>
                      </a:cubicBezTo>
                      <a:cubicBezTo>
                        <a:pt x="52388" y="124206"/>
                        <a:pt x="51054" y="123254"/>
                        <a:pt x="50387" y="121444"/>
                      </a:cubicBezTo>
                      <a:lnTo>
                        <a:pt x="49149" y="121444"/>
                      </a:lnTo>
                      <a:cubicBezTo>
                        <a:pt x="49149" y="120777"/>
                        <a:pt x="48958" y="119825"/>
                        <a:pt x="48673" y="118682"/>
                      </a:cubicBezTo>
                      <a:cubicBezTo>
                        <a:pt x="48387" y="117538"/>
                        <a:pt x="48196" y="116681"/>
                        <a:pt x="48196" y="116300"/>
                      </a:cubicBezTo>
                      <a:cubicBezTo>
                        <a:pt x="48196" y="115538"/>
                        <a:pt x="48482" y="114871"/>
                        <a:pt x="49054" y="114300"/>
                      </a:cubicBezTo>
                      <a:cubicBezTo>
                        <a:pt x="48577" y="113633"/>
                        <a:pt x="48292" y="112967"/>
                        <a:pt x="48292" y="112204"/>
                      </a:cubicBezTo>
                      <a:cubicBezTo>
                        <a:pt x="48292" y="111633"/>
                        <a:pt x="48577" y="110681"/>
                        <a:pt x="49054" y="109538"/>
                      </a:cubicBezTo>
                      <a:cubicBezTo>
                        <a:pt x="49530" y="108395"/>
                        <a:pt x="49816" y="107537"/>
                        <a:pt x="49816" y="106871"/>
                      </a:cubicBezTo>
                      <a:cubicBezTo>
                        <a:pt x="49816" y="106490"/>
                        <a:pt x="49816" y="106013"/>
                        <a:pt x="49530" y="105537"/>
                      </a:cubicBezTo>
                      <a:cubicBezTo>
                        <a:pt x="50482" y="104013"/>
                        <a:pt x="53149" y="103156"/>
                        <a:pt x="57626" y="103061"/>
                      </a:cubicBezTo>
                      <a:cubicBezTo>
                        <a:pt x="61722" y="103061"/>
                        <a:pt x="63722" y="102203"/>
                        <a:pt x="63722" y="100965"/>
                      </a:cubicBezTo>
                      <a:cubicBezTo>
                        <a:pt x="63722" y="100108"/>
                        <a:pt x="63151" y="98965"/>
                        <a:pt x="62103" y="97346"/>
                      </a:cubicBezTo>
                      <a:lnTo>
                        <a:pt x="64198" y="97346"/>
                      </a:lnTo>
                      <a:cubicBezTo>
                        <a:pt x="64103" y="98108"/>
                        <a:pt x="64389" y="99155"/>
                        <a:pt x="64960" y="100203"/>
                      </a:cubicBezTo>
                      <a:cubicBezTo>
                        <a:pt x="65246" y="99917"/>
                        <a:pt x="65437" y="99060"/>
                        <a:pt x="65532" y="97727"/>
                      </a:cubicBezTo>
                      <a:cubicBezTo>
                        <a:pt x="65627" y="96679"/>
                        <a:pt x="66199" y="96203"/>
                        <a:pt x="67246" y="96012"/>
                      </a:cubicBezTo>
                      <a:lnTo>
                        <a:pt x="65437" y="94202"/>
                      </a:lnTo>
                      <a:lnTo>
                        <a:pt x="67246" y="93726"/>
                      </a:lnTo>
                      <a:lnTo>
                        <a:pt x="65913" y="92488"/>
                      </a:lnTo>
                      <a:cubicBezTo>
                        <a:pt x="65913" y="92488"/>
                        <a:pt x="66389" y="92774"/>
                        <a:pt x="66675" y="92774"/>
                      </a:cubicBezTo>
                      <a:cubicBezTo>
                        <a:pt x="67056" y="92774"/>
                        <a:pt x="67627" y="92583"/>
                        <a:pt x="68389" y="92107"/>
                      </a:cubicBezTo>
                      <a:cubicBezTo>
                        <a:pt x="69151" y="91631"/>
                        <a:pt x="69723" y="91440"/>
                        <a:pt x="70009" y="91440"/>
                      </a:cubicBezTo>
                      <a:cubicBezTo>
                        <a:pt x="70580" y="91440"/>
                        <a:pt x="70866" y="91916"/>
                        <a:pt x="70961" y="92964"/>
                      </a:cubicBezTo>
                      <a:cubicBezTo>
                        <a:pt x="70675" y="92964"/>
                        <a:pt x="69437" y="93345"/>
                        <a:pt x="67342" y="94202"/>
                      </a:cubicBezTo>
                      <a:cubicBezTo>
                        <a:pt x="67437" y="94298"/>
                        <a:pt x="68294" y="94869"/>
                        <a:pt x="69723" y="95726"/>
                      </a:cubicBezTo>
                      <a:cubicBezTo>
                        <a:pt x="70675" y="96298"/>
                        <a:pt x="71056" y="96965"/>
                        <a:pt x="71056" y="97536"/>
                      </a:cubicBezTo>
                      <a:cubicBezTo>
                        <a:pt x="71056" y="97822"/>
                        <a:pt x="71056" y="98108"/>
                        <a:pt x="70961" y="98393"/>
                      </a:cubicBezTo>
                      <a:cubicBezTo>
                        <a:pt x="71438" y="98108"/>
                        <a:pt x="71818" y="97536"/>
                        <a:pt x="72009" y="96679"/>
                      </a:cubicBezTo>
                      <a:cubicBezTo>
                        <a:pt x="72199" y="95821"/>
                        <a:pt x="72104" y="95250"/>
                        <a:pt x="71818" y="94869"/>
                      </a:cubicBezTo>
                      <a:lnTo>
                        <a:pt x="73819" y="92869"/>
                      </a:lnTo>
                      <a:lnTo>
                        <a:pt x="69723" y="89059"/>
                      </a:lnTo>
                      <a:lnTo>
                        <a:pt x="70199" y="88297"/>
                      </a:lnTo>
                      <a:cubicBezTo>
                        <a:pt x="70199" y="88297"/>
                        <a:pt x="69532" y="87725"/>
                        <a:pt x="69151" y="87725"/>
                      </a:cubicBezTo>
                      <a:cubicBezTo>
                        <a:pt x="68961" y="87725"/>
                        <a:pt x="68485" y="88011"/>
                        <a:pt x="67818" y="88487"/>
                      </a:cubicBezTo>
                      <a:cubicBezTo>
                        <a:pt x="67151" y="88963"/>
                        <a:pt x="66580" y="89154"/>
                        <a:pt x="65913" y="89059"/>
                      </a:cubicBezTo>
                      <a:cubicBezTo>
                        <a:pt x="65722" y="89059"/>
                        <a:pt x="64389" y="88868"/>
                        <a:pt x="61913" y="88868"/>
                      </a:cubicBezTo>
                      <a:cubicBezTo>
                        <a:pt x="60484" y="88868"/>
                        <a:pt x="59722" y="87916"/>
                        <a:pt x="59626" y="86011"/>
                      </a:cubicBezTo>
                      <a:cubicBezTo>
                        <a:pt x="58769" y="85725"/>
                        <a:pt x="58388" y="85058"/>
                        <a:pt x="58388" y="84201"/>
                      </a:cubicBezTo>
                      <a:cubicBezTo>
                        <a:pt x="58388" y="83820"/>
                        <a:pt x="58388" y="83153"/>
                        <a:pt x="58674" y="82201"/>
                      </a:cubicBezTo>
                      <a:cubicBezTo>
                        <a:pt x="58864" y="81248"/>
                        <a:pt x="58960" y="80582"/>
                        <a:pt x="58960" y="80105"/>
                      </a:cubicBezTo>
                      <a:cubicBezTo>
                        <a:pt x="58960" y="78772"/>
                        <a:pt x="58102" y="78010"/>
                        <a:pt x="56578" y="77819"/>
                      </a:cubicBezTo>
                      <a:cubicBezTo>
                        <a:pt x="56293" y="77343"/>
                        <a:pt x="56102" y="76676"/>
                        <a:pt x="56102" y="76010"/>
                      </a:cubicBezTo>
                      <a:cubicBezTo>
                        <a:pt x="56102" y="75724"/>
                        <a:pt x="56102" y="75248"/>
                        <a:pt x="56293" y="74581"/>
                      </a:cubicBezTo>
                      <a:cubicBezTo>
                        <a:pt x="56293" y="73914"/>
                        <a:pt x="56483" y="73438"/>
                        <a:pt x="56483" y="73152"/>
                      </a:cubicBezTo>
                      <a:cubicBezTo>
                        <a:pt x="56483" y="72104"/>
                        <a:pt x="56007" y="71342"/>
                        <a:pt x="54959" y="70771"/>
                      </a:cubicBezTo>
                      <a:lnTo>
                        <a:pt x="53245" y="70295"/>
                      </a:lnTo>
                      <a:cubicBezTo>
                        <a:pt x="54102" y="69247"/>
                        <a:pt x="54483" y="68199"/>
                        <a:pt x="54483" y="67056"/>
                      </a:cubicBezTo>
                      <a:cubicBezTo>
                        <a:pt x="54483" y="66008"/>
                        <a:pt x="54102" y="64770"/>
                        <a:pt x="53435" y="63246"/>
                      </a:cubicBezTo>
                      <a:cubicBezTo>
                        <a:pt x="52864" y="62103"/>
                        <a:pt x="52197" y="60960"/>
                        <a:pt x="51530" y="59722"/>
                      </a:cubicBezTo>
                      <a:cubicBezTo>
                        <a:pt x="52102" y="59436"/>
                        <a:pt x="52388" y="58960"/>
                        <a:pt x="52483" y="58388"/>
                      </a:cubicBezTo>
                      <a:cubicBezTo>
                        <a:pt x="52483" y="57721"/>
                        <a:pt x="52292" y="57150"/>
                        <a:pt x="51530" y="56864"/>
                      </a:cubicBezTo>
                      <a:lnTo>
                        <a:pt x="49149" y="57341"/>
                      </a:lnTo>
                      <a:lnTo>
                        <a:pt x="48482" y="53054"/>
                      </a:lnTo>
                      <a:cubicBezTo>
                        <a:pt x="47625" y="53245"/>
                        <a:pt x="47244" y="53816"/>
                        <a:pt x="47244" y="54864"/>
                      </a:cubicBezTo>
                      <a:cubicBezTo>
                        <a:pt x="47244" y="55912"/>
                        <a:pt x="46672" y="56579"/>
                        <a:pt x="45625" y="56864"/>
                      </a:cubicBezTo>
                      <a:cubicBezTo>
                        <a:pt x="45815" y="57436"/>
                        <a:pt x="45910" y="58007"/>
                        <a:pt x="45910" y="58579"/>
                      </a:cubicBezTo>
                      <a:cubicBezTo>
                        <a:pt x="45910" y="59531"/>
                        <a:pt x="45529" y="60770"/>
                        <a:pt x="44672" y="62389"/>
                      </a:cubicBezTo>
                      <a:cubicBezTo>
                        <a:pt x="43815" y="64008"/>
                        <a:pt x="43529" y="65723"/>
                        <a:pt x="43624" y="67437"/>
                      </a:cubicBezTo>
                      <a:cubicBezTo>
                        <a:pt x="42100" y="68294"/>
                        <a:pt x="41243" y="69628"/>
                        <a:pt x="41053" y="71533"/>
                      </a:cubicBezTo>
                      <a:cubicBezTo>
                        <a:pt x="40767" y="74295"/>
                        <a:pt x="40481" y="75819"/>
                        <a:pt x="40291" y="76105"/>
                      </a:cubicBezTo>
                      <a:cubicBezTo>
                        <a:pt x="39814" y="76010"/>
                        <a:pt x="39148" y="76676"/>
                        <a:pt x="38386" y="78200"/>
                      </a:cubicBezTo>
                      <a:cubicBezTo>
                        <a:pt x="37433" y="80105"/>
                        <a:pt x="36481" y="81439"/>
                        <a:pt x="35623" y="82010"/>
                      </a:cubicBezTo>
                      <a:cubicBezTo>
                        <a:pt x="35623" y="82201"/>
                        <a:pt x="36004" y="82772"/>
                        <a:pt x="36862" y="83725"/>
                      </a:cubicBezTo>
                      <a:lnTo>
                        <a:pt x="37909" y="82487"/>
                      </a:lnTo>
                      <a:cubicBezTo>
                        <a:pt x="37909" y="82487"/>
                        <a:pt x="38195" y="82772"/>
                        <a:pt x="38195" y="82963"/>
                      </a:cubicBezTo>
                      <a:cubicBezTo>
                        <a:pt x="38195" y="83249"/>
                        <a:pt x="37909" y="83820"/>
                        <a:pt x="37528" y="84582"/>
                      </a:cubicBezTo>
                      <a:cubicBezTo>
                        <a:pt x="37052" y="85344"/>
                        <a:pt x="36862" y="85916"/>
                        <a:pt x="36862" y="86106"/>
                      </a:cubicBezTo>
                      <a:cubicBezTo>
                        <a:pt x="36004" y="87249"/>
                        <a:pt x="35623" y="87821"/>
                        <a:pt x="35623" y="87916"/>
                      </a:cubicBezTo>
                      <a:lnTo>
                        <a:pt x="36862" y="89154"/>
                      </a:lnTo>
                      <a:cubicBezTo>
                        <a:pt x="37147" y="88678"/>
                        <a:pt x="37528" y="88392"/>
                        <a:pt x="37909" y="88392"/>
                      </a:cubicBezTo>
                      <a:lnTo>
                        <a:pt x="37909" y="89630"/>
                      </a:lnTo>
                      <a:cubicBezTo>
                        <a:pt x="37909" y="89630"/>
                        <a:pt x="37147" y="89345"/>
                        <a:pt x="36862" y="89345"/>
                      </a:cubicBezTo>
                      <a:cubicBezTo>
                        <a:pt x="36004" y="89345"/>
                        <a:pt x="35433" y="90392"/>
                        <a:pt x="35052" y="92392"/>
                      </a:cubicBezTo>
                      <a:cubicBezTo>
                        <a:pt x="34480" y="94679"/>
                        <a:pt x="33909" y="96107"/>
                        <a:pt x="33147" y="96679"/>
                      </a:cubicBezTo>
                      <a:cubicBezTo>
                        <a:pt x="33814" y="97155"/>
                        <a:pt x="34195" y="98298"/>
                        <a:pt x="34576" y="99917"/>
                      </a:cubicBezTo>
                      <a:cubicBezTo>
                        <a:pt x="34861" y="101537"/>
                        <a:pt x="35623" y="102584"/>
                        <a:pt x="36862" y="103061"/>
                      </a:cubicBezTo>
                      <a:cubicBezTo>
                        <a:pt x="37433" y="102679"/>
                        <a:pt x="38862" y="102489"/>
                        <a:pt x="41053" y="102584"/>
                      </a:cubicBezTo>
                      <a:cubicBezTo>
                        <a:pt x="42958" y="102584"/>
                        <a:pt x="44101" y="102299"/>
                        <a:pt x="44386" y="101822"/>
                      </a:cubicBezTo>
                      <a:cubicBezTo>
                        <a:pt x="44482" y="102965"/>
                        <a:pt x="44863" y="105346"/>
                        <a:pt x="45434" y="109157"/>
                      </a:cubicBezTo>
                      <a:cubicBezTo>
                        <a:pt x="45910" y="112109"/>
                        <a:pt x="46196" y="114491"/>
                        <a:pt x="46196" y="116300"/>
                      </a:cubicBezTo>
                      <a:cubicBezTo>
                        <a:pt x="46196" y="119158"/>
                        <a:pt x="45720" y="121825"/>
                        <a:pt x="44863" y="124396"/>
                      </a:cubicBezTo>
                      <a:cubicBezTo>
                        <a:pt x="43434" y="124778"/>
                        <a:pt x="41053" y="124968"/>
                        <a:pt x="37814" y="124873"/>
                      </a:cubicBezTo>
                      <a:cubicBezTo>
                        <a:pt x="34480" y="124873"/>
                        <a:pt x="32004" y="125158"/>
                        <a:pt x="30289" y="126111"/>
                      </a:cubicBezTo>
                      <a:lnTo>
                        <a:pt x="31051" y="126587"/>
                      </a:lnTo>
                      <a:cubicBezTo>
                        <a:pt x="28575" y="127159"/>
                        <a:pt x="27146" y="128969"/>
                        <a:pt x="26765" y="131921"/>
                      </a:cubicBezTo>
                      <a:cubicBezTo>
                        <a:pt x="26575" y="134303"/>
                        <a:pt x="26289" y="136684"/>
                        <a:pt x="26003" y="139065"/>
                      </a:cubicBezTo>
                      <a:cubicBezTo>
                        <a:pt x="25241" y="141351"/>
                        <a:pt x="23241" y="142399"/>
                        <a:pt x="19812" y="142113"/>
                      </a:cubicBezTo>
                      <a:cubicBezTo>
                        <a:pt x="19526" y="142589"/>
                        <a:pt x="19145" y="142875"/>
                        <a:pt x="18574" y="142875"/>
                      </a:cubicBezTo>
                      <a:cubicBezTo>
                        <a:pt x="18193" y="142875"/>
                        <a:pt x="17431" y="142589"/>
                        <a:pt x="16478" y="142113"/>
                      </a:cubicBezTo>
                      <a:cubicBezTo>
                        <a:pt x="15526" y="141637"/>
                        <a:pt x="14764" y="141351"/>
                        <a:pt x="14383" y="141256"/>
                      </a:cubicBezTo>
                      <a:cubicBezTo>
                        <a:pt x="13906" y="141256"/>
                        <a:pt x="13240" y="141161"/>
                        <a:pt x="12478" y="141161"/>
                      </a:cubicBezTo>
                      <a:cubicBezTo>
                        <a:pt x="11811" y="141161"/>
                        <a:pt x="10763" y="141256"/>
                        <a:pt x="9239" y="141446"/>
                      </a:cubicBezTo>
                      <a:cubicBezTo>
                        <a:pt x="7810" y="141637"/>
                        <a:pt x="6763" y="141732"/>
                        <a:pt x="6096" y="141732"/>
                      </a:cubicBezTo>
                      <a:cubicBezTo>
                        <a:pt x="2953" y="141732"/>
                        <a:pt x="1048" y="140684"/>
                        <a:pt x="476" y="138684"/>
                      </a:cubicBezTo>
                      <a:cubicBezTo>
                        <a:pt x="190" y="137732"/>
                        <a:pt x="0" y="136874"/>
                        <a:pt x="0" y="136112"/>
                      </a:cubicBezTo>
                      <a:cubicBezTo>
                        <a:pt x="0" y="134874"/>
                        <a:pt x="476" y="133160"/>
                        <a:pt x="1619" y="131064"/>
                      </a:cubicBezTo>
                      <a:cubicBezTo>
                        <a:pt x="2572" y="128969"/>
                        <a:pt x="2953" y="127063"/>
                        <a:pt x="2667" y="125540"/>
                      </a:cubicBezTo>
                      <a:cubicBezTo>
                        <a:pt x="4381" y="125063"/>
                        <a:pt x="5239" y="123825"/>
                        <a:pt x="5239" y="122015"/>
                      </a:cubicBezTo>
                      <a:cubicBezTo>
                        <a:pt x="5239" y="121729"/>
                        <a:pt x="5239" y="121253"/>
                        <a:pt x="5048" y="120682"/>
                      </a:cubicBezTo>
                      <a:lnTo>
                        <a:pt x="5048" y="119158"/>
                      </a:lnTo>
                      <a:cubicBezTo>
                        <a:pt x="5048" y="118205"/>
                        <a:pt x="5239" y="117348"/>
                        <a:pt x="5715" y="116777"/>
                      </a:cubicBezTo>
                      <a:cubicBezTo>
                        <a:pt x="7334" y="116205"/>
                        <a:pt x="8096" y="115062"/>
                        <a:pt x="8096" y="113443"/>
                      </a:cubicBezTo>
                      <a:cubicBezTo>
                        <a:pt x="8096" y="112967"/>
                        <a:pt x="8001" y="112109"/>
                        <a:pt x="7810" y="111062"/>
                      </a:cubicBezTo>
                      <a:cubicBezTo>
                        <a:pt x="7620" y="109919"/>
                        <a:pt x="7525" y="109061"/>
                        <a:pt x="7525" y="108490"/>
                      </a:cubicBezTo>
                      <a:cubicBezTo>
                        <a:pt x="7525" y="106775"/>
                        <a:pt x="8287" y="105537"/>
                        <a:pt x="9811" y="104680"/>
                      </a:cubicBezTo>
                      <a:cubicBezTo>
                        <a:pt x="9620" y="104013"/>
                        <a:pt x="9525" y="103251"/>
                        <a:pt x="9525" y="102679"/>
                      </a:cubicBezTo>
                      <a:cubicBezTo>
                        <a:pt x="9525" y="101346"/>
                        <a:pt x="10096" y="99727"/>
                        <a:pt x="11335" y="97822"/>
                      </a:cubicBezTo>
                      <a:cubicBezTo>
                        <a:pt x="12573" y="95917"/>
                        <a:pt x="13144" y="94393"/>
                        <a:pt x="13144" y="93345"/>
                      </a:cubicBezTo>
                      <a:cubicBezTo>
                        <a:pt x="13144" y="92488"/>
                        <a:pt x="12859" y="91440"/>
                        <a:pt x="12192" y="90392"/>
                      </a:cubicBezTo>
                      <a:cubicBezTo>
                        <a:pt x="13906" y="88392"/>
                        <a:pt x="15145" y="85344"/>
                        <a:pt x="15811" y="81344"/>
                      </a:cubicBezTo>
                      <a:cubicBezTo>
                        <a:pt x="16192" y="78296"/>
                        <a:pt x="16573" y="75248"/>
                        <a:pt x="16859" y="72200"/>
                      </a:cubicBezTo>
                      <a:cubicBezTo>
                        <a:pt x="18478" y="71533"/>
                        <a:pt x="19526" y="69723"/>
                        <a:pt x="20002" y="66866"/>
                      </a:cubicBezTo>
                      <a:cubicBezTo>
                        <a:pt x="20479" y="64008"/>
                        <a:pt x="21336" y="62103"/>
                        <a:pt x="22669" y="61246"/>
                      </a:cubicBezTo>
                      <a:cubicBezTo>
                        <a:pt x="22288" y="60293"/>
                        <a:pt x="22003" y="59341"/>
                        <a:pt x="22003" y="58198"/>
                      </a:cubicBezTo>
                      <a:cubicBezTo>
                        <a:pt x="22003" y="57150"/>
                        <a:pt x="22193" y="55817"/>
                        <a:pt x="22574" y="54197"/>
                      </a:cubicBezTo>
                      <a:cubicBezTo>
                        <a:pt x="22955" y="52578"/>
                        <a:pt x="23050" y="51530"/>
                        <a:pt x="23050" y="51149"/>
                      </a:cubicBezTo>
                      <a:cubicBezTo>
                        <a:pt x="24289" y="50387"/>
                        <a:pt x="24860" y="49530"/>
                        <a:pt x="24860" y="48387"/>
                      </a:cubicBezTo>
                      <a:lnTo>
                        <a:pt x="24860" y="46577"/>
                      </a:lnTo>
                      <a:cubicBezTo>
                        <a:pt x="24860" y="45053"/>
                        <a:pt x="25622" y="43815"/>
                        <a:pt x="27242" y="42767"/>
                      </a:cubicBezTo>
                      <a:cubicBezTo>
                        <a:pt x="26384" y="41338"/>
                        <a:pt x="26384" y="38862"/>
                        <a:pt x="27242" y="35242"/>
                      </a:cubicBezTo>
                      <a:cubicBezTo>
                        <a:pt x="29623" y="34862"/>
                        <a:pt x="30480" y="33242"/>
                        <a:pt x="30004" y="30480"/>
                      </a:cubicBezTo>
                      <a:cubicBezTo>
                        <a:pt x="29337" y="27242"/>
                        <a:pt x="29432" y="25337"/>
                        <a:pt x="30099" y="24670"/>
                      </a:cubicBezTo>
                      <a:cubicBezTo>
                        <a:pt x="32956" y="21431"/>
                        <a:pt x="35147" y="19812"/>
                        <a:pt x="36862" y="19812"/>
                      </a:cubicBezTo>
                      <a:cubicBezTo>
                        <a:pt x="38100" y="19812"/>
                        <a:pt x="39148" y="20383"/>
                        <a:pt x="40100" y="21622"/>
                      </a:cubicBezTo>
                      <a:cubicBezTo>
                        <a:pt x="40386" y="21431"/>
                        <a:pt x="40576" y="20860"/>
                        <a:pt x="40576" y="19907"/>
                      </a:cubicBezTo>
                      <a:cubicBezTo>
                        <a:pt x="40862" y="19717"/>
                        <a:pt x="41243" y="19621"/>
                        <a:pt x="41624" y="19621"/>
                      </a:cubicBezTo>
                      <a:cubicBezTo>
                        <a:pt x="42005" y="19621"/>
                        <a:pt x="42767" y="19717"/>
                        <a:pt x="43720" y="20003"/>
                      </a:cubicBezTo>
                      <a:cubicBezTo>
                        <a:pt x="44672" y="20288"/>
                        <a:pt x="45339" y="20383"/>
                        <a:pt x="45815" y="20383"/>
                      </a:cubicBezTo>
                      <a:cubicBezTo>
                        <a:pt x="47053" y="20383"/>
                        <a:pt x="47911" y="19812"/>
                        <a:pt x="48387" y="18669"/>
                      </a:cubicBezTo>
                      <a:cubicBezTo>
                        <a:pt x="48863" y="19050"/>
                        <a:pt x="49911" y="19812"/>
                        <a:pt x="51435" y="20765"/>
                      </a:cubicBezTo>
                      <a:cubicBezTo>
                        <a:pt x="51816" y="19907"/>
                        <a:pt x="52483" y="19526"/>
                        <a:pt x="53340" y="19526"/>
                      </a:cubicBezTo>
                      <a:cubicBezTo>
                        <a:pt x="53816" y="19526"/>
                        <a:pt x="54673" y="19717"/>
                        <a:pt x="55817" y="20098"/>
                      </a:cubicBezTo>
                      <a:cubicBezTo>
                        <a:pt x="56959" y="20479"/>
                        <a:pt x="57912" y="20669"/>
                        <a:pt x="58579" y="20669"/>
                      </a:cubicBezTo>
                      <a:cubicBezTo>
                        <a:pt x="59055" y="20669"/>
                        <a:pt x="59531" y="20669"/>
                        <a:pt x="60007" y="20383"/>
                      </a:cubicBezTo>
                      <a:cubicBezTo>
                        <a:pt x="61341" y="21146"/>
                        <a:pt x="62674" y="22003"/>
                        <a:pt x="64008" y="22955"/>
                      </a:cubicBezTo>
                      <a:cubicBezTo>
                        <a:pt x="65342" y="23908"/>
                        <a:pt x="66008" y="25051"/>
                        <a:pt x="66008" y="26575"/>
                      </a:cubicBezTo>
                      <a:cubicBezTo>
                        <a:pt x="66008" y="26956"/>
                        <a:pt x="66008" y="27432"/>
                        <a:pt x="65913" y="27908"/>
                      </a:cubicBezTo>
                      <a:lnTo>
                        <a:pt x="68485" y="27432"/>
                      </a:lnTo>
                      <a:cubicBezTo>
                        <a:pt x="68104" y="28766"/>
                        <a:pt x="67913" y="30099"/>
                        <a:pt x="67913" y="31528"/>
                      </a:cubicBezTo>
                      <a:cubicBezTo>
                        <a:pt x="67913" y="34576"/>
                        <a:pt x="69056" y="38100"/>
                        <a:pt x="71438" y="42005"/>
                      </a:cubicBezTo>
                      <a:lnTo>
                        <a:pt x="68580" y="43244"/>
                      </a:lnTo>
                      <a:lnTo>
                        <a:pt x="71438" y="44291"/>
                      </a:lnTo>
                      <a:cubicBezTo>
                        <a:pt x="71438" y="44291"/>
                        <a:pt x="70199" y="44577"/>
                        <a:pt x="69056" y="45529"/>
                      </a:cubicBezTo>
                      <a:lnTo>
                        <a:pt x="69056" y="46101"/>
                      </a:lnTo>
                      <a:cubicBezTo>
                        <a:pt x="69818" y="45815"/>
                        <a:pt x="71247" y="46006"/>
                        <a:pt x="73152" y="46768"/>
                      </a:cubicBezTo>
                      <a:lnTo>
                        <a:pt x="71056" y="50102"/>
                      </a:lnTo>
                      <a:cubicBezTo>
                        <a:pt x="73342" y="52959"/>
                        <a:pt x="75438" y="54388"/>
                        <a:pt x="77248" y="54388"/>
                      </a:cubicBezTo>
                      <a:lnTo>
                        <a:pt x="77248" y="55626"/>
                      </a:lnTo>
                      <a:cubicBezTo>
                        <a:pt x="76581" y="54578"/>
                        <a:pt x="76009" y="54197"/>
                        <a:pt x="75628" y="54388"/>
                      </a:cubicBezTo>
                      <a:cubicBezTo>
                        <a:pt x="75247" y="55817"/>
                        <a:pt x="75057" y="57341"/>
                        <a:pt x="75057" y="58960"/>
                      </a:cubicBezTo>
                      <a:cubicBezTo>
                        <a:pt x="75057" y="62294"/>
                        <a:pt x="75819" y="64865"/>
                        <a:pt x="77343" y="66580"/>
                      </a:cubicBezTo>
                      <a:cubicBezTo>
                        <a:pt x="76962" y="66961"/>
                        <a:pt x="76771" y="67342"/>
                        <a:pt x="76771" y="67818"/>
                      </a:cubicBezTo>
                      <a:cubicBezTo>
                        <a:pt x="76771" y="68294"/>
                        <a:pt x="77152" y="68771"/>
                        <a:pt x="77914" y="69533"/>
                      </a:cubicBezTo>
                      <a:cubicBezTo>
                        <a:pt x="78676" y="70295"/>
                        <a:pt x="79057" y="70866"/>
                        <a:pt x="79057" y="71342"/>
                      </a:cubicBezTo>
                      <a:cubicBezTo>
                        <a:pt x="79057" y="71628"/>
                        <a:pt x="78867" y="72009"/>
                        <a:pt x="78581" y="72390"/>
                      </a:cubicBezTo>
                      <a:lnTo>
                        <a:pt x="80391" y="73152"/>
                      </a:lnTo>
                      <a:cubicBezTo>
                        <a:pt x="81439" y="78962"/>
                        <a:pt x="82105" y="82487"/>
                        <a:pt x="82391" y="83629"/>
                      </a:cubicBezTo>
                      <a:cubicBezTo>
                        <a:pt x="83248" y="87630"/>
                        <a:pt x="84582" y="90964"/>
                        <a:pt x="86201" y="93631"/>
                      </a:cubicBezTo>
                      <a:cubicBezTo>
                        <a:pt x="84963" y="95631"/>
                        <a:pt x="85344" y="97250"/>
                        <a:pt x="87344" y="98393"/>
                      </a:cubicBezTo>
                      <a:cubicBezTo>
                        <a:pt x="87154" y="103442"/>
                        <a:pt x="87916" y="106966"/>
                        <a:pt x="89630" y="108871"/>
                      </a:cubicBezTo>
                      <a:cubicBezTo>
                        <a:pt x="89630" y="113729"/>
                        <a:pt x="90868" y="116205"/>
                        <a:pt x="93250" y="116300"/>
                      </a:cubicBezTo>
                      <a:close/>
                      <a:moveTo>
                        <a:pt x="4953" y="21527"/>
                      </a:moveTo>
                      <a:lnTo>
                        <a:pt x="3810" y="22765"/>
                      </a:lnTo>
                      <a:lnTo>
                        <a:pt x="2095" y="20765"/>
                      </a:lnTo>
                      <a:lnTo>
                        <a:pt x="4953" y="21527"/>
                      </a:lnTo>
                      <a:close/>
                      <a:moveTo>
                        <a:pt x="7525" y="44387"/>
                      </a:moveTo>
                      <a:lnTo>
                        <a:pt x="8477" y="47244"/>
                      </a:lnTo>
                      <a:lnTo>
                        <a:pt x="6191" y="50863"/>
                      </a:lnTo>
                      <a:lnTo>
                        <a:pt x="7525" y="44291"/>
                      </a:lnTo>
                      <a:close/>
                      <a:moveTo>
                        <a:pt x="9525" y="30861"/>
                      </a:moveTo>
                      <a:cubicBezTo>
                        <a:pt x="9525" y="30861"/>
                        <a:pt x="8858" y="31337"/>
                        <a:pt x="8001" y="32099"/>
                      </a:cubicBezTo>
                      <a:lnTo>
                        <a:pt x="7525" y="30385"/>
                      </a:lnTo>
                      <a:lnTo>
                        <a:pt x="9525" y="30861"/>
                      </a:lnTo>
                      <a:close/>
                      <a:moveTo>
                        <a:pt x="22669" y="33909"/>
                      </a:moveTo>
                      <a:cubicBezTo>
                        <a:pt x="21907" y="32290"/>
                        <a:pt x="20574" y="31718"/>
                        <a:pt x="18574" y="32099"/>
                      </a:cubicBezTo>
                      <a:lnTo>
                        <a:pt x="18097" y="32671"/>
                      </a:lnTo>
                      <a:cubicBezTo>
                        <a:pt x="18097" y="31623"/>
                        <a:pt x="18383" y="31147"/>
                        <a:pt x="18955" y="31147"/>
                      </a:cubicBezTo>
                      <a:cubicBezTo>
                        <a:pt x="19050" y="31147"/>
                        <a:pt x="19621" y="31337"/>
                        <a:pt x="20669" y="31623"/>
                      </a:cubicBezTo>
                      <a:cubicBezTo>
                        <a:pt x="21431" y="31813"/>
                        <a:pt x="22193" y="31813"/>
                        <a:pt x="22669" y="31623"/>
                      </a:cubicBezTo>
                      <a:lnTo>
                        <a:pt x="22669" y="33909"/>
                      </a:lnTo>
                      <a:close/>
                      <a:moveTo>
                        <a:pt x="20193" y="83249"/>
                      </a:moveTo>
                      <a:lnTo>
                        <a:pt x="20193" y="80391"/>
                      </a:lnTo>
                      <a:lnTo>
                        <a:pt x="19717" y="80391"/>
                      </a:lnTo>
                      <a:lnTo>
                        <a:pt x="19717" y="83249"/>
                      </a:lnTo>
                      <a:lnTo>
                        <a:pt x="20193" y="83249"/>
                      </a:lnTo>
                      <a:close/>
                      <a:moveTo>
                        <a:pt x="28575" y="36386"/>
                      </a:moveTo>
                      <a:lnTo>
                        <a:pt x="31909" y="34576"/>
                      </a:lnTo>
                      <a:lnTo>
                        <a:pt x="31432" y="32766"/>
                      </a:lnTo>
                      <a:lnTo>
                        <a:pt x="28575" y="36386"/>
                      </a:lnTo>
                      <a:close/>
                      <a:moveTo>
                        <a:pt x="31909" y="57436"/>
                      </a:moveTo>
                      <a:lnTo>
                        <a:pt x="34861" y="58198"/>
                      </a:lnTo>
                      <a:lnTo>
                        <a:pt x="34385" y="57436"/>
                      </a:lnTo>
                      <a:lnTo>
                        <a:pt x="31909" y="57436"/>
                      </a:lnTo>
                      <a:close/>
                      <a:moveTo>
                        <a:pt x="34385" y="54578"/>
                      </a:moveTo>
                      <a:lnTo>
                        <a:pt x="35623" y="53912"/>
                      </a:lnTo>
                      <a:lnTo>
                        <a:pt x="34385" y="52673"/>
                      </a:lnTo>
                      <a:lnTo>
                        <a:pt x="34385" y="54483"/>
                      </a:lnTo>
                      <a:close/>
                      <a:moveTo>
                        <a:pt x="35623" y="29337"/>
                      </a:moveTo>
                      <a:lnTo>
                        <a:pt x="37433" y="28861"/>
                      </a:lnTo>
                      <a:lnTo>
                        <a:pt x="34861" y="28099"/>
                      </a:lnTo>
                      <a:lnTo>
                        <a:pt x="35623" y="29337"/>
                      </a:lnTo>
                      <a:close/>
                      <a:moveTo>
                        <a:pt x="36100" y="10478"/>
                      </a:moveTo>
                      <a:lnTo>
                        <a:pt x="36862" y="12287"/>
                      </a:lnTo>
                      <a:lnTo>
                        <a:pt x="35623" y="12287"/>
                      </a:lnTo>
                      <a:lnTo>
                        <a:pt x="36100" y="10478"/>
                      </a:lnTo>
                      <a:close/>
                      <a:moveTo>
                        <a:pt x="41529" y="6382"/>
                      </a:moveTo>
                      <a:cubicBezTo>
                        <a:pt x="40767" y="6096"/>
                        <a:pt x="40291" y="5429"/>
                        <a:pt x="40291" y="4572"/>
                      </a:cubicBezTo>
                      <a:lnTo>
                        <a:pt x="40291" y="2477"/>
                      </a:lnTo>
                      <a:lnTo>
                        <a:pt x="44386" y="0"/>
                      </a:lnTo>
                      <a:cubicBezTo>
                        <a:pt x="44386" y="0"/>
                        <a:pt x="43815" y="857"/>
                        <a:pt x="42767" y="1429"/>
                      </a:cubicBezTo>
                      <a:cubicBezTo>
                        <a:pt x="41719" y="2000"/>
                        <a:pt x="41148" y="2477"/>
                        <a:pt x="41148" y="3048"/>
                      </a:cubicBezTo>
                      <a:cubicBezTo>
                        <a:pt x="41148" y="3334"/>
                        <a:pt x="41434" y="3810"/>
                        <a:pt x="41910" y="4286"/>
                      </a:cubicBezTo>
                      <a:cubicBezTo>
                        <a:pt x="42100" y="4858"/>
                        <a:pt x="41910" y="5620"/>
                        <a:pt x="41434" y="6382"/>
                      </a:cubicBezTo>
                      <a:close/>
                      <a:moveTo>
                        <a:pt x="45625" y="14097"/>
                      </a:moveTo>
                      <a:lnTo>
                        <a:pt x="46672" y="14097"/>
                      </a:lnTo>
                      <a:lnTo>
                        <a:pt x="44863" y="17145"/>
                      </a:lnTo>
                      <a:lnTo>
                        <a:pt x="45625" y="14097"/>
                      </a:lnTo>
                      <a:close/>
                      <a:moveTo>
                        <a:pt x="45625" y="35242"/>
                      </a:moveTo>
                      <a:lnTo>
                        <a:pt x="45625" y="33433"/>
                      </a:lnTo>
                      <a:lnTo>
                        <a:pt x="44863" y="33433"/>
                      </a:lnTo>
                      <a:lnTo>
                        <a:pt x="44863" y="35242"/>
                      </a:lnTo>
                      <a:lnTo>
                        <a:pt x="45625" y="35242"/>
                      </a:lnTo>
                      <a:close/>
                      <a:moveTo>
                        <a:pt x="53245" y="11621"/>
                      </a:moveTo>
                      <a:lnTo>
                        <a:pt x="53245" y="14002"/>
                      </a:lnTo>
                      <a:lnTo>
                        <a:pt x="51530" y="9906"/>
                      </a:lnTo>
                      <a:cubicBezTo>
                        <a:pt x="52673" y="9906"/>
                        <a:pt x="53245" y="10478"/>
                        <a:pt x="53245" y="11621"/>
                      </a:cubicBezTo>
                      <a:close/>
                      <a:moveTo>
                        <a:pt x="56102" y="34004"/>
                      </a:moveTo>
                      <a:lnTo>
                        <a:pt x="59626" y="32766"/>
                      </a:lnTo>
                      <a:lnTo>
                        <a:pt x="57817" y="32766"/>
                      </a:lnTo>
                      <a:lnTo>
                        <a:pt x="56102" y="34004"/>
                      </a:lnTo>
                      <a:close/>
                      <a:moveTo>
                        <a:pt x="56102" y="45720"/>
                      </a:moveTo>
                      <a:lnTo>
                        <a:pt x="56578" y="43910"/>
                      </a:lnTo>
                      <a:lnTo>
                        <a:pt x="56102" y="43434"/>
                      </a:lnTo>
                      <a:lnTo>
                        <a:pt x="56102" y="45720"/>
                      </a:lnTo>
                      <a:close/>
                      <a:moveTo>
                        <a:pt x="61246" y="93821"/>
                      </a:moveTo>
                      <a:cubicBezTo>
                        <a:pt x="61246" y="93821"/>
                        <a:pt x="61722" y="94012"/>
                        <a:pt x="62484" y="94298"/>
                      </a:cubicBezTo>
                      <a:lnTo>
                        <a:pt x="62960" y="93821"/>
                      </a:lnTo>
                      <a:lnTo>
                        <a:pt x="61246" y="92202"/>
                      </a:lnTo>
                      <a:lnTo>
                        <a:pt x="63722" y="93154"/>
                      </a:lnTo>
                      <a:cubicBezTo>
                        <a:pt x="62389" y="94488"/>
                        <a:pt x="61531" y="95155"/>
                        <a:pt x="61246" y="95155"/>
                      </a:cubicBezTo>
                      <a:lnTo>
                        <a:pt x="61246" y="93917"/>
                      </a:lnTo>
                      <a:close/>
                      <a:moveTo>
                        <a:pt x="65818" y="64484"/>
                      </a:moveTo>
                      <a:cubicBezTo>
                        <a:pt x="66961" y="64008"/>
                        <a:pt x="67342" y="63056"/>
                        <a:pt x="67151" y="61627"/>
                      </a:cubicBezTo>
                      <a:cubicBezTo>
                        <a:pt x="65627" y="62008"/>
                        <a:pt x="64865" y="62865"/>
                        <a:pt x="64865" y="64008"/>
                      </a:cubicBezTo>
                      <a:cubicBezTo>
                        <a:pt x="65246" y="64389"/>
                        <a:pt x="65532" y="64579"/>
                        <a:pt x="65818" y="64484"/>
                      </a:cubicBezTo>
                      <a:close/>
                      <a:moveTo>
                        <a:pt x="67151" y="41529"/>
                      </a:moveTo>
                      <a:lnTo>
                        <a:pt x="65342" y="41529"/>
                      </a:lnTo>
                      <a:lnTo>
                        <a:pt x="65818" y="45815"/>
                      </a:lnTo>
                      <a:lnTo>
                        <a:pt x="67151" y="41529"/>
                      </a:lnTo>
                      <a:close/>
                      <a:moveTo>
                        <a:pt x="67151" y="57055"/>
                      </a:moveTo>
                      <a:cubicBezTo>
                        <a:pt x="67151" y="57055"/>
                        <a:pt x="66865" y="56293"/>
                        <a:pt x="66865" y="56007"/>
                      </a:cubicBezTo>
                      <a:cubicBezTo>
                        <a:pt x="66865" y="55150"/>
                        <a:pt x="67437" y="54769"/>
                        <a:pt x="68580" y="54769"/>
                      </a:cubicBezTo>
                      <a:lnTo>
                        <a:pt x="69628" y="54578"/>
                      </a:lnTo>
                      <a:lnTo>
                        <a:pt x="69628" y="53912"/>
                      </a:lnTo>
                      <a:cubicBezTo>
                        <a:pt x="69628" y="53912"/>
                        <a:pt x="69056" y="53816"/>
                        <a:pt x="68770" y="53816"/>
                      </a:cubicBezTo>
                      <a:cubicBezTo>
                        <a:pt x="68008" y="53816"/>
                        <a:pt x="67437" y="54197"/>
                        <a:pt x="66770" y="54864"/>
                      </a:cubicBezTo>
                      <a:cubicBezTo>
                        <a:pt x="66199" y="55626"/>
                        <a:pt x="65913" y="56293"/>
                        <a:pt x="65913" y="56960"/>
                      </a:cubicBezTo>
                      <a:lnTo>
                        <a:pt x="67246" y="56960"/>
                      </a:lnTo>
                      <a:close/>
                      <a:moveTo>
                        <a:pt x="67723" y="82677"/>
                      </a:moveTo>
                      <a:cubicBezTo>
                        <a:pt x="67723" y="82677"/>
                        <a:pt x="67913" y="82201"/>
                        <a:pt x="68294" y="81439"/>
                      </a:cubicBezTo>
                      <a:cubicBezTo>
                        <a:pt x="67723" y="81439"/>
                        <a:pt x="67342" y="81439"/>
                        <a:pt x="67151" y="81915"/>
                      </a:cubicBezTo>
                      <a:cubicBezTo>
                        <a:pt x="66961" y="82296"/>
                        <a:pt x="66770" y="82582"/>
                        <a:pt x="66484" y="82677"/>
                      </a:cubicBezTo>
                      <a:lnTo>
                        <a:pt x="67723" y="82677"/>
                      </a:lnTo>
                      <a:close/>
                      <a:moveTo>
                        <a:pt x="68294" y="17717"/>
                      </a:moveTo>
                      <a:lnTo>
                        <a:pt x="69532" y="16478"/>
                      </a:lnTo>
                      <a:lnTo>
                        <a:pt x="67723" y="14764"/>
                      </a:lnTo>
                      <a:lnTo>
                        <a:pt x="68770" y="13525"/>
                      </a:lnTo>
                      <a:lnTo>
                        <a:pt x="70771" y="17145"/>
                      </a:lnTo>
                      <a:lnTo>
                        <a:pt x="68294" y="17621"/>
                      </a:lnTo>
                      <a:close/>
                      <a:moveTo>
                        <a:pt x="75724" y="92297"/>
                      </a:moveTo>
                      <a:lnTo>
                        <a:pt x="75724" y="90297"/>
                      </a:lnTo>
                      <a:cubicBezTo>
                        <a:pt x="75724" y="90297"/>
                        <a:pt x="75533" y="90583"/>
                        <a:pt x="74485" y="91059"/>
                      </a:cubicBezTo>
                      <a:cubicBezTo>
                        <a:pt x="74200" y="90869"/>
                        <a:pt x="73819" y="90488"/>
                        <a:pt x="73438" y="90011"/>
                      </a:cubicBezTo>
                      <a:cubicBezTo>
                        <a:pt x="73057" y="89535"/>
                        <a:pt x="72866" y="89249"/>
                        <a:pt x="72580" y="89249"/>
                      </a:cubicBezTo>
                      <a:cubicBezTo>
                        <a:pt x="72295" y="89249"/>
                        <a:pt x="71914" y="89440"/>
                        <a:pt x="71533" y="89821"/>
                      </a:cubicBezTo>
                      <a:lnTo>
                        <a:pt x="75628" y="92297"/>
                      </a:lnTo>
                      <a:close/>
                      <a:moveTo>
                        <a:pt x="79343" y="91535"/>
                      </a:moveTo>
                      <a:cubicBezTo>
                        <a:pt x="79343" y="91535"/>
                        <a:pt x="79534" y="91440"/>
                        <a:pt x="79343" y="91250"/>
                      </a:cubicBezTo>
                      <a:lnTo>
                        <a:pt x="78772" y="87440"/>
                      </a:lnTo>
                      <a:cubicBezTo>
                        <a:pt x="78772" y="87440"/>
                        <a:pt x="78105" y="88202"/>
                        <a:pt x="78105" y="88678"/>
                      </a:cubicBezTo>
                      <a:cubicBezTo>
                        <a:pt x="78105" y="88392"/>
                        <a:pt x="78486" y="89249"/>
                        <a:pt x="79343" y="91250"/>
                      </a:cubicBezTo>
                      <a:lnTo>
                        <a:pt x="79343" y="91535"/>
                      </a:lnTo>
                      <a:close/>
                      <a:moveTo>
                        <a:pt x="86201" y="476"/>
                      </a:moveTo>
                      <a:lnTo>
                        <a:pt x="86201" y="1810"/>
                      </a:lnTo>
                      <a:lnTo>
                        <a:pt x="84106" y="1810"/>
                      </a:lnTo>
                      <a:lnTo>
                        <a:pt x="86201" y="476"/>
                      </a:lnTo>
                      <a:close/>
                      <a:moveTo>
                        <a:pt x="87439" y="24860"/>
                      </a:moveTo>
                      <a:lnTo>
                        <a:pt x="85820" y="26575"/>
                      </a:lnTo>
                      <a:lnTo>
                        <a:pt x="87439" y="24194"/>
                      </a:lnTo>
                      <a:lnTo>
                        <a:pt x="87439" y="24956"/>
                      </a:lnTo>
                      <a:close/>
                      <a:moveTo>
                        <a:pt x="96298" y="51625"/>
                      </a:moveTo>
                      <a:lnTo>
                        <a:pt x="95059" y="52864"/>
                      </a:lnTo>
                      <a:lnTo>
                        <a:pt x="94107" y="52864"/>
                      </a:lnTo>
                      <a:lnTo>
                        <a:pt x="96298" y="51625"/>
                      </a:lnTo>
                      <a:close/>
                      <a:moveTo>
                        <a:pt x="95821" y="26099"/>
                      </a:moveTo>
                      <a:cubicBezTo>
                        <a:pt x="95821" y="26099"/>
                        <a:pt x="95345" y="26099"/>
                        <a:pt x="95250" y="25241"/>
                      </a:cubicBezTo>
                      <a:cubicBezTo>
                        <a:pt x="95250" y="24479"/>
                        <a:pt x="95155" y="24098"/>
                        <a:pt x="95059" y="24098"/>
                      </a:cubicBezTo>
                      <a:lnTo>
                        <a:pt x="95821" y="24098"/>
                      </a:lnTo>
                      <a:lnTo>
                        <a:pt x="95821" y="26099"/>
                      </a:lnTo>
                      <a:close/>
                      <a:moveTo>
                        <a:pt x="118015" y="13621"/>
                      </a:moveTo>
                      <a:cubicBezTo>
                        <a:pt x="118015" y="13621"/>
                        <a:pt x="118015" y="12763"/>
                        <a:pt x="118300" y="12287"/>
                      </a:cubicBezTo>
                      <a:cubicBezTo>
                        <a:pt x="118586" y="11811"/>
                        <a:pt x="118872" y="11716"/>
                        <a:pt x="119348" y="11716"/>
                      </a:cubicBezTo>
                      <a:lnTo>
                        <a:pt x="119348" y="13525"/>
                      </a:lnTo>
                      <a:lnTo>
                        <a:pt x="118110" y="13525"/>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 name="Google Shape;930;p99"/>
                <p:cNvSpPr/>
                <p:nvPr/>
              </p:nvSpPr>
              <p:spPr>
                <a:xfrm>
                  <a:off x="4152899" y="2292858"/>
                  <a:ext cx="93440" cy="147161"/>
                </a:xfrm>
                <a:custGeom>
                  <a:avLst/>
                  <a:gdLst/>
                  <a:ahLst/>
                  <a:cxnLst/>
                  <a:rect l="l" t="t" r="r" b="b"/>
                  <a:pathLst>
                    <a:path w="93440" h="147161" extrusionOk="0">
                      <a:moveTo>
                        <a:pt x="84677" y="44482"/>
                      </a:moveTo>
                      <a:cubicBezTo>
                        <a:pt x="87154" y="45720"/>
                        <a:pt x="88583" y="46292"/>
                        <a:pt x="88963" y="46292"/>
                      </a:cubicBezTo>
                      <a:cubicBezTo>
                        <a:pt x="86963" y="48482"/>
                        <a:pt x="86106" y="50197"/>
                        <a:pt x="86392" y="51149"/>
                      </a:cubicBezTo>
                      <a:cubicBezTo>
                        <a:pt x="86201" y="51149"/>
                        <a:pt x="85916" y="50959"/>
                        <a:pt x="85534" y="50959"/>
                      </a:cubicBezTo>
                      <a:cubicBezTo>
                        <a:pt x="85154" y="50959"/>
                        <a:pt x="84392" y="51149"/>
                        <a:pt x="83344" y="51530"/>
                      </a:cubicBezTo>
                      <a:cubicBezTo>
                        <a:pt x="82296" y="51911"/>
                        <a:pt x="81439" y="52197"/>
                        <a:pt x="80963" y="52197"/>
                      </a:cubicBezTo>
                      <a:cubicBezTo>
                        <a:pt x="80010" y="52197"/>
                        <a:pt x="79343" y="51530"/>
                        <a:pt x="78962" y="50387"/>
                      </a:cubicBezTo>
                      <a:cubicBezTo>
                        <a:pt x="78772" y="50673"/>
                        <a:pt x="78581" y="51625"/>
                        <a:pt x="78296" y="53245"/>
                      </a:cubicBezTo>
                      <a:cubicBezTo>
                        <a:pt x="78105" y="54388"/>
                        <a:pt x="77438" y="55150"/>
                        <a:pt x="76486" y="55721"/>
                      </a:cubicBezTo>
                      <a:lnTo>
                        <a:pt x="71723" y="56197"/>
                      </a:lnTo>
                      <a:lnTo>
                        <a:pt x="72485" y="56959"/>
                      </a:lnTo>
                      <a:cubicBezTo>
                        <a:pt x="70390" y="57626"/>
                        <a:pt x="67913" y="58007"/>
                        <a:pt x="65342" y="58007"/>
                      </a:cubicBezTo>
                      <a:lnTo>
                        <a:pt x="65913" y="57436"/>
                      </a:lnTo>
                      <a:cubicBezTo>
                        <a:pt x="66104" y="56293"/>
                        <a:pt x="65722" y="55817"/>
                        <a:pt x="64675" y="55817"/>
                      </a:cubicBezTo>
                      <a:cubicBezTo>
                        <a:pt x="63341" y="55721"/>
                        <a:pt x="62579" y="55435"/>
                        <a:pt x="62389" y="55054"/>
                      </a:cubicBezTo>
                      <a:lnTo>
                        <a:pt x="59912" y="55054"/>
                      </a:lnTo>
                      <a:cubicBezTo>
                        <a:pt x="61150" y="54674"/>
                        <a:pt x="61722" y="54007"/>
                        <a:pt x="61722" y="53245"/>
                      </a:cubicBezTo>
                      <a:cubicBezTo>
                        <a:pt x="61722" y="52959"/>
                        <a:pt x="61532" y="52388"/>
                        <a:pt x="61246" y="51625"/>
                      </a:cubicBezTo>
                      <a:cubicBezTo>
                        <a:pt x="60960" y="50863"/>
                        <a:pt x="60770" y="50292"/>
                        <a:pt x="60770" y="50006"/>
                      </a:cubicBezTo>
                      <a:cubicBezTo>
                        <a:pt x="60770" y="49721"/>
                        <a:pt x="60770" y="49435"/>
                        <a:pt x="61055" y="49244"/>
                      </a:cubicBezTo>
                      <a:lnTo>
                        <a:pt x="58674" y="48387"/>
                      </a:lnTo>
                      <a:cubicBezTo>
                        <a:pt x="58864" y="47911"/>
                        <a:pt x="58960" y="47339"/>
                        <a:pt x="58960" y="46863"/>
                      </a:cubicBezTo>
                      <a:cubicBezTo>
                        <a:pt x="58960" y="45815"/>
                        <a:pt x="58198" y="44863"/>
                        <a:pt x="56674" y="43815"/>
                      </a:cubicBezTo>
                      <a:cubicBezTo>
                        <a:pt x="54864" y="42577"/>
                        <a:pt x="53721" y="41720"/>
                        <a:pt x="53435" y="41243"/>
                      </a:cubicBezTo>
                      <a:cubicBezTo>
                        <a:pt x="52673" y="41529"/>
                        <a:pt x="52102" y="41720"/>
                        <a:pt x="51625" y="41720"/>
                      </a:cubicBezTo>
                      <a:cubicBezTo>
                        <a:pt x="50578" y="41720"/>
                        <a:pt x="49625" y="41053"/>
                        <a:pt x="48673" y="39719"/>
                      </a:cubicBezTo>
                      <a:cubicBezTo>
                        <a:pt x="47720" y="38386"/>
                        <a:pt x="46958" y="37624"/>
                        <a:pt x="46292" y="37624"/>
                      </a:cubicBezTo>
                      <a:cubicBezTo>
                        <a:pt x="45625" y="37624"/>
                        <a:pt x="44958" y="38005"/>
                        <a:pt x="44101" y="38862"/>
                      </a:cubicBezTo>
                      <a:lnTo>
                        <a:pt x="42100" y="37052"/>
                      </a:lnTo>
                      <a:cubicBezTo>
                        <a:pt x="41148" y="38100"/>
                        <a:pt x="39624" y="39148"/>
                        <a:pt x="37338" y="40196"/>
                      </a:cubicBezTo>
                      <a:cubicBezTo>
                        <a:pt x="35052" y="41243"/>
                        <a:pt x="33433" y="42577"/>
                        <a:pt x="32385" y="44196"/>
                      </a:cubicBezTo>
                      <a:cubicBezTo>
                        <a:pt x="32195" y="43720"/>
                        <a:pt x="31813" y="43434"/>
                        <a:pt x="31337" y="43434"/>
                      </a:cubicBezTo>
                      <a:lnTo>
                        <a:pt x="30004" y="43434"/>
                      </a:lnTo>
                      <a:cubicBezTo>
                        <a:pt x="28956" y="44482"/>
                        <a:pt x="27622" y="48196"/>
                        <a:pt x="25717" y="54578"/>
                      </a:cubicBezTo>
                      <a:cubicBezTo>
                        <a:pt x="24289" y="59246"/>
                        <a:pt x="21812" y="61531"/>
                        <a:pt x="18288" y="61531"/>
                      </a:cubicBezTo>
                      <a:cubicBezTo>
                        <a:pt x="17526" y="61531"/>
                        <a:pt x="16574" y="61531"/>
                        <a:pt x="15526" y="61246"/>
                      </a:cubicBezTo>
                      <a:cubicBezTo>
                        <a:pt x="16764" y="61436"/>
                        <a:pt x="18479" y="61817"/>
                        <a:pt x="20860" y="62293"/>
                      </a:cubicBezTo>
                      <a:lnTo>
                        <a:pt x="20669" y="62293"/>
                      </a:lnTo>
                      <a:cubicBezTo>
                        <a:pt x="20288" y="63437"/>
                        <a:pt x="19145" y="64008"/>
                        <a:pt x="17336" y="64103"/>
                      </a:cubicBezTo>
                      <a:lnTo>
                        <a:pt x="13049" y="64103"/>
                      </a:lnTo>
                      <a:cubicBezTo>
                        <a:pt x="12192" y="64103"/>
                        <a:pt x="11525" y="64389"/>
                        <a:pt x="11049" y="64675"/>
                      </a:cubicBezTo>
                      <a:cubicBezTo>
                        <a:pt x="11049" y="65151"/>
                        <a:pt x="10858" y="65627"/>
                        <a:pt x="10858" y="66008"/>
                      </a:cubicBezTo>
                      <a:cubicBezTo>
                        <a:pt x="10858" y="67151"/>
                        <a:pt x="11525" y="67723"/>
                        <a:pt x="12859" y="67723"/>
                      </a:cubicBezTo>
                      <a:cubicBezTo>
                        <a:pt x="13049" y="67723"/>
                        <a:pt x="13430" y="67723"/>
                        <a:pt x="13907" y="67532"/>
                      </a:cubicBezTo>
                      <a:lnTo>
                        <a:pt x="15145" y="67532"/>
                      </a:lnTo>
                      <a:cubicBezTo>
                        <a:pt x="16097" y="67532"/>
                        <a:pt x="16669" y="67723"/>
                        <a:pt x="16954" y="68104"/>
                      </a:cubicBezTo>
                      <a:lnTo>
                        <a:pt x="16954" y="66770"/>
                      </a:lnTo>
                      <a:lnTo>
                        <a:pt x="20574" y="70390"/>
                      </a:lnTo>
                      <a:lnTo>
                        <a:pt x="21526" y="68580"/>
                      </a:lnTo>
                      <a:lnTo>
                        <a:pt x="21050" y="68104"/>
                      </a:lnTo>
                      <a:lnTo>
                        <a:pt x="21526" y="67532"/>
                      </a:lnTo>
                      <a:lnTo>
                        <a:pt x="22860" y="70390"/>
                      </a:lnTo>
                      <a:cubicBezTo>
                        <a:pt x="24098" y="68961"/>
                        <a:pt x="23908" y="67342"/>
                        <a:pt x="22288" y="65532"/>
                      </a:cubicBezTo>
                      <a:cubicBezTo>
                        <a:pt x="23050" y="65437"/>
                        <a:pt x="23717" y="65722"/>
                        <a:pt x="24575" y="66294"/>
                      </a:cubicBezTo>
                      <a:cubicBezTo>
                        <a:pt x="23527" y="66866"/>
                        <a:pt x="23527" y="69056"/>
                        <a:pt x="24575" y="72676"/>
                      </a:cubicBezTo>
                      <a:lnTo>
                        <a:pt x="24098" y="94393"/>
                      </a:lnTo>
                      <a:cubicBezTo>
                        <a:pt x="24955" y="95631"/>
                        <a:pt x="25908" y="98108"/>
                        <a:pt x="27051" y="102013"/>
                      </a:cubicBezTo>
                      <a:cubicBezTo>
                        <a:pt x="31718" y="106489"/>
                        <a:pt x="38957" y="109823"/>
                        <a:pt x="48768" y="112014"/>
                      </a:cubicBezTo>
                      <a:cubicBezTo>
                        <a:pt x="49625" y="109918"/>
                        <a:pt x="51625" y="108680"/>
                        <a:pt x="54864" y="108299"/>
                      </a:cubicBezTo>
                      <a:cubicBezTo>
                        <a:pt x="58103" y="107918"/>
                        <a:pt x="60008" y="106680"/>
                        <a:pt x="60484" y="104394"/>
                      </a:cubicBezTo>
                      <a:cubicBezTo>
                        <a:pt x="61055" y="104108"/>
                        <a:pt x="61817" y="103537"/>
                        <a:pt x="62579" y="102679"/>
                      </a:cubicBezTo>
                      <a:lnTo>
                        <a:pt x="61341" y="100679"/>
                      </a:lnTo>
                      <a:cubicBezTo>
                        <a:pt x="61341" y="100679"/>
                        <a:pt x="62389" y="100108"/>
                        <a:pt x="63817" y="98965"/>
                      </a:cubicBezTo>
                      <a:cubicBezTo>
                        <a:pt x="63151" y="95345"/>
                        <a:pt x="61246" y="93535"/>
                        <a:pt x="58198" y="93535"/>
                      </a:cubicBezTo>
                      <a:cubicBezTo>
                        <a:pt x="57341" y="93535"/>
                        <a:pt x="55721" y="93726"/>
                        <a:pt x="53626" y="94202"/>
                      </a:cubicBezTo>
                      <a:cubicBezTo>
                        <a:pt x="51530" y="94679"/>
                        <a:pt x="49911" y="94869"/>
                        <a:pt x="48958" y="94869"/>
                      </a:cubicBezTo>
                      <a:cubicBezTo>
                        <a:pt x="48006" y="94869"/>
                        <a:pt x="47054" y="94679"/>
                        <a:pt x="46387" y="94297"/>
                      </a:cubicBezTo>
                      <a:lnTo>
                        <a:pt x="41624" y="94297"/>
                      </a:lnTo>
                      <a:cubicBezTo>
                        <a:pt x="41624" y="94297"/>
                        <a:pt x="41338" y="93535"/>
                        <a:pt x="40386" y="92583"/>
                      </a:cubicBezTo>
                      <a:cubicBezTo>
                        <a:pt x="39624" y="93345"/>
                        <a:pt x="39148" y="93631"/>
                        <a:pt x="38862" y="93631"/>
                      </a:cubicBezTo>
                      <a:cubicBezTo>
                        <a:pt x="38576" y="93631"/>
                        <a:pt x="38386" y="93440"/>
                        <a:pt x="38291" y="93059"/>
                      </a:cubicBezTo>
                      <a:cubicBezTo>
                        <a:pt x="37147" y="92202"/>
                        <a:pt x="36862" y="90773"/>
                        <a:pt x="37243" y="88678"/>
                      </a:cubicBezTo>
                      <a:cubicBezTo>
                        <a:pt x="37719" y="86582"/>
                        <a:pt x="37624" y="85154"/>
                        <a:pt x="37052" y="84201"/>
                      </a:cubicBezTo>
                      <a:cubicBezTo>
                        <a:pt x="37052" y="80963"/>
                        <a:pt x="37052" y="79153"/>
                        <a:pt x="37243" y="78676"/>
                      </a:cubicBezTo>
                      <a:cubicBezTo>
                        <a:pt x="37529" y="76486"/>
                        <a:pt x="38481" y="74962"/>
                        <a:pt x="40005" y="74104"/>
                      </a:cubicBezTo>
                      <a:cubicBezTo>
                        <a:pt x="43815" y="72962"/>
                        <a:pt x="48387" y="72485"/>
                        <a:pt x="53435" y="72485"/>
                      </a:cubicBezTo>
                      <a:cubicBezTo>
                        <a:pt x="55912" y="72485"/>
                        <a:pt x="59626" y="72676"/>
                        <a:pt x="64675" y="72962"/>
                      </a:cubicBezTo>
                      <a:cubicBezTo>
                        <a:pt x="69723" y="73247"/>
                        <a:pt x="73533" y="73438"/>
                        <a:pt x="76200" y="73438"/>
                      </a:cubicBezTo>
                      <a:cubicBezTo>
                        <a:pt x="78296" y="73438"/>
                        <a:pt x="80296" y="73438"/>
                        <a:pt x="82105" y="73247"/>
                      </a:cubicBezTo>
                      <a:lnTo>
                        <a:pt x="87535" y="73724"/>
                      </a:lnTo>
                      <a:lnTo>
                        <a:pt x="87535" y="106013"/>
                      </a:lnTo>
                      <a:cubicBezTo>
                        <a:pt x="85916" y="107442"/>
                        <a:pt x="85154" y="108585"/>
                        <a:pt x="85154" y="109347"/>
                      </a:cubicBezTo>
                      <a:cubicBezTo>
                        <a:pt x="85154" y="109823"/>
                        <a:pt x="85344" y="110300"/>
                        <a:pt x="85725" y="110680"/>
                      </a:cubicBezTo>
                      <a:cubicBezTo>
                        <a:pt x="84392" y="113538"/>
                        <a:pt x="81439" y="116967"/>
                        <a:pt x="76867" y="121063"/>
                      </a:cubicBezTo>
                      <a:cubicBezTo>
                        <a:pt x="71914" y="125539"/>
                        <a:pt x="68771" y="128683"/>
                        <a:pt x="67437" y="130588"/>
                      </a:cubicBezTo>
                      <a:cubicBezTo>
                        <a:pt x="67056" y="130302"/>
                        <a:pt x="66580" y="130112"/>
                        <a:pt x="66199" y="130112"/>
                      </a:cubicBezTo>
                      <a:cubicBezTo>
                        <a:pt x="65627" y="130112"/>
                        <a:pt x="64865" y="130588"/>
                        <a:pt x="63722" y="131445"/>
                      </a:cubicBezTo>
                      <a:cubicBezTo>
                        <a:pt x="62579" y="132397"/>
                        <a:pt x="61627" y="132779"/>
                        <a:pt x="60960" y="132779"/>
                      </a:cubicBezTo>
                      <a:cubicBezTo>
                        <a:pt x="55340" y="134493"/>
                        <a:pt x="51245" y="135350"/>
                        <a:pt x="48673" y="135350"/>
                      </a:cubicBezTo>
                      <a:cubicBezTo>
                        <a:pt x="47816" y="135350"/>
                        <a:pt x="46863" y="135350"/>
                        <a:pt x="45911" y="135160"/>
                      </a:cubicBezTo>
                      <a:cubicBezTo>
                        <a:pt x="45625" y="134398"/>
                        <a:pt x="45434" y="133921"/>
                        <a:pt x="44958" y="133921"/>
                      </a:cubicBezTo>
                      <a:cubicBezTo>
                        <a:pt x="44767" y="133921"/>
                        <a:pt x="44387" y="134112"/>
                        <a:pt x="43815" y="134588"/>
                      </a:cubicBezTo>
                      <a:cubicBezTo>
                        <a:pt x="43243" y="135064"/>
                        <a:pt x="42767" y="135255"/>
                        <a:pt x="42386" y="135255"/>
                      </a:cubicBezTo>
                      <a:lnTo>
                        <a:pt x="39624" y="135255"/>
                      </a:lnTo>
                      <a:cubicBezTo>
                        <a:pt x="38576" y="135255"/>
                        <a:pt x="37147" y="134874"/>
                        <a:pt x="35242" y="134112"/>
                      </a:cubicBezTo>
                      <a:cubicBezTo>
                        <a:pt x="33338" y="133350"/>
                        <a:pt x="31909" y="132969"/>
                        <a:pt x="30956" y="132969"/>
                      </a:cubicBezTo>
                      <a:cubicBezTo>
                        <a:pt x="30099" y="132969"/>
                        <a:pt x="29337" y="133064"/>
                        <a:pt x="28670" y="133445"/>
                      </a:cubicBezTo>
                      <a:cubicBezTo>
                        <a:pt x="28384" y="131921"/>
                        <a:pt x="27051" y="131064"/>
                        <a:pt x="24575" y="130778"/>
                      </a:cubicBezTo>
                      <a:cubicBezTo>
                        <a:pt x="22193" y="130588"/>
                        <a:pt x="20860" y="129635"/>
                        <a:pt x="20574" y="128016"/>
                      </a:cubicBezTo>
                      <a:cubicBezTo>
                        <a:pt x="19050" y="126587"/>
                        <a:pt x="17240" y="126016"/>
                        <a:pt x="15240" y="126397"/>
                      </a:cubicBezTo>
                      <a:cubicBezTo>
                        <a:pt x="15335" y="126111"/>
                        <a:pt x="15430" y="125825"/>
                        <a:pt x="15430" y="125635"/>
                      </a:cubicBezTo>
                      <a:cubicBezTo>
                        <a:pt x="15430" y="124778"/>
                        <a:pt x="14573" y="123825"/>
                        <a:pt x="12859" y="122587"/>
                      </a:cubicBezTo>
                      <a:cubicBezTo>
                        <a:pt x="11144" y="121349"/>
                        <a:pt x="10192" y="120205"/>
                        <a:pt x="10192" y="119063"/>
                      </a:cubicBezTo>
                      <a:cubicBezTo>
                        <a:pt x="10192" y="118586"/>
                        <a:pt x="10287" y="118015"/>
                        <a:pt x="10478" y="117538"/>
                      </a:cubicBezTo>
                      <a:cubicBezTo>
                        <a:pt x="5143" y="114109"/>
                        <a:pt x="2476" y="109347"/>
                        <a:pt x="2476" y="103346"/>
                      </a:cubicBezTo>
                      <a:cubicBezTo>
                        <a:pt x="2476" y="102108"/>
                        <a:pt x="2667" y="100965"/>
                        <a:pt x="2953" y="99822"/>
                      </a:cubicBezTo>
                      <a:cubicBezTo>
                        <a:pt x="3238" y="98679"/>
                        <a:pt x="2953" y="97441"/>
                        <a:pt x="2000" y="96203"/>
                      </a:cubicBezTo>
                      <a:cubicBezTo>
                        <a:pt x="762" y="94679"/>
                        <a:pt x="191" y="93535"/>
                        <a:pt x="0" y="92869"/>
                      </a:cubicBezTo>
                      <a:cubicBezTo>
                        <a:pt x="476" y="89249"/>
                        <a:pt x="571" y="83058"/>
                        <a:pt x="191" y="74295"/>
                      </a:cubicBezTo>
                      <a:cubicBezTo>
                        <a:pt x="-191" y="66389"/>
                        <a:pt x="95" y="60198"/>
                        <a:pt x="1143" y="55912"/>
                      </a:cubicBezTo>
                      <a:cubicBezTo>
                        <a:pt x="2191" y="54578"/>
                        <a:pt x="2762" y="51340"/>
                        <a:pt x="2953" y="46006"/>
                      </a:cubicBezTo>
                      <a:cubicBezTo>
                        <a:pt x="2953" y="41624"/>
                        <a:pt x="4667" y="38671"/>
                        <a:pt x="7620" y="37147"/>
                      </a:cubicBezTo>
                      <a:cubicBezTo>
                        <a:pt x="8096" y="34576"/>
                        <a:pt x="9811" y="31813"/>
                        <a:pt x="12954" y="28766"/>
                      </a:cubicBezTo>
                      <a:cubicBezTo>
                        <a:pt x="13716" y="28099"/>
                        <a:pt x="16478" y="25622"/>
                        <a:pt x="21526" y="21431"/>
                      </a:cubicBezTo>
                      <a:cubicBezTo>
                        <a:pt x="22003" y="21717"/>
                        <a:pt x="22479" y="21908"/>
                        <a:pt x="23050" y="21908"/>
                      </a:cubicBezTo>
                      <a:cubicBezTo>
                        <a:pt x="23717" y="21908"/>
                        <a:pt x="24670" y="21336"/>
                        <a:pt x="25813" y="20193"/>
                      </a:cubicBezTo>
                      <a:cubicBezTo>
                        <a:pt x="26861" y="19050"/>
                        <a:pt x="27908" y="18479"/>
                        <a:pt x="28861" y="18479"/>
                      </a:cubicBezTo>
                      <a:cubicBezTo>
                        <a:pt x="29146" y="18479"/>
                        <a:pt x="29528" y="18479"/>
                        <a:pt x="29908" y="18669"/>
                      </a:cubicBezTo>
                      <a:cubicBezTo>
                        <a:pt x="29718" y="17621"/>
                        <a:pt x="30004" y="17050"/>
                        <a:pt x="30861" y="16859"/>
                      </a:cubicBezTo>
                      <a:cubicBezTo>
                        <a:pt x="31718" y="16669"/>
                        <a:pt x="32480" y="16478"/>
                        <a:pt x="33242" y="16288"/>
                      </a:cubicBezTo>
                      <a:lnTo>
                        <a:pt x="34480" y="18002"/>
                      </a:lnTo>
                      <a:cubicBezTo>
                        <a:pt x="37243" y="15526"/>
                        <a:pt x="40291" y="14192"/>
                        <a:pt x="43720" y="14192"/>
                      </a:cubicBezTo>
                      <a:cubicBezTo>
                        <a:pt x="47149" y="14192"/>
                        <a:pt x="50006" y="15716"/>
                        <a:pt x="52102" y="18764"/>
                      </a:cubicBezTo>
                      <a:lnTo>
                        <a:pt x="53340" y="16288"/>
                      </a:lnTo>
                      <a:cubicBezTo>
                        <a:pt x="55626" y="16764"/>
                        <a:pt x="57912" y="17335"/>
                        <a:pt x="60388" y="18002"/>
                      </a:cubicBezTo>
                      <a:cubicBezTo>
                        <a:pt x="62865" y="18574"/>
                        <a:pt x="65056" y="19526"/>
                        <a:pt x="66866" y="20860"/>
                      </a:cubicBezTo>
                      <a:cubicBezTo>
                        <a:pt x="66675" y="21050"/>
                        <a:pt x="66199" y="21241"/>
                        <a:pt x="65437" y="21431"/>
                      </a:cubicBezTo>
                      <a:cubicBezTo>
                        <a:pt x="64675" y="21622"/>
                        <a:pt x="64389" y="22003"/>
                        <a:pt x="64389" y="22479"/>
                      </a:cubicBezTo>
                      <a:lnTo>
                        <a:pt x="66866" y="22479"/>
                      </a:lnTo>
                      <a:cubicBezTo>
                        <a:pt x="68008" y="22384"/>
                        <a:pt x="68485" y="21812"/>
                        <a:pt x="68485" y="20764"/>
                      </a:cubicBezTo>
                      <a:lnTo>
                        <a:pt x="73819" y="23622"/>
                      </a:lnTo>
                      <a:cubicBezTo>
                        <a:pt x="73819" y="23622"/>
                        <a:pt x="73533" y="24479"/>
                        <a:pt x="73533" y="24860"/>
                      </a:cubicBezTo>
                      <a:cubicBezTo>
                        <a:pt x="73533" y="25813"/>
                        <a:pt x="74200" y="26670"/>
                        <a:pt x="75629" y="27622"/>
                      </a:cubicBezTo>
                      <a:cubicBezTo>
                        <a:pt x="77438" y="28861"/>
                        <a:pt x="78391" y="29528"/>
                        <a:pt x="78486" y="29623"/>
                      </a:cubicBezTo>
                      <a:cubicBezTo>
                        <a:pt x="78105" y="29813"/>
                        <a:pt x="77819" y="30385"/>
                        <a:pt x="77819" y="31337"/>
                      </a:cubicBezTo>
                      <a:lnTo>
                        <a:pt x="80105" y="32575"/>
                      </a:lnTo>
                      <a:cubicBezTo>
                        <a:pt x="80391" y="33338"/>
                        <a:pt x="80105" y="34195"/>
                        <a:pt x="79153" y="35338"/>
                      </a:cubicBezTo>
                      <a:cubicBezTo>
                        <a:pt x="78200" y="36481"/>
                        <a:pt x="77724" y="37147"/>
                        <a:pt x="77724" y="37338"/>
                      </a:cubicBezTo>
                      <a:cubicBezTo>
                        <a:pt x="77724" y="37719"/>
                        <a:pt x="78581" y="38005"/>
                        <a:pt x="80105" y="38100"/>
                      </a:cubicBezTo>
                      <a:lnTo>
                        <a:pt x="80867" y="35528"/>
                      </a:lnTo>
                      <a:cubicBezTo>
                        <a:pt x="80963" y="36100"/>
                        <a:pt x="81439" y="36481"/>
                        <a:pt x="82391" y="36576"/>
                      </a:cubicBezTo>
                      <a:cubicBezTo>
                        <a:pt x="83249" y="36671"/>
                        <a:pt x="83820" y="37147"/>
                        <a:pt x="83820" y="38100"/>
                      </a:cubicBezTo>
                      <a:lnTo>
                        <a:pt x="80963" y="39338"/>
                      </a:lnTo>
                      <a:cubicBezTo>
                        <a:pt x="81248" y="39910"/>
                        <a:pt x="82391" y="40291"/>
                        <a:pt x="84296" y="40291"/>
                      </a:cubicBezTo>
                      <a:lnTo>
                        <a:pt x="84772" y="39814"/>
                      </a:lnTo>
                      <a:cubicBezTo>
                        <a:pt x="84772" y="42577"/>
                        <a:pt x="84582" y="44101"/>
                        <a:pt x="84296" y="44387"/>
                      </a:cubicBezTo>
                      <a:close/>
                      <a:moveTo>
                        <a:pt x="21050" y="62103"/>
                      </a:moveTo>
                      <a:cubicBezTo>
                        <a:pt x="21526" y="61913"/>
                        <a:pt x="21812" y="61913"/>
                        <a:pt x="22003" y="62293"/>
                      </a:cubicBezTo>
                      <a:cubicBezTo>
                        <a:pt x="21812" y="62293"/>
                        <a:pt x="21526" y="62103"/>
                        <a:pt x="21050" y="62103"/>
                      </a:cubicBezTo>
                      <a:close/>
                      <a:moveTo>
                        <a:pt x="24384" y="62579"/>
                      </a:moveTo>
                      <a:cubicBezTo>
                        <a:pt x="23908" y="63151"/>
                        <a:pt x="23527" y="63341"/>
                        <a:pt x="23146" y="63341"/>
                      </a:cubicBezTo>
                      <a:cubicBezTo>
                        <a:pt x="23527" y="63341"/>
                        <a:pt x="23146" y="62960"/>
                        <a:pt x="21908" y="62293"/>
                      </a:cubicBezTo>
                      <a:cubicBezTo>
                        <a:pt x="22479" y="62293"/>
                        <a:pt x="23336" y="62389"/>
                        <a:pt x="24289" y="62579"/>
                      </a:cubicBezTo>
                      <a:close/>
                      <a:moveTo>
                        <a:pt x="47816" y="25717"/>
                      </a:moveTo>
                      <a:lnTo>
                        <a:pt x="49530" y="25717"/>
                      </a:lnTo>
                      <a:cubicBezTo>
                        <a:pt x="49530" y="25717"/>
                        <a:pt x="48958" y="25241"/>
                        <a:pt x="48578" y="24955"/>
                      </a:cubicBezTo>
                      <a:cubicBezTo>
                        <a:pt x="48292" y="24670"/>
                        <a:pt x="48196" y="24289"/>
                        <a:pt x="48292" y="23908"/>
                      </a:cubicBezTo>
                      <a:lnTo>
                        <a:pt x="47816" y="23908"/>
                      </a:lnTo>
                      <a:lnTo>
                        <a:pt x="47816" y="25717"/>
                      </a:lnTo>
                      <a:close/>
                      <a:moveTo>
                        <a:pt x="53150" y="31051"/>
                      </a:moveTo>
                      <a:lnTo>
                        <a:pt x="53150" y="28670"/>
                      </a:lnTo>
                      <a:lnTo>
                        <a:pt x="51911" y="28670"/>
                      </a:lnTo>
                      <a:lnTo>
                        <a:pt x="53150" y="31051"/>
                      </a:lnTo>
                      <a:close/>
                      <a:moveTo>
                        <a:pt x="58293" y="49149"/>
                      </a:moveTo>
                      <a:lnTo>
                        <a:pt x="58769" y="48101"/>
                      </a:lnTo>
                      <a:lnTo>
                        <a:pt x="58769" y="48292"/>
                      </a:lnTo>
                      <a:lnTo>
                        <a:pt x="58293" y="49149"/>
                      </a:lnTo>
                      <a:close/>
                      <a:moveTo>
                        <a:pt x="63627" y="9334"/>
                      </a:moveTo>
                      <a:lnTo>
                        <a:pt x="64675" y="10478"/>
                      </a:lnTo>
                      <a:lnTo>
                        <a:pt x="61150" y="8763"/>
                      </a:lnTo>
                      <a:lnTo>
                        <a:pt x="63627" y="9239"/>
                      </a:lnTo>
                      <a:close/>
                      <a:moveTo>
                        <a:pt x="66484" y="0"/>
                      </a:moveTo>
                      <a:lnTo>
                        <a:pt x="67532" y="0"/>
                      </a:lnTo>
                      <a:lnTo>
                        <a:pt x="65818" y="1619"/>
                      </a:lnTo>
                      <a:lnTo>
                        <a:pt x="66389" y="0"/>
                      </a:lnTo>
                      <a:close/>
                      <a:moveTo>
                        <a:pt x="68771" y="18859"/>
                      </a:moveTo>
                      <a:lnTo>
                        <a:pt x="67532" y="18859"/>
                      </a:lnTo>
                      <a:lnTo>
                        <a:pt x="70390" y="17621"/>
                      </a:lnTo>
                      <a:lnTo>
                        <a:pt x="68675" y="18859"/>
                      </a:lnTo>
                      <a:close/>
                      <a:moveTo>
                        <a:pt x="70009" y="42767"/>
                      </a:moveTo>
                      <a:lnTo>
                        <a:pt x="71247" y="42291"/>
                      </a:lnTo>
                      <a:cubicBezTo>
                        <a:pt x="70961" y="41815"/>
                        <a:pt x="70390" y="41529"/>
                        <a:pt x="69533" y="41529"/>
                      </a:cubicBezTo>
                      <a:lnTo>
                        <a:pt x="70009" y="42767"/>
                      </a:lnTo>
                      <a:close/>
                      <a:moveTo>
                        <a:pt x="76105" y="35147"/>
                      </a:moveTo>
                      <a:cubicBezTo>
                        <a:pt x="76676" y="35242"/>
                        <a:pt x="77343" y="35147"/>
                        <a:pt x="78105" y="34671"/>
                      </a:cubicBezTo>
                      <a:cubicBezTo>
                        <a:pt x="78772" y="34290"/>
                        <a:pt x="79058" y="34004"/>
                        <a:pt x="78867" y="33909"/>
                      </a:cubicBezTo>
                      <a:cubicBezTo>
                        <a:pt x="78200" y="34195"/>
                        <a:pt x="77343" y="34671"/>
                        <a:pt x="76105" y="35147"/>
                      </a:cubicBezTo>
                      <a:cubicBezTo>
                        <a:pt x="75629" y="35147"/>
                        <a:pt x="75057" y="34862"/>
                        <a:pt x="74581" y="34385"/>
                      </a:cubicBezTo>
                      <a:cubicBezTo>
                        <a:pt x="75057" y="34862"/>
                        <a:pt x="75629" y="35147"/>
                        <a:pt x="76105" y="35147"/>
                      </a:cubicBezTo>
                      <a:close/>
                      <a:moveTo>
                        <a:pt x="76391" y="39910"/>
                      </a:moveTo>
                      <a:lnTo>
                        <a:pt x="76391" y="38195"/>
                      </a:lnTo>
                      <a:lnTo>
                        <a:pt x="75914" y="37433"/>
                      </a:lnTo>
                      <a:lnTo>
                        <a:pt x="76391" y="39910"/>
                      </a:lnTo>
                      <a:close/>
                      <a:moveTo>
                        <a:pt x="77629" y="147161"/>
                      </a:moveTo>
                      <a:lnTo>
                        <a:pt x="77057" y="145447"/>
                      </a:lnTo>
                      <a:lnTo>
                        <a:pt x="77629" y="145447"/>
                      </a:lnTo>
                      <a:lnTo>
                        <a:pt x="77629" y="147161"/>
                      </a:lnTo>
                      <a:close/>
                      <a:moveTo>
                        <a:pt x="92202" y="44005"/>
                      </a:moveTo>
                      <a:lnTo>
                        <a:pt x="93440" y="45244"/>
                      </a:lnTo>
                      <a:lnTo>
                        <a:pt x="90583" y="44005"/>
                      </a:lnTo>
                      <a:lnTo>
                        <a:pt x="92202" y="44005"/>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 name="Google Shape;931;p99"/>
                <p:cNvSpPr/>
                <p:nvPr/>
              </p:nvSpPr>
              <p:spPr>
                <a:xfrm>
                  <a:off x="4250435" y="2306002"/>
                  <a:ext cx="94106" cy="123729"/>
                </a:xfrm>
                <a:custGeom>
                  <a:avLst/>
                  <a:gdLst/>
                  <a:ahLst/>
                  <a:cxnLst/>
                  <a:rect l="l" t="t" r="r" b="b"/>
                  <a:pathLst>
                    <a:path w="94106" h="123729" extrusionOk="0">
                      <a:moveTo>
                        <a:pt x="83058" y="98869"/>
                      </a:moveTo>
                      <a:cubicBezTo>
                        <a:pt x="85058" y="100203"/>
                        <a:pt x="86201" y="102394"/>
                        <a:pt x="86392" y="105442"/>
                      </a:cubicBezTo>
                      <a:cubicBezTo>
                        <a:pt x="86487" y="108109"/>
                        <a:pt x="86582" y="110680"/>
                        <a:pt x="86582" y="113157"/>
                      </a:cubicBezTo>
                      <a:cubicBezTo>
                        <a:pt x="86677" y="114586"/>
                        <a:pt x="86868" y="115824"/>
                        <a:pt x="87249" y="116872"/>
                      </a:cubicBezTo>
                      <a:cubicBezTo>
                        <a:pt x="84392" y="121444"/>
                        <a:pt x="79629" y="123730"/>
                        <a:pt x="72961" y="123730"/>
                      </a:cubicBezTo>
                      <a:cubicBezTo>
                        <a:pt x="71056" y="123730"/>
                        <a:pt x="68008" y="123539"/>
                        <a:pt x="63913" y="123158"/>
                      </a:cubicBezTo>
                      <a:cubicBezTo>
                        <a:pt x="59817" y="122777"/>
                        <a:pt x="56769" y="122587"/>
                        <a:pt x="54769" y="122587"/>
                      </a:cubicBezTo>
                      <a:cubicBezTo>
                        <a:pt x="52578" y="122587"/>
                        <a:pt x="50768" y="122587"/>
                        <a:pt x="49149" y="122872"/>
                      </a:cubicBezTo>
                      <a:lnTo>
                        <a:pt x="14478" y="122872"/>
                      </a:lnTo>
                      <a:lnTo>
                        <a:pt x="14478" y="122396"/>
                      </a:lnTo>
                      <a:cubicBezTo>
                        <a:pt x="13240" y="121729"/>
                        <a:pt x="11144" y="121634"/>
                        <a:pt x="8096" y="122110"/>
                      </a:cubicBezTo>
                      <a:cubicBezTo>
                        <a:pt x="5048" y="122587"/>
                        <a:pt x="2667" y="122301"/>
                        <a:pt x="1143" y="121158"/>
                      </a:cubicBezTo>
                      <a:cubicBezTo>
                        <a:pt x="1619" y="106680"/>
                        <a:pt x="1905" y="92297"/>
                        <a:pt x="1905" y="78105"/>
                      </a:cubicBezTo>
                      <a:cubicBezTo>
                        <a:pt x="1905" y="63913"/>
                        <a:pt x="1619" y="49530"/>
                        <a:pt x="1143" y="35052"/>
                      </a:cubicBezTo>
                      <a:cubicBezTo>
                        <a:pt x="1714" y="35433"/>
                        <a:pt x="2191" y="35623"/>
                        <a:pt x="2381" y="35528"/>
                      </a:cubicBezTo>
                      <a:lnTo>
                        <a:pt x="2857" y="35052"/>
                      </a:lnTo>
                      <a:cubicBezTo>
                        <a:pt x="2953" y="34385"/>
                        <a:pt x="2762" y="34004"/>
                        <a:pt x="2096" y="33718"/>
                      </a:cubicBezTo>
                      <a:cubicBezTo>
                        <a:pt x="1524" y="33528"/>
                        <a:pt x="1143" y="33242"/>
                        <a:pt x="1143" y="33147"/>
                      </a:cubicBezTo>
                      <a:cubicBezTo>
                        <a:pt x="1143" y="32956"/>
                        <a:pt x="1333" y="32575"/>
                        <a:pt x="1905" y="32099"/>
                      </a:cubicBezTo>
                      <a:cubicBezTo>
                        <a:pt x="1905" y="33052"/>
                        <a:pt x="2096" y="33528"/>
                        <a:pt x="2381" y="33814"/>
                      </a:cubicBezTo>
                      <a:cubicBezTo>
                        <a:pt x="3429" y="33814"/>
                        <a:pt x="3619" y="33147"/>
                        <a:pt x="3238" y="32099"/>
                      </a:cubicBezTo>
                      <a:cubicBezTo>
                        <a:pt x="2762" y="31051"/>
                        <a:pt x="2953" y="30385"/>
                        <a:pt x="3619" y="30194"/>
                      </a:cubicBezTo>
                      <a:cubicBezTo>
                        <a:pt x="3619" y="30385"/>
                        <a:pt x="3429" y="30575"/>
                        <a:pt x="3429" y="30766"/>
                      </a:cubicBezTo>
                      <a:cubicBezTo>
                        <a:pt x="3429" y="31147"/>
                        <a:pt x="3715" y="31623"/>
                        <a:pt x="4286" y="32099"/>
                      </a:cubicBezTo>
                      <a:cubicBezTo>
                        <a:pt x="4763" y="32575"/>
                        <a:pt x="5143" y="32956"/>
                        <a:pt x="5239" y="33147"/>
                      </a:cubicBezTo>
                      <a:lnTo>
                        <a:pt x="7715" y="32671"/>
                      </a:lnTo>
                      <a:lnTo>
                        <a:pt x="5239" y="30956"/>
                      </a:lnTo>
                      <a:lnTo>
                        <a:pt x="7715" y="29718"/>
                      </a:lnTo>
                      <a:cubicBezTo>
                        <a:pt x="7715" y="29718"/>
                        <a:pt x="7048" y="29051"/>
                        <a:pt x="5905" y="27908"/>
                      </a:cubicBezTo>
                      <a:cubicBezTo>
                        <a:pt x="5048" y="27242"/>
                        <a:pt x="4381" y="26860"/>
                        <a:pt x="3905" y="26860"/>
                      </a:cubicBezTo>
                      <a:cubicBezTo>
                        <a:pt x="3238" y="26860"/>
                        <a:pt x="2762" y="27242"/>
                        <a:pt x="2381" y="28099"/>
                      </a:cubicBezTo>
                      <a:cubicBezTo>
                        <a:pt x="1619" y="27718"/>
                        <a:pt x="1333" y="27242"/>
                        <a:pt x="1333" y="26860"/>
                      </a:cubicBezTo>
                      <a:cubicBezTo>
                        <a:pt x="1333" y="26670"/>
                        <a:pt x="1714" y="26194"/>
                        <a:pt x="2572" y="25527"/>
                      </a:cubicBezTo>
                      <a:cubicBezTo>
                        <a:pt x="3334" y="24860"/>
                        <a:pt x="3715" y="24289"/>
                        <a:pt x="3619" y="23813"/>
                      </a:cubicBezTo>
                      <a:lnTo>
                        <a:pt x="4858" y="25051"/>
                      </a:lnTo>
                      <a:lnTo>
                        <a:pt x="5620" y="24098"/>
                      </a:lnTo>
                      <a:cubicBezTo>
                        <a:pt x="5620" y="24098"/>
                        <a:pt x="6286" y="24574"/>
                        <a:pt x="6667" y="24574"/>
                      </a:cubicBezTo>
                      <a:cubicBezTo>
                        <a:pt x="7144" y="24574"/>
                        <a:pt x="7906" y="24289"/>
                        <a:pt x="9049" y="23813"/>
                      </a:cubicBezTo>
                      <a:cubicBezTo>
                        <a:pt x="10096" y="23336"/>
                        <a:pt x="10858" y="23050"/>
                        <a:pt x="11430" y="23050"/>
                      </a:cubicBezTo>
                      <a:cubicBezTo>
                        <a:pt x="12001" y="23050"/>
                        <a:pt x="12573" y="23336"/>
                        <a:pt x="12954" y="23813"/>
                      </a:cubicBezTo>
                      <a:lnTo>
                        <a:pt x="13716" y="23336"/>
                      </a:lnTo>
                      <a:cubicBezTo>
                        <a:pt x="13621" y="22384"/>
                        <a:pt x="13049" y="21812"/>
                        <a:pt x="12001" y="21431"/>
                      </a:cubicBezTo>
                      <a:cubicBezTo>
                        <a:pt x="10954" y="21050"/>
                        <a:pt x="10287" y="20764"/>
                        <a:pt x="10096" y="20479"/>
                      </a:cubicBezTo>
                      <a:cubicBezTo>
                        <a:pt x="8477" y="20383"/>
                        <a:pt x="6477" y="20383"/>
                        <a:pt x="4096" y="20479"/>
                      </a:cubicBezTo>
                      <a:cubicBezTo>
                        <a:pt x="3905" y="21050"/>
                        <a:pt x="3715" y="21241"/>
                        <a:pt x="3524" y="21241"/>
                      </a:cubicBezTo>
                      <a:cubicBezTo>
                        <a:pt x="3143" y="20955"/>
                        <a:pt x="2857" y="20764"/>
                        <a:pt x="2667" y="20764"/>
                      </a:cubicBezTo>
                      <a:cubicBezTo>
                        <a:pt x="2476" y="20764"/>
                        <a:pt x="2286" y="20764"/>
                        <a:pt x="2096" y="20860"/>
                      </a:cubicBezTo>
                      <a:lnTo>
                        <a:pt x="857" y="16288"/>
                      </a:lnTo>
                      <a:cubicBezTo>
                        <a:pt x="1714" y="16288"/>
                        <a:pt x="2191" y="16097"/>
                        <a:pt x="2476" y="15526"/>
                      </a:cubicBezTo>
                      <a:cubicBezTo>
                        <a:pt x="2476" y="14573"/>
                        <a:pt x="2096" y="14383"/>
                        <a:pt x="1333" y="14764"/>
                      </a:cubicBezTo>
                      <a:cubicBezTo>
                        <a:pt x="571" y="15145"/>
                        <a:pt x="190" y="15049"/>
                        <a:pt x="0" y="14478"/>
                      </a:cubicBezTo>
                      <a:lnTo>
                        <a:pt x="1238" y="13240"/>
                      </a:lnTo>
                      <a:lnTo>
                        <a:pt x="2476" y="14478"/>
                      </a:lnTo>
                      <a:cubicBezTo>
                        <a:pt x="2476" y="14478"/>
                        <a:pt x="2953" y="13240"/>
                        <a:pt x="2953" y="11525"/>
                      </a:cubicBezTo>
                      <a:cubicBezTo>
                        <a:pt x="2953" y="11906"/>
                        <a:pt x="3238" y="12287"/>
                        <a:pt x="3715" y="12478"/>
                      </a:cubicBezTo>
                      <a:cubicBezTo>
                        <a:pt x="4572" y="11906"/>
                        <a:pt x="4953" y="11335"/>
                        <a:pt x="4953" y="10954"/>
                      </a:cubicBezTo>
                      <a:cubicBezTo>
                        <a:pt x="4953" y="10477"/>
                        <a:pt x="4286" y="9715"/>
                        <a:pt x="2953" y="8763"/>
                      </a:cubicBezTo>
                      <a:cubicBezTo>
                        <a:pt x="1619" y="7810"/>
                        <a:pt x="857" y="6953"/>
                        <a:pt x="857" y="6096"/>
                      </a:cubicBezTo>
                      <a:cubicBezTo>
                        <a:pt x="857" y="5429"/>
                        <a:pt x="1238" y="4572"/>
                        <a:pt x="2096" y="3810"/>
                      </a:cubicBezTo>
                      <a:lnTo>
                        <a:pt x="4953" y="762"/>
                      </a:lnTo>
                      <a:cubicBezTo>
                        <a:pt x="10192" y="286"/>
                        <a:pt x="15716" y="0"/>
                        <a:pt x="21622" y="0"/>
                      </a:cubicBezTo>
                      <a:cubicBezTo>
                        <a:pt x="27146" y="0"/>
                        <a:pt x="35528" y="286"/>
                        <a:pt x="46768" y="952"/>
                      </a:cubicBezTo>
                      <a:cubicBezTo>
                        <a:pt x="57912" y="1524"/>
                        <a:pt x="66294" y="1810"/>
                        <a:pt x="72009" y="1810"/>
                      </a:cubicBezTo>
                      <a:cubicBezTo>
                        <a:pt x="76105" y="1810"/>
                        <a:pt x="79915" y="1714"/>
                        <a:pt x="83629" y="1524"/>
                      </a:cubicBezTo>
                      <a:cubicBezTo>
                        <a:pt x="85915" y="3334"/>
                        <a:pt x="87154" y="5810"/>
                        <a:pt x="87154" y="8858"/>
                      </a:cubicBezTo>
                      <a:cubicBezTo>
                        <a:pt x="87154" y="9715"/>
                        <a:pt x="86963" y="11335"/>
                        <a:pt x="86677" y="13525"/>
                      </a:cubicBezTo>
                      <a:cubicBezTo>
                        <a:pt x="86392" y="15716"/>
                        <a:pt x="86201" y="17526"/>
                        <a:pt x="86201" y="18669"/>
                      </a:cubicBezTo>
                      <a:cubicBezTo>
                        <a:pt x="86201" y="19812"/>
                        <a:pt x="86201" y="20955"/>
                        <a:pt x="86487" y="22003"/>
                      </a:cubicBezTo>
                      <a:cubicBezTo>
                        <a:pt x="86487" y="23622"/>
                        <a:pt x="85439" y="24479"/>
                        <a:pt x="83439" y="24479"/>
                      </a:cubicBezTo>
                      <a:cubicBezTo>
                        <a:pt x="83058" y="24479"/>
                        <a:pt x="82582" y="24479"/>
                        <a:pt x="81915" y="24289"/>
                      </a:cubicBezTo>
                      <a:lnTo>
                        <a:pt x="80391" y="24289"/>
                      </a:lnTo>
                      <a:cubicBezTo>
                        <a:pt x="79153" y="24289"/>
                        <a:pt x="78296" y="24479"/>
                        <a:pt x="77629" y="24860"/>
                      </a:cubicBezTo>
                      <a:lnTo>
                        <a:pt x="74295" y="24860"/>
                      </a:lnTo>
                      <a:lnTo>
                        <a:pt x="74295" y="24289"/>
                      </a:lnTo>
                      <a:cubicBezTo>
                        <a:pt x="69628" y="24670"/>
                        <a:pt x="64389" y="24860"/>
                        <a:pt x="58483" y="24860"/>
                      </a:cubicBezTo>
                      <a:cubicBezTo>
                        <a:pt x="54864" y="24860"/>
                        <a:pt x="49530" y="24860"/>
                        <a:pt x="42577" y="24860"/>
                      </a:cubicBezTo>
                      <a:lnTo>
                        <a:pt x="26575" y="24860"/>
                      </a:lnTo>
                      <a:cubicBezTo>
                        <a:pt x="25813" y="26670"/>
                        <a:pt x="25527" y="28765"/>
                        <a:pt x="25527" y="31051"/>
                      </a:cubicBezTo>
                      <a:cubicBezTo>
                        <a:pt x="25527" y="31813"/>
                        <a:pt x="25527" y="32861"/>
                        <a:pt x="25717" y="34195"/>
                      </a:cubicBezTo>
                      <a:lnTo>
                        <a:pt x="25717" y="37528"/>
                      </a:lnTo>
                      <a:cubicBezTo>
                        <a:pt x="25717" y="39719"/>
                        <a:pt x="25432" y="41815"/>
                        <a:pt x="24955" y="43624"/>
                      </a:cubicBezTo>
                      <a:cubicBezTo>
                        <a:pt x="25241" y="45053"/>
                        <a:pt x="25527" y="46482"/>
                        <a:pt x="25717" y="47911"/>
                      </a:cubicBezTo>
                      <a:cubicBezTo>
                        <a:pt x="26194" y="49721"/>
                        <a:pt x="27146" y="50673"/>
                        <a:pt x="28480" y="50673"/>
                      </a:cubicBezTo>
                      <a:cubicBezTo>
                        <a:pt x="28861" y="50673"/>
                        <a:pt x="29337" y="50673"/>
                        <a:pt x="29718" y="50482"/>
                      </a:cubicBezTo>
                      <a:cubicBezTo>
                        <a:pt x="30004" y="50578"/>
                        <a:pt x="30385" y="50673"/>
                        <a:pt x="30766" y="50673"/>
                      </a:cubicBezTo>
                      <a:cubicBezTo>
                        <a:pt x="31147" y="50673"/>
                        <a:pt x="31718" y="50578"/>
                        <a:pt x="32575" y="50292"/>
                      </a:cubicBezTo>
                      <a:cubicBezTo>
                        <a:pt x="33433" y="50101"/>
                        <a:pt x="33909" y="50006"/>
                        <a:pt x="34195" y="50006"/>
                      </a:cubicBezTo>
                      <a:cubicBezTo>
                        <a:pt x="34957" y="50006"/>
                        <a:pt x="35623" y="50387"/>
                        <a:pt x="36195" y="51244"/>
                      </a:cubicBezTo>
                      <a:cubicBezTo>
                        <a:pt x="38957" y="50482"/>
                        <a:pt x="42100" y="50006"/>
                        <a:pt x="45815" y="50006"/>
                      </a:cubicBezTo>
                      <a:cubicBezTo>
                        <a:pt x="47625" y="50006"/>
                        <a:pt x="50292" y="50101"/>
                        <a:pt x="53816" y="50387"/>
                      </a:cubicBezTo>
                      <a:cubicBezTo>
                        <a:pt x="57340" y="50673"/>
                        <a:pt x="59912" y="50768"/>
                        <a:pt x="61627" y="50768"/>
                      </a:cubicBezTo>
                      <a:cubicBezTo>
                        <a:pt x="63341" y="50768"/>
                        <a:pt x="64960" y="50768"/>
                        <a:pt x="66484" y="50482"/>
                      </a:cubicBezTo>
                      <a:cubicBezTo>
                        <a:pt x="67151" y="53054"/>
                        <a:pt x="67532" y="56578"/>
                        <a:pt x="67342" y="61150"/>
                      </a:cubicBezTo>
                      <a:cubicBezTo>
                        <a:pt x="67342" y="66294"/>
                        <a:pt x="67342" y="69913"/>
                        <a:pt x="67627" y="71818"/>
                      </a:cubicBezTo>
                      <a:cubicBezTo>
                        <a:pt x="65532" y="73342"/>
                        <a:pt x="62579" y="74104"/>
                        <a:pt x="58960" y="74104"/>
                      </a:cubicBezTo>
                      <a:cubicBezTo>
                        <a:pt x="57436" y="74104"/>
                        <a:pt x="55150" y="74009"/>
                        <a:pt x="52006" y="73628"/>
                      </a:cubicBezTo>
                      <a:cubicBezTo>
                        <a:pt x="48958" y="73342"/>
                        <a:pt x="46577" y="73152"/>
                        <a:pt x="44958" y="73152"/>
                      </a:cubicBezTo>
                      <a:cubicBezTo>
                        <a:pt x="43434" y="73152"/>
                        <a:pt x="42005" y="73152"/>
                        <a:pt x="40672" y="73438"/>
                      </a:cubicBezTo>
                      <a:lnTo>
                        <a:pt x="40672" y="72676"/>
                      </a:lnTo>
                      <a:cubicBezTo>
                        <a:pt x="40005" y="72771"/>
                        <a:pt x="38386" y="72866"/>
                        <a:pt x="36004" y="72866"/>
                      </a:cubicBezTo>
                      <a:cubicBezTo>
                        <a:pt x="34385" y="72866"/>
                        <a:pt x="32861" y="73152"/>
                        <a:pt x="31432" y="73914"/>
                      </a:cubicBezTo>
                      <a:cubicBezTo>
                        <a:pt x="30956" y="73628"/>
                        <a:pt x="30289" y="73438"/>
                        <a:pt x="29432" y="73438"/>
                      </a:cubicBezTo>
                      <a:cubicBezTo>
                        <a:pt x="28194" y="73438"/>
                        <a:pt x="27527" y="73438"/>
                        <a:pt x="27337" y="73438"/>
                      </a:cubicBezTo>
                      <a:cubicBezTo>
                        <a:pt x="25717" y="73914"/>
                        <a:pt x="24860" y="75247"/>
                        <a:pt x="24860" y="77248"/>
                      </a:cubicBezTo>
                      <a:cubicBezTo>
                        <a:pt x="24860" y="78676"/>
                        <a:pt x="25146" y="79819"/>
                        <a:pt x="25622" y="80581"/>
                      </a:cubicBezTo>
                      <a:cubicBezTo>
                        <a:pt x="23336" y="80010"/>
                        <a:pt x="21431" y="80581"/>
                        <a:pt x="19717" y="82201"/>
                      </a:cubicBezTo>
                      <a:lnTo>
                        <a:pt x="23622" y="81439"/>
                      </a:lnTo>
                      <a:lnTo>
                        <a:pt x="23146" y="82201"/>
                      </a:lnTo>
                      <a:cubicBezTo>
                        <a:pt x="23146" y="82201"/>
                        <a:pt x="23622" y="82772"/>
                        <a:pt x="23908" y="82772"/>
                      </a:cubicBezTo>
                      <a:cubicBezTo>
                        <a:pt x="23717" y="82772"/>
                        <a:pt x="24289" y="82296"/>
                        <a:pt x="25622" y="81439"/>
                      </a:cubicBezTo>
                      <a:cubicBezTo>
                        <a:pt x="25622" y="81058"/>
                        <a:pt x="25622" y="84010"/>
                        <a:pt x="25432" y="90297"/>
                      </a:cubicBezTo>
                      <a:cubicBezTo>
                        <a:pt x="25336" y="94012"/>
                        <a:pt x="25908" y="96774"/>
                        <a:pt x="27242" y="98679"/>
                      </a:cubicBezTo>
                      <a:cubicBezTo>
                        <a:pt x="30956" y="99155"/>
                        <a:pt x="34957" y="99441"/>
                        <a:pt x="39052" y="99441"/>
                      </a:cubicBezTo>
                      <a:cubicBezTo>
                        <a:pt x="42196" y="99441"/>
                        <a:pt x="46768" y="99250"/>
                        <a:pt x="52864" y="98869"/>
                      </a:cubicBezTo>
                      <a:cubicBezTo>
                        <a:pt x="58864" y="98488"/>
                        <a:pt x="63436" y="98298"/>
                        <a:pt x="66484" y="98298"/>
                      </a:cubicBezTo>
                      <a:cubicBezTo>
                        <a:pt x="71056" y="98298"/>
                        <a:pt x="75343" y="98584"/>
                        <a:pt x="79248" y="99155"/>
                      </a:cubicBezTo>
                      <a:cubicBezTo>
                        <a:pt x="79915" y="97536"/>
                        <a:pt x="81343" y="97346"/>
                        <a:pt x="83534" y="98679"/>
                      </a:cubicBezTo>
                      <a:close/>
                      <a:moveTo>
                        <a:pt x="4477" y="22479"/>
                      </a:moveTo>
                      <a:lnTo>
                        <a:pt x="5429" y="23717"/>
                      </a:lnTo>
                      <a:lnTo>
                        <a:pt x="5429" y="24003"/>
                      </a:lnTo>
                      <a:cubicBezTo>
                        <a:pt x="4858" y="23622"/>
                        <a:pt x="4572" y="23050"/>
                        <a:pt x="4477" y="22479"/>
                      </a:cubicBezTo>
                      <a:close/>
                      <a:moveTo>
                        <a:pt x="35719" y="66008"/>
                      </a:moveTo>
                      <a:lnTo>
                        <a:pt x="33909" y="66008"/>
                      </a:lnTo>
                      <a:cubicBezTo>
                        <a:pt x="34195" y="66770"/>
                        <a:pt x="34861" y="66770"/>
                        <a:pt x="35719" y="66008"/>
                      </a:cubicBezTo>
                      <a:lnTo>
                        <a:pt x="36481" y="66008"/>
                      </a:lnTo>
                      <a:cubicBezTo>
                        <a:pt x="36481" y="66008"/>
                        <a:pt x="36767" y="66580"/>
                        <a:pt x="36767" y="67056"/>
                      </a:cubicBezTo>
                      <a:lnTo>
                        <a:pt x="38862" y="66008"/>
                      </a:lnTo>
                      <a:cubicBezTo>
                        <a:pt x="39338" y="66484"/>
                        <a:pt x="39624" y="66865"/>
                        <a:pt x="39624" y="67056"/>
                      </a:cubicBezTo>
                      <a:lnTo>
                        <a:pt x="41910" y="67056"/>
                      </a:lnTo>
                      <a:lnTo>
                        <a:pt x="41910" y="66008"/>
                      </a:lnTo>
                      <a:lnTo>
                        <a:pt x="36481" y="66008"/>
                      </a:lnTo>
                      <a:cubicBezTo>
                        <a:pt x="36481" y="66008"/>
                        <a:pt x="36004" y="65818"/>
                        <a:pt x="35719" y="66008"/>
                      </a:cubicBezTo>
                      <a:close/>
                      <a:moveTo>
                        <a:pt x="65342" y="8668"/>
                      </a:moveTo>
                      <a:lnTo>
                        <a:pt x="64103" y="7906"/>
                      </a:lnTo>
                      <a:lnTo>
                        <a:pt x="65342" y="10287"/>
                      </a:lnTo>
                      <a:lnTo>
                        <a:pt x="65342" y="8572"/>
                      </a:lnTo>
                      <a:close/>
                      <a:moveTo>
                        <a:pt x="93535" y="107156"/>
                      </a:moveTo>
                      <a:lnTo>
                        <a:pt x="94107" y="107156"/>
                      </a:lnTo>
                      <a:lnTo>
                        <a:pt x="92297" y="108204"/>
                      </a:lnTo>
                      <a:lnTo>
                        <a:pt x="93535" y="107156"/>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2" name="Google Shape;932;p99"/>
              <p:cNvGrpSpPr/>
              <p:nvPr/>
            </p:nvGrpSpPr>
            <p:grpSpPr>
              <a:xfrm>
                <a:off x="10367480" y="4175284"/>
                <a:ext cx="1207579" cy="200311"/>
                <a:chOff x="5114162" y="1893379"/>
                <a:chExt cx="1207579" cy="200311"/>
              </a:xfrm>
            </p:grpSpPr>
            <p:sp>
              <p:nvSpPr>
                <p:cNvPr id="933" name="Google Shape;933;p99"/>
                <p:cNvSpPr/>
                <p:nvPr/>
              </p:nvSpPr>
              <p:spPr>
                <a:xfrm>
                  <a:off x="5114162" y="1893379"/>
                  <a:ext cx="97059" cy="197643"/>
                </a:xfrm>
                <a:custGeom>
                  <a:avLst/>
                  <a:gdLst/>
                  <a:ahLst/>
                  <a:cxnLst/>
                  <a:rect l="l" t="t" r="r" b="b"/>
                  <a:pathLst>
                    <a:path w="97059" h="197643" extrusionOk="0">
                      <a:moveTo>
                        <a:pt x="0" y="49625"/>
                      </a:moveTo>
                      <a:cubicBezTo>
                        <a:pt x="2381" y="49625"/>
                        <a:pt x="3715" y="50006"/>
                        <a:pt x="3905" y="50673"/>
                      </a:cubicBezTo>
                      <a:lnTo>
                        <a:pt x="3905" y="55817"/>
                      </a:lnTo>
                      <a:lnTo>
                        <a:pt x="0" y="49625"/>
                      </a:lnTo>
                      <a:close/>
                      <a:moveTo>
                        <a:pt x="66770" y="91916"/>
                      </a:moveTo>
                      <a:cubicBezTo>
                        <a:pt x="65913" y="92583"/>
                        <a:pt x="65532" y="93250"/>
                        <a:pt x="65532" y="93821"/>
                      </a:cubicBezTo>
                      <a:cubicBezTo>
                        <a:pt x="65532" y="94393"/>
                        <a:pt x="66103" y="95441"/>
                        <a:pt x="67437" y="96583"/>
                      </a:cubicBezTo>
                      <a:cubicBezTo>
                        <a:pt x="68771" y="97726"/>
                        <a:pt x="69342" y="98774"/>
                        <a:pt x="69342" y="99727"/>
                      </a:cubicBezTo>
                      <a:cubicBezTo>
                        <a:pt x="68484" y="97917"/>
                        <a:pt x="66770" y="97060"/>
                        <a:pt x="64103" y="96965"/>
                      </a:cubicBezTo>
                      <a:cubicBezTo>
                        <a:pt x="61436" y="96869"/>
                        <a:pt x="59912" y="96583"/>
                        <a:pt x="59246" y="96107"/>
                      </a:cubicBezTo>
                      <a:cubicBezTo>
                        <a:pt x="58959" y="96107"/>
                        <a:pt x="58483" y="97346"/>
                        <a:pt x="57531" y="99727"/>
                      </a:cubicBezTo>
                      <a:cubicBezTo>
                        <a:pt x="56483" y="97917"/>
                        <a:pt x="55150" y="97060"/>
                        <a:pt x="53626" y="97060"/>
                      </a:cubicBezTo>
                      <a:cubicBezTo>
                        <a:pt x="52388" y="97060"/>
                        <a:pt x="50197" y="97917"/>
                        <a:pt x="47434" y="99536"/>
                      </a:cubicBezTo>
                      <a:cubicBezTo>
                        <a:pt x="44577" y="101155"/>
                        <a:pt x="42577" y="102013"/>
                        <a:pt x="41243" y="102299"/>
                      </a:cubicBezTo>
                      <a:cubicBezTo>
                        <a:pt x="43815" y="102870"/>
                        <a:pt x="45625" y="104013"/>
                        <a:pt x="46767" y="105537"/>
                      </a:cubicBezTo>
                      <a:cubicBezTo>
                        <a:pt x="48292" y="108013"/>
                        <a:pt x="49816" y="109728"/>
                        <a:pt x="51340" y="110776"/>
                      </a:cubicBezTo>
                      <a:cubicBezTo>
                        <a:pt x="50482" y="112014"/>
                        <a:pt x="50197" y="112871"/>
                        <a:pt x="50387" y="113347"/>
                      </a:cubicBezTo>
                      <a:cubicBezTo>
                        <a:pt x="51435" y="115253"/>
                        <a:pt x="52578" y="116300"/>
                        <a:pt x="53626" y="116300"/>
                      </a:cubicBezTo>
                      <a:cubicBezTo>
                        <a:pt x="54292" y="116300"/>
                        <a:pt x="55245" y="115538"/>
                        <a:pt x="56388" y="114205"/>
                      </a:cubicBezTo>
                      <a:cubicBezTo>
                        <a:pt x="57531" y="112776"/>
                        <a:pt x="58483" y="112109"/>
                        <a:pt x="59150" y="112109"/>
                      </a:cubicBezTo>
                      <a:cubicBezTo>
                        <a:pt x="59912" y="112109"/>
                        <a:pt x="60865" y="112586"/>
                        <a:pt x="61722" y="113443"/>
                      </a:cubicBezTo>
                      <a:lnTo>
                        <a:pt x="58483" y="106299"/>
                      </a:lnTo>
                      <a:cubicBezTo>
                        <a:pt x="59817" y="108299"/>
                        <a:pt x="62103" y="109442"/>
                        <a:pt x="65341" y="109919"/>
                      </a:cubicBezTo>
                      <a:lnTo>
                        <a:pt x="66580" y="108871"/>
                      </a:lnTo>
                      <a:lnTo>
                        <a:pt x="61722" y="103346"/>
                      </a:lnTo>
                      <a:cubicBezTo>
                        <a:pt x="61722" y="102299"/>
                        <a:pt x="62008" y="101727"/>
                        <a:pt x="62674" y="101727"/>
                      </a:cubicBezTo>
                      <a:cubicBezTo>
                        <a:pt x="62865" y="101727"/>
                        <a:pt x="63817" y="102203"/>
                        <a:pt x="65437" y="103156"/>
                      </a:cubicBezTo>
                      <a:cubicBezTo>
                        <a:pt x="67056" y="104108"/>
                        <a:pt x="68294" y="104584"/>
                        <a:pt x="69151" y="104584"/>
                      </a:cubicBezTo>
                      <a:cubicBezTo>
                        <a:pt x="68104" y="112395"/>
                        <a:pt x="65056" y="117920"/>
                        <a:pt x="60007" y="121158"/>
                      </a:cubicBezTo>
                      <a:cubicBezTo>
                        <a:pt x="64770" y="121158"/>
                        <a:pt x="67723" y="123634"/>
                        <a:pt x="68866" y="128683"/>
                      </a:cubicBezTo>
                      <a:cubicBezTo>
                        <a:pt x="69056" y="129921"/>
                        <a:pt x="69151" y="134493"/>
                        <a:pt x="69151" y="142304"/>
                      </a:cubicBezTo>
                      <a:lnTo>
                        <a:pt x="65246" y="142304"/>
                      </a:lnTo>
                      <a:cubicBezTo>
                        <a:pt x="64579" y="142780"/>
                        <a:pt x="64294" y="143161"/>
                        <a:pt x="64294" y="143637"/>
                      </a:cubicBezTo>
                      <a:cubicBezTo>
                        <a:pt x="64294" y="144304"/>
                        <a:pt x="64579" y="145066"/>
                        <a:pt x="65246" y="145923"/>
                      </a:cubicBezTo>
                      <a:cubicBezTo>
                        <a:pt x="65817" y="146780"/>
                        <a:pt x="66294" y="147352"/>
                        <a:pt x="66484" y="147542"/>
                      </a:cubicBezTo>
                      <a:cubicBezTo>
                        <a:pt x="67151" y="147542"/>
                        <a:pt x="68389" y="146685"/>
                        <a:pt x="70009" y="144971"/>
                      </a:cubicBezTo>
                      <a:lnTo>
                        <a:pt x="67723" y="192500"/>
                      </a:lnTo>
                      <a:cubicBezTo>
                        <a:pt x="56007" y="196025"/>
                        <a:pt x="45910" y="197644"/>
                        <a:pt x="37433" y="197644"/>
                      </a:cubicBezTo>
                      <a:cubicBezTo>
                        <a:pt x="30956" y="197644"/>
                        <a:pt x="24670" y="196787"/>
                        <a:pt x="18574" y="195072"/>
                      </a:cubicBezTo>
                      <a:cubicBezTo>
                        <a:pt x="15335" y="188595"/>
                        <a:pt x="13716" y="179737"/>
                        <a:pt x="13716" y="168688"/>
                      </a:cubicBezTo>
                      <a:lnTo>
                        <a:pt x="13716" y="153353"/>
                      </a:lnTo>
                      <a:cubicBezTo>
                        <a:pt x="13716" y="145351"/>
                        <a:pt x="12954" y="138779"/>
                        <a:pt x="11430" y="133826"/>
                      </a:cubicBezTo>
                      <a:cubicBezTo>
                        <a:pt x="13335" y="128588"/>
                        <a:pt x="14383" y="121349"/>
                        <a:pt x="14383" y="112014"/>
                      </a:cubicBezTo>
                      <a:cubicBezTo>
                        <a:pt x="14097" y="100965"/>
                        <a:pt x="14383" y="93536"/>
                        <a:pt x="14954" y="89916"/>
                      </a:cubicBezTo>
                      <a:lnTo>
                        <a:pt x="18478" y="89916"/>
                      </a:lnTo>
                      <a:cubicBezTo>
                        <a:pt x="15907" y="88201"/>
                        <a:pt x="14478" y="85249"/>
                        <a:pt x="14192" y="81153"/>
                      </a:cubicBezTo>
                      <a:cubicBezTo>
                        <a:pt x="13811" y="77057"/>
                        <a:pt x="13621" y="73152"/>
                        <a:pt x="13335" y="69437"/>
                      </a:cubicBezTo>
                      <a:lnTo>
                        <a:pt x="6191" y="69437"/>
                      </a:lnTo>
                      <a:lnTo>
                        <a:pt x="14954" y="66770"/>
                      </a:lnTo>
                      <a:cubicBezTo>
                        <a:pt x="13430" y="63341"/>
                        <a:pt x="13144" y="58483"/>
                        <a:pt x="14192" y="52292"/>
                      </a:cubicBezTo>
                      <a:cubicBezTo>
                        <a:pt x="15145" y="46101"/>
                        <a:pt x="14573" y="41338"/>
                        <a:pt x="12382" y="37814"/>
                      </a:cubicBezTo>
                      <a:cubicBezTo>
                        <a:pt x="13049" y="37814"/>
                        <a:pt x="13906" y="37243"/>
                        <a:pt x="14954" y="36195"/>
                      </a:cubicBezTo>
                      <a:cubicBezTo>
                        <a:pt x="16002" y="35147"/>
                        <a:pt x="16859" y="34480"/>
                        <a:pt x="17526" y="34195"/>
                      </a:cubicBezTo>
                      <a:cubicBezTo>
                        <a:pt x="16002" y="33338"/>
                        <a:pt x="15240" y="32290"/>
                        <a:pt x="15240" y="30956"/>
                      </a:cubicBezTo>
                      <a:cubicBezTo>
                        <a:pt x="15240" y="29908"/>
                        <a:pt x="15907" y="28766"/>
                        <a:pt x="17145" y="27718"/>
                      </a:cubicBezTo>
                      <a:cubicBezTo>
                        <a:pt x="18383" y="26670"/>
                        <a:pt x="23146" y="25908"/>
                        <a:pt x="31147" y="25432"/>
                      </a:cubicBezTo>
                      <a:cubicBezTo>
                        <a:pt x="35052" y="25432"/>
                        <a:pt x="37909" y="24575"/>
                        <a:pt x="39909" y="22765"/>
                      </a:cubicBezTo>
                      <a:cubicBezTo>
                        <a:pt x="40957" y="24765"/>
                        <a:pt x="42577" y="25717"/>
                        <a:pt x="44863" y="25717"/>
                      </a:cubicBezTo>
                      <a:cubicBezTo>
                        <a:pt x="45244" y="25717"/>
                        <a:pt x="48387" y="25146"/>
                        <a:pt x="54292" y="24098"/>
                      </a:cubicBezTo>
                      <a:cubicBezTo>
                        <a:pt x="58388" y="23050"/>
                        <a:pt x="61531" y="23050"/>
                        <a:pt x="63722" y="24098"/>
                      </a:cubicBezTo>
                      <a:cubicBezTo>
                        <a:pt x="64579" y="23908"/>
                        <a:pt x="65056" y="23146"/>
                        <a:pt x="65056" y="22003"/>
                      </a:cubicBezTo>
                      <a:cubicBezTo>
                        <a:pt x="65056" y="20860"/>
                        <a:pt x="65341" y="20193"/>
                        <a:pt x="66008" y="20193"/>
                      </a:cubicBezTo>
                      <a:cubicBezTo>
                        <a:pt x="66389" y="20193"/>
                        <a:pt x="66961" y="20383"/>
                        <a:pt x="67627" y="20479"/>
                      </a:cubicBezTo>
                      <a:cubicBezTo>
                        <a:pt x="67627" y="23813"/>
                        <a:pt x="68008" y="28194"/>
                        <a:pt x="68961" y="33909"/>
                      </a:cubicBezTo>
                      <a:cubicBezTo>
                        <a:pt x="69818" y="39529"/>
                        <a:pt x="70199" y="43625"/>
                        <a:pt x="70199" y="46292"/>
                      </a:cubicBezTo>
                      <a:cubicBezTo>
                        <a:pt x="70199" y="51530"/>
                        <a:pt x="68961" y="56293"/>
                        <a:pt x="66294" y="60579"/>
                      </a:cubicBezTo>
                      <a:cubicBezTo>
                        <a:pt x="69056" y="64961"/>
                        <a:pt x="70485" y="70009"/>
                        <a:pt x="70485" y="75914"/>
                      </a:cubicBezTo>
                      <a:cubicBezTo>
                        <a:pt x="70485" y="74200"/>
                        <a:pt x="70009" y="80105"/>
                        <a:pt x="68866" y="93536"/>
                      </a:cubicBezTo>
                      <a:cubicBezTo>
                        <a:pt x="68294" y="92488"/>
                        <a:pt x="67342" y="91916"/>
                        <a:pt x="66294" y="91916"/>
                      </a:cubicBezTo>
                      <a:close/>
                      <a:moveTo>
                        <a:pt x="25432" y="52197"/>
                      </a:moveTo>
                      <a:lnTo>
                        <a:pt x="28003" y="44291"/>
                      </a:lnTo>
                      <a:cubicBezTo>
                        <a:pt x="26765" y="43815"/>
                        <a:pt x="25527" y="44196"/>
                        <a:pt x="24384" y="45339"/>
                      </a:cubicBezTo>
                      <a:cubicBezTo>
                        <a:pt x="22669" y="46863"/>
                        <a:pt x="21622" y="47720"/>
                        <a:pt x="21431" y="47911"/>
                      </a:cubicBezTo>
                      <a:lnTo>
                        <a:pt x="25336" y="52197"/>
                      </a:lnTo>
                      <a:close/>
                      <a:moveTo>
                        <a:pt x="40386" y="100679"/>
                      </a:moveTo>
                      <a:cubicBezTo>
                        <a:pt x="40386" y="98488"/>
                        <a:pt x="40672" y="97346"/>
                        <a:pt x="41338" y="97060"/>
                      </a:cubicBezTo>
                      <a:lnTo>
                        <a:pt x="34099" y="94488"/>
                      </a:lnTo>
                      <a:cubicBezTo>
                        <a:pt x="34099" y="95536"/>
                        <a:pt x="34957" y="96393"/>
                        <a:pt x="36576" y="97060"/>
                      </a:cubicBezTo>
                      <a:cubicBezTo>
                        <a:pt x="38195" y="97726"/>
                        <a:pt x="38957" y="98203"/>
                        <a:pt x="38957" y="98679"/>
                      </a:cubicBezTo>
                      <a:cubicBezTo>
                        <a:pt x="38957" y="99346"/>
                        <a:pt x="38576" y="99917"/>
                        <a:pt x="37624" y="100679"/>
                      </a:cubicBezTo>
                      <a:lnTo>
                        <a:pt x="40291" y="100679"/>
                      </a:lnTo>
                      <a:close/>
                      <a:moveTo>
                        <a:pt x="48863" y="122777"/>
                      </a:moveTo>
                      <a:lnTo>
                        <a:pt x="42958" y="123444"/>
                      </a:lnTo>
                      <a:cubicBezTo>
                        <a:pt x="46196" y="123444"/>
                        <a:pt x="48101" y="123158"/>
                        <a:pt x="48863" y="122777"/>
                      </a:cubicBezTo>
                      <a:lnTo>
                        <a:pt x="56674" y="122396"/>
                      </a:lnTo>
                      <a:lnTo>
                        <a:pt x="49911" y="118777"/>
                      </a:lnTo>
                      <a:lnTo>
                        <a:pt x="49911" y="118110"/>
                      </a:lnTo>
                      <a:lnTo>
                        <a:pt x="51530" y="115824"/>
                      </a:lnTo>
                      <a:lnTo>
                        <a:pt x="49625" y="115824"/>
                      </a:lnTo>
                      <a:lnTo>
                        <a:pt x="50006" y="118110"/>
                      </a:lnTo>
                      <a:lnTo>
                        <a:pt x="49625" y="118491"/>
                      </a:lnTo>
                      <a:lnTo>
                        <a:pt x="50006" y="118777"/>
                      </a:lnTo>
                      <a:lnTo>
                        <a:pt x="50673" y="121063"/>
                      </a:lnTo>
                      <a:cubicBezTo>
                        <a:pt x="50387" y="121729"/>
                        <a:pt x="49911" y="122206"/>
                        <a:pt x="49054" y="122682"/>
                      </a:cubicBezTo>
                      <a:close/>
                      <a:moveTo>
                        <a:pt x="53054" y="0"/>
                      </a:moveTo>
                      <a:lnTo>
                        <a:pt x="53054" y="3905"/>
                      </a:lnTo>
                      <a:lnTo>
                        <a:pt x="51435" y="0"/>
                      </a:lnTo>
                      <a:lnTo>
                        <a:pt x="53054" y="0"/>
                      </a:lnTo>
                      <a:close/>
                      <a:moveTo>
                        <a:pt x="58674" y="106108"/>
                      </a:moveTo>
                      <a:cubicBezTo>
                        <a:pt x="58674" y="106108"/>
                        <a:pt x="58102" y="105346"/>
                        <a:pt x="57626" y="104489"/>
                      </a:cubicBezTo>
                      <a:lnTo>
                        <a:pt x="58674" y="106108"/>
                      </a:lnTo>
                      <a:close/>
                      <a:moveTo>
                        <a:pt x="79153" y="5525"/>
                      </a:moveTo>
                      <a:lnTo>
                        <a:pt x="83058" y="5525"/>
                      </a:lnTo>
                      <a:lnTo>
                        <a:pt x="81820" y="8096"/>
                      </a:lnTo>
                      <a:lnTo>
                        <a:pt x="79153" y="8096"/>
                      </a:lnTo>
                      <a:lnTo>
                        <a:pt x="79153" y="5525"/>
                      </a:lnTo>
                      <a:close/>
                      <a:moveTo>
                        <a:pt x="91821" y="18859"/>
                      </a:moveTo>
                      <a:lnTo>
                        <a:pt x="97059" y="25432"/>
                      </a:lnTo>
                      <a:cubicBezTo>
                        <a:pt x="91726" y="25622"/>
                        <a:pt x="88773" y="22574"/>
                        <a:pt x="88297" y="16288"/>
                      </a:cubicBezTo>
                      <a:lnTo>
                        <a:pt x="95440" y="16288"/>
                      </a:lnTo>
                      <a:lnTo>
                        <a:pt x="91821" y="18859"/>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 name="Google Shape;934;p99"/>
                <p:cNvSpPr/>
                <p:nvPr/>
              </p:nvSpPr>
              <p:spPr>
                <a:xfrm>
                  <a:off x="5205412" y="1917573"/>
                  <a:ext cx="144684" cy="174908"/>
                </a:xfrm>
                <a:custGeom>
                  <a:avLst/>
                  <a:gdLst/>
                  <a:ahLst/>
                  <a:cxnLst/>
                  <a:rect l="l" t="t" r="r" b="b"/>
                  <a:pathLst>
                    <a:path w="144684" h="174908" extrusionOk="0">
                      <a:moveTo>
                        <a:pt x="144399" y="17050"/>
                      </a:moveTo>
                      <a:cubicBezTo>
                        <a:pt x="143351" y="20669"/>
                        <a:pt x="142780" y="24860"/>
                        <a:pt x="142780" y="29432"/>
                      </a:cubicBezTo>
                      <a:cubicBezTo>
                        <a:pt x="142780" y="32480"/>
                        <a:pt x="143065" y="36957"/>
                        <a:pt x="143732" y="42958"/>
                      </a:cubicBezTo>
                      <a:cubicBezTo>
                        <a:pt x="144304" y="48958"/>
                        <a:pt x="144685" y="53340"/>
                        <a:pt x="144685" y="56102"/>
                      </a:cubicBezTo>
                      <a:cubicBezTo>
                        <a:pt x="144685" y="58293"/>
                        <a:pt x="144589" y="60388"/>
                        <a:pt x="144304" y="62293"/>
                      </a:cubicBezTo>
                      <a:lnTo>
                        <a:pt x="142685" y="166783"/>
                      </a:lnTo>
                      <a:cubicBezTo>
                        <a:pt x="139637" y="170307"/>
                        <a:pt x="134398" y="172307"/>
                        <a:pt x="127063" y="172974"/>
                      </a:cubicBezTo>
                      <a:cubicBezTo>
                        <a:pt x="120777" y="173641"/>
                        <a:pt x="114586" y="174307"/>
                        <a:pt x="108490" y="174879"/>
                      </a:cubicBezTo>
                      <a:cubicBezTo>
                        <a:pt x="101822" y="175260"/>
                        <a:pt x="97727" y="171926"/>
                        <a:pt x="96203" y="164497"/>
                      </a:cubicBezTo>
                      <a:cubicBezTo>
                        <a:pt x="94297" y="156019"/>
                        <a:pt x="91345" y="151066"/>
                        <a:pt x="87439" y="149542"/>
                      </a:cubicBezTo>
                      <a:cubicBezTo>
                        <a:pt x="87725" y="147352"/>
                        <a:pt x="86582" y="144970"/>
                        <a:pt x="84011" y="142208"/>
                      </a:cubicBezTo>
                      <a:cubicBezTo>
                        <a:pt x="81439" y="139446"/>
                        <a:pt x="80201" y="137350"/>
                        <a:pt x="80201" y="135826"/>
                      </a:cubicBezTo>
                      <a:cubicBezTo>
                        <a:pt x="80201" y="134969"/>
                        <a:pt x="80581" y="134112"/>
                        <a:pt x="81153" y="133255"/>
                      </a:cubicBezTo>
                      <a:cubicBezTo>
                        <a:pt x="76581" y="133731"/>
                        <a:pt x="73914" y="132207"/>
                        <a:pt x="73057" y="128873"/>
                      </a:cubicBezTo>
                      <a:cubicBezTo>
                        <a:pt x="72199" y="125444"/>
                        <a:pt x="71342" y="122206"/>
                        <a:pt x="70485" y="118967"/>
                      </a:cubicBezTo>
                      <a:cubicBezTo>
                        <a:pt x="72009" y="120205"/>
                        <a:pt x="74390" y="120491"/>
                        <a:pt x="77629" y="119539"/>
                      </a:cubicBezTo>
                      <a:cubicBezTo>
                        <a:pt x="80867" y="118681"/>
                        <a:pt x="83248" y="119348"/>
                        <a:pt x="84772" y="121539"/>
                      </a:cubicBezTo>
                      <a:cubicBezTo>
                        <a:pt x="85154" y="118491"/>
                        <a:pt x="84011" y="115538"/>
                        <a:pt x="81248" y="112681"/>
                      </a:cubicBezTo>
                      <a:cubicBezTo>
                        <a:pt x="80201" y="112966"/>
                        <a:pt x="78486" y="113633"/>
                        <a:pt x="76200" y="114776"/>
                      </a:cubicBezTo>
                      <a:cubicBezTo>
                        <a:pt x="73914" y="115919"/>
                        <a:pt x="72104" y="116586"/>
                        <a:pt x="70866" y="116586"/>
                      </a:cubicBezTo>
                      <a:cubicBezTo>
                        <a:pt x="69628" y="116586"/>
                        <a:pt x="68294" y="116205"/>
                        <a:pt x="66961" y="115252"/>
                      </a:cubicBezTo>
                      <a:cubicBezTo>
                        <a:pt x="64008" y="113728"/>
                        <a:pt x="61436" y="110299"/>
                        <a:pt x="59531" y="104775"/>
                      </a:cubicBezTo>
                      <a:cubicBezTo>
                        <a:pt x="57531" y="99346"/>
                        <a:pt x="55436" y="96107"/>
                        <a:pt x="53340" y="95059"/>
                      </a:cubicBezTo>
                      <a:cubicBezTo>
                        <a:pt x="52006" y="94202"/>
                        <a:pt x="51054" y="92011"/>
                        <a:pt x="50387" y="88582"/>
                      </a:cubicBezTo>
                      <a:cubicBezTo>
                        <a:pt x="50006" y="86011"/>
                        <a:pt x="48387" y="84868"/>
                        <a:pt x="45529" y="85344"/>
                      </a:cubicBezTo>
                      <a:lnTo>
                        <a:pt x="41624" y="95155"/>
                      </a:lnTo>
                      <a:cubicBezTo>
                        <a:pt x="42863" y="105346"/>
                        <a:pt x="43244" y="117634"/>
                        <a:pt x="42577" y="131921"/>
                      </a:cubicBezTo>
                      <a:cubicBezTo>
                        <a:pt x="42005" y="152114"/>
                        <a:pt x="41624" y="163735"/>
                        <a:pt x="41624" y="166688"/>
                      </a:cubicBezTo>
                      <a:cubicBezTo>
                        <a:pt x="38100" y="171259"/>
                        <a:pt x="33528" y="173545"/>
                        <a:pt x="27908" y="173545"/>
                      </a:cubicBezTo>
                      <a:cubicBezTo>
                        <a:pt x="26194" y="173545"/>
                        <a:pt x="23622" y="173260"/>
                        <a:pt x="20003" y="172688"/>
                      </a:cubicBezTo>
                      <a:cubicBezTo>
                        <a:pt x="16383" y="172117"/>
                        <a:pt x="13716" y="171831"/>
                        <a:pt x="12002" y="171831"/>
                      </a:cubicBezTo>
                      <a:cubicBezTo>
                        <a:pt x="10668" y="171831"/>
                        <a:pt x="9430" y="171926"/>
                        <a:pt x="8096" y="172117"/>
                      </a:cubicBezTo>
                      <a:lnTo>
                        <a:pt x="2953" y="162973"/>
                      </a:lnTo>
                      <a:cubicBezTo>
                        <a:pt x="2953" y="164497"/>
                        <a:pt x="2857" y="155829"/>
                        <a:pt x="2667" y="136969"/>
                      </a:cubicBezTo>
                      <a:cubicBezTo>
                        <a:pt x="2477" y="125920"/>
                        <a:pt x="3810" y="117443"/>
                        <a:pt x="6572" y="111633"/>
                      </a:cubicBezTo>
                      <a:cubicBezTo>
                        <a:pt x="3810" y="105537"/>
                        <a:pt x="2477" y="97822"/>
                        <a:pt x="2667" y="88487"/>
                      </a:cubicBezTo>
                      <a:cubicBezTo>
                        <a:pt x="2667" y="70294"/>
                        <a:pt x="2762" y="62293"/>
                        <a:pt x="2953" y="64675"/>
                      </a:cubicBezTo>
                      <a:lnTo>
                        <a:pt x="3905" y="64675"/>
                      </a:lnTo>
                      <a:cubicBezTo>
                        <a:pt x="4286" y="62960"/>
                        <a:pt x="3810" y="60198"/>
                        <a:pt x="2286" y="56578"/>
                      </a:cubicBezTo>
                      <a:cubicBezTo>
                        <a:pt x="762" y="52864"/>
                        <a:pt x="0" y="50197"/>
                        <a:pt x="0" y="48482"/>
                      </a:cubicBezTo>
                      <a:cubicBezTo>
                        <a:pt x="0" y="45910"/>
                        <a:pt x="1334" y="43720"/>
                        <a:pt x="3905" y="42005"/>
                      </a:cubicBezTo>
                      <a:lnTo>
                        <a:pt x="3905" y="9430"/>
                      </a:lnTo>
                      <a:cubicBezTo>
                        <a:pt x="5620" y="9620"/>
                        <a:pt x="7715" y="9144"/>
                        <a:pt x="10001" y="7810"/>
                      </a:cubicBezTo>
                      <a:lnTo>
                        <a:pt x="10001" y="5239"/>
                      </a:lnTo>
                      <a:cubicBezTo>
                        <a:pt x="10001" y="5239"/>
                        <a:pt x="12382" y="6572"/>
                        <a:pt x="15907" y="8477"/>
                      </a:cubicBezTo>
                      <a:cubicBezTo>
                        <a:pt x="18574" y="10001"/>
                        <a:pt x="20574" y="10763"/>
                        <a:pt x="22098" y="10763"/>
                      </a:cubicBezTo>
                      <a:cubicBezTo>
                        <a:pt x="23431" y="10763"/>
                        <a:pt x="24384" y="10287"/>
                        <a:pt x="25337" y="9525"/>
                      </a:cubicBezTo>
                      <a:lnTo>
                        <a:pt x="20098" y="4286"/>
                      </a:lnTo>
                      <a:cubicBezTo>
                        <a:pt x="20955" y="4096"/>
                        <a:pt x="22384" y="4096"/>
                        <a:pt x="24384" y="4286"/>
                      </a:cubicBezTo>
                      <a:lnTo>
                        <a:pt x="24384" y="0"/>
                      </a:lnTo>
                      <a:cubicBezTo>
                        <a:pt x="38862" y="857"/>
                        <a:pt x="48578" y="5143"/>
                        <a:pt x="53340" y="12763"/>
                      </a:cubicBezTo>
                      <a:cubicBezTo>
                        <a:pt x="55340" y="21241"/>
                        <a:pt x="58579" y="27718"/>
                        <a:pt x="63341" y="32004"/>
                      </a:cubicBezTo>
                      <a:cubicBezTo>
                        <a:pt x="63151" y="33718"/>
                        <a:pt x="64198" y="35528"/>
                        <a:pt x="66485" y="37243"/>
                      </a:cubicBezTo>
                      <a:cubicBezTo>
                        <a:pt x="68771" y="38957"/>
                        <a:pt x="70104" y="40195"/>
                        <a:pt x="70580" y="40862"/>
                      </a:cubicBezTo>
                      <a:lnTo>
                        <a:pt x="68580" y="42767"/>
                      </a:lnTo>
                      <a:cubicBezTo>
                        <a:pt x="70580" y="44291"/>
                        <a:pt x="72485" y="47053"/>
                        <a:pt x="74486" y="50959"/>
                      </a:cubicBezTo>
                      <a:cubicBezTo>
                        <a:pt x="76390" y="54864"/>
                        <a:pt x="78105" y="57245"/>
                        <a:pt x="79629" y="58102"/>
                      </a:cubicBezTo>
                      <a:cubicBezTo>
                        <a:pt x="83153" y="64198"/>
                        <a:pt x="88202" y="73533"/>
                        <a:pt x="94964" y="86201"/>
                      </a:cubicBezTo>
                      <a:cubicBezTo>
                        <a:pt x="93631" y="85725"/>
                        <a:pt x="91916" y="86106"/>
                        <a:pt x="89726" y="87154"/>
                      </a:cubicBezTo>
                      <a:cubicBezTo>
                        <a:pt x="90583" y="87344"/>
                        <a:pt x="92012" y="87820"/>
                        <a:pt x="94012" y="88678"/>
                      </a:cubicBezTo>
                      <a:cubicBezTo>
                        <a:pt x="95917" y="89440"/>
                        <a:pt x="97346" y="89821"/>
                        <a:pt x="98203" y="89821"/>
                      </a:cubicBezTo>
                      <a:cubicBezTo>
                        <a:pt x="99917" y="89821"/>
                        <a:pt x="101251" y="88963"/>
                        <a:pt x="102108" y="87154"/>
                      </a:cubicBezTo>
                      <a:cubicBezTo>
                        <a:pt x="101918" y="68294"/>
                        <a:pt x="102394" y="39719"/>
                        <a:pt x="103727" y="1619"/>
                      </a:cubicBezTo>
                      <a:lnTo>
                        <a:pt x="141827" y="1619"/>
                      </a:lnTo>
                      <a:cubicBezTo>
                        <a:pt x="142494" y="2667"/>
                        <a:pt x="142780" y="4572"/>
                        <a:pt x="142780" y="7144"/>
                      </a:cubicBezTo>
                      <a:cubicBezTo>
                        <a:pt x="142494" y="10382"/>
                        <a:pt x="142494" y="12382"/>
                        <a:pt x="142780" y="13049"/>
                      </a:cubicBezTo>
                      <a:lnTo>
                        <a:pt x="139160" y="15621"/>
                      </a:lnTo>
                      <a:cubicBezTo>
                        <a:pt x="139637" y="16478"/>
                        <a:pt x="140303" y="16954"/>
                        <a:pt x="141446" y="16954"/>
                      </a:cubicBezTo>
                      <a:lnTo>
                        <a:pt x="144304" y="16954"/>
                      </a:lnTo>
                      <a:close/>
                      <a:moveTo>
                        <a:pt x="20098" y="4381"/>
                      </a:moveTo>
                      <a:cubicBezTo>
                        <a:pt x="20098" y="4381"/>
                        <a:pt x="19336" y="3524"/>
                        <a:pt x="19145" y="3048"/>
                      </a:cubicBezTo>
                      <a:lnTo>
                        <a:pt x="20098" y="4381"/>
                      </a:lnTo>
                      <a:close/>
                      <a:moveTo>
                        <a:pt x="65913" y="48673"/>
                      </a:moveTo>
                      <a:cubicBezTo>
                        <a:pt x="67056" y="47815"/>
                        <a:pt x="67342" y="46672"/>
                        <a:pt x="66961" y="45434"/>
                      </a:cubicBezTo>
                      <a:lnTo>
                        <a:pt x="65722" y="43434"/>
                      </a:lnTo>
                      <a:lnTo>
                        <a:pt x="66008" y="43148"/>
                      </a:lnTo>
                      <a:lnTo>
                        <a:pt x="65722" y="43434"/>
                      </a:lnTo>
                      <a:lnTo>
                        <a:pt x="63437" y="46101"/>
                      </a:lnTo>
                      <a:lnTo>
                        <a:pt x="66008" y="48673"/>
                      </a:lnTo>
                      <a:close/>
                      <a:moveTo>
                        <a:pt x="91059" y="114395"/>
                      </a:moveTo>
                      <a:lnTo>
                        <a:pt x="100203" y="118967"/>
                      </a:lnTo>
                      <a:cubicBezTo>
                        <a:pt x="100203" y="118967"/>
                        <a:pt x="100870" y="118491"/>
                        <a:pt x="101632" y="118300"/>
                      </a:cubicBezTo>
                      <a:cubicBezTo>
                        <a:pt x="102394" y="118110"/>
                        <a:pt x="103061" y="117634"/>
                        <a:pt x="103727" y="116967"/>
                      </a:cubicBezTo>
                      <a:cubicBezTo>
                        <a:pt x="102584" y="116776"/>
                        <a:pt x="101918" y="117062"/>
                        <a:pt x="101441" y="117919"/>
                      </a:cubicBezTo>
                      <a:cubicBezTo>
                        <a:pt x="100774" y="117919"/>
                        <a:pt x="97346" y="116681"/>
                        <a:pt x="91059" y="114300"/>
                      </a:cubicBezTo>
                      <a:close/>
                      <a:moveTo>
                        <a:pt x="108013" y="126492"/>
                      </a:moveTo>
                      <a:lnTo>
                        <a:pt x="108585" y="127159"/>
                      </a:lnTo>
                      <a:cubicBezTo>
                        <a:pt x="108585" y="127159"/>
                        <a:pt x="108395" y="126682"/>
                        <a:pt x="108013" y="126492"/>
                      </a:cubicBezTo>
                      <a:cubicBezTo>
                        <a:pt x="106966" y="125825"/>
                        <a:pt x="105918" y="125539"/>
                        <a:pt x="105061" y="125539"/>
                      </a:cubicBezTo>
                      <a:cubicBezTo>
                        <a:pt x="103727" y="125539"/>
                        <a:pt x="101918" y="126301"/>
                        <a:pt x="99727" y="127825"/>
                      </a:cubicBezTo>
                      <a:cubicBezTo>
                        <a:pt x="97346" y="129349"/>
                        <a:pt x="95821" y="130302"/>
                        <a:pt x="94964" y="130778"/>
                      </a:cubicBezTo>
                      <a:lnTo>
                        <a:pt x="97536" y="133445"/>
                      </a:lnTo>
                      <a:cubicBezTo>
                        <a:pt x="99441" y="131445"/>
                        <a:pt x="100679" y="130588"/>
                        <a:pt x="101060" y="130778"/>
                      </a:cubicBezTo>
                      <a:cubicBezTo>
                        <a:pt x="101251" y="130778"/>
                        <a:pt x="101537" y="131064"/>
                        <a:pt x="102013" y="131826"/>
                      </a:cubicBezTo>
                      <a:cubicBezTo>
                        <a:pt x="101537" y="132397"/>
                        <a:pt x="101537" y="132969"/>
                        <a:pt x="102013" y="133445"/>
                      </a:cubicBezTo>
                      <a:cubicBezTo>
                        <a:pt x="102203" y="132588"/>
                        <a:pt x="102203" y="132016"/>
                        <a:pt x="102013" y="131826"/>
                      </a:cubicBezTo>
                      <a:cubicBezTo>
                        <a:pt x="103822" y="127921"/>
                        <a:pt x="105728" y="126111"/>
                        <a:pt x="107918" y="126587"/>
                      </a:cubicBezTo>
                      <a:close/>
                      <a:moveTo>
                        <a:pt x="124015" y="125539"/>
                      </a:moveTo>
                      <a:lnTo>
                        <a:pt x="116491" y="124587"/>
                      </a:lnTo>
                      <a:lnTo>
                        <a:pt x="120110" y="127159"/>
                      </a:lnTo>
                      <a:cubicBezTo>
                        <a:pt x="119634" y="128873"/>
                        <a:pt x="118967" y="129730"/>
                        <a:pt x="117824" y="129730"/>
                      </a:cubicBezTo>
                      <a:cubicBezTo>
                        <a:pt x="117157" y="129730"/>
                        <a:pt x="116205" y="129159"/>
                        <a:pt x="114871" y="128111"/>
                      </a:cubicBezTo>
                      <a:cubicBezTo>
                        <a:pt x="113633" y="127063"/>
                        <a:pt x="112871" y="126682"/>
                        <a:pt x="112871" y="127159"/>
                      </a:cubicBezTo>
                      <a:cubicBezTo>
                        <a:pt x="113538" y="129730"/>
                        <a:pt x="114776" y="131064"/>
                        <a:pt x="116396" y="131064"/>
                      </a:cubicBezTo>
                      <a:cubicBezTo>
                        <a:pt x="118777" y="131064"/>
                        <a:pt x="121253" y="129254"/>
                        <a:pt x="123920" y="125539"/>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 name="Google Shape;935;p99"/>
                <p:cNvSpPr/>
                <p:nvPr/>
              </p:nvSpPr>
              <p:spPr>
                <a:xfrm>
                  <a:off x="5373242" y="1917406"/>
                  <a:ext cx="142589" cy="173617"/>
                </a:xfrm>
                <a:custGeom>
                  <a:avLst/>
                  <a:gdLst/>
                  <a:ahLst/>
                  <a:cxnLst/>
                  <a:rect l="l" t="t" r="r" b="b"/>
                  <a:pathLst>
                    <a:path w="142589" h="173617" extrusionOk="0">
                      <a:moveTo>
                        <a:pt x="138970" y="834"/>
                      </a:moveTo>
                      <a:lnTo>
                        <a:pt x="142589" y="6072"/>
                      </a:lnTo>
                      <a:lnTo>
                        <a:pt x="139922" y="35314"/>
                      </a:lnTo>
                      <a:cubicBezTo>
                        <a:pt x="141065" y="35124"/>
                        <a:pt x="136684" y="35028"/>
                        <a:pt x="126968" y="35028"/>
                      </a:cubicBezTo>
                      <a:cubicBezTo>
                        <a:pt x="122396" y="35028"/>
                        <a:pt x="119444" y="36838"/>
                        <a:pt x="118205" y="40553"/>
                      </a:cubicBezTo>
                      <a:cubicBezTo>
                        <a:pt x="116681" y="37505"/>
                        <a:pt x="114110" y="35981"/>
                        <a:pt x="110680" y="35981"/>
                      </a:cubicBezTo>
                      <a:cubicBezTo>
                        <a:pt x="109156" y="35981"/>
                        <a:pt x="106966" y="36362"/>
                        <a:pt x="104108" y="36933"/>
                      </a:cubicBezTo>
                      <a:cubicBezTo>
                        <a:pt x="101251" y="37600"/>
                        <a:pt x="99251" y="37981"/>
                        <a:pt x="98012" y="37981"/>
                      </a:cubicBezTo>
                      <a:cubicBezTo>
                        <a:pt x="96012" y="43601"/>
                        <a:pt x="95060" y="50649"/>
                        <a:pt x="95060" y="59127"/>
                      </a:cubicBezTo>
                      <a:cubicBezTo>
                        <a:pt x="95060" y="61508"/>
                        <a:pt x="95060" y="65127"/>
                        <a:pt x="95441" y="69890"/>
                      </a:cubicBezTo>
                      <a:cubicBezTo>
                        <a:pt x="95631" y="74652"/>
                        <a:pt x="95726" y="78177"/>
                        <a:pt x="95726" y="80272"/>
                      </a:cubicBezTo>
                      <a:cubicBezTo>
                        <a:pt x="95726" y="86178"/>
                        <a:pt x="95250" y="91131"/>
                        <a:pt x="94393" y="95226"/>
                      </a:cubicBezTo>
                      <a:lnTo>
                        <a:pt x="88106" y="98846"/>
                      </a:lnTo>
                      <a:lnTo>
                        <a:pt x="89059" y="97893"/>
                      </a:lnTo>
                      <a:cubicBezTo>
                        <a:pt x="87344" y="96179"/>
                        <a:pt x="85535" y="95322"/>
                        <a:pt x="83534" y="95322"/>
                      </a:cubicBezTo>
                      <a:cubicBezTo>
                        <a:pt x="82010" y="95322"/>
                        <a:pt x="79629" y="96179"/>
                        <a:pt x="76391" y="97703"/>
                      </a:cubicBezTo>
                      <a:cubicBezTo>
                        <a:pt x="73152" y="99322"/>
                        <a:pt x="70676" y="100275"/>
                        <a:pt x="68866" y="100465"/>
                      </a:cubicBezTo>
                      <a:lnTo>
                        <a:pt x="68866" y="101513"/>
                      </a:lnTo>
                      <a:lnTo>
                        <a:pt x="80010" y="102465"/>
                      </a:lnTo>
                      <a:cubicBezTo>
                        <a:pt x="80010" y="102465"/>
                        <a:pt x="80867" y="104275"/>
                        <a:pt x="82582" y="106656"/>
                      </a:cubicBezTo>
                      <a:cubicBezTo>
                        <a:pt x="83439" y="105132"/>
                        <a:pt x="84011" y="104466"/>
                        <a:pt x="84201" y="104751"/>
                      </a:cubicBezTo>
                      <a:cubicBezTo>
                        <a:pt x="84582" y="104751"/>
                        <a:pt x="85344" y="105323"/>
                        <a:pt x="86487" y="106656"/>
                      </a:cubicBezTo>
                      <a:lnTo>
                        <a:pt x="89059" y="102465"/>
                      </a:lnTo>
                      <a:cubicBezTo>
                        <a:pt x="88678" y="103989"/>
                        <a:pt x="88392" y="105609"/>
                        <a:pt x="88392" y="107323"/>
                      </a:cubicBezTo>
                      <a:cubicBezTo>
                        <a:pt x="88392" y="110181"/>
                        <a:pt x="89535" y="113895"/>
                        <a:pt x="91630" y="118467"/>
                      </a:cubicBezTo>
                      <a:cubicBezTo>
                        <a:pt x="93821" y="123135"/>
                        <a:pt x="94869" y="126754"/>
                        <a:pt x="94869" y="129326"/>
                      </a:cubicBezTo>
                      <a:cubicBezTo>
                        <a:pt x="94869" y="132183"/>
                        <a:pt x="94107" y="134946"/>
                        <a:pt x="92583" y="137708"/>
                      </a:cubicBezTo>
                      <a:cubicBezTo>
                        <a:pt x="92583" y="138375"/>
                        <a:pt x="93059" y="141137"/>
                        <a:pt x="93917" y="146185"/>
                      </a:cubicBezTo>
                      <a:cubicBezTo>
                        <a:pt x="94583" y="150281"/>
                        <a:pt x="94869" y="153710"/>
                        <a:pt x="94869" y="156472"/>
                      </a:cubicBezTo>
                      <a:cubicBezTo>
                        <a:pt x="94869" y="164092"/>
                        <a:pt x="92583" y="169807"/>
                        <a:pt x="88011" y="173617"/>
                      </a:cubicBezTo>
                      <a:lnTo>
                        <a:pt x="53530" y="171998"/>
                      </a:lnTo>
                      <a:cubicBezTo>
                        <a:pt x="52673" y="165521"/>
                        <a:pt x="52197" y="157806"/>
                        <a:pt x="52197" y="148947"/>
                      </a:cubicBezTo>
                      <a:cubicBezTo>
                        <a:pt x="52197" y="142470"/>
                        <a:pt x="52673" y="130755"/>
                        <a:pt x="53530" y="113895"/>
                      </a:cubicBezTo>
                      <a:cubicBezTo>
                        <a:pt x="54388" y="98084"/>
                        <a:pt x="54769" y="85701"/>
                        <a:pt x="54483" y="76843"/>
                      </a:cubicBezTo>
                      <a:cubicBezTo>
                        <a:pt x="53626" y="72938"/>
                        <a:pt x="53340" y="66556"/>
                        <a:pt x="53530" y="57698"/>
                      </a:cubicBezTo>
                      <a:cubicBezTo>
                        <a:pt x="53530" y="49506"/>
                        <a:pt x="53054" y="43220"/>
                        <a:pt x="51911" y="38838"/>
                      </a:cubicBezTo>
                      <a:cubicBezTo>
                        <a:pt x="47625" y="37505"/>
                        <a:pt x="42958" y="36743"/>
                        <a:pt x="38005" y="36552"/>
                      </a:cubicBezTo>
                      <a:cubicBezTo>
                        <a:pt x="34766" y="36362"/>
                        <a:pt x="30099" y="36362"/>
                        <a:pt x="24003" y="36552"/>
                      </a:cubicBezTo>
                      <a:cubicBezTo>
                        <a:pt x="17240" y="36743"/>
                        <a:pt x="12287" y="36838"/>
                        <a:pt x="9049" y="36838"/>
                      </a:cubicBezTo>
                      <a:cubicBezTo>
                        <a:pt x="4763" y="35314"/>
                        <a:pt x="2191" y="32361"/>
                        <a:pt x="1619" y="27789"/>
                      </a:cubicBezTo>
                      <a:cubicBezTo>
                        <a:pt x="667" y="21598"/>
                        <a:pt x="191" y="18169"/>
                        <a:pt x="0" y="17788"/>
                      </a:cubicBezTo>
                      <a:cubicBezTo>
                        <a:pt x="286" y="13883"/>
                        <a:pt x="476" y="9882"/>
                        <a:pt x="857" y="5691"/>
                      </a:cubicBezTo>
                      <a:cubicBezTo>
                        <a:pt x="1143" y="1500"/>
                        <a:pt x="4001" y="-405"/>
                        <a:pt x="9144" y="72"/>
                      </a:cubicBezTo>
                      <a:cubicBezTo>
                        <a:pt x="24955" y="929"/>
                        <a:pt x="46577" y="1214"/>
                        <a:pt x="73914" y="738"/>
                      </a:cubicBezTo>
                      <a:cubicBezTo>
                        <a:pt x="103251" y="72"/>
                        <a:pt x="124873" y="72"/>
                        <a:pt x="139065" y="738"/>
                      </a:cubicBezTo>
                      <a:close/>
                      <a:moveTo>
                        <a:pt x="138970" y="64270"/>
                      </a:moveTo>
                      <a:lnTo>
                        <a:pt x="137351" y="58079"/>
                      </a:lnTo>
                      <a:lnTo>
                        <a:pt x="138970" y="58079"/>
                      </a:lnTo>
                      <a:lnTo>
                        <a:pt x="138970" y="64270"/>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 name="Google Shape;936;p99"/>
                <p:cNvSpPr/>
                <p:nvPr/>
              </p:nvSpPr>
              <p:spPr>
                <a:xfrm>
                  <a:off x="5528976" y="1917763"/>
                  <a:ext cx="158115" cy="174783"/>
                </a:xfrm>
                <a:custGeom>
                  <a:avLst/>
                  <a:gdLst/>
                  <a:ahLst/>
                  <a:cxnLst/>
                  <a:rect l="l" t="t" r="r" b="b"/>
                  <a:pathLst>
                    <a:path w="158115" h="174783" extrusionOk="0">
                      <a:moveTo>
                        <a:pt x="140779" y="2477"/>
                      </a:moveTo>
                      <a:cubicBezTo>
                        <a:pt x="142494" y="9906"/>
                        <a:pt x="143351" y="14669"/>
                        <a:pt x="143351" y="16859"/>
                      </a:cubicBezTo>
                      <a:cubicBezTo>
                        <a:pt x="143351" y="21622"/>
                        <a:pt x="141637" y="25717"/>
                        <a:pt x="138208" y="29242"/>
                      </a:cubicBezTo>
                      <a:lnTo>
                        <a:pt x="142780" y="30194"/>
                      </a:lnTo>
                      <a:cubicBezTo>
                        <a:pt x="138874" y="32575"/>
                        <a:pt x="136207" y="33814"/>
                        <a:pt x="134683" y="33814"/>
                      </a:cubicBezTo>
                      <a:cubicBezTo>
                        <a:pt x="132969" y="33814"/>
                        <a:pt x="131540" y="32957"/>
                        <a:pt x="130397" y="31242"/>
                      </a:cubicBezTo>
                      <a:lnTo>
                        <a:pt x="48387" y="32861"/>
                      </a:lnTo>
                      <a:cubicBezTo>
                        <a:pt x="48863" y="34576"/>
                        <a:pt x="49054" y="36386"/>
                        <a:pt x="49054" y="38386"/>
                      </a:cubicBezTo>
                      <a:cubicBezTo>
                        <a:pt x="49054" y="40577"/>
                        <a:pt x="48578" y="44006"/>
                        <a:pt x="47625" y="48578"/>
                      </a:cubicBezTo>
                      <a:cubicBezTo>
                        <a:pt x="46672" y="53245"/>
                        <a:pt x="46196" y="56769"/>
                        <a:pt x="46196" y="59150"/>
                      </a:cubicBezTo>
                      <a:cubicBezTo>
                        <a:pt x="46196" y="61722"/>
                        <a:pt x="46577" y="64199"/>
                        <a:pt x="47435" y="66675"/>
                      </a:cubicBezTo>
                      <a:cubicBezTo>
                        <a:pt x="51340" y="69247"/>
                        <a:pt x="56769" y="70580"/>
                        <a:pt x="63722" y="70580"/>
                      </a:cubicBezTo>
                      <a:cubicBezTo>
                        <a:pt x="69532" y="70580"/>
                        <a:pt x="75533" y="69723"/>
                        <a:pt x="81629" y="68008"/>
                      </a:cubicBezTo>
                      <a:lnTo>
                        <a:pt x="80010" y="68008"/>
                      </a:lnTo>
                      <a:lnTo>
                        <a:pt x="80010" y="64103"/>
                      </a:lnTo>
                      <a:lnTo>
                        <a:pt x="81629" y="64103"/>
                      </a:lnTo>
                      <a:cubicBezTo>
                        <a:pt x="81439" y="64770"/>
                        <a:pt x="81248" y="65342"/>
                        <a:pt x="81248" y="65723"/>
                      </a:cubicBezTo>
                      <a:cubicBezTo>
                        <a:pt x="81248" y="66866"/>
                        <a:pt x="81820" y="67723"/>
                        <a:pt x="82868" y="68485"/>
                      </a:cubicBezTo>
                      <a:cubicBezTo>
                        <a:pt x="84011" y="69247"/>
                        <a:pt x="85058" y="69913"/>
                        <a:pt x="86106" y="70580"/>
                      </a:cubicBezTo>
                      <a:cubicBezTo>
                        <a:pt x="86296" y="70580"/>
                        <a:pt x="89440" y="70485"/>
                        <a:pt x="95536" y="70295"/>
                      </a:cubicBezTo>
                      <a:cubicBezTo>
                        <a:pt x="99441" y="70104"/>
                        <a:pt x="102679" y="70199"/>
                        <a:pt x="105251" y="70580"/>
                      </a:cubicBezTo>
                      <a:cubicBezTo>
                        <a:pt x="108776" y="70961"/>
                        <a:pt x="111728" y="72295"/>
                        <a:pt x="114300" y="74486"/>
                      </a:cubicBezTo>
                      <a:cubicBezTo>
                        <a:pt x="116777" y="76676"/>
                        <a:pt x="118015" y="79343"/>
                        <a:pt x="118015" y="82582"/>
                      </a:cubicBezTo>
                      <a:cubicBezTo>
                        <a:pt x="118015" y="84106"/>
                        <a:pt x="117538" y="86678"/>
                        <a:pt x="116681" y="90392"/>
                      </a:cubicBezTo>
                      <a:cubicBezTo>
                        <a:pt x="115824" y="94107"/>
                        <a:pt x="115443" y="97060"/>
                        <a:pt x="115443" y="99250"/>
                      </a:cubicBezTo>
                      <a:cubicBezTo>
                        <a:pt x="111919" y="103537"/>
                        <a:pt x="106585" y="105728"/>
                        <a:pt x="99155" y="105728"/>
                      </a:cubicBezTo>
                      <a:cubicBezTo>
                        <a:pt x="96774" y="105728"/>
                        <a:pt x="92869" y="105442"/>
                        <a:pt x="87439" y="104775"/>
                      </a:cubicBezTo>
                      <a:cubicBezTo>
                        <a:pt x="82105" y="104108"/>
                        <a:pt x="78105" y="103823"/>
                        <a:pt x="75724" y="103823"/>
                      </a:cubicBezTo>
                      <a:cubicBezTo>
                        <a:pt x="73152" y="103823"/>
                        <a:pt x="70866" y="104013"/>
                        <a:pt x="68961" y="104489"/>
                      </a:cubicBezTo>
                      <a:cubicBezTo>
                        <a:pt x="67246" y="103346"/>
                        <a:pt x="65341" y="102870"/>
                        <a:pt x="63437" y="102870"/>
                      </a:cubicBezTo>
                      <a:cubicBezTo>
                        <a:pt x="61055" y="102870"/>
                        <a:pt x="57721" y="104394"/>
                        <a:pt x="53340" y="107442"/>
                      </a:cubicBezTo>
                      <a:cubicBezTo>
                        <a:pt x="48958" y="110490"/>
                        <a:pt x="45720" y="111919"/>
                        <a:pt x="43529" y="111919"/>
                      </a:cubicBezTo>
                      <a:cubicBezTo>
                        <a:pt x="40957" y="111919"/>
                        <a:pt x="38386" y="110776"/>
                        <a:pt x="36004" y="108395"/>
                      </a:cubicBezTo>
                      <a:lnTo>
                        <a:pt x="34766" y="112967"/>
                      </a:lnTo>
                      <a:cubicBezTo>
                        <a:pt x="33814" y="112967"/>
                        <a:pt x="32480" y="112586"/>
                        <a:pt x="30480" y="111824"/>
                      </a:cubicBezTo>
                      <a:cubicBezTo>
                        <a:pt x="28480" y="111062"/>
                        <a:pt x="27146" y="110681"/>
                        <a:pt x="26194" y="110681"/>
                      </a:cubicBezTo>
                      <a:cubicBezTo>
                        <a:pt x="24670" y="110681"/>
                        <a:pt x="23336" y="111442"/>
                        <a:pt x="22288" y="112967"/>
                      </a:cubicBezTo>
                      <a:cubicBezTo>
                        <a:pt x="26861" y="116491"/>
                        <a:pt x="31909" y="117824"/>
                        <a:pt x="37624" y="117253"/>
                      </a:cubicBezTo>
                      <a:lnTo>
                        <a:pt x="34766" y="119158"/>
                      </a:lnTo>
                      <a:cubicBezTo>
                        <a:pt x="37338" y="119444"/>
                        <a:pt x="39910" y="119634"/>
                        <a:pt x="42481" y="119825"/>
                      </a:cubicBezTo>
                      <a:cubicBezTo>
                        <a:pt x="45815" y="120682"/>
                        <a:pt x="47720" y="122301"/>
                        <a:pt x="48292" y="124682"/>
                      </a:cubicBezTo>
                      <a:cubicBezTo>
                        <a:pt x="48578" y="127730"/>
                        <a:pt x="48863" y="130588"/>
                        <a:pt x="49339" y="133255"/>
                      </a:cubicBezTo>
                      <a:cubicBezTo>
                        <a:pt x="49721" y="136017"/>
                        <a:pt x="51626" y="137541"/>
                        <a:pt x="54864" y="138017"/>
                      </a:cubicBezTo>
                      <a:cubicBezTo>
                        <a:pt x="59627" y="137827"/>
                        <a:pt x="67532" y="137922"/>
                        <a:pt x="78677" y="138303"/>
                      </a:cubicBezTo>
                      <a:cubicBezTo>
                        <a:pt x="88868" y="138494"/>
                        <a:pt x="96679" y="138494"/>
                        <a:pt x="102108" y="138303"/>
                      </a:cubicBezTo>
                      <a:cubicBezTo>
                        <a:pt x="111062" y="137636"/>
                        <a:pt x="118777" y="136398"/>
                        <a:pt x="125444" y="134398"/>
                      </a:cubicBezTo>
                      <a:cubicBezTo>
                        <a:pt x="124873" y="136112"/>
                        <a:pt x="125730" y="137160"/>
                        <a:pt x="128111" y="137350"/>
                      </a:cubicBezTo>
                      <a:lnTo>
                        <a:pt x="133731" y="137350"/>
                      </a:lnTo>
                      <a:cubicBezTo>
                        <a:pt x="134969" y="137350"/>
                        <a:pt x="136017" y="137541"/>
                        <a:pt x="136684" y="138017"/>
                      </a:cubicBezTo>
                      <a:lnTo>
                        <a:pt x="140875" y="138017"/>
                      </a:lnTo>
                      <a:cubicBezTo>
                        <a:pt x="142113" y="153448"/>
                        <a:pt x="142780" y="160020"/>
                        <a:pt x="142780" y="157925"/>
                      </a:cubicBezTo>
                      <a:cubicBezTo>
                        <a:pt x="142780" y="163735"/>
                        <a:pt x="141637" y="168497"/>
                        <a:pt x="139160" y="172212"/>
                      </a:cubicBezTo>
                      <a:cubicBezTo>
                        <a:pt x="134207" y="173069"/>
                        <a:pt x="128588" y="173546"/>
                        <a:pt x="122587" y="173546"/>
                      </a:cubicBezTo>
                      <a:lnTo>
                        <a:pt x="96583" y="173546"/>
                      </a:lnTo>
                      <a:cubicBezTo>
                        <a:pt x="89821" y="173546"/>
                        <a:pt x="84011" y="174022"/>
                        <a:pt x="79057" y="174784"/>
                      </a:cubicBezTo>
                      <a:cubicBezTo>
                        <a:pt x="76010" y="173927"/>
                        <a:pt x="69628" y="173641"/>
                        <a:pt x="60198" y="173831"/>
                      </a:cubicBezTo>
                      <a:cubicBezTo>
                        <a:pt x="52578" y="173831"/>
                        <a:pt x="46577" y="172403"/>
                        <a:pt x="42291" y="169545"/>
                      </a:cubicBezTo>
                      <a:cubicBezTo>
                        <a:pt x="39529" y="172212"/>
                        <a:pt x="34957" y="173450"/>
                        <a:pt x="28670" y="173450"/>
                      </a:cubicBezTo>
                      <a:cubicBezTo>
                        <a:pt x="26670" y="173450"/>
                        <a:pt x="21622" y="172879"/>
                        <a:pt x="13335" y="171831"/>
                      </a:cubicBezTo>
                      <a:cubicBezTo>
                        <a:pt x="8763" y="168974"/>
                        <a:pt x="6477" y="163640"/>
                        <a:pt x="6477" y="155543"/>
                      </a:cubicBezTo>
                      <a:cubicBezTo>
                        <a:pt x="6477" y="153829"/>
                        <a:pt x="6572" y="151352"/>
                        <a:pt x="6763" y="148209"/>
                      </a:cubicBezTo>
                      <a:cubicBezTo>
                        <a:pt x="7048" y="145066"/>
                        <a:pt x="7144" y="142875"/>
                        <a:pt x="7144" y="141542"/>
                      </a:cubicBezTo>
                      <a:lnTo>
                        <a:pt x="8763" y="77533"/>
                      </a:lnTo>
                      <a:cubicBezTo>
                        <a:pt x="7620" y="75152"/>
                        <a:pt x="7144" y="71914"/>
                        <a:pt x="7144" y="67818"/>
                      </a:cubicBezTo>
                      <a:cubicBezTo>
                        <a:pt x="7144" y="66294"/>
                        <a:pt x="7239" y="64008"/>
                        <a:pt x="7429" y="60865"/>
                      </a:cubicBezTo>
                      <a:cubicBezTo>
                        <a:pt x="7620" y="57721"/>
                        <a:pt x="7811" y="55531"/>
                        <a:pt x="7811" y="54197"/>
                      </a:cubicBezTo>
                      <a:cubicBezTo>
                        <a:pt x="7811" y="45911"/>
                        <a:pt x="5239" y="41720"/>
                        <a:pt x="0" y="41529"/>
                      </a:cubicBezTo>
                      <a:cubicBezTo>
                        <a:pt x="6572" y="39815"/>
                        <a:pt x="9525" y="34481"/>
                        <a:pt x="9144" y="25622"/>
                      </a:cubicBezTo>
                      <a:cubicBezTo>
                        <a:pt x="8477" y="12383"/>
                        <a:pt x="8382" y="5239"/>
                        <a:pt x="8763" y="3905"/>
                      </a:cubicBezTo>
                      <a:lnTo>
                        <a:pt x="7144" y="2572"/>
                      </a:lnTo>
                      <a:cubicBezTo>
                        <a:pt x="9525" y="1333"/>
                        <a:pt x="12382" y="667"/>
                        <a:pt x="15621" y="667"/>
                      </a:cubicBezTo>
                      <a:cubicBezTo>
                        <a:pt x="17621" y="667"/>
                        <a:pt x="21050" y="1048"/>
                        <a:pt x="26003" y="1810"/>
                      </a:cubicBezTo>
                      <a:cubicBezTo>
                        <a:pt x="30956" y="2572"/>
                        <a:pt x="34957" y="2858"/>
                        <a:pt x="37719" y="2572"/>
                      </a:cubicBezTo>
                      <a:cubicBezTo>
                        <a:pt x="52006" y="2572"/>
                        <a:pt x="61246" y="1715"/>
                        <a:pt x="65341" y="0"/>
                      </a:cubicBezTo>
                      <a:cubicBezTo>
                        <a:pt x="66008" y="2191"/>
                        <a:pt x="67342" y="3238"/>
                        <a:pt x="69247" y="3238"/>
                      </a:cubicBezTo>
                      <a:cubicBezTo>
                        <a:pt x="70295" y="3238"/>
                        <a:pt x="72009" y="2858"/>
                        <a:pt x="74295" y="2000"/>
                      </a:cubicBezTo>
                      <a:cubicBezTo>
                        <a:pt x="76581" y="1143"/>
                        <a:pt x="78200" y="667"/>
                        <a:pt x="79343" y="667"/>
                      </a:cubicBezTo>
                      <a:cubicBezTo>
                        <a:pt x="80201" y="667"/>
                        <a:pt x="81058" y="762"/>
                        <a:pt x="82010" y="953"/>
                      </a:cubicBezTo>
                      <a:cubicBezTo>
                        <a:pt x="82868" y="1143"/>
                        <a:pt x="86963" y="2000"/>
                        <a:pt x="94297" y="3238"/>
                      </a:cubicBezTo>
                      <a:cubicBezTo>
                        <a:pt x="99536" y="4096"/>
                        <a:pt x="103632" y="4382"/>
                        <a:pt x="106680" y="3905"/>
                      </a:cubicBezTo>
                      <a:lnTo>
                        <a:pt x="110204" y="7811"/>
                      </a:lnTo>
                      <a:cubicBezTo>
                        <a:pt x="112586" y="3048"/>
                        <a:pt x="122777" y="1333"/>
                        <a:pt x="140875" y="2572"/>
                      </a:cubicBezTo>
                      <a:close/>
                      <a:moveTo>
                        <a:pt x="11239" y="110871"/>
                      </a:moveTo>
                      <a:cubicBezTo>
                        <a:pt x="11906" y="112776"/>
                        <a:pt x="14002" y="113824"/>
                        <a:pt x="17716" y="113824"/>
                      </a:cubicBezTo>
                      <a:cubicBezTo>
                        <a:pt x="19431" y="113824"/>
                        <a:pt x="20669" y="113443"/>
                        <a:pt x="21336" y="112776"/>
                      </a:cubicBezTo>
                      <a:lnTo>
                        <a:pt x="11239" y="110871"/>
                      </a:lnTo>
                      <a:close/>
                      <a:moveTo>
                        <a:pt x="32099" y="110871"/>
                      </a:moveTo>
                      <a:lnTo>
                        <a:pt x="32099" y="108299"/>
                      </a:lnTo>
                      <a:cubicBezTo>
                        <a:pt x="31909" y="107156"/>
                        <a:pt x="30671" y="106680"/>
                        <a:pt x="28480" y="106680"/>
                      </a:cubicBezTo>
                      <a:lnTo>
                        <a:pt x="32099" y="110871"/>
                      </a:lnTo>
                      <a:close/>
                      <a:moveTo>
                        <a:pt x="40291" y="56198"/>
                      </a:moveTo>
                      <a:lnTo>
                        <a:pt x="40291" y="54197"/>
                      </a:lnTo>
                      <a:lnTo>
                        <a:pt x="37719" y="54197"/>
                      </a:lnTo>
                      <a:lnTo>
                        <a:pt x="37719" y="56198"/>
                      </a:lnTo>
                      <a:lnTo>
                        <a:pt x="40291" y="56198"/>
                      </a:lnTo>
                      <a:close/>
                      <a:moveTo>
                        <a:pt x="95250" y="55245"/>
                      </a:moveTo>
                      <a:cubicBezTo>
                        <a:pt x="93536" y="54197"/>
                        <a:pt x="92678" y="53054"/>
                        <a:pt x="92678" y="52007"/>
                      </a:cubicBezTo>
                      <a:cubicBezTo>
                        <a:pt x="92678" y="50483"/>
                        <a:pt x="93916" y="49721"/>
                        <a:pt x="96583" y="49721"/>
                      </a:cubicBezTo>
                      <a:cubicBezTo>
                        <a:pt x="99251" y="49721"/>
                        <a:pt x="100774" y="50673"/>
                        <a:pt x="101441" y="52673"/>
                      </a:cubicBezTo>
                      <a:cubicBezTo>
                        <a:pt x="99346" y="54864"/>
                        <a:pt x="97250" y="55721"/>
                        <a:pt x="95250" y="55340"/>
                      </a:cubicBezTo>
                      <a:close/>
                      <a:moveTo>
                        <a:pt x="115443" y="56198"/>
                      </a:moveTo>
                      <a:cubicBezTo>
                        <a:pt x="116681" y="55721"/>
                        <a:pt x="117443" y="55245"/>
                        <a:pt x="117443" y="54578"/>
                      </a:cubicBezTo>
                      <a:cubicBezTo>
                        <a:pt x="117443" y="54197"/>
                        <a:pt x="117157" y="53531"/>
                        <a:pt x="116681" y="52769"/>
                      </a:cubicBezTo>
                      <a:cubicBezTo>
                        <a:pt x="116110" y="52007"/>
                        <a:pt x="115824" y="51530"/>
                        <a:pt x="115824" y="51340"/>
                      </a:cubicBezTo>
                      <a:cubicBezTo>
                        <a:pt x="116014" y="50673"/>
                        <a:pt x="116300" y="50292"/>
                        <a:pt x="116777" y="50006"/>
                      </a:cubicBezTo>
                      <a:cubicBezTo>
                        <a:pt x="118301" y="49625"/>
                        <a:pt x="120110" y="50102"/>
                        <a:pt x="122015" y="51625"/>
                      </a:cubicBezTo>
                      <a:lnTo>
                        <a:pt x="119444" y="56198"/>
                      </a:lnTo>
                      <a:lnTo>
                        <a:pt x="123063" y="58769"/>
                      </a:lnTo>
                      <a:lnTo>
                        <a:pt x="115538" y="56198"/>
                      </a:lnTo>
                      <a:close/>
                      <a:moveTo>
                        <a:pt x="122968" y="16859"/>
                      </a:moveTo>
                      <a:cubicBezTo>
                        <a:pt x="122968" y="16859"/>
                        <a:pt x="123730" y="17431"/>
                        <a:pt x="123920" y="17431"/>
                      </a:cubicBezTo>
                      <a:lnTo>
                        <a:pt x="122968" y="16859"/>
                      </a:lnTo>
                      <a:lnTo>
                        <a:pt x="122968" y="13907"/>
                      </a:lnTo>
                      <a:lnTo>
                        <a:pt x="119348" y="13907"/>
                      </a:lnTo>
                      <a:lnTo>
                        <a:pt x="122968" y="16859"/>
                      </a:lnTo>
                      <a:close/>
                      <a:moveTo>
                        <a:pt x="158115" y="5144"/>
                      </a:moveTo>
                      <a:cubicBezTo>
                        <a:pt x="158115" y="5810"/>
                        <a:pt x="157544" y="6667"/>
                        <a:pt x="156496" y="7715"/>
                      </a:cubicBezTo>
                      <a:cubicBezTo>
                        <a:pt x="155353" y="8763"/>
                        <a:pt x="154781" y="9716"/>
                        <a:pt x="154591" y="10287"/>
                      </a:cubicBezTo>
                      <a:lnTo>
                        <a:pt x="157163" y="12192"/>
                      </a:lnTo>
                      <a:lnTo>
                        <a:pt x="152019" y="10287"/>
                      </a:lnTo>
                      <a:cubicBezTo>
                        <a:pt x="153067" y="10287"/>
                        <a:pt x="153733" y="9335"/>
                        <a:pt x="154114" y="7334"/>
                      </a:cubicBezTo>
                      <a:cubicBezTo>
                        <a:pt x="154496" y="5334"/>
                        <a:pt x="155162" y="4382"/>
                        <a:pt x="156210" y="4382"/>
                      </a:cubicBezTo>
                      <a:cubicBezTo>
                        <a:pt x="156591" y="4382"/>
                        <a:pt x="157258" y="4572"/>
                        <a:pt x="158115" y="5048"/>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 name="Google Shape;937;p99"/>
                <p:cNvSpPr/>
                <p:nvPr/>
              </p:nvSpPr>
              <p:spPr>
                <a:xfrm>
                  <a:off x="5663564" y="1916049"/>
                  <a:ext cx="173164" cy="177641"/>
                </a:xfrm>
                <a:custGeom>
                  <a:avLst/>
                  <a:gdLst/>
                  <a:ahLst/>
                  <a:cxnLst/>
                  <a:rect l="l" t="t" r="r" b="b"/>
                  <a:pathLst>
                    <a:path w="173164" h="177641" extrusionOk="0">
                      <a:moveTo>
                        <a:pt x="6191" y="105442"/>
                      </a:moveTo>
                      <a:lnTo>
                        <a:pt x="0" y="108013"/>
                      </a:lnTo>
                      <a:lnTo>
                        <a:pt x="8382" y="100870"/>
                      </a:lnTo>
                      <a:lnTo>
                        <a:pt x="6191" y="105442"/>
                      </a:lnTo>
                      <a:close/>
                      <a:moveTo>
                        <a:pt x="4477" y="147066"/>
                      </a:moveTo>
                      <a:lnTo>
                        <a:pt x="953" y="139541"/>
                      </a:lnTo>
                      <a:lnTo>
                        <a:pt x="4477" y="144399"/>
                      </a:lnTo>
                      <a:lnTo>
                        <a:pt x="4477" y="146971"/>
                      </a:lnTo>
                      <a:close/>
                      <a:moveTo>
                        <a:pt x="13621" y="143446"/>
                      </a:moveTo>
                      <a:lnTo>
                        <a:pt x="9715" y="140875"/>
                      </a:lnTo>
                      <a:lnTo>
                        <a:pt x="13621" y="140875"/>
                      </a:lnTo>
                      <a:lnTo>
                        <a:pt x="13621" y="143446"/>
                      </a:lnTo>
                      <a:close/>
                      <a:moveTo>
                        <a:pt x="14573" y="81915"/>
                      </a:moveTo>
                      <a:lnTo>
                        <a:pt x="17240" y="83820"/>
                      </a:lnTo>
                      <a:lnTo>
                        <a:pt x="13621" y="83820"/>
                      </a:lnTo>
                      <a:lnTo>
                        <a:pt x="14573" y="81915"/>
                      </a:lnTo>
                      <a:close/>
                      <a:moveTo>
                        <a:pt x="14573" y="110585"/>
                      </a:moveTo>
                      <a:lnTo>
                        <a:pt x="16192" y="108013"/>
                      </a:lnTo>
                      <a:lnTo>
                        <a:pt x="19812" y="108013"/>
                      </a:lnTo>
                      <a:lnTo>
                        <a:pt x="14573" y="110585"/>
                      </a:lnTo>
                      <a:close/>
                      <a:moveTo>
                        <a:pt x="23717" y="161354"/>
                      </a:moveTo>
                      <a:lnTo>
                        <a:pt x="20764" y="157163"/>
                      </a:lnTo>
                      <a:lnTo>
                        <a:pt x="26289" y="157163"/>
                      </a:lnTo>
                      <a:lnTo>
                        <a:pt x="23717" y="161354"/>
                      </a:lnTo>
                      <a:close/>
                      <a:moveTo>
                        <a:pt x="156210" y="131731"/>
                      </a:moveTo>
                      <a:cubicBezTo>
                        <a:pt x="156400" y="136303"/>
                        <a:pt x="159258" y="142113"/>
                        <a:pt x="164782" y="149257"/>
                      </a:cubicBezTo>
                      <a:cubicBezTo>
                        <a:pt x="170307" y="156400"/>
                        <a:pt x="173164" y="162211"/>
                        <a:pt x="173164" y="166592"/>
                      </a:cubicBezTo>
                      <a:cubicBezTo>
                        <a:pt x="173164" y="168973"/>
                        <a:pt x="172593" y="171450"/>
                        <a:pt x="171545" y="174117"/>
                      </a:cubicBezTo>
                      <a:cubicBezTo>
                        <a:pt x="171926" y="174117"/>
                        <a:pt x="166592" y="174022"/>
                        <a:pt x="155638" y="173736"/>
                      </a:cubicBezTo>
                      <a:cubicBezTo>
                        <a:pt x="149066" y="173546"/>
                        <a:pt x="144208" y="174879"/>
                        <a:pt x="140970" y="177641"/>
                      </a:cubicBezTo>
                      <a:lnTo>
                        <a:pt x="136398" y="171450"/>
                      </a:lnTo>
                      <a:cubicBezTo>
                        <a:pt x="133159" y="171926"/>
                        <a:pt x="130207" y="170307"/>
                        <a:pt x="127540" y="166592"/>
                      </a:cubicBezTo>
                      <a:cubicBezTo>
                        <a:pt x="123920" y="160687"/>
                        <a:pt x="121729" y="157639"/>
                        <a:pt x="121063" y="157163"/>
                      </a:cubicBezTo>
                      <a:cubicBezTo>
                        <a:pt x="121444" y="156115"/>
                        <a:pt x="121729" y="155162"/>
                        <a:pt x="121729" y="154210"/>
                      </a:cubicBezTo>
                      <a:cubicBezTo>
                        <a:pt x="121729" y="152305"/>
                        <a:pt x="120777" y="149828"/>
                        <a:pt x="118777" y="146971"/>
                      </a:cubicBezTo>
                      <a:cubicBezTo>
                        <a:pt x="116776" y="144018"/>
                        <a:pt x="115824" y="141542"/>
                        <a:pt x="115824" y="139637"/>
                      </a:cubicBezTo>
                      <a:cubicBezTo>
                        <a:pt x="112871" y="136779"/>
                        <a:pt x="110014" y="132779"/>
                        <a:pt x="107728" y="127540"/>
                      </a:cubicBezTo>
                      <a:cubicBezTo>
                        <a:pt x="104870" y="121253"/>
                        <a:pt x="102584" y="116967"/>
                        <a:pt x="100584" y="114490"/>
                      </a:cubicBezTo>
                      <a:cubicBezTo>
                        <a:pt x="99727" y="111633"/>
                        <a:pt x="98965" y="108871"/>
                        <a:pt x="98298" y="106108"/>
                      </a:cubicBezTo>
                      <a:cubicBezTo>
                        <a:pt x="97060" y="102679"/>
                        <a:pt x="95631" y="100870"/>
                        <a:pt x="94012" y="100870"/>
                      </a:cubicBezTo>
                      <a:cubicBezTo>
                        <a:pt x="92964" y="100870"/>
                        <a:pt x="91726" y="101537"/>
                        <a:pt x="90488" y="102775"/>
                      </a:cubicBezTo>
                      <a:lnTo>
                        <a:pt x="89440" y="101727"/>
                      </a:lnTo>
                      <a:cubicBezTo>
                        <a:pt x="88106" y="104394"/>
                        <a:pt x="84201" y="105251"/>
                        <a:pt x="77724" y="104394"/>
                      </a:cubicBezTo>
                      <a:lnTo>
                        <a:pt x="71533" y="101727"/>
                      </a:lnTo>
                      <a:cubicBezTo>
                        <a:pt x="70866" y="103918"/>
                        <a:pt x="70580" y="106489"/>
                        <a:pt x="70580" y="109538"/>
                      </a:cubicBezTo>
                      <a:cubicBezTo>
                        <a:pt x="70580" y="114967"/>
                        <a:pt x="71723" y="121729"/>
                        <a:pt x="74200" y="129730"/>
                      </a:cubicBezTo>
                      <a:lnTo>
                        <a:pt x="71533" y="129730"/>
                      </a:lnTo>
                      <a:lnTo>
                        <a:pt x="70295" y="150495"/>
                      </a:lnTo>
                      <a:cubicBezTo>
                        <a:pt x="69437" y="150495"/>
                        <a:pt x="68199" y="151067"/>
                        <a:pt x="66675" y="152114"/>
                      </a:cubicBezTo>
                      <a:lnTo>
                        <a:pt x="71533" y="154686"/>
                      </a:lnTo>
                      <a:cubicBezTo>
                        <a:pt x="70675" y="155543"/>
                        <a:pt x="70295" y="156972"/>
                        <a:pt x="70295" y="158877"/>
                      </a:cubicBezTo>
                      <a:cubicBezTo>
                        <a:pt x="70295" y="159544"/>
                        <a:pt x="70390" y="160687"/>
                        <a:pt x="70580" y="162115"/>
                      </a:cubicBezTo>
                      <a:cubicBezTo>
                        <a:pt x="70771" y="163639"/>
                        <a:pt x="70866" y="164687"/>
                        <a:pt x="70866" y="165354"/>
                      </a:cubicBezTo>
                      <a:cubicBezTo>
                        <a:pt x="70866" y="169640"/>
                        <a:pt x="68008" y="171640"/>
                        <a:pt x="62389" y="171164"/>
                      </a:cubicBezTo>
                      <a:lnTo>
                        <a:pt x="64008" y="172117"/>
                      </a:lnTo>
                      <a:cubicBezTo>
                        <a:pt x="63341" y="172117"/>
                        <a:pt x="60770" y="172593"/>
                        <a:pt x="56388" y="173450"/>
                      </a:cubicBezTo>
                      <a:cubicBezTo>
                        <a:pt x="51911" y="174308"/>
                        <a:pt x="48292" y="174784"/>
                        <a:pt x="45434" y="174784"/>
                      </a:cubicBezTo>
                      <a:cubicBezTo>
                        <a:pt x="42863" y="174784"/>
                        <a:pt x="40576" y="174403"/>
                        <a:pt x="38671" y="173831"/>
                      </a:cubicBezTo>
                      <a:cubicBezTo>
                        <a:pt x="38386" y="172784"/>
                        <a:pt x="38862" y="171831"/>
                        <a:pt x="39910" y="171164"/>
                      </a:cubicBezTo>
                      <a:cubicBezTo>
                        <a:pt x="33147" y="169259"/>
                        <a:pt x="29813" y="164973"/>
                        <a:pt x="29813" y="158496"/>
                      </a:cubicBezTo>
                      <a:cubicBezTo>
                        <a:pt x="29623" y="157163"/>
                        <a:pt x="29623" y="155543"/>
                        <a:pt x="29813" y="153638"/>
                      </a:cubicBezTo>
                      <a:cubicBezTo>
                        <a:pt x="30004" y="151638"/>
                        <a:pt x="30004" y="150400"/>
                        <a:pt x="29813" y="149733"/>
                      </a:cubicBezTo>
                      <a:cubicBezTo>
                        <a:pt x="29623" y="148876"/>
                        <a:pt x="28670" y="148495"/>
                        <a:pt x="27146" y="148495"/>
                      </a:cubicBezTo>
                      <a:cubicBezTo>
                        <a:pt x="27813" y="147638"/>
                        <a:pt x="28670" y="146780"/>
                        <a:pt x="29813" y="145828"/>
                      </a:cubicBezTo>
                      <a:cubicBezTo>
                        <a:pt x="30004" y="147352"/>
                        <a:pt x="30575" y="148114"/>
                        <a:pt x="31432" y="148114"/>
                      </a:cubicBezTo>
                      <a:cubicBezTo>
                        <a:pt x="32099" y="148114"/>
                        <a:pt x="32956" y="147828"/>
                        <a:pt x="34195" y="147256"/>
                      </a:cubicBezTo>
                      <a:cubicBezTo>
                        <a:pt x="35338" y="146685"/>
                        <a:pt x="36195" y="146399"/>
                        <a:pt x="36671" y="146399"/>
                      </a:cubicBezTo>
                      <a:cubicBezTo>
                        <a:pt x="37052" y="146399"/>
                        <a:pt x="37433" y="146494"/>
                        <a:pt x="37624" y="146780"/>
                      </a:cubicBezTo>
                      <a:lnTo>
                        <a:pt x="28861" y="136684"/>
                      </a:lnTo>
                      <a:cubicBezTo>
                        <a:pt x="28861" y="136684"/>
                        <a:pt x="30480" y="136017"/>
                        <a:pt x="32480" y="134112"/>
                      </a:cubicBezTo>
                      <a:lnTo>
                        <a:pt x="31528" y="123063"/>
                      </a:lnTo>
                      <a:cubicBezTo>
                        <a:pt x="32575" y="123063"/>
                        <a:pt x="33242" y="122492"/>
                        <a:pt x="33528" y="121444"/>
                      </a:cubicBezTo>
                      <a:cubicBezTo>
                        <a:pt x="33528" y="120967"/>
                        <a:pt x="32956" y="119825"/>
                        <a:pt x="31909" y="117824"/>
                      </a:cubicBezTo>
                      <a:cubicBezTo>
                        <a:pt x="31051" y="116491"/>
                        <a:pt x="30956" y="115348"/>
                        <a:pt x="31623" y="114205"/>
                      </a:cubicBezTo>
                      <a:cubicBezTo>
                        <a:pt x="32956" y="114681"/>
                        <a:pt x="34195" y="114109"/>
                        <a:pt x="35528" y="112585"/>
                      </a:cubicBezTo>
                      <a:lnTo>
                        <a:pt x="38767" y="109061"/>
                      </a:lnTo>
                      <a:lnTo>
                        <a:pt x="38767" y="106775"/>
                      </a:lnTo>
                      <a:lnTo>
                        <a:pt x="32480" y="109061"/>
                      </a:lnTo>
                      <a:cubicBezTo>
                        <a:pt x="31147" y="107061"/>
                        <a:pt x="31051" y="102394"/>
                        <a:pt x="32195" y="95059"/>
                      </a:cubicBezTo>
                      <a:cubicBezTo>
                        <a:pt x="33242" y="88773"/>
                        <a:pt x="31623" y="84296"/>
                        <a:pt x="27241" y="81725"/>
                      </a:cubicBezTo>
                      <a:lnTo>
                        <a:pt x="22384" y="83629"/>
                      </a:lnTo>
                      <a:lnTo>
                        <a:pt x="23717" y="79058"/>
                      </a:lnTo>
                      <a:cubicBezTo>
                        <a:pt x="23717" y="79058"/>
                        <a:pt x="25527" y="80010"/>
                        <a:pt x="27908" y="81343"/>
                      </a:cubicBezTo>
                      <a:cubicBezTo>
                        <a:pt x="29718" y="82201"/>
                        <a:pt x="31147" y="82677"/>
                        <a:pt x="32480" y="82677"/>
                      </a:cubicBezTo>
                      <a:lnTo>
                        <a:pt x="35052" y="80105"/>
                      </a:lnTo>
                      <a:cubicBezTo>
                        <a:pt x="33338" y="79534"/>
                        <a:pt x="31909" y="78105"/>
                        <a:pt x="30861" y="75914"/>
                      </a:cubicBezTo>
                      <a:cubicBezTo>
                        <a:pt x="30194" y="74771"/>
                        <a:pt x="29528" y="73723"/>
                        <a:pt x="28861" y="72676"/>
                      </a:cubicBezTo>
                      <a:cubicBezTo>
                        <a:pt x="30861" y="67056"/>
                        <a:pt x="31718" y="60103"/>
                        <a:pt x="31718" y="52102"/>
                      </a:cubicBezTo>
                      <a:cubicBezTo>
                        <a:pt x="31718" y="49435"/>
                        <a:pt x="31718" y="45434"/>
                        <a:pt x="31432" y="40005"/>
                      </a:cubicBezTo>
                      <a:cubicBezTo>
                        <a:pt x="31242" y="34576"/>
                        <a:pt x="31147" y="30575"/>
                        <a:pt x="31147" y="27908"/>
                      </a:cubicBezTo>
                      <a:cubicBezTo>
                        <a:pt x="31147" y="22288"/>
                        <a:pt x="31623" y="17240"/>
                        <a:pt x="32480" y="12859"/>
                      </a:cubicBezTo>
                      <a:cubicBezTo>
                        <a:pt x="32195" y="12478"/>
                        <a:pt x="31813" y="11621"/>
                        <a:pt x="30956" y="10382"/>
                      </a:cubicBezTo>
                      <a:cubicBezTo>
                        <a:pt x="30194" y="9144"/>
                        <a:pt x="29813" y="8287"/>
                        <a:pt x="29813" y="7620"/>
                      </a:cubicBezTo>
                      <a:cubicBezTo>
                        <a:pt x="29813" y="6763"/>
                        <a:pt x="30289" y="6096"/>
                        <a:pt x="31432" y="5620"/>
                      </a:cubicBezTo>
                      <a:cubicBezTo>
                        <a:pt x="35338" y="2762"/>
                        <a:pt x="40291" y="1333"/>
                        <a:pt x="46387" y="1333"/>
                      </a:cubicBezTo>
                      <a:cubicBezTo>
                        <a:pt x="48292" y="1333"/>
                        <a:pt x="51340" y="1619"/>
                        <a:pt x="55340" y="2191"/>
                      </a:cubicBezTo>
                      <a:cubicBezTo>
                        <a:pt x="59341" y="2762"/>
                        <a:pt x="62484" y="3048"/>
                        <a:pt x="64579" y="3048"/>
                      </a:cubicBezTo>
                      <a:cubicBezTo>
                        <a:pt x="66961" y="3048"/>
                        <a:pt x="69913" y="2572"/>
                        <a:pt x="73342" y="1524"/>
                      </a:cubicBezTo>
                      <a:cubicBezTo>
                        <a:pt x="76867" y="571"/>
                        <a:pt x="79248" y="0"/>
                        <a:pt x="80486" y="0"/>
                      </a:cubicBezTo>
                      <a:cubicBezTo>
                        <a:pt x="82677" y="0"/>
                        <a:pt x="85725" y="952"/>
                        <a:pt x="89725" y="2953"/>
                      </a:cubicBezTo>
                      <a:cubicBezTo>
                        <a:pt x="93726" y="4858"/>
                        <a:pt x="96774" y="5905"/>
                        <a:pt x="98679" y="5905"/>
                      </a:cubicBezTo>
                      <a:cubicBezTo>
                        <a:pt x="100870" y="5905"/>
                        <a:pt x="102775" y="5048"/>
                        <a:pt x="104584" y="3334"/>
                      </a:cubicBezTo>
                      <a:cubicBezTo>
                        <a:pt x="105251" y="3715"/>
                        <a:pt x="105823" y="4000"/>
                        <a:pt x="106489" y="4000"/>
                      </a:cubicBezTo>
                      <a:cubicBezTo>
                        <a:pt x="107442" y="4000"/>
                        <a:pt x="108680" y="3524"/>
                        <a:pt x="110395" y="2762"/>
                      </a:cubicBezTo>
                      <a:cubicBezTo>
                        <a:pt x="112109" y="1905"/>
                        <a:pt x="113347" y="1429"/>
                        <a:pt x="114014" y="1429"/>
                      </a:cubicBezTo>
                      <a:cubicBezTo>
                        <a:pt x="115538" y="1429"/>
                        <a:pt x="116491" y="2953"/>
                        <a:pt x="116967" y="6001"/>
                      </a:cubicBezTo>
                      <a:cubicBezTo>
                        <a:pt x="128016" y="4667"/>
                        <a:pt x="132588" y="4000"/>
                        <a:pt x="130588" y="4000"/>
                      </a:cubicBezTo>
                      <a:cubicBezTo>
                        <a:pt x="134493" y="4000"/>
                        <a:pt x="137541" y="5334"/>
                        <a:pt x="139732" y="7906"/>
                      </a:cubicBezTo>
                      <a:lnTo>
                        <a:pt x="144304" y="6953"/>
                      </a:lnTo>
                      <a:cubicBezTo>
                        <a:pt x="144304" y="10668"/>
                        <a:pt x="146590" y="13240"/>
                        <a:pt x="151162" y="14764"/>
                      </a:cubicBezTo>
                      <a:cubicBezTo>
                        <a:pt x="156781" y="16383"/>
                        <a:pt x="160211" y="17907"/>
                        <a:pt x="161258" y="19621"/>
                      </a:cubicBezTo>
                      <a:cubicBezTo>
                        <a:pt x="167164" y="23146"/>
                        <a:pt x="170497" y="28384"/>
                        <a:pt x="171355" y="35623"/>
                      </a:cubicBezTo>
                      <a:cubicBezTo>
                        <a:pt x="171640" y="38481"/>
                        <a:pt x="171069" y="45148"/>
                        <a:pt x="169736" y="55817"/>
                      </a:cubicBezTo>
                      <a:cubicBezTo>
                        <a:pt x="168878" y="64484"/>
                        <a:pt x="169450" y="71056"/>
                        <a:pt x="171355" y="75343"/>
                      </a:cubicBezTo>
                      <a:cubicBezTo>
                        <a:pt x="167926" y="79248"/>
                        <a:pt x="164401" y="83153"/>
                        <a:pt x="160877" y="87058"/>
                      </a:cubicBezTo>
                      <a:cubicBezTo>
                        <a:pt x="156496" y="91630"/>
                        <a:pt x="152400" y="94393"/>
                        <a:pt x="148495" y="95440"/>
                      </a:cubicBezTo>
                      <a:lnTo>
                        <a:pt x="140684" y="102584"/>
                      </a:lnTo>
                      <a:cubicBezTo>
                        <a:pt x="144208" y="103251"/>
                        <a:pt x="145923" y="106299"/>
                        <a:pt x="146113" y="111823"/>
                      </a:cubicBezTo>
                      <a:cubicBezTo>
                        <a:pt x="146209" y="117348"/>
                        <a:pt x="147828" y="120587"/>
                        <a:pt x="150781" y="121444"/>
                      </a:cubicBezTo>
                      <a:cubicBezTo>
                        <a:pt x="149638" y="122968"/>
                        <a:pt x="149162" y="124206"/>
                        <a:pt x="149162" y="125063"/>
                      </a:cubicBezTo>
                      <a:cubicBezTo>
                        <a:pt x="149162" y="125921"/>
                        <a:pt x="150304" y="126778"/>
                        <a:pt x="152590" y="127635"/>
                      </a:cubicBezTo>
                      <a:cubicBezTo>
                        <a:pt x="154876" y="128492"/>
                        <a:pt x="156020" y="129826"/>
                        <a:pt x="156020" y="131540"/>
                      </a:cubicBezTo>
                      <a:close/>
                      <a:moveTo>
                        <a:pt x="115824" y="67627"/>
                      </a:moveTo>
                      <a:cubicBezTo>
                        <a:pt x="116967" y="65627"/>
                        <a:pt x="120110" y="63151"/>
                        <a:pt x="125254" y="60198"/>
                      </a:cubicBezTo>
                      <a:cubicBezTo>
                        <a:pt x="129826" y="57817"/>
                        <a:pt x="132112" y="55150"/>
                        <a:pt x="132112" y="52388"/>
                      </a:cubicBezTo>
                      <a:cubicBezTo>
                        <a:pt x="132112" y="50673"/>
                        <a:pt x="131350" y="48577"/>
                        <a:pt x="129826" y="46196"/>
                      </a:cubicBezTo>
                      <a:cubicBezTo>
                        <a:pt x="121158" y="36671"/>
                        <a:pt x="109728" y="31909"/>
                        <a:pt x="95345" y="31909"/>
                      </a:cubicBezTo>
                      <a:cubicBezTo>
                        <a:pt x="88773" y="31909"/>
                        <a:pt x="82105" y="32956"/>
                        <a:pt x="75152" y="35147"/>
                      </a:cubicBezTo>
                      <a:cubicBezTo>
                        <a:pt x="75533" y="36481"/>
                        <a:pt x="74676" y="38195"/>
                        <a:pt x="72390" y="40576"/>
                      </a:cubicBezTo>
                      <a:cubicBezTo>
                        <a:pt x="70104" y="42863"/>
                        <a:pt x="68961" y="44482"/>
                        <a:pt x="68961" y="45625"/>
                      </a:cubicBezTo>
                      <a:cubicBezTo>
                        <a:pt x="68961" y="47149"/>
                        <a:pt x="70675" y="48673"/>
                        <a:pt x="74200" y="50197"/>
                      </a:cubicBezTo>
                      <a:cubicBezTo>
                        <a:pt x="71533" y="55626"/>
                        <a:pt x="71152" y="61436"/>
                        <a:pt x="72866" y="67723"/>
                      </a:cubicBezTo>
                      <a:cubicBezTo>
                        <a:pt x="75438" y="67723"/>
                        <a:pt x="80200" y="68199"/>
                        <a:pt x="87058" y="69056"/>
                      </a:cubicBezTo>
                      <a:cubicBezTo>
                        <a:pt x="93821" y="69913"/>
                        <a:pt x="98965" y="70390"/>
                        <a:pt x="102203" y="70390"/>
                      </a:cubicBezTo>
                      <a:cubicBezTo>
                        <a:pt x="107823" y="70390"/>
                        <a:pt x="112395" y="69533"/>
                        <a:pt x="115824" y="67723"/>
                      </a:cubicBezTo>
                      <a:close/>
                      <a:moveTo>
                        <a:pt x="109347" y="83915"/>
                      </a:moveTo>
                      <a:cubicBezTo>
                        <a:pt x="112586" y="84392"/>
                        <a:pt x="116491" y="84106"/>
                        <a:pt x="121063" y="82963"/>
                      </a:cubicBezTo>
                      <a:lnTo>
                        <a:pt x="119444" y="82010"/>
                      </a:lnTo>
                      <a:lnTo>
                        <a:pt x="117157" y="83915"/>
                      </a:lnTo>
                      <a:cubicBezTo>
                        <a:pt x="116300" y="84201"/>
                        <a:pt x="114490" y="82963"/>
                        <a:pt x="111919" y="80296"/>
                      </a:cubicBezTo>
                      <a:lnTo>
                        <a:pt x="109347" y="83915"/>
                      </a:lnTo>
                      <a:close/>
                      <a:moveTo>
                        <a:pt x="130778" y="80296"/>
                      </a:moveTo>
                      <a:lnTo>
                        <a:pt x="125539" y="80296"/>
                      </a:lnTo>
                      <a:lnTo>
                        <a:pt x="125539" y="83915"/>
                      </a:lnTo>
                      <a:lnTo>
                        <a:pt x="130778" y="80296"/>
                      </a:lnTo>
                      <a:close/>
                      <a:moveTo>
                        <a:pt x="136684" y="89154"/>
                      </a:moveTo>
                      <a:cubicBezTo>
                        <a:pt x="135731" y="88678"/>
                        <a:pt x="134874" y="88297"/>
                        <a:pt x="133731" y="87821"/>
                      </a:cubicBezTo>
                      <a:cubicBezTo>
                        <a:pt x="132016" y="87249"/>
                        <a:pt x="130588" y="86868"/>
                        <a:pt x="129445" y="86868"/>
                      </a:cubicBezTo>
                      <a:cubicBezTo>
                        <a:pt x="127730" y="86868"/>
                        <a:pt x="126492" y="87630"/>
                        <a:pt x="125539" y="89154"/>
                      </a:cubicBezTo>
                      <a:lnTo>
                        <a:pt x="136684" y="89154"/>
                      </a:lnTo>
                      <a:close/>
                      <a:moveTo>
                        <a:pt x="147066" y="86582"/>
                      </a:moveTo>
                      <a:lnTo>
                        <a:pt x="143542" y="85630"/>
                      </a:lnTo>
                      <a:lnTo>
                        <a:pt x="151066" y="90202"/>
                      </a:lnTo>
                      <a:lnTo>
                        <a:pt x="147161" y="86582"/>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 name="Google Shape;938;p99"/>
                <p:cNvSpPr/>
                <p:nvPr/>
              </p:nvSpPr>
              <p:spPr>
                <a:xfrm>
                  <a:off x="5855112" y="1917573"/>
                  <a:ext cx="144970" cy="174908"/>
                </a:xfrm>
                <a:custGeom>
                  <a:avLst/>
                  <a:gdLst/>
                  <a:ahLst/>
                  <a:cxnLst/>
                  <a:rect l="l" t="t" r="r" b="b"/>
                  <a:pathLst>
                    <a:path w="144970" h="174908" extrusionOk="0">
                      <a:moveTo>
                        <a:pt x="144685" y="17050"/>
                      </a:moveTo>
                      <a:cubicBezTo>
                        <a:pt x="143637" y="20669"/>
                        <a:pt x="143066" y="24860"/>
                        <a:pt x="143066" y="29432"/>
                      </a:cubicBezTo>
                      <a:cubicBezTo>
                        <a:pt x="143066" y="32480"/>
                        <a:pt x="143351" y="36957"/>
                        <a:pt x="144018" y="42958"/>
                      </a:cubicBezTo>
                      <a:cubicBezTo>
                        <a:pt x="144685" y="48958"/>
                        <a:pt x="144971" y="53340"/>
                        <a:pt x="144971" y="56102"/>
                      </a:cubicBezTo>
                      <a:cubicBezTo>
                        <a:pt x="144971" y="58293"/>
                        <a:pt x="144875" y="60388"/>
                        <a:pt x="144590" y="62293"/>
                      </a:cubicBezTo>
                      <a:lnTo>
                        <a:pt x="142970" y="166783"/>
                      </a:lnTo>
                      <a:cubicBezTo>
                        <a:pt x="139922" y="170307"/>
                        <a:pt x="134684" y="172307"/>
                        <a:pt x="127349" y="172974"/>
                      </a:cubicBezTo>
                      <a:cubicBezTo>
                        <a:pt x="121063" y="173641"/>
                        <a:pt x="114871" y="174307"/>
                        <a:pt x="108776" y="174879"/>
                      </a:cubicBezTo>
                      <a:cubicBezTo>
                        <a:pt x="102108" y="175260"/>
                        <a:pt x="97917" y="171926"/>
                        <a:pt x="96393" y="164497"/>
                      </a:cubicBezTo>
                      <a:cubicBezTo>
                        <a:pt x="94393" y="156019"/>
                        <a:pt x="91535" y="151066"/>
                        <a:pt x="87630" y="149542"/>
                      </a:cubicBezTo>
                      <a:cubicBezTo>
                        <a:pt x="87821" y="147352"/>
                        <a:pt x="86678" y="144970"/>
                        <a:pt x="84201" y="142208"/>
                      </a:cubicBezTo>
                      <a:cubicBezTo>
                        <a:pt x="81725" y="139446"/>
                        <a:pt x="80486" y="137350"/>
                        <a:pt x="80486" y="135826"/>
                      </a:cubicBezTo>
                      <a:cubicBezTo>
                        <a:pt x="80486" y="134969"/>
                        <a:pt x="80867" y="134112"/>
                        <a:pt x="81439" y="133255"/>
                      </a:cubicBezTo>
                      <a:cubicBezTo>
                        <a:pt x="76867" y="133731"/>
                        <a:pt x="74200" y="132207"/>
                        <a:pt x="73343" y="128873"/>
                      </a:cubicBezTo>
                      <a:cubicBezTo>
                        <a:pt x="72485" y="125444"/>
                        <a:pt x="71628" y="122206"/>
                        <a:pt x="70771" y="118967"/>
                      </a:cubicBezTo>
                      <a:cubicBezTo>
                        <a:pt x="72295" y="120205"/>
                        <a:pt x="74676" y="120491"/>
                        <a:pt x="77915" y="119539"/>
                      </a:cubicBezTo>
                      <a:cubicBezTo>
                        <a:pt x="81153" y="118681"/>
                        <a:pt x="83629" y="119348"/>
                        <a:pt x="85058" y="121539"/>
                      </a:cubicBezTo>
                      <a:cubicBezTo>
                        <a:pt x="85535" y="118491"/>
                        <a:pt x="84296" y="115538"/>
                        <a:pt x="81534" y="112681"/>
                      </a:cubicBezTo>
                      <a:cubicBezTo>
                        <a:pt x="80391" y="112966"/>
                        <a:pt x="78772" y="113633"/>
                        <a:pt x="76486" y="114776"/>
                      </a:cubicBezTo>
                      <a:cubicBezTo>
                        <a:pt x="74200" y="115919"/>
                        <a:pt x="72390" y="116586"/>
                        <a:pt x="71057" y="116586"/>
                      </a:cubicBezTo>
                      <a:cubicBezTo>
                        <a:pt x="69723" y="116586"/>
                        <a:pt x="68485" y="116205"/>
                        <a:pt x="67151" y="115252"/>
                      </a:cubicBezTo>
                      <a:cubicBezTo>
                        <a:pt x="64103" y="113728"/>
                        <a:pt x="61532" y="110299"/>
                        <a:pt x="59627" y="104775"/>
                      </a:cubicBezTo>
                      <a:cubicBezTo>
                        <a:pt x="57721" y="99346"/>
                        <a:pt x="55626" y="96107"/>
                        <a:pt x="53435" y="95059"/>
                      </a:cubicBezTo>
                      <a:cubicBezTo>
                        <a:pt x="52102" y="94202"/>
                        <a:pt x="51149" y="92011"/>
                        <a:pt x="50483" y="88582"/>
                      </a:cubicBezTo>
                      <a:cubicBezTo>
                        <a:pt x="50006" y="86011"/>
                        <a:pt x="48387" y="84868"/>
                        <a:pt x="45529" y="85344"/>
                      </a:cubicBezTo>
                      <a:lnTo>
                        <a:pt x="41624" y="95155"/>
                      </a:lnTo>
                      <a:cubicBezTo>
                        <a:pt x="42863" y="105346"/>
                        <a:pt x="43244" y="117634"/>
                        <a:pt x="42577" y="131921"/>
                      </a:cubicBezTo>
                      <a:cubicBezTo>
                        <a:pt x="41910" y="152114"/>
                        <a:pt x="41624" y="163735"/>
                        <a:pt x="41624" y="166688"/>
                      </a:cubicBezTo>
                      <a:cubicBezTo>
                        <a:pt x="38100" y="171259"/>
                        <a:pt x="33528" y="173545"/>
                        <a:pt x="27908" y="173545"/>
                      </a:cubicBezTo>
                      <a:cubicBezTo>
                        <a:pt x="26194" y="173545"/>
                        <a:pt x="23527" y="173260"/>
                        <a:pt x="20003" y="172688"/>
                      </a:cubicBezTo>
                      <a:cubicBezTo>
                        <a:pt x="16383" y="172117"/>
                        <a:pt x="13716" y="171831"/>
                        <a:pt x="12002" y="171831"/>
                      </a:cubicBezTo>
                      <a:cubicBezTo>
                        <a:pt x="10763" y="171831"/>
                        <a:pt x="9335" y="171926"/>
                        <a:pt x="8096" y="172117"/>
                      </a:cubicBezTo>
                      <a:lnTo>
                        <a:pt x="2858" y="162973"/>
                      </a:lnTo>
                      <a:cubicBezTo>
                        <a:pt x="2858" y="164497"/>
                        <a:pt x="2858" y="155829"/>
                        <a:pt x="2572" y="136969"/>
                      </a:cubicBezTo>
                      <a:cubicBezTo>
                        <a:pt x="2286" y="125920"/>
                        <a:pt x="3620" y="117443"/>
                        <a:pt x="6477" y="111633"/>
                      </a:cubicBezTo>
                      <a:cubicBezTo>
                        <a:pt x="3620" y="105537"/>
                        <a:pt x="2286" y="97822"/>
                        <a:pt x="2572" y="88487"/>
                      </a:cubicBezTo>
                      <a:cubicBezTo>
                        <a:pt x="2572" y="70294"/>
                        <a:pt x="2572" y="62293"/>
                        <a:pt x="2858" y="64675"/>
                      </a:cubicBezTo>
                      <a:lnTo>
                        <a:pt x="3905" y="64675"/>
                      </a:lnTo>
                      <a:cubicBezTo>
                        <a:pt x="4286" y="62960"/>
                        <a:pt x="3810" y="60198"/>
                        <a:pt x="2286" y="56578"/>
                      </a:cubicBezTo>
                      <a:cubicBezTo>
                        <a:pt x="762" y="52864"/>
                        <a:pt x="0" y="50197"/>
                        <a:pt x="0" y="48482"/>
                      </a:cubicBezTo>
                      <a:cubicBezTo>
                        <a:pt x="0" y="45910"/>
                        <a:pt x="1238" y="43720"/>
                        <a:pt x="3905" y="42005"/>
                      </a:cubicBezTo>
                      <a:lnTo>
                        <a:pt x="3905" y="9430"/>
                      </a:lnTo>
                      <a:cubicBezTo>
                        <a:pt x="5620" y="9620"/>
                        <a:pt x="7620" y="9144"/>
                        <a:pt x="10096" y="7810"/>
                      </a:cubicBezTo>
                      <a:lnTo>
                        <a:pt x="10096" y="5239"/>
                      </a:lnTo>
                      <a:cubicBezTo>
                        <a:pt x="10096" y="5239"/>
                        <a:pt x="12573" y="6572"/>
                        <a:pt x="16002" y="8477"/>
                      </a:cubicBezTo>
                      <a:cubicBezTo>
                        <a:pt x="18574" y="10001"/>
                        <a:pt x="20669" y="10763"/>
                        <a:pt x="22193" y="10763"/>
                      </a:cubicBezTo>
                      <a:cubicBezTo>
                        <a:pt x="23432" y="10763"/>
                        <a:pt x="24575" y="10287"/>
                        <a:pt x="25432" y="9525"/>
                      </a:cubicBezTo>
                      <a:lnTo>
                        <a:pt x="20193" y="4286"/>
                      </a:lnTo>
                      <a:cubicBezTo>
                        <a:pt x="21050" y="4096"/>
                        <a:pt x="22479" y="4096"/>
                        <a:pt x="24384" y="4286"/>
                      </a:cubicBezTo>
                      <a:lnTo>
                        <a:pt x="24384" y="0"/>
                      </a:lnTo>
                      <a:cubicBezTo>
                        <a:pt x="38957" y="857"/>
                        <a:pt x="48673" y="5143"/>
                        <a:pt x="53435" y="12763"/>
                      </a:cubicBezTo>
                      <a:cubicBezTo>
                        <a:pt x="55436" y="21241"/>
                        <a:pt x="58769" y="27718"/>
                        <a:pt x="63532" y="32004"/>
                      </a:cubicBezTo>
                      <a:cubicBezTo>
                        <a:pt x="63341" y="33718"/>
                        <a:pt x="64389" y="35528"/>
                        <a:pt x="66675" y="37243"/>
                      </a:cubicBezTo>
                      <a:cubicBezTo>
                        <a:pt x="68961" y="38957"/>
                        <a:pt x="70295" y="40195"/>
                        <a:pt x="70771" y="40862"/>
                      </a:cubicBezTo>
                      <a:lnTo>
                        <a:pt x="68771" y="42767"/>
                      </a:lnTo>
                      <a:cubicBezTo>
                        <a:pt x="70771" y="44291"/>
                        <a:pt x="72676" y="47053"/>
                        <a:pt x="74676" y="50959"/>
                      </a:cubicBezTo>
                      <a:cubicBezTo>
                        <a:pt x="76581" y="54864"/>
                        <a:pt x="78296" y="57245"/>
                        <a:pt x="79820" y="58102"/>
                      </a:cubicBezTo>
                      <a:cubicBezTo>
                        <a:pt x="83344" y="64198"/>
                        <a:pt x="88392" y="73533"/>
                        <a:pt x="95060" y="86201"/>
                      </a:cubicBezTo>
                      <a:cubicBezTo>
                        <a:pt x="93821" y="85725"/>
                        <a:pt x="92107" y="86106"/>
                        <a:pt x="89821" y="87154"/>
                      </a:cubicBezTo>
                      <a:cubicBezTo>
                        <a:pt x="90678" y="87344"/>
                        <a:pt x="92107" y="87820"/>
                        <a:pt x="94107" y="88678"/>
                      </a:cubicBezTo>
                      <a:cubicBezTo>
                        <a:pt x="96012" y="89440"/>
                        <a:pt x="97536" y="89821"/>
                        <a:pt x="98298" y="89821"/>
                      </a:cubicBezTo>
                      <a:cubicBezTo>
                        <a:pt x="100108" y="89821"/>
                        <a:pt x="101346" y="88963"/>
                        <a:pt x="102203" y="87154"/>
                      </a:cubicBezTo>
                      <a:cubicBezTo>
                        <a:pt x="102013" y="68294"/>
                        <a:pt x="102584" y="39719"/>
                        <a:pt x="103822" y="1619"/>
                      </a:cubicBezTo>
                      <a:lnTo>
                        <a:pt x="141922" y="1619"/>
                      </a:lnTo>
                      <a:cubicBezTo>
                        <a:pt x="142589" y="2667"/>
                        <a:pt x="142875" y="4572"/>
                        <a:pt x="142875" y="7144"/>
                      </a:cubicBezTo>
                      <a:cubicBezTo>
                        <a:pt x="142589" y="10382"/>
                        <a:pt x="142589" y="12382"/>
                        <a:pt x="142875" y="13049"/>
                      </a:cubicBezTo>
                      <a:lnTo>
                        <a:pt x="139255" y="15621"/>
                      </a:lnTo>
                      <a:cubicBezTo>
                        <a:pt x="139637" y="16478"/>
                        <a:pt x="140399" y="16954"/>
                        <a:pt x="141542" y="16954"/>
                      </a:cubicBezTo>
                      <a:lnTo>
                        <a:pt x="144494" y="16954"/>
                      </a:lnTo>
                      <a:close/>
                      <a:moveTo>
                        <a:pt x="20384" y="4381"/>
                      </a:moveTo>
                      <a:cubicBezTo>
                        <a:pt x="20384" y="4381"/>
                        <a:pt x="19621" y="3524"/>
                        <a:pt x="19431" y="3048"/>
                      </a:cubicBezTo>
                      <a:lnTo>
                        <a:pt x="20384" y="4381"/>
                      </a:lnTo>
                      <a:close/>
                      <a:moveTo>
                        <a:pt x="66294" y="48673"/>
                      </a:moveTo>
                      <a:cubicBezTo>
                        <a:pt x="67342" y="47815"/>
                        <a:pt x="67723" y="46672"/>
                        <a:pt x="67246" y="45434"/>
                      </a:cubicBezTo>
                      <a:lnTo>
                        <a:pt x="65913" y="43434"/>
                      </a:lnTo>
                      <a:lnTo>
                        <a:pt x="66294" y="43148"/>
                      </a:lnTo>
                      <a:lnTo>
                        <a:pt x="65913" y="43434"/>
                      </a:lnTo>
                      <a:lnTo>
                        <a:pt x="63627" y="46101"/>
                      </a:lnTo>
                      <a:lnTo>
                        <a:pt x="66199" y="48673"/>
                      </a:lnTo>
                      <a:close/>
                      <a:moveTo>
                        <a:pt x="91345" y="114395"/>
                      </a:moveTo>
                      <a:lnTo>
                        <a:pt x="100489" y="118967"/>
                      </a:lnTo>
                      <a:cubicBezTo>
                        <a:pt x="100489" y="118967"/>
                        <a:pt x="101155" y="118491"/>
                        <a:pt x="101918" y="118300"/>
                      </a:cubicBezTo>
                      <a:cubicBezTo>
                        <a:pt x="102679" y="118110"/>
                        <a:pt x="103346" y="117634"/>
                        <a:pt x="104013" y="116967"/>
                      </a:cubicBezTo>
                      <a:cubicBezTo>
                        <a:pt x="102965" y="116776"/>
                        <a:pt x="102203" y="117062"/>
                        <a:pt x="101727" y="117919"/>
                      </a:cubicBezTo>
                      <a:cubicBezTo>
                        <a:pt x="101060" y="117919"/>
                        <a:pt x="97631" y="116681"/>
                        <a:pt x="91345" y="114300"/>
                      </a:cubicBezTo>
                      <a:close/>
                      <a:moveTo>
                        <a:pt x="108299" y="126492"/>
                      </a:moveTo>
                      <a:lnTo>
                        <a:pt x="108966" y="127159"/>
                      </a:lnTo>
                      <a:cubicBezTo>
                        <a:pt x="108966" y="127159"/>
                        <a:pt x="108776" y="126682"/>
                        <a:pt x="108299" y="126492"/>
                      </a:cubicBezTo>
                      <a:cubicBezTo>
                        <a:pt x="107252" y="125825"/>
                        <a:pt x="106299" y="125539"/>
                        <a:pt x="105442" y="125539"/>
                      </a:cubicBezTo>
                      <a:cubicBezTo>
                        <a:pt x="104108" y="125539"/>
                        <a:pt x="102299" y="126301"/>
                        <a:pt x="100013" y="127825"/>
                      </a:cubicBezTo>
                      <a:cubicBezTo>
                        <a:pt x="97727" y="129349"/>
                        <a:pt x="96203" y="130302"/>
                        <a:pt x="95250" y="130778"/>
                      </a:cubicBezTo>
                      <a:lnTo>
                        <a:pt x="97917" y="133445"/>
                      </a:lnTo>
                      <a:cubicBezTo>
                        <a:pt x="99822" y="131445"/>
                        <a:pt x="101060" y="130588"/>
                        <a:pt x="101537" y="130778"/>
                      </a:cubicBezTo>
                      <a:cubicBezTo>
                        <a:pt x="101727" y="130778"/>
                        <a:pt x="102013" y="131064"/>
                        <a:pt x="102489" y="131826"/>
                      </a:cubicBezTo>
                      <a:cubicBezTo>
                        <a:pt x="102013" y="132397"/>
                        <a:pt x="102013" y="132969"/>
                        <a:pt x="102489" y="133445"/>
                      </a:cubicBezTo>
                      <a:cubicBezTo>
                        <a:pt x="102679" y="132588"/>
                        <a:pt x="102679" y="132016"/>
                        <a:pt x="102489" y="131826"/>
                      </a:cubicBezTo>
                      <a:cubicBezTo>
                        <a:pt x="104204" y="127921"/>
                        <a:pt x="106204" y="126111"/>
                        <a:pt x="108299" y="126587"/>
                      </a:cubicBezTo>
                      <a:close/>
                      <a:moveTo>
                        <a:pt x="124206" y="125539"/>
                      </a:moveTo>
                      <a:lnTo>
                        <a:pt x="116681" y="124587"/>
                      </a:lnTo>
                      <a:lnTo>
                        <a:pt x="120301" y="127159"/>
                      </a:lnTo>
                      <a:cubicBezTo>
                        <a:pt x="119825" y="128873"/>
                        <a:pt x="119063" y="129730"/>
                        <a:pt x="118015" y="129730"/>
                      </a:cubicBezTo>
                      <a:cubicBezTo>
                        <a:pt x="117348" y="129730"/>
                        <a:pt x="116396" y="129159"/>
                        <a:pt x="115157" y="128111"/>
                      </a:cubicBezTo>
                      <a:cubicBezTo>
                        <a:pt x="113824" y="127063"/>
                        <a:pt x="113157" y="126682"/>
                        <a:pt x="113157" y="127159"/>
                      </a:cubicBezTo>
                      <a:cubicBezTo>
                        <a:pt x="113824" y="129730"/>
                        <a:pt x="115062" y="131064"/>
                        <a:pt x="116777" y="131064"/>
                      </a:cubicBezTo>
                      <a:cubicBezTo>
                        <a:pt x="119158" y="131064"/>
                        <a:pt x="121729" y="129254"/>
                        <a:pt x="124301" y="125539"/>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 name="Google Shape;939;p99"/>
                <p:cNvSpPr/>
                <p:nvPr/>
              </p:nvSpPr>
              <p:spPr>
                <a:xfrm>
                  <a:off x="6017513" y="1917763"/>
                  <a:ext cx="158305" cy="174783"/>
                </a:xfrm>
                <a:custGeom>
                  <a:avLst/>
                  <a:gdLst/>
                  <a:ahLst/>
                  <a:cxnLst/>
                  <a:rect l="l" t="t" r="r" b="b"/>
                  <a:pathLst>
                    <a:path w="158305" h="174783" extrusionOk="0">
                      <a:moveTo>
                        <a:pt x="140875" y="2477"/>
                      </a:moveTo>
                      <a:cubicBezTo>
                        <a:pt x="142589" y="9906"/>
                        <a:pt x="143446" y="14669"/>
                        <a:pt x="143446" y="16859"/>
                      </a:cubicBezTo>
                      <a:cubicBezTo>
                        <a:pt x="143446" y="21622"/>
                        <a:pt x="141732" y="25717"/>
                        <a:pt x="138208" y="29242"/>
                      </a:cubicBezTo>
                      <a:lnTo>
                        <a:pt x="142780" y="30194"/>
                      </a:lnTo>
                      <a:cubicBezTo>
                        <a:pt x="138874" y="32575"/>
                        <a:pt x="136207" y="33814"/>
                        <a:pt x="134683" y="33814"/>
                      </a:cubicBezTo>
                      <a:cubicBezTo>
                        <a:pt x="132969" y="33814"/>
                        <a:pt x="131540" y="32957"/>
                        <a:pt x="130492" y="31242"/>
                      </a:cubicBezTo>
                      <a:lnTo>
                        <a:pt x="48482" y="32861"/>
                      </a:lnTo>
                      <a:cubicBezTo>
                        <a:pt x="48863" y="34576"/>
                        <a:pt x="49054" y="36386"/>
                        <a:pt x="49054" y="38386"/>
                      </a:cubicBezTo>
                      <a:cubicBezTo>
                        <a:pt x="49054" y="40577"/>
                        <a:pt x="48577" y="44006"/>
                        <a:pt x="47530" y="48578"/>
                      </a:cubicBezTo>
                      <a:cubicBezTo>
                        <a:pt x="46577" y="53245"/>
                        <a:pt x="46101" y="56769"/>
                        <a:pt x="46101" y="59150"/>
                      </a:cubicBezTo>
                      <a:cubicBezTo>
                        <a:pt x="46101" y="61722"/>
                        <a:pt x="46482" y="64199"/>
                        <a:pt x="47339" y="66675"/>
                      </a:cubicBezTo>
                      <a:cubicBezTo>
                        <a:pt x="51245" y="69247"/>
                        <a:pt x="56674" y="70580"/>
                        <a:pt x="63627" y="70580"/>
                      </a:cubicBezTo>
                      <a:cubicBezTo>
                        <a:pt x="69437" y="70580"/>
                        <a:pt x="75438" y="69723"/>
                        <a:pt x="81534" y="68008"/>
                      </a:cubicBezTo>
                      <a:lnTo>
                        <a:pt x="79820" y="68008"/>
                      </a:lnTo>
                      <a:lnTo>
                        <a:pt x="79820" y="64103"/>
                      </a:lnTo>
                      <a:lnTo>
                        <a:pt x="81534" y="64103"/>
                      </a:lnTo>
                      <a:cubicBezTo>
                        <a:pt x="81248" y="64770"/>
                        <a:pt x="81248" y="65342"/>
                        <a:pt x="81248" y="65723"/>
                      </a:cubicBezTo>
                      <a:cubicBezTo>
                        <a:pt x="81248" y="66866"/>
                        <a:pt x="81724" y="67723"/>
                        <a:pt x="82867" y="68485"/>
                      </a:cubicBezTo>
                      <a:cubicBezTo>
                        <a:pt x="83915" y="69247"/>
                        <a:pt x="85058" y="69913"/>
                        <a:pt x="86106" y="70580"/>
                      </a:cubicBezTo>
                      <a:cubicBezTo>
                        <a:pt x="86296" y="70580"/>
                        <a:pt x="89440" y="70485"/>
                        <a:pt x="95536" y="70295"/>
                      </a:cubicBezTo>
                      <a:cubicBezTo>
                        <a:pt x="99441" y="70104"/>
                        <a:pt x="102679" y="70199"/>
                        <a:pt x="105251" y="70580"/>
                      </a:cubicBezTo>
                      <a:cubicBezTo>
                        <a:pt x="108775" y="70961"/>
                        <a:pt x="111728" y="72295"/>
                        <a:pt x="114205" y="74486"/>
                      </a:cubicBezTo>
                      <a:cubicBezTo>
                        <a:pt x="116681" y="76676"/>
                        <a:pt x="118015" y="79343"/>
                        <a:pt x="118015" y="82582"/>
                      </a:cubicBezTo>
                      <a:cubicBezTo>
                        <a:pt x="118015" y="84106"/>
                        <a:pt x="117538" y="86678"/>
                        <a:pt x="116681" y="90392"/>
                      </a:cubicBezTo>
                      <a:cubicBezTo>
                        <a:pt x="115824" y="94107"/>
                        <a:pt x="115348" y="97060"/>
                        <a:pt x="115348" y="99250"/>
                      </a:cubicBezTo>
                      <a:cubicBezTo>
                        <a:pt x="111919" y="103537"/>
                        <a:pt x="106489" y="105728"/>
                        <a:pt x="99155" y="105728"/>
                      </a:cubicBezTo>
                      <a:cubicBezTo>
                        <a:pt x="96679" y="105728"/>
                        <a:pt x="92869" y="105442"/>
                        <a:pt x="87344" y="104775"/>
                      </a:cubicBezTo>
                      <a:cubicBezTo>
                        <a:pt x="81915" y="104108"/>
                        <a:pt x="78010" y="103823"/>
                        <a:pt x="75629" y="103823"/>
                      </a:cubicBezTo>
                      <a:cubicBezTo>
                        <a:pt x="72962" y="103823"/>
                        <a:pt x="70771" y="104013"/>
                        <a:pt x="68866" y="104489"/>
                      </a:cubicBezTo>
                      <a:cubicBezTo>
                        <a:pt x="67151" y="103346"/>
                        <a:pt x="65246" y="102870"/>
                        <a:pt x="63341" y="102870"/>
                      </a:cubicBezTo>
                      <a:cubicBezTo>
                        <a:pt x="60865" y="102870"/>
                        <a:pt x="57531" y="104394"/>
                        <a:pt x="53149" y="107442"/>
                      </a:cubicBezTo>
                      <a:cubicBezTo>
                        <a:pt x="48863" y="110490"/>
                        <a:pt x="45529" y="111919"/>
                        <a:pt x="43434" y="111919"/>
                      </a:cubicBezTo>
                      <a:cubicBezTo>
                        <a:pt x="40767" y="111919"/>
                        <a:pt x="38290" y="110776"/>
                        <a:pt x="36004" y="108395"/>
                      </a:cubicBezTo>
                      <a:lnTo>
                        <a:pt x="34671" y="112967"/>
                      </a:lnTo>
                      <a:cubicBezTo>
                        <a:pt x="33814" y="112967"/>
                        <a:pt x="32290" y="112586"/>
                        <a:pt x="30385" y="111824"/>
                      </a:cubicBezTo>
                      <a:cubicBezTo>
                        <a:pt x="28480" y="111062"/>
                        <a:pt x="27051" y="110681"/>
                        <a:pt x="26194" y="110681"/>
                      </a:cubicBezTo>
                      <a:cubicBezTo>
                        <a:pt x="24670" y="110681"/>
                        <a:pt x="23336" y="111442"/>
                        <a:pt x="22288" y="112967"/>
                      </a:cubicBezTo>
                      <a:cubicBezTo>
                        <a:pt x="26860" y="116491"/>
                        <a:pt x="32004" y="117824"/>
                        <a:pt x="37624" y="117253"/>
                      </a:cubicBezTo>
                      <a:lnTo>
                        <a:pt x="34671" y="119158"/>
                      </a:lnTo>
                      <a:cubicBezTo>
                        <a:pt x="37243" y="119444"/>
                        <a:pt x="39814" y="119634"/>
                        <a:pt x="42481" y="119825"/>
                      </a:cubicBezTo>
                      <a:cubicBezTo>
                        <a:pt x="45815" y="120682"/>
                        <a:pt x="47720" y="122301"/>
                        <a:pt x="48387" y="124682"/>
                      </a:cubicBezTo>
                      <a:cubicBezTo>
                        <a:pt x="48577" y="127730"/>
                        <a:pt x="48863" y="130588"/>
                        <a:pt x="49339" y="133255"/>
                      </a:cubicBezTo>
                      <a:cubicBezTo>
                        <a:pt x="49816" y="136017"/>
                        <a:pt x="51625" y="137541"/>
                        <a:pt x="54864" y="138017"/>
                      </a:cubicBezTo>
                      <a:cubicBezTo>
                        <a:pt x="59626" y="137827"/>
                        <a:pt x="67532" y="137922"/>
                        <a:pt x="78581" y="138303"/>
                      </a:cubicBezTo>
                      <a:cubicBezTo>
                        <a:pt x="88773" y="138494"/>
                        <a:pt x="96583" y="138494"/>
                        <a:pt x="102013" y="138303"/>
                      </a:cubicBezTo>
                      <a:cubicBezTo>
                        <a:pt x="110966" y="137636"/>
                        <a:pt x="118681" y="136398"/>
                        <a:pt x="125444" y="134398"/>
                      </a:cubicBezTo>
                      <a:cubicBezTo>
                        <a:pt x="124777" y="136112"/>
                        <a:pt x="125635" y="137160"/>
                        <a:pt x="128016" y="137350"/>
                      </a:cubicBezTo>
                      <a:lnTo>
                        <a:pt x="133540" y="137350"/>
                      </a:lnTo>
                      <a:cubicBezTo>
                        <a:pt x="134874" y="137350"/>
                        <a:pt x="135826" y="137541"/>
                        <a:pt x="136493" y="138017"/>
                      </a:cubicBezTo>
                      <a:lnTo>
                        <a:pt x="140779" y="138017"/>
                      </a:lnTo>
                      <a:cubicBezTo>
                        <a:pt x="142018" y="153448"/>
                        <a:pt x="142684" y="160020"/>
                        <a:pt x="142684" y="157925"/>
                      </a:cubicBezTo>
                      <a:cubicBezTo>
                        <a:pt x="142684" y="163735"/>
                        <a:pt x="141541" y="168497"/>
                        <a:pt x="139160" y="172212"/>
                      </a:cubicBezTo>
                      <a:cubicBezTo>
                        <a:pt x="134207" y="173069"/>
                        <a:pt x="128683" y="173546"/>
                        <a:pt x="122587" y="173546"/>
                      </a:cubicBezTo>
                      <a:lnTo>
                        <a:pt x="96488" y="173546"/>
                      </a:lnTo>
                      <a:cubicBezTo>
                        <a:pt x="89725" y="173546"/>
                        <a:pt x="83820" y="174022"/>
                        <a:pt x="78867" y="174784"/>
                      </a:cubicBezTo>
                      <a:cubicBezTo>
                        <a:pt x="75819" y="173927"/>
                        <a:pt x="69532" y="173641"/>
                        <a:pt x="60007" y="173831"/>
                      </a:cubicBezTo>
                      <a:cubicBezTo>
                        <a:pt x="52388" y="173831"/>
                        <a:pt x="46387" y="172403"/>
                        <a:pt x="42100" y="169545"/>
                      </a:cubicBezTo>
                      <a:cubicBezTo>
                        <a:pt x="39243" y="172212"/>
                        <a:pt x="34766" y="173450"/>
                        <a:pt x="28480" y="173450"/>
                      </a:cubicBezTo>
                      <a:cubicBezTo>
                        <a:pt x="26479" y="173450"/>
                        <a:pt x="21431" y="172879"/>
                        <a:pt x="13240" y="171831"/>
                      </a:cubicBezTo>
                      <a:cubicBezTo>
                        <a:pt x="8668" y="168974"/>
                        <a:pt x="6382" y="163640"/>
                        <a:pt x="6382" y="155543"/>
                      </a:cubicBezTo>
                      <a:cubicBezTo>
                        <a:pt x="6382" y="153829"/>
                        <a:pt x="6477" y="151352"/>
                        <a:pt x="6667" y="148209"/>
                      </a:cubicBezTo>
                      <a:cubicBezTo>
                        <a:pt x="6858" y="145066"/>
                        <a:pt x="7048" y="142875"/>
                        <a:pt x="7048" y="141542"/>
                      </a:cubicBezTo>
                      <a:lnTo>
                        <a:pt x="8668" y="77533"/>
                      </a:lnTo>
                      <a:cubicBezTo>
                        <a:pt x="7525" y="75152"/>
                        <a:pt x="7048" y="71914"/>
                        <a:pt x="7048" y="67818"/>
                      </a:cubicBezTo>
                      <a:cubicBezTo>
                        <a:pt x="7048" y="66294"/>
                        <a:pt x="7144" y="64008"/>
                        <a:pt x="7429" y="60865"/>
                      </a:cubicBezTo>
                      <a:cubicBezTo>
                        <a:pt x="7620" y="57721"/>
                        <a:pt x="7810" y="55531"/>
                        <a:pt x="7810" y="54197"/>
                      </a:cubicBezTo>
                      <a:cubicBezTo>
                        <a:pt x="7810" y="45911"/>
                        <a:pt x="5143" y="41720"/>
                        <a:pt x="0" y="41529"/>
                      </a:cubicBezTo>
                      <a:cubicBezTo>
                        <a:pt x="6572" y="39815"/>
                        <a:pt x="9620" y="34481"/>
                        <a:pt x="9049" y="25622"/>
                      </a:cubicBezTo>
                      <a:cubicBezTo>
                        <a:pt x="8477" y="12383"/>
                        <a:pt x="8287" y="5239"/>
                        <a:pt x="8763" y="3905"/>
                      </a:cubicBezTo>
                      <a:lnTo>
                        <a:pt x="7144" y="2572"/>
                      </a:lnTo>
                      <a:cubicBezTo>
                        <a:pt x="9525" y="1333"/>
                        <a:pt x="12382" y="667"/>
                        <a:pt x="15621" y="667"/>
                      </a:cubicBezTo>
                      <a:cubicBezTo>
                        <a:pt x="17621" y="667"/>
                        <a:pt x="21050" y="1048"/>
                        <a:pt x="26098" y="1810"/>
                      </a:cubicBezTo>
                      <a:cubicBezTo>
                        <a:pt x="31051" y="2572"/>
                        <a:pt x="34957" y="2858"/>
                        <a:pt x="37814" y="2572"/>
                      </a:cubicBezTo>
                      <a:cubicBezTo>
                        <a:pt x="52102" y="2572"/>
                        <a:pt x="61341" y="1715"/>
                        <a:pt x="65437" y="0"/>
                      </a:cubicBezTo>
                      <a:cubicBezTo>
                        <a:pt x="66104" y="2191"/>
                        <a:pt x="67437" y="3238"/>
                        <a:pt x="69437" y="3238"/>
                      </a:cubicBezTo>
                      <a:cubicBezTo>
                        <a:pt x="70485" y="3238"/>
                        <a:pt x="72199" y="2858"/>
                        <a:pt x="74390" y="2000"/>
                      </a:cubicBezTo>
                      <a:cubicBezTo>
                        <a:pt x="76676" y="1143"/>
                        <a:pt x="78296" y="667"/>
                        <a:pt x="79438" y="667"/>
                      </a:cubicBezTo>
                      <a:cubicBezTo>
                        <a:pt x="80296" y="667"/>
                        <a:pt x="81153" y="762"/>
                        <a:pt x="82105" y="953"/>
                      </a:cubicBezTo>
                      <a:cubicBezTo>
                        <a:pt x="82963" y="1143"/>
                        <a:pt x="87058" y="2000"/>
                        <a:pt x="94393" y="3238"/>
                      </a:cubicBezTo>
                      <a:cubicBezTo>
                        <a:pt x="99631" y="4096"/>
                        <a:pt x="103727" y="4382"/>
                        <a:pt x="106775" y="3905"/>
                      </a:cubicBezTo>
                      <a:lnTo>
                        <a:pt x="110299" y="7811"/>
                      </a:lnTo>
                      <a:cubicBezTo>
                        <a:pt x="112681" y="3048"/>
                        <a:pt x="122872" y="1333"/>
                        <a:pt x="140970" y="2572"/>
                      </a:cubicBezTo>
                      <a:close/>
                      <a:moveTo>
                        <a:pt x="11335" y="110871"/>
                      </a:moveTo>
                      <a:cubicBezTo>
                        <a:pt x="12001" y="112776"/>
                        <a:pt x="14097" y="113824"/>
                        <a:pt x="17812" y="113824"/>
                      </a:cubicBezTo>
                      <a:cubicBezTo>
                        <a:pt x="19526" y="113824"/>
                        <a:pt x="20764" y="113443"/>
                        <a:pt x="21431" y="112776"/>
                      </a:cubicBezTo>
                      <a:lnTo>
                        <a:pt x="11335" y="110871"/>
                      </a:lnTo>
                      <a:close/>
                      <a:moveTo>
                        <a:pt x="32195" y="110871"/>
                      </a:moveTo>
                      <a:lnTo>
                        <a:pt x="32195" y="108299"/>
                      </a:lnTo>
                      <a:cubicBezTo>
                        <a:pt x="31909" y="107156"/>
                        <a:pt x="30766" y="106680"/>
                        <a:pt x="28575" y="106680"/>
                      </a:cubicBezTo>
                      <a:lnTo>
                        <a:pt x="32195" y="110871"/>
                      </a:lnTo>
                      <a:close/>
                      <a:moveTo>
                        <a:pt x="40291" y="56198"/>
                      </a:moveTo>
                      <a:lnTo>
                        <a:pt x="40291" y="54197"/>
                      </a:lnTo>
                      <a:lnTo>
                        <a:pt x="37719" y="54197"/>
                      </a:lnTo>
                      <a:lnTo>
                        <a:pt x="37719" y="56198"/>
                      </a:lnTo>
                      <a:lnTo>
                        <a:pt x="40291" y="56198"/>
                      </a:lnTo>
                      <a:close/>
                      <a:moveTo>
                        <a:pt x="95345" y="55245"/>
                      </a:moveTo>
                      <a:cubicBezTo>
                        <a:pt x="93631" y="54197"/>
                        <a:pt x="92773" y="53054"/>
                        <a:pt x="92773" y="52007"/>
                      </a:cubicBezTo>
                      <a:cubicBezTo>
                        <a:pt x="92773" y="50483"/>
                        <a:pt x="94107" y="49721"/>
                        <a:pt x="96679" y="49721"/>
                      </a:cubicBezTo>
                      <a:cubicBezTo>
                        <a:pt x="99250" y="49721"/>
                        <a:pt x="100870" y="50673"/>
                        <a:pt x="101537" y="52673"/>
                      </a:cubicBezTo>
                      <a:cubicBezTo>
                        <a:pt x="99346" y="54864"/>
                        <a:pt x="97250" y="55721"/>
                        <a:pt x="95345" y="55340"/>
                      </a:cubicBezTo>
                      <a:close/>
                      <a:moveTo>
                        <a:pt x="115538" y="56198"/>
                      </a:moveTo>
                      <a:cubicBezTo>
                        <a:pt x="116872" y="55721"/>
                        <a:pt x="117538" y="55245"/>
                        <a:pt x="117538" y="54578"/>
                      </a:cubicBezTo>
                      <a:cubicBezTo>
                        <a:pt x="117538" y="54197"/>
                        <a:pt x="117253" y="53531"/>
                        <a:pt x="116681" y="52769"/>
                      </a:cubicBezTo>
                      <a:cubicBezTo>
                        <a:pt x="116205" y="52007"/>
                        <a:pt x="115919" y="51530"/>
                        <a:pt x="115919" y="51340"/>
                      </a:cubicBezTo>
                      <a:cubicBezTo>
                        <a:pt x="116110" y="50673"/>
                        <a:pt x="116396" y="50292"/>
                        <a:pt x="116872" y="50006"/>
                      </a:cubicBezTo>
                      <a:cubicBezTo>
                        <a:pt x="118396" y="49625"/>
                        <a:pt x="120110" y="50102"/>
                        <a:pt x="122110" y="51625"/>
                      </a:cubicBezTo>
                      <a:lnTo>
                        <a:pt x="119539" y="56198"/>
                      </a:lnTo>
                      <a:lnTo>
                        <a:pt x="123063" y="58769"/>
                      </a:lnTo>
                      <a:lnTo>
                        <a:pt x="115538" y="56198"/>
                      </a:lnTo>
                      <a:close/>
                      <a:moveTo>
                        <a:pt x="123063" y="16859"/>
                      </a:moveTo>
                      <a:cubicBezTo>
                        <a:pt x="123063" y="16859"/>
                        <a:pt x="123825" y="17431"/>
                        <a:pt x="124015" y="17431"/>
                      </a:cubicBezTo>
                      <a:lnTo>
                        <a:pt x="123063" y="16859"/>
                      </a:lnTo>
                      <a:lnTo>
                        <a:pt x="123063" y="13907"/>
                      </a:lnTo>
                      <a:lnTo>
                        <a:pt x="119539" y="13907"/>
                      </a:lnTo>
                      <a:lnTo>
                        <a:pt x="123063" y="16859"/>
                      </a:lnTo>
                      <a:close/>
                      <a:moveTo>
                        <a:pt x="158210" y="5144"/>
                      </a:moveTo>
                      <a:cubicBezTo>
                        <a:pt x="158210" y="5810"/>
                        <a:pt x="157639" y="6667"/>
                        <a:pt x="156591" y="7715"/>
                      </a:cubicBezTo>
                      <a:cubicBezTo>
                        <a:pt x="155543" y="8763"/>
                        <a:pt x="154876" y="9716"/>
                        <a:pt x="154686" y="10287"/>
                      </a:cubicBezTo>
                      <a:lnTo>
                        <a:pt x="157258" y="12192"/>
                      </a:lnTo>
                      <a:lnTo>
                        <a:pt x="152019" y="10287"/>
                      </a:lnTo>
                      <a:cubicBezTo>
                        <a:pt x="153067" y="10287"/>
                        <a:pt x="153829" y="9335"/>
                        <a:pt x="154210" y="7334"/>
                      </a:cubicBezTo>
                      <a:cubicBezTo>
                        <a:pt x="154496" y="5334"/>
                        <a:pt x="155257" y="4382"/>
                        <a:pt x="156305" y="4382"/>
                      </a:cubicBezTo>
                      <a:cubicBezTo>
                        <a:pt x="156686" y="4382"/>
                        <a:pt x="157353" y="4572"/>
                        <a:pt x="158305" y="5048"/>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 name="Google Shape;940;p99"/>
                <p:cNvSpPr/>
                <p:nvPr/>
              </p:nvSpPr>
              <p:spPr>
                <a:xfrm>
                  <a:off x="6179057" y="1917406"/>
                  <a:ext cx="142684" cy="173617"/>
                </a:xfrm>
                <a:custGeom>
                  <a:avLst/>
                  <a:gdLst/>
                  <a:ahLst/>
                  <a:cxnLst/>
                  <a:rect l="l" t="t" r="r" b="b"/>
                  <a:pathLst>
                    <a:path w="142684" h="173617" extrusionOk="0">
                      <a:moveTo>
                        <a:pt x="139065" y="834"/>
                      </a:moveTo>
                      <a:lnTo>
                        <a:pt x="142685" y="6072"/>
                      </a:lnTo>
                      <a:lnTo>
                        <a:pt x="140018" y="35314"/>
                      </a:lnTo>
                      <a:cubicBezTo>
                        <a:pt x="141065" y="35124"/>
                        <a:pt x="136779" y="35028"/>
                        <a:pt x="126968" y="35028"/>
                      </a:cubicBezTo>
                      <a:cubicBezTo>
                        <a:pt x="122396" y="35028"/>
                        <a:pt x="119444" y="36838"/>
                        <a:pt x="118205" y="40553"/>
                      </a:cubicBezTo>
                      <a:cubicBezTo>
                        <a:pt x="116586" y="37505"/>
                        <a:pt x="114110" y="35981"/>
                        <a:pt x="110680" y="35981"/>
                      </a:cubicBezTo>
                      <a:cubicBezTo>
                        <a:pt x="109156" y="35981"/>
                        <a:pt x="106966" y="36362"/>
                        <a:pt x="104204" y="36933"/>
                      </a:cubicBezTo>
                      <a:cubicBezTo>
                        <a:pt x="101346" y="37600"/>
                        <a:pt x="99346" y="37981"/>
                        <a:pt x="98012" y="37981"/>
                      </a:cubicBezTo>
                      <a:cubicBezTo>
                        <a:pt x="96107" y="43601"/>
                        <a:pt x="95155" y="50649"/>
                        <a:pt x="95155" y="59127"/>
                      </a:cubicBezTo>
                      <a:cubicBezTo>
                        <a:pt x="95155" y="61508"/>
                        <a:pt x="95155" y="65127"/>
                        <a:pt x="95440" y="69890"/>
                      </a:cubicBezTo>
                      <a:cubicBezTo>
                        <a:pt x="95631" y="74652"/>
                        <a:pt x="95726" y="78177"/>
                        <a:pt x="95726" y="80272"/>
                      </a:cubicBezTo>
                      <a:cubicBezTo>
                        <a:pt x="95726" y="86178"/>
                        <a:pt x="95345" y="91131"/>
                        <a:pt x="94488" y="95226"/>
                      </a:cubicBezTo>
                      <a:lnTo>
                        <a:pt x="88297" y="98846"/>
                      </a:lnTo>
                      <a:lnTo>
                        <a:pt x="89249" y="97893"/>
                      </a:lnTo>
                      <a:cubicBezTo>
                        <a:pt x="87535" y="96179"/>
                        <a:pt x="85725" y="95322"/>
                        <a:pt x="83725" y="95322"/>
                      </a:cubicBezTo>
                      <a:cubicBezTo>
                        <a:pt x="82201" y="95322"/>
                        <a:pt x="79820" y="96179"/>
                        <a:pt x="76581" y="97703"/>
                      </a:cubicBezTo>
                      <a:cubicBezTo>
                        <a:pt x="73343" y="99322"/>
                        <a:pt x="70771" y="100275"/>
                        <a:pt x="69056" y="100465"/>
                      </a:cubicBezTo>
                      <a:lnTo>
                        <a:pt x="69056" y="101513"/>
                      </a:lnTo>
                      <a:lnTo>
                        <a:pt x="80105" y="102465"/>
                      </a:lnTo>
                      <a:cubicBezTo>
                        <a:pt x="80105" y="102465"/>
                        <a:pt x="81058" y="104275"/>
                        <a:pt x="82677" y="106656"/>
                      </a:cubicBezTo>
                      <a:cubicBezTo>
                        <a:pt x="83534" y="105132"/>
                        <a:pt x="84106" y="104466"/>
                        <a:pt x="84296" y="104751"/>
                      </a:cubicBezTo>
                      <a:cubicBezTo>
                        <a:pt x="84677" y="104751"/>
                        <a:pt x="85439" y="105323"/>
                        <a:pt x="86582" y="106656"/>
                      </a:cubicBezTo>
                      <a:lnTo>
                        <a:pt x="89154" y="102465"/>
                      </a:lnTo>
                      <a:cubicBezTo>
                        <a:pt x="88678" y="103989"/>
                        <a:pt x="88487" y="105609"/>
                        <a:pt x="88487" y="107323"/>
                      </a:cubicBezTo>
                      <a:cubicBezTo>
                        <a:pt x="88487" y="110181"/>
                        <a:pt x="89535" y="113895"/>
                        <a:pt x="91726" y="118467"/>
                      </a:cubicBezTo>
                      <a:cubicBezTo>
                        <a:pt x="93916" y="123135"/>
                        <a:pt x="95060" y="126754"/>
                        <a:pt x="95060" y="129326"/>
                      </a:cubicBezTo>
                      <a:cubicBezTo>
                        <a:pt x="95060" y="132183"/>
                        <a:pt x="94297" y="134946"/>
                        <a:pt x="92678" y="137708"/>
                      </a:cubicBezTo>
                      <a:cubicBezTo>
                        <a:pt x="92678" y="138375"/>
                        <a:pt x="93154" y="141137"/>
                        <a:pt x="94012" y="146185"/>
                      </a:cubicBezTo>
                      <a:cubicBezTo>
                        <a:pt x="94679" y="150281"/>
                        <a:pt x="95060" y="153710"/>
                        <a:pt x="95060" y="156472"/>
                      </a:cubicBezTo>
                      <a:cubicBezTo>
                        <a:pt x="95060" y="164092"/>
                        <a:pt x="92678" y="169807"/>
                        <a:pt x="88106" y="173617"/>
                      </a:cubicBezTo>
                      <a:lnTo>
                        <a:pt x="53626" y="171998"/>
                      </a:lnTo>
                      <a:cubicBezTo>
                        <a:pt x="52769" y="165521"/>
                        <a:pt x="52292" y="157806"/>
                        <a:pt x="52292" y="148947"/>
                      </a:cubicBezTo>
                      <a:cubicBezTo>
                        <a:pt x="52292" y="142470"/>
                        <a:pt x="52769" y="130755"/>
                        <a:pt x="53626" y="113895"/>
                      </a:cubicBezTo>
                      <a:cubicBezTo>
                        <a:pt x="54483" y="98084"/>
                        <a:pt x="54769" y="85701"/>
                        <a:pt x="54578" y="76843"/>
                      </a:cubicBezTo>
                      <a:cubicBezTo>
                        <a:pt x="53721" y="72938"/>
                        <a:pt x="53435" y="66556"/>
                        <a:pt x="53626" y="57698"/>
                      </a:cubicBezTo>
                      <a:cubicBezTo>
                        <a:pt x="53626" y="49506"/>
                        <a:pt x="53054" y="43220"/>
                        <a:pt x="52006" y="38838"/>
                      </a:cubicBezTo>
                      <a:cubicBezTo>
                        <a:pt x="47720" y="37505"/>
                        <a:pt x="43053" y="36743"/>
                        <a:pt x="38100" y="36552"/>
                      </a:cubicBezTo>
                      <a:cubicBezTo>
                        <a:pt x="34766" y="36362"/>
                        <a:pt x="30194" y="36362"/>
                        <a:pt x="24098" y="36552"/>
                      </a:cubicBezTo>
                      <a:cubicBezTo>
                        <a:pt x="17431" y="36743"/>
                        <a:pt x="12382" y="36838"/>
                        <a:pt x="9144" y="36838"/>
                      </a:cubicBezTo>
                      <a:cubicBezTo>
                        <a:pt x="4763" y="35314"/>
                        <a:pt x="2286" y="32361"/>
                        <a:pt x="1619" y="27789"/>
                      </a:cubicBezTo>
                      <a:cubicBezTo>
                        <a:pt x="762" y="21598"/>
                        <a:pt x="190" y="18169"/>
                        <a:pt x="0" y="17788"/>
                      </a:cubicBezTo>
                      <a:cubicBezTo>
                        <a:pt x="190" y="13883"/>
                        <a:pt x="476" y="9882"/>
                        <a:pt x="857" y="5691"/>
                      </a:cubicBezTo>
                      <a:cubicBezTo>
                        <a:pt x="1143" y="1500"/>
                        <a:pt x="3905" y="-405"/>
                        <a:pt x="9144" y="72"/>
                      </a:cubicBezTo>
                      <a:cubicBezTo>
                        <a:pt x="24955" y="929"/>
                        <a:pt x="46482" y="1214"/>
                        <a:pt x="73914" y="738"/>
                      </a:cubicBezTo>
                      <a:cubicBezTo>
                        <a:pt x="103251" y="72"/>
                        <a:pt x="124873" y="72"/>
                        <a:pt x="138970" y="738"/>
                      </a:cubicBezTo>
                      <a:close/>
                      <a:moveTo>
                        <a:pt x="139065" y="64270"/>
                      </a:moveTo>
                      <a:lnTo>
                        <a:pt x="137446" y="58079"/>
                      </a:lnTo>
                      <a:lnTo>
                        <a:pt x="139065" y="58079"/>
                      </a:lnTo>
                      <a:lnTo>
                        <a:pt x="139065" y="64270"/>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41" name="Google Shape;941;p99"/>
              <p:cNvGrpSpPr/>
              <p:nvPr/>
            </p:nvGrpSpPr>
            <p:grpSpPr>
              <a:xfrm>
                <a:off x="13476916" y="4131279"/>
                <a:ext cx="477774" cy="126110"/>
                <a:chOff x="8223598" y="1849374"/>
                <a:chExt cx="477774" cy="126110"/>
              </a:xfrm>
            </p:grpSpPr>
            <p:sp>
              <p:nvSpPr>
                <p:cNvPr id="942" name="Google Shape;942;p99"/>
                <p:cNvSpPr/>
                <p:nvPr/>
              </p:nvSpPr>
              <p:spPr>
                <a:xfrm>
                  <a:off x="8223598" y="1864995"/>
                  <a:ext cx="84521" cy="95630"/>
                </a:xfrm>
                <a:custGeom>
                  <a:avLst/>
                  <a:gdLst/>
                  <a:ahLst/>
                  <a:cxnLst/>
                  <a:rect l="l" t="t" r="r" b="b"/>
                  <a:pathLst>
                    <a:path w="84521" h="95630" extrusionOk="0">
                      <a:moveTo>
                        <a:pt x="0" y="53626"/>
                      </a:moveTo>
                      <a:lnTo>
                        <a:pt x="476" y="51721"/>
                      </a:lnTo>
                      <a:lnTo>
                        <a:pt x="952" y="51721"/>
                      </a:lnTo>
                      <a:lnTo>
                        <a:pt x="0" y="53626"/>
                      </a:lnTo>
                      <a:close/>
                      <a:moveTo>
                        <a:pt x="2286" y="52673"/>
                      </a:moveTo>
                      <a:lnTo>
                        <a:pt x="2286" y="50863"/>
                      </a:lnTo>
                      <a:lnTo>
                        <a:pt x="4191" y="51721"/>
                      </a:lnTo>
                      <a:lnTo>
                        <a:pt x="2286" y="52673"/>
                      </a:lnTo>
                      <a:close/>
                      <a:moveTo>
                        <a:pt x="8287" y="53150"/>
                      </a:moveTo>
                      <a:cubicBezTo>
                        <a:pt x="8287" y="53150"/>
                        <a:pt x="8763" y="53150"/>
                        <a:pt x="9049" y="53435"/>
                      </a:cubicBezTo>
                      <a:cubicBezTo>
                        <a:pt x="9334" y="53721"/>
                        <a:pt x="9525" y="53816"/>
                        <a:pt x="9716" y="53912"/>
                      </a:cubicBezTo>
                      <a:lnTo>
                        <a:pt x="9716" y="54864"/>
                      </a:lnTo>
                      <a:lnTo>
                        <a:pt x="8287" y="53054"/>
                      </a:lnTo>
                      <a:close/>
                      <a:moveTo>
                        <a:pt x="8763" y="43529"/>
                      </a:moveTo>
                      <a:lnTo>
                        <a:pt x="9716" y="43529"/>
                      </a:lnTo>
                      <a:cubicBezTo>
                        <a:pt x="9716" y="43529"/>
                        <a:pt x="9430" y="44577"/>
                        <a:pt x="8763" y="45434"/>
                      </a:cubicBezTo>
                      <a:lnTo>
                        <a:pt x="8763" y="43529"/>
                      </a:lnTo>
                      <a:close/>
                      <a:moveTo>
                        <a:pt x="12002" y="76009"/>
                      </a:moveTo>
                      <a:lnTo>
                        <a:pt x="11430" y="73723"/>
                      </a:lnTo>
                      <a:lnTo>
                        <a:pt x="12002" y="74485"/>
                      </a:lnTo>
                      <a:lnTo>
                        <a:pt x="12002" y="76009"/>
                      </a:lnTo>
                      <a:close/>
                      <a:moveTo>
                        <a:pt x="16478" y="33909"/>
                      </a:moveTo>
                      <a:cubicBezTo>
                        <a:pt x="16859" y="33242"/>
                        <a:pt x="17240" y="33242"/>
                        <a:pt x="17907" y="33909"/>
                      </a:cubicBezTo>
                      <a:lnTo>
                        <a:pt x="16478" y="33909"/>
                      </a:lnTo>
                      <a:close/>
                      <a:moveTo>
                        <a:pt x="16478" y="77724"/>
                      </a:moveTo>
                      <a:lnTo>
                        <a:pt x="16955" y="77248"/>
                      </a:lnTo>
                      <a:lnTo>
                        <a:pt x="17431" y="77724"/>
                      </a:lnTo>
                      <a:lnTo>
                        <a:pt x="16478" y="77724"/>
                      </a:lnTo>
                      <a:close/>
                      <a:moveTo>
                        <a:pt x="17907" y="33909"/>
                      </a:moveTo>
                      <a:cubicBezTo>
                        <a:pt x="17907" y="33909"/>
                        <a:pt x="18098" y="34004"/>
                        <a:pt x="18288" y="34290"/>
                      </a:cubicBezTo>
                      <a:lnTo>
                        <a:pt x="17907" y="33909"/>
                      </a:lnTo>
                      <a:close/>
                      <a:moveTo>
                        <a:pt x="84106" y="46387"/>
                      </a:moveTo>
                      <a:cubicBezTo>
                        <a:pt x="84487" y="49339"/>
                        <a:pt x="84582" y="55054"/>
                        <a:pt x="84487" y="63627"/>
                      </a:cubicBezTo>
                      <a:lnTo>
                        <a:pt x="84106" y="92773"/>
                      </a:lnTo>
                      <a:cubicBezTo>
                        <a:pt x="82391" y="94679"/>
                        <a:pt x="80106" y="95631"/>
                        <a:pt x="77343" y="95631"/>
                      </a:cubicBezTo>
                      <a:cubicBezTo>
                        <a:pt x="76295" y="95631"/>
                        <a:pt x="74486" y="95441"/>
                        <a:pt x="72009" y="95059"/>
                      </a:cubicBezTo>
                      <a:cubicBezTo>
                        <a:pt x="69818" y="94679"/>
                        <a:pt x="68009" y="94583"/>
                        <a:pt x="66770" y="94679"/>
                      </a:cubicBezTo>
                      <a:cubicBezTo>
                        <a:pt x="66199" y="94297"/>
                        <a:pt x="65913" y="93726"/>
                        <a:pt x="65913" y="93059"/>
                      </a:cubicBezTo>
                      <a:cubicBezTo>
                        <a:pt x="65913" y="92773"/>
                        <a:pt x="65913" y="92297"/>
                        <a:pt x="66008" y="91726"/>
                      </a:cubicBezTo>
                      <a:cubicBezTo>
                        <a:pt x="66104" y="91154"/>
                        <a:pt x="66199" y="90678"/>
                        <a:pt x="66199" y="90297"/>
                      </a:cubicBezTo>
                      <a:cubicBezTo>
                        <a:pt x="66199" y="90106"/>
                        <a:pt x="66199" y="89916"/>
                        <a:pt x="66104" y="89725"/>
                      </a:cubicBezTo>
                      <a:cubicBezTo>
                        <a:pt x="66104" y="72580"/>
                        <a:pt x="66008" y="62389"/>
                        <a:pt x="65818" y="59055"/>
                      </a:cubicBezTo>
                      <a:cubicBezTo>
                        <a:pt x="64961" y="59055"/>
                        <a:pt x="64103" y="59150"/>
                        <a:pt x="63055" y="59150"/>
                      </a:cubicBezTo>
                      <a:cubicBezTo>
                        <a:pt x="62008" y="59150"/>
                        <a:pt x="60198" y="59150"/>
                        <a:pt x="57817" y="58864"/>
                      </a:cubicBezTo>
                      <a:cubicBezTo>
                        <a:pt x="55340" y="58674"/>
                        <a:pt x="53530" y="58579"/>
                        <a:pt x="52292" y="58579"/>
                      </a:cubicBezTo>
                      <a:cubicBezTo>
                        <a:pt x="50006" y="58579"/>
                        <a:pt x="48006" y="58864"/>
                        <a:pt x="46387" y="59436"/>
                      </a:cubicBezTo>
                      <a:cubicBezTo>
                        <a:pt x="46196" y="59436"/>
                        <a:pt x="45339" y="59246"/>
                        <a:pt x="44101" y="59055"/>
                      </a:cubicBezTo>
                      <a:cubicBezTo>
                        <a:pt x="43149" y="59055"/>
                        <a:pt x="42482" y="58674"/>
                        <a:pt x="42100" y="58102"/>
                      </a:cubicBezTo>
                      <a:cubicBezTo>
                        <a:pt x="41053" y="58864"/>
                        <a:pt x="40291" y="60198"/>
                        <a:pt x="39719" y="62008"/>
                      </a:cubicBezTo>
                      <a:cubicBezTo>
                        <a:pt x="39052" y="64198"/>
                        <a:pt x="38576" y="65627"/>
                        <a:pt x="38100" y="66294"/>
                      </a:cubicBezTo>
                      <a:cubicBezTo>
                        <a:pt x="38958" y="66580"/>
                        <a:pt x="39434" y="66961"/>
                        <a:pt x="39434" y="67723"/>
                      </a:cubicBezTo>
                      <a:cubicBezTo>
                        <a:pt x="39434" y="67913"/>
                        <a:pt x="39434" y="68199"/>
                        <a:pt x="39243" y="68485"/>
                      </a:cubicBezTo>
                      <a:cubicBezTo>
                        <a:pt x="39243" y="68866"/>
                        <a:pt x="39243" y="69151"/>
                        <a:pt x="39243" y="69247"/>
                      </a:cubicBezTo>
                      <a:cubicBezTo>
                        <a:pt x="39243" y="69723"/>
                        <a:pt x="39719" y="69913"/>
                        <a:pt x="40767" y="69913"/>
                      </a:cubicBezTo>
                      <a:cubicBezTo>
                        <a:pt x="39624" y="70104"/>
                        <a:pt x="38958" y="70866"/>
                        <a:pt x="38862" y="72390"/>
                      </a:cubicBezTo>
                      <a:lnTo>
                        <a:pt x="38862" y="76009"/>
                      </a:lnTo>
                      <a:lnTo>
                        <a:pt x="39814" y="76867"/>
                      </a:lnTo>
                      <a:cubicBezTo>
                        <a:pt x="39243" y="76867"/>
                        <a:pt x="38958" y="77248"/>
                        <a:pt x="38958" y="78200"/>
                      </a:cubicBezTo>
                      <a:cubicBezTo>
                        <a:pt x="38958" y="79153"/>
                        <a:pt x="38862" y="79534"/>
                        <a:pt x="38481" y="79724"/>
                      </a:cubicBezTo>
                      <a:cubicBezTo>
                        <a:pt x="38291" y="80296"/>
                        <a:pt x="38195" y="80963"/>
                        <a:pt x="38195" y="81629"/>
                      </a:cubicBezTo>
                      <a:cubicBezTo>
                        <a:pt x="38195" y="82296"/>
                        <a:pt x="38291" y="83344"/>
                        <a:pt x="38576" y="84677"/>
                      </a:cubicBezTo>
                      <a:cubicBezTo>
                        <a:pt x="38767" y="86011"/>
                        <a:pt x="38958" y="87058"/>
                        <a:pt x="38958" y="87630"/>
                      </a:cubicBezTo>
                      <a:cubicBezTo>
                        <a:pt x="38958" y="89344"/>
                        <a:pt x="38386" y="90868"/>
                        <a:pt x="37243" y="92012"/>
                      </a:cubicBezTo>
                      <a:cubicBezTo>
                        <a:pt x="37529" y="93535"/>
                        <a:pt x="36862" y="94393"/>
                        <a:pt x="35147" y="94583"/>
                      </a:cubicBezTo>
                      <a:cubicBezTo>
                        <a:pt x="33909" y="94774"/>
                        <a:pt x="32575" y="94869"/>
                        <a:pt x="31337" y="95059"/>
                      </a:cubicBezTo>
                      <a:cubicBezTo>
                        <a:pt x="30004" y="95250"/>
                        <a:pt x="28956" y="95345"/>
                        <a:pt x="27908" y="95345"/>
                      </a:cubicBezTo>
                      <a:cubicBezTo>
                        <a:pt x="25051" y="95345"/>
                        <a:pt x="22670" y="94488"/>
                        <a:pt x="20574" y="92869"/>
                      </a:cubicBezTo>
                      <a:cubicBezTo>
                        <a:pt x="20764" y="92297"/>
                        <a:pt x="20860" y="91726"/>
                        <a:pt x="20860" y="91059"/>
                      </a:cubicBezTo>
                      <a:cubicBezTo>
                        <a:pt x="20860" y="90488"/>
                        <a:pt x="20764" y="89535"/>
                        <a:pt x="20574" y="88392"/>
                      </a:cubicBezTo>
                      <a:cubicBezTo>
                        <a:pt x="20384" y="87249"/>
                        <a:pt x="20288" y="86392"/>
                        <a:pt x="20288" y="85820"/>
                      </a:cubicBezTo>
                      <a:cubicBezTo>
                        <a:pt x="20288" y="84772"/>
                        <a:pt x="20574" y="83725"/>
                        <a:pt x="21241" y="82867"/>
                      </a:cubicBezTo>
                      <a:cubicBezTo>
                        <a:pt x="21431" y="82487"/>
                        <a:pt x="21622" y="82010"/>
                        <a:pt x="21622" y="81439"/>
                      </a:cubicBezTo>
                      <a:cubicBezTo>
                        <a:pt x="21622" y="80677"/>
                        <a:pt x="21431" y="79629"/>
                        <a:pt x="20955" y="78200"/>
                      </a:cubicBezTo>
                      <a:cubicBezTo>
                        <a:pt x="20479" y="76771"/>
                        <a:pt x="20193" y="75819"/>
                        <a:pt x="20193" y="75247"/>
                      </a:cubicBezTo>
                      <a:cubicBezTo>
                        <a:pt x="20193" y="74009"/>
                        <a:pt x="20955" y="73247"/>
                        <a:pt x="22574" y="73152"/>
                      </a:cubicBezTo>
                      <a:cubicBezTo>
                        <a:pt x="22384" y="72866"/>
                        <a:pt x="22003" y="72771"/>
                        <a:pt x="21241" y="72771"/>
                      </a:cubicBezTo>
                      <a:lnTo>
                        <a:pt x="21241" y="67913"/>
                      </a:lnTo>
                      <a:cubicBezTo>
                        <a:pt x="21241" y="65913"/>
                        <a:pt x="20860" y="64294"/>
                        <a:pt x="20288" y="63055"/>
                      </a:cubicBezTo>
                      <a:lnTo>
                        <a:pt x="18383" y="63055"/>
                      </a:lnTo>
                      <a:cubicBezTo>
                        <a:pt x="18383" y="62389"/>
                        <a:pt x="18669" y="62198"/>
                        <a:pt x="19241" y="62389"/>
                      </a:cubicBezTo>
                      <a:cubicBezTo>
                        <a:pt x="19908" y="62579"/>
                        <a:pt x="20193" y="62579"/>
                        <a:pt x="20288" y="62389"/>
                      </a:cubicBezTo>
                      <a:lnTo>
                        <a:pt x="19336" y="59055"/>
                      </a:lnTo>
                      <a:cubicBezTo>
                        <a:pt x="19336" y="59055"/>
                        <a:pt x="20002" y="58674"/>
                        <a:pt x="20860" y="58579"/>
                      </a:cubicBezTo>
                      <a:cubicBezTo>
                        <a:pt x="21431" y="58579"/>
                        <a:pt x="21622" y="58007"/>
                        <a:pt x="21527" y="57150"/>
                      </a:cubicBezTo>
                      <a:lnTo>
                        <a:pt x="20574" y="56197"/>
                      </a:lnTo>
                      <a:cubicBezTo>
                        <a:pt x="20574" y="56197"/>
                        <a:pt x="21431" y="56197"/>
                        <a:pt x="21812" y="56579"/>
                      </a:cubicBezTo>
                      <a:cubicBezTo>
                        <a:pt x="22098" y="56959"/>
                        <a:pt x="22479" y="57341"/>
                        <a:pt x="22765" y="57721"/>
                      </a:cubicBezTo>
                      <a:cubicBezTo>
                        <a:pt x="23622" y="56864"/>
                        <a:pt x="23908" y="56197"/>
                        <a:pt x="23717" y="55817"/>
                      </a:cubicBezTo>
                      <a:lnTo>
                        <a:pt x="22384" y="54483"/>
                      </a:lnTo>
                      <a:cubicBezTo>
                        <a:pt x="22384" y="54483"/>
                        <a:pt x="22098" y="54959"/>
                        <a:pt x="21812" y="54959"/>
                      </a:cubicBezTo>
                      <a:cubicBezTo>
                        <a:pt x="21527" y="54959"/>
                        <a:pt x="21241" y="54769"/>
                        <a:pt x="21146" y="54483"/>
                      </a:cubicBezTo>
                      <a:lnTo>
                        <a:pt x="19812" y="53054"/>
                      </a:lnTo>
                      <a:cubicBezTo>
                        <a:pt x="20669" y="53054"/>
                        <a:pt x="21146" y="52768"/>
                        <a:pt x="21146" y="52102"/>
                      </a:cubicBezTo>
                      <a:cubicBezTo>
                        <a:pt x="21146" y="51149"/>
                        <a:pt x="21336" y="50483"/>
                        <a:pt x="21527" y="50197"/>
                      </a:cubicBezTo>
                      <a:lnTo>
                        <a:pt x="22860" y="51625"/>
                      </a:lnTo>
                      <a:lnTo>
                        <a:pt x="23717" y="50959"/>
                      </a:lnTo>
                      <a:cubicBezTo>
                        <a:pt x="23717" y="50959"/>
                        <a:pt x="23717" y="51625"/>
                        <a:pt x="23813" y="51625"/>
                      </a:cubicBezTo>
                      <a:cubicBezTo>
                        <a:pt x="24003" y="51340"/>
                        <a:pt x="24575" y="51149"/>
                        <a:pt x="25337" y="51244"/>
                      </a:cubicBezTo>
                      <a:cubicBezTo>
                        <a:pt x="26289" y="51244"/>
                        <a:pt x="26861" y="51244"/>
                        <a:pt x="27051" y="51244"/>
                      </a:cubicBezTo>
                      <a:cubicBezTo>
                        <a:pt x="27527" y="51054"/>
                        <a:pt x="27623" y="50578"/>
                        <a:pt x="27527" y="49816"/>
                      </a:cubicBezTo>
                      <a:lnTo>
                        <a:pt x="30385" y="51625"/>
                      </a:lnTo>
                      <a:cubicBezTo>
                        <a:pt x="30385" y="51625"/>
                        <a:pt x="30861" y="51149"/>
                        <a:pt x="30861" y="50578"/>
                      </a:cubicBezTo>
                      <a:lnTo>
                        <a:pt x="30861" y="49339"/>
                      </a:lnTo>
                      <a:cubicBezTo>
                        <a:pt x="31432" y="49721"/>
                        <a:pt x="31814" y="49911"/>
                        <a:pt x="32195" y="49911"/>
                      </a:cubicBezTo>
                      <a:cubicBezTo>
                        <a:pt x="32575" y="49911"/>
                        <a:pt x="33052" y="49721"/>
                        <a:pt x="33624" y="49339"/>
                      </a:cubicBezTo>
                      <a:cubicBezTo>
                        <a:pt x="33338" y="49244"/>
                        <a:pt x="32671" y="48863"/>
                        <a:pt x="31623" y="48292"/>
                      </a:cubicBezTo>
                      <a:cubicBezTo>
                        <a:pt x="30861" y="47720"/>
                        <a:pt x="30099" y="47434"/>
                        <a:pt x="29623" y="47434"/>
                      </a:cubicBezTo>
                      <a:cubicBezTo>
                        <a:pt x="29242" y="47434"/>
                        <a:pt x="28861" y="47434"/>
                        <a:pt x="28575" y="47720"/>
                      </a:cubicBezTo>
                      <a:cubicBezTo>
                        <a:pt x="27908" y="47816"/>
                        <a:pt x="27432" y="47434"/>
                        <a:pt x="27146" y="46387"/>
                      </a:cubicBezTo>
                      <a:cubicBezTo>
                        <a:pt x="26765" y="45339"/>
                        <a:pt x="26480" y="44863"/>
                        <a:pt x="26098" y="44863"/>
                      </a:cubicBezTo>
                      <a:cubicBezTo>
                        <a:pt x="25718" y="44863"/>
                        <a:pt x="25337" y="45148"/>
                        <a:pt x="24860" y="45815"/>
                      </a:cubicBezTo>
                      <a:lnTo>
                        <a:pt x="25337" y="46387"/>
                      </a:lnTo>
                      <a:lnTo>
                        <a:pt x="24479" y="47054"/>
                      </a:lnTo>
                      <a:cubicBezTo>
                        <a:pt x="24479" y="47054"/>
                        <a:pt x="25146" y="47625"/>
                        <a:pt x="25908" y="47625"/>
                      </a:cubicBezTo>
                      <a:lnTo>
                        <a:pt x="25908" y="48673"/>
                      </a:lnTo>
                      <a:cubicBezTo>
                        <a:pt x="25432" y="48387"/>
                        <a:pt x="24670" y="48196"/>
                        <a:pt x="23717" y="48101"/>
                      </a:cubicBezTo>
                      <a:cubicBezTo>
                        <a:pt x="22574" y="47911"/>
                        <a:pt x="21812" y="48101"/>
                        <a:pt x="21241" y="48577"/>
                      </a:cubicBezTo>
                      <a:lnTo>
                        <a:pt x="20288" y="48577"/>
                      </a:lnTo>
                      <a:lnTo>
                        <a:pt x="20288" y="41719"/>
                      </a:lnTo>
                      <a:lnTo>
                        <a:pt x="21527" y="43053"/>
                      </a:lnTo>
                      <a:cubicBezTo>
                        <a:pt x="21527" y="43053"/>
                        <a:pt x="22098" y="42577"/>
                        <a:pt x="22098" y="42196"/>
                      </a:cubicBezTo>
                      <a:lnTo>
                        <a:pt x="22098" y="41148"/>
                      </a:lnTo>
                      <a:cubicBezTo>
                        <a:pt x="22098" y="41148"/>
                        <a:pt x="21431" y="40862"/>
                        <a:pt x="20574" y="40862"/>
                      </a:cubicBezTo>
                      <a:cubicBezTo>
                        <a:pt x="20193" y="39529"/>
                        <a:pt x="20002" y="37909"/>
                        <a:pt x="20002" y="36195"/>
                      </a:cubicBezTo>
                      <a:cubicBezTo>
                        <a:pt x="20002" y="34671"/>
                        <a:pt x="20193" y="32385"/>
                        <a:pt x="20574" y="29146"/>
                      </a:cubicBezTo>
                      <a:cubicBezTo>
                        <a:pt x="20955" y="25908"/>
                        <a:pt x="21146" y="23527"/>
                        <a:pt x="21146" y="21812"/>
                      </a:cubicBezTo>
                      <a:cubicBezTo>
                        <a:pt x="21146" y="19431"/>
                        <a:pt x="20764" y="17431"/>
                        <a:pt x="20193" y="15621"/>
                      </a:cubicBezTo>
                      <a:lnTo>
                        <a:pt x="20193" y="7239"/>
                      </a:lnTo>
                      <a:cubicBezTo>
                        <a:pt x="20288" y="3905"/>
                        <a:pt x="21527" y="1810"/>
                        <a:pt x="23717" y="952"/>
                      </a:cubicBezTo>
                      <a:lnTo>
                        <a:pt x="33909" y="1524"/>
                      </a:lnTo>
                      <a:lnTo>
                        <a:pt x="33909" y="2858"/>
                      </a:lnTo>
                      <a:lnTo>
                        <a:pt x="36481" y="1905"/>
                      </a:lnTo>
                      <a:cubicBezTo>
                        <a:pt x="38100" y="3524"/>
                        <a:pt x="38862" y="6096"/>
                        <a:pt x="38862" y="9525"/>
                      </a:cubicBezTo>
                      <a:cubicBezTo>
                        <a:pt x="38862" y="13906"/>
                        <a:pt x="39052" y="16573"/>
                        <a:pt x="39338" y="17621"/>
                      </a:cubicBezTo>
                      <a:lnTo>
                        <a:pt x="38005" y="18002"/>
                      </a:lnTo>
                      <a:cubicBezTo>
                        <a:pt x="38005" y="18002"/>
                        <a:pt x="37719" y="18479"/>
                        <a:pt x="37719" y="18859"/>
                      </a:cubicBezTo>
                      <a:cubicBezTo>
                        <a:pt x="37719" y="19145"/>
                        <a:pt x="37909" y="19526"/>
                        <a:pt x="38195" y="20002"/>
                      </a:cubicBezTo>
                      <a:cubicBezTo>
                        <a:pt x="38576" y="20479"/>
                        <a:pt x="38671" y="20764"/>
                        <a:pt x="38671" y="20955"/>
                      </a:cubicBezTo>
                      <a:cubicBezTo>
                        <a:pt x="38671" y="21241"/>
                        <a:pt x="38195" y="21526"/>
                        <a:pt x="37433" y="21812"/>
                      </a:cubicBezTo>
                      <a:cubicBezTo>
                        <a:pt x="38576" y="21812"/>
                        <a:pt x="38862" y="22765"/>
                        <a:pt x="38005" y="24670"/>
                      </a:cubicBezTo>
                      <a:lnTo>
                        <a:pt x="34195" y="26860"/>
                      </a:lnTo>
                      <a:lnTo>
                        <a:pt x="37433" y="29146"/>
                      </a:lnTo>
                      <a:cubicBezTo>
                        <a:pt x="37433" y="29146"/>
                        <a:pt x="37148" y="29432"/>
                        <a:pt x="36671" y="29813"/>
                      </a:cubicBezTo>
                      <a:cubicBezTo>
                        <a:pt x="36290" y="30194"/>
                        <a:pt x="36100" y="30575"/>
                        <a:pt x="36100" y="30861"/>
                      </a:cubicBezTo>
                      <a:cubicBezTo>
                        <a:pt x="36195" y="31147"/>
                        <a:pt x="36576" y="31337"/>
                        <a:pt x="37148" y="31433"/>
                      </a:cubicBezTo>
                      <a:cubicBezTo>
                        <a:pt x="37624" y="31433"/>
                        <a:pt x="37909" y="31433"/>
                        <a:pt x="38005" y="31433"/>
                      </a:cubicBezTo>
                      <a:lnTo>
                        <a:pt x="38671" y="29813"/>
                      </a:lnTo>
                      <a:cubicBezTo>
                        <a:pt x="39719" y="30480"/>
                        <a:pt x="40196" y="31433"/>
                        <a:pt x="40196" y="32671"/>
                      </a:cubicBezTo>
                      <a:cubicBezTo>
                        <a:pt x="40196" y="33052"/>
                        <a:pt x="40196" y="33718"/>
                        <a:pt x="40005" y="34480"/>
                      </a:cubicBezTo>
                      <a:cubicBezTo>
                        <a:pt x="39910" y="35338"/>
                        <a:pt x="39719" y="35909"/>
                        <a:pt x="39719" y="36195"/>
                      </a:cubicBezTo>
                      <a:cubicBezTo>
                        <a:pt x="39719" y="37624"/>
                        <a:pt x="40767" y="38386"/>
                        <a:pt x="42958" y="38576"/>
                      </a:cubicBezTo>
                      <a:cubicBezTo>
                        <a:pt x="44101" y="38386"/>
                        <a:pt x="45244" y="38291"/>
                        <a:pt x="46482" y="38291"/>
                      </a:cubicBezTo>
                      <a:cubicBezTo>
                        <a:pt x="47720" y="38291"/>
                        <a:pt x="49625" y="38386"/>
                        <a:pt x="52102" y="38671"/>
                      </a:cubicBezTo>
                      <a:cubicBezTo>
                        <a:pt x="54578" y="38862"/>
                        <a:pt x="56483" y="39052"/>
                        <a:pt x="57626" y="39052"/>
                      </a:cubicBezTo>
                      <a:cubicBezTo>
                        <a:pt x="61056" y="39052"/>
                        <a:pt x="63913" y="38291"/>
                        <a:pt x="66104" y="36671"/>
                      </a:cubicBezTo>
                      <a:cubicBezTo>
                        <a:pt x="66104" y="37624"/>
                        <a:pt x="66199" y="34385"/>
                        <a:pt x="66199" y="27051"/>
                      </a:cubicBezTo>
                      <a:cubicBezTo>
                        <a:pt x="66199" y="23050"/>
                        <a:pt x="65818" y="20098"/>
                        <a:pt x="65151" y="17907"/>
                      </a:cubicBezTo>
                      <a:cubicBezTo>
                        <a:pt x="65818" y="17145"/>
                        <a:pt x="66104" y="16002"/>
                        <a:pt x="66104" y="14478"/>
                      </a:cubicBezTo>
                      <a:cubicBezTo>
                        <a:pt x="66104" y="12954"/>
                        <a:pt x="66484" y="11811"/>
                        <a:pt x="67056" y="10954"/>
                      </a:cubicBezTo>
                      <a:cubicBezTo>
                        <a:pt x="65913" y="8192"/>
                        <a:pt x="65532" y="5429"/>
                        <a:pt x="65723" y="2762"/>
                      </a:cubicBezTo>
                      <a:cubicBezTo>
                        <a:pt x="67056" y="952"/>
                        <a:pt x="69152" y="0"/>
                        <a:pt x="71914" y="0"/>
                      </a:cubicBezTo>
                      <a:cubicBezTo>
                        <a:pt x="72866" y="0"/>
                        <a:pt x="74295" y="95"/>
                        <a:pt x="76295" y="381"/>
                      </a:cubicBezTo>
                      <a:cubicBezTo>
                        <a:pt x="78296" y="571"/>
                        <a:pt x="79724" y="762"/>
                        <a:pt x="80677" y="762"/>
                      </a:cubicBezTo>
                      <a:cubicBezTo>
                        <a:pt x="81534" y="762"/>
                        <a:pt x="82391" y="762"/>
                        <a:pt x="83058" y="476"/>
                      </a:cubicBezTo>
                      <a:lnTo>
                        <a:pt x="84391" y="3238"/>
                      </a:lnTo>
                      <a:cubicBezTo>
                        <a:pt x="84582" y="13430"/>
                        <a:pt x="84391" y="27813"/>
                        <a:pt x="84011" y="46292"/>
                      </a:cubicBezTo>
                      <a:close/>
                      <a:moveTo>
                        <a:pt x="24575" y="61817"/>
                      </a:moveTo>
                      <a:cubicBezTo>
                        <a:pt x="24575" y="61817"/>
                        <a:pt x="24003" y="61341"/>
                        <a:pt x="23527" y="61436"/>
                      </a:cubicBezTo>
                      <a:cubicBezTo>
                        <a:pt x="23050" y="61627"/>
                        <a:pt x="22670" y="61913"/>
                        <a:pt x="22384" y="62389"/>
                      </a:cubicBezTo>
                      <a:lnTo>
                        <a:pt x="24670" y="61817"/>
                      </a:lnTo>
                      <a:close/>
                      <a:moveTo>
                        <a:pt x="22670" y="49339"/>
                      </a:moveTo>
                      <a:cubicBezTo>
                        <a:pt x="23432" y="49339"/>
                        <a:pt x="23813" y="49816"/>
                        <a:pt x="23622" y="50768"/>
                      </a:cubicBezTo>
                      <a:cubicBezTo>
                        <a:pt x="22956" y="49911"/>
                        <a:pt x="22670" y="49435"/>
                        <a:pt x="22670" y="49339"/>
                      </a:cubicBezTo>
                      <a:close/>
                      <a:moveTo>
                        <a:pt x="22670" y="53912"/>
                      </a:moveTo>
                      <a:lnTo>
                        <a:pt x="24575" y="55435"/>
                      </a:lnTo>
                      <a:lnTo>
                        <a:pt x="24575" y="54483"/>
                      </a:lnTo>
                      <a:cubicBezTo>
                        <a:pt x="24575" y="54483"/>
                        <a:pt x="24193" y="53912"/>
                        <a:pt x="23813" y="53912"/>
                      </a:cubicBezTo>
                      <a:lnTo>
                        <a:pt x="22670" y="53912"/>
                      </a:lnTo>
                      <a:close/>
                      <a:moveTo>
                        <a:pt x="23622" y="50673"/>
                      </a:moveTo>
                      <a:lnTo>
                        <a:pt x="23622" y="50673"/>
                      </a:lnTo>
                      <a:lnTo>
                        <a:pt x="23622" y="50863"/>
                      </a:lnTo>
                      <a:cubicBezTo>
                        <a:pt x="23622" y="50863"/>
                        <a:pt x="23622" y="50673"/>
                        <a:pt x="23622" y="50673"/>
                      </a:cubicBezTo>
                      <a:close/>
                      <a:moveTo>
                        <a:pt x="25622" y="66199"/>
                      </a:moveTo>
                      <a:lnTo>
                        <a:pt x="25622" y="65818"/>
                      </a:lnTo>
                      <a:lnTo>
                        <a:pt x="24193" y="65818"/>
                      </a:lnTo>
                      <a:lnTo>
                        <a:pt x="25622" y="66199"/>
                      </a:lnTo>
                      <a:close/>
                      <a:moveTo>
                        <a:pt x="25622" y="48673"/>
                      </a:moveTo>
                      <a:cubicBezTo>
                        <a:pt x="25622" y="48673"/>
                        <a:pt x="25718" y="48863"/>
                        <a:pt x="25622" y="48863"/>
                      </a:cubicBezTo>
                      <a:lnTo>
                        <a:pt x="25622" y="48673"/>
                      </a:lnTo>
                      <a:close/>
                      <a:moveTo>
                        <a:pt x="27337" y="79058"/>
                      </a:moveTo>
                      <a:lnTo>
                        <a:pt x="28766" y="79058"/>
                      </a:lnTo>
                      <a:cubicBezTo>
                        <a:pt x="28480" y="78581"/>
                        <a:pt x="27908" y="78581"/>
                        <a:pt x="27337" y="79058"/>
                      </a:cubicBezTo>
                      <a:lnTo>
                        <a:pt x="26480" y="79058"/>
                      </a:lnTo>
                      <a:cubicBezTo>
                        <a:pt x="26480" y="79058"/>
                        <a:pt x="26956" y="79153"/>
                        <a:pt x="27337" y="79058"/>
                      </a:cubicBezTo>
                      <a:close/>
                      <a:moveTo>
                        <a:pt x="27337" y="29718"/>
                      </a:moveTo>
                      <a:lnTo>
                        <a:pt x="27337" y="28861"/>
                      </a:lnTo>
                      <a:cubicBezTo>
                        <a:pt x="27337" y="28861"/>
                        <a:pt x="27051" y="29051"/>
                        <a:pt x="26765" y="29337"/>
                      </a:cubicBezTo>
                      <a:cubicBezTo>
                        <a:pt x="27051" y="29337"/>
                        <a:pt x="27241" y="29527"/>
                        <a:pt x="27337" y="29718"/>
                      </a:cubicBezTo>
                      <a:close/>
                      <a:moveTo>
                        <a:pt x="34195" y="50197"/>
                      </a:moveTo>
                      <a:lnTo>
                        <a:pt x="34766" y="49816"/>
                      </a:lnTo>
                      <a:lnTo>
                        <a:pt x="33338" y="50197"/>
                      </a:lnTo>
                      <a:lnTo>
                        <a:pt x="34195" y="50197"/>
                      </a:lnTo>
                      <a:close/>
                      <a:moveTo>
                        <a:pt x="33814" y="8763"/>
                      </a:moveTo>
                      <a:lnTo>
                        <a:pt x="33814" y="10668"/>
                      </a:lnTo>
                      <a:lnTo>
                        <a:pt x="35147" y="10668"/>
                      </a:lnTo>
                      <a:cubicBezTo>
                        <a:pt x="35147" y="10668"/>
                        <a:pt x="34671" y="10287"/>
                        <a:pt x="34671" y="9811"/>
                      </a:cubicBezTo>
                      <a:lnTo>
                        <a:pt x="34671" y="8763"/>
                      </a:lnTo>
                      <a:lnTo>
                        <a:pt x="33814" y="8763"/>
                      </a:lnTo>
                      <a:close/>
                      <a:moveTo>
                        <a:pt x="35719" y="91345"/>
                      </a:moveTo>
                      <a:lnTo>
                        <a:pt x="35719" y="89630"/>
                      </a:lnTo>
                      <a:lnTo>
                        <a:pt x="35147" y="89630"/>
                      </a:lnTo>
                      <a:lnTo>
                        <a:pt x="35147" y="91345"/>
                      </a:lnTo>
                      <a:lnTo>
                        <a:pt x="35719" y="91345"/>
                      </a:lnTo>
                      <a:close/>
                      <a:moveTo>
                        <a:pt x="42006" y="74390"/>
                      </a:moveTo>
                      <a:lnTo>
                        <a:pt x="42006" y="72771"/>
                      </a:lnTo>
                      <a:lnTo>
                        <a:pt x="42482" y="72771"/>
                      </a:lnTo>
                      <a:lnTo>
                        <a:pt x="42482" y="74390"/>
                      </a:lnTo>
                      <a:lnTo>
                        <a:pt x="42006" y="74390"/>
                      </a:lnTo>
                      <a:close/>
                      <a:moveTo>
                        <a:pt x="47434" y="60293"/>
                      </a:moveTo>
                      <a:lnTo>
                        <a:pt x="46196" y="59341"/>
                      </a:lnTo>
                      <a:lnTo>
                        <a:pt x="46387" y="59341"/>
                      </a:lnTo>
                      <a:cubicBezTo>
                        <a:pt x="46863" y="59341"/>
                        <a:pt x="47244" y="59722"/>
                        <a:pt x="47434" y="60293"/>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 name="Google Shape;943;p99"/>
                <p:cNvSpPr/>
                <p:nvPr/>
              </p:nvSpPr>
              <p:spPr>
                <a:xfrm>
                  <a:off x="8318086" y="1849374"/>
                  <a:ext cx="93535" cy="111537"/>
                </a:xfrm>
                <a:custGeom>
                  <a:avLst/>
                  <a:gdLst/>
                  <a:ahLst/>
                  <a:cxnLst/>
                  <a:rect l="l" t="t" r="r" b="b"/>
                  <a:pathLst>
                    <a:path w="93535" h="111537" extrusionOk="0">
                      <a:moveTo>
                        <a:pt x="72962" y="90868"/>
                      </a:moveTo>
                      <a:cubicBezTo>
                        <a:pt x="72676" y="92107"/>
                        <a:pt x="72486" y="93154"/>
                        <a:pt x="72486" y="94202"/>
                      </a:cubicBezTo>
                      <a:cubicBezTo>
                        <a:pt x="72486" y="95726"/>
                        <a:pt x="72866" y="97631"/>
                        <a:pt x="73629" y="99631"/>
                      </a:cubicBezTo>
                      <a:cubicBezTo>
                        <a:pt x="74772" y="102203"/>
                        <a:pt x="75343" y="103822"/>
                        <a:pt x="75533" y="104584"/>
                      </a:cubicBezTo>
                      <a:cubicBezTo>
                        <a:pt x="75915" y="105061"/>
                        <a:pt x="76105" y="105537"/>
                        <a:pt x="76105" y="106013"/>
                      </a:cubicBezTo>
                      <a:cubicBezTo>
                        <a:pt x="76105" y="106489"/>
                        <a:pt x="75724" y="107251"/>
                        <a:pt x="75057" y="108013"/>
                      </a:cubicBezTo>
                      <a:cubicBezTo>
                        <a:pt x="74009" y="109252"/>
                        <a:pt x="73343" y="109918"/>
                        <a:pt x="73247" y="110109"/>
                      </a:cubicBezTo>
                      <a:cubicBezTo>
                        <a:pt x="72390" y="109918"/>
                        <a:pt x="71533" y="109823"/>
                        <a:pt x="70581" y="109823"/>
                      </a:cubicBezTo>
                      <a:cubicBezTo>
                        <a:pt x="69723" y="109823"/>
                        <a:pt x="68199" y="109918"/>
                        <a:pt x="66390" y="110109"/>
                      </a:cubicBezTo>
                      <a:cubicBezTo>
                        <a:pt x="64484" y="110300"/>
                        <a:pt x="63055" y="110395"/>
                        <a:pt x="62199" y="110395"/>
                      </a:cubicBezTo>
                      <a:cubicBezTo>
                        <a:pt x="58864" y="110395"/>
                        <a:pt x="56388" y="109347"/>
                        <a:pt x="54959" y="107347"/>
                      </a:cubicBezTo>
                      <a:cubicBezTo>
                        <a:pt x="55436" y="106299"/>
                        <a:pt x="55722" y="105442"/>
                        <a:pt x="55722" y="104489"/>
                      </a:cubicBezTo>
                      <a:cubicBezTo>
                        <a:pt x="55722" y="103251"/>
                        <a:pt x="55055" y="101822"/>
                        <a:pt x="53721" y="100203"/>
                      </a:cubicBezTo>
                      <a:cubicBezTo>
                        <a:pt x="51816" y="98012"/>
                        <a:pt x="50768" y="96583"/>
                        <a:pt x="50388" y="95917"/>
                      </a:cubicBezTo>
                      <a:cubicBezTo>
                        <a:pt x="50006" y="95726"/>
                        <a:pt x="49530" y="95726"/>
                        <a:pt x="49149" y="95726"/>
                      </a:cubicBezTo>
                      <a:cubicBezTo>
                        <a:pt x="48483" y="95726"/>
                        <a:pt x="47435" y="95917"/>
                        <a:pt x="45911" y="96202"/>
                      </a:cubicBezTo>
                      <a:cubicBezTo>
                        <a:pt x="44387" y="96583"/>
                        <a:pt x="43339" y="96774"/>
                        <a:pt x="42672" y="96774"/>
                      </a:cubicBezTo>
                      <a:cubicBezTo>
                        <a:pt x="41148" y="96774"/>
                        <a:pt x="40100" y="96012"/>
                        <a:pt x="39624" y="94679"/>
                      </a:cubicBezTo>
                      <a:lnTo>
                        <a:pt x="38671" y="94679"/>
                      </a:lnTo>
                      <a:cubicBezTo>
                        <a:pt x="38671" y="94107"/>
                        <a:pt x="38577" y="93345"/>
                        <a:pt x="38291" y="92488"/>
                      </a:cubicBezTo>
                      <a:cubicBezTo>
                        <a:pt x="38005" y="91630"/>
                        <a:pt x="37910" y="90964"/>
                        <a:pt x="37910" y="90678"/>
                      </a:cubicBezTo>
                      <a:cubicBezTo>
                        <a:pt x="37910" y="90011"/>
                        <a:pt x="38195" y="89535"/>
                        <a:pt x="38577" y="89154"/>
                      </a:cubicBezTo>
                      <a:cubicBezTo>
                        <a:pt x="38195" y="88583"/>
                        <a:pt x="38005" y="88011"/>
                        <a:pt x="38005" y="87535"/>
                      </a:cubicBezTo>
                      <a:cubicBezTo>
                        <a:pt x="38005" y="87058"/>
                        <a:pt x="38195" y="86392"/>
                        <a:pt x="38577" y="85439"/>
                      </a:cubicBezTo>
                      <a:cubicBezTo>
                        <a:pt x="38958" y="84582"/>
                        <a:pt x="39148" y="83820"/>
                        <a:pt x="39148" y="83344"/>
                      </a:cubicBezTo>
                      <a:cubicBezTo>
                        <a:pt x="39148" y="83058"/>
                        <a:pt x="39148" y="82677"/>
                        <a:pt x="38958" y="82296"/>
                      </a:cubicBezTo>
                      <a:cubicBezTo>
                        <a:pt x="39624" y="81058"/>
                        <a:pt x="41720" y="80486"/>
                        <a:pt x="45244" y="80391"/>
                      </a:cubicBezTo>
                      <a:cubicBezTo>
                        <a:pt x="48387" y="80391"/>
                        <a:pt x="50006" y="79724"/>
                        <a:pt x="50006" y="78772"/>
                      </a:cubicBezTo>
                      <a:cubicBezTo>
                        <a:pt x="50006" y="78105"/>
                        <a:pt x="49530" y="77152"/>
                        <a:pt x="48673" y="75914"/>
                      </a:cubicBezTo>
                      <a:lnTo>
                        <a:pt x="50292" y="75914"/>
                      </a:lnTo>
                      <a:cubicBezTo>
                        <a:pt x="50292" y="76581"/>
                        <a:pt x="50388" y="77343"/>
                        <a:pt x="50864" y="78200"/>
                      </a:cubicBezTo>
                      <a:cubicBezTo>
                        <a:pt x="51054" y="78010"/>
                        <a:pt x="51245" y="77343"/>
                        <a:pt x="51245" y="76295"/>
                      </a:cubicBezTo>
                      <a:cubicBezTo>
                        <a:pt x="51340" y="75533"/>
                        <a:pt x="51816" y="75057"/>
                        <a:pt x="52578" y="74962"/>
                      </a:cubicBezTo>
                      <a:lnTo>
                        <a:pt x="51149" y="73533"/>
                      </a:lnTo>
                      <a:lnTo>
                        <a:pt x="52578" y="73152"/>
                      </a:lnTo>
                      <a:lnTo>
                        <a:pt x="51531" y="72200"/>
                      </a:lnTo>
                      <a:cubicBezTo>
                        <a:pt x="51531" y="72200"/>
                        <a:pt x="51911" y="72485"/>
                        <a:pt x="52102" y="72485"/>
                      </a:cubicBezTo>
                      <a:cubicBezTo>
                        <a:pt x="52388" y="72485"/>
                        <a:pt x="52864" y="72295"/>
                        <a:pt x="53436" y="71914"/>
                      </a:cubicBezTo>
                      <a:cubicBezTo>
                        <a:pt x="54007" y="71533"/>
                        <a:pt x="54483" y="71342"/>
                        <a:pt x="54674" y="71342"/>
                      </a:cubicBezTo>
                      <a:cubicBezTo>
                        <a:pt x="55055" y="71342"/>
                        <a:pt x="55340" y="71723"/>
                        <a:pt x="55340" y="72580"/>
                      </a:cubicBezTo>
                      <a:cubicBezTo>
                        <a:pt x="55150" y="72580"/>
                        <a:pt x="54197" y="72866"/>
                        <a:pt x="52483" y="73533"/>
                      </a:cubicBezTo>
                      <a:cubicBezTo>
                        <a:pt x="52578" y="73533"/>
                        <a:pt x="53150" y="74009"/>
                        <a:pt x="54388" y="74676"/>
                      </a:cubicBezTo>
                      <a:cubicBezTo>
                        <a:pt x="55150" y="75152"/>
                        <a:pt x="55436" y="75629"/>
                        <a:pt x="55436" y="76105"/>
                      </a:cubicBezTo>
                      <a:cubicBezTo>
                        <a:pt x="55436" y="76390"/>
                        <a:pt x="55436" y="76581"/>
                        <a:pt x="55340" y="76771"/>
                      </a:cubicBezTo>
                      <a:cubicBezTo>
                        <a:pt x="55722" y="76581"/>
                        <a:pt x="56007" y="76105"/>
                        <a:pt x="56198" y="75533"/>
                      </a:cubicBezTo>
                      <a:cubicBezTo>
                        <a:pt x="56388" y="74867"/>
                        <a:pt x="56293" y="74390"/>
                        <a:pt x="56102" y="74104"/>
                      </a:cubicBezTo>
                      <a:lnTo>
                        <a:pt x="57627" y="72580"/>
                      </a:lnTo>
                      <a:lnTo>
                        <a:pt x="54483" y="69628"/>
                      </a:lnTo>
                      <a:lnTo>
                        <a:pt x="54864" y="69056"/>
                      </a:lnTo>
                      <a:cubicBezTo>
                        <a:pt x="54864" y="69056"/>
                        <a:pt x="54388" y="68580"/>
                        <a:pt x="54007" y="68580"/>
                      </a:cubicBezTo>
                      <a:cubicBezTo>
                        <a:pt x="53816" y="68580"/>
                        <a:pt x="53530" y="68771"/>
                        <a:pt x="52959" y="69151"/>
                      </a:cubicBezTo>
                      <a:cubicBezTo>
                        <a:pt x="52483" y="69533"/>
                        <a:pt x="52007" y="69723"/>
                        <a:pt x="51435" y="69628"/>
                      </a:cubicBezTo>
                      <a:cubicBezTo>
                        <a:pt x="51340" y="69628"/>
                        <a:pt x="50292" y="69533"/>
                        <a:pt x="48387" y="69533"/>
                      </a:cubicBezTo>
                      <a:cubicBezTo>
                        <a:pt x="47244" y="69533"/>
                        <a:pt x="46673" y="68771"/>
                        <a:pt x="46673" y="67246"/>
                      </a:cubicBezTo>
                      <a:cubicBezTo>
                        <a:pt x="46006" y="66961"/>
                        <a:pt x="45720" y="66580"/>
                        <a:pt x="45720" y="65818"/>
                      </a:cubicBezTo>
                      <a:cubicBezTo>
                        <a:pt x="45720" y="65532"/>
                        <a:pt x="45720" y="64960"/>
                        <a:pt x="45911" y="64294"/>
                      </a:cubicBezTo>
                      <a:cubicBezTo>
                        <a:pt x="46101" y="63627"/>
                        <a:pt x="46101" y="63055"/>
                        <a:pt x="46101" y="62675"/>
                      </a:cubicBezTo>
                      <a:cubicBezTo>
                        <a:pt x="46101" y="61627"/>
                        <a:pt x="45434" y="61055"/>
                        <a:pt x="44196" y="60865"/>
                      </a:cubicBezTo>
                      <a:cubicBezTo>
                        <a:pt x="44005" y="60484"/>
                        <a:pt x="43815" y="60008"/>
                        <a:pt x="43815" y="59436"/>
                      </a:cubicBezTo>
                      <a:cubicBezTo>
                        <a:pt x="43815" y="59246"/>
                        <a:pt x="43815" y="58864"/>
                        <a:pt x="43911" y="58293"/>
                      </a:cubicBezTo>
                      <a:cubicBezTo>
                        <a:pt x="43911" y="57721"/>
                        <a:pt x="44005" y="57436"/>
                        <a:pt x="44005" y="57150"/>
                      </a:cubicBezTo>
                      <a:cubicBezTo>
                        <a:pt x="44005" y="56388"/>
                        <a:pt x="43625" y="55721"/>
                        <a:pt x="42768" y="55245"/>
                      </a:cubicBezTo>
                      <a:lnTo>
                        <a:pt x="41434" y="54864"/>
                      </a:lnTo>
                      <a:cubicBezTo>
                        <a:pt x="42101" y="54102"/>
                        <a:pt x="42386" y="53245"/>
                        <a:pt x="42386" y="52388"/>
                      </a:cubicBezTo>
                      <a:cubicBezTo>
                        <a:pt x="42386" y="51625"/>
                        <a:pt x="42101" y="50578"/>
                        <a:pt x="41529" y="49435"/>
                      </a:cubicBezTo>
                      <a:cubicBezTo>
                        <a:pt x="41053" y="48577"/>
                        <a:pt x="40577" y="47625"/>
                        <a:pt x="40196" y="46672"/>
                      </a:cubicBezTo>
                      <a:cubicBezTo>
                        <a:pt x="40577" y="46387"/>
                        <a:pt x="40767" y="46006"/>
                        <a:pt x="40863" y="45625"/>
                      </a:cubicBezTo>
                      <a:cubicBezTo>
                        <a:pt x="40863" y="45053"/>
                        <a:pt x="40672" y="44672"/>
                        <a:pt x="40196" y="44387"/>
                      </a:cubicBezTo>
                      <a:lnTo>
                        <a:pt x="38291" y="44767"/>
                      </a:lnTo>
                      <a:lnTo>
                        <a:pt x="37815" y="41434"/>
                      </a:lnTo>
                      <a:cubicBezTo>
                        <a:pt x="37148" y="41624"/>
                        <a:pt x="36862" y="42100"/>
                        <a:pt x="36767" y="42863"/>
                      </a:cubicBezTo>
                      <a:cubicBezTo>
                        <a:pt x="36767" y="43625"/>
                        <a:pt x="36386" y="44196"/>
                        <a:pt x="35529" y="44387"/>
                      </a:cubicBezTo>
                      <a:cubicBezTo>
                        <a:pt x="35719" y="44863"/>
                        <a:pt x="35814" y="45339"/>
                        <a:pt x="35814" y="45720"/>
                      </a:cubicBezTo>
                      <a:cubicBezTo>
                        <a:pt x="35814" y="46482"/>
                        <a:pt x="35529" y="47434"/>
                        <a:pt x="34862" y="48673"/>
                      </a:cubicBezTo>
                      <a:cubicBezTo>
                        <a:pt x="34290" y="49911"/>
                        <a:pt x="34004" y="51244"/>
                        <a:pt x="34004" y="52578"/>
                      </a:cubicBezTo>
                      <a:cubicBezTo>
                        <a:pt x="32861" y="53245"/>
                        <a:pt x="32099" y="54292"/>
                        <a:pt x="32004" y="55817"/>
                      </a:cubicBezTo>
                      <a:cubicBezTo>
                        <a:pt x="31814" y="57912"/>
                        <a:pt x="31623" y="59150"/>
                        <a:pt x="31338" y="59341"/>
                      </a:cubicBezTo>
                      <a:cubicBezTo>
                        <a:pt x="30956" y="59341"/>
                        <a:pt x="30480" y="59817"/>
                        <a:pt x="29813" y="61055"/>
                      </a:cubicBezTo>
                      <a:cubicBezTo>
                        <a:pt x="29052" y="62579"/>
                        <a:pt x="28385" y="63532"/>
                        <a:pt x="27623" y="64008"/>
                      </a:cubicBezTo>
                      <a:cubicBezTo>
                        <a:pt x="27623" y="64198"/>
                        <a:pt x="27908" y="64579"/>
                        <a:pt x="28575" y="65342"/>
                      </a:cubicBezTo>
                      <a:lnTo>
                        <a:pt x="29433" y="64389"/>
                      </a:lnTo>
                      <a:cubicBezTo>
                        <a:pt x="29433" y="64389"/>
                        <a:pt x="29718" y="64579"/>
                        <a:pt x="29718" y="64770"/>
                      </a:cubicBezTo>
                      <a:cubicBezTo>
                        <a:pt x="29718" y="64960"/>
                        <a:pt x="29528" y="65437"/>
                        <a:pt x="29242" y="66104"/>
                      </a:cubicBezTo>
                      <a:cubicBezTo>
                        <a:pt x="28861" y="66770"/>
                        <a:pt x="28670" y="67151"/>
                        <a:pt x="28670" y="67342"/>
                      </a:cubicBezTo>
                      <a:cubicBezTo>
                        <a:pt x="28099" y="68199"/>
                        <a:pt x="27718" y="68675"/>
                        <a:pt x="27718" y="68771"/>
                      </a:cubicBezTo>
                      <a:lnTo>
                        <a:pt x="28670" y="69723"/>
                      </a:lnTo>
                      <a:cubicBezTo>
                        <a:pt x="28670" y="69723"/>
                        <a:pt x="29146" y="69151"/>
                        <a:pt x="29528" y="69151"/>
                      </a:cubicBezTo>
                      <a:lnTo>
                        <a:pt x="29528" y="70104"/>
                      </a:lnTo>
                      <a:cubicBezTo>
                        <a:pt x="29528" y="70104"/>
                        <a:pt x="28956" y="69913"/>
                        <a:pt x="28670" y="69913"/>
                      </a:cubicBezTo>
                      <a:cubicBezTo>
                        <a:pt x="28099" y="69913"/>
                        <a:pt x="27527" y="70675"/>
                        <a:pt x="27242" y="72295"/>
                      </a:cubicBezTo>
                      <a:cubicBezTo>
                        <a:pt x="26861" y="74104"/>
                        <a:pt x="26384" y="75247"/>
                        <a:pt x="25813" y="75629"/>
                      </a:cubicBezTo>
                      <a:cubicBezTo>
                        <a:pt x="26289" y="76009"/>
                        <a:pt x="26670" y="76867"/>
                        <a:pt x="26861" y="78105"/>
                      </a:cubicBezTo>
                      <a:cubicBezTo>
                        <a:pt x="27147" y="79438"/>
                        <a:pt x="27718" y="80200"/>
                        <a:pt x="28670" y="80486"/>
                      </a:cubicBezTo>
                      <a:cubicBezTo>
                        <a:pt x="29146" y="80200"/>
                        <a:pt x="30289" y="80010"/>
                        <a:pt x="32004" y="80200"/>
                      </a:cubicBezTo>
                      <a:cubicBezTo>
                        <a:pt x="33528" y="80200"/>
                        <a:pt x="34386" y="80010"/>
                        <a:pt x="34576" y="79629"/>
                      </a:cubicBezTo>
                      <a:cubicBezTo>
                        <a:pt x="34671" y="80486"/>
                        <a:pt x="34957" y="82391"/>
                        <a:pt x="35433" y="85249"/>
                      </a:cubicBezTo>
                      <a:cubicBezTo>
                        <a:pt x="35814" y="87535"/>
                        <a:pt x="36005" y="89440"/>
                        <a:pt x="36005" y="90868"/>
                      </a:cubicBezTo>
                      <a:cubicBezTo>
                        <a:pt x="36005" y="93059"/>
                        <a:pt x="35624" y="95155"/>
                        <a:pt x="34957" y="97155"/>
                      </a:cubicBezTo>
                      <a:cubicBezTo>
                        <a:pt x="33814" y="97441"/>
                        <a:pt x="32004" y="97536"/>
                        <a:pt x="29433" y="97536"/>
                      </a:cubicBezTo>
                      <a:cubicBezTo>
                        <a:pt x="26861" y="97536"/>
                        <a:pt x="24955" y="97726"/>
                        <a:pt x="23622" y="98488"/>
                      </a:cubicBezTo>
                      <a:lnTo>
                        <a:pt x="24194" y="98869"/>
                      </a:lnTo>
                      <a:cubicBezTo>
                        <a:pt x="22289" y="99346"/>
                        <a:pt x="21241" y="100775"/>
                        <a:pt x="20860" y="103060"/>
                      </a:cubicBezTo>
                      <a:cubicBezTo>
                        <a:pt x="20670" y="104965"/>
                        <a:pt x="20479" y="106775"/>
                        <a:pt x="20288" y="108585"/>
                      </a:cubicBezTo>
                      <a:cubicBezTo>
                        <a:pt x="19717" y="110395"/>
                        <a:pt x="18098" y="111157"/>
                        <a:pt x="15430" y="110966"/>
                      </a:cubicBezTo>
                      <a:cubicBezTo>
                        <a:pt x="15145" y="111347"/>
                        <a:pt x="14859" y="111538"/>
                        <a:pt x="14478" y="111538"/>
                      </a:cubicBezTo>
                      <a:cubicBezTo>
                        <a:pt x="14193" y="111538"/>
                        <a:pt x="13621" y="111347"/>
                        <a:pt x="12859" y="110966"/>
                      </a:cubicBezTo>
                      <a:cubicBezTo>
                        <a:pt x="12097" y="110585"/>
                        <a:pt x="11621" y="110300"/>
                        <a:pt x="11145" y="110300"/>
                      </a:cubicBezTo>
                      <a:cubicBezTo>
                        <a:pt x="10763" y="110300"/>
                        <a:pt x="10287" y="110300"/>
                        <a:pt x="9716" y="110300"/>
                      </a:cubicBezTo>
                      <a:cubicBezTo>
                        <a:pt x="9144" y="110300"/>
                        <a:pt x="8382" y="110300"/>
                        <a:pt x="7239" y="110490"/>
                      </a:cubicBezTo>
                      <a:cubicBezTo>
                        <a:pt x="6191" y="110680"/>
                        <a:pt x="5239" y="110776"/>
                        <a:pt x="4763" y="110776"/>
                      </a:cubicBezTo>
                      <a:cubicBezTo>
                        <a:pt x="2286" y="110776"/>
                        <a:pt x="762" y="110014"/>
                        <a:pt x="381" y="108394"/>
                      </a:cubicBezTo>
                      <a:cubicBezTo>
                        <a:pt x="95" y="107728"/>
                        <a:pt x="0" y="107061"/>
                        <a:pt x="0" y="106394"/>
                      </a:cubicBezTo>
                      <a:cubicBezTo>
                        <a:pt x="0" y="105442"/>
                        <a:pt x="381" y="104108"/>
                        <a:pt x="1238" y="102489"/>
                      </a:cubicBezTo>
                      <a:cubicBezTo>
                        <a:pt x="2000" y="100870"/>
                        <a:pt x="2286" y="99346"/>
                        <a:pt x="2096" y="98203"/>
                      </a:cubicBezTo>
                      <a:cubicBezTo>
                        <a:pt x="3429" y="97822"/>
                        <a:pt x="4096" y="96964"/>
                        <a:pt x="4096" y="95440"/>
                      </a:cubicBezTo>
                      <a:cubicBezTo>
                        <a:pt x="4096" y="95250"/>
                        <a:pt x="4096" y="94869"/>
                        <a:pt x="3906" y="94393"/>
                      </a:cubicBezTo>
                      <a:lnTo>
                        <a:pt x="3906" y="93250"/>
                      </a:lnTo>
                      <a:cubicBezTo>
                        <a:pt x="3906" y="92488"/>
                        <a:pt x="4096" y="91821"/>
                        <a:pt x="4382" y="91345"/>
                      </a:cubicBezTo>
                      <a:cubicBezTo>
                        <a:pt x="5620" y="90868"/>
                        <a:pt x="6287" y="90011"/>
                        <a:pt x="6287" y="88773"/>
                      </a:cubicBezTo>
                      <a:cubicBezTo>
                        <a:pt x="6287" y="88392"/>
                        <a:pt x="6287" y="87725"/>
                        <a:pt x="6096" y="86868"/>
                      </a:cubicBezTo>
                      <a:cubicBezTo>
                        <a:pt x="5905" y="86011"/>
                        <a:pt x="5811" y="85344"/>
                        <a:pt x="5811" y="84868"/>
                      </a:cubicBezTo>
                      <a:cubicBezTo>
                        <a:pt x="5811" y="83534"/>
                        <a:pt x="6382" y="82487"/>
                        <a:pt x="7620" y="81915"/>
                      </a:cubicBezTo>
                      <a:cubicBezTo>
                        <a:pt x="7430" y="81343"/>
                        <a:pt x="7334" y="80867"/>
                        <a:pt x="7334" y="80391"/>
                      </a:cubicBezTo>
                      <a:cubicBezTo>
                        <a:pt x="7334" y="79343"/>
                        <a:pt x="7811" y="78105"/>
                        <a:pt x="8763" y="76581"/>
                      </a:cubicBezTo>
                      <a:cubicBezTo>
                        <a:pt x="9716" y="75057"/>
                        <a:pt x="10192" y="74009"/>
                        <a:pt x="10192" y="73152"/>
                      </a:cubicBezTo>
                      <a:cubicBezTo>
                        <a:pt x="10192" y="72390"/>
                        <a:pt x="10002" y="71628"/>
                        <a:pt x="9430" y="70866"/>
                      </a:cubicBezTo>
                      <a:cubicBezTo>
                        <a:pt x="10763" y="69247"/>
                        <a:pt x="11716" y="66961"/>
                        <a:pt x="12288" y="63913"/>
                      </a:cubicBezTo>
                      <a:cubicBezTo>
                        <a:pt x="12573" y="61531"/>
                        <a:pt x="12859" y="59150"/>
                        <a:pt x="13145" y="56769"/>
                      </a:cubicBezTo>
                      <a:cubicBezTo>
                        <a:pt x="14383" y="56293"/>
                        <a:pt x="15240" y="54864"/>
                        <a:pt x="15621" y="52673"/>
                      </a:cubicBezTo>
                      <a:cubicBezTo>
                        <a:pt x="15907" y="50483"/>
                        <a:pt x="16669" y="48958"/>
                        <a:pt x="17717" y="48292"/>
                      </a:cubicBezTo>
                      <a:cubicBezTo>
                        <a:pt x="17431" y="47530"/>
                        <a:pt x="17240" y="46768"/>
                        <a:pt x="17240" y="45910"/>
                      </a:cubicBezTo>
                      <a:cubicBezTo>
                        <a:pt x="17240" y="45053"/>
                        <a:pt x="17336" y="44101"/>
                        <a:pt x="17622" y="42767"/>
                      </a:cubicBezTo>
                      <a:cubicBezTo>
                        <a:pt x="17907" y="41529"/>
                        <a:pt x="18002" y="40672"/>
                        <a:pt x="18002" y="40386"/>
                      </a:cubicBezTo>
                      <a:cubicBezTo>
                        <a:pt x="18955" y="39814"/>
                        <a:pt x="19431" y="39148"/>
                        <a:pt x="19431" y="38195"/>
                      </a:cubicBezTo>
                      <a:lnTo>
                        <a:pt x="19431" y="36767"/>
                      </a:lnTo>
                      <a:cubicBezTo>
                        <a:pt x="19431" y="35528"/>
                        <a:pt x="20098" y="34576"/>
                        <a:pt x="21336" y="33814"/>
                      </a:cubicBezTo>
                      <a:cubicBezTo>
                        <a:pt x="20670" y="32671"/>
                        <a:pt x="20670" y="30766"/>
                        <a:pt x="21336" y="28004"/>
                      </a:cubicBezTo>
                      <a:cubicBezTo>
                        <a:pt x="23146" y="27718"/>
                        <a:pt x="23813" y="26479"/>
                        <a:pt x="23527" y="24289"/>
                      </a:cubicBezTo>
                      <a:cubicBezTo>
                        <a:pt x="23051" y="21717"/>
                        <a:pt x="23051" y="20288"/>
                        <a:pt x="23527" y="19717"/>
                      </a:cubicBezTo>
                      <a:cubicBezTo>
                        <a:pt x="25718" y="17240"/>
                        <a:pt x="27527" y="15907"/>
                        <a:pt x="28861" y="15907"/>
                      </a:cubicBezTo>
                      <a:cubicBezTo>
                        <a:pt x="29813" y="15907"/>
                        <a:pt x="30671" y="16383"/>
                        <a:pt x="31242" y="17335"/>
                      </a:cubicBezTo>
                      <a:cubicBezTo>
                        <a:pt x="31528" y="17145"/>
                        <a:pt x="31623" y="16764"/>
                        <a:pt x="31623" y="16002"/>
                      </a:cubicBezTo>
                      <a:cubicBezTo>
                        <a:pt x="31814" y="15812"/>
                        <a:pt x="32099" y="15812"/>
                        <a:pt x="32481" y="15812"/>
                      </a:cubicBezTo>
                      <a:cubicBezTo>
                        <a:pt x="32861" y="15812"/>
                        <a:pt x="33338" y="15812"/>
                        <a:pt x="34100" y="16097"/>
                      </a:cubicBezTo>
                      <a:cubicBezTo>
                        <a:pt x="34862" y="16288"/>
                        <a:pt x="35433" y="16383"/>
                        <a:pt x="35719" y="16383"/>
                      </a:cubicBezTo>
                      <a:cubicBezTo>
                        <a:pt x="36672" y="16383"/>
                        <a:pt x="37338" y="15907"/>
                        <a:pt x="37719" y="15050"/>
                      </a:cubicBezTo>
                      <a:cubicBezTo>
                        <a:pt x="38100" y="15335"/>
                        <a:pt x="38862" y="15907"/>
                        <a:pt x="40100" y="16669"/>
                      </a:cubicBezTo>
                      <a:cubicBezTo>
                        <a:pt x="40386" y="16002"/>
                        <a:pt x="40863" y="15716"/>
                        <a:pt x="41434" y="15716"/>
                      </a:cubicBezTo>
                      <a:cubicBezTo>
                        <a:pt x="41815" y="15716"/>
                        <a:pt x="42482" y="15812"/>
                        <a:pt x="43434" y="16097"/>
                      </a:cubicBezTo>
                      <a:cubicBezTo>
                        <a:pt x="44387" y="16383"/>
                        <a:pt x="45054" y="16478"/>
                        <a:pt x="45625" y="16478"/>
                      </a:cubicBezTo>
                      <a:cubicBezTo>
                        <a:pt x="46006" y="16478"/>
                        <a:pt x="46387" y="16478"/>
                        <a:pt x="46673" y="16288"/>
                      </a:cubicBezTo>
                      <a:cubicBezTo>
                        <a:pt x="47720" y="16954"/>
                        <a:pt x="48768" y="17621"/>
                        <a:pt x="49816" y="18288"/>
                      </a:cubicBezTo>
                      <a:cubicBezTo>
                        <a:pt x="50864" y="18955"/>
                        <a:pt x="51340" y="19907"/>
                        <a:pt x="51340" y="21146"/>
                      </a:cubicBezTo>
                      <a:cubicBezTo>
                        <a:pt x="51340" y="21431"/>
                        <a:pt x="51340" y="21812"/>
                        <a:pt x="51245" y="22193"/>
                      </a:cubicBezTo>
                      <a:lnTo>
                        <a:pt x="53245" y="21812"/>
                      </a:lnTo>
                      <a:cubicBezTo>
                        <a:pt x="52959" y="22860"/>
                        <a:pt x="52769" y="23908"/>
                        <a:pt x="52769" y="25051"/>
                      </a:cubicBezTo>
                      <a:cubicBezTo>
                        <a:pt x="52769" y="27432"/>
                        <a:pt x="53626" y="30099"/>
                        <a:pt x="55436" y="33242"/>
                      </a:cubicBezTo>
                      <a:lnTo>
                        <a:pt x="53245" y="34195"/>
                      </a:lnTo>
                      <a:lnTo>
                        <a:pt x="55436" y="34957"/>
                      </a:lnTo>
                      <a:cubicBezTo>
                        <a:pt x="55436" y="34957"/>
                        <a:pt x="54483" y="35242"/>
                        <a:pt x="53530" y="35909"/>
                      </a:cubicBezTo>
                      <a:lnTo>
                        <a:pt x="53530" y="36385"/>
                      </a:lnTo>
                      <a:cubicBezTo>
                        <a:pt x="54197" y="36100"/>
                        <a:pt x="55245" y="36385"/>
                        <a:pt x="56769" y="36862"/>
                      </a:cubicBezTo>
                      <a:lnTo>
                        <a:pt x="55055" y="39433"/>
                      </a:lnTo>
                      <a:cubicBezTo>
                        <a:pt x="56865" y="41624"/>
                        <a:pt x="58484" y="42767"/>
                        <a:pt x="59913" y="42767"/>
                      </a:cubicBezTo>
                      <a:lnTo>
                        <a:pt x="59913" y="43720"/>
                      </a:lnTo>
                      <a:cubicBezTo>
                        <a:pt x="59436" y="42958"/>
                        <a:pt x="58960" y="42577"/>
                        <a:pt x="58674" y="42767"/>
                      </a:cubicBezTo>
                      <a:cubicBezTo>
                        <a:pt x="58388" y="43910"/>
                        <a:pt x="58198" y="45053"/>
                        <a:pt x="58198" y="46292"/>
                      </a:cubicBezTo>
                      <a:cubicBezTo>
                        <a:pt x="58198" y="48958"/>
                        <a:pt x="58770" y="50863"/>
                        <a:pt x="60008" y="52197"/>
                      </a:cubicBezTo>
                      <a:cubicBezTo>
                        <a:pt x="59722" y="52483"/>
                        <a:pt x="59531" y="52768"/>
                        <a:pt x="59531" y="53150"/>
                      </a:cubicBezTo>
                      <a:cubicBezTo>
                        <a:pt x="59531" y="53530"/>
                        <a:pt x="59817" y="53912"/>
                        <a:pt x="60389" y="54483"/>
                      </a:cubicBezTo>
                      <a:cubicBezTo>
                        <a:pt x="60960" y="55054"/>
                        <a:pt x="61341" y="55531"/>
                        <a:pt x="61341" y="55912"/>
                      </a:cubicBezTo>
                      <a:cubicBezTo>
                        <a:pt x="61341" y="56197"/>
                        <a:pt x="61151" y="56388"/>
                        <a:pt x="60960" y="56769"/>
                      </a:cubicBezTo>
                      <a:lnTo>
                        <a:pt x="62389" y="57340"/>
                      </a:lnTo>
                      <a:cubicBezTo>
                        <a:pt x="63151" y="61817"/>
                        <a:pt x="63722" y="64579"/>
                        <a:pt x="64008" y="65532"/>
                      </a:cubicBezTo>
                      <a:cubicBezTo>
                        <a:pt x="64675" y="68580"/>
                        <a:pt x="65723" y="71152"/>
                        <a:pt x="66961" y="73342"/>
                      </a:cubicBezTo>
                      <a:cubicBezTo>
                        <a:pt x="66008" y="74962"/>
                        <a:pt x="66294" y="76200"/>
                        <a:pt x="67913" y="76962"/>
                      </a:cubicBezTo>
                      <a:cubicBezTo>
                        <a:pt x="67723" y="80963"/>
                        <a:pt x="68389" y="83629"/>
                        <a:pt x="69723" y="85154"/>
                      </a:cubicBezTo>
                      <a:cubicBezTo>
                        <a:pt x="69723" y="88963"/>
                        <a:pt x="70676" y="90868"/>
                        <a:pt x="72580" y="90964"/>
                      </a:cubicBezTo>
                      <a:close/>
                      <a:moveTo>
                        <a:pt x="4382" y="17050"/>
                      </a:moveTo>
                      <a:lnTo>
                        <a:pt x="3429" y="18002"/>
                      </a:lnTo>
                      <a:lnTo>
                        <a:pt x="2096" y="16478"/>
                      </a:lnTo>
                      <a:lnTo>
                        <a:pt x="4382" y="17050"/>
                      </a:lnTo>
                      <a:close/>
                      <a:moveTo>
                        <a:pt x="6477" y="34766"/>
                      </a:moveTo>
                      <a:lnTo>
                        <a:pt x="7144" y="37052"/>
                      </a:lnTo>
                      <a:lnTo>
                        <a:pt x="5334" y="39910"/>
                      </a:lnTo>
                      <a:lnTo>
                        <a:pt x="6382" y="34766"/>
                      </a:lnTo>
                      <a:close/>
                      <a:moveTo>
                        <a:pt x="8001" y="24193"/>
                      </a:moveTo>
                      <a:cubicBezTo>
                        <a:pt x="8001" y="24193"/>
                        <a:pt x="7430" y="24479"/>
                        <a:pt x="6763" y="25146"/>
                      </a:cubicBezTo>
                      <a:lnTo>
                        <a:pt x="6477" y="23908"/>
                      </a:lnTo>
                      <a:lnTo>
                        <a:pt x="8001" y="24193"/>
                      </a:lnTo>
                      <a:close/>
                      <a:moveTo>
                        <a:pt x="18193" y="26575"/>
                      </a:moveTo>
                      <a:cubicBezTo>
                        <a:pt x="17622" y="25337"/>
                        <a:pt x="16574" y="24860"/>
                        <a:pt x="14954" y="25146"/>
                      </a:cubicBezTo>
                      <a:lnTo>
                        <a:pt x="14574" y="25622"/>
                      </a:lnTo>
                      <a:cubicBezTo>
                        <a:pt x="14574" y="24860"/>
                        <a:pt x="14859" y="24479"/>
                        <a:pt x="15336" y="24479"/>
                      </a:cubicBezTo>
                      <a:cubicBezTo>
                        <a:pt x="15336" y="24479"/>
                        <a:pt x="15907" y="24575"/>
                        <a:pt x="16669" y="24860"/>
                      </a:cubicBezTo>
                      <a:cubicBezTo>
                        <a:pt x="17336" y="24955"/>
                        <a:pt x="17812" y="24955"/>
                        <a:pt x="18193" y="24860"/>
                      </a:cubicBezTo>
                      <a:lnTo>
                        <a:pt x="18193" y="26575"/>
                      </a:lnTo>
                      <a:close/>
                      <a:moveTo>
                        <a:pt x="16288" y="64960"/>
                      </a:moveTo>
                      <a:lnTo>
                        <a:pt x="16288" y="62770"/>
                      </a:lnTo>
                      <a:lnTo>
                        <a:pt x="15907" y="62770"/>
                      </a:lnTo>
                      <a:lnTo>
                        <a:pt x="15907" y="64960"/>
                      </a:lnTo>
                      <a:lnTo>
                        <a:pt x="16288" y="64960"/>
                      </a:lnTo>
                      <a:close/>
                      <a:moveTo>
                        <a:pt x="22765" y="28480"/>
                      </a:moveTo>
                      <a:lnTo>
                        <a:pt x="25337" y="27051"/>
                      </a:lnTo>
                      <a:lnTo>
                        <a:pt x="24955" y="25622"/>
                      </a:lnTo>
                      <a:lnTo>
                        <a:pt x="22670" y="28480"/>
                      </a:lnTo>
                      <a:close/>
                      <a:moveTo>
                        <a:pt x="25337" y="44863"/>
                      </a:moveTo>
                      <a:lnTo>
                        <a:pt x="27527" y="45434"/>
                      </a:lnTo>
                      <a:lnTo>
                        <a:pt x="27242" y="44863"/>
                      </a:lnTo>
                      <a:lnTo>
                        <a:pt x="25337" y="44863"/>
                      </a:lnTo>
                      <a:close/>
                      <a:moveTo>
                        <a:pt x="27242" y="42577"/>
                      </a:moveTo>
                      <a:lnTo>
                        <a:pt x="28194" y="42100"/>
                      </a:lnTo>
                      <a:lnTo>
                        <a:pt x="27242" y="41148"/>
                      </a:lnTo>
                      <a:lnTo>
                        <a:pt x="27242" y="42577"/>
                      </a:lnTo>
                      <a:close/>
                      <a:moveTo>
                        <a:pt x="28194" y="22860"/>
                      </a:moveTo>
                      <a:lnTo>
                        <a:pt x="29623" y="22479"/>
                      </a:lnTo>
                      <a:lnTo>
                        <a:pt x="27623" y="21908"/>
                      </a:lnTo>
                      <a:lnTo>
                        <a:pt x="28194" y="22860"/>
                      </a:lnTo>
                      <a:close/>
                      <a:moveTo>
                        <a:pt x="28575" y="8192"/>
                      </a:moveTo>
                      <a:lnTo>
                        <a:pt x="29146" y="9620"/>
                      </a:lnTo>
                      <a:lnTo>
                        <a:pt x="28194" y="9620"/>
                      </a:lnTo>
                      <a:lnTo>
                        <a:pt x="28575" y="8192"/>
                      </a:lnTo>
                      <a:close/>
                      <a:moveTo>
                        <a:pt x="32861" y="4953"/>
                      </a:moveTo>
                      <a:cubicBezTo>
                        <a:pt x="32290" y="4763"/>
                        <a:pt x="31909" y="4286"/>
                        <a:pt x="31909" y="3524"/>
                      </a:cubicBezTo>
                      <a:lnTo>
                        <a:pt x="31909" y="1905"/>
                      </a:lnTo>
                      <a:lnTo>
                        <a:pt x="35147" y="0"/>
                      </a:lnTo>
                      <a:cubicBezTo>
                        <a:pt x="35147" y="0"/>
                        <a:pt x="34766" y="667"/>
                        <a:pt x="33909" y="1143"/>
                      </a:cubicBezTo>
                      <a:cubicBezTo>
                        <a:pt x="33052" y="1524"/>
                        <a:pt x="32671" y="2000"/>
                        <a:pt x="32671" y="2381"/>
                      </a:cubicBezTo>
                      <a:cubicBezTo>
                        <a:pt x="32671" y="2667"/>
                        <a:pt x="32861" y="2953"/>
                        <a:pt x="33243" y="3334"/>
                      </a:cubicBezTo>
                      <a:cubicBezTo>
                        <a:pt x="33338" y="3810"/>
                        <a:pt x="33243" y="4381"/>
                        <a:pt x="32861" y="4953"/>
                      </a:cubicBezTo>
                      <a:close/>
                      <a:moveTo>
                        <a:pt x="36100" y="11049"/>
                      </a:moveTo>
                      <a:lnTo>
                        <a:pt x="36957" y="11049"/>
                      </a:lnTo>
                      <a:lnTo>
                        <a:pt x="35529" y="13430"/>
                      </a:lnTo>
                      <a:lnTo>
                        <a:pt x="36100" y="11049"/>
                      </a:lnTo>
                      <a:close/>
                      <a:moveTo>
                        <a:pt x="36100" y="27527"/>
                      </a:moveTo>
                      <a:lnTo>
                        <a:pt x="36100" y="26098"/>
                      </a:lnTo>
                      <a:lnTo>
                        <a:pt x="35529" y="26098"/>
                      </a:lnTo>
                      <a:lnTo>
                        <a:pt x="35529" y="27527"/>
                      </a:lnTo>
                      <a:lnTo>
                        <a:pt x="36100" y="27527"/>
                      </a:lnTo>
                      <a:close/>
                      <a:moveTo>
                        <a:pt x="42006" y="9144"/>
                      </a:moveTo>
                      <a:lnTo>
                        <a:pt x="42006" y="11049"/>
                      </a:lnTo>
                      <a:lnTo>
                        <a:pt x="40767" y="7810"/>
                      </a:lnTo>
                      <a:cubicBezTo>
                        <a:pt x="41624" y="7810"/>
                        <a:pt x="42006" y="8287"/>
                        <a:pt x="42006" y="9144"/>
                      </a:cubicBezTo>
                      <a:close/>
                      <a:moveTo>
                        <a:pt x="44291" y="26575"/>
                      </a:moveTo>
                      <a:lnTo>
                        <a:pt x="47054" y="25622"/>
                      </a:lnTo>
                      <a:lnTo>
                        <a:pt x="45625" y="25622"/>
                      </a:lnTo>
                      <a:lnTo>
                        <a:pt x="44291" y="26575"/>
                      </a:lnTo>
                      <a:close/>
                      <a:moveTo>
                        <a:pt x="44291" y="35719"/>
                      </a:moveTo>
                      <a:lnTo>
                        <a:pt x="44672" y="34290"/>
                      </a:lnTo>
                      <a:lnTo>
                        <a:pt x="44291" y="33909"/>
                      </a:lnTo>
                      <a:lnTo>
                        <a:pt x="44291" y="35719"/>
                      </a:lnTo>
                      <a:close/>
                      <a:moveTo>
                        <a:pt x="48292" y="73152"/>
                      </a:moveTo>
                      <a:cubicBezTo>
                        <a:pt x="48292" y="73152"/>
                        <a:pt x="48673" y="73247"/>
                        <a:pt x="49245" y="73533"/>
                      </a:cubicBezTo>
                      <a:lnTo>
                        <a:pt x="49530" y="73152"/>
                      </a:lnTo>
                      <a:lnTo>
                        <a:pt x="48292" y="71818"/>
                      </a:lnTo>
                      <a:lnTo>
                        <a:pt x="50197" y="72580"/>
                      </a:lnTo>
                      <a:cubicBezTo>
                        <a:pt x="49149" y="73628"/>
                        <a:pt x="48483" y="74104"/>
                        <a:pt x="48292" y="74104"/>
                      </a:cubicBezTo>
                      <a:lnTo>
                        <a:pt x="48292" y="73152"/>
                      </a:lnTo>
                      <a:close/>
                      <a:moveTo>
                        <a:pt x="51816" y="50292"/>
                      </a:moveTo>
                      <a:cubicBezTo>
                        <a:pt x="52674" y="49911"/>
                        <a:pt x="53054" y="49149"/>
                        <a:pt x="52864" y="48006"/>
                      </a:cubicBezTo>
                      <a:cubicBezTo>
                        <a:pt x="51721" y="48292"/>
                        <a:pt x="51149" y="48958"/>
                        <a:pt x="51149" y="49911"/>
                      </a:cubicBezTo>
                      <a:cubicBezTo>
                        <a:pt x="51435" y="50292"/>
                        <a:pt x="51721" y="50387"/>
                        <a:pt x="51816" y="50292"/>
                      </a:cubicBezTo>
                      <a:close/>
                      <a:moveTo>
                        <a:pt x="52864" y="32385"/>
                      </a:moveTo>
                      <a:lnTo>
                        <a:pt x="51435" y="32385"/>
                      </a:lnTo>
                      <a:lnTo>
                        <a:pt x="51816" y="35719"/>
                      </a:lnTo>
                      <a:lnTo>
                        <a:pt x="52864" y="32385"/>
                      </a:lnTo>
                      <a:close/>
                      <a:moveTo>
                        <a:pt x="52864" y="44482"/>
                      </a:moveTo>
                      <a:cubicBezTo>
                        <a:pt x="52864" y="44482"/>
                        <a:pt x="52674" y="43910"/>
                        <a:pt x="52674" y="43625"/>
                      </a:cubicBezTo>
                      <a:cubicBezTo>
                        <a:pt x="52674" y="42958"/>
                        <a:pt x="53054" y="42672"/>
                        <a:pt x="53912" y="42672"/>
                      </a:cubicBezTo>
                      <a:lnTo>
                        <a:pt x="54769" y="42672"/>
                      </a:lnTo>
                      <a:lnTo>
                        <a:pt x="54769" y="42100"/>
                      </a:lnTo>
                      <a:cubicBezTo>
                        <a:pt x="54769" y="42100"/>
                        <a:pt x="54293" y="42005"/>
                        <a:pt x="54102" y="42005"/>
                      </a:cubicBezTo>
                      <a:cubicBezTo>
                        <a:pt x="53530" y="42005"/>
                        <a:pt x="53054" y="42291"/>
                        <a:pt x="52578" y="42863"/>
                      </a:cubicBezTo>
                      <a:cubicBezTo>
                        <a:pt x="52102" y="43434"/>
                        <a:pt x="51816" y="44005"/>
                        <a:pt x="51816" y="44482"/>
                      </a:cubicBezTo>
                      <a:lnTo>
                        <a:pt x="52864" y="44482"/>
                      </a:lnTo>
                      <a:close/>
                      <a:moveTo>
                        <a:pt x="53340" y="64389"/>
                      </a:moveTo>
                      <a:cubicBezTo>
                        <a:pt x="53340" y="64389"/>
                        <a:pt x="53436" y="64008"/>
                        <a:pt x="53816" y="63437"/>
                      </a:cubicBezTo>
                      <a:cubicBezTo>
                        <a:pt x="53340" y="63437"/>
                        <a:pt x="53054" y="63437"/>
                        <a:pt x="52959" y="63817"/>
                      </a:cubicBezTo>
                      <a:cubicBezTo>
                        <a:pt x="52864" y="64103"/>
                        <a:pt x="52674" y="64294"/>
                        <a:pt x="52483" y="64389"/>
                      </a:cubicBezTo>
                      <a:lnTo>
                        <a:pt x="53436" y="64389"/>
                      </a:lnTo>
                      <a:close/>
                      <a:moveTo>
                        <a:pt x="53816" y="13811"/>
                      </a:moveTo>
                      <a:lnTo>
                        <a:pt x="54769" y="12859"/>
                      </a:lnTo>
                      <a:lnTo>
                        <a:pt x="53340" y="11525"/>
                      </a:lnTo>
                      <a:lnTo>
                        <a:pt x="54102" y="10573"/>
                      </a:lnTo>
                      <a:lnTo>
                        <a:pt x="55626" y="13430"/>
                      </a:lnTo>
                      <a:lnTo>
                        <a:pt x="53721" y="13811"/>
                      </a:lnTo>
                      <a:close/>
                      <a:moveTo>
                        <a:pt x="59627" y="71914"/>
                      </a:moveTo>
                      <a:lnTo>
                        <a:pt x="59627" y="70390"/>
                      </a:lnTo>
                      <a:cubicBezTo>
                        <a:pt x="59627" y="70390"/>
                        <a:pt x="59436" y="70580"/>
                        <a:pt x="58674" y="70961"/>
                      </a:cubicBezTo>
                      <a:cubicBezTo>
                        <a:pt x="58484" y="70866"/>
                        <a:pt x="58198" y="70580"/>
                        <a:pt x="57912" y="70199"/>
                      </a:cubicBezTo>
                      <a:cubicBezTo>
                        <a:pt x="57627" y="69818"/>
                        <a:pt x="57436" y="69628"/>
                        <a:pt x="57245" y="69628"/>
                      </a:cubicBezTo>
                      <a:cubicBezTo>
                        <a:pt x="57055" y="69628"/>
                        <a:pt x="56769" y="69818"/>
                        <a:pt x="56388" y="70104"/>
                      </a:cubicBezTo>
                      <a:lnTo>
                        <a:pt x="59627" y="72009"/>
                      </a:lnTo>
                      <a:close/>
                      <a:moveTo>
                        <a:pt x="62484" y="71342"/>
                      </a:moveTo>
                      <a:cubicBezTo>
                        <a:pt x="62484" y="71342"/>
                        <a:pt x="62675" y="71342"/>
                        <a:pt x="62484" y="71152"/>
                      </a:cubicBezTo>
                      <a:lnTo>
                        <a:pt x="62008" y="68199"/>
                      </a:lnTo>
                      <a:cubicBezTo>
                        <a:pt x="62008" y="68199"/>
                        <a:pt x="61532" y="68866"/>
                        <a:pt x="61532" y="69151"/>
                      </a:cubicBezTo>
                      <a:cubicBezTo>
                        <a:pt x="61532" y="68866"/>
                        <a:pt x="61818" y="69628"/>
                        <a:pt x="62484" y="71152"/>
                      </a:cubicBezTo>
                      <a:lnTo>
                        <a:pt x="62484" y="71342"/>
                      </a:lnTo>
                      <a:close/>
                      <a:moveTo>
                        <a:pt x="67818" y="476"/>
                      </a:moveTo>
                      <a:lnTo>
                        <a:pt x="67818" y="1524"/>
                      </a:lnTo>
                      <a:lnTo>
                        <a:pt x="66104" y="1524"/>
                      </a:lnTo>
                      <a:lnTo>
                        <a:pt x="67818" y="476"/>
                      </a:lnTo>
                      <a:close/>
                      <a:moveTo>
                        <a:pt x="68771" y="19431"/>
                      </a:moveTo>
                      <a:lnTo>
                        <a:pt x="67437" y="20764"/>
                      </a:lnTo>
                      <a:lnTo>
                        <a:pt x="68771" y="18859"/>
                      </a:lnTo>
                      <a:lnTo>
                        <a:pt x="68771" y="19431"/>
                      </a:lnTo>
                      <a:close/>
                      <a:moveTo>
                        <a:pt x="75629" y="40291"/>
                      </a:moveTo>
                      <a:lnTo>
                        <a:pt x="74676" y="41243"/>
                      </a:lnTo>
                      <a:lnTo>
                        <a:pt x="73914" y="41243"/>
                      </a:lnTo>
                      <a:lnTo>
                        <a:pt x="75629" y="40291"/>
                      </a:lnTo>
                      <a:close/>
                      <a:moveTo>
                        <a:pt x="75248" y="20383"/>
                      </a:moveTo>
                      <a:cubicBezTo>
                        <a:pt x="75248" y="20383"/>
                        <a:pt x="74867" y="20383"/>
                        <a:pt x="74867" y="19717"/>
                      </a:cubicBezTo>
                      <a:cubicBezTo>
                        <a:pt x="74867" y="19145"/>
                        <a:pt x="74867" y="18764"/>
                        <a:pt x="74676" y="18764"/>
                      </a:cubicBezTo>
                      <a:lnTo>
                        <a:pt x="75248" y="18764"/>
                      </a:lnTo>
                      <a:lnTo>
                        <a:pt x="75248" y="20288"/>
                      </a:lnTo>
                      <a:close/>
                      <a:moveTo>
                        <a:pt x="92583" y="10668"/>
                      </a:moveTo>
                      <a:cubicBezTo>
                        <a:pt x="92583" y="10668"/>
                        <a:pt x="92583" y="10001"/>
                        <a:pt x="92774" y="9715"/>
                      </a:cubicBezTo>
                      <a:cubicBezTo>
                        <a:pt x="92964" y="9334"/>
                        <a:pt x="93250" y="9239"/>
                        <a:pt x="93536" y="9334"/>
                      </a:cubicBezTo>
                      <a:lnTo>
                        <a:pt x="93536" y="10763"/>
                      </a:lnTo>
                      <a:lnTo>
                        <a:pt x="92583" y="10763"/>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 name="Google Shape;944;p99"/>
                <p:cNvSpPr/>
                <p:nvPr/>
              </p:nvSpPr>
              <p:spPr>
                <a:xfrm>
                  <a:off x="8398572" y="1864804"/>
                  <a:ext cx="80771" cy="110680"/>
                </a:xfrm>
                <a:custGeom>
                  <a:avLst/>
                  <a:gdLst/>
                  <a:ahLst/>
                  <a:cxnLst/>
                  <a:rect l="l" t="t" r="r" b="b"/>
                  <a:pathLst>
                    <a:path w="80771" h="110680" extrusionOk="0">
                      <a:moveTo>
                        <a:pt x="68389" y="53340"/>
                      </a:moveTo>
                      <a:cubicBezTo>
                        <a:pt x="68389" y="53340"/>
                        <a:pt x="68294" y="52578"/>
                        <a:pt x="67913" y="52388"/>
                      </a:cubicBezTo>
                      <a:lnTo>
                        <a:pt x="67533" y="52388"/>
                      </a:lnTo>
                      <a:cubicBezTo>
                        <a:pt x="67533" y="52388"/>
                        <a:pt x="67818" y="52864"/>
                        <a:pt x="67818" y="53054"/>
                      </a:cubicBezTo>
                      <a:cubicBezTo>
                        <a:pt x="67818" y="53340"/>
                        <a:pt x="67533" y="53912"/>
                        <a:pt x="67151" y="54578"/>
                      </a:cubicBezTo>
                      <a:cubicBezTo>
                        <a:pt x="66675" y="55340"/>
                        <a:pt x="66484" y="55817"/>
                        <a:pt x="66484" y="56293"/>
                      </a:cubicBezTo>
                      <a:cubicBezTo>
                        <a:pt x="66484" y="56864"/>
                        <a:pt x="66866" y="57341"/>
                        <a:pt x="67533" y="57817"/>
                      </a:cubicBezTo>
                      <a:cubicBezTo>
                        <a:pt x="67533" y="58007"/>
                        <a:pt x="67342" y="58388"/>
                        <a:pt x="66961" y="58960"/>
                      </a:cubicBezTo>
                      <a:cubicBezTo>
                        <a:pt x="66580" y="59531"/>
                        <a:pt x="66484" y="60103"/>
                        <a:pt x="66580" y="60579"/>
                      </a:cubicBezTo>
                      <a:lnTo>
                        <a:pt x="66961" y="60960"/>
                      </a:lnTo>
                      <a:cubicBezTo>
                        <a:pt x="66961" y="60960"/>
                        <a:pt x="66008" y="61532"/>
                        <a:pt x="65247" y="61532"/>
                      </a:cubicBezTo>
                      <a:lnTo>
                        <a:pt x="63341" y="61532"/>
                      </a:lnTo>
                      <a:cubicBezTo>
                        <a:pt x="63341" y="61532"/>
                        <a:pt x="62865" y="60770"/>
                        <a:pt x="62579" y="60388"/>
                      </a:cubicBezTo>
                      <a:cubicBezTo>
                        <a:pt x="62389" y="60008"/>
                        <a:pt x="62008" y="59912"/>
                        <a:pt x="61436" y="60103"/>
                      </a:cubicBezTo>
                      <a:cubicBezTo>
                        <a:pt x="60770" y="60674"/>
                        <a:pt x="60484" y="61246"/>
                        <a:pt x="60484" y="61627"/>
                      </a:cubicBezTo>
                      <a:cubicBezTo>
                        <a:pt x="60484" y="62008"/>
                        <a:pt x="61246" y="62294"/>
                        <a:pt x="62675" y="62484"/>
                      </a:cubicBezTo>
                      <a:cubicBezTo>
                        <a:pt x="64103" y="62675"/>
                        <a:pt x="64961" y="63151"/>
                        <a:pt x="65151" y="63722"/>
                      </a:cubicBezTo>
                      <a:lnTo>
                        <a:pt x="66484" y="62389"/>
                      </a:lnTo>
                      <a:lnTo>
                        <a:pt x="65913" y="69247"/>
                      </a:lnTo>
                      <a:cubicBezTo>
                        <a:pt x="65913" y="68390"/>
                        <a:pt x="65818" y="67818"/>
                        <a:pt x="65532" y="67723"/>
                      </a:cubicBezTo>
                      <a:cubicBezTo>
                        <a:pt x="65627" y="67723"/>
                        <a:pt x="65151" y="68104"/>
                        <a:pt x="64294" y="68675"/>
                      </a:cubicBezTo>
                      <a:cubicBezTo>
                        <a:pt x="64770" y="69247"/>
                        <a:pt x="65913" y="71342"/>
                        <a:pt x="67533" y="75057"/>
                      </a:cubicBezTo>
                      <a:cubicBezTo>
                        <a:pt x="67056" y="74962"/>
                        <a:pt x="66390" y="74581"/>
                        <a:pt x="65627" y="73724"/>
                      </a:cubicBezTo>
                      <a:cubicBezTo>
                        <a:pt x="65723" y="74867"/>
                        <a:pt x="65818" y="76105"/>
                        <a:pt x="66008" y="77438"/>
                      </a:cubicBezTo>
                      <a:cubicBezTo>
                        <a:pt x="66104" y="78676"/>
                        <a:pt x="66484" y="79915"/>
                        <a:pt x="66961" y="80963"/>
                      </a:cubicBezTo>
                      <a:cubicBezTo>
                        <a:pt x="66199" y="82201"/>
                        <a:pt x="65341" y="82391"/>
                        <a:pt x="64580" y="81439"/>
                      </a:cubicBezTo>
                      <a:cubicBezTo>
                        <a:pt x="64008" y="80677"/>
                        <a:pt x="63627" y="81248"/>
                        <a:pt x="63341" y="82867"/>
                      </a:cubicBezTo>
                      <a:cubicBezTo>
                        <a:pt x="63437" y="83439"/>
                        <a:pt x="63913" y="83725"/>
                        <a:pt x="64389" y="83820"/>
                      </a:cubicBezTo>
                      <a:cubicBezTo>
                        <a:pt x="64865" y="83820"/>
                        <a:pt x="65151" y="83915"/>
                        <a:pt x="65151" y="84011"/>
                      </a:cubicBezTo>
                      <a:cubicBezTo>
                        <a:pt x="65151" y="84201"/>
                        <a:pt x="64961" y="84582"/>
                        <a:pt x="64675" y="85058"/>
                      </a:cubicBezTo>
                      <a:cubicBezTo>
                        <a:pt x="62865" y="85820"/>
                        <a:pt x="61722" y="86868"/>
                        <a:pt x="61056" y="88487"/>
                      </a:cubicBezTo>
                      <a:cubicBezTo>
                        <a:pt x="60484" y="90011"/>
                        <a:pt x="59341" y="91154"/>
                        <a:pt x="57436" y="92012"/>
                      </a:cubicBezTo>
                      <a:cubicBezTo>
                        <a:pt x="57150" y="92488"/>
                        <a:pt x="56483" y="92964"/>
                        <a:pt x="55531" y="93345"/>
                      </a:cubicBezTo>
                      <a:cubicBezTo>
                        <a:pt x="54673" y="93821"/>
                        <a:pt x="53912" y="93917"/>
                        <a:pt x="53245" y="93726"/>
                      </a:cubicBezTo>
                      <a:lnTo>
                        <a:pt x="51531" y="95917"/>
                      </a:lnTo>
                      <a:lnTo>
                        <a:pt x="51911" y="96488"/>
                      </a:lnTo>
                      <a:cubicBezTo>
                        <a:pt x="49435" y="95536"/>
                        <a:pt x="46768" y="95059"/>
                        <a:pt x="43815" y="94964"/>
                      </a:cubicBezTo>
                      <a:lnTo>
                        <a:pt x="40863" y="94964"/>
                      </a:lnTo>
                      <a:cubicBezTo>
                        <a:pt x="38862" y="94964"/>
                        <a:pt x="37052" y="94869"/>
                        <a:pt x="35528" y="94583"/>
                      </a:cubicBezTo>
                      <a:cubicBezTo>
                        <a:pt x="34862" y="93345"/>
                        <a:pt x="34195" y="92678"/>
                        <a:pt x="33433" y="92678"/>
                      </a:cubicBezTo>
                      <a:cubicBezTo>
                        <a:pt x="32861" y="92678"/>
                        <a:pt x="32004" y="93059"/>
                        <a:pt x="30956" y="93821"/>
                      </a:cubicBezTo>
                      <a:cubicBezTo>
                        <a:pt x="29909" y="94583"/>
                        <a:pt x="28956" y="94964"/>
                        <a:pt x="28194" y="94964"/>
                      </a:cubicBezTo>
                      <a:cubicBezTo>
                        <a:pt x="27908" y="94964"/>
                        <a:pt x="27623" y="94964"/>
                        <a:pt x="27432" y="94869"/>
                      </a:cubicBezTo>
                      <a:cubicBezTo>
                        <a:pt x="14002" y="94869"/>
                        <a:pt x="5715" y="94774"/>
                        <a:pt x="2667" y="94488"/>
                      </a:cubicBezTo>
                      <a:cubicBezTo>
                        <a:pt x="1524" y="93250"/>
                        <a:pt x="858" y="91059"/>
                        <a:pt x="858" y="88011"/>
                      </a:cubicBezTo>
                      <a:lnTo>
                        <a:pt x="858" y="83629"/>
                      </a:lnTo>
                      <a:cubicBezTo>
                        <a:pt x="858" y="81534"/>
                        <a:pt x="571" y="79915"/>
                        <a:pt x="0" y="78867"/>
                      </a:cubicBezTo>
                      <a:cubicBezTo>
                        <a:pt x="953" y="75914"/>
                        <a:pt x="1334" y="72390"/>
                        <a:pt x="1334" y="68580"/>
                      </a:cubicBezTo>
                      <a:cubicBezTo>
                        <a:pt x="1334" y="66580"/>
                        <a:pt x="1143" y="62960"/>
                        <a:pt x="762" y="57721"/>
                      </a:cubicBezTo>
                      <a:cubicBezTo>
                        <a:pt x="381" y="53150"/>
                        <a:pt x="286" y="49530"/>
                        <a:pt x="381" y="46958"/>
                      </a:cubicBezTo>
                      <a:lnTo>
                        <a:pt x="381" y="45434"/>
                      </a:lnTo>
                      <a:cubicBezTo>
                        <a:pt x="381" y="44672"/>
                        <a:pt x="667" y="43910"/>
                        <a:pt x="1334" y="43434"/>
                      </a:cubicBezTo>
                      <a:cubicBezTo>
                        <a:pt x="1334" y="42577"/>
                        <a:pt x="1238" y="41624"/>
                        <a:pt x="1238" y="40576"/>
                      </a:cubicBezTo>
                      <a:cubicBezTo>
                        <a:pt x="1238" y="39529"/>
                        <a:pt x="1238" y="38100"/>
                        <a:pt x="1429" y="36100"/>
                      </a:cubicBezTo>
                      <a:cubicBezTo>
                        <a:pt x="1524" y="34195"/>
                        <a:pt x="1619" y="32766"/>
                        <a:pt x="1619" y="32004"/>
                      </a:cubicBezTo>
                      <a:cubicBezTo>
                        <a:pt x="1619" y="29908"/>
                        <a:pt x="1334" y="28384"/>
                        <a:pt x="762" y="27432"/>
                      </a:cubicBezTo>
                      <a:cubicBezTo>
                        <a:pt x="476" y="25908"/>
                        <a:pt x="286" y="24289"/>
                        <a:pt x="286" y="22479"/>
                      </a:cubicBezTo>
                      <a:cubicBezTo>
                        <a:pt x="286" y="20669"/>
                        <a:pt x="476" y="18002"/>
                        <a:pt x="953" y="14383"/>
                      </a:cubicBezTo>
                      <a:cubicBezTo>
                        <a:pt x="1334" y="10668"/>
                        <a:pt x="1619" y="7906"/>
                        <a:pt x="1619" y="5905"/>
                      </a:cubicBezTo>
                      <a:cubicBezTo>
                        <a:pt x="1619" y="4667"/>
                        <a:pt x="1524" y="3429"/>
                        <a:pt x="1334" y="2381"/>
                      </a:cubicBezTo>
                      <a:cubicBezTo>
                        <a:pt x="2191" y="1619"/>
                        <a:pt x="4477" y="857"/>
                        <a:pt x="8191" y="0"/>
                      </a:cubicBezTo>
                      <a:lnTo>
                        <a:pt x="28670" y="571"/>
                      </a:lnTo>
                      <a:cubicBezTo>
                        <a:pt x="30004" y="1048"/>
                        <a:pt x="30671" y="2286"/>
                        <a:pt x="30575" y="4382"/>
                      </a:cubicBezTo>
                      <a:cubicBezTo>
                        <a:pt x="30575" y="6858"/>
                        <a:pt x="30575" y="8287"/>
                        <a:pt x="31052" y="8763"/>
                      </a:cubicBezTo>
                      <a:cubicBezTo>
                        <a:pt x="32004" y="9049"/>
                        <a:pt x="32766" y="8477"/>
                        <a:pt x="33338" y="6858"/>
                      </a:cubicBezTo>
                      <a:cubicBezTo>
                        <a:pt x="33338" y="6667"/>
                        <a:pt x="33242" y="6096"/>
                        <a:pt x="32957" y="5334"/>
                      </a:cubicBezTo>
                      <a:cubicBezTo>
                        <a:pt x="32671" y="4572"/>
                        <a:pt x="32575" y="3905"/>
                        <a:pt x="32575" y="3524"/>
                      </a:cubicBezTo>
                      <a:cubicBezTo>
                        <a:pt x="32575" y="2476"/>
                        <a:pt x="33242" y="1905"/>
                        <a:pt x="34576" y="1905"/>
                      </a:cubicBezTo>
                      <a:cubicBezTo>
                        <a:pt x="34862" y="2191"/>
                        <a:pt x="35243" y="2381"/>
                        <a:pt x="35528" y="2381"/>
                      </a:cubicBezTo>
                      <a:cubicBezTo>
                        <a:pt x="36386" y="2381"/>
                        <a:pt x="36957" y="1715"/>
                        <a:pt x="37338" y="571"/>
                      </a:cubicBezTo>
                      <a:lnTo>
                        <a:pt x="53912" y="953"/>
                      </a:lnTo>
                      <a:cubicBezTo>
                        <a:pt x="54197" y="1715"/>
                        <a:pt x="54769" y="2096"/>
                        <a:pt x="55436" y="2000"/>
                      </a:cubicBezTo>
                      <a:cubicBezTo>
                        <a:pt x="56102" y="2000"/>
                        <a:pt x="56579" y="2000"/>
                        <a:pt x="56865" y="2381"/>
                      </a:cubicBezTo>
                      <a:cubicBezTo>
                        <a:pt x="59436" y="3143"/>
                        <a:pt x="61436" y="4763"/>
                        <a:pt x="63055" y="7144"/>
                      </a:cubicBezTo>
                      <a:cubicBezTo>
                        <a:pt x="64294" y="9144"/>
                        <a:pt x="65627" y="11335"/>
                        <a:pt x="66961" y="13430"/>
                      </a:cubicBezTo>
                      <a:cubicBezTo>
                        <a:pt x="66294" y="15526"/>
                        <a:pt x="66008" y="17907"/>
                        <a:pt x="66008" y="20383"/>
                      </a:cubicBezTo>
                      <a:cubicBezTo>
                        <a:pt x="66008" y="22574"/>
                        <a:pt x="66390" y="26003"/>
                        <a:pt x="67246" y="30480"/>
                      </a:cubicBezTo>
                      <a:cubicBezTo>
                        <a:pt x="68104" y="35052"/>
                        <a:pt x="68485" y="38481"/>
                        <a:pt x="68485" y="40862"/>
                      </a:cubicBezTo>
                      <a:cubicBezTo>
                        <a:pt x="68485" y="43244"/>
                        <a:pt x="68199" y="45434"/>
                        <a:pt x="67628" y="47625"/>
                      </a:cubicBezTo>
                      <a:lnTo>
                        <a:pt x="69342" y="48578"/>
                      </a:lnTo>
                      <a:cubicBezTo>
                        <a:pt x="68771" y="48578"/>
                        <a:pt x="68009" y="49054"/>
                        <a:pt x="66961" y="49911"/>
                      </a:cubicBezTo>
                      <a:cubicBezTo>
                        <a:pt x="66866" y="50197"/>
                        <a:pt x="66770" y="50483"/>
                        <a:pt x="66770" y="50768"/>
                      </a:cubicBezTo>
                      <a:cubicBezTo>
                        <a:pt x="66770" y="51245"/>
                        <a:pt x="67151" y="51625"/>
                        <a:pt x="67913" y="51816"/>
                      </a:cubicBezTo>
                      <a:cubicBezTo>
                        <a:pt x="68675" y="52007"/>
                        <a:pt x="69152" y="52197"/>
                        <a:pt x="69342" y="52388"/>
                      </a:cubicBezTo>
                      <a:lnTo>
                        <a:pt x="68389" y="53340"/>
                      </a:lnTo>
                      <a:close/>
                      <a:moveTo>
                        <a:pt x="7239" y="32004"/>
                      </a:moveTo>
                      <a:cubicBezTo>
                        <a:pt x="7906" y="31433"/>
                        <a:pt x="8382" y="31242"/>
                        <a:pt x="8573" y="31337"/>
                      </a:cubicBezTo>
                      <a:cubicBezTo>
                        <a:pt x="8382" y="31051"/>
                        <a:pt x="8191" y="30766"/>
                        <a:pt x="8191" y="30290"/>
                      </a:cubicBezTo>
                      <a:cubicBezTo>
                        <a:pt x="8191" y="29718"/>
                        <a:pt x="8191" y="29337"/>
                        <a:pt x="8191" y="29146"/>
                      </a:cubicBezTo>
                      <a:cubicBezTo>
                        <a:pt x="7620" y="29623"/>
                        <a:pt x="7239" y="30575"/>
                        <a:pt x="7239" y="32004"/>
                      </a:cubicBezTo>
                      <a:close/>
                      <a:moveTo>
                        <a:pt x="63437" y="64199"/>
                      </a:moveTo>
                      <a:cubicBezTo>
                        <a:pt x="62199" y="63437"/>
                        <a:pt x="60960" y="62579"/>
                        <a:pt x="59817" y="61817"/>
                      </a:cubicBezTo>
                      <a:cubicBezTo>
                        <a:pt x="58198" y="60865"/>
                        <a:pt x="56865" y="60579"/>
                        <a:pt x="55626" y="60865"/>
                      </a:cubicBezTo>
                      <a:cubicBezTo>
                        <a:pt x="55055" y="60008"/>
                        <a:pt x="53816" y="59436"/>
                        <a:pt x="51911" y="59341"/>
                      </a:cubicBezTo>
                      <a:cubicBezTo>
                        <a:pt x="49911" y="59150"/>
                        <a:pt x="48578" y="58483"/>
                        <a:pt x="47816" y="57245"/>
                      </a:cubicBezTo>
                      <a:lnTo>
                        <a:pt x="48768" y="56293"/>
                      </a:lnTo>
                      <a:lnTo>
                        <a:pt x="47434" y="54959"/>
                      </a:lnTo>
                      <a:cubicBezTo>
                        <a:pt x="47434" y="51530"/>
                        <a:pt x="47434" y="48006"/>
                        <a:pt x="47530" y="44387"/>
                      </a:cubicBezTo>
                      <a:cubicBezTo>
                        <a:pt x="47530" y="40196"/>
                        <a:pt x="47816" y="36671"/>
                        <a:pt x="48387" y="34004"/>
                      </a:cubicBezTo>
                      <a:cubicBezTo>
                        <a:pt x="48101" y="33338"/>
                        <a:pt x="47911" y="32575"/>
                        <a:pt x="47911" y="31528"/>
                      </a:cubicBezTo>
                      <a:cubicBezTo>
                        <a:pt x="47911" y="30480"/>
                        <a:pt x="48101" y="29813"/>
                        <a:pt x="48387" y="29146"/>
                      </a:cubicBezTo>
                      <a:cubicBezTo>
                        <a:pt x="48483" y="28099"/>
                        <a:pt x="49339" y="27908"/>
                        <a:pt x="50959" y="28480"/>
                      </a:cubicBezTo>
                      <a:lnTo>
                        <a:pt x="50959" y="28480"/>
                      </a:lnTo>
                      <a:cubicBezTo>
                        <a:pt x="50959" y="28480"/>
                        <a:pt x="51149" y="28670"/>
                        <a:pt x="50959" y="28480"/>
                      </a:cubicBezTo>
                      <a:lnTo>
                        <a:pt x="51911" y="27146"/>
                      </a:lnTo>
                      <a:cubicBezTo>
                        <a:pt x="51625" y="26575"/>
                        <a:pt x="51245" y="26479"/>
                        <a:pt x="50578" y="26861"/>
                      </a:cubicBezTo>
                      <a:cubicBezTo>
                        <a:pt x="50006" y="27242"/>
                        <a:pt x="49625" y="27051"/>
                        <a:pt x="49625" y="26194"/>
                      </a:cubicBezTo>
                      <a:lnTo>
                        <a:pt x="47720" y="26765"/>
                      </a:lnTo>
                      <a:cubicBezTo>
                        <a:pt x="47720" y="23717"/>
                        <a:pt x="47625" y="22098"/>
                        <a:pt x="47340" y="21717"/>
                      </a:cubicBezTo>
                      <a:cubicBezTo>
                        <a:pt x="44291" y="19812"/>
                        <a:pt x="40863" y="18859"/>
                        <a:pt x="37052" y="18859"/>
                      </a:cubicBezTo>
                      <a:cubicBezTo>
                        <a:pt x="36290" y="18859"/>
                        <a:pt x="35623" y="18859"/>
                        <a:pt x="34862" y="18955"/>
                      </a:cubicBezTo>
                      <a:cubicBezTo>
                        <a:pt x="33338" y="18669"/>
                        <a:pt x="32575" y="17526"/>
                        <a:pt x="32575" y="15716"/>
                      </a:cubicBezTo>
                      <a:lnTo>
                        <a:pt x="32575" y="14288"/>
                      </a:lnTo>
                      <a:cubicBezTo>
                        <a:pt x="32671" y="13525"/>
                        <a:pt x="32766" y="13049"/>
                        <a:pt x="32766" y="12763"/>
                      </a:cubicBezTo>
                      <a:cubicBezTo>
                        <a:pt x="32766" y="11906"/>
                        <a:pt x="32575" y="11240"/>
                        <a:pt x="32290" y="10763"/>
                      </a:cubicBezTo>
                      <a:cubicBezTo>
                        <a:pt x="31718" y="11621"/>
                        <a:pt x="31338" y="13049"/>
                        <a:pt x="31147" y="14954"/>
                      </a:cubicBezTo>
                      <a:cubicBezTo>
                        <a:pt x="30861" y="16859"/>
                        <a:pt x="30575" y="18383"/>
                        <a:pt x="30099" y="19431"/>
                      </a:cubicBezTo>
                      <a:cubicBezTo>
                        <a:pt x="28384" y="19431"/>
                        <a:pt x="26289" y="19431"/>
                        <a:pt x="23622" y="18955"/>
                      </a:cubicBezTo>
                      <a:cubicBezTo>
                        <a:pt x="20860" y="18574"/>
                        <a:pt x="19431" y="19717"/>
                        <a:pt x="19431" y="22384"/>
                      </a:cubicBezTo>
                      <a:cubicBezTo>
                        <a:pt x="19431" y="23050"/>
                        <a:pt x="19526" y="24003"/>
                        <a:pt x="19717" y="25241"/>
                      </a:cubicBezTo>
                      <a:cubicBezTo>
                        <a:pt x="19908" y="26479"/>
                        <a:pt x="20003" y="27242"/>
                        <a:pt x="20003" y="27622"/>
                      </a:cubicBezTo>
                      <a:cubicBezTo>
                        <a:pt x="19336" y="28670"/>
                        <a:pt x="19050" y="29623"/>
                        <a:pt x="19050" y="30385"/>
                      </a:cubicBezTo>
                      <a:cubicBezTo>
                        <a:pt x="19050" y="31147"/>
                        <a:pt x="19336" y="31623"/>
                        <a:pt x="20003" y="32195"/>
                      </a:cubicBezTo>
                      <a:cubicBezTo>
                        <a:pt x="19145" y="32480"/>
                        <a:pt x="18669" y="33147"/>
                        <a:pt x="18669" y="34195"/>
                      </a:cubicBezTo>
                      <a:lnTo>
                        <a:pt x="18669" y="36767"/>
                      </a:lnTo>
                      <a:cubicBezTo>
                        <a:pt x="17812" y="36386"/>
                        <a:pt x="17526" y="35528"/>
                        <a:pt x="17622" y="34195"/>
                      </a:cubicBezTo>
                      <a:cubicBezTo>
                        <a:pt x="17716" y="32861"/>
                        <a:pt x="17622" y="31909"/>
                        <a:pt x="17240" y="31433"/>
                      </a:cubicBezTo>
                      <a:cubicBezTo>
                        <a:pt x="16478" y="31051"/>
                        <a:pt x="14764" y="30766"/>
                        <a:pt x="12192" y="30766"/>
                      </a:cubicBezTo>
                      <a:lnTo>
                        <a:pt x="16002" y="34480"/>
                      </a:lnTo>
                      <a:cubicBezTo>
                        <a:pt x="16859" y="34290"/>
                        <a:pt x="17240" y="34480"/>
                        <a:pt x="17240" y="35338"/>
                      </a:cubicBezTo>
                      <a:lnTo>
                        <a:pt x="17240" y="36195"/>
                      </a:lnTo>
                      <a:cubicBezTo>
                        <a:pt x="17240" y="36195"/>
                        <a:pt x="17145" y="36862"/>
                        <a:pt x="17145" y="37147"/>
                      </a:cubicBezTo>
                      <a:cubicBezTo>
                        <a:pt x="17145" y="37814"/>
                        <a:pt x="17336" y="38291"/>
                        <a:pt x="17622" y="38671"/>
                      </a:cubicBezTo>
                      <a:lnTo>
                        <a:pt x="18288" y="38100"/>
                      </a:lnTo>
                      <a:cubicBezTo>
                        <a:pt x="19526" y="38767"/>
                        <a:pt x="20193" y="40291"/>
                        <a:pt x="20193" y="42577"/>
                      </a:cubicBezTo>
                      <a:lnTo>
                        <a:pt x="20193" y="47816"/>
                      </a:lnTo>
                      <a:cubicBezTo>
                        <a:pt x="20003" y="48958"/>
                        <a:pt x="19908" y="50292"/>
                        <a:pt x="19908" y="51721"/>
                      </a:cubicBezTo>
                      <a:cubicBezTo>
                        <a:pt x="19908" y="53150"/>
                        <a:pt x="19908" y="55340"/>
                        <a:pt x="20193" y="58198"/>
                      </a:cubicBezTo>
                      <a:cubicBezTo>
                        <a:pt x="20288" y="61055"/>
                        <a:pt x="20479" y="63246"/>
                        <a:pt x="20479" y="64675"/>
                      </a:cubicBezTo>
                      <a:cubicBezTo>
                        <a:pt x="20479" y="67532"/>
                        <a:pt x="20193" y="70104"/>
                        <a:pt x="19621" y="72390"/>
                      </a:cubicBezTo>
                      <a:cubicBezTo>
                        <a:pt x="19336" y="72962"/>
                        <a:pt x="19621" y="73724"/>
                        <a:pt x="20384" y="74676"/>
                      </a:cubicBezTo>
                      <a:cubicBezTo>
                        <a:pt x="21146" y="75629"/>
                        <a:pt x="21431" y="76295"/>
                        <a:pt x="21431" y="76581"/>
                      </a:cubicBezTo>
                      <a:cubicBezTo>
                        <a:pt x="21431" y="76962"/>
                        <a:pt x="20955" y="77343"/>
                        <a:pt x="20003" y="77629"/>
                      </a:cubicBezTo>
                      <a:cubicBezTo>
                        <a:pt x="20955" y="77629"/>
                        <a:pt x="21717" y="77343"/>
                        <a:pt x="22289" y="76676"/>
                      </a:cubicBezTo>
                      <a:cubicBezTo>
                        <a:pt x="22765" y="76676"/>
                        <a:pt x="23527" y="76676"/>
                        <a:pt x="24670" y="76486"/>
                      </a:cubicBezTo>
                      <a:cubicBezTo>
                        <a:pt x="25718" y="76391"/>
                        <a:pt x="26575" y="76295"/>
                        <a:pt x="27147" y="76295"/>
                      </a:cubicBezTo>
                      <a:cubicBezTo>
                        <a:pt x="29051" y="76295"/>
                        <a:pt x="30289" y="76867"/>
                        <a:pt x="31052" y="77915"/>
                      </a:cubicBezTo>
                      <a:cubicBezTo>
                        <a:pt x="30289" y="78772"/>
                        <a:pt x="30480" y="79534"/>
                        <a:pt x="31338" y="80105"/>
                      </a:cubicBezTo>
                      <a:cubicBezTo>
                        <a:pt x="31147" y="81344"/>
                        <a:pt x="31052" y="84296"/>
                        <a:pt x="31052" y="88868"/>
                      </a:cubicBezTo>
                      <a:cubicBezTo>
                        <a:pt x="30480" y="88868"/>
                        <a:pt x="30099" y="88583"/>
                        <a:pt x="29813" y="87916"/>
                      </a:cubicBezTo>
                      <a:cubicBezTo>
                        <a:pt x="29528" y="87249"/>
                        <a:pt x="29146" y="86963"/>
                        <a:pt x="28670" y="86963"/>
                      </a:cubicBezTo>
                      <a:cubicBezTo>
                        <a:pt x="28861" y="87630"/>
                        <a:pt x="29528" y="88392"/>
                        <a:pt x="30671" y="89154"/>
                      </a:cubicBezTo>
                      <a:cubicBezTo>
                        <a:pt x="31814" y="89916"/>
                        <a:pt x="32385" y="90583"/>
                        <a:pt x="32385" y="91250"/>
                      </a:cubicBezTo>
                      <a:cubicBezTo>
                        <a:pt x="32385" y="91630"/>
                        <a:pt x="32290" y="92107"/>
                        <a:pt x="32004" y="92583"/>
                      </a:cubicBezTo>
                      <a:cubicBezTo>
                        <a:pt x="32671" y="92107"/>
                        <a:pt x="33433" y="91630"/>
                        <a:pt x="34195" y="91154"/>
                      </a:cubicBezTo>
                      <a:lnTo>
                        <a:pt x="33624" y="91154"/>
                      </a:lnTo>
                      <a:cubicBezTo>
                        <a:pt x="33147" y="89059"/>
                        <a:pt x="32385" y="85820"/>
                        <a:pt x="31338" y="81153"/>
                      </a:cubicBezTo>
                      <a:cubicBezTo>
                        <a:pt x="31909" y="79438"/>
                        <a:pt x="33147" y="77915"/>
                        <a:pt x="35147" y="76867"/>
                      </a:cubicBezTo>
                      <a:cubicBezTo>
                        <a:pt x="35719" y="76581"/>
                        <a:pt x="37529" y="75914"/>
                        <a:pt x="40481" y="74771"/>
                      </a:cubicBezTo>
                      <a:cubicBezTo>
                        <a:pt x="40767" y="75247"/>
                        <a:pt x="40863" y="75533"/>
                        <a:pt x="40863" y="75724"/>
                      </a:cubicBezTo>
                      <a:lnTo>
                        <a:pt x="44196" y="76200"/>
                      </a:lnTo>
                      <a:cubicBezTo>
                        <a:pt x="44387" y="75438"/>
                        <a:pt x="44291" y="74771"/>
                        <a:pt x="44101" y="74200"/>
                      </a:cubicBezTo>
                      <a:cubicBezTo>
                        <a:pt x="43815" y="73724"/>
                        <a:pt x="43720" y="73247"/>
                        <a:pt x="43720" y="72962"/>
                      </a:cubicBezTo>
                      <a:cubicBezTo>
                        <a:pt x="44291" y="72200"/>
                        <a:pt x="45434" y="71342"/>
                        <a:pt x="47054" y="70104"/>
                      </a:cubicBezTo>
                      <a:lnTo>
                        <a:pt x="47054" y="72009"/>
                      </a:lnTo>
                      <a:cubicBezTo>
                        <a:pt x="47911" y="71628"/>
                        <a:pt x="48387" y="71152"/>
                        <a:pt x="48387" y="70485"/>
                      </a:cubicBezTo>
                      <a:cubicBezTo>
                        <a:pt x="48387" y="70199"/>
                        <a:pt x="48196" y="69628"/>
                        <a:pt x="47911" y="68961"/>
                      </a:cubicBezTo>
                      <a:cubicBezTo>
                        <a:pt x="47530" y="68294"/>
                        <a:pt x="47340" y="67913"/>
                        <a:pt x="47340" y="67723"/>
                      </a:cubicBezTo>
                      <a:cubicBezTo>
                        <a:pt x="47340" y="67437"/>
                        <a:pt x="47530" y="67151"/>
                        <a:pt x="47816" y="66961"/>
                      </a:cubicBezTo>
                      <a:lnTo>
                        <a:pt x="47054" y="63817"/>
                      </a:lnTo>
                      <a:cubicBezTo>
                        <a:pt x="47054" y="63817"/>
                        <a:pt x="45911" y="63817"/>
                        <a:pt x="45148" y="64199"/>
                      </a:cubicBezTo>
                      <a:cubicBezTo>
                        <a:pt x="44005" y="63151"/>
                        <a:pt x="43529" y="62294"/>
                        <a:pt x="43720" y="61532"/>
                      </a:cubicBezTo>
                      <a:cubicBezTo>
                        <a:pt x="43720" y="61341"/>
                        <a:pt x="44291" y="61055"/>
                        <a:pt x="45148" y="60960"/>
                      </a:cubicBezTo>
                      <a:cubicBezTo>
                        <a:pt x="45434" y="61627"/>
                        <a:pt x="45530" y="62008"/>
                        <a:pt x="45530" y="61913"/>
                      </a:cubicBezTo>
                      <a:cubicBezTo>
                        <a:pt x="48292" y="61627"/>
                        <a:pt x="50578" y="62103"/>
                        <a:pt x="52388" y="63246"/>
                      </a:cubicBezTo>
                      <a:cubicBezTo>
                        <a:pt x="52483" y="63437"/>
                        <a:pt x="52483" y="63722"/>
                        <a:pt x="52483" y="63913"/>
                      </a:cubicBezTo>
                      <a:cubicBezTo>
                        <a:pt x="52483" y="64294"/>
                        <a:pt x="52197" y="64484"/>
                        <a:pt x="51625" y="64675"/>
                      </a:cubicBezTo>
                      <a:cubicBezTo>
                        <a:pt x="51149" y="64865"/>
                        <a:pt x="50768" y="64961"/>
                        <a:pt x="50578" y="65151"/>
                      </a:cubicBezTo>
                      <a:lnTo>
                        <a:pt x="52388" y="65151"/>
                      </a:lnTo>
                      <a:cubicBezTo>
                        <a:pt x="52388" y="65151"/>
                        <a:pt x="52959" y="65818"/>
                        <a:pt x="52959" y="66484"/>
                      </a:cubicBezTo>
                      <a:cubicBezTo>
                        <a:pt x="53626" y="65818"/>
                        <a:pt x="54102" y="65437"/>
                        <a:pt x="54483" y="65437"/>
                      </a:cubicBezTo>
                      <a:cubicBezTo>
                        <a:pt x="54769" y="65437"/>
                        <a:pt x="55150" y="65913"/>
                        <a:pt x="55531" y="67056"/>
                      </a:cubicBezTo>
                      <a:cubicBezTo>
                        <a:pt x="55912" y="68104"/>
                        <a:pt x="56388" y="68771"/>
                        <a:pt x="56865" y="68866"/>
                      </a:cubicBezTo>
                      <a:lnTo>
                        <a:pt x="56865" y="65151"/>
                      </a:lnTo>
                      <a:cubicBezTo>
                        <a:pt x="56865" y="65151"/>
                        <a:pt x="57531" y="65627"/>
                        <a:pt x="57817" y="65627"/>
                      </a:cubicBezTo>
                      <a:cubicBezTo>
                        <a:pt x="58103" y="65627"/>
                        <a:pt x="58579" y="65437"/>
                        <a:pt x="59246" y="65151"/>
                      </a:cubicBezTo>
                      <a:cubicBezTo>
                        <a:pt x="59817" y="64865"/>
                        <a:pt x="60389" y="64675"/>
                        <a:pt x="60674" y="64865"/>
                      </a:cubicBezTo>
                      <a:cubicBezTo>
                        <a:pt x="60960" y="65151"/>
                        <a:pt x="61056" y="65342"/>
                        <a:pt x="61056" y="65722"/>
                      </a:cubicBezTo>
                      <a:cubicBezTo>
                        <a:pt x="61056" y="65913"/>
                        <a:pt x="60865" y="66294"/>
                        <a:pt x="60389" y="66770"/>
                      </a:cubicBezTo>
                      <a:cubicBezTo>
                        <a:pt x="59913" y="67246"/>
                        <a:pt x="59722" y="67628"/>
                        <a:pt x="59722" y="67913"/>
                      </a:cubicBezTo>
                      <a:lnTo>
                        <a:pt x="61056" y="67913"/>
                      </a:lnTo>
                      <a:lnTo>
                        <a:pt x="61436" y="63913"/>
                      </a:lnTo>
                      <a:lnTo>
                        <a:pt x="62960" y="65151"/>
                      </a:lnTo>
                      <a:cubicBezTo>
                        <a:pt x="62960" y="65151"/>
                        <a:pt x="63055" y="64579"/>
                        <a:pt x="63341" y="64294"/>
                      </a:cubicBezTo>
                      <a:cubicBezTo>
                        <a:pt x="63627" y="64294"/>
                        <a:pt x="63913" y="64484"/>
                        <a:pt x="64198" y="64675"/>
                      </a:cubicBezTo>
                      <a:cubicBezTo>
                        <a:pt x="64675" y="65151"/>
                        <a:pt x="64770" y="65151"/>
                        <a:pt x="64675" y="64770"/>
                      </a:cubicBezTo>
                      <a:cubicBezTo>
                        <a:pt x="64675" y="64770"/>
                        <a:pt x="64580" y="64770"/>
                        <a:pt x="64389" y="64675"/>
                      </a:cubicBezTo>
                      <a:lnTo>
                        <a:pt x="64198" y="64675"/>
                      </a:lnTo>
                      <a:cubicBezTo>
                        <a:pt x="64198" y="64675"/>
                        <a:pt x="63437" y="64199"/>
                        <a:pt x="63341" y="64294"/>
                      </a:cubicBezTo>
                      <a:close/>
                      <a:moveTo>
                        <a:pt x="34290" y="76581"/>
                      </a:moveTo>
                      <a:lnTo>
                        <a:pt x="34290" y="75629"/>
                      </a:lnTo>
                      <a:lnTo>
                        <a:pt x="35052" y="75629"/>
                      </a:lnTo>
                      <a:lnTo>
                        <a:pt x="34290" y="76581"/>
                      </a:lnTo>
                      <a:close/>
                      <a:moveTo>
                        <a:pt x="37052" y="87630"/>
                      </a:moveTo>
                      <a:lnTo>
                        <a:pt x="37052" y="86678"/>
                      </a:lnTo>
                      <a:cubicBezTo>
                        <a:pt x="37052" y="86678"/>
                        <a:pt x="36195" y="86296"/>
                        <a:pt x="35623" y="86106"/>
                      </a:cubicBezTo>
                      <a:cubicBezTo>
                        <a:pt x="35433" y="86582"/>
                        <a:pt x="35623" y="86963"/>
                        <a:pt x="35909" y="87344"/>
                      </a:cubicBezTo>
                      <a:cubicBezTo>
                        <a:pt x="36195" y="87725"/>
                        <a:pt x="36576" y="87821"/>
                        <a:pt x="37052" y="87630"/>
                      </a:cubicBezTo>
                      <a:close/>
                      <a:moveTo>
                        <a:pt x="37433" y="93536"/>
                      </a:moveTo>
                      <a:lnTo>
                        <a:pt x="38291" y="92583"/>
                      </a:lnTo>
                      <a:lnTo>
                        <a:pt x="37433" y="91535"/>
                      </a:lnTo>
                      <a:lnTo>
                        <a:pt x="37433" y="93536"/>
                      </a:lnTo>
                      <a:close/>
                      <a:moveTo>
                        <a:pt x="41910" y="90202"/>
                      </a:moveTo>
                      <a:cubicBezTo>
                        <a:pt x="42100" y="89059"/>
                        <a:pt x="41910" y="88583"/>
                        <a:pt x="41339" y="88583"/>
                      </a:cubicBezTo>
                      <a:cubicBezTo>
                        <a:pt x="40863" y="88583"/>
                        <a:pt x="40291" y="88868"/>
                        <a:pt x="39434" y="89440"/>
                      </a:cubicBezTo>
                      <a:cubicBezTo>
                        <a:pt x="38576" y="90011"/>
                        <a:pt x="38100" y="90297"/>
                        <a:pt x="38005" y="90297"/>
                      </a:cubicBezTo>
                      <a:cubicBezTo>
                        <a:pt x="38386" y="90678"/>
                        <a:pt x="38767" y="90869"/>
                        <a:pt x="39148" y="90869"/>
                      </a:cubicBezTo>
                      <a:cubicBezTo>
                        <a:pt x="39434" y="90869"/>
                        <a:pt x="39719" y="90678"/>
                        <a:pt x="40100" y="90392"/>
                      </a:cubicBezTo>
                      <a:cubicBezTo>
                        <a:pt x="40481" y="90011"/>
                        <a:pt x="40863" y="89916"/>
                        <a:pt x="41053" y="89916"/>
                      </a:cubicBezTo>
                      <a:cubicBezTo>
                        <a:pt x="41339" y="89916"/>
                        <a:pt x="41720" y="90011"/>
                        <a:pt x="42006" y="90392"/>
                      </a:cubicBezTo>
                      <a:close/>
                      <a:moveTo>
                        <a:pt x="40577" y="71914"/>
                      </a:moveTo>
                      <a:cubicBezTo>
                        <a:pt x="39434" y="70961"/>
                        <a:pt x="39338" y="70199"/>
                        <a:pt x="40196" y="69723"/>
                      </a:cubicBezTo>
                      <a:lnTo>
                        <a:pt x="41529" y="71628"/>
                      </a:lnTo>
                      <a:cubicBezTo>
                        <a:pt x="41529" y="71628"/>
                        <a:pt x="40957" y="71628"/>
                        <a:pt x="40577" y="71914"/>
                      </a:cubicBezTo>
                      <a:close/>
                      <a:moveTo>
                        <a:pt x="44672" y="101155"/>
                      </a:moveTo>
                      <a:cubicBezTo>
                        <a:pt x="44672" y="101155"/>
                        <a:pt x="44101" y="100394"/>
                        <a:pt x="44101" y="100108"/>
                      </a:cubicBezTo>
                      <a:cubicBezTo>
                        <a:pt x="44101" y="99727"/>
                        <a:pt x="44577" y="99346"/>
                        <a:pt x="45625" y="98870"/>
                      </a:cubicBezTo>
                      <a:cubicBezTo>
                        <a:pt x="46577" y="98488"/>
                        <a:pt x="47149" y="98203"/>
                        <a:pt x="47434" y="97917"/>
                      </a:cubicBezTo>
                      <a:cubicBezTo>
                        <a:pt x="47434" y="98203"/>
                        <a:pt x="46958" y="98584"/>
                        <a:pt x="46101" y="98965"/>
                      </a:cubicBezTo>
                      <a:cubicBezTo>
                        <a:pt x="45339" y="99346"/>
                        <a:pt x="44958" y="99822"/>
                        <a:pt x="44958" y="100108"/>
                      </a:cubicBezTo>
                      <a:cubicBezTo>
                        <a:pt x="44958" y="100394"/>
                        <a:pt x="45148" y="100679"/>
                        <a:pt x="45625" y="101060"/>
                      </a:cubicBezTo>
                      <a:lnTo>
                        <a:pt x="44768" y="101060"/>
                      </a:lnTo>
                      <a:close/>
                      <a:moveTo>
                        <a:pt x="48387" y="60103"/>
                      </a:moveTo>
                      <a:cubicBezTo>
                        <a:pt x="49149" y="60103"/>
                        <a:pt x="49625" y="60198"/>
                        <a:pt x="49625" y="60579"/>
                      </a:cubicBezTo>
                      <a:lnTo>
                        <a:pt x="48673" y="60960"/>
                      </a:lnTo>
                      <a:lnTo>
                        <a:pt x="48292" y="60198"/>
                      </a:lnTo>
                      <a:close/>
                      <a:moveTo>
                        <a:pt x="49339" y="81439"/>
                      </a:moveTo>
                      <a:lnTo>
                        <a:pt x="52388" y="81058"/>
                      </a:lnTo>
                      <a:lnTo>
                        <a:pt x="52388" y="80105"/>
                      </a:lnTo>
                      <a:cubicBezTo>
                        <a:pt x="52388" y="78581"/>
                        <a:pt x="52769" y="77724"/>
                        <a:pt x="53340" y="77533"/>
                      </a:cubicBezTo>
                      <a:lnTo>
                        <a:pt x="51625" y="76962"/>
                      </a:lnTo>
                      <a:cubicBezTo>
                        <a:pt x="51625" y="77629"/>
                        <a:pt x="51435" y="78676"/>
                        <a:pt x="51245" y="80105"/>
                      </a:cubicBezTo>
                      <a:cubicBezTo>
                        <a:pt x="51245" y="80867"/>
                        <a:pt x="50482" y="81248"/>
                        <a:pt x="49339" y="81439"/>
                      </a:cubicBezTo>
                      <a:close/>
                      <a:moveTo>
                        <a:pt x="50959" y="87630"/>
                      </a:moveTo>
                      <a:lnTo>
                        <a:pt x="50959" y="85249"/>
                      </a:lnTo>
                      <a:lnTo>
                        <a:pt x="50578" y="85249"/>
                      </a:lnTo>
                      <a:lnTo>
                        <a:pt x="50578" y="87630"/>
                      </a:lnTo>
                      <a:lnTo>
                        <a:pt x="50959" y="87630"/>
                      </a:lnTo>
                      <a:close/>
                      <a:moveTo>
                        <a:pt x="54293" y="48196"/>
                      </a:moveTo>
                      <a:lnTo>
                        <a:pt x="51531" y="47816"/>
                      </a:lnTo>
                      <a:lnTo>
                        <a:pt x="50864" y="49435"/>
                      </a:lnTo>
                      <a:cubicBezTo>
                        <a:pt x="52007" y="50387"/>
                        <a:pt x="53054" y="50863"/>
                        <a:pt x="53816" y="50863"/>
                      </a:cubicBezTo>
                      <a:cubicBezTo>
                        <a:pt x="54293" y="50863"/>
                        <a:pt x="54769" y="50673"/>
                        <a:pt x="55150" y="50387"/>
                      </a:cubicBezTo>
                      <a:cubicBezTo>
                        <a:pt x="53340" y="50768"/>
                        <a:pt x="52388" y="50387"/>
                        <a:pt x="52292" y="49054"/>
                      </a:cubicBezTo>
                      <a:lnTo>
                        <a:pt x="54197" y="48101"/>
                      </a:lnTo>
                      <a:close/>
                      <a:moveTo>
                        <a:pt x="50959" y="67437"/>
                      </a:moveTo>
                      <a:lnTo>
                        <a:pt x="51911" y="67437"/>
                      </a:lnTo>
                      <a:lnTo>
                        <a:pt x="51911" y="66484"/>
                      </a:lnTo>
                      <a:lnTo>
                        <a:pt x="50959" y="66484"/>
                      </a:lnTo>
                      <a:lnTo>
                        <a:pt x="50959" y="67437"/>
                      </a:lnTo>
                      <a:close/>
                      <a:moveTo>
                        <a:pt x="53912" y="92202"/>
                      </a:moveTo>
                      <a:cubicBezTo>
                        <a:pt x="54293" y="91535"/>
                        <a:pt x="55055" y="90583"/>
                        <a:pt x="56198" y="89345"/>
                      </a:cubicBezTo>
                      <a:lnTo>
                        <a:pt x="55626" y="88963"/>
                      </a:lnTo>
                      <a:lnTo>
                        <a:pt x="54673" y="89345"/>
                      </a:lnTo>
                      <a:lnTo>
                        <a:pt x="54293" y="87725"/>
                      </a:lnTo>
                      <a:cubicBezTo>
                        <a:pt x="52769" y="88487"/>
                        <a:pt x="52102" y="89345"/>
                        <a:pt x="52388" y="90297"/>
                      </a:cubicBezTo>
                      <a:lnTo>
                        <a:pt x="53912" y="89916"/>
                      </a:lnTo>
                      <a:lnTo>
                        <a:pt x="53912" y="92202"/>
                      </a:lnTo>
                      <a:close/>
                      <a:moveTo>
                        <a:pt x="53912" y="85344"/>
                      </a:moveTo>
                      <a:lnTo>
                        <a:pt x="54673" y="82487"/>
                      </a:lnTo>
                      <a:lnTo>
                        <a:pt x="54293" y="82487"/>
                      </a:lnTo>
                      <a:lnTo>
                        <a:pt x="53912" y="85344"/>
                      </a:lnTo>
                      <a:close/>
                      <a:moveTo>
                        <a:pt x="56483" y="57436"/>
                      </a:moveTo>
                      <a:cubicBezTo>
                        <a:pt x="56483" y="57436"/>
                        <a:pt x="56007" y="57055"/>
                        <a:pt x="55150" y="57055"/>
                      </a:cubicBezTo>
                      <a:lnTo>
                        <a:pt x="55150" y="58388"/>
                      </a:lnTo>
                      <a:lnTo>
                        <a:pt x="56102" y="58388"/>
                      </a:lnTo>
                      <a:cubicBezTo>
                        <a:pt x="56102" y="58388"/>
                        <a:pt x="56579" y="57721"/>
                        <a:pt x="56483" y="57436"/>
                      </a:cubicBezTo>
                      <a:close/>
                      <a:moveTo>
                        <a:pt x="57817" y="38195"/>
                      </a:moveTo>
                      <a:cubicBezTo>
                        <a:pt x="57817" y="38195"/>
                        <a:pt x="58388" y="38862"/>
                        <a:pt x="58388" y="39148"/>
                      </a:cubicBezTo>
                      <a:cubicBezTo>
                        <a:pt x="58388" y="40005"/>
                        <a:pt x="57912" y="40386"/>
                        <a:pt x="56865" y="40386"/>
                      </a:cubicBezTo>
                      <a:lnTo>
                        <a:pt x="57817" y="40386"/>
                      </a:lnTo>
                      <a:cubicBezTo>
                        <a:pt x="57817" y="40386"/>
                        <a:pt x="58293" y="39719"/>
                        <a:pt x="58579" y="39338"/>
                      </a:cubicBezTo>
                      <a:cubicBezTo>
                        <a:pt x="58864" y="38957"/>
                        <a:pt x="58960" y="38576"/>
                        <a:pt x="58769" y="38100"/>
                      </a:cubicBezTo>
                      <a:lnTo>
                        <a:pt x="57817" y="38100"/>
                      </a:lnTo>
                      <a:close/>
                      <a:moveTo>
                        <a:pt x="60198" y="57436"/>
                      </a:moveTo>
                      <a:cubicBezTo>
                        <a:pt x="60198" y="57436"/>
                        <a:pt x="59246" y="56769"/>
                        <a:pt x="57817" y="56102"/>
                      </a:cubicBezTo>
                      <a:lnTo>
                        <a:pt x="57436" y="57055"/>
                      </a:lnTo>
                      <a:lnTo>
                        <a:pt x="60198" y="57436"/>
                      </a:lnTo>
                      <a:close/>
                      <a:moveTo>
                        <a:pt x="58388" y="12763"/>
                      </a:moveTo>
                      <a:lnTo>
                        <a:pt x="58388" y="13716"/>
                      </a:lnTo>
                      <a:lnTo>
                        <a:pt x="59722" y="13335"/>
                      </a:lnTo>
                      <a:cubicBezTo>
                        <a:pt x="59722" y="13335"/>
                        <a:pt x="59055" y="12763"/>
                        <a:pt x="58388" y="12763"/>
                      </a:cubicBezTo>
                      <a:close/>
                      <a:moveTo>
                        <a:pt x="59246" y="71152"/>
                      </a:moveTo>
                      <a:lnTo>
                        <a:pt x="62484" y="70771"/>
                      </a:lnTo>
                      <a:cubicBezTo>
                        <a:pt x="61913" y="70390"/>
                        <a:pt x="61246" y="70199"/>
                        <a:pt x="60579" y="70199"/>
                      </a:cubicBezTo>
                      <a:cubicBezTo>
                        <a:pt x="59817" y="70199"/>
                        <a:pt x="59341" y="70390"/>
                        <a:pt x="59341" y="71152"/>
                      </a:cubicBezTo>
                      <a:close/>
                      <a:moveTo>
                        <a:pt x="62484" y="38195"/>
                      </a:moveTo>
                      <a:lnTo>
                        <a:pt x="64389" y="40100"/>
                      </a:lnTo>
                      <a:lnTo>
                        <a:pt x="64389" y="39148"/>
                      </a:lnTo>
                      <a:cubicBezTo>
                        <a:pt x="63246" y="38481"/>
                        <a:pt x="62675" y="38195"/>
                        <a:pt x="62484" y="38195"/>
                      </a:cubicBezTo>
                      <a:close/>
                      <a:moveTo>
                        <a:pt x="64675" y="50197"/>
                      </a:moveTo>
                      <a:lnTo>
                        <a:pt x="66008" y="48863"/>
                      </a:lnTo>
                      <a:cubicBezTo>
                        <a:pt x="66008" y="48863"/>
                        <a:pt x="64675" y="47911"/>
                        <a:pt x="63055" y="47339"/>
                      </a:cubicBezTo>
                      <a:lnTo>
                        <a:pt x="64675" y="50197"/>
                      </a:lnTo>
                      <a:close/>
                      <a:moveTo>
                        <a:pt x="65247" y="57055"/>
                      </a:moveTo>
                      <a:lnTo>
                        <a:pt x="65247" y="55150"/>
                      </a:lnTo>
                      <a:lnTo>
                        <a:pt x="64675" y="55150"/>
                      </a:lnTo>
                      <a:lnTo>
                        <a:pt x="64675" y="57055"/>
                      </a:lnTo>
                      <a:lnTo>
                        <a:pt x="65247" y="57055"/>
                      </a:lnTo>
                      <a:close/>
                      <a:moveTo>
                        <a:pt x="66008" y="108299"/>
                      </a:moveTo>
                      <a:cubicBezTo>
                        <a:pt x="66961" y="108775"/>
                        <a:pt x="67246" y="109347"/>
                        <a:pt x="66961" y="110109"/>
                      </a:cubicBezTo>
                      <a:lnTo>
                        <a:pt x="66580" y="110680"/>
                      </a:lnTo>
                      <a:cubicBezTo>
                        <a:pt x="66580" y="110680"/>
                        <a:pt x="66008" y="110109"/>
                        <a:pt x="66008" y="109728"/>
                      </a:cubicBezTo>
                      <a:lnTo>
                        <a:pt x="66008" y="108299"/>
                      </a:lnTo>
                      <a:close/>
                      <a:moveTo>
                        <a:pt x="68389" y="93726"/>
                      </a:moveTo>
                      <a:cubicBezTo>
                        <a:pt x="68961" y="93536"/>
                        <a:pt x="69723" y="93726"/>
                        <a:pt x="70675" y="94107"/>
                      </a:cubicBezTo>
                      <a:cubicBezTo>
                        <a:pt x="70866" y="94679"/>
                        <a:pt x="70771" y="95059"/>
                        <a:pt x="70295" y="95250"/>
                      </a:cubicBezTo>
                      <a:cubicBezTo>
                        <a:pt x="69818" y="95441"/>
                        <a:pt x="69342" y="95726"/>
                        <a:pt x="68866" y="96012"/>
                      </a:cubicBezTo>
                      <a:lnTo>
                        <a:pt x="68389" y="96012"/>
                      </a:lnTo>
                      <a:lnTo>
                        <a:pt x="68389" y="93821"/>
                      </a:lnTo>
                      <a:close/>
                      <a:moveTo>
                        <a:pt x="68866" y="73057"/>
                      </a:moveTo>
                      <a:cubicBezTo>
                        <a:pt x="69152" y="72390"/>
                        <a:pt x="69532" y="72104"/>
                        <a:pt x="69914" y="72104"/>
                      </a:cubicBezTo>
                      <a:cubicBezTo>
                        <a:pt x="69818" y="72200"/>
                        <a:pt x="69723" y="72390"/>
                        <a:pt x="69438" y="72580"/>
                      </a:cubicBezTo>
                      <a:cubicBezTo>
                        <a:pt x="69152" y="72771"/>
                        <a:pt x="68961" y="72962"/>
                        <a:pt x="68866" y="73057"/>
                      </a:cubicBezTo>
                      <a:close/>
                      <a:moveTo>
                        <a:pt x="71628" y="72104"/>
                      </a:moveTo>
                      <a:cubicBezTo>
                        <a:pt x="71628" y="72104"/>
                        <a:pt x="72009" y="72200"/>
                        <a:pt x="72580" y="72485"/>
                      </a:cubicBezTo>
                      <a:cubicBezTo>
                        <a:pt x="72200" y="72771"/>
                        <a:pt x="71724" y="72771"/>
                        <a:pt x="71152" y="72485"/>
                      </a:cubicBezTo>
                      <a:cubicBezTo>
                        <a:pt x="70485" y="72200"/>
                        <a:pt x="70104" y="72104"/>
                        <a:pt x="70009" y="72104"/>
                      </a:cubicBezTo>
                      <a:cubicBezTo>
                        <a:pt x="70675" y="71438"/>
                        <a:pt x="71152" y="71438"/>
                        <a:pt x="71628" y="72104"/>
                      </a:cubicBezTo>
                      <a:close/>
                      <a:moveTo>
                        <a:pt x="72200" y="64865"/>
                      </a:moveTo>
                      <a:lnTo>
                        <a:pt x="72200" y="65532"/>
                      </a:lnTo>
                      <a:lnTo>
                        <a:pt x="70675" y="64865"/>
                      </a:lnTo>
                      <a:lnTo>
                        <a:pt x="72200" y="64865"/>
                      </a:lnTo>
                      <a:close/>
                      <a:moveTo>
                        <a:pt x="79057" y="59246"/>
                      </a:moveTo>
                      <a:lnTo>
                        <a:pt x="80772" y="61055"/>
                      </a:lnTo>
                      <a:lnTo>
                        <a:pt x="78486" y="60674"/>
                      </a:lnTo>
                      <a:lnTo>
                        <a:pt x="79057" y="59246"/>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 name="Google Shape;945;p99"/>
                <p:cNvSpPr/>
                <p:nvPr/>
              </p:nvSpPr>
              <p:spPr>
                <a:xfrm>
                  <a:off x="8469629" y="1864137"/>
                  <a:ext cx="75057" cy="101345"/>
                </a:xfrm>
                <a:custGeom>
                  <a:avLst/>
                  <a:gdLst/>
                  <a:ahLst/>
                  <a:cxnLst/>
                  <a:rect l="l" t="t" r="r" b="b"/>
                  <a:pathLst>
                    <a:path w="75057" h="101345" extrusionOk="0">
                      <a:moveTo>
                        <a:pt x="1428" y="101346"/>
                      </a:moveTo>
                      <a:lnTo>
                        <a:pt x="0" y="100393"/>
                      </a:lnTo>
                      <a:lnTo>
                        <a:pt x="1428" y="100774"/>
                      </a:lnTo>
                      <a:lnTo>
                        <a:pt x="1428" y="101346"/>
                      </a:lnTo>
                      <a:close/>
                      <a:moveTo>
                        <a:pt x="73057" y="39052"/>
                      </a:moveTo>
                      <a:cubicBezTo>
                        <a:pt x="72771" y="39910"/>
                        <a:pt x="73057" y="40767"/>
                        <a:pt x="73723" y="41719"/>
                      </a:cubicBezTo>
                      <a:cubicBezTo>
                        <a:pt x="74390" y="42672"/>
                        <a:pt x="74771" y="43339"/>
                        <a:pt x="74771" y="43624"/>
                      </a:cubicBezTo>
                      <a:cubicBezTo>
                        <a:pt x="74771" y="44196"/>
                        <a:pt x="74486" y="44767"/>
                        <a:pt x="73819" y="45529"/>
                      </a:cubicBezTo>
                      <a:cubicBezTo>
                        <a:pt x="74200" y="48673"/>
                        <a:pt x="74390" y="52102"/>
                        <a:pt x="74390" y="55721"/>
                      </a:cubicBezTo>
                      <a:cubicBezTo>
                        <a:pt x="74390" y="59341"/>
                        <a:pt x="74200" y="62674"/>
                        <a:pt x="73819" y="66008"/>
                      </a:cubicBezTo>
                      <a:cubicBezTo>
                        <a:pt x="72294" y="66484"/>
                        <a:pt x="71628" y="67246"/>
                        <a:pt x="71628" y="68294"/>
                      </a:cubicBezTo>
                      <a:cubicBezTo>
                        <a:pt x="71628" y="68580"/>
                        <a:pt x="71628" y="69151"/>
                        <a:pt x="72009" y="69913"/>
                      </a:cubicBezTo>
                      <a:cubicBezTo>
                        <a:pt x="72200" y="70675"/>
                        <a:pt x="72390" y="71342"/>
                        <a:pt x="72390" y="71818"/>
                      </a:cubicBezTo>
                      <a:cubicBezTo>
                        <a:pt x="72390" y="72199"/>
                        <a:pt x="72294" y="72580"/>
                        <a:pt x="72104" y="72866"/>
                      </a:cubicBezTo>
                      <a:lnTo>
                        <a:pt x="72580" y="76200"/>
                      </a:lnTo>
                      <a:cubicBezTo>
                        <a:pt x="71628" y="76771"/>
                        <a:pt x="70771" y="77819"/>
                        <a:pt x="70199" y="79343"/>
                      </a:cubicBezTo>
                      <a:cubicBezTo>
                        <a:pt x="69628" y="80867"/>
                        <a:pt x="69056" y="82391"/>
                        <a:pt x="68580" y="83820"/>
                      </a:cubicBezTo>
                      <a:cubicBezTo>
                        <a:pt x="67056" y="84487"/>
                        <a:pt x="64579" y="86201"/>
                        <a:pt x="61150" y="89059"/>
                      </a:cubicBezTo>
                      <a:lnTo>
                        <a:pt x="62389" y="90392"/>
                      </a:lnTo>
                      <a:cubicBezTo>
                        <a:pt x="58007" y="90488"/>
                        <a:pt x="54864" y="91630"/>
                        <a:pt x="52959" y="93535"/>
                      </a:cubicBezTo>
                      <a:cubicBezTo>
                        <a:pt x="52578" y="93535"/>
                        <a:pt x="52292" y="93440"/>
                        <a:pt x="52006" y="93440"/>
                      </a:cubicBezTo>
                      <a:cubicBezTo>
                        <a:pt x="51245" y="93440"/>
                        <a:pt x="50673" y="93726"/>
                        <a:pt x="50006" y="94297"/>
                      </a:cubicBezTo>
                      <a:cubicBezTo>
                        <a:pt x="49530" y="94869"/>
                        <a:pt x="49244" y="95536"/>
                        <a:pt x="49339" y="96298"/>
                      </a:cubicBezTo>
                      <a:cubicBezTo>
                        <a:pt x="48292" y="95726"/>
                        <a:pt x="47149" y="95345"/>
                        <a:pt x="45911" y="95345"/>
                      </a:cubicBezTo>
                      <a:lnTo>
                        <a:pt x="42100" y="95345"/>
                      </a:lnTo>
                      <a:cubicBezTo>
                        <a:pt x="42291" y="94774"/>
                        <a:pt x="42100" y="94393"/>
                        <a:pt x="41338" y="94012"/>
                      </a:cubicBezTo>
                      <a:cubicBezTo>
                        <a:pt x="40671" y="93726"/>
                        <a:pt x="40291" y="93345"/>
                        <a:pt x="40195" y="92964"/>
                      </a:cubicBezTo>
                      <a:cubicBezTo>
                        <a:pt x="39243" y="94488"/>
                        <a:pt x="37814" y="95345"/>
                        <a:pt x="36004" y="95440"/>
                      </a:cubicBezTo>
                      <a:cubicBezTo>
                        <a:pt x="35719" y="95440"/>
                        <a:pt x="34194" y="95440"/>
                        <a:pt x="31432" y="95345"/>
                      </a:cubicBezTo>
                      <a:cubicBezTo>
                        <a:pt x="29432" y="94583"/>
                        <a:pt x="27337" y="93726"/>
                        <a:pt x="25336" y="92869"/>
                      </a:cubicBezTo>
                      <a:cubicBezTo>
                        <a:pt x="23050" y="91821"/>
                        <a:pt x="21145" y="90678"/>
                        <a:pt x="19907" y="89440"/>
                      </a:cubicBezTo>
                      <a:cubicBezTo>
                        <a:pt x="19431" y="90011"/>
                        <a:pt x="18383" y="89916"/>
                        <a:pt x="16954" y="89059"/>
                      </a:cubicBezTo>
                      <a:cubicBezTo>
                        <a:pt x="15050" y="86677"/>
                        <a:pt x="13145" y="84296"/>
                        <a:pt x="11144" y="81820"/>
                      </a:cubicBezTo>
                      <a:cubicBezTo>
                        <a:pt x="9144" y="78962"/>
                        <a:pt x="7906" y="76295"/>
                        <a:pt x="7715" y="73914"/>
                      </a:cubicBezTo>
                      <a:cubicBezTo>
                        <a:pt x="6572" y="72580"/>
                        <a:pt x="6096" y="70675"/>
                        <a:pt x="6191" y="68104"/>
                      </a:cubicBezTo>
                      <a:cubicBezTo>
                        <a:pt x="6191" y="64389"/>
                        <a:pt x="6191" y="62293"/>
                        <a:pt x="6191" y="61913"/>
                      </a:cubicBezTo>
                      <a:cubicBezTo>
                        <a:pt x="6191" y="61341"/>
                        <a:pt x="6096" y="60769"/>
                        <a:pt x="6096" y="60103"/>
                      </a:cubicBezTo>
                      <a:cubicBezTo>
                        <a:pt x="6096" y="59245"/>
                        <a:pt x="6191" y="57912"/>
                        <a:pt x="6477" y="56102"/>
                      </a:cubicBezTo>
                      <a:cubicBezTo>
                        <a:pt x="6762" y="54292"/>
                        <a:pt x="6858" y="52959"/>
                        <a:pt x="6858" y="52006"/>
                      </a:cubicBezTo>
                      <a:cubicBezTo>
                        <a:pt x="6858" y="50387"/>
                        <a:pt x="6572" y="48958"/>
                        <a:pt x="5905" y="47720"/>
                      </a:cubicBezTo>
                      <a:cubicBezTo>
                        <a:pt x="6668" y="47434"/>
                        <a:pt x="6858" y="46863"/>
                        <a:pt x="6572" y="45910"/>
                      </a:cubicBezTo>
                      <a:cubicBezTo>
                        <a:pt x="6191" y="45053"/>
                        <a:pt x="6286" y="44386"/>
                        <a:pt x="6858" y="44005"/>
                      </a:cubicBezTo>
                      <a:cubicBezTo>
                        <a:pt x="6382" y="40100"/>
                        <a:pt x="6191" y="36862"/>
                        <a:pt x="6191" y="34290"/>
                      </a:cubicBezTo>
                      <a:cubicBezTo>
                        <a:pt x="6191" y="29623"/>
                        <a:pt x="6858" y="25717"/>
                        <a:pt x="8191" y="22479"/>
                      </a:cubicBezTo>
                      <a:cubicBezTo>
                        <a:pt x="8858" y="19812"/>
                        <a:pt x="9334" y="18002"/>
                        <a:pt x="9715" y="17145"/>
                      </a:cubicBezTo>
                      <a:cubicBezTo>
                        <a:pt x="10668" y="15240"/>
                        <a:pt x="12002" y="14097"/>
                        <a:pt x="13811" y="13716"/>
                      </a:cubicBezTo>
                      <a:cubicBezTo>
                        <a:pt x="14859" y="10954"/>
                        <a:pt x="17145" y="8572"/>
                        <a:pt x="20669" y="6477"/>
                      </a:cubicBezTo>
                      <a:lnTo>
                        <a:pt x="20098" y="6096"/>
                      </a:lnTo>
                      <a:cubicBezTo>
                        <a:pt x="21145" y="5810"/>
                        <a:pt x="22765" y="4953"/>
                        <a:pt x="24765" y="3429"/>
                      </a:cubicBezTo>
                      <a:cubicBezTo>
                        <a:pt x="26479" y="2191"/>
                        <a:pt x="28194" y="1619"/>
                        <a:pt x="29718" y="1810"/>
                      </a:cubicBezTo>
                      <a:cubicBezTo>
                        <a:pt x="29718" y="667"/>
                        <a:pt x="30194" y="0"/>
                        <a:pt x="31146" y="0"/>
                      </a:cubicBezTo>
                      <a:cubicBezTo>
                        <a:pt x="31432" y="0"/>
                        <a:pt x="32099" y="95"/>
                        <a:pt x="32956" y="286"/>
                      </a:cubicBezTo>
                      <a:cubicBezTo>
                        <a:pt x="33814" y="476"/>
                        <a:pt x="34385" y="571"/>
                        <a:pt x="34766" y="476"/>
                      </a:cubicBezTo>
                      <a:cubicBezTo>
                        <a:pt x="36004" y="2286"/>
                        <a:pt x="37624" y="3238"/>
                        <a:pt x="39719" y="3238"/>
                      </a:cubicBezTo>
                      <a:cubicBezTo>
                        <a:pt x="40671" y="3238"/>
                        <a:pt x="42291" y="2953"/>
                        <a:pt x="44482" y="2286"/>
                      </a:cubicBezTo>
                      <a:cubicBezTo>
                        <a:pt x="46196" y="2762"/>
                        <a:pt x="48292" y="2762"/>
                        <a:pt x="50768" y="2286"/>
                      </a:cubicBezTo>
                      <a:lnTo>
                        <a:pt x="50768" y="2762"/>
                      </a:lnTo>
                      <a:cubicBezTo>
                        <a:pt x="51435" y="2381"/>
                        <a:pt x="52197" y="2286"/>
                        <a:pt x="52864" y="2286"/>
                      </a:cubicBezTo>
                      <a:cubicBezTo>
                        <a:pt x="53911" y="2286"/>
                        <a:pt x="55245" y="2953"/>
                        <a:pt x="56769" y="4286"/>
                      </a:cubicBezTo>
                      <a:cubicBezTo>
                        <a:pt x="58293" y="5524"/>
                        <a:pt x="59721" y="6286"/>
                        <a:pt x="60865" y="6477"/>
                      </a:cubicBezTo>
                      <a:cubicBezTo>
                        <a:pt x="61150" y="7810"/>
                        <a:pt x="62198" y="8953"/>
                        <a:pt x="63912" y="10287"/>
                      </a:cubicBezTo>
                      <a:cubicBezTo>
                        <a:pt x="65627" y="11525"/>
                        <a:pt x="66580" y="12478"/>
                        <a:pt x="66770" y="12954"/>
                      </a:cubicBezTo>
                      <a:cubicBezTo>
                        <a:pt x="68009" y="12954"/>
                        <a:pt x="68675" y="13811"/>
                        <a:pt x="68866" y="15430"/>
                      </a:cubicBezTo>
                      <a:cubicBezTo>
                        <a:pt x="69152" y="17050"/>
                        <a:pt x="69818" y="17907"/>
                        <a:pt x="70866" y="17907"/>
                      </a:cubicBezTo>
                      <a:cubicBezTo>
                        <a:pt x="71723" y="18955"/>
                        <a:pt x="72200" y="20383"/>
                        <a:pt x="72200" y="22288"/>
                      </a:cubicBezTo>
                      <a:lnTo>
                        <a:pt x="72200" y="23908"/>
                      </a:lnTo>
                      <a:cubicBezTo>
                        <a:pt x="72200" y="24670"/>
                        <a:pt x="72104" y="25241"/>
                        <a:pt x="72104" y="25527"/>
                      </a:cubicBezTo>
                      <a:cubicBezTo>
                        <a:pt x="72104" y="27813"/>
                        <a:pt x="72961" y="29527"/>
                        <a:pt x="74581" y="30480"/>
                      </a:cubicBezTo>
                      <a:cubicBezTo>
                        <a:pt x="74200" y="31051"/>
                        <a:pt x="74104" y="31718"/>
                        <a:pt x="74104" y="32385"/>
                      </a:cubicBezTo>
                      <a:cubicBezTo>
                        <a:pt x="74104" y="33052"/>
                        <a:pt x="74200" y="33814"/>
                        <a:pt x="74581" y="34861"/>
                      </a:cubicBezTo>
                      <a:cubicBezTo>
                        <a:pt x="74962" y="35909"/>
                        <a:pt x="75057" y="36576"/>
                        <a:pt x="75057" y="36957"/>
                      </a:cubicBezTo>
                      <a:cubicBezTo>
                        <a:pt x="75057" y="37909"/>
                        <a:pt x="74486" y="38481"/>
                        <a:pt x="73343" y="38767"/>
                      </a:cubicBezTo>
                      <a:close/>
                      <a:moveTo>
                        <a:pt x="60579" y="45529"/>
                      </a:moveTo>
                      <a:cubicBezTo>
                        <a:pt x="60579" y="45529"/>
                        <a:pt x="62769" y="46101"/>
                        <a:pt x="66008" y="47149"/>
                      </a:cubicBezTo>
                      <a:lnTo>
                        <a:pt x="66008" y="44577"/>
                      </a:lnTo>
                      <a:cubicBezTo>
                        <a:pt x="63436" y="43624"/>
                        <a:pt x="62198" y="43148"/>
                        <a:pt x="62484" y="43148"/>
                      </a:cubicBezTo>
                      <a:cubicBezTo>
                        <a:pt x="61913" y="43148"/>
                        <a:pt x="61722" y="43624"/>
                        <a:pt x="61913" y="44577"/>
                      </a:cubicBezTo>
                      <a:lnTo>
                        <a:pt x="60579" y="43148"/>
                      </a:lnTo>
                      <a:lnTo>
                        <a:pt x="60007" y="43529"/>
                      </a:lnTo>
                      <a:cubicBezTo>
                        <a:pt x="59436" y="42672"/>
                        <a:pt x="58674" y="42005"/>
                        <a:pt x="57626" y="41529"/>
                      </a:cubicBezTo>
                      <a:cubicBezTo>
                        <a:pt x="55816" y="40862"/>
                        <a:pt x="54864" y="40481"/>
                        <a:pt x="54673" y="40386"/>
                      </a:cubicBezTo>
                      <a:cubicBezTo>
                        <a:pt x="55054" y="40005"/>
                        <a:pt x="55054" y="39338"/>
                        <a:pt x="55054" y="38481"/>
                      </a:cubicBezTo>
                      <a:lnTo>
                        <a:pt x="55054" y="36385"/>
                      </a:lnTo>
                      <a:cubicBezTo>
                        <a:pt x="55054" y="36385"/>
                        <a:pt x="53911" y="33909"/>
                        <a:pt x="52292" y="30194"/>
                      </a:cubicBezTo>
                      <a:cubicBezTo>
                        <a:pt x="51245" y="27622"/>
                        <a:pt x="50292" y="26098"/>
                        <a:pt x="49530" y="25336"/>
                      </a:cubicBezTo>
                      <a:lnTo>
                        <a:pt x="50102" y="24955"/>
                      </a:lnTo>
                      <a:cubicBezTo>
                        <a:pt x="49244" y="23813"/>
                        <a:pt x="48101" y="23050"/>
                        <a:pt x="46577" y="22574"/>
                      </a:cubicBezTo>
                      <a:cubicBezTo>
                        <a:pt x="45053" y="22098"/>
                        <a:pt x="43625" y="21717"/>
                        <a:pt x="42291" y="21241"/>
                      </a:cubicBezTo>
                      <a:cubicBezTo>
                        <a:pt x="42291" y="20002"/>
                        <a:pt x="41815" y="19336"/>
                        <a:pt x="40671" y="19336"/>
                      </a:cubicBezTo>
                      <a:cubicBezTo>
                        <a:pt x="39243" y="19336"/>
                        <a:pt x="38290" y="20002"/>
                        <a:pt x="37719" y="21241"/>
                      </a:cubicBezTo>
                      <a:cubicBezTo>
                        <a:pt x="36862" y="21336"/>
                        <a:pt x="35719" y="21812"/>
                        <a:pt x="34194" y="22765"/>
                      </a:cubicBezTo>
                      <a:cubicBezTo>
                        <a:pt x="32766" y="23717"/>
                        <a:pt x="31623" y="24098"/>
                        <a:pt x="30861" y="24003"/>
                      </a:cubicBezTo>
                      <a:cubicBezTo>
                        <a:pt x="29337" y="24479"/>
                        <a:pt x="28099" y="25813"/>
                        <a:pt x="27527" y="27908"/>
                      </a:cubicBezTo>
                      <a:cubicBezTo>
                        <a:pt x="26861" y="30289"/>
                        <a:pt x="26098" y="31718"/>
                        <a:pt x="25241" y="32194"/>
                      </a:cubicBezTo>
                      <a:cubicBezTo>
                        <a:pt x="25241" y="33338"/>
                        <a:pt x="25241" y="34957"/>
                        <a:pt x="24955" y="36957"/>
                      </a:cubicBezTo>
                      <a:cubicBezTo>
                        <a:pt x="24669" y="38957"/>
                        <a:pt x="24479" y="40291"/>
                        <a:pt x="24479" y="41053"/>
                      </a:cubicBezTo>
                      <a:cubicBezTo>
                        <a:pt x="24479" y="42386"/>
                        <a:pt x="24765" y="43624"/>
                        <a:pt x="25241" y="44577"/>
                      </a:cubicBezTo>
                      <a:cubicBezTo>
                        <a:pt x="24384" y="45244"/>
                        <a:pt x="24289" y="46482"/>
                        <a:pt x="24860" y="48387"/>
                      </a:cubicBezTo>
                      <a:cubicBezTo>
                        <a:pt x="25432" y="49911"/>
                        <a:pt x="25051" y="50863"/>
                        <a:pt x="23908" y="50959"/>
                      </a:cubicBezTo>
                      <a:cubicBezTo>
                        <a:pt x="24765" y="54769"/>
                        <a:pt x="25241" y="57626"/>
                        <a:pt x="25241" y="59531"/>
                      </a:cubicBezTo>
                      <a:cubicBezTo>
                        <a:pt x="25241" y="60960"/>
                        <a:pt x="25051" y="62389"/>
                        <a:pt x="24860" y="63722"/>
                      </a:cubicBezTo>
                      <a:cubicBezTo>
                        <a:pt x="25432" y="64198"/>
                        <a:pt x="26479" y="66484"/>
                        <a:pt x="28194" y="70580"/>
                      </a:cubicBezTo>
                      <a:cubicBezTo>
                        <a:pt x="29337" y="73533"/>
                        <a:pt x="31337" y="74962"/>
                        <a:pt x="34004" y="74581"/>
                      </a:cubicBezTo>
                      <a:cubicBezTo>
                        <a:pt x="34194" y="74581"/>
                        <a:pt x="34480" y="74581"/>
                        <a:pt x="34766" y="74200"/>
                      </a:cubicBezTo>
                      <a:cubicBezTo>
                        <a:pt x="35147" y="73914"/>
                        <a:pt x="35337" y="73723"/>
                        <a:pt x="35528" y="73723"/>
                      </a:cubicBezTo>
                      <a:cubicBezTo>
                        <a:pt x="35719" y="73723"/>
                        <a:pt x="36004" y="73914"/>
                        <a:pt x="36290" y="74200"/>
                      </a:cubicBezTo>
                      <a:lnTo>
                        <a:pt x="35814" y="74581"/>
                      </a:lnTo>
                      <a:cubicBezTo>
                        <a:pt x="35814" y="74581"/>
                        <a:pt x="36004" y="75343"/>
                        <a:pt x="36386" y="75628"/>
                      </a:cubicBezTo>
                      <a:lnTo>
                        <a:pt x="37242" y="76486"/>
                      </a:lnTo>
                      <a:cubicBezTo>
                        <a:pt x="37814" y="77152"/>
                        <a:pt x="38481" y="77533"/>
                        <a:pt x="39338" y="77533"/>
                      </a:cubicBezTo>
                      <a:cubicBezTo>
                        <a:pt x="40577" y="77533"/>
                        <a:pt x="41243" y="77057"/>
                        <a:pt x="41243" y="76105"/>
                      </a:cubicBezTo>
                      <a:cubicBezTo>
                        <a:pt x="41815" y="76581"/>
                        <a:pt x="42291" y="76867"/>
                        <a:pt x="42767" y="76867"/>
                      </a:cubicBezTo>
                      <a:cubicBezTo>
                        <a:pt x="43243" y="76867"/>
                        <a:pt x="43815" y="76390"/>
                        <a:pt x="44386" y="75343"/>
                      </a:cubicBezTo>
                      <a:cubicBezTo>
                        <a:pt x="44958" y="74295"/>
                        <a:pt x="45529" y="73819"/>
                        <a:pt x="46006" y="73819"/>
                      </a:cubicBezTo>
                      <a:cubicBezTo>
                        <a:pt x="46482" y="73819"/>
                        <a:pt x="47054" y="74104"/>
                        <a:pt x="47720" y="74676"/>
                      </a:cubicBezTo>
                      <a:cubicBezTo>
                        <a:pt x="47910" y="74390"/>
                        <a:pt x="48673" y="73914"/>
                        <a:pt x="49911" y="73247"/>
                      </a:cubicBezTo>
                      <a:cubicBezTo>
                        <a:pt x="50959" y="72771"/>
                        <a:pt x="51625" y="72104"/>
                        <a:pt x="51625" y="71247"/>
                      </a:cubicBezTo>
                      <a:cubicBezTo>
                        <a:pt x="51625" y="70866"/>
                        <a:pt x="51530" y="70485"/>
                        <a:pt x="51340" y="70104"/>
                      </a:cubicBezTo>
                      <a:cubicBezTo>
                        <a:pt x="52388" y="69532"/>
                        <a:pt x="53054" y="68294"/>
                        <a:pt x="53340" y="66389"/>
                      </a:cubicBezTo>
                      <a:cubicBezTo>
                        <a:pt x="53530" y="64484"/>
                        <a:pt x="54102" y="63341"/>
                        <a:pt x="54864" y="62865"/>
                      </a:cubicBezTo>
                      <a:lnTo>
                        <a:pt x="54864" y="55054"/>
                      </a:lnTo>
                      <a:cubicBezTo>
                        <a:pt x="55054" y="54483"/>
                        <a:pt x="55054" y="53911"/>
                        <a:pt x="55054" y="53149"/>
                      </a:cubicBezTo>
                      <a:cubicBezTo>
                        <a:pt x="55054" y="52388"/>
                        <a:pt x="55054" y="51435"/>
                        <a:pt x="54673" y="50101"/>
                      </a:cubicBezTo>
                      <a:cubicBezTo>
                        <a:pt x="54387" y="48768"/>
                        <a:pt x="54293" y="47815"/>
                        <a:pt x="54293" y="47244"/>
                      </a:cubicBezTo>
                      <a:cubicBezTo>
                        <a:pt x="54293" y="46387"/>
                        <a:pt x="54387" y="45625"/>
                        <a:pt x="54769" y="44958"/>
                      </a:cubicBezTo>
                      <a:cubicBezTo>
                        <a:pt x="54769" y="44101"/>
                        <a:pt x="54959" y="43624"/>
                        <a:pt x="55531" y="43434"/>
                      </a:cubicBezTo>
                      <a:cubicBezTo>
                        <a:pt x="55721" y="43434"/>
                        <a:pt x="56388" y="43434"/>
                        <a:pt x="57531" y="43624"/>
                      </a:cubicBezTo>
                      <a:cubicBezTo>
                        <a:pt x="58388" y="43815"/>
                        <a:pt x="59055" y="43720"/>
                        <a:pt x="59436" y="43529"/>
                      </a:cubicBezTo>
                      <a:cubicBezTo>
                        <a:pt x="60103" y="44196"/>
                        <a:pt x="60484" y="44863"/>
                        <a:pt x="60388" y="45529"/>
                      </a:cubicBezTo>
                      <a:close/>
                      <a:moveTo>
                        <a:pt x="70675" y="39052"/>
                      </a:moveTo>
                      <a:cubicBezTo>
                        <a:pt x="70009" y="38671"/>
                        <a:pt x="69437" y="38576"/>
                        <a:pt x="68770" y="38576"/>
                      </a:cubicBezTo>
                      <a:cubicBezTo>
                        <a:pt x="68389" y="38576"/>
                        <a:pt x="67723" y="38671"/>
                        <a:pt x="66865" y="38862"/>
                      </a:cubicBezTo>
                      <a:cubicBezTo>
                        <a:pt x="66008" y="39052"/>
                        <a:pt x="65246" y="39148"/>
                        <a:pt x="64675" y="39052"/>
                      </a:cubicBezTo>
                      <a:lnTo>
                        <a:pt x="67532" y="40957"/>
                      </a:lnTo>
                      <a:lnTo>
                        <a:pt x="67913" y="39052"/>
                      </a:lnTo>
                      <a:cubicBezTo>
                        <a:pt x="67913" y="39052"/>
                        <a:pt x="69056" y="39338"/>
                        <a:pt x="70771" y="40005"/>
                      </a:cubicBezTo>
                      <a:lnTo>
                        <a:pt x="70771" y="39052"/>
                      </a:lnTo>
                      <a:close/>
                      <a:moveTo>
                        <a:pt x="67818" y="68770"/>
                      </a:moveTo>
                      <a:cubicBezTo>
                        <a:pt x="67818" y="68770"/>
                        <a:pt x="68009" y="68675"/>
                        <a:pt x="68009" y="68580"/>
                      </a:cubicBezTo>
                      <a:cubicBezTo>
                        <a:pt x="68009" y="68580"/>
                        <a:pt x="67818" y="68389"/>
                        <a:pt x="67437" y="68199"/>
                      </a:cubicBezTo>
                      <a:cubicBezTo>
                        <a:pt x="67056" y="68008"/>
                        <a:pt x="66865" y="67818"/>
                        <a:pt x="66865" y="67627"/>
                      </a:cubicBezTo>
                      <a:cubicBezTo>
                        <a:pt x="66865" y="67437"/>
                        <a:pt x="67056" y="67246"/>
                        <a:pt x="67437" y="67056"/>
                      </a:cubicBezTo>
                      <a:cubicBezTo>
                        <a:pt x="66960" y="66865"/>
                        <a:pt x="66484" y="66961"/>
                        <a:pt x="66008" y="67151"/>
                      </a:cubicBezTo>
                      <a:cubicBezTo>
                        <a:pt x="65246" y="67627"/>
                        <a:pt x="64961" y="67818"/>
                        <a:pt x="64770" y="67818"/>
                      </a:cubicBezTo>
                      <a:cubicBezTo>
                        <a:pt x="64961" y="67818"/>
                        <a:pt x="66008" y="68104"/>
                        <a:pt x="67723" y="68770"/>
                      </a:cubicBezTo>
                      <a:close/>
                      <a:moveTo>
                        <a:pt x="71056" y="44577"/>
                      </a:moveTo>
                      <a:lnTo>
                        <a:pt x="72485" y="44577"/>
                      </a:lnTo>
                      <a:cubicBezTo>
                        <a:pt x="71818" y="44101"/>
                        <a:pt x="71342" y="44101"/>
                        <a:pt x="71056" y="44482"/>
                      </a:cubicBezTo>
                      <a:cubicBezTo>
                        <a:pt x="70199" y="44196"/>
                        <a:pt x="68961" y="43910"/>
                        <a:pt x="67342" y="43434"/>
                      </a:cubicBezTo>
                      <a:cubicBezTo>
                        <a:pt x="67246" y="42863"/>
                        <a:pt x="66770" y="42577"/>
                        <a:pt x="66008" y="42577"/>
                      </a:cubicBezTo>
                      <a:cubicBezTo>
                        <a:pt x="66294" y="42767"/>
                        <a:pt x="66770" y="43053"/>
                        <a:pt x="67342" y="43434"/>
                      </a:cubicBezTo>
                      <a:cubicBezTo>
                        <a:pt x="67342" y="43720"/>
                        <a:pt x="67437" y="44196"/>
                        <a:pt x="67437" y="44577"/>
                      </a:cubicBezTo>
                      <a:cubicBezTo>
                        <a:pt x="67437" y="45244"/>
                        <a:pt x="67437" y="45529"/>
                        <a:pt x="67437" y="45625"/>
                      </a:cubicBezTo>
                      <a:cubicBezTo>
                        <a:pt x="67437" y="45815"/>
                        <a:pt x="67532" y="45910"/>
                        <a:pt x="67818" y="45815"/>
                      </a:cubicBezTo>
                      <a:lnTo>
                        <a:pt x="69152" y="44482"/>
                      </a:lnTo>
                      <a:lnTo>
                        <a:pt x="69723" y="44863"/>
                      </a:lnTo>
                      <a:cubicBezTo>
                        <a:pt x="69723" y="44863"/>
                        <a:pt x="69723" y="45529"/>
                        <a:pt x="69532" y="45910"/>
                      </a:cubicBezTo>
                      <a:cubicBezTo>
                        <a:pt x="69246" y="46292"/>
                        <a:pt x="69152" y="46577"/>
                        <a:pt x="69152" y="46768"/>
                      </a:cubicBezTo>
                      <a:cubicBezTo>
                        <a:pt x="69913" y="46958"/>
                        <a:pt x="70390" y="46768"/>
                        <a:pt x="70580" y="46196"/>
                      </a:cubicBezTo>
                      <a:cubicBezTo>
                        <a:pt x="70771" y="45529"/>
                        <a:pt x="70961" y="45053"/>
                        <a:pt x="71056" y="44482"/>
                      </a:cubicBezTo>
                      <a:lnTo>
                        <a:pt x="71056" y="44482"/>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 name="Google Shape;946;p99"/>
                <p:cNvSpPr/>
                <p:nvPr/>
              </p:nvSpPr>
              <p:spPr>
                <a:xfrm>
                  <a:off x="8548496" y="1864137"/>
                  <a:ext cx="74676" cy="101345"/>
                </a:xfrm>
                <a:custGeom>
                  <a:avLst/>
                  <a:gdLst/>
                  <a:ahLst/>
                  <a:cxnLst/>
                  <a:rect l="l" t="t" r="r" b="b"/>
                  <a:pathLst>
                    <a:path w="74676" h="101345" extrusionOk="0">
                      <a:moveTo>
                        <a:pt x="1429" y="101346"/>
                      </a:moveTo>
                      <a:lnTo>
                        <a:pt x="0" y="100393"/>
                      </a:lnTo>
                      <a:lnTo>
                        <a:pt x="1429" y="100774"/>
                      </a:lnTo>
                      <a:lnTo>
                        <a:pt x="1429" y="101346"/>
                      </a:lnTo>
                      <a:close/>
                      <a:moveTo>
                        <a:pt x="72962" y="39052"/>
                      </a:moveTo>
                      <a:cubicBezTo>
                        <a:pt x="72676" y="39910"/>
                        <a:pt x="72962" y="40767"/>
                        <a:pt x="73629" y="41719"/>
                      </a:cubicBezTo>
                      <a:cubicBezTo>
                        <a:pt x="74295" y="42672"/>
                        <a:pt x="74676" y="43339"/>
                        <a:pt x="74676" y="43624"/>
                      </a:cubicBezTo>
                      <a:cubicBezTo>
                        <a:pt x="74676" y="44196"/>
                        <a:pt x="74390" y="44767"/>
                        <a:pt x="73723" y="45529"/>
                      </a:cubicBezTo>
                      <a:cubicBezTo>
                        <a:pt x="74105" y="48673"/>
                        <a:pt x="74295" y="52102"/>
                        <a:pt x="74295" y="55721"/>
                      </a:cubicBezTo>
                      <a:cubicBezTo>
                        <a:pt x="74295" y="59341"/>
                        <a:pt x="74105" y="62674"/>
                        <a:pt x="73723" y="66008"/>
                      </a:cubicBezTo>
                      <a:cubicBezTo>
                        <a:pt x="72200" y="66484"/>
                        <a:pt x="71438" y="67246"/>
                        <a:pt x="71438" y="68294"/>
                      </a:cubicBezTo>
                      <a:cubicBezTo>
                        <a:pt x="71438" y="68580"/>
                        <a:pt x="71533" y="69151"/>
                        <a:pt x="71819" y="69913"/>
                      </a:cubicBezTo>
                      <a:cubicBezTo>
                        <a:pt x="72104" y="70675"/>
                        <a:pt x="72200" y="71342"/>
                        <a:pt x="72200" y="71818"/>
                      </a:cubicBezTo>
                      <a:cubicBezTo>
                        <a:pt x="72200" y="72199"/>
                        <a:pt x="72200" y="72580"/>
                        <a:pt x="72009" y="72866"/>
                      </a:cubicBezTo>
                      <a:lnTo>
                        <a:pt x="72486" y="76200"/>
                      </a:lnTo>
                      <a:cubicBezTo>
                        <a:pt x="71438" y="76771"/>
                        <a:pt x="70581" y="77819"/>
                        <a:pt x="70104" y="79343"/>
                      </a:cubicBezTo>
                      <a:cubicBezTo>
                        <a:pt x="69533" y="80867"/>
                        <a:pt x="68961" y="82391"/>
                        <a:pt x="68485" y="83820"/>
                      </a:cubicBezTo>
                      <a:cubicBezTo>
                        <a:pt x="66961" y="84487"/>
                        <a:pt x="64484" y="86201"/>
                        <a:pt x="60960" y="89059"/>
                      </a:cubicBezTo>
                      <a:lnTo>
                        <a:pt x="62199" y="90392"/>
                      </a:lnTo>
                      <a:cubicBezTo>
                        <a:pt x="57817" y="90488"/>
                        <a:pt x="54673" y="91630"/>
                        <a:pt x="52769" y="93535"/>
                      </a:cubicBezTo>
                      <a:cubicBezTo>
                        <a:pt x="52483" y="93535"/>
                        <a:pt x="52102" y="93440"/>
                        <a:pt x="51816" y="93440"/>
                      </a:cubicBezTo>
                      <a:cubicBezTo>
                        <a:pt x="51054" y="93440"/>
                        <a:pt x="50483" y="93726"/>
                        <a:pt x="49816" y="94297"/>
                      </a:cubicBezTo>
                      <a:cubicBezTo>
                        <a:pt x="49245" y="94869"/>
                        <a:pt x="48959" y="95536"/>
                        <a:pt x="49054" y="96298"/>
                      </a:cubicBezTo>
                      <a:cubicBezTo>
                        <a:pt x="48006" y="95726"/>
                        <a:pt x="46863" y="95345"/>
                        <a:pt x="45625" y="95345"/>
                      </a:cubicBezTo>
                      <a:lnTo>
                        <a:pt x="41815" y="95345"/>
                      </a:lnTo>
                      <a:cubicBezTo>
                        <a:pt x="42006" y="94774"/>
                        <a:pt x="41815" y="94393"/>
                        <a:pt x="41053" y="94012"/>
                      </a:cubicBezTo>
                      <a:cubicBezTo>
                        <a:pt x="40386" y="93726"/>
                        <a:pt x="40005" y="93345"/>
                        <a:pt x="40005" y="92964"/>
                      </a:cubicBezTo>
                      <a:cubicBezTo>
                        <a:pt x="39053" y="94488"/>
                        <a:pt x="37624" y="95345"/>
                        <a:pt x="35814" y="95440"/>
                      </a:cubicBezTo>
                      <a:cubicBezTo>
                        <a:pt x="35529" y="95440"/>
                        <a:pt x="34004" y="95440"/>
                        <a:pt x="31242" y="95345"/>
                      </a:cubicBezTo>
                      <a:cubicBezTo>
                        <a:pt x="29242" y="94583"/>
                        <a:pt x="27242" y="93726"/>
                        <a:pt x="25146" y="92869"/>
                      </a:cubicBezTo>
                      <a:cubicBezTo>
                        <a:pt x="22765" y="91821"/>
                        <a:pt x="20955" y="90678"/>
                        <a:pt x="19717" y="89440"/>
                      </a:cubicBezTo>
                      <a:cubicBezTo>
                        <a:pt x="19241" y="90011"/>
                        <a:pt x="18288" y="89916"/>
                        <a:pt x="16764" y="89059"/>
                      </a:cubicBezTo>
                      <a:cubicBezTo>
                        <a:pt x="14859" y="86677"/>
                        <a:pt x="12954" y="84296"/>
                        <a:pt x="10954" y="81820"/>
                      </a:cubicBezTo>
                      <a:cubicBezTo>
                        <a:pt x="8954" y="78962"/>
                        <a:pt x="7811" y="76295"/>
                        <a:pt x="7525" y="73914"/>
                      </a:cubicBezTo>
                      <a:cubicBezTo>
                        <a:pt x="6477" y="72580"/>
                        <a:pt x="5905" y="70675"/>
                        <a:pt x="6001" y="68104"/>
                      </a:cubicBezTo>
                      <a:cubicBezTo>
                        <a:pt x="6001" y="64389"/>
                        <a:pt x="6001" y="62293"/>
                        <a:pt x="6001" y="61913"/>
                      </a:cubicBezTo>
                      <a:cubicBezTo>
                        <a:pt x="5905" y="61341"/>
                        <a:pt x="5811" y="60769"/>
                        <a:pt x="5811" y="60103"/>
                      </a:cubicBezTo>
                      <a:cubicBezTo>
                        <a:pt x="5811" y="59245"/>
                        <a:pt x="6001" y="57912"/>
                        <a:pt x="6191" y="56102"/>
                      </a:cubicBezTo>
                      <a:cubicBezTo>
                        <a:pt x="6477" y="54292"/>
                        <a:pt x="6572" y="52959"/>
                        <a:pt x="6572" y="52006"/>
                      </a:cubicBezTo>
                      <a:cubicBezTo>
                        <a:pt x="6572" y="50387"/>
                        <a:pt x="6191" y="48958"/>
                        <a:pt x="5620" y="47720"/>
                      </a:cubicBezTo>
                      <a:cubicBezTo>
                        <a:pt x="6382" y="47434"/>
                        <a:pt x="6572" y="46863"/>
                        <a:pt x="6191" y="45910"/>
                      </a:cubicBezTo>
                      <a:cubicBezTo>
                        <a:pt x="5811" y="45053"/>
                        <a:pt x="5905" y="44386"/>
                        <a:pt x="6572" y="44005"/>
                      </a:cubicBezTo>
                      <a:cubicBezTo>
                        <a:pt x="6096" y="40100"/>
                        <a:pt x="5811" y="36862"/>
                        <a:pt x="5811" y="34290"/>
                      </a:cubicBezTo>
                      <a:cubicBezTo>
                        <a:pt x="5811" y="29623"/>
                        <a:pt x="6477" y="25717"/>
                        <a:pt x="7811" y="22479"/>
                      </a:cubicBezTo>
                      <a:cubicBezTo>
                        <a:pt x="8477" y="19812"/>
                        <a:pt x="8954" y="18002"/>
                        <a:pt x="9430" y="17145"/>
                      </a:cubicBezTo>
                      <a:cubicBezTo>
                        <a:pt x="10383" y="15240"/>
                        <a:pt x="11716" y="14097"/>
                        <a:pt x="13431" y="13716"/>
                      </a:cubicBezTo>
                      <a:cubicBezTo>
                        <a:pt x="14478" y="10954"/>
                        <a:pt x="16764" y="8572"/>
                        <a:pt x="20288" y="6477"/>
                      </a:cubicBezTo>
                      <a:lnTo>
                        <a:pt x="19717" y="6096"/>
                      </a:lnTo>
                      <a:cubicBezTo>
                        <a:pt x="20860" y="5810"/>
                        <a:pt x="22384" y="4953"/>
                        <a:pt x="24479" y="3429"/>
                      </a:cubicBezTo>
                      <a:cubicBezTo>
                        <a:pt x="26194" y="2191"/>
                        <a:pt x="27908" y="1619"/>
                        <a:pt x="29433" y="1810"/>
                      </a:cubicBezTo>
                      <a:cubicBezTo>
                        <a:pt x="29433" y="667"/>
                        <a:pt x="29909" y="0"/>
                        <a:pt x="30861" y="0"/>
                      </a:cubicBezTo>
                      <a:cubicBezTo>
                        <a:pt x="31147" y="0"/>
                        <a:pt x="31718" y="95"/>
                        <a:pt x="32576" y="286"/>
                      </a:cubicBezTo>
                      <a:cubicBezTo>
                        <a:pt x="33433" y="476"/>
                        <a:pt x="34100" y="571"/>
                        <a:pt x="34386" y="476"/>
                      </a:cubicBezTo>
                      <a:cubicBezTo>
                        <a:pt x="35623" y="2286"/>
                        <a:pt x="37338" y="3238"/>
                        <a:pt x="39434" y="3238"/>
                      </a:cubicBezTo>
                      <a:cubicBezTo>
                        <a:pt x="40386" y="3238"/>
                        <a:pt x="41910" y="2953"/>
                        <a:pt x="44101" y="2286"/>
                      </a:cubicBezTo>
                      <a:cubicBezTo>
                        <a:pt x="45815" y="2762"/>
                        <a:pt x="47911" y="2762"/>
                        <a:pt x="50388" y="2286"/>
                      </a:cubicBezTo>
                      <a:lnTo>
                        <a:pt x="50388" y="2762"/>
                      </a:lnTo>
                      <a:cubicBezTo>
                        <a:pt x="51149" y="2381"/>
                        <a:pt x="51816" y="2286"/>
                        <a:pt x="52578" y="2286"/>
                      </a:cubicBezTo>
                      <a:cubicBezTo>
                        <a:pt x="53530" y="2286"/>
                        <a:pt x="54864" y="2953"/>
                        <a:pt x="56483" y="4286"/>
                      </a:cubicBezTo>
                      <a:cubicBezTo>
                        <a:pt x="58103" y="5524"/>
                        <a:pt x="59436" y="6286"/>
                        <a:pt x="60579" y="6477"/>
                      </a:cubicBezTo>
                      <a:cubicBezTo>
                        <a:pt x="60960" y="7810"/>
                        <a:pt x="61913" y="8953"/>
                        <a:pt x="63627" y="10287"/>
                      </a:cubicBezTo>
                      <a:cubicBezTo>
                        <a:pt x="65342" y="11525"/>
                        <a:pt x="66294" y="12478"/>
                        <a:pt x="66485" y="12954"/>
                      </a:cubicBezTo>
                      <a:cubicBezTo>
                        <a:pt x="67628" y="12954"/>
                        <a:pt x="68389" y="13811"/>
                        <a:pt x="68580" y="15430"/>
                      </a:cubicBezTo>
                      <a:cubicBezTo>
                        <a:pt x="68866" y="17050"/>
                        <a:pt x="69438" y="17907"/>
                        <a:pt x="70581" y="17907"/>
                      </a:cubicBezTo>
                      <a:cubicBezTo>
                        <a:pt x="71438" y="18955"/>
                        <a:pt x="71914" y="20383"/>
                        <a:pt x="71914" y="22288"/>
                      </a:cubicBezTo>
                      <a:lnTo>
                        <a:pt x="71914" y="23908"/>
                      </a:lnTo>
                      <a:cubicBezTo>
                        <a:pt x="71914" y="24670"/>
                        <a:pt x="71724" y="25241"/>
                        <a:pt x="71724" y="25527"/>
                      </a:cubicBezTo>
                      <a:cubicBezTo>
                        <a:pt x="71724" y="27813"/>
                        <a:pt x="72580" y="29527"/>
                        <a:pt x="74200" y="30480"/>
                      </a:cubicBezTo>
                      <a:cubicBezTo>
                        <a:pt x="73914" y="31051"/>
                        <a:pt x="73723" y="31718"/>
                        <a:pt x="73723" y="32385"/>
                      </a:cubicBezTo>
                      <a:cubicBezTo>
                        <a:pt x="73723" y="33052"/>
                        <a:pt x="73914" y="33814"/>
                        <a:pt x="74200" y="34861"/>
                      </a:cubicBezTo>
                      <a:cubicBezTo>
                        <a:pt x="74581" y="35909"/>
                        <a:pt x="74676" y="36576"/>
                        <a:pt x="74676" y="36957"/>
                      </a:cubicBezTo>
                      <a:cubicBezTo>
                        <a:pt x="74676" y="37909"/>
                        <a:pt x="74105" y="38481"/>
                        <a:pt x="72866" y="38767"/>
                      </a:cubicBezTo>
                      <a:close/>
                      <a:moveTo>
                        <a:pt x="60484" y="45529"/>
                      </a:moveTo>
                      <a:cubicBezTo>
                        <a:pt x="60484" y="45529"/>
                        <a:pt x="62770" y="46101"/>
                        <a:pt x="65913" y="47149"/>
                      </a:cubicBezTo>
                      <a:lnTo>
                        <a:pt x="65913" y="44577"/>
                      </a:lnTo>
                      <a:cubicBezTo>
                        <a:pt x="63341" y="43624"/>
                        <a:pt x="62103" y="43148"/>
                        <a:pt x="62389" y="43148"/>
                      </a:cubicBezTo>
                      <a:cubicBezTo>
                        <a:pt x="61817" y="43148"/>
                        <a:pt x="61627" y="43624"/>
                        <a:pt x="61817" y="44577"/>
                      </a:cubicBezTo>
                      <a:lnTo>
                        <a:pt x="60484" y="43148"/>
                      </a:lnTo>
                      <a:lnTo>
                        <a:pt x="59913" y="43529"/>
                      </a:lnTo>
                      <a:cubicBezTo>
                        <a:pt x="59341" y="42672"/>
                        <a:pt x="58579" y="42005"/>
                        <a:pt x="57531" y="41529"/>
                      </a:cubicBezTo>
                      <a:cubicBezTo>
                        <a:pt x="55817" y="40862"/>
                        <a:pt x="54769" y="40481"/>
                        <a:pt x="54673" y="40386"/>
                      </a:cubicBezTo>
                      <a:cubicBezTo>
                        <a:pt x="54959" y="40005"/>
                        <a:pt x="55055" y="39338"/>
                        <a:pt x="54959" y="38481"/>
                      </a:cubicBezTo>
                      <a:lnTo>
                        <a:pt x="54959" y="36385"/>
                      </a:lnTo>
                      <a:cubicBezTo>
                        <a:pt x="54959" y="36385"/>
                        <a:pt x="53816" y="33909"/>
                        <a:pt x="52292" y="30194"/>
                      </a:cubicBezTo>
                      <a:cubicBezTo>
                        <a:pt x="51245" y="27622"/>
                        <a:pt x="50292" y="26098"/>
                        <a:pt x="49435" y="25336"/>
                      </a:cubicBezTo>
                      <a:lnTo>
                        <a:pt x="50006" y="24955"/>
                      </a:lnTo>
                      <a:cubicBezTo>
                        <a:pt x="49149" y="23813"/>
                        <a:pt x="48006" y="23050"/>
                        <a:pt x="46482" y="22574"/>
                      </a:cubicBezTo>
                      <a:cubicBezTo>
                        <a:pt x="44958" y="22098"/>
                        <a:pt x="43529" y="21717"/>
                        <a:pt x="42196" y="21241"/>
                      </a:cubicBezTo>
                      <a:cubicBezTo>
                        <a:pt x="42196" y="20002"/>
                        <a:pt x="41815" y="19336"/>
                        <a:pt x="40672" y="19336"/>
                      </a:cubicBezTo>
                      <a:cubicBezTo>
                        <a:pt x="39243" y="19336"/>
                        <a:pt x="38195" y="20002"/>
                        <a:pt x="37719" y="21241"/>
                      </a:cubicBezTo>
                      <a:cubicBezTo>
                        <a:pt x="36862" y="21336"/>
                        <a:pt x="35623" y="21812"/>
                        <a:pt x="34195" y="22765"/>
                      </a:cubicBezTo>
                      <a:cubicBezTo>
                        <a:pt x="32766" y="23717"/>
                        <a:pt x="31623" y="24098"/>
                        <a:pt x="30861" y="24003"/>
                      </a:cubicBezTo>
                      <a:cubicBezTo>
                        <a:pt x="29242" y="24479"/>
                        <a:pt x="28194" y="25813"/>
                        <a:pt x="27527" y="27908"/>
                      </a:cubicBezTo>
                      <a:cubicBezTo>
                        <a:pt x="26861" y="30289"/>
                        <a:pt x="26098" y="31718"/>
                        <a:pt x="25241" y="32194"/>
                      </a:cubicBezTo>
                      <a:cubicBezTo>
                        <a:pt x="25241" y="33338"/>
                        <a:pt x="25241" y="34957"/>
                        <a:pt x="24955" y="36957"/>
                      </a:cubicBezTo>
                      <a:cubicBezTo>
                        <a:pt x="24575" y="38957"/>
                        <a:pt x="24479" y="40291"/>
                        <a:pt x="24479" y="41053"/>
                      </a:cubicBezTo>
                      <a:cubicBezTo>
                        <a:pt x="24479" y="42386"/>
                        <a:pt x="24765" y="43624"/>
                        <a:pt x="25241" y="44577"/>
                      </a:cubicBezTo>
                      <a:cubicBezTo>
                        <a:pt x="24384" y="45244"/>
                        <a:pt x="24289" y="46482"/>
                        <a:pt x="24861" y="48387"/>
                      </a:cubicBezTo>
                      <a:cubicBezTo>
                        <a:pt x="25432" y="49911"/>
                        <a:pt x="25051" y="50863"/>
                        <a:pt x="23908" y="50959"/>
                      </a:cubicBezTo>
                      <a:cubicBezTo>
                        <a:pt x="24765" y="54769"/>
                        <a:pt x="25241" y="57626"/>
                        <a:pt x="25241" y="59531"/>
                      </a:cubicBezTo>
                      <a:cubicBezTo>
                        <a:pt x="25241" y="60960"/>
                        <a:pt x="25146" y="62389"/>
                        <a:pt x="24861" y="63722"/>
                      </a:cubicBezTo>
                      <a:cubicBezTo>
                        <a:pt x="25432" y="64198"/>
                        <a:pt x="26575" y="66484"/>
                        <a:pt x="28194" y="70580"/>
                      </a:cubicBezTo>
                      <a:cubicBezTo>
                        <a:pt x="29337" y="73533"/>
                        <a:pt x="31338" y="74962"/>
                        <a:pt x="34004" y="74581"/>
                      </a:cubicBezTo>
                      <a:cubicBezTo>
                        <a:pt x="34195" y="74581"/>
                        <a:pt x="34480" y="74581"/>
                        <a:pt x="34862" y="74200"/>
                      </a:cubicBezTo>
                      <a:cubicBezTo>
                        <a:pt x="35147" y="73914"/>
                        <a:pt x="35433" y="73723"/>
                        <a:pt x="35529" y="73723"/>
                      </a:cubicBezTo>
                      <a:cubicBezTo>
                        <a:pt x="35814" y="73723"/>
                        <a:pt x="36005" y="73914"/>
                        <a:pt x="36290" y="74200"/>
                      </a:cubicBezTo>
                      <a:lnTo>
                        <a:pt x="35814" y="74581"/>
                      </a:lnTo>
                      <a:cubicBezTo>
                        <a:pt x="35814" y="74581"/>
                        <a:pt x="36005" y="75343"/>
                        <a:pt x="36386" y="75628"/>
                      </a:cubicBezTo>
                      <a:lnTo>
                        <a:pt x="37243" y="76486"/>
                      </a:lnTo>
                      <a:cubicBezTo>
                        <a:pt x="37719" y="77152"/>
                        <a:pt x="38481" y="77533"/>
                        <a:pt x="39338" y="77533"/>
                      </a:cubicBezTo>
                      <a:cubicBezTo>
                        <a:pt x="40481" y="77533"/>
                        <a:pt x="41148" y="77057"/>
                        <a:pt x="41243" y="76105"/>
                      </a:cubicBezTo>
                      <a:cubicBezTo>
                        <a:pt x="41815" y="76581"/>
                        <a:pt x="42291" y="76867"/>
                        <a:pt x="42863" y="76867"/>
                      </a:cubicBezTo>
                      <a:cubicBezTo>
                        <a:pt x="43339" y="76867"/>
                        <a:pt x="43815" y="76390"/>
                        <a:pt x="44387" y="75343"/>
                      </a:cubicBezTo>
                      <a:cubicBezTo>
                        <a:pt x="44958" y="74295"/>
                        <a:pt x="45530" y="73819"/>
                        <a:pt x="46006" y="73819"/>
                      </a:cubicBezTo>
                      <a:cubicBezTo>
                        <a:pt x="46482" y="73819"/>
                        <a:pt x="47054" y="74104"/>
                        <a:pt x="47720" y="74676"/>
                      </a:cubicBezTo>
                      <a:cubicBezTo>
                        <a:pt x="47911" y="74390"/>
                        <a:pt x="48673" y="73914"/>
                        <a:pt x="50006" y="73247"/>
                      </a:cubicBezTo>
                      <a:cubicBezTo>
                        <a:pt x="51054" y="72771"/>
                        <a:pt x="51721" y="72104"/>
                        <a:pt x="51721" y="71247"/>
                      </a:cubicBezTo>
                      <a:cubicBezTo>
                        <a:pt x="51721" y="70866"/>
                        <a:pt x="51626" y="70485"/>
                        <a:pt x="51531" y="70104"/>
                      </a:cubicBezTo>
                      <a:cubicBezTo>
                        <a:pt x="52578" y="69532"/>
                        <a:pt x="53340" y="68294"/>
                        <a:pt x="53530" y="66389"/>
                      </a:cubicBezTo>
                      <a:cubicBezTo>
                        <a:pt x="53721" y="64484"/>
                        <a:pt x="54293" y="63341"/>
                        <a:pt x="55055" y="62865"/>
                      </a:cubicBezTo>
                      <a:lnTo>
                        <a:pt x="55055" y="55054"/>
                      </a:lnTo>
                      <a:cubicBezTo>
                        <a:pt x="55245" y="54483"/>
                        <a:pt x="55340" y="53911"/>
                        <a:pt x="55340" y="53149"/>
                      </a:cubicBezTo>
                      <a:cubicBezTo>
                        <a:pt x="55340" y="52388"/>
                        <a:pt x="55340" y="51435"/>
                        <a:pt x="54959" y="50101"/>
                      </a:cubicBezTo>
                      <a:cubicBezTo>
                        <a:pt x="54769" y="48768"/>
                        <a:pt x="54673" y="47815"/>
                        <a:pt x="54673" y="47244"/>
                      </a:cubicBezTo>
                      <a:cubicBezTo>
                        <a:pt x="54673" y="46387"/>
                        <a:pt x="54864" y="45625"/>
                        <a:pt x="55150" y="44958"/>
                      </a:cubicBezTo>
                      <a:cubicBezTo>
                        <a:pt x="55150" y="44101"/>
                        <a:pt x="55340" y="43624"/>
                        <a:pt x="55912" y="43434"/>
                      </a:cubicBezTo>
                      <a:cubicBezTo>
                        <a:pt x="56198" y="43434"/>
                        <a:pt x="56769" y="43434"/>
                        <a:pt x="57912" y="43624"/>
                      </a:cubicBezTo>
                      <a:cubicBezTo>
                        <a:pt x="58770" y="43815"/>
                        <a:pt x="59436" y="43720"/>
                        <a:pt x="59817" y="43529"/>
                      </a:cubicBezTo>
                      <a:cubicBezTo>
                        <a:pt x="60484" y="44196"/>
                        <a:pt x="60865" y="44863"/>
                        <a:pt x="60674" y="45529"/>
                      </a:cubicBezTo>
                      <a:close/>
                      <a:moveTo>
                        <a:pt x="70581" y="39052"/>
                      </a:moveTo>
                      <a:cubicBezTo>
                        <a:pt x="69914" y="38671"/>
                        <a:pt x="69342" y="38576"/>
                        <a:pt x="68675" y="38576"/>
                      </a:cubicBezTo>
                      <a:cubicBezTo>
                        <a:pt x="68295" y="38576"/>
                        <a:pt x="67628" y="38671"/>
                        <a:pt x="66770" y="38862"/>
                      </a:cubicBezTo>
                      <a:cubicBezTo>
                        <a:pt x="65913" y="39052"/>
                        <a:pt x="65151" y="39148"/>
                        <a:pt x="64484" y="39052"/>
                      </a:cubicBezTo>
                      <a:lnTo>
                        <a:pt x="67342" y="40957"/>
                      </a:lnTo>
                      <a:lnTo>
                        <a:pt x="67723" y="39052"/>
                      </a:lnTo>
                      <a:cubicBezTo>
                        <a:pt x="67723" y="39052"/>
                        <a:pt x="68866" y="39338"/>
                        <a:pt x="70581" y="40005"/>
                      </a:cubicBezTo>
                      <a:lnTo>
                        <a:pt x="70581" y="39052"/>
                      </a:lnTo>
                      <a:close/>
                      <a:moveTo>
                        <a:pt x="67723" y="68770"/>
                      </a:moveTo>
                      <a:cubicBezTo>
                        <a:pt x="67723" y="68770"/>
                        <a:pt x="67913" y="68675"/>
                        <a:pt x="67913" y="68580"/>
                      </a:cubicBezTo>
                      <a:cubicBezTo>
                        <a:pt x="67913" y="68580"/>
                        <a:pt x="67723" y="68389"/>
                        <a:pt x="67342" y="68199"/>
                      </a:cubicBezTo>
                      <a:cubicBezTo>
                        <a:pt x="66866" y="68008"/>
                        <a:pt x="66675" y="67818"/>
                        <a:pt x="66675" y="67627"/>
                      </a:cubicBezTo>
                      <a:cubicBezTo>
                        <a:pt x="66675" y="67437"/>
                        <a:pt x="66866" y="67246"/>
                        <a:pt x="67342" y="67056"/>
                      </a:cubicBezTo>
                      <a:cubicBezTo>
                        <a:pt x="66866" y="66865"/>
                        <a:pt x="66390" y="66961"/>
                        <a:pt x="65913" y="67151"/>
                      </a:cubicBezTo>
                      <a:cubicBezTo>
                        <a:pt x="65247" y="67627"/>
                        <a:pt x="64865" y="67818"/>
                        <a:pt x="64675" y="67818"/>
                      </a:cubicBezTo>
                      <a:cubicBezTo>
                        <a:pt x="64865" y="67818"/>
                        <a:pt x="65913" y="68104"/>
                        <a:pt x="67628" y="68770"/>
                      </a:cubicBezTo>
                      <a:close/>
                      <a:moveTo>
                        <a:pt x="70866" y="44577"/>
                      </a:moveTo>
                      <a:lnTo>
                        <a:pt x="72295" y="44577"/>
                      </a:lnTo>
                      <a:cubicBezTo>
                        <a:pt x="71628" y="44101"/>
                        <a:pt x="71152" y="44101"/>
                        <a:pt x="70866" y="44482"/>
                      </a:cubicBezTo>
                      <a:cubicBezTo>
                        <a:pt x="70009" y="44196"/>
                        <a:pt x="68771" y="43910"/>
                        <a:pt x="67152" y="43434"/>
                      </a:cubicBezTo>
                      <a:cubicBezTo>
                        <a:pt x="66961" y="42863"/>
                        <a:pt x="66580" y="42577"/>
                        <a:pt x="65913" y="42577"/>
                      </a:cubicBezTo>
                      <a:cubicBezTo>
                        <a:pt x="66199" y="42767"/>
                        <a:pt x="66675" y="43053"/>
                        <a:pt x="67152" y="43434"/>
                      </a:cubicBezTo>
                      <a:cubicBezTo>
                        <a:pt x="67246" y="43720"/>
                        <a:pt x="67342" y="44196"/>
                        <a:pt x="67342" y="44577"/>
                      </a:cubicBezTo>
                      <a:cubicBezTo>
                        <a:pt x="67342" y="45244"/>
                        <a:pt x="67342" y="45529"/>
                        <a:pt x="67342" y="45625"/>
                      </a:cubicBezTo>
                      <a:cubicBezTo>
                        <a:pt x="67342" y="45815"/>
                        <a:pt x="67342" y="45910"/>
                        <a:pt x="67723" y="45815"/>
                      </a:cubicBezTo>
                      <a:lnTo>
                        <a:pt x="69056" y="44482"/>
                      </a:lnTo>
                      <a:lnTo>
                        <a:pt x="69628" y="44863"/>
                      </a:lnTo>
                      <a:cubicBezTo>
                        <a:pt x="69628" y="44863"/>
                        <a:pt x="69628" y="45529"/>
                        <a:pt x="69342" y="45910"/>
                      </a:cubicBezTo>
                      <a:cubicBezTo>
                        <a:pt x="69152" y="46292"/>
                        <a:pt x="68961" y="46577"/>
                        <a:pt x="68961" y="46768"/>
                      </a:cubicBezTo>
                      <a:cubicBezTo>
                        <a:pt x="69628" y="46958"/>
                        <a:pt x="70104" y="46768"/>
                        <a:pt x="70295" y="46196"/>
                      </a:cubicBezTo>
                      <a:cubicBezTo>
                        <a:pt x="70485" y="45529"/>
                        <a:pt x="70676" y="45053"/>
                        <a:pt x="70866" y="44482"/>
                      </a:cubicBezTo>
                      <a:lnTo>
                        <a:pt x="70866" y="44482"/>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 name="Google Shape;947;p99"/>
                <p:cNvSpPr/>
                <p:nvPr/>
              </p:nvSpPr>
              <p:spPr>
                <a:xfrm>
                  <a:off x="8632697" y="1864518"/>
                  <a:ext cx="68675" cy="95726"/>
                </a:xfrm>
                <a:custGeom>
                  <a:avLst/>
                  <a:gdLst/>
                  <a:ahLst/>
                  <a:cxnLst/>
                  <a:rect l="l" t="t" r="r" b="b"/>
                  <a:pathLst>
                    <a:path w="68675" h="95726" extrusionOk="0">
                      <a:moveTo>
                        <a:pt x="68675" y="20669"/>
                      </a:moveTo>
                      <a:lnTo>
                        <a:pt x="68389" y="38862"/>
                      </a:lnTo>
                      <a:cubicBezTo>
                        <a:pt x="67437" y="39148"/>
                        <a:pt x="66960" y="39910"/>
                        <a:pt x="66960" y="41243"/>
                      </a:cubicBezTo>
                      <a:cubicBezTo>
                        <a:pt x="66960" y="42958"/>
                        <a:pt x="66866" y="44005"/>
                        <a:pt x="66484" y="44387"/>
                      </a:cubicBezTo>
                      <a:cubicBezTo>
                        <a:pt x="60960" y="51340"/>
                        <a:pt x="54864" y="55817"/>
                        <a:pt x="48196" y="57721"/>
                      </a:cubicBezTo>
                      <a:cubicBezTo>
                        <a:pt x="47149" y="58864"/>
                        <a:pt x="45815" y="59436"/>
                        <a:pt x="44196" y="59436"/>
                      </a:cubicBezTo>
                      <a:cubicBezTo>
                        <a:pt x="43434" y="59436"/>
                        <a:pt x="42100" y="59246"/>
                        <a:pt x="40291" y="58864"/>
                      </a:cubicBezTo>
                      <a:cubicBezTo>
                        <a:pt x="38576" y="58483"/>
                        <a:pt x="37242" y="58388"/>
                        <a:pt x="36290" y="58483"/>
                      </a:cubicBezTo>
                      <a:cubicBezTo>
                        <a:pt x="35052" y="57150"/>
                        <a:pt x="34385" y="55721"/>
                        <a:pt x="34385" y="54102"/>
                      </a:cubicBezTo>
                      <a:cubicBezTo>
                        <a:pt x="34385" y="53530"/>
                        <a:pt x="34861" y="51625"/>
                        <a:pt x="35719" y="48292"/>
                      </a:cubicBezTo>
                      <a:cubicBezTo>
                        <a:pt x="36386" y="45815"/>
                        <a:pt x="36195" y="43815"/>
                        <a:pt x="35243" y="42100"/>
                      </a:cubicBezTo>
                      <a:cubicBezTo>
                        <a:pt x="36004" y="40767"/>
                        <a:pt x="37624" y="39910"/>
                        <a:pt x="39719" y="39719"/>
                      </a:cubicBezTo>
                      <a:cubicBezTo>
                        <a:pt x="39910" y="39053"/>
                        <a:pt x="40481" y="38767"/>
                        <a:pt x="41434" y="38767"/>
                      </a:cubicBezTo>
                      <a:cubicBezTo>
                        <a:pt x="41624" y="38767"/>
                        <a:pt x="42100" y="38767"/>
                        <a:pt x="42672" y="38862"/>
                      </a:cubicBezTo>
                      <a:lnTo>
                        <a:pt x="43815" y="38862"/>
                      </a:lnTo>
                      <a:cubicBezTo>
                        <a:pt x="45434" y="38862"/>
                        <a:pt x="46291" y="38100"/>
                        <a:pt x="46291" y="36481"/>
                      </a:cubicBezTo>
                      <a:cubicBezTo>
                        <a:pt x="48863" y="35242"/>
                        <a:pt x="50292" y="33242"/>
                        <a:pt x="50292" y="30575"/>
                      </a:cubicBezTo>
                      <a:cubicBezTo>
                        <a:pt x="50578" y="27718"/>
                        <a:pt x="49911" y="25527"/>
                        <a:pt x="48101" y="23813"/>
                      </a:cubicBezTo>
                      <a:cubicBezTo>
                        <a:pt x="46291" y="22384"/>
                        <a:pt x="44386" y="20955"/>
                        <a:pt x="42576" y="19621"/>
                      </a:cubicBezTo>
                      <a:cubicBezTo>
                        <a:pt x="41910" y="19050"/>
                        <a:pt x="40767" y="18764"/>
                        <a:pt x="39528" y="18764"/>
                      </a:cubicBezTo>
                      <a:lnTo>
                        <a:pt x="38385" y="18764"/>
                      </a:lnTo>
                      <a:cubicBezTo>
                        <a:pt x="37909" y="18764"/>
                        <a:pt x="37529" y="18859"/>
                        <a:pt x="37338" y="18859"/>
                      </a:cubicBezTo>
                      <a:cubicBezTo>
                        <a:pt x="35338" y="18859"/>
                        <a:pt x="34385" y="17812"/>
                        <a:pt x="34385" y="15716"/>
                      </a:cubicBezTo>
                      <a:cubicBezTo>
                        <a:pt x="34576" y="14097"/>
                        <a:pt x="35528" y="13240"/>
                        <a:pt x="37147" y="12954"/>
                      </a:cubicBezTo>
                      <a:cubicBezTo>
                        <a:pt x="35243" y="12573"/>
                        <a:pt x="34290" y="11430"/>
                        <a:pt x="34290" y="9620"/>
                      </a:cubicBezTo>
                      <a:cubicBezTo>
                        <a:pt x="34290" y="9334"/>
                        <a:pt x="34290" y="9049"/>
                        <a:pt x="34290" y="8763"/>
                      </a:cubicBezTo>
                      <a:cubicBezTo>
                        <a:pt x="34671" y="8572"/>
                        <a:pt x="34766" y="8287"/>
                        <a:pt x="34671" y="8096"/>
                      </a:cubicBezTo>
                      <a:cubicBezTo>
                        <a:pt x="34385" y="7715"/>
                        <a:pt x="34004" y="7525"/>
                        <a:pt x="33338" y="7525"/>
                      </a:cubicBezTo>
                      <a:cubicBezTo>
                        <a:pt x="32575" y="11621"/>
                        <a:pt x="32290" y="14097"/>
                        <a:pt x="32385" y="15050"/>
                      </a:cubicBezTo>
                      <a:cubicBezTo>
                        <a:pt x="32575" y="15430"/>
                        <a:pt x="32575" y="15812"/>
                        <a:pt x="32575" y="16097"/>
                      </a:cubicBezTo>
                      <a:cubicBezTo>
                        <a:pt x="32575" y="17526"/>
                        <a:pt x="31337" y="18669"/>
                        <a:pt x="28766" y="19526"/>
                      </a:cubicBezTo>
                      <a:cubicBezTo>
                        <a:pt x="28099" y="18479"/>
                        <a:pt x="27051" y="18002"/>
                        <a:pt x="25622" y="18002"/>
                      </a:cubicBezTo>
                      <a:cubicBezTo>
                        <a:pt x="25908" y="18002"/>
                        <a:pt x="24479" y="18193"/>
                        <a:pt x="21336" y="18574"/>
                      </a:cubicBezTo>
                      <a:cubicBezTo>
                        <a:pt x="18859" y="20193"/>
                        <a:pt x="17621" y="22384"/>
                        <a:pt x="17621" y="25337"/>
                      </a:cubicBezTo>
                      <a:cubicBezTo>
                        <a:pt x="17621" y="26384"/>
                        <a:pt x="17716" y="27908"/>
                        <a:pt x="18097" y="29908"/>
                      </a:cubicBezTo>
                      <a:cubicBezTo>
                        <a:pt x="18479" y="31909"/>
                        <a:pt x="18574" y="33433"/>
                        <a:pt x="18574" y="34385"/>
                      </a:cubicBezTo>
                      <a:cubicBezTo>
                        <a:pt x="18574" y="35338"/>
                        <a:pt x="18479" y="36195"/>
                        <a:pt x="18192" y="37052"/>
                      </a:cubicBezTo>
                      <a:cubicBezTo>
                        <a:pt x="19145" y="39243"/>
                        <a:pt x="21050" y="40767"/>
                        <a:pt x="24003" y="41434"/>
                      </a:cubicBezTo>
                      <a:cubicBezTo>
                        <a:pt x="25146" y="41720"/>
                        <a:pt x="27813" y="42100"/>
                        <a:pt x="31909" y="42386"/>
                      </a:cubicBezTo>
                      <a:cubicBezTo>
                        <a:pt x="31528" y="43720"/>
                        <a:pt x="31242" y="45244"/>
                        <a:pt x="31242" y="46958"/>
                      </a:cubicBezTo>
                      <a:cubicBezTo>
                        <a:pt x="31242" y="47911"/>
                        <a:pt x="31909" y="51340"/>
                        <a:pt x="33242" y="57150"/>
                      </a:cubicBezTo>
                      <a:cubicBezTo>
                        <a:pt x="32957" y="56769"/>
                        <a:pt x="32575" y="56579"/>
                        <a:pt x="32290" y="56579"/>
                      </a:cubicBezTo>
                      <a:cubicBezTo>
                        <a:pt x="31909" y="56579"/>
                        <a:pt x="31432" y="56959"/>
                        <a:pt x="30861" y="57721"/>
                      </a:cubicBezTo>
                      <a:cubicBezTo>
                        <a:pt x="30385" y="58483"/>
                        <a:pt x="29909" y="58960"/>
                        <a:pt x="29718" y="59055"/>
                      </a:cubicBezTo>
                      <a:cubicBezTo>
                        <a:pt x="29146" y="58388"/>
                        <a:pt x="28004" y="58007"/>
                        <a:pt x="26194" y="58007"/>
                      </a:cubicBezTo>
                      <a:cubicBezTo>
                        <a:pt x="23432" y="58007"/>
                        <a:pt x="22003" y="58103"/>
                        <a:pt x="21907" y="58103"/>
                      </a:cubicBezTo>
                      <a:cubicBezTo>
                        <a:pt x="19050" y="60579"/>
                        <a:pt x="17621" y="63817"/>
                        <a:pt x="17621" y="67913"/>
                      </a:cubicBezTo>
                      <a:cubicBezTo>
                        <a:pt x="17621" y="68961"/>
                        <a:pt x="17716" y="70580"/>
                        <a:pt x="18002" y="72866"/>
                      </a:cubicBezTo>
                      <a:cubicBezTo>
                        <a:pt x="18288" y="75152"/>
                        <a:pt x="18383" y="76962"/>
                        <a:pt x="18383" y="78105"/>
                      </a:cubicBezTo>
                      <a:cubicBezTo>
                        <a:pt x="18383" y="79153"/>
                        <a:pt x="18383" y="80105"/>
                        <a:pt x="18097" y="80963"/>
                      </a:cubicBezTo>
                      <a:cubicBezTo>
                        <a:pt x="18955" y="86201"/>
                        <a:pt x="19431" y="89249"/>
                        <a:pt x="19431" y="90107"/>
                      </a:cubicBezTo>
                      <a:cubicBezTo>
                        <a:pt x="19431" y="92012"/>
                        <a:pt x="19145" y="93726"/>
                        <a:pt x="18479" y="95059"/>
                      </a:cubicBezTo>
                      <a:cubicBezTo>
                        <a:pt x="17716" y="94869"/>
                        <a:pt x="16859" y="94869"/>
                        <a:pt x="16002" y="94869"/>
                      </a:cubicBezTo>
                      <a:cubicBezTo>
                        <a:pt x="14859" y="94869"/>
                        <a:pt x="13240" y="94964"/>
                        <a:pt x="11144" y="95345"/>
                      </a:cubicBezTo>
                      <a:cubicBezTo>
                        <a:pt x="9144" y="95631"/>
                        <a:pt x="7525" y="95726"/>
                        <a:pt x="6572" y="95726"/>
                      </a:cubicBezTo>
                      <a:cubicBezTo>
                        <a:pt x="3810" y="95726"/>
                        <a:pt x="1810" y="94774"/>
                        <a:pt x="571" y="92869"/>
                      </a:cubicBezTo>
                      <a:cubicBezTo>
                        <a:pt x="191" y="91726"/>
                        <a:pt x="0" y="90488"/>
                        <a:pt x="0" y="89345"/>
                      </a:cubicBezTo>
                      <a:cubicBezTo>
                        <a:pt x="0" y="88201"/>
                        <a:pt x="191" y="86582"/>
                        <a:pt x="762" y="84487"/>
                      </a:cubicBezTo>
                      <a:cubicBezTo>
                        <a:pt x="1238" y="82487"/>
                        <a:pt x="1428" y="80867"/>
                        <a:pt x="1428" y="79915"/>
                      </a:cubicBezTo>
                      <a:cubicBezTo>
                        <a:pt x="1428" y="79248"/>
                        <a:pt x="1428" y="78581"/>
                        <a:pt x="1238" y="77914"/>
                      </a:cubicBezTo>
                      <a:cubicBezTo>
                        <a:pt x="1810" y="77724"/>
                        <a:pt x="2095" y="77343"/>
                        <a:pt x="2095" y="76962"/>
                      </a:cubicBezTo>
                      <a:cubicBezTo>
                        <a:pt x="2095" y="76676"/>
                        <a:pt x="1905" y="76295"/>
                        <a:pt x="1619" y="75629"/>
                      </a:cubicBezTo>
                      <a:cubicBezTo>
                        <a:pt x="1334" y="74962"/>
                        <a:pt x="1143" y="74486"/>
                        <a:pt x="1238" y="74200"/>
                      </a:cubicBezTo>
                      <a:cubicBezTo>
                        <a:pt x="1810" y="71723"/>
                        <a:pt x="2095" y="68389"/>
                        <a:pt x="2095" y="64484"/>
                      </a:cubicBezTo>
                      <a:cubicBezTo>
                        <a:pt x="2095" y="62865"/>
                        <a:pt x="2095" y="60484"/>
                        <a:pt x="1905" y="57150"/>
                      </a:cubicBezTo>
                      <a:cubicBezTo>
                        <a:pt x="1714" y="53816"/>
                        <a:pt x="1714" y="51340"/>
                        <a:pt x="1714" y="49721"/>
                      </a:cubicBezTo>
                      <a:cubicBezTo>
                        <a:pt x="1714" y="45720"/>
                        <a:pt x="2000" y="42291"/>
                        <a:pt x="2572" y="39529"/>
                      </a:cubicBezTo>
                      <a:lnTo>
                        <a:pt x="1238" y="36290"/>
                      </a:lnTo>
                      <a:cubicBezTo>
                        <a:pt x="2762" y="35624"/>
                        <a:pt x="4572" y="35719"/>
                        <a:pt x="6668" y="36576"/>
                      </a:cubicBezTo>
                      <a:cubicBezTo>
                        <a:pt x="6763" y="35814"/>
                        <a:pt x="7048" y="35433"/>
                        <a:pt x="7525" y="35433"/>
                      </a:cubicBezTo>
                      <a:cubicBezTo>
                        <a:pt x="7715" y="35433"/>
                        <a:pt x="8191" y="35528"/>
                        <a:pt x="8667" y="35814"/>
                      </a:cubicBezTo>
                      <a:cubicBezTo>
                        <a:pt x="9239" y="36100"/>
                        <a:pt x="9525" y="36195"/>
                        <a:pt x="9716" y="36195"/>
                      </a:cubicBezTo>
                      <a:lnTo>
                        <a:pt x="10287" y="36481"/>
                      </a:lnTo>
                      <a:cubicBezTo>
                        <a:pt x="10287" y="36481"/>
                        <a:pt x="10668" y="36004"/>
                        <a:pt x="10668" y="35147"/>
                      </a:cubicBezTo>
                      <a:cubicBezTo>
                        <a:pt x="10668" y="34862"/>
                        <a:pt x="10192" y="34671"/>
                        <a:pt x="9334" y="34671"/>
                      </a:cubicBezTo>
                      <a:cubicBezTo>
                        <a:pt x="9334" y="33909"/>
                        <a:pt x="9334" y="33433"/>
                        <a:pt x="8858" y="33433"/>
                      </a:cubicBezTo>
                      <a:cubicBezTo>
                        <a:pt x="8858" y="33433"/>
                        <a:pt x="8382" y="33433"/>
                        <a:pt x="7620" y="33528"/>
                      </a:cubicBezTo>
                      <a:cubicBezTo>
                        <a:pt x="7048" y="33528"/>
                        <a:pt x="6763" y="33528"/>
                        <a:pt x="6572" y="33242"/>
                      </a:cubicBezTo>
                      <a:lnTo>
                        <a:pt x="6096" y="34671"/>
                      </a:lnTo>
                      <a:lnTo>
                        <a:pt x="1428" y="33814"/>
                      </a:lnTo>
                      <a:cubicBezTo>
                        <a:pt x="1619" y="32957"/>
                        <a:pt x="1905" y="32195"/>
                        <a:pt x="2095" y="31242"/>
                      </a:cubicBezTo>
                      <a:cubicBezTo>
                        <a:pt x="2381" y="30289"/>
                        <a:pt x="2857" y="29813"/>
                        <a:pt x="3620" y="29623"/>
                      </a:cubicBezTo>
                      <a:cubicBezTo>
                        <a:pt x="2572" y="29813"/>
                        <a:pt x="2000" y="29432"/>
                        <a:pt x="2000" y="28575"/>
                      </a:cubicBezTo>
                      <a:cubicBezTo>
                        <a:pt x="2000" y="28384"/>
                        <a:pt x="2000" y="28099"/>
                        <a:pt x="2000" y="27527"/>
                      </a:cubicBezTo>
                      <a:cubicBezTo>
                        <a:pt x="2191" y="26956"/>
                        <a:pt x="2191" y="26575"/>
                        <a:pt x="2191" y="26384"/>
                      </a:cubicBezTo>
                      <a:cubicBezTo>
                        <a:pt x="2191" y="25622"/>
                        <a:pt x="1905" y="25051"/>
                        <a:pt x="1334" y="24670"/>
                      </a:cubicBezTo>
                      <a:cubicBezTo>
                        <a:pt x="1714" y="24098"/>
                        <a:pt x="1810" y="23527"/>
                        <a:pt x="1810" y="22765"/>
                      </a:cubicBezTo>
                      <a:cubicBezTo>
                        <a:pt x="1810" y="21336"/>
                        <a:pt x="1238" y="20288"/>
                        <a:pt x="0" y="19717"/>
                      </a:cubicBezTo>
                      <a:cubicBezTo>
                        <a:pt x="1334" y="18669"/>
                        <a:pt x="1905" y="17050"/>
                        <a:pt x="1905" y="15145"/>
                      </a:cubicBezTo>
                      <a:cubicBezTo>
                        <a:pt x="1905" y="14478"/>
                        <a:pt x="1810" y="13240"/>
                        <a:pt x="1524" y="11716"/>
                      </a:cubicBezTo>
                      <a:cubicBezTo>
                        <a:pt x="1334" y="10096"/>
                        <a:pt x="1143" y="8954"/>
                        <a:pt x="1143" y="8192"/>
                      </a:cubicBezTo>
                      <a:cubicBezTo>
                        <a:pt x="1143" y="6477"/>
                        <a:pt x="1524" y="5048"/>
                        <a:pt x="2286" y="3810"/>
                      </a:cubicBezTo>
                      <a:lnTo>
                        <a:pt x="952" y="2858"/>
                      </a:lnTo>
                      <a:cubicBezTo>
                        <a:pt x="1428" y="2858"/>
                        <a:pt x="2286" y="2858"/>
                        <a:pt x="3334" y="2381"/>
                      </a:cubicBezTo>
                      <a:cubicBezTo>
                        <a:pt x="4476" y="2000"/>
                        <a:pt x="5334" y="1810"/>
                        <a:pt x="5905" y="1810"/>
                      </a:cubicBezTo>
                      <a:cubicBezTo>
                        <a:pt x="6477" y="1810"/>
                        <a:pt x="6858" y="2000"/>
                        <a:pt x="7239" y="2286"/>
                      </a:cubicBezTo>
                      <a:cubicBezTo>
                        <a:pt x="7811" y="2000"/>
                        <a:pt x="8572" y="1810"/>
                        <a:pt x="9620" y="1810"/>
                      </a:cubicBezTo>
                      <a:cubicBezTo>
                        <a:pt x="10001" y="1810"/>
                        <a:pt x="10382" y="1810"/>
                        <a:pt x="11049" y="1905"/>
                      </a:cubicBezTo>
                      <a:lnTo>
                        <a:pt x="12668" y="1905"/>
                      </a:lnTo>
                      <a:cubicBezTo>
                        <a:pt x="14097" y="1905"/>
                        <a:pt x="15144" y="1429"/>
                        <a:pt x="15716" y="571"/>
                      </a:cubicBezTo>
                      <a:cubicBezTo>
                        <a:pt x="15716" y="762"/>
                        <a:pt x="15526" y="953"/>
                        <a:pt x="15240" y="1333"/>
                      </a:cubicBezTo>
                      <a:cubicBezTo>
                        <a:pt x="14954" y="1619"/>
                        <a:pt x="14764" y="1810"/>
                        <a:pt x="14764" y="1905"/>
                      </a:cubicBezTo>
                      <a:cubicBezTo>
                        <a:pt x="14478" y="1905"/>
                        <a:pt x="15716" y="2000"/>
                        <a:pt x="18574" y="2000"/>
                      </a:cubicBezTo>
                      <a:cubicBezTo>
                        <a:pt x="19907" y="2000"/>
                        <a:pt x="20955" y="1333"/>
                        <a:pt x="21717" y="0"/>
                      </a:cubicBezTo>
                      <a:lnTo>
                        <a:pt x="29909" y="1524"/>
                      </a:lnTo>
                      <a:cubicBezTo>
                        <a:pt x="29909" y="1524"/>
                        <a:pt x="30385" y="2096"/>
                        <a:pt x="30861" y="2286"/>
                      </a:cubicBezTo>
                      <a:lnTo>
                        <a:pt x="32195" y="2286"/>
                      </a:lnTo>
                      <a:cubicBezTo>
                        <a:pt x="32195" y="3810"/>
                        <a:pt x="32480" y="4763"/>
                        <a:pt x="33147" y="5143"/>
                      </a:cubicBezTo>
                      <a:cubicBezTo>
                        <a:pt x="34004" y="5143"/>
                        <a:pt x="34480" y="4572"/>
                        <a:pt x="34766" y="3238"/>
                      </a:cubicBezTo>
                      <a:cubicBezTo>
                        <a:pt x="34957" y="2000"/>
                        <a:pt x="35623" y="1238"/>
                        <a:pt x="36481" y="1048"/>
                      </a:cubicBezTo>
                      <a:cubicBezTo>
                        <a:pt x="37529" y="381"/>
                        <a:pt x="38481" y="95"/>
                        <a:pt x="39434" y="95"/>
                      </a:cubicBezTo>
                      <a:cubicBezTo>
                        <a:pt x="40577" y="95"/>
                        <a:pt x="42005" y="762"/>
                        <a:pt x="43719" y="2000"/>
                      </a:cubicBezTo>
                      <a:cubicBezTo>
                        <a:pt x="45434" y="3334"/>
                        <a:pt x="46863" y="4000"/>
                        <a:pt x="48101" y="4000"/>
                      </a:cubicBezTo>
                      <a:cubicBezTo>
                        <a:pt x="48863" y="4000"/>
                        <a:pt x="49720" y="3810"/>
                        <a:pt x="50673" y="3238"/>
                      </a:cubicBezTo>
                      <a:cubicBezTo>
                        <a:pt x="52768" y="4096"/>
                        <a:pt x="55436" y="5620"/>
                        <a:pt x="58864" y="7906"/>
                      </a:cubicBezTo>
                      <a:cubicBezTo>
                        <a:pt x="60960" y="8763"/>
                        <a:pt x="62769" y="10858"/>
                        <a:pt x="64579" y="14097"/>
                      </a:cubicBezTo>
                      <a:cubicBezTo>
                        <a:pt x="66580" y="18002"/>
                        <a:pt x="67818" y="20193"/>
                        <a:pt x="68294" y="20764"/>
                      </a:cubicBezTo>
                      <a:close/>
                      <a:moveTo>
                        <a:pt x="10763" y="34004"/>
                      </a:moveTo>
                      <a:lnTo>
                        <a:pt x="13049" y="34862"/>
                      </a:lnTo>
                      <a:lnTo>
                        <a:pt x="12382" y="34385"/>
                      </a:lnTo>
                      <a:lnTo>
                        <a:pt x="10763" y="33909"/>
                      </a:lnTo>
                      <a:close/>
                      <a:moveTo>
                        <a:pt x="43719" y="67723"/>
                      </a:moveTo>
                      <a:lnTo>
                        <a:pt x="43243" y="64103"/>
                      </a:lnTo>
                      <a:cubicBezTo>
                        <a:pt x="44101" y="65722"/>
                        <a:pt x="44386" y="66770"/>
                        <a:pt x="44196" y="67342"/>
                      </a:cubicBezTo>
                      <a:lnTo>
                        <a:pt x="43719" y="67723"/>
                      </a:lnTo>
                      <a:close/>
                      <a:moveTo>
                        <a:pt x="65151" y="55054"/>
                      </a:moveTo>
                      <a:lnTo>
                        <a:pt x="65151" y="51340"/>
                      </a:lnTo>
                      <a:lnTo>
                        <a:pt x="65722" y="51340"/>
                      </a:lnTo>
                      <a:lnTo>
                        <a:pt x="65722" y="55054"/>
                      </a:lnTo>
                      <a:lnTo>
                        <a:pt x="65151" y="55054"/>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48" name="Google Shape;948;p99"/>
              <p:cNvGrpSpPr/>
              <p:nvPr/>
            </p:nvGrpSpPr>
            <p:grpSpPr>
              <a:xfrm>
                <a:off x="12793688" y="4650772"/>
                <a:ext cx="324231" cy="85344"/>
                <a:chOff x="7540370" y="2368867"/>
                <a:chExt cx="324231" cy="85344"/>
              </a:xfrm>
            </p:grpSpPr>
            <p:sp>
              <p:nvSpPr>
                <p:cNvPr id="949" name="Google Shape;949;p99"/>
                <p:cNvSpPr/>
                <p:nvPr/>
              </p:nvSpPr>
              <p:spPr>
                <a:xfrm>
                  <a:off x="7540370" y="2379440"/>
                  <a:ext cx="57471" cy="64770"/>
                </a:xfrm>
                <a:custGeom>
                  <a:avLst/>
                  <a:gdLst/>
                  <a:ahLst/>
                  <a:cxnLst/>
                  <a:rect l="l" t="t" r="r" b="b"/>
                  <a:pathLst>
                    <a:path w="57471" h="64770" extrusionOk="0">
                      <a:moveTo>
                        <a:pt x="0" y="36290"/>
                      </a:moveTo>
                      <a:lnTo>
                        <a:pt x="285" y="35052"/>
                      </a:lnTo>
                      <a:lnTo>
                        <a:pt x="667" y="35052"/>
                      </a:lnTo>
                      <a:lnTo>
                        <a:pt x="0" y="36290"/>
                      </a:lnTo>
                      <a:close/>
                      <a:moveTo>
                        <a:pt x="1524" y="35624"/>
                      </a:moveTo>
                      <a:lnTo>
                        <a:pt x="1524" y="34385"/>
                      </a:lnTo>
                      <a:lnTo>
                        <a:pt x="2762" y="34957"/>
                      </a:lnTo>
                      <a:lnTo>
                        <a:pt x="1524" y="35624"/>
                      </a:lnTo>
                      <a:close/>
                      <a:moveTo>
                        <a:pt x="5619" y="35909"/>
                      </a:moveTo>
                      <a:cubicBezTo>
                        <a:pt x="5619" y="35909"/>
                        <a:pt x="6001" y="35909"/>
                        <a:pt x="6191" y="36100"/>
                      </a:cubicBezTo>
                      <a:cubicBezTo>
                        <a:pt x="6382" y="36290"/>
                        <a:pt x="6572" y="36386"/>
                        <a:pt x="6668" y="36481"/>
                      </a:cubicBezTo>
                      <a:lnTo>
                        <a:pt x="6668" y="37148"/>
                      </a:lnTo>
                      <a:lnTo>
                        <a:pt x="5715" y="35909"/>
                      </a:lnTo>
                      <a:close/>
                      <a:moveTo>
                        <a:pt x="6001" y="29432"/>
                      </a:moveTo>
                      <a:lnTo>
                        <a:pt x="6572" y="29432"/>
                      </a:lnTo>
                      <a:cubicBezTo>
                        <a:pt x="6572" y="29432"/>
                        <a:pt x="6382" y="30099"/>
                        <a:pt x="6001" y="30671"/>
                      </a:cubicBezTo>
                      <a:lnTo>
                        <a:pt x="6001" y="29432"/>
                      </a:lnTo>
                      <a:close/>
                      <a:moveTo>
                        <a:pt x="8096" y="51435"/>
                      </a:moveTo>
                      <a:lnTo>
                        <a:pt x="7715" y="49911"/>
                      </a:lnTo>
                      <a:lnTo>
                        <a:pt x="8096" y="50387"/>
                      </a:lnTo>
                      <a:lnTo>
                        <a:pt x="8096" y="51435"/>
                      </a:lnTo>
                      <a:close/>
                      <a:moveTo>
                        <a:pt x="11239" y="22860"/>
                      </a:moveTo>
                      <a:cubicBezTo>
                        <a:pt x="11239" y="22860"/>
                        <a:pt x="11811" y="22479"/>
                        <a:pt x="12192" y="22860"/>
                      </a:cubicBezTo>
                      <a:lnTo>
                        <a:pt x="11239" y="22860"/>
                      </a:lnTo>
                      <a:close/>
                      <a:moveTo>
                        <a:pt x="11239" y="52578"/>
                      </a:moveTo>
                      <a:lnTo>
                        <a:pt x="11525" y="52292"/>
                      </a:lnTo>
                      <a:lnTo>
                        <a:pt x="11811" y="52578"/>
                      </a:lnTo>
                      <a:lnTo>
                        <a:pt x="11144" y="52578"/>
                      </a:lnTo>
                      <a:close/>
                      <a:moveTo>
                        <a:pt x="12192" y="22860"/>
                      </a:moveTo>
                      <a:cubicBezTo>
                        <a:pt x="12192" y="22860"/>
                        <a:pt x="12382" y="22860"/>
                        <a:pt x="12478" y="23146"/>
                      </a:cubicBezTo>
                      <a:lnTo>
                        <a:pt x="12192" y="22860"/>
                      </a:lnTo>
                      <a:close/>
                      <a:moveTo>
                        <a:pt x="57150" y="31337"/>
                      </a:moveTo>
                      <a:cubicBezTo>
                        <a:pt x="57435" y="33338"/>
                        <a:pt x="57531" y="37243"/>
                        <a:pt x="57435" y="43053"/>
                      </a:cubicBezTo>
                      <a:lnTo>
                        <a:pt x="57150" y="62865"/>
                      </a:lnTo>
                      <a:cubicBezTo>
                        <a:pt x="56007" y="64103"/>
                        <a:pt x="54483" y="64770"/>
                        <a:pt x="52578" y="64770"/>
                      </a:cubicBezTo>
                      <a:cubicBezTo>
                        <a:pt x="51816" y="64770"/>
                        <a:pt x="50673" y="64675"/>
                        <a:pt x="48959" y="64389"/>
                      </a:cubicBezTo>
                      <a:cubicBezTo>
                        <a:pt x="47434" y="64103"/>
                        <a:pt x="46291" y="64008"/>
                        <a:pt x="45339" y="64103"/>
                      </a:cubicBezTo>
                      <a:cubicBezTo>
                        <a:pt x="44958" y="63817"/>
                        <a:pt x="44768" y="63437"/>
                        <a:pt x="44768" y="62960"/>
                      </a:cubicBezTo>
                      <a:cubicBezTo>
                        <a:pt x="44768" y="62770"/>
                        <a:pt x="44768" y="62484"/>
                        <a:pt x="44862" y="62008"/>
                      </a:cubicBezTo>
                      <a:cubicBezTo>
                        <a:pt x="44862" y="61627"/>
                        <a:pt x="44862" y="61341"/>
                        <a:pt x="44862" y="61150"/>
                      </a:cubicBezTo>
                      <a:cubicBezTo>
                        <a:pt x="44862" y="60960"/>
                        <a:pt x="44862" y="60865"/>
                        <a:pt x="44862" y="60770"/>
                      </a:cubicBezTo>
                      <a:cubicBezTo>
                        <a:pt x="44862" y="49149"/>
                        <a:pt x="44862" y="42196"/>
                        <a:pt x="44577" y="39910"/>
                      </a:cubicBezTo>
                      <a:cubicBezTo>
                        <a:pt x="44005" y="39910"/>
                        <a:pt x="43434" y="39910"/>
                        <a:pt x="42767" y="39910"/>
                      </a:cubicBezTo>
                      <a:cubicBezTo>
                        <a:pt x="42005" y="39910"/>
                        <a:pt x="40767" y="39910"/>
                        <a:pt x="39148" y="39719"/>
                      </a:cubicBezTo>
                      <a:cubicBezTo>
                        <a:pt x="37529" y="39624"/>
                        <a:pt x="36290" y="39529"/>
                        <a:pt x="35433" y="39529"/>
                      </a:cubicBezTo>
                      <a:cubicBezTo>
                        <a:pt x="33909" y="39529"/>
                        <a:pt x="32575" y="39719"/>
                        <a:pt x="31432" y="40100"/>
                      </a:cubicBezTo>
                      <a:cubicBezTo>
                        <a:pt x="31242" y="40100"/>
                        <a:pt x="30766" y="40005"/>
                        <a:pt x="29813" y="39815"/>
                      </a:cubicBezTo>
                      <a:cubicBezTo>
                        <a:pt x="29146" y="39815"/>
                        <a:pt x="28670" y="39529"/>
                        <a:pt x="28480" y="39148"/>
                      </a:cubicBezTo>
                      <a:cubicBezTo>
                        <a:pt x="27813" y="39719"/>
                        <a:pt x="27241" y="40577"/>
                        <a:pt x="26861" y="41815"/>
                      </a:cubicBezTo>
                      <a:cubicBezTo>
                        <a:pt x="26479" y="43339"/>
                        <a:pt x="26098" y="44291"/>
                        <a:pt x="25718" y="44672"/>
                      </a:cubicBezTo>
                      <a:cubicBezTo>
                        <a:pt x="26289" y="44863"/>
                        <a:pt x="26575" y="45149"/>
                        <a:pt x="26575" y="45625"/>
                      </a:cubicBezTo>
                      <a:cubicBezTo>
                        <a:pt x="26575" y="45720"/>
                        <a:pt x="26575" y="45911"/>
                        <a:pt x="26575" y="46101"/>
                      </a:cubicBezTo>
                      <a:cubicBezTo>
                        <a:pt x="26575" y="46387"/>
                        <a:pt x="26575" y="46482"/>
                        <a:pt x="26575" y="46673"/>
                      </a:cubicBezTo>
                      <a:cubicBezTo>
                        <a:pt x="26575" y="46958"/>
                        <a:pt x="26955" y="47149"/>
                        <a:pt x="27622" y="47149"/>
                      </a:cubicBezTo>
                      <a:cubicBezTo>
                        <a:pt x="26861" y="47244"/>
                        <a:pt x="26384" y="47816"/>
                        <a:pt x="26384" y="48863"/>
                      </a:cubicBezTo>
                      <a:lnTo>
                        <a:pt x="26384" y="51245"/>
                      </a:lnTo>
                      <a:lnTo>
                        <a:pt x="26955" y="51816"/>
                      </a:lnTo>
                      <a:cubicBezTo>
                        <a:pt x="26955" y="51816"/>
                        <a:pt x="26479" y="52102"/>
                        <a:pt x="26479" y="52673"/>
                      </a:cubicBezTo>
                      <a:cubicBezTo>
                        <a:pt x="26479" y="53245"/>
                        <a:pt x="26479" y="53626"/>
                        <a:pt x="26098" y="53721"/>
                      </a:cubicBezTo>
                      <a:cubicBezTo>
                        <a:pt x="26003" y="54102"/>
                        <a:pt x="25908" y="54483"/>
                        <a:pt x="25908" y="54959"/>
                      </a:cubicBezTo>
                      <a:cubicBezTo>
                        <a:pt x="25908" y="55436"/>
                        <a:pt x="25908" y="56198"/>
                        <a:pt x="26194" y="57055"/>
                      </a:cubicBezTo>
                      <a:cubicBezTo>
                        <a:pt x="26384" y="57912"/>
                        <a:pt x="26479" y="58579"/>
                        <a:pt x="26479" y="59055"/>
                      </a:cubicBezTo>
                      <a:cubicBezTo>
                        <a:pt x="26479" y="60198"/>
                        <a:pt x="26098" y="61246"/>
                        <a:pt x="25241" y="62008"/>
                      </a:cubicBezTo>
                      <a:cubicBezTo>
                        <a:pt x="25432" y="63055"/>
                        <a:pt x="25051" y="63627"/>
                        <a:pt x="23908" y="63817"/>
                      </a:cubicBezTo>
                      <a:cubicBezTo>
                        <a:pt x="23050" y="63817"/>
                        <a:pt x="22193" y="64008"/>
                        <a:pt x="21336" y="64103"/>
                      </a:cubicBezTo>
                      <a:cubicBezTo>
                        <a:pt x="20384" y="64103"/>
                        <a:pt x="19621" y="64199"/>
                        <a:pt x="19050" y="64199"/>
                      </a:cubicBezTo>
                      <a:cubicBezTo>
                        <a:pt x="17145" y="64199"/>
                        <a:pt x="15430" y="63627"/>
                        <a:pt x="14001" y="62579"/>
                      </a:cubicBezTo>
                      <a:cubicBezTo>
                        <a:pt x="14097" y="62198"/>
                        <a:pt x="14192" y="61817"/>
                        <a:pt x="14192" y="61341"/>
                      </a:cubicBezTo>
                      <a:cubicBezTo>
                        <a:pt x="14192" y="60865"/>
                        <a:pt x="14192" y="60293"/>
                        <a:pt x="14001" y="59531"/>
                      </a:cubicBezTo>
                      <a:cubicBezTo>
                        <a:pt x="13811" y="58769"/>
                        <a:pt x="13811" y="58198"/>
                        <a:pt x="13811" y="57817"/>
                      </a:cubicBezTo>
                      <a:cubicBezTo>
                        <a:pt x="13811" y="57055"/>
                        <a:pt x="14001" y="56388"/>
                        <a:pt x="14478" y="55817"/>
                      </a:cubicBezTo>
                      <a:cubicBezTo>
                        <a:pt x="14668" y="55531"/>
                        <a:pt x="14764" y="55245"/>
                        <a:pt x="14764" y="54864"/>
                      </a:cubicBezTo>
                      <a:cubicBezTo>
                        <a:pt x="14764" y="54388"/>
                        <a:pt x="14573" y="53721"/>
                        <a:pt x="14288" y="52673"/>
                      </a:cubicBezTo>
                      <a:cubicBezTo>
                        <a:pt x="14001" y="51721"/>
                        <a:pt x="13811" y="51054"/>
                        <a:pt x="13811" y="50673"/>
                      </a:cubicBezTo>
                      <a:cubicBezTo>
                        <a:pt x="13811" y="49816"/>
                        <a:pt x="14383" y="49340"/>
                        <a:pt x="15430" y="49244"/>
                      </a:cubicBezTo>
                      <a:cubicBezTo>
                        <a:pt x="15240" y="49054"/>
                        <a:pt x="15049" y="49054"/>
                        <a:pt x="14478" y="49054"/>
                      </a:cubicBezTo>
                      <a:lnTo>
                        <a:pt x="14478" y="45720"/>
                      </a:lnTo>
                      <a:cubicBezTo>
                        <a:pt x="14478" y="44387"/>
                        <a:pt x="14288" y="43244"/>
                        <a:pt x="13811" y="42482"/>
                      </a:cubicBezTo>
                      <a:lnTo>
                        <a:pt x="12478" y="42482"/>
                      </a:lnTo>
                      <a:cubicBezTo>
                        <a:pt x="12478" y="42482"/>
                        <a:pt x="12668" y="41910"/>
                        <a:pt x="13049" y="42005"/>
                      </a:cubicBezTo>
                      <a:cubicBezTo>
                        <a:pt x="13430" y="42100"/>
                        <a:pt x="13716" y="42100"/>
                        <a:pt x="13811" y="42005"/>
                      </a:cubicBezTo>
                      <a:lnTo>
                        <a:pt x="13145" y="39719"/>
                      </a:lnTo>
                      <a:cubicBezTo>
                        <a:pt x="13145" y="39719"/>
                        <a:pt x="13621" y="39433"/>
                        <a:pt x="14192" y="39433"/>
                      </a:cubicBezTo>
                      <a:cubicBezTo>
                        <a:pt x="14573" y="39433"/>
                        <a:pt x="14668" y="39053"/>
                        <a:pt x="14668" y="38481"/>
                      </a:cubicBezTo>
                      <a:lnTo>
                        <a:pt x="14001" y="37814"/>
                      </a:lnTo>
                      <a:cubicBezTo>
                        <a:pt x="14001" y="37814"/>
                        <a:pt x="14573" y="37814"/>
                        <a:pt x="14859" y="38100"/>
                      </a:cubicBezTo>
                      <a:cubicBezTo>
                        <a:pt x="15144" y="38291"/>
                        <a:pt x="15335" y="38576"/>
                        <a:pt x="15526" y="38862"/>
                      </a:cubicBezTo>
                      <a:cubicBezTo>
                        <a:pt x="16097" y="38291"/>
                        <a:pt x="16383" y="37909"/>
                        <a:pt x="16193" y="37624"/>
                      </a:cubicBezTo>
                      <a:lnTo>
                        <a:pt x="15335" y="36767"/>
                      </a:lnTo>
                      <a:cubicBezTo>
                        <a:pt x="15335" y="36767"/>
                        <a:pt x="15144" y="37052"/>
                        <a:pt x="14954" y="37052"/>
                      </a:cubicBezTo>
                      <a:cubicBezTo>
                        <a:pt x="14764" y="37052"/>
                        <a:pt x="14573" y="36957"/>
                        <a:pt x="14478" y="36767"/>
                      </a:cubicBezTo>
                      <a:lnTo>
                        <a:pt x="13621" y="35814"/>
                      </a:lnTo>
                      <a:cubicBezTo>
                        <a:pt x="14192" y="35814"/>
                        <a:pt x="14478" y="35624"/>
                        <a:pt x="14478" y="35147"/>
                      </a:cubicBezTo>
                      <a:cubicBezTo>
                        <a:pt x="14478" y="34480"/>
                        <a:pt x="14668" y="34100"/>
                        <a:pt x="14764" y="33909"/>
                      </a:cubicBezTo>
                      <a:lnTo>
                        <a:pt x="15621" y="34862"/>
                      </a:lnTo>
                      <a:lnTo>
                        <a:pt x="16193" y="34385"/>
                      </a:lnTo>
                      <a:cubicBezTo>
                        <a:pt x="16193" y="34385"/>
                        <a:pt x="16193" y="34766"/>
                        <a:pt x="16193" y="34862"/>
                      </a:cubicBezTo>
                      <a:cubicBezTo>
                        <a:pt x="16383" y="34671"/>
                        <a:pt x="16669" y="34576"/>
                        <a:pt x="17240" y="34576"/>
                      </a:cubicBezTo>
                      <a:cubicBezTo>
                        <a:pt x="17907" y="34576"/>
                        <a:pt x="18192" y="34576"/>
                        <a:pt x="18383" y="34576"/>
                      </a:cubicBezTo>
                      <a:cubicBezTo>
                        <a:pt x="18669" y="34480"/>
                        <a:pt x="18764" y="34195"/>
                        <a:pt x="18669" y="33623"/>
                      </a:cubicBezTo>
                      <a:lnTo>
                        <a:pt x="20574" y="34862"/>
                      </a:lnTo>
                      <a:cubicBezTo>
                        <a:pt x="20574" y="34862"/>
                        <a:pt x="20860" y="34480"/>
                        <a:pt x="20860" y="34100"/>
                      </a:cubicBezTo>
                      <a:lnTo>
                        <a:pt x="20860" y="33147"/>
                      </a:lnTo>
                      <a:cubicBezTo>
                        <a:pt x="20860" y="33147"/>
                        <a:pt x="21527" y="33623"/>
                        <a:pt x="21717" y="33623"/>
                      </a:cubicBezTo>
                      <a:cubicBezTo>
                        <a:pt x="22003" y="33623"/>
                        <a:pt x="22288" y="33433"/>
                        <a:pt x="22670" y="33147"/>
                      </a:cubicBezTo>
                      <a:cubicBezTo>
                        <a:pt x="22574" y="33147"/>
                        <a:pt x="22098" y="32861"/>
                        <a:pt x="21336" y="32480"/>
                      </a:cubicBezTo>
                      <a:cubicBezTo>
                        <a:pt x="20860" y="32099"/>
                        <a:pt x="20384" y="31909"/>
                        <a:pt x="20002" y="31909"/>
                      </a:cubicBezTo>
                      <a:cubicBezTo>
                        <a:pt x="19717" y="31909"/>
                        <a:pt x="19526" y="31909"/>
                        <a:pt x="19240" y="32099"/>
                      </a:cubicBezTo>
                      <a:cubicBezTo>
                        <a:pt x="18859" y="32099"/>
                        <a:pt x="18479" y="31909"/>
                        <a:pt x="18288" y="31242"/>
                      </a:cubicBezTo>
                      <a:cubicBezTo>
                        <a:pt x="18002" y="30480"/>
                        <a:pt x="17812" y="30194"/>
                        <a:pt x="17526" y="30194"/>
                      </a:cubicBezTo>
                      <a:cubicBezTo>
                        <a:pt x="17336" y="30194"/>
                        <a:pt x="17050" y="30385"/>
                        <a:pt x="16764" y="30861"/>
                      </a:cubicBezTo>
                      <a:lnTo>
                        <a:pt x="17050" y="31337"/>
                      </a:lnTo>
                      <a:lnTo>
                        <a:pt x="16478" y="31813"/>
                      </a:lnTo>
                      <a:cubicBezTo>
                        <a:pt x="16478" y="31813"/>
                        <a:pt x="16954" y="32195"/>
                        <a:pt x="17430" y="32195"/>
                      </a:cubicBezTo>
                      <a:lnTo>
                        <a:pt x="17430" y="32861"/>
                      </a:lnTo>
                      <a:cubicBezTo>
                        <a:pt x="17430" y="32861"/>
                        <a:pt x="16573" y="32480"/>
                        <a:pt x="16002" y="32480"/>
                      </a:cubicBezTo>
                      <a:cubicBezTo>
                        <a:pt x="15240" y="32385"/>
                        <a:pt x="14764" y="32480"/>
                        <a:pt x="14288" y="32766"/>
                      </a:cubicBezTo>
                      <a:lnTo>
                        <a:pt x="13621" y="32766"/>
                      </a:lnTo>
                      <a:lnTo>
                        <a:pt x="13621" y="28099"/>
                      </a:lnTo>
                      <a:lnTo>
                        <a:pt x="14478" y="28956"/>
                      </a:lnTo>
                      <a:cubicBezTo>
                        <a:pt x="14478" y="28956"/>
                        <a:pt x="14859" y="28670"/>
                        <a:pt x="14859" y="28384"/>
                      </a:cubicBezTo>
                      <a:lnTo>
                        <a:pt x="14859" y="27718"/>
                      </a:lnTo>
                      <a:cubicBezTo>
                        <a:pt x="14859" y="27718"/>
                        <a:pt x="14383" y="27527"/>
                        <a:pt x="13716" y="27527"/>
                      </a:cubicBezTo>
                      <a:cubicBezTo>
                        <a:pt x="13430" y="26575"/>
                        <a:pt x="13335" y="25527"/>
                        <a:pt x="13335" y="24384"/>
                      </a:cubicBezTo>
                      <a:cubicBezTo>
                        <a:pt x="13335" y="23336"/>
                        <a:pt x="13430" y="21812"/>
                        <a:pt x="13716" y="19621"/>
                      </a:cubicBezTo>
                      <a:cubicBezTo>
                        <a:pt x="14097" y="17431"/>
                        <a:pt x="14097" y="15812"/>
                        <a:pt x="14097" y="14669"/>
                      </a:cubicBezTo>
                      <a:cubicBezTo>
                        <a:pt x="14097" y="13049"/>
                        <a:pt x="13906" y="11716"/>
                        <a:pt x="13430" y="10478"/>
                      </a:cubicBezTo>
                      <a:lnTo>
                        <a:pt x="13430" y="4763"/>
                      </a:lnTo>
                      <a:cubicBezTo>
                        <a:pt x="13525" y="2477"/>
                        <a:pt x="14383" y="1048"/>
                        <a:pt x="15811" y="571"/>
                      </a:cubicBezTo>
                      <a:lnTo>
                        <a:pt x="22765" y="953"/>
                      </a:lnTo>
                      <a:lnTo>
                        <a:pt x="22765" y="1810"/>
                      </a:lnTo>
                      <a:lnTo>
                        <a:pt x="24574" y="1143"/>
                      </a:lnTo>
                      <a:cubicBezTo>
                        <a:pt x="25622" y="2286"/>
                        <a:pt x="26194" y="4000"/>
                        <a:pt x="26194" y="6287"/>
                      </a:cubicBezTo>
                      <a:cubicBezTo>
                        <a:pt x="26194" y="9239"/>
                        <a:pt x="26194" y="11049"/>
                        <a:pt x="26479" y="11811"/>
                      </a:cubicBezTo>
                      <a:lnTo>
                        <a:pt x="25622" y="12097"/>
                      </a:lnTo>
                      <a:cubicBezTo>
                        <a:pt x="25622" y="12097"/>
                        <a:pt x="25432" y="12383"/>
                        <a:pt x="25432" y="12668"/>
                      </a:cubicBezTo>
                      <a:cubicBezTo>
                        <a:pt x="25432" y="12859"/>
                        <a:pt x="25432" y="13145"/>
                        <a:pt x="25718" y="13430"/>
                      </a:cubicBezTo>
                      <a:cubicBezTo>
                        <a:pt x="25908" y="13716"/>
                        <a:pt x="26003" y="13907"/>
                        <a:pt x="26003" y="14002"/>
                      </a:cubicBezTo>
                      <a:cubicBezTo>
                        <a:pt x="26003" y="14192"/>
                        <a:pt x="25718" y="14383"/>
                        <a:pt x="25146" y="14573"/>
                      </a:cubicBezTo>
                      <a:cubicBezTo>
                        <a:pt x="25908" y="14573"/>
                        <a:pt x="26098" y="15240"/>
                        <a:pt x="25527" y="16478"/>
                      </a:cubicBezTo>
                      <a:lnTo>
                        <a:pt x="22955" y="18002"/>
                      </a:lnTo>
                      <a:lnTo>
                        <a:pt x="25146" y="19526"/>
                      </a:lnTo>
                      <a:cubicBezTo>
                        <a:pt x="25146" y="19526"/>
                        <a:pt x="24955" y="19717"/>
                        <a:pt x="24669" y="20003"/>
                      </a:cubicBezTo>
                      <a:cubicBezTo>
                        <a:pt x="24384" y="20288"/>
                        <a:pt x="24289" y="20574"/>
                        <a:pt x="24289" y="20765"/>
                      </a:cubicBezTo>
                      <a:cubicBezTo>
                        <a:pt x="24384" y="20955"/>
                        <a:pt x="24574" y="21050"/>
                        <a:pt x="24955" y="21146"/>
                      </a:cubicBezTo>
                      <a:cubicBezTo>
                        <a:pt x="25241" y="21146"/>
                        <a:pt x="25527" y="21146"/>
                        <a:pt x="25527" y="21146"/>
                      </a:cubicBezTo>
                      <a:lnTo>
                        <a:pt x="26003" y="20098"/>
                      </a:lnTo>
                      <a:cubicBezTo>
                        <a:pt x="26670" y="20574"/>
                        <a:pt x="27051" y="21146"/>
                        <a:pt x="27051" y="22003"/>
                      </a:cubicBezTo>
                      <a:cubicBezTo>
                        <a:pt x="27051" y="22288"/>
                        <a:pt x="27051" y="22670"/>
                        <a:pt x="26861" y="23241"/>
                      </a:cubicBezTo>
                      <a:cubicBezTo>
                        <a:pt x="26670" y="23813"/>
                        <a:pt x="26670" y="24194"/>
                        <a:pt x="26670" y="24384"/>
                      </a:cubicBezTo>
                      <a:cubicBezTo>
                        <a:pt x="26670" y="25337"/>
                        <a:pt x="27432" y="25908"/>
                        <a:pt x="28860" y="26003"/>
                      </a:cubicBezTo>
                      <a:cubicBezTo>
                        <a:pt x="29527" y="25908"/>
                        <a:pt x="30385" y="25813"/>
                        <a:pt x="31242" y="25813"/>
                      </a:cubicBezTo>
                      <a:cubicBezTo>
                        <a:pt x="32099" y="25813"/>
                        <a:pt x="33338" y="25813"/>
                        <a:pt x="35052" y="26099"/>
                      </a:cubicBezTo>
                      <a:cubicBezTo>
                        <a:pt x="36766" y="26289"/>
                        <a:pt x="38005" y="26289"/>
                        <a:pt x="38862" y="26289"/>
                      </a:cubicBezTo>
                      <a:cubicBezTo>
                        <a:pt x="41148" y="26289"/>
                        <a:pt x="43148" y="25813"/>
                        <a:pt x="44577" y="24670"/>
                      </a:cubicBezTo>
                      <a:cubicBezTo>
                        <a:pt x="44577" y="25337"/>
                        <a:pt x="44577" y="23146"/>
                        <a:pt x="44577" y="18193"/>
                      </a:cubicBezTo>
                      <a:cubicBezTo>
                        <a:pt x="44577" y="15526"/>
                        <a:pt x="44386" y="13430"/>
                        <a:pt x="43815" y="12002"/>
                      </a:cubicBezTo>
                      <a:cubicBezTo>
                        <a:pt x="44291" y="11525"/>
                        <a:pt x="44482" y="10763"/>
                        <a:pt x="44482" y="9716"/>
                      </a:cubicBezTo>
                      <a:cubicBezTo>
                        <a:pt x="44482" y="8668"/>
                        <a:pt x="44672" y="7906"/>
                        <a:pt x="45148" y="7334"/>
                      </a:cubicBezTo>
                      <a:cubicBezTo>
                        <a:pt x="44386" y="5429"/>
                        <a:pt x="44101" y="3620"/>
                        <a:pt x="44291" y="1810"/>
                      </a:cubicBezTo>
                      <a:cubicBezTo>
                        <a:pt x="45244" y="571"/>
                        <a:pt x="46577" y="0"/>
                        <a:pt x="48482" y="0"/>
                      </a:cubicBezTo>
                      <a:cubicBezTo>
                        <a:pt x="49053" y="0"/>
                        <a:pt x="50102" y="0"/>
                        <a:pt x="51435" y="191"/>
                      </a:cubicBezTo>
                      <a:cubicBezTo>
                        <a:pt x="52768" y="381"/>
                        <a:pt x="53816" y="381"/>
                        <a:pt x="54483" y="381"/>
                      </a:cubicBezTo>
                      <a:cubicBezTo>
                        <a:pt x="55054" y="381"/>
                        <a:pt x="55626" y="381"/>
                        <a:pt x="56102" y="286"/>
                      </a:cubicBezTo>
                      <a:lnTo>
                        <a:pt x="57055" y="2096"/>
                      </a:lnTo>
                      <a:cubicBezTo>
                        <a:pt x="57150" y="9049"/>
                        <a:pt x="57055" y="18764"/>
                        <a:pt x="56769" y="31242"/>
                      </a:cubicBezTo>
                      <a:close/>
                      <a:moveTo>
                        <a:pt x="16859" y="41720"/>
                      </a:moveTo>
                      <a:cubicBezTo>
                        <a:pt x="16859" y="41720"/>
                        <a:pt x="16478" y="41434"/>
                        <a:pt x="16097" y="41434"/>
                      </a:cubicBezTo>
                      <a:cubicBezTo>
                        <a:pt x="15811" y="41529"/>
                        <a:pt x="15526" y="41815"/>
                        <a:pt x="15335" y="42100"/>
                      </a:cubicBezTo>
                      <a:lnTo>
                        <a:pt x="16859" y="41624"/>
                      </a:lnTo>
                      <a:close/>
                      <a:moveTo>
                        <a:pt x="15621" y="33242"/>
                      </a:moveTo>
                      <a:cubicBezTo>
                        <a:pt x="16193" y="33242"/>
                        <a:pt x="16383" y="33623"/>
                        <a:pt x="16287" y="34195"/>
                      </a:cubicBezTo>
                      <a:cubicBezTo>
                        <a:pt x="15811" y="33623"/>
                        <a:pt x="15621" y="33242"/>
                        <a:pt x="15621" y="33242"/>
                      </a:cubicBezTo>
                      <a:close/>
                      <a:moveTo>
                        <a:pt x="15621" y="36386"/>
                      </a:moveTo>
                      <a:lnTo>
                        <a:pt x="16859" y="37433"/>
                      </a:lnTo>
                      <a:lnTo>
                        <a:pt x="16859" y="36767"/>
                      </a:lnTo>
                      <a:cubicBezTo>
                        <a:pt x="16859" y="36767"/>
                        <a:pt x="16573" y="36386"/>
                        <a:pt x="16383" y="36386"/>
                      </a:cubicBezTo>
                      <a:lnTo>
                        <a:pt x="15526" y="36386"/>
                      </a:lnTo>
                      <a:close/>
                      <a:moveTo>
                        <a:pt x="16287" y="34195"/>
                      </a:moveTo>
                      <a:lnTo>
                        <a:pt x="16287" y="34195"/>
                      </a:lnTo>
                      <a:lnTo>
                        <a:pt x="16287" y="34385"/>
                      </a:lnTo>
                      <a:cubicBezTo>
                        <a:pt x="16287" y="34385"/>
                        <a:pt x="16287" y="34290"/>
                        <a:pt x="16287" y="34195"/>
                      </a:cubicBezTo>
                      <a:close/>
                      <a:moveTo>
                        <a:pt x="17716" y="44767"/>
                      </a:moveTo>
                      <a:lnTo>
                        <a:pt x="17716" y="44482"/>
                      </a:lnTo>
                      <a:lnTo>
                        <a:pt x="16764" y="44482"/>
                      </a:lnTo>
                      <a:lnTo>
                        <a:pt x="17716" y="44767"/>
                      </a:lnTo>
                      <a:close/>
                      <a:moveTo>
                        <a:pt x="17716" y="32861"/>
                      </a:moveTo>
                      <a:cubicBezTo>
                        <a:pt x="17716" y="32861"/>
                        <a:pt x="17812" y="33052"/>
                        <a:pt x="17716" y="33052"/>
                      </a:cubicBezTo>
                      <a:lnTo>
                        <a:pt x="17716" y="32861"/>
                      </a:lnTo>
                      <a:close/>
                      <a:moveTo>
                        <a:pt x="18955" y="53435"/>
                      </a:moveTo>
                      <a:lnTo>
                        <a:pt x="19907" y="53435"/>
                      </a:lnTo>
                      <a:cubicBezTo>
                        <a:pt x="19907" y="53435"/>
                        <a:pt x="19335" y="53150"/>
                        <a:pt x="18955" y="53435"/>
                      </a:cubicBezTo>
                      <a:lnTo>
                        <a:pt x="18383" y="53435"/>
                      </a:lnTo>
                      <a:cubicBezTo>
                        <a:pt x="18383" y="53435"/>
                        <a:pt x="18669" y="53530"/>
                        <a:pt x="18955" y="53435"/>
                      </a:cubicBezTo>
                      <a:close/>
                      <a:moveTo>
                        <a:pt x="18859" y="20003"/>
                      </a:moveTo>
                      <a:lnTo>
                        <a:pt x="18859" y="19431"/>
                      </a:lnTo>
                      <a:cubicBezTo>
                        <a:pt x="18859" y="19431"/>
                        <a:pt x="18669" y="19621"/>
                        <a:pt x="18479" y="19717"/>
                      </a:cubicBezTo>
                      <a:cubicBezTo>
                        <a:pt x="18669" y="19717"/>
                        <a:pt x="18764" y="19907"/>
                        <a:pt x="18859" y="20003"/>
                      </a:cubicBezTo>
                      <a:close/>
                      <a:moveTo>
                        <a:pt x="23526" y="33909"/>
                      </a:moveTo>
                      <a:lnTo>
                        <a:pt x="24003" y="33719"/>
                      </a:lnTo>
                      <a:lnTo>
                        <a:pt x="22955" y="33909"/>
                      </a:lnTo>
                      <a:lnTo>
                        <a:pt x="23526" y="33909"/>
                      </a:lnTo>
                      <a:close/>
                      <a:moveTo>
                        <a:pt x="23336" y="5810"/>
                      </a:moveTo>
                      <a:lnTo>
                        <a:pt x="23336" y="7144"/>
                      </a:lnTo>
                      <a:lnTo>
                        <a:pt x="24289" y="7144"/>
                      </a:lnTo>
                      <a:cubicBezTo>
                        <a:pt x="24289" y="7144"/>
                        <a:pt x="23908" y="6858"/>
                        <a:pt x="23908" y="6572"/>
                      </a:cubicBezTo>
                      <a:lnTo>
                        <a:pt x="23908" y="5905"/>
                      </a:lnTo>
                      <a:lnTo>
                        <a:pt x="23336" y="5905"/>
                      </a:lnTo>
                      <a:close/>
                      <a:moveTo>
                        <a:pt x="24574" y="61817"/>
                      </a:moveTo>
                      <a:lnTo>
                        <a:pt x="24574" y="60674"/>
                      </a:lnTo>
                      <a:lnTo>
                        <a:pt x="24193" y="60674"/>
                      </a:lnTo>
                      <a:lnTo>
                        <a:pt x="24193" y="61817"/>
                      </a:lnTo>
                      <a:lnTo>
                        <a:pt x="24574" y="61817"/>
                      </a:lnTo>
                      <a:close/>
                      <a:moveTo>
                        <a:pt x="28860" y="50292"/>
                      </a:moveTo>
                      <a:lnTo>
                        <a:pt x="28860" y="49149"/>
                      </a:lnTo>
                      <a:lnTo>
                        <a:pt x="29146" y="49149"/>
                      </a:lnTo>
                      <a:lnTo>
                        <a:pt x="29146" y="50292"/>
                      </a:lnTo>
                      <a:lnTo>
                        <a:pt x="28860" y="50292"/>
                      </a:lnTo>
                      <a:close/>
                      <a:moveTo>
                        <a:pt x="32480" y="40767"/>
                      </a:moveTo>
                      <a:lnTo>
                        <a:pt x="31623" y="40100"/>
                      </a:lnTo>
                      <a:lnTo>
                        <a:pt x="31813" y="40100"/>
                      </a:lnTo>
                      <a:cubicBezTo>
                        <a:pt x="31813" y="40100"/>
                        <a:pt x="32385" y="40386"/>
                        <a:pt x="32480" y="40767"/>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 name="Google Shape;950;p99"/>
                <p:cNvSpPr/>
                <p:nvPr/>
              </p:nvSpPr>
              <p:spPr>
                <a:xfrm>
                  <a:off x="7604949" y="2368867"/>
                  <a:ext cx="62960" cy="75342"/>
                </a:xfrm>
                <a:custGeom>
                  <a:avLst/>
                  <a:gdLst/>
                  <a:ahLst/>
                  <a:cxnLst/>
                  <a:rect l="l" t="t" r="r" b="b"/>
                  <a:pathLst>
                    <a:path w="62960" h="75342" extrusionOk="0">
                      <a:moveTo>
                        <a:pt x="48959" y="61627"/>
                      </a:moveTo>
                      <a:cubicBezTo>
                        <a:pt x="48768" y="62484"/>
                        <a:pt x="48673" y="63246"/>
                        <a:pt x="48673" y="63913"/>
                      </a:cubicBezTo>
                      <a:cubicBezTo>
                        <a:pt x="48673" y="64961"/>
                        <a:pt x="48959" y="66199"/>
                        <a:pt x="49435" y="67628"/>
                      </a:cubicBezTo>
                      <a:cubicBezTo>
                        <a:pt x="50197" y="69342"/>
                        <a:pt x="50578" y="70390"/>
                        <a:pt x="50768" y="70961"/>
                      </a:cubicBezTo>
                      <a:cubicBezTo>
                        <a:pt x="51054" y="71247"/>
                        <a:pt x="51149" y="71628"/>
                        <a:pt x="51149" y="71914"/>
                      </a:cubicBezTo>
                      <a:cubicBezTo>
                        <a:pt x="51149" y="72295"/>
                        <a:pt x="50864" y="72771"/>
                        <a:pt x="50388" y="73342"/>
                      </a:cubicBezTo>
                      <a:cubicBezTo>
                        <a:pt x="49625" y="74200"/>
                        <a:pt x="49245" y="74676"/>
                        <a:pt x="49149" y="74771"/>
                      </a:cubicBezTo>
                      <a:cubicBezTo>
                        <a:pt x="48578" y="74676"/>
                        <a:pt x="48101" y="74581"/>
                        <a:pt x="47340" y="74581"/>
                      </a:cubicBezTo>
                      <a:cubicBezTo>
                        <a:pt x="46577" y="74581"/>
                        <a:pt x="45720" y="74581"/>
                        <a:pt x="44387" y="74771"/>
                      </a:cubicBezTo>
                      <a:cubicBezTo>
                        <a:pt x="43149" y="74867"/>
                        <a:pt x="42196" y="74962"/>
                        <a:pt x="41624" y="74962"/>
                      </a:cubicBezTo>
                      <a:cubicBezTo>
                        <a:pt x="39338" y="74962"/>
                        <a:pt x="37719" y="74295"/>
                        <a:pt x="36767" y="72866"/>
                      </a:cubicBezTo>
                      <a:cubicBezTo>
                        <a:pt x="37052" y="72200"/>
                        <a:pt x="37243" y="71533"/>
                        <a:pt x="37243" y="70961"/>
                      </a:cubicBezTo>
                      <a:cubicBezTo>
                        <a:pt x="37243" y="70104"/>
                        <a:pt x="36767" y="69152"/>
                        <a:pt x="35909" y="68008"/>
                      </a:cubicBezTo>
                      <a:cubicBezTo>
                        <a:pt x="34576" y="66580"/>
                        <a:pt x="33814" y="65627"/>
                        <a:pt x="33624" y="65151"/>
                      </a:cubicBezTo>
                      <a:cubicBezTo>
                        <a:pt x="33338" y="65056"/>
                        <a:pt x="33052" y="64961"/>
                        <a:pt x="32766" y="64961"/>
                      </a:cubicBezTo>
                      <a:cubicBezTo>
                        <a:pt x="32385" y="64961"/>
                        <a:pt x="31623" y="64961"/>
                        <a:pt x="30671" y="65342"/>
                      </a:cubicBezTo>
                      <a:cubicBezTo>
                        <a:pt x="29623" y="65627"/>
                        <a:pt x="28861" y="65723"/>
                        <a:pt x="28480" y="65723"/>
                      </a:cubicBezTo>
                      <a:cubicBezTo>
                        <a:pt x="27432" y="65723"/>
                        <a:pt x="26765" y="65246"/>
                        <a:pt x="26384" y="64294"/>
                      </a:cubicBezTo>
                      <a:lnTo>
                        <a:pt x="25718" y="64294"/>
                      </a:lnTo>
                      <a:cubicBezTo>
                        <a:pt x="25718" y="64294"/>
                        <a:pt x="25718" y="63437"/>
                        <a:pt x="25432" y="62770"/>
                      </a:cubicBezTo>
                      <a:cubicBezTo>
                        <a:pt x="25241" y="62103"/>
                        <a:pt x="25146" y="61722"/>
                        <a:pt x="25146" y="61532"/>
                      </a:cubicBezTo>
                      <a:cubicBezTo>
                        <a:pt x="25146" y="61055"/>
                        <a:pt x="25337" y="60770"/>
                        <a:pt x="25622" y="60484"/>
                      </a:cubicBezTo>
                      <a:cubicBezTo>
                        <a:pt x="25337" y="60103"/>
                        <a:pt x="25241" y="59722"/>
                        <a:pt x="25241" y="59341"/>
                      </a:cubicBezTo>
                      <a:cubicBezTo>
                        <a:pt x="25241" y="58960"/>
                        <a:pt x="25432" y="58579"/>
                        <a:pt x="25622" y="57912"/>
                      </a:cubicBezTo>
                      <a:cubicBezTo>
                        <a:pt x="25908" y="57341"/>
                        <a:pt x="26004" y="56864"/>
                        <a:pt x="26004" y="56483"/>
                      </a:cubicBezTo>
                      <a:cubicBezTo>
                        <a:pt x="26004" y="56293"/>
                        <a:pt x="26004" y="56007"/>
                        <a:pt x="25813" y="55721"/>
                      </a:cubicBezTo>
                      <a:cubicBezTo>
                        <a:pt x="26289" y="54864"/>
                        <a:pt x="27718" y="54483"/>
                        <a:pt x="30099" y="54388"/>
                      </a:cubicBezTo>
                      <a:cubicBezTo>
                        <a:pt x="32290" y="54388"/>
                        <a:pt x="33338" y="54007"/>
                        <a:pt x="33338" y="53245"/>
                      </a:cubicBezTo>
                      <a:cubicBezTo>
                        <a:pt x="33338" y="52769"/>
                        <a:pt x="33052" y="52197"/>
                        <a:pt x="32481" y="51340"/>
                      </a:cubicBezTo>
                      <a:lnTo>
                        <a:pt x="33624" y="51340"/>
                      </a:lnTo>
                      <a:cubicBezTo>
                        <a:pt x="33624" y="51340"/>
                        <a:pt x="33624" y="52292"/>
                        <a:pt x="34004" y="52864"/>
                      </a:cubicBezTo>
                      <a:cubicBezTo>
                        <a:pt x="34195" y="52769"/>
                        <a:pt x="34290" y="52292"/>
                        <a:pt x="34386" y="51625"/>
                      </a:cubicBezTo>
                      <a:cubicBezTo>
                        <a:pt x="34386" y="51054"/>
                        <a:pt x="34766" y="50768"/>
                        <a:pt x="35243" y="50768"/>
                      </a:cubicBezTo>
                      <a:lnTo>
                        <a:pt x="34290" y="49816"/>
                      </a:lnTo>
                      <a:lnTo>
                        <a:pt x="35243" y="49625"/>
                      </a:lnTo>
                      <a:lnTo>
                        <a:pt x="34480" y="48958"/>
                      </a:lnTo>
                      <a:cubicBezTo>
                        <a:pt x="34480" y="48958"/>
                        <a:pt x="34766" y="49149"/>
                        <a:pt x="34862" y="49149"/>
                      </a:cubicBezTo>
                      <a:cubicBezTo>
                        <a:pt x="35147" y="49149"/>
                        <a:pt x="35433" y="49054"/>
                        <a:pt x="35814" y="48768"/>
                      </a:cubicBezTo>
                      <a:cubicBezTo>
                        <a:pt x="36195" y="48578"/>
                        <a:pt x="36481" y="48387"/>
                        <a:pt x="36672" y="48387"/>
                      </a:cubicBezTo>
                      <a:cubicBezTo>
                        <a:pt x="36957" y="48387"/>
                        <a:pt x="37052" y="48673"/>
                        <a:pt x="37148" y="49149"/>
                      </a:cubicBezTo>
                      <a:cubicBezTo>
                        <a:pt x="37052" y="49149"/>
                        <a:pt x="36290" y="49340"/>
                        <a:pt x="35243" y="49816"/>
                      </a:cubicBezTo>
                      <a:cubicBezTo>
                        <a:pt x="35243" y="49816"/>
                        <a:pt x="35719" y="50102"/>
                        <a:pt x="36576" y="50578"/>
                      </a:cubicBezTo>
                      <a:cubicBezTo>
                        <a:pt x="37052" y="50863"/>
                        <a:pt x="37338" y="51245"/>
                        <a:pt x="37338" y="51530"/>
                      </a:cubicBezTo>
                      <a:cubicBezTo>
                        <a:pt x="37338" y="51721"/>
                        <a:pt x="37338" y="51816"/>
                        <a:pt x="37338" y="52007"/>
                      </a:cubicBezTo>
                      <a:cubicBezTo>
                        <a:pt x="37624" y="51911"/>
                        <a:pt x="37815" y="51530"/>
                        <a:pt x="37910" y="51149"/>
                      </a:cubicBezTo>
                      <a:cubicBezTo>
                        <a:pt x="38005" y="50673"/>
                        <a:pt x="38005" y="50387"/>
                        <a:pt x="37910" y="50197"/>
                      </a:cubicBezTo>
                      <a:lnTo>
                        <a:pt x="38958" y="49149"/>
                      </a:lnTo>
                      <a:lnTo>
                        <a:pt x="36767" y="47149"/>
                      </a:lnTo>
                      <a:lnTo>
                        <a:pt x="37052" y="46673"/>
                      </a:lnTo>
                      <a:cubicBezTo>
                        <a:pt x="37052" y="46673"/>
                        <a:pt x="36672" y="46387"/>
                        <a:pt x="36481" y="46387"/>
                      </a:cubicBezTo>
                      <a:cubicBezTo>
                        <a:pt x="36386" y="46387"/>
                        <a:pt x="36195" y="46482"/>
                        <a:pt x="35814" y="46768"/>
                      </a:cubicBezTo>
                      <a:cubicBezTo>
                        <a:pt x="35433" y="47054"/>
                        <a:pt x="35052" y="47149"/>
                        <a:pt x="34766" y="47149"/>
                      </a:cubicBezTo>
                      <a:cubicBezTo>
                        <a:pt x="34671" y="47054"/>
                        <a:pt x="33909" y="47054"/>
                        <a:pt x="32671" y="47054"/>
                      </a:cubicBezTo>
                      <a:cubicBezTo>
                        <a:pt x="31909" y="47054"/>
                        <a:pt x="31528" y="46577"/>
                        <a:pt x="31432" y="45529"/>
                      </a:cubicBezTo>
                      <a:cubicBezTo>
                        <a:pt x="31052" y="45339"/>
                        <a:pt x="30861" y="45053"/>
                        <a:pt x="30861" y="44577"/>
                      </a:cubicBezTo>
                      <a:cubicBezTo>
                        <a:pt x="30861" y="44387"/>
                        <a:pt x="30861" y="44006"/>
                        <a:pt x="30956" y="43529"/>
                      </a:cubicBezTo>
                      <a:cubicBezTo>
                        <a:pt x="31052" y="43053"/>
                        <a:pt x="31147" y="42672"/>
                        <a:pt x="31147" y="42386"/>
                      </a:cubicBezTo>
                      <a:cubicBezTo>
                        <a:pt x="31147" y="41624"/>
                        <a:pt x="30766" y="41243"/>
                        <a:pt x="29813" y="41148"/>
                      </a:cubicBezTo>
                      <a:cubicBezTo>
                        <a:pt x="29623" y="40862"/>
                        <a:pt x="29528" y="40577"/>
                        <a:pt x="29528" y="40196"/>
                      </a:cubicBezTo>
                      <a:cubicBezTo>
                        <a:pt x="29528" y="40005"/>
                        <a:pt x="29528" y="39815"/>
                        <a:pt x="29528" y="39433"/>
                      </a:cubicBezTo>
                      <a:cubicBezTo>
                        <a:pt x="29528" y="39148"/>
                        <a:pt x="29623" y="38862"/>
                        <a:pt x="29623" y="38671"/>
                      </a:cubicBezTo>
                      <a:cubicBezTo>
                        <a:pt x="29623" y="38195"/>
                        <a:pt x="29337" y="37719"/>
                        <a:pt x="28766" y="37433"/>
                      </a:cubicBezTo>
                      <a:lnTo>
                        <a:pt x="27908" y="37148"/>
                      </a:lnTo>
                      <a:cubicBezTo>
                        <a:pt x="28385" y="36576"/>
                        <a:pt x="28575" y="36004"/>
                        <a:pt x="28575" y="35433"/>
                      </a:cubicBezTo>
                      <a:cubicBezTo>
                        <a:pt x="28575" y="34862"/>
                        <a:pt x="28385" y="34195"/>
                        <a:pt x="28004" y="33433"/>
                      </a:cubicBezTo>
                      <a:cubicBezTo>
                        <a:pt x="27718" y="32861"/>
                        <a:pt x="27337" y="32195"/>
                        <a:pt x="27051" y="31623"/>
                      </a:cubicBezTo>
                      <a:cubicBezTo>
                        <a:pt x="27337" y="31433"/>
                        <a:pt x="27432" y="31242"/>
                        <a:pt x="27527" y="30956"/>
                      </a:cubicBezTo>
                      <a:cubicBezTo>
                        <a:pt x="27527" y="30575"/>
                        <a:pt x="27527" y="30290"/>
                        <a:pt x="27051" y="30194"/>
                      </a:cubicBezTo>
                      <a:lnTo>
                        <a:pt x="25813" y="30480"/>
                      </a:lnTo>
                      <a:lnTo>
                        <a:pt x="25527" y="28194"/>
                      </a:lnTo>
                      <a:cubicBezTo>
                        <a:pt x="25527" y="28194"/>
                        <a:pt x="24861" y="28575"/>
                        <a:pt x="24861" y="29146"/>
                      </a:cubicBezTo>
                      <a:cubicBezTo>
                        <a:pt x="24861" y="29718"/>
                        <a:pt x="24575" y="30004"/>
                        <a:pt x="24003" y="30194"/>
                      </a:cubicBezTo>
                      <a:cubicBezTo>
                        <a:pt x="24003" y="30480"/>
                        <a:pt x="24194" y="30766"/>
                        <a:pt x="24194" y="31052"/>
                      </a:cubicBezTo>
                      <a:cubicBezTo>
                        <a:pt x="24194" y="31528"/>
                        <a:pt x="24003" y="32195"/>
                        <a:pt x="23622" y="33052"/>
                      </a:cubicBezTo>
                      <a:cubicBezTo>
                        <a:pt x="23241" y="33909"/>
                        <a:pt x="22956" y="34862"/>
                        <a:pt x="23051" y="35719"/>
                      </a:cubicBezTo>
                      <a:cubicBezTo>
                        <a:pt x="22193" y="36100"/>
                        <a:pt x="21813" y="36862"/>
                        <a:pt x="21717" y="37909"/>
                      </a:cubicBezTo>
                      <a:cubicBezTo>
                        <a:pt x="21527" y="39338"/>
                        <a:pt x="21431" y="40100"/>
                        <a:pt x="21336" y="40291"/>
                      </a:cubicBezTo>
                      <a:cubicBezTo>
                        <a:pt x="21050" y="40291"/>
                        <a:pt x="20764" y="40577"/>
                        <a:pt x="20288" y="41434"/>
                      </a:cubicBezTo>
                      <a:cubicBezTo>
                        <a:pt x="19812" y="42482"/>
                        <a:pt x="19336" y="43148"/>
                        <a:pt x="18765" y="43434"/>
                      </a:cubicBezTo>
                      <a:cubicBezTo>
                        <a:pt x="18765" y="43434"/>
                        <a:pt x="18955" y="43815"/>
                        <a:pt x="19431" y="44291"/>
                      </a:cubicBezTo>
                      <a:lnTo>
                        <a:pt x="20003" y="43625"/>
                      </a:lnTo>
                      <a:cubicBezTo>
                        <a:pt x="20003" y="43625"/>
                        <a:pt x="20193" y="43720"/>
                        <a:pt x="20193" y="43815"/>
                      </a:cubicBezTo>
                      <a:cubicBezTo>
                        <a:pt x="20193" y="44006"/>
                        <a:pt x="20003" y="44291"/>
                        <a:pt x="19812" y="44672"/>
                      </a:cubicBezTo>
                      <a:cubicBezTo>
                        <a:pt x="19526" y="45149"/>
                        <a:pt x="19431" y="45339"/>
                        <a:pt x="19431" y="45529"/>
                      </a:cubicBezTo>
                      <a:cubicBezTo>
                        <a:pt x="18955" y="46101"/>
                        <a:pt x="18765" y="46482"/>
                        <a:pt x="18765" y="46482"/>
                      </a:cubicBezTo>
                      <a:lnTo>
                        <a:pt x="19431" y="47149"/>
                      </a:lnTo>
                      <a:cubicBezTo>
                        <a:pt x="19431" y="47149"/>
                        <a:pt x="19812" y="46673"/>
                        <a:pt x="20003" y="46673"/>
                      </a:cubicBezTo>
                      <a:lnTo>
                        <a:pt x="20003" y="47339"/>
                      </a:lnTo>
                      <a:cubicBezTo>
                        <a:pt x="20003" y="47339"/>
                        <a:pt x="19621" y="47149"/>
                        <a:pt x="19431" y="47149"/>
                      </a:cubicBezTo>
                      <a:cubicBezTo>
                        <a:pt x="18955" y="47149"/>
                        <a:pt x="18669" y="47720"/>
                        <a:pt x="18479" y="48768"/>
                      </a:cubicBezTo>
                      <a:cubicBezTo>
                        <a:pt x="18193" y="50006"/>
                        <a:pt x="17907" y="50768"/>
                        <a:pt x="17526" y="50959"/>
                      </a:cubicBezTo>
                      <a:cubicBezTo>
                        <a:pt x="17812" y="51245"/>
                        <a:pt x="18002" y="51816"/>
                        <a:pt x="18193" y="52673"/>
                      </a:cubicBezTo>
                      <a:cubicBezTo>
                        <a:pt x="18288" y="53531"/>
                        <a:pt x="18765" y="54102"/>
                        <a:pt x="19431" y="54292"/>
                      </a:cubicBezTo>
                      <a:cubicBezTo>
                        <a:pt x="19812" y="54102"/>
                        <a:pt x="20479" y="54007"/>
                        <a:pt x="21622" y="54007"/>
                      </a:cubicBezTo>
                      <a:cubicBezTo>
                        <a:pt x="22670" y="54007"/>
                        <a:pt x="23241" y="53912"/>
                        <a:pt x="23432" y="53626"/>
                      </a:cubicBezTo>
                      <a:cubicBezTo>
                        <a:pt x="23432" y="54197"/>
                        <a:pt x="23622" y="55531"/>
                        <a:pt x="23908" y="57436"/>
                      </a:cubicBezTo>
                      <a:cubicBezTo>
                        <a:pt x="24194" y="58960"/>
                        <a:pt x="24384" y="60198"/>
                        <a:pt x="24384" y="61246"/>
                      </a:cubicBezTo>
                      <a:cubicBezTo>
                        <a:pt x="24384" y="62770"/>
                        <a:pt x="24099" y="64199"/>
                        <a:pt x="23622" y="65532"/>
                      </a:cubicBezTo>
                      <a:cubicBezTo>
                        <a:pt x="22860" y="65723"/>
                        <a:pt x="21622" y="65818"/>
                        <a:pt x="19908" y="65818"/>
                      </a:cubicBezTo>
                      <a:cubicBezTo>
                        <a:pt x="18193" y="65818"/>
                        <a:pt x="16859" y="66008"/>
                        <a:pt x="16002" y="66484"/>
                      </a:cubicBezTo>
                      <a:lnTo>
                        <a:pt x="16383" y="66770"/>
                      </a:lnTo>
                      <a:cubicBezTo>
                        <a:pt x="15145" y="67151"/>
                        <a:pt x="14288" y="68008"/>
                        <a:pt x="14097" y="69533"/>
                      </a:cubicBezTo>
                      <a:cubicBezTo>
                        <a:pt x="14002" y="70771"/>
                        <a:pt x="13811" y="72104"/>
                        <a:pt x="13716" y="73342"/>
                      </a:cubicBezTo>
                      <a:cubicBezTo>
                        <a:pt x="13335" y="74581"/>
                        <a:pt x="12288" y="75057"/>
                        <a:pt x="10478" y="74962"/>
                      </a:cubicBezTo>
                      <a:cubicBezTo>
                        <a:pt x="10287" y="75248"/>
                        <a:pt x="10096" y="75343"/>
                        <a:pt x="9811" y="75343"/>
                      </a:cubicBezTo>
                      <a:cubicBezTo>
                        <a:pt x="9620" y="75343"/>
                        <a:pt x="9240" y="75248"/>
                        <a:pt x="8763" y="74962"/>
                      </a:cubicBezTo>
                      <a:cubicBezTo>
                        <a:pt x="8192" y="74676"/>
                        <a:pt x="7811" y="74581"/>
                        <a:pt x="7620" y="74581"/>
                      </a:cubicBezTo>
                      <a:cubicBezTo>
                        <a:pt x="7430" y="74581"/>
                        <a:pt x="7048" y="74581"/>
                        <a:pt x="6572" y="74581"/>
                      </a:cubicBezTo>
                      <a:cubicBezTo>
                        <a:pt x="6191" y="74581"/>
                        <a:pt x="5620" y="74581"/>
                        <a:pt x="4953" y="74771"/>
                      </a:cubicBezTo>
                      <a:cubicBezTo>
                        <a:pt x="4191" y="74867"/>
                        <a:pt x="3620" y="74962"/>
                        <a:pt x="3239" y="74962"/>
                      </a:cubicBezTo>
                      <a:cubicBezTo>
                        <a:pt x="1524" y="74962"/>
                        <a:pt x="571" y="74390"/>
                        <a:pt x="191" y="73342"/>
                      </a:cubicBezTo>
                      <a:cubicBezTo>
                        <a:pt x="95" y="72866"/>
                        <a:pt x="0" y="72390"/>
                        <a:pt x="0" y="71914"/>
                      </a:cubicBezTo>
                      <a:cubicBezTo>
                        <a:pt x="0" y="71247"/>
                        <a:pt x="286" y="70390"/>
                        <a:pt x="762" y="69247"/>
                      </a:cubicBezTo>
                      <a:cubicBezTo>
                        <a:pt x="1334" y="68104"/>
                        <a:pt x="1524" y="67151"/>
                        <a:pt x="1334" y="66294"/>
                      </a:cubicBezTo>
                      <a:cubicBezTo>
                        <a:pt x="2286" y="66008"/>
                        <a:pt x="2667" y="65437"/>
                        <a:pt x="2667" y="64389"/>
                      </a:cubicBezTo>
                      <a:cubicBezTo>
                        <a:pt x="2667" y="64199"/>
                        <a:pt x="2667" y="64008"/>
                        <a:pt x="2667" y="63627"/>
                      </a:cubicBezTo>
                      <a:lnTo>
                        <a:pt x="2667" y="62770"/>
                      </a:lnTo>
                      <a:cubicBezTo>
                        <a:pt x="2667" y="62198"/>
                        <a:pt x="2667" y="61817"/>
                        <a:pt x="2953" y="61532"/>
                      </a:cubicBezTo>
                      <a:cubicBezTo>
                        <a:pt x="3810" y="61150"/>
                        <a:pt x="4191" y="60674"/>
                        <a:pt x="4191" y="59722"/>
                      </a:cubicBezTo>
                      <a:cubicBezTo>
                        <a:pt x="4191" y="59436"/>
                        <a:pt x="4191" y="59055"/>
                        <a:pt x="4096" y="58388"/>
                      </a:cubicBezTo>
                      <a:cubicBezTo>
                        <a:pt x="4001" y="57817"/>
                        <a:pt x="3906" y="57341"/>
                        <a:pt x="3906" y="56959"/>
                      </a:cubicBezTo>
                      <a:cubicBezTo>
                        <a:pt x="3906" y="56102"/>
                        <a:pt x="4286" y="55436"/>
                        <a:pt x="5144" y="54959"/>
                      </a:cubicBezTo>
                      <a:cubicBezTo>
                        <a:pt x="5049" y="54578"/>
                        <a:pt x="4953" y="54197"/>
                        <a:pt x="4953" y="53912"/>
                      </a:cubicBezTo>
                      <a:cubicBezTo>
                        <a:pt x="4953" y="53245"/>
                        <a:pt x="5239" y="52292"/>
                        <a:pt x="5905" y="51340"/>
                      </a:cubicBezTo>
                      <a:cubicBezTo>
                        <a:pt x="6477" y="50387"/>
                        <a:pt x="6858" y="49530"/>
                        <a:pt x="6858" y="48958"/>
                      </a:cubicBezTo>
                      <a:cubicBezTo>
                        <a:pt x="6858" y="48482"/>
                        <a:pt x="6668" y="48006"/>
                        <a:pt x="6382" y="47434"/>
                      </a:cubicBezTo>
                      <a:cubicBezTo>
                        <a:pt x="7334" y="46387"/>
                        <a:pt x="7906" y="44767"/>
                        <a:pt x="8287" y="42672"/>
                      </a:cubicBezTo>
                      <a:cubicBezTo>
                        <a:pt x="8573" y="41053"/>
                        <a:pt x="8763" y="39433"/>
                        <a:pt x="8954" y="37814"/>
                      </a:cubicBezTo>
                      <a:cubicBezTo>
                        <a:pt x="9811" y="37433"/>
                        <a:pt x="10287" y="36481"/>
                        <a:pt x="10573" y="34957"/>
                      </a:cubicBezTo>
                      <a:cubicBezTo>
                        <a:pt x="10859" y="33433"/>
                        <a:pt x="11335" y="32480"/>
                        <a:pt x="12002" y="32004"/>
                      </a:cubicBezTo>
                      <a:cubicBezTo>
                        <a:pt x="11716" y="31528"/>
                        <a:pt x="11621" y="30956"/>
                        <a:pt x="11621" y="30385"/>
                      </a:cubicBezTo>
                      <a:cubicBezTo>
                        <a:pt x="11621" y="29813"/>
                        <a:pt x="11621" y="29146"/>
                        <a:pt x="11906" y="28289"/>
                      </a:cubicBezTo>
                      <a:cubicBezTo>
                        <a:pt x="12097" y="27432"/>
                        <a:pt x="12192" y="26861"/>
                        <a:pt x="12192" y="26670"/>
                      </a:cubicBezTo>
                      <a:cubicBezTo>
                        <a:pt x="12764" y="26289"/>
                        <a:pt x="13145" y="25813"/>
                        <a:pt x="13145" y="25241"/>
                      </a:cubicBezTo>
                      <a:lnTo>
                        <a:pt x="13145" y="24289"/>
                      </a:lnTo>
                      <a:cubicBezTo>
                        <a:pt x="13145" y="23527"/>
                        <a:pt x="13621" y="22860"/>
                        <a:pt x="14478" y="22288"/>
                      </a:cubicBezTo>
                      <a:cubicBezTo>
                        <a:pt x="14002" y="21527"/>
                        <a:pt x="14002" y="20193"/>
                        <a:pt x="14478" y="18383"/>
                      </a:cubicBezTo>
                      <a:cubicBezTo>
                        <a:pt x="15716" y="18193"/>
                        <a:pt x="16193" y="17336"/>
                        <a:pt x="15907" y="15907"/>
                      </a:cubicBezTo>
                      <a:cubicBezTo>
                        <a:pt x="15526" y="14192"/>
                        <a:pt x="15621" y="13145"/>
                        <a:pt x="15907" y="12859"/>
                      </a:cubicBezTo>
                      <a:cubicBezTo>
                        <a:pt x="17431" y="11144"/>
                        <a:pt x="18574" y="10287"/>
                        <a:pt x="19526" y="10287"/>
                      </a:cubicBezTo>
                      <a:cubicBezTo>
                        <a:pt x="20193" y="10287"/>
                        <a:pt x="20764" y="10573"/>
                        <a:pt x="21146" y="11240"/>
                      </a:cubicBezTo>
                      <a:cubicBezTo>
                        <a:pt x="21336" y="11240"/>
                        <a:pt x="21431" y="10858"/>
                        <a:pt x="21431" y="10382"/>
                      </a:cubicBezTo>
                      <a:cubicBezTo>
                        <a:pt x="21622" y="10287"/>
                        <a:pt x="21813" y="10192"/>
                        <a:pt x="22003" y="10192"/>
                      </a:cubicBezTo>
                      <a:cubicBezTo>
                        <a:pt x="22193" y="10192"/>
                        <a:pt x="22574" y="10192"/>
                        <a:pt x="23051" y="10382"/>
                      </a:cubicBezTo>
                      <a:cubicBezTo>
                        <a:pt x="23527" y="10478"/>
                        <a:pt x="23908" y="10573"/>
                        <a:pt x="24099" y="10573"/>
                      </a:cubicBezTo>
                      <a:cubicBezTo>
                        <a:pt x="24765" y="10573"/>
                        <a:pt x="25241" y="10287"/>
                        <a:pt x="25527" y="9716"/>
                      </a:cubicBezTo>
                      <a:cubicBezTo>
                        <a:pt x="25813" y="9906"/>
                        <a:pt x="26289" y="10287"/>
                        <a:pt x="27147" y="10858"/>
                      </a:cubicBezTo>
                      <a:cubicBezTo>
                        <a:pt x="27337" y="10382"/>
                        <a:pt x="27718" y="10192"/>
                        <a:pt x="28099" y="10192"/>
                      </a:cubicBezTo>
                      <a:cubicBezTo>
                        <a:pt x="28385" y="10192"/>
                        <a:pt x="28766" y="10192"/>
                        <a:pt x="29433" y="10478"/>
                      </a:cubicBezTo>
                      <a:cubicBezTo>
                        <a:pt x="30099" y="10668"/>
                        <a:pt x="30575" y="10763"/>
                        <a:pt x="30956" y="10763"/>
                      </a:cubicBezTo>
                      <a:cubicBezTo>
                        <a:pt x="31242" y="10763"/>
                        <a:pt x="31432" y="10763"/>
                        <a:pt x="31718" y="10573"/>
                      </a:cubicBezTo>
                      <a:cubicBezTo>
                        <a:pt x="32385" y="10954"/>
                        <a:pt x="33147" y="11430"/>
                        <a:pt x="33814" y="11906"/>
                      </a:cubicBezTo>
                      <a:cubicBezTo>
                        <a:pt x="34480" y="12383"/>
                        <a:pt x="34862" y="13049"/>
                        <a:pt x="34862" y="13811"/>
                      </a:cubicBezTo>
                      <a:cubicBezTo>
                        <a:pt x="34862" y="14002"/>
                        <a:pt x="34862" y="14288"/>
                        <a:pt x="34862" y="14478"/>
                      </a:cubicBezTo>
                      <a:lnTo>
                        <a:pt x="36290" y="14288"/>
                      </a:lnTo>
                      <a:cubicBezTo>
                        <a:pt x="36100" y="14954"/>
                        <a:pt x="35909" y="15716"/>
                        <a:pt x="35909" y="16478"/>
                      </a:cubicBezTo>
                      <a:cubicBezTo>
                        <a:pt x="35909" y="18098"/>
                        <a:pt x="36481" y="19907"/>
                        <a:pt x="37815" y="22003"/>
                      </a:cubicBezTo>
                      <a:lnTo>
                        <a:pt x="36290" y="22670"/>
                      </a:lnTo>
                      <a:lnTo>
                        <a:pt x="37815" y="23241"/>
                      </a:lnTo>
                      <a:cubicBezTo>
                        <a:pt x="37815" y="23241"/>
                        <a:pt x="37148" y="23432"/>
                        <a:pt x="36576" y="23908"/>
                      </a:cubicBezTo>
                      <a:lnTo>
                        <a:pt x="36576" y="24289"/>
                      </a:lnTo>
                      <a:cubicBezTo>
                        <a:pt x="36576" y="24289"/>
                        <a:pt x="37719" y="24289"/>
                        <a:pt x="38767" y="24575"/>
                      </a:cubicBezTo>
                      <a:lnTo>
                        <a:pt x="37624" y="26384"/>
                      </a:lnTo>
                      <a:cubicBezTo>
                        <a:pt x="38862" y="27908"/>
                        <a:pt x="40005" y="28670"/>
                        <a:pt x="40957" y="28670"/>
                      </a:cubicBezTo>
                      <a:lnTo>
                        <a:pt x="40957" y="29337"/>
                      </a:lnTo>
                      <a:cubicBezTo>
                        <a:pt x="40577" y="28766"/>
                        <a:pt x="40291" y="28575"/>
                        <a:pt x="40100" y="28670"/>
                      </a:cubicBezTo>
                      <a:cubicBezTo>
                        <a:pt x="39910" y="29432"/>
                        <a:pt x="39814" y="30194"/>
                        <a:pt x="39814" y="31052"/>
                      </a:cubicBezTo>
                      <a:cubicBezTo>
                        <a:pt x="39814" y="32766"/>
                        <a:pt x="40196" y="34195"/>
                        <a:pt x="40957" y="35052"/>
                      </a:cubicBezTo>
                      <a:cubicBezTo>
                        <a:pt x="40767" y="35242"/>
                        <a:pt x="40672" y="35528"/>
                        <a:pt x="40672" y="35719"/>
                      </a:cubicBezTo>
                      <a:cubicBezTo>
                        <a:pt x="40672" y="35909"/>
                        <a:pt x="40863" y="36290"/>
                        <a:pt x="41243" y="36576"/>
                      </a:cubicBezTo>
                      <a:cubicBezTo>
                        <a:pt x="41624" y="36957"/>
                        <a:pt x="41815" y="37243"/>
                        <a:pt x="41815" y="37624"/>
                      </a:cubicBezTo>
                      <a:cubicBezTo>
                        <a:pt x="41815" y="37719"/>
                        <a:pt x="41815" y="37909"/>
                        <a:pt x="41529" y="38195"/>
                      </a:cubicBezTo>
                      <a:lnTo>
                        <a:pt x="42482" y="38576"/>
                      </a:lnTo>
                      <a:cubicBezTo>
                        <a:pt x="43053" y="41624"/>
                        <a:pt x="43339" y="43529"/>
                        <a:pt x="43529" y="44101"/>
                      </a:cubicBezTo>
                      <a:cubicBezTo>
                        <a:pt x="44005" y="46196"/>
                        <a:pt x="44672" y="48006"/>
                        <a:pt x="45625" y="49435"/>
                      </a:cubicBezTo>
                      <a:cubicBezTo>
                        <a:pt x="44863" y="50483"/>
                        <a:pt x="45148" y="51340"/>
                        <a:pt x="46292" y="51911"/>
                      </a:cubicBezTo>
                      <a:cubicBezTo>
                        <a:pt x="46197" y="54578"/>
                        <a:pt x="46577" y="56483"/>
                        <a:pt x="47435" y="57436"/>
                      </a:cubicBezTo>
                      <a:cubicBezTo>
                        <a:pt x="47435" y="60008"/>
                        <a:pt x="48101" y="61341"/>
                        <a:pt x="49339" y="61341"/>
                      </a:cubicBezTo>
                      <a:close/>
                      <a:moveTo>
                        <a:pt x="2477" y="11525"/>
                      </a:moveTo>
                      <a:lnTo>
                        <a:pt x="1810" y="12192"/>
                      </a:lnTo>
                      <a:lnTo>
                        <a:pt x="858" y="11144"/>
                      </a:lnTo>
                      <a:lnTo>
                        <a:pt x="2381" y="11525"/>
                      </a:lnTo>
                      <a:close/>
                      <a:moveTo>
                        <a:pt x="3810" y="23622"/>
                      </a:moveTo>
                      <a:lnTo>
                        <a:pt x="4286" y="25146"/>
                      </a:lnTo>
                      <a:lnTo>
                        <a:pt x="3048" y="27051"/>
                      </a:lnTo>
                      <a:lnTo>
                        <a:pt x="3810" y="23622"/>
                      </a:lnTo>
                      <a:close/>
                      <a:moveTo>
                        <a:pt x="4858" y="16478"/>
                      </a:moveTo>
                      <a:cubicBezTo>
                        <a:pt x="4858" y="16478"/>
                        <a:pt x="4477" y="16764"/>
                        <a:pt x="4096" y="17145"/>
                      </a:cubicBezTo>
                      <a:lnTo>
                        <a:pt x="3906" y="16288"/>
                      </a:lnTo>
                      <a:lnTo>
                        <a:pt x="4953" y="16478"/>
                      </a:lnTo>
                      <a:close/>
                      <a:moveTo>
                        <a:pt x="11811" y="18098"/>
                      </a:moveTo>
                      <a:cubicBezTo>
                        <a:pt x="11430" y="17240"/>
                        <a:pt x="10668" y="16859"/>
                        <a:pt x="9620" y="17145"/>
                      </a:cubicBezTo>
                      <a:lnTo>
                        <a:pt x="9335" y="17431"/>
                      </a:lnTo>
                      <a:cubicBezTo>
                        <a:pt x="9335" y="16859"/>
                        <a:pt x="9525" y="16669"/>
                        <a:pt x="9811" y="16669"/>
                      </a:cubicBezTo>
                      <a:cubicBezTo>
                        <a:pt x="9811" y="16669"/>
                        <a:pt x="10192" y="16669"/>
                        <a:pt x="10668" y="16954"/>
                      </a:cubicBezTo>
                      <a:cubicBezTo>
                        <a:pt x="11145" y="17050"/>
                        <a:pt x="11430" y="17050"/>
                        <a:pt x="11716" y="16954"/>
                      </a:cubicBezTo>
                      <a:lnTo>
                        <a:pt x="11716" y="18193"/>
                      </a:lnTo>
                      <a:close/>
                      <a:moveTo>
                        <a:pt x="10478" y="44101"/>
                      </a:moveTo>
                      <a:lnTo>
                        <a:pt x="10478" y="42577"/>
                      </a:lnTo>
                      <a:lnTo>
                        <a:pt x="10287" y="42577"/>
                      </a:lnTo>
                      <a:lnTo>
                        <a:pt x="10287" y="44101"/>
                      </a:lnTo>
                      <a:lnTo>
                        <a:pt x="10478" y="44101"/>
                      </a:lnTo>
                      <a:close/>
                      <a:moveTo>
                        <a:pt x="14954" y="19336"/>
                      </a:moveTo>
                      <a:lnTo>
                        <a:pt x="16669" y="18383"/>
                      </a:lnTo>
                      <a:lnTo>
                        <a:pt x="16383" y="17431"/>
                      </a:lnTo>
                      <a:lnTo>
                        <a:pt x="14859" y="19431"/>
                      </a:lnTo>
                      <a:close/>
                      <a:moveTo>
                        <a:pt x="16669" y="30385"/>
                      </a:moveTo>
                      <a:lnTo>
                        <a:pt x="18193" y="30766"/>
                      </a:lnTo>
                      <a:lnTo>
                        <a:pt x="18002" y="30385"/>
                      </a:lnTo>
                      <a:lnTo>
                        <a:pt x="16764" y="30385"/>
                      </a:lnTo>
                      <a:close/>
                      <a:moveTo>
                        <a:pt x="17907" y="28861"/>
                      </a:moveTo>
                      <a:lnTo>
                        <a:pt x="18574" y="28480"/>
                      </a:lnTo>
                      <a:lnTo>
                        <a:pt x="17907" y="27908"/>
                      </a:lnTo>
                      <a:lnTo>
                        <a:pt x="17907" y="28861"/>
                      </a:lnTo>
                      <a:close/>
                      <a:moveTo>
                        <a:pt x="18574" y="15526"/>
                      </a:moveTo>
                      <a:lnTo>
                        <a:pt x="19621" y="15240"/>
                      </a:lnTo>
                      <a:lnTo>
                        <a:pt x="18193" y="14859"/>
                      </a:lnTo>
                      <a:lnTo>
                        <a:pt x="18574" y="15526"/>
                      </a:lnTo>
                      <a:close/>
                      <a:moveTo>
                        <a:pt x="18860" y="5525"/>
                      </a:moveTo>
                      <a:lnTo>
                        <a:pt x="19336" y="6477"/>
                      </a:lnTo>
                      <a:lnTo>
                        <a:pt x="18669" y="6477"/>
                      </a:lnTo>
                      <a:lnTo>
                        <a:pt x="18955" y="5525"/>
                      </a:lnTo>
                      <a:close/>
                      <a:moveTo>
                        <a:pt x="21813" y="3334"/>
                      </a:moveTo>
                      <a:cubicBezTo>
                        <a:pt x="21813" y="3334"/>
                        <a:pt x="21146" y="2858"/>
                        <a:pt x="21146" y="2381"/>
                      </a:cubicBezTo>
                      <a:lnTo>
                        <a:pt x="21146" y="1238"/>
                      </a:lnTo>
                      <a:lnTo>
                        <a:pt x="23336" y="0"/>
                      </a:lnTo>
                      <a:cubicBezTo>
                        <a:pt x="23336" y="0"/>
                        <a:pt x="23051" y="476"/>
                        <a:pt x="22479" y="762"/>
                      </a:cubicBezTo>
                      <a:cubicBezTo>
                        <a:pt x="21907" y="1048"/>
                        <a:pt x="21622" y="1333"/>
                        <a:pt x="21622" y="1619"/>
                      </a:cubicBezTo>
                      <a:cubicBezTo>
                        <a:pt x="21622" y="1810"/>
                        <a:pt x="21717" y="2000"/>
                        <a:pt x="22003" y="2191"/>
                      </a:cubicBezTo>
                      <a:cubicBezTo>
                        <a:pt x="22003" y="2572"/>
                        <a:pt x="22003" y="2953"/>
                        <a:pt x="21717" y="3334"/>
                      </a:cubicBezTo>
                      <a:close/>
                      <a:moveTo>
                        <a:pt x="24003" y="7429"/>
                      </a:moveTo>
                      <a:lnTo>
                        <a:pt x="24575" y="7429"/>
                      </a:lnTo>
                      <a:lnTo>
                        <a:pt x="23622" y="9049"/>
                      </a:lnTo>
                      <a:lnTo>
                        <a:pt x="24003" y="7429"/>
                      </a:lnTo>
                      <a:close/>
                      <a:moveTo>
                        <a:pt x="24003" y="18574"/>
                      </a:moveTo>
                      <a:lnTo>
                        <a:pt x="24003" y="17621"/>
                      </a:lnTo>
                      <a:lnTo>
                        <a:pt x="23622" y="17621"/>
                      </a:lnTo>
                      <a:lnTo>
                        <a:pt x="23622" y="18574"/>
                      </a:lnTo>
                      <a:lnTo>
                        <a:pt x="24003" y="18574"/>
                      </a:lnTo>
                      <a:close/>
                      <a:moveTo>
                        <a:pt x="28004" y="6096"/>
                      </a:moveTo>
                      <a:lnTo>
                        <a:pt x="28004" y="7429"/>
                      </a:lnTo>
                      <a:lnTo>
                        <a:pt x="27147" y="5239"/>
                      </a:lnTo>
                      <a:cubicBezTo>
                        <a:pt x="27718" y="5239"/>
                        <a:pt x="28004" y="5525"/>
                        <a:pt x="28004" y="6096"/>
                      </a:cubicBezTo>
                      <a:close/>
                      <a:moveTo>
                        <a:pt x="29528" y="17907"/>
                      </a:moveTo>
                      <a:lnTo>
                        <a:pt x="31338" y="17240"/>
                      </a:lnTo>
                      <a:lnTo>
                        <a:pt x="30385" y="17240"/>
                      </a:lnTo>
                      <a:lnTo>
                        <a:pt x="29528" y="17907"/>
                      </a:lnTo>
                      <a:close/>
                      <a:moveTo>
                        <a:pt x="29528" y="24098"/>
                      </a:moveTo>
                      <a:lnTo>
                        <a:pt x="29813" y="23146"/>
                      </a:lnTo>
                      <a:lnTo>
                        <a:pt x="29528" y="22860"/>
                      </a:lnTo>
                      <a:lnTo>
                        <a:pt x="29528" y="24098"/>
                      </a:lnTo>
                      <a:close/>
                      <a:moveTo>
                        <a:pt x="32290" y="49530"/>
                      </a:moveTo>
                      <a:cubicBezTo>
                        <a:pt x="32290" y="49530"/>
                        <a:pt x="32576" y="49530"/>
                        <a:pt x="32861" y="49721"/>
                      </a:cubicBezTo>
                      <a:lnTo>
                        <a:pt x="33052" y="49530"/>
                      </a:lnTo>
                      <a:lnTo>
                        <a:pt x="32195" y="48673"/>
                      </a:lnTo>
                      <a:lnTo>
                        <a:pt x="33433" y="49149"/>
                      </a:lnTo>
                      <a:cubicBezTo>
                        <a:pt x="32766" y="49911"/>
                        <a:pt x="32290" y="50197"/>
                        <a:pt x="32195" y="50197"/>
                      </a:cubicBezTo>
                      <a:lnTo>
                        <a:pt x="32195" y="49530"/>
                      </a:lnTo>
                      <a:close/>
                      <a:moveTo>
                        <a:pt x="34671" y="34004"/>
                      </a:moveTo>
                      <a:cubicBezTo>
                        <a:pt x="35243" y="33719"/>
                        <a:pt x="35529" y="33242"/>
                        <a:pt x="35433" y="32480"/>
                      </a:cubicBezTo>
                      <a:cubicBezTo>
                        <a:pt x="34671" y="32671"/>
                        <a:pt x="34195" y="33147"/>
                        <a:pt x="34195" y="33814"/>
                      </a:cubicBezTo>
                      <a:cubicBezTo>
                        <a:pt x="34386" y="34004"/>
                        <a:pt x="34576" y="34100"/>
                        <a:pt x="34671" y="34004"/>
                      </a:cubicBezTo>
                      <a:close/>
                      <a:moveTo>
                        <a:pt x="35433" y="21908"/>
                      </a:moveTo>
                      <a:lnTo>
                        <a:pt x="34480" y="21908"/>
                      </a:lnTo>
                      <a:lnTo>
                        <a:pt x="34671" y="24194"/>
                      </a:lnTo>
                      <a:lnTo>
                        <a:pt x="35433" y="21908"/>
                      </a:lnTo>
                      <a:close/>
                      <a:moveTo>
                        <a:pt x="35433" y="30099"/>
                      </a:moveTo>
                      <a:cubicBezTo>
                        <a:pt x="35433" y="30099"/>
                        <a:pt x="35243" y="29718"/>
                        <a:pt x="35243" y="29528"/>
                      </a:cubicBezTo>
                      <a:cubicBezTo>
                        <a:pt x="35243" y="29146"/>
                        <a:pt x="35529" y="28861"/>
                        <a:pt x="36100" y="28861"/>
                      </a:cubicBezTo>
                      <a:lnTo>
                        <a:pt x="36672" y="28861"/>
                      </a:lnTo>
                      <a:lnTo>
                        <a:pt x="36672" y="28480"/>
                      </a:lnTo>
                      <a:cubicBezTo>
                        <a:pt x="36672" y="28480"/>
                        <a:pt x="36386" y="28480"/>
                        <a:pt x="36195" y="28480"/>
                      </a:cubicBezTo>
                      <a:cubicBezTo>
                        <a:pt x="35814" y="28480"/>
                        <a:pt x="35433" y="28670"/>
                        <a:pt x="35147" y="29051"/>
                      </a:cubicBezTo>
                      <a:cubicBezTo>
                        <a:pt x="34862" y="29432"/>
                        <a:pt x="34671" y="29813"/>
                        <a:pt x="34671" y="30194"/>
                      </a:cubicBezTo>
                      <a:lnTo>
                        <a:pt x="35433" y="30194"/>
                      </a:lnTo>
                      <a:close/>
                      <a:moveTo>
                        <a:pt x="35719" y="43625"/>
                      </a:moveTo>
                      <a:cubicBezTo>
                        <a:pt x="35719" y="43625"/>
                        <a:pt x="35814" y="43339"/>
                        <a:pt x="36100" y="42958"/>
                      </a:cubicBezTo>
                      <a:cubicBezTo>
                        <a:pt x="35719" y="42958"/>
                        <a:pt x="35529" y="42958"/>
                        <a:pt x="35529" y="43148"/>
                      </a:cubicBezTo>
                      <a:cubicBezTo>
                        <a:pt x="35433" y="43339"/>
                        <a:pt x="35338" y="43529"/>
                        <a:pt x="35147" y="43529"/>
                      </a:cubicBezTo>
                      <a:lnTo>
                        <a:pt x="35814" y="43529"/>
                      </a:lnTo>
                      <a:close/>
                      <a:moveTo>
                        <a:pt x="36100" y="9334"/>
                      </a:moveTo>
                      <a:lnTo>
                        <a:pt x="36767" y="8668"/>
                      </a:lnTo>
                      <a:lnTo>
                        <a:pt x="35814" y="7811"/>
                      </a:lnTo>
                      <a:lnTo>
                        <a:pt x="36386" y="7144"/>
                      </a:lnTo>
                      <a:lnTo>
                        <a:pt x="37433" y="9049"/>
                      </a:lnTo>
                      <a:lnTo>
                        <a:pt x="36195" y="9239"/>
                      </a:lnTo>
                      <a:close/>
                      <a:moveTo>
                        <a:pt x="40005" y="48768"/>
                      </a:moveTo>
                      <a:lnTo>
                        <a:pt x="40005" y="47720"/>
                      </a:lnTo>
                      <a:cubicBezTo>
                        <a:pt x="40005" y="47720"/>
                        <a:pt x="39910" y="47911"/>
                        <a:pt x="39338" y="48196"/>
                      </a:cubicBezTo>
                      <a:cubicBezTo>
                        <a:pt x="39148" y="48101"/>
                        <a:pt x="38958" y="47911"/>
                        <a:pt x="38767" y="47625"/>
                      </a:cubicBezTo>
                      <a:cubicBezTo>
                        <a:pt x="38576" y="47339"/>
                        <a:pt x="38386" y="47244"/>
                        <a:pt x="38291" y="47244"/>
                      </a:cubicBezTo>
                      <a:cubicBezTo>
                        <a:pt x="38195" y="47244"/>
                        <a:pt x="38005" y="47339"/>
                        <a:pt x="37719" y="47530"/>
                      </a:cubicBezTo>
                      <a:lnTo>
                        <a:pt x="39910" y="48768"/>
                      </a:lnTo>
                      <a:close/>
                      <a:moveTo>
                        <a:pt x="41910" y="48387"/>
                      </a:moveTo>
                      <a:cubicBezTo>
                        <a:pt x="41910" y="48387"/>
                        <a:pt x="42006" y="48387"/>
                        <a:pt x="41910" y="48292"/>
                      </a:cubicBezTo>
                      <a:lnTo>
                        <a:pt x="41624" y="46292"/>
                      </a:lnTo>
                      <a:cubicBezTo>
                        <a:pt x="41624" y="46292"/>
                        <a:pt x="41339" y="46768"/>
                        <a:pt x="41339" y="46958"/>
                      </a:cubicBezTo>
                      <a:cubicBezTo>
                        <a:pt x="41339" y="46863"/>
                        <a:pt x="41529" y="47244"/>
                        <a:pt x="42006" y="48387"/>
                      </a:cubicBezTo>
                      <a:lnTo>
                        <a:pt x="42006" y="48387"/>
                      </a:lnTo>
                      <a:close/>
                      <a:moveTo>
                        <a:pt x="45530" y="476"/>
                      </a:moveTo>
                      <a:lnTo>
                        <a:pt x="45530" y="1238"/>
                      </a:lnTo>
                      <a:lnTo>
                        <a:pt x="44387" y="1238"/>
                      </a:lnTo>
                      <a:lnTo>
                        <a:pt x="45530" y="476"/>
                      </a:lnTo>
                      <a:close/>
                      <a:moveTo>
                        <a:pt x="46197" y="13335"/>
                      </a:moveTo>
                      <a:lnTo>
                        <a:pt x="45339" y="14192"/>
                      </a:lnTo>
                      <a:lnTo>
                        <a:pt x="46197" y="12859"/>
                      </a:lnTo>
                      <a:lnTo>
                        <a:pt x="46197" y="13240"/>
                      </a:lnTo>
                      <a:close/>
                      <a:moveTo>
                        <a:pt x="50864" y="27432"/>
                      </a:moveTo>
                      <a:lnTo>
                        <a:pt x="50197" y="28099"/>
                      </a:lnTo>
                      <a:lnTo>
                        <a:pt x="49721" y="28099"/>
                      </a:lnTo>
                      <a:lnTo>
                        <a:pt x="50864" y="27432"/>
                      </a:lnTo>
                      <a:close/>
                      <a:moveTo>
                        <a:pt x="50578" y="13907"/>
                      </a:moveTo>
                      <a:cubicBezTo>
                        <a:pt x="50578" y="13907"/>
                        <a:pt x="50292" y="13907"/>
                        <a:pt x="50292" y="13430"/>
                      </a:cubicBezTo>
                      <a:cubicBezTo>
                        <a:pt x="50292" y="13049"/>
                        <a:pt x="50292" y="12859"/>
                        <a:pt x="50292" y="12859"/>
                      </a:cubicBezTo>
                      <a:lnTo>
                        <a:pt x="50673" y="12859"/>
                      </a:lnTo>
                      <a:lnTo>
                        <a:pt x="50673" y="13907"/>
                      </a:lnTo>
                      <a:close/>
                      <a:moveTo>
                        <a:pt x="62294" y="7334"/>
                      </a:moveTo>
                      <a:cubicBezTo>
                        <a:pt x="62294" y="7334"/>
                        <a:pt x="62294" y="6858"/>
                        <a:pt x="62484" y="6667"/>
                      </a:cubicBezTo>
                      <a:cubicBezTo>
                        <a:pt x="62579" y="6382"/>
                        <a:pt x="62770" y="6287"/>
                        <a:pt x="62961" y="6382"/>
                      </a:cubicBezTo>
                      <a:lnTo>
                        <a:pt x="62961" y="7334"/>
                      </a:lnTo>
                      <a:lnTo>
                        <a:pt x="62294" y="7334"/>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 name="Google Shape;951;p99"/>
                <p:cNvSpPr/>
                <p:nvPr/>
              </p:nvSpPr>
              <p:spPr>
                <a:xfrm>
                  <a:off x="7658957" y="2379345"/>
                  <a:ext cx="54958" cy="74866"/>
                </a:xfrm>
                <a:custGeom>
                  <a:avLst/>
                  <a:gdLst/>
                  <a:ahLst/>
                  <a:cxnLst/>
                  <a:rect l="l" t="t" r="r" b="b"/>
                  <a:pathLst>
                    <a:path w="54958" h="74866" extrusionOk="0">
                      <a:moveTo>
                        <a:pt x="46387" y="36100"/>
                      </a:moveTo>
                      <a:cubicBezTo>
                        <a:pt x="46387" y="36100"/>
                        <a:pt x="46387" y="35623"/>
                        <a:pt x="46101" y="35433"/>
                      </a:cubicBezTo>
                      <a:lnTo>
                        <a:pt x="45910" y="35433"/>
                      </a:lnTo>
                      <a:cubicBezTo>
                        <a:pt x="45910" y="35433"/>
                        <a:pt x="46101" y="35719"/>
                        <a:pt x="46101" y="35909"/>
                      </a:cubicBezTo>
                      <a:cubicBezTo>
                        <a:pt x="46101" y="36100"/>
                        <a:pt x="45910" y="36481"/>
                        <a:pt x="45625" y="36957"/>
                      </a:cubicBezTo>
                      <a:cubicBezTo>
                        <a:pt x="45339" y="37433"/>
                        <a:pt x="45244" y="37814"/>
                        <a:pt x="45244" y="38100"/>
                      </a:cubicBezTo>
                      <a:cubicBezTo>
                        <a:pt x="45244" y="38481"/>
                        <a:pt x="45434" y="38862"/>
                        <a:pt x="45910" y="39148"/>
                      </a:cubicBezTo>
                      <a:cubicBezTo>
                        <a:pt x="45910" y="39148"/>
                        <a:pt x="45815" y="39529"/>
                        <a:pt x="45529" y="39910"/>
                      </a:cubicBezTo>
                      <a:cubicBezTo>
                        <a:pt x="45244" y="40291"/>
                        <a:pt x="45148" y="40672"/>
                        <a:pt x="45339" y="40958"/>
                      </a:cubicBezTo>
                      <a:lnTo>
                        <a:pt x="45529" y="41243"/>
                      </a:lnTo>
                      <a:cubicBezTo>
                        <a:pt x="45529" y="41243"/>
                        <a:pt x="44862" y="41624"/>
                        <a:pt x="44386" y="41624"/>
                      </a:cubicBezTo>
                      <a:lnTo>
                        <a:pt x="43053" y="41624"/>
                      </a:lnTo>
                      <a:cubicBezTo>
                        <a:pt x="43053" y="41624"/>
                        <a:pt x="42767" y="41148"/>
                        <a:pt x="42576" y="40862"/>
                      </a:cubicBezTo>
                      <a:cubicBezTo>
                        <a:pt x="42386" y="40672"/>
                        <a:pt x="42100" y="40576"/>
                        <a:pt x="41719" y="40672"/>
                      </a:cubicBezTo>
                      <a:cubicBezTo>
                        <a:pt x="41243" y="41148"/>
                        <a:pt x="41053" y="41434"/>
                        <a:pt x="41053" y="41719"/>
                      </a:cubicBezTo>
                      <a:cubicBezTo>
                        <a:pt x="41053" y="42005"/>
                        <a:pt x="41529" y="42196"/>
                        <a:pt x="42481" y="42386"/>
                      </a:cubicBezTo>
                      <a:cubicBezTo>
                        <a:pt x="43529" y="42481"/>
                        <a:pt x="44005" y="42767"/>
                        <a:pt x="44196" y="43243"/>
                      </a:cubicBezTo>
                      <a:lnTo>
                        <a:pt x="45053" y="42291"/>
                      </a:lnTo>
                      <a:lnTo>
                        <a:pt x="44672" y="46958"/>
                      </a:lnTo>
                      <a:cubicBezTo>
                        <a:pt x="44672" y="46387"/>
                        <a:pt x="44672" y="46006"/>
                        <a:pt x="44386" y="45910"/>
                      </a:cubicBezTo>
                      <a:cubicBezTo>
                        <a:pt x="44386" y="45910"/>
                        <a:pt x="44196" y="46101"/>
                        <a:pt x="43529" y="46577"/>
                      </a:cubicBezTo>
                      <a:cubicBezTo>
                        <a:pt x="43910" y="46958"/>
                        <a:pt x="44672" y="48387"/>
                        <a:pt x="45625" y="50863"/>
                      </a:cubicBezTo>
                      <a:cubicBezTo>
                        <a:pt x="45339" y="50863"/>
                        <a:pt x="44862" y="50483"/>
                        <a:pt x="44386" y="50006"/>
                      </a:cubicBezTo>
                      <a:cubicBezTo>
                        <a:pt x="44386" y="50768"/>
                        <a:pt x="44577" y="51625"/>
                        <a:pt x="44672" y="52483"/>
                      </a:cubicBezTo>
                      <a:cubicBezTo>
                        <a:pt x="44672" y="53340"/>
                        <a:pt x="44958" y="54102"/>
                        <a:pt x="45339" y="54864"/>
                      </a:cubicBezTo>
                      <a:cubicBezTo>
                        <a:pt x="44767" y="55721"/>
                        <a:pt x="44196" y="55817"/>
                        <a:pt x="43719" y="55150"/>
                      </a:cubicBezTo>
                      <a:cubicBezTo>
                        <a:pt x="43339" y="54673"/>
                        <a:pt x="43053" y="55054"/>
                        <a:pt x="42863" y="56102"/>
                      </a:cubicBezTo>
                      <a:cubicBezTo>
                        <a:pt x="42957" y="56483"/>
                        <a:pt x="43243" y="56674"/>
                        <a:pt x="43529" y="56769"/>
                      </a:cubicBezTo>
                      <a:cubicBezTo>
                        <a:pt x="43910" y="56769"/>
                        <a:pt x="44005" y="56769"/>
                        <a:pt x="44005" y="56959"/>
                      </a:cubicBezTo>
                      <a:cubicBezTo>
                        <a:pt x="44005" y="57055"/>
                        <a:pt x="44005" y="57341"/>
                        <a:pt x="43624" y="57721"/>
                      </a:cubicBezTo>
                      <a:cubicBezTo>
                        <a:pt x="42481" y="58198"/>
                        <a:pt x="41624" y="58960"/>
                        <a:pt x="41243" y="60008"/>
                      </a:cubicBezTo>
                      <a:cubicBezTo>
                        <a:pt x="40862" y="61055"/>
                        <a:pt x="40005" y="61817"/>
                        <a:pt x="38766" y="62389"/>
                      </a:cubicBezTo>
                      <a:cubicBezTo>
                        <a:pt x="38576" y="62675"/>
                        <a:pt x="38100" y="63055"/>
                        <a:pt x="37529" y="63341"/>
                      </a:cubicBezTo>
                      <a:cubicBezTo>
                        <a:pt x="36862" y="63627"/>
                        <a:pt x="36385" y="63722"/>
                        <a:pt x="36004" y="63627"/>
                      </a:cubicBezTo>
                      <a:lnTo>
                        <a:pt x="34861" y="65151"/>
                      </a:lnTo>
                      <a:lnTo>
                        <a:pt x="35052" y="65532"/>
                      </a:lnTo>
                      <a:cubicBezTo>
                        <a:pt x="33432" y="64865"/>
                        <a:pt x="31622" y="64484"/>
                        <a:pt x="29623" y="64484"/>
                      </a:cubicBezTo>
                      <a:lnTo>
                        <a:pt x="27622" y="64484"/>
                      </a:lnTo>
                      <a:cubicBezTo>
                        <a:pt x="26289" y="64484"/>
                        <a:pt x="25050" y="64484"/>
                        <a:pt x="24003" y="64198"/>
                      </a:cubicBezTo>
                      <a:cubicBezTo>
                        <a:pt x="23622" y="63341"/>
                        <a:pt x="23146" y="62865"/>
                        <a:pt x="22574" y="62865"/>
                      </a:cubicBezTo>
                      <a:cubicBezTo>
                        <a:pt x="22193" y="62865"/>
                        <a:pt x="21621" y="63151"/>
                        <a:pt x="20955" y="63627"/>
                      </a:cubicBezTo>
                      <a:cubicBezTo>
                        <a:pt x="20193" y="64198"/>
                        <a:pt x="19621" y="64389"/>
                        <a:pt x="19050" y="64389"/>
                      </a:cubicBezTo>
                      <a:cubicBezTo>
                        <a:pt x="18859" y="64389"/>
                        <a:pt x="18669" y="64389"/>
                        <a:pt x="18479" y="64389"/>
                      </a:cubicBezTo>
                      <a:cubicBezTo>
                        <a:pt x="9430" y="64389"/>
                        <a:pt x="3810" y="64389"/>
                        <a:pt x="1714" y="64103"/>
                      </a:cubicBezTo>
                      <a:cubicBezTo>
                        <a:pt x="952" y="63246"/>
                        <a:pt x="571" y="61817"/>
                        <a:pt x="571" y="59722"/>
                      </a:cubicBezTo>
                      <a:lnTo>
                        <a:pt x="571" y="56769"/>
                      </a:lnTo>
                      <a:cubicBezTo>
                        <a:pt x="571" y="55340"/>
                        <a:pt x="381" y="54197"/>
                        <a:pt x="0" y="53530"/>
                      </a:cubicBezTo>
                      <a:cubicBezTo>
                        <a:pt x="571" y="51530"/>
                        <a:pt x="952" y="49244"/>
                        <a:pt x="952" y="46577"/>
                      </a:cubicBezTo>
                      <a:cubicBezTo>
                        <a:pt x="952" y="45244"/>
                        <a:pt x="857" y="42767"/>
                        <a:pt x="571" y="39148"/>
                      </a:cubicBezTo>
                      <a:cubicBezTo>
                        <a:pt x="285" y="36100"/>
                        <a:pt x="190" y="33623"/>
                        <a:pt x="285" y="31813"/>
                      </a:cubicBezTo>
                      <a:lnTo>
                        <a:pt x="285" y="30766"/>
                      </a:lnTo>
                      <a:cubicBezTo>
                        <a:pt x="285" y="30194"/>
                        <a:pt x="571" y="29718"/>
                        <a:pt x="952" y="29432"/>
                      </a:cubicBezTo>
                      <a:cubicBezTo>
                        <a:pt x="952" y="28861"/>
                        <a:pt x="952" y="28194"/>
                        <a:pt x="952" y="27527"/>
                      </a:cubicBezTo>
                      <a:cubicBezTo>
                        <a:pt x="952" y="26860"/>
                        <a:pt x="952" y="25813"/>
                        <a:pt x="952" y="24479"/>
                      </a:cubicBezTo>
                      <a:cubicBezTo>
                        <a:pt x="952" y="23146"/>
                        <a:pt x="1048" y="22288"/>
                        <a:pt x="1048" y="21717"/>
                      </a:cubicBezTo>
                      <a:cubicBezTo>
                        <a:pt x="1048" y="20288"/>
                        <a:pt x="857" y="19241"/>
                        <a:pt x="476" y="18574"/>
                      </a:cubicBezTo>
                      <a:cubicBezTo>
                        <a:pt x="285" y="17526"/>
                        <a:pt x="95" y="16383"/>
                        <a:pt x="95" y="15240"/>
                      </a:cubicBezTo>
                      <a:cubicBezTo>
                        <a:pt x="95" y="14097"/>
                        <a:pt x="285" y="12192"/>
                        <a:pt x="571" y="9716"/>
                      </a:cubicBezTo>
                      <a:cubicBezTo>
                        <a:pt x="857" y="7239"/>
                        <a:pt x="952" y="5334"/>
                        <a:pt x="952" y="4000"/>
                      </a:cubicBezTo>
                      <a:cubicBezTo>
                        <a:pt x="952" y="3143"/>
                        <a:pt x="952" y="2381"/>
                        <a:pt x="857" y="1619"/>
                      </a:cubicBezTo>
                      <a:cubicBezTo>
                        <a:pt x="1428" y="1143"/>
                        <a:pt x="2953" y="571"/>
                        <a:pt x="5524" y="0"/>
                      </a:cubicBezTo>
                      <a:lnTo>
                        <a:pt x="19431" y="381"/>
                      </a:lnTo>
                      <a:cubicBezTo>
                        <a:pt x="20383" y="762"/>
                        <a:pt x="20764" y="1619"/>
                        <a:pt x="20764" y="2953"/>
                      </a:cubicBezTo>
                      <a:cubicBezTo>
                        <a:pt x="20764" y="4572"/>
                        <a:pt x="20764" y="5620"/>
                        <a:pt x="21050" y="5905"/>
                      </a:cubicBezTo>
                      <a:cubicBezTo>
                        <a:pt x="21717" y="6191"/>
                        <a:pt x="22193" y="5715"/>
                        <a:pt x="22574" y="4667"/>
                      </a:cubicBezTo>
                      <a:cubicBezTo>
                        <a:pt x="22574" y="4477"/>
                        <a:pt x="22574" y="4191"/>
                        <a:pt x="22288" y="3619"/>
                      </a:cubicBezTo>
                      <a:cubicBezTo>
                        <a:pt x="22193" y="3048"/>
                        <a:pt x="22097" y="2667"/>
                        <a:pt x="22097" y="2381"/>
                      </a:cubicBezTo>
                      <a:cubicBezTo>
                        <a:pt x="22097" y="1714"/>
                        <a:pt x="22574" y="1333"/>
                        <a:pt x="23431" y="1238"/>
                      </a:cubicBezTo>
                      <a:cubicBezTo>
                        <a:pt x="23717" y="1429"/>
                        <a:pt x="23813" y="1619"/>
                        <a:pt x="24003" y="1619"/>
                      </a:cubicBezTo>
                      <a:cubicBezTo>
                        <a:pt x="24669" y="1619"/>
                        <a:pt x="25050" y="1238"/>
                        <a:pt x="25241" y="381"/>
                      </a:cubicBezTo>
                      <a:lnTo>
                        <a:pt x="36480" y="571"/>
                      </a:lnTo>
                      <a:cubicBezTo>
                        <a:pt x="36671" y="1143"/>
                        <a:pt x="36956" y="1333"/>
                        <a:pt x="37433" y="1333"/>
                      </a:cubicBezTo>
                      <a:cubicBezTo>
                        <a:pt x="37909" y="1333"/>
                        <a:pt x="38195" y="1333"/>
                        <a:pt x="38481" y="1619"/>
                      </a:cubicBezTo>
                      <a:cubicBezTo>
                        <a:pt x="40195" y="2191"/>
                        <a:pt x="41624" y="3238"/>
                        <a:pt x="42672" y="4858"/>
                      </a:cubicBezTo>
                      <a:cubicBezTo>
                        <a:pt x="43529" y="6287"/>
                        <a:pt x="44386" y="7715"/>
                        <a:pt x="45339" y="9144"/>
                      </a:cubicBezTo>
                      <a:cubicBezTo>
                        <a:pt x="44862" y="10573"/>
                        <a:pt x="44672" y="12192"/>
                        <a:pt x="44672" y="13906"/>
                      </a:cubicBezTo>
                      <a:cubicBezTo>
                        <a:pt x="44672" y="15430"/>
                        <a:pt x="44958" y="17717"/>
                        <a:pt x="45529" y="20764"/>
                      </a:cubicBezTo>
                      <a:cubicBezTo>
                        <a:pt x="46005" y="23813"/>
                        <a:pt x="46291" y="26194"/>
                        <a:pt x="46291" y="27813"/>
                      </a:cubicBezTo>
                      <a:cubicBezTo>
                        <a:pt x="46291" y="29432"/>
                        <a:pt x="46101" y="30956"/>
                        <a:pt x="45720" y="32385"/>
                      </a:cubicBezTo>
                      <a:lnTo>
                        <a:pt x="46958" y="33052"/>
                      </a:lnTo>
                      <a:cubicBezTo>
                        <a:pt x="46958" y="33052"/>
                        <a:pt x="46101" y="33433"/>
                        <a:pt x="45339" y="33909"/>
                      </a:cubicBezTo>
                      <a:cubicBezTo>
                        <a:pt x="45339" y="34100"/>
                        <a:pt x="45148" y="34290"/>
                        <a:pt x="45148" y="34480"/>
                      </a:cubicBezTo>
                      <a:cubicBezTo>
                        <a:pt x="45148" y="34766"/>
                        <a:pt x="45434" y="35052"/>
                        <a:pt x="45910" y="35147"/>
                      </a:cubicBezTo>
                      <a:cubicBezTo>
                        <a:pt x="46481" y="35242"/>
                        <a:pt x="46767" y="35338"/>
                        <a:pt x="46863" y="35528"/>
                      </a:cubicBezTo>
                      <a:lnTo>
                        <a:pt x="46196" y="36195"/>
                      </a:lnTo>
                      <a:close/>
                      <a:moveTo>
                        <a:pt x="4953" y="21622"/>
                      </a:moveTo>
                      <a:cubicBezTo>
                        <a:pt x="4953" y="21622"/>
                        <a:pt x="5619" y="21146"/>
                        <a:pt x="5810" y="21146"/>
                      </a:cubicBezTo>
                      <a:cubicBezTo>
                        <a:pt x="5619" y="21050"/>
                        <a:pt x="5524" y="20764"/>
                        <a:pt x="5524" y="20479"/>
                      </a:cubicBezTo>
                      <a:cubicBezTo>
                        <a:pt x="5524" y="20098"/>
                        <a:pt x="5524" y="19812"/>
                        <a:pt x="5524" y="19717"/>
                      </a:cubicBezTo>
                      <a:cubicBezTo>
                        <a:pt x="5143" y="20002"/>
                        <a:pt x="4857" y="20669"/>
                        <a:pt x="4857" y="21622"/>
                      </a:cubicBezTo>
                      <a:close/>
                      <a:moveTo>
                        <a:pt x="43053" y="43529"/>
                      </a:moveTo>
                      <a:cubicBezTo>
                        <a:pt x="42196" y="42958"/>
                        <a:pt x="41338" y="42481"/>
                        <a:pt x="40576" y="41910"/>
                      </a:cubicBezTo>
                      <a:cubicBezTo>
                        <a:pt x="39528" y="41243"/>
                        <a:pt x="38576" y="41053"/>
                        <a:pt x="37814" y="41243"/>
                      </a:cubicBezTo>
                      <a:cubicBezTo>
                        <a:pt x="37433" y="40672"/>
                        <a:pt x="36576" y="40291"/>
                        <a:pt x="35242" y="40196"/>
                      </a:cubicBezTo>
                      <a:cubicBezTo>
                        <a:pt x="33909" y="40196"/>
                        <a:pt x="33051" y="39624"/>
                        <a:pt x="32480" y="38767"/>
                      </a:cubicBezTo>
                      <a:lnTo>
                        <a:pt x="33147" y="38100"/>
                      </a:lnTo>
                      <a:lnTo>
                        <a:pt x="32289" y="37243"/>
                      </a:lnTo>
                      <a:cubicBezTo>
                        <a:pt x="32289" y="34862"/>
                        <a:pt x="32289" y="32480"/>
                        <a:pt x="32385" y="30099"/>
                      </a:cubicBezTo>
                      <a:cubicBezTo>
                        <a:pt x="32385" y="27242"/>
                        <a:pt x="32575" y="24860"/>
                        <a:pt x="32861" y="23050"/>
                      </a:cubicBezTo>
                      <a:cubicBezTo>
                        <a:pt x="32671" y="22574"/>
                        <a:pt x="32575" y="22098"/>
                        <a:pt x="32575" y="21431"/>
                      </a:cubicBezTo>
                      <a:cubicBezTo>
                        <a:pt x="32575" y="20764"/>
                        <a:pt x="32671" y="20193"/>
                        <a:pt x="32861" y="19812"/>
                      </a:cubicBezTo>
                      <a:cubicBezTo>
                        <a:pt x="32861" y="19145"/>
                        <a:pt x="33528" y="18955"/>
                        <a:pt x="34671" y="19336"/>
                      </a:cubicBezTo>
                      <a:lnTo>
                        <a:pt x="34671" y="19336"/>
                      </a:lnTo>
                      <a:cubicBezTo>
                        <a:pt x="34671" y="19336"/>
                        <a:pt x="34671" y="19431"/>
                        <a:pt x="34671" y="19336"/>
                      </a:cubicBezTo>
                      <a:lnTo>
                        <a:pt x="35337" y="18479"/>
                      </a:lnTo>
                      <a:cubicBezTo>
                        <a:pt x="35337" y="18479"/>
                        <a:pt x="34861" y="18002"/>
                        <a:pt x="34480" y="18288"/>
                      </a:cubicBezTo>
                      <a:cubicBezTo>
                        <a:pt x="34004" y="18574"/>
                        <a:pt x="33814" y="18288"/>
                        <a:pt x="33814" y="17812"/>
                      </a:cubicBezTo>
                      <a:lnTo>
                        <a:pt x="32480" y="18193"/>
                      </a:lnTo>
                      <a:cubicBezTo>
                        <a:pt x="32480" y="16192"/>
                        <a:pt x="32480" y="15050"/>
                        <a:pt x="32194" y="14764"/>
                      </a:cubicBezTo>
                      <a:cubicBezTo>
                        <a:pt x="30099" y="13430"/>
                        <a:pt x="27813" y="12859"/>
                        <a:pt x="25241" y="12859"/>
                      </a:cubicBezTo>
                      <a:cubicBezTo>
                        <a:pt x="24765" y="12859"/>
                        <a:pt x="24289" y="12859"/>
                        <a:pt x="23813" y="12954"/>
                      </a:cubicBezTo>
                      <a:cubicBezTo>
                        <a:pt x="22764" y="12668"/>
                        <a:pt x="22288" y="12001"/>
                        <a:pt x="22288" y="10763"/>
                      </a:cubicBezTo>
                      <a:lnTo>
                        <a:pt x="22288" y="9811"/>
                      </a:lnTo>
                      <a:cubicBezTo>
                        <a:pt x="22288" y="9811"/>
                        <a:pt x="22288" y="8954"/>
                        <a:pt x="22288" y="8763"/>
                      </a:cubicBezTo>
                      <a:cubicBezTo>
                        <a:pt x="22288" y="8192"/>
                        <a:pt x="22193" y="7715"/>
                        <a:pt x="21907" y="7429"/>
                      </a:cubicBezTo>
                      <a:cubicBezTo>
                        <a:pt x="21526" y="8001"/>
                        <a:pt x="21241" y="8954"/>
                        <a:pt x="21050" y="10192"/>
                      </a:cubicBezTo>
                      <a:cubicBezTo>
                        <a:pt x="20955" y="11430"/>
                        <a:pt x="20669" y="12478"/>
                        <a:pt x="20288" y="13240"/>
                      </a:cubicBezTo>
                      <a:cubicBezTo>
                        <a:pt x="19145" y="13240"/>
                        <a:pt x="17716" y="13240"/>
                        <a:pt x="15907" y="12954"/>
                      </a:cubicBezTo>
                      <a:cubicBezTo>
                        <a:pt x="14001" y="12668"/>
                        <a:pt x="13049" y="13430"/>
                        <a:pt x="13049" y="15240"/>
                      </a:cubicBezTo>
                      <a:cubicBezTo>
                        <a:pt x="13049" y="15621"/>
                        <a:pt x="13049" y="16288"/>
                        <a:pt x="13239" y="17145"/>
                      </a:cubicBezTo>
                      <a:cubicBezTo>
                        <a:pt x="13430" y="18002"/>
                        <a:pt x="13430" y="18574"/>
                        <a:pt x="13430" y="18764"/>
                      </a:cubicBezTo>
                      <a:cubicBezTo>
                        <a:pt x="13049" y="19526"/>
                        <a:pt x="12763" y="20098"/>
                        <a:pt x="12763" y="20669"/>
                      </a:cubicBezTo>
                      <a:cubicBezTo>
                        <a:pt x="12763" y="21146"/>
                        <a:pt x="13049" y="21526"/>
                        <a:pt x="13430" y="21812"/>
                      </a:cubicBezTo>
                      <a:cubicBezTo>
                        <a:pt x="12859" y="22003"/>
                        <a:pt x="12572" y="22479"/>
                        <a:pt x="12572" y="23146"/>
                      </a:cubicBezTo>
                      <a:lnTo>
                        <a:pt x="12572" y="24955"/>
                      </a:lnTo>
                      <a:cubicBezTo>
                        <a:pt x="12001" y="24670"/>
                        <a:pt x="11811" y="24098"/>
                        <a:pt x="11811" y="23146"/>
                      </a:cubicBezTo>
                      <a:cubicBezTo>
                        <a:pt x="11811" y="22193"/>
                        <a:pt x="11811" y="21622"/>
                        <a:pt x="11620" y="21336"/>
                      </a:cubicBezTo>
                      <a:cubicBezTo>
                        <a:pt x="11049" y="21050"/>
                        <a:pt x="9906" y="20955"/>
                        <a:pt x="8191" y="20955"/>
                      </a:cubicBezTo>
                      <a:lnTo>
                        <a:pt x="10763" y="23431"/>
                      </a:lnTo>
                      <a:cubicBezTo>
                        <a:pt x="11335" y="23241"/>
                        <a:pt x="11620" y="23431"/>
                        <a:pt x="11620" y="24003"/>
                      </a:cubicBezTo>
                      <a:lnTo>
                        <a:pt x="11620" y="24575"/>
                      </a:lnTo>
                      <a:cubicBezTo>
                        <a:pt x="11620" y="24575"/>
                        <a:pt x="11525" y="25051"/>
                        <a:pt x="11525" y="25241"/>
                      </a:cubicBezTo>
                      <a:cubicBezTo>
                        <a:pt x="11525" y="25622"/>
                        <a:pt x="11620" y="26003"/>
                        <a:pt x="11811" y="26289"/>
                      </a:cubicBezTo>
                      <a:lnTo>
                        <a:pt x="12192" y="25908"/>
                      </a:lnTo>
                      <a:cubicBezTo>
                        <a:pt x="13049" y="26384"/>
                        <a:pt x="13430" y="27432"/>
                        <a:pt x="13430" y="28956"/>
                      </a:cubicBezTo>
                      <a:lnTo>
                        <a:pt x="13430" y="32480"/>
                      </a:lnTo>
                      <a:cubicBezTo>
                        <a:pt x="13239" y="33338"/>
                        <a:pt x="13239" y="34195"/>
                        <a:pt x="13239" y="35147"/>
                      </a:cubicBezTo>
                      <a:cubicBezTo>
                        <a:pt x="13239" y="36100"/>
                        <a:pt x="13239" y="37624"/>
                        <a:pt x="13430" y="39529"/>
                      </a:cubicBezTo>
                      <a:cubicBezTo>
                        <a:pt x="13525" y="41529"/>
                        <a:pt x="13621" y="42958"/>
                        <a:pt x="13621" y="43910"/>
                      </a:cubicBezTo>
                      <a:cubicBezTo>
                        <a:pt x="13621" y="45910"/>
                        <a:pt x="13430" y="47625"/>
                        <a:pt x="13049" y="49149"/>
                      </a:cubicBezTo>
                      <a:cubicBezTo>
                        <a:pt x="12859" y="49530"/>
                        <a:pt x="13049" y="50006"/>
                        <a:pt x="13621" y="50673"/>
                      </a:cubicBezTo>
                      <a:cubicBezTo>
                        <a:pt x="14097" y="51340"/>
                        <a:pt x="14382" y="51721"/>
                        <a:pt x="14382" y="51911"/>
                      </a:cubicBezTo>
                      <a:cubicBezTo>
                        <a:pt x="14382" y="52197"/>
                        <a:pt x="14097" y="52388"/>
                        <a:pt x="13430" y="52673"/>
                      </a:cubicBezTo>
                      <a:cubicBezTo>
                        <a:pt x="14097" y="52673"/>
                        <a:pt x="14573" y="52483"/>
                        <a:pt x="14954" y="52006"/>
                      </a:cubicBezTo>
                      <a:cubicBezTo>
                        <a:pt x="15335" y="52006"/>
                        <a:pt x="15811" y="52006"/>
                        <a:pt x="16573" y="51911"/>
                      </a:cubicBezTo>
                      <a:cubicBezTo>
                        <a:pt x="17335" y="51911"/>
                        <a:pt x="17906" y="51816"/>
                        <a:pt x="18192" y="51816"/>
                      </a:cubicBezTo>
                      <a:cubicBezTo>
                        <a:pt x="19526" y="51816"/>
                        <a:pt x="20383" y="52197"/>
                        <a:pt x="20860" y="52959"/>
                      </a:cubicBezTo>
                      <a:cubicBezTo>
                        <a:pt x="20383" y="53530"/>
                        <a:pt x="20478" y="54102"/>
                        <a:pt x="21145" y="54483"/>
                      </a:cubicBezTo>
                      <a:cubicBezTo>
                        <a:pt x="20955" y="55340"/>
                        <a:pt x="20860" y="57341"/>
                        <a:pt x="20860" y="60388"/>
                      </a:cubicBezTo>
                      <a:cubicBezTo>
                        <a:pt x="20478" y="60388"/>
                        <a:pt x="20193" y="60198"/>
                        <a:pt x="20098" y="59722"/>
                      </a:cubicBezTo>
                      <a:cubicBezTo>
                        <a:pt x="19907" y="59246"/>
                        <a:pt x="19621" y="59055"/>
                        <a:pt x="19240" y="59055"/>
                      </a:cubicBezTo>
                      <a:cubicBezTo>
                        <a:pt x="19431" y="59531"/>
                        <a:pt x="19812" y="60008"/>
                        <a:pt x="20574" y="60579"/>
                      </a:cubicBezTo>
                      <a:cubicBezTo>
                        <a:pt x="21336" y="61055"/>
                        <a:pt x="21717" y="61531"/>
                        <a:pt x="21717" y="62008"/>
                      </a:cubicBezTo>
                      <a:cubicBezTo>
                        <a:pt x="21717" y="62293"/>
                        <a:pt x="21717" y="62579"/>
                        <a:pt x="21431" y="62865"/>
                      </a:cubicBezTo>
                      <a:cubicBezTo>
                        <a:pt x="21907" y="62579"/>
                        <a:pt x="22479" y="62198"/>
                        <a:pt x="22955" y="61913"/>
                      </a:cubicBezTo>
                      <a:lnTo>
                        <a:pt x="22574" y="61913"/>
                      </a:lnTo>
                      <a:cubicBezTo>
                        <a:pt x="22288" y="60579"/>
                        <a:pt x="21812" y="58293"/>
                        <a:pt x="21050" y="55054"/>
                      </a:cubicBezTo>
                      <a:cubicBezTo>
                        <a:pt x="21431" y="53912"/>
                        <a:pt x="22288" y="52864"/>
                        <a:pt x="23622" y="52102"/>
                      </a:cubicBezTo>
                      <a:cubicBezTo>
                        <a:pt x="24003" y="51911"/>
                        <a:pt x="25241" y="51435"/>
                        <a:pt x="27241" y="50673"/>
                      </a:cubicBezTo>
                      <a:cubicBezTo>
                        <a:pt x="27431" y="50959"/>
                        <a:pt x="27527" y="51244"/>
                        <a:pt x="27527" y="51340"/>
                      </a:cubicBezTo>
                      <a:lnTo>
                        <a:pt x="29718" y="51721"/>
                      </a:lnTo>
                      <a:cubicBezTo>
                        <a:pt x="29813" y="51149"/>
                        <a:pt x="29718" y="50673"/>
                        <a:pt x="29718" y="50387"/>
                      </a:cubicBezTo>
                      <a:cubicBezTo>
                        <a:pt x="29623" y="50006"/>
                        <a:pt x="29432" y="49816"/>
                        <a:pt x="29432" y="49530"/>
                      </a:cubicBezTo>
                      <a:cubicBezTo>
                        <a:pt x="29908" y="49054"/>
                        <a:pt x="30575" y="48387"/>
                        <a:pt x="31718" y="47625"/>
                      </a:cubicBezTo>
                      <a:lnTo>
                        <a:pt x="31718" y="48863"/>
                      </a:lnTo>
                      <a:cubicBezTo>
                        <a:pt x="32289" y="48577"/>
                        <a:pt x="32575" y="48292"/>
                        <a:pt x="32575" y="47816"/>
                      </a:cubicBezTo>
                      <a:cubicBezTo>
                        <a:pt x="32575" y="47625"/>
                        <a:pt x="32575" y="47244"/>
                        <a:pt x="32194" y="46863"/>
                      </a:cubicBezTo>
                      <a:cubicBezTo>
                        <a:pt x="32004" y="46387"/>
                        <a:pt x="31813" y="46101"/>
                        <a:pt x="31813" y="46006"/>
                      </a:cubicBezTo>
                      <a:cubicBezTo>
                        <a:pt x="31813" y="45815"/>
                        <a:pt x="31813" y="45625"/>
                        <a:pt x="32099" y="45529"/>
                      </a:cubicBezTo>
                      <a:lnTo>
                        <a:pt x="31622" y="43339"/>
                      </a:lnTo>
                      <a:cubicBezTo>
                        <a:pt x="31622" y="43339"/>
                        <a:pt x="30861" y="43339"/>
                        <a:pt x="30385" y="43529"/>
                      </a:cubicBezTo>
                      <a:cubicBezTo>
                        <a:pt x="29623" y="42863"/>
                        <a:pt x="29241" y="42291"/>
                        <a:pt x="29337" y="41719"/>
                      </a:cubicBezTo>
                      <a:cubicBezTo>
                        <a:pt x="29337" y="41624"/>
                        <a:pt x="29718" y="41434"/>
                        <a:pt x="30385" y="41338"/>
                      </a:cubicBezTo>
                      <a:cubicBezTo>
                        <a:pt x="30575" y="41815"/>
                        <a:pt x="30575" y="42005"/>
                        <a:pt x="30575" y="42005"/>
                      </a:cubicBezTo>
                      <a:cubicBezTo>
                        <a:pt x="32480" y="41815"/>
                        <a:pt x="34004" y="42196"/>
                        <a:pt x="35242" y="42863"/>
                      </a:cubicBezTo>
                      <a:cubicBezTo>
                        <a:pt x="35242" y="43053"/>
                        <a:pt x="35242" y="43148"/>
                        <a:pt x="35242" y="43339"/>
                      </a:cubicBezTo>
                      <a:cubicBezTo>
                        <a:pt x="35242" y="43529"/>
                        <a:pt x="35052" y="43720"/>
                        <a:pt x="34671" y="43815"/>
                      </a:cubicBezTo>
                      <a:cubicBezTo>
                        <a:pt x="34290" y="43910"/>
                        <a:pt x="34004" y="44101"/>
                        <a:pt x="34004" y="44101"/>
                      </a:cubicBezTo>
                      <a:lnTo>
                        <a:pt x="35242" y="44101"/>
                      </a:lnTo>
                      <a:cubicBezTo>
                        <a:pt x="35242" y="44101"/>
                        <a:pt x="35623" y="44577"/>
                        <a:pt x="35623" y="44958"/>
                      </a:cubicBezTo>
                      <a:cubicBezTo>
                        <a:pt x="36100" y="44482"/>
                        <a:pt x="36480" y="44291"/>
                        <a:pt x="36671" y="44291"/>
                      </a:cubicBezTo>
                      <a:cubicBezTo>
                        <a:pt x="36862" y="44291"/>
                        <a:pt x="37147" y="44672"/>
                        <a:pt x="37338" y="45339"/>
                      </a:cubicBezTo>
                      <a:cubicBezTo>
                        <a:pt x="37529" y="46101"/>
                        <a:pt x="37814" y="46482"/>
                        <a:pt x="38195" y="46577"/>
                      </a:cubicBezTo>
                      <a:lnTo>
                        <a:pt x="38195" y="44101"/>
                      </a:lnTo>
                      <a:cubicBezTo>
                        <a:pt x="38195" y="44101"/>
                        <a:pt x="38576" y="44387"/>
                        <a:pt x="38862" y="44387"/>
                      </a:cubicBezTo>
                      <a:cubicBezTo>
                        <a:pt x="39052" y="44387"/>
                        <a:pt x="39338" y="44291"/>
                        <a:pt x="39814" y="44101"/>
                      </a:cubicBezTo>
                      <a:cubicBezTo>
                        <a:pt x="40291" y="43910"/>
                        <a:pt x="40576" y="43815"/>
                        <a:pt x="40767" y="43815"/>
                      </a:cubicBezTo>
                      <a:cubicBezTo>
                        <a:pt x="40957" y="44005"/>
                        <a:pt x="41053" y="44196"/>
                        <a:pt x="41053" y="44387"/>
                      </a:cubicBezTo>
                      <a:cubicBezTo>
                        <a:pt x="41053" y="44577"/>
                        <a:pt x="40862" y="44767"/>
                        <a:pt x="40576" y="45148"/>
                      </a:cubicBezTo>
                      <a:cubicBezTo>
                        <a:pt x="40291" y="45434"/>
                        <a:pt x="40100" y="45720"/>
                        <a:pt x="40100" y="45910"/>
                      </a:cubicBezTo>
                      <a:lnTo>
                        <a:pt x="41053" y="45910"/>
                      </a:lnTo>
                      <a:lnTo>
                        <a:pt x="41338" y="43243"/>
                      </a:lnTo>
                      <a:lnTo>
                        <a:pt x="42386" y="44101"/>
                      </a:lnTo>
                      <a:cubicBezTo>
                        <a:pt x="42386" y="44101"/>
                        <a:pt x="42386" y="43720"/>
                        <a:pt x="42576" y="43529"/>
                      </a:cubicBezTo>
                      <a:cubicBezTo>
                        <a:pt x="42767" y="43529"/>
                        <a:pt x="42957" y="43625"/>
                        <a:pt x="43148" y="43720"/>
                      </a:cubicBezTo>
                      <a:cubicBezTo>
                        <a:pt x="43434" y="44005"/>
                        <a:pt x="43529" y="44101"/>
                        <a:pt x="43434" y="43720"/>
                      </a:cubicBezTo>
                      <a:cubicBezTo>
                        <a:pt x="43434" y="43720"/>
                        <a:pt x="43434" y="43720"/>
                        <a:pt x="43434" y="43720"/>
                      </a:cubicBezTo>
                      <a:lnTo>
                        <a:pt x="43243" y="43720"/>
                      </a:lnTo>
                      <a:cubicBezTo>
                        <a:pt x="43243" y="43720"/>
                        <a:pt x="42767" y="43434"/>
                        <a:pt x="42672" y="43529"/>
                      </a:cubicBezTo>
                      <a:close/>
                      <a:moveTo>
                        <a:pt x="23336" y="51911"/>
                      </a:moveTo>
                      <a:lnTo>
                        <a:pt x="23336" y="51244"/>
                      </a:lnTo>
                      <a:lnTo>
                        <a:pt x="23813" y="51244"/>
                      </a:lnTo>
                      <a:lnTo>
                        <a:pt x="23336" y="51911"/>
                      </a:lnTo>
                      <a:close/>
                      <a:moveTo>
                        <a:pt x="25241" y="59436"/>
                      </a:moveTo>
                      <a:lnTo>
                        <a:pt x="25241" y="58769"/>
                      </a:lnTo>
                      <a:cubicBezTo>
                        <a:pt x="25241" y="58769"/>
                        <a:pt x="24669" y="58483"/>
                        <a:pt x="24193" y="58293"/>
                      </a:cubicBezTo>
                      <a:cubicBezTo>
                        <a:pt x="24193" y="58579"/>
                        <a:pt x="24193" y="58864"/>
                        <a:pt x="24384" y="59150"/>
                      </a:cubicBezTo>
                      <a:cubicBezTo>
                        <a:pt x="24574" y="59436"/>
                        <a:pt x="24860" y="59436"/>
                        <a:pt x="25241" y="59341"/>
                      </a:cubicBezTo>
                      <a:close/>
                      <a:moveTo>
                        <a:pt x="25527" y="63437"/>
                      </a:moveTo>
                      <a:lnTo>
                        <a:pt x="26194" y="62770"/>
                      </a:lnTo>
                      <a:lnTo>
                        <a:pt x="25527" y="62008"/>
                      </a:lnTo>
                      <a:lnTo>
                        <a:pt x="25527" y="63437"/>
                      </a:lnTo>
                      <a:close/>
                      <a:moveTo>
                        <a:pt x="28575" y="61150"/>
                      </a:moveTo>
                      <a:cubicBezTo>
                        <a:pt x="28575" y="60388"/>
                        <a:pt x="28575" y="60008"/>
                        <a:pt x="28098" y="60008"/>
                      </a:cubicBezTo>
                      <a:cubicBezTo>
                        <a:pt x="27813" y="60008"/>
                        <a:pt x="27431" y="60198"/>
                        <a:pt x="26860" y="60579"/>
                      </a:cubicBezTo>
                      <a:cubicBezTo>
                        <a:pt x="26289" y="60960"/>
                        <a:pt x="25908" y="61150"/>
                        <a:pt x="25908" y="61150"/>
                      </a:cubicBezTo>
                      <a:cubicBezTo>
                        <a:pt x="26194" y="61436"/>
                        <a:pt x="26384" y="61531"/>
                        <a:pt x="26670" y="61531"/>
                      </a:cubicBezTo>
                      <a:cubicBezTo>
                        <a:pt x="26765" y="61531"/>
                        <a:pt x="26955" y="61436"/>
                        <a:pt x="27241" y="61150"/>
                      </a:cubicBezTo>
                      <a:cubicBezTo>
                        <a:pt x="27527" y="60960"/>
                        <a:pt x="27717" y="60769"/>
                        <a:pt x="27908" y="60769"/>
                      </a:cubicBezTo>
                      <a:cubicBezTo>
                        <a:pt x="28098" y="60769"/>
                        <a:pt x="28289" y="60865"/>
                        <a:pt x="28575" y="61150"/>
                      </a:cubicBezTo>
                      <a:close/>
                      <a:moveTo>
                        <a:pt x="27717" y="48768"/>
                      </a:moveTo>
                      <a:cubicBezTo>
                        <a:pt x="26955" y="48196"/>
                        <a:pt x="26860" y="47625"/>
                        <a:pt x="27527" y="47244"/>
                      </a:cubicBezTo>
                      <a:lnTo>
                        <a:pt x="28384" y="48577"/>
                      </a:lnTo>
                      <a:cubicBezTo>
                        <a:pt x="28384" y="48577"/>
                        <a:pt x="28004" y="48577"/>
                        <a:pt x="27717" y="48768"/>
                      </a:cubicBezTo>
                      <a:close/>
                      <a:moveTo>
                        <a:pt x="30480" y="68675"/>
                      </a:moveTo>
                      <a:cubicBezTo>
                        <a:pt x="30480" y="68675"/>
                        <a:pt x="30099" y="68199"/>
                        <a:pt x="30099" y="67913"/>
                      </a:cubicBezTo>
                      <a:cubicBezTo>
                        <a:pt x="30099" y="67627"/>
                        <a:pt x="30480" y="67342"/>
                        <a:pt x="31051" y="67151"/>
                      </a:cubicBezTo>
                      <a:cubicBezTo>
                        <a:pt x="31718" y="66866"/>
                        <a:pt x="32194" y="66675"/>
                        <a:pt x="32289" y="66484"/>
                      </a:cubicBezTo>
                      <a:cubicBezTo>
                        <a:pt x="32289" y="66675"/>
                        <a:pt x="31909" y="66961"/>
                        <a:pt x="31432" y="67151"/>
                      </a:cubicBezTo>
                      <a:cubicBezTo>
                        <a:pt x="30956" y="67437"/>
                        <a:pt x="30670" y="67723"/>
                        <a:pt x="30670" y="68008"/>
                      </a:cubicBezTo>
                      <a:cubicBezTo>
                        <a:pt x="30670" y="68199"/>
                        <a:pt x="30766" y="68389"/>
                        <a:pt x="31051" y="68675"/>
                      </a:cubicBezTo>
                      <a:lnTo>
                        <a:pt x="30480" y="68675"/>
                      </a:lnTo>
                      <a:close/>
                      <a:moveTo>
                        <a:pt x="32956" y="40767"/>
                      </a:moveTo>
                      <a:cubicBezTo>
                        <a:pt x="33528" y="40767"/>
                        <a:pt x="33814" y="40862"/>
                        <a:pt x="33909" y="41148"/>
                      </a:cubicBezTo>
                      <a:lnTo>
                        <a:pt x="33242" y="41434"/>
                      </a:lnTo>
                      <a:lnTo>
                        <a:pt x="32956" y="40862"/>
                      </a:lnTo>
                      <a:close/>
                      <a:moveTo>
                        <a:pt x="33623" y="55245"/>
                      </a:moveTo>
                      <a:lnTo>
                        <a:pt x="35719" y="55054"/>
                      </a:lnTo>
                      <a:lnTo>
                        <a:pt x="35719" y="54388"/>
                      </a:lnTo>
                      <a:cubicBezTo>
                        <a:pt x="35719" y="53340"/>
                        <a:pt x="35909" y="52768"/>
                        <a:pt x="36385" y="52578"/>
                      </a:cubicBezTo>
                      <a:lnTo>
                        <a:pt x="35242" y="52197"/>
                      </a:lnTo>
                      <a:cubicBezTo>
                        <a:pt x="35242" y="52197"/>
                        <a:pt x="35147" y="53435"/>
                        <a:pt x="34957" y="54388"/>
                      </a:cubicBezTo>
                      <a:cubicBezTo>
                        <a:pt x="34957" y="54864"/>
                        <a:pt x="34480" y="55150"/>
                        <a:pt x="33623" y="55245"/>
                      </a:cubicBezTo>
                      <a:close/>
                      <a:moveTo>
                        <a:pt x="34766" y="59436"/>
                      </a:moveTo>
                      <a:lnTo>
                        <a:pt x="34766" y="57817"/>
                      </a:lnTo>
                      <a:lnTo>
                        <a:pt x="34575" y="57817"/>
                      </a:lnTo>
                      <a:lnTo>
                        <a:pt x="34575" y="59436"/>
                      </a:lnTo>
                      <a:lnTo>
                        <a:pt x="34766" y="59436"/>
                      </a:lnTo>
                      <a:close/>
                      <a:moveTo>
                        <a:pt x="36956" y="32671"/>
                      </a:moveTo>
                      <a:lnTo>
                        <a:pt x="35147" y="32385"/>
                      </a:lnTo>
                      <a:lnTo>
                        <a:pt x="34766" y="33528"/>
                      </a:lnTo>
                      <a:cubicBezTo>
                        <a:pt x="35528" y="34195"/>
                        <a:pt x="36195" y="34480"/>
                        <a:pt x="36766" y="34480"/>
                      </a:cubicBezTo>
                      <a:cubicBezTo>
                        <a:pt x="37052" y="34480"/>
                        <a:pt x="37433" y="34385"/>
                        <a:pt x="37623" y="34195"/>
                      </a:cubicBezTo>
                      <a:cubicBezTo>
                        <a:pt x="36385" y="34480"/>
                        <a:pt x="35719" y="34195"/>
                        <a:pt x="35719" y="33338"/>
                      </a:cubicBezTo>
                      <a:lnTo>
                        <a:pt x="36956" y="32671"/>
                      </a:lnTo>
                      <a:close/>
                      <a:moveTo>
                        <a:pt x="34766" y="45625"/>
                      </a:moveTo>
                      <a:lnTo>
                        <a:pt x="35433" y="45625"/>
                      </a:lnTo>
                      <a:lnTo>
                        <a:pt x="35433" y="44958"/>
                      </a:lnTo>
                      <a:lnTo>
                        <a:pt x="34766" y="44958"/>
                      </a:lnTo>
                      <a:lnTo>
                        <a:pt x="34766" y="45625"/>
                      </a:lnTo>
                      <a:close/>
                      <a:moveTo>
                        <a:pt x="36766" y="62484"/>
                      </a:moveTo>
                      <a:cubicBezTo>
                        <a:pt x="36766" y="62484"/>
                        <a:pt x="37529" y="61341"/>
                        <a:pt x="38290" y="60579"/>
                      </a:cubicBezTo>
                      <a:lnTo>
                        <a:pt x="37909" y="60293"/>
                      </a:lnTo>
                      <a:lnTo>
                        <a:pt x="37242" y="60579"/>
                      </a:lnTo>
                      <a:lnTo>
                        <a:pt x="36956" y="59436"/>
                      </a:lnTo>
                      <a:cubicBezTo>
                        <a:pt x="35909" y="59912"/>
                        <a:pt x="35528" y="60579"/>
                        <a:pt x="35719" y="61246"/>
                      </a:cubicBezTo>
                      <a:lnTo>
                        <a:pt x="36766" y="60960"/>
                      </a:lnTo>
                      <a:lnTo>
                        <a:pt x="36766" y="62484"/>
                      </a:lnTo>
                      <a:close/>
                      <a:moveTo>
                        <a:pt x="36766" y="57817"/>
                      </a:moveTo>
                      <a:lnTo>
                        <a:pt x="37242" y="55912"/>
                      </a:lnTo>
                      <a:lnTo>
                        <a:pt x="36956" y="55912"/>
                      </a:lnTo>
                      <a:lnTo>
                        <a:pt x="36766" y="57817"/>
                      </a:lnTo>
                      <a:close/>
                      <a:moveTo>
                        <a:pt x="38481" y="38862"/>
                      </a:moveTo>
                      <a:cubicBezTo>
                        <a:pt x="38481" y="38862"/>
                        <a:pt x="38100" y="38671"/>
                        <a:pt x="37623" y="38671"/>
                      </a:cubicBezTo>
                      <a:lnTo>
                        <a:pt x="37623" y="39529"/>
                      </a:lnTo>
                      <a:lnTo>
                        <a:pt x="38290" y="39529"/>
                      </a:lnTo>
                      <a:cubicBezTo>
                        <a:pt x="38290" y="39529"/>
                        <a:pt x="38576" y="39052"/>
                        <a:pt x="38481" y="38862"/>
                      </a:cubicBezTo>
                      <a:close/>
                      <a:moveTo>
                        <a:pt x="39433" y="25813"/>
                      </a:moveTo>
                      <a:cubicBezTo>
                        <a:pt x="39433" y="25813"/>
                        <a:pt x="39814" y="26289"/>
                        <a:pt x="39814" y="26479"/>
                      </a:cubicBezTo>
                      <a:cubicBezTo>
                        <a:pt x="39814" y="27051"/>
                        <a:pt x="39528" y="27337"/>
                        <a:pt x="38766" y="27337"/>
                      </a:cubicBezTo>
                      <a:lnTo>
                        <a:pt x="39433" y="27337"/>
                      </a:lnTo>
                      <a:cubicBezTo>
                        <a:pt x="39433" y="27337"/>
                        <a:pt x="39719" y="26860"/>
                        <a:pt x="39910" y="26670"/>
                      </a:cubicBezTo>
                      <a:cubicBezTo>
                        <a:pt x="40100" y="26384"/>
                        <a:pt x="40195" y="26098"/>
                        <a:pt x="40005" y="25813"/>
                      </a:cubicBezTo>
                      <a:lnTo>
                        <a:pt x="39338" y="25813"/>
                      </a:lnTo>
                      <a:close/>
                      <a:moveTo>
                        <a:pt x="40957" y="38862"/>
                      </a:moveTo>
                      <a:cubicBezTo>
                        <a:pt x="40957" y="38862"/>
                        <a:pt x="40291" y="38481"/>
                        <a:pt x="39433" y="38005"/>
                      </a:cubicBezTo>
                      <a:lnTo>
                        <a:pt x="39148" y="38671"/>
                      </a:lnTo>
                      <a:lnTo>
                        <a:pt x="40957" y="38862"/>
                      </a:lnTo>
                      <a:close/>
                      <a:moveTo>
                        <a:pt x="39719" y="8572"/>
                      </a:moveTo>
                      <a:lnTo>
                        <a:pt x="39719" y="9239"/>
                      </a:lnTo>
                      <a:lnTo>
                        <a:pt x="40671" y="8954"/>
                      </a:lnTo>
                      <a:cubicBezTo>
                        <a:pt x="40671" y="8954"/>
                        <a:pt x="40195" y="8572"/>
                        <a:pt x="39719" y="8572"/>
                      </a:cubicBezTo>
                      <a:close/>
                      <a:moveTo>
                        <a:pt x="40291" y="48196"/>
                      </a:moveTo>
                      <a:lnTo>
                        <a:pt x="42481" y="47911"/>
                      </a:lnTo>
                      <a:cubicBezTo>
                        <a:pt x="42481" y="47911"/>
                        <a:pt x="41719" y="47530"/>
                        <a:pt x="41243" y="47530"/>
                      </a:cubicBezTo>
                      <a:cubicBezTo>
                        <a:pt x="40671" y="47530"/>
                        <a:pt x="40386" y="47720"/>
                        <a:pt x="40291" y="48196"/>
                      </a:cubicBezTo>
                      <a:close/>
                      <a:moveTo>
                        <a:pt x="42481" y="25813"/>
                      </a:moveTo>
                      <a:lnTo>
                        <a:pt x="43815" y="27146"/>
                      </a:lnTo>
                      <a:lnTo>
                        <a:pt x="43815" y="26479"/>
                      </a:lnTo>
                      <a:cubicBezTo>
                        <a:pt x="43053" y="26098"/>
                        <a:pt x="42672" y="25813"/>
                        <a:pt x="42481" y="25813"/>
                      </a:cubicBezTo>
                      <a:close/>
                      <a:moveTo>
                        <a:pt x="44005" y="33909"/>
                      </a:moveTo>
                      <a:lnTo>
                        <a:pt x="44958" y="33052"/>
                      </a:lnTo>
                      <a:cubicBezTo>
                        <a:pt x="44958" y="33052"/>
                        <a:pt x="44005" y="32385"/>
                        <a:pt x="42957" y="32004"/>
                      </a:cubicBezTo>
                      <a:lnTo>
                        <a:pt x="44005" y="33909"/>
                      </a:lnTo>
                      <a:close/>
                      <a:moveTo>
                        <a:pt x="44482" y="38576"/>
                      </a:moveTo>
                      <a:lnTo>
                        <a:pt x="44482" y="37243"/>
                      </a:lnTo>
                      <a:lnTo>
                        <a:pt x="44005" y="37243"/>
                      </a:lnTo>
                      <a:lnTo>
                        <a:pt x="44005" y="38576"/>
                      </a:lnTo>
                      <a:lnTo>
                        <a:pt x="44482" y="38576"/>
                      </a:lnTo>
                      <a:close/>
                      <a:moveTo>
                        <a:pt x="44958" y="73247"/>
                      </a:moveTo>
                      <a:cubicBezTo>
                        <a:pt x="45625" y="73628"/>
                        <a:pt x="45815" y="74009"/>
                        <a:pt x="45625" y="74485"/>
                      </a:cubicBezTo>
                      <a:lnTo>
                        <a:pt x="45434" y="74867"/>
                      </a:lnTo>
                      <a:cubicBezTo>
                        <a:pt x="45434" y="74867"/>
                        <a:pt x="45053" y="74485"/>
                        <a:pt x="45053" y="74200"/>
                      </a:cubicBezTo>
                      <a:lnTo>
                        <a:pt x="45053" y="73247"/>
                      </a:lnTo>
                      <a:close/>
                      <a:moveTo>
                        <a:pt x="46577" y="63341"/>
                      </a:moveTo>
                      <a:cubicBezTo>
                        <a:pt x="46577" y="63341"/>
                        <a:pt x="47530" y="63341"/>
                        <a:pt x="48101" y="63532"/>
                      </a:cubicBezTo>
                      <a:cubicBezTo>
                        <a:pt x="48196" y="63913"/>
                        <a:pt x="48101" y="64198"/>
                        <a:pt x="47910" y="64294"/>
                      </a:cubicBezTo>
                      <a:cubicBezTo>
                        <a:pt x="47530" y="64484"/>
                        <a:pt x="47244" y="64579"/>
                        <a:pt x="46958" y="64770"/>
                      </a:cubicBezTo>
                      <a:lnTo>
                        <a:pt x="46577" y="64770"/>
                      </a:lnTo>
                      <a:lnTo>
                        <a:pt x="46577" y="63246"/>
                      </a:lnTo>
                      <a:close/>
                      <a:moveTo>
                        <a:pt x="46958" y="49339"/>
                      </a:moveTo>
                      <a:cubicBezTo>
                        <a:pt x="46958" y="49339"/>
                        <a:pt x="47339" y="48673"/>
                        <a:pt x="47720" y="48673"/>
                      </a:cubicBezTo>
                      <a:cubicBezTo>
                        <a:pt x="47720" y="48673"/>
                        <a:pt x="47530" y="48863"/>
                        <a:pt x="47339" y="49054"/>
                      </a:cubicBezTo>
                      <a:cubicBezTo>
                        <a:pt x="47148" y="49244"/>
                        <a:pt x="47054" y="49339"/>
                        <a:pt x="46958" y="49339"/>
                      </a:cubicBezTo>
                      <a:close/>
                      <a:moveTo>
                        <a:pt x="48768" y="48673"/>
                      </a:moveTo>
                      <a:cubicBezTo>
                        <a:pt x="48768" y="48673"/>
                        <a:pt x="49053" y="48673"/>
                        <a:pt x="49435" y="48958"/>
                      </a:cubicBezTo>
                      <a:cubicBezTo>
                        <a:pt x="49149" y="49149"/>
                        <a:pt x="48863" y="49149"/>
                        <a:pt x="48482" y="48958"/>
                      </a:cubicBezTo>
                      <a:cubicBezTo>
                        <a:pt x="48101" y="48768"/>
                        <a:pt x="47815" y="48673"/>
                        <a:pt x="47720" y="48673"/>
                      </a:cubicBezTo>
                      <a:cubicBezTo>
                        <a:pt x="48101" y="48292"/>
                        <a:pt x="48482" y="48292"/>
                        <a:pt x="48863" y="48673"/>
                      </a:cubicBezTo>
                      <a:close/>
                      <a:moveTo>
                        <a:pt x="49149" y="43815"/>
                      </a:moveTo>
                      <a:lnTo>
                        <a:pt x="49149" y="44291"/>
                      </a:lnTo>
                      <a:lnTo>
                        <a:pt x="48101" y="43815"/>
                      </a:lnTo>
                      <a:lnTo>
                        <a:pt x="49149" y="43815"/>
                      </a:lnTo>
                      <a:close/>
                      <a:moveTo>
                        <a:pt x="53816" y="40005"/>
                      </a:moveTo>
                      <a:lnTo>
                        <a:pt x="54959" y="41243"/>
                      </a:lnTo>
                      <a:lnTo>
                        <a:pt x="53435" y="40958"/>
                      </a:lnTo>
                      <a:lnTo>
                        <a:pt x="53816" y="40005"/>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 name="Google Shape;952;p99"/>
                <p:cNvSpPr/>
                <p:nvPr/>
              </p:nvSpPr>
              <p:spPr>
                <a:xfrm>
                  <a:off x="7707248" y="2379059"/>
                  <a:ext cx="50768" cy="68579"/>
                </a:xfrm>
                <a:custGeom>
                  <a:avLst/>
                  <a:gdLst/>
                  <a:ahLst/>
                  <a:cxnLst/>
                  <a:rect l="l" t="t" r="r" b="b"/>
                  <a:pathLst>
                    <a:path w="50768" h="68579" extrusionOk="0">
                      <a:moveTo>
                        <a:pt x="953" y="68580"/>
                      </a:moveTo>
                      <a:lnTo>
                        <a:pt x="0" y="67913"/>
                      </a:lnTo>
                      <a:lnTo>
                        <a:pt x="953" y="68199"/>
                      </a:lnTo>
                      <a:lnTo>
                        <a:pt x="953" y="68580"/>
                      </a:lnTo>
                      <a:close/>
                      <a:moveTo>
                        <a:pt x="49435" y="26289"/>
                      </a:moveTo>
                      <a:cubicBezTo>
                        <a:pt x="49245" y="26860"/>
                        <a:pt x="49435" y="27527"/>
                        <a:pt x="49911" y="28099"/>
                      </a:cubicBezTo>
                      <a:cubicBezTo>
                        <a:pt x="50388" y="28765"/>
                        <a:pt x="50578" y="29146"/>
                        <a:pt x="50578" y="29432"/>
                      </a:cubicBezTo>
                      <a:cubicBezTo>
                        <a:pt x="50578" y="29813"/>
                        <a:pt x="50388" y="30194"/>
                        <a:pt x="49911" y="30671"/>
                      </a:cubicBezTo>
                      <a:cubicBezTo>
                        <a:pt x="50197" y="32766"/>
                        <a:pt x="50292" y="35147"/>
                        <a:pt x="50292" y="37529"/>
                      </a:cubicBezTo>
                      <a:cubicBezTo>
                        <a:pt x="50292" y="39910"/>
                        <a:pt x="50197" y="42291"/>
                        <a:pt x="49911" y="44577"/>
                      </a:cubicBezTo>
                      <a:cubicBezTo>
                        <a:pt x="48863" y="44863"/>
                        <a:pt x="48387" y="45434"/>
                        <a:pt x="48387" y="46101"/>
                      </a:cubicBezTo>
                      <a:cubicBezTo>
                        <a:pt x="48387" y="46292"/>
                        <a:pt x="48387" y="46672"/>
                        <a:pt x="48578" y="47244"/>
                      </a:cubicBezTo>
                      <a:cubicBezTo>
                        <a:pt x="48769" y="47720"/>
                        <a:pt x="48863" y="48196"/>
                        <a:pt x="48863" y="48482"/>
                      </a:cubicBezTo>
                      <a:cubicBezTo>
                        <a:pt x="48863" y="48768"/>
                        <a:pt x="48863" y="48958"/>
                        <a:pt x="48673" y="49244"/>
                      </a:cubicBezTo>
                      <a:lnTo>
                        <a:pt x="49054" y="51530"/>
                      </a:lnTo>
                      <a:cubicBezTo>
                        <a:pt x="48292" y="51911"/>
                        <a:pt x="47816" y="52578"/>
                        <a:pt x="47435" y="53626"/>
                      </a:cubicBezTo>
                      <a:cubicBezTo>
                        <a:pt x="47054" y="54673"/>
                        <a:pt x="46673" y="55721"/>
                        <a:pt x="46387" y="56674"/>
                      </a:cubicBezTo>
                      <a:cubicBezTo>
                        <a:pt x="45339" y="57055"/>
                        <a:pt x="43720" y="58293"/>
                        <a:pt x="41243" y="60198"/>
                      </a:cubicBezTo>
                      <a:lnTo>
                        <a:pt x="42196" y="61055"/>
                      </a:lnTo>
                      <a:cubicBezTo>
                        <a:pt x="39244" y="61150"/>
                        <a:pt x="37148" y="61913"/>
                        <a:pt x="35719" y="63246"/>
                      </a:cubicBezTo>
                      <a:cubicBezTo>
                        <a:pt x="35529" y="63246"/>
                        <a:pt x="35338" y="63246"/>
                        <a:pt x="35147" y="63246"/>
                      </a:cubicBezTo>
                      <a:cubicBezTo>
                        <a:pt x="34671" y="63246"/>
                        <a:pt x="34195" y="63436"/>
                        <a:pt x="33814" y="63817"/>
                      </a:cubicBezTo>
                      <a:cubicBezTo>
                        <a:pt x="33433" y="64198"/>
                        <a:pt x="33243" y="64675"/>
                        <a:pt x="33243" y="65151"/>
                      </a:cubicBezTo>
                      <a:cubicBezTo>
                        <a:pt x="32576" y="64675"/>
                        <a:pt x="31814" y="64484"/>
                        <a:pt x="30956" y="64484"/>
                      </a:cubicBezTo>
                      <a:lnTo>
                        <a:pt x="28385" y="64484"/>
                      </a:lnTo>
                      <a:cubicBezTo>
                        <a:pt x="28385" y="64484"/>
                        <a:pt x="28385" y="63817"/>
                        <a:pt x="27909" y="63627"/>
                      </a:cubicBezTo>
                      <a:cubicBezTo>
                        <a:pt x="27432" y="63436"/>
                        <a:pt x="27147" y="63151"/>
                        <a:pt x="27051" y="62865"/>
                      </a:cubicBezTo>
                      <a:cubicBezTo>
                        <a:pt x="26480" y="63913"/>
                        <a:pt x="25528" y="64484"/>
                        <a:pt x="24289" y="64579"/>
                      </a:cubicBezTo>
                      <a:cubicBezTo>
                        <a:pt x="24099" y="64579"/>
                        <a:pt x="23051" y="64579"/>
                        <a:pt x="21146" y="64484"/>
                      </a:cubicBezTo>
                      <a:cubicBezTo>
                        <a:pt x="19812" y="63913"/>
                        <a:pt x="18384" y="63436"/>
                        <a:pt x="17050" y="62770"/>
                      </a:cubicBezTo>
                      <a:cubicBezTo>
                        <a:pt x="15431" y="62008"/>
                        <a:pt x="14193" y="61246"/>
                        <a:pt x="13335" y="60388"/>
                      </a:cubicBezTo>
                      <a:cubicBezTo>
                        <a:pt x="13050" y="60769"/>
                        <a:pt x="12288" y="60674"/>
                        <a:pt x="11335" y="60198"/>
                      </a:cubicBezTo>
                      <a:cubicBezTo>
                        <a:pt x="10096" y="58579"/>
                        <a:pt x="8763" y="56959"/>
                        <a:pt x="7430" y="55245"/>
                      </a:cubicBezTo>
                      <a:cubicBezTo>
                        <a:pt x="6001" y="53340"/>
                        <a:pt x="5239" y="51530"/>
                        <a:pt x="5049" y="49911"/>
                      </a:cubicBezTo>
                      <a:cubicBezTo>
                        <a:pt x="4286" y="48958"/>
                        <a:pt x="3906" y="47720"/>
                        <a:pt x="4001" y="46006"/>
                      </a:cubicBezTo>
                      <a:cubicBezTo>
                        <a:pt x="4001" y="43434"/>
                        <a:pt x="4001" y="42100"/>
                        <a:pt x="4001" y="41815"/>
                      </a:cubicBezTo>
                      <a:cubicBezTo>
                        <a:pt x="4001" y="41434"/>
                        <a:pt x="4001" y="41053"/>
                        <a:pt x="4001" y="40576"/>
                      </a:cubicBezTo>
                      <a:cubicBezTo>
                        <a:pt x="4001" y="40005"/>
                        <a:pt x="4001" y="39052"/>
                        <a:pt x="4191" y="37909"/>
                      </a:cubicBezTo>
                      <a:cubicBezTo>
                        <a:pt x="4382" y="36671"/>
                        <a:pt x="4477" y="35814"/>
                        <a:pt x="4477" y="35147"/>
                      </a:cubicBezTo>
                      <a:cubicBezTo>
                        <a:pt x="4477" y="34004"/>
                        <a:pt x="4286" y="33052"/>
                        <a:pt x="3810" y="32290"/>
                      </a:cubicBezTo>
                      <a:cubicBezTo>
                        <a:pt x="4382" y="32099"/>
                        <a:pt x="4572" y="31623"/>
                        <a:pt x="4286" y="31051"/>
                      </a:cubicBezTo>
                      <a:cubicBezTo>
                        <a:pt x="4001" y="30480"/>
                        <a:pt x="4096" y="30099"/>
                        <a:pt x="4477" y="29813"/>
                      </a:cubicBezTo>
                      <a:cubicBezTo>
                        <a:pt x="4191" y="27146"/>
                        <a:pt x="4001" y="24955"/>
                        <a:pt x="4001" y="23241"/>
                      </a:cubicBezTo>
                      <a:cubicBezTo>
                        <a:pt x="4001" y="20002"/>
                        <a:pt x="4382" y="17431"/>
                        <a:pt x="5334" y="15240"/>
                      </a:cubicBezTo>
                      <a:cubicBezTo>
                        <a:pt x="5811" y="13430"/>
                        <a:pt x="6096" y="12192"/>
                        <a:pt x="6382" y="11621"/>
                      </a:cubicBezTo>
                      <a:cubicBezTo>
                        <a:pt x="7049" y="10287"/>
                        <a:pt x="7906" y="9525"/>
                        <a:pt x="9144" y="9239"/>
                      </a:cubicBezTo>
                      <a:cubicBezTo>
                        <a:pt x="9811" y="7334"/>
                        <a:pt x="11430" y="5715"/>
                        <a:pt x="13811" y="4286"/>
                      </a:cubicBezTo>
                      <a:lnTo>
                        <a:pt x="13431" y="4096"/>
                      </a:lnTo>
                      <a:cubicBezTo>
                        <a:pt x="14193" y="3905"/>
                        <a:pt x="15240" y="3334"/>
                        <a:pt x="16669" y="2286"/>
                      </a:cubicBezTo>
                      <a:cubicBezTo>
                        <a:pt x="17907" y="1429"/>
                        <a:pt x="19050" y="1048"/>
                        <a:pt x="20003" y="1143"/>
                      </a:cubicBezTo>
                      <a:cubicBezTo>
                        <a:pt x="20003" y="381"/>
                        <a:pt x="20288" y="0"/>
                        <a:pt x="20955" y="0"/>
                      </a:cubicBezTo>
                      <a:cubicBezTo>
                        <a:pt x="21146" y="0"/>
                        <a:pt x="21527" y="0"/>
                        <a:pt x="22098" y="190"/>
                      </a:cubicBezTo>
                      <a:cubicBezTo>
                        <a:pt x="22670" y="286"/>
                        <a:pt x="23051" y="381"/>
                        <a:pt x="23336" y="286"/>
                      </a:cubicBezTo>
                      <a:cubicBezTo>
                        <a:pt x="24194" y="1524"/>
                        <a:pt x="25337" y="2191"/>
                        <a:pt x="26670" y="2191"/>
                      </a:cubicBezTo>
                      <a:cubicBezTo>
                        <a:pt x="27242" y="2191"/>
                        <a:pt x="28385" y="2000"/>
                        <a:pt x="29909" y="1524"/>
                      </a:cubicBezTo>
                      <a:cubicBezTo>
                        <a:pt x="31052" y="1810"/>
                        <a:pt x="32385" y="1810"/>
                        <a:pt x="34195" y="1524"/>
                      </a:cubicBezTo>
                      <a:lnTo>
                        <a:pt x="34195" y="1810"/>
                      </a:lnTo>
                      <a:cubicBezTo>
                        <a:pt x="34195" y="1810"/>
                        <a:pt x="35147" y="1524"/>
                        <a:pt x="35624" y="1524"/>
                      </a:cubicBezTo>
                      <a:cubicBezTo>
                        <a:pt x="36290" y="1524"/>
                        <a:pt x="37243" y="1905"/>
                        <a:pt x="38291" y="2858"/>
                      </a:cubicBezTo>
                      <a:cubicBezTo>
                        <a:pt x="39338" y="3715"/>
                        <a:pt x="40291" y="4191"/>
                        <a:pt x="41053" y="4381"/>
                      </a:cubicBezTo>
                      <a:cubicBezTo>
                        <a:pt x="41243" y="5239"/>
                        <a:pt x="41910" y="6096"/>
                        <a:pt x="43149" y="6953"/>
                      </a:cubicBezTo>
                      <a:cubicBezTo>
                        <a:pt x="44291" y="7810"/>
                        <a:pt x="44958" y="8382"/>
                        <a:pt x="45149" y="8858"/>
                      </a:cubicBezTo>
                      <a:cubicBezTo>
                        <a:pt x="45911" y="8858"/>
                        <a:pt x="46387" y="9430"/>
                        <a:pt x="46577" y="10477"/>
                      </a:cubicBezTo>
                      <a:cubicBezTo>
                        <a:pt x="46673" y="11621"/>
                        <a:pt x="47244" y="12192"/>
                        <a:pt x="47911" y="12192"/>
                      </a:cubicBezTo>
                      <a:cubicBezTo>
                        <a:pt x="48483" y="12859"/>
                        <a:pt x="48769" y="13906"/>
                        <a:pt x="48769" y="15145"/>
                      </a:cubicBezTo>
                      <a:lnTo>
                        <a:pt x="48769" y="16288"/>
                      </a:lnTo>
                      <a:cubicBezTo>
                        <a:pt x="48769" y="16859"/>
                        <a:pt x="48769" y="17240"/>
                        <a:pt x="48769" y="17431"/>
                      </a:cubicBezTo>
                      <a:cubicBezTo>
                        <a:pt x="48769" y="18955"/>
                        <a:pt x="49340" y="20098"/>
                        <a:pt x="50483" y="20764"/>
                      </a:cubicBezTo>
                      <a:cubicBezTo>
                        <a:pt x="50292" y="21146"/>
                        <a:pt x="50197" y="21622"/>
                        <a:pt x="50197" y="22003"/>
                      </a:cubicBezTo>
                      <a:cubicBezTo>
                        <a:pt x="50197" y="22479"/>
                        <a:pt x="50197" y="22955"/>
                        <a:pt x="50483" y="23717"/>
                      </a:cubicBezTo>
                      <a:cubicBezTo>
                        <a:pt x="50768" y="24384"/>
                        <a:pt x="50768" y="24860"/>
                        <a:pt x="50768" y="25146"/>
                      </a:cubicBezTo>
                      <a:cubicBezTo>
                        <a:pt x="50768" y="25813"/>
                        <a:pt x="50388" y="26194"/>
                        <a:pt x="49530" y="26384"/>
                      </a:cubicBezTo>
                      <a:close/>
                      <a:moveTo>
                        <a:pt x="40958" y="30671"/>
                      </a:moveTo>
                      <a:cubicBezTo>
                        <a:pt x="40958" y="30671"/>
                        <a:pt x="42482" y="31051"/>
                        <a:pt x="44672" y="31813"/>
                      </a:cubicBezTo>
                      <a:lnTo>
                        <a:pt x="44672" y="30004"/>
                      </a:lnTo>
                      <a:cubicBezTo>
                        <a:pt x="42958" y="29337"/>
                        <a:pt x="42101" y="29051"/>
                        <a:pt x="42291" y="29051"/>
                      </a:cubicBezTo>
                      <a:cubicBezTo>
                        <a:pt x="41910" y="29051"/>
                        <a:pt x="41815" y="29432"/>
                        <a:pt x="41910" y="30004"/>
                      </a:cubicBezTo>
                      <a:lnTo>
                        <a:pt x="41053" y="29051"/>
                      </a:lnTo>
                      <a:lnTo>
                        <a:pt x="40672" y="29242"/>
                      </a:lnTo>
                      <a:cubicBezTo>
                        <a:pt x="40291" y="28670"/>
                        <a:pt x="39720" y="28194"/>
                        <a:pt x="39053" y="27908"/>
                      </a:cubicBezTo>
                      <a:cubicBezTo>
                        <a:pt x="37910" y="27432"/>
                        <a:pt x="37243" y="27242"/>
                        <a:pt x="37052" y="27051"/>
                      </a:cubicBezTo>
                      <a:cubicBezTo>
                        <a:pt x="37243" y="26765"/>
                        <a:pt x="37338" y="26384"/>
                        <a:pt x="37338" y="25813"/>
                      </a:cubicBezTo>
                      <a:lnTo>
                        <a:pt x="37338" y="24384"/>
                      </a:lnTo>
                      <a:cubicBezTo>
                        <a:pt x="37338" y="24384"/>
                        <a:pt x="36576" y="22669"/>
                        <a:pt x="35529" y="20193"/>
                      </a:cubicBezTo>
                      <a:cubicBezTo>
                        <a:pt x="34766" y="18479"/>
                        <a:pt x="34195" y="17335"/>
                        <a:pt x="33528" y="16954"/>
                      </a:cubicBezTo>
                      <a:lnTo>
                        <a:pt x="34004" y="16669"/>
                      </a:lnTo>
                      <a:cubicBezTo>
                        <a:pt x="33338" y="15907"/>
                        <a:pt x="32576" y="15335"/>
                        <a:pt x="31528" y="15050"/>
                      </a:cubicBezTo>
                      <a:cubicBezTo>
                        <a:pt x="30480" y="14668"/>
                        <a:pt x="29528" y="14383"/>
                        <a:pt x="28670" y="14192"/>
                      </a:cubicBezTo>
                      <a:cubicBezTo>
                        <a:pt x="28670" y="13335"/>
                        <a:pt x="28385" y="12954"/>
                        <a:pt x="27623" y="12954"/>
                      </a:cubicBezTo>
                      <a:cubicBezTo>
                        <a:pt x="26670" y="12954"/>
                        <a:pt x="26004" y="13430"/>
                        <a:pt x="25622" y="14192"/>
                      </a:cubicBezTo>
                      <a:cubicBezTo>
                        <a:pt x="25051" y="14192"/>
                        <a:pt x="24289" y="14573"/>
                        <a:pt x="23241" y="15240"/>
                      </a:cubicBezTo>
                      <a:cubicBezTo>
                        <a:pt x="22289" y="15907"/>
                        <a:pt x="21431" y="16097"/>
                        <a:pt x="20955" y="16002"/>
                      </a:cubicBezTo>
                      <a:cubicBezTo>
                        <a:pt x="19812" y="16288"/>
                        <a:pt x="19145" y="17240"/>
                        <a:pt x="18669" y="18669"/>
                      </a:cubicBezTo>
                      <a:cubicBezTo>
                        <a:pt x="18288" y="20288"/>
                        <a:pt x="17717" y="21241"/>
                        <a:pt x="17145" y="21622"/>
                      </a:cubicBezTo>
                      <a:cubicBezTo>
                        <a:pt x="17145" y="22384"/>
                        <a:pt x="17145" y="23527"/>
                        <a:pt x="16955" y="24765"/>
                      </a:cubicBezTo>
                      <a:cubicBezTo>
                        <a:pt x="16764" y="26098"/>
                        <a:pt x="16669" y="27051"/>
                        <a:pt x="16669" y="27622"/>
                      </a:cubicBezTo>
                      <a:cubicBezTo>
                        <a:pt x="16669" y="28480"/>
                        <a:pt x="16859" y="29337"/>
                        <a:pt x="17145" y="30004"/>
                      </a:cubicBezTo>
                      <a:cubicBezTo>
                        <a:pt x="16574" y="30480"/>
                        <a:pt x="16479" y="31337"/>
                        <a:pt x="16955" y="32575"/>
                      </a:cubicBezTo>
                      <a:cubicBezTo>
                        <a:pt x="17336" y="33623"/>
                        <a:pt x="17145" y="34195"/>
                        <a:pt x="16288" y="34385"/>
                      </a:cubicBezTo>
                      <a:cubicBezTo>
                        <a:pt x="16859" y="36957"/>
                        <a:pt x="17145" y="38862"/>
                        <a:pt x="17145" y="40291"/>
                      </a:cubicBezTo>
                      <a:cubicBezTo>
                        <a:pt x="17145" y="41243"/>
                        <a:pt x="17145" y="42196"/>
                        <a:pt x="16955" y="43148"/>
                      </a:cubicBezTo>
                      <a:cubicBezTo>
                        <a:pt x="17336" y="43434"/>
                        <a:pt x="18098" y="45053"/>
                        <a:pt x="19241" y="47815"/>
                      </a:cubicBezTo>
                      <a:cubicBezTo>
                        <a:pt x="20003" y="49816"/>
                        <a:pt x="21336" y="50768"/>
                        <a:pt x="23146" y="50578"/>
                      </a:cubicBezTo>
                      <a:cubicBezTo>
                        <a:pt x="23241" y="50578"/>
                        <a:pt x="23432" y="50578"/>
                        <a:pt x="23718" y="50387"/>
                      </a:cubicBezTo>
                      <a:cubicBezTo>
                        <a:pt x="23908" y="50197"/>
                        <a:pt x="24099" y="50101"/>
                        <a:pt x="24194" y="50101"/>
                      </a:cubicBezTo>
                      <a:cubicBezTo>
                        <a:pt x="24289" y="50101"/>
                        <a:pt x="24575" y="50197"/>
                        <a:pt x="24670" y="50387"/>
                      </a:cubicBezTo>
                      <a:lnTo>
                        <a:pt x="24384" y="50578"/>
                      </a:lnTo>
                      <a:cubicBezTo>
                        <a:pt x="24384" y="50578"/>
                        <a:pt x="24479" y="51054"/>
                        <a:pt x="24861" y="51340"/>
                      </a:cubicBezTo>
                      <a:lnTo>
                        <a:pt x="25432" y="51911"/>
                      </a:lnTo>
                      <a:cubicBezTo>
                        <a:pt x="25813" y="52388"/>
                        <a:pt x="26289" y="52673"/>
                        <a:pt x="26861" y="52673"/>
                      </a:cubicBezTo>
                      <a:cubicBezTo>
                        <a:pt x="27718" y="52673"/>
                        <a:pt x="28099" y="52388"/>
                        <a:pt x="28099" y="51721"/>
                      </a:cubicBezTo>
                      <a:cubicBezTo>
                        <a:pt x="28480" y="52102"/>
                        <a:pt x="28861" y="52197"/>
                        <a:pt x="29146" y="52197"/>
                      </a:cubicBezTo>
                      <a:cubicBezTo>
                        <a:pt x="29433" y="52197"/>
                        <a:pt x="29813" y="51911"/>
                        <a:pt x="30195" y="51149"/>
                      </a:cubicBezTo>
                      <a:cubicBezTo>
                        <a:pt x="30575" y="50483"/>
                        <a:pt x="30956" y="50101"/>
                        <a:pt x="31338" y="50101"/>
                      </a:cubicBezTo>
                      <a:cubicBezTo>
                        <a:pt x="31623" y="50101"/>
                        <a:pt x="32004" y="50292"/>
                        <a:pt x="32576" y="50673"/>
                      </a:cubicBezTo>
                      <a:cubicBezTo>
                        <a:pt x="32576" y="50483"/>
                        <a:pt x="33147" y="50197"/>
                        <a:pt x="34100" y="49721"/>
                      </a:cubicBezTo>
                      <a:cubicBezTo>
                        <a:pt x="34862" y="49435"/>
                        <a:pt x="35147" y="48958"/>
                        <a:pt x="35147" y="48387"/>
                      </a:cubicBezTo>
                      <a:cubicBezTo>
                        <a:pt x="35147" y="48196"/>
                        <a:pt x="35147" y="47911"/>
                        <a:pt x="35053" y="47530"/>
                      </a:cubicBezTo>
                      <a:cubicBezTo>
                        <a:pt x="35814" y="47149"/>
                        <a:pt x="36290" y="46292"/>
                        <a:pt x="36386" y="45053"/>
                      </a:cubicBezTo>
                      <a:cubicBezTo>
                        <a:pt x="36576" y="43815"/>
                        <a:pt x="36862" y="42958"/>
                        <a:pt x="37434" y="42672"/>
                      </a:cubicBezTo>
                      <a:lnTo>
                        <a:pt x="37434" y="37338"/>
                      </a:lnTo>
                      <a:cubicBezTo>
                        <a:pt x="37434" y="37338"/>
                        <a:pt x="37529" y="36576"/>
                        <a:pt x="37529" y="36100"/>
                      </a:cubicBezTo>
                      <a:cubicBezTo>
                        <a:pt x="37529" y="35623"/>
                        <a:pt x="37529" y="34957"/>
                        <a:pt x="37243" y="34004"/>
                      </a:cubicBezTo>
                      <a:cubicBezTo>
                        <a:pt x="37148" y="33052"/>
                        <a:pt x="37052" y="32480"/>
                        <a:pt x="37052" y="32099"/>
                      </a:cubicBezTo>
                      <a:cubicBezTo>
                        <a:pt x="37052" y="31528"/>
                        <a:pt x="37052" y="30956"/>
                        <a:pt x="37434" y="30575"/>
                      </a:cubicBezTo>
                      <a:cubicBezTo>
                        <a:pt x="37434" y="30004"/>
                        <a:pt x="37529" y="29623"/>
                        <a:pt x="37910" y="29527"/>
                      </a:cubicBezTo>
                      <a:cubicBezTo>
                        <a:pt x="38100" y="29527"/>
                        <a:pt x="38577" y="29527"/>
                        <a:pt x="39244" y="29718"/>
                      </a:cubicBezTo>
                      <a:cubicBezTo>
                        <a:pt x="39815" y="29718"/>
                        <a:pt x="40291" y="29718"/>
                        <a:pt x="40481" y="29623"/>
                      </a:cubicBezTo>
                      <a:cubicBezTo>
                        <a:pt x="40958" y="30099"/>
                        <a:pt x="41148" y="30575"/>
                        <a:pt x="41148" y="31051"/>
                      </a:cubicBezTo>
                      <a:close/>
                      <a:moveTo>
                        <a:pt x="47816" y="26289"/>
                      </a:moveTo>
                      <a:cubicBezTo>
                        <a:pt x="47816" y="26289"/>
                        <a:pt x="46959" y="26003"/>
                        <a:pt x="46577" y="26003"/>
                      </a:cubicBezTo>
                      <a:cubicBezTo>
                        <a:pt x="46292" y="26003"/>
                        <a:pt x="45911" y="26003"/>
                        <a:pt x="45339" y="26194"/>
                      </a:cubicBezTo>
                      <a:cubicBezTo>
                        <a:pt x="44672" y="26384"/>
                        <a:pt x="44196" y="26384"/>
                        <a:pt x="43815" y="26289"/>
                      </a:cubicBezTo>
                      <a:lnTo>
                        <a:pt x="45720" y="27527"/>
                      </a:lnTo>
                      <a:lnTo>
                        <a:pt x="46006" y="26289"/>
                      </a:lnTo>
                      <a:cubicBezTo>
                        <a:pt x="46006" y="26289"/>
                        <a:pt x="46768" y="26479"/>
                        <a:pt x="47911" y="26956"/>
                      </a:cubicBezTo>
                      <a:lnTo>
                        <a:pt x="47911" y="26289"/>
                      </a:lnTo>
                      <a:close/>
                      <a:moveTo>
                        <a:pt x="45911" y="46482"/>
                      </a:moveTo>
                      <a:cubicBezTo>
                        <a:pt x="45911" y="46482"/>
                        <a:pt x="46101" y="46387"/>
                        <a:pt x="46101" y="46292"/>
                      </a:cubicBezTo>
                      <a:cubicBezTo>
                        <a:pt x="46101" y="46292"/>
                        <a:pt x="46006" y="46101"/>
                        <a:pt x="45625" y="46006"/>
                      </a:cubicBezTo>
                      <a:cubicBezTo>
                        <a:pt x="45339" y="45910"/>
                        <a:pt x="45244" y="45720"/>
                        <a:pt x="45244" y="45625"/>
                      </a:cubicBezTo>
                      <a:cubicBezTo>
                        <a:pt x="45244" y="45529"/>
                        <a:pt x="45244" y="45434"/>
                        <a:pt x="45625" y="45244"/>
                      </a:cubicBezTo>
                      <a:cubicBezTo>
                        <a:pt x="45339" y="45148"/>
                        <a:pt x="45054" y="45244"/>
                        <a:pt x="44672" y="45244"/>
                      </a:cubicBezTo>
                      <a:cubicBezTo>
                        <a:pt x="44196" y="45529"/>
                        <a:pt x="43911" y="45720"/>
                        <a:pt x="43911" y="45720"/>
                      </a:cubicBezTo>
                      <a:cubicBezTo>
                        <a:pt x="44101" y="45720"/>
                        <a:pt x="44768" y="45910"/>
                        <a:pt x="45911" y="46387"/>
                      </a:cubicBezTo>
                      <a:close/>
                      <a:moveTo>
                        <a:pt x="48102" y="30099"/>
                      </a:moveTo>
                      <a:lnTo>
                        <a:pt x="49054" y="30099"/>
                      </a:lnTo>
                      <a:cubicBezTo>
                        <a:pt x="49054" y="30099"/>
                        <a:pt x="48292" y="29718"/>
                        <a:pt x="48102" y="30004"/>
                      </a:cubicBezTo>
                      <a:cubicBezTo>
                        <a:pt x="47530" y="29813"/>
                        <a:pt x="46673" y="29623"/>
                        <a:pt x="45625" y="29337"/>
                      </a:cubicBezTo>
                      <a:cubicBezTo>
                        <a:pt x="45434" y="28956"/>
                        <a:pt x="45244" y="28765"/>
                        <a:pt x="44672" y="28765"/>
                      </a:cubicBezTo>
                      <a:cubicBezTo>
                        <a:pt x="44958" y="28765"/>
                        <a:pt x="45149" y="29051"/>
                        <a:pt x="45625" y="29337"/>
                      </a:cubicBezTo>
                      <a:cubicBezTo>
                        <a:pt x="45625" y="29527"/>
                        <a:pt x="45625" y="29813"/>
                        <a:pt x="45625" y="30099"/>
                      </a:cubicBezTo>
                      <a:lnTo>
                        <a:pt x="45625" y="30861"/>
                      </a:lnTo>
                      <a:cubicBezTo>
                        <a:pt x="45625" y="30861"/>
                        <a:pt x="45720" y="31051"/>
                        <a:pt x="45911" y="31051"/>
                      </a:cubicBezTo>
                      <a:lnTo>
                        <a:pt x="46768" y="30194"/>
                      </a:lnTo>
                      <a:lnTo>
                        <a:pt x="47149" y="30480"/>
                      </a:lnTo>
                      <a:cubicBezTo>
                        <a:pt x="47149" y="30480"/>
                        <a:pt x="47149" y="30956"/>
                        <a:pt x="47054" y="31147"/>
                      </a:cubicBezTo>
                      <a:cubicBezTo>
                        <a:pt x="46863" y="31433"/>
                        <a:pt x="46768" y="31623"/>
                        <a:pt x="46768" y="31813"/>
                      </a:cubicBezTo>
                      <a:cubicBezTo>
                        <a:pt x="47244" y="31909"/>
                        <a:pt x="47530" y="31813"/>
                        <a:pt x="47625" y="31337"/>
                      </a:cubicBezTo>
                      <a:cubicBezTo>
                        <a:pt x="47816" y="30956"/>
                        <a:pt x="47911" y="30575"/>
                        <a:pt x="48006" y="30194"/>
                      </a:cubicBezTo>
                      <a:lnTo>
                        <a:pt x="48006" y="30194"/>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 name="Google Shape;953;p99"/>
                <p:cNvSpPr/>
                <p:nvPr/>
              </p:nvSpPr>
              <p:spPr>
                <a:xfrm>
                  <a:off x="7760683" y="2379059"/>
                  <a:ext cx="50767" cy="68579"/>
                </a:xfrm>
                <a:custGeom>
                  <a:avLst/>
                  <a:gdLst/>
                  <a:ahLst/>
                  <a:cxnLst/>
                  <a:rect l="l" t="t" r="r" b="b"/>
                  <a:pathLst>
                    <a:path w="50767" h="68579" extrusionOk="0">
                      <a:moveTo>
                        <a:pt x="952" y="68580"/>
                      </a:moveTo>
                      <a:lnTo>
                        <a:pt x="0" y="67913"/>
                      </a:lnTo>
                      <a:lnTo>
                        <a:pt x="952" y="68199"/>
                      </a:lnTo>
                      <a:lnTo>
                        <a:pt x="952" y="68580"/>
                      </a:lnTo>
                      <a:close/>
                      <a:moveTo>
                        <a:pt x="49530" y="26289"/>
                      </a:moveTo>
                      <a:cubicBezTo>
                        <a:pt x="49339" y="26860"/>
                        <a:pt x="49530" y="27527"/>
                        <a:pt x="49911" y="28099"/>
                      </a:cubicBezTo>
                      <a:cubicBezTo>
                        <a:pt x="50387" y="28765"/>
                        <a:pt x="50578" y="29146"/>
                        <a:pt x="50578" y="29432"/>
                      </a:cubicBezTo>
                      <a:cubicBezTo>
                        <a:pt x="50578" y="29813"/>
                        <a:pt x="50387" y="30194"/>
                        <a:pt x="49911" y="30671"/>
                      </a:cubicBezTo>
                      <a:cubicBezTo>
                        <a:pt x="50196" y="32766"/>
                        <a:pt x="50292" y="35147"/>
                        <a:pt x="50292" y="37529"/>
                      </a:cubicBezTo>
                      <a:cubicBezTo>
                        <a:pt x="50292" y="39910"/>
                        <a:pt x="50102" y="42291"/>
                        <a:pt x="49911" y="44577"/>
                      </a:cubicBezTo>
                      <a:cubicBezTo>
                        <a:pt x="48863" y="44863"/>
                        <a:pt x="48387" y="45434"/>
                        <a:pt x="48387" y="46101"/>
                      </a:cubicBezTo>
                      <a:cubicBezTo>
                        <a:pt x="48387" y="46292"/>
                        <a:pt x="48387" y="46672"/>
                        <a:pt x="48577" y="47244"/>
                      </a:cubicBezTo>
                      <a:cubicBezTo>
                        <a:pt x="48768" y="47720"/>
                        <a:pt x="48863" y="48196"/>
                        <a:pt x="48863" y="48482"/>
                      </a:cubicBezTo>
                      <a:cubicBezTo>
                        <a:pt x="48863" y="48768"/>
                        <a:pt x="48863" y="48958"/>
                        <a:pt x="48673" y="49244"/>
                      </a:cubicBezTo>
                      <a:lnTo>
                        <a:pt x="48958" y="51530"/>
                      </a:lnTo>
                      <a:cubicBezTo>
                        <a:pt x="48292" y="51911"/>
                        <a:pt x="47720" y="52578"/>
                        <a:pt x="47339" y="53626"/>
                      </a:cubicBezTo>
                      <a:cubicBezTo>
                        <a:pt x="46958" y="54673"/>
                        <a:pt x="46482" y="55721"/>
                        <a:pt x="46196" y="56674"/>
                      </a:cubicBezTo>
                      <a:cubicBezTo>
                        <a:pt x="45148" y="57055"/>
                        <a:pt x="43529" y="58293"/>
                        <a:pt x="41148" y="60198"/>
                      </a:cubicBezTo>
                      <a:lnTo>
                        <a:pt x="42005" y="61055"/>
                      </a:lnTo>
                      <a:cubicBezTo>
                        <a:pt x="39052" y="61150"/>
                        <a:pt x="36957" y="61913"/>
                        <a:pt x="35623" y="63246"/>
                      </a:cubicBezTo>
                      <a:cubicBezTo>
                        <a:pt x="35433" y="63246"/>
                        <a:pt x="35147" y="63246"/>
                        <a:pt x="34957" y="63246"/>
                      </a:cubicBezTo>
                      <a:cubicBezTo>
                        <a:pt x="34480" y="63246"/>
                        <a:pt x="34004" y="63436"/>
                        <a:pt x="33623" y="63817"/>
                      </a:cubicBezTo>
                      <a:cubicBezTo>
                        <a:pt x="33242" y="64198"/>
                        <a:pt x="33051" y="64675"/>
                        <a:pt x="33051" y="65151"/>
                      </a:cubicBezTo>
                      <a:cubicBezTo>
                        <a:pt x="32385" y="64675"/>
                        <a:pt x="31623" y="64484"/>
                        <a:pt x="30766" y="64484"/>
                      </a:cubicBezTo>
                      <a:lnTo>
                        <a:pt x="28194" y="64484"/>
                      </a:lnTo>
                      <a:cubicBezTo>
                        <a:pt x="28194" y="64484"/>
                        <a:pt x="28194" y="63817"/>
                        <a:pt x="27717" y="63627"/>
                      </a:cubicBezTo>
                      <a:cubicBezTo>
                        <a:pt x="27241" y="63436"/>
                        <a:pt x="26955" y="63151"/>
                        <a:pt x="26955" y="62865"/>
                      </a:cubicBezTo>
                      <a:cubicBezTo>
                        <a:pt x="26289" y="63913"/>
                        <a:pt x="25336" y="64484"/>
                        <a:pt x="24193" y="64579"/>
                      </a:cubicBezTo>
                      <a:cubicBezTo>
                        <a:pt x="24003" y="64579"/>
                        <a:pt x="22860" y="64579"/>
                        <a:pt x="21050" y="64484"/>
                      </a:cubicBezTo>
                      <a:cubicBezTo>
                        <a:pt x="19717" y="63913"/>
                        <a:pt x="18288" y="63436"/>
                        <a:pt x="16954" y="62770"/>
                      </a:cubicBezTo>
                      <a:cubicBezTo>
                        <a:pt x="15335" y="62008"/>
                        <a:pt x="14097" y="61246"/>
                        <a:pt x="13335" y="60388"/>
                      </a:cubicBezTo>
                      <a:cubicBezTo>
                        <a:pt x="12954" y="60769"/>
                        <a:pt x="12382" y="60674"/>
                        <a:pt x="11335" y="60198"/>
                      </a:cubicBezTo>
                      <a:cubicBezTo>
                        <a:pt x="10001" y="58579"/>
                        <a:pt x="8763" y="56959"/>
                        <a:pt x="7429" y="55245"/>
                      </a:cubicBezTo>
                      <a:cubicBezTo>
                        <a:pt x="6001" y="53340"/>
                        <a:pt x="5239" y="51530"/>
                        <a:pt x="5048" y="49911"/>
                      </a:cubicBezTo>
                      <a:cubicBezTo>
                        <a:pt x="4286" y="48958"/>
                        <a:pt x="3905" y="47720"/>
                        <a:pt x="4000" y="46006"/>
                      </a:cubicBezTo>
                      <a:cubicBezTo>
                        <a:pt x="4000" y="43434"/>
                        <a:pt x="4000" y="42100"/>
                        <a:pt x="4000" y="41815"/>
                      </a:cubicBezTo>
                      <a:cubicBezTo>
                        <a:pt x="4000" y="41434"/>
                        <a:pt x="4000" y="41053"/>
                        <a:pt x="4000" y="40576"/>
                      </a:cubicBezTo>
                      <a:cubicBezTo>
                        <a:pt x="4000" y="40005"/>
                        <a:pt x="4000" y="39052"/>
                        <a:pt x="4286" y="37909"/>
                      </a:cubicBezTo>
                      <a:cubicBezTo>
                        <a:pt x="4381" y="36671"/>
                        <a:pt x="4572" y="35814"/>
                        <a:pt x="4572" y="35147"/>
                      </a:cubicBezTo>
                      <a:cubicBezTo>
                        <a:pt x="4572" y="34004"/>
                        <a:pt x="4286" y="33052"/>
                        <a:pt x="3905" y="32290"/>
                      </a:cubicBezTo>
                      <a:cubicBezTo>
                        <a:pt x="4476" y="32099"/>
                        <a:pt x="4572" y="31623"/>
                        <a:pt x="4381" y="31051"/>
                      </a:cubicBezTo>
                      <a:cubicBezTo>
                        <a:pt x="4096" y="30480"/>
                        <a:pt x="4191" y="30099"/>
                        <a:pt x="4572" y="29813"/>
                      </a:cubicBezTo>
                      <a:cubicBezTo>
                        <a:pt x="4286" y="27146"/>
                        <a:pt x="4096" y="24955"/>
                        <a:pt x="4096" y="23241"/>
                      </a:cubicBezTo>
                      <a:cubicBezTo>
                        <a:pt x="4096" y="20002"/>
                        <a:pt x="4572" y="17431"/>
                        <a:pt x="5429" y="15240"/>
                      </a:cubicBezTo>
                      <a:cubicBezTo>
                        <a:pt x="5905" y="13430"/>
                        <a:pt x="6286" y="12192"/>
                        <a:pt x="6477" y="11621"/>
                      </a:cubicBezTo>
                      <a:cubicBezTo>
                        <a:pt x="7144" y="10287"/>
                        <a:pt x="8001" y="9525"/>
                        <a:pt x="9239" y="9239"/>
                      </a:cubicBezTo>
                      <a:cubicBezTo>
                        <a:pt x="9906" y="7334"/>
                        <a:pt x="11430" y="5715"/>
                        <a:pt x="13811" y="4286"/>
                      </a:cubicBezTo>
                      <a:lnTo>
                        <a:pt x="13430" y="4096"/>
                      </a:lnTo>
                      <a:cubicBezTo>
                        <a:pt x="14192" y="3905"/>
                        <a:pt x="15240" y="3334"/>
                        <a:pt x="16669" y="2286"/>
                      </a:cubicBezTo>
                      <a:cubicBezTo>
                        <a:pt x="17812" y="1429"/>
                        <a:pt x="18955" y="1048"/>
                        <a:pt x="20002" y="1143"/>
                      </a:cubicBezTo>
                      <a:cubicBezTo>
                        <a:pt x="20002" y="381"/>
                        <a:pt x="20288" y="0"/>
                        <a:pt x="21050" y="0"/>
                      </a:cubicBezTo>
                      <a:cubicBezTo>
                        <a:pt x="21241" y="0"/>
                        <a:pt x="21621" y="0"/>
                        <a:pt x="22288" y="190"/>
                      </a:cubicBezTo>
                      <a:cubicBezTo>
                        <a:pt x="22860" y="286"/>
                        <a:pt x="23241" y="381"/>
                        <a:pt x="23431" y="286"/>
                      </a:cubicBezTo>
                      <a:cubicBezTo>
                        <a:pt x="24289" y="1524"/>
                        <a:pt x="25336" y="2191"/>
                        <a:pt x="26765" y="2191"/>
                      </a:cubicBezTo>
                      <a:cubicBezTo>
                        <a:pt x="27432" y="2191"/>
                        <a:pt x="28480" y="2000"/>
                        <a:pt x="30003" y="1524"/>
                      </a:cubicBezTo>
                      <a:cubicBezTo>
                        <a:pt x="31146" y="1810"/>
                        <a:pt x="32575" y="1810"/>
                        <a:pt x="34290" y="1524"/>
                      </a:cubicBezTo>
                      <a:lnTo>
                        <a:pt x="34290" y="1810"/>
                      </a:lnTo>
                      <a:cubicBezTo>
                        <a:pt x="34766" y="1619"/>
                        <a:pt x="35242" y="1524"/>
                        <a:pt x="35719" y="1524"/>
                      </a:cubicBezTo>
                      <a:cubicBezTo>
                        <a:pt x="36386" y="1524"/>
                        <a:pt x="37338" y="1905"/>
                        <a:pt x="38385" y="2858"/>
                      </a:cubicBezTo>
                      <a:cubicBezTo>
                        <a:pt x="39528" y="3715"/>
                        <a:pt x="40386" y="4191"/>
                        <a:pt x="41148" y="4381"/>
                      </a:cubicBezTo>
                      <a:cubicBezTo>
                        <a:pt x="41434" y="5239"/>
                        <a:pt x="42100" y="6096"/>
                        <a:pt x="43243" y="6953"/>
                      </a:cubicBezTo>
                      <a:cubicBezTo>
                        <a:pt x="44386" y="7810"/>
                        <a:pt x="45053" y="8382"/>
                        <a:pt x="45244" y="8858"/>
                      </a:cubicBezTo>
                      <a:cubicBezTo>
                        <a:pt x="46005" y="8858"/>
                        <a:pt x="46482" y="9430"/>
                        <a:pt x="46672" y="10477"/>
                      </a:cubicBezTo>
                      <a:cubicBezTo>
                        <a:pt x="46767" y="11621"/>
                        <a:pt x="47244" y="12192"/>
                        <a:pt x="48006" y="12192"/>
                      </a:cubicBezTo>
                      <a:cubicBezTo>
                        <a:pt x="48577" y="12859"/>
                        <a:pt x="48863" y="13906"/>
                        <a:pt x="48863" y="15145"/>
                      </a:cubicBezTo>
                      <a:lnTo>
                        <a:pt x="48863" y="16288"/>
                      </a:lnTo>
                      <a:cubicBezTo>
                        <a:pt x="48863" y="16859"/>
                        <a:pt x="48768" y="17240"/>
                        <a:pt x="48768" y="17431"/>
                      </a:cubicBezTo>
                      <a:cubicBezTo>
                        <a:pt x="48768" y="18955"/>
                        <a:pt x="49339" y="20098"/>
                        <a:pt x="50482" y="20764"/>
                      </a:cubicBezTo>
                      <a:cubicBezTo>
                        <a:pt x="50196" y="21146"/>
                        <a:pt x="50196" y="21622"/>
                        <a:pt x="50196" y="22003"/>
                      </a:cubicBezTo>
                      <a:cubicBezTo>
                        <a:pt x="50196" y="22479"/>
                        <a:pt x="50196" y="22955"/>
                        <a:pt x="50482" y="23717"/>
                      </a:cubicBezTo>
                      <a:cubicBezTo>
                        <a:pt x="50673" y="24384"/>
                        <a:pt x="50768" y="24860"/>
                        <a:pt x="50768" y="25146"/>
                      </a:cubicBezTo>
                      <a:cubicBezTo>
                        <a:pt x="50768" y="25813"/>
                        <a:pt x="50387" y="26194"/>
                        <a:pt x="49625" y="26384"/>
                      </a:cubicBezTo>
                      <a:close/>
                      <a:moveTo>
                        <a:pt x="41053" y="30671"/>
                      </a:moveTo>
                      <a:cubicBezTo>
                        <a:pt x="41053" y="30671"/>
                        <a:pt x="42576" y="31051"/>
                        <a:pt x="44767" y="31813"/>
                      </a:cubicBezTo>
                      <a:lnTo>
                        <a:pt x="44767" y="30004"/>
                      </a:lnTo>
                      <a:cubicBezTo>
                        <a:pt x="42958" y="29337"/>
                        <a:pt x="42196" y="29051"/>
                        <a:pt x="42386" y="29051"/>
                      </a:cubicBezTo>
                      <a:cubicBezTo>
                        <a:pt x="42005" y="29051"/>
                        <a:pt x="41910" y="29432"/>
                        <a:pt x="42005" y="30004"/>
                      </a:cubicBezTo>
                      <a:lnTo>
                        <a:pt x="41053" y="29051"/>
                      </a:lnTo>
                      <a:lnTo>
                        <a:pt x="40671" y="29242"/>
                      </a:lnTo>
                      <a:cubicBezTo>
                        <a:pt x="40291" y="28670"/>
                        <a:pt x="39719" y="28194"/>
                        <a:pt x="39052" y="27908"/>
                      </a:cubicBezTo>
                      <a:cubicBezTo>
                        <a:pt x="37909" y="27432"/>
                        <a:pt x="37147" y="27242"/>
                        <a:pt x="37052" y="27051"/>
                      </a:cubicBezTo>
                      <a:cubicBezTo>
                        <a:pt x="37242" y="26765"/>
                        <a:pt x="37338" y="26384"/>
                        <a:pt x="37242" y="25813"/>
                      </a:cubicBezTo>
                      <a:lnTo>
                        <a:pt x="37242" y="24384"/>
                      </a:lnTo>
                      <a:cubicBezTo>
                        <a:pt x="37242" y="24384"/>
                        <a:pt x="36480" y="22669"/>
                        <a:pt x="35433" y="20193"/>
                      </a:cubicBezTo>
                      <a:cubicBezTo>
                        <a:pt x="34766" y="18479"/>
                        <a:pt x="34099" y="17335"/>
                        <a:pt x="33528" y="16954"/>
                      </a:cubicBezTo>
                      <a:lnTo>
                        <a:pt x="33909" y="16669"/>
                      </a:lnTo>
                      <a:cubicBezTo>
                        <a:pt x="33242" y="15907"/>
                        <a:pt x="32480" y="15335"/>
                        <a:pt x="31432" y="15050"/>
                      </a:cubicBezTo>
                      <a:cubicBezTo>
                        <a:pt x="30385" y="14668"/>
                        <a:pt x="29432" y="14383"/>
                        <a:pt x="28575" y="14192"/>
                      </a:cubicBezTo>
                      <a:cubicBezTo>
                        <a:pt x="28575" y="13335"/>
                        <a:pt x="28289" y="12954"/>
                        <a:pt x="27527" y="12954"/>
                      </a:cubicBezTo>
                      <a:cubicBezTo>
                        <a:pt x="26479" y="12954"/>
                        <a:pt x="25812" y="13430"/>
                        <a:pt x="25527" y="14192"/>
                      </a:cubicBezTo>
                      <a:cubicBezTo>
                        <a:pt x="24955" y="14192"/>
                        <a:pt x="24098" y="14573"/>
                        <a:pt x="23146" y="15240"/>
                      </a:cubicBezTo>
                      <a:cubicBezTo>
                        <a:pt x="22193" y="15907"/>
                        <a:pt x="21431" y="16097"/>
                        <a:pt x="20860" y="16002"/>
                      </a:cubicBezTo>
                      <a:cubicBezTo>
                        <a:pt x="19812" y="16288"/>
                        <a:pt x="19050" y="17240"/>
                        <a:pt x="18573" y="18669"/>
                      </a:cubicBezTo>
                      <a:cubicBezTo>
                        <a:pt x="18192" y="20288"/>
                        <a:pt x="17621" y="21241"/>
                        <a:pt x="17050" y="21622"/>
                      </a:cubicBezTo>
                      <a:cubicBezTo>
                        <a:pt x="17050" y="22384"/>
                        <a:pt x="17050" y="23527"/>
                        <a:pt x="16859" y="24765"/>
                      </a:cubicBezTo>
                      <a:cubicBezTo>
                        <a:pt x="16669" y="26098"/>
                        <a:pt x="16573" y="27051"/>
                        <a:pt x="16573" y="27622"/>
                      </a:cubicBezTo>
                      <a:cubicBezTo>
                        <a:pt x="16573" y="28480"/>
                        <a:pt x="16764" y="29337"/>
                        <a:pt x="17050" y="30004"/>
                      </a:cubicBezTo>
                      <a:cubicBezTo>
                        <a:pt x="16478" y="30480"/>
                        <a:pt x="16383" y="31337"/>
                        <a:pt x="16859" y="32575"/>
                      </a:cubicBezTo>
                      <a:cubicBezTo>
                        <a:pt x="17240" y="33623"/>
                        <a:pt x="16954" y="34195"/>
                        <a:pt x="16192" y="34385"/>
                      </a:cubicBezTo>
                      <a:cubicBezTo>
                        <a:pt x="16764" y="36957"/>
                        <a:pt x="17050" y="38862"/>
                        <a:pt x="17050" y="40291"/>
                      </a:cubicBezTo>
                      <a:cubicBezTo>
                        <a:pt x="17050" y="41243"/>
                        <a:pt x="16954" y="42196"/>
                        <a:pt x="16859" y="43148"/>
                      </a:cubicBezTo>
                      <a:cubicBezTo>
                        <a:pt x="17240" y="43434"/>
                        <a:pt x="17907" y="45053"/>
                        <a:pt x="19050" y="47815"/>
                      </a:cubicBezTo>
                      <a:cubicBezTo>
                        <a:pt x="19812" y="49816"/>
                        <a:pt x="21145" y="50768"/>
                        <a:pt x="22955" y="50578"/>
                      </a:cubicBezTo>
                      <a:cubicBezTo>
                        <a:pt x="23050" y="50578"/>
                        <a:pt x="23241" y="50578"/>
                        <a:pt x="23526" y="50387"/>
                      </a:cubicBezTo>
                      <a:cubicBezTo>
                        <a:pt x="23717" y="50197"/>
                        <a:pt x="23908" y="50101"/>
                        <a:pt x="24003" y="50101"/>
                      </a:cubicBezTo>
                      <a:cubicBezTo>
                        <a:pt x="24098" y="50101"/>
                        <a:pt x="24289" y="50197"/>
                        <a:pt x="24479" y="50387"/>
                      </a:cubicBezTo>
                      <a:lnTo>
                        <a:pt x="24193" y="50578"/>
                      </a:lnTo>
                      <a:cubicBezTo>
                        <a:pt x="24193" y="50578"/>
                        <a:pt x="24289" y="51054"/>
                        <a:pt x="24574" y="51340"/>
                      </a:cubicBezTo>
                      <a:lnTo>
                        <a:pt x="25146" y="51911"/>
                      </a:lnTo>
                      <a:cubicBezTo>
                        <a:pt x="25527" y="52388"/>
                        <a:pt x="26003" y="52673"/>
                        <a:pt x="26575" y="52673"/>
                      </a:cubicBezTo>
                      <a:cubicBezTo>
                        <a:pt x="27432" y="52673"/>
                        <a:pt x="27813" y="52388"/>
                        <a:pt x="27908" y="51721"/>
                      </a:cubicBezTo>
                      <a:cubicBezTo>
                        <a:pt x="28289" y="52102"/>
                        <a:pt x="28670" y="52197"/>
                        <a:pt x="28956" y="52197"/>
                      </a:cubicBezTo>
                      <a:cubicBezTo>
                        <a:pt x="29337" y="52197"/>
                        <a:pt x="29623" y="51911"/>
                        <a:pt x="30003" y="51149"/>
                      </a:cubicBezTo>
                      <a:cubicBezTo>
                        <a:pt x="30480" y="50483"/>
                        <a:pt x="30861" y="50101"/>
                        <a:pt x="31146" y="50101"/>
                      </a:cubicBezTo>
                      <a:cubicBezTo>
                        <a:pt x="31432" y="50101"/>
                        <a:pt x="31909" y="50292"/>
                        <a:pt x="32385" y="50673"/>
                      </a:cubicBezTo>
                      <a:cubicBezTo>
                        <a:pt x="32385" y="50483"/>
                        <a:pt x="32956" y="50197"/>
                        <a:pt x="33909" y="49721"/>
                      </a:cubicBezTo>
                      <a:cubicBezTo>
                        <a:pt x="34671" y="49435"/>
                        <a:pt x="35052" y="48958"/>
                        <a:pt x="35052" y="48387"/>
                      </a:cubicBezTo>
                      <a:cubicBezTo>
                        <a:pt x="35052" y="48196"/>
                        <a:pt x="35052" y="47911"/>
                        <a:pt x="34861" y="47530"/>
                      </a:cubicBezTo>
                      <a:cubicBezTo>
                        <a:pt x="35623" y="47149"/>
                        <a:pt x="36004" y="46292"/>
                        <a:pt x="36195" y="45053"/>
                      </a:cubicBezTo>
                      <a:cubicBezTo>
                        <a:pt x="36290" y="43815"/>
                        <a:pt x="36671" y="42958"/>
                        <a:pt x="37242" y="42672"/>
                      </a:cubicBezTo>
                      <a:lnTo>
                        <a:pt x="37242" y="37338"/>
                      </a:lnTo>
                      <a:cubicBezTo>
                        <a:pt x="37242" y="37338"/>
                        <a:pt x="37433" y="36576"/>
                        <a:pt x="37433" y="36100"/>
                      </a:cubicBezTo>
                      <a:cubicBezTo>
                        <a:pt x="37433" y="35623"/>
                        <a:pt x="37433" y="34957"/>
                        <a:pt x="37147" y="34004"/>
                      </a:cubicBezTo>
                      <a:cubicBezTo>
                        <a:pt x="36957" y="33052"/>
                        <a:pt x="36862" y="32480"/>
                        <a:pt x="36862" y="32099"/>
                      </a:cubicBezTo>
                      <a:cubicBezTo>
                        <a:pt x="36862" y="31528"/>
                        <a:pt x="37052" y="30956"/>
                        <a:pt x="37242" y="30575"/>
                      </a:cubicBezTo>
                      <a:cubicBezTo>
                        <a:pt x="37242" y="30004"/>
                        <a:pt x="37242" y="29623"/>
                        <a:pt x="37719" y="29527"/>
                      </a:cubicBezTo>
                      <a:cubicBezTo>
                        <a:pt x="37909" y="29527"/>
                        <a:pt x="38290" y="29527"/>
                        <a:pt x="39052" y="29718"/>
                      </a:cubicBezTo>
                      <a:cubicBezTo>
                        <a:pt x="39624" y="29718"/>
                        <a:pt x="40100" y="29718"/>
                        <a:pt x="40291" y="29623"/>
                      </a:cubicBezTo>
                      <a:cubicBezTo>
                        <a:pt x="40767" y="30099"/>
                        <a:pt x="40957" y="30575"/>
                        <a:pt x="40862" y="31051"/>
                      </a:cubicBezTo>
                      <a:close/>
                      <a:moveTo>
                        <a:pt x="47910" y="26289"/>
                      </a:moveTo>
                      <a:cubicBezTo>
                        <a:pt x="47910" y="26289"/>
                        <a:pt x="47054" y="26003"/>
                        <a:pt x="46672" y="26003"/>
                      </a:cubicBezTo>
                      <a:cubicBezTo>
                        <a:pt x="46387" y="26003"/>
                        <a:pt x="45911" y="26003"/>
                        <a:pt x="45434" y="26194"/>
                      </a:cubicBezTo>
                      <a:cubicBezTo>
                        <a:pt x="44862" y="26384"/>
                        <a:pt x="44291" y="26384"/>
                        <a:pt x="43815" y="26289"/>
                      </a:cubicBezTo>
                      <a:lnTo>
                        <a:pt x="45720" y="27527"/>
                      </a:lnTo>
                      <a:lnTo>
                        <a:pt x="46005" y="26289"/>
                      </a:lnTo>
                      <a:cubicBezTo>
                        <a:pt x="46005" y="26289"/>
                        <a:pt x="46767" y="26479"/>
                        <a:pt x="47910" y="26956"/>
                      </a:cubicBezTo>
                      <a:lnTo>
                        <a:pt x="47910" y="26289"/>
                      </a:lnTo>
                      <a:close/>
                      <a:moveTo>
                        <a:pt x="46005" y="46482"/>
                      </a:moveTo>
                      <a:cubicBezTo>
                        <a:pt x="46005" y="46482"/>
                        <a:pt x="46196" y="46387"/>
                        <a:pt x="46196" y="46292"/>
                      </a:cubicBezTo>
                      <a:cubicBezTo>
                        <a:pt x="46196" y="46292"/>
                        <a:pt x="46101" y="46101"/>
                        <a:pt x="45720" y="46006"/>
                      </a:cubicBezTo>
                      <a:cubicBezTo>
                        <a:pt x="45529" y="45910"/>
                        <a:pt x="45339" y="45720"/>
                        <a:pt x="45339" y="45625"/>
                      </a:cubicBezTo>
                      <a:cubicBezTo>
                        <a:pt x="45339" y="45529"/>
                        <a:pt x="45434" y="45434"/>
                        <a:pt x="45720" y="45244"/>
                      </a:cubicBezTo>
                      <a:cubicBezTo>
                        <a:pt x="45434" y="45148"/>
                        <a:pt x="45148" y="45244"/>
                        <a:pt x="44767" y="45244"/>
                      </a:cubicBezTo>
                      <a:cubicBezTo>
                        <a:pt x="44291" y="45529"/>
                        <a:pt x="44005" y="45720"/>
                        <a:pt x="44005" y="45720"/>
                      </a:cubicBezTo>
                      <a:cubicBezTo>
                        <a:pt x="44101" y="45720"/>
                        <a:pt x="44767" y="45910"/>
                        <a:pt x="46005" y="46387"/>
                      </a:cubicBezTo>
                      <a:close/>
                      <a:moveTo>
                        <a:pt x="48196" y="30099"/>
                      </a:moveTo>
                      <a:lnTo>
                        <a:pt x="49244" y="30099"/>
                      </a:lnTo>
                      <a:cubicBezTo>
                        <a:pt x="48768" y="29813"/>
                        <a:pt x="48387" y="29718"/>
                        <a:pt x="48196" y="30004"/>
                      </a:cubicBezTo>
                      <a:cubicBezTo>
                        <a:pt x="47625" y="29813"/>
                        <a:pt x="46767" y="29623"/>
                        <a:pt x="45720" y="29337"/>
                      </a:cubicBezTo>
                      <a:cubicBezTo>
                        <a:pt x="45625" y="28956"/>
                        <a:pt x="45339" y="28765"/>
                        <a:pt x="44862" y="28765"/>
                      </a:cubicBezTo>
                      <a:cubicBezTo>
                        <a:pt x="45053" y="28765"/>
                        <a:pt x="45434" y="29051"/>
                        <a:pt x="45720" y="29337"/>
                      </a:cubicBezTo>
                      <a:cubicBezTo>
                        <a:pt x="45720" y="29527"/>
                        <a:pt x="45720" y="29813"/>
                        <a:pt x="45720" y="30099"/>
                      </a:cubicBezTo>
                      <a:cubicBezTo>
                        <a:pt x="45720" y="30575"/>
                        <a:pt x="45720" y="30766"/>
                        <a:pt x="45720" y="30861"/>
                      </a:cubicBezTo>
                      <a:cubicBezTo>
                        <a:pt x="45720" y="31051"/>
                        <a:pt x="45815" y="31051"/>
                        <a:pt x="46005" y="31051"/>
                      </a:cubicBezTo>
                      <a:lnTo>
                        <a:pt x="46958" y="30194"/>
                      </a:lnTo>
                      <a:lnTo>
                        <a:pt x="47339" y="30480"/>
                      </a:lnTo>
                      <a:cubicBezTo>
                        <a:pt x="47339" y="30480"/>
                        <a:pt x="47339" y="30956"/>
                        <a:pt x="47148" y="31147"/>
                      </a:cubicBezTo>
                      <a:cubicBezTo>
                        <a:pt x="46958" y="31433"/>
                        <a:pt x="46958" y="31623"/>
                        <a:pt x="46958" y="31813"/>
                      </a:cubicBezTo>
                      <a:cubicBezTo>
                        <a:pt x="47434" y="31909"/>
                        <a:pt x="47720" y="31813"/>
                        <a:pt x="47910" y="31337"/>
                      </a:cubicBezTo>
                      <a:cubicBezTo>
                        <a:pt x="48006" y="30956"/>
                        <a:pt x="48196" y="30575"/>
                        <a:pt x="48196" y="30194"/>
                      </a:cubicBezTo>
                      <a:lnTo>
                        <a:pt x="48196" y="30194"/>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 name="Google Shape;954;p99"/>
                <p:cNvSpPr/>
                <p:nvPr/>
              </p:nvSpPr>
              <p:spPr>
                <a:xfrm>
                  <a:off x="7818405" y="2378678"/>
                  <a:ext cx="46196" cy="65055"/>
                </a:xfrm>
                <a:custGeom>
                  <a:avLst/>
                  <a:gdLst/>
                  <a:ahLst/>
                  <a:cxnLst/>
                  <a:rect l="l" t="t" r="r" b="b"/>
                  <a:pathLst>
                    <a:path w="46196" h="65055" extrusionOk="0">
                      <a:moveTo>
                        <a:pt x="46005" y="14383"/>
                      </a:moveTo>
                      <a:lnTo>
                        <a:pt x="45815" y="26765"/>
                      </a:lnTo>
                      <a:cubicBezTo>
                        <a:pt x="45148" y="26956"/>
                        <a:pt x="44862" y="27432"/>
                        <a:pt x="44862" y="28385"/>
                      </a:cubicBezTo>
                      <a:cubicBezTo>
                        <a:pt x="44862" y="29528"/>
                        <a:pt x="44768" y="30290"/>
                        <a:pt x="44577" y="30575"/>
                      </a:cubicBezTo>
                      <a:cubicBezTo>
                        <a:pt x="40862" y="35242"/>
                        <a:pt x="36766" y="38291"/>
                        <a:pt x="32195" y="39624"/>
                      </a:cubicBezTo>
                      <a:cubicBezTo>
                        <a:pt x="31432" y="40386"/>
                        <a:pt x="30575" y="40767"/>
                        <a:pt x="29432" y="40767"/>
                      </a:cubicBezTo>
                      <a:cubicBezTo>
                        <a:pt x="28860" y="40767"/>
                        <a:pt x="28004" y="40672"/>
                        <a:pt x="26765" y="40386"/>
                      </a:cubicBezTo>
                      <a:cubicBezTo>
                        <a:pt x="25622" y="40100"/>
                        <a:pt x="24669" y="40005"/>
                        <a:pt x="24098" y="40100"/>
                      </a:cubicBezTo>
                      <a:cubicBezTo>
                        <a:pt x="23241" y="39243"/>
                        <a:pt x="22860" y="38195"/>
                        <a:pt x="22860" y="37148"/>
                      </a:cubicBezTo>
                      <a:cubicBezTo>
                        <a:pt x="22860" y="36767"/>
                        <a:pt x="23146" y="35433"/>
                        <a:pt x="23813" y="33242"/>
                      </a:cubicBezTo>
                      <a:cubicBezTo>
                        <a:pt x="24289" y="31623"/>
                        <a:pt x="24098" y="30194"/>
                        <a:pt x="23526" y="29051"/>
                      </a:cubicBezTo>
                      <a:cubicBezTo>
                        <a:pt x="24003" y="28194"/>
                        <a:pt x="25051" y="27623"/>
                        <a:pt x="26575" y="27432"/>
                      </a:cubicBezTo>
                      <a:cubicBezTo>
                        <a:pt x="26670" y="26956"/>
                        <a:pt x="27051" y="26765"/>
                        <a:pt x="27717" y="26765"/>
                      </a:cubicBezTo>
                      <a:cubicBezTo>
                        <a:pt x="27908" y="26765"/>
                        <a:pt x="28194" y="26765"/>
                        <a:pt x="28575" y="26765"/>
                      </a:cubicBezTo>
                      <a:lnTo>
                        <a:pt x="29432" y="26765"/>
                      </a:lnTo>
                      <a:cubicBezTo>
                        <a:pt x="30480" y="26765"/>
                        <a:pt x="31146" y="26194"/>
                        <a:pt x="31146" y="25146"/>
                      </a:cubicBezTo>
                      <a:cubicBezTo>
                        <a:pt x="32956" y="24289"/>
                        <a:pt x="33814" y="22955"/>
                        <a:pt x="33814" y="21146"/>
                      </a:cubicBezTo>
                      <a:cubicBezTo>
                        <a:pt x="34004" y="19241"/>
                        <a:pt x="33528" y="17717"/>
                        <a:pt x="32385" y="16574"/>
                      </a:cubicBezTo>
                      <a:cubicBezTo>
                        <a:pt x="31146" y="15621"/>
                        <a:pt x="29813" y="14669"/>
                        <a:pt x="28575" y="13811"/>
                      </a:cubicBezTo>
                      <a:cubicBezTo>
                        <a:pt x="28099" y="13430"/>
                        <a:pt x="27337" y="13240"/>
                        <a:pt x="26479" y="13240"/>
                      </a:cubicBezTo>
                      <a:lnTo>
                        <a:pt x="25718" y="13240"/>
                      </a:lnTo>
                      <a:cubicBezTo>
                        <a:pt x="25718" y="13240"/>
                        <a:pt x="25146" y="13240"/>
                        <a:pt x="25051" y="13240"/>
                      </a:cubicBezTo>
                      <a:cubicBezTo>
                        <a:pt x="23717" y="13240"/>
                        <a:pt x="23050" y="12573"/>
                        <a:pt x="23050" y="11144"/>
                      </a:cubicBezTo>
                      <a:cubicBezTo>
                        <a:pt x="23241" y="10096"/>
                        <a:pt x="23813" y="9430"/>
                        <a:pt x="24955" y="9239"/>
                      </a:cubicBezTo>
                      <a:cubicBezTo>
                        <a:pt x="23717" y="8954"/>
                        <a:pt x="22955" y="8192"/>
                        <a:pt x="22955" y="6953"/>
                      </a:cubicBezTo>
                      <a:cubicBezTo>
                        <a:pt x="22955" y="6763"/>
                        <a:pt x="22955" y="6572"/>
                        <a:pt x="22955" y="6382"/>
                      </a:cubicBezTo>
                      <a:cubicBezTo>
                        <a:pt x="23241" y="6191"/>
                        <a:pt x="23336" y="6096"/>
                        <a:pt x="23241" y="5906"/>
                      </a:cubicBezTo>
                      <a:cubicBezTo>
                        <a:pt x="23050" y="5620"/>
                        <a:pt x="22764" y="5429"/>
                        <a:pt x="22384" y="5429"/>
                      </a:cubicBezTo>
                      <a:cubicBezTo>
                        <a:pt x="21812" y="8287"/>
                        <a:pt x="21621" y="9906"/>
                        <a:pt x="21717" y="10478"/>
                      </a:cubicBezTo>
                      <a:cubicBezTo>
                        <a:pt x="21812" y="10763"/>
                        <a:pt x="21907" y="10954"/>
                        <a:pt x="21907" y="11240"/>
                      </a:cubicBezTo>
                      <a:cubicBezTo>
                        <a:pt x="21907" y="12192"/>
                        <a:pt x="21050" y="13049"/>
                        <a:pt x="19335" y="13621"/>
                      </a:cubicBezTo>
                      <a:cubicBezTo>
                        <a:pt x="18859" y="12954"/>
                        <a:pt x="18192" y="12573"/>
                        <a:pt x="17145" y="12573"/>
                      </a:cubicBezTo>
                      <a:cubicBezTo>
                        <a:pt x="17336" y="12573"/>
                        <a:pt x="16383" y="12668"/>
                        <a:pt x="14288" y="12954"/>
                      </a:cubicBezTo>
                      <a:cubicBezTo>
                        <a:pt x="12573" y="14002"/>
                        <a:pt x="11716" y="15526"/>
                        <a:pt x="11716" y="17526"/>
                      </a:cubicBezTo>
                      <a:cubicBezTo>
                        <a:pt x="11716" y="18193"/>
                        <a:pt x="11811" y="19241"/>
                        <a:pt x="12002" y="20669"/>
                      </a:cubicBezTo>
                      <a:cubicBezTo>
                        <a:pt x="12287" y="22003"/>
                        <a:pt x="12382" y="23050"/>
                        <a:pt x="12382" y="23717"/>
                      </a:cubicBezTo>
                      <a:cubicBezTo>
                        <a:pt x="12382" y="24384"/>
                        <a:pt x="12382" y="24956"/>
                        <a:pt x="12192" y="25527"/>
                      </a:cubicBezTo>
                      <a:cubicBezTo>
                        <a:pt x="12859" y="27051"/>
                        <a:pt x="14097" y="28004"/>
                        <a:pt x="16097" y="28480"/>
                      </a:cubicBezTo>
                      <a:cubicBezTo>
                        <a:pt x="16859" y="28766"/>
                        <a:pt x="18669" y="28861"/>
                        <a:pt x="21431" y="29146"/>
                      </a:cubicBezTo>
                      <a:cubicBezTo>
                        <a:pt x="21145" y="30004"/>
                        <a:pt x="20955" y="31052"/>
                        <a:pt x="20955" y="32195"/>
                      </a:cubicBezTo>
                      <a:cubicBezTo>
                        <a:pt x="20955" y="32861"/>
                        <a:pt x="21431" y="35147"/>
                        <a:pt x="22384" y="39148"/>
                      </a:cubicBezTo>
                      <a:cubicBezTo>
                        <a:pt x="22098" y="38862"/>
                        <a:pt x="21907" y="38671"/>
                        <a:pt x="21717" y="38671"/>
                      </a:cubicBezTo>
                      <a:cubicBezTo>
                        <a:pt x="21431" y="38671"/>
                        <a:pt x="21145" y="38957"/>
                        <a:pt x="20764" y="39529"/>
                      </a:cubicBezTo>
                      <a:cubicBezTo>
                        <a:pt x="20383" y="40100"/>
                        <a:pt x="20193" y="40386"/>
                        <a:pt x="20002" y="40386"/>
                      </a:cubicBezTo>
                      <a:cubicBezTo>
                        <a:pt x="19621" y="39910"/>
                        <a:pt x="18859" y="39624"/>
                        <a:pt x="17621" y="39624"/>
                      </a:cubicBezTo>
                      <a:cubicBezTo>
                        <a:pt x="15716" y="39624"/>
                        <a:pt x="14764" y="39624"/>
                        <a:pt x="14764" y="39624"/>
                      </a:cubicBezTo>
                      <a:cubicBezTo>
                        <a:pt x="12859" y="41339"/>
                        <a:pt x="11906" y="43529"/>
                        <a:pt x="11906" y="46292"/>
                      </a:cubicBezTo>
                      <a:cubicBezTo>
                        <a:pt x="11906" y="46958"/>
                        <a:pt x="12002" y="48101"/>
                        <a:pt x="12192" y="49625"/>
                      </a:cubicBezTo>
                      <a:cubicBezTo>
                        <a:pt x="12382" y="51149"/>
                        <a:pt x="12478" y="52388"/>
                        <a:pt x="12478" y="53150"/>
                      </a:cubicBezTo>
                      <a:cubicBezTo>
                        <a:pt x="12478" y="53816"/>
                        <a:pt x="12478" y="54483"/>
                        <a:pt x="12287" y="55054"/>
                      </a:cubicBezTo>
                      <a:cubicBezTo>
                        <a:pt x="12859" y="58579"/>
                        <a:pt x="13145" y="60674"/>
                        <a:pt x="13145" y="61246"/>
                      </a:cubicBezTo>
                      <a:cubicBezTo>
                        <a:pt x="13145" y="62579"/>
                        <a:pt x="12954" y="63722"/>
                        <a:pt x="12478" y="64675"/>
                      </a:cubicBezTo>
                      <a:cubicBezTo>
                        <a:pt x="11906" y="64579"/>
                        <a:pt x="11430" y="64484"/>
                        <a:pt x="10763" y="64484"/>
                      </a:cubicBezTo>
                      <a:cubicBezTo>
                        <a:pt x="10096" y="64484"/>
                        <a:pt x="8954" y="64579"/>
                        <a:pt x="7525" y="64770"/>
                      </a:cubicBezTo>
                      <a:cubicBezTo>
                        <a:pt x="6096" y="64961"/>
                        <a:pt x="5048" y="65056"/>
                        <a:pt x="4476" y="65056"/>
                      </a:cubicBezTo>
                      <a:cubicBezTo>
                        <a:pt x="2571" y="65056"/>
                        <a:pt x="1238" y="64389"/>
                        <a:pt x="381" y="63151"/>
                      </a:cubicBezTo>
                      <a:cubicBezTo>
                        <a:pt x="95" y="62389"/>
                        <a:pt x="0" y="61532"/>
                        <a:pt x="0" y="60770"/>
                      </a:cubicBezTo>
                      <a:cubicBezTo>
                        <a:pt x="0" y="60008"/>
                        <a:pt x="190" y="58865"/>
                        <a:pt x="476" y="57436"/>
                      </a:cubicBezTo>
                      <a:cubicBezTo>
                        <a:pt x="762" y="56007"/>
                        <a:pt x="952" y="54959"/>
                        <a:pt x="952" y="54292"/>
                      </a:cubicBezTo>
                      <a:cubicBezTo>
                        <a:pt x="952" y="53816"/>
                        <a:pt x="952" y="53340"/>
                        <a:pt x="762" y="52959"/>
                      </a:cubicBezTo>
                      <a:cubicBezTo>
                        <a:pt x="1143" y="52769"/>
                        <a:pt x="1333" y="52578"/>
                        <a:pt x="1333" y="52292"/>
                      </a:cubicBezTo>
                      <a:cubicBezTo>
                        <a:pt x="1333" y="52102"/>
                        <a:pt x="1238" y="51816"/>
                        <a:pt x="952" y="51435"/>
                      </a:cubicBezTo>
                      <a:cubicBezTo>
                        <a:pt x="762" y="50959"/>
                        <a:pt x="667" y="50673"/>
                        <a:pt x="667" y="50483"/>
                      </a:cubicBezTo>
                      <a:cubicBezTo>
                        <a:pt x="1048" y="48768"/>
                        <a:pt x="1238" y="46577"/>
                        <a:pt x="1238" y="43910"/>
                      </a:cubicBezTo>
                      <a:cubicBezTo>
                        <a:pt x="1238" y="42863"/>
                        <a:pt x="1238" y="41148"/>
                        <a:pt x="1143" y="38957"/>
                      </a:cubicBezTo>
                      <a:cubicBezTo>
                        <a:pt x="1143" y="36671"/>
                        <a:pt x="952" y="34957"/>
                        <a:pt x="952" y="33909"/>
                      </a:cubicBezTo>
                      <a:cubicBezTo>
                        <a:pt x="952" y="31147"/>
                        <a:pt x="1143" y="28861"/>
                        <a:pt x="1524" y="26956"/>
                      </a:cubicBezTo>
                      <a:lnTo>
                        <a:pt x="667" y="24765"/>
                      </a:lnTo>
                      <a:cubicBezTo>
                        <a:pt x="1714" y="24289"/>
                        <a:pt x="2953" y="24384"/>
                        <a:pt x="4381" y="25051"/>
                      </a:cubicBezTo>
                      <a:cubicBezTo>
                        <a:pt x="4381" y="24575"/>
                        <a:pt x="4572" y="24289"/>
                        <a:pt x="4953" y="24289"/>
                      </a:cubicBezTo>
                      <a:cubicBezTo>
                        <a:pt x="5048" y="24289"/>
                        <a:pt x="5334" y="24289"/>
                        <a:pt x="5810" y="24575"/>
                      </a:cubicBezTo>
                      <a:cubicBezTo>
                        <a:pt x="6191" y="24765"/>
                        <a:pt x="6382" y="24860"/>
                        <a:pt x="6572" y="24860"/>
                      </a:cubicBezTo>
                      <a:lnTo>
                        <a:pt x="6953" y="25146"/>
                      </a:lnTo>
                      <a:cubicBezTo>
                        <a:pt x="6953" y="25146"/>
                        <a:pt x="7239" y="24765"/>
                        <a:pt x="7239" y="24289"/>
                      </a:cubicBezTo>
                      <a:cubicBezTo>
                        <a:pt x="7239" y="24003"/>
                        <a:pt x="6858" y="23908"/>
                        <a:pt x="6382" y="23908"/>
                      </a:cubicBezTo>
                      <a:cubicBezTo>
                        <a:pt x="6382" y="23336"/>
                        <a:pt x="6382" y="23050"/>
                        <a:pt x="6096" y="23050"/>
                      </a:cubicBezTo>
                      <a:cubicBezTo>
                        <a:pt x="6096" y="23050"/>
                        <a:pt x="5715" y="23050"/>
                        <a:pt x="5239" y="23050"/>
                      </a:cubicBezTo>
                      <a:cubicBezTo>
                        <a:pt x="4858" y="23050"/>
                        <a:pt x="4572" y="23050"/>
                        <a:pt x="4572" y="22955"/>
                      </a:cubicBezTo>
                      <a:lnTo>
                        <a:pt x="4191" y="23908"/>
                      </a:lnTo>
                      <a:lnTo>
                        <a:pt x="1048" y="23241"/>
                      </a:lnTo>
                      <a:cubicBezTo>
                        <a:pt x="1238" y="22765"/>
                        <a:pt x="1428" y="22193"/>
                        <a:pt x="1524" y="21527"/>
                      </a:cubicBezTo>
                      <a:cubicBezTo>
                        <a:pt x="1619" y="20955"/>
                        <a:pt x="2000" y="20574"/>
                        <a:pt x="2571" y="20479"/>
                      </a:cubicBezTo>
                      <a:cubicBezTo>
                        <a:pt x="1810" y="20479"/>
                        <a:pt x="1428" y="20383"/>
                        <a:pt x="1428" y="19717"/>
                      </a:cubicBezTo>
                      <a:cubicBezTo>
                        <a:pt x="1428" y="19621"/>
                        <a:pt x="1428" y="19336"/>
                        <a:pt x="1524" y="18955"/>
                      </a:cubicBezTo>
                      <a:cubicBezTo>
                        <a:pt x="1524" y="18574"/>
                        <a:pt x="1524" y="18288"/>
                        <a:pt x="1524" y="18193"/>
                      </a:cubicBezTo>
                      <a:cubicBezTo>
                        <a:pt x="1524" y="17621"/>
                        <a:pt x="1333" y="17240"/>
                        <a:pt x="952" y="17050"/>
                      </a:cubicBezTo>
                      <a:cubicBezTo>
                        <a:pt x="1143" y="16669"/>
                        <a:pt x="1333" y="16288"/>
                        <a:pt x="1333" y="15716"/>
                      </a:cubicBezTo>
                      <a:cubicBezTo>
                        <a:pt x="1333" y="14764"/>
                        <a:pt x="952" y="14097"/>
                        <a:pt x="95" y="13621"/>
                      </a:cubicBezTo>
                      <a:cubicBezTo>
                        <a:pt x="952" y="12859"/>
                        <a:pt x="1333" y="11811"/>
                        <a:pt x="1333" y="10478"/>
                      </a:cubicBezTo>
                      <a:cubicBezTo>
                        <a:pt x="1333" y="10001"/>
                        <a:pt x="1333" y="9239"/>
                        <a:pt x="1143" y="8096"/>
                      </a:cubicBezTo>
                      <a:cubicBezTo>
                        <a:pt x="952" y="7049"/>
                        <a:pt x="952" y="6287"/>
                        <a:pt x="952" y="5715"/>
                      </a:cubicBezTo>
                      <a:cubicBezTo>
                        <a:pt x="952" y="4572"/>
                        <a:pt x="1143" y="3620"/>
                        <a:pt x="1619" y="2762"/>
                      </a:cubicBezTo>
                      <a:lnTo>
                        <a:pt x="762" y="2096"/>
                      </a:lnTo>
                      <a:cubicBezTo>
                        <a:pt x="762" y="2096"/>
                        <a:pt x="1619" y="2096"/>
                        <a:pt x="2381" y="1810"/>
                      </a:cubicBezTo>
                      <a:cubicBezTo>
                        <a:pt x="3143" y="1524"/>
                        <a:pt x="3714" y="1429"/>
                        <a:pt x="4096" y="1429"/>
                      </a:cubicBezTo>
                      <a:cubicBezTo>
                        <a:pt x="4476" y="1429"/>
                        <a:pt x="4763" y="1524"/>
                        <a:pt x="5048" y="1715"/>
                      </a:cubicBezTo>
                      <a:cubicBezTo>
                        <a:pt x="5429" y="1524"/>
                        <a:pt x="5905" y="1429"/>
                        <a:pt x="6668" y="1429"/>
                      </a:cubicBezTo>
                      <a:cubicBezTo>
                        <a:pt x="6858" y="1429"/>
                        <a:pt x="7239" y="1429"/>
                        <a:pt x="7620" y="1429"/>
                      </a:cubicBezTo>
                      <a:lnTo>
                        <a:pt x="8667" y="1429"/>
                      </a:lnTo>
                      <a:cubicBezTo>
                        <a:pt x="9715" y="1429"/>
                        <a:pt x="10382" y="1143"/>
                        <a:pt x="10763" y="571"/>
                      </a:cubicBezTo>
                      <a:cubicBezTo>
                        <a:pt x="10763" y="571"/>
                        <a:pt x="10668" y="857"/>
                        <a:pt x="10477" y="1048"/>
                      </a:cubicBezTo>
                      <a:cubicBezTo>
                        <a:pt x="10287" y="1238"/>
                        <a:pt x="10192" y="1429"/>
                        <a:pt x="10192" y="1429"/>
                      </a:cubicBezTo>
                      <a:cubicBezTo>
                        <a:pt x="9906" y="1429"/>
                        <a:pt x="10858" y="1429"/>
                        <a:pt x="12763" y="1429"/>
                      </a:cubicBezTo>
                      <a:cubicBezTo>
                        <a:pt x="13621" y="1429"/>
                        <a:pt x="14383" y="953"/>
                        <a:pt x="14859" y="0"/>
                      </a:cubicBezTo>
                      <a:lnTo>
                        <a:pt x="20383" y="1048"/>
                      </a:lnTo>
                      <a:cubicBezTo>
                        <a:pt x="20383" y="1048"/>
                        <a:pt x="20669" y="1429"/>
                        <a:pt x="21050" y="1524"/>
                      </a:cubicBezTo>
                      <a:lnTo>
                        <a:pt x="21907" y="1524"/>
                      </a:lnTo>
                      <a:cubicBezTo>
                        <a:pt x="21907" y="2572"/>
                        <a:pt x="22098" y="3239"/>
                        <a:pt x="22574" y="3429"/>
                      </a:cubicBezTo>
                      <a:cubicBezTo>
                        <a:pt x="23050" y="3429"/>
                        <a:pt x="23431" y="2953"/>
                        <a:pt x="23622" y="2191"/>
                      </a:cubicBezTo>
                      <a:cubicBezTo>
                        <a:pt x="23813" y="1333"/>
                        <a:pt x="24193" y="857"/>
                        <a:pt x="24765" y="667"/>
                      </a:cubicBezTo>
                      <a:cubicBezTo>
                        <a:pt x="25432" y="286"/>
                        <a:pt x="26098" y="0"/>
                        <a:pt x="26765" y="0"/>
                      </a:cubicBezTo>
                      <a:cubicBezTo>
                        <a:pt x="27527" y="0"/>
                        <a:pt x="28480" y="476"/>
                        <a:pt x="29623" y="1333"/>
                      </a:cubicBezTo>
                      <a:cubicBezTo>
                        <a:pt x="30861" y="2191"/>
                        <a:pt x="31718" y="2667"/>
                        <a:pt x="32575" y="2667"/>
                      </a:cubicBezTo>
                      <a:cubicBezTo>
                        <a:pt x="33147" y="2667"/>
                        <a:pt x="33718" y="2477"/>
                        <a:pt x="34290" y="2191"/>
                      </a:cubicBezTo>
                      <a:cubicBezTo>
                        <a:pt x="35719" y="2762"/>
                        <a:pt x="37529" y="3810"/>
                        <a:pt x="39814" y="5334"/>
                      </a:cubicBezTo>
                      <a:cubicBezTo>
                        <a:pt x="41243" y="5906"/>
                        <a:pt x="42576" y="7334"/>
                        <a:pt x="43719" y="9525"/>
                      </a:cubicBezTo>
                      <a:cubicBezTo>
                        <a:pt x="45053" y="12097"/>
                        <a:pt x="45911" y="13621"/>
                        <a:pt x="46196" y="14002"/>
                      </a:cubicBezTo>
                      <a:close/>
                      <a:moveTo>
                        <a:pt x="6762" y="23336"/>
                      </a:moveTo>
                      <a:lnTo>
                        <a:pt x="8287" y="24003"/>
                      </a:lnTo>
                      <a:lnTo>
                        <a:pt x="7905" y="23717"/>
                      </a:lnTo>
                      <a:lnTo>
                        <a:pt x="6762" y="23336"/>
                      </a:lnTo>
                      <a:close/>
                      <a:moveTo>
                        <a:pt x="29146" y="46292"/>
                      </a:moveTo>
                      <a:lnTo>
                        <a:pt x="28765" y="43910"/>
                      </a:lnTo>
                      <a:cubicBezTo>
                        <a:pt x="29242" y="44958"/>
                        <a:pt x="29527" y="45720"/>
                        <a:pt x="29432" y="46101"/>
                      </a:cubicBezTo>
                      <a:lnTo>
                        <a:pt x="29146" y="46387"/>
                      </a:lnTo>
                      <a:close/>
                      <a:moveTo>
                        <a:pt x="43719" y="37719"/>
                      </a:moveTo>
                      <a:lnTo>
                        <a:pt x="43719" y="35242"/>
                      </a:lnTo>
                      <a:lnTo>
                        <a:pt x="44101" y="35242"/>
                      </a:lnTo>
                      <a:lnTo>
                        <a:pt x="44101" y="37719"/>
                      </a:lnTo>
                      <a:lnTo>
                        <a:pt x="43719" y="37719"/>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55" name="Google Shape;955;p99"/>
              <p:cNvGrpSpPr/>
              <p:nvPr/>
            </p:nvGrpSpPr>
            <p:grpSpPr>
              <a:xfrm>
                <a:off x="11514480" y="4414933"/>
                <a:ext cx="632079" cy="117728"/>
                <a:chOff x="6261162" y="2133028"/>
                <a:chExt cx="632079" cy="117728"/>
              </a:xfrm>
            </p:grpSpPr>
            <p:sp>
              <p:nvSpPr>
                <p:cNvPr id="956" name="Google Shape;956;p99"/>
                <p:cNvSpPr/>
                <p:nvPr/>
              </p:nvSpPr>
              <p:spPr>
                <a:xfrm>
                  <a:off x="6261162" y="2133028"/>
                  <a:ext cx="24860" cy="111918"/>
                </a:xfrm>
                <a:custGeom>
                  <a:avLst/>
                  <a:gdLst/>
                  <a:ahLst/>
                  <a:cxnLst/>
                  <a:rect l="l" t="t" r="r" b="b"/>
                  <a:pathLst>
                    <a:path w="24860" h="111918" extrusionOk="0">
                      <a:moveTo>
                        <a:pt x="22955" y="97250"/>
                      </a:moveTo>
                      <a:cubicBezTo>
                        <a:pt x="22955" y="99917"/>
                        <a:pt x="22955" y="101537"/>
                        <a:pt x="22574" y="102203"/>
                      </a:cubicBezTo>
                      <a:cubicBezTo>
                        <a:pt x="23431" y="106013"/>
                        <a:pt x="23336" y="108775"/>
                        <a:pt x="22003" y="110680"/>
                      </a:cubicBezTo>
                      <a:cubicBezTo>
                        <a:pt x="21241" y="111157"/>
                        <a:pt x="20098" y="111347"/>
                        <a:pt x="18860" y="111347"/>
                      </a:cubicBezTo>
                      <a:lnTo>
                        <a:pt x="14859" y="111347"/>
                      </a:lnTo>
                      <a:cubicBezTo>
                        <a:pt x="14859" y="109918"/>
                        <a:pt x="14669" y="109252"/>
                        <a:pt x="14478" y="109156"/>
                      </a:cubicBezTo>
                      <a:cubicBezTo>
                        <a:pt x="14478" y="110966"/>
                        <a:pt x="13716" y="111919"/>
                        <a:pt x="12383" y="111919"/>
                      </a:cubicBezTo>
                      <a:cubicBezTo>
                        <a:pt x="11906" y="111919"/>
                        <a:pt x="11144" y="111823"/>
                        <a:pt x="10001" y="111538"/>
                      </a:cubicBezTo>
                      <a:cubicBezTo>
                        <a:pt x="8858" y="111252"/>
                        <a:pt x="8192" y="111157"/>
                        <a:pt x="7620" y="111157"/>
                      </a:cubicBezTo>
                      <a:cubicBezTo>
                        <a:pt x="7048" y="111157"/>
                        <a:pt x="6668" y="111157"/>
                        <a:pt x="6382" y="111442"/>
                      </a:cubicBezTo>
                      <a:cubicBezTo>
                        <a:pt x="6001" y="111062"/>
                        <a:pt x="5620" y="110871"/>
                        <a:pt x="5239" y="110871"/>
                      </a:cubicBezTo>
                      <a:cubicBezTo>
                        <a:pt x="4953" y="110871"/>
                        <a:pt x="4667" y="110871"/>
                        <a:pt x="4191" y="111062"/>
                      </a:cubicBezTo>
                      <a:cubicBezTo>
                        <a:pt x="3810" y="111157"/>
                        <a:pt x="3524" y="111252"/>
                        <a:pt x="3334" y="111252"/>
                      </a:cubicBezTo>
                      <a:cubicBezTo>
                        <a:pt x="2858" y="111252"/>
                        <a:pt x="2477" y="111062"/>
                        <a:pt x="2096" y="110680"/>
                      </a:cubicBezTo>
                      <a:cubicBezTo>
                        <a:pt x="1143" y="106299"/>
                        <a:pt x="667" y="101727"/>
                        <a:pt x="667" y="96869"/>
                      </a:cubicBezTo>
                      <a:cubicBezTo>
                        <a:pt x="667" y="92964"/>
                        <a:pt x="1143" y="86773"/>
                        <a:pt x="2096" y="78105"/>
                      </a:cubicBezTo>
                      <a:cubicBezTo>
                        <a:pt x="953" y="71628"/>
                        <a:pt x="762" y="61055"/>
                        <a:pt x="1429" y="46292"/>
                      </a:cubicBezTo>
                      <a:cubicBezTo>
                        <a:pt x="476" y="45339"/>
                        <a:pt x="0" y="44672"/>
                        <a:pt x="0" y="44101"/>
                      </a:cubicBezTo>
                      <a:cubicBezTo>
                        <a:pt x="0" y="43815"/>
                        <a:pt x="286" y="43434"/>
                        <a:pt x="667" y="42958"/>
                      </a:cubicBezTo>
                      <a:cubicBezTo>
                        <a:pt x="1048" y="42386"/>
                        <a:pt x="1238" y="41910"/>
                        <a:pt x="1238" y="41434"/>
                      </a:cubicBezTo>
                      <a:cubicBezTo>
                        <a:pt x="1238" y="40862"/>
                        <a:pt x="1048" y="40196"/>
                        <a:pt x="571" y="39338"/>
                      </a:cubicBezTo>
                      <a:cubicBezTo>
                        <a:pt x="1143" y="38671"/>
                        <a:pt x="1143" y="37052"/>
                        <a:pt x="571" y="34195"/>
                      </a:cubicBezTo>
                      <a:cubicBezTo>
                        <a:pt x="95" y="31813"/>
                        <a:pt x="762" y="30385"/>
                        <a:pt x="2572" y="30099"/>
                      </a:cubicBezTo>
                      <a:lnTo>
                        <a:pt x="571" y="26670"/>
                      </a:lnTo>
                      <a:cubicBezTo>
                        <a:pt x="1334" y="26194"/>
                        <a:pt x="1619" y="25432"/>
                        <a:pt x="1619" y="24289"/>
                      </a:cubicBezTo>
                      <a:cubicBezTo>
                        <a:pt x="1619" y="23527"/>
                        <a:pt x="1429" y="22288"/>
                        <a:pt x="953" y="20383"/>
                      </a:cubicBezTo>
                      <a:cubicBezTo>
                        <a:pt x="476" y="18574"/>
                        <a:pt x="190" y="17145"/>
                        <a:pt x="190" y="16288"/>
                      </a:cubicBezTo>
                      <a:cubicBezTo>
                        <a:pt x="190" y="14954"/>
                        <a:pt x="571" y="13906"/>
                        <a:pt x="1334" y="13145"/>
                      </a:cubicBezTo>
                      <a:cubicBezTo>
                        <a:pt x="1048" y="10001"/>
                        <a:pt x="953" y="8192"/>
                        <a:pt x="953" y="7810"/>
                      </a:cubicBezTo>
                      <a:cubicBezTo>
                        <a:pt x="953" y="4191"/>
                        <a:pt x="2191" y="1905"/>
                        <a:pt x="4763" y="952"/>
                      </a:cubicBezTo>
                      <a:lnTo>
                        <a:pt x="7239" y="952"/>
                      </a:lnTo>
                      <a:cubicBezTo>
                        <a:pt x="8192" y="952"/>
                        <a:pt x="9620" y="762"/>
                        <a:pt x="11716" y="476"/>
                      </a:cubicBezTo>
                      <a:cubicBezTo>
                        <a:pt x="13716" y="191"/>
                        <a:pt x="15240" y="0"/>
                        <a:pt x="16288" y="0"/>
                      </a:cubicBezTo>
                      <a:cubicBezTo>
                        <a:pt x="19145" y="0"/>
                        <a:pt x="21241" y="1143"/>
                        <a:pt x="22479" y="3429"/>
                      </a:cubicBezTo>
                      <a:cubicBezTo>
                        <a:pt x="22670" y="11525"/>
                        <a:pt x="22670" y="23717"/>
                        <a:pt x="22479" y="40005"/>
                      </a:cubicBezTo>
                      <a:cubicBezTo>
                        <a:pt x="22384" y="39910"/>
                        <a:pt x="22003" y="40005"/>
                        <a:pt x="21241" y="40386"/>
                      </a:cubicBezTo>
                      <a:cubicBezTo>
                        <a:pt x="21050" y="41053"/>
                        <a:pt x="21431" y="41624"/>
                        <a:pt x="22288" y="42196"/>
                      </a:cubicBezTo>
                      <a:cubicBezTo>
                        <a:pt x="23146" y="42767"/>
                        <a:pt x="23622" y="43148"/>
                        <a:pt x="23622" y="43434"/>
                      </a:cubicBezTo>
                      <a:cubicBezTo>
                        <a:pt x="23622" y="43815"/>
                        <a:pt x="23241" y="44196"/>
                        <a:pt x="22574" y="44672"/>
                      </a:cubicBezTo>
                      <a:lnTo>
                        <a:pt x="21336" y="45815"/>
                      </a:lnTo>
                      <a:cubicBezTo>
                        <a:pt x="22479" y="47244"/>
                        <a:pt x="23051" y="49054"/>
                        <a:pt x="23051" y="51054"/>
                      </a:cubicBezTo>
                      <a:cubicBezTo>
                        <a:pt x="23051" y="52006"/>
                        <a:pt x="22860" y="53435"/>
                        <a:pt x="22574" y="55435"/>
                      </a:cubicBezTo>
                      <a:cubicBezTo>
                        <a:pt x="22288" y="57436"/>
                        <a:pt x="22098" y="58960"/>
                        <a:pt x="22098" y="59912"/>
                      </a:cubicBezTo>
                      <a:cubicBezTo>
                        <a:pt x="22098" y="61246"/>
                        <a:pt x="22288" y="62389"/>
                        <a:pt x="22670" y="63532"/>
                      </a:cubicBezTo>
                      <a:cubicBezTo>
                        <a:pt x="22860" y="70295"/>
                        <a:pt x="22670" y="80010"/>
                        <a:pt x="22098" y="92583"/>
                      </a:cubicBezTo>
                      <a:cubicBezTo>
                        <a:pt x="22288" y="92964"/>
                        <a:pt x="22670" y="93059"/>
                        <a:pt x="23336" y="92964"/>
                      </a:cubicBezTo>
                      <a:lnTo>
                        <a:pt x="24860" y="92964"/>
                      </a:lnTo>
                      <a:cubicBezTo>
                        <a:pt x="23622" y="93631"/>
                        <a:pt x="23051" y="95059"/>
                        <a:pt x="23051" y="97250"/>
                      </a:cubicBezTo>
                      <a:close/>
                      <a:moveTo>
                        <a:pt x="4763" y="27622"/>
                      </a:moveTo>
                      <a:cubicBezTo>
                        <a:pt x="4763" y="27622"/>
                        <a:pt x="4381" y="27813"/>
                        <a:pt x="4381" y="28004"/>
                      </a:cubicBezTo>
                      <a:cubicBezTo>
                        <a:pt x="4381" y="28384"/>
                        <a:pt x="4572" y="28670"/>
                        <a:pt x="5048" y="28956"/>
                      </a:cubicBezTo>
                      <a:cubicBezTo>
                        <a:pt x="5525" y="29242"/>
                        <a:pt x="5905" y="29242"/>
                        <a:pt x="6382" y="29051"/>
                      </a:cubicBezTo>
                      <a:cubicBezTo>
                        <a:pt x="5905" y="28480"/>
                        <a:pt x="5429" y="27908"/>
                        <a:pt x="4858" y="27527"/>
                      </a:cubicBezTo>
                      <a:close/>
                      <a:moveTo>
                        <a:pt x="5144" y="25241"/>
                      </a:moveTo>
                      <a:lnTo>
                        <a:pt x="6668" y="23050"/>
                      </a:lnTo>
                      <a:lnTo>
                        <a:pt x="4763" y="23717"/>
                      </a:lnTo>
                      <a:cubicBezTo>
                        <a:pt x="4763" y="23717"/>
                        <a:pt x="5144" y="24289"/>
                        <a:pt x="5144" y="25241"/>
                      </a:cubicBezTo>
                      <a:close/>
                      <a:moveTo>
                        <a:pt x="4763" y="99441"/>
                      </a:moveTo>
                      <a:lnTo>
                        <a:pt x="6668" y="99441"/>
                      </a:lnTo>
                      <a:cubicBezTo>
                        <a:pt x="6668" y="99441"/>
                        <a:pt x="6287" y="98774"/>
                        <a:pt x="5715" y="98774"/>
                      </a:cubicBezTo>
                      <a:cubicBezTo>
                        <a:pt x="5144" y="98774"/>
                        <a:pt x="4858" y="99060"/>
                        <a:pt x="4763" y="99441"/>
                      </a:cubicBezTo>
                      <a:close/>
                      <a:moveTo>
                        <a:pt x="21050" y="43625"/>
                      </a:moveTo>
                      <a:cubicBezTo>
                        <a:pt x="20574" y="44387"/>
                        <a:pt x="20669" y="44863"/>
                        <a:pt x="21336" y="45148"/>
                      </a:cubicBezTo>
                      <a:cubicBezTo>
                        <a:pt x="22193" y="44482"/>
                        <a:pt x="22574" y="43910"/>
                        <a:pt x="22574" y="43529"/>
                      </a:cubicBezTo>
                      <a:cubicBezTo>
                        <a:pt x="22574" y="43148"/>
                        <a:pt x="22003" y="42672"/>
                        <a:pt x="20860" y="41910"/>
                      </a:cubicBezTo>
                      <a:cubicBezTo>
                        <a:pt x="19812" y="41243"/>
                        <a:pt x="19240" y="40576"/>
                        <a:pt x="19336" y="39910"/>
                      </a:cubicBezTo>
                      <a:lnTo>
                        <a:pt x="18669" y="40291"/>
                      </a:lnTo>
                      <a:lnTo>
                        <a:pt x="19812" y="41434"/>
                      </a:lnTo>
                      <a:lnTo>
                        <a:pt x="18669" y="42481"/>
                      </a:lnTo>
                      <a:cubicBezTo>
                        <a:pt x="18669" y="42481"/>
                        <a:pt x="17907" y="41624"/>
                        <a:pt x="17621" y="40862"/>
                      </a:cubicBezTo>
                      <a:cubicBezTo>
                        <a:pt x="17240" y="40005"/>
                        <a:pt x="16669" y="39624"/>
                        <a:pt x="16097" y="39624"/>
                      </a:cubicBezTo>
                      <a:cubicBezTo>
                        <a:pt x="15812" y="39624"/>
                        <a:pt x="15430" y="39719"/>
                        <a:pt x="14859" y="39910"/>
                      </a:cubicBezTo>
                      <a:lnTo>
                        <a:pt x="16669" y="41815"/>
                      </a:lnTo>
                      <a:cubicBezTo>
                        <a:pt x="16193" y="42386"/>
                        <a:pt x="15430" y="42958"/>
                        <a:pt x="14288" y="43148"/>
                      </a:cubicBezTo>
                      <a:cubicBezTo>
                        <a:pt x="12859" y="43625"/>
                        <a:pt x="12002" y="43910"/>
                        <a:pt x="11811" y="44005"/>
                      </a:cubicBezTo>
                      <a:cubicBezTo>
                        <a:pt x="15526" y="45148"/>
                        <a:pt x="17717" y="44577"/>
                        <a:pt x="18288" y="42481"/>
                      </a:cubicBezTo>
                      <a:cubicBezTo>
                        <a:pt x="18860" y="43625"/>
                        <a:pt x="19240" y="44101"/>
                        <a:pt x="19431" y="44005"/>
                      </a:cubicBezTo>
                      <a:cubicBezTo>
                        <a:pt x="19336" y="43625"/>
                        <a:pt x="19621" y="43148"/>
                        <a:pt x="20288" y="42481"/>
                      </a:cubicBezTo>
                      <a:cubicBezTo>
                        <a:pt x="21241" y="42481"/>
                        <a:pt x="21527" y="42863"/>
                        <a:pt x="21146" y="43625"/>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 name="Google Shape;957;p99"/>
                <p:cNvSpPr/>
                <p:nvPr/>
              </p:nvSpPr>
              <p:spPr>
                <a:xfrm>
                  <a:off x="6295167" y="2133980"/>
                  <a:ext cx="78866" cy="116776"/>
                </a:xfrm>
                <a:custGeom>
                  <a:avLst/>
                  <a:gdLst/>
                  <a:ahLst/>
                  <a:cxnLst/>
                  <a:rect l="l" t="t" r="r" b="b"/>
                  <a:pathLst>
                    <a:path w="78866" h="116776" extrusionOk="0">
                      <a:moveTo>
                        <a:pt x="78867" y="78772"/>
                      </a:moveTo>
                      <a:cubicBezTo>
                        <a:pt x="78200" y="79058"/>
                        <a:pt x="77914" y="79439"/>
                        <a:pt x="77914" y="79915"/>
                      </a:cubicBezTo>
                      <a:cubicBezTo>
                        <a:pt x="77914" y="79534"/>
                        <a:pt x="78200" y="80201"/>
                        <a:pt x="78867" y="82010"/>
                      </a:cubicBezTo>
                      <a:cubicBezTo>
                        <a:pt x="77914" y="83725"/>
                        <a:pt x="77438" y="86011"/>
                        <a:pt x="77438" y="88678"/>
                      </a:cubicBezTo>
                      <a:cubicBezTo>
                        <a:pt x="77438" y="90202"/>
                        <a:pt x="77629" y="92488"/>
                        <a:pt x="78105" y="95536"/>
                      </a:cubicBezTo>
                      <a:cubicBezTo>
                        <a:pt x="78486" y="98679"/>
                        <a:pt x="78677" y="100775"/>
                        <a:pt x="78677" y="102108"/>
                      </a:cubicBezTo>
                      <a:cubicBezTo>
                        <a:pt x="78677" y="108109"/>
                        <a:pt x="75438" y="111443"/>
                        <a:pt x="68961" y="112014"/>
                      </a:cubicBezTo>
                      <a:cubicBezTo>
                        <a:pt x="68104" y="111157"/>
                        <a:pt x="67246" y="110776"/>
                        <a:pt x="66389" y="110776"/>
                      </a:cubicBezTo>
                      <a:cubicBezTo>
                        <a:pt x="65913" y="110776"/>
                        <a:pt x="65341" y="110966"/>
                        <a:pt x="64484" y="111157"/>
                      </a:cubicBezTo>
                      <a:cubicBezTo>
                        <a:pt x="63722" y="111443"/>
                        <a:pt x="63151" y="111538"/>
                        <a:pt x="62865" y="111538"/>
                      </a:cubicBezTo>
                      <a:cubicBezTo>
                        <a:pt x="61913" y="111538"/>
                        <a:pt x="61246" y="111062"/>
                        <a:pt x="60960" y="110204"/>
                      </a:cubicBezTo>
                      <a:lnTo>
                        <a:pt x="59436" y="109728"/>
                      </a:lnTo>
                      <a:lnTo>
                        <a:pt x="60103" y="109347"/>
                      </a:lnTo>
                      <a:cubicBezTo>
                        <a:pt x="58674" y="109061"/>
                        <a:pt x="57245" y="107823"/>
                        <a:pt x="55721" y="105537"/>
                      </a:cubicBezTo>
                      <a:cubicBezTo>
                        <a:pt x="54292" y="103346"/>
                        <a:pt x="52864" y="102013"/>
                        <a:pt x="51340" y="101727"/>
                      </a:cubicBezTo>
                      <a:cubicBezTo>
                        <a:pt x="51435" y="101346"/>
                        <a:pt x="51435" y="100965"/>
                        <a:pt x="51340" y="100489"/>
                      </a:cubicBezTo>
                      <a:cubicBezTo>
                        <a:pt x="51149" y="99917"/>
                        <a:pt x="51054" y="99632"/>
                        <a:pt x="51054" y="99536"/>
                      </a:cubicBezTo>
                      <a:cubicBezTo>
                        <a:pt x="51054" y="99060"/>
                        <a:pt x="51340" y="98774"/>
                        <a:pt x="52006" y="98584"/>
                      </a:cubicBezTo>
                      <a:cubicBezTo>
                        <a:pt x="50482" y="97536"/>
                        <a:pt x="48958" y="95441"/>
                        <a:pt x="47530" y="92297"/>
                      </a:cubicBezTo>
                      <a:cubicBezTo>
                        <a:pt x="46101" y="89059"/>
                        <a:pt x="44672" y="87058"/>
                        <a:pt x="43244" y="86106"/>
                      </a:cubicBezTo>
                      <a:cubicBezTo>
                        <a:pt x="42863" y="83439"/>
                        <a:pt x="41624" y="80296"/>
                        <a:pt x="39529" y="76867"/>
                      </a:cubicBezTo>
                      <a:cubicBezTo>
                        <a:pt x="36290" y="71819"/>
                        <a:pt x="34576" y="69056"/>
                        <a:pt x="34385" y="68580"/>
                      </a:cubicBezTo>
                      <a:cubicBezTo>
                        <a:pt x="34385" y="67723"/>
                        <a:pt x="34099" y="66675"/>
                        <a:pt x="33338" y="65342"/>
                      </a:cubicBezTo>
                      <a:cubicBezTo>
                        <a:pt x="32575" y="64008"/>
                        <a:pt x="32195" y="63056"/>
                        <a:pt x="32195" y="62484"/>
                      </a:cubicBezTo>
                      <a:cubicBezTo>
                        <a:pt x="32195" y="62103"/>
                        <a:pt x="32290" y="61722"/>
                        <a:pt x="32671" y="61246"/>
                      </a:cubicBezTo>
                      <a:cubicBezTo>
                        <a:pt x="32195" y="61436"/>
                        <a:pt x="31718" y="61532"/>
                        <a:pt x="31337" y="61532"/>
                      </a:cubicBezTo>
                      <a:cubicBezTo>
                        <a:pt x="30099" y="61532"/>
                        <a:pt x="28956" y="60103"/>
                        <a:pt x="28099" y="57341"/>
                      </a:cubicBezTo>
                      <a:cubicBezTo>
                        <a:pt x="27146" y="54578"/>
                        <a:pt x="25717" y="53150"/>
                        <a:pt x="23908" y="53150"/>
                      </a:cubicBezTo>
                      <a:cubicBezTo>
                        <a:pt x="23527" y="53150"/>
                        <a:pt x="23146" y="53150"/>
                        <a:pt x="22670" y="53340"/>
                      </a:cubicBezTo>
                      <a:cubicBezTo>
                        <a:pt x="23146" y="55817"/>
                        <a:pt x="23336" y="58579"/>
                        <a:pt x="23336" y="61627"/>
                      </a:cubicBezTo>
                      <a:cubicBezTo>
                        <a:pt x="23336" y="64103"/>
                        <a:pt x="23146" y="67818"/>
                        <a:pt x="22670" y="72771"/>
                      </a:cubicBezTo>
                      <a:cubicBezTo>
                        <a:pt x="22193" y="77724"/>
                        <a:pt x="21907" y="81344"/>
                        <a:pt x="21907" y="83725"/>
                      </a:cubicBezTo>
                      <a:cubicBezTo>
                        <a:pt x="21907" y="88297"/>
                        <a:pt x="22574" y="92393"/>
                        <a:pt x="23717" y="96012"/>
                      </a:cubicBezTo>
                      <a:cubicBezTo>
                        <a:pt x="22574" y="96774"/>
                        <a:pt x="21907" y="97822"/>
                        <a:pt x="21907" y="99251"/>
                      </a:cubicBezTo>
                      <a:cubicBezTo>
                        <a:pt x="21907" y="100013"/>
                        <a:pt x="22098" y="101060"/>
                        <a:pt x="22479" y="102394"/>
                      </a:cubicBezTo>
                      <a:cubicBezTo>
                        <a:pt x="22860" y="103727"/>
                        <a:pt x="23050" y="104775"/>
                        <a:pt x="23050" y="105442"/>
                      </a:cubicBezTo>
                      <a:cubicBezTo>
                        <a:pt x="23050" y="106775"/>
                        <a:pt x="22288" y="107728"/>
                        <a:pt x="20955" y="108299"/>
                      </a:cubicBezTo>
                      <a:cubicBezTo>
                        <a:pt x="20955" y="109538"/>
                        <a:pt x="20574" y="110395"/>
                        <a:pt x="19907" y="110966"/>
                      </a:cubicBezTo>
                      <a:lnTo>
                        <a:pt x="5334" y="110300"/>
                      </a:lnTo>
                      <a:cubicBezTo>
                        <a:pt x="5334" y="109728"/>
                        <a:pt x="5144" y="109442"/>
                        <a:pt x="4858" y="109442"/>
                      </a:cubicBezTo>
                      <a:cubicBezTo>
                        <a:pt x="4763" y="109442"/>
                        <a:pt x="4477" y="109442"/>
                        <a:pt x="4096" y="109823"/>
                      </a:cubicBezTo>
                      <a:cubicBezTo>
                        <a:pt x="3715" y="110014"/>
                        <a:pt x="3429" y="110204"/>
                        <a:pt x="3238" y="110204"/>
                      </a:cubicBezTo>
                      <a:cubicBezTo>
                        <a:pt x="2953" y="110204"/>
                        <a:pt x="2762" y="110014"/>
                        <a:pt x="2572" y="109633"/>
                      </a:cubicBezTo>
                      <a:cubicBezTo>
                        <a:pt x="1143" y="108776"/>
                        <a:pt x="476" y="107537"/>
                        <a:pt x="476" y="106204"/>
                      </a:cubicBezTo>
                      <a:cubicBezTo>
                        <a:pt x="476" y="105537"/>
                        <a:pt x="762" y="104394"/>
                        <a:pt x="1238" y="102870"/>
                      </a:cubicBezTo>
                      <a:cubicBezTo>
                        <a:pt x="1810" y="101251"/>
                        <a:pt x="2000" y="100013"/>
                        <a:pt x="2000" y="99060"/>
                      </a:cubicBezTo>
                      <a:cubicBezTo>
                        <a:pt x="2000" y="98203"/>
                        <a:pt x="1810" y="97441"/>
                        <a:pt x="1429" y="96679"/>
                      </a:cubicBezTo>
                      <a:cubicBezTo>
                        <a:pt x="1048" y="94298"/>
                        <a:pt x="953" y="90011"/>
                        <a:pt x="1048" y="83820"/>
                      </a:cubicBezTo>
                      <a:cubicBezTo>
                        <a:pt x="1048" y="78391"/>
                        <a:pt x="762" y="74105"/>
                        <a:pt x="0" y="71057"/>
                      </a:cubicBezTo>
                      <a:cubicBezTo>
                        <a:pt x="762" y="70009"/>
                        <a:pt x="1048" y="68771"/>
                        <a:pt x="1048" y="67151"/>
                      </a:cubicBezTo>
                      <a:cubicBezTo>
                        <a:pt x="1048" y="66485"/>
                        <a:pt x="953" y="65532"/>
                        <a:pt x="762" y="64199"/>
                      </a:cubicBezTo>
                      <a:cubicBezTo>
                        <a:pt x="571" y="62865"/>
                        <a:pt x="476" y="61817"/>
                        <a:pt x="476" y="61246"/>
                      </a:cubicBezTo>
                      <a:cubicBezTo>
                        <a:pt x="476" y="59436"/>
                        <a:pt x="1048" y="57912"/>
                        <a:pt x="2096" y="56674"/>
                      </a:cubicBezTo>
                      <a:cubicBezTo>
                        <a:pt x="762" y="51340"/>
                        <a:pt x="95" y="45244"/>
                        <a:pt x="381" y="38386"/>
                      </a:cubicBezTo>
                      <a:lnTo>
                        <a:pt x="1048" y="38386"/>
                      </a:lnTo>
                      <a:cubicBezTo>
                        <a:pt x="857" y="37719"/>
                        <a:pt x="762" y="36767"/>
                        <a:pt x="762" y="35814"/>
                      </a:cubicBezTo>
                      <a:cubicBezTo>
                        <a:pt x="762" y="34862"/>
                        <a:pt x="857" y="33433"/>
                        <a:pt x="1143" y="31528"/>
                      </a:cubicBezTo>
                      <a:cubicBezTo>
                        <a:pt x="1333" y="29623"/>
                        <a:pt x="1524" y="28099"/>
                        <a:pt x="1524" y="27146"/>
                      </a:cubicBezTo>
                      <a:cubicBezTo>
                        <a:pt x="1524" y="25146"/>
                        <a:pt x="1143" y="23336"/>
                        <a:pt x="476" y="21908"/>
                      </a:cubicBezTo>
                      <a:cubicBezTo>
                        <a:pt x="1524" y="21812"/>
                        <a:pt x="2762" y="21336"/>
                        <a:pt x="4096" y="20479"/>
                      </a:cubicBezTo>
                      <a:cubicBezTo>
                        <a:pt x="4096" y="20765"/>
                        <a:pt x="4572" y="20860"/>
                        <a:pt x="5334" y="20955"/>
                      </a:cubicBezTo>
                      <a:cubicBezTo>
                        <a:pt x="6096" y="20955"/>
                        <a:pt x="6572" y="21146"/>
                        <a:pt x="6953" y="21431"/>
                      </a:cubicBezTo>
                      <a:lnTo>
                        <a:pt x="8096" y="19907"/>
                      </a:lnTo>
                      <a:cubicBezTo>
                        <a:pt x="7811" y="20669"/>
                        <a:pt x="7906" y="21431"/>
                        <a:pt x="8382" y="22193"/>
                      </a:cubicBezTo>
                      <a:cubicBezTo>
                        <a:pt x="8858" y="22955"/>
                        <a:pt x="9430" y="23241"/>
                        <a:pt x="10287" y="22955"/>
                      </a:cubicBezTo>
                      <a:cubicBezTo>
                        <a:pt x="11144" y="22003"/>
                        <a:pt x="11525" y="21146"/>
                        <a:pt x="11525" y="20479"/>
                      </a:cubicBezTo>
                      <a:cubicBezTo>
                        <a:pt x="11525" y="19145"/>
                        <a:pt x="10096" y="18002"/>
                        <a:pt x="7239" y="16764"/>
                      </a:cubicBezTo>
                      <a:cubicBezTo>
                        <a:pt x="4381" y="15621"/>
                        <a:pt x="2857" y="14859"/>
                        <a:pt x="2667" y="14478"/>
                      </a:cubicBezTo>
                      <a:cubicBezTo>
                        <a:pt x="3048" y="14478"/>
                        <a:pt x="3429" y="14669"/>
                        <a:pt x="3715" y="14669"/>
                      </a:cubicBezTo>
                      <a:cubicBezTo>
                        <a:pt x="4477" y="14669"/>
                        <a:pt x="6382" y="13907"/>
                        <a:pt x="9525" y="12287"/>
                      </a:cubicBezTo>
                      <a:cubicBezTo>
                        <a:pt x="9239" y="11716"/>
                        <a:pt x="8954" y="11430"/>
                        <a:pt x="8572" y="11430"/>
                      </a:cubicBezTo>
                      <a:cubicBezTo>
                        <a:pt x="8382" y="11430"/>
                        <a:pt x="8096" y="11525"/>
                        <a:pt x="7620" y="11811"/>
                      </a:cubicBezTo>
                      <a:cubicBezTo>
                        <a:pt x="7144" y="12097"/>
                        <a:pt x="6763" y="12192"/>
                        <a:pt x="6572" y="12192"/>
                      </a:cubicBezTo>
                      <a:cubicBezTo>
                        <a:pt x="6858" y="12002"/>
                        <a:pt x="6953" y="11525"/>
                        <a:pt x="6953" y="10668"/>
                      </a:cubicBezTo>
                      <a:cubicBezTo>
                        <a:pt x="4477" y="9144"/>
                        <a:pt x="2572" y="8573"/>
                        <a:pt x="1143" y="9144"/>
                      </a:cubicBezTo>
                      <a:lnTo>
                        <a:pt x="1143" y="2667"/>
                      </a:lnTo>
                      <a:lnTo>
                        <a:pt x="24574" y="2000"/>
                      </a:lnTo>
                      <a:cubicBezTo>
                        <a:pt x="25813" y="4382"/>
                        <a:pt x="26956" y="6858"/>
                        <a:pt x="28099" y="9239"/>
                      </a:cubicBezTo>
                      <a:cubicBezTo>
                        <a:pt x="29242" y="11621"/>
                        <a:pt x="29718" y="14288"/>
                        <a:pt x="29337" y="17145"/>
                      </a:cubicBezTo>
                      <a:cubicBezTo>
                        <a:pt x="30004" y="16383"/>
                        <a:pt x="30575" y="16002"/>
                        <a:pt x="30956" y="16002"/>
                      </a:cubicBezTo>
                      <a:cubicBezTo>
                        <a:pt x="31337" y="16002"/>
                        <a:pt x="31718" y="16574"/>
                        <a:pt x="32195" y="17621"/>
                      </a:cubicBezTo>
                      <a:cubicBezTo>
                        <a:pt x="32671" y="18669"/>
                        <a:pt x="33147" y="19431"/>
                        <a:pt x="33623" y="19812"/>
                      </a:cubicBezTo>
                      <a:cubicBezTo>
                        <a:pt x="33433" y="20479"/>
                        <a:pt x="33338" y="21050"/>
                        <a:pt x="33338" y="21622"/>
                      </a:cubicBezTo>
                      <a:cubicBezTo>
                        <a:pt x="33338" y="22860"/>
                        <a:pt x="34195" y="24194"/>
                        <a:pt x="36004" y="25813"/>
                      </a:cubicBezTo>
                      <a:cubicBezTo>
                        <a:pt x="37814" y="27432"/>
                        <a:pt x="38576" y="28956"/>
                        <a:pt x="38481" y="30480"/>
                      </a:cubicBezTo>
                      <a:cubicBezTo>
                        <a:pt x="38862" y="31242"/>
                        <a:pt x="40672" y="34576"/>
                        <a:pt x="43815" y="40577"/>
                      </a:cubicBezTo>
                      <a:cubicBezTo>
                        <a:pt x="43815" y="43053"/>
                        <a:pt x="44196" y="44672"/>
                        <a:pt x="44958" y="45434"/>
                      </a:cubicBezTo>
                      <a:cubicBezTo>
                        <a:pt x="45339" y="45244"/>
                        <a:pt x="45625" y="45149"/>
                        <a:pt x="45911" y="45149"/>
                      </a:cubicBezTo>
                      <a:cubicBezTo>
                        <a:pt x="46387" y="45149"/>
                        <a:pt x="46672" y="45530"/>
                        <a:pt x="46768" y="46292"/>
                      </a:cubicBezTo>
                      <a:cubicBezTo>
                        <a:pt x="46863" y="47339"/>
                        <a:pt x="46958" y="47911"/>
                        <a:pt x="47054" y="48101"/>
                      </a:cubicBezTo>
                      <a:cubicBezTo>
                        <a:pt x="47625" y="48482"/>
                        <a:pt x="48578" y="49911"/>
                        <a:pt x="50006" y="52292"/>
                      </a:cubicBezTo>
                      <a:cubicBezTo>
                        <a:pt x="51149" y="54007"/>
                        <a:pt x="52483" y="54959"/>
                        <a:pt x="54007" y="55055"/>
                      </a:cubicBezTo>
                      <a:cubicBezTo>
                        <a:pt x="53912" y="55721"/>
                        <a:pt x="54197" y="56388"/>
                        <a:pt x="55150" y="57150"/>
                      </a:cubicBezTo>
                      <a:lnTo>
                        <a:pt x="56674" y="55436"/>
                      </a:lnTo>
                      <a:lnTo>
                        <a:pt x="56293" y="35528"/>
                      </a:lnTo>
                      <a:cubicBezTo>
                        <a:pt x="56960" y="35147"/>
                        <a:pt x="57245" y="34671"/>
                        <a:pt x="57245" y="34195"/>
                      </a:cubicBezTo>
                      <a:cubicBezTo>
                        <a:pt x="57245" y="33814"/>
                        <a:pt x="56864" y="33242"/>
                        <a:pt x="56293" y="32385"/>
                      </a:cubicBezTo>
                      <a:cubicBezTo>
                        <a:pt x="55721" y="31528"/>
                        <a:pt x="55436" y="30861"/>
                        <a:pt x="55436" y="30480"/>
                      </a:cubicBezTo>
                      <a:cubicBezTo>
                        <a:pt x="55436" y="29813"/>
                        <a:pt x="55912" y="29242"/>
                        <a:pt x="56674" y="28670"/>
                      </a:cubicBezTo>
                      <a:cubicBezTo>
                        <a:pt x="55912" y="26670"/>
                        <a:pt x="55531" y="24479"/>
                        <a:pt x="55531" y="22098"/>
                      </a:cubicBezTo>
                      <a:cubicBezTo>
                        <a:pt x="55531" y="20479"/>
                        <a:pt x="55721" y="18098"/>
                        <a:pt x="56197" y="15050"/>
                      </a:cubicBezTo>
                      <a:cubicBezTo>
                        <a:pt x="56674" y="12002"/>
                        <a:pt x="56864" y="9811"/>
                        <a:pt x="56864" y="8382"/>
                      </a:cubicBezTo>
                      <a:cubicBezTo>
                        <a:pt x="56864" y="7239"/>
                        <a:pt x="56864" y="6191"/>
                        <a:pt x="56579" y="5239"/>
                      </a:cubicBezTo>
                      <a:cubicBezTo>
                        <a:pt x="57531" y="5239"/>
                        <a:pt x="58579" y="4286"/>
                        <a:pt x="59436" y="2286"/>
                      </a:cubicBezTo>
                      <a:cubicBezTo>
                        <a:pt x="60293" y="667"/>
                        <a:pt x="61436" y="0"/>
                        <a:pt x="62960" y="381"/>
                      </a:cubicBezTo>
                      <a:lnTo>
                        <a:pt x="65341" y="381"/>
                      </a:lnTo>
                      <a:cubicBezTo>
                        <a:pt x="66199" y="381"/>
                        <a:pt x="67628" y="381"/>
                        <a:pt x="69247" y="191"/>
                      </a:cubicBezTo>
                      <a:cubicBezTo>
                        <a:pt x="70866" y="95"/>
                        <a:pt x="72104" y="0"/>
                        <a:pt x="72962" y="0"/>
                      </a:cubicBezTo>
                      <a:cubicBezTo>
                        <a:pt x="74771" y="0"/>
                        <a:pt x="76295" y="476"/>
                        <a:pt x="77533" y="1619"/>
                      </a:cubicBezTo>
                      <a:cubicBezTo>
                        <a:pt x="78105" y="7906"/>
                        <a:pt x="78391" y="15621"/>
                        <a:pt x="78391" y="24765"/>
                      </a:cubicBezTo>
                      <a:cubicBezTo>
                        <a:pt x="78391" y="28480"/>
                        <a:pt x="78391" y="34100"/>
                        <a:pt x="78296" y="41815"/>
                      </a:cubicBezTo>
                      <a:cubicBezTo>
                        <a:pt x="78296" y="49530"/>
                        <a:pt x="78200" y="55150"/>
                        <a:pt x="78200" y="58960"/>
                      </a:cubicBezTo>
                      <a:cubicBezTo>
                        <a:pt x="78200" y="66770"/>
                        <a:pt x="78391" y="73533"/>
                        <a:pt x="78772" y="79153"/>
                      </a:cubicBezTo>
                      <a:close/>
                      <a:moveTo>
                        <a:pt x="1238" y="15716"/>
                      </a:moveTo>
                      <a:lnTo>
                        <a:pt x="2762" y="17240"/>
                      </a:lnTo>
                      <a:lnTo>
                        <a:pt x="2762" y="18764"/>
                      </a:lnTo>
                      <a:lnTo>
                        <a:pt x="1238" y="15716"/>
                      </a:lnTo>
                      <a:close/>
                      <a:moveTo>
                        <a:pt x="3905" y="18764"/>
                      </a:moveTo>
                      <a:cubicBezTo>
                        <a:pt x="3905" y="18764"/>
                        <a:pt x="4191" y="19526"/>
                        <a:pt x="4191" y="20003"/>
                      </a:cubicBezTo>
                      <a:cubicBezTo>
                        <a:pt x="4000" y="19622"/>
                        <a:pt x="3905" y="19241"/>
                        <a:pt x="3905" y="18764"/>
                      </a:cubicBezTo>
                      <a:close/>
                      <a:moveTo>
                        <a:pt x="6001" y="17240"/>
                      </a:moveTo>
                      <a:lnTo>
                        <a:pt x="6001" y="18764"/>
                      </a:lnTo>
                      <a:lnTo>
                        <a:pt x="4286" y="16859"/>
                      </a:lnTo>
                      <a:lnTo>
                        <a:pt x="6001" y="17240"/>
                      </a:lnTo>
                      <a:close/>
                      <a:moveTo>
                        <a:pt x="5048" y="11430"/>
                      </a:moveTo>
                      <a:cubicBezTo>
                        <a:pt x="6001" y="11430"/>
                        <a:pt x="6477" y="11621"/>
                        <a:pt x="6763" y="11811"/>
                      </a:cubicBezTo>
                      <a:lnTo>
                        <a:pt x="6096" y="12192"/>
                      </a:lnTo>
                      <a:lnTo>
                        <a:pt x="5144" y="11335"/>
                      </a:lnTo>
                      <a:close/>
                      <a:moveTo>
                        <a:pt x="12002" y="11811"/>
                      </a:moveTo>
                      <a:lnTo>
                        <a:pt x="11716" y="11525"/>
                      </a:lnTo>
                      <a:lnTo>
                        <a:pt x="10668" y="9716"/>
                      </a:lnTo>
                      <a:cubicBezTo>
                        <a:pt x="10287" y="9049"/>
                        <a:pt x="9620" y="8763"/>
                        <a:pt x="8668" y="8763"/>
                      </a:cubicBezTo>
                      <a:cubicBezTo>
                        <a:pt x="9049" y="8954"/>
                        <a:pt x="10001" y="9906"/>
                        <a:pt x="11716" y="11525"/>
                      </a:cubicBezTo>
                      <a:lnTo>
                        <a:pt x="12002" y="11811"/>
                      </a:lnTo>
                      <a:close/>
                      <a:moveTo>
                        <a:pt x="13621" y="19431"/>
                      </a:moveTo>
                      <a:lnTo>
                        <a:pt x="15716" y="19431"/>
                      </a:lnTo>
                      <a:cubicBezTo>
                        <a:pt x="15145" y="19145"/>
                        <a:pt x="14478" y="19145"/>
                        <a:pt x="13621" y="19431"/>
                      </a:cubicBezTo>
                      <a:lnTo>
                        <a:pt x="12382" y="19431"/>
                      </a:lnTo>
                      <a:lnTo>
                        <a:pt x="12763" y="20479"/>
                      </a:lnTo>
                      <a:cubicBezTo>
                        <a:pt x="12763" y="20479"/>
                        <a:pt x="12859" y="20955"/>
                        <a:pt x="13049" y="21336"/>
                      </a:cubicBezTo>
                      <a:lnTo>
                        <a:pt x="12763" y="20479"/>
                      </a:lnTo>
                      <a:cubicBezTo>
                        <a:pt x="12763" y="19907"/>
                        <a:pt x="13049" y="19622"/>
                        <a:pt x="13621" y="19431"/>
                      </a:cubicBezTo>
                      <a:close/>
                      <a:moveTo>
                        <a:pt x="15716" y="85249"/>
                      </a:moveTo>
                      <a:lnTo>
                        <a:pt x="15716" y="81534"/>
                      </a:lnTo>
                      <a:lnTo>
                        <a:pt x="15145" y="81534"/>
                      </a:lnTo>
                      <a:lnTo>
                        <a:pt x="15145" y="85249"/>
                      </a:lnTo>
                      <a:lnTo>
                        <a:pt x="15716" y="85249"/>
                      </a:lnTo>
                      <a:close/>
                      <a:moveTo>
                        <a:pt x="18097" y="21431"/>
                      </a:moveTo>
                      <a:cubicBezTo>
                        <a:pt x="18097" y="21431"/>
                        <a:pt x="18574" y="21812"/>
                        <a:pt x="18955" y="22098"/>
                      </a:cubicBezTo>
                      <a:lnTo>
                        <a:pt x="18097" y="21431"/>
                      </a:lnTo>
                      <a:cubicBezTo>
                        <a:pt x="18097" y="20860"/>
                        <a:pt x="17812" y="20003"/>
                        <a:pt x="17431" y="18764"/>
                      </a:cubicBezTo>
                      <a:cubicBezTo>
                        <a:pt x="16954" y="19145"/>
                        <a:pt x="16669" y="19526"/>
                        <a:pt x="16669" y="19907"/>
                      </a:cubicBezTo>
                      <a:cubicBezTo>
                        <a:pt x="16669" y="20383"/>
                        <a:pt x="17145" y="20860"/>
                        <a:pt x="18097" y="21431"/>
                      </a:cubicBezTo>
                      <a:close/>
                      <a:moveTo>
                        <a:pt x="18479" y="25337"/>
                      </a:moveTo>
                      <a:lnTo>
                        <a:pt x="21146" y="25337"/>
                      </a:lnTo>
                      <a:lnTo>
                        <a:pt x="19336" y="23813"/>
                      </a:lnTo>
                      <a:lnTo>
                        <a:pt x="18479" y="25337"/>
                      </a:lnTo>
                      <a:close/>
                      <a:moveTo>
                        <a:pt x="44101" y="110776"/>
                      </a:moveTo>
                      <a:cubicBezTo>
                        <a:pt x="44767" y="110585"/>
                        <a:pt x="45434" y="110776"/>
                        <a:pt x="46196" y="111252"/>
                      </a:cubicBezTo>
                      <a:lnTo>
                        <a:pt x="44482" y="112395"/>
                      </a:lnTo>
                      <a:lnTo>
                        <a:pt x="44101" y="110776"/>
                      </a:lnTo>
                      <a:close/>
                      <a:moveTo>
                        <a:pt x="55340" y="116777"/>
                      </a:moveTo>
                      <a:lnTo>
                        <a:pt x="55340" y="114681"/>
                      </a:lnTo>
                      <a:lnTo>
                        <a:pt x="55816" y="114681"/>
                      </a:lnTo>
                      <a:cubicBezTo>
                        <a:pt x="55816" y="115253"/>
                        <a:pt x="55816" y="115919"/>
                        <a:pt x="55340" y="116777"/>
                      </a:cubicBezTo>
                      <a:close/>
                      <a:moveTo>
                        <a:pt x="60579" y="93821"/>
                      </a:moveTo>
                      <a:cubicBezTo>
                        <a:pt x="59531" y="94393"/>
                        <a:pt x="59055" y="94869"/>
                        <a:pt x="59055" y="95441"/>
                      </a:cubicBezTo>
                      <a:cubicBezTo>
                        <a:pt x="59055" y="95822"/>
                        <a:pt x="59341" y="96393"/>
                        <a:pt x="59912" y="97155"/>
                      </a:cubicBezTo>
                      <a:cubicBezTo>
                        <a:pt x="60388" y="97917"/>
                        <a:pt x="60674" y="98489"/>
                        <a:pt x="60674" y="98870"/>
                      </a:cubicBezTo>
                      <a:lnTo>
                        <a:pt x="60674" y="99155"/>
                      </a:lnTo>
                      <a:cubicBezTo>
                        <a:pt x="60674" y="99155"/>
                        <a:pt x="60579" y="99536"/>
                        <a:pt x="60579" y="99536"/>
                      </a:cubicBezTo>
                      <a:cubicBezTo>
                        <a:pt x="60579" y="99346"/>
                        <a:pt x="60770" y="99155"/>
                        <a:pt x="60770" y="98774"/>
                      </a:cubicBezTo>
                      <a:cubicBezTo>
                        <a:pt x="60770" y="98489"/>
                        <a:pt x="60960" y="98012"/>
                        <a:pt x="61246" y="97346"/>
                      </a:cubicBezTo>
                      <a:cubicBezTo>
                        <a:pt x="61531" y="96679"/>
                        <a:pt x="61627" y="96203"/>
                        <a:pt x="61627" y="95822"/>
                      </a:cubicBezTo>
                      <a:cubicBezTo>
                        <a:pt x="61627" y="95155"/>
                        <a:pt x="61246" y="94488"/>
                        <a:pt x="60579" y="93726"/>
                      </a:cubicBezTo>
                      <a:close/>
                      <a:moveTo>
                        <a:pt x="60579" y="106013"/>
                      </a:moveTo>
                      <a:cubicBezTo>
                        <a:pt x="61531" y="105347"/>
                        <a:pt x="61817" y="104585"/>
                        <a:pt x="61627" y="104108"/>
                      </a:cubicBezTo>
                      <a:cubicBezTo>
                        <a:pt x="61436" y="103442"/>
                        <a:pt x="61055" y="103156"/>
                        <a:pt x="60579" y="103442"/>
                      </a:cubicBezTo>
                      <a:cubicBezTo>
                        <a:pt x="60007" y="104013"/>
                        <a:pt x="59817" y="104489"/>
                        <a:pt x="60007" y="105061"/>
                      </a:cubicBezTo>
                      <a:cubicBezTo>
                        <a:pt x="60388" y="106013"/>
                        <a:pt x="60579" y="106394"/>
                        <a:pt x="60579" y="106204"/>
                      </a:cubicBezTo>
                      <a:lnTo>
                        <a:pt x="61055" y="106585"/>
                      </a:lnTo>
                      <a:cubicBezTo>
                        <a:pt x="61055" y="106585"/>
                        <a:pt x="61722" y="107442"/>
                        <a:pt x="61722" y="107728"/>
                      </a:cubicBezTo>
                      <a:cubicBezTo>
                        <a:pt x="61817" y="107442"/>
                        <a:pt x="61722" y="107156"/>
                        <a:pt x="61341" y="106871"/>
                      </a:cubicBezTo>
                      <a:cubicBezTo>
                        <a:pt x="60960" y="106585"/>
                        <a:pt x="60674" y="106299"/>
                        <a:pt x="60674" y="106108"/>
                      </a:cubicBezTo>
                      <a:close/>
                      <a:moveTo>
                        <a:pt x="72295" y="34957"/>
                      </a:moveTo>
                      <a:lnTo>
                        <a:pt x="75057" y="36481"/>
                      </a:lnTo>
                      <a:lnTo>
                        <a:pt x="73533" y="34576"/>
                      </a:lnTo>
                      <a:lnTo>
                        <a:pt x="74390" y="33433"/>
                      </a:lnTo>
                      <a:lnTo>
                        <a:pt x="68961" y="31242"/>
                      </a:lnTo>
                      <a:cubicBezTo>
                        <a:pt x="69723" y="31528"/>
                        <a:pt x="70104" y="31909"/>
                        <a:pt x="70104" y="32480"/>
                      </a:cubicBezTo>
                      <a:cubicBezTo>
                        <a:pt x="70104" y="33052"/>
                        <a:pt x="69723" y="33528"/>
                        <a:pt x="68961" y="33814"/>
                      </a:cubicBezTo>
                      <a:cubicBezTo>
                        <a:pt x="68675" y="33147"/>
                        <a:pt x="68294" y="32861"/>
                        <a:pt x="67913" y="32861"/>
                      </a:cubicBezTo>
                      <a:cubicBezTo>
                        <a:pt x="67628" y="32861"/>
                        <a:pt x="67246" y="32861"/>
                        <a:pt x="66580" y="33147"/>
                      </a:cubicBezTo>
                      <a:cubicBezTo>
                        <a:pt x="66008" y="33338"/>
                        <a:pt x="65627" y="33433"/>
                        <a:pt x="65341" y="33433"/>
                      </a:cubicBezTo>
                      <a:cubicBezTo>
                        <a:pt x="64961" y="33433"/>
                        <a:pt x="64675" y="33242"/>
                        <a:pt x="64389" y="32957"/>
                      </a:cubicBezTo>
                      <a:lnTo>
                        <a:pt x="64770" y="32290"/>
                      </a:lnTo>
                      <a:lnTo>
                        <a:pt x="60007" y="33433"/>
                      </a:lnTo>
                      <a:lnTo>
                        <a:pt x="62674" y="33433"/>
                      </a:lnTo>
                      <a:cubicBezTo>
                        <a:pt x="63627" y="33338"/>
                        <a:pt x="64389" y="33719"/>
                        <a:pt x="64961" y="34671"/>
                      </a:cubicBezTo>
                      <a:cubicBezTo>
                        <a:pt x="65532" y="35528"/>
                        <a:pt x="65818" y="36386"/>
                        <a:pt x="65818" y="37052"/>
                      </a:cubicBezTo>
                      <a:lnTo>
                        <a:pt x="66199" y="36481"/>
                      </a:lnTo>
                      <a:cubicBezTo>
                        <a:pt x="66199" y="36481"/>
                        <a:pt x="66865" y="36481"/>
                        <a:pt x="67151" y="36767"/>
                      </a:cubicBezTo>
                      <a:cubicBezTo>
                        <a:pt x="67628" y="37338"/>
                        <a:pt x="67818" y="37624"/>
                        <a:pt x="68008" y="37624"/>
                      </a:cubicBezTo>
                      <a:lnTo>
                        <a:pt x="68008" y="35528"/>
                      </a:lnTo>
                      <a:cubicBezTo>
                        <a:pt x="67913" y="34671"/>
                        <a:pt x="68199" y="34195"/>
                        <a:pt x="68866" y="33909"/>
                      </a:cubicBezTo>
                      <a:cubicBezTo>
                        <a:pt x="69532" y="34385"/>
                        <a:pt x="69913" y="34576"/>
                        <a:pt x="70009" y="34576"/>
                      </a:cubicBezTo>
                      <a:cubicBezTo>
                        <a:pt x="70009" y="33623"/>
                        <a:pt x="70199" y="33147"/>
                        <a:pt x="70675" y="33052"/>
                      </a:cubicBezTo>
                      <a:cubicBezTo>
                        <a:pt x="71056" y="32861"/>
                        <a:pt x="71723" y="33147"/>
                        <a:pt x="72771" y="33909"/>
                      </a:cubicBezTo>
                      <a:cubicBezTo>
                        <a:pt x="72771" y="34195"/>
                        <a:pt x="72676" y="34576"/>
                        <a:pt x="72199" y="35052"/>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 name="Google Shape;958;p99"/>
                <p:cNvSpPr/>
                <p:nvPr/>
              </p:nvSpPr>
              <p:spPr>
                <a:xfrm>
                  <a:off x="6386416" y="2133977"/>
                  <a:ext cx="74580" cy="111827"/>
                </a:xfrm>
                <a:custGeom>
                  <a:avLst/>
                  <a:gdLst/>
                  <a:ahLst/>
                  <a:cxnLst/>
                  <a:rect l="l" t="t" r="r" b="b"/>
                  <a:pathLst>
                    <a:path w="74580" h="111827" extrusionOk="0">
                      <a:moveTo>
                        <a:pt x="73438" y="3909"/>
                      </a:moveTo>
                      <a:lnTo>
                        <a:pt x="74581" y="23531"/>
                      </a:lnTo>
                      <a:cubicBezTo>
                        <a:pt x="72295" y="24293"/>
                        <a:pt x="69152" y="24388"/>
                        <a:pt x="65151" y="24102"/>
                      </a:cubicBezTo>
                      <a:cubicBezTo>
                        <a:pt x="60484" y="23626"/>
                        <a:pt x="57341" y="23531"/>
                        <a:pt x="55817" y="23721"/>
                      </a:cubicBezTo>
                      <a:cubicBezTo>
                        <a:pt x="52483" y="24197"/>
                        <a:pt x="49911" y="25722"/>
                        <a:pt x="47816" y="28484"/>
                      </a:cubicBezTo>
                      <a:cubicBezTo>
                        <a:pt x="48006" y="29151"/>
                        <a:pt x="48101" y="29817"/>
                        <a:pt x="48101" y="30579"/>
                      </a:cubicBezTo>
                      <a:cubicBezTo>
                        <a:pt x="48101" y="31341"/>
                        <a:pt x="48006" y="32389"/>
                        <a:pt x="47720" y="33818"/>
                      </a:cubicBezTo>
                      <a:cubicBezTo>
                        <a:pt x="47435" y="35247"/>
                        <a:pt x="47339" y="36294"/>
                        <a:pt x="47339" y="37056"/>
                      </a:cubicBezTo>
                      <a:cubicBezTo>
                        <a:pt x="47339" y="38199"/>
                        <a:pt x="47530" y="39247"/>
                        <a:pt x="47911" y="40199"/>
                      </a:cubicBezTo>
                      <a:cubicBezTo>
                        <a:pt x="48196" y="40771"/>
                        <a:pt x="48292" y="41247"/>
                        <a:pt x="48292" y="41723"/>
                      </a:cubicBezTo>
                      <a:cubicBezTo>
                        <a:pt x="48292" y="42390"/>
                        <a:pt x="48101" y="43057"/>
                        <a:pt x="47720" y="43914"/>
                      </a:cubicBezTo>
                      <a:cubicBezTo>
                        <a:pt x="47339" y="44772"/>
                        <a:pt x="47149" y="45343"/>
                        <a:pt x="47149" y="45724"/>
                      </a:cubicBezTo>
                      <a:cubicBezTo>
                        <a:pt x="47149" y="46295"/>
                        <a:pt x="47339" y="46772"/>
                        <a:pt x="47911" y="47248"/>
                      </a:cubicBezTo>
                      <a:lnTo>
                        <a:pt x="47435" y="53439"/>
                      </a:lnTo>
                      <a:cubicBezTo>
                        <a:pt x="47435" y="52677"/>
                        <a:pt x="46863" y="52201"/>
                        <a:pt x="45911" y="52010"/>
                      </a:cubicBezTo>
                      <a:cubicBezTo>
                        <a:pt x="44577" y="51630"/>
                        <a:pt x="43910" y="51439"/>
                        <a:pt x="43720" y="51344"/>
                      </a:cubicBezTo>
                      <a:cubicBezTo>
                        <a:pt x="43339" y="51630"/>
                        <a:pt x="43244" y="52010"/>
                        <a:pt x="43339" y="52391"/>
                      </a:cubicBezTo>
                      <a:cubicBezTo>
                        <a:pt x="43339" y="52868"/>
                        <a:pt x="43339" y="53249"/>
                        <a:pt x="43244" y="53534"/>
                      </a:cubicBezTo>
                      <a:cubicBezTo>
                        <a:pt x="43815" y="53249"/>
                        <a:pt x="44291" y="53153"/>
                        <a:pt x="44672" y="53153"/>
                      </a:cubicBezTo>
                      <a:cubicBezTo>
                        <a:pt x="45339" y="53153"/>
                        <a:pt x="45815" y="53820"/>
                        <a:pt x="46196" y="55249"/>
                      </a:cubicBezTo>
                      <a:cubicBezTo>
                        <a:pt x="46482" y="56963"/>
                        <a:pt x="46863" y="58011"/>
                        <a:pt x="47149" y="58297"/>
                      </a:cubicBezTo>
                      <a:lnTo>
                        <a:pt x="46482" y="58297"/>
                      </a:lnTo>
                      <a:cubicBezTo>
                        <a:pt x="47530" y="61345"/>
                        <a:pt x="48196" y="65631"/>
                        <a:pt x="48292" y="71060"/>
                      </a:cubicBezTo>
                      <a:cubicBezTo>
                        <a:pt x="48292" y="75442"/>
                        <a:pt x="48196" y="79919"/>
                        <a:pt x="48196" y="84205"/>
                      </a:cubicBezTo>
                      <a:cubicBezTo>
                        <a:pt x="48292" y="86777"/>
                        <a:pt x="48482" y="89063"/>
                        <a:pt x="48768" y="91158"/>
                      </a:cubicBezTo>
                      <a:cubicBezTo>
                        <a:pt x="48768" y="91158"/>
                        <a:pt x="49244" y="91349"/>
                        <a:pt x="49816" y="91730"/>
                      </a:cubicBezTo>
                      <a:cubicBezTo>
                        <a:pt x="50483" y="92111"/>
                        <a:pt x="50959" y="92206"/>
                        <a:pt x="51435" y="92015"/>
                      </a:cubicBezTo>
                      <a:cubicBezTo>
                        <a:pt x="50768" y="93444"/>
                        <a:pt x="50387" y="96968"/>
                        <a:pt x="50197" y="102684"/>
                      </a:cubicBezTo>
                      <a:cubicBezTo>
                        <a:pt x="50102" y="105827"/>
                        <a:pt x="49149" y="108017"/>
                        <a:pt x="47339" y="109160"/>
                      </a:cubicBezTo>
                      <a:cubicBezTo>
                        <a:pt x="47625" y="109351"/>
                        <a:pt x="47720" y="109827"/>
                        <a:pt x="47720" y="110684"/>
                      </a:cubicBezTo>
                      <a:cubicBezTo>
                        <a:pt x="46673" y="110684"/>
                        <a:pt x="43625" y="110684"/>
                        <a:pt x="38291" y="110684"/>
                      </a:cubicBezTo>
                      <a:cubicBezTo>
                        <a:pt x="34480" y="110684"/>
                        <a:pt x="31337" y="110970"/>
                        <a:pt x="29051" y="111827"/>
                      </a:cubicBezTo>
                      <a:cubicBezTo>
                        <a:pt x="27146" y="110208"/>
                        <a:pt x="26194" y="107636"/>
                        <a:pt x="26194" y="104303"/>
                      </a:cubicBezTo>
                      <a:cubicBezTo>
                        <a:pt x="26194" y="101445"/>
                        <a:pt x="26289" y="98588"/>
                        <a:pt x="26289" y="95730"/>
                      </a:cubicBezTo>
                      <a:cubicBezTo>
                        <a:pt x="26765" y="85157"/>
                        <a:pt x="27051" y="74013"/>
                        <a:pt x="27051" y="62488"/>
                      </a:cubicBezTo>
                      <a:cubicBezTo>
                        <a:pt x="27051" y="50963"/>
                        <a:pt x="26861" y="39152"/>
                        <a:pt x="26289" y="26864"/>
                      </a:cubicBezTo>
                      <a:cubicBezTo>
                        <a:pt x="25718" y="24959"/>
                        <a:pt x="24289" y="23912"/>
                        <a:pt x="21908" y="23912"/>
                      </a:cubicBezTo>
                      <a:cubicBezTo>
                        <a:pt x="21431" y="23912"/>
                        <a:pt x="20765" y="23912"/>
                        <a:pt x="19907" y="24007"/>
                      </a:cubicBezTo>
                      <a:lnTo>
                        <a:pt x="18098" y="24007"/>
                      </a:lnTo>
                      <a:cubicBezTo>
                        <a:pt x="16954" y="24007"/>
                        <a:pt x="15907" y="23816"/>
                        <a:pt x="15240" y="23435"/>
                      </a:cubicBezTo>
                      <a:cubicBezTo>
                        <a:pt x="16097" y="23435"/>
                        <a:pt x="13335" y="23531"/>
                        <a:pt x="6953" y="23531"/>
                      </a:cubicBezTo>
                      <a:cubicBezTo>
                        <a:pt x="4096" y="23531"/>
                        <a:pt x="1810" y="22769"/>
                        <a:pt x="0" y="21340"/>
                      </a:cubicBezTo>
                      <a:lnTo>
                        <a:pt x="0" y="1909"/>
                      </a:lnTo>
                      <a:cubicBezTo>
                        <a:pt x="476" y="2385"/>
                        <a:pt x="953" y="2576"/>
                        <a:pt x="1619" y="2576"/>
                      </a:cubicBezTo>
                      <a:cubicBezTo>
                        <a:pt x="2762" y="2576"/>
                        <a:pt x="3810" y="1814"/>
                        <a:pt x="4953" y="385"/>
                      </a:cubicBezTo>
                      <a:cubicBezTo>
                        <a:pt x="10573" y="4"/>
                        <a:pt x="18860" y="4"/>
                        <a:pt x="29909" y="290"/>
                      </a:cubicBezTo>
                      <a:cubicBezTo>
                        <a:pt x="40958" y="576"/>
                        <a:pt x="49435" y="480"/>
                        <a:pt x="55340" y="4"/>
                      </a:cubicBezTo>
                      <a:cubicBezTo>
                        <a:pt x="55626" y="576"/>
                        <a:pt x="56102" y="861"/>
                        <a:pt x="56579" y="861"/>
                      </a:cubicBezTo>
                      <a:cubicBezTo>
                        <a:pt x="56960" y="861"/>
                        <a:pt x="57436" y="766"/>
                        <a:pt x="58103" y="480"/>
                      </a:cubicBezTo>
                      <a:cubicBezTo>
                        <a:pt x="58769" y="194"/>
                        <a:pt x="59246" y="99"/>
                        <a:pt x="59436" y="99"/>
                      </a:cubicBezTo>
                      <a:cubicBezTo>
                        <a:pt x="60579" y="766"/>
                        <a:pt x="63437" y="766"/>
                        <a:pt x="68199" y="99"/>
                      </a:cubicBezTo>
                      <a:cubicBezTo>
                        <a:pt x="71723" y="-377"/>
                        <a:pt x="73533" y="861"/>
                        <a:pt x="73724" y="3814"/>
                      </a:cubicBezTo>
                      <a:close/>
                      <a:moveTo>
                        <a:pt x="11525" y="8195"/>
                      </a:moveTo>
                      <a:cubicBezTo>
                        <a:pt x="12383" y="6767"/>
                        <a:pt x="13621" y="6005"/>
                        <a:pt x="15145" y="6005"/>
                      </a:cubicBezTo>
                      <a:cubicBezTo>
                        <a:pt x="15716" y="6005"/>
                        <a:pt x="16574" y="6100"/>
                        <a:pt x="17812" y="6386"/>
                      </a:cubicBezTo>
                      <a:cubicBezTo>
                        <a:pt x="19050" y="6672"/>
                        <a:pt x="20003" y="6767"/>
                        <a:pt x="20765" y="6767"/>
                      </a:cubicBezTo>
                      <a:cubicBezTo>
                        <a:pt x="21527" y="6767"/>
                        <a:pt x="22193" y="6672"/>
                        <a:pt x="22860" y="6481"/>
                      </a:cubicBezTo>
                      <a:lnTo>
                        <a:pt x="20669" y="4290"/>
                      </a:lnTo>
                      <a:cubicBezTo>
                        <a:pt x="19812" y="4290"/>
                        <a:pt x="19431" y="3909"/>
                        <a:pt x="19526" y="3147"/>
                      </a:cubicBezTo>
                      <a:cubicBezTo>
                        <a:pt x="19717" y="2290"/>
                        <a:pt x="19717" y="1718"/>
                        <a:pt x="19526" y="1623"/>
                      </a:cubicBezTo>
                      <a:cubicBezTo>
                        <a:pt x="19241" y="2195"/>
                        <a:pt x="18955" y="2480"/>
                        <a:pt x="18574" y="2576"/>
                      </a:cubicBezTo>
                      <a:cubicBezTo>
                        <a:pt x="18383" y="2480"/>
                        <a:pt x="18098" y="2385"/>
                        <a:pt x="17907" y="2385"/>
                      </a:cubicBezTo>
                      <a:cubicBezTo>
                        <a:pt x="17907" y="2385"/>
                        <a:pt x="17907" y="2957"/>
                        <a:pt x="17907" y="3814"/>
                      </a:cubicBezTo>
                      <a:cubicBezTo>
                        <a:pt x="16764" y="4576"/>
                        <a:pt x="15335" y="5052"/>
                        <a:pt x="13526" y="5243"/>
                      </a:cubicBezTo>
                      <a:cubicBezTo>
                        <a:pt x="11430" y="5433"/>
                        <a:pt x="10096" y="5624"/>
                        <a:pt x="9430" y="5909"/>
                      </a:cubicBezTo>
                      <a:lnTo>
                        <a:pt x="12192" y="5909"/>
                      </a:lnTo>
                      <a:cubicBezTo>
                        <a:pt x="11716" y="6767"/>
                        <a:pt x="11144" y="7338"/>
                        <a:pt x="10573" y="7624"/>
                      </a:cubicBezTo>
                      <a:cubicBezTo>
                        <a:pt x="10478" y="7624"/>
                        <a:pt x="10382" y="7624"/>
                        <a:pt x="10382" y="7434"/>
                      </a:cubicBezTo>
                      <a:cubicBezTo>
                        <a:pt x="10192" y="7529"/>
                        <a:pt x="10001" y="7624"/>
                        <a:pt x="9906" y="7910"/>
                      </a:cubicBezTo>
                      <a:cubicBezTo>
                        <a:pt x="9335" y="8100"/>
                        <a:pt x="8858" y="8195"/>
                        <a:pt x="8668" y="8195"/>
                      </a:cubicBezTo>
                      <a:cubicBezTo>
                        <a:pt x="8287" y="8005"/>
                        <a:pt x="7811" y="8005"/>
                        <a:pt x="7144" y="8195"/>
                      </a:cubicBezTo>
                      <a:cubicBezTo>
                        <a:pt x="5144" y="8005"/>
                        <a:pt x="3905" y="8005"/>
                        <a:pt x="3143" y="8195"/>
                      </a:cubicBezTo>
                      <a:lnTo>
                        <a:pt x="3143" y="7529"/>
                      </a:lnTo>
                      <a:lnTo>
                        <a:pt x="1524" y="9338"/>
                      </a:lnTo>
                      <a:cubicBezTo>
                        <a:pt x="1524" y="9338"/>
                        <a:pt x="2477" y="9624"/>
                        <a:pt x="3048" y="9624"/>
                      </a:cubicBezTo>
                      <a:cubicBezTo>
                        <a:pt x="3238" y="9624"/>
                        <a:pt x="4667" y="9148"/>
                        <a:pt x="7239" y="8195"/>
                      </a:cubicBezTo>
                      <a:lnTo>
                        <a:pt x="8763" y="8195"/>
                      </a:lnTo>
                      <a:cubicBezTo>
                        <a:pt x="8763" y="8195"/>
                        <a:pt x="9239" y="8672"/>
                        <a:pt x="9430" y="8957"/>
                      </a:cubicBezTo>
                      <a:cubicBezTo>
                        <a:pt x="9620" y="9243"/>
                        <a:pt x="9811" y="9719"/>
                        <a:pt x="10001" y="10101"/>
                      </a:cubicBezTo>
                      <a:cubicBezTo>
                        <a:pt x="10001" y="9815"/>
                        <a:pt x="9716" y="9529"/>
                        <a:pt x="9620" y="9148"/>
                      </a:cubicBezTo>
                      <a:cubicBezTo>
                        <a:pt x="9620" y="8576"/>
                        <a:pt x="9811" y="8195"/>
                        <a:pt x="10001" y="7910"/>
                      </a:cubicBezTo>
                      <a:cubicBezTo>
                        <a:pt x="10192" y="7910"/>
                        <a:pt x="10382" y="7814"/>
                        <a:pt x="10763" y="7624"/>
                      </a:cubicBezTo>
                      <a:cubicBezTo>
                        <a:pt x="11335" y="8576"/>
                        <a:pt x="11716" y="9148"/>
                        <a:pt x="11716" y="9338"/>
                      </a:cubicBezTo>
                      <a:lnTo>
                        <a:pt x="15430" y="8576"/>
                      </a:lnTo>
                      <a:lnTo>
                        <a:pt x="11716" y="8195"/>
                      </a:lnTo>
                      <a:close/>
                      <a:moveTo>
                        <a:pt x="8763" y="14577"/>
                      </a:moveTo>
                      <a:lnTo>
                        <a:pt x="10954" y="13434"/>
                      </a:lnTo>
                      <a:lnTo>
                        <a:pt x="9906" y="13434"/>
                      </a:lnTo>
                      <a:lnTo>
                        <a:pt x="8763" y="14577"/>
                      </a:lnTo>
                      <a:close/>
                      <a:moveTo>
                        <a:pt x="25908" y="3909"/>
                      </a:moveTo>
                      <a:lnTo>
                        <a:pt x="27623" y="2099"/>
                      </a:lnTo>
                      <a:cubicBezTo>
                        <a:pt x="27051" y="2099"/>
                        <a:pt x="26384" y="1718"/>
                        <a:pt x="25527" y="1242"/>
                      </a:cubicBezTo>
                      <a:lnTo>
                        <a:pt x="23717" y="3909"/>
                      </a:lnTo>
                      <a:lnTo>
                        <a:pt x="21812" y="2766"/>
                      </a:lnTo>
                      <a:lnTo>
                        <a:pt x="24479" y="5433"/>
                      </a:lnTo>
                      <a:cubicBezTo>
                        <a:pt x="24479" y="3623"/>
                        <a:pt x="24860" y="2480"/>
                        <a:pt x="25527" y="2099"/>
                      </a:cubicBezTo>
                      <a:cubicBezTo>
                        <a:pt x="25813" y="2290"/>
                        <a:pt x="25908" y="2957"/>
                        <a:pt x="25908" y="3909"/>
                      </a:cubicBezTo>
                      <a:close/>
                      <a:moveTo>
                        <a:pt x="31337" y="59440"/>
                      </a:moveTo>
                      <a:cubicBezTo>
                        <a:pt x="32957" y="59630"/>
                        <a:pt x="33719" y="59440"/>
                        <a:pt x="33528" y="59059"/>
                      </a:cubicBezTo>
                      <a:cubicBezTo>
                        <a:pt x="33147" y="58868"/>
                        <a:pt x="32480" y="59059"/>
                        <a:pt x="31337" y="59440"/>
                      </a:cubicBezTo>
                      <a:cubicBezTo>
                        <a:pt x="30861" y="59249"/>
                        <a:pt x="30480" y="59249"/>
                        <a:pt x="30194" y="59440"/>
                      </a:cubicBezTo>
                      <a:cubicBezTo>
                        <a:pt x="30671" y="59630"/>
                        <a:pt x="31052" y="59630"/>
                        <a:pt x="31337" y="59440"/>
                      </a:cubicBezTo>
                      <a:close/>
                      <a:moveTo>
                        <a:pt x="45911" y="57249"/>
                      </a:moveTo>
                      <a:cubicBezTo>
                        <a:pt x="44863" y="56487"/>
                        <a:pt x="43434" y="56106"/>
                        <a:pt x="41434" y="56106"/>
                      </a:cubicBezTo>
                      <a:cubicBezTo>
                        <a:pt x="39148" y="56106"/>
                        <a:pt x="37529" y="56011"/>
                        <a:pt x="36767" y="55725"/>
                      </a:cubicBezTo>
                      <a:lnTo>
                        <a:pt x="40481" y="57916"/>
                      </a:lnTo>
                      <a:cubicBezTo>
                        <a:pt x="40481" y="57916"/>
                        <a:pt x="39815" y="58487"/>
                        <a:pt x="39815" y="59059"/>
                      </a:cubicBezTo>
                      <a:lnTo>
                        <a:pt x="40862" y="59059"/>
                      </a:lnTo>
                      <a:cubicBezTo>
                        <a:pt x="40862" y="59059"/>
                        <a:pt x="41434" y="59440"/>
                        <a:pt x="41434" y="59630"/>
                      </a:cubicBezTo>
                      <a:cubicBezTo>
                        <a:pt x="41434" y="59630"/>
                        <a:pt x="41338" y="60011"/>
                        <a:pt x="41053" y="60488"/>
                      </a:cubicBezTo>
                      <a:cubicBezTo>
                        <a:pt x="40767" y="60964"/>
                        <a:pt x="40672" y="61345"/>
                        <a:pt x="40862" y="61726"/>
                      </a:cubicBezTo>
                      <a:lnTo>
                        <a:pt x="43053" y="61726"/>
                      </a:lnTo>
                      <a:cubicBezTo>
                        <a:pt x="41910" y="60583"/>
                        <a:pt x="41434" y="59821"/>
                        <a:pt x="41434" y="59345"/>
                      </a:cubicBezTo>
                      <a:cubicBezTo>
                        <a:pt x="41434" y="58964"/>
                        <a:pt x="41720" y="58678"/>
                        <a:pt x="42196" y="58487"/>
                      </a:cubicBezTo>
                      <a:cubicBezTo>
                        <a:pt x="42767" y="58297"/>
                        <a:pt x="43339" y="58011"/>
                        <a:pt x="44101" y="57726"/>
                      </a:cubicBezTo>
                      <a:cubicBezTo>
                        <a:pt x="44768" y="57630"/>
                        <a:pt x="45339" y="57916"/>
                        <a:pt x="45911" y="58392"/>
                      </a:cubicBezTo>
                      <a:lnTo>
                        <a:pt x="45911" y="57344"/>
                      </a:lnTo>
                      <a:close/>
                      <a:moveTo>
                        <a:pt x="40481" y="47629"/>
                      </a:moveTo>
                      <a:cubicBezTo>
                        <a:pt x="41053" y="48391"/>
                        <a:pt x="41815" y="48772"/>
                        <a:pt x="42672" y="48772"/>
                      </a:cubicBezTo>
                      <a:cubicBezTo>
                        <a:pt x="44101" y="48772"/>
                        <a:pt x="45244" y="48296"/>
                        <a:pt x="46292" y="47248"/>
                      </a:cubicBezTo>
                      <a:lnTo>
                        <a:pt x="44196" y="46581"/>
                      </a:lnTo>
                      <a:cubicBezTo>
                        <a:pt x="44196" y="47629"/>
                        <a:pt x="43815" y="48201"/>
                        <a:pt x="43434" y="48201"/>
                      </a:cubicBezTo>
                      <a:cubicBezTo>
                        <a:pt x="43434" y="48201"/>
                        <a:pt x="42958" y="47819"/>
                        <a:pt x="42291" y="47248"/>
                      </a:cubicBezTo>
                      <a:cubicBezTo>
                        <a:pt x="41624" y="46581"/>
                        <a:pt x="40958" y="46391"/>
                        <a:pt x="40386" y="46581"/>
                      </a:cubicBezTo>
                      <a:lnTo>
                        <a:pt x="40386" y="47629"/>
                      </a:lnTo>
                      <a:close/>
                      <a:moveTo>
                        <a:pt x="45625" y="60773"/>
                      </a:moveTo>
                      <a:lnTo>
                        <a:pt x="45911" y="60964"/>
                      </a:lnTo>
                      <a:lnTo>
                        <a:pt x="45625" y="60773"/>
                      </a:lnTo>
                      <a:lnTo>
                        <a:pt x="43148" y="58964"/>
                      </a:lnTo>
                      <a:cubicBezTo>
                        <a:pt x="42863" y="59821"/>
                        <a:pt x="43148" y="60297"/>
                        <a:pt x="43910" y="60488"/>
                      </a:cubicBezTo>
                      <a:cubicBezTo>
                        <a:pt x="44482" y="60583"/>
                        <a:pt x="45053" y="60678"/>
                        <a:pt x="45625" y="60773"/>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 name="Google Shape;959;p99"/>
                <p:cNvSpPr/>
                <p:nvPr/>
              </p:nvSpPr>
              <p:spPr>
                <a:xfrm>
                  <a:off x="6466998" y="2133314"/>
                  <a:ext cx="85915" cy="112395"/>
                </a:xfrm>
                <a:custGeom>
                  <a:avLst/>
                  <a:gdLst/>
                  <a:ahLst/>
                  <a:cxnLst/>
                  <a:rect l="l" t="t" r="r" b="b"/>
                  <a:pathLst>
                    <a:path w="85915" h="112395" extrusionOk="0">
                      <a:moveTo>
                        <a:pt x="75819" y="89916"/>
                      </a:moveTo>
                      <a:cubicBezTo>
                        <a:pt x="77629" y="91059"/>
                        <a:pt x="78676" y="93059"/>
                        <a:pt x="78867" y="95821"/>
                      </a:cubicBezTo>
                      <a:cubicBezTo>
                        <a:pt x="78962" y="98203"/>
                        <a:pt x="79057" y="100584"/>
                        <a:pt x="79057" y="102870"/>
                      </a:cubicBezTo>
                      <a:cubicBezTo>
                        <a:pt x="79057" y="104108"/>
                        <a:pt x="79343" y="105251"/>
                        <a:pt x="79534" y="106204"/>
                      </a:cubicBezTo>
                      <a:cubicBezTo>
                        <a:pt x="76962" y="110395"/>
                        <a:pt x="72676" y="112395"/>
                        <a:pt x="66484" y="112395"/>
                      </a:cubicBezTo>
                      <a:cubicBezTo>
                        <a:pt x="64770" y="112395"/>
                        <a:pt x="62008" y="112204"/>
                        <a:pt x="58293" y="111824"/>
                      </a:cubicBezTo>
                      <a:cubicBezTo>
                        <a:pt x="54483" y="111442"/>
                        <a:pt x="51721" y="111252"/>
                        <a:pt x="49911" y="111252"/>
                      </a:cubicBezTo>
                      <a:cubicBezTo>
                        <a:pt x="48101" y="111252"/>
                        <a:pt x="46291" y="111252"/>
                        <a:pt x="44767" y="111538"/>
                      </a:cubicBezTo>
                      <a:lnTo>
                        <a:pt x="13240" y="111538"/>
                      </a:lnTo>
                      <a:lnTo>
                        <a:pt x="13240" y="111157"/>
                      </a:lnTo>
                      <a:cubicBezTo>
                        <a:pt x="12097" y="110490"/>
                        <a:pt x="10192" y="110395"/>
                        <a:pt x="7429" y="110871"/>
                      </a:cubicBezTo>
                      <a:cubicBezTo>
                        <a:pt x="4667" y="111347"/>
                        <a:pt x="2476" y="111062"/>
                        <a:pt x="1048" y="110014"/>
                      </a:cubicBezTo>
                      <a:cubicBezTo>
                        <a:pt x="1524" y="96774"/>
                        <a:pt x="1810" y="83725"/>
                        <a:pt x="1810" y="70771"/>
                      </a:cubicBezTo>
                      <a:cubicBezTo>
                        <a:pt x="1810" y="57817"/>
                        <a:pt x="1524" y="44767"/>
                        <a:pt x="1048" y="31623"/>
                      </a:cubicBezTo>
                      <a:cubicBezTo>
                        <a:pt x="1619" y="31909"/>
                        <a:pt x="2000" y="32099"/>
                        <a:pt x="2191" y="32004"/>
                      </a:cubicBezTo>
                      <a:lnTo>
                        <a:pt x="2572" y="31623"/>
                      </a:lnTo>
                      <a:cubicBezTo>
                        <a:pt x="2667" y="31051"/>
                        <a:pt x="2476" y="30671"/>
                        <a:pt x="1905" y="30480"/>
                      </a:cubicBezTo>
                      <a:cubicBezTo>
                        <a:pt x="1333" y="30289"/>
                        <a:pt x="1048" y="30099"/>
                        <a:pt x="1048" y="30004"/>
                      </a:cubicBezTo>
                      <a:cubicBezTo>
                        <a:pt x="1048" y="29813"/>
                        <a:pt x="1333" y="29528"/>
                        <a:pt x="1810" y="29051"/>
                      </a:cubicBezTo>
                      <a:cubicBezTo>
                        <a:pt x="1810" y="29908"/>
                        <a:pt x="1905" y="30385"/>
                        <a:pt x="2191" y="30575"/>
                      </a:cubicBezTo>
                      <a:cubicBezTo>
                        <a:pt x="3143" y="30480"/>
                        <a:pt x="3334" y="29908"/>
                        <a:pt x="2953" y="28956"/>
                      </a:cubicBezTo>
                      <a:cubicBezTo>
                        <a:pt x="2476" y="28004"/>
                        <a:pt x="2667" y="27432"/>
                        <a:pt x="3334" y="27242"/>
                      </a:cubicBezTo>
                      <a:cubicBezTo>
                        <a:pt x="3238" y="27432"/>
                        <a:pt x="3238" y="27622"/>
                        <a:pt x="3238" y="27813"/>
                      </a:cubicBezTo>
                      <a:cubicBezTo>
                        <a:pt x="3238" y="28194"/>
                        <a:pt x="3524" y="28575"/>
                        <a:pt x="4000" y="28956"/>
                      </a:cubicBezTo>
                      <a:cubicBezTo>
                        <a:pt x="4572" y="29337"/>
                        <a:pt x="4858" y="29623"/>
                        <a:pt x="4953" y="29908"/>
                      </a:cubicBezTo>
                      <a:lnTo>
                        <a:pt x="7144" y="29432"/>
                      </a:lnTo>
                      <a:lnTo>
                        <a:pt x="4953" y="27908"/>
                      </a:lnTo>
                      <a:lnTo>
                        <a:pt x="7144" y="26765"/>
                      </a:lnTo>
                      <a:cubicBezTo>
                        <a:pt x="7144" y="26765"/>
                        <a:pt x="6477" y="26099"/>
                        <a:pt x="5429" y="25146"/>
                      </a:cubicBezTo>
                      <a:cubicBezTo>
                        <a:pt x="4667" y="24479"/>
                        <a:pt x="4096" y="24193"/>
                        <a:pt x="3619" y="24193"/>
                      </a:cubicBezTo>
                      <a:cubicBezTo>
                        <a:pt x="3048" y="24193"/>
                        <a:pt x="2572" y="24575"/>
                        <a:pt x="2191" y="25241"/>
                      </a:cubicBezTo>
                      <a:cubicBezTo>
                        <a:pt x="1524" y="24860"/>
                        <a:pt x="1143" y="24479"/>
                        <a:pt x="1143" y="24193"/>
                      </a:cubicBezTo>
                      <a:cubicBezTo>
                        <a:pt x="1143" y="24003"/>
                        <a:pt x="1524" y="23622"/>
                        <a:pt x="2286" y="23050"/>
                      </a:cubicBezTo>
                      <a:cubicBezTo>
                        <a:pt x="3048" y="22479"/>
                        <a:pt x="3429" y="21908"/>
                        <a:pt x="3238" y="21431"/>
                      </a:cubicBezTo>
                      <a:lnTo>
                        <a:pt x="4286" y="22574"/>
                      </a:lnTo>
                      <a:lnTo>
                        <a:pt x="5048" y="21717"/>
                      </a:lnTo>
                      <a:cubicBezTo>
                        <a:pt x="5048" y="21717"/>
                        <a:pt x="5620" y="22098"/>
                        <a:pt x="6001" y="22098"/>
                      </a:cubicBezTo>
                      <a:cubicBezTo>
                        <a:pt x="6477" y="22098"/>
                        <a:pt x="7144" y="21908"/>
                        <a:pt x="8096" y="21431"/>
                      </a:cubicBezTo>
                      <a:cubicBezTo>
                        <a:pt x="9049" y="20955"/>
                        <a:pt x="9811" y="20764"/>
                        <a:pt x="10287" y="20764"/>
                      </a:cubicBezTo>
                      <a:cubicBezTo>
                        <a:pt x="10858" y="20764"/>
                        <a:pt x="11335" y="20955"/>
                        <a:pt x="11621" y="21431"/>
                      </a:cubicBezTo>
                      <a:lnTo>
                        <a:pt x="12287" y="21050"/>
                      </a:lnTo>
                      <a:cubicBezTo>
                        <a:pt x="12192" y="20193"/>
                        <a:pt x="11716" y="19621"/>
                        <a:pt x="10763" y="19336"/>
                      </a:cubicBezTo>
                      <a:cubicBezTo>
                        <a:pt x="9811" y="19050"/>
                        <a:pt x="9239" y="18669"/>
                        <a:pt x="9049" y="18383"/>
                      </a:cubicBezTo>
                      <a:cubicBezTo>
                        <a:pt x="7620" y="18383"/>
                        <a:pt x="5810" y="18383"/>
                        <a:pt x="3715" y="18383"/>
                      </a:cubicBezTo>
                      <a:cubicBezTo>
                        <a:pt x="3524" y="18859"/>
                        <a:pt x="3334" y="19050"/>
                        <a:pt x="3143" y="19050"/>
                      </a:cubicBezTo>
                      <a:cubicBezTo>
                        <a:pt x="2762" y="18764"/>
                        <a:pt x="2476" y="18669"/>
                        <a:pt x="2286" y="18669"/>
                      </a:cubicBezTo>
                      <a:cubicBezTo>
                        <a:pt x="2096" y="18669"/>
                        <a:pt x="2000" y="18669"/>
                        <a:pt x="1810" y="18859"/>
                      </a:cubicBezTo>
                      <a:lnTo>
                        <a:pt x="667" y="14668"/>
                      </a:lnTo>
                      <a:cubicBezTo>
                        <a:pt x="1429" y="14668"/>
                        <a:pt x="1905" y="14478"/>
                        <a:pt x="2191" y="14002"/>
                      </a:cubicBezTo>
                      <a:cubicBezTo>
                        <a:pt x="2191" y="13145"/>
                        <a:pt x="1810" y="12954"/>
                        <a:pt x="1143" y="13335"/>
                      </a:cubicBezTo>
                      <a:cubicBezTo>
                        <a:pt x="476" y="13716"/>
                        <a:pt x="95" y="13621"/>
                        <a:pt x="0" y="13049"/>
                      </a:cubicBezTo>
                      <a:lnTo>
                        <a:pt x="1143" y="11906"/>
                      </a:lnTo>
                      <a:lnTo>
                        <a:pt x="2286" y="13049"/>
                      </a:lnTo>
                      <a:cubicBezTo>
                        <a:pt x="2286" y="13049"/>
                        <a:pt x="2667" y="11906"/>
                        <a:pt x="2667" y="10382"/>
                      </a:cubicBezTo>
                      <a:cubicBezTo>
                        <a:pt x="2667" y="10763"/>
                        <a:pt x="2857" y="11049"/>
                        <a:pt x="3334" y="11239"/>
                      </a:cubicBezTo>
                      <a:cubicBezTo>
                        <a:pt x="4096" y="10668"/>
                        <a:pt x="4381" y="10192"/>
                        <a:pt x="4381" y="9906"/>
                      </a:cubicBezTo>
                      <a:cubicBezTo>
                        <a:pt x="4381" y="9430"/>
                        <a:pt x="3810" y="8763"/>
                        <a:pt x="2476" y="7906"/>
                      </a:cubicBezTo>
                      <a:cubicBezTo>
                        <a:pt x="1238" y="7049"/>
                        <a:pt x="571" y="6191"/>
                        <a:pt x="571" y="5525"/>
                      </a:cubicBezTo>
                      <a:cubicBezTo>
                        <a:pt x="571" y="4858"/>
                        <a:pt x="952" y="4191"/>
                        <a:pt x="1714" y="3429"/>
                      </a:cubicBezTo>
                      <a:lnTo>
                        <a:pt x="4286" y="667"/>
                      </a:lnTo>
                      <a:cubicBezTo>
                        <a:pt x="9049" y="191"/>
                        <a:pt x="14097" y="0"/>
                        <a:pt x="19431" y="0"/>
                      </a:cubicBezTo>
                      <a:cubicBezTo>
                        <a:pt x="24765" y="0"/>
                        <a:pt x="32099" y="286"/>
                        <a:pt x="42291" y="857"/>
                      </a:cubicBezTo>
                      <a:cubicBezTo>
                        <a:pt x="52483" y="1429"/>
                        <a:pt x="60103" y="1714"/>
                        <a:pt x="65341" y="1714"/>
                      </a:cubicBezTo>
                      <a:cubicBezTo>
                        <a:pt x="69056" y="1714"/>
                        <a:pt x="72485" y="1714"/>
                        <a:pt x="75914" y="1429"/>
                      </a:cubicBezTo>
                      <a:cubicBezTo>
                        <a:pt x="78010" y="3143"/>
                        <a:pt x="79057" y="5334"/>
                        <a:pt x="79057" y="8096"/>
                      </a:cubicBezTo>
                      <a:cubicBezTo>
                        <a:pt x="79057" y="8954"/>
                        <a:pt x="78867" y="10382"/>
                        <a:pt x="78581" y="12383"/>
                      </a:cubicBezTo>
                      <a:cubicBezTo>
                        <a:pt x="78296" y="14383"/>
                        <a:pt x="78200" y="16002"/>
                        <a:pt x="78200" y="17050"/>
                      </a:cubicBezTo>
                      <a:cubicBezTo>
                        <a:pt x="78200" y="18097"/>
                        <a:pt x="78200" y="19145"/>
                        <a:pt x="78486" y="20098"/>
                      </a:cubicBezTo>
                      <a:cubicBezTo>
                        <a:pt x="78486" y="21622"/>
                        <a:pt x="77533" y="22288"/>
                        <a:pt x="75629" y="22288"/>
                      </a:cubicBezTo>
                      <a:cubicBezTo>
                        <a:pt x="75342" y="22288"/>
                        <a:pt x="74866" y="22288"/>
                        <a:pt x="74295" y="22193"/>
                      </a:cubicBezTo>
                      <a:lnTo>
                        <a:pt x="72866" y="22193"/>
                      </a:lnTo>
                      <a:cubicBezTo>
                        <a:pt x="71723" y="22193"/>
                        <a:pt x="70961" y="22384"/>
                        <a:pt x="70390" y="22765"/>
                      </a:cubicBezTo>
                      <a:lnTo>
                        <a:pt x="67342" y="22765"/>
                      </a:lnTo>
                      <a:lnTo>
                        <a:pt x="67342" y="22193"/>
                      </a:lnTo>
                      <a:cubicBezTo>
                        <a:pt x="63055" y="22574"/>
                        <a:pt x="58293" y="22765"/>
                        <a:pt x="52959" y="22765"/>
                      </a:cubicBezTo>
                      <a:cubicBezTo>
                        <a:pt x="49625" y="22765"/>
                        <a:pt x="44767" y="22765"/>
                        <a:pt x="38386" y="22765"/>
                      </a:cubicBezTo>
                      <a:lnTo>
                        <a:pt x="23813" y="22765"/>
                      </a:lnTo>
                      <a:cubicBezTo>
                        <a:pt x="23146" y="24479"/>
                        <a:pt x="22860" y="26289"/>
                        <a:pt x="22860" y="28480"/>
                      </a:cubicBezTo>
                      <a:cubicBezTo>
                        <a:pt x="22860" y="29146"/>
                        <a:pt x="22860" y="30099"/>
                        <a:pt x="23050" y="31337"/>
                      </a:cubicBezTo>
                      <a:lnTo>
                        <a:pt x="23050" y="34385"/>
                      </a:lnTo>
                      <a:cubicBezTo>
                        <a:pt x="23050" y="36385"/>
                        <a:pt x="22765" y="38291"/>
                        <a:pt x="22288" y="39910"/>
                      </a:cubicBezTo>
                      <a:cubicBezTo>
                        <a:pt x="22574" y="41243"/>
                        <a:pt x="22765" y="42481"/>
                        <a:pt x="23050" y="43815"/>
                      </a:cubicBezTo>
                      <a:cubicBezTo>
                        <a:pt x="23527" y="45434"/>
                        <a:pt x="24289" y="46292"/>
                        <a:pt x="25527" y="46292"/>
                      </a:cubicBezTo>
                      <a:cubicBezTo>
                        <a:pt x="25908" y="46292"/>
                        <a:pt x="26194" y="46292"/>
                        <a:pt x="26575" y="46101"/>
                      </a:cubicBezTo>
                      <a:cubicBezTo>
                        <a:pt x="26860" y="46196"/>
                        <a:pt x="27146" y="46292"/>
                        <a:pt x="27527" y="46292"/>
                      </a:cubicBezTo>
                      <a:cubicBezTo>
                        <a:pt x="27908" y="46292"/>
                        <a:pt x="28480" y="46292"/>
                        <a:pt x="29146" y="46006"/>
                      </a:cubicBezTo>
                      <a:cubicBezTo>
                        <a:pt x="29908" y="45815"/>
                        <a:pt x="30385" y="45720"/>
                        <a:pt x="30671" y="45720"/>
                      </a:cubicBezTo>
                      <a:cubicBezTo>
                        <a:pt x="31432" y="45720"/>
                        <a:pt x="32004" y="46101"/>
                        <a:pt x="32480" y="46863"/>
                      </a:cubicBezTo>
                      <a:cubicBezTo>
                        <a:pt x="34957" y="46101"/>
                        <a:pt x="37814" y="45720"/>
                        <a:pt x="41148" y="45720"/>
                      </a:cubicBezTo>
                      <a:cubicBezTo>
                        <a:pt x="42767" y="45720"/>
                        <a:pt x="45244" y="45815"/>
                        <a:pt x="48482" y="46101"/>
                      </a:cubicBezTo>
                      <a:cubicBezTo>
                        <a:pt x="51625" y="46387"/>
                        <a:pt x="54007" y="46387"/>
                        <a:pt x="55626" y="46387"/>
                      </a:cubicBezTo>
                      <a:cubicBezTo>
                        <a:pt x="57245" y="46387"/>
                        <a:pt x="58674" y="46387"/>
                        <a:pt x="60007" y="46101"/>
                      </a:cubicBezTo>
                      <a:cubicBezTo>
                        <a:pt x="60674" y="48482"/>
                        <a:pt x="60960" y="51625"/>
                        <a:pt x="60865" y="55817"/>
                      </a:cubicBezTo>
                      <a:cubicBezTo>
                        <a:pt x="60865" y="60484"/>
                        <a:pt x="60865" y="63722"/>
                        <a:pt x="61150" y="65532"/>
                      </a:cubicBezTo>
                      <a:cubicBezTo>
                        <a:pt x="59246" y="66961"/>
                        <a:pt x="56579" y="67628"/>
                        <a:pt x="53245" y="67628"/>
                      </a:cubicBezTo>
                      <a:cubicBezTo>
                        <a:pt x="51911" y="67628"/>
                        <a:pt x="49816" y="67532"/>
                        <a:pt x="46958" y="67246"/>
                      </a:cubicBezTo>
                      <a:cubicBezTo>
                        <a:pt x="44101" y="66961"/>
                        <a:pt x="42005" y="66866"/>
                        <a:pt x="40481" y="66866"/>
                      </a:cubicBezTo>
                      <a:cubicBezTo>
                        <a:pt x="39148" y="66866"/>
                        <a:pt x="37814" y="66866"/>
                        <a:pt x="36671" y="67151"/>
                      </a:cubicBezTo>
                      <a:lnTo>
                        <a:pt x="36671" y="66484"/>
                      </a:lnTo>
                      <a:cubicBezTo>
                        <a:pt x="36004" y="66580"/>
                        <a:pt x="34576" y="66675"/>
                        <a:pt x="32385" y="66675"/>
                      </a:cubicBezTo>
                      <a:cubicBezTo>
                        <a:pt x="30956" y="66675"/>
                        <a:pt x="29527" y="66961"/>
                        <a:pt x="28289" y="67628"/>
                      </a:cubicBezTo>
                      <a:cubicBezTo>
                        <a:pt x="27813" y="67342"/>
                        <a:pt x="27146" y="67151"/>
                        <a:pt x="26479" y="67151"/>
                      </a:cubicBezTo>
                      <a:cubicBezTo>
                        <a:pt x="25432" y="67246"/>
                        <a:pt x="24765" y="67246"/>
                        <a:pt x="24574" y="67151"/>
                      </a:cubicBezTo>
                      <a:cubicBezTo>
                        <a:pt x="23050" y="67628"/>
                        <a:pt x="22384" y="68771"/>
                        <a:pt x="22384" y="70675"/>
                      </a:cubicBezTo>
                      <a:cubicBezTo>
                        <a:pt x="22384" y="72009"/>
                        <a:pt x="22574" y="72962"/>
                        <a:pt x="23146" y="73724"/>
                      </a:cubicBezTo>
                      <a:cubicBezTo>
                        <a:pt x="21146" y="73152"/>
                        <a:pt x="19336" y="73724"/>
                        <a:pt x="17716" y="75247"/>
                      </a:cubicBezTo>
                      <a:lnTo>
                        <a:pt x="21336" y="74581"/>
                      </a:lnTo>
                      <a:lnTo>
                        <a:pt x="20955" y="75247"/>
                      </a:lnTo>
                      <a:cubicBezTo>
                        <a:pt x="20955" y="75247"/>
                        <a:pt x="21336" y="75819"/>
                        <a:pt x="21622" y="75819"/>
                      </a:cubicBezTo>
                      <a:cubicBezTo>
                        <a:pt x="21431" y="75819"/>
                        <a:pt x="21907" y="75438"/>
                        <a:pt x="23146" y="74581"/>
                      </a:cubicBezTo>
                      <a:cubicBezTo>
                        <a:pt x="23146" y="74200"/>
                        <a:pt x="23146" y="76867"/>
                        <a:pt x="22955" y="82582"/>
                      </a:cubicBezTo>
                      <a:cubicBezTo>
                        <a:pt x="22955" y="85916"/>
                        <a:pt x="23431" y="88487"/>
                        <a:pt x="24574" y="90202"/>
                      </a:cubicBezTo>
                      <a:cubicBezTo>
                        <a:pt x="28004" y="90678"/>
                        <a:pt x="31623" y="90868"/>
                        <a:pt x="35433" y="90868"/>
                      </a:cubicBezTo>
                      <a:cubicBezTo>
                        <a:pt x="38290" y="90868"/>
                        <a:pt x="42481" y="90678"/>
                        <a:pt x="48006" y="90297"/>
                      </a:cubicBezTo>
                      <a:cubicBezTo>
                        <a:pt x="53530" y="89916"/>
                        <a:pt x="57626" y="89725"/>
                        <a:pt x="60388" y="89725"/>
                      </a:cubicBezTo>
                      <a:cubicBezTo>
                        <a:pt x="64579" y="89725"/>
                        <a:pt x="68389" y="90011"/>
                        <a:pt x="72009" y="90583"/>
                      </a:cubicBezTo>
                      <a:cubicBezTo>
                        <a:pt x="72676" y="89059"/>
                        <a:pt x="74009" y="88963"/>
                        <a:pt x="75914" y="90202"/>
                      </a:cubicBezTo>
                      <a:close/>
                      <a:moveTo>
                        <a:pt x="4286" y="20383"/>
                      </a:moveTo>
                      <a:lnTo>
                        <a:pt x="5143" y="21526"/>
                      </a:lnTo>
                      <a:lnTo>
                        <a:pt x="5143" y="21812"/>
                      </a:lnTo>
                      <a:cubicBezTo>
                        <a:pt x="4572" y="21431"/>
                        <a:pt x="4381" y="20955"/>
                        <a:pt x="4286" y="20479"/>
                      </a:cubicBezTo>
                      <a:close/>
                      <a:moveTo>
                        <a:pt x="32671" y="60008"/>
                      </a:moveTo>
                      <a:lnTo>
                        <a:pt x="30956" y="60008"/>
                      </a:lnTo>
                      <a:cubicBezTo>
                        <a:pt x="31242" y="60674"/>
                        <a:pt x="31813" y="60674"/>
                        <a:pt x="32671" y="60008"/>
                      </a:cubicBezTo>
                      <a:lnTo>
                        <a:pt x="33338" y="60008"/>
                      </a:lnTo>
                      <a:cubicBezTo>
                        <a:pt x="33338" y="60008"/>
                        <a:pt x="33623" y="60579"/>
                        <a:pt x="33623" y="60960"/>
                      </a:cubicBezTo>
                      <a:lnTo>
                        <a:pt x="35528" y="60008"/>
                      </a:lnTo>
                      <a:cubicBezTo>
                        <a:pt x="36004" y="60484"/>
                        <a:pt x="36195" y="60770"/>
                        <a:pt x="36195" y="60960"/>
                      </a:cubicBezTo>
                      <a:lnTo>
                        <a:pt x="38290" y="60960"/>
                      </a:lnTo>
                      <a:lnTo>
                        <a:pt x="38290" y="60008"/>
                      </a:lnTo>
                      <a:lnTo>
                        <a:pt x="33242" y="60008"/>
                      </a:lnTo>
                      <a:cubicBezTo>
                        <a:pt x="33242" y="60008"/>
                        <a:pt x="32861" y="59817"/>
                        <a:pt x="32575" y="60008"/>
                      </a:cubicBezTo>
                      <a:close/>
                      <a:moveTo>
                        <a:pt x="59722" y="7810"/>
                      </a:moveTo>
                      <a:lnTo>
                        <a:pt x="58579" y="7144"/>
                      </a:lnTo>
                      <a:lnTo>
                        <a:pt x="59722" y="9334"/>
                      </a:lnTo>
                      <a:lnTo>
                        <a:pt x="59722" y="7810"/>
                      </a:lnTo>
                      <a:close/>
                      <a:moveTo>
                        <a:pt x="85344" y="97441"/>
                      </a:moveTo>
                      <a:lnTo>
                        <a:pt x="85915" y="97441"/>
                      </a:lnTo>
                      <a:lnTo>
                        <a:pt x="84296" y="98393"/>
                      </a:lnTo>
                      <a:lnTo>
                        <a:pt x="85439" y="9744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 name="Google Shape;960;p99"/>
                <p:cNvSpPr/>
                <p:nvPr/>
              </p:nvSpPr>
              <p:spPr>
                <a:xfrm>
                  <a:off x="6551961" y="2133600"/>
                  <a:ext cx="98202" cy="111728"/>
                </a:xfrm>
                <a:custGeom>
                  <a:avLst/>
                  <a:gdLst/>
                  <a:ahLst/>
                  <a:cxnLst/>
                  <a:rect l="l" t="t" r="r" b="b"/>
                  <a:pathLst>
                    <a:path w="98202" h="111728" extrusionOk="0">
                      <a:moveTo>
                        <a:pt x="79534" y="29813"/>
                      </a:moveTo>
                      <a:cubicBezTo>
                        <a:pt x="79534" y="29813"/>
                        <a:pt x="80010" y="30480"/>
                        <a:pt x="80486" y="30480"/>
                      </a:cubicBezTo>
                      <a:lnTo>
                        <a:pt x="81534" y="30480"/>
                      </a:lnTo>
                      <a:cubicBezTo>
                        <a:pt x="80296" y="33528"/>
                        <a:pt x="80201" y="37338"/>
                        <a:pt x="81058" y="42005"/>
                      </a:cubicBezTo>
                      <a:cubicBezTo>
                        <a:pt x="80772" y="43053"/>
                        <a:pt x="79915" y="44672"/>
                        <a:pt x="78296" y="46863"/>
                      </a:cubicBezTo>
                      <a:lnTo>
                        <a:pt x="79438" y="48006"/>
                      </a:lnTo>
                      <a:cubicBezTo>
                        <a:pt x="79058" y="48768"/>
                        <a:pt x="78105" y="49339"/>
                        <a:pt x="76581" y="49816"/>
                      </a:cubicBezTo>
                      <a:cubicBezTo>
                        <a:pt x="74962" y="50292"/>
                        <a:pt x="74009" y="50863"/>
                        <a:pt x="73438" y="51721"/>
                      </a:cubicBezTo>
                      <a:lnTo>
                        <a:pt x="76105" y="52102"/>
                      </a:lnTo>
                      <a:cubicBezTo>
                        <a:pt x="73914" y="55531"/>
                        <a:pt x="70104" y="59531"/>
                        <a:pt x="64579" y="64294"/>
                      </a:cubicBezTo>
                      <a:lnTo>
                        <a:pt x="62389" y="64294"/>
                      </a:lnTo>
                      <a:lnTo>
                        <a:pt x="62389" y="65818"/>
                      </a:lnTo>
                      <a:cubicBezTo>
                        <a:pt x="62389" y="65818"/>
                        <a:pt x="61913" y="65437"/>
                        <a:pt x="61531" y="65437"/>
                      </a:cubicBezTo>
                      <a:cubicBezTo>
                        <a:pt x="60770" y="65437"/>
                        <a:pt x="60293" y="65437"/>
                        <a:pt x="60198" y="65437"/>
                      </a:cubicBezTo>
                      <a:lnTo>
                        <a:pt x="59722" y="65818"/>
                      </a:lnTo>
                      <a:cubicBezTo>
                        <a:pt x="61055" y="66199"/>
                        <a:pt x="62008" y="67437"/>
                        <a:pt x="62484" y="69628"/>
                      </a:cubicBezTo>
                      <a:cubicBezTo>
                        <a:pt x="63055" y="71723"/>
                        <a:pt x="63722" y="72866"/>
                        <a:pt x="64579" y="73057"/>
                      </a:cubicBezTo>
                      <a:cubicBezTo>
                        <a:pt x="64294" y="74867"/>
                        <a:pt x="64961" y="76676"/>
                        <a:pt x="66675" y="78581"/>
                      </a:cubicBezTo>
                      <a:cubicBezTo>
                        <a:pt x="68675" y="80772"/>
                        <a:pt x="69723" y="82677"/>
                        <a:pt x="70009" y="84106"/>
                      </a:cubicBezTo>
                      <a:cubicBezTo>
                        <a:pt x="69437" y="85154"/>
                        <a:pt x="68294" y="85439"/>
                        <a:pt x="66580" y="84963"/>
                      </a:cubicBezTo>
                      <a:cubicBezTo>
                        <a:pt x="64961" y="84582"/>
                        <a:pt x="64103" y="84582"/>
                        <a:pt x="64103" y="85154"/>
                      </a:cubicBezTo>
                      <a:cubicBezTo>
                        <a:pt x="64103" y="85630"/>
                        <a:pt x="64294" y="86296"/>
                        <a:pt x="64675" y="87058"/>
                      </a:cubicBezTo>
                      <a:lnTo>
                        <a:pt x="66770" y="86678"/>
                      </a:lnTo>
                      <a:cubicBezTo>
                        <a:pt x="66770" y="86678"/>
                        <a:pt x="66580" y="87821"/>
                        <a:pt x="65627" y="88868"/>
                      </a:cubicBezTo>
                      <a:lnTo>
                        <a:pt x="67246" y="90392"/>
                      </a:lnTo>
                      <a:cubicBezTo>
                        <a:pt x="67246" y="90392"/>
                        <a:pt x="67913" y="89345"/>
                        <a:pt x="68199" y="88201"/>
                      </a:cubicBezTo>
                      <a:lnTo>
                        <a:pt x="68866" y="90868"/>
                      </a:lnTo>
                      <a:cubicBezTo>
                        <a:pt x="70104" y="90488"/>
                        <a:pt x="70580" y="89249"/>
                        <a:pt x="70390" y="87154"/>
                      </a:cubicBezTo>
                      <a:cubicBezTo>
                        <a:pt x="71723" y="87821"/>
                        <a:pt x="72676" y="89154"/>
                        <a:pt x="73438" y="91154"/>
                      </a:cubicBezTo>
                      <a:cubicBezTo>
                        <a:pt x="74200" y="93154"/>
                        <a:pt x="75057" y="94393"/>
                        <a:pt x="76105" y="94774"/>
                      </a:cubicBezTo>
                      <a:cubicBezTo>
                        <a:pt x="75819" y="95536"/>
                        <a:pt x="75629" y="96298"/>
                        <a:pt x="75629" y="97060"/>
                      </a:cubicBezTo>
                      <a:cubicBezTo>
                        <a:pt x="75629" y="98488"/>
                        <a:pt x="76391" y="100298"/>
                        <a:pt x="77819" y="102489"/>
                      </a:cubicBezTo>
                      <a:cubicBezTo>
                        <a:pt x="79153" y="104775"/>
                        <a:pt x="79915" y="106299"/>
                        <a:pt x="79915" y="107251"/>
                      </a:cubicBezTo>
                      <a:cubicBezTo>
                        <a:pt x="79915" y="108585"/>
                        <a:pt x="79153" y="109728"/>
                        <a:pt x="77819" y="110871"/>
                      </a:cubicBezTo>
                      <a:cubicBezTo>
                        <a:pt x="76771" y="110871"/>
                        <a:pt x="74867" y="111062"/>
                        <a:pt x="72295" y="111252"/>
                      </a:cubicBezTo>
                      <a:cubicBezTo>
                        <a:pt x="69628" y="111538"/>
                        <a:pt x="67723" y="111728"/>
                        <a:pt x="66389" y="111728"/>
                      </a:cubicBezTo>
                      <a:cubicBezTo>
                        <a:pt x="62294" y="111728"/>
                        <a:pt x="59246" y="110585"/>
                        <a:pt x="57055" y="108395"/>
                      </a:cubicBezTo>
                      <a:lnTo>
                        <a:pt x="56579" y="109061"/>
                      </a:lnTo>
                      <a:cubicBezTo>
                        <a:pt x="56102" y="107633"/>
                        <a:pt x="55531" y="106299"/>
                        <a:pt x="54959" y="104870"/>
                      </a:cubicBezTo>
                      <a:cubicBezTo>
                        <a:pt x="54102" y="103061"/>
                        <a:pt x="52959" y="101917"/>
                        <a:pt x="51626" y="101537"/>
                      </a:cubicBezTo>
                      <a:cubicBezTo>
                        <a:pt x="51911" y="100870"/>
                        <a:pt x="52006" y="100298"/>
                        <a:pt x="52006" y="99822"/>
                      </a:cubicBezTo>
                      <a:cubicBezTo>
                        <a:pt x="52006" y="98774"/>
                        <a:pt x="51340" y="97822"/>
                        <a:pt x="50102" y="96869"/>
                      </a:cubicBezTo>
                      <a:cubicBezTo>
                        <a:pt x="48768" y="95917"/>
                        <a:pt x="48101" y="94964"/>
                        <a:pt x="48101" y="94012"/>
                      </a:cubicBezTo>
                      <a:cubicBezTo>
                        <a:pt x="48101" y="93345"/>
                        <a:pt x="48292" y="92678"/>
                        <a:pt x="48673" y="91916"/>
                      </a:cubicBezTo>
                      <a:cubicBezTo>
                        <a:pt x="47720" y="90678"/>
                        <a:pt x="46672" y="88106"/>
                        <a:pt x="45339" y="84296"/>
                      </a:cubicBezTo>
                      <a:cubicBezTo>
                        <a:pt x="44196" y="81058"/>
                        <a:pt x="42767" y="78676"/>
                        <a:pt x="41148" y="77057"/>
                      </a:cubicBezTo>
                      <a:cubicBezTo>
                        <a:pt x="41148" y="74676"/>
                        <a:pt x="40100" y="71818"/>
                        <a:pt x="38005" y="68485"/>
                      </a:cubicBezTo>
                      <a:lnTo>
                        <a:pt x="33814" y="67913"/>
                      </a:lnTo>
                      <a:lnTo>
                        <a:pt x="34195" y="67532"/>
                      </a:lnTo>
                      <a:cubicBezTo>
                        <a:pt x="34195" y="67532"/>
                        <a:pt x="33528" y="66866"/>
                        <a:pt x="33052" y="66866"/>
                      </a:cubicBezTo>
                      <a:lnTo>
                        <a:pt x="31528" y="68580"/>
                      </a:lnTo>
                      <a:cubicBezTo>
                        <a:pt x="31528" y="68580"/>
                        <a:pt x="30004" y="68771"/>
                        <a:pt x="28385" y="69247"/>
                      </a:cubicBezTo>
                      <a:cubicBezTo>
                        <a:pt x="26765" y="69723"/>
                        <a:pt x="25622" y="69913"/>
                        <a:pt x="24765" y="69913"/>
                      </a:cubicBezTo>
                      <a:cubicBezTo>
                        <a:pt x="24098" y="69913"/>
                        <a:pt x="23622" y="69723"/>
                        <a:pt x="23146" y="69533"/>
                      </a:cubicBezTo>
                      <a:cubicBezTo>
                        <a:pt x="23051" y="69723"/>
                        <a:pt x="22955" y="69818"/>
                        <a:pt x="22955" y="70104"/>
                      </a:cubicBezTo>
                      <a:cubicBezTo>
                        <a:pt x="22955" y="70390"/>
                        <a:pt x="23051" y="70580"/>
                        <a:pt x="23336" y="70866"/>
                      </a:cubicBezTo>
                      <a:cubicBezTo>
                        <a:pt x="23527" y="71057"/>
                        <a:pt x="23622" y="71247"/>
                        <a:pt x="23622" y="71342"/>
                      </a:cubicBezTo>
                      <a:cubicBezTo>
                        <a:pt x="23622" y="71533"/>
                        <a:pt x="23241" y="71818"/>
                        <a:pt x="22384" y="72295"/>
                      </a:cubicBezTo>
                      <a:lnTo>
                        <a:pt x="23051" y="80867"/>
                      </a:lnTo>
                      <a:lnTo>
                        <a:pt x="21908" y="81820"/>
                      </a:lnTo>
                      <a:cubicBezTo>
                        <a:pt x="22670" y="84487"/>
                        <a:pt x="23051" y="88201"/>
                        <a:pt x="23051" y="93059"/>
                      </a:cubicBezTo>
                      <a:cubicBezTo>
                        <a:pt x="23051" y="93536"/>
                        <a:pt x="22860" y="94488"/>
                        <a:pt x="22384" y="96012"/>
                      </a:cubicBezTo>
                      <a:cubicBezTo>
                        <a:pt x="22003" y="97536"/>
                        <a:pt x="21812" y="98679"/>
                        <a:pt x="21812" y="99536"/>
                      </a:cubicBezTo>
                      <a:cubicBezTo>
                        <a:pt x="21812" y="100965"/>
                        <a:pt x="22384" y="102203"/>
                        <a:pt x="23431" y="102965"/>
                      </a:cubicBezTo>
                      <a:cubicBezTo>
                        <a:pt x="22765" y="103442"/>
                        <a:pt x="22479" y="104299"/>
                        <a:pt x="22479" y="105632"/>
                      </a:cubicBezTo>
                      <a:lnTo>
                        <a:pt x="22479" y="107061"/>
                      </a:lnTo>
                      <a:cubicBezTo>
                        <a:pt x="22479" y="107633"/>
                        <a:pt x="22574" y="108013"/>
                        <a:pt x="22574" y="108299"/>
                      </a:cubicBezTo>
                      <a:cubicBezTo>
                        <a:pt x="22574" y="110014"/>
                        <a:pt x="21622" y="110776"/>
                        <a:pt x="19717" y="110490"/>
                      </a:cubicBezTo>
                      <a:lnTo>
                        <a:pt x="20384" y="111062"/>
                      </a:lnTo>
                      <a:cubicBezTo>
                        <a:pt x="18955" y="111728"/>
                        <a:pt x="16954" y="111824"/>
                        <a:pt x="14669" y="111442"/>
                      </a:cubicBezTo>
                      <a:cubicBezTo>
                        <a:pt x="12383" y="111062"/>
                        <a:pt x="10859" y="111062"/>
                        <a:pt x="10096" y="111633"/>
                      </a:cubicBezTo>
                      <a:cubicBezTo>
                        <a:pt x="6953" y="111252"/>
                        <a:pt x="3905" y="110395"/>
                        <a:pt x="1048" y="108966"/>
                      </a:cubicBezTo>
                      <a:cubicBezTo>
                        <a:pt x="1238" y="101822"/>
                        <a:pt x="1048" y="91059"/>
                        <a:pt x="667" y="76391"/>
                      </a:cubicBezTo>
                      <a:lnTo>
                        <a:pt x="0" y="76391"/>
                      </a:lnTo>
                      <a:cubicBezTo>
                        <a:pt x="762" y="75438"/>
                        <a:pt x="1143" y="74104"/>
                        <a:pt x="1143" y="72676"/>
                      </a:cubicBezTo>
                      <a:cubicBezTo>
                        <a:pt x="1143" y="72104"/>
                        <a:pt x="1143" y="71152"/>
                        <a:pt x="857" y="69818"/>
                      </a:cubicBezTo>
                      <a:cubicBezTo>
                        <a:pt x="667" y="68485"/>
                        <a:pt x="571" y="67437"/>
                        <a:pt x="571" y="66675"/>
                      </a:cubicBezTo>
                      <a:cubicBezTo>
                        <a:pt x="571" y="65056"/>
                        <a:pt x="953" y="63532"/>
                        <a:pt x="1810" y="62198"/>
                      </a:cubicBezTo>
                      <a:cubicBezTo>
                        <a:pt x="1334" y="57436"/>
                        <a:pt x="1143" y="50863"/>
                        <a:pt x="1143" y="42577"/>
                      </a:cubicBezTo>
                      <a:lnTo>
                        <a:pt x="1143" y="22384"/>
                      </a:lnTo>
                      <a:cubicBezTo>
                        <a:pt x="667" y="22003"/>
                        <a:pt x="286" y="21622"/>
                        <a:pt x="286" y="21146"/>
                      </a:cubicBezTo>
                      <a:cubicBezTo>
                        <a:pt x="286" y="20860"/>
                        <a:pt x="571" y="20288"/>
                        <a:pt x="1048" y="19526"/>
                      </a:cubicBezTo>
                      <a:cubicBezTo>
                        <a:pt x="1524" y="18669"/>
                        <a:pt x="1810" y="18097"/>
                        <a:pt x="1810" y="17621"/>
                      </a:cubicBezTo>
                      <a:cubicBezTo>
                        <a:pt x="667" y="16669"/>
                        <a:pt x="191" y="15430"/>
                        <a:pt x="191" y="14192"/>
                      </a:cubicBezTo>
                      <a:cubicBezTo>
                        <a:pt x="191" y="13335"/>
                        <a:pt x="476" y="12001"/>
                        <a:pt x="1143" y="10001"/>
                      </a:cubicBezTo>
                      <a:cubicBezTo>
                        <a:pt x="1810" y="8096"/>
                        <a:pt x="2000" y="6477"/>
                        <a:pt x="1810" y="5429"/>
                      </a:cubicBezTo>
                      <a:lnTo>
                        <a:pt x="7525" y="571"/>
                      </a:lnTo>
                      <a:lnTo>
                        <a:pt x="31909" y="0"/>
                      </a:lnTo>
                      <a:cubicBezTo>
                        <a:pt x="31909" y="0"/>
                        <a:pt x="33338" y="1524"/>
                        <a:pt x="35243" y="3048"/>
                      </a:cubicBezTo>
                      <a:cubicBezTo>
                        <a:pt x="36576" y="4191"/>
                        <a:pt x="37433" y="5525"/>
                        <a:pt x="37814" y="6953"/>
                      </a:cubicBezTo>
                      <a:cubicBezTo>
                        <a:pt x="37814" y="6477"/>
                        <a:pt x="37719" y="6096"/>
                        <a:pt x="37719" y="5715"/>
                      </a:cubicBezTo>
                      <a:cubicBezTo>
                        <a:pt x="37719" y="4572"/>
                        <a:pt x="38481" y="3524"/>
                        <a:pt x="39910" y="2762"/>
                      </a:cubicBezTo>
                      <a:cubicBezTo>
                        <a:pt x="41815" y="1810"/>
                        <a:pt x="42863" y="1048"/>
                        <a:pt x="43244" y="571"/>
                      </a:cubicBezTo>
                      <a:cubicBezTo>
                        <a:pt x="43815" y="381"/>
                        <a:pt x="44482" y="762"/>
                        <a:pt x="45148" y="1714"/>
                      </a:cubicBezTo>
                      <a:cubicBezTo>
                        <a:pt x="45434" y="1619"/>
                        <a:pt x="45720" y="1619"/>
                        <a:pt x="46101" y="1619"/>
                      </a:cubicBezTo>
                      <a:cubicBezTo>
                        <a:pt x="46768" y="1619"/>
                        <a:pt x="47816" y="2000"/>
                        <a:pt x="49244" y="2858"/>
                      </a:cubicBezTo>
                      <a:cubicBezTo>
                        <a:pt x="50673" y="3715"/>
                        <a:pt x="51721" y="4000"/>
                        <a:pt x="52578" y="3905"/>
                      </a:cubicBezTo>
                      <a:lnTo>
                        <a:pt x="57245" y="3905"/>
                      </a:lnTo>
                      <a:cubicBezTo>
                        <a:pt x="56960" y="5429"/>
                        <a:pt x="57531" y="6191"/>
                        <a:pt x="58769" y="6191"/>
                      </a:cubicBezTo>
                      <a:cubicBezTo>
                        <a:pt x="58769" y="6191"/>
                        <a:pt x="59055" y="6191"/>
                        <a:pt x="59436" y="6096"/>
                      </a:cubicBezTo>
                      <a:lnTo>
                        <a:pt x="60388" y="6096"/>
                      </a:lnTo>
                      <a:cubicBezTo>
                        <a:pt x="61627" y="6096"/>
                        <a:pt x="62294" y="6667"/>
                        <a:pt x="62484" y="7715"/>
                      </a:cubicBezTo>
                      <a:lnTo>
                        <a:pt x="65818" y="7715"/>
                      </a:lnTo>
                      <a:cubicBezTo>
                        <a:pt x="67913" y="9716"/>
                        <a:pt x="69913" y="11621"/>
                        <a:pt x="71914" y="13525"/>
                      </a:cubicBezTo>
                      <a:cubicBezTo>
                        <a:pt x="74295" y="15907"/>
                        <a:pt x="75629" y="18193"/>
                        <a:pt x="75819" y="20288"/>
                      </a:cubicBezTo>
                      <a:cubicBezTo>
                        <a:pt x="77153" y="20955"/>
                        <a:pt x="78105" y="22288"/>
                        <a:pt x="78581" y="24003"/>
                      </a:cubicBezTo>
                      <a:cubicBezTo>
                        <a:pt x="79248" y="26479"/>
                        <a:pt x="79820" y="28099"/>
                        <a:pt x="80201" y="28861"/>
                      </a:cubicBezTo>
                      <a:lnTo>
                        <a:pt x="79153" y="29813"/>
                      </a:lnTo>
                      <a:close/>
                      <a:moveTo>
                        <a:pt x="13145" y="35052"/>
                      </a:moveTo>
                      <a:lnTo>
                        <a:pt x="13145" y="32004"/>
                      </a:lnTo>
                      <a:lnTo>
                        <a:pt x="12573" y="32004"/>
                      </a:lnTo>
                      <a:lnTo>
                        <a:pt x="12573" y="35052"/>
                      </a:lnTo>
                      <a:lnTo>
                        <a:pt x="13145" y="35052"/>
                      </a:lnTo>
                      <a:close/>
                      <a:moveTo>
                        <a:pt x="16954" y="16478"/>
                      </a:moveTo>
                      <a:cubicBezTo>
                        <a:pt x="16954" y="16478"/>
                        <a:pt x="16954" y="15335"/>
                        <a:pt x="17145" y="14288"/>
                      </a:cubicBezTo>
                      <a:cubicBezTo>
                        <a:pt x="17336" y="13335"/>
                        <a:pt x="17526" y="12668"/>
                        <a:pt x="17526" y="12383"/>
                      </a:cubicBezTo>
                      <a:cubicBezTo>
                        <a:pt x="17526" y="11239"/>
                        <a:pt x="16954" y="10478"/>
                        <a:pt x="15812" y="10192"/>
                      </a:cubicBezTo>
                      <a:lnTo>
                        <a:pt x="17526" y="8477"/>
                      </a:lnTo>
                      <a:cubicBezTo>
                        <a:pt x="17526" y="8477"/>
                        <a:pt x="17526" y="8096"/>
                        <a:pt x="17336" y="7906"/>
                      </a:cubicBezTo>
                      <a:cubicBezTo>
                        <a:pt x="16193" y="8858"/>
                        <a:pt x="15716" y="9716"/>
                        <a:pt x="15716" y="10668"/>
                      </a:cubicBezTo>
                      <a:cubicBezTo>
                        <a:pt x="15716" y="11144"/>
                        <a:pt x="16097" y="12383"/>
                        <a:pt x="16954" y="14288"/>
                      </a:cubicBezTo>
                      <a:cubicBezTo>
                        <a:pt x="16383" y="14288"/>
                        <a:pt x="16002" y="14668"/>
                        <a:pt x="15907" y="15240"/>
                      </a:cubicBezTo>
                      <a:cubicBezTo>
                        <a:pt x="15812" y="15812"/>
                        <a:pt x="15526" y="16192"/>
                        <a:pt x="15335" y="16383"/>
                      </a:cubicBezTo>
                      <a:lnTo>
                        <a:pt x="16954" y="16383"/>
                      </a:lnTo>
                      <a:close/>
                      <a:moveTo>
                        <a:pt x="22574" y="13335"/>
                      </a:moveTo>
                      <a:lnTo>
                        <a:pt x="24765" y="14859"/>
                      </a:lnTo>
                      <a:lnTo>
                        <a:pt x="24765" y="14859"/>
                      </a:lnTo>
                      <a:lnTo>
                        <a:pt x="23622" y="16097"/>
                      </a:lnTo>
                      <a:lnTo>
                        <a:pt x="24765" y="16097"/>
                      </a:lnTo>
                      <a:lnTo>
                        <a:pt x="24765" y="8477"/>
                      </a:lnTo>
                      <a:cubicBezTo>
                        <a:pt x="24765" y="8477"/>
                        <a:pt x="24003" y="9144"/>
                        <a:pt x="23431" y="9620"/>
                      </a:cubicBezTo>
                      <a:cubicBezTo>
                        <a:pt x="23431" y="9334"/>
                        <a:pt x="23146" y="9239"/>
                        <a:pt x="22574" y="9239"/>
                      </a:cubicBezTo>
                      <a:cubicBezTo>
                        <a:pt x="22860" y="9620"/>
                        <a:pt x="23146" y="9716"/>
                        <a:pt x="23431" y="9620"/>
                      </a:cubicBezTo>
                      <a:cubicBezTo>
                        <a:pt x="23622" y="10001"/>
                        <a:pt x="23431" y="10573"/>
                        <a:pt x="23146" y="11430"/>
                      </a:cubicBezTo>
                      <a:cubicBezTo>
                        <a:pt x="23146" y="11430"/>
                        <a:pt x="23146" y="11239"/>
                        <a:pt x="23336" y="11144"/>
                      </a:cubicBezTo>
                      <a:cubicBezTo>
                        <a:pt x="23717" y="11144"/>
                        <a:pt x="24003" y="11335"/>
                        <a:pt x="24289" y="11811"/>
                      </a:cubicBezTo>
                      <a:lnTo>
                        <a:pt x="22670" y="13335"/>
                      </a:lnTo>
                      <a:close/>
                      <a:moveTo>
                        <a:pt x="57626" y="36576"/>
                      </a:moveTo>
                      <a:cubicBezTo>
                        <a:pt x="57626" y="36576"/>
                        <a:pt x="57912" y="35719"/>
                        <a:pt x="57912" y="35433"/>
                      </a:cubicBezTo>
                      <a:cubicBezTo>
                        <a:pt x="57912" y="34766"/>
                        <a:pt x="57531" y="34100"/>
                        <a:pt x="56674" y="33528"/>
                      </a:cubicBezTo>
                      <a:cubicBezTo>
                        <a:pt x="55817" y="32861"/>
                        <a:pt x="55340" y="32385"/>
                        <a:pt x="55150" y="32004"/>
                      </a:cubicBezTo>
                      <a:cubicBezTo>
                        <a:pt x="55531" y="31433"/>
                        <a:pt x="55721" y="30956"/>
                        <a:pt x="55721" y="30480"/>
                      </a:cubicBezTo>
                      <a:cubicBezTo>
                        <a:pt x="55721" y="29718"/>
                        <a:pt x="54959" y="28956"/>
                        <a:pt x="53626" y="28099"/>
                      </a:cubicBezTo>
                      <a:cubicBezTo>
                        <a:pt x="52292" y="27242"/>
                        <a:pt x="51530" y="26670"/>
                        <a:pt x="51340" y="26194"/>
                      </a:cubicBezTo>
                      <a:cubicBezTo>
                        <a:pt x="50863" y="25717"/>
                        <a:pt x="50292" y="25527"/>
                        <a:pt x="49721" y="25527"/>
                      </a:cubicBezTo>
                      <a:cubicBezTo>
                        <a:pt x="49435" y="25527"/>
                        <a:pt x="48959" y="25527"/>
                        <a:pt x="48387" y="25717"/>
                      </a:cubicBezTo>
                      <a:cubicBezTo>
                        <a:pt x="47816" y="25813"/>
                        <a:pt x="47435" y="25908"/>
                        <a:pt x="47149" y="25908"/>
                      </a:cubicBezTo>
                      <a:cubicBezTo>
                        <a:pt x="46292" y="25908"/>
                        <a:pt x="45720" y="25432"/>
                        <a:pt x="45434" y="24384"/>
                      </a:cubicBezTo>
                      <a:lnTo>
                        <a:pt x="46482" y="23527"/>
                      </a:lnTo>
                      <a:cubicBezTo>
                        <a:pt x="44672" y="23336"/>
                        <a:pt x="43625" y="24003"/>
                        <a:pt x="43434" y="25622"/>
                      </a:cubicBezTo>
                      <a:cubicBezTo>
                        <a:pt x="43148" y="27813"/>
                        <a:pt x="42767" y="29242"/>
                        <a:pt x="42291" y="29813"/>
                      </a:cubicBezTo>
                      <a:cubicBezTo>
                        <a:pt x="41815" y="28004"/>
                        <a:pt x="41148" y="26289"/>
                        <a:pt x="40672" y="24479"/>
                      </a:cubicBezTo>
                      <a:cubicBezTo>
                        <a:pt x="40100" y="22670"/>
                        <a:pt x="38862" y="21241"/>
                        <a:pt x="36957" y="20288"/>
                      </a:cubicBezTo>
                      <a:cubicBezTo>
                        <a:pt x="36671" y="22098"/>
                        <a:pt x="35623" y="23050"/>
                        <a:pt x="33623" y="23050"/>
                      </a:cubicBezTo>
                      <a:cubicBezTo>
                        <a:pt x="33242" y="23050"/>
                        <a:pt x="32480" y="23050"/>
                        <a:pt x="31433" y="22955"/>
                      </a:cubicBezTo>
                      <a:cubicBezTo>
                        <a:pt x="30385" y="22860"/>
                        <a:pt x="29623" y="22765"/>
                        <a:pt x="29051" y="22765"/>
                      </a:cubicBezTo>
                      <a:cubicBezTo>
                        <a:pt x="28480" y="22765"/>
                        <a:pt x="28004" y="22765"/>
                        <a:pt x="27527" y="22955"/>
                      </a:cubicBezTo>
                      <a:cubicBezTo>
                        <a:pt x="24860" y="24575"/>
                        <a:pt x="23527" y="27432"/>
                        <a:pt x="23527" y="31528"/>
                      </a:cubicBezTo>
                      <a:cubicBezTo>
                        <a:pt x="23527" y="32290"/>
                        <a:pt x="23527" y="33528"/>
                        <a:pt x="23622" y="35147"/>
                      </a:cubicBezTo>
                      <a:cubicBezTo>
                        <a:pt x="23717" y="36862"/>
                        <a:pt x="23717" y="38100"/>
                        <a:pt x="23717" y="38957"/>
                      </a:cubicBezTo>
                      <a:cubicBezTo>
                        <a:pt x="23717" y="40767"/>
                        <a:pt x="23527" y="42386"/>
                        <a:pt x="23146" y="43625"/>
                      </a:cubicBezTo>
                      <a:cubicBezTo>
                        <a:pt x="23146" y="44767"/>
                        <a:pt x="24098" y="45244"/>
                        <a:pt x="25622" y="45149"/>
                      </a:cubicBezTo>
                      <a:cubicBezTo>
                        <a:pt x="27146" y="45149"/>
                        <a:pt x="28194" y="45625"/>
                        <a:pt x="28575" y="46863"/>
                      </a:cubicBezTo>
                      <a:cubicBezTo>
                        <a:pt x="29242" y="47244"/>
                        <a:pt x="30671" y="47339"/>
                        <a:pt x="32956" y="47244"/>
                      </a:cubicBezTo>
                      <a:cubicBezTo>
                        <a:pt x="34862" y="47244"/>
                        <a:pt x="36100" y="47911"/>
                        <a:pt x="36862" y="49054"/>
                      </a:cubicBezTo>
                      <a:cubicBezTo>
                        <a:pt x="37529" y="47816"/>
                        <a:pt x="38386" y="47054"/>
                        <a:pt x="39624" y="46863"/>
                      </a:cubicBezTo>
                      <a:lnTo>
                        <a:pt x="43148" y="46863"/>
                      </a:lnTo>
                      <a:cubicBezTo>
                        <a:pt x="44101" y="46672"/>
                        <a:pt x="44863" y="46196"/>
                        <a:pt x="45339" y="45339"/>
                      </a:cubicBezTo>
                      <a:cubicBezTo>
                        <a:pt x="48673" y="45720"/>
                        <a:pt x="52388" y="43625"/>
                        <a:pt x="56674" y="39243"/>
                      </a:cubicBezTo>
                      <a:lnTo>
                        <a:pt x="54483" y="38386"/>
                      </a:lnTo>
                      <a:lnTo>
                        <a:pt x="57531" y="36576"/>
                      </a:lnTo>
                      <a:close/>
                      <a:moveTo>
                        <a:pt x="55150" y="14954"/>
                      </a:moveTo>
                      <a:cubicBezTo>
                        <a:pt x="55150" y="14954"/>
                        <a:pt x="54769" y="14383"/>
                        <a:pt x="54483" y="14383"/>
                      </a:cubicBezTo>
                      <a:cubicBezTo>
                        <a:pt x="53626" y="14383"/>
                        <a:pt x="53245" y="14764"/>
                        <a:pt x="53245" y="15335"/>
                      </a:cubicBezTo>
                      <a:cubicBezTo>
                        <a:pt x="53245" y="15335"/>
                        <a:pt x="53340" y="15526"/>
                        <a:pt x="53530" y="15526"/>
                      </a:cubicBezTo>
                      <a:lnTo>
                        <a:pt x="55150" y="14954"/>
                      </a:lnTo>
                      <a:close/>
                      <a:moveTo>
                        <a:pt x="60960" y="8477"/>
                      </a:moveTo>
                      <a:lnTo>
                        <a:pt x="60960" y="7620"/>
                      </a:lnTo>
                      <a:cubicBezTo>
                        <a:pt x="60960" y="7620"/>
                        <a:pt x="59436" y="8096"/>
                        <a:pt x="57626" y="8096"/>
                      </a:cubicBezTo>
                      <a:lnTo>
                        <a:pt x="60960" y="8477"/>
                      </a:lnTo>
                      <a:close/>
                      <a:moveTo>
                        <a:pt x="57626" y="32004"/>
                      </a:moveTo>
                      <a:lnTo>
                        <a:pt x="59817" y="32004"/>
                      </a:lnTo>
                      <a:cubicBezTo>
                        <a:pt x="58864" y="31051"/>
                        <a:pt x="58198" y="30766"/>
                        <a:pt x="57626" y="30861"/>
                      </a:cubicBezTo>
                      <a:lnTo>
                        <a:pt x="57626" y="32004"/>
                      </a:lnTo>
                      <a:close/>
                      <a:moveTo>
                        <a:pt x="62103" y="38767"/>
                      </a:moveTo>
                      <a:lnTo>
                        <a:pt x="63627" y="37243"/>
                      </a:lnTo>
                      <a:lnTo>
                        <a:pt x="62960" y="37243"/>
                      </a:lnTo>
                      <a:lnTo>
                        <a:pt x="62198" y="38767"/>
                      </a:lnTo>
                      <a:close/>
                      <a:moveTo>
                        <a:pt x="66294" y="39053"/>
                      </a:moveTo>
                      <a:cubicBezTo>
                        <a:pt x="66294" y="39053"/>
                        <a:pt x="65818" y="38291"/>
                        <a:pt x="65818" y="37814"/>
                      </a:cubicBezTo>
                      <a:cubicBezTo>
                        <a:pt x="65818" y="36290"/>
                        <a:pt x="66485" y="35052"/>
                        <a:pt x="67913" y="34195"/>
                      </a:cubicBezTo>
                      <a:cubicBezTo>
                        <a:pt x="67628" y="33909"/>
                        <a:pt x="67342" y="33814"/>
                        <a:pt x="66961" y="33814"/>
                      </a:cubicBezTo>
                      <a:cubicBezTo>
                        <a:pt x="66961" y="33814"/>
                        <a:pt x="65722" y="34480"/>
                        <a:pt x="63627" y="35719"/>
                      </a:cubicBezTo>
                      <a:cubicBezTo>
                        <a:pt x="65056" y="36100"/>
                        <a:pt x="65722" y="36767"/>
                        <a:pt x="65722" y="37624"/>
                      </a:cubicBezTo>
                      <a:cubicBezTo>
                        <a:pt x="65722" y="38005"/>
                        <a:pt x="65532" y="38481"/>
                        <a:pt x="65246" y="39243"/>
                      </a:cubicBezTo>
                      <a:cubicBezTo>
                        <a:pt x="64961" y="39910"/>
                        <a:pt x="64770" y="40386"/>
                        <a:pt x="64770" y="40672"/>
                      </a:cubicBezTo>
                      <a:cubicBezTo>
                        <a:pt x="64770" y="41243"/>
                        <a:pt x="65437" y="41434"/>
                        <a:pt x="66866" y="41338"/>
                      </a:cubicBezTo>
                      <a:cubicBezTo>
                        <a:pt x="66866" y="40005"/>
                        <a:pt x="66675" y="39243"/>
                        <a:pt x="66389" y="38957"/>
                      </a:cubicBezTo>
                      <a:close/>
                      <a:moveTo>
                        <a:pt x="70485" y="45720"/>
                      </a:moveTo>
                      <a:lnTo>
                        <a:pt x="70961" y="45339"/>
                      </a:lnTo>
                      <a:lnTo>
                        <a:pt x="70104" y="44291"/>
                      </a:lnTo>
                      <a:lnTo>
                        <a:pt x="70485" y="45815"/>
                      </a:lnTo>
                      <a:close/>
                      <a:moveTo>
                        <a:pt x="73152" y="36195"/>
                      </a:moveTo>
                      <a:lnTo>
                        <a:pt x="74676" y="37338"/>
                      </a:lnTo>
                      <a:cubicBezTo>
                        <a:pt x="74295" y="36671"/>
                        <a:pt x="74200" y="36290"/>
                        <a:pt x="74295" y="36195"/>
                      </a:cubicBezTo>
                      <a:lnTo>
                        <a:pt x="73152" y="36195"/>
                      </a:lnTo>
                      <a:close/>
                      <a:moveTo>
                        <a:pt x="73533" y="19145"/>
                      </a:moveTo>
                      <a:lnTo>
                        <a:pt x="73533" y="20288"/>
                      </a:lnTo>
                      <a:lnTo>
                        <a:pt x="74676" y="19145"/>
                      </a:lnTo>
                      <a:lnTo>
                        <a:pt x="73533" y="19145"/>
                      </a:lnTo>
                      <a:close/>
                      <a:moveTo>
                        <a:pt x="74676" y="31528"/>
                      </a:moveTo>
                      <a:lnTo>
                        <a:pt x="77343" y="28861"/>
                      </a:lnTo>
                      <a:lnTo>
                        <a:pt x="75819" y="28861"/>
                      </a:lnTo>
                      <a:lnTo>
                        <a:pt x="74771" y="31528"/>
                      </a:lnTo>
                      <a:close/>
                      <a:moveTo>
                        <a:pt x="75724" y="43720"/>
                      </a:moveTo>
                      <a:lnTo>
                        <a:pt x="77248" y="43148"/>
                      </a:lnTo>
                      <a:cubicBezTo>
                        <a:pt x="77248" y="43148"/>
                        <a:pt x="76581" y="42577"/>
                        <a:pt x="75724" y="42577"/>
                      </a:cubicBezTo>
                      <a:lnTo>
                        <a:pt x="75724" y="43625"/>
                      </a:lnTo>
                      <a:close/>
                      <a:moveTo>
                        <a:pt x="78962" y="17717"/>
                      </a:moveTo>
                      <a:cubicBezTo>
                        <a:pt x="78962" y="17717"/>
                        <a:pt x="79629" y="17907"/>
                        <a:pt x="80201" y="18383"/>
                      </a:cubicBezTo>
                      <a:lnTo>
                        <a:pt x="78962" y="17717"/>
                      </a:lnTo>
                      <a:close/>
                      <a:moveTo>
                        <a:pt x="81058" y="18955"/>
                      </a:moveTo>
                      <a:cubicBezTo>
                        <a:pt x="81058" y="18955"/>
                        <a:pt x="80581" y="18764"/>
                        <a:pt x="80201" y="18383"/>
                      </a:cubicBezTo>
                      <a:lnTo>
                        <a:pt x="81058" y="18955"/>
                      </a:lnTo>
                      <a:close/>
                      <a:moveTo>
                        <a:pt x="81629" y="19241"/>
                      </a:moveTo>
                      <a:lnTo>
                        <a:pt x="81058" y="18955"/>
                      </a:lnTo>
                      <a:cubicBezTo>
                        <a:pt x="81058" y="18955"/>
                        <a:pt x="81725" y="18859"/>
                        <a:pt x="81629" y="18859"/>
                      </a:cubicBezTo>
                      <a:lnTo>
                        <a:pt x="81629" y="19241"/>
                      </a:lnTo>
                      <a:close/>
                      <a:moveTo>
                        <a:pt x="83534" y="12763"/>
                      </a:moveTo>
                      <a:cubicBezTo>
                        <a:pt x="83534" y="12763"/>
                        <a:pt x="82963" y="12573"/>
                        <a:pt x="82487" y="12573"/>
                      </a:cubicBezTo>
                      <a:cubicBezTo>
                        <a:pt x="81915" y="12573"/>
                        <a:pt x="81629" y="12383"/>
                        <a:pt x="81629" y="12192"/>
                      </a:cubicBezTo>
                      <a:cubicBezTo>
                        <a:pt x="81629" y="11906"/>
                        <a:pt x="81820" y="11621"/>
                        <a:pt x="82201" y="11239"/>
                      </a:cubicBezTo>
                      <a:lnTo>
                        <a:pt x="83629" y="12763"/>
                      </a:lnTo>
                      <a:close/>
                      <a:moveTo>
                        <a:pt x="83820" y="33242"/>
                      </a:moveTo>
                      <a:lnTo>
                        <a:pt x="82201" y="32099"/>
                      </a:lnTo>
                      <a:lnTo>
                        <a:pt x="83820" y="32099"/>
                      </a:lnTo>
                      <a:lnTo>
                        <a:pt x="83820" y="33242"/>
                      </a:lnTo>
                      <a:close/>
                      <a:moveTo>
                        <a:pt x="83534" y="12763"/>
                      </a:moveTo>
                      <a:lnTo>
                        <a:pt x="83820" y="13049"/>
                      </a:lnTo>
                      <a:lnTo>
                        <a:pt x="83534" y="12763"/>
                      </a:lnTo>
                      <a:close/>
                      <a:moveTo>
                        <a:pt x="84868" y="24098"/>
                      </a:moveTo>
                      <a:lnTo>
                        <a:pt x="85249" y="22574"/>
                      </a:lnTo>
                      <a:lnTo>
                        <a:pt x="88583" y="23717"/>
                      </a:lnTo>
                      <a:cubicBezTo>
                        <a:pt x="87725" y="23717"/>
                        <a:pt x="87059" y="24289"/>
                        <a:pt x="86678" y="25337"/>
                      </a:cubicBezTo>
                      <a:cubicBezTo>
                        <a:pt x="86487" y="25337"/>
                        <a:pt x="85916" y="24955"/>
                        <a:pt x="84868" y="24098"/>
                      </a:cubicBezTo>
                      <a:close/>
                      <a:moveTo>
                        <a:pt x="88678" y="9716"/>
                      </a:moveTo>
                      <a:cubicBezTo>
                        <a:pt x="88678" y="9716"/>
                        <a:pt x="88202" y="10382"/>
                        <a:pt x="87535" y="10382"/>
                      </a:cubicBezTo>
                      <a:lnTo>
                        <a:pt x="86011" y="10382"/>
                      </a:lnTo>
                      <a:lnTo>
                        <a:pt x="86487" y="9239"/>
                      </a:lnTo>
                      <a:cubicBezTo>
                        <a:pt x="86487" y="9239"/>
                        <a:pt x="87535" y="9620"/>
                        <a:pt x="88678" y="9620"/>
                      </a:cubicBezTo>
                      <a:close/>
                      <a:moveTo>
                        <a:pt x="88011" y="13907"/>
                      </a:moveTo>
                      <a:lnTo>
                        <a:pt x="88011" y="13049"/>
                      </a:lnTo>
                      <a:cubicBezTo>
                        <a:pt x="90106" y="13430"/>
                        <a:pt x="91440" y="13525"/>
                        <a:pt x="92297" y="13525"/>
                      </a:cubicBezTo>
                      <a:lnTo>
                        <a:pt x="92297" y="14573"/>
                      </a:lnTo>
                      <a:lnTo>
                        <a:pt x="88011" y="13907"/>
                      </a:lnTo>
                      <a:close/>
                      <a:moveTo>
                        <a:pt x="92869" y="34862"/>
                      </a:moveTo>
                      <a:lnTo>
                        <a:pt x="91821" y="34862"/>
                      </a:lnTo>
                      <a:lnTo>
                        <a:pt x="92678" y="33433"/>
                      </a:lnTo>
                      <a:cubicBezTo>
                        <a:pt x="92678" y="33433"/>
                        <a:pt x="92964" y="34100"/>
                        <a:pt x="92964" y="34862"/>
                      </a:cubicBezTo>
                      <a:close/>
                      <a:moveTo>
                        <a:pt x="92297" y="33338"/>
                      </a:moveTo>
                      <a:cubicBezTo>
                        <a:pt x="92297" y="33338"/>
                        <a:pt x="92583" y="32957"/>
                        <a:pt x="92869" y="32671"/>
                      </a:cubicBezTo>
                      <a:lnTo>
                        <a:pt x="92583" y="33528"/>
                      </a:lnTo>
                      <a:cubicBezTo>
                        <a:pt x="92583" y="33528"/>
                        <a:pt x="92393" y="33433"/>
                        <a:pt x="92297" y="33433"/>
                      </a:cubicBezTo>
                      <a:close/>
                      <a:moveTo>
                        <a:pt x="92869" y="32671"/>
                      </a:moveTo>
                      <a:lnTo>
                        <a:pt x="93345" y="31718"/>
                      </a:lnTo>
                      <a:cubicBezTo>
                        <a:pt x="93345" y="31718"/>
                        <a:pt x="93345" y="32290"/>
                        <a:pt x="92869" y="32671"/>
                      </a:cubicBezTo>
                      <a:close/>
                      <a:moveTo>
                        <a:pt x="94964" y="3429"/>
                      </a:moveTo>
                      <a:lnTo>
                        <a:pt x="96012" y="4572"/>
                      </a:lnTo>
                      <a:lnTo>
                        <a:pt x="94012" y="4572"/>
                      </a:lnTo>
                      <a:lnTo>
                        <a:pt x="94964" y="3429"/>
                      </a:lnTo>
                      <a:close/>
                      <a:moveTo>
                        <a:pt x="95631" y="18574"/>
                      </a:moveTo>
                      <a:lnTo>
                        <a:pt x="98203" y="21146"/>
                      </a:lnTo>
                      <a:cubicBezTo>
                        <a:pt x="96107" y="20574"/>
                        <a:pt x="95155" y="20003"/>
                        <a:pt x="95155" y="19621"/>
                      </a:cubicBezTo>
                      <a:cubicBezTo>
                        <a:pt x="95155" y="19336"/>
                        <a:pt x="95345" y="18955"/>
                        <a:pt x="95631" y="18479"/>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 name="Google Shape;961;p99"/>
                <p:cNvSpPr/>
                <p:nvPr/>
              </p:nvSpPr>
              <p:spPr>
                <a:xfrm>
                  <a:off x="6642162" y="2133980"/>
                  <a:ext cx="78962" cy="116776"/>
                </a:xfrm>
                <a:custGeom>
                  <a:avLst/>
                  <a:gdLst/>
                  <a:ahLst/>
                  <a:cxnLst/>
                  <a:rect l="l" t="t" r="r" b="b"/>
                  <a:pathLst>
                    <a:path w="78962" h="116776" extrusionOk="0">
                      <a:moveTo>
                        <a:pt x="78962" y="78772"/>
                      </a:moveTo>
                      <a:cubicBezTo>
                        <a:pt x="78391" y="79058"/>
                        <a:pt x="78010" y="79439"/>
                        <a:pt x="78010" y="79915"/>
                      </a:cubicBezTo>
                      <a:cubicBezTo>
                        <a:pt x="78010" y="79534"/>
                        <a:pt x="78391" y="80201"/>
                        <a:pt x="78962" y="82010"/>
                      </a:cubicBezTo>
                      <a:cubicBezTo>
                        <a:pt x="78105" y="83725"/>
                        <a:pt x="77629" y="86011"/>
                        <a:pt x="77629" y="88678"/>
                      </a:cubicBezTo>
                      <a:cubicBezTo>
                        <a:pt x="77629" y="90202"/>
                        <a:pt x="77819" y="92488"/>
                        <a:pt x="78200" y="95536"/>
                      </a:cubicBezTo>
                      <a:cubicBezTo>
                        <a:pt x="78581" y="98679"/>
                        <a:pt x="78867" y="100775"/>
                        <a:pt x="78867" y="102108"/>
                      </a:cubicBezTo>
                      <a:cubicBezTo>
                        <a:pt x="78867" y="108109"/>
                        <a:pt x="75629" y="111443"/>
                        <a:pt x="69152" y="112014"/>
                      </a:cubicBezTo>
                      <a:cubicBezTo>
                        <a:pt x="68294" y="111157"/>
                        <a:pt x="67437" y="110776"/>
                        <a:pt x="66485" y="110776"/>
                      </a:cubicBezTo>
                      <a:cubicBezTo>
                        <a:pt x="66008" y="110776"/>
                        <a:pt x="65437" y="110966"/>
                        <a:pt x="64579" y="111157"/>
                      </a:cubicBezTo>
                      <a:cubicBezTo>
                        <a:pt x="63818" y="111443"/>
                        <a:pt x="63246" y="111538"/>
                        <a:pt x="62960" y="111538"/>
                      </a:cubicBezTo>
                      <a:cubicBezTo>
                        <a:pt x="62008" y="111538"/>
                        <a:pt x="61341" y="111062"/>
                        <a:pt x="60960" y="110204"/>
                      </a:cubicBezTo>
                      <a:lnTo>
                        <a:pt x="59436" y="109728"/>
                      </a:lnTo>
                      <a:lnTo>
                        <a:pt x="60103" y="109347"/>
                      </a:lnTo>
                      <a:cubicBezTo>
                        <a:pt x="58674" y="109061"/>
                        <a:pt x="57150" y="107823"/>
                        <a:pt x="55721" y="105537"/>
                      </a:cubicBezTo>
                      <a:cubicBezTo>
                        <a:pt x="54293" y="103346"/>
                        <a:pt x="52769" y="102013"/>
                        <a:pt x="51340" y="101727"/>
                      </a:cubicBezTo>
                      <a:cubicBezTo>
                        <a:pt x="51340" y="101346"/>
                        <a:pt x="51340" y="100965"/>
                        <a:pt x="51340" y="100489"/>
                      </a:cubicBezTo>
                      <a:cubicBezTo>
                        <a:pt x="51149" y="99917"/>
                        <a:pt x="51054" y="99632"/>
                        <a:pt x="51054" y="99536"/>
                      </a:cubicBezTo>
                      <a:cubicBezTo>
                        <a:pt x="51054" y="99060"/>
                        <a:pt x="51340" y="98774"/>
                        <a:pt x="52102" y="98584"/>
                      </a:cubicBezTo>
                      <a:cubicBezTo>
                        <a:pt x="50578" y="97536"/>
                        <a:pt x="49149" y="95441"/>
                        <a:pt x="47625" y="92297"/>
                      </a:cubicBezTo>
                      <a:cubicBezTo>
                        <a:pt x="46101" y="89059"/>
                        <a:pt x="44672" y="87058"/>
                        <a:pt x="43339" y="86106"/>
                      </a:cubicBezTo>
                      <a:cubicBezTo>
                        <a:pt x="42958" y="83439"/>
                        <a:pt x="41720" y="80296"/>
                        <a:pt x="39624" y="76867"/>
                      </a:cubicBezTo>
                      <a:cubicBezTo>
                        <a:pt x="36386" y="71819"/>
                        <a:pt x="34671" y="69056"/>
                        <a:pt x="34480" y="68580"/>
                      </a:cubicBezTo>
                      <a:cubicBezTo>
                        <a:pt x="34480" y="67723"/>
                        <a:pt x="34195" y="66675"/>
                        <a:pt x="33433" y="65342"/>
                      </a:cubicBezTo>
                      <a:cubicBezTo>
                        <a:pt x="32671" y="64008"/>
                        <a:pt x="32290" y="63056"/>
                        <a:pt x="32290" y="62484"/>
                      </a:cubicBezTo>
                      <a:cubicBezTo>
                        <a:pt x="32290" y="62103"/>
                        <a:pt x="32385" y="61722"/>
                        <a:pt x="32671" y="61246"/>
                      </a:cubicBezTo>
                      <a:cubicBezTo>
                        <a:pt x="32195" y="61436"/>
                        <a:pt x="31813" y="61532"/>
                        <a:pt x="31433" y="61532"/>
                      </a:cubicBezTo>
                      <a:cubicBezTo>
                        <a:pt x="30099" y="61532"/>
                        <a:pt x="29051" y="60103"/>
                        <a:pt x="28099" y="57341"/>
                      </a:cubicBezTo>
                      <a:cubicBezTo>
                        <a:pt x="27146" y="54578"/>
                        <a:pt x="25813" y="53150"/>
                        <a:pt x="23908" y="53150"/>
                      </a:cubicBezTo>
                      <a:cubicBezTo>
                        <a:pt x="23527" y="53150"/>
                        <a:pt x="23146" y="53150"/>
                        <a:pt x="22670" y="53340"/>
                      </a:cubicBezTo>
                      <a:cubicBezTo>
                        <a:pt x="23146" y="55817"/>
                        <a:pt x="23431" y="58579"/>
                        <a:pt x="23431" y="61627"/>
                      </a:cubicBezTo>
                      <a:cubicBezTo>
                        <a:pt x="23431" y="64103"/>
                        <a:pt x="23146" y="67818"/>
                        <a:pt x="22670" y="72771"/>
                      </a:cubicBezTo>
                      <a:cubicBezTo>
                        <a:pt x="22288" y="77724"/>
                        <a:pt x="22003" y="81344"/>
                        <a:pt x="22003" y="83725"/>
                      </a:cubicBezTo>
                      <a:cubicBezTo>
                        <a:pt x="22003" y="88297"/>
                        <a:pt x="22574" y="92393"/>
                        <a:pt x="23813" y="96012"/>
                      </a:cubicBezTo>
                      <a:cubicBezTo>
                        <a:pt x="22574" y="96774"/>
                        <a:pt x="22003" y="97822"/>
                        <a:pt x="22003" y="99251"/>
                      </a:cubicBezTo>
                      <a:cubicBezTo>
                        <a:pt x="22003" y="100013"/>
                        <a:pt x="22193" y="101060"/>
                        <a:pt x="22574" y="102394"/>
                      </a:cubicBezTo>
                      <a:cubicBezTo>
                        <a:pt x="22955" y="103727"/>
                        <a:pt x="23146" y="104775"/>
                        <a:pt x="23146" y="105442"/>
                      </a:cubicBezTo>
                      <a:cubicBezTo>
                        <a:pt x="23146" y="106775"/>
                        <a:pt x="22479" y="107728"/>
                        <a:pt x="21050" y="108299"/>
                      </a:cubicBezTo>
                      <a:cubicBezTo>
                        <a:pt x="21050" y="109538"/>
                        <a:pt x="20669" y="110395"/>
                        <a:pt x="19907" y="110966"/>
                      </a:cubicBezTo>
                      <a:lnTo>
                        <a:pt x="5334" y="110300"/>
                      </a:lnTo>
                      <a:cubicBezTo>
                        <a:pt x="5334" y="109728"/>
                        <a:pt x="5239" y="109442"/>
                        <a:pt x="4858" y="109442"/>
                      </a:cubicBezTo>
                      <a:cubicBezTo>
                        <a:pt x="4763" y="109442"/>
                        <a:pt x="4477" y="109442"/>
                        <a:pt x="4191" y="109823"/>
                      </a:cubicBezTo>
                      <a:cubicBezTo>
                        <a:pt x="3715" y="110014"/>
                        <a:pt x="3524" y="110204"/>
                        <a:pt x="3334" y="110204"/>
                      </a:cubicBezTo>
                      <a:cubicBezTo>
                        <a:pt x="3048" y="110204"/>
                        <a:pt x="2858" y="110014"/>
                        <a:pt x="2667" y="109633"/>
                      </a:cubicBezTo>
                      <a:cubicBezTo>
                        <a:pt x="1238" y="108776"/>
                        <a:pt x="571" y="107537"/>
                        <a:pt x="571" y="106204"/>
                      </a:cubicBezTo>
                      <a:cubicBezTo>
                        <a:pt x="571" y="105537"/>
                        <a:pt x="857" y="104394"/>
                        <a:pt x="1334" y="102870"/>
                      </a:cubicBezTo>
                      <a:cubicBezTo>
                        <a:pt x="1810" y="101251"/>
                        <a:pt x="2096" y="100013"/>
                        <a:pt x="2096" y="99060"/>
                      </a:cubicBezTo>
                      <a:cubicBezTo>
                        <a:pt x="2096" y="98203"/>
                        <a:pt x="1905" y="97441"/>
                        <a:pt x="1524" y="96679"/>
                      </a:cubicBezTo>
                      <a:cubicBezTo>
                        <a:pt x="1143" y="94298"/>
                        <a:pt x="1048" y="90011"/>
                        <a:pt x="1143" y="83820"/>
                      </a:cubicBezTo>
                      <a:cubicBezTo>
                        <a:pt x="1143" y="78391"/>
                        <a:pt x="857" y="74105"/>
                        <a:pt x="0" y="71057"/>
                      </a:cubicBezTo>
                      <a:cubicBezTo>
                        <a:pt x="762" y="70009"/>
                        <a:pt x="1143" y="68771"/>
                        <a:pt x="1143" y="67151"/>
                      </a:cubicBezTo>
                      <a:cubicBezTo>
                        <a:pt x="1143" y="66485"/>
                        <a:pt x="1048" y="65532"/>
                        <a:pt x="857" y="64199"/>
                      </a:cubicBezTo>
                      <a:cubicBezTo>
                        <a:pt x="667" y="62865"/>
                        <a:pt x="571" y="61817"/>
                        <a:pt x="571" y="61246"/>
                      </a:cubicBezTo>
                      <a:cubicBezTo>
                        <a:pt x="571" y="59436"/>
                        <a:pt x="1143" y="57912"/>
                        <a:pt x="2191" y="56674"/>
                      </a:cubicBezTo>
                      <a:cubicBezTo>
                        <a:pt x="857" y="51340"/>
                        <a:pt x="190" y="45244"/>
                        <a:pt x="381" y="38386"/>
                      </a:cubicBezTo>
                      <a:lnTo>
                        <a:pt x="1048" y="38386"/>
                      </a:lnTo>
                      <a:cubicBezTo>
                        <a:pt x="857" y="37719"/>
                        <a:pt x="762" y="36767"/>
                        <a:pt x="762" y="35814"/>
                      </a:cubicBezTo>
                      <a:cubicBezTo>
                        <a:pt x="762" y="34862"/>
                        <a:pt x="857" y="33433"/>
                        <a:pt x="1143" y="31528"/>
                      </a:cubicBezTo>
                      <a:cubicBezTo>
                        <a:pt x="1429" y="29623"/>
                        <a:pt x="1429" y="28099"/>
                        <a:pt x="1429" y="27146"/>
                      </a:cubicBezTo>
                      <a:cubicBezTo>
                        <a:pt x="1429" y="25146"/>
                        <a:pt x="1048" y="23336"/>
                        <a:pt x="381" y="21908"/>
                      </a:cubicBezTo>
                      <a:cubicBezTo>
                        <a:pt x="1429" y="21812"/>
                        <a:pt x="2667" y="21336"/>
                        <a:pt x="4001" y="20479"/>
                      </a:cubicBezTo>
                      <a:cubicBezTo>
                        <a:pt x="4096" y="20765"/>
                        <a:pt x="4477" y="20860"/>
                        <a:pt x="5239" y="20955"/>
                      </a:cubicBezTo>
                      <a:cubicBezTo>
                        <a:pt x="6001" y="20955"/>
                        <a:pt x="6477" y="21146"/>
                        <a:pt x="6858" y="21431"/>
                      </a:cubicBezTo>
                      <a:lnTo>
                        <a:pt x="8001" y="19907"/>
                      </a:lnTo>
                      <a:cubicBezTo>
                        <a:pt x="7715" y="20669"/>
                        <a:pt x="7811" y="21431"/>
                        <a:pt x="8287" y="22193"/>
                      </a:cubicBezTo>
                      <a:cubicBezTo>
                        <a:pt x="8763" y="22955"/>
                        <a:pt x="9430" y="23241"/>
                        <a:pt x="10192" y="22955"/>
                      </a:cubicBezTo>
                      <a:cubicBezTo>
                        <a:pt x="10954" y="22003"/>
                        <a:pt x="11430" y="21146"/>
                        <a:pt x="11430" y="20479"/>
                      </a:cubicBezTo>
                      <a:cubicBezTo>
                        <a:pt x="11430" y="19145"/>
                        <a:pt x="10001" y="18002"/>
                        <a:pt x="7144" y="16764"/>
                      </a:cubicBezTo>
                      <a:cubicBezTo>
                        <a:pt x="4286" y="15621"/>
                        <a:pt x="2762" y="14859"/>
                        <a:pt x="2572" y="14478"/>
                      </a:cubicBezTo>
                      <a:cubicBezTo>
                        <a:pt x="2953" y="14478"/>
                        <a:pt x="3238" y="14669"/>
                        <a:pt x="3620" y="14669"/>
                      </a:cubicBezTo>
                      <a:cubicBezTo>
                        <a:pt x="4381" y="14669"/>
                        <a:pt x="6287" y="13907"/>
                        <a:pt x="9430" y="12287"/>
                      </a:cubicBezTo>
                      <a:cubicBezTo>
                        <a:pt x="9144" y="11716"/>
                        <a:pt x="8858" y="11430"/>
                        <a:pt x="8477" y="11430"/>
                      </a:cubicBezTo>
                      <a:cubicBezTo>
                        <a:pt x="8287" y="11430"/>
                        <a:pt x="7906" y="11525"/>
                        <a:pt x="7525" y="11811"/>
                      </a:cubicBezTo>
                      <a:cubicBezTo>
                        <a:pt x="7048" y="12097"/>
                        <a:pt x="6668" y="12192"/>
                        <a:pt x="6382" y="12192"/>
                      </a:cubicBezTo>
                      <a:cubicBezTo>
                        <a:pt x="6668" y="12002"/>
                        <a:pt x="6763" y="11525"/>
                        <a:pt x="6763" y="10668"/>
                      </a:cubicBezTo>
                      <a:cubicBezTo>
                        <a:pt x="4286" y="9144"/>
                        <a:pt x="2381" y="8573"/>
                        <a:pt x="953" y="9144"/>
                      </a:cubicBezTo>
                      <a:lnTo>
                        <a:pt x="953" y="2667"/>
                      </a:lnTo>
                      <a:lnTo>
                        <a:pt x="24384" y="2000"/>
                      </a:lnTo>
                      <a:cubicBezTo>
                        <a:pt x="25622" y="4382"/>
                        <a:pt x="26765" y="6858"/>
                        <a:pt x="27908" y="9239"/>
                      </a:cubicBezTo>
                      <a:cubicBezTo>
                        <a:pt x="29051" y="11621"/>
                        <a:pt x="29528" y="14288"/>
                        <a:pt x="29242" y="17145"/>
                      </a:cubicBezTo>
                      <a:cubicBezTo>
                        <a:pt x="29909" y="16383"/>
                        <a:pt x="30385" y="16002"/>
                        <a:pt x="30861" y="16002"/>
                      </a:cubicBezTo>
                      <a:cubicBezTo>
                        <a:pt x="31242" y="16002"/>
                        <a:pt x="31623" y="16574"/>
                        <a:pt x="32099" y="17621"/>
                      </a:cubicBezTo>
                      <a:cubicBezTo>
                        <a:pt x="32576" y="18669"/>
                        <a:pt x="33052" y="19431"/>
                        <a:pt x="33528" y="19812"/>
                      </a:cubicBezTo>
                      <a:cubicBezTo>
                        <a:pt x="33338" y="20479"/>
                        <a:pt x="33242" y="21050"/>
                        <a:pt x="33242" y="21622"/>
                      </a:cubicBezTo>
                      <a:cubicBezTo>
                        <a:pt x="33242" y="22860"/>
                        <a:pt x="34100" y="24194"/>
                        <a:pt x="35909" y="25813"/>
                      </a:cubicBezTo>
                      <a:cubicBezTo>
                        <a:pt x="37719" y="27432"/>
                        <a:pt x="38576" y="28956"/>
                        <a:pt x="38386" y="30480"/>
                      </a:cubicBezTo>
                      <a:cubicBezTo>
                        <a:pt x="38767" y="31242"/>
                        <a:pt x="40577" y="34576"/>
                        <a:pt x="43815" y="40577"/>
                      </a:cubicBezTo>
                      <a:cubicBezTo>
                        <a:pt x="43815" y="43053"/>
                        <a:pt x="44196" y="44672"/>
                        <a:pt x="44863" y="45434"/>
                      </a:cubicBezTo>
                      <a:cubicBezTo>
                        <a:pt x="45244" y="45244"/>
                        <a:pt x="45529" y="45149"/>
                        <a:pt x="45815" y="45149"/>
                      </a:cubicBezTo>
                      <a:cubicBezTo>
                        <a:pt x="46292" y="45149"/>
                        <a:pt x="46577" y="45530"/>
                        <a:pt x="46672" y="46292"/>
                      </a:cubicBezTo>
                      <a:cubicBezTo>
                        <a:pt x="46768" y="47339"/>
                        <a:pt x="46863" y="47911"/>
                        <a:pt x="46958" y="48101"/>
                      </a:cubicBezTo>
                      <a:cubicBezTo>
                        <a:pt x="47530" y="48482"/>
                        <a:pt x="48482" y="49911"/>
                        <a:pt x="49816" y="52292"/>
                      </a:cubicBezTo>
                      <a:cubicBezTo>
                        <a:pt x="50959" y="54007"/>
                        <a:pt x="52292" y="54959"/>
                        <a:pt x="53816" y="55055"/>
                      </a:cubicBezTo>
                      <a:cubicBezTo>
                        <a:pt x="53626" y="55721"/>
                        <a:pt x="54007" y="56388"/>
                        <a:pt x="54959" y="57150"/>
                      </a:cubicBezTo>
                      <a:lnTo>
                        <a:pt x="56483" y="55436"/>
                      </a:lnTo>
                      <a:lnTo>
                        <a:pt x="56007" y="35528"/>
                      </a:lnTo>
                      <a:cubicBezTo>
                        <a:pt x="56674" y="35147"/>
                        <a:pt x="57055" y="34671"/>
                        <a:pt x="57055" y="34195"/>
                      </a:cubicBezTo>
                      <a:cubicBezTo>
                        <a:pt x="57055" y="33814"/>
                        <a:pt x="56769" y="33242"/>
                        <a:pt x="56102" y="32385"/>
                      </a:cubicBezTo>
                      <a:cubicBezTo>
                        <a:pt x="55531" y="31528"/>
                        <a:pt x="55245" y="30861"/>
                        <a:pt x="55245" y="30480"/>
                      </a:cubicBezTo>
                      <a:cubicBezTo>
                        <a:pt x="55245" y="29813"/>
                        <a:pt x="55721" y="29242"/>
                        <a:pt x="56483" y="28670"/>
                      </a:cubicBezTo>
                      <a:cubicBezTo>
                        <a:pt x="55721" y="26670"/>
                        <a:pt x="55340" y="24479"/>
                        <a:pt x="55340" y="22098"/>
                      </a:cubicBezTo>
                      <a:cubicBezTo>
                        <a:pt x="55340" y="20479"/>
                        <a:pt x="55531" y="18098"/>
                        <a:pt x="56007" y="15050"/>
                      </a:cubicBezTo>
                      <a:cubicBezTo>
                        <a:pt x="56483" y="12002"/>
                        <a:pt x="56674" y="9811"/>
                        <a:pt x="56674" y="8382"/>
                      </a:cubicBezTo>
                      <a:cubicBezTo>
                        <a:pt x="56674" y="7239"/>
                        <a:pt x="56579" y="6191"/>
                        <a:pt x="56388" y="5239"/>
                      </a:cubicBezTo>
                      <a:cubicBezTo>
                        <a:pt x="57340" y="5239"/>
                        <a:pt x="58293" y="4286"/>
                        <a:pt x="59246" y="2286"/>
                      </a:cubicBezTo>
                      <a:cubicBezTo>
                        <a:pt x="60103" y="667"/>
                        <a:pt x="61246" y="0"/>
                        <a:pt x="62675" y="381"/>
                      </a:cubicBezTo>
                      <a:lnTo>
                        <a:pt x="65056" y="381"/>
                      </a:lnTo>
                      <a:cubicBezTo>
                        <a:pt x="66008" y="381"/>
                        <a:pt x="67246" y="381"/>
                        <a:pt x="68961" y="191"/>
                      </a:cubicBezTo>
                      <a:cubicBezTo>
                        <a:pt x="70580" y="95"/>
                        <a:pt x="71819" y="0"/>
                        <a:pt x="72676" y="0"/>
                      </a:cubicBezTo>
                      <a:cubicBezTo>
                        <a:pt x="74486" y="0"/>
                        <a:pt x="76010" y="476"/>
                        <a:pt x="77248" y="1619"/>
                      </a:cubicBezTo>
                      <a:cubicBezTo>
                        <a:pt x="77819" y="7906"/>
                        <a:pt x="78105" y="15621"/>
                        <a:pt x="78105" y="24765"/>
                      </a:cubicBezTo>
                      <a:cubicBezTo>
                        <a:pt x="78105" y="28480"/>
                        <a:pt x="78105" y="34100"/>
                        <a:pt x="78010" y="41815"/>
                      </a:cubicBezTo>
                      <a:cubicBezTo>
                        <a:pt x="77914" y="49530"/>
                        <a:pt x="77819" y="55150"/>
                        <a:pt x="77819" y="58960"/>
                      </a:cubicBezTo>
                      <a:cubicBezTo>
                        <a:pt x="77819" y="66770"/>
                        <a:pt x="78010" y="73533"/>
                        <a:pt x="78391" y="79153"/>
                      </a:cubicBezTo>
                      <a:close/>
                      <a:moveTo>
                        <a:pt x="1429" y="15716"/>
                      </a:moveTo>
                      <a:lnTo>
                        <a:pt x="2953" y="17240"/>
                      </a:lnTo>
                      <a:lnTo>
                        <a:pt x="2953" y="18764"/>
                      </a:lnTo>
                      <a:lnTo>
                        <a:pt x="1429" y="15716"/>
                      </a:lnTo>
                      <a:close/>
                      <a:moveTo>
                        <a:pt x="4001" y="18764"/>
                      </a:moveTo>
                      <a:cubicBezTo>
                        <a:pt x="4001" y="18764"/>
                        <a:pt x="4286" y="19526"/>
                        <a:pt x="4286" y="20003"/>
                      </a:cubicBezTo>
                      <a:cubicBezTo>
                        <a:pt x="4096" y="19622"/>
                        <a:pt x="4001" y="19241"/>
                        <a:pt x="4001" y="18764"/>
                      </a:cubicBezTo>
                      <a:close/>
                      <a:moveTo>
                        <a:pt x="6096" y="17240"/>
                      </a:moveTo>
                      <a:lnTo>
                        <a:pt x="6096" y="18764"/>
                      </a:lnTo>
                      <a:lnTo>
                        <a:pt x="4477" y="16859"/>
                      </a:lnTo>
                      <a:lnTo>
                        <a:pt x="6096" y="17240"/>
                      </a:lnTo>
                      <a:close/>
                      <a:moveTo>
                        <a:pt x="5144" y="11430"/>
                      </a:moveTo>
                      <a:cubicBezTo>
                        <a:pt x="6096" y="11430"/>
                        <a:pt x="6668" y="11621"/>
                        <a:pt x="6858" y="11811"/>
                      </a:cubicBezTo>
                      <a:lnTo>
                        <a:pt x="6096" y="12192"/>
                      </a:lnTo>
                      <a:lnTo>
                        <a:pt x="5144" y="11335"/>
                      </a:lnTo>
                      <a:close/>
                      <a:moveTo>
                        <a:pt x="12097" y="11811"/>
                      </a:moveTo>
                      <a:lnTo>
                        <a:pt x="11811" y="11525"/>
                      </a:lnTo>
                      <a:lnTo>
                        <a:pt x="10763" y="9716"/>
                      </a:lnTo>
                      <a:cubicBezTo>
                        <a:pt x="10382" y="9049"/>
                        <a:pt x="9715" y="8763"/>
                        <a:pt x="8763" y="8763"/>
                      </a:cubicBezTo>
                      <a:cubicBezTo>
                        <a:pt x="9144" y="8954"/>
                        <a:pt x="10192" y="9906"/>
                        <a:pt x="11811" y="11525"/>
                      </a:cubicBezTo>
                      <a:lnTo>
                        <a:pt x="12097" y="11811"/>
                      </a:lnTo>
                      <a:close/>
                      <a:moveTo>
                        <a:pt x="13716" y="19431"/>
                      </a:moveTo>
                      <a:lnTo>
                        <a:pt x="15812" y="19431"/>
                      </a:lnTo>
                      <a:cubicBezTo>
                        <a:pt x="15240" y="19145"/>
                        <a:pt x="14573" y="19145"/>
                        <a:pt x="13716" y="19431"/>
                      </a:cubicBezTo>
                      <a:lnTo>
                        <a:pt x="12478" y="19431"/>
                      </a:lnTo>
                      <a:lnTo>
                        <a:pt x="12859" y="20479"/>
                      </a:lnTo>
                      <a:cubicBezTo>
                        <a:pt x="12859" y="20479"/>
                        <a:pt x="12954" y="20955"/>
                        <a:pt x="13145" y="21336"/>
                      </a:cubicBezTo>
                      <a:lnTo>
                        <a:pt x="12859" y="20479"/>
                      </a:lnTo>
                      <a:cubicBezTo>
                        <a:pt x="12859" y="19907"/>
                        <a:pt x="13145" y="19622"/>
                        <a:pt x="13716" y="19431"/>
                      </a:cubicBezTo>
                      <a:close/>
                      <a:moveTo>
                        <a:pt x="15812" y="85249"/>
                      </a:moveTo>
                      <a:lnTo>
                        <a:pt x="15812" y="81534"/>
                      </a:lnTo>
                      <a:lnTo>
                        <a:pt x="15240" y="81534"/>
                      </a:lnTo>
                      <a:lnTo>
                        <a:pt x="15240" y="85249"/>
                      </a:lnTo>
                      <a:lnTo>
                        <a:pt x="15812" y="85249"/>
                      </a:lnTo>
                      <a:close/>
                      <a:moveTo>
                        <a:pt x="18193" y="21431"/>
                      </a:moveTo>
                      <a:cubicBezTo>
                        <a:pt x="18193" y="21431"/>
                        <a:pt x="18669" y="21812"/>
                        <a:pt x="18955" y="22098"/>
                      </a:cubicBezTo>
                      <a:lnTo>
                        <a:pt x="18193" y="21431"/>
                      </a:lnTo>
                      <a:cubicBezTo>
                        <a:pt x="18193" y="20860"/>
                        <a:pt x="18002" y="20003"/>
                        <a:pt x="17526" y="18764"/>
                      </a:cubicBezTo>
                      <a:cubicBezTo>
                        <a:pt x="17050" y="19145"/>
                        <a:pt x="16859" y="19526"/>
                        <a:pt x="16859" y="19907"/>
                      </a:cubicBezTo>
                      <a:cubicBezTo>
                        <a:pt x="16859" y="20383"/>
                        <a:pt x="17336" y="20860"/>
                        <a:pt x="18288" y="21431"/>
                      </a:cubicBezTo>
                      <a:close/>
                      <a:moveTo>
                        <a:pt x="18574" y="25337"/>
                      </a:moveTo>
                      <a:lnTo>
                        <a:pt x="21241" y="25337"/>
                      </a:lnTo>
                      <a:lnTo>
                        <a:pt x="19431" y="23813"/>
                      </a:lnTo>
                      <a:lnTo>
                        <a:pt x="18574" y="25337"/>
                      </a:lnTo>
                      <a:close/>
                      <a:moveTo>
                        <a:pt x="44196" y="110776"/>
                      </a:moveTo>
                      <a:cubicBezTo>
                        <a:pt x="44863" y="110585"/>
                        <a:pt x="45529" y="110776"/>
                        <a:pt x="46292" y="111252"/>
                      </a:cubicBezTo>
                      <a:lnTo>
                        <a:pt x="44672" y="112395"/>
                      </a:lnTo>
                      <a:lnTo>
                        <a:pt x="44291" y="110776"/>
                      </a:lnTo>
                      <a:close/>
                      <a:moveTo>
                        <a:pt x="55436" y="116777"/>
                      </a:moveTo>
                      <a:lnTo>
                        <a:pt x="55436" y="114681"/>
                      </a:lnTo>
                      <a:lnTo>
                        <a:pt x="56007" y="114681"/>
                      </a:lnTo>
                      <a:cubicBezTo>
                        <a:pt x="56102" y="115253"/>
                        <a:pt x="56007" y="115919"/>
                        <a:pt x="55436" y="116777"/>
                      </a:cubicBezTo>
                      <a:close/>
                      <a:moveTo>
                        <a:pt x="60674" y="93821"/>
                      </a:moveTo>
                      <a:cubicBezTo>
                        <a:pt x="59722" y="94393"/>
                        <a:pt x="59150" y="94869"/>
                        <a:pt x="59150" y="95441"/>
                      </a:cubicBezTo>
                      <a:cubicBezTo>
                        <a:pt x="59150" y="95822"/>
                        <a:pt x="59436" y="96393"/>
                        <a:pt x="60008" y="97155"/>
                      </a:cubicBezTo>
                      <a:cubicBezTo>
                        <a:pt x="60579" y="97917"/>
                        <a:pt x="60865" y="98489"/>
                        <a:pt x="60865" y="98870"/>
                      </a:cubicBezTo>
                      <a:lnTo>
                        <a:pt x="60865" y="99155"/>
                      </a:lnTo>
                      <a:cubicBezTo>
                        <a:pt x="60865" y="99155"/>
                        <a:pt x="60770" y="99536"/>
                        <a:pt x="60770" y="99536"/>
                      </a:cubicBezTo>
                      <a:cubicBezTo>
                        <a:pt x="60770" y="99346"/>
                        <a:pt x="60960" y="99155"/>
                        <a:pt x="60960" y="98774"/>
                      </a:cubicBezTo>
                      <a:cubicBezTo>
                        <a:pt x="60960" y="98489"/>
                        <a:pt x="61151" y="98012"/>
                        <a:pt x="61436" y="97346"/>
                      </a:cubicBezTo>
                      <a:cubicBezTo>
                        <a:pt x="61722" y="96679"/>
                        <a:pt x="61817" y="96203"/>
                        <a:pt x="61817" y="95822"/>
                      </a:cubicBezTo>
                      <a:cubicBezTo>
                        <a:pt x="61817" y="95155"/>
                        <a:pt x="61436" y="94488"/>
                        <a:pt x="60674" y="93726"/>
                      </a:cubicBezTo>
                      <a:close/>
                      <a:moveTo>
                        <a:pt x="60674" y="106013"/>
                      </a:moveTo>
                      <a:cubicBezTo>
                        <a:pt x="61531" y="105347"/>
                        <a:pt x="61913" y="104585"/>
                        <a:pt x="61817" y="104108"/>
                      </a:cubicBezTo>
                      <a:cubicBezTo>
                        <a:pt x="61627" y="103442"/>
                        <a:pt x="61246" y="103156"/>
                        <a:pt x="60674" y="103442"/>
                      </a:cubicBezTo>
                      <a:cubicBezTo>
                        <a:pt x="60103" y="104013"/>
                        <a:pt x="59912" y="104489"/>
                        <a:pt x="60103" y="105061"/>
                      </a:cubicBezTo>
                      <a:cubicBezTo>
                        <a:pt x="60484" y="106013"/>
                        <a:pt x="60674" y="106394"/>
                        <a:pt x="60674" y="106204"/>
                      </a:cubicBezTo>
                      <a:lnTo>
                        <a:pt x="61055" y="106585"/>
                      </a:lnTo>
                      <a:cubicBezTo>
                        <a:pt x="61055" y="106585"/>
                        <a:pt x="61817" y="107442"/>
                        <a:pt x="61817" y="107728"/>
                      </a:cubicBezTo>
                      <a:cubicBezTo>
                        <a:pt x="61817" y="107442"/>
                        <a:pt x="61817" y="107156"/>
                        <a:pt x="61436" y="106871"/>
                      </a:cubicBezTo>
                      <a:cubicBezTo>
                        <a:pt x="61055" y="106585"/>
                        <a:pt x="60770" y="106299"/>
                        <a:pt x="60770" y="106108"/>
                      </a:cubicBezTo>
                      <a:close/>
                      <a:moveTo>
                        <a:pt x="72485" y="34957"/>
                      </a:moveTo>
                      <a:lnTo>
                        <a:pt x="75247" y="36481"/>
                      </a:lnTo>
                      <a:lnTo>
                        <a:pt x="73723" y="34576"/>
                      </a:lnTo>
                      <a:lnTo>
                        <a:pt x="74581" y="33433"/>
                      </a:lnTo>
                      <a:lnTo>
                        <a:pt x="69152" y="31242"/>
                      </a:lnTo>
                      <a:cubicBezTo>
                        <a:pt x="69913" y="31528"/>
                        <a:pt x="70295" y="31909"/>
                        <a:pt x="70295" y="32480"/>
                      </a:cubicBezTo>
                      <a:cubicBezTo>
                        <a:pt x="70295" y="33052"/>
                        <a:pt x="69913" y="33528"/>
                        <a:pt x="69152" y="33814"/>
                      </a:cubicBezTo>
                      <a:cubicBezTo>
                        <a:pt x="68866" y="33147"/>
                        <a:pt x="68485" y="32861"/>
                        <a:pt x="68009" y="32861"/>
                      </a:cubicBezTo>
                      <a:cubicBezTo>
                        <a:pt x="67723" y="32861"/>
                        <a:pt x="67342" y="32861"/>
                        <a:pt x="66770" y="33147"/>
                      </a:cubicBezTo>
                      <a:cubicBezTo>
                        <a:pt x="66199" y="33338"/>
                        <a:pt x="65818" y="33433"/>
                        <a:pt x="65532" y="33433"/>
                      </a:cubicBezTo>
                      <a:cubicBezTo>
                        <a:pt x="65246" y="33433"/>
                        <a:pt x="64865" y="33242"/>
                        <a:pt x="64579" y="32957"/>
                      </a:cubicBezTo>
                      <a:lnTo>
                        <a:pt x="64961" y="32290"/>
                      </a:lnTo>
                      <a:lnTo>
                        <a:pt x="60198" y="33433"/>
                      </a:lnTo>
                      <a:lnTo>
                        <a:pt x="62865" y="33433"/>
                      </a:lnTo>
                      <a:cubicBezTo>
                        <a:pt x="63722" y="33338"/>
                        <a:pt x="64579" y="33719"/>
                        <a:pt x="65151" y="34671"/>
                      </a:cubicBezTo>
                      <a:cubicBezTo>
                        <a:pt x="65722" y="35528"/>
                        <a:pt x="66104" y="36386"/>
                        <a:pt x="66104" y="37052"/>
                      </a:cubicBezTo>
                      <a:lnTo>
                        <a:pt x="66485" y="36481"/>
                      </a:lnTo>
                      <a:cubicBezTo>
                        <a:pt x="66485" y="36481"/>
                        <a:pt x="67151" y="36481"/>
                        <a:pt x="67532" y="36767"/>
                      </a:cubicBezTo>
                      <a:cubicBezTo>
                        <a:pt x="67913" y="37338"/>
                        <a:pt x="68199" y="37624"/>
                        <a:pt x="68294" y="37624"/>
                      </a:cubicBezTo>
                      <a:lnTo>
                        <a:pt x="68294" y="35528"/>
                      </a:lnTo>
                      <a:cubicBezTo>
                        <a:pt x="68199" y="34671"/>
                        <a:pt x="68485" y="34195"/>
                        <a:pt x="69152" y="33909"/>
                      </a:cubicBezTo>
                      <a:cubicBezTo>
                        <a:pt x="69723" y="34385"/>
                        <a:pt x="70199" y="34576"/>
                        <a:pt x="70295" y="34576"/>
                      </a:cubicBezTo>
                      <a:cubicBezTo>
                        <a:pt x="70295" y="33623"/>
                        <a:pt x="70485" y="33147"/>
                        <a:pt x="70961" y="33052"/>
                      </a:cubicBezTo>
                      <a:cubicBezTo>
                        <a:pt x="71342" y="32861"/>
                        <a:pt x="72009" y="33147"/>
                        <a:pt x="73057" y="33909"/>
                      </a:cubicBezTo>
                      <a:cubicBezTo>
                        <a:pt x="73152" y="34195"/>
                        <a:pt x="73057" y="34576"/>
                        <a:pt x="72485" y="35052"/>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 name="Google Shape;962;p99"/>
                <p:cNvSpPr/>
                <p:nvPr/>
              </p:nvSpPr>
              <p:spPr>
                <a:xfrm>
                  <a:off x="6731983" y="2133314"/>
                  <a:ext cx="86296" cy="112395"/>
                </a:xfrm>
                <a:custGeom>
                  <a:avLst/>
                  <a:gdLst/>
                  <a:ahLst/>
                  <a:cxnLst/>
                  <a:rect l="l" t="t" r="r" b="b"/>
                  <a:pathLst>
                    <a:path w="86296" h="112395" extrusionOk="0">
                      <a:moveTo>
                        <a:pt x="76200" y="89916"/>
                      </a:moveTo>
                      <a:cubicBezTo>
                        <a:pt x="78010" y="91059"/>
                        <a:pt x="79058" y="93059"/>
                        <a:pt x="79248" y="95821"/>
                      </a:cubicBezTo>
                      <a:cubicBezTo>
                        <a:pt x="79248" y="98203"/>
                        <a:pt x="79343" y="100584"/>
                        <a:pt x="79343" y="102870"/>
                      </a:cubicBezTo>
                      <a:cubicBezTo>
                        <a:pt x="79438" y="104108"/>
                        <a:pt x="79629" y="105251"/>
                        <a:pt x="79915" y="106204"/>
                      </a:cubicBezTo>
                      <a:cubicBezTo>
                        <a:pt x="77343" y="110395"/>
                        <a:pt x="73057" y="112395"/>
                        <a:pt x="66866" y="112395"/>
                      </a:cubicBezTo>
                      <a:cubicBezTo>
                        <a:pt x="65151" y="112395"/>
                        <a:pt x="62389" y="112204"/>
                        <a:pt x="58579" y="111824"/>
                      </a:cubicBezTo>
                      <a:cubicBezTo>
                        <a:pt x="54864" y="111442"/>
                        <a:pt x="52102" y="111252"/>
                        <a:pt x="50197" y="111252"/>
                      </a:cubicBezTo>
                      <a:cubicBezTo>
                        <a:pt x="48292" y="111252"/>
                        <a:pt x="46577" y="111252"/>
                        <a:pt x="45053" y="111538"/>
                      </a:cubicBezTo>
                      <a:lnTo>
                        <a:pt x="13430" y="111538"/>
                      </a:lnTo>
                      <a:lnTo>
                        <a:pt x="13430" y="111157"/>
                      </a:lnTo>
                      <a:cubicBezTo>
                        <a:pt x="12287" y="110490"/>
                        <a:pt x="10382" y="110395"/>
                        <a:pt x="7620" y="110871"/>
                      </a:cubicBezTo>
                      <a:cubicBezTo>
                        <a:pt x="4858" y="111347"/>
                        <a:pt x="2667" y="111062"/>
                        <a:pt x="1238" y="110014"/>
                      </a:cubicBezTo>
                      <a:cubicBezTo>
                        <a:pt x="1715" y="96774"/>
                        <a:pt x="1905" y="83725"/>
                        <a:pt x="1905" y="70771"/>
                      </a:cubicBezTo>
                      <a:cubicBezTo>
                        <a:pt x="1905" y="57817"/>
                        <a:pt x="1715" y="44767"/>
                        <a:pt x="1238" y="31623"/>
                      </a:cubicBezTo>
                      <a:cubicBezTo>
                        <a:pt x="1810" y="31909"/>
                        <a:pt x="2096" y="32099"/>
                        <a:pt x="2286" y="32004"/>
                      </a:cubicBezTo>
                      <a:lnTo>
                        <a:pt x="2667" y="31623"/>
                      </a:lnTo>
                      <a:cubicBezTo>
                        <a:pt x="2667" y="31051"/>
                        <a:pt x="2572" y="30671"/>
                        <a:pt x="2000" y="30480"/>
                      </a:cubicBezTo>
                      <a:cubicBezTo>
                        <a:pt x="1429" y="30289"/>
                        <a:pt x="1143" y="30099"/>
                        <a:pt x="1143" y="30004"/>
                      </a:cubicBezTo>
                      <a:cubicBezTo>
                        <a:pt x="1143" y="29813"/>
                        <a:pt x="1334" y="29528"/>
                        <a:pt x="1810" y="29051"/>
                      </a:cubicBezTo>
                      <a:cubicBezTo>
                        <a:pt x="1810" y="29908"/>
                        <a:pt x="2000" y="30385"/>
                        <a:pt x="2191" y="30575"/>
                      </a:cubicBezTo>
                      <a:cubicBezTo>
                        <a:pt x="3143" y="30480"/>
                        <a:pt x="3429" y="29908"/>
                        <a:pt x="2953" y="28956"/>
                      </a:cubicBezTo>
                      <a:cubicBezTo>
                        <a:pt x="2477" y="28004"/>
                        <a:pt x="2667" y="27432"/>
                        <a:pt x="3334" y="27242"/>
                      </a:cubicBezTo>
                      <a:cubicBezTo>
                        <a:pt x="3334" y="27432"/>
                        <a:pt x="3143" y="27622"/>
                        <a:pt x="3143" y="27813"/>
                      </a:cubicBezTo>
                      <a:cubicBezTo>
                        <a:pt x="3143" y="28194"/>
                        <a:pt x="3429" y="28575"/>
                        <a:pt x="3905" y="28956"/>
                      </a:cubicBezTo>
                      <a:cubicBezTo>
                        <a:pt x="4477" y="29337"/>
                        <a:pt x="4763" y="29623"/>
                        <a:pt x="4858" y="29908"/>
                      </a:cubicBezTo>
                      <a:lnTo>
                        <a:pt x="7049" y="29432"/>
                      </a:lnTo>
                      <a:lnTo>
                        <a:pt x="4858" y="27908"/>
                      </a:lnTo>
                      <a:lnTo>
                        <a:pt x="7049" y="26765"/>
                      </a:lnTo>
                      <a:cubicBezTo>
                        <a:pt x="7049" y="26765"/>
                        <a:pt x="6477" y="26099"/>
                        <a:pt x="5429" y="25146"/>
                      </a:cubicBezTo>
                      <a:cubicBezTo>
                        <a:pt x="4667" y="24479"/>
                        <a:pt x="4096" y="24193"/>
                        <a:pt x="3620" y="24193"/>
                      </a:cubicBezTo>
                      <a:cubicBezTo>
                        <a:pt x="3048" y="24193"/>
                        <a:pt x="2572" y="24575"/>
                        <a:pt x="2191" y="25241"/>
                      </a:cubicBezTo>
                      <a:cubicBezTo>
                        <a:pt x="1524" y="24860"/>
                        <a:pt x="1238" y="24479"/>
                        <a:pt x="1238" y="24193"/>
                      </a:cubicBezTo>
                      <a:cubicBezTo>
                        <a:pt x="1238" y="24003"/>
                        <a:pt x="1619" y="23622"/>
                        <a:pt x="2381" y="23050"/>
                      </a:cubicBezTo>
                      <a:cubicBezTo>
                        <a:pt x="3143" y="22479"/>
                        <a:pt x="3429" y="21908"/>
                        <a:pt x="3334" y="21431"/>
                      </a:cubicBezTo>
                      <a:lnTo>
                        <a:pt x="4382" y="22574"/>
                      </a:lnTo>
                      <a:lnTo>
                        <a:pt x="5144" y="21717"/>
                      </a:lnTo>
                      <a:cubicBezTo>
                        <a:pt x="5144" y="21717"/>
                        <a:pt x="5715" y="22098"/>
                        <a:pt x="6096" y="22098"/>
                      </a:cubicBezTo>
                      <a:cubicBezTo>
                        <a:pt x="6572" y="22098"/>
                        <a:pt x="7334" y="21908"/>
                        <a:pt x="8287" y="21431"/>
                      </a:cubicBezTo>
                      <a:cubicBezTo>
                        <a:pt x="9239" y="20955"/>
                        <a:pt x="10001" y="20764"/>
                        <a:pt x="10382" y="20764"/>
                      </a:cubicBezTo>
                      <a:cubicBezTo>
                        <a:pt x="10954" y="20764"/>
                        <a:pt x="11430" y="20955"/>
                        <a:pt x="11811" y="21431"/>
                      </a:cubicBezTo>
                      <a:lnTo>
                        <a:pt x="12478" y="21050"/>
                      </a:lnTo>
                      <a:cubicBezTo>
                        <a:pt x="12478" y="20193"/>
                        <a:pt x="11811" y="19621"/>
                        <a:pt x="10859" y="19336"/>
                      </a:cubicBezTo>
                      <a:cubicBezTo>
                        <a:pt x="9906" y="19050"/>
                        <a:pt x="9239" y="18669"/>
                        <a:pt x="9144" y="18383"/>
                      </a:cubicBezTo>
                      <a:cubicBezTo>
                        <a:pt x="7715" y="18383"/>
                        <a:pt x="5906" y="18383"/>
                        <a:pt x="3715" y="18383"/>
                      </a:cubicBezTo>
                      <a:cubicBezTo>
                        <a:pt x="3524" y="18859"/>
                        <a:pt x="3334" y="19050"/>
                        <a:pt x="3143" y="19050"/>
                      </a:cubicBezTo>
                      <a:cubicBezTo>
                        <a:pt x="2762" y="18764"/>
                        <a:pt x="2477" y="18669"/>
                        <a:pt x="2286" y="18669"/>
                      </a:cubicBezTo>
                      <a:cubicBezTo>
                        <a:pt x="2096" y="18669"/>
                        <a:pt x="1905" y="18669"/>
                        <a:pt x="1715" y="18859"/>
                      </a:cubicBezTo>
                      <a:lnTo>
                        <a:pt x="667" y="14668"/>
                      </a:lnTo>
                      <a:cubicBezTo>
                        <a:pt x="1429" y="14668"/>
                        <a:pt x="1905" y="14478"/>
                        <a:pt x="2191" y="14002"/>
                      </a:cubicBezTo>
                      <a:cubicBezTo>
                        <a:pt x="2191" y="13145"/>
                        <a:pt x="1810" y="12954"/>
                        <a:pt x="1143" y="13335"/>
                      </a:cubicBezTo>
                      <a:cubicBezTo>
                        <a:pt x="476" y="13716"/>
                        <a:pt x="95" y="13621"/>
                        <a:pt x="0" y="13049"/>
                      </a:cubicBezTo>
                      <a:lnTo>
                        <a:pt x="1143" y="11906"/>
                      </a:lnTo>
                      <a:lnTo>
                        <a:pt x="2191" y="13049"/>
                      </a:lnTo>
                      <a:cubicBezTo>
                        <a:pt x="2191" y="13049"/>
                        <a:pt x="2572" y="11906"/>
                        <a:pt x="2572" y="10382"/>
                      </a:cubicBezTo>
                      <a:cubicBezTo>
                        <a:pt x="2572" y="10763"/>
                        <a:pt x="2858" y="11049"/>
                        <a:pt x="3334" y="11239"/>
                      </a:cubicBezTo>
                      <a:cubicBezTo>
                        <a:pt x="4096" y="10668"/>
                        <a:pt x="4382" y="10192"/>
                        <a:pt x="4382" y="9906"/>
                      </a:cubicBezTo>
                      <a:cubicBezTo>
                        <a:pt x="4382" y="9430"/>
                        <a:pt x="3715" y="8763"/>
                        <a:pt x="2477" y="7906"/>
                      </a:cubicBezTo>
                      <a:cubicBezTo>
                        <a:pt x="1238" y="7049"/>
                        <a:pt x="667" y="6191"/>
                        <a:pt x="667" y="5525"/>
                      </a:cubicBezTo>
                      <a:cubicBezTo>
                        <a:pt x="667" y="4858"/>
                        <a:pt x="1048" y="4191"/>
                        <a:pt x="1715" y="3429"/>
                      </a:cubicBezTo>
                      <a:lnTo>
                        <a:pt x="4382" y="667"/>
                      </a:lnTo>
                      <a:cubicBezTo>
                        <a:pt x="9144" y="191"/>
                        <a:pt x="14097" y="0"/>
                        <a:pt x="19526" y="0"/>
                      </a:cubicBezTo>
                      <a:cubicBezTo>
                        <a:pt x="24575" y="0"/>
                        <a:pt x="32195" y="286"/>
                        <a:pt x="42386" y="857"/>
                      </a:cubicBezTo>
                      <a:cubicBezTo>
                        <a:pt x="52483" y="1429"/>
                        <a:pt x="60198" y="1714"/>
                        <a:pt x="65342" y="1714"/>
                      </a:cubicBezTo>
                      <a:cubicBezTo>
                        <a:pt x="69056" y="1714"/>
                        <a:pt x="72485" y="1714"/>
                        <a:pt x="75914" y="1429"/>
                      </a:cubicBezTo>
                      <a:cubicBezTo>
                        <a:pt x="78010" y="3143"/>
                        <a:pt x="79153" y="5334"/>
                        <a:pt x="79153" y="8096"/>
                      </a:cubicBezTo>
                      <a:cubicBezTo>
                        <a:pt x="79153" y="8954"/>
                        <a:pt x="79058" y="10382"/>
                        <a:pt x="78772" y="12383"/>
                      </a:cubicBezTo>
                      <a:cubicBezTo>
                        <a:pt x="78486" y="14383"/>
                        <a:pt x="78391" y="16002"/>
                        <a:pt x="78391" y="17050"/>
                      </a:cubicBezTo>
                      <a:cubicBezTo>
                        <a:pt x="78391" y="18097"/>
                        <a:pt x="78486" y="19145"/>
                        <a:pt x="78677" y="20098"/>
                      </a:cubicBezTo>
                      <a:cubicBezTo>
                        <a:pt x="78677" y="21622"/>
                        <a:pt x="77819" y="22288"/>
                        <a:pt x="75914" y="22288"/>
                      </a:cubicBezTo>
                      <a:cubicBezTo>
                        <a:pt x="75629" y="22288"/>
                        <a:pt x="75152" y="22288"/>
                        <a:pt x="74486" y="22193"/>
                      </a:cubicBezTo>
                      <a:lnTo>
                        <a:pt x="73152" y="22193"/>
                      </a:lnTo>
                      <a:cubicBezTo>
                        <a:pt x="72009" y="22193"/>
                        <a:pt x="71152" y="22384"/>
                        <a:pt x="70676" y="22765"/>
                      </a:cubicBezTo>
                      <a:lnTo>
                        <a:pt x="67628" y="22765"/>
                      </a:lnTo>
                      <a:lnTo>
                        <a:pt x="67628" y="22193"/>
                      </a:lnTo>
                      <a:cubicBezTo>
                        <a:pt x="63341" y="22574"/>
                        <a:pt x="58579" y="22765"/>
                        <a:pt x="53245" y="22765"/>
                      </a:cubicBezTo>
                      <a:cubicBezTo>
                        <a:pt x="49911" y="22765"/>
                        <a:pt x="45149" y="22765"/>
                        <a:pt x="38671" y="22765"/>
                      </a:cubicBezTo>
                      <a:lnTo>
                        <a:pt x="24098" y="22765"/>
                      </a:lnTo>
                      <a:cubicBezTo>
                        <a:pt x="23432" y="24479"/>
                        <a:pt x="23051" y="26289"/>
                        <a:pt x="23051" y="28480"/>
                      </a:cubicBezTo>
                      <a:cubicBezTo>
                        <a:pt x="23051" y="29146"/>
                        <a:pt x="23051" y="30099"/>
                        <a:pt x="23146" y="31337"/>
                      </a:cubicBezTo>
                      <a:lnTo>
                        <a:pt x="23146" y="34385"/>
                      </a:lnTo>
                      <a:cubicBezTo>
                        <a:pt x="23146" y="36385"/>
                        <a:pt x="22955" y="38291"/>
                        <a:pt x="22479" y="39910"/>
                      </a:cubicBezTo>
                      <a:cubicBezTo>
                        <a:pt x="22765" y="41243"/>
                        <a:pt x="22955" y="42481"/>
                        <a:pt x="23146" y="43815"/>
                      </a:cubicBezTo>
                      <a:cubicBezTo>
                        <a:pt x="23622" y="45434"/>
                        <a:pt x="24479" y="46292"/>
                        <a:pt x="25622" y="46292"/>
                      </a:cubicBezTo>
                      <a:cubicBezTo>
                        <a:pt x="26003" y="46292"/>
                        <a:pt x="26384" y="46292"/>
                        <a:pt x="26765" y="46101"/>
                      </a:cubicBezTo>
                      <a:cubicBezTo>
                        <a:pt x="26956" y="46196"/>
                        <a:pt x="27337" y="46292"/>
                        <a:pt x="27718" y="46292"/>
                      </a:cubicBezTo>
                      <a:cubicBezTo>
                        <a:pt x="28099" y="46292"/>
                        <a:pt x="28670" y="46292"/>
                        <a:pt x="29432" y="46006"/>
                      </a:cubicBezTo>
                      <a:cubicBezTo>
                        <a:pt x="30194" y="45815"/>
                        <a:pt x="30671" y="45720"/>
                        <a:pt x="30956" y="45720"/>
                      </a:cubicBezTo>
                      <a:cubicBezTo>
                        <a:pt x="31718" y="45720"/>
                        <a:pt x="32290" y="46101"/>
                        <a:pt x="32766" y="46863"/>
                      </a:cubicBezTo>
                      <a:cubicBezTo>
                        <a:pt x="35243" y="46101"/>
                        <a:pt x="38100" y="45720"/>
                        <a:pt x="41529" y="45720"/>
                      </a:cubicBezTo>
                      <a:cubicBezTo>
                        <a:pt x="43148" y="45720"/>
                        <a:pt x="45529" y="45815"/>
                        <a:pt x="48768" y="46101"/>
                      </a:cubicBezTo>
                      <a:cubicBezTo>
                        <a:pt x="51911" y="46387"/>
                        <a:pt x="54293" y="46387"/>
                        <a:pt x="55912" y="46387"/>
                      </a:cubicBezTo>
                      <a:cubicBezTo>
                        <a:pt x="57531" y="46387"/>
                        <a:pt x="58960" y="46387"/>
                        <a:pt x="60293" y="46101"/>
                      </a:cubicBezTo>
                      <a:cubicBezTo>
                        <a:pt x="60960" y="48482"/>
                        <a:pt x="61151" y="51625"/>
                        <a:pt x="61151" y="55817"/>
                      </a:cubicBezTo>
                      <a:cubicBezTo>
                        <a:pt x="60960" y="60484"/>
                        <a:pt x="61151" y="63722"/>
                        <a:pt x="61436" y="65532"/>
                      </a:cubicBezTo>
                      <a:cubicBezTo>
                        <a:pt x="59436" y="66961"/>
                        <a:pt x="56864" y="67628"/>
                        <a:pt x="53531" y="67628"/>
                      </a:cubicBezTo>
                      <a:cubicBezTo>
                        <a:pt x="52102" y="67628"/>
                        <a:pt x="50006" y="67532"/>
                        <a:pt x="47244" y="67246"/>
                      </a:cubicBezTo>
                      <a:cubicBezTo>
                        <a:pt x="44387" y="66961"/>
                        <a:pt x="42291" y="66866"/>
                        <a:pt x="40767" y="66866"/>
                      </a:cubicBezTo>
                      <a:cubicBezTo>
                        <a:pt x="39338" y="66866"/>
                        <a:pt x="38005" y="66866"/>
                        <a:pt x="36862" y="67151"/>
                      </a:cubicBezTo>
                      <a:lnTo>
                        <a:pt x="36862" y="66484"/>
                      </a:lnTo>
                      <a:cubicBezTo>
                        <a:pt x="36290" y="66580"/>
                        <a:pt x="34766" y="66675"/>
                        <a:pt x="32576" y="66675"/>
                      </a:cubicBezTo>
                      <a:cubicBezTo>
                        <a:pt x="31147" y="66675"/>
                        <a:pt x="29718" y="66961"/>
                        <a:pt x="28385" y="67628"/>
                      </a:cubicBezTo>
                      <a:cubicBezTo>
                        <a:pt x="28004" y="67342"/>
                        <a:pt x="27337" y="67151"/>
                        <a:pt x="26575" y="67151"/>
                      </a:cubicBezTo>
                      <a:cubicBezTo>
                        <a:pt x="25432" y="67246"/>
                        <a:pt x="24860" y="67246"/>
                        <a:pt x="24670" y="67151"/>
                      </a:cubicBezTo>
                      <a:cubicBezTo>
                        <a:pt x="23146" y="67628"/>
                        <a:pt x="22479" y="68771"/>
                        <a:pt x="22479" y="70675"/>
                      </a:cubicBezTo>
                      <a:cubicBezTo>
                        <a:pt x="22479" y="72009"/>
                        <a:pt x="22670" y="72962"/>
                        <a:pt x="23146" y="73724"/>
                      </a:cubicBezTo>
                      <a:cubicBezTo>
                        <a:pt x="21146" y="73152"/>
                        <a:pt x="19336" y="73724"/>
                        <a:pt x="17717" y="75247"/>
                      </a:cubicBezTo>
                      <a:lnTo>
                        <a:pt x="21336" y="74581"/>
                      </a:lnTo>
                      <a:lnTo>
                        <a:pt x="20860" y="75247"/>
                      </a:lnTo>
                      <a:cubicBezTo>
                        <a:pt x="20860" y="75247"/>
                        <a:pt x="21336" y="75819"/>
                        <a:pt x="21527" y="75819"/>
                      </a:cubicBezTo>
                      <a:cubicBezTo>
                        <a:pt x="21336" y="75819"/>
                        <a:pt x="21908" y="75438"/>
                        <a:pt x="23051" y="74581"/>
                      </a:cubicBezTo>
                      <a:cubicBezTo>
                        <a:pt x="23051" y="74200"/>
                        <a:pt x="23051" y="76867"/>
                        <a:pt x="22955" y="82582"/>
                      </a:cubicBezTo>
                      <a:cubicBezTo>
                        <a:pt x="22955" y="85916"/>
                        <a:pt x="23432" y="88487"/>
                        <a:pt x="24670" y="90202"/>
                      </a:cubicBezTo>
                      <a:cubicBezTo>
                        <a:pt x="28099" y="90678"/>
                        <a:pt x="31623" y="90868"/>
                        <a:pt x="35433" y="90868"/>
                      </a:cubicBezTo>
                      <a:cubicBezTo>
                        <a:pt x="38291" y="90868"/>
                        <a:pt x="42482" y="90678"/>
                        <a:pt x="48006" y="90297"/>
                      </a:cubicBezTo>
                      <a:cubicBezTo>
                        <a:pt x="53435" y="89916"/>
                        <a:pt x="57626" y="89725"/>
                        <a:pt x="60388" y="89725"/>
                      </a:cubicBezTo>
                      <a:cubicBezTo>
                        <a:pt x="64579" y="89725"/>
                        <a:pt x="68390" y="90011"/>
                        <a:pt x="72009" y="90583"/>
                      </a:cubicBezTo>
                      <a:cubicBezTo>
                        <a:pt x="72676" y="89059"/>
                        <a:pt x="73914" y="88963"/>
                        <a:pt x="75914" y="90202"/>
                      </a:cubicBezTo>
                      <a:close/>
                      <a:moveTo>
                        <a:pt x="4667" y="20383"/>
                      </a:moveTo>
                      <a:lnTo>
                        <a:pt x="5525" y="21526"/>
                      </a:lnTo>
                      <a:lnTo>
                        <a:pt x="5525" y="21812"/>
                      </a:lnTo>
                      <a:cubicBezTo>
                        <a:pt x="4953" y="21431"/>
                        <a:pt x="4763" y="20955"/>
                        <a:pt x="4667" y="20479"/>
                      </a:cubicBezTo>
                      <a:close/>
                      <a:moveTo>
                        <a:pt x="33147" y="60008"/>
                      </a:moveTo>
                      <a:lnTo>
                        <a:pt x="31433" y="60008"/>
                      </a:lnTo>
                      <a:cubicBezTo>
                        <a:pt x="31718" y="60674"/>
                        <a:pt x="32290" y="60674"/>
                        <a:pt x="33147" y="60008"/>
                      </a:cubicBezTo>
                      <a:lnTo>
                        <a:pt x="33814" y="60008"/>
                      </a:lnTo>
                      <a:cubicBezTo>
                        <a:pt x="33814" y="60008"/>
                        <a:pt x="34100" y="60579"/>
                        <a:pt x="34100" y="60960"/>
                      </a:cubicBezTo>
                      <a:lnTo>
                        <a:pt x="36100" y="60008"/>
                      </a:lnTo>
                      <a:cubicBezTo>
                        <a:pt x="36576" y="60484"/>
                        <a:pt x="36767" y="60770"/>
                        <a:pt x="36767" y="60960"/>
                      </a:cubicBezTo>
                      <a:lnTo>
                        <a:pt x="38862" y="60960"/>
                      </a:lnTo>
                      <a:lnTo>
                        <a:pt x="38862" y="60008"/>
                      </a:lnTo>
                      <a:lnTo>
                        <a:pt x="33909" y="60008"/>
                      </a:lnTo>
                      <a:cubicBezTo>
                        <a:pt x="33909" y="60008"/>
                        <a:pt x="33433" y="59817"/>
                        <a:pt x="33242" y="60008"/>
                      </a:cubicBezTo>
                      <a:close/>
                      <a:moveTo>
                        <a:pt x="60103" y="7810"/>
                      </a:moveTo>
                      <a:lnTo>
                        <a:pt x="58960" y="7144"/>
                      </a:lnTo>
                      <a:lnTo>
                        <a:pt x="60103" y="9334"/>
                      </a:lnTo>
                      <a:lnTo>
                        <a:pt x="60103" y="7810"/>
                      </a:lnTo>
                      <a:close/>
                      <a:moveTo>
                        <a:pt x="85725" y="97441"/>
                      </a:moveTo>
                      <a:lnTo>
                        <a:pt x="86296" y="97441"/>
                      </a:lnTo>
                      <a:lnTo>
                        <a:pt x="84677" y="98393"/>
                      </a:lnTo>
                      <a:lnTo>
                        <a:pt x="85725" y="9744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 name="Google Shape;963;p99"/>
                <p:cNvSpPr/>
                <p:nvPr/>
              </p:nvSpPr>
              <p:spPr>
                <a:xfrm>
                  <a:off x="6818280" y="2133977"/>
                  <a:ext cx="74961" cy="111827"/>
                </a:xfrm>
                <a:custGeom>
                  <a:avLst/>
                  <a:gdLst/>
                  <a:ahLst/>
                  <a:cxnLst/>
                  <a:rect l="l" t="t" r="r" b="b"/>
                  <a:pathLst>
                    <a:path w="74961" h="111827" extrusionOk="0">
                      <a:moveTo>
                        <a:pt x="73819" y="3909"/>
                      </a:moveTo>
                      <a:lnTo>
                        <a:pt x="74962" y="23531"/>
                      </a:lnTo>
                      <a:cubicBezTo>
                        <a:pt x="72676" y="24293"/>
                        <a:pt x="69533" y="24388"/>
                        <a:pt x="65532" y="24102"/>
                      </a:cubicBezTo>
                      <a:cubicBezTo>
                        <a:pt x="60865" y="23626"/>
                        <a:pt x="57722" y="23531"/>
                        <a:pt x="56198" y="23721"/>
                      </a:cubicBezTo>
                      <a:cubicBezTo>
                        <a:pt x="52864" y="24197"/>
                        <a:pt x="50197" y="25722"/>
                        <a:pt x="48197" y="28484"/>
                      </a:cubicBezTo>
                      <a:cubicBezTo>
                        <a:pt x="48387" y="29151"/>
                        <a:pt x="48483" y="29817"/>
                        <a:pt x="48483" y="30579"/>
                      </a:cubicBezTo>
                      <a:cubicBezTo>
                        <a:pt x="48483" y="31341"/>
                        <a:pt x="48387" y="32389"/>
                        <a:pt x="48101" y="33818"/>
                      </a:cubicBezTo>
                      <a:cubicBezTo>
                        <a:pt x="47816" y="35247"/>
                        <a:pt x="47720" y="36294"/>
                        <a:pt x="47720" y="37056"/>
                      </a:cubicBezTo>
                      <a:cubicBezTo>
                        <a:pt x="47720" y="38199"/>
                        <a:pt x="47911" y="39247"/>
                        <a:pt x="48292" y="40199"/>
                      </a:cubicBezTo>
                      <a:cubicBezTo>
                        <a:pt x="48578" y="40771"/>
                        <a:pt x="48673" y="41247"/>
                        <a:pt x="48673" y="41723"/>
                      </a:cubicBezTo>
                      <a:cubicBezTo>
                        <a:pt x="48673" y="42390"/>
                        <a:pt x="48483" y="43057"/>
                        <a:pt x="48101" y="43914"/>
                      </a:cubicBezTo>
                      <a:cubicBezTo>
                        <a:pt x="47720" y="44772"/>
                        <a:pt x="47530" y="45343"/>
                        <a:pt x="47530" y="45724"/>
                      </a:cubicBezTo>
                      <a:cubicBezTo>
                        <a:pt x="47530" y="46295"/>
                        <a:pt x="47816" y="46772"/>
                        <a:pt x="48197" y="47248"/>
                      </a:cubicBezTo>
                      <a:lnTo>
                        <a:pt x="47816" y="53439"/>
                      </a:lnTo>
                      <a:cubicBezTo>
                        <a:pt x="47816" y="52677"/>
                        <a:pt x="47244" y="52201"/>
                        <a:pt x="46292" y="52010"/>
                      </a:cubicBezTo>
                      <a:cubicBezTo>
                        <a:pt x="44958" y="51630"/>
                        <a:pt x="44196" y="51439"/>
                        <a:pt x="44006" y="51344"/>
                      </a:cubicBezTo>
                      <a:cubicBezTo>
                        <a:pt x="43625" y="51630"/>
                        <a:pt x="43529" y="52010"/>
                        <a:pt x="43625" y="52391"/>
                      </a:cubicBezTo>
                      <a:cubicBezTo>
                        <a:pt x="43625" y="52868"/>
                        <a:pt x="43625" y="53249"/>
                        <a:pt x="43529" y="53534"/>
                      </a:cubicBezTo>
                      <a:cubicBezTo>
                        <a:pt x="44101" y="53249"/>
                        <a:pt x="44482" y="53153"/>
                        <a:pt x="44958" y="53153"/>
                      </a:cubicBezTo>
                      <a:cubicBezTo>
                        <a:pt x="45625" y="53153"/>
                        <a:pt x="46101" y="53820"/>
                        <a:pt x="46482" y="55249"/>
                      </a:cubicBezTo>
                      <a:cubicBezTo>
                        <a:pt x="46863" y="56963"/>
                        <a:pt x="47149" y="58011"/>
                        <a:pt x="47435" y="58297"/>
                      </a:cubicBezTo>
                      <a:lnTo>
                        <a:pt x="46768" y="58297"/>
                      </a:lnTo>
                      <a:cubicBezTo>
                        <a:pt x="47911" y="61345"/>
                        <a:pt x="48483" y="65631"/>
                        <a:pt x="48578" y="71060"/>
                      </a:cubicBezTo>
                      <a:cubicBezTo>
                        <a:pt x="48578" y="75442"/>
                        <a:pt x="48483" y="79919"/>
                        <a:pt x="48483" y="84205"/>
                      </a:cubicBezTo>
                      <a:cubicBezTo>
                        <a:pt x="48483" y="86777"/>
                        <a:pt x="48768" y="89063"/>
                        <a:pt x="49054" y="91158"/>
                      </a:cubicBezTo>
                      <a:cubicBezTo>
                        <a:pt x="49054" y="91158"/>
                        <a:pt x="49435" y="91349"/>
                        <a:pt x="50102" y="91730"/>
                      </a:cubicBezTo>
                      <a:cubicBezTo>
                        <a:pt x="50768" y="92111"/>
                        <a:pt x="51245" y="92206"/>
                        <a:pt x="51721" y="92015"/>
                      </a:cubicBezTo>
                      <a:cubicBezTo>
                        <a:pt x="51054" y="93444"/>
                        <a:pt x="50673" y="96968"/>
                        <a:pt x="50483" y="102684"/>
                      </a:cubicBezTo>
                      <a:cubicBezTo>
                        <a:pt x="50483" y="105827"/>
                        <a:pt x="49435" y="108017"/>
                        <a:pt x="47625" y="109160"/>
                      </a:cubicBezTo>
                      <a:cubicBezTo>
                        <a:pt x="47911" y="109351"/>
                        <a:pt x="48006" y="109827"/>
                        <a:pt x="48006" y="110684"/>
                      </a:cubicBezTo>
                      <a:cubicBezTo>
                        <a:pt x="46958" y="110684"/>
                        <a:pt x="43815" y="110684"/>
                        <a:pt x="38576" y="110684"/>
                      </a:cubicBezTo>
                      <a:cubicBezTo>
                        <a:pt x="34766" y="110684"/>
                        <a:pt x="31623" y="110970"/>
                        <a:pt x="29337" y="111827"/>
                      </a:cubicBezTo>
                      <a:cubicBezTo>
                        <a:pt x="27337" y="110208"/>
                        <a:pt x="26384" y="107636"/>
                        <a:pt x="26384" y="104303"/>
                      </a:cubicBezTo>
                      <a:cubicBezTo>
                        <a:pt x="26479" y="101445"/>
                        <a:pt x="26479" y="98588"/>
                        <a:pt x="26479" y="95730"/>
                      </a:cubicBezTo>
                      <a:cubicBezTo>
                        <a:pt x="26956" y="85157"/>
                        <a:pt x="27146" y="74013"/>
                        <a:pt x="27146" y="62488"/>
                      </a:cubicBezTo>
                      <a:cubicBezTo>
                        <a:pt x="27146" y="50963"/>
                        <a:pt x="26861" y="39152"/>
                        <a:pt x="26479" y="26864"/>
                      </a:cubicBezTo>
                      <a:cubicBezTo>
                        <a:pt x="25908" y="24959"/>
                        <a:pt x="24479" y="23912"/>
                        <a:pt x="22098" y="23912"/>
                      </a:cubicBezTo>
                      <a:cubicBezTo>
                        <a:pt x="21622" y="23912"/>
                        <a:pt x="20955" y="23912"/>
                        <a:pt x="20098" y="24007"/>
                      </a:cubicBezTo>
                      <a:lnTo>
                        <a:pt x="18288" y="24007"/>
                      </a:lnTo>
                      <a:cubicBezTo>
                        <a:pt x="17145" y="24007"/>
                        <a:pt x="16097" y="23816"/>
                        <a:pt x="15335" y="23435"/>
                      </a:cubicBezTo>
                      <a:cubicBezTo>
                        <a:pt x="16193" y="23435"/>
                        <a:pt x="13335" y="23531"/>
                        <a:pt x="6953" y="23531"/>
                      </a:cubicBezTo>
                      <a:cubicBezTo>
                        <a:pt x="4096" y="23531"/>
                        <a:pt x="1810" y="22769"/>
                        <a:pt x="0" y="21340"/>
                      </a:cubicBezTo>
                      <a:lnTo>
                        <a:pt x="0" y="1909"/>
                      </a:lnTo>
                      <a:cubicBezTo>
                        <a:pt x="476" y="2385"/>
                        <a:pt x="1048" y="2576"/>
                        <a:pt x="1715" y="2576"/>
                      </a:cubicBezTo>
                      <a:cubicBezTo>
                        <a:pt x="2762" y="2576"/>
                        <a:pt x="3905" y="1814"/>
                        <a:pt x="5048" y="385"/>
                      </a:cubicBezTo>
                      <a:cubicBezTo>
                        <a:pt x="10668" y="4"/>
                        <a:pt x="19050" y="4"/>
                        <a:pt x="30099" y="290"/>
                      </a:cubicBezTo>
                      <a:cubicBezTo>
                        <a:pt x="41148" y="576"/>
                        <a:pt x="49530" y="480"/>
                        <a:pt x="55531" y="4"/>
                      </a:cubicBezTo>
                      <a:cubicBezTo>
                        <a:pt x="55817" y="576"/>
                        <a:pt x="56293" y="861"/>
                        <a:pt x="56769" y="861"/>
                      </a:cubicBezTo>
                      <a:cubicBezTo>
                        <a:pt x="57055" y="861"/>
                        <a:pt x="57626" y="766"/>
                        <a:pt x="58293" y="480"/>
                      </a:cubicBezTo>
                      <a:cubicBezTo>
                        <a:pt x="58960" y="194"/>
                        <a:pt x="59436" y="99"/>
                        <a:pt x="59722" y="99"/>
                      </a:cubicBezTo>
                      <a:cubicBezTo>
                        <a:pt x="60865" y="766"/>
                        <a:pt x="63722" y="766"/>
                        <a:pt x="68485" y="99"/>
                      </a:cubicBezTo>
                      <a:cubicBezTo>
                        <a:pt x="72009" y="-377"/>
                        <a:pt x="73819" y="861"/>
                        <a:pt x="73914" y="3814"/>
                      </a:cubicBezTo>
                      <a:close/>
                      <a:moveTo>
                        <a:pt x="11906" y="8195"/>
                      </a:moveTo>
                      <a:cubicBezTo>
                        <a:pt x="12764" y="6767"/>
                        <a:pt x="14002" y="6005"/>
                        <a:pt x="15526" y="6005"/>
                      </a:cubicBezTo>
                      <a:cubicBezTo>
                        <a:pt x="16097" y="6005"/>
                        <a:pt x="16954" y="6100"/>
                        <a:pt x="18288" y="6386"/>
                      </a:cubicBezTo>
                      <a:cubicBezTo>
                        <a:pt x="19526" y="6672"/>
                        <a:pt x="20479" y="6767"/>
                        <a:pt x="21241" y="6767"/>
                      </a:cubicBezTo>
                      <a:cubicBezTo>
                        <a:pt x="22003" y="6767"/>
                        <a:pt x="22670" y="6672"/>
                        <a:pt x="23336" y="6481"/>
                      </a:cubicBezTo>
                      <a:lnTo>
                        <a:pt x="21050" y="4290"/>
                      </a:lnTo>
                      <a:cubicBezTo>
                        <a:pt x="20193" y="4290"/>
                        <a:pt x="19908" y="3909"/>
                        <a:pt x="20003" y="3147"/>
                      </a:cubicBezTo>
                      <a:cubicBezTo>
                        <a:pt x="20193" y="2290"/>
                        <a:pt x="20193" y="1718"/>
                        <a:pt x="20003" y="1623"/>
                      </a:cubicBezTo>
                      <a:cubicBezTo>
                        <a:pt x="19717" y="2195"/>
                        <a:pt x="19431" y="2480"/>
                        <a:pt x="19050" y="2576"/>
                      </a:cubicBezTo>
                      <a:cubicBezTo>
                        <a:pt x="18860" y="2480"/>
                        <a:pt x="18574" y="2385"/>
                        <a:pt x="18383" y="2385"/>
                      </a:cubicBezTo>
                      <a:cubicBezTo>
                        <a:pt x="18288" y="2385"/>
                        <a:pt x="18288" y="2957"/>
                        <a:pt x="18383" y="3814"/>
                      </a:cubicBezTo>
                      <a:cubicBezTo>
                        <a:pt x="17241" y="4576"/>
                        <a:pt x="15812" y="5052"/>
                        <a:pt x="14097" y="5243"/>
                      </a:cubicBezTo>
                      <a:cubicBezTo>
                        <a:pt x="11906" y="5433"/>
                        <a:pt x="10573" y="5624"/>
                        <a:pt x="9906" y="5909"/>
                      </a:cubicBezTo>
                      <a:lnTo>
                        <a:pt x="12668" y="5909"/>
                      </a:lnTo>
                      <a:cubicBezTo>
                        <a:pt x="12192" y="6767"/>
                        <a:pt x="11525" y="7338"/>
                        <a:pt x="10954" y="7624"/>
                      </a:cubicBezTo>
                      <a:cubicBezTo>
                        <a:pt x="10954" y="7624"/>
                        <a:pt x="10859" y="7624"/>
                        <a:pt x="10859" y="7434"/>
                      </a:cubicBezTo>
                      <a:cubicBezTo>
                        <a:pt x="10668" y="7529"/>
                        <a:pt x="10478" y="7624"/>
                        <a:pt x="10287" y="7910"/>
                      </a:cubicBezTo>
                      <a:cubicBezTo>
                        <a:pt x="9716" y="8100"/>
                        <a:pt x="9335" y="8195"/>
                        <a:pt x="9049" y="8195"/>
                      </a:cubicBezTo>
                      <a:cubicBezTo>
                        <a:pt x="8668" y="8005"/>
                        <a:pt x="8096" y="8005"/>
                        <a:pt x="7525" y="8195"/>
                      </a:cubicBezTo>
                      <a:cubicBezTo>
                        <a:pt x="5620" y="8005"/>
                        <a:pt x="4191" y="8005"/>
                        <a:pt x="3524" y="8195"/>
                      </a:cubicBezTo>
                      <a:lnTo>
                        <a:pt x="3524" y="7529"/>
                      </a:lnTo>
                      <a:lnTo>
                        <a:pt x="1810" y="9338"/>
                      </a:lnTo>
                      <a:cubicBezTo>
                        <a:pt x="2286" y="9529"/>
                        <a:pt x="2762" y="9624"/>
                        <a:pt x="3334" y="9624"/>
                      </a:cubicBezTo>
                      <a:cubicBezTo>
                        <a:pt x="3524" y="9624"/>
                        <a:pt x="4953" y="9148"/>
                        <a:pt x="7525" y="8195"/>
                      </a:cubicBezTo>
                      <a:lnTo>
                        <a:pt x="9049" y="8195"/>
                      </a:lnTo>
                      <a:cubicBezTo>
                        <a:pt x="9049" y="8195"/>
                        <a:pt x="9525" y="8672"/>
                        <a:pt x="9811" y="8957"/>
                      </a:cubicBezTo>
                      <a:cubicBezTo>
                        <a:pt x="10001" y="9243"/>
                        <a:pt x="10192" y="9719"/>
                        <a:pt x="10383" y="10101"/>
                      </a:cubicBezTo>
                      <a:cubicBezTo>
                        <a:pt x="10287" y="9815"/>
                        <a:pt x="10097" y="9529"/>
                        <a:pt x="9906" y="9148"/>
                      </a:cubicBezTo>
                      <a:cubicBezTo>
                        <a:pt x="9906" y="8576"/>
                        <a:pt x="10001" y="8195"/>
                        <a:pt x="10383" y="7910"/>
                      </a:cubicBezTo>
                      <a:cubicBezTo>
                        <a:pt x="10573" y="7910"/>
                        <a:pt x="10763" y="7814"/>
                        <a:pt x="11049" y="7624"/>
                      </a:cubicBezTo>
                      <a:cubicBezTo>
                        <a:pt x="11716" y="8576"/>
                        <a:pt x="12002" y="9148"/>
                        <a:pt x="12002" y="9338"/>
                      </a:cubicBezTo>
                      <a:lnTo>
                        <a:pt x="15716" y="8576"/>
                      </a:lnTo>
                      <a:lnTo>
                        <a:pt x="12002" y="8195"/>
                      </a:lnTo>
                      <a:close/>
                      <a:moveTo>
                        <a:pt x="9144" y="14577"/>
                      </a:moveTo>
                      <a:lnTo>
                        <a:pt x="11335" y="13434"/>
                      </a:lnTo>
                      <a:lnTo>
                        <a:pt x="10287" y="13434"/>
                      </a:lnTo>
                      <a:lnTo>
                        <a:pt x="9144" y="14577"/>
                      </a:lnTo>
                      <a:close/>
                      <a:moveTo>
                        <a:pt x="26289" y="3909"/>
                      </a:moveTo>
                      <a:lnTo>
                        <a:pt x="27908" y="2099"/>
                      </a:lnTo>
                      <a:cubicBezTo>
                        <a:pt x="27337" y="2099"/>
                        <a:pt x="26670" y="1718"/>
                        <a:pt x="25908" y="1242"/>
                      </a:cubicBezTo>
                      <a:lnTo>
                        <a:pt x="24098" y="3909"/>
                      </a:lnTo>
                      <a:lnTo>
                        <a:pt x="22098" y="2766"/>
                      </a:lnTo>
                      <a:lnTo>
                        <a:pt x="24765" y="5433"/>
                      </a:lnTo>
                      <a:cubicBezTo>
                        <a:pt x="24765" y="3623"/>
                        <a:pt x="25146" y="2480"/>
                        <a:pt x="25908" y="2099"/>
                      </a:cubicBezTo>
                      <a:cubicBezTo>
                        <a:pt x="26099" y="2290"/>
                        <a:pt x="26289" y="2957"/>
                        <a:pt x="26289" y="3909"/>
                      </a:cubicBezTo>
                      <a:close/>
                      <a:moveTo>
                        <a:pt x="31718" y="59440"/>
                      </a:moveTo>
                      <a:cubicBezTo>
                        <a:pt x="33433" y="59630"/>
                        <a:pt x="34100" y="59440"/>
                        <a:pt x="33909" y="59059"/>
                      </a:cubicBezTo>
                      <a:cubicBezTo>
                        <a:pt x="33528" y="58868"/>
                        <a:pt x="32766" y="59059"/>
                        <a:pt x="31718" y="59440"/>
                      </a:cubicBezTo>
                      <a:cubicBezTo>
                        <a:pt x="31242" y="59249"/>
                        <a:pt x="30861" y="59249"/>
                        <a:pt x="30575" y="59440"/>
                      </a:cubicBezTo>
                      <a:cubicBezTo>
                        <a:pt x="31052" y="59630"/>
                        <a:pt x="31433" y="59630"/>
                        <a:pt x="31718" y="59440"/>
                      </a:cubicBezTo>
                      <a:close/>
                      <a:moveTo>
                        <a:pt x="46292" y="57249"/>
                      </a:moveTo>
                      <a:cubicBezTo>
                        <a:pt x="45244" y="56487"/>
                        <a:pt x="43720" y="56106"/>
                        <a:pt x="41815" y="56106"/>
                      </a:cubicBezTo>
                      <a:cubicBezTo>
                        <a:pt x="39529" y="56106"/>
                        <a:pt x="37910" y="56011"/>
                        <a:pt x="37148" y="55725"/>
                      </a:cubicBezTo>
                      <a:lnTo>
                        <a:pt x="40862" y="57916"/>
                      </a:lnTo>
                      <a:cubicBezTo>
                        <a:pt x="40862" y="57916"/>
                        <a:pt x="40196" y="58487"/>
                        <a:pt x="40196" y="59059"/>
                      </a:cubicBezTo>
                      <a:lnTo>
                        <a:pt x="41339" y="59059"/>
                      </a:lnTo>
                      <a:cubicBezTo>
                        <a:pt x="41339" y="59059"/>
                        <a:pt x="41910" y="59440"/>
                        <a:pt x="41910" y="59630"/>
                      </a:cubicBezTo>
                      <a:cubicBezTo>
                        <a:pt x="41910" y="59630"/>
                        <a:pt x="41815" y="60011"/>
                        <a:pt x="41529" y="60488"/>
                      </a:cubicBezTo>
                      <a:cubicBezTo>
                        <a:pt x="41243" y="60964"/>
                        <a:pt x="41148" y="61345"/>
                        <a:pt x="41339" y="61726"/>
                      </a:cubicBezTo>
                      <a:lnTo>
                        <a:pt x="43625" y="61726"/>
                      </a:lnTo>
                      <a:cubicBezTo>
                        <a:pt x="42482" y="60583"/>
                        <a:pt x="41910" y="59821"/>
                        <a:pt x="41910" y="59345"/>
                      </a:cubicBezTo>
                      <a:cubicBezTo>
                        <a:pt x="41910" y="58964"/>
                        <a:pt x="42196" y="58678"/>
                        <a:pt x="42672" y="58487"/>
                      </a:cubicBezTo>
                      <a:cubicBezTo>
                        <a:pt x="43148" y="58297"/>
                        <a:pt x="43815" y="58011"/>
                        <a:pt x="44577" y="57726"/>
                      </a:cubicBezTo>
                      <a:cubicBezTo>
                        <a:pt x="45244" y="57630"/>
                        <a:pt x="45816" y="57916"/>
                        <a:pt x="46387" y="58392"/>
                      </a:cubicBezTo>
                      <a:lnTo>
                        <a:pt x="46387" y="57344"/>
                      </a:lnTo>
                      <a:close/>
                      <a:moveTo>
                        <a:pt x="40862" y="47629"/>
                      </a:moveTo>
                      <a:cubicBezTo>
                        <a:pt x="41434" y="48391"/>
                        <a:pt x="42196" y="48772"/>
                        <a:pt x="43148" y="48772"/>
                      </a:cubicBezTo>
                      <a:cubicBezTo>
                        <a:pt x="44577" y="48772"/>
                        <a:pt x="45720" y="48296"/>
                        <a:pt x="46768" y="47248"/>
                      </a:cubicBezTo>
                      <a:lnTo>
                        <a:pt x="44672" y="46581"/>
                      </a:lnTo>
                      <a:cubicBezTo>
                        <a:pt x="44672" y="47629"/>
                        <a:pt x="44291" y="48201"/>
                        <a:pt x="44006" y="48201"/>
                      </a:cubicBezTo>
                      <a:cubicBezTo>
                        <a:pt x="44006" y="48201"/>
                        <a:pt x="43529" y="47819"/>
                        <a:pt x="42863" y="47248"/>
                      </a:cubicBezTo>
                      <a:cubicBezTo>
                        <a:pt x="42196" y="46581"/>
                        <a:pt x="41529" y="46391"/>
                        <a:pt x="40958" y="46581"/>
                      </a:cubicBezTo>
                      <a:lnTo>
                        <a:pt x="40958" y="47629"/>
                      </a:lnTo>
                      <a:close/>
                      <a:moveTo>
                        <a:pt x="46006" y="60773"/>
                      </a:moveTo>
                      <a:lnTo>
                        <a:pt x="46292" y="60964"/>
                      </a:lnTo>
                      <a:lnTo>
                        <a:pt x="46006" y="60773"/>
                      </a:lnTo>
                      <a:lnTo>
                        <a:pt x="43529" y="58964"/>
                      </a:lnTo>
                      <a:cubicBezTo>
                        <a:pt x="43244" y="59821"/>
                        <a:pt x="43529" y="60297"/>
                        <a:pt x="44291" y="60488"/>
                      </a:cubicBezTo>
                      <a:cubicBezTo>
                        <a:pt x="44863" y="60583"/>
                        <a:pt x="45434" y="60678"/>
                        <a:pt x="46006" y="60773"/>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64" name="Google Shape;964;p99"/>
              <p:cNvGrpSpPr/>
              <p:nvPr/>
            </p:nvGrpSpPr>
            <p:grpSpPr>
              <a:xfrm>
                <a:off x="12063311" y="3502152"/>
                <a:ext cx="300895" cy="56197"/>
                <a:chOff x="6809993" y="1220247"/>
                <a:chExt cx="300895" cy="56197"/>
              </a:xfrm>
            </p:grpSpPr>
            <p:sp>
              <p:nvSpPr>
                <p:cNvPr id="965" name="Google Shape;965;p99"/>
                <p:cNvSpPr/>
                <p:nvPr/>
              </p:nvSpPr>
              <p:spPr>
                <a:xfrm>
                  <a:off x="6809993" y="1220247"/>
                  <a:ext cx="11811" cy="53435"/>
                </a:xfrm>
                <a:custGeom>
                  <a:avLst/>
                  <a:gdLst/>
                  <a:ahLst/>
                  <a:cxnLst/>
                  <a:rect l="l" t="t" r="r" b="b"/>
                  <a:pathLst>
                    <a:path w="11811" h="53435" extrusionOk="0">
                      <a:moveTo>
                        <a:pt x="10859" y="46482"/>
                      </a:moveTo>
                      <a:cubicBezTo>
                        <a:pt x="10859" y="47720"/>
                        <a:pt x="10859" y="48577"/>
                        <a:pt x="10668" y="48863"/>
                      </a:cubicBezTo>
                      <a:cubicBezTo>
                        <a:pt x="11144" y="50673"/>
                        <a:pt x="11049" y="52006"/>
                        <a:pt x="10382" y="52864"/>
                      </a:cubicBezTo>
                      <a:cubicBezTo>
                        <a:pt x="10001" y="53054"/>
                        <a:pt x="9525" y="53150"/>
                        <a:pt x="8858" y="53150"/>
                      </a:cubicBezTo>
                      <a:lnTo>
                        <a:pt x="6953" y="53150"/>
                      </a:lnTo>
                      <a:cubicBezTo>
                        <a:pt x="6953" y="52483"/>
                        <a:pt x="6953" y="52102"/>
                        <a:pt x="6763" y="52102"/>
                      </a:cubicBezTo>
                      <a:cubicBezTo>
                        <a:pt x="6763" y="52959"/>
                        <a:pt x="6477" y="53435"/>
                        <a:pt x="5810" y="53435"/>
                      </a:cubicBezTo>
                      <a:cubicBezTo>
                        <a:pt x="5620" y="53435"/>
                        <a:pt x="5239" y="53435"/>
                        <a:pt x="4667" y="53245"/>
                      </a:cubicBezTo>
                      <a:cubicBezTo>
                        <a:pt x="4096" y="53150"/>
                        <a:pt x="3810" y="53054"/>
                        <a:pt x="3524" y="53054"/>
                      </a:cubicBezTo>
                      <a:cubicBezTo>
                        <a:pt x="3238" y="53054"/>
                        <a:pt x="3048" y="53054"/>
                        <a:pt x="2953" y="53150"/>
                      </a:cubicBezTo>
                      <a:cubicBezTo>
                        <a:pt x="2762" y="52959"/>
                        <a:pt x="2572" y="52864"/>
                        <a:pt x="2381" y="52864"/>
                      </a:cubicBezTo>
                      <a:cubicBezTo>
                        <a:pt x="2286" y="52864"/>
                        <a:pt x="2096" y="52864"/>
                        <a:pt x="1905" y="52959"/>
                      </a:cubicBezTo>
                      <a:cubicBezTo>
                        <a:pt x="1715" y="52959"/>
                        <a:pt x="1619" y="53054"/>
                        <a:pt x="1524" y="53054"/>
                      </a:cubicBezTo>
                      <a:cubicBezTo>
                        <a:pt x="1334" y="53054"/>
                        <a:pt x="1048" y="53054"/>
                        <a:pt x="953" y="52769"/>
                      </a:cubicBezTo>
                      <a:cubicBezTo>
                        <a:pt x="571" y="50673"/>
                        <a:pt x="286" y="48482"/>
                        <a:pt x="286" y="46196"/>
                      </a:cubicBezTo>
                      <a:cubicBezTo>
                        <a:pt x="286" y="44291"/>
                        <a:pt x="476" y="41338"/>
                        <a:pt x="953" y="37243"/>
                      </a:cubicBezTo>
                      <a:cubicBezTo>
                        <a:pt x="476" y="34195"/>
                        <a:pt x="286" y="29146"/>
                        <a:pt x="667" y="22098"/>
                      </a:cubicBezTo>
                      <a:cubicBezTo>
                        <a:pt x="191" y="21622"/>
                        <a:pt x="0" y="21336"/>
                        <a:pt x="0" y="21050"/>
                      </a:cubicBezTo>
                      <a:cubicBezTo>
                        <a:pt x="0" y="20955"/>
                        <a:pt x="95" y="20765"/>
                        <a:pt x="286" y="20479"/>
                      </a:cubicBezTo>
                      <a:cubicBezTo>
                        <a:pt x="476" y="20193"/>
                        <a:pt x="571" y="20002"/>
                        <a:pt x="571" y="19812"/>
                      </a:cubicBezTo>
                      <a:cubicBezTo>
                        <a:pt x="571" y="19526"/>
                        <a:pt x="476" y="19240"/>
                        <a:pt x="286" y="18859"/>
                      </a:cubicBezTo>
                      <a:cubicBezTo>
                        <a:pt x="476" y="18574"/>
                        <a:pt x="476" y="17717"/>
                        <a:pt x="286" y="16383"/>
                      </a:cubicBezTo>
                      <a:cubicBezTo>
                        <a:pt x="0" y="15240"/>
                        <a:pt x="286" y="14573"/>
                        <a:pt x="1238" y="14383"/>
                      </a:cubicBezTo>
                      <a:lnTo>
                        <a:pt x="286" y="12763"/>
                      </a:lnTo>
                      <a:cubicBezTo>
                        <a:pt x="286" y="12763"/>
                        <a:pt x="762" y="12192"/>
                        <a:pt x="762" y="11621"/>
                      </a:cubicBezTo>
                      <a:cubicBezTo>
                        <a:pt x="762" y="11240"/>
                        <a:pt x="667" y="10668"/>
                        <a:pt x="476" y="9811"/>
                      </a:cubicBezTo>
                      <a:cubicBezTo>
                        <a:pt x="191" y="8954"/>
                        <a:pt x="95" y="8287"/>
                        <a:pt x="95" y="7810"/>
                      </a:cubicBezTo>
                      <a:cubicBezTo>
                        <a:pt x="95" y="7239"/>
                        <a:pt x="286" y="6667"/>
                        <a:pt x="667" y="6286"/>
                      </a:cubicBezTo>
                      <a:cubicBezTo>
                        <a:pt x="571" y="4763"/>
                        <a:pt x="476" y="3905"/>
                        <a:pt x="476" y="3715"/>
                      </a:cubicBezTo>
                      <a:cubicBezTo>
                        <a:pt x="476" y="2000"/>
                        <a:pt x="1048" y="952"/>
                        <a:pt x="2286" y="381"/>
                      </a:cubicBezTo>
                      <a:lnTo>
                        <a:pt x="3429" y="381"/>
                      </a:lnTo>
                      <a:cubicBezTo>
                        <a:pt x="3429" y="381"/>
                        <a:pt x="4572" y="381"/>
                        <a:pt x="5525" y="190"/>
                      </a:cubicBezTo>
                      <a:cubicBezTo>
                        <a:pt x="6477" y="0"/>
                        <a:pt x="7239" y="0"/>
                        <a:pt x="7715" y="0"/>
                      </a:cubicBezTo>
                      <a:cubicBezTo>
                        <a:pt x="9049" y="0"/>
                        <a:pt x="10096" y="571"/>
                        <a:pt x="10668" y="1619"/>
                      </a:cubicBezTo>
                      <a:cubicBezTo>
                        <a:pt x="10668" y="5525"/>
                        <a:pt x="10668" y="11335"/>
                        <a:pt x="10668" y="19050"/>
                      </a:cubicBezTo>
                      <a:cubicBezTo>
                        <a:pt x="10668" y="19050"/>
                        <a:pt x="10478" y="19050"/>
                        <a:pt x="10096" y="19240"/>
                      </a:cubicBezTo>
                      <a:cubicBezTo>
                        <a:pt x="10096" y="19526"/>
                        <a:pt x="10096" y="19812"/>
                        <a:pt x="10573" y="20098"/>
                      </a:cubicBezTo>
                      <a:cubicBezTo>
                        <a:pt x="10954" y="20383"/>
                        <a:pt x="11240" y="20574"/>
                        <a:pt x="11240" y="20669"/>
                      </a:cubicBezTo>
                      <a:cubicBezTo>
                        <a:pt x="11240" y="20860"/>
                        <a:pt x="11049" y="21050"/>
                        <a:pt x="10763" y="21241"/>
                      </a:cubicBezTo>
                      <a:lnTo>
                        <a:pt x="10192" y="21812"/>
                      </a:lnTo>
                      <a:cubicBezTo>
                        <a:pt x="10763" y="22479"/>
                        <a:pt x="10954" y="23336"/>
                        <a:pt x="10954" y="24289"/>
                      </a:cubicBezTo>
                      <a:cubicBezTo>
                        <a:pt x="10954" y="24765"/>
                        <a:pt x="10954" y="25432"/>
                        <a:pt x="10763" y="26384"/>
                      </a:cubicBezTo>
                      <a:cubicBezTo>
                        <a:pt x="10573" y="27337"/>
                        <a:pt x="10478" y="28004"/>
                        <a:pt x="10478" y="28575"/>
                      </a:cubicBezTo>
                      <a:cubicBezTo>
                        <a:pt x="10478" y="29146"/>
                        <a:pt x="10573" y="29718"/>
                        <a:pt x="10763" y="30290"/>
                      </a:cubicBezTo>
                      <a:cubicBezTo>
                        <a:pt x="10763" y="33528"/>
                        <a:pt x="10763" y="38100"/>
                        <a:pt x="10478" y="44101"/>
                      </a:cubicBezTo>
                      <a:cubicBezTo>
                        <a:pt x="10573" y="44291"/>
                        <a:pt x="10763" y="44291"/>
                        <a:pt x="11049" y="44291"/>
                      </a:cubicBezTo>
                      <a:lnTo>
                        <a:pt x="11811" y="44291"/>
                      </a:lnTo>
                      <a:cubicBezTo>
                        <a:pt x="11240" y="44577"/>
                        <a:pt x="10954" y="45244"/>
                        <a:pt x="10954" y="46292"/>
                      </a:cubicBezTo>
                      <a:close/>
                      <a:moveTo>
                        <a:pt x="2191" y="13335"/>
                      </a:moveTo>
                      <a:cubicBezTo>
                        <a:pt x="2191" y="13335"/>
                        <a:pt x="2000" y="13430"/>
                        <a:pt x="2000" y="13525"/>
                      </a:cubicBezTo>
                      <a:cubicBezTo>
                        <a:pt x="2000" y="13716"/>
                        <a:pt x="2096" y="13811"/>
                        <a:pt x="2286" y="14002"/>
                      </a:cubicBezTo>
                      <a:cubicBezTo>
                        <a:pt x="2477" y="14097"/>
                        <a:pt x="2667" y="14192"/>
                        <a:pt x="2858" y="14002"/>
                      </a:cubicBezTo>
                      <a:cubicBezTo>
                        <a:pt x="2667" y="13716"/>
                        <a:pt x="2381" y="13430"/>
                        <a:pt x="2096" y="13335"/>
                      </a:cubicBezTo>
                      <a:close/>
                      <a:moveTo>
                        <a:pt x="2381" y="12192"/>
                      </a:moveTo>
                      <a:lnTo>
                        <a:pt x="3048" y="11144"/>
                      </a:lnTo>
                      <a:lnTo>
                        <a:pt x="2096" y="11430"/>
                      </a:lnTo>
                      <a:cubicBezTo>
                        <a:pt x="2096" y="11430"/>
                        <a:pt x="2286" y="11716"/>
                        <a:pt x="2286" y="12192"/>
                      </a:cubicBezTo>
                      <a:close/>
                      <a:moveTo>
                        <a:pt x="2191" y="47530"/>
                      </a:moveTo>
                      <a:lnTo>
                        <a:pt x="3143" y="47530"/>
                      </a:lnTo>
                      <a:cubicBezTo>
                        <a:pt x="3143" y="47530"/>
                        <a:pt x="2953" y="47244"/>
                        <a:pt x="2667" y="47244"/>
                      </a:cubicBezTo>
                      <a:cubicBezTo>
                        <a:pt x="2381" y="47244"/>
                        <a:pt x="2286" y="47339"/>
                        <a:pt x="2191" y="47530"/>
                      </a:cubicBezTo>
                      <a:close/>
                      <a:moveTo>
                        <a:pt x="9906" y="20955"/>
                      </a:moveTo>
                      <a:cubicBezTo>
                        <a:pt x="9906" y="20955"/>
                        <a:pt x="9716" y="21527"/>
                        <a:pt x="10001" y="21717"/>
                      </a:cubicBezTo>
                      <a:cubicBezTo>
                        <a:pt x="10382" y="21431"/>
                        <a:pt x="10573" y="21146"/>
                        <a:pt x="10573" y="20955"/>
                      </a:cubicBezTo>
                      <a:cubicBezTo>
                        <a:pt x="10573" y="20765"/>
                        <a:pt x="10287" y="20574"/>
                        <a:pt x="9811" y="20193"/>
                      </a:cubicBezTo>
                      <a:cubicBezTo>
                        <a:pt x="9335" y="19812"/>
                        <a:pt x="9049" y="19526"/>
                        <a:pt x="9144" y="19240"/>
                      </a:cubicBezTo>
                      <a:lnTo>
                        <a:pt x="8763" y="19431"/>
                      </a:lnTo>
                      <a:lnTo>
                        <a:pt x="9335" y="20002"/>
                      </a:lnTo>
                      <a:lnTo>
                        <a:pt x="8763" y="20574"/>
                      </a:lnTo>
                      <a:cubicBezTo>
                        <a:pt x="8763" y="20574"/>
                        <a:pt x="8382" y="20193"/>
                        <a:pt x="8287" y="19812"/>
                      </a:cubicBezTo>
                      <a:cubicBezTo>
                        <a:pt x="8096" y="19431"/>
                        <a:pt x="7811" y="19240"/>
                        <a:pt x="7525" y="19240"/>
                      </a:cubicBezTo>
                      <a:cubicBezTo>
                        <a:pt x="7429" y="19240"/>
                        <a:pt x="7144" y="19240"/>
                        <a:pt x="6953" y="19336"/>
                      </a:cubicBezTo>
                      <a:lnTo>
                        <a:pt x="7811" y="20288"/>
                      </a:lnTo>
                      <a:cubicBezTo>
                        <a:pt x="7811" y="20288"/>
                        <a:pt x="7239" y="20860"/>
                        <a:pt x="6668" y="20955"/>
                      </a:cubicBezTo>
                      <a:cubicBezTo>
                        <a:pt x="6001" y="21146"/>
                        <a:pt x="5620" y="21336"/>
                        <a:pt x="5525" y="21336"/>
                      </a:cubicBezTo>
                      <a:cubicBezTo>
                        <a:pt x="7334" y="21908"/>
                        <a:pt x="8287" y="21622"/>
                        <a:pt x="8668" y="20574"/>
                      </a:cubicBezTo>
                      <a:cubicBezTo>
                        <a:pt x="8954" y="21146"/>
                        <a:pt x="9144" y="21336"/>
                        <a:pt x="9239" y="21336"/>
                      </a:cubicBezTo>
                      <a:cubicBezTo>
                        <a:pt x="9239" y="21146"/>
                        <a:pt x="9239" y="20955"/>
                        <a:pt x="9620" y="20574"/>
                      </a:cubicBezTo>
                      <a:cubicBezTo>
                        <a:pt x="10096" y="20574"/>
                        <a:pt x="10192" y="20765"/>
                        <a:pt x="10001" y="21146"/>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 name="Google Shape;966;p99"/>
                <p:cNvSpPr/>
                <p:nvPr/>
              </p:nvSpPr>
              <p:spPr>
                <a:xfrm>
                  <a:off x="6826281" y="1220628"/>
                  <a:ext cx="37433" cy="55816"/>
                </a:xfrm>
                <a:custGeom>
                  <a:avLst/>
                  <a:gdLst/>
                  <a:ahLst/>
                  <a:cxnLst/>
                  <a:rect l="l" t="t" r="r" b="b"/>
                  <a:pathLst>
                    <a:path w="37433" h="55816" extrusionOk="0">
                      <a:moveTo>
                        <a:pt x="37433" y="37719"/>
                      </a:moveTo>
                      <a:cubicBezTo>
                        <a:pt x="37433" y="37719"/>
                        <a:pt x="36957" y="38005"/>
                        <a:pt x="36957" y="38290"/>
                      </a:cubicBezTo>
                      <a:cubicBezTo>
                        <a:pt x="36957" y="38100"/>
                        <a:pt x="37052" y="38481"/>
                        <a:pt x="37433" y="39243"/>
                      </a:cubicBezTo>
                      <a:cubicBezTo>
                        <a:pt x="36957" y="40100"/>
                        <a:pt x="36766" y="41148"/>
                        <a:pt x="36766" y="42386"/>
                      </a:cubicBezTo>
                      <a:cubicBezTo>
                        <a:pt x="36766" y="43053"/>
                        <a:pt x="36862" y="44196"/>
                        <a:pt x="37052" y="45625"/>
                      </a:cubicBezTo>
                      <a:cubicBezTo>
                        <a:pt x="37242" y="47053"/>
                        <a:pt x="37338" y="48101"/>
                        <a:pt x="37338" y="48768"/>
                      </a:cubicBezTo>
                      <a:cubicBezTo>
                        <a:pt x="37338" y="51625"/>
                        <a:pt x="35814" y="53245"/>
                        <a:pt x="32766" y="53530"/>
                      </a:cubicBezTo>
                      <a:cubicBezTo>
                        <a:pt x="32385" y="53150"/>
                        <a:pt x="31909" y="52959"/>
                        <a:pt x="31528" y="52959"/>
                      </a:cubicBezTo>
                      <a:cubicBezTo>
                        <a:pt x="31337" y="52959"/>
                        <a:pt x="31051" y="52959"/>
                        <a:pt x="30671" y="53150"/>
                      </a:cubicBezTo>
                      <a:cubicBezTo>
                        <a:pt x="30289" y="53245"/>
                        <a:pt x="30099" y="53340"/>
                        <a:pt x="29908" y="53340"/>
                      </a:cubicBezTo>
                      <a:cubicBezTo>
                        <a:pt x="29432" y="53340"/>
                        <a:pt x="29146" y="53150"/>
                        <a:pt x="28956" y="52673"/>
                      </a:cubicBezTo>
                      <a:lnTo>
                        <a:pt x="28194" y="52483"/>
                      </a:lnTo>
                      <a:lnTo>
                        <a:pt x="28480" y="52292"/>
                      </a:lnTo>
                      <a:cubicBezTo>
                        <a:pt x="27813" y="52197"/>
                        <a:pt x="27146" y="51530"/>
                        <a:pt x="26384" y="50482"/>
                      </a:cubicBezTo>
                      <a:cubicBezTo>
                        <a:pt x="25717" y="49435"/>
                        <a:pt x="25051" y="48768"/>
                        <a:pt x="24289" y="48673"/>
                      </a:cubicBezTo>
                      <a:cubicBezTo>
                        <a:pt x="24289" y="48482"/>
                        <a:pt x="24289" y="48292"/>
                        <a:pt x="24289" y="48101"/>
                      </a:cubicBezTo>
                      <a:cubicBezTo>
                        <a:pt x="24289" y="47815"/>
                        <a:pt x="24193" y="47720"/>
                        <a:pt x="24193" y="47625"/>
                      </a:cubicBezTo>
                      <a:cubicBezTo>
                        <a:pt x="24193" y="47434"/>
                        <a:pt x="24289" y="47244"/>
                        <a:pt x="24670" y="47149"/>
                      </a:cubicBezTo>
                      <a:cubicBezTo>
                        <a:pt x="23908" y="46673"/>
                        <a:pt x="23241" y="45625"/>
                        <a:pt x="22479" y="44196"/>
                      </a:cubicBezTo>
                      <a:cubicBezTo>
                        <a:pt x="21812" y="42672"/>
                        <a:pt x="21146" y="41719"/>
                        <a:pt x="20479" y="41243"/>
                      </a:cubicBezTo>
                      <a:cubicBezTo>
                        <a:pt x="20288" y="40005"/>
                        <a:pt x="19717" y="38481"/>
                        <a:pt x="18669" y="36862"/>
                      </a:cubicBezTo>
                      <a:cubicBezTo>
                        <a:pt x="17145" y="34480"/>
                        <a:pt x="16288" y="33147"/>
                        <a:pt x="16192" y="32861"/>
                      </a:cubicBezTo>
                      <a:cubicBezTo>
                        <a:pt x="16192" y="32480"/>
                        <a:pt x="16097" y="32004"/>
                        <a:pt x="15716" y="31337"/>
                      </a:cubicBezTo>
                      <a:cubicBezTo>
                        <a:pt x="15335" y="30671"/>
                        <a:pt x="15145" y="30290"/>
                        <a:pt x="15145" y="29908"/>
                      </a:cubicBezTo>
                      <a:cubicBezTo>
                        <a:pt x="15145" y="29718"/>
                        <a:pt x="15145" y="29527"/>
                        <a:pt x="15335" y="29337"/>
                      </a:cubicBezTo>
                      <a:cubicBezTo>
                        <a:pt x="15049" y="29432"/>
                        <a:pt x="14859" y="29527"/>
                        <a:pt x="14668" y="29527"/>
                      </a:cubicBezTo>
                      <a:cubicBezTo>
                        <a:pt x="14097" y="29527"/>
                        <a:pt x="13525" y="28861"/>
                        <a:pt x="13144" y="27527"/>
                      </a:cubicBezTo>
                      <a:cubicBezTo>
                        <a:pt x="12668" y="26194"/>
                        <a:pt x="12001" y="25527"/>
                        <a:pt x="11144" y="25527"/>
                      </a:cubicBezTo>
                      <a:cubicBezTo>
                        <a:pt x="10954" y="25527"/>
                        <a:pt x="10763" y="25527"/>
                        <a:pt x="10573" y="25527"/>
                      </a:cubicBezTo>
                      <a:cubicBezTo>
                        <a:pt x="10858" y="26670"/>
                        <a:pt x="10858" y="28003"/>
                        <a:pt x="10858" y="29432"/>
                      </a:cubicBezTo>
                      <a:cubicBezTo>
                        <a:pt x="10858" y="30575"/>
                        <a:pt x="10858" y="32385"/>
                        <a:pt x="10573" y="34766"/>
                      </a:cubicBezTo>
                      <a:cubicBezTo>
                        <a:pt x="10382" y="37148"/>
                        <a:pt x="10192" y="38862"/>
                        <a:pt x="10192" y="40005"/>
                      </a:cubicBezTo>
                      <a:cubicBezTo>
                        <a:pt x="10192" y="42196"/>
                        <a:pt x="10477" y="44196"/>
                        <a:pt x="11049" y="45815"/>
                      </a:cubicBezTo>
                      <a:cubicBezTo>
                        <a:pt x="10477" y="46196"/>
                        <a:pt x="10192" y="46673"/>
                        <a:pt x="10192" y="47339"/>
                      </a:cubicBezTo>
                      <a:cubicBezTo>
                        <a:pt x="10192" y="47720"/>
                        <a:pt x="10192" y="48196"/>
                        <a:pt x="10477" y="48863"/>
                      </a:cubicBezTo>
                      <a:cubicBezTo>
                        <a:pt x="10668" y="49530"/>
                        <a:pt x="10763" y="50006"/>
                        <a:pt x="10763" y="50292"/>
                      </a:cubicBezTo>
                      <a:cubicBezTo>
                        <a:pt x="10763" y="50959"/>
                        <a:pt x="10382" y="51435"/>
                        <a:pt x="9811" y="51625"/>
                      </a:cubicBezTo>
                      <a:cubicBezTo>
                        <a:pt x="9811" y="52197"/>
                        <a:pt x="9620" y="52673"/>
                        <a:pt x="9334" y="52864"/>
                      </a:cubicBezTo>
                      <a:lnTo>
                        <a:pt x="2381" y="52578"/>
                      </a:lnTo>
                      <a:cubicBezTo>
                        <a:pt x="2381" y="52578"/>
                        <a:pt x="2381" y="52197"/>
                        <a:pt x="2191" y="52197"/>
                      </a:cubicBezTo>
                      <a:cubicBezTo>
                        <a:pt x="2191" y="52197"/>
                        <a:pt x="2000" y="52197"/>
                        <a:pt x="1809" y="52388"/>
                      </a:cubicBezTo>
                      <a:cubicBezTo>
                        <a:pt x="1619" y="52483"/>
                        <a:pt x="1524" y="52578"/>
                        <a:pt x="1429" y="52578"/>
                      </a:cubicBezTo>
                      <a:cubicBezTo>
                        <a:pt x="1333" y="52578"/>
                        <a:pt x="1238" y="52578"/>
                        <a:pt x="1143" y="52292"/>
                      </a:cubicBezTo>
                      <a:cubicBezTo>
                        <a:pt x="476" y="51911"/>
                        <a:pt x="190" y="51340"/>
                        <a:pt x="190" y="50673"/>
                      </a:cubicBezTo>
                      <a:cubicBezTo>
                        <a:pt x="190" y="50387"/>
                        <a:pt x="286" y="49816"/>
                        <a:pt x="571" y="49054"/>
                      </a:cubicBezTo>
                      <a:cubicBezTo>
                        <a:pt x="857" y="48292"/>
                        <a:pt x="952" y="47720"/>
                        <a:pt x="952" y="47244"/>
                      </a:cubicBezTo>
                      <a:cubicBezTo>
                        <a:pt x="952" y="46863"/>
                        <a:pt x="952" y="46482"/>
                        <a:pt x="667" y="46101"/>
                      </a:cubicBezTo>
                      <a:cubicBezTo>
                        <a:pt x="476" y="44958"/>
                        <a:pt x="381" y="42958"/>
                        <a:pt x="476" y="40005"/>
                      </a:cubicBezTo>
                      <a:cubicBezTo>
                        <a:pt x="476" y="37433"/>
                        <a:pt x="381" y="35433"/>
                        <a:pt x="0" y="33909"/>
                      </a:cubicBezTo>
                      <a:cubicBezTo>
                        <a:pt x="381" y="33433"/>
                        <a:pt x="476" y="32766"/>
                        <a:pt x="476" y="32099"/>
                      </a:cubicBezTo>
                      <a:cubicBezTo>
                        <a:pt x="476" y="31813"/>
                        <a:pt x="476" y="31337"/>
                        <a:pt x="381" y="30671"/>
                      </a:cubicBezTo>
                      <a:cubicBezTo>
                        <a:pt x="381" y="30004"/>
                        <a:pt x="286" y="29527"/>
                        <a:pt x="286" y="29242"/>
                      </a:cubicBezTo>
                      <a:cubicBezTo>
                        <a:pt x="286" y="28384"/>
                        <a:pt x="571" y="27623"/>
                        <a:pt x="1048" y="27051"/>
                      </a:cubicBezTo>
                      <a:cubicBezTo>
                        <a:pt x="381" y="24479"/>
                        <a:pt x="95" y="21622"/>
                        <a:pt x="190" y="18383"/>
                      </a:cubicBezTo>
                      <a:lnTo>
                        <a:pt x="476" y="18383"/>
                      </a:lnTo>
                      <a:cubicBezTo>
                        <a:pt x="476" y="18383"/>
                        <a:pt x="381" y="17621"/>
                        <a:pt x="381" y="17145"/>
                      </a:cubicBezTo>
                      <a:cubicBezTo>
                        <a:pt x="381" y="16669"/>
                        <a:pt x="381" y="16002"/>
                        <a:pt x="571" y="15145"/>
                      </a:cubicBezTo>
                      <a:cubicBezTo>
                        <a:pt x="667" y="14192"/>
                        <a:pt x="762" y="13525"/>
                        <a:pt x="762" y="13049"/>
                      </a:cubicBezTo>
                      <a:cubicBezTo>
                        <a:pt x="762" y="12097"/>
                        <a:pt x="571" y="11240"/>
                        <a:pt x="286" y="10573"/>
                      </a:cubicBezTo>
                      <a:cubicBezTo>
                        <a:pt x="762" y="10573"/>
                        <a:pt x="1333" y="10287"/>
                        <a:pt x="2000" y="9906"/>
                      </a:cubicBezTo>
                      <a:cubicBezTo>
                        <a:pt x="2000" y="10001"/>
                        <a:pt x="2286" y="10096"/>
                        <a:pt x="2572" y="10096"/>
                      </a:cubicBezTo>
                      <a:cubicBezTo>
                        <a:pt x="2953" y="10096"/>
                        <a:pt x="3238" y="10192"/>
                        <a:pt x="3334" y="10287"/>
                      </a:cubicBezTo>
                      <a:lnTo>
                        <a:pt x="3905" y="9525"/>
                      </a:lnTo>
                      <a:cubicBezTo>
                        <a:pt x="3905" y="9525"/>
                        <a:pt x="3905" y="10287"/>
                        <a:pt x="4000" y="10573"/>
                      </a:cubicBezTo>
                      <a:cubicBezTo>
                        <a:pt x="4191" y="10954"/>
                        <a:pt x="4477" y="11049"/>
                        <a:pt x="4953" y="10954"/>
                      </a:cubicBezTo>
                      <a:cubicBezTo>
                        <a:pt x="5334" y="10477"/>
                        <a:pt x="5524" y="10096"/>
                        <a:pt x="5524" y="9811"/>
                      </a:cubicBezTo>
                      <a:cubicBezTo>
                        <a:pt x="5524" y="9144"/>
                        <a:pt x="4858" y="8573"/>
                        <a:pt x="3524" y="8096"/>
                      </a:cubicBezTo>
                      <a:cubicBezTo>
                        <a:pt x="2191" y="7525"/>
                        <a:pt x="1429" y="7144"/>
                        <a:pt x="1333" y="7048"/>
                      </a:cubicBezTo>
                      <a:cubicBezTo>
                        <a:pt x="1524" y="7048"/>
                        <a:pt x="1714" y="7048"/>
                        <a:pt x="1809" y="7048"/>
                      </a:cubicBezTo>
                      <a:cubicBezTo>
                        <a:pt x="2191" y="7048"/>
                        <a:pt x="3143" y="6667"/>
                        <a:pt x="4572" y="5905"/>
                      </a:cubicBezTo>
                      <a:cubicBezTo>
                        <a:pt x="4477" y="5620"/>
                        <a:pt x="4286" y="5525"/>
                        <a:pt x="4096" y="5525"/>
                      </a:cubicBezTo>
                      <a:cubicBezTo>
                        <a:pt x="4096" y="5525"/>
                        <a:pt x="3905" y="5525"/>
                        <a:pt x="3619" y="5715"/>
                      </a:cubicBezTo>
                      <a:cubicBezTo>
                        <a:pt x="3429" y="5810"/>
                        <a:pt x="3238" y="5905"/>
                        <a:pt x="3143" y="5905"/>
                      </a:cubicBezTo>
                      <a:cubicBezTo>
                        <a:pt x="3238" y="5905"/>
                        <a:pt x="3334" y="5620"/>
                        <a:pt x="3334" y="5144"/>
                      </a:cubicBezTo>
                      <a:cubicBezTo>
                        <a:pt x="2191" y="4381"/>
                        <a:pt x="1238" y="4191"/>
                        <a:pt x="571" y="4381"/>
                      </a:cubicBezTo>
                      <a:lnTo>
                        <a:pt x="571" y="1333"/>
                      </a:lnTo>
                      <a:lnTo>
                        <a:pt x="11716" y="952"/>
                      </a:lnTo>
                      <a:cubicBezTo>
                        <a:pt x="12287" y="2096"/>
                        <a:pt x="12859" y="3238"/>
                        <a:pt x="13430" y="4381"/>
                      </a:cubicBezTo>
                      <a:cubicBezTo>
                        <a:pt x="14002" y="5525"/>
                        <a:pt x="14192" y="6763"/>
                        <a:pt x="14002" y="8192"/>
                      </a:cubicBezTo>
                      <a:cubicBezTo>
                        <a:pt x="14288" y="7810"/>
                        <a:pt x="14573" y="7620"/>
                        <a:pt x="14764" y="7620"/>
                      </a:cubicBezTo>
                      <a:cubicBezTo>
                        <a:pt x="14954" y="7620"/>
                        <a:pt x="15145" y="7906"/>
                        <a:pt x="15335" y="8382"/>
                      </a:cubicBezTo>
                      <a:cubicBezTo>
                        <a:pt x="15526" y="8858"/>
                        <a:pt x="15811" y="9239"/>
                        <a:pt x="16002" y="9430"/>
                      </a:cubicBezTo>
                      <a:cubicBezTo>
                        <a:pt x="16002" y="9715"/>
                        <a:pt x="15907" y="10001"/>
                        <a:pt x="15907" y="10287"/>
                      </a:cubicBezTo>
                      <a:cubicBezTo>
                        <a:pt x="15907" y="10858"/>
                        <a:pt x="16288" y="11525"/>
                        <a:pt x="17145" y="12287"/>
                      </a:cubicBezTo>
                      <a:cubicBezTo>
                        <a:pt x="18002" y="13049"/>
                        <a:pt x="18383" y="13811"/>
                        <a:pt x="18288" y="14478"/>
                      </a:cubicBezTo>
                      <a:cubicBezTo>
                        <a:pt x="18478" y="14859"/>
                        <a:pt x="19336" y="16478"/>
                        <a:pt x="20859" y="19336"/>
                      </a:cubicBezTo>
                      <a:cubicBezTo>
                        <a:pt x="20859" y="20479"/>
                        <a:pt x="21050" y="21241"/>
                        <a:pt x="21431" y="21622"/>
                      </a:cubicBezTo>
                      <a:cubicBezTo>
                        <a:pt x="21622" y="21622"/>
                        <a:pt x="21812" y="21527"/>
                        <a:pt x="21907" y="21527"/>
                      </a:cubicBezTo>
                      <a:cubicBezTo>
                        <a:pt x="22098" y="21527"/>
                        <a:pt x="22288" y="21717"/>
                        <a:pt x="22288" y="22098"/>
                      </a:cubicBezTo>
                      <a:cubicBezTo>
                        <a:pt x="22288" y="22574"/>
                        <a:pt x="22384" y="22860"/>
                        <a:pt x="22384" y="22955"/>
                      </a:cubicBezTo>
                      <a:cubicBezTo>
                        <a:pt x="22669" y="23146"/>
                        <a:pt x="23146" y="23813"/>
                        <a:pt x="23813" y="24955"/>
                      </a:cubicBezTo>
                      <a:cubicBezTo>
                        <a:pt x="24289" y="25813"/>
                        <a:pt x="24955" y="26194"/>
                        <a:pt x="25717" y="26289"/>
                      </a:cubicBezTo>
                      <a:cubicBezTo>
                        <a:pt x="25717" y="26575"/>
                        <a:pt x="25717" y="26956"/>
                        <a:pt x="26289" y="27242"/>
                      </a:cubicBezTo>
                      <a:lnTo>
                        <a:pt x="26956" y="26479"/>
                      </a:lnTo>
                      <a:lnTo>
                        <a:pt x="26765" y="17050"/>
                      </a:lnTo>
                      <a:cubicBezTo>
                        <a:pt x="26765" y="17050"/>
                        <a:pt x="27241" y="16669"/>
                        <a:pt x="27241" y="16383"/>
                      </a:cubicBezTo>
                      <a:cubicBezTo>
                        <a:pt x="27241" y="16192"/>
                        <a:pt x="27051" y="15907"/>
                        <a:pt x="26765" y="15526"/>
                      </a:cubicBezTo>
                      <a:cubicBezTo>
                        <a:pt x="26479" y="15145"/>
                        <a:pt x="26289" y="14859"/>
                        <a:pt x="26289" y="14573"/>
                      </a:cubicBezTo>
                      <a:cubicBezTo>
                        <a:pt x="26289" y="14288"/>
                        <a:pt x="26479" y="14002"/>
                        <a:pt x="26860" y="13716"/>
                      </a:cubicBezTo>
                      <a:cubicBezTo>
                        <a:pt x="26479" y="12763"/>
                        <a:pt x="26289" y="11716"/>
                        <a:pt x="26289" y="10573"/>
                      </a:cubicBezTo>
                      <a:cubicBezTo>
                        <a:pt x="26289" y="9811"/>
                        <a:pt x="26289" y="8668"/>
                        <a:pt x="26575" y="7239"/>
                      </a:cubicBezTo>
                      <a:cubicBezTo>
                        <a:pt x="26765" y="5810"/>
                        <a:pt x="26860" y="4763"/>
                        <a:pt x="26860" y="4096"/>
                      </a:cubicBezTo>
                      <a:cubicBezTo>
                        <a:pt x="26860" y="3619"/>
                        <a:pt x="26860" y="3048"/>
                        <a:pt x="26765" y="2572"/>
                      </a:cubicBezTo>
                      <a:cubicBezTo>
                        <a:pt x="27241" y="2572"/>
                        <a:pt x="27717" y="2096"/>
                        <a:pt x="28099" y="1143"/>
                      </a:cubicBezTo>
                      <a:cubicBezTo>
                        <a:pt x="28480" y="381"/>
                        <a:pt x="29051" y="95"/>
                        <a:pt x="29813" y="190"/>
                      </a:cubicBezTo>
                      <a:lnTo>
                        <a:pt x="30956" y="190"/>
                      </a:lnTo>
                      <a:cubicBezTo>
                        <a:pt x="30956" y="190"/>
                        <a:pt x="32004" y="190"/>
                        <a:pt x="32766" y="95"/>
                      </a:cubicBezTo>
                      <a:cubicBezTo>
                        <a:pt x="33528" y="95"/>
                        <a:pt x="34195" y="0"/>
                        <a:pt x="34576" y="0"/>
                      </a:cubicBezTo>
                      <a:cubicBezTo>
                        <a:pt x="35433" y="0"/>
                        <a:pt x="36195" y="286"/>
                        <a:pt x="36766" y="762"/>
                      </a:cubicBezTo>
                      <a:cubicBezTo>
                        <a:pt x="37052" y="3715"/>
                        <a:pt x="37147" y="7429"/>
                        <a:pt x="37147" y="11811"/>
                      </a:cubicBezTo>
                      <a:cubicBezTo>
                        <a:pt x="37147" y="13525"/>
                        <a:pt x="37147" y="16288"/>
                        <a:pt x="37147" y="19907"/>
                      </a:cubicBezTo>
                      <a:cubicBezTo>
                        <a:pt x="37147" y="23527"/>
                        <a:pt x="37147" y="26289"/>
                        <a:pt x="37147" y="28099"/>
                      </a:cubicBezTo>
                      <a:cubicBezTo>
                        <a:pt x="37147" y="31813"/>
                        <a:pt x="37147" y="35052"/>
                        <a:pt x="37433" y="37719"/>
                      </a:cubicBezTo>
                      <a:close/>
                      <a:moveTo>
                        <a:pt x="476" y="7715"/>
                      </a:moveTo>
                      <a:lnTo>
                        <a:pt x="1238" y="8477"/>
                      </a:lnTo>
                      <a:lnTo>
                        <a:pt x="1238" y="9239"/>
                      </a:lnTo>
                      <a:lnTo>
                        <a:pt x="476" y="7810"/>
                      </a:lnTo>
                      <a:close/>
                      <a:moveTo>
                        <a:pt x="1714" y="9144"/>
                      </a:moveTo>
                      <a:cubicBezTo>
                        <a:pt x="1714" y="9144"/>
                        <a:pt x="1809" y="9525"/>
                        <a:pt x="1809" y="9715"/>
                      </a:cubicBezTo>
                      <a:cubicBezTo>
                        <a:pt x="1809" y="9525"/>
                        <a:pt x="1714" y="9334"/>
                        <a:pt x="1714" y="9144"/>
                      </a:cubicBezTo>
                      <a:close/>
                      <a:moveTo>
                        <a:pt x="2762" y="8382"/>
                      </a:moveTo>
                      <a:lnTo>
                        <a:pt x="2762" y="9144"/>
                      </a:lnTo>
                      <a:lnTo>
                        <a:pt x="1905" y="8192"/>
                      </a:lnTo>
                      <a:lnTo>
                        <a:pt x="2762" y="8382"/>
                      </a:lnTo>
                      <a:close/>
                      <a:moveTo>
                        <a:pt x="2286" y="5620"/>
                      </a:moveTo>
                      <a:cubicBezTo>
                        <a:pt x="2286" y="5620"/>
                        <a:pt x="2953" y="5620"/>
                        <a:pt x="3048" y="5810"/>
                      </a:cubicBezTo>
                      <a:lnTo>
                        <a:pt x="2667" y="6001"/>
                      </a:lnTo>
                      <a:lnTo>
                        <a:pt x="2191" y="5620"/>
                      </a:lnTo>
                      <a:close/>
                      <a:moveTo>
                        <a:pt x="5620" y="5810"/>
                      </a:moveTo>
                      <a:lnTo>
                        <a:pt x="5524" y="5810"/>
                      </a:lnTo>
                      <a:lnTo>
                        <a:pt x="4953" y="4858"/>
                      </a:lnTo>
                      <a:cubicBezTo>
                        <a:pt x="4953" y="4858"/>
                        <a:pt x="4477" y="4381"/>
                        <a:pt x="4000" y="4381"/>
                      </a:cubicBezTo>
                      <a:cubicBezTo>
                        <a:pt x="4191" y="4381"/>
                        <a:pt x="4667" y="4953"/>
                        <a:pt x="5429" y="5715"/>
                      </a:cubicBezTo>
                      <a:lnTo>
                        <a:pt x="5524" y="5715"/>
                      </a:lnTo>
                      <a:close/>
                      <a:moveTo>
                        <a:pt x="6382" y="9525"/>
                      </a:moveTo>
                      <a:lnTo>
                        <a:pt x="7429" y="9525"/>
                      </a:lnTo>
                      <a:cubicBezTo>
                        <a:pt x="7429" y="9525"/>
                        <a:pt x="6858" y="9430"/>
                        <a:pt x="6382" y="9525"/>
                      </a:cubicBezTo>
                      <a:lnTo>
                        <a:pt x="5810" y="9525"/>
                      </a:lnTo>
                      <a:lnTo>
                        <a:pt x="6001" y="10096"/>
                      </a:lnTo>
                      <a:cubicBezTo>
                        <a:pt x="6001" y="10096"/>
                        <a:pt x="6001" y="10287"/>
                        <a:pt x="6096" y="10477"/>
                      </a:cubicBezTo>
                      <a:lnTo>
                        <a:pt x="6096" y="10096"/>
                      </a:lnTo>
                      <a:cubicBezTo>
                        <a:pt x="6096" y="10096"/>
                        <a:pt x="6096" y="9620"/>
                        <a:pt x="6382" y="9525"/>
                      </a:cubicBezTo>
                      <a:close/>
                      <a:moveTo>
                        <a:pt x="7429" y="40862"/>
                      </a:moveTo>
                      <a:lnTo>
                        <a:pt x="7429" y="39052"/>
                      </a:lnTo>
                      <a:lnTo>
                        <a:pt x="7144" y="39052"/>
                      </a:lnTo>
                      <a:lnTo>
                        <a:pt x="7144" y="40862"/>
                      </a:lnTo>
                      <a:lnTo>
                        <a:pt x="7429" y="40862"/>
                      </a:lnTo>
                      <a:close/>
                      <a:moveTo>
                        <a:pt x="8572" y="10477"/>
                      </a:moveTo>
                      <a:cubicBezTo>
                        <a:pt x="8572" y="10477"/>
                        <a:pt x="8763" y="10668"/>
                        <a:pt x="8953" y="10763"/>
                      </a:cubicBezTo>
                      <a:lnTo>
                        <a:pt x="8572" y="10477"/>
                      </a:lnTo>
                      <a:cubicBezTo>
                        <a:pt x="8572" y="10477"/>
                        <a:pt x="8477" y="9811"/>
                        <a:pt x="8287" y="9239"/>
                      </a:cubicBezTo>
                      <a:cubicBezTo>
                        <a:pt x="8096" y="9430"/>
                        <a:pt x="7906" y="9620"/>
                        <a:pt x="7906" y="9811"/>
                      </a:cubicBezTo>
                      <a:cubicBezTo>
                        <a:pt x="7906" y="10001"/>
                        <a:pt x="8191" y="10287"/>
                        <a:pt x="8572" y="10573"/>
                      </a:cubicBezTo>
                      <a:close/>
                      <a:moveTo>
                        <a:pt x="8763" y="12287"/>
                      </a:moveTo>
                      <a:lnTo>
                        <a:pt x="10001" y="12287"/>
                      </a:lnTo>
                      <a:lnTo>
                        <a:pt x="9144" y="11525"/>
                      </a:lnTo>
                      <a:lnTo>
                        <a:pt x="8763" y="12287"/>
                      </a:lnTo>
                      <a:close/>
                      <a:moveTo>
                        <a:pt x="20955" y="52959"/>
                      </a:moveTo>
                      <a:cubicBezTo>
                        <a:pt x="20955" y="52959"/>
                        <a:pt x="21622" y="52959"/>
                        <a:pt x="22003" y="53150"/>
                      </a:cubicBezTo>
                      <a:lnTo>
                        <a:pt x="21241" y="53721"/>
                      </a:lnTo>
                      <a:lnTo>
                        <a:pt x="21050" y="52959"/>
                      </a:lnTo>
                      <a:close/>
                      <a:moveTo>
                        <a:pt x="26289" y="55817"/>
                      </a:moveTo>
                      <a:lnTo>
                        <a:pt x="26289" y="54864"/>
                      </a:lnTo>
                      <a:lnTo>
                        <a:pt x="26575" y="54864"/>
                      </a:lnTo>
                      <a:cubicBezTo>
                        <a:pt x="26575" y="54864"/>
                        <a:pt x="26575" y="55435"/>
                        <a:pt x="26289" y="55817"/>
                      </a:cubicBezTo>
                      <a:close/>
                      <a:moveTo>
                        <a:pt x="28765" y="44863"/>
                      </a:moveTo>
                      <a:cubicBezTo>
                        <a:pt x="28289" y="45148"/>
                        <a:pt x="28003" y="45434"/>
                        <a:pt x="28003" y="45625"/>
                      </a:cubicBezTo>
                      <a:cubicBezTo>
                        <a:pt x="28003" y="45815"/>
                        <a:pt x="28099" y="46101"/>
                        <a:pt x="28384" y="46482"/>
                      </a:cubicBezTo>
                      <a:cubicBezTo>
                        <a:pt x="28670" y="46863"/>
                        <a:pt x="28765" y="47149"/>
                        <a:pt x="28765" y="47339"/>
                      </a:cubicBezTo>
                      <a:lnTo>
                        <a:pt x="28765" y="47339"/>
                      </a:lnTo>
                      <a:cubicBezTo>
                        <a:pt x="28765" y="47339"/>
                        <a:pt x="28765" y="47625"/>
                        <a:pt x="28765" y="47625"/>
                      </a:cubicBezTo>
                      <a:cubicBezTo>
                        <a:pt x="28765" y="47625"/>
                        <a:pt x="28765" y="47434"/>
                        <a:pt x="28861" y="47244"/>
                      </a:cubicBezTo>
                      <a:cubicBezTo>
                        <a:pt x="28861" y="47149"/>
                        <a:pt x="28956" y="46863"/>
                        <a:pt x="29051" y="46577"/>
                      </a:cubicBezTo>
                      <a:cubicBezTo>
                        <a:pt x="29146" y="46292"/>
                        <a:pt x="29242" y="46006"/>
                        <a:pt x="29242" y="45815"/>
                      </a:cubicBezTo>
                      <a:cubicBezTo>
                        <a:pt x="29242" y="45529"/>
                        <a:pt x="29051" y="45148"/>
                        <a:pt x="28765" y="44863"/>
                      </a:cubicBezTo>
                      <a:close/>
                      <a:moveTo>
                        <a:pt x="28765" y="50673"/>
                      </a:moveTo>
                      <a:cubicBezTo>
                        <a:pt x="28765" y="50673"/>
                        <a:pt x="29337" y="50006"/>
                        <a:pt x="29242" y="49816"/>
                      </a:cubicBezTo>
                      <a:cubicBezTo>
                        <a:pt x="29242" y="49530"/>
                        <a:pt x="28956" y="49435"/>
                        <a:pt x="28765" y="49530"/>
                      </a:cubicBezTo>
                      <a:cubicBezTo>
                        <a:pt x="28480" y="49816"/>
                        <a:pt x="28384" y="50006"/>
                        <a:pt x="28480" y="50292"/>
                      </a:cubicBezTo>
                      <a:cubicBezTo>
                        <a:pt x="28670" y="50768"/>
                        <a:pt x="28765" y="50863"/>
                        <a:pt x="28765" y="50863"/>
                      </a:cubicBezTo>
                      <a:lnTo>
                        <a:pt x="28956" y="51054"/>
                      </a:lnTo>
                      <a:cubicBezTo>
                        <a:pt x="28956" y="51054"/>
                        <a:pt x="29242" y="51435"/>
                        <a:pt x="29242" y="51625"/>
                      </a:cubicBezTo>
                      <a:cubicBezTo>
                        <a:pt x="29242" y="51530"/>
                        <a:pt x="29242" y="51340"/>
                        <a:pt x="29051" y="51244"/>
                      </a:cubicBezTo>
                      <a:cubicBezTo>
                        <a:pt x="28861" y="51054"/>
                        <a:pt x="28765" y="50959"/>
                        <a:pt x="28670" y="50863"/>
                      </a:cubicBezTo>
                      <a:close/>
                      <a:moveTo>
                        <a:pt x="34385" y="16859"/>
                      </a:moveTo>
                      <a:lnTo>
                        <a:pt x="35719" y="17621"/>
                      </a:lnTo>
                      <a:lnTo>
                        <a:pt x="34957" y="16669"/>
                      </a:lnTo>
                      <a:lnTo>
                        <a:pt x="35338" y="16192"/>
                      </a:lnTo>
                      <a:lnTo>
                        <a:pt x="32766" y="15145"/>
                      </a:lnTo>
                      <a:cubicBezTo>
                        <a:pt x="32766" y="15145"/>
                        <a:pt x="33338" y="15430"/>
                        <a:pt x="33338" y="15716"/>
                      </a:cubicBezTo>
                      <a:cubicBezTo>
                        <a:pt x="33338" y="16002"/>
                        <a:pt x="33147" y="16192"/>
                        <a:pt x="32766" y="16383"/>
                      </a:cubicBezTo>
                      <a:cubicBezTo>
                        <a:pt x="32671" y="16097"/>
                        <a:pt x="32480" y="15907"/>
                        <a:pt x="32290" y="15907"/>
                      </a:cubicBezTo>
                      <a:cubicBezTo>
                        <a:pt x="32099" y="15907"/>
                        <a:pt x="31909" y="15907"/>
                        <a:pt x="31623" y="16002"/>
                      </a:cubicBezTo>
                      <a:cubicBezTo>
                        <a:pt x="31337" y="16002"/>
                        <a:pt x="31147" y="16192"/>
                        <a:pt x="31051" y="16192"/>
                      </a:cubicBezTo>
                      <a:cubicBezTo>
                        <a:pt x="30861" y="16192"/>
                        <a:pt x="30671" y="16192"/>
                        <a:pt x="30575" y="16002"/>
                      </a:cubicBezTo>
                      <a:lnTo>
                        <a:pt x="30766" y="15716"/>
                      </a:lnTo>
                      <a:lnTo>
                        <a:pt x="28480" y="16288"/>
                      </a:lnTo>
                      <a:lnTo>
                        <a:pt x="29718" y="16288"/>
                      </a:lnTo>
                      <a:cubicBezTo>
                        <a:pt x="29718" y="16288"/>
                        <a:pt x="30480" y="16478"/>
                        <a:pt x="30861" y="16859"/>
                      </a:cubicBezTo>
                      <a:cubicBezTo>
                        <a:pt x="31147" y="17240"/>
                        <a:pt x="31242" y="17717"/>
                        <a:pt x="31242" y="18002"/>
                      </a:cubicBezTo>
                      <a:lnTo>
                        <a:pt x="31432" y="17717"/>
                      </a:lnTo>
                      <a:cubicBezTo>
                        <a:pt x="31432" y="17717"/>
                        <a:pt x="31718" y="17717"/>
                        <a:pt x="31909" y="17812"/>
                      </a:cubicBezTo>
                      <a:cubicBezTo>
                        <a:pt x="32099" y="18098"/>
                        <a:pt x="32194" y="18193"/>
                        <a:pt x="32290" y="18193"/>
                      </a:cubicBezTo>
                      <a:lnTo>
                        <a:pt x="32290" y="17240"/>
                      </a:lnTo>
                      <a:cubicBezTo>
                        <a:pt x="32290" y="17240"/>
                        <a:pt x="32290" y="16573"/>
                        <a:pt x="32671" y="16478"/>
                      </a:cubicBezTo>
                      <a:cubicBezTo>
                        <a:pt x="32956" y="16669"/>
                        <a:pt x="33147" y="16764"/>
                        <a:pt x="33242" y="16764"/>
                      </a:cubicBezTo>
                      <a:cubicBezTo>
                        <a:pt x="33242" y="16288"/>
                        <a:pt x="33338" y="16097"/>
                        <a:pt x="33528" y="16002"/>
                      </a:cubicBezTo>
                      <a:cubicBezTo>
                        <a:pt x="33718" y="16002"/>
                        <a:pt x="34004" y="16002"/>
                        <a:pt x="34576" y="16383"/>
                      </a:cubicBezTo>
                      <a:cubicBezTo>
                        <a:pt x="34576" y="16478"/>
                        <a:pt x="34576" y="16669"/>
                        <a:pt x="34290" y="16954"/>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 name="Google Shape;967;p99"/>
                <p:cNvSpPr/>
                <p:nvPr/>
              </p:nvSpPr>
              <p:spPr>
                <a:xfrm>
                  <a:off x="6869810" y="1220962"/>
                  <a:ext cx="35242" cy="53197"/>
                </a:xfrm>
                <a:custGeom>
                  <a:avLst/>
                  <a:gdLst/>
                  <a:ahLst/>
                  <a:cxnLst/>
                  <a:rect l="l" t="t" r="r" b="b"/>
                  <a:pathLst>
                    <a:path w="35242" h="53197" extrusionOk="0">
                      <a:moveTo>
                        <a:pt x="34766" y="1762"/>
                      </a:moveTo>
                      <a:lnTo>
                        <a:pt x="35243" y="11097"/>
                      </a:lnTo>
                      <a:cubicBezTo>
                        <a:pt x="34100" y="11478"/>
                        <a:pt x="32671" y="11573"/>
                        <a:pt x="30766" y="11382"/>
                      </a:cubicBezTo>
                      <a:cubicBezTo>
                        <a:pt x="28575" y="11192"/>
                        <a:pt x="27051" y="11097"/>
                        <a:pt x="26384" y="11192"/>
                      </a:cubicBezTo>
                      <a:cubicBezTo>
                        <a:pt x="24765" y="11382"/>
                        <a:pt x="23527" y="12144"/>
                        <a:pt x="22574" y="13478"/>
                      </a:cubicBezTo>
                      <a:cubicBezTo>
                        <a:pt x="22574" y="13764"/>
                        <a:pt x="22670" y="14145"/>
                        <a:pt x="22670" y="14430"/>
                      </a:cubicBezTo>
                      <a:cubicBezTo>
                        <a:pt x="22670" y="14716"/>
                        <a:pt x="22670" y="15288"/>
                        <a:pt x="22479" y="15954"/>
                      </a:cubicBezTo>
                      <a:cubicBezTo>
                        <a:pt x="22288" y="16621"/>
                        <a:pt x="22288" y="17097"/>
                        <a:pt x="22288" y="17478"/>
                      </a:cubicBezTo>
                      <a:cubicBezTo>
                        <a:pt x="22288" y="18050"/>
                        <a:pt x="22288" y="18526"/>
                        <a:pt x="22574" y="19002"/>
                      </a:cubicBezTo>
                      <a:cubicBezTo>
                        <a:pt x="22670" y="19288"/>
                        <a:pt x="22765" y="19479"/>
                        <a:pt x="22765" y="19764"/>
                      </a:cubicBezTo>
                      <a:cubicBezTo>
                        <a:pt x="22765" y="20050"/>
                        <a:pt x="22765" y="20431"/>
                        <a:pt x="22479" y="20812"/>
                      </a:cubicBezTo>
                      <a:cubicBezTo>
                        <a:pt x="22288" y="21193"/>
                        <a:pt x="22193" y="21479"/>
                        <a:pt x="22193" y="21669"/>
                      </a:cubicBezTo>
                      <a:cubicBezTo>
                        <a:pt x="22193" y="21955"/>
                        <a:pt x="22288" y="22146"/>
                        <a:pt x="22574" y="22431"/>
                      </a:cubicBezTo>
                      <a:lnTo>
                        <a:pt x="22384" y="25384"/>
                      </a:lnTo>
                      <a:cubicBezTo>
                        <a:pt x="22384" y="25384"/>
                        <a:pt x="22098" y="24813"/>
                        <a:pt x="21717" y="24717"/>
                      </a:cubicBezTo>
                      <a:cubicBezTo>
                        <a:pt x="21050" y="24527"/>
                        <a:pt x="20765" y="24432"/>
                        <a:pt x="20669" y="24432"/>
                      </a:cubicBezTo>
                      <a:cubicBezTo>
                        <a:pt x="20479" y="24527"/>
                        <a:pt x="20384" y="24717"/>
                        <a:pt x="20479" y="24908"/>
                      </a:cubicBezTo>
                      <a:cubicBezTo>
                        <a:pt x="20479" y="25098"/>
                        <a:pt x="20479" y="25289"/>
                        <a:pt x="20479" y="25479"/>
                      </a:cubicBezTo>
                      <a:cubicBezTo>
                        <a:pt x="20765" y="25384"/>
                        <a:pt x="20955" y="25289"/>
                        <a:pt x="21146" y="25289"/>
                      </a:cubicBezTo>
                      <a:cubicBezTo>
                        <a:pt x="21431" y="25289"/>
                        <a:pt x="21717" y="25575"/>
                        <a:pt x="21908" y="26241"/>
                      </a:cubicBezTo>
                      <a:cubicBezTo>
                        <a:pt x="22098" y="27099"/>
                        <a:pt x="22193" y="27575"/>
                        <a:pt x="22384" y="27670"/>
                      </a:cubicBezTo>
                      <a:lnTo>
                        <a:pt x="22003" y="27670"/>
                      </a:lnTo>
                      <a:cubicBezTo>
                        <a:pt x="22479" y="29099"/>
                        <a:pt x="22860" y="31099"/>
                        <a:pt x="22860" y="33766"/>
                      </a:cubicBezTo>
                      <a:cubicBezTo>
                        <a:pt x="22860" y="35862"/>
                        <a:pt x="22860" y="37957"/>
                        <a:pt x="22860" y="40053"/>
                      </a:cubicBezTo>
                      <a:cubicBezTo>
                        <a:pt x="22860" y="41291"/>
                        <a:pt x="22955" y="42339"/>
                        <a:pt x="23146" y="43386"/>
                      </a:cubicBezTo>
                      <a:cubicBezTo>
                        <a:pt x="23146" y="43386"/>
                        <a:pt x="23336" y="43386"/>
                        <a:pt x="23622" y="43672"/>
                      </a:cubicBezTo>
                      <a:cubicBezTo>
                        <a:pt x="23908" y="43863"/>
                        <a:pt x="24194" y="43863"/>
                        <a:pt x="24384" y="43767"/>
                      </a:cubicBezTo>
                      <a:cubicBezTo>
                        <a:pt x="24098" y="44434"/>
                        <a:pt x="23908" y="46149"/>
                        <a:pt x="23813" y="48816"/>
                      </a:cubicBezTo>
                      <a:cubicBezTo>
                        <a:pt x="23813" y="50340"/>
                        <a:pt x="23336" y="51387"/>
                        <a:pt x="22479" y="51959"/>
                      </a:cubicBezTo>
                      <a:cubicBezTo>
                        <a:pt x="22574" y="51959"/>
                        <a:pt x="22670" y="52245"/>
                        <a:pt x="22670" y="52721"/>
                      </a:cubicBezTo>
                      <a:cubicBezTo>
                        <a:pt x="22193" y="52721"/>
                        <a:pt x="20669" y="52721"/>
                        <a:pt x="18193" y="52721"/>
                      </a:cubicBezTo>
                      <a:cubicBezTo>
                        <a:pt x="16383" y="52721"/>
                        <a:pt x="14859" y="52816"/>
                        <a:pt x="13811" y="53197"/>
                      </a:cubicBezTo>
                      <a:cubicBezTo>
                        <a:pt x="12859" y="52435"/>
                        <a:pt x="12478" y="51197"/>
                        <a:pt x="12478" y="49673"/>
                      </a:cubicBezTo>
                      <a:cubicBezTo>
                        <a:pt x="12478" y="48339"/>
                        <a:pt x="12478" y="46911"/>
                        <a:pt x="12478" y="45577"/>
                      </a:cubicBezTo>
                      <a:cubicBezTo>
                        <a:pt x="12763" y="40529"/>
                        <a:pt x="12859" y="35195"/>
                        <a:pt x="12859" y="29766"/>
                      </a:cubicBezTo>
                      <a:cubicBezTo>
                        <a:pt x="12859" y="24336"/>
                        <a:pt x="12859" y="18621"/>
                        <a:pt x="12478" y="12811"/>
                      </a:cubicBezTo>
                      <a:cubicBezTo>
                        <a:pt x="12192" y="11859"/>
                        <a:pt x="11525" y="11382"/>
                        <a:pt x="10382" y="11382"/>
                      </a:cubicBezTo>
                      <a:cubicBezTo>
                        <a:pt x="10192" y="11382"/>
                        <a:pt x="9906" y="11382"/>
                        <a:pt x="9430" y="11382"/>
                      </a:cubicBezTo>
                      <a:lnTo>
                        <a:pt x="8573" y="11382"/>
                      </a:lnTo>
                      <a:cubicBezTo>
                        <a:pt x="8001" y="11382"/>
                        <a:pt x="7525" y="11382"/>
                        <a:pt x="7239" y="11097"/>
                      </a:cubicBezTo>
                      <a:cubicBezTo>
                        <a:pt x="7620" y="11097"/>
                        <a:pt x="6287" y="11097"/>
                        <a:pt x="3334" y="11097"/>
                      </a:cubicBezTo>
                      <a:cubicBezTo>
                        <a:pt x="2000" y="11097"/>
                        <a:pt x="857" y="10716"/>
                        <a:pt x="0" y="10049"/>
                      </a:cubicBezTo>
                      <a:lnTo>
                        <a:pt x="0" y="810"/>
                      </a:lnTo>
                      <a:cubicBezTo>
                        <a:pt x="0" y="810"/>
                        <a:pt x="476" y="1191"/>
                        <a:pt x="762" y="1191"/>
                      </a:cubicBezTo>
                      <a:cubicBezTo>
                        <a:pt x="1334" y="1191"/>
                        <a:pt x="1810" y="810"/>
                        <a:pt x="2381" y="143"/>
                      </a:cubicBezTo>
                      <a:cubicBezTo>
                        <a:pt x="5048" y="-48"/>
                        <a:pt x="9049" y="-48"/>
                        <a:pt x="14288" y="143"/>
                      </a:cubicBezTo>
                      <a:cubicBezTo>
                        <a:pt x="19526" y="238"/>
                        <a:pt x="23622" y="143"/>
                        <a:pt x="26384" y="48"/>
                      </a:cubicBezTo>
                      <a:cubicBezTo>
                        <a:pt x="26479" y="333"/>
                        <a:pt x="26765" y="429"/>
                        <a:pt x="26956" y="429"/>
                      </a:cubicBezTo>
                      <a:cubicBezTo>
                        <a:pt x="27146" y="429"/>
                        <a:pt x="27337" y="429"/>
                        <a:pt x="27718" y="238"/>
                      </a:cubicBezTo>
                      <a:cubicBezTo>
                        <a:pt x="28004" y="143"/>
                        <a:pt x="28194" y="48"/>
                        <a:pt x="28385" y="48"/>
                      </a:cubicBezTo>
                      <a:cubicBezTo>
                        <a:pt x="28956" y="333"/>
                        <a:pt x="30290" y="333"/>
                        <a:pt x="32576" y="48"/>
                      </a:cubicBezTo>
                      <a:cubicBezTo>
                        <a:pt x="34195" y="-143"/>
                        <a:pt x="35147" y="429"/>
                        <a:pt x="35243" y="1857"/>
                      </a:cubicBezTo>
                      <a:close/>
                      <a:moveTo>
                        <a:pt x="5239" y="3762"/>
                      </a:moveTo>
                      <a:cubicBezTo>
                        <a:pt x="5620" y="3096"/>
                        <a:pt x="6191" y="2715"/>
                        <a:pt x="6953" y="2715"/>
                      </a:cubicBezTo>
                      <a:cubicBezTo>
                        <a:pt x="7239" y="2715"/>
                        <a:pt x="7620" y="2715"/>
                        <a:pt x="8287" y="2905"/>
                      </a:cubicBezTo>
                      <a:cubicBezTo>
                        <a:pt x="8858" y="3000"/>
                        <a:pt x="9335" y="3096"/>
                        <a:pt x="9716" y="3096"/>
                      </a:cubicBezTo>
                      <a:cubicBezTo>
                        <a:pt x="10096" y="3096"/>
                        <a:pt x="10382" y="3096"/>
                        <a:pt x="10668" y="3000"/>
                      </a:cubicBezTo>
                      <a:lnTo>
                        <a:pt x="9620" y="1953"/>
                      </a:lnTo>
                      <a:cubicBezTo>
                        <a:pt x="9620" y="1953"/>
                        <a:pt x="9049" y="1762"/>
                        <a:pt x="9049" y="1381"/>
                      </a:cubicBezTo>
                      <a:cubicBezTo>
                        <a:pt x="9049" y="1000"/>
                        <a:pt x="9049" y="714"/>
                        <a:pt x="9049" y="619"/>
                      </a:cubicBezTo>
                      <a:cubicBezTo>
                        <a:pt x="8954" y="905"/>
                        <a:pt x="8763" y="1000"/>
                        <a:pt x="8573" y="1095"/>
                      </a:cubicBezTo>
                      <a:cubicBezTo>
                        <a:pt x="8573" y="1095"/>
                        <a:pt x="8382" y="1095"/>
                        <a:pt x="8192" y="1095"/>
                      </a:cubicBezTo>
                      <a:cubicBezTo>
                        <a:pt x="8192" y="1095"/>
                        <a:pt x="8192" y="1381"/>
                        <a:pt x="8192" y="1762"/>
                      </a:cubicBezTo>
                      <a:cubicBezTo>
                        <a:pt x="7715" y="2143"/>
                        <a:pt x="6953" y="2334"/>
                        <a:pt x="6096" y="2429"/>
                      </a:cubicBezTo>
                      <a:cubicBezTo>
                        <a:pt x="5144" y="2429"/>
                        <a:pt x="4477" y="2619"/>
                        <a:pt x="4096" y="2715"/>
                      </a:cubicBezTo>
                      <a:lnTo>
                        <a:pt x="5429" y="2715"/>
                      </a:lnTo>
                      <a:cubicBezTo>
                        <a:pt x="5429" y="2715"/>
                        <a:pt x="4953" y="3381"/>
                        <a:pt x="4667" y="3477"/>
                      </a:cubicBezTo>
                      <a:cubicBezTo>
                        <a:pt x="4667" y="3477"/>
                        <a:pt x="4572" y="3477"/>
                        <a:pt x="4572" y="3477"/>
                      </a:cubicBezTo>
                      <a:cubicBezTo>
                        <a:pt x="4572" y="3477"/>
                        <a:pt x="4382" y="3572"/>
                        <a:pt x="4286" y="3667"/>
                      </a:cubicBezTo>
                      <a:cubicBezTo>
                        <a:pt x="4001" y="3667"/>
                        <a:pt x="3810" y="3762"/>
                        <a:pt x="3715" y="3762"/>
                      </a:cubicBezTo>
                      <a:cubicBezTo>
                        <a:pt x="3524" y="3762"/>
                        <a:pt x="3238" y="3762"/>
                        <a:pt x="2953" y="3762"/>
                      </a:cubicBezTo>
                      <a:cubicBezTo>
                        <a:pt x="2000" y="3762"/>
                        <a:pt x="1429" y="3762"/>
                        <a:pt x="1048" y="3762"/>
                      </a:cubicBezTo>
                      <a:lnTo>
                        <a:pt x="1048" y="3477"/>
                      </a:lnTo>
                      <a:lnTo>
                        <a:pt x="286" y="4334"/>
                      </a:lnTo>
                      <a:cubicBezTo>
                        <a:pt x="286" y="4334"/>
                        <a:pt x="762" y="4429"/>
                        <a:pt x="1048" y="4429"/>
                      </a:cubicBezTo>
                      <a:cubicBezTo>
                        <a:pt x="1143" y="4429"/>
                        <a:pt x="1810" y="4239"/>
                        <a:pt x="3048" y="3762"/>
                      </a:cubicBezTo>
                      <a:lnTo>
                        <a:pt x="3810" y="3762"/>
                      </a:lnTo>
                      <a:cubicBezTo>
                        <a:pt x="3810" y="3762"/>
                        <a:pt x="4001" y="3953"/>
                        <a:pt x="4096" y="4143"/>
                      </a:cubicBezTo>
                      <a:cubicBezTo>
                        <a:pt x="4096" y="4334"/>
                        <a:pt x="4286" y="4524"/>
                        <a:pt x="4382" y="4715"/>
                      </a:cubicBezTo>
                      <a:cubicBezTo>
                        <a:pt x="4382" y="4620"/>
                        <a:pt x="4286" y="4429"/>
                        <a:pt x="4191" y="4239"/>
                      </a:cubicBezTo>
                      <a:cubicBezTo>
                        <a:pt x="4191" y="3953"/>
                        <a:pt x="4191" y="3762"/>
                        <a:pt x="4382" y="3667"/>
                      </a:cubicBezTo>
                      <a:cubicBezTo>
                        <a:pt x="4382" y="3667"/>
                        <a:pt x="4572" y="3667"/>
                        <a:pt x="4763" y="3572"/>
                      </a:cubicBezTo>
                      <a:cubicBezTo>
                        <a:pt x="5048" y="4048"/>
                        <a:pt x="5239" y="4239"/>
                        <a:pt x="5239" y="4334"/>
                      </a:cubicBezTo>
                      <a:lnTo>
                        <a:pt x="7049" y="3953"/>
                      </a:lnTo>
                      <a:lnTo>
                        <a:pt x="5239" y="3762"/>
                      </a:lnTo>
                      <a:close/>
                      <a:moveTo>
                        <a:pt x="3905" y="6810"/>
                      </a:moveTo>
                      <a:lnTo>
                        <a:pt x="4953" y="6334"/>
                      </a:lnTo>
                      <a:lnTo>
                        <a:pt x="4477" y="6334"/>
                      </a:lnTo>
                      <a:lnTo>
                        <a:pt x="3905" y="6810"/>
                      </a:lnTo>
                      <a:close/>
                      <a:moveTo>
                        <a:pt x="12097" y="1762"/>
                      </a:moveTo>
                      <a:lnTo>
                        <a:pt x="12859" y="905"/>
                      </a:lnTo>
                      <a:cubicBezTo>
                        <a:pt x="12859" y="905"/>
                        <a:pt x="12287" y="714"/>
                        <a:pt x="11906" y="524"/>
                      </a:cubicBezTo>
                      <a:lnTo>
                        <a:pt x="11049" y="1762"/>
                      </a:lnTo>
                      <a:lnTo>
                        <a:pt x="10096" y="1191"/>
                      </a:lnTo>
                      <a:lnTo>
                        <a:pt x="11335" y="2429"/>
                      </a:lnTo>
                      <a:cubicBezTo>
                        <a:pt x="11335" y="1572"/>
                        <a:pt x="11525" y="1000"/>
                        <a:pt x="11906" y="810"/>
                      </a:cubicBezTo>
                      <a:cubicBezTo>
                        <a:pt x="12002" y="905"/>
                        <a:pt x="12097" y="1191"/>
                        <a:pt x="12097" y="1667"/>
                      </a:cubicBezTo>
                      <a:close/>
                      <a:moveTo>
                        <a:pt x="14669" y="28242"/>
                      </a:moveTo>
                      <a:cubicBezTo>
                        <a:pt x="15430" y="28242"/>
                        <a:pt x="15812" y="28242"/>
                        <a:pt x="15716" y="28051"/>
                      </a:cubicBezTo>
                      <a:cubicBezTo>
                        <a:pt x="15526" y="28051"/>
                        <a:pt x="15240" y="28051"/>
                        <a:pt x="14669" y="28242"/>
                      </a:cubicBezTo>
                      <a:cubicBezTo>
                        <a:pt x="14383" y="28242"/>
                        <a:pt x="14288" y="28242"/>
                        <a:pt x="14097" y="28242"/>
                      </a:cubicBezTo>
                      <a:cubicBezTo>
                        <a:pt x="14288" y="28242"/>
                        <a:pt x="14478" y="28242"/>
                        <a:pt x="14669" y="28242"/>
                      </a:cubicBezTo>
                      <a:close/>
                      <a:moveTo>
                        <a:pt x="21622" y="27194"/>
                      </a:moveTo>
                      <a:cubicBezTo>
                        <a:pt x="21146" y="26813"/>
                        <a:pt x="20479" y="26622"/>
                        <a:pt x="19526" y="26622"/>
                      </a:cubicBezTo>
                      <a:cubicBezTo>
                        <a:pt x="18479" y="26622"/>
                        <a:pt x="17717" y="26622"/>
                        <a:pt x="17336" y="26432"/>
                      </a:cubicBezTo>
                      <a:lnTo>
                        <a:pt x="19145" y="27480"/>
                      </a:lnTo>
                      <a:cubicBezTo>
                        <a:pt x="19145" y="27480"/>
                        <a:pt x="18860" y="27765"/>
                        <a:pt x="18860" y="28051"/>
                      </a:cubicBezTo>
                      <a:lnTo>
                        <a:pt x="19336" y="28051"/>
                      </a:lnTo>
                      <a:cubicBezTo>
                        <a:pt x="19336" y="28051"/>
                        <a:pt x="19621" y="28242"/>
                        <a:pt x="19621" y="28337"/>
                      </a:cubicBezTo>
                      <a:cubicBezTo>
                        <a:pt x="19621" y="28337"/>
                        <a:pt x="19621" y="28527"/>
                        <a:pt x="19431" y="28718"/>
                      </a:cubicBezTo>
                      <a:cubicBezTo>
                        <a:pt x="19241" y="28908"/>
                        <a:pt x="19241" y="29099"/>
                        <a:pt x="19431" y="29289"/>
                      </a:cubicBezTo>
                      <a:lnTo>
                        <a:pt x="20479" y="29289"/>
                      </a:lnTo>
                      <a:cubicBezTo>
                        <a:pt x="19907" y="28718"/>
                        <a:pt x="19717" y="28432"/>
                        <a:pt x="19717" y="28146"/>
                      </a:cubicBezTo>
                      <a:cubicBezTo>
                        <a:pt x="19717" y="27956"/>
                        <a:pt x="19812" y="27861"/>
                        <a:pt x="20098" y="27670"/>
                      </a:cubicBezTo>
                      <a:cubicBezTo>
                        <a:pt x="20384" y="27575"/>
                        <a:pt x="20574" y="27480"/>
                        <a:pt x="20955" y="27289"/>
                      </a:cubicBezTo>
                      <a:cubicBezTo>
                        <a:pt x="21241" y="27289"/>
                        <a:pt x="21527" y="27289"/>
                        <a:pt x="21812" y="27575"/>
                      </a:cubicBezTo>
                      <a:lnTo>
                        <a:pt x="21812" y="27099"/>
                      </a:lnTo>
                      <a:close/>
                      <a:moveTo>
                        <a:pt x="19050" y="22622"/>
                      </a:moveTo>
                      <a:cubicBezTo>
                        <a:pt x="19050" y="22622"/>
                        <a:pt x="19717" y="23193"/>
                        <a:pt x="20098" y="23193"/>
                      </a:cubicBezTo>
                      <a:cubicBezTo>
                        <a:pt x="20765" y="23193"/>
                        <a:pt x="21336" y="23003"/>
                        <a:pt x="21812" y="22527"/>
                      </a:cubicBezTo>
                      <a:lnTo>
                        <a:pt x="20860" y="22146"/>
                      </a:lnTo>
                      <a:cubicBezTo>
                        <a:pt x="20860" y="22622"/>
                        <a:pt x="20669" y="22908"/>
                        <a:pt x="20479" y="22908"/>
                      </a:cubicBezTo>
                      <a:cubicBezTo>
                        <a:pt x="20479" y="22908"/>
                        <a:pt x="20288" y="22717"/>
                        <a:pt x="19907" y="22431"/>
                      </a:cubicBezTo>
                      <a:cubicBezTo>
                        <a:pt x="19621" y="22146"/>
                        <a:pt x="19241" y="21955"/>
                        <a:pt x="19050" y="22050"/>
                      </a:cubicBezTo>
                      <a:lnTo>
                        <a:pt x="19050" y="22527"/>
                      </a:lnTo>
                      <a:close/>
                      <a:moveTo>
                        <a:pt x="21527" y="28908"/>
                      </a:moveTo>
                      <a:lnTo>
                        <a:pt x="21527" y="28908"/>
                      </a:lnTo>
                      <a:lnTo>
                        <a:pt x="20384" y="28051"/>
                      </a:lnTo>
                      <a:cubicBezTo>
                        <a:pt x="20384" y="28051"/>
                        <a:pt x="20384" y="28718"/>
                        <a:pt x="20765" y="28718"/>
                      </a:cubicBezTo>
                      <a:cubicBezTo>
                        <a:pt x="21050" y="28718"/>
                        <a:pt x="21336" y="28718"/>
                        <a:pt x="21527" y="28813"/>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 name="Google Shape;968;p99"/>
                <p:cNvSpPr/>
                <p:nvPr/>
              </p:nvSpPr>
              <p:spPr>
                <a:xfrm>
                  <a:off x="6908005" y="1220628"/>
                  <a:ext cx="40862" cy="53530"/>
                </a:xfrm>
                <a:custGeom>
                  <a:avLst/>
                  <a:gdLst/>
                  <a:ahLst/>
                  <a:cxnLst/>
                  <a:rect l="l" t="t" r="r" b="b"/>
                  <a:pathLst>
                    <a:path w="40862" h="53530" extrusionOk="0">
                      <a:moveTo>
                        <a:pt x="36004" y="42767"/>
                      </a:moveTo>
                      <a:cubicBezTo>
                        <a:pt x="36862" y="43339"/>
                        <a:pt x="37338" y="44291"/>
                        <a:pt x="37433" y="45625"/>
                      </a:cubicBezTo>
                      <a:cubicBezTo>
                        <a:pt x="37433" y="46768"/>
                        <a:pt x="37433" y="47911"/>
                        <a:pt x="37433" y="48958"/>
                      </a:cubicBezTo>
                      <a:cubicBezTo>
                        <a:pt x="37433" y="49530"/>
                        <a:pt x="37529" y="50102"/>
                        <a:pt x="37719" y="50578"/>
                      </a:cubicBezTo>
                      <a:cubicBezTo>
                        <a:pt x="36481" y="52578"/>
                        <a:pt x="34385" y="53530"/>
                        <a:pt x="31528" y="53530"/>
                      </a:cubicBezTo>
                      <a:cubicBezTo>
                        <a:pt x="30671" y="53530"/>
                        <a:pt x="29432" y="53530"/>
                        <a:pt x="27622" y="53245"/>
                      </a:cubicBezTo>
                      <a:cubicBezTo>
                        <a:pt x="25813" y="53054"/>
                        <a:pt x="24479" y="52959"/>
                        <a:pt x="23622" y="52959"/>
                      </a:cubicBezTo>
                      <a:cubicBezTo>
                        <a:pt x="22765" y="52959"/>
                        <a:pt x="21907" y="52959"/>
                        <a:pt x="21146" y="53054"/>
                      </a:cubicBezTo>
                      <a:lnTo>
                        <a:pt x="6096" y="53054"/>
                      </a:lnTo>
                      <a:lnTo>
                        <a:pt x="6096" y="52864"/>
                      </a:lnTo>
                      <a:cubicBezTo>
                        <a:pt x="5524" y="52578"/>
                        <a:pt x="4667" y="52483"/>
                        <a:pt x="3334" y="52769"/>
                      </a:cubicBezTo>
                      <a:cubicBezTo>
                        <a:pt x="2000" y="52959"/>
                        <a:pt x="953" y="52769"/>
                        <a:pt x="286" y="52388"/>
                      </a:cubicBezTo>
                      <a:cubicBezTo>
                        <a:pt x="476" y="46101"/>
                        <a:pt x="667" y="39910"/>
                        <a:pt x="667" y="33719"/>
                      </a:cubicBezTo>
                      <a:cubicBezTo>
                        <a:pt x="667" y="27527"/>
                        <a:pt x="571" y="21336"/>
                        <a:pt x="286" y="15050"/>
                      </a:cubicBezTo>
                      <a:cubicBezTo>
                        <a:pt x="571" y="15240"/>
                        <a:pt x="762" y="15240"/>
                        <a:pt x="857" y="15240"/>
                      </a:cubicBezTo>
                      <a:lnTo>
                        <a:pt x="1048" y="15050"/>
                      </a:lnTo>
                      <a:cubicBezTo>
                        <a:pt x="1048" y="15050"/>
                        <a:pt x="1048" y="14573"/>
                        <a:pt x="762" y="14478"/>
                      </a:cubicBezTo>
                      <a:cubicBezTo>
                        <a:pt x="476" y="14383"/>
                        <a:pt x="381" y="14288"/>
                        <a:pt x="381" y="14288"/>
                      </a:cubicBezTo>
                      <a:cubicBezTo>
                        <a:pt x="381" y="14288"/>
                        <a:pt x="476" y="14097"/>
                        <a:pt x="762" y="13811"/>
                      </a:cubicBezTo>
                      <a:cubicBezTo>
                        <a:pt x="762" y="14192"/>
                        <a:pt x="762" y="14478"/>
                        <a:pt x="953" y="14573"/>
                      </a:cubicBezTo>
                      <a:cubicBezTo>
                        <a:pt x="1429" y="14573"/>
                        <a:pt x="1524" y="14288"/>
                        <a:pt x="1334" y="13811"/>
                      </a:cubicBezTo>
                      <a:cubicBezTo>
                        <a:pt x="1143" y="13335"/>
                        <a:pt x="1238" y="13049"/>
                        <a:pt x="1524" y="12954"/>
                      </a:cubicBezTo>
                      <a:cubicBezTo>
                        <a:pt x="1524" y="12954"/>
                        <a:pt x="1524" y="13144"/>
                        <a:pt x="1524" y="13240"/>
                      </a:cubicBezTo>
                      <a:cubicBezTo>
                        <a:pt x="1524" y="13430"/>
                        <a:pt x="1619" y="13621"/>
                        <a:pt x="1905" y="13811"/>
                      </a:cubicBezTo>
                      <a:cubicBezTo>
                        <a:pt x="2191" y="14002"/>
                        <a:pt x="2286" y="14192"/>
                        <a:pt x="2286" y="14288"/>
                      </a:cubicBezTo>
                      <a:lnTo>
                        <a:pt x="3334" y="14097"/>
                      </a:lnTo>
                      <a:lnTo>
                        <a:pt x="2286" y="13430"/>
                      </a:lnTo>
                      <a:lnTo>
                        <a:pt x="3334" y="12859"/>
                      </a:lnTo>
                      <a:cubicBezTo>
                        <a:pt x="3334" y="12859"/>
                        <a:pt x="3048" y="12573"/>
                        <a:pt x="2572" y="12097"/>
                      </a:cubicBezTo>
                      <a:cubicBezTo>
                        <a:pt x="2191" y="11811"/>
                        <a:pt x="1905" y="11621"/>
                        <a:pt x="1714" y="11621"/>
                      </a:cubicBezTo>
                      <a:cubicBezTo>
                        <a:pt x="1429" y="11621"/>
                        <a:pt x="1238" y="11811"/>
                        <a:pt x="1048" y="12097"/>
                      </a:cubicBezTo>
                      <a:cubicBezTo>
                        <a:pt x="762" y="11906"/>
                        <a:pt x="571" y="11716"/>
                        <a:pt x="571" y="11621"/>
                      </a:cubicBezTo>
                      <a:cubicBezTo>
                        <a:pt x="571" y="11621"/>
                        <a:pt x="762" y="11335"/>
                        <a:pt x="1143" y="11049"/>
                      </a:cubicBezTo>
                      <a:cubicBezTo>
                        <a:pt x="1524" y="10763"/>
                        <a:pt x="1619" y="10477"/>
                        <a:pt x="1619" y="10287"/>
                      </a:cubicBezTo>
                      <a:lnTo>
                        <a:pt x="2096" y="10858"/>
                      </a:lnTo>
                      <a:lnTo>
                        <a:pt x="2477" y="10477"/>
                      </a:lnTo>
                      <a:cubicBezTo>
                        <a:pt x="2477" y="10477"/>
                        <a:pt x="2762" y="10668"/>
                        <a:pt x="2953" y="10668"/>
                      </a:cubicBezTo>
                      <a:cubicBezTo>
                        <a:pt x="3143" y="10668"/>
                        <a:pt x="3524" y="10573"/>
                        <a:pt x="4001" y="10382"/>
                      </a:cubicBezTo>
                      <a:cubicBezTo>
                        <a:pt x="4477" y="10192"/>
                        <a:pt x="4763" y="10001"/>
                        <a:pt x="5048" y="10001"/>
                      </a:cubicBezTo>
                      <a:cubicBezTo>
                        <a:pt x="5334" y="10001"/>
                        <a:pt x="5524" y="10096"/>
                        <a:pt x="5715" y="10382"/>
                      </a:cubicBezTo>
                      <a:lnTo>
                        <a:pt x="6001" y="10192"/>
                      </a:lnTo>
                      <a:cubicBezTo>
                        <a:pt x="6001" y="10192"/>
                        <a:pt x="5715" y="9525"/>
                        <a:pt x="5239" y="9334"/>
                      </a:cubicBezTo>
                      <a:cubicBezTo>
                        <a:pt x="4763" y="9144"/>
                        <a:pt x="4477" y="9049"/>
                        <a:pt x="4381" y="8858"/>
                      </a:cubicBezTo>
                      <a:cubicBezTo>
                        <a:pt x="3715" y="8858"/>
                        <a:pt x="2857" y="8858"/>
                        <a:pt x="1810" y="8858"/>
                      </a:cubicBezTo>
                      <a:cubicBezTo>
                        <a:pt x="1714" y="9049"/>
                        <a:pt x="1619" y="9144"/>
                        <a:pt x="1524" y="9144"/>
                      </a:cubicBezTo>
                      <a:cubicBezTo>
                        <a:pt x="1334" y="9049"/>
                        <a:pt x="1238" y="8953"/>
                        <a:pt x="1143" y="8953"/>
                      </a:cubicBezTo>
                      <a:cubicBezTo>
                        <a:pt x="1048" y="8953"/>
                        <a:pt x="953" y="8953"/>
                        <a:pt x="857" y="8953"/>
                      </a:cubicBezTo>
                      <a:lnTo>
                        <a:pt x="286" y="6953"/>
                      </a:lnTo>
                      <a:cubicBezTo>
                        <a:pt x="286" y="6953"/>
                        <a:pt x="857" y="6858"/>
                        <a:pt x="1048" y="6572"/>
                      </a:cubicBezTo>
                      <a:cubicBezTo>
                        <a:pt x="1048" y="6191"/>
                        <a:pt x="857" y="6096"/>
                        <a:pt x="571" y="6286"/>
                      </a:cubicBezTo>
                      <a:cubicBezTo>
                        <a:pt x="286" y="6477"/>
                        <a:pt x="95" y="6382"/>
                        <a:pt x="0" y="6191"/>
                      </a:cubicBezTo>
                      <a:lnTo>
                        <a:pt x="476" y="5620"/>
                      </a:lnTo>
                      <a:lnTo>
                        <a:pt x="1048" y="6191"/>
                      </a:lnTo>
                      <a:cubicBezTo>
                        <a:pt x="1048" y="6191"/>
                        <a:pt x="1238" y="5620"/>
                        <a:pt x="1238" y="4953"/>
                      </a:cubicBezTo>
                      <a:cubicBezTo>
                        <a:pt x="1238" y="5144"/>
                        <a:pt x="1334" y="5239"/>
                        <a:pt x="1619" y="5334"/>
                      </a:cubicBezTo>
                      <a:cubicBezTo>
                        <a:pt x="2000" y="5048"/>
                        <a:pt x="2096" y="4858"/>
                        <a:pt x="2096" y="4667"/>
                      </a:cubicBezTo>
                      <a:cubicBezTo>
                        <a:pt x="2096" y="4477"/>
                        <a:pt x="1810" y="4096"/>
                        <a:pt x="1238" y="3715"/>
                      </a:cubicBezTo>
                      <a:cubicBezTo>
                        <a:pt x="667" y="3334"/>
                        <a:pt x="381" y="2953"/>
                        <a:pt x="381" y="2572"/>
                      </a:cubicBezTo>
                      <a:cubicBezTo>
                        <a:pt x="381" y="2286"/>
                        <a:pt x="571" y="1905"/>
                        <a:pt x="953" y="1619"/>
                      </a:cubicBezTo>
                      <a:lnTo>
                        <a:pt x="2191" y="286"/>
                      </a:lnTo>
                      <a:cubicBezTo>
                        <a:pt x="4477" y="95"/>
                        <a:pt x="6858" y="0"/>
                        <a:pt x="9335" y="0"/>
                      </a:cubicBezTo>
                      <a:cubicBezTo>
                        <a:pt x="11811" y="0"/>
                        <a:pt x="15430" y="95"/>
                        <a:pt x="20193" y="381"/>
                      </a:cubicBezTo>
                      <a:cubicBezTo>
                        <a:pt x="25051" y="667"/>
                        <a:pt x="28670" y="762"/>
                        <a:pt x="31147" y="762"/>
                      </a:cubicBezTo>
                      <a:cubicBezTo>
                        <a:pt x="32861" y="762"/>
                        <a:pt x="34576" y="762"/>
                        <a:pt x="36195" y="667"/>
                      </a:cubicBezTo>
                      <a:cubicBezTo>
                        <a:pt x="37243" y="1429"/>
                        <a:pt x="37719" y="2477"/>
                        <a:pt x="37719" y="3810"/>
                      </a:cubicBezTo>
                      <a:cubicBezTo>
                        <a:pt x="37719" y="4191"/>
                        <a:pt x="37719" y="4858"/>
                        <a:pt x="37529" y="5905"/>
                      </a:cubicBezTo>
                      <a:cubicBezTo>
                        <a:pt x="37433" y="6858"/>
                        <a:pt x="37338" y="7620"/>
                        <a:pt x="37338" y="8096"/>
                      </a:cubicBezTo>
                      <a:cubicBezTo>
                        <a:pt x="37338" y="8573"/>
                        <a:pt x="37338" y="9144"/>
                        <a:pt x="37433" y="9525"/>
                      </a:cubicBezTo>
                      <a:cubicBezTo>
                        <a:pt x="37433" y="10192"/>
                        <a:pt x="36957" y="10573"/>
                        <a:pt x="36100" y="10573"/>
                      </a:cubicBezTo>
                      <a:cubicBezTo>
                        <a:pt x="36004" y="10573"/>
                        <a:pt x="35719" y="10573"/>
                        <a:pt x="35433" y="10573"/>
                      </a:cubicBezTo>
                      <a:lnTo>
                        <a:pt x="34766" y="10573"/>
                      </a:lnTo>
                      <a:cubicBezTo>
                        <a:pt x="34195" y="10573"/>
                        <a:pt x="33814" y="10573"/>
                        <a:pt x="33623" y="10858"/>
                      </a:cubicBezTo>
                      <a:lnTo>
                        <a:pt x="32195" y="10858"/>
                      </a:lnTo>
                      <a:lnTo>
                        <a:pt x="32195" y="10573"/>
                      </a:lnTo>
                      <a:cubicBezTo>
                        <a:pt x="30194" y="10763"/>
                        <a:pt x="27908" y="10858"/>
                        <a:pt x="25337" y="10858"/>
                      </a:cubicBezTo>
                      <a:cubicBezTo>
                        <a:pt x="23717" y="10858"/>
                        <a:pt x="21431" y="10858"/>
                        <a:pt x="18383" y="10858"/>
                      </a:cubicBezTo>
                      <a:lnTo>
                        <a:pt x="11430" y="10858"/>
                      </a:lnTo>
                      <a:cubicBezTo>
                        <a:pt x="11144" y="11621"/>
                        <a:pt x="10954" y="12573"/>
                        <a:pt x="10954" y="13525"/>
                      </a:cubicBezTo>
                      <a:cubicBezTo>
                        <a:pt x="10954" y="13811"/>
                        <a:pt x="10954" y="14288"/>
                        <a:pt x="10954" y="14954"/>
                      </a:cubicBezTo>
                      <a:lnTo>
                        <a:pt x="10954" y="16383"/>
                      </a:lnTo>
                      <a:cubicBezTo>
                        <a:pt x="10954" y="17335"/>
                        <a:pt x="10859" y="18193"/>
                        <a:pt x="10573" y="19050"/>
                      </a:cubicBezTo>
                      <a:cubicBezTo>
                        <a:pt x="10668" y="19621"/>
                        <a:pt x="10859" y="20288"/>
                        <a:pt x="10954" y="20860"/>
                      </a:cubicBezTo>
                      <a:cubicBezTo>
                        <a:pt x="11144" y="21622"/>
                        <a:pt x="11525" y="22003"/>
                        <a:pt x="12097" y="22003"/>
                      </a:cubicBezTo>
                      <a:cubicBezTo>
                        <a:pt x="12287" y="22003"/>
                        <a:pt x="12478" y="22003"/>
                        <a:pt x="12668" y="22003"/>
                      </a:cubicBezTo>
                      <a:cubicBezTo>
                        <a:pt x="12763" y="22003"/>
                        <a:pt x="12954" y="22003"/>
                        <a:pt x="13145" y="22003"/>
                      </a:cubicBezTo>
                      <a:cubicBezTo>
                        <a:pt x="13335" y="22003"/>
                        <a:pt x="13621" y="22003"/>
                        <a:pt x="13906" y="21907"/>
                      </a:cubicBezTo>
                      <a:cubicBezTo>
                        <a:pt x="14288" y="21907"/>
                        <a:pt x="14478" y="21812"/>
                        <a:pt x="14669" y="21812"/>
                      </a:cubicBezTo>
                      <a:cubicBezTo>
                        <a:pt x="15049" y="21812"/>
                        <a:pt x="15335" y="22003"/>
                        <a:pt x="15526" y="22288"/>
                      </a:cubicBezTo>
                      <a:cubicBezTo>
                        <a:pt x="16669" y="21907"/>
                        <a:pt x="18097" y="21812"/>
                        <a:pt x="19717" y="21812"/>
                      </a:cubicBezTo>
                      <a:cubicBezTo>
                        <a:pt x="20479" y="21812"/>
                        <a:pt x="21717" y="21812"/>
                        <a:pt x="23146" y="22003"/>
                      </a:cubicBezTo>
                      <a:cubicBezTo>
                        <a:pt x="24670" y="22098"/>
                        <a:pt x="25813" y="22193"/>
                        <a:pt x="26479" y="22193"/>
                      </a:cubicBezTo>
                      <a:cubicBezTo>
                        <a:pt x="27146" y="22193"/>
                        <a:pt x="27908" y="22193"/>
                        <a:pt x="28575" y="22098"/>
                      </a:cubicBezTo>
                      <a:cubicBezTo>
                        <a:pt x="28861" y="23241"/>
                        <a:pt x="29051" y="24765"/>
                        <a:pt x="28956" y="26670"/>
                      </a:cubicBezTo>
                      <a:cubicBezTo>
                        <a:pt x="28956" y="28956"/>
                        <a:pt x="28956" y="30480"/>
                        <a:pt x="29146" y="31337"/>
                      </a:cubicBezTo>
                      <a:cubicBezTo>
                        <a:pt x="28194" y="32004"/>
                        <a:pt x="26956" y="32290"/>
                        <a:pt x="25337" y="32290"/>
                      </a:cubicBezTo>
                      <a:cubicBezTo>
                        <a:pt x="24670" y="32290"/>
                        <a:pt x="23717" y="32290"/>
                        <a:pt x="22384" y="32099"/>
                      </a:cubicBezTo>
                      <a:cubicBezTo>
                        <a:pt x="21050" y="32004"/>
                        <a:pt x="20003" y="31909"/>
                        <a:pt x="19336" y="31909"/>
                      </a:cubicBezTo>
                      <a:cubicBezTo>
                        <a:pt x="18669" y="31909"/>
                        <a:pt x="18002" y="31909"/>
                        <a:pt x="17526" y="32004"/>
                      </a:cubicBezTo>
                      <a:lnTo>
                        <a:pt x="17526" y="31623"/>
                      </a:lnTo>
                      <a:cubicBezTo>
                        <a:pt x="17526" y="31623"/>
                        <a:pt x="16478" y="31623"/>
                        <a:pt x="15430" y="31623"/>
                      </a:cubicBezTo>
                      <a:cubicBezTo>
                        <a:pt x="14764" y="31623"/>
                        <a:pt x="14097" y="31813"/>
                        <a:pt x="13526" y="32099"/>
                      </a:cubicBezTo>
                      <a:cubicBezTo>
                        <a:pt x="13240" y="32004"/>
                        <a:pt x="12954" y="31909"/>
                        <a:pt x="12668" y="31909"/>
                      </a:cubicBezTo>
                      <a:cubicBezTo>
                        <a:pt x="12192" y="31909"/>
                        <a:pt x="11811" y="31909"/>
                        <a:pt x="11716" y="31909"/>
                      </a:cubicBezTo>
                      <a:cubicBezTo>
                        <a:pt x="11049" y="32099"/>
                        <a:pt x="10668" y="32671"/>
                        <a:pt x="10668" y="33528"/>
                      </a:cubicBezTo>
                      <a:cubicBezTo>
                        <a:pt x="10668" y="34100"/>
                        <a:pt x="10763" y="34576"/>
                        <a:pt x="11049" y="34957"/>
                      </a:cubicBezTo>
                      <a:cubicBezTo>
                        <a:pt x="10096" y="34671"/>
                        <a:pt x="9239" y="34957"/>
                        <a:pt x="8477" y="35719"/>
                      </a:cubicBezTo>
                      <a:lnTo>
                        <a:pt x="10192" y="35433"/>
                      </a:lnTo>
                      <a:lnTo>
                        <a:pt x="10001" y="35719"/>
                      </a:lnTo>
                      <a:cubicBezTo>
                        <a:pt x="10001" y="35719"/>
                        <a:pt x="10192" y="36004"/>
                        <a:pt x="10382" y="36004"/>
                      </a:cubicBezTo>
                      <a:cubicBezTo>
                        <a:pt x="10382" y="36004"/>
                        <a:pt x="10478" y="35814"/>
                        <a:pt x="11144" y="35433"/>
                      </a:cubicBezTo>
                      <a:cubicBezTo>
                        <a:pt x="11144" y="35242"/>
                        <a:pt x="11144" y="36481"/>
                        <a:pt x="11144" y="39243"/>
                      </a:cubicBezTo>
                      <a:cubicBezTo>
                        <a:pt x="11144" y="40862"/>
                        <a:pt x="11335" y="42005"/>
                        <a:pt x="11906" y="42863"/>
                      </a:cubicBezTo>
                      <a:cubicBezTo>
                        <a:pt x="13526" y="43053"/>
                        <a:pt x="15240" y="43148"/>
                        <a:pt x="17050" y="43148"/>
                      </a:cubicBezTo>
                      <a:cubicBezTo>
                        <a:pt x="18383" y="43148"/>
                        <a:pt x="20384" y="43148"/>
                        <a:pt x="23051" y="42863"/>
                      </a:cubicBezTo>
                      <a:cubicBezTo>
                        <a:pt x="25622" y="42672"/>
                        <a:pt x="27622" y="42577"/>
                        <a:pt x="28956" y="42577"/>
                      </a:cubicBezTo>
                      <a:cubicBezTo>
                        <a:pt x="30956" y="42577"/>
                        <a:pt x="32766" y="42767"/>
                        <a:pt x="34480" y="42958"/>
                      </a:cubicBezTo>
                      <a:cubicBezTo>
                        <a:pt x="34766" y="42196"/>
                        <a:pt x="35433" y="42196"/>
                        <a:pt x="36290" y="42767"/>
                      </a:cubicBezTo>
                      <a:close/>
                      <a:moveTo>
                        <a:pt x="2000" y="9620"/>
                      </a:moveTo>
                      <a:lnTo>
                        <a:pt x="2381" y="10192"/>
                      </a:lnTo>
                      <a:lnTo>
                        <a:pt x="2381" y="10192"/>
                      </a:lnTo>
                      <a:cubicBezTo>
                        <a:pt x="2381" y="10192"/>
                        <a:pt x="2096" y="9906"/>
                        <a:pt x="2000" y="9620"/>
                      </a:cubicBezTo>
                      <a:close/>
                      <a:moveTo>
                        <a:pt x="15526" y="28480"/>
                      </a:moveTo>
                      <a:lnTo>
                        <a:pt x="14764" y="28480"/>
                      </a:lnTo>
                      <a:cubicBezTo>
                        <a:pt x="14764" y="28480"/>
                        <a:pt x="15145" y="28765"/>
                        <a:pt x="15526" y="28480"/>
                      </a:cubicBezTo>
                      <a:lnTo>
                        <a:pt x="15812" y="28480"/>
                      </a:lnTo>
                      <a:cubicBezTo>
                        <a:pt x="15812" y="28480"/>
                        <a:pt x="15907" y="28765"/>
                        <a:pt x="15907" y="28956"/>
                      </a:cubicBezTo>
                      <a:lnTo>
                        <a:pt x="16859" y="28480"/>
                      </a:lnTo>
                      <a:cubicBezTo>
                        <a:pt x="16859" y="28480"/>
                        <a:pt x="17240" y="28861"/>
                        <a:pt x="17240" y="28956"/>
                      </a:cubicBezTo>
                      <a:lnTo>
                        <a:pt x="18193" y="28956"/>
                      </a:lnTo>
                      <a:lnTo>
                        <a:pt x="18193" y="28480"/>
                      </a:lnTo>
                      <a:lnTo>
                        <a:pt x="15812" y="28480"/>
                      </a:lnTo>
                      <a:cubicBezTo>
                        <a:pt x="15812" y="28480"/>
                        <a:pt x="15621" y="28480"/>
                        <a:pt x="15526" y="28480"/>
                      </a:cubicBezTo>
                      <a:close/>
                      <a:moveTo>
                        <a:pt x="28385" y="3619"/>
                      </a:moveTo>
                      <a:lnTo>
                        <a:pt x="27908" y="3334"/>
                      </a:lnTo>
                      <a:lnTo>
                        <a:pt x="28385" y="4381"/>
                      </a:lnTo>
                      <a:lnTo>
                        <a:pt x="28385" y="3619"/>
                      </a:lnTo>
                      <a:close/>
                      <a:moveTo>
                        <a:pt x="40577" y="46292"/>
                      </a:moveTo>
                      <a:lnTo>
                        <a:pt x="40862" y="46292"/>
                      </a:lnTo>
                      <a:lnTo>
                        <a:pt x="40100" y="46768"/>
                      </a:lnTo>
                      <a:lnTo>
                        <a:pt x="40672" y="46292"/>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 name="Google Shape;969;p99"/>
                <p:cNvSpPr/>
                <p:nvPr/>
              </p:nvSpPr>
              <p:spPr>
                <a:xfrm>
                  <a:off x="6948772" y="1220819"/>
                  <a:ext cx="46291" cy="53153"/>
                </a:xfrm>
                <a:custGeom>
                  <a:avLst/>
                  <a:gdLst/>
                  <a:ahLst/>
                  <a:cxnLst/>
                  <a:rect l="l" t="t" r="r" b="b"/>
                  <a:pathLst>
                    <a:path w="46291" h="53153" extrusionOk="0">
                      <a:moveTo>
                        <a:pt x="37433" y="14097"/>
                      </a:moveTo>
                      <a:cubicBezTo>
                        <a:pt x="37433" y="14097"/>
                        <a:pt x="37719" y="14478"/>
                        <a:pt x="37910" y="14478"/>
                      </a:cubicBezTo>
                      <a:lnTo>
                        <a:pt x="38386" y="14478"/>
                      </a:lnTo>
                      <a:cubicBezTo>
                        <a:pt x="37814" y="15907"/>
                        <a:pt x="37719" y="17717"/>
                        <a:pt x="38195" y="19907"/>
                      </a:cubicBezTo>
                      <a:cubicBezTo>
                        <a:pt x="38100" y="20383"/>
                        <a:pt x="37624" y="21146"/>
                        <a:pt x="36862" y="22193"/>
                      </a:cubicBezTo>
                      <a:lnTo>
                        <a:pt x="37433" y="22765"/>
                      </a:lnTo>
                      <a:cubicBezTo>
                        <a:pt x="37433" y="22765"/>
                        <a:pt x="36767" y="23431"/>
                        <a:pt x="36100" y="23622"/>
                      </a:cubicBezTo>
                      <a:cubicBezTo>
                        <a:pt x="35338" y="23813"/>
                        <a:pt x="34862" y="24194"/>
                        <a:pt x="34671" y="24575"/>
                      </a:cubicBezTo>
                      <a:lnTo>
                        <a:pt x="35909" y="24765"/>
                      </a:lnTo>
                      <a:cubicBezTo>
                        <a:pt x="34862" y="26384"/>
                        <a:pt x="33052" y="28289"/>
                        <a:pt x="30384" y="30575"/>
                      </a:cubicBezTo>
                      <a:lnTo>
                        <a:pt x="29337" y="30575"/>
                      </a:lnTo>
                      <a:lnTo>
                        <a:pt x="29337" y="31337"/>
                      </a:lnTo>
                      <a:cubicBezTo>
                        <a:pt x="29337" y="31337"/>
                        <a:pt x="29147" y="31147"/>
                        <a:pt x="28956" y="31147"/>
                      </a:cubicBezTo>
                      <a:cubicBezTo>
                        <a:pt x="28575" y="31147"/>
                        <a:pt x="28385" y="31147"/>
                        <a:pt x="28289" y="31147"/>
                      </a:cubicBezTo>
                      <a:lnTo>
                        <a:pt x="28099" y="31337"/>
                      </a:lnTo>
                      <a:cubicBezTo>
                        <a:pt x="28765" y="31528"/>
                        <a:pt x="29147" y="32099"/>
                        <a:pt x="29432" y="33147"/>
                      </a:cubicBezTo>
                      <a:cubicBezTo>
                        <a:pt x="29718" y="34100"/>
                        <a:pt x="30004" y="34671"/>
                        <a:pt x="30384" y="34766"/>
                      </a:cubicBezTo>
                      <a:cubicBezTo>
                        <a:pt x="30290" y="35624"/>
                        <a:pt x="30575" y="36481"/>
                        <a:pt x="31337" y="37433"/>
                      </a:cubicBezTo>
                      <a:cubicBezTo>
                        <a:pt x="32290" y="38481"/>
                        <a:pt x="32766" y="39338"/>
                        <a:pt x="32956" y="40100"/>
                      </a:cubicBezTo>
                      <a:cubicBezTo>
                        <a:pt x="32671" y="40577"/>
                        <a:pt x="32194" y="40767"/>
                        <a:pt x="31337" y="40481"/>
                      </a:cubicBezTo>
                      <a:cubicBezTo>
                        <a:pt x="30575" y="40291"/>
                        <a:pt x="30099" y="40291"/>
                        <a:pt x="30099" y="40577"/>
                      </a:cubicBezTo>
                      <a:cubicBezTo>
                        <a:pt x="30099" y="40767"/>
                        <a:pt x="30099" y="41148"/>
                        <a:pt x="30384" y="41529"/>
                      </a:cubicBezTo>
                      <a:lnTo>
                        <a:pt x="31337" y="41339"/>
                      </a:lnTo>
                      <a:cubicBezTo>
                        <a:pt x="31337" y="41339"/>
                        <a:pt x="31337" y="41910"/>
                        <a:pt x="30861" y="42386"/>
                      </a:cubicBezTo>
                      <a:lnTo>
                        <a:pt x="31623" y="43148"/>
                      </a:lnTo>
                      <a:cubicBezTo>
                        <a:pt x="31623" y="43148"/>
                        <a:pt x="31909" y="42672"/>
                        <a:pt x="32099" y="42100"/>
                      </a:cubicBezTo>
                      <a:lnTo>
                        <a:pt x="32480" y="43339"/>
                      </a:lnTo>
                      <a:cubicBezTo>
                        <a:pt x="33052" y="43148"/>
                        <a:pt x="33338" y="42577"/>
                        <a:pt x="33242" y="41529"/>
                      </a:cubicBezTo>
                      <a:cubicBezTo>
                        <a:pt x="33814" y="41815"/>
                        <a:pt x="34385" y="42481"/>
                        <a:pt x="34671" y="43434"/>
                      </a:cubicBezTo>
                      <a:cubicBezTo>
                        <a:pt x="35052" y="44387"/>
                        <a:pt x="35433" y="44958"/>
                        <a:pt x="35909" y="45149"/>
                      </a:cubicBezTo>
                      <a:cubicBezTo>
                        <a:pt x="35719" y="45529"/>
                        <a:pt x="35719" y="45910"/>
                        <a:pt x="35719" y="46196"/>
                      </a:cubicBezTo>
                      <a:cubicBezTo>
                        <a:pt x="35719" y="46863"/>
                        <a:pt x="36100" y="47720"/>
                        <a:pt x="36767" y="48768"/>
                      </a:cubicBezTo>
                      <a:cubicBezTo>
                        <a:pt x="37433" y="49816"/>
                        <a:pt x="37814" y="50578"/>
                        <a:pt x="37814" y="51054"/>
                      </a:cubicBezTo>
                      <a:cubicBezTo>
                        <a:pt x="37814" y="51625"/>
                        <a:pt x="37433" y="52197"/>
                        <a:pt x="36862" y="52769"/>
                      </a:cubicBezTo>
                      <a:cubicBezTo>
                        <a:pt x="36385" y="52769"/>
                        <a:pt x="35433" y="52769"/>
                        <a:pt x="34195" y="52959"/>
                      </a:cubicBezTo>
                      <a:cubicBezTo>
                        <a:pt x="32956" y="53054"/>
                        <a:pt x="32004" y="53150"/>
                        <a:pt x="31433" y="53150"/>
                      </a:cubicBezTo>
                      <a:cubicBezTo>
                        <a:pt x="29528" y="53150"/>
                        <a:pt x="28004" y="52578"/>
                        <a:pt x="26956" y="51530"/>
                      </a:cubicBezTo>
                      <a:lnTo>
                        <a:pt x="26765" y="51816"/>
                      </a:lnTo>
                      <a:cubicBezTo>
                        <a:pt x="26479" y="51149"/>
                        <a:pt x="26289" y="50483"/>
                        <a:pt x="26003" y="49816"/>
                      </a:cubicBezTo>
                      <a:cubicBezTo>
                        <a:pt x="25622" y="48958"/>
                        <a:pt x="25051" y="48387"/>
                        <a:pt x="24384" y="48197"/>
                      </a:cubicBezTo>
                      <a:cubicBezTo>
                        <a:pt x="24479" y="47911"/>
                        <a:pt x="24574" y="47625"/>
                        <a:pt x="24574" y="47435"/>
                      </a:cubicBezTo>
                      <a:cubicBezTo>
                        <a:pt x="24574" y="46958"/>
                        <a:pt x="24289" y="46482"/>
                        <a:pt x="23622" y="46006"/>
                      </a:cubicBezTo>
                      <a:cubicBezTo>
                        <a:pt x="22955" y="45529"/>
                        <a:pt x="22670" y="45053"/>
                        <a:pt x="22670" y="44672"/>
                      </a:cubicBezTo>
                      <a:cubicBezTo>
                        <a:pt x="22670" y="44387"/>
                        <a:pt x="22670" y="44006"/>
                        <a:pt x="22955" y="43720"/>
                      </a:cubicBezTo>
                      <a:cubicBezTo>
                        <a:pt x="22574" y="43148"/>
                        <a:pt x="22003" y="41910"/>
                        <a:pt x="21431" y="40100"/>
                      </a:cubicBezTo>
                      <a:cubicBezTo>
                        <a:pt x="20860" y="38576"/>
                        <a:pt x="20193" y="37433"/>
                        <a:pt x="19431" y="36671"/>
                      </a:cubicBezTo>
                      <a:cubicBezTo>
                        <a:pt x="19431" y="35528"/>
                        <a:pt x="18955" y="34195"/>
                        <a:pt x="17907" y="32575"/>
                      </a:cubicBezTo>
                      <a:lnTo>
                        <a:pt x="15907" y="32290"/>
                      </a:lnTo>
                      <a:lnTo>
                        <a:pt x="16097" y="32099"/>
                      </a:lnTo>
                      <a:cubicBezTo>
                        <a:pt x="16097" y="32099"/>
                        <a:pt x="15812" y="31718"/>
                        <a:pt x="15526" y="31718"/>
                      </a:cubicBezTo>
                      <a:lnTo>
                        <a:pt x="14764" y="32480"/>
                      </a:lnTo>
                      <a:cubicBezTo>
                        <a:pt x="14764" y="32480"/>
                        <a:pt x="14002" y="32575"/>
                        <a:pt x="13240" y="32766"/>
                      </a:cubicBezTo>
                      <a:cubicBezTo>
                        <a:pt x="12478" y="32956"/>
                        <a:pt x="11906" y="33147"/>
                        <a:pt x="11525" y="33147"/>
                      </a:cubicBezTo>
                      <a:cubicBezTo>
                        <a:pt x="11239" y="33147"/>
                        <a:pt x="10954" y="33147"/>
                        <a:pt x="10763" y="32956"/>
                      </a:cubicBezTo>
                      <a:cubicBezTo>
                        <a:pt x="10763" y="32956"/>
                        <a:pt x="10763" y="33147"/>
                        <a:pt x="10763" y="33242"/>
                      </a:cubicBezTo>
                      <a:cubicBezTo>
                        <a:pt x="10763" y="33338"/>
                        <a:pt x="10763" y="33528"/>
                        <a:pt x="10954" y="33623"/>
                      </a:cubicBezTo>
                      <a:cubicBezTo>
                        <a:pt x="10954" y="33719"/>
                        <a:pt x="11144" y="33814"/>
                        <a:pt x="11144" y="33909"/>
                      </a:cubicBezTo>
                      <a:cubicBezTo>
                        <a:pt x="11144" y="33909"/>
                        <a:pt x="10954" y="34100"/>
                        <a:pt x="10573" y="34385"/>
                      </a:cubicBezTo>
                      <a:lnTo>
                        <a:pt x="10954" y="38481"/>
                      </a:lnTo>
                      <a:lnTo>
                        <a:pt x="10478" y="38957"/>
                      </a:lnTo>
                      <a:cubicBezTo>
                        <a:pt x="10859" y="40196"/>
                        <a:pt x="10954" y="42005"/>
                        <a:pt x="10954" y="44291"/>
                      </a:cubicBezTo>
                      <a:cubicBezTo>
                        <a:pt x="10954" y="44482"/>
                        <a:pt x="10859" y="44958"/>
                        <a:pt x="10668" y="45720"/>
                      </a:cubicBezTo>
                      <a:cubicBezTo>
                        <a:pt x="10478" y="46482"/>
                        <a:pt x="10382" y="46958"/>
                        <a:pt x="10382" y="47435"/>
                      </a:cubicBezTo>
                      <a:cubicBezTo>
                        <a:pt x="10382" y="48101"/>
                        <a:pt x="10668" y="48673"/>
                        <a:pt x="11144" y="49054"/>
                      </a:cubicBezTo>
                      <a:cubicBezTo>
                        <a:pt x="10859" y="49244"/>
                        <a:pt x="10668" y="49721"/>
                        <a:pt x="10668" y="50292"/>
                      </a:cubicBezTo>
                      <a:lnTo>
                        <a:pt x="10668" y="50959"/>
                      </a:lnTo>
                      <a:cubicBezTo>
                        <a:pt x="10668" y="50959"/>
                        <a:pt x="10668" y="51435"/>
                        <a:pt x="10668" y="51530"/>
                      </a:cubicBezTo>
                      <a:cubicBezTo>
                        <a:pt x="10668" y="52388"/>
                        <a:pt x="10192" y="52673"/>
                        <a:pt x="9335" y="52578"/>
                      </a:cubicBezTo>
                      <a:lnTo>
                        <a:pt x="9715" y="52864"/>
                      </a:lnTo>
                      <a:cubicBezTo>
                        <a:pt x="9049" y="53150"/>
                        <a:pt x="8096" y="53245"/>
                        <a:pt x="6953" y="53054"/>
                      </a:cubicBezTo>
                      <a:cubicBezTo>
                        <a:pt x="5905" y="52864"/>
                        <a:pt x="5144" y="52864"/>
                        <a:pt x="4763" y="53150"/>
                      </a:cubicBezTo>
                      <a:cubicBezTo>
                        <a:pt x="3238" y="52959"/>
                        <a:pt x="1810" y="52578"/>
                        <a:pt x="476" y="51911"/>
                      </a:cubicBezTo>
                      <a:cubicBezTo>
                        <a:pt x="571" y="48577"/>
                        <a:pt x="476" y="43339"/>
                        <a:pt x="286" y="36385"/>
                      </a:cubicBezTo>
                      <a:lnTo>
                        <a:pt x="0" y="36385"/>
                      </a:lnTo>
                      <a:cubicBezTo>
                        <a:pt x="381" y="35909"/>
                        <a:pt x="571" y="35338"/>
                        <a:pt x="571" y="34576"/>
                      </a:cubicBezTo>
                      <a:cubicBezTo>
                        <a:pt x="571" y="34290"/>
                        <a:pt x="571" y="33814"/>
                        <a:pt x="476" y="33242"/>
                      </a:cubicBezTo>
                      <a:cubicBezTo>
                        <a:pt x="476" y="32575"/>
                        <a:pt x="381" y="32099"/>
                        <a:pt x="381" y="31718"/>
                      </a:cubicBezTo>
                      <a:cubicBezTo>
                        <a:pt x="381" y="30956"/>
                        <a:pt x="571" y="30194"/>
                        <a:pt x="953" y="29623"/>
                      </a:cubicBezTo>
                      <a:cubicBezTo>
                        <a:pt x="762" y="27337"/>
                        <a:pt x="571" y="24194"/>
                        <a:pt x="571" y="20288"/>
                      </a:cubicBezTo>
                      <a:lnTo>
                        <a:pt x="571" y="10668"/>
                      </a:lnTo>
                      <a:cubicBezTo>
                        <a:pt x="571" y="10668"/>
                        <a:pt x="190" y="10287"/>
                        <a:pt x="190" y="10097"/>
                      </a:cubicBezTo>
                      <a:cubicBezTo>
                        <a:pt x="190" y="10001"/>
                        <a:pt x="286" y="9716"/>
                        <a:pt x="571" y="9335"/>
                      </a:cubicBezTo>
                      <a:cubicBezTo>
                        <a:pt x="762" y="8954"/>
                        <a:pt x="953" y="8668"/>
                        <a:pt x="953" y="8382"/>
                      </a:cubicBezTo>
                      <a:cubicBezTo>
                        <a:pt x="381" y="7906"/>
                        <a:pt x="190" y="7334"/>
                        <a:pt x="190" y="6763"/>
                      </a:cubicBezTo>
                      <a:cubicBezTo>
                        <a:pt x="190" y="6382"/>
                        <a:pt x="381" y="5715"/>
                        <a:pt x="667" y="4763"/>
                      </a:cubicBezTo>
                      <a:cubicBezTo>
                        <a:pt x="953" y="3810"/>
                        <a:pt x="1048" y="3143"/>
                        <a:pt x="1048" y="2572"/>
                      </a:cubicBezTo>
                      <a:lnTo>
                        <a:pt x="3715" y="286"/>
                      </a:lnTo>
                      <a:lnTo>
                        <a:pt x="15335" y="0"/>
                      </a:lnTo>
                      <a:cubicBezTo>
                        <a:pt x="15335" y="0"/>
                        <a:pt x="16002" y="762"/>
                        <a:pt x="16954" y="1429"/>
                      </a:cubicBezTo>
                      <a:cubicBezTo>
                        <a:pt x="17621" y="2000"/>
                        <a:pt x="18002" y="2572"/>
                        <a:pt x="18193" y="3239"/>
                      </a:cubicBezTo>
                      <a:cubicBezTo>
                        <a:pt x="18193" y="3048"/>
                        <a:pt x="18193" y="2858"/>
                        <a:pt x="18193" y="2667"/>
                      </a:cubicBezTo>
                      <a:cubicBezTo>
                        <a:pt x="18193" y="2096"/>
                        <a:pt x="18479" y="1619"/>
                        <a:pt x="19240" y="1238"/>
                      </a:cubicBezTo>
                      <a:cubicBezTo>
                        <a:pt x="20098" y="762"/>
                        <a:pt x="20669" y="476"/>
                        <a:pt x="20860" y="191"/>
                      </a:cubicBezTo>
                      <a:cubicBezTo>
                        <a:pt x="21146" y="191"/>
                        <a:pt x="21431" y="191"/>
                        <a:pt x="21812" y="667"/>
                      </a:cubicBezTo>
                      <a:cubicBezTo>
                        <a:pt x="21907" y="667"/>
                        <a:pt x="22098" y="667"/>
                        <a:pt x="22288" y="667"/>
                      </a:cubicBezTo>
                      <a:cubicBezTo>
                        <a:pt x="22574" y="667"/>
                        <a:pt x="23051" y="857"/>
                        <a:pt x="23813" y="1238"/>
                      </a:cubicBezTo>
                      <a:cubicBezTo>
                        <a:pt x="24479" y="1619"/>
                        <a:pt x="25051" y="1810"/>
                        <a:pt x="25432" y="1715"/>
                      </a:cubicBezTo>
                      <a:lnTo>
                        <a:pt x="27622" y="1715"/>
                      </a:lnTo>
                      <a:cubicBezTo>
                        <a:pt x="27527" y="2381"/>
                        <a:pt x="27718" y="2762"/>
                        <a:pt x="28385" y="2762"/>
                      </a:cubicBezTo>
                      <a:cubicBezTo>
                        <a:pt x="28385" y="2762"/>
                        <a:pt x="28575" y="2762"/>
                        <a:pt x="28765" y="2762"/>
                      </a:cubicBezTo>
                      <a:lnTo>
                        <a:pt x="29242" y="2762"/>
                      </a:lnTo>
                      <a:cubicBezTo>
                        <a:pt x="29813" y="2762"/>
                        <a:pt x="30099" y="3048"/>
                        <a:pt x="30194" y="3524"/>
                      </a:cubicBezTo>
                      <a:lnTo>
                        <a:pt x="31718" y="3524"/>
                      </a:lnTo>
                      <a:cubicBezTo>
                        <a:pt x="32671" y="4477"/>
                        <a:pt x="33623" y="5334"/>
                        <a:pt x="34671" y="6287"/>
                      </a:cubicBezTo>
                      <a:cubicBezTo>
                        <a:pt x="35814" y="7429"/>
                        <a:pt x="36385" y="8477"/>
                        <a:pt x="36481" y="9525"/>
                      </a:cubicBezTo>
                      <a:cubicBezTo>
                        <a:pt x="37147" y="9906"/>
                        <a:pt x="37624" y="10477"/>
                        <a:pt x="37814" y="11335"/>
                      </a:cubicBezTo>
                      <a:cubicBezTo>
                        <a:pt x="38100" y="12478"/>
                        <a:pt x="38386" y="13335"/>
                        <a:pt x="38576" y="13621"/>
                      </a:cubicBezTo>
                      <a:lnTo>
                        <a:pt x="38100" y="14097"/>
                      </a:lnTo>
                      <a:close/>
                      <a:moveTo>
                        <a:pt x="5810" y="16574"/>
                      </a:moveTo>
                      <a:lnTo>
                        <a:pt x="5810" y="15145"/>
                      </a:lnTo>
                      <a:lnTo>
                        <a:pt x="5524" y="15145"/>
                      </a:lnTo>
                      <a:lnTo>
                        <a:pt x="5524" y="16574"/>
                      </a:lnTo>
                      <a:lnTo>
                        <a:pt x="5810" y="16574"/>
                      </a:lnTo>
                      <a:close/>
                      <a:moveTo>
                        <a:pt x="7620" y="7715"/>
                      </a:moveTo>
                      <a:cubicBezTo>
                        <a:pt x="7620" y="7715"/>
                        <a:pt x="7620" y="7144"/>
                        <a:pt x="7620" y="6668"/>
                      </a:cubicBezTo>
                      <a:cubicBezTo>
                        <a:pt x="7715" y="6191"/>
                        <a:pt x="7811" y="5906"/>
                        <a:pt x="7811" y="5810"/>
                      </a:cubicBezTo>
                      <a:cubicBezTo>
                        <a:pt x="7811" y="5334"/>
                        <a:pt x="7525" y="4953"/>
                        <a:pt x="7048" y="4763"/>
                      </a:cubicBezTo>
                      <a:lnTo>
                        <a:pt x="7811" y="4000"/>
                      </a:lnTo>
                      <a:cubicBezTo>
                        <a:pt x="7811" y="4000"/>
                        <a:pt x="7811" y="3810"/>
                        <a:pt x="7811" y="3715"/>
                      </a:cubicBezTo>
                      <a:cubicBezTo>
                        <a:pt x="7239" y="4191"/>
                        <a:pt x="7048" y="4572"/>
                        <a:pt x="7048" y="5048"/>
                      </a:cubicBezTo>
                      <a:cubicBezTo>
                        <a:pt x="7048" y="5239"/>
                        <a:pt x="7239" y="5810"/>
                        <a:pt x="7620" y="6763"/>
                      </a:cubicBezTo>
                      <a:cubicBezTo>
                        <a:pt x="7334" y="6763"/>
                        <a:pt x="7144" y="6953"/>
                        <a:pt x="7144" y="7239"/>
                      </a:cubicBezTo>
                      <a:cubicBezTo>
                        <a:pt x="7144" y="7525"/>
                        <a:pt x="6953" y="7715"/>
                        <a:pt x="6858" y="7810"/>
                      </a:cubicBezTo>
                      <a:lnTo>
                        <a:pt x="7620" y="7810"/>
                      </a:lnTo>
                      <a:close/>
                      <a:moveTo>
                        <a:pt x="10287" y="6191"/>
                      </a:moveTo>
                      <a:lnTo>
                        <a:pt x="11335" y="6953"/>
                      </a:lnTo>
                      <a:lnTo>
                        <a:pt x="11335" y="6953"/>
                      </a:lnTo>
                      <a:lnTo>
                        <a:pt x="10763" y="7525"/>
                      </a:lnTo>
                      <a:lnTo>
                        <a:pt x="11335" y="7525"/>
                      </a:lnTo>
                      <a:lnTo>
                        <a:pt x="11335" y="3905"/>
                      </a:lnTo>
                      <a:cubicBezTo>
                        <a:pt x="11335" y="3905"/>
                        <a:pt x="10954" y="4191"/>
                        <a:pt x="10668" y="4477"/>
                      </a:cubicBezTo>
                      <a:cubicBezTo>
                        <a:pt x="10668" y="4381"/>
                        <a:pt x="10478" y="4286"/>
                        <a:pt x="10287" y="4286"/>
                      </a:cubicBezTo>
                      <a:cubicBezTo>
                        <a:pt x="10382" y="4477"/>
                        <a:pt x="10573" y="4572"/>
                        <a:pt x="10668" y="4477"/>
                      </a:cubicBezTo>
                      <a:cubicBezTo>
                        <a:pt x="10668" y="4667"/>
                        <a:pt x="10668" y="4953"/>
                        <a:pt x="10478" y="5334"/>
                      </a:cubicBezTo>
                      <a:cubicBezTo>
                        <a:pt x="10478" y="5334"/>
                        <a:pt x="10478" y="5239"/>
                        <a:pt x="10478" y="5239"/>
                      </a:cubicBezTo>
                      <a:cubicBezTo>
                        <a:pt x="10668" y="5239"/>
                        <a:pt x="10859" y="5239"/>
                        <a:pt x="10954" y="5525"/>
                      </a:cubicBezTo>
                      <a:lnTo>
                        <a:pt x="10192" y="6287"/>
                      </a:lnTo>
                      <a:close/>
                      <a:moveTo>
                        <a:pt x="26956" y="17240"/>
                      </a:moveTo>
                      <a:cubicBezTo>
                        <a:pt x="26956" y="17240"/>
                        <a:pt x="27051" y="16859"/>
                        <a:pt x="27051" y="16669"/>
                      </a:cubicBezTo>
                      <a:cubicBezTo>
                        <a:pt x="27051" y="16383"/>
                        <a:pt x="26861" y="16097"/>
                        <a:pt x="26479" y="15716"/>
                      </a:cubicBezTo>
                      <a:cubicBezTo>
                        <a:pt x="26098" y="15431"/>
                        <a:pt x="25813" y="15145"/>
                        <a:pt x="25718" y="14954"/>
                      </a:cubicBezTo>
                      <a:cubicBezTo>
                        <a:pt x="25908" y="14669"/>
                        <a:pt x="26003" y="14478"/>
                        <a:pt x="26003" y="14192"/>
                      </a:cubicBezTo>
                      <a:cubicBezTo>
                        <a:pt x="26003" y="13811"/>
                        <a:pt x="25622" y="13430"/>
                        <a:pt x="25051" y="13049"/>
                      </a:cubicBezTo>
                      <a:cubicBezTo>
                        <a:pt x="24384" y="12668"/>
                        <a:pt x="24003" y="12383"/>
                        <a:pt x="23908" y="12097"/>
                      </a:cubicBezTo>
                      <a:cubicBezTo>
                        <a:pt x="23717" y="11906"/>
                        <a:pt x="23431" y="11716"/>
                        <a:pt x="23146" y="11716"/>
                      </a:cubicBezTo>
                      <a:cubicBezTo>
                        <a:pt x="23051" y="11716"/>
                        <a:pt x="22765" y="11716"/>
                        <a:pt x="22479" y="11811"/>
                      </a:cubicBezTo>
                      <a:cubicBezTo>
                        <a:pt x="22193" y="11811"/>
                        <a:pt x="22003" y="11906"/>
                        <a:pt x="21907" y="11906"/>
                      </a:cubicBezTo>
                      <a:cubicBezTo>
                        <a:pt x="21527" y="11906"/>
                        <a:pt x="21241" y="11621"/>
                        <a:pt x="21146" y="11144"/>
                      </a:cubicBezTo>
                      <a:lnTo>
                        <a:pt x="21622" y="10763"/>
                      </a:lnTo>
                      <a:cubicBezTo>
                        <a:pt x="20764" y="10763"/>
                        <a:pt x="20288" y="10954"/>
                        <a:pt x="20193" y="11716"/>
                      </a:cubicBezTo>
                      <a:cubicBezTo>
                        <a:pt x="20098" y="12764"/>
                        <a:pt x="19907" y="13430"/>
                        <a:pt x="19717" y="13716"/>
                      </a:cubicBezTo>
                      <a:cubicBezTo>
                        <a:pt x="19431" y="12859"/>
                        <a:pt x="19145" y="12002"/>
                        <a:pt x="18955" y="11144"/>
                      </a:cubicBezTo>
                      <a:cubicBezTo>
                        <a:pt x="18669" y="10287"/>
                        <a:pt x="18097" y="9620"/>
                        <a:pt x="17145" y="9144"/>
                      </a:cubicBezTo>
                      <a:cubicBezTo>
                        <a:pt x="17050" y="10001"/>
                        <a:pt x="16478" y="10477"/>
                        <a:pt x="15526" y="10477"/>
                      </a:cubicBezTo>
                      <a:cubicBezTo>
                        <a:pt x="15335" y="10477"/>
                        <a:pt x="14954" y="10477"/>
                        <a:pt x="14478" y="10477"/>
                      </a:cubicBezTo>
                      <a:cubicBezTo>
                        <a:pt x="14002" y="10477"/>
                        <a:pt x="13621" y="10477"/>
                        <a:pt x="13335" y="10477"/>
                      </a:cubicBezTo>
                      <a:cubicBezTo>
                        <a:pt x="13049" y="10477"/>
                        <a:pt x="12859" y="10477"/>
                        <a:pt x="12573" y="10477"/>
                      </a:cubicBezTo>
                      <a:cubicBezTo>
                        <a:pt x="11239" y="11240"/>
                        <a:pt x="10668" y="12668"/>
                        <a:pt x="10668" y="14573"/>
                      </a:cubicBezTo>
                      <a:cubicBezTo>
                        <a:pt x="10668" y="14954"/>
                        <a:pt x="10668" y="15526"/>
                        <a:pt x="10668" y="16288"/>
                      </a:cubicBezTo>
                      <a:cubicBezTo>
                        <a:pt x="10668" y="17145"/>
                        <a:pt x="10668" y="17717"/>
                        <a:pt x="10668" y="18098"/>
                      </a:cubicBezTo>
                      <a:cubicBezTo>
                        <a:pt x="10668" y="18955"/>
                        <a:pt x="10668" y="19717"/>
                        <a:pt x="10382" y="20288"/>
                      </a:cubicBezTo>
                      <a:cubicBezTo>
                        <a:pt x="10382" y="20860"/>
                        <a:pt x="10859" y="21050"/>
                        <a:pt x="11525" y="21050"/>
                      </a:cubicBezTo>
                      <a:cubicBezTo>
                        <a:pt x="12287" y="21050"/>
                        <a:pt x="12763" y="21241"/>
                        <a:pt x="12954" y="21812"/>
                      </a:cubicBezTo>
                      <a:cubicBezTo>
                        <a:pt x="13240" y="22003"/>
                        <a:pt x="14002" y="22003"/>
                        <a:pt x="15049" y="22003"/>
                      </a:cubicBezTo>
                      <a:cubicBezTo>
                        <a:pt x="15907" y="22003"/>
                        <a:pt x="16573" y="22289"/>
                        <a:pt x="16859" y="22860"/>
                      </a:cubicBezTo>
                      <a:cubicBezTo>
                        <a:pt x="17145" y="22289"/>
                        <a:pt x="17621" y="21908"/>
                        <a:pt x="18193" y="21812"/>
                      </a:cubicBezTo>
                      <a:lnTo>
                        <a:pt x="19812" y="21812"/>
                      </a:lnTo>
                      <a:cubicBezTo>
                        <a:pt x="20288" y="21812"/>
                        <a:pt x="20669" y="21431"/>
                        <a:pt x="20860" y="21050"/>
                      </a:cubicBezTo>
                      <a:cubicBezTo>
                        <a:pt x="22384" y="21241"/>
                        <a:pt x="24194" y="20288"/>
                        <a:pt x="26289" y="18193"/>
                      </a:cubicBezTo>
                      <a:lnTo>
                        <a:pt x="25241" y="17812"/>
                      </a:lnTo>
                      <a:lnTo>
                        <a:pt x="26670" y="16954"/>
                      </a:lnTo>
                      <a:close/>
                      <a:moveTo>
                        <a:pt x="25813" y="6953"/>
                      </a:moveTo>
                      <a:cubicBezTo>
                        <a:pt x="25813" y="6953"/>
                        <a:pt x="25622" y="6668"/>
                        <a:pt x="25527" y="6668"/>
                      </a:cubicBezTo>
                      <a:cubicBezTo>
                        <a:pt x="25146" y="6668"/>
                        <a:pt x="24955" y="6858"/>
                        <a:pt x="24955" y="7144"/>
                      </a:cubicBezTo>
                      <a:cubicBezTo>
                        <a:pt x="24955" y="7144"/>
                        <a:pt x="24955" y="7144"/>
                        <a:pt x="25051" y="7144"/>
                      </a:cubicBezTo>
                      <a:lnTo>
                        <a:pt x="25813" y="6858"/>
                      </a:lnTo>
                      <a:close/>
                      <a:moveTo>
                        <a:pt x="28575" y="3905"/>
                      </a:moveTo>
                      <a:lnTo>
                        <a:pt x="28575" y="3524"/>
                      </a:lnTo>
                      <a:cubicBezTo>
                        <a:pt x="28575" y="3524"/>
                        <a:pt x="27813" y="3715"/>
                        <a:pt x="26956" y="3715"/>
                      </a:cubicBezTo>
                      <a:lnTo>
                        <a:pt x="28575" y="3905"/>
                      </a:lnTo>
                      <a:close/>
                      <a:moveTo>
                        <a:pt x="26956" y="15145"/>
                      </a:moveTo>
                      <a:lnTo>
                        <a:pt x="28004" y="15145"/>
                      </a:lnTo>
                      <a:cubicBezTo>
                        <a:pt x="28004" y="15145"/>
                        <a:pt x="27242" y="14573"/>
                        <a:pt x="26956" y="14573"/>
                      </a:cubicBezTo>
                      <a:lnTo>
                        <a:pt x="26956" y="15145"/>
                      </a:lnTo>
                      <a:close/>
                      <a:moveTo>
                        <a:pt x="29051" y="18383"/>
                      </a:moveTo>
                      <a:lnTo>
                        <a:pt x="29813" y="17621"/>
                      </a:lnTo>
                      <a:lnTo>
                        <a:pt x="29528" y="17621"/>
                      </a:lnTo>
                      <a:lnTo>
                        <a:pt x="29147" y="18383"/>
                      </a:lnTo>
                      <a:close/>
                      <a:moveTo>
                        <a:pt x="31051" y="18479"/>
                      </a:moveTo>
                      <a:cubicBezTo>
                        <a:pt x="31051" y="18479"/>
                        <a:pt x="30861" y="18098"/>
                        <a:pt x="30861" y="17907"/>
                      </a:cubicBezTo>
                      <a:cubicBezTo>
                        <a:pt x="30861" y="17145"/>
                        <a:pt x="31147" y="16574"/>
                        <a:pt x="31813" y="16193"/>
                      </a:cubicBezTo>
                      <a:cubicBezTo>
                        <a:pt x="31718" y="16002"/>
                        <a:pt x="31528" y="16002"/>
                        <a:pt x="31337" y="16002"/>
                      </a:cubicBezTo>
                      <a:cubicBezTo>
                        <a:pt x="31337" y="16002"/>
                        <a:pt x="30766" y="16288"/>
                        <a:pt x="29718" y="16954"/>
                      </a:cubicBezTo>
                      <a:cubicBezTo>
                        <a:pt x="30384" y="17145"/>
                        <a:pt x="30671" y="17431"/>
                        <a:pt x="30671" y="17907"/>
                      </a:cubicBezTo>
                      <a:cubicBezTo>
                        <a:pt x="30671" y="18098"/>
                        <a:pt x="30671" y="18383"/>
                        <a:pt x="30384" y="18669"/>
                      </a:cubicBezTo>
                      <a:cubicBezTo>
                        <a:pt x="30290" y="18955"/>
                        <a:pt x="30194" y="19241"/>
                        <a:pt x="30194" y="19336"/>
                      </a:cubicBezTo>
                      <a:cubicBezTo>
                        <a:pt x="30194" y="19622"/>
                        <a:pt x="30575" y="19717"/>
                        <a:pt x="31147" y="19622"/>
                      </a:cubicBezTo>
                      <a:cubicBezTo>
                        <a:pt x="31147" y="19050"/>
                        <a:pt x="31147" y="18669"/>
                        <a:pt x="30957" y="18479"/>
                      </a:cubicBezTo>
                      <a:close/>
                      <a:moveTo>
                        <a:pt x="33052" y="21622"/>
                      </a:moveTo>
                      <a:lnTo>
                        <a:pt x="33242" y="21431"/>
                      </a:lnTo>
                      <a:lnTo>
                        <a:pt x="32861" y="20955"/>
                      </a:lnTo>
                      <a:lnTo>
                        <a:pt x="33052" y="21622"/>
                      </a:lnTo>
                      <a:close/>
                      <a:moveTo>
                        <a:pt x="34290" y="17050"/>
                      </a:moveTo>
                      <a:lnTo>
                        <a:pt x="35052" y="17621"/>
                      </a:lnTo>
                      <a:cubicBezTo>
                        <a:pt x="35052" y="17621"/>
                        <a:pt x="34766" y="17145"/>
                        <a:pt x="34862" y="17050"/>
                      </a:cubicBezTo>
                      <a:lnTo>
                        <a:pt x="34290" y="17050"/>
                      </a:lnTo>
                      <a:close/>
                      <a:moveTo>
                        <a:pt x="34481" y="8954"/>
                      </a:moveTo>
                      <a:lnTo>
                        <a:pt x="34481" y="9525"/>
                      </a:lnTo>
                      <a:lnTo>
                        <a:pt x="34957" y="8954"/>
                      </a:lnTo>
                      <a:lnTo>
                        <a:pt x="34481" y="8954"/>
                      </a:lnTo>
                      <a:close/>
                      <a:moveTo>
                        <a:pt x="34957" y="14859"/>
                      </a:moveTo>
                      <a:lnTo>
                        <a:pt x="36195" y="13621"/>
                      </a:lnTo>
                      <a:lnTo>
                        <a:pt x="35433" y="13621"/>
                      </a:lnTo>
                      <a:lnTo>
                        <a:pt x="34862" y="14859"/>
                      </a:lnTo>
                      <a:close/>
                      <a:moveTo>
                        <a:pt x="35528" y="20669"/>
                      </a:moveTo>
                      <a:lnTo>
                        <a:pt x="36291" y="20383"/>
                      </a:lnTo>
                      <a:cubicBezTo>
                        <a:pt x="36291" y="20383"/>
                        <a:pt x="36004" y="20098"/>
                        <a:pt x="35528" y="20098"/>
                      </a:cubicBezTo>
                      <a:lnTo>
                        <a:pt x="35528" y="20574"/>
                      </a:lnTo>
                      <a:close/>
                      <a:moveTo>
                        <a:pt x="37052" y="8287"/>
                      </a:moveTo>
                      <a:cubicBezTo>
                        <a:pt x="37052" y="8287"/>
                        <a:pt x="37433" y="8287"/>
                        <a:pt x="37624" y="8668"/>
                      </a:cubicBezTo>
                      <a:lnTo>
                        <a:pt x="37052" y="8287"/>
                      </a:lnTo>
                      <a:close/>
                      <a:moveTo>
                        <a:pt x="38005" y="8858"/>
                      </a:moveTo>
                      <a:cubicBezTo>
                        <a:pt x="38005" y="8858"/>
                        <a:pt x="37814" y="8858"/>
                        <a:pt x="37624" y="8573"/>
                      </a:cubicBezTo>
                      <a:lnTo>
                        <a:pt x="38005" y="8858"/>
                      </a:lnTo>
                      <a:close/>
                      <a:moveTo>
                        <a:pt x="38290" y="8954"/>
                      </a:moveTo>
                      <a:lnTo>
                        <a:pt x="38005" y="8954"/>
                      </a:lnTo>
                      <a:cubicBezTo>
                        <a:pt x="38005" y="8954"/>
                        <a:pt x="38290" y="8763"/>
                        <a:pt x="38290" y="8763"/>
                      </a:cubicBezTo>
                      <a:lnTo>
                        <a:pt x="38290" y="8954"/>
                      </a:lnTo>
                      <a:close/>
                      <a:moveTo>
                        <a:pt x="39243" y="5810"/>
                      </a:moveTo>
                      <a:cubicBezTo>
                        <a:pt x="39243" y="5810"/>
                        <a:pt x="38957" y="5810"/>
                        <a:pt x="38767" y="5715"/>
                      </a:cubicBezTo>
                      <a:cubicBezTo>
                        <a:pt x="38481" y="5715"/>
                        <a:pt x="38386" y="5715"/>
                        <a:pt x="38386" y="5525"/>
                      </a:cubicBezTo>
                      <a:cubicBezTo>
                        <a:pt x="38386" y="5429"/>
                        <a:pt x="38386" y="5239"/>
                        <a:pt x="38672" y="5048"/>
                      </a:cubicBezTo>
                      <a:lnTo>
                        <a:pt x="39338" y="5810"/>
                      </a:lnTo>
                      <a:close/>
                      <a:moveTo>
                        <a:pt x="39338" y="15526"/>
                      </a:moveTo>
                      <a:lnTo>
                        <a:pt x="38576" y="14954"/>
                      </a:lnTo>
                      <a:lnTo>
                        <a:pt x="39338" y="14954"/>
                      </a:lnTo>
                      <a:lnTo>
                        <a:pt x="39338" y="15526"/>
                      </a:lnTo>
                      <a:close/>
                      <a:moveTo>
                        <a:pt x="39243" y="5810"/>
                      </a:moveTo>
                      <a:lnTo>
                        <a:pt x="39243" y="5810"/>
                      </a:lnTo>
                      <a:close/>
                      <a:moveTo>
                        <a:pt x="39909" y="11240"/>
                      </a:moveTo>
                      <a:lnTo>
                        <a:pt x="40100" y="10477"/>
                      </a:lnTo>
                      <a:lnTo>
                        <a:pt x="41719" y="11049"/>
                      </a:lnTo>
                      <a:cubicBezTo>
                        <a:pt x="41719" y="11049"/>
                        <a:pt x="41053" y="11335"/>
                        <a:pt x="40767" y="11811"/>
                      </a:cubicBezTo>
                      <a:cubicBezTo>
                        <a:pt x="40767" y="11811"/>
                        <a:pt x="40386" y="11621"/>
                        <a:pt x="39909" y="11240"/>
                      </a:cubicBezTo>
                      <a:close/>
                      <a:moveTo>
                        <a:pt x="41719" y="4381"/>
                      </a:moveTo>
                      <a:cubicBezTo>
                        <a:pt x="41719" y="4381"/>
                        <a:pt x="41529" y="4667"/>
                        <a:pt x="41148" y="4667"/>
                      </a:cubicBezTo>
                      <a:lnTo>
                        <a:pt x="40386" y="4667"/>
                      </a:lnTo>
                      <a:lnTo>
                        <a:pt x="40672" y="4096"/>
                      </a:lnTo>
                      <a:cubicBezTo>
                        <a:pt x="40672" y="4096"/>
                        <a:pt x="41148" y="4286"/>
                        <a:pt x="41719" y="4286"/>
                      </a:cubicBezTo>
                      <a:close/>
                      <a:moveTo>
                        <a:pt x="41338" y="6382"/>
                      </a:moveTo>
                      <a:lnTo>
                        <a:pt x="41338" y="6001"/>
                      </a:lnTo>
                      <a:cubicBezTo>
                        <a:pt x="42291" y="6191"/>
                        <a:pt x="42958" y="6287"/>
                        <a:pt x="43434" y="6191"/>
                      </a:cubicBezTo>
                      <a:lnTo>
                        <a:pt x="43434" y="6668"/>
                      </a:lnTo>
                      <a:lnTo>
                        <a:pt x="41338" y="6287"/>
                      </a:lnTo>
                      <a:close/>
                      <a:moveTo>
                        <a:pt x="43624" y="16383"/>
                      </a:moveTo>
                      <a:lnTo>
                        <a:pt x="43148" y="16383"/>
                      </a:lnTo>
                      <a:lnTo>
                        <a:pt x="43529" y="15716"/>
                      </a:lnTo>
                      <a:cubicBezTo>
                        <a:pt x="43529" y="15716"/>
                        <a:pt x="43624" y="16002"/>
                        <a:pt x="43624" y="16383"/>
                      </a:cubicBezTo>
                      <a:close/>
                      <a:moveTo>
                        <a:pt x="43339" y="15621"/>
                      </a:moveTo>
                      <a:cubicBezTo>
                        <a:pt x="43339" y="15621"/>
                        <a:pt x="43434" y="15431"/>
                        <a:pt x="43624" y="15240"/>
                      </a:cubicBezTo>
                      <a:lnTo>
                        <a:pt x="43624" y="15621"/>
                      </a:lnTo>
                      <a:cubicBezTo>
                        <a:pt x="43624" y="15621"/>
                        <a:pt x="43434" y="15621"/>
                        <a:pt x="43339" y="15621"/>
                      </a:cubicBezTo>
                      <a:close/>
                      <a:moveTo>
                        <a:pt x="43624" y="15240"/>
                      </a:moveTo>
                      <a:lnTo>
                        <a:pt x="43815" y="14764"/>
                      </a:lnTo>
                      <a:cubicBezTo>
                        <a:pt x="43815" y="14764"/>
                        <a:pt x="43815" y="15050"/>
                        <a:pt x="43624" y="15240"/>
                      </a:cubicBezTo>
                      <a:close/>
                      <a:moveTo>
                        <a:pt x="44672" y="1333"/>
                      </a:moveTo>
                      <a:lnTo>
                        <a:pt x="45149" y="1905"/>
                      </a:lnTo>
                      <a:lnTo>
                        <a:pt x="44196" y="1905"/>
                      </a:lnTo>
                      <a:lnTo>
                        <a:pt x="44672" y="1333"/>
                      </a:lnTo>
                      <a:close/>
                      <a:moveTo>
                        <a:pt x="45053" y="8573"/>
                      </a:moveTo>
                      <a:lnTo>
                        <a:pt x="46292" y="9811"/>
                      </a:lnTo>
                      <a:cubicBezTo>
                        <a:pt x="45339" y="9525"/>
                        <a:pt x="44863" y="9239"/>
                        <a:pt x="44863" y="9049"/>
                      </a:cubicBezTo>
                      <a:cubicBezTo>
                        <a:pt x="44863" y="8954"/>
                        <a:pt x="44863" y="8763"/>
                        <a:pt x="45053" y="8477"/>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 name="Google Shape;970;p99"/>
                <p:cNvSpPr/>
                <p:nvPr/>
              </p:nvSpPr>
              <p:spPr>
                <a:xfrm>
                  <a:off x="6991444" y="1220628"/>
                  <a:ext cx="37813" cy="55816"/>
                </a:xfrm>
                <a:custGeom>
                  <a:avLst/>
                  <a:gdLst/>
                  <a:ahLst/>
                  <a:cxnLst/>
                  <a:rect l="l" t="t" r="r" b="b"/>
                  <a:pathLst>
                    <a:path w="37813" h="55816" extrusionOk="0">
                      <a:moveTo>
                        <a:pt x="37529" y="37719"/>
                      </a:moveTo>
                      <a:cubicBezTo>
                        <a:pt x="37529" y="37719"/>
                        <a:pt x="37052" y="38005"/>
                        <a:pt x="37052" y="38290"/>
                      </a:cubicBezTo>
                      <a:cubicBezTo>
                        <a:pt x="37052" y="38100"/>
                        <a:pt x="37242" y="38481"/>
                        <a:pt x="37529" y="39243"/>
                      </a:cubicBezTo>
                      <a:cubicBezTo>
                        <a:pt x="37147" y="40100"/>
                        <a:pt x="36862" y="41148"/>
                        <a:pt x="36862" y="42386"/>
                      </a:cubicBezTo>
                      <a:cubicBezTo>
                        <a:pt x="36862" y="43053"/>
                        <a:pt x="36957" y="44196"/>
                        <a:pt x="37147" y="45625"/>
                      </a:cubicBezTo>
                      <a:cubicBezTo>
                        <a:pt x="37338" y="47053"/>
                        <a:pt x="37433" y="48101"/>
                        <a:pt x="37433" y="48768"/>
                      </a:cubicBezTo>
                      <a:cubicBezTo>
                        <a:pt x="37433" y="51625"/>
                        <a:pt x="35909" y="53245"/>
                        <a:pt x="32861" y="53530"/>
                      </a:cubicBezTo>
                      <a:cubicBezTo>
                        <a:pt x="32480" y="53150"/>
                        <a:pt x="32004" y="52959"/>
                        <a:pt x="31623" y="52959"/>
                      </a:cubicBezTo>
                      <a:cubicBezTo>
                        <a:pt x="31337" y="52959"/>
                        <a:pt x="31147" y="52959"/>
                        <a:pt x="30766" y="53150"/>
                      </a:cubicBezTo>
                      <a:cubicBezTo>
                        <a:pt x="30385" y="53245"/>
                        <a:pt x="30099" y="53340"/>
                        <a:pt x="30003" y="53340"/>
                      </a:cubicBezTo>
                      <a:cubicBezTo>
                        <a:pt x="29527" y="53340"/>
                        <a:pt x="29242" y="53150"/>
                        <a:pt x="29051" y="52673"/>
                      </a:cubicBezTo>
                      <a:lnTo>
                        <a:pt x="28289" y="52483"/>
                      </a:lnTo>
                      <a:lnTo>
                        <a:pt x="28575" y="52292"/>
                      </a:lnTo>
                      <a:cubicBezTo>
                        <a:pt x="27908" y="52197"/>
                        <a:pt x="27146" y="51530"/>
                        <a:pt x="26479" y="50482"/>
                      </a:cubicBezTo>
                      <a:cubicBezTo>
                        <a:pt x="25812" y="49435"/>
                        <a:pt x="25146" y="48768"/>
                        <a:pt x="24384" y="48673"/>
                      </a:cubicBezTo>
                      <a:cubicBezTo>
                        <a:pt x="24384" y="48482"/>
                        <a:pt x="24384" y="48292"/>
                        <a:pt x="24384" y="48101"/>
                      </a:cubicBezTo>
                      <a:cubicBezTo>
                        <a:pt x="24289" y="47815"/>
                        <a:pt x="24193" y="47720"/>
                        <a:pt x="24193" y="47625"/>
                      </a:cubicBezTo>
                      <a:cubicBezTo>
                        <a:pt x="24193" y="47434"/>
                        <a:pt x="24384" y="47244"/>
                        <a:pt x="24669" y="47149"/>
                      </a:cubicBezTo>
                      <a:cubicBezTo>
                        <a:pt x="23908" y="46673"/>
                        <a:pt x="23241" y="45625"/>
                        <a:pt x="22574" y="44196"/>
                      </a:cubicBezTo>
                      <a:cubicBezTo>
                        <a:pt x="21907" y="42672"/>
                        <a:pt x="21145" y="41719"/>
                        <a:pt x="20574" y="41243"/>
                      </a:cubicBezTo>
                      <a:cubicBezTo>
                        <a:pt x="20384" y="40005"/>
                        <a:pt x="19812" y="38481"/>
                        <a:pt x="18764" y="36862"/>
                      </a:cubicBezTo>
                      <a:cubicBezTo>
                        <a:pt x="17240" y="34480"/>
                        <a:pt x="16383" y="33147"/>
                        <a:pt x="16287" y="32861"/>
                      </a:cubicBezTo>
                      <a:cubicBezTo>
                        <a:pt x="16287" y="32480"/>
                        <a:pt x="16193" y="32004"/>
                        <a:pt x="15811" y="31337"/>
                      </a:cubicBezTo>
                      <a:cubicBezTo>
                        <a:pt x="15430" y="30671"/>
                        <a:pt x="15240" y="30290"/>
                        <a:pt x="15240" y="29908"/>
                      </a:cubicBezTo>
                      <a:cubicBezTo>
                        <a:pt x="15240" y="29718"/>
                        <a:pt x="15240" y="29527"/>
                        <a:pt x="15430" y="29337"/>
                      </a:cubicBezTo>
                      <a:cubicBezTo>
                        <a:pt x="15240" y="29432"/>
                        <a:pt x="15050" y="29527"/>
                        <a:pt x="14859" y="29527"/>
                      </a:cubicBezTo>
                      <a:cubicBezTo>
                        <a:pt x="14288" y="29527"/>
                        <a:pt x="13716" y="28861"/>
                        <a:pt x="13240" y="27527"/>
                      </a:cubicBezTo>
                      <a:cubicBezTo>
                        <a:pt x="12763" y="26194"/>
                        <a:pt x="12192" y="25527"/>
                        <a:pt x="11239" y="25527"/>
                      </a:cubicBezTo>
                      <a:cubicBezTo>
                        <a:pt x="11049" y="25527"/>
                        <a:pt x="10859" y="25527"/>
                        <a:pt x="10668" y="25527"/>
                      </a:cubicBezTo>
                      <a:cubicBezTo>
                        <a:pt x="10859" y="26670"/>
                        <a:pt x="11049" y="28003"/>
                        <a:pt x="11049" y="29432"/>
                      </a:cubicBezTo>
                      <a:cubicBezTo>
                        <a:pt x="11049" y="30575"/>
                        <a:pt x="10953" y="32385"/>
                        <a:pt x="10668" y="34766"/>
                      </a:cubicBezTo>
                      <a:cubicBezTo>
                        <a:pt x="10477" y="37148"/>
                        <a:pt x="10382" y="38862"/>
                        <a:pt x="10382" y="40005"/>
                      </a:cubicBezTo>
                      <a:cubicBezTo>
                        <a:pt x="10382" y="42196"/>
                        <a:pt x="10668" y="44196"/>
                        <a:pt x="11239" y="45815"/>
                      </a:cubicBezTo>
                      <a:cubicBezTo>
                        <a:pt x="10668" y="46196"/>
                        <a:pt x="10382" y="46673"/>
                        <a:pt x="10382" y="47339"/>
                      </a:cubicBezTo>
                      <a:cubicBezTo>
                        <a:pt x="10382" y="47720"/>
                        <a:pt x="10382" y="48196"/>
                        <a:pt x="10668" y="48863"/>
                      </a:cubicBezTo>
                      <a:cubicBezTo>
                        <a:pt x="10859" y="49530"/>
                        <a:pt x="10953" y="50006"/>
                        <a:pt x="10953" y="50292"/>
                      </a:cubicBezTo>
                      <a:cubicBezTo>
                        <a:pt x="10953" y="50959"/>
                        <a:pt x="10668" y="51435"/>
                        <a:pt x="10001" y="51625"/>
                      </a:cubicBezTo>
                      <a:cubicBezTo>
                        <a:pt x="10001" y="52197"/>
                        <a:pt x="9810" y="52673"/>
                        <a:pt x="9430" y="52864"/>
                      </a:cubicBezTo>
                      <a:lnTo>
                        <a:pt x="2477" y="52578"/>
                      </a:lnTo>
                      <a:cubicBezTo>
                        <a:pt x="2477" y="52578"/>
                        <a:pt x="2477" y="52197"/>
                        <a:pt x="2286" y="52197"/>
                      </a:cubicBezTo>
                      <a:cubicBezTo>
                        <a:pt x="2286" y="52197"/>
                        <a:pt x="2095" y="52197"/>
                        <a:pt x="2000" y="52388"/>
                      </a:cubicBezTo>
                      <a:cubicBezTo>
                        <a:pt x="1810" y="52483"/>
                        <a:pt x="1714" y="52578"/>
                        <a:pt x="1619" y="52578"/>
                      </a:cubicBezTo>
                      <a:cubicBezTo>
                        <a:pt x="1428" y="52578"/>
                        <a:pt x="1334" y="52578"/>
                        <a:pt x="1238" y="52292"/>
                      </a:cubicBezTo>
                      <a:cubicBezTo>
                        <a:pt x="571" y="51911"/>
                        <a:pt x="285" y="51340"/>
                        <a:pt x="285" y="50673"/>
                      </a:cubicBezTo>
                      <a:cubicBezTo>
                        <a:pt x="285" y="50387"/>
                        <a:pt x="381" y="49816"/>
                        <a:pt x="667" y="49054"/>
                      </a:cubicBezTo>
                      <a:cubicBezTo>
                        <a:pt x="857" y="48292"/>
                        <a:pt x="1048" y="47720"/>
                        <a:pt x="1048" y="47244"/>
                      </a:cubicBezTo>
                      <a:cubicBezTo>
                        <a:pt x="1048" y="46863"/>
                        <a:pt x="1048" y="46482"/>
                        <a:pt x="762" y="46101"/>
                      </a:cubicBezTo>
                      <a:cubicBezTo>
                        <a:pt x="571" y="44958"/>
                        <a:pt x="571" y="42958"/>
                        <a:pt x="571" y="40005"/>
                      </a:cubicBezTo>
                      <a:cubicBezTo>
                        <a:pt x="571" y="37433"/>
                        <a:pt x="476" y="35433"/>
                        <a:pt x="0" y="33909"/>
                      </a:cubicBezTo>
                      <a:cubicBezTo>
                        <a:pt x="381" y="33433"/>
                        <a:pt x="571" y="32766"/>
                        <a:pt x="571" y="32099"/>
                      </a:cubicBezTo>
                      <a:cubicBezTo>
                        <a:pt x="571" y="31813"/>
                        <a:pt x="571" y="31337"/>
                        <a:pt x="476" y="30671"/>
                      </a:cubicBezTo>
                      <a:cubicBezTo>
                        <a:pt x="381" y="30004"/>
                        <a:pt x="381" y="29527"/>
                        <a:pt x="381" y="29242"/>
                      </a:cubicBezTo>
                      <a:cubicBezTo>
                        <a:pt x="381" y="28384"/>
                        <a:pt x="667" y="27623"/>
                        <a:pt x="1143" y="27051"/>
                      </a:cubicBezTo>
                      <a:cubicBezTo>
                        <a:pt x="476" y="24479"/>
                        <a:pt x="191" y="21622"/>
                        <a:pt x="285" y="18383"/>
                      </a:cubicBezTo>
                      <a:lnTo>
                        <a:pt x="667" y="18383"/>
                      </a:lnTo>
                      <a:cubicBezTo>
                        <a:pt x="667" y="18383"/>
                        <a:pt x="571" y="17621"/>
                        <a:pt x="571" y="17145"/>
                      </a:cubicBezTo>
                      <a:cubicBezTo>
                        <a:pt x="571" y="16669"/>
                        <a:pt x="571" y="16002"/>
                        <a:pt x="762" y="15145"/>
                      </a:cubicBezTo>
                      <a:cubicBezTo>
                        <a:pt x="857" y="14192"/>
                        <a:pt x="952" y="13525"/>
                        <a:pt x="952" y="13049"/>
                      </a:cubicBezTo>
                      <a:cubicBezTo>
                        <a:pt x="952" y="12097"/>
                        <a:pt x="762" y="11240"/>
                        <a:pt x="476" y="10573"/>
                      </a:cubicBezTo>
                      <a:cubicBezTo>
                        <a:pt x="952" y="10573"/>
                        <a:pt x="1524" y="10287"/>
                        <a:pt x="2191" y="9906"/>
                      </a:cubicBezTo>
                      <a:cubicBezTo>
                        <a:pt x="2191" y="10001"/>
                        <a:pt x="2381" y="10096"/>
                        <a:pt x="2762" y="10096"/>
                      </a:cubicBezTo>
                      <a:cubicBezTo>
                        <a:pt x="3143" y="10096"/>
                        <a:pt x="3334" y="10192"/>
                        <a:pt x="3524" y="10287"/>
                      </a:cubicBezTo>
                      <a:lnTo>
                        <a:pt x="4096" y="9525"/>
                      </a:lnTo>
                      <a:cubicBezTo>
                        <a:pt x="4096" y="9525"/>
                        <a:pt x="4096" y="10287"/>
                        <a:pt x="4191" y="10573"/>
                      </a:cubicBezTo>
                      <a:cubicBezTo>
                        <a:pt x="4381" y="10954"/>
                        <a:pt x="4763" y="11049"/>
                        <a:pt x="5143" y="10954"/>
                      </a:cubicBezTo>
                      <a:cubicBezTo>
                        <a:pt x="5525" y="10477"/>
                        <a:pt x="5715" y="10096"/>
                        <a:pt x="5715" y="9811"/>
                      </a:cubicBezTo>
                      <a:cubicBezTo>
                        <a:pt x="5715" y="9144"/>
                        <a:pt x="5048" y="8573"/>
                        <a:pt x="3715" y="8096"/>
                      </a:cubicBezTo>
                      <a:cubicBezTo>
                        <a:pt x="2381" y="7525"/>
                        <a:pt x="1619" y="7144"/>
                        <a:pt x="1524" y="7048"/>
                      </a:cubicBezTo>
                      <a:cubicBezTo>
                        <a:pt x="1714" y="7048"/>
                        <a:pt x="1905" y="7048"/>
                        <a:pt x="2000" y="7048"/>
                      </a:cubicBezTo>
                      <a:cubicBezTo>
                        <a:pt x="2381" y="7048"/>
                        <a:pt x="3238" y="6667"/>
                        <a:pt x="4763" y="5905"/>
                      </a:cubicBezTo>
                      <a:cubicBezTo>
                        <a:pt x="4667" y="5620"/>
                        <a:pt x="4476" y="5525"/>
                        <a:pt x="4286" y="5525"/>
                      </a:cubicBezTo>
                      <a:cubicBezTo>
                        <a:pt x="4286" y="5525"/>
                        <a:pt x="4000" y="5525"/>
                        <a:pt x="3810" y="5715"/>
                      </a:cubicBezTo>
                      <a:cubicBezTo>
                        <a:pt x="3620" y="5810"/>
                        <a:pt x="3429" y="5905"/>
                        <a:pt x="3238" y="5905"/>
                      </a:cubicBezTo>
                      <a:cubicBezTo>
                        <a:pt x="3334" y="5905"/>
                        <a:pt x="3429" y="5620"/>
                        <a:pt x="3429" y="5144"/>
                      </a:cubicBezTo>
                      <a:cubicBezTo>
                        <a:pt x="2286" y="4381"/>
                        <a:pt x="1334" y="4191"/>
                        <a:pt x="667" y="4381"/>
                      </a:cubicBezTo>
                      <a:lnTo>
                        <a:pt x="667" y="1333"/>
                      </a:lnTo>
                      <a:lnTo>
                        <a:pt x="11811" y="952"/>
                      </a:lnTo>
                      <a:cubicBezTo>
                        <a:pt x="12382" y="2096"/>
                        <a:pt x="12954" y="3238"/>
                        <a:pt x="13525" y="4381"/>
                      </a:cubicBezTo>
                      <a:cubicBezTo>
                        <a:pt x="14097" y="5525"/>
                        <a:pt x="14288" y="6763"/>
                        <a:pt x="14192" y="8192"/>
                      </a:cubicBezTo>
                      <a:cubicBezTo>
                        <a:pt x="14478" y="7810"/>
                        <a:pt x="14764" y="7620"/>
                        <a:pt x="14954" y="7620"/>
                      </a:cubicBezTo>
                      <a:cubicBezTo>
                        <a:pt x="15144" y="7620"/>
                        <a:pt x="15335" y="7906"/>
                        <a:pt x="15526" y="8382"/>
                      </a:cubicBezTo>
                      <a:cubicBezTo>
                        <a:pt x="15716" y="8858"/>
                        <a:pt x="16002" y="9239"/>
                        <a:pt x="16193" y="9430"/>
                      </a:cubicBezTo>
                      <a:cubicBezTo>
                        <a:pt x="16193" y="9715"/>
                        <a:pt x="16097" y="10001"/>
                        <a:pt x="16097" y="10287"/>
                      </a:cubicBezTo>
                      <a:cubicBezTo>
                        <a:pt x="16097" y="10858"/>
                        <a:pt x="16478" y="11525"/>
                        <a:pt x="17336" y="12287"/>
                      </a:cubicBezTo>
                      <a:cubicBezTo>
                        <a:pt x="18192" y="13049"/>
                        <a:pt x="18574" y="13811"/>
                        <a:pt x="18574" y="14478"/>
                      </a:cubicBezTo>
                      <a:cubicBezTo>
                        <a:pt x="18764" y="14859"/>
                        <a:pt x="19621" y="16478"/>
                        <a:pt x="21145" y="19336"/>
                      </a:cubicBezTo>
                      <a:cubicBezTo>
                        <a:pt x="21145" y="20479"/>
                        <a:pt x="21336" y="21241"/>
                        <a:pt x="21622" y="21622"/>
                      </a:cubicBezTo>
                      <a:cubicBezTo>
                        <a:pt x="21812" y="21622"/>
                        <a:pt x="21907" y="21527"/>
                        <a:pt x="22098" y="21527"/>
                      </a:cubicBezTo>
                      <a:cubicBezTo>
                        <a:pt x="22288" y="21527"/>
                        <a:pt x="22479" y="21717"/>
                        <a:pt x="22479" y="22098"/>
                      </a:cubicBezTo>
                      <a:cubicBezTo>
                        <a:pt x="22479" y="22574"/>
                        <a:pt x="22574" y="22860"/>
                        <a:pt x="22670" y="22955"/>
                      </a:cubicBezTo>
                      <a:cubicBezTo>
                        <a:pt x="22955" y="23146"/>
                        <a:pt x="23336" y="23813"/>
                        <a:pt x="24003" y="24955"/>
                      </a:cubicBezTo>
                      <a:cubicBezTo>
                        <a:pt x="24479" y="25813"/>
                        <a:pt x="25146" y="26194"/>
                        <a:pt x="25908" y="26289"/>
                      </a:cubicBezTo>
                      <a:cubicBezTo>
                        <a:pt x="25812" y="26575"/>
                        <a:pt x="25908" y="26956"/>
                        <a:pt x="26384" y="27242"/>
                      </a:cubicBezTo>
                      <a:lnTo>
                        <a:pt x="27146" y="26479"/>
                      </a:lnTo>
                      <a:lnTo>
                        <a:pt x="26956" y="17050"/>
                      </a:lnTo>
                      <a:cubicBezTo>
                        <a:pt x="26956" y="17050"/>
                        <a:pt x="27432" y="16669"/>
                        <a:pt x="27432" y="16383"/>
                      </a:cubicBezTo>
                      <a:cubicBezTo>
                        <a:pt x="27432" y="16192"/>
                        <a:pt x="27241" y="15907"/>
                        <a:pt x="26956" y="15526"/>
                      </a:cubicBezTo>
                      <a:cubicBezTo>
                        <a:pt x="26670" y="15145"/>
                        <a:pt x="26575" y="14859"/>
                        <a:pt x="26575" y="14573"/>
                      </a:cubicBezTo>
                      <a:cubicBezTo>
                        <a:pt x="26575" y="14288"/>
                        <a:pt x="26765" y="14002"/>
                        <a:pt x="27146" y="13716"/>
                      </a:cubicBezTo>
                      <a:cubicBezTo>
                        <a:pt x="26765" y="12763"/>
                        <a:pt x="26575" y="11716"/>
                        <a:pt x="26575" y="10573"/>
                      </a:cubicBezTo>
                      <a:cubicBezTo>
                        <a:pt x="26575" y="9811"/>
                        <a:pt x="26670" y="8668"/>
                        <a:pt x="26861" y="7239"/>
                      </a:cubicBezTo>
                      <a:cubicBezTo>
                        <a:pt x="27146" y="5810"/>
                        <a:pt x="27241" y="4763"/>
                        <a:pt x="27241" y="4096"/>
                      </a:cubicBezTo>
                      <a:cubicBezTo>
                        <a:pt x="27241" y="3619"/>
                        <a:pt x="27241" y="3048"/>
                        <a:pt x="27146" y="2572"/>
                      </a:cubicBezTo>
                      <a:cubicBezTo>
                        <a:pt x="27622" y="2572"/>
                        <a:pt x="28099" y="2096"/>
                        <a:pt x="28480" y="1143"/>
                      </a:cubicBezTo>
                      <a:cubicBezTo>
                        <a:pt x="28860" y="381"/>
                        <a:pt x="29432" y="95"/>
                        <a:pt x="30099" y="190"/>
                      </a:cubicBezTo>
                      <a:lnTo>
                        <a:pt x="31242" y="190"/>
                      </a:lnTo>
                      <a:cubicBezTo>
                        <a:pt x="31242" y="190"/>
                        <a:pt x="32290" y="190"/>
                        <a:pt x="33147" y="95"/>
                      </a:cubicBezTo>
                      <a:cubicBezTo>
                        <a:pt x="33909" y="95"/>
                        <a:pt x="34480" y="0"/>
                        <a:pt x="34957" y="0"/>
                      </a:cubicBezTo>
                      <a:cubicBezTo>
                        <a:pt x="35814" y="0"/>
                        <a:pt x="36576" y="286"/>
                        <a:pt x="37147" y="762"/>
                      </a:cubicBezTo>
                      <a:cubicBezTo>
                        <a:pt x="37433" y="3715"/>
                        <a:pt x="37529" y="7429"/>
                        <a:pt x="37529" y="11811"/>
                      </a:cubicBezTo>
                      <a:cubicBezTo>
                        <a:pt x="37529" y="13525"/>
                        <a:pt x="37529" y="16288"/>
                        <a:pt x="37529" y="19907"/>
                      </a:cubicBezTo>
                      <a:cubicBezTo>
                        <a:pt x="37529" y="23527"/>
                        <a:pt x="37529" y="26289"/>
                        <a:pt x="37529" y="28099"/>
                      </a:cubicBezTo>
                      <a:cubicBezTo>
                        <a:pt x="37529" y="31813"/>
                        <a:pt x="37529" y="35052"/>
                        <a:pt x="37814" y="37719"/>
                      </a:cubicBezTo>
                      <a:close/>
                      <a:moveTo>
                        <a:pt x="667" y="7715"/>
                      </a:moveTo>
                      <a:lnTo>
                        <a:pt x="1428" y="8477"/>
                      </a:lnTo>
                      <a:lnTo>
                        <a:pt x="1428" y="9239"/>
                      </a:lnTo>
                      <a:lnTo>
                        <a:pt x="667" y="7810"/>
                      </a:lnTo>
                      <a:close/>
                      <a:moveTo>
                        <a:pt x="1905" y="9144"/>
                      </a:moveTo>
                      <a:cubicBezTo>
                        <a:pt x="1905" y="9144"/>
                        <a:pt x="2000" y="9525"/>
                        <a:pt x="2000" y="9715"/>
                      </a:cubicBezTo>
                      <a:cubicBezTo>
                        <a:pt x="2000" y="9525"/>
                        <a:pt x="1905" y="9334"/>
                        <a:pt x="1905" y="9144"/>
                      </a:cubicBezTo>
                      <a:close/>
                      <a:moveTo>
                        <a:pt x="2857" y="8382"/>
                      </a:moveTo>
                      <a:lnTo>
                        <a:pt x="2857" y="9144"/>
                      </a:lnTo>
                      <a:lnTo>
                        <a:pt x="2095" y="8192"/>
                      </a:lnTo>
                      <a:lnTo>
                        <a:pt x="2857" y="8382"/>
                      </a:lnTo>
                      <a:close/>
                      <a:moveTo>
                        <a:pt x="2381" y="5620"/>
                      </a:moveTo>
                      <a:cubicBezTo>
                        <a:pt x="2381" y="5620"/>
                        <a:pt x="3143" y="5620"/>
                        <a:pt x="3143" y="5810"/>
                      </a:cubicBezTo>
                      <a:lnTo>
                        <a:pt x="2762" y="6001"/>
                      </a:lnTo>
                      <a:lnTo>
                        <a:pt x="2286" y="5620"/>
                      </a:lnTo>
                      <a:close/>
                      <a:moveTo>
                        <a:pt x="5715" y="5810"/>
                      </a:moveTo>
                      <a:lnTo>
                        <a:pt x="5619" y="5810"/>
                      </a:lnTo>
                      <a:lnTo>
                        <a:pt x="5143" y="4858"/>
                      </a:lnTo>
                      <a:cubicBezTo>
                        <a:pt x="5143" y="4858"/>
                        <a:pt x="4667" y="4381"/>
                        <a:pt x="4191" y="4381"/>
                      </a:cubicBezTo>
                      <a:cubicBezTo>
                        <a:pt x="4381" y="4381"/>
                        <a:pt x="4858" y="4953"/>
                        <a:pt x="5619" y="5715"/>
                      </a:cubicBezTo>
                      <a:lnTo>
                        <a:pt x="5715" y="5715"/>
                      </a:lnTo>
                      <a:close/>
                      <a:moveTo>
                        <a:pt x="6477" y="9525"/>
                      </a:moveTo>
                      <a:lnTo>
                        <a:pt x="7429" y="9525"/>
                      </a:lnTo>
                      <a:cubicBezTo>
                        <a:pt x="7429" y="9525"/>
                        <a:pt x="6858" y="9430"/>
                        <a:pt x="6477" y="9525"/>
                      </a:cubicBezTo>
                      <a:lnTo>
                        <a:pt x="5905" y="9525"/>
                      </a:lnTo>
                      <a:lnTo>
                        <a:pt x="6096" y="10096"/>
                      </a:lnTo>
                      <a:cubicBezTo>
                        <a:pt x="6096" y="10096"/>
                        <a:pt x="6096" y="10287"/>
                        <a:pt x="6191" y="10477"/>
                      </a:cubicBezTo>
                      <a:lnTo>
                        <a:pt x="6191" y="10096"/>
                      </a:lnTo>
                      <a:cubicBezTo>
                        <a:pt x="6191" y="10096"/>
                        <a:pt x="6191" y="9620"/>
                        <a:pt x="6477" y="9525"/>
                      </a:cubicBezTo>
                      <a:close/>
                      <a:moveTo>
                        <a:pt x="7429" y="40862"/>
                      </a:moveTo>
                      <a:lnTo>
                        <a:pt x="7429" y="39052"/>
                      </a:lnTo>
                      <a:lnTo>
                        <a:pt x="7144" y="39052"/>
                      </a:lnTo>
                      <a:lnTo>
                        <a:pt x="7144" y="40862"/>
                      </a:lnTo>
                      <a:lnTo>
                        <a:pt x="7429" y="40862"/>
                      </a:lnTo>
                      <a:close/>
                      <a:moveTo>
                        <a:pt x="8572" y="10477"/>
                      </a:moveTo>
                      <a:cubicBezTo>
                        <a:pt x="8572" y="10477"/>
                        <a:pt x="8763" y="10668"/>
                        <a:pt x="8954" y="10763"/>
                      </a:cubicBezTo>
                      <a:lnTo>
                        <a:pt x="8572" y="10477"/>
                      </a:lnTo>
                      <a:cubicBezTo>
                        <a:pt x="8572" y="10477"/>
                        <a:pt x="8477" y="9811"/>
                        <a:pt x="8191" y="9239"/>
                      </a:cubicBezTo>
                      <a:cubicBezTo>
                        <a:pt x="8001" y="9430"/>
                        <a:pt x="7811" y="9620"/>
                        <a:pt x="7811" y="9811"/>
                      </a:cubicBezTo>
                      <a:cubicBezTo>
                        <a:pt x="7811" y="10001"/>
                        <a:pt x="8096" y="10287"/>
                        <a:pt x="8477" y="10573"/>
                      </a:cubicBezTo>
                      <a:close/>
                      <a:moveTo>
                        <a:pt x="8763" y="12287"/>
                      </a:moveTo>
                      <a:lnTo>
                        <a:pt x="10001" y="12287"/>
                      </a:lnTo>
                      <a:lnTo>
                        <a:pt x="9144" y="11525"/>
                      </a:lnTo>
                      <a:lnTo>
                        <a:pt x="8763" y="12287"/>
                      </a:lnTo>
                      <a:close/>
                      <a:moveTo>
                        <a:pt x="20955" y="52959"/>
                      </a:moveTo>
                      <a:cubicBezTo>
                        <a:pt x="20955" y="52959"/>
                        <a:pt x="21622" y="52959"/>
                        <a:pt x="21907" y="53150"/>
                      </a:cubicBezTo>
                      <a:lnTo>
                        <a:pt x="21145" y="53721"/>
                      </a:lnTo>
                      <a:lnTo>
                        <a:pt x="20955" y="52959"/>
                      </a:lnTo>
                      <a:close/>
                      <a:moveTo>
                        <a:pt x="26289" y="55817"/>
                      </a:moveTo>
                      <a:lnTo>
                        <a:pt x="26289" y="54864"/>
                      </a:lnTo>
                      <a:lnTo>
                        <a:pt x="26575" y="54864"/>
                      </a:lnTo>
                      <a:cubicBezTo>
                        <a:pt x="26575" y="54864"/>
                        <a:pt x="26575" y="55435"/>
                        <a:pt x="26289" y="55817"/>
                      </a:cubicBezTo>
                      <a:close/>
                      <a:moveTo>
                        <a:pt x="28766" y="44863"/>
                      </a:moveTo>
                      <a:cubicBezTo>
                        <a:pt x="28289" y="45148"/>
                        <a:pt x="28004" y="45434"/>
                        <a:pt x="28004" y="45625"/>
                      </a:cubicBezTo>
                      <a:cubicBezTo>
                        <a:pt x="28004" y="45815"/>
                        <a:pt x="28099" y="46101"/>
                        <a:pt x="28384" y="46482"/>
                      </a:cubicBezTo>
                      <a:cubicBezTo>
                        <a:pt x="28670" y="46863"/>
                        <a:pt x="28766" y="47149"/>
                        <a:pt x="28766" y="47339"/>
                      </a:cubicBezTo>
                      <a:lnTo>
                        <a:pt x="28766" y="47339"/>
                      </a:lnTo>
                      <a:lnTo>
                        <a:pt x="28766" y="47625"/>
                      </a:lnTo>
                      <a:cubicBezTo>
                        <a:pt x="28766" y="47625"/>
                        <a:pt x="28766" y="47434"/>
                        <a:pt x="28766" y="47244"/>
                      </a:cubicBezTo>
                      <a:cubicBezTo>
                        <a:pt x="28766" y="47149"/>
                        <a:pt x="28860" y="46863"/>
                        <a:pt x="28956" y="46577"/>
                      </a:cubicBezTo>
                      <a:cubicBezTo>
                        <a:pt x="29051" y="46292"/>
                        <a:pt x="29146" y="46006"/>
                        <a:pt x="29146" y="45815"/>
                      </a:cubicBezTo>
                      <a:cubicBezTo>
                        <a:pt x="29146" y="45529"/>
                        <a:pt x="28956" y="45148"/>
                        <a:pt x="28670" y="44863"/>
                      </a:cubicBezTo>
                      <a:close/>
                      <a:moveTo>
                        <a:pt x="28766" y="50673"/>
                      </a:moveTo>
                      <a:cubicBezTo>
                        <a:pt x="28766" y="50673"/>
                        <a:pt x="29337" y="50006"/>
                        <a:pt x="29242" y="49816"/>
                      </a:cubicBezTo>
                      <a:cubicBezTo>
                        <a:pt x="29242" y="49530"/>
                        <a:pt x="28956" y="49435"/>
                        <a:pt x="28766" y="49530"/>
                      </a:cubicBezTo>
                      <a:cubicBezTo>
                        <a:pt x="28480" y="49816"/>
                        <a:pt x="28384" y="50006"/>
                        <a:pt x="28480" y="50292"/>
                      </a:cubicBezTo>
                      <a:cubicBezTo>
                        <a:pt x="28670" y="50768"/>
                        <a:pt x="28766" y="50863"/>
                        <a:pt x="28766" y="50863"/>
                      </a:cubicBezTo>
                      <a:lnTo>
                        <a:pt x="28956" y="51054"/>
                      </a:lnTo>
                      <a:cubicBezTo>
                        <a:pt x="28956" y="51054"/>
                        <a:pt x="29242" y="51435"/>
                        <a:pt x="29242" y="51625"/>
                      </a:cubicBezTo>
                      <a:cubicBezTo>
                        <a:pt x="29242" y="51530"/>
                        <a:pt x="29242" y="51340"/>
                        <a:pt x="29051" y="51244"/>
                      </a:cubicBezTo>
                      <a:cubicBezTo>
                        <a:pt x="28860" y="51054"/>
                        <a:pt x="28766" y="50959"/>
                        <a:pt x="28766" y="50863"/>
                      </a:cubicBezTo>
                      <a:close/>
                      <a:moveTo>
                        <a:pt x="34385" y="16859"/>
                      </a:moveTo>
                      <a:lnTo>
                        <a:pt x="35719" y="17621"/>
                      </a:lnTo>
                      <a:lnTo>
                        <a:pt x="35052" y="16669"/>
                      </a:lnTo>
                      <a:lnTo>
                        <a:pt x="35433" y="16192"/>
                      </a:lnTo>
                      <a:lnTo>
                        <a:pt x="32861" y="15145"/>
                      </a:lnTo>
                      <a:cubicBezTo>
                        <a:pt x="32861" y="15145"/>
                        <a:pt x="33338" y="15430"/>
                        <a:pt x="33338" y="15716"/>
                      </a:cubicBezTo>
                      <a:cubicBezTo>
                        <a:pt x="33338" y="16002"/>
                        <a:pt x="33147" y="16192"/>
                        <a:pt x="32861" y="16383"/>
                      </a:cubicBezTo>
                      <a:cubicBezTo>
                        <a:pt x="32766" y="16097"/>
                        <a:pt x="32575" y="15907"/>
                        <a:pt x="32290" y="15907"/>
                      </a:cubicBezTo>
                      <a:cubicBezTo>
                        <a:pt x="32099" y="15907"/>
                        <a:pt x="32004" y="15907"/>
                        <a:pt x="31718" y="16002"/>
                      </a:cubicBezTo>
                      <a:cubicBezTo>
                        <a:pt x="31432" y="16002"/>
                        <a:pt x="31242" y="16192"/>
                        <a:pt x="31147" y="16192"/>
                      </a:cubicBezTo>
                      <a:cubicBezTo>
                        <a:pt x="30956" y="16192"/>
                        <a:pt x="30861" y="16192"/>
                        <a:pt x="30670" y="16002"/>
                      </a:cubicBezTo>
                      <a:lnTo>
                        <a:pt x="30861" y="15716"/>
                      </a:lnTo>
                      <a:lnTo>
                        <a:pt x="28575" y="16288"/>
                      </a:lnTo>
                      <a:lnTo>
                        <a:pt x="29813" y="16288"/>
                      </a:lnTo>
                      <a:cubicBezTo>
                        <a:pt x="29813" y="16288"/>
                        <a:pt x="30575" y="16478"/>
                        <a:pt x="30861" y="16859"/>
                      </a:cubicBezTo>
                      <a:cubicBezTo>
                        <a:pt x="31147" y="17240"/>
                        <a:pt x="31337" y="17717"/>
                        <a:pt x="31337" y="18002"/>
                      </a:cubicBezTo>
                      <a:lnTo>
                        <a:pt x="31528" y="17717"/>
                      </a:lnTo>
                      <a:cubicBezTo>
                        <a:pt x="31528" y="17717"/>
                        <a:pt x="31909" y="17717"/>
                        <a:pt x="32004" y="17812"/>
                      </a:cubicBezTo>
                      <a:cubicBezTo>
                        <a:pt x="32195" y="18098"/>
                        <a:pt x="32290" y="18193"/>
                        <a:pt x="32385" y="18193"/>
                      </a:cubicBezTo>
                      <a:lnTo>
                        <a:pt x="32385" y="17240"/>
                      </a:lnTo>
                      <a:cubicBezTo>
                        <a:pt x="32385" y="17240"/>
                        <a:pt x="32480" y="16573"/>
                        <a:pt x="32766" y="16478"/>
                      </a:cubicBezTo>
                      <a:cubicBezTo>
                        <a:pt x="33051" y="16669"/>
                        <a:pt x="33242" y="16764"/>
                        <a:pt x="33242" y="16764"/>
                      </a:cubicBezTo>
                      <a:cubicBezTo>
                        <a:pt x="33242" y="16288"/>
                        <a:pt x="33338" y="16097"/>
                        <a:pt x="33528" y="16002"/>
                      </a:cubicBezTo>
                      <a:cubicBezTo>
                        <a:pt x="33718" y="16002"/>
                        <a:pt x="34004" y="16002"/>
                        <a:pt x="34576" y="16383"/>
                      </a:cubicBezTo>
                      <a:cubicBezTo>
                        <a:pt x="34576" y="16478"/>
                        <a:pt x="34576" y="16669"/>
                        <a:pt x="34290" y="16954"/>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 name="Google Shape;971;p99"/>
                <p:cNvSpPr/>
                <p:nvPr/>
              </p:nvSpPr>
              <p:spPr>
                <a:xfrm>
                  <a:off x="7034402" y="1220628"/>
                  <a:ext cx="40862" cy="53530"/>
                </a:xfrm>
                <a:custGeom>
                  <a:avLst/>
                  <a:gdLst/>
                  <a:ahLst/>
                  <a:cxnLst/>
                  <a:rect l="l" t="t" r="r" b="b"/>
                  <a:pathLst>
                    <a:path w="40862" h="53530" extrusionOk="0">
                      <a:moveTo>
                        <a:pt x="36004" y="42767"/>
                      </a:moveTo>
                      <a:cubicBezTo>
                        <a:pt x="36862" y="43339"/>
                        <a:pt x="37338" y="44291"/>
                        <a:pt x="37433" y="45625"/>
                      </a:cubicBezTo>
                      <a:cubicBezTo>
                        <a:pt x="37433" y="46768"/>
                        <a:pt x="37433" y="47911"/>
                        <a:pt x="37433" y="48958"/>
                      </a:cubicBezTo>
                      <a:cubicBezTo>
                        <a:pt x="37433" y="49530"/>
                        <a:pt x="37529" y="50102"/>
                        <a:pt x="37719" y="50578"/>
                      </a:cubicBezTo>
                      <a:cubicBezTo>
                        <a:pt x="36480" y="52578"/>
                        <a:pt x="34480" y="53530"/>
                        <a:pt x="31528" y="53530"/>
                      </a:cubicBezTo>
                      <a:cubicBezTo>
                        <a:pt x="30670" y="53530"/>
                        <a:pt x="29432" y="53530"/>
                        <a:pt x="27622" y="53245"/>
                      </a:cubicBezTo>
                      <a:cubicBezTo>
                        <a:pt x="25812" y="53054"/>
                        <a:pt x="24574" y="52959"/>
                        <a:pt x="23622" y="52959"/>
                      </a:cubicBezTo>
                      <a:cubicBezTo>
                        <a:pt x="22670" y="52959"/>
                        <a:pt x="21907" y="52959"/>
                        <a:pt x="21145" y="53054"/>
                      </a:cubicBezTo>
                      <a:lnTo>
                        <a:pt x="6096" y="53054"/>
                      </a:lnTo>
                      <a:lnTo>
                        <a:pt x="6096" y="52864"/>
                      </a:lnTo>
                      <a:cubicBezTo>
                        <a:pt x="5524" y="52578"/>
                        <a:pt x="4667" y="52483"/>
                        <a:pt x="3334" y="52769"/>
                      </a:cubicBezTo>
                      <a:cubicBezTo>
                        <a:pt x="2000" y="52959"/>
                        <a:pt x="952" y="52769"/>
                        <a:pt x="285" y="52388"/>
                      </a:cubicBezTo>
                      <a:cubicBezTo>
                        <a:pt x="476" y="46101"/>
                        <a:pt x="571" y="39910"/>
                        <a:pt x="571" y="33719"/>
                      </a:cubicBezTo>
                      <a:cubicBezTo>
                        <a:pt x="571" y="27527"/>
                        <a:pt x="476" y="21336"/>
                        <a:pt x="285" y="15050"/>
                      </a:cubicBezTo>
                      <a:cubicBezTo>
                        <a:pt x="571" y="15240"/>
                        <a:pt x="667" y="15240"/>
                        <a:pt x="762" y="15240"/>
                      </a:cubicBezTo>
                      <a:lnTo>
                        <a:pt x="952" y="15050"/>
                      </a:lnTo>
                      <a:cubicBezTo>
                        <a:pt x="952" y="15050"/>
                        <a:pt x="952" y="14573"/>
                        <a:pt x="667" y="14478"/>
                      </a:cubicBezTo>
                      <a:cubicBezTo>
                        <a:pt x="381" y="14383"/>
                        <a:pt x="285" y="14288"/>
                        <a:pt x="285" y="14288"/>
                      </a:cubicBezTo>
                      <a:cubicBezTo>
                        <a:pt x="285" y="14288"/>
                        <a:pt x="285" y="14097"/>
                        <a:pt x="571" y="13811"/>
                      </a:cubicBezTo>
                      <a:cubicBezTo>
                        <a:pt x="571" y="14192"/>
                        <a:pt x="571" y="14478"/>
                        <a:pt x="762" y="14573"/>
                      </a:cubicBezTo>
                      <a:cubicBezTo>
                        <a:pt x="1238" y="14573"/>
                        <a:pt x="1333" y="14288"/>
                        <a:pt x="1143" y="13811"/>
                      </a:cubicBezTo>
                      <a:cubicBezTo>
                        <a:pt x="952" y="13335"/>
                        <a:pt x="1048" y="13049"/>
                        <a:pt x="1333" y="12954"/>
                      </a:cubicBezTo>
                      <a:cubicBezTo>
                        <a:pt x="1333" y="12954"/>
                        <a:pt x="1333" y="13144"/>
                        <a:pt x="1333" y="13240"/>
                      </a:cubicBezTo>
                      <a:cubicBezTo>
                        <a:pt x="1333" y="13430"/>
                        <a:pt x="1428" y="13621"/>
                        <a:pt x="1714" y="13811"/>
                      </a:cubicBezTo>
                      <a:cubicBezTo>
                        <a:pt x="1905" y="14002"/>
                        <a:pt x="2095" y="14192"/>
                        <a:pt x="2191" y="14288"/>
                      </a:cubicBezTo>
                      <a:lnTo>
                        <a:pt x="3238" y="14097"/>
                      </a:lnTo>
                      <a:lnTo>
                        <a:pt x="2191" y="13430"/>
                      </a:lnTo>
                      <a:lnTo>
                        <a:pt x="3238" y="12859"/>
                      </a:lnTo>
                      <a:cubicBezTo>
                        <a:pt x="3238" y="12859"/>
                        <a:pt x="2953" y="12573"/>
                        <a:pt x="2477" y="12097"/>
                      </a:cubicBezTo>
                      <a:cubicBezTo>
                        <a:pt x="2095" y="11811"/>
                        <a:pt x="1810" y="11621"/>
                        <a:pt x="1619" y="11621"/>
                      </a:cubicBezTo>
                      <a:cubicBezTo>
                        <a:pt x="1333" y="11621"/>
                        <a:pt x="1143" y="11811"/>
                        <a:pt x="952" y="12097"/>
                      </a:cubicBezTo>
                      <a:cubicBezTo>
                        <a:pt x="667" y="11906"/>
                        <a:pt x="476" y="11716"/>
                        <a:pt x="476" y="11621"/>
                      </a:cubicBezTo>
                      <a:cubicBezTo>
                        <a:pt x="476" y="11621"/>
                        <a:pt x="667" y="11335"/>
                        <a:pt x="1048" y="11049"/>
                      </a:cubicBezTo>
                      <a:cubicBezTo>
                        <a:pt x="1428" y="10763"/>
                        <a:pt x="1524" y="10477"/>
                        <a:pt x="1524" y="10287"/>
                      </a:cubicBezTo>
                      <a:lnTo>
                        <a:pt x="2095" y="10858"/>
                      </a:lnTo>
                      <a:lnTo>
                        <a:pt x="2477" y="10477"/>
                      </a:lnTo>
                      <a:cubicBezTo>
                        <a:pt x="2477" y="10477"/>
                        <a:pt x="2762" y="10668"/>
                        <a:pt x="2953" y="10668"/>
                      </a:cubicBezTo>
                      <a:cubicBezTo>
                        <a:pt x="3143" y="10668"/>
                        <a:pt x="3524" y="10573"/>
                        <a:pt x="4000" y="10382"/>
                      </a:cubicBezTo>
                      <a:cubicBezTo>
                        <a:pt x="4476" y="10192"/>
                        <a:pt x="4858" y="10001"/>
                        <a:pt x="5048" y="10001"/>
                      </a:cubicBezTo>
                      <a:cubicBezTo>
                        <a:pt x="5334" y="10001"/>
                        <a:pt x="5524" y="10096"/>
                        <a:pt x="5715" y="10382"/>
                      </a:cubicBezTo>
                      <a:lnTo>
                        <a:pt x="6001" y="10192"/>
                      </a:lnTo>
                      <a:cubicBezTo>
                        <a:pt x="6001" y="10192"/>
                        <a:pt x="5715" y="9525"/>
                        <a:pt x="5239" y="9334"/>
                      </a:cubicBezTo>
                      <a:cubicBezTo>
                        <a:pt x="4763" y="9144"/>
                        <a:pt x="4476" y="9049"/>
                        <a:pt x="4381" y="8858"/>
                      </a:cubicBezTo>
                      <a:cubicBezTo>
                        <a:pt x="3714" y="8858"/>
                        <a:pt x="2857" y="8858"/>
                        <a:pt x="1810" y="8858"/>
                      </a:cubicBezTo>
                      <a:cubicBezTo>
                        <a:pt x="1810" y="9049"/>
                        <a:pt x="1619" y="9144"/>
                        <a:pt x="1524" y="9144"/>
                      </a:cubicBezTo>
                      <a:cubicBezTo>
                        <a:pt x="1333" y="9049"/>
                        <a:pt x="1238" y="8953"/>
                        <a:pt x="1143" y="8953"/>
                      </a:cubicBezTo>
                      <a:cubicBezTo>
                        <a:pt x="1048" y="8953"/>
                        <a:pt x="952" y="8953"/>
                        <a:pt x="857" y="8953"/>
                      </a:cubicBezTo>
                      <a:lnTo>
                        <a:pt x="381" y="6953"/>
                      </a:lnTo>
                      <a:cubicBezTo>
                        <a:pt x="381" y="6953"/>
                        <a:pt x="952" y="6858"/>
                        <a:pt x="1048" y="6572"/>
                      </a:cubicBezTo>
                      <a:cubicBezTo>
                        <a:pt x="1048" y="6191"/>
                        <a:pt x="857" y="6096"/>
                        <a:pt x="571" y="6286"/>
                      </a:cubicBezTo>
                      <a:cubicBezTo>
                        <a:pt x="285" y="6477"/>
                        <a:pt x="95" y="6382"/>
                        <a:pt x="0" y="6191"/>
                      </a:cubicBezTo>
                      <a:lnTo>
                        <a:pt x="571" y="5620"/>
                      </a:lnTo>
                      <a:lnTo>
                        <a:pt x="1048" y="6191"/>
                      </a:lnTo>
                      <a:cubicBezTo>
                        <a:pt x="1048" y="6191"/>
                        <a:pt x="1238" y="5620"/>
                        <a:pt x="1238" y="4953"/>
                      </a:cubicBezTo>
                      <a:cubicBezTo>
                        <a:pt x="1238" y="5144"/>
                        <a:pt x="1333" y="5239"/>
                        <a:pt x="1619" y="5334"/>
                      </a:cubicBezTo>
                      <a:cubicBezTo>
                        <a:pt x="2000" y="5048"/>
                        <a:pt x="2191" y="4858"/>
                        <a:pt x="2191" y="4667"/>
                      </a:cubicBezTo>
                      <a:cubicBezTo>
                        <a:pt x="2191" y="4477"/>
                        <a:pt x="1905" y="4096"/>
                        <a:pt x="1333" y="3715"/>
                      </a:cubicBezTo>
                      <a:cubicBezTo>
                        <a:pt x="762" y="3334"/>
                        <a:pt x="476" y="2953"/>
                        <a:pt x="476" y="2572"/>
                      </a:cubicBezTo>
                      <a:cubicBezTo>
                        <a:pt x="476" y="2286"/>
                        <a:pt x="667" y="1905"/>
                        <a:pt x="952" y="1619"/>
                      </a:cubicBezTo>
                      <a:lnTo>
                        <a:pt x="2191" y="286"/>
                      </a:lnTo>
                      <a:cubicBezTo>
                        <a:pt x="4476" y="95"/>
                        <a:pt x="6858" y="0"/>
                        <a:pt x="9334" y="0"/>
                      </a:cubicBezTo>
                      <a:cubicBezTo>
                        <a:pt x="11811" y="0"/>
                        <a:pt x="15335" y="95"/>
                        <a:pt x="20193" y="381"/>
                      </a:cubicBezTo>
                      <a:cubicBezTo>
                        <a:pt x="25051" y="667"/>
                        <a:pt x="28670" y="762"/>
                        <a:pt x="31146" y="762"/>
                      </a:cubicBezTo>
                      <a:cubicBezTo>
                        <a:pt x="32861" y="762"/>
                        <a:pt x="34576" y="762"/>
                        <a:pt x="36195" y="667"/>
                      </a:cubicBezTo>
                      <a:cubicBezTo>
                        <a:pt x="37242" y="1429"/>
                        <a:pt x="37719" y="2477"/>
                        <a:pt x="37719" y="3810"/>
                      </a:cubicBezTo>
                      <a:cubicBezTo>
                        <a:pt x="37719" y="4191"/>
                        <a:pt x="37719" y="4858"/>
                        <a:pt x="37529" y="5905"/>
                      </a:cubicBezTo>
                      <a:cubicBezTo>
                        <a:pt x="37433" y="6858"/>
                        <a:pt x="37338" y="7620"/>
                        <a:pt x="37338" y="8096"/>
                      </a:cubicBezTo>
                      <a:cubicBezTo>
                        <a:pt x="37338" y="8573"/>
                        <a:pt x="37338" y="9144"/>
                        <a:pt x="37529" y="9525"/>
                      </a:cubicBezTo>
                      <a:cubicBezTo>
                        <a:pt x="37529" y="10192"/>
                        <a:pt x="37052" y="10573"/>
                        <a:pt x="36195" y="10573"/>
                      </a:cubicBezTo>
                      <a:cubicBezTo>
                        <a:pt x="36100" y="10573"/>
                        <a:pt x="35814" y="10573"/>
                        <a:pt x="35528" y="10573"/>
                      </a:cubicBezTo>
                      <a:lnTo>
                        <a:pt x="34861" y="10573"/>
                      </a:lnTo>
                      <a:cubicBezTo>
                        <a:pt x="34385" y="10573"/>
                        <a:pt x="33909" y="10573"/>
                        <a:pt x="33718" y="10858"/>
                      </a:cubicBezTo>
                      <a:lnTo>
                        <a:pt x="32289" y="10858"/>
                      </a:lnTo>
                      <a:lnTo>
                        <a:pt x="32289" y="10573"/>
                      </a:lnTo>
                      <a:cubicBezTo>
                        <a:pt x="30289" y="10763"/>
                        <a:pt x="28004" y="10858"/>
                        <a:pt x="25432" y="10858"/>
                      </a:cubicBezTo>
                      <a:cubicBezTo>
                        <a:pt x="23908" y="10858"/>
                        <a:pt x="21527" y="10858"/>
                        <a:pt x="18479" y="10858"/>
                      </a:cubicBezTo>
                      <a:lnTo>
                        <a:pt x="11525" y="10858"/>
                      </a:lnTo>
                      <a:cubicBezTo>
                        <a:pt x="11239" y="11621"/>
                        <a:pt x="11049" y="12573"/>
                        <a:pt x="11049" y="13525"/>
                      </a:cubicBezTo>
                      <a:cubicBezTo>
                        <a:pt x="11049" y="13811"/>
                        <a:pt x="11049" y="14288"/>
                        <a:pt x="11049" y="14954"/>
                      </a:cubicBezTo>
                      <a:lnTo>
                        <a:pt x="11049" y="16383"/>
                      </a:lnTo>
                      <a:cubicBezTo>
                        <a:pt x="11049" y="17335"/>
                        <a:pt x="10953" y="18193"/>
                        <a:pt x="10763" y="19050"/>
                      </a:cubicBezTo>
                      <a:cubicBezTo>
                        <a:pt x="10858" y="19621"/>
                        <a:pt x="10953" y="20288"/>
                        <a:pt x="11049" y="20860"/>
                      </a:cubicBezTo>
                      <a:cubicBezTo>
                        <a:pt x="11239" y="21622"/>
                        <a:pt x="11716" y="22003"/>
                        <a:pt x="12287" y="22003"/>
                      </a:cubicBezTo>
                      <a:cubicBezTo>
                        <a:pt x="12478" y="22003"/>
                        <a:pt x="12668" y="22003"/>
                        <a:pt x="12859" y="22003"/>
                      </a:cubicBezTo>
                      <a:cubicBezTo>
                        <a:pt x="12954" y="22003"/>
                        <a:pt x="13145" y="22003"/>
                        <a:pt x="13335" y="22003"/>
                      </a:cubicBezTo>
                      <a:cubicBezTo>
                        <a:pt x="13525" y="22003"/>
                        <a:pt x="13811" y="22003"/>
                        <a:pt x="14192" y="21907"/>
                      </a:cubicBezTo>
                      <a:cubicBezTo>
                        <a:pt x="14573" y="21907"/>
                        <a:pt x="14764" y="21812"/>
                        <a:pt x="14954" y="21812"/>
                      </a:cubicBezTo>
                      <a:cubicBezTo>
                        <a:pt x="15335" y="21812"/>
                        <a:pt x="15526" y="22003"/>
                        <a:pt x="15811" y="22288"/>
                      </a:cubicBezTo>
                      <a:cubicBezTo>
                        <a:pt x="16954" y="21907"/>
                        <a:pt x="18383" y="21812"/>
                        <a:pt x="20002" y="21812"/>
                      </a:cubicBezTo>
                      <a:cubicBezTo>
                        <a:pt x="20764" y="21812"/>
                        <a:pt x="21907" y="21812"/>
                        <a:pt x="23431" y="22003"/>
                      </a:cubicBezTo>
                      <a:cubicBezTo>
                        <a:pt x="24955" y="22098"/>
                        <a:pt x="26098" y="22193"/>
                        <a:pt x="26861" y="22193"/>
                      </a:cubicBezTo>
                      <a:cubicBezTo>
                        <a:pt x="27622" y="22193"/>
                        <a:pt x="28289" y="22193"/>
                        <a:pt x="28956" y="22098"/>
                      </a:cubicBezTo>
                      <a:cubicBezTo>
                        <a:pt x="29242" y="23241"/>
                        <a:pt x="29337" y="24765"/>
                        <a:pt x="29337" y="26670"/>
                      </a:cubicBezTo>
                      <a:cubicBezTo>
                        <a:pt x="29337" y="28956"/>
                        <a:pt x="29337" y="30480"/>
                        <a:pt x="29432" y="31337"/>
                      </a:cubicBezTo>
                      <a:cubicBezTo>
                        <a:pt x="28480" y="32004"/>
                        <a:pt x="27241" y="32290"/>
                        <a:pt x="25622" y="32290"/>
                      </a:cubicBezTo>
                      <a:cubicBezTo>
                        <a:pt x="24955" y="32290"/>
                        <a:pt x="24003" y="32290"/>
                        <a:pt x="22670" y="32099"/>
                      </a:cubicBezTo>
                      <a:cubicBezTo>
                        <a:pt x="21336" y="32004"/>
                        <a:pt x="20288" y="31909"/>
                        <a:pt x="19621" y="31909"/>
                      </a:cubicBezTo>
                      <a:cubicBezTo>
                        <a:pt x="18955" y="31909"/>
                        <a:pt x="18288" y="31909"/>
                        <a:pt x="17812" y="32004"/>
                      </a:cubicBezTo>
                      <a:lnTo>
                        <a:pt x="17812" y="31623"/>
                      </a:lnTo>
                      <a:cubicBezTo>
                        <a:pt x="17812" y="31623"/>
                        <a:pt x="16859" y="31623"/>
                        <a:pt x="15811" y="31623"/>
                      </a:cubicBezTo>
                      <a:cubicBezTo>
                        <a:pt x="15144" y="31623"/>
                        <a:pt x="14478" y="31813"/>
                        <a:pt x="13811" y="32099"/>
                      </a:cubicBezTo>
                      <a:cubicBezTo>
                        <a:pt x="13621" y="32004"/>
                        <a:pt x="13335" y="31909"/>
                        <a:pt x="12954" y="31909"/>
                      </a:cubicBezTo>
                      <a:cubicBezTo>
                        <a:pt x="12478" y="31909"/>
                        <a:pt x="12096" y="31909"/>
                        <a:pt x="12002" y="31909"/>
                      </a:cubicBezTo>
                      <a:cubicBezTo>
                        <a:pt x="11239" y="32099"/>
                        <a:pt x="10953" y="32671"/>
                        <a:pt x="10953" y="33528"/>
                      </a:cubicBezTo>
                      <a:cubicBezTo>
                        <a:pt x="10953" y="34100"/>
                        <a:pt x="10953" y="34576"/>
                        <a:pt x="11239" y="34957"/>
                      </a:cubicBezTo>
                      <a:cubicBezTo>
                        <a:pt x="10287" y="34671"/>
                        <a:pt x="9430" y="34957"/>
                        <a:pt x="8667" y="35719"/>
                      </a:cubicBezTo>
                      <a:lnTo>
                        <a:pt x="10382" y="35433"/>
                      </a:lnTo>
                      <a:lnTo>
                        <a:pt x="10192" y="35719"/>
                      </a:lnTo>
                      <a:cubicBezTo>
                        <a:pt x="10192" y="35719"/>
                        <a:pt x="10382" y="36004"/>
                        <a:pt x="10477" y="36004"/>
                      </a:cubicBezTo>
                      <a:cubicBezTo>
                        <a:pt x="10477" y="36004"/>
                        <a:pt x="10668" y="35814"/>
                        <a:pt x="11239" y="35433"/>
                      </a:cubicBezTo>
                      <a:cubicBezTo>
                        <a:pt x="11239" y="35242"/>
                        <a:pt x="11239" y="36481"/>
                        <a:pt x="11239" y="39243"/>
                      </a:cubicBezTo>
                      <a:cubicBezTo>
                        <a:pt x="11239" y="40862"/>
                        <a:pt x="11525" y="42005"/>
                        <a:pt x="12096" y="42863"/>
                      </a:cubicBezTo>
                      <a:cubicBezTo>
                        <a:pt x="13716" y="43053"/>
                        <a:pt x="15430" y="43148"/>
                        <a:pt x="17240" y="43148"/>
                      </a:cubicBezTo>
                      <a:cubicBezTo>
                        <a:pt x="18573" y="43148"/>
                        <a:pt x="20574" y="43148"/>
                        <a:pt x="23241" y="42863"/>
                      </a:cubicBezTo>
                      <a:cubicBezTo>
                        <a:pt x="25812" y="42672"/>
                        <a:pt x="27813" y="42577"/>
                        <a:pt x="29146" y="42577"/>
                      </a:cubicBezTo>
                      <a:cubicBezTo>
                        <a:pt x="31146" y="42577"/>
                        <a:pt x="32956" y="42767"/>
                        <a:pt x="34671" y="42958"/>
                      </a:cubicBezTo>
                      <a:cubicBezTo>
                        <a:pt x="34957" y="42196"/>
                        <a:pt x="35623" y="42196"/>
                        <a:pt x="36480" y="42767"/>
                      </a:cubicBezTo>
                      <a:close/>
                      <a:moveTo>
                        <a:pt x="2000" y="9620"/>
                      </a:moveTo>
                      <a:lnTo>
                        <a:pt x="2381" y="10192"/>
                      </a:lnTo>
                      <a:lnTo>
                        <a:pt x="2381" y="10192"/>
                      </a:lnTo>
                      <a:cubicBezTo>
                        <a:pt x="2381" y="10192"/>
                        <a:pt x="2095" y="9906"/>
                        <a:pt x="2000" y="9620"/>
                      </a:cubicBezTo>
                      <a:close/>
                      <a:moveTo>
                        <a:pt x="15526" y="28480"/>
                      </a:moveTo>
                      <a:lnTo>
                        <a:pt x="14668" y="28480"/>
                      </a:lnTo>
                      <a:cubicBezTo>
                        <a:pt x="14668" y="28480"/>
                        <a:pt x="15049" y="28765"/>
                        <a:pt x="15526" y="28480"/>
                      </a:cubicBezTo>
                      <a:lnTo>
                        <a:pt x="15811" y="28480"/>
                      </a:lnTo>
                      <a:cubicBezTo>
                        <a:pt x="15811" y="28480"/>
                        <a:pt x="15907" y="28765"/>
                        <a:pt x="15907" y="28956"/>
                      </a:cubicBezTo>
                      <a:lnTo>
                        <a:pt x="16859" y="28480"/>
                      </a:lnTo>
                      <a:cubicBezTo>
                        <a:pt x="16859" y="28480"/>
                        <a:pt x="17145" y="28861"/>
                        <a:pt x="17145" y="28956"/>
                      </a:cubicBezTo>
                      <a:lnTo>
                        <a:pt x="18097" y="28956"/>
                      </a:lnTo>
                      <a:lnTo>
                        <a:pt x="18097" y="28480"/>
                      </a:lnTo>
                      <a:lnTo>
                        <a:pt x="15716" y="28480"/>
                      </a:lnTo>
                      <a:cubicBezTo>
                        <a:pt x="15716" y="28480"/>
                        <a:pt x="15526" y="28480"/>
                        <a:pt x="15430" y="28480"/>
                      </a:cubicBezTo>
                      <a:close/>
                      <a:moveTo>
                        <a:pt x="28384" y="3619"/>
                      </a:moveTo>
                      <a:lnTo>
                        <a:pt x="27908" y="3334"/>
                      </a:lnTo>
                      <a:lnTo>
                        <a:pt x="28384" y="4381"/>
                      </a:lnTo>
                      <a:lnTo>
                        <a:pt x="28384" y="3619"/>
                      </a:lnTo>
                      <a:close/>
                      <a:moveTo>
                        <a:pt x="40577" y="46292"/>
                      </a:moveTo>
                      <a:lnTo>
                        <a:pt x="40862" y="46292"/>
                      </a:lnTo>
                      <a:lnTo>
                        <a:pt x="40100" y="46768"/>
                      </a:lnTo>
                      <a:lnTo>
                        <a:pt x="40577" y="46292"/>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 name="Google Shape;972;p99"/>
                <p:cNvSpPr/>
                <p:nvPr/>
              </p:nvSpPr>
              <p:spPr>
                <a:xfrm>
                  <a:off x="7075074" y="1220962"/>
                  <a:ext cx="35814" cy="53197"/>
                </a:xfrm>
                <a:custGeom>
                  <a:avLst/>
                  <a:gdLst/>
                  <a:ahLst/>
                  <a:cxnLst/>
                  <a:rect l="l" t="t" r="r" b="b"/>
                  <a:pathLst>
                    <a:path w="35814" h="53197" extrusionOk="0">
                      <a:moveTo>
                        <a:pt x="35243" y="1762"/>
                      </a:moveTo>
                      <a:lnTo>
                        <a:pt x="35814" y="11097"/>
                      </a:lnTo>
                      <a:cubicBezTo>
                        <a:pt x="34671" y="11478"/>
                        <a:pt x="33243" y="11573"/>
                        <a:pt x="31338" y="11382"/>
                      </a:cubicBezTo>
                      <a:cubicBezTo>
                        <a:pt x="29052" y="11192"/>
                        <a:pt x="27623" y="11097"/>
                        <a:pt x="26861" y="11192"/>
                      </a:cubicBezTo>
                      <a:cubicBezTo>
                        <a:pt x="25241" y="11382"/>
                        <a:pt x="24003" y="12144"/>
                        <a:pt x="23051" y="13478"/>
                      </a:cubicBezTo>
                      <a:cubicBezTo>
                        <a:pt x="23146" y="13764"/>
                        <a:pt x="23146" y="14145"/>
                        <a:pt x="23146" y="14430"/>
                      </a:cubicBezTo>
                      <a:cubicBezTo>
                        <a:pt x="23146" y="14716"/>
                        <a:pt x="23146" y="15288"/>
                        <a:pt x="22956" y="15954"/>
                      </a:cubicBezTo>
                      <a:cubicBezTo>
                        <a:pt x="22860" y="16621"/>
                        <a:pt x="22765" y="17097"/>
                        <a:pt x="22765" y="17478"/>
                      </a:cubicBezTo>
                      <a:cubicBezTo>
                        <a:pt x="22765" y="18050"/>
                        <a:pt x="22765" y="18526"/>
                        <a:pt x="23051" y="19002"/>
                      </a:cubicBezTo>
                      <a:cubicBezTo>
                        <a:pt x="23146" y="19288"/>
                        <a:pt x="23241" y="19479"/>
                        <a:pt x="23241" y="19764"/>
                      </a:cubicBezTo>
                      <a:cubicBezTo>
                        <a:pt x="23241" y="20050"/>
                        <a:pt x="23241" y="20431"/>
                        <a:pt x="22956" y="20812"/>
                      </a:cubicBezTo>
                      <a:cubicBezTo>
                        <a:pt x="22765" y="21193"/>
                        <a:pt x="22670" y="21479"/>
                        <a:pt x="22670" y="21669"/>
                      </a:cubicBezTo>
                      <a:cubicBezTo>
                        <a:pt x="22670" y="21955"/>
                        <a:pt x="22765" y="22146"/>
                        <a:pt x="22956" y="22431"/>
                      </a:cubicBezTo>
                      <a:lnTo>
                        <a:pt x="22765" y="25384"/>
                      </a:lnTo>
                      <a:cubicBezTo>
                        <a:pt x="22765" y="25384"/>
                        <a:pt x="22479" y="24813"/>
                        <a:pt x="22003" y="24717"/>
                      </a:cubicBezTo>
                      <a:cubicBezTo>
                        <a:pt x="21336" y="24527"/>
                        <a:pt x="21050" y="24432"/>
                        <a:pt x="20955" y="24432"/>
                      </a:cubicBezTo>
                      <a:cubicBezTo>
                        <a:pt x="20764" y="24527"/>
                        <a:pt x="20670" y="24717"/>
                        <a:pt x="20764" y="24908"/>
                      </a:cubicBezTo>
                      <a:cubicBezTo>
                        <a:pt x="20764" y="25098"/>
                        <a:pt x="20764" y="25289"/>
                        <a:pt x="20764" y="25479"/>
                      </a:cubicBezTo>
                      <a:cubicBezTo>
                        <a:pt x="21050" y="25384"/>
                        <a:pt x="21241" y="25289"/>
                        <a:pt x="21431" y="25289"/>
                      </a:cubicBezTo>
                      <a:cubicBezTo>
                        <a:pt x="21717" y="25289"/>
                        <a:pt x="22003" y="25575"/>
                        <a:pt x="22098" y="26241"/>
                      </a:cubicBezTo>
                      <a:cubicBezTo>
                        <a:pt x="22289" y="27099"/>
                        <a:pt x="22384" y="27575"/>
                        <a:pt x="22574" y="27670"/>
                      </a:cubicBezTo>
                      <a:lnTo>
                        <a:pt x="22289" y="27670"/>
                      </a:lnTo>
                      <a:cubicBezTo>
                        <a:pt x="22860" y="29099"/>
                        <a:pt x="23146" y="31099"/>
                        <a:pt x="23146" y="33766"/>
                      </a:cubicBezTo>
                      <a:cubicBezTo>
                        <a:pt x="23146" y="35862"/>
                        <a:pt x="23146" y="37957"/>
                        <a:pt x="23146" y="40053"/>
                      </a:cubicBezTo>
                      <a:cubicBezTo>
                        <a:pt x="23146" y="41291"/>
                        <a:pt x="23241" y="42339"/>
                        <a:pt x="23432" y="43386"/>
                      </a:cubicBezTo>
                      <a:cubicBezTo>
                        <a:pt x="23432" y="43386"/>
                        <a:pt x="23622" y="43386"/>
                        <a:pt x="23908" y="43672"/>
                      </a:cubicBezTo>
                      <a:cubicBezTo>
                        <a:pt x="24194" y="43863"/>
                        <a:pt x="24479" y="43863"/>
                        <a:pt x="24670" y="43767"/>
                      </a:cubicBezTo>
                      <a:cubicBezTo>
                        <a:pt x="24384" y="44434"/>
                        <a:pt x="24194" y="46149"/>
                        <a:pt x="24099" y="48816"/>
                      </a:cubicBezTo>
                      <a:cubicBezTo>
                        <a:pt x="24099" y="50340"/>
                        <a:pt x="23622" y="51387"/>
                        <a:pt x="22765" y="51959"/>
                      </a:cubicBezTo>
                      <a:cubicBezTo>
                        <a:pt x="22860" y="51959"/>
                        <a:pt x="22956" y="52245"/>
                        <a:pt x="22956" y="52721"/>
                      </a:cubicBezTo>
                      <a:cubicBezTo>
                        <a:pt x="22479" y="52721"/>
                        <a:pt x="20955" y="52721"/>
                        <a:pt x="18479" y="52721"/>
                      </a:cubicBezTo>
                      <a:cubicBezTo>
                        <a:pt x="16669" y="52721"/>
                        <a:pt x="15145" y="52816"/>
                        <a:pt x="14097" y="53197"/>
                      </a:cubicBezTo>
                      <a:cubicBezTo>
                        <a:pt x="13145" y="52435"/>
                        <a:pt x="12668" y="51197"/>
                        <a:pt x="12668" y="49673"/>
                      </a:cubicBezTo>
                      <a:cubicBezTo>
                        <a:pt x="12668" y="48339"/>
                        <a:pt x="12668" y="46911"/>
                        <a:pt x="12668" y="45577"/>
                      </a:cubicBezTo>
                      <a:cubicBezTo>
                        <a:pt x="12859" y="40529"/>
                        <a:pt x="12954" y="35195"/>
                        <a:pt x="12954" y="29766"/>
                      </a:cubicBezTo>
                      <a:cubicBezTo>
                        <a:pt x="12954" y="24336"/>
                        <a:pt x="12859" y="18621"/>
                        <a:pt x="12668" y="12811"/>
                      </a:cubicBezTo>
                      <a:cubicBezTo>
                        <a:pt x="12383" y="11859"/>
                        <a:pt x="11716" y="11382"/>
                        <a:pt x="10573" y="11382"/>
                      </a:cubicBezTo>
                      <a:cubicBezTo>
                        <a:pt x="10383" y="11382"/>
                        <a:pt x="10002" y="11382"/>
                        <a:pt x="9620" y="11382"/>
                      </a:cubicBezTo>
                      <a:lnTo>
                        <a:pt x="8763" y="11382"/>
                      </a:lnTo>
                      <a:cubicBezTo>
                        <a:pt x="8192" y="11382"/>
                        <a:pt x="7715" y="11382"/>
                        <a:pt x="7334" y="11097"/>
                      </a:cubicBezTo>
                      <a:cubicBezTo>
                        <a:pt x="7715" y="11097"/>
                        <a:pt x="6382" y="11097"/>
                        <a:pt x="3334" y="11097"/>
                      </a:cubicBezTo>
                      <a:cubicBezTo>
                        <a:pt x="2000" y="11097"/>
                        <a:pt x="858" y="10716"/>
                        <a:pt x="0" y="10049"/>
                      </a:cubicBezTo>
                      <a:lnTo>
                        <a:pt x="0" y="810"/>
                      </a:lnTo>
                      <a:cubicBezTo>
                        <a:pt x="0" y="810"/>
                        <a:pt x="477" y="1191"/>
                        <a:pt x="858" y="1191"/>
                      </a:cubicBezTo>
                      <a:cubicBezTo>
                        <a:pt x="1334" y="1191"/>
                        <a:pt x="1905" y="810"/>
                        <a:pt x="2477" y="143"/>
                      </a:cubicBezTo>
                      <a:cubicBezTo>
                        <a:pt x="5144" y="-48"/>
                        <a:pt x="9144" y="-48"/>
                        <a:pt x="14383" y="143"/>
                      </a:cubicBezTo>
                      <a:cubicBezTo>
                        <a:pt x="19621" y="238"/>
                        <a:pt x="23718" y="143"/>
                        <a:pt x="26480" y="48"/>
                      </a:cubicBezTo>
                      <a:cubicBezTo>
                        <a:pt x="26670" y="333"/>
                        <a:pt x="26861" y="429"/>
                        <a:pt x="27051" y="429"/>
                      </a:cubicBezTo>
                      <a:cubicBezTo>
                        <a:pt x="27242" y="429"/>
                        <a:pt x="27432" y="429"/>
                        <a:pt x="27813" y="238"/>
                      </a:cubicBezTo>
                      <a:cubicBezTo>
                        <a:pt x="28099" y="143"/>
                        <a:pt x="28385" y="48"/>
                        <a:pt x="28480" y="48"/>
                      </a:cubicBezTo>
                      <a:cubicBezTo>
                        <a:pt x="29052" y="333"/>
                        <a:pt x="30385" y="333"/>
                        <a:pt x="32671" y="48"/>
                      </a:cubicBezTo>
                      <a:cubicBezTo>
                        <a:pt x="34386" y="-143"/>
                        <a:pt x="35243" y="429"/>
                        <a:pt x="35243" y="1857"/>
                      </a:cubicBezTo>
                      <a:close/>
                      <a:moveTo>
                        <a:pt x="5811" y="3762"/>
                      </a:moveTo>
                      <a:cubicBezTo>
                        <a:pt x="6287" y="3096"/>
                        <a:pt x="6858" y="2715"/>
                        <a:pt x="7525" y="2715"/>
                      </a:cubicBezTo>
                      <a:cubicBezTo>
                        <a:pt x="7811" y="2715"/>
                        <a:pt x="8192" y="2715"/>
                        <a:pt x="8858" y="2905"/>
                      </a:cubicBezTo>
                      <a:cubicBezTo>
                        <a:pt x="9430" y="3000"/>
                        <a:pt x="9906" y="3096"/>
                        <a:pt x="10287" y="3096"/>
                      </a:cubicBezTo>
                      <a:cubicBezTo>
                        <a:pt x="10668" y="3096"/>
                        <a:pt x="10954" y="3096"/>
                        <a:pt x="11335" y="3000"/>
                      </a:cubicBezTo>
                      <a:lnTo>
                        <a:pt x="10287" y="1953"/>
                      </a:lnTo>
                      <a:cubicBezTo>
                        <a:pt x="10287" y="1953"/>
                        <a:pt x="9716" y="1762"/>
                        <a:pt x="9811" y="1381"/>
                      </a:cubicBezTo>
                      <a:cubicBezTo>
                        <a:pt x="9811" y="1000"/>
                        <a:pt x="9811" y="714"/>
                        <a:pt x="9811" y="619"/>
                      </a:cubicBezTo>
                      <a:cubicBezTo>
                        <a:pt x="9620" y="905"/>
                        <a:pt x="9525" y="1000"/>
                        <a:pt x="9335" y="1095"/>
                      </a:cubicBezTo>
                      <a:cubicBezTo>
                        <a:pt x="9335" y="1095"/>
                        <a:pt x="9144" y="1095"/>
                        <a:pt x="9049" y="1095"/>
                      </a:cubicBezTo>
                      <a:cubicBezTo>
                        <a:pt x="9049" y="1095"/>
                        <a:pt x="9049" y="1381"/>
                        <a:pt x="9049" y="1762"/>
                      </a:cubicBezTo>
                      <a:cubicBezTo>
                        <a:pt x="8477" y="2143"/>
                        <a:pt x="7811" y="2334"/>
                        <a:pt x="7049" y="2429"/>
                      </a:cubicBezTo>
                      <a:cubicBezTo>
                        <a:pt x="6001" y="2429"/>
                        <a:pt x="5334" y="2619"/>
                        <a:pt x="5049" y="2715"/>
                      </a:cubicBezTo>
                      <a:lnTo>
                        <a:pt x="6382" y="2715"/>
                      </a:lnTo>
                      <a:cubicBezTo>
                        <a:pt x="6382" y="2715"/>
                        <a:pt x="5811" y="3381"/>
                        <a:pt x="5620" y="3477"/>
                      </a:cubicBezTo>
                      <a:cubicBezTo>
                        <a:pt x="5620" y="3477"/>
                        <a:pt x="5620" y="3477"/>
                        <a:pt x="5620" y="3477"/>
                      </a:cubicBezTo>
                      <a:cubicBezTo>
                        <a:pt x="5620" y="3477"/>
                        <a:pt x="5429" y="3572"/>
                        <a:pt x="5334" y="3667"/>
                      </a:cubicBezTo>
                      <a:cubicBezTo>
                        <a:pt x="5049" y="3667"/>
                        <a:pt x="4858" y="3762"/>
                        <a:pt x="4763" y="3762"/>
                      </a:cubicBezTo>
                      <a:cubicBezTo>
                        <a:pt x="4572" y="3762"/>
                        <a:pt x="4382" y="3762"/>
                        <a:pt x="4001" y="3762"/>
                      </a:cubicBezTo>
                      <a:cubicBezTo>
                        <a:pt x="3048" y="3762"/>
                        <a:pt x="2381" y="3762"/>
                        <a:pt x="2096" y="3762"/>
                      </a:cubicBezTo>
                      <a:lnTo>
                        <a:pt x="2096" y="3477"/>
                      </a:lnTo>
                      <a:lnTo>
                        <a:pt x="1334" y="4334"/>
                      </a:lnTo>
                      <a:cubicBezTo>
                        <a:pt x="1334" y="4334"/>
                        <a:pt x="1810" y="4429"/>
                        <a:pt x="2096" y="4429"/>
                      </a:cubicBezTo>
                      <a:cubicBezTo>
                        <a:pt x="2096" y="4429"/>
                        <a:pt x="2858" y="4239"/>
                        <a:pt x="4096" y="3762"/>
                      </a:cubicBezTo>
                      <a:lnTo>
                        <a:pt x="4858" y="3762"/>
                      </a:lnTo>
                      <a:cubicBezTo>
                        <a:pt x="4858" y="3762"/>
                        <a:pt x="5144" y="3953"/>
                        <a:pt x="5239" y="4143"/>
                      </a:cubicBezTo>
                      <a:cubicBezTo>
                        <a:pt x="5239" y="4334"/>
                        <a:pt x="5429" y="4524"/>
                        <a:pt x="5525" y="4715"/>
                      </a:cubicBezTo>
                      <a:cubicBezTo>
                        <a:pt x="5525" y="4620"/>
                        <a:pt x="5429" y="4429"/>
                        <a:pt x="5334" y="4239"/>
                      </a:cubicBezTo>
                      <a:cubicBezTo>
                        <a:pt x="5334" y="3953"/>
                        <a:pt x="5334" y="3762"/>
                        <a:pt x="5525" y="3667"/>
                      </a:cubicBezTo>
                      <a:cubicBezTo>
                        <a:pt x="5525" y="3667"/>
                        <a:pt x="5715" y="3667"/>
                        <a:pt x="5811" y="3572"/>
                      </a:cubicBezTo>
                      <a:cubicBezTo>
                        <a:pt x="6096" y="4048"/>
                        <a:pt x="6287" y="4239"/>
                        <a:pt x="6287" y="4334"/>
                      </a:cubicBezTo>
                      <a:lnTo>
                        <a:pt x="8097" y="3953"/>
                      </a:lnTo>
                      <a:lnTo>
                        <a:pt x="6287" y="3762"/>
                      </a:lnTo>
                      <a:close/>
                      <a:moveTo>
                        <a:pt x="4477" y="6810"/>
                      </a:moveTo>
                      <a:lnTo>
                        <a:pt x="5525" y="6334"/>
                      </a:lnTo>
                      <a:lnTo>
                        <a:pt x="5049" y="6334"/>
                      </a:lnTo>
                      <a:lnTo>
                        <a:pt x="4572" y="6810"/>
                      </a:lnTo>
                      <a:close/>
                      <a:moveTo>
                        <a:pt x="12668" y="1762"/>
                      </a:moveTo>
                      <a:lnTo>
                        <a:pt x="13431" y="905"/>
                      </a:lnTo>
                      <a:cubicBezTo>
                        <a:pt x="13431" y="905"/>
                        <a:pt x="12859" y="714"/>
                        <a:pt x="12478" y="524"/>
                      </a:cubicBezTo>
                      <a:lnTo>
                        <a:pt x="11621" y="1762"/>
                      </a:lnTo>
                      <a:lnTo>
                        <a:pt x="10668" y="1191"/>
                      </a:lnTo>
                      <a:lnTo>
                        <a:pt x="11906" y="2429"/>
                      </a:lnTo>
                      <a:cubicBezTo>
                        <a:pt x="11906" y="1572"/>
                        <a:pt x="12097" y="1000"/>
                        <a:pt x="12478" y="810"/>
                      </a:cubicBezTo>
                      <a:cubicBezTo>
                        <a:pt x="12573" y="905"/>
                        <a:pt x="12668" y="1191"/>
                        <a:pt x="12668" y="1667"/>
                      </a:cubicBezTo>
                      <a:close/>
                      <a:moveTo>
                        <a:pt x="15240" y="28242"/>
                      </a:moveTo>
                      <a:cubicBezTo>
                        <a:pt x="16002" y="28242"/>
                        <a:pt x="16383" y="28242"/>
                        <a:pt x="16288" y="28051"/>
                      </a:cubicBezTo>
                      <a:cubicBezTo>
                        <a:pt x="16097" y="28051"/>
                        <a:pt x="15716" y="28051"/>
                        <a:pt x="15240" y="28242"/>
                      </a:cubicBezTo>
                      <a:cubicBezTo>
                        <a:pt x="15050" y="28242"/>
                        <a:pt x="14859" y="28242"/>
                        <a:pt x="14764" y="28242"/>
                      </a:cubicBezTo>
                      <a:cubicBezTo>
                        <a:pt x="14954" y="28242"/>
                        <a:pt x="15145" y="28242"/>
                        <a:pt x="15240" y="28242"/>
                      </a:cubicBezTo>
                      <a:close/>
                      <a:moveTo>
                        <a:pt x="22193" y="27194"/>
                      </a:moveTo>
                      <a:cubicBezTo>
                        <a:pt x="21717" y="26813"/>
                        <a:pt x="20955" y="26622"/>
                        <a:pt x="20098" y="26622"/>
                      </a:cubicBezTo>
                      <a:cubicBezTo>
                        <a:pt x="19050" y="26622"/>
                        <a:pt x="18288" y="26622"/>
                        <a:pt x="17907" y="26432"/>
                      </a:cubicBezTo>
                      <a:lnTo>
                        <a:pt x="19717" y="27480"/>
                      </a:lnTo>
                      <a:cubicBezTo>
                        <a:pt x="19717" y="27480"/>
                        <a:pt x="19431" y="27765"/>
                        <a:pt x="19431" y="28051"/>
                      </a:cubicBezTo>
                      <a:lnTo>
                        <a:pt x="19908" y="28051"/>
                      </a:lnTo>
                      <a:cubicBezTo>
                        <a:pt x="19908" y="28051"/>
                        <a:pt x="20193" y="28242"/>
                        <a:pt x="20193" y="28337"/>
                      </a:cubicBezTo>
                      <a:cubicBezTo>
                        <a:pt x="20193" y="28337"/>
                        <a:pt x="20193" y="28527"/>
                        <a:pt x="20003" y="28718"/>
                      </a:cubicBezTo>
                      <a:cubicBezTo>
                        <a:pt x="19908" y="28908"/>
                        <a:pt x="19812" y="29099"/>
                        <a:pt x="20003" y="29289"/>
                      </a:cubicBezTo>
                      <a:lnTo>
                        <a:pt x="21050" y="29289"/>
                      </a:lnTo>
                      <a:cubicBezTo>
                        <a:pt x="20479" y="28718"/>
                        <a:pt x="20288" y="28432"/>
                        <a:pt x="20288" y="28146"/>
                      </a:cubicBezTo>
                      <a:cubicBezTo>
                        <a:pt x="20288" y="27956"/>
                        <a:pt x="20384" y="27861"/>
                        <a:pt x="20670" y="27670"/>
                      </a:cubicBezTo>
                      <a:cubicBezTo>
                        <a:pt x="20860" y="27575"/>
                        <a:pt x="21241" y="27480"/>
                        <a:pt x="21527" y="27289"/>
                      </a:cubicBezTo>
                      <a:cubicBezTo>
                        <a:pt x="21813" y="27289"/>
                        <a:pt x="22098" y="27289"/>
                        <a:pt x="22384" y="27575"/>
                      </a:cubicBezTo>
                      <a:lnTo>
                        <a:pt x="22384" y="27099"/>
                      </a:lnTo>
                      <a:close/>
                      <a:moveTo>
                        <a:pt x="19621" y="22622"/>
                      </a:moveTo>
                      <a:cubicBezTo>
                        <a:pt x="19621" y="22622"/>
                        <a:pt x="20288" y="23193"/>
                        <a:pt x="20670" y="23193"/>
                      </a:cubicBezTo>
                      <a:cubicBezTo>
                        <a:pt x="21336" y="23193"/>
                        <a:pt x="21908" y="23003"/>
                        <a:pt x="22384" y="22527"/>
                      </a:cubicBezTo>
                      <a:lnTo>
                        <a:pt x="21336" y="22146"/>
                      </a:lnTo>
                      <a:cubicBezTo>
                        <a:pt x="21336" y="22622"/>
                        <a:pt x="21146" y="22908"/>
                        <a:pt x="21050" y="22908"/>
                      </a:cubicBezTo>
                      <a:cubicBezTo>
                        <a:pt x="21050" y="22908"/>
                        <a:pt x="20860" y="22717"/>
                        <a:pt x="20479" y="22431"/>
                      </a:cubicBezTo>
                      <a:cubicBezTo>
                        <a:pt x="20098" y="22146"/>
                        <a:pt x="19812" y="21955"/>
                        <a:pt x="19527" y="22050"/>
                      </a:cubicBezTo>
                      <a:lnTo>
                        <a:pt x="19527" y="22527"/>
                      </a:lnTo>
                      <a:close/>
                      <a:moveTo>
                        <a:pt x="22098" y="28908"/>
                      </a:moveTo>
                      <a:lnTo>
                        <a:pt x="22098" y="28908"/>
                      </a:lnTo>
                      <a:lnTo>
                        <a:pt x="20955" y="28051"/>
                      </a:lnTo>
                      <a:cubicBezTo>
                        <a:pt x="20955" y="28051"/>
                        <a:pt x="20955" y="28718"/>
                        <a:pt x="21336" y="28718"/>
                      </a:cubicBezTo>
                      <a:cubicBezTo>
                        <a:pt x="21622" y="28718"/>
                        <a:pt x="21813" y="28718"/>
                        <a:pt x="22098" y="28813"/>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3" name="Google Shape;973;p99"/>
              <p:cNvGrpSpPr/>
              <p:nvPr/>
            </p:nvGrpSpPr>
            <p:grpSpPr>
              <a:xfrm>
                <a:off x="13036290" y="5269135"/>
                <a:ext cx="1063466" cy="259460"/>
                <a:chOff x="7782972" y="2987230"/>
                <a:chExt cx="1063466" cy="259460"/>
              </a:xfrm>
            </p:grpSpPr>
            <p:sp>
              <p:nvSpPr>
                <p:cNvPr id="974" name="Google Shape;974;p99"/>
                <p:cNvSpPr/>
                <p:nvPr/>
              </p:nvSpPr>
              <p:spPr>
                <a:xfrm>
                  <a:off x="7782972" y="3001045"/>
                  <a:ext cx="200596" cy="227548"/>
                </a:xfrm>
                <a:custGeom>
                  <a:avLst/>
                  <a:gdLst/>
                  <a:ahLst/>
                  <a:cxnLst/>
                  <a:rect l="l" t="t" r="r" b="b"/>
                  <a:pathLst>
                    <a:path w="200596" h="227548" extrusionOk="0">
                      <a:moveTo>
                        <a:pt x="762" y="96771"/>
                      </a:moveTo>
                      <a:lnTo>
                        <a:pt x="0" y="92866"/>
                      </a:lnTo>
                      <a:lnTo>
                        <a:pt x="2000" y="95723"/>
                      </a:lnTo>
                      <a:lnTo>
                        <a:pt x="762" y="96771"/>
                      </a:lnTo>
                      <a:close/>
                      <a:moveTo>
                        <a:pt x="15716" y="126393"/>
                      </a:moveTo>
                      <a:cubicBezTo>
                        <a:pt x="16383" y="126393"/>
                        <a:pt x="17431" y="126870"/>
                        <a:pt x="18765" y="127727"/>
                      </a:cubicBezTo>
                      <a:lnTo>
                        <a:pt x="15716" y="129727"/>
                      </a:lnTo>
                      <a:lnTo>
                        <a:pt x="15716" y="126393"/>
                      </a:lnTo>
                      <a:close/>
                      <a:moveTo>
                        <a:pt x="22670" y="56385"/>
                      </a:moveTo>
                      <a:cubicBezTo>
                        <a:pt x="21813" y="57242"/>
                        <a:pt x="21146" y="57718"/>
                        <a:pt x="20670" y="57718"/>
                      </a:cubicBezTo>
                      <a:cubicBezTo>
                        <a:pt x="20193" y="57718"/>
                        <a:pt x="19717" y="57051"/>
                        <a:pt x="19431" y="55623"/>
                      </a:cubicBezTo>
                      <a:lnTo>
                        <a:pt x="18860" y="52479"/>
                      </a:lnTo>
                      <a:lnTo>
                        <a:pt x="22670" y="56385"/>
                      </a:lnTo>
                      <a:close/>
                      <a:moveTo>
                        <a:pt x="26765" y="62576"/>
                      </a:moveTo>
                      <a:lnTo>
                        <a:pt x="27527" y="57718"/>
                      </a:lnTo>
                      <a:lnTo>
                        <a:pt x="30289" y="62576"/>
                      </a:lnTo>
                      <a:lnTo>
                        <a:pt x="26670" y="62576"/>
                      </a:lnTo>
                      <a:close/>
                      <a:moveTo>
                        <a:pt x="33719" y="50479"/>
                      </a:moveTo>
                      <a:cubicBezTo>
                        <a:pt x="33528" y="49050"/>
                        <a:pt x="32481" y="48098"/>
                        <a:pt x="30385" y="47336"/>
                      </a:cubicBezTo>
                      <a:cubicBezTo>
                        <a:pt x="28385" y="46669"/>
                        <a:pt x="27337" y="45621"/>
                        <a:pt x="27623" y="44193"/>
                      </a:cubicBezTo>
                      <a:cubicBezTo>
                        <a:pt x="28861" y="43907"/>
                        <a:pt x="29909" y="44288"/>
                        <a:pt x="30956" y="45526"/>
                      </a:cubicBezTo>
                      <a:cubicBezTo>
                        <a:pt x="32671" y="47431"/>
                        <a:pt x="33624" y="48384"/>
                        <a:pt x="33814" y="48384"/>
                      </a:cubicBezTo>
                      <a:lnTo>
                        <a:pt x="33814" y="50479"/>
                      </a:lnTo>
                      <a:close/>
                      <a:moveTo>
                        <a:pt x="35243" y="60481"/>
                      </a:moveTo>
                      <a:lnTo>
                        <a:pt x="32481" y="60481"/>
                      </a:lnTo>
                      <a:cubicBezTo>
                        <a:pt x="32290" y="59623"/>
                        <a:pt x="32671" y="58957"/>
                        <a:pt x="33719" y="58385"/>
                      </a:cubicBezTo>
                      <a:cubicBezTo>
                        <a:pt x="34576" y="57909"/>
                        <a:pt x="35052" y="58099"/>
                        <a:pt x="35243" y="59147"/>
                      </a:cubicBezTo>
                      <a:lnTo>
                        <a:pt x="35243" y="60481"/>
                      </a:lnTo>
                      <a:close/>
                      <a:moveTo>
                        <a:pt x="32481" y="148206"/>
                      </a:moveTo>
                      <a:lnTo>
                        <a:pt x="34480" y="145348"/>
                      </a:lnTo>
                      <a:cubicBezTo>
                        <a:pt x="34480" y="147063"/>
                        <a:pt x="34290" y="148015"/>
                        <a:pt x="33719" y="148206"/>
                      </a:cubicBezTo>
                      <a:lnTo>
                        <a:pt x="32481" y="148206"/>
                      </a:lnTo>
                      <a:close/>
                      <a:moveTo>
                        <a:pt x="33719" y="135347"/>
                      </a:moveTo>
                      <a:cubicBezTo>
                        <a:pt x="33338" y="134014"/>
                        <a:pt x="34576" y="133251"/>
                        <a:pt x="37338" y="133251"/>
                      </a:cubicBezTo>
                      <a:cubicBezTo>
                        <a:pt x="37624" y="134109"/>
                        <a:pt x="37338" y="134775"/>
                        <a:pt x="36576" y="135347"/>
                      </a:cubicBezTo>
                      <a:lnTo>
                        <a:pt x="33719" y="135347"/>
                      </a:lnTo>
                      <a:close/>
                      <a:moveTo>
                        <a:pt x="198597" y="197641"/>
                      </a:moveTo>
                      <a:cubicBezTo>
                        <a:pt x="197358" y="201260"/>
                        <a:pt x="197834" y="210118"/>
                        <a:pt x="199835" y="224406"/>
                      </a:cubicBezTo>
                      <a:cubicBezTo>
                        <a:pt x="198977" y="226406"/>
                        <a:pt x="197548" y="227549"/>
                        <a:pt x="195739" y="227549"/>
                      </a:cubicBezTo>
                      <a:cubicBezTo>
                        <a:pt x="194786" y="227549"/>
                        <a:pt x="193167" y="227168"/>
                        <a:pt x="191167" y="226501"/>
                      </a:cubicBezTo>
                      <a:cubicBezTo>
                        <a:pt x="189072" y="225834"/>
                        <a:pt x="187547" y="225453"/>
                        <a:pt x="186500" y="225453"/>
                      </a:cubicBezTo>
                      <a:cubicBezTo>
                        <a:pt x="183071" y="226311"/>
                        <a:pt x="178880" y="226692"/>
                        <a:pt x="173927" y="226692"/>
                      </a:cubicBezTo>
                      <a:cubicBezTo>
                        <a:pt x="168973" y="226692"/>
                        <a:pt x="164402" y="226311"/>
                        <a:pt x="160211" y="225453"/>
                      </a:cubicBezTo>
                      <a:cubicBezTo>
                        <a:pt x="156306" y="217357"/>
                        <a:pt x="154305" y="209928"/>
                        <a:pt x="154305" y="203070"/>
                      </a:cubicBezTo>
                      <a:cubicBezTo>
                        <a:pt x="154305" y="199260"/>
                        <a:pt x="154877" y="195831"/>
                        <a:pt x="156115" y="192783"/>
                      </a:cubicBezTo>
                      <a:lnTo>
                        <a:pt x="156877" y="192783"/>
                      </a:lnTo>
                      <a:cubicBezTo>
                        <a:pt x="154305" y="190878"/>
                        <a:pt x="153638" y="186687"/>
                        <a:pt x="154877" y="180115"/>
                      </a:cubicBezTo>
                      <a:cubicBezTo>
                        <a:pt x="156020" y="173637"/>
                        <a:pt x="155829" y="169351"/>
                        <a:pt x="154114" y="167256"/>
                      </a:cubicBezTo>
                      <a:cubicBezTo>
                        <a:pt x="154972" y="164017"/>
                        <a:pt x="155257" y="158969"/>
                        <a:pt x="155163" y="152206"/>
                      </a:cubicBezTo>
                      <a:cubicBezTo>
                        <a:pt x="154972" y="145443"/>
                        <a:pt x="155353" y="140491"/>
                        <a:pt x="156210" y="137442"/>
                      </a:cubicBezTo>
                      <a:cubicBezTo>
                        <a:pt x="154591" y="136776"/>
                        <a:pt x="153258" y="136490"/>
                        <a:pt x="152115" y="136490"/>
                      </a:cubicBezTo>
                      <a:cubicBezTo>
                        <a:pt x="148495" y="136490"/>
                        <a:pt x="145256" y="140014"/>
                        <a:pt x="142304" y="147063"/>
                      </a:cubicBezTo>
                      <a:cubicBezTo>
                        <a:pt x="138494" y="155635"/>
                        <a:pt x="135636" y="160779"/>
                        <a:pt x="133541" y="162493"/>
                      </a:cubicBezTo>
                      <a:cubicBezTo>
                        <a:pt x="133160" y="163160"/>
                        <a:pt x="133065" y="163827"/>
                        <a:pt x="133065" y="164589"/>
                      </a:cubicBezTo>
                      <a:cubicBezTo>
                        <a:pt x="133065" y="165351"/>
                        <a:pt x="133350" y="166208"/>
                        <a:pt x="134017" y="167256"/>
                      </a:cubicBezTo>
                      <a:cubicBezTo>
                        <a:pt x="134779" y="168399"/>
                        <a:pt x="135064" y="169161"/>
                        <a:pt x="135064" y="169637"/>
                      </a:cubicBezTo>
                      <a:cubicBezTo>
                        <a:pt x="135064" y="170304"/>
                        <a:pt x="134493" y="171256"/>
                        <a:pt x="133541" y="172209"/>
                      </a:cubicBezTo>
                      <a:cubicBezTo>
                        <a:pt x="130112" y="173923"/>
                        <a:pt x="127731" y="175542"/>
                        <a:pt x="126302" y="177067"/>
                      </a:cubicBezTo>
                      <a:cubicBezTo>
                        <a:pt x="127540" y="177733"/>
                        <a:pt x="128207" y="178019"/>
                        <a:pt x="128397" y="177924"/>
                      </a:cubicBezTo>
                      <a:cubicBezTo>
                        <a:pt x="127731" y="179448"/>
                        <a:pt x="125921" y="181448"/>
                        <a:pt x="123063" y="183829"/>
                      </a:cubicBezTo>
                      <a:cubicBezTo>
                        <a:pt x="119634" y="186973"/>
                        <a:pt x="117443" y="188973"/>
                        <a:pt x="116586" y="190020"/>
                      </a:cubicBezTo>
                      <a:cubicBezTo>
                        <a:pt x="114015" y="188877"/>
                        <a:pt x="111823" y="185734"/>
                        <a:pt x="109919" y="180686"/>
                      </a:cubicBezTo>
                      <a:cubicBezTo>
                        <a:pt x="108014" y="175542"/>
                        <a:pt x="105346" y="172399"/>
                        <a:pt x="101727" y="170970"/>
                      </a:cubicBezTo>
                      <a:cubicBezTo>
                        <a:pt x="102204" y="169732"/>
                        <a:pt x="102489" y="168589"/>
                        <a:pt x="102489" y="167351"/>
                      </a:cubicBezTo>
                      <a:cubicBezTo>
                        <a:pt x="102489" y="165160"/>
                        <a:pt x="101346" y="162303"/>
                        <a:pt x="98965" y="158874"/>
                      </a:cubicBezTo>
                      <a:cubicBezTo>
                        <a:pt x="96203" y="154587"/>
                        <a:pt x="94583" y="151730"/>
                        <a:pt x="94012" y="150396"/>
                      </a:cubicBezTo>
                      <a:lnTo>
                        <a:pt x="96108" y="146301"/>
                      </a:lnTo>
                      <a:lnTo>
                        <a:pt x="86106" y="142681"/>
                      </a:lnTo>
                      <a:cubicBezTo>
                        <a:pt x="86678" y="141919"/>
                        <a:pt x="87249" y="141634"/>
                        <a:pt x="87916" y="141634"/>
                      </a:cubicBezTo>
                      <a:cubicBezTo>
                        <a:pt x="88964" y="141634"/>
                        <a:pt x="90297" y="142681"/>
                        <a:pt x="92012" y="144682"/>
                      </a:cubicBezTo>
                      <a:cubicBezTo>
                        <a:pt x="92012" y="138014"/>
                        <a:pt x="89059" y="132585"/>
                        <a:pt x="83248" y="128489"/>
                      </a:cubicBezTo>
                      <a:cubicBezTo>
                        <a:pt x="81534" y="130203"/>
                        <a:pt x="80677" y="133442"/>
                        <a:pt x="80867" y="138204"/>
                      </a:cubicBezTo>
                      <a:cubicBezTo>
                        <a:pt x="80867" y="143062"/>
                        <a:pt x="80106" y="146110"/>
                        <a:pt x="78391" y="147444"/>
                      </a:cubicBezTo>
                      <a:lnTo>
                        <a:pt x="77058" y="146206"/>
                      </a:lnTo>
                      <a:lnTo>
                        <a:pt x="76295" y="147444"/>
                      </a:lnTo>
                      <a:cubicBezTo>
                        <a:pt x="79057" y="149349"/>
                        <a:pt x="80391" y="152492"/>
                        <a:pt x="80391" y="156969"/>
                      </a:cubicBezTo>
                      <a:cubicBezTo>
                        <a:pt x="80391" y="157635"/>
                        <a:pt x="80296" y="158874"/>
                        <a:pt x="80106" y="160588"/>
                      </a:cubicBezTo>
                      <a:lnTo>
                        <a:pt x="80106" y="163922"/>
                      </a:lnTo>
                      <a:cubicBezTo>
                        <a:pt x="80106" y="166494"/>
                        <a:pt x="80486" y="168589"/>
                        <a:pt x="81153" y="170113"/>
                      </a:cubicBezTo>
                      <a:cubicBezTo>
                        <a:pt x="80486" y="172304"/>
                        <a:pt x="80106" y="175733"/>
                        <a:pt x="80106" y="180400"/>
                      </a:cubicBezTo>
                      <a:cubicBezTo>
                        <a:pt x="80106" y="185067"/>
                        <a:pt x="79724" y="188401"/>
                        <a:pt x="79057" y="190687"/>
                      </a:cubicBezTo>
                      <a:cubicBezTo>
                        <a:pt x="79248" y="191830"/>
                        <a:pt x="79629" y="193926"/>
                        <a:pt x="80106" y="196878"/>
                      </a:cubicBezTo>
                      <a:cubicBezTo>
                        <a:pt x="80677" y="199831"/>
                        <a:pt x="80867" y="201927"/>
                        <a:pt x="80867" y="203356"/>
                      </a:cubicBezTo>
                      <a:cubicBezTo>
                        <a:pt x="80867" y="205070"/>
                        <a:pt x="80486" y="206594"/>
                        <a:pt x="79820" y="207737"/>
                      </a:cubicBezTo>
                      <a:lnTo>
                        <a:pt x="81915" y="209737"/>
                      </a:lnTo>
                      <a:lnTo>
                        <a:pt x="79820" y="209737"/>
                      </a:lnTo>
                      <a:cubicBezTo>
                        <a:pt x="80010" y="210975"/>
                        <a:pt x="80106" y="212214"/>
                        <a:pt x="80106" y="213642"/>
                      </a:cubicBezTo>
                      <a:cubicBezTo>
                        <a:pt x="80106" y="220691"/>
                        <a:pt x="77438" y="225263"/>
                        <a:pt x="72104" y="227549"/>
                      </a:cubicBezTo>
                      <a:cubicBezTo>
                        <a:pt x="66485" y="227073"/>
                        <a:pt x="60770" y="226596"/>
                        <a:pt x="55150" y="226311"/>
                      </a:cubicBezTo>
                      <a:cubicBezTo>
                        <a:pt x="47911" y="225549"/>
                        <a:pt x="42767" y="223644"/>
                        <a:pt x="39434" y="220405"/>
                      </a:cubicBezTo>
                      <a:cubicBezTo>
                        <a:pt x="39720" y="208594"/>
                        <a:pt x="39434" y="189830"/>
                        <a:pt x="38576" y="164303"/>
                      </a:cubicBezTo>
                      <a:lnTo>
                        <a:pt x="41434" y="161160"/>
                      </a:lnTo>
                      <a:cubicBezTo>
                        <a:pt x="40005" y="160017"/>
                        <a:pt x="39338" y="158398"/>
                        <a:pt x="39338" y="156302"/>
                      </a:cubicBezTo>
                      <a:cubicBezTo>
                        <a:pt x="39338" y="155445"/>
                        <a:pt x="39529" y="153921"/>
                        <a:pt x="40005" y="151920"/>
                      </a:cubicBezTo>
                      <a:cubicBezTo>
                        <a:pt x="40481" y="149825"/>
                        <a:pt x="40672" y="148396"/>
                        <a:pt x="40672" y="147539"/>
                      </a:cubicBezTo>
                      <a:cubicBezTo>
                        <a:pt x="40672" y="145443"/>
                        <a:pt x="40005" y="143824"/>
                        <a:pt x="38576" y="142681"/>
                      </a:cubicBezTo>
                      <a:lnTo>
                        <a:pt x="39434" y="120012"/>
                      </a:lnTo>
                      <a:cubicBezTo>
                        <a:pt x="40577" y="119154"/>
                        <a:pt x="41243" y="117916"/>
                        <a:pt x="41243" y="116392"/>
                      </a:cubicBezTo>
                      <a:cubicBezTo>
                        <a:pt x="41243" y="115249"/>
                        <a:pt x="40577" y="113249"/>
                        <a:pt x="39434" y="110582"/>
                      </a:cubicBezTo>
                      <a:cubicBezTo>
                        <a:pt x="38291" y="107915"/>
                        <a:pt x="37529" y="106105"/>
                        <a:pt x="37433" y="105058"/>
                      </a:cubicBezTo>
                      <a:cubicBezTo>
                        <a:pt x="38958" y="102295"/>
                        <a:pt x="39720" y="98961"/>
                        <a:pt x="39720" y="94961"/>
                      </a:cubicBezTo>
                      <a:cubicBezTo>
                        <a:pt x="39529" y="88103"/>
                        <a:pt x="39434" y="84388"/>
                        <a:pt x="39434" y="83912"/>
                      </a:cubicBezTo>
                      <a:cubicBezTo>
                        <a:pt x="41243" y="83912"/>
                        <a:pt x="42291" y="83721"/>
                        <a:pt x="42482" y="83150"/>
                      </a:cubicBezTo>
                      <a:cubicBezTo>
                        <a:pt x="42482" y="82102"/>
                        <a:pt x="42196" y="81531"/>
                        <a:pt x="41720" y="81340"/>
                      </a:cubicBezTo>
                      <a:lnTo>
                        <a:pt x="39910" y="81626"/>
                      </a:lnTo>
                      <a:cubicBezTo>
                        <a:pt x="39148" y="81817"/>
                        <a:pt x="38767" y="81626"/>
                        <a:pt x="38576" y="81054"/>
                      </a:cubicBezTo>
                      <a:cubicBezTo>
                        <a:pt x="38767" y="79340"/>
                        <a:pt x="39624" y="78864"/>
                        <a:pt x="41243" y="79626"/>
                      </a:cubicBezTo>
                      <a:cubicBezTo>
                        <a:pt x="42767" y="80388"/>
                        <a:pt x="43910" y="80197"/>
                        <a:pt x="44577" y="78959"/>
                      </a:cubicBezTo>
                      <a:lnTo>
                        <a:pt x="45339" y="82293"/>
                      </a:lnTo>
                      <a:cubicBezTo>
                        <a:pt x="45815" y="81626"/>
                        <a:pt x="46387" y="81245"/>
                        <a:pt x="46863" y="81245"/>
                      </a:cubicBezTo>
                      <a:cubicBezTo>
                        <a:pt x="47054" y="81245"/>
                        <a:pt x="47340" y="81340"/>
                        <a:pt x="47816" y="81721"/>
                      </a:cubicBezTo>
                      <a:cubicBezTo>
                        <a:pt x="48196" y="81912"/>
                        <a:pt x="48578" y="82102"/>
                        <a:pt x="48673" y="82102"/>
                      </a:cubicBezTo>
                      <a:cubicBezTo>
                        <a:pt x="49054" y="82102"/>
                        <a:pt x="49245" y="81435"/>
                        <a:pt x="49435" y="80292"/>
                      </a:cubicBezTo>
                      <a:lnTo>
                        <a:pt x="47340" y="78292"/>
                      </a:lnTo>
                      <a:cubicBezTo>
                        <a:pt x="48196" y="78483"/>
                        <a:pt x="49245" y="79150"/>
                        <a:pt x="50482" y="80292"/>
                      </a:cubicBezTo>
                      <a:cubicBezTo>
                        <a:pt x="51721" y="81531"/>
                        <a:pt x="52674" y="82198"/>
                        <a:pt x="53626" y="82388"/>
                      </a:cubicBezTo>
                      <a:cubicBezTo>
                        <a:pt x="53626" y="82007"/>
                        <a:pt x="53912" y="81531"/>
                        <a:pt x="54483" y="80864"/>
                      </a:cubicBezTo>
                      <a:cubicBezTo>
                        <a:pt x="55150" y="80197"/>
                        <a:pt x="55340" y="79531"/>
                        <a:pt x="55150" y="79054"/>
                      </a:cubicBezTo>
                      <a:lnTo>
                        <a:pt x="54102" y="78768"/>
                      </a:lnTo>
                      <a:cubicBezTo>
                        <a:pt x="54769" y="78578"/>
                        <a:pt x="55626" y="77816"/>
                        <a:pt x="56674" y="76578"/>
                      </a:cubicBezTo>
                      <a:cubicBezTo>
                        <a:pt x="57721" y="75340"/>
                        <a:pt x="58579" y="74673"/>
                        <a:pt x="59531" y="74673"/>
                      </a:cubicBezTo>
                      <a:cubicBezTo>
                        <a:pt x="60007" y="74673"/>
                        <a:pt x="60579" y="74959"/>
                        <a:pt x="61341" y="75435"/>
                      </a:cubicBezTo>
                      <a:lnTo>
                        <a:pt x="59246" y="73053"/>
                      </a:lnTo>
                      <a:cubicBezTo>
                        <a:pt x="60293" y="72577"/>
                        <a:pt x="60484" y="71910"/>
                        <a:pt x="60007" y="70958"/>
                      </a:cubicBezTo>
                      <a:cubicBezTo>
                        <a:pt x="58579" y="71149"/>
                        <a:pt x="57245" y="71244"/>
                        <a:pt x="55912" y="71244"/>
                      </a:cubicBezTo>
                      <a:cubicBezTo>
                        <a:pt x="54007" y="71244"/>
                        <a:pt x="51816" y="70863"/>
                        <a:pt x="49245" y="70196"/>
                      </a:cubicBezTo>
                      <a:cubicBezTo>
                        <a:pt x="45815" y="69148"/>
                        <a:pt x="43244" y="68482"/>
                        <a:pt x="41529" y="68100"/>
                      </a:cubicBezTo>
                      <a:lnTo>
                        <a:pt x="43529" y="72958"/>
                      </a:lnTo>
                      <a:lnTo>
                        <a:pt x="38576" y="72958"/>
                      </a:lnTo>
                      <a:lnTo>
                        <a:pt x="41434" y="72196"/>
                      </a:lnTo>
                      <a:cubicBezTo>
                        <a:pt x="40767" y="70291"/>
                        <a:pt x="40291" y="67815"/>
                        <a:pt x="40196" y="64671"/>
                      </a:cubicBezTo>
                      <a:cubicBezTo>
                        <a:pt x="40196" y="61624"/>
                        <a:pt x="39814" y="59433"/>
                        <a:pt x="39338" y="58290"/>
                      </a:cubicBezTo>
                      <a:cubicBezTo>
                        <a:pt x="38481" y="55527"/>
                        <a:pt x="39434" y="53813"/>
                        <a:pt x="42386" y="53146"/>
                      </a:cubicBezTo>
                      <a:cubicBezTo>
                        <a:pt x="39814" y="50479"/>
                        <a:pt x="38481" y="46955"/>
                        <a:pt x="38481" y="42574"/>
                      </a:cubicBezTo>
                      <a:cubicBezTo>
                        <a:pt x="38481" y="40668"/>
                        <a:pt x="38862" y="37620"/>
                        <a:pt x="39529" y="33334"/>
                      </a:cubicBezTo>
                      <a:cubicBezTo>
                        <a:pt x="40196" y="29048"/>
                        <a:pt x="40481" y="25809"/>
                        <a:pt x="40291" y="23523"/>
                      </a:cubicBezTo>
                      <a:cubicBezTo>
                        <a:pt x="47149" y="21618"/>
                        <a:pt x="55055" y="20666"/>
                        <a:pt x="64008" y="20666"/>
                      </a:cubicBezTo>
                      <a:cubicBezTo>
                        <a:pt x="67913" y="20666"/>
                        <a:pt x="71247" y="20952"/>
                        <a:pt x="74009" y="21428"/>
                      </a:cubicBezTo>
                      <a:lnTo>
                        <a:pt x="81725" y="27619"/>
                      </a:lnTo>
                      <a:lnTo>
                        <a:pt x="80963" y="28381"/>
                      </a:lnTo>
                      <a:cubicBezTo>
                        <a:pt x="83154" y="29429"/>
                        <a:pt x="84868" y="31715"/>
                        <a:pt x="86106" y="35334"/>
                      </a:cubicBezTo>
                      <a:lnTo>
                        <a:pt x="88964" y="44098"/>
                      </a:lnTo>
                      <a:cubicBezTo>
                        <a:pt x="92583" y="46479"/>
                        <a:pt x="95345" y="52099"/>
                        <a:pt x="97346" y="60861"/>
                      </a:cubicBezTo>
                      <a:cubicBezTo>
                        <a:pt x="99346" y="69625"/>
                        <a:pt x="102489" y="75340"/>
                        <a:pt x="106775" y="78102"/>
                      </a:cubicBezTo>
                      <a:cubicBezTo>
                        <a:pt x="108490" y="82007"/>
                        <a:pt x="110490" y="88198"/>
                        <a:pt x="112966" y="96580"/>
                      </a:cubicBezTo>
                      <a:cubicBezTo>
                        <a:pt x="114110" y="96580"/>
                        <a:pt x="114776" y="96866"/>
                        <a:pt x="114776" y="97342"/>
                      </a:cubicBezTo>
                      <a:cubicBezTo>
                        <a:pt x="114776" y="97723"/>
                        <a:pt x="114586" y="98200"/>
                        <a:pt x="114110" y="98771"/>
                      </a:cubicBezTo>
                      <a:cubicBezTo>
                        <a:pt x="113633" y="99342"/>
                        <a:pt x="113443" y="99819"/>
                        <a:pt x="113443" y="100200"/>
                      </a:cubicBezTo>
                      <a:cubicBezTo>
                        <a:pt x="113443" y="100771"/>
                        <a:pt x="113729" y="101152"/>
                        <a:pt x="114491" y="101438"/>
                      </a:cubicBezTo>
                      <a:cubicBezTo>
                        <a:pt x="119253" y="97533"/>
                        <a:pt x="122111" y="95151"/>
                        <a:pt x="123063" y="94294"/>
                      </a:cubicBezTo>
                      <a:cubicBezTo>
                        <a:pt x="125635" y="91913"/>
                        <a:pt x="127731" y="89056"/>
                        <a:pt x="129445" y="85817"/>
                      </a:cubicBezTo>
                      <a:lnTo>
                        <a:pt x="125539" y="83721"/>
                      </a:lnTo>
                      <a:cubicBezTo>
                        <a:pt x="125539" y="82864"/>
                        <a:pt x="126968" y="82102"/>
                        <a:pt x="129826" y="81435"/>
                      </a:cubicBezTo>
                      <a:cubicBezTo>
                        <a:pt x="132683" y="80769"/>
                        <a:pt x="134208" y="79340"/>
                        <a:pt x="134303" y="77054"/>
                      </a:cubicBezTo>
                      <a:cubicBezTo>
                        <a:pt x="133445" y="76006"/>
                        <a:pt x="133065" y="75054"/>
                        <a:pt x="133065" y="74006"/>
                      </a:cubicBezTo>
                      <a:cubicBezTo>
                        <a:pt x="133065" y="72768"/>
                        <a:pt x="134303" y="71053"/>
                        <a:pt x="136684" y="68767"/>
                      </a:cubicBezTo>
                      <a:cubicBezTo>
                        <a:pt x="139065" y="66481"/>
                        <a:pt x="140398" y="64576"/>
                        <a:pt x="140589" y="63243"/>
                      </a:cubicBezTo>
                      <a:lnTo>
                        <a:pt x="139351" y="62481"/>
                      </a:lnTo>
                      <a:cubicBezTo>
                        <a:pt x="140684" y="61242"/>
                        <a:pt x="142113" y="59242"/>
                        <a:pt x="143446" y="56290"/>
                      </a:cubicBezTo>
                      <a:cubicBezTo>
                        <a:pt x="142399" y="55813"/>
                        <a:pt x="141827" y="55051"/>
                        <a:pt x="141827" y="54194"/>
                      </a:cubicBezTo>
                      <a:cubicBezTo>
                        <a:pt x="141827" y="53908"/>
                        <a:pt x="142113" y="53242"/>
                        <a:pt x="142590" y="52289"/>
                      </a:cubicBezTo>
                      <a:cubicBezTo>
                        <a:pt x="143066" y="51336"/>
                        <a:pt x="143351" y="50765"/>
                        <a:pt x="143351" y="50384"/>
                      </a:cubicBezTo>
                      <a:cubicBezTo>
                        <a:pt x="144018" y="50765"/>
                        <a:pt x="144685" y="50860"/>
                        <a:pt x="145161" y="50860"/>
                      </a:cubicBezTo>
                      <a:cubicBezTo>
                        <a:pt x="146209" y="50860"/>
                        <a:pt x="147066" y="49622"/>
                        <a:pt x="147638" y="46955"/>
                      </a:cubicBezTo>
                      <a:cubicBezTo>
                        <a:pt x="148209" y="44383"/>
                        <a:pt x="149447" y="42954"/>
                        <a:pt x="151352" y="42574"/>
                      </a:cubicBezTo>
                      <a:cubicBezTo>
                        <a:pt x="151066" y="41907"/>
                        <a:pt x="150876" y="41145"/>
                        <a:pt x="150876" y="40287"/>
                      </a:cubicBezTo>
                      <a:cubicBezTo>
                        <a:pt x="150876" y="38192"/>
                        <a:pt x="152400" y="35334"/>
                        <a:pt x="155448" y="31525"/>
                      </a:cubicBezTo>
                      <a:lnTo>
                        <a:pt x="153353" y="29429"/>
                      </a:lnTo>
                      <a:cubicBezTo>
                        <a:pt x="153924" y="28381"/>
                        <a:pt x="154114" y="27810"/>
                        <a:pt x="154114" y="27619"/>
                      </a:cubicBezTo>
                      <a:cubicBezTo>
                        <a:pt x="155163" y="28762"/>
                        <a:pt x="156210" y="29429"/>
                        <a:pt x="157163" y="29429"/>
                      </a:cubicBezTo>
                      <a:cubicBezTo>
                        <a:pt x="158210" y="29429"/>
                        <a:pt x="159734" y="27905"/>
                        <a:pt x="161925" y="24952"/>
                      </a:cubicBezTo>
                      <a:cubicBezTo>
                        <a:pt x="164116" y="21904"/>
                        <a:pt x="166116" y="20571"/>
                        <a:pt x="167926" y="20666"/>
                      </a:cubicBezTo>
                      <a:cubicBezTo>
                        <a:pt x="181166" y="19999"/>
                        <a:pt x="191167" y="21238"/>
                        <a:pt x="197834" y="24285"/>
                      </a:cubicBezTo>
                      <a:cubicBezTo>
                        <a:pt x="199073" y="33049"/>
                        <a:pt x="199549" y="39049"/>
                        <a:pt x="199549" y="42478"/>
                      </a:cubicBezTo>
                      <a:cubicBezTo>
                        <a:pt x="199549" y="47241"/>
                        <a:pt x="198977" y="51813"/>
                        <a:pt x="197834" y="56099"/>
                      </a:cubicBezTo>
                      <a:lnTo>
                        <a:pt x="200596" y="58194"/>
                      </a:lnTo>
                      <a:cubicBezTo>
                        <a:pt x="199073" y="76197"/>
                        <a:pt x="198311" y="99057"/>
                        <a:pt x="198501" y="126870"/>
                      </a:cubicBezTo>
                      <a:lnTo>
                        <a:pt x="198501" y="197355"/>
                      </a:lnTo>
                      <a:close/>
                      <a:moveTo>
                        <a:pt x="49339" y="94961"/>
                      </a:moveTo>
                      <a:lnTo>
                        <a:pt x="49339" y="92866"/>
                      </a:lnTo>
                      <a:lnTo>
                        <a:pt x="45244" y="94961"/>
                      </a:lnTo>
                      <a:lnTo>
                        <a:pt x="49339" y="94961"/>
                      </a:lnTo>
                      <a:close/>
                      <a:moveTo>
                        <a:pt x="54007" y="78768"/>
                      </a:moveTo>
                      <a:cubicBezTo>
                        <a:pt x="53340" y="78768"/>
                        <a:pt x="52674" y="78578"/>
                        <a:pt x="52197" y="78292"/>
                      </a:cubicBezTo>
                      <a:lnTo>
                        <a:pt x="54007" y="78768"/>
                      </a:lnTo>
                      <a:close/>
                      <a:moveTo>
                        <a:pt x="55055" y="27810"/>
                      </a:moveTo>
                      <a:lnTo>
                        <a:pt x="54293" y="31715"/>
                      </a:lnTo>
                      <a:lnTo>
                        <a:pt x="56388" y="31715"/>
                      </a:lnTo>
                      <a:lnTo>
                        <a:pt x="55055" y="27810"/>
                      </a:lnTo>
                      <a:close/>
                      <a:moveTo>
                        <a:pt x="62008" y="40383"/>
                      </a:moveTo>
                      <a:cubicBezTo>
                        <a:pt x="62008" y="40383"/>
                        <a:pt x="62770" y="40097"/>
                        <a:pt x="63246" y="39335"/>
                      </a:cubicBezTo>
                      <a:cubicBezTo>
                        <a:pt x="62675" y="39811"/>
                        <a:pt x="62294" y="40192"/>
                        <a:pt x="62008" y="40383"/>
                      </a:cubicBezTo>
                      <a:cubicBezTo>
                        <a:pt x="61532" y="40383"/>
                        <a:pt x="60770" y="40097"/>
                        <a:pt x="59817" y="39525"/>
                      </a:cubicBezTo>
                      <a:cubicBezTo>
                        <a:pt x="58864" y="38954"/>
                        <a:pt x="58198" y="38573"/>
                        <a:pt x="57626" y="38573"/>
                      </a:cubicBezTo>
                      <a:cubicBezTo>
                        <a:pt x="57150" y="38573"/>
                        <a:pt x="56674" y="38859"/>
                        <a:pt x="56388" y="39335"/>
                      </a:cubicBezTo>
                      <a:cubicBezTo>
                        <a:pt x="58198" y="40859"/>
                        <a:pt x="60103" y="41240"/>
                        <a:pt x="62008" y="40383"/>
                      </a:cubicBezTo>
                      <a:close/>
                      <a:moveTo>
                        <a:pt x="76200" y="83817"/>
                      </a:moveTo>
                      <a:cubicBezTo>
                        <a:pt x="76676" y="83721"/>
                        <a:pt x="76962" y="82674"/>
                        <a:pt x="76962" y="80959"/>
                      </a:cubicBezTo>
                      <a:cubicBezTo>
                        <a:pt x="75438" y="79435"/>
                        <a:pt x="74486" y="78768"/>
                        <a:pt x="74105" y="78959"/>
                      </a:cubicBezTo>
                      <a:cubicBezTo>
                        <a:pt x="73438" y="79435"/>
                        <a:pt x="73057" y="80102"/>
                        <a:pt x="73057" y="80769"/>
                      </a:cubicBezTo>
                      <a:cubicBezTo>
                        <a:pt x="73057" y="82864"/>
                        <a:pt x="74105" y="83817"/>
                        <a:pt x="76200" y="83817"/>
                      </a:cubicBezTo>
                      <a:close/>
                      <a:moveTo>
                        <a:pt x="76200" y="34382"/>
                      </a:moveTo>
                      <a:cubicBezTo>
                        <a:pt x="75152" y="34763"/>
                        <a:pt x="74486" y="35525"/>
                        <a:pt x="74105" y="36763"/>
                      </a:cubicBezTo>
                      <a:cubicBezTo>
                        <a:pt x="73629" y="37906"/>
                        <a:pt x="73629" y="38764"/>
                        <a:pt x="74105" y="39335"/>
                      </a:cubicBezTo>
                      <a:lnTo>
                        <a:pt x="76200" y="34477"/>
                      </a:lnTo>
                      <a:close/>
                      <a:moveTo>
                        <a:pt x="76962" y="52384"/>
                      </a:moveTo>
                      <a:cubicBezTo>
                        <a:pt x="78391" y="50479"/>
                        <a:pt x="78963" y="49527"/>
                        <a:pt x="78963" y="49241"/>
                      </a:cubicBezTo>
                      <a:lnTo>
                        <a:pt x="76962" y="49241"/>
                      </a:lnTo>
                      <a:lnTo>
                        <a:pt x="76962" y="52384"/>
                      </a:lnTo>
                      <a:close/>
                      <a:moveTo>
                        <a:pt x="83630" y="23619"/>
                      </a:moveTo>
                      <a:cubicBezTo>
                        <a:pt x="83154" y="23809"/>
                        <a:pt x="82487" y="23809"/>
                        <a:pt x="81820" y="23619"/>
                      </a:cubicBezTo>
                      <a:lnTo>
                        <a:pt x="83630" y="23619"/>
                      </a:lnTo>
                      <a:close/>
                      <a:moveTo>
                        <a:pt x="83630" y="23619"/>
                      </a:moveTo>
                      <a:lnTo>
                        <a:pt x="85916" y="22857"/>
                      </a:lnTo>
                      <a:cubicBezTo>
                        <a:pt x="85916" y="23333"/>
                        <a:pt x="85154" y="23619"/>
                        <a:pt x="83630" y="23619"/>
                      </a:cubicBezTo>
                      <a:close/>
                      <a:moveTo>
                        <a:pt x="88011" y="124774"/>
                      </a:moveTo>
                      <a:lnTo>
                        <a:pt x="93916" y="122679"/>
                      </a:lnTo>
                      <a:lnTo>
                        <a:pt x="89059" y="122679"/>
                      </a:lnTo>
                      <a:lnTo>
                        <a:pt x="88011" y="124774"/>
                      </a:lnTo>
                      <a:close/>
                      <a:moveTo>
                        <a:pt x="90583" y="1044"/>
                      </a:moveTo>
                      <a:cubicBezTo>
                        <a:pt x="90107" y="1235"/>
                        <a:pt x="89535" y="1235"/>
                        <a:pt x="88964" y="1044"/>
                      </a:cubicBezTo>
                      <a:lnTo>
                        <a:pt x="90583" y="1044"/>
                      </a:lnTo>
                      <a:close/>
                      <a:moveTo>
                        <a:pt x="90583" y="1044"/>
                      </a:moveTo>
                      <a:cubicBezTo>
                        <a:pt x="90583" y="1044"/>
                        <a:pt x="91154" y="854"/>
                        <a:pt x="91916" y="473"/>
                      </a:cubicBezTo>
                      <a:cubicBezTo>
                        <a:pt x="92583" y="-3"/>
                        <a:pt x="93059" y="-99"/>
                        <a:pt x="93440" y="92"/>
                      </a:cubicBezTo>
                      <a:cubicBezTo>
                        <a:pt x="93916" y="92"/>
                        <a:pt x="94393" y="473"/>
                        <a:pt x="94774" y="1140"/>
                      </a:cubicBezTo>
                      <a:lnTo>
                        <a:pt x="90678" y="1140"/>
                      </a:lnTo>
                      <a:close/>
                      <a:moveTo>
                        <a:pt x="98013" y="144586"/>
                      </a:moveTo>
                      <a:lnTo>
                        <a:pt x="98013" y="141252"/>
                      </a:lnTo>
                      <a:lnTo>
                        <a:pt x="95917" y="141252"/>
                      </a:lnTo>
                      <a:lnTo>
                        <a:pt x="98013" y="144586"/>
                      </a:lnTo>
                      <a:close/>
                      <a:moveTo>
                        <a:pt x="101632" y="145348"/>
                      </a:moveTo>
                      <a:cubicBezTo>
                        <a:pt x="103727" y="146015"/>
                        <a:pt x="105061" y="145348"/>
                        <a:pt x="105728" y="143253"/>
                      </a:cubicBezTo>
                      <a:cubicBezTo>
                        <a:pt x="104204" y="143253"/>
                        <a:pt x="103251" y="142967"/>
                        <a:pt x="102965" y="142491"/>
                      </a:cubicBezTo>
                      <a:lnTo>
                        <a:pt x="103727" y="141252"/>
                      </a:lnTo>
                      <a:lnTo>
                        <a:pt x="101632" y="141252"/>
                      </a:lnTo>
                      <a:lnTo>
                        <a:pt x="101632" y="145348"/>
                      </a:lnTo>
                      <a:close/>
                      <a:moveTo>
                        <a:pt x="111633" y="70958"/>
                      </a:moveTo>
                      <a:cubicBezTo>
                        <a:pt x="110776" y="70958"/>
                        <a:pt x="109824" y="70386"/>
                        <a:pt x="108776" y="69148"/>
                      </a:cubicBezTo>
                      <a:cubicBezTo>
                        <a:pt x="107632" y="68005"/>
                        <a:pt x="106680" y="67339"/>
                        <a:pt x="105823" y="67339"/>
                      </a:cubicBezTo>
                      <a:lnTo>
                        <a:pt x="111729" y="65338"/>
                      </a:lnTo>
                      <a:lnTo>
                        <a:pt x="111729" y="70958"/>
                      </a:lnTo>
                      <a:close/>
                      <a:moveTo>
                        <a:pt x="109633" y="126298"/>
                      </a:moveTo>
                      <a:cubicBezTo>
                        <a:pt x="109157" y="125727"/>
                        <a:pt x="108776" y="125536"/>
                        <a:pt x="108681" y="125536"/>
                      </a:cubicBezTo>
                      <a:cubicBezTo>
                        <a:pt x="108490" y="124869"/>
                        <a:pt x="109157" y="123631"/>
                        <a:pt x="110585" y="121917"/>
                      </a:cubicBezTo>
                      <a:cubicBezTo>
                        <a:pt x="112014" y="120202"/>
                        <a:pt x="112872" y="119059"/>
                        <a:pt x="113062" y="118583"/>
                      </a:cubicBezTo>
                      <a:cubicBezTo>
                        <a:pt x="111157" y="118583"/>
                        <a:pt x="109728" y="119250"/>
                        <a:pt x="108871" y="120774"/>
                      </a:cubicBezTo>
                      <a:cubicBezTo>
                        <a:pt x="107918" y="122298"/>
                        <a:pt x="107632" y="123822"/>
                        <a:pt x="107918" y="125536"/>
                      </a:cubicBezTo>
                      <a:cubicBezTo>
                        <a:pt x="108299" y="125155"/>
                        <a:pt x="108490" y="125155"/>
                        <a:pt x="108681" y="125536"/>
                      </a:cubicBezTo>
                      <a:cubicBezTo>
                        <a:pt x="108681" y="125822"/>
                        <a:pt x="108966" y="126108"/>
                        <a:pt x="109633" y="126298"/>
                      </a:cubicBezTo>
                      <a:close/>
                      <a:moveTo>
                        <a:pt x="111633" y="60481"/>
                      </a:moveTo>
                      <a:cubicBezTo>
                        <a:pt x="110776" y="60861"/>
                        <a:pt x="110014" y="60576"/>
                        <a:pt x="109252" y="59814"/>
                      </a:cubicBezTo>
                      <a:cubicBezTo>
                        <a:pt x="108395" y="59052"/>
                        <a:pt x="108299" y="58290"/>
                        <a:pt x="108871" y="57623"/>
                      </a:cubicBezTo>
                      <a:lnTo>
                        <a:pt x="111633" y="57623"/>
                      </a:lnTo>
                      <a:lnTo>
                        <a:pt x="111633" y="60481"/>
                      </a:lnTo>
                      <a:close/>
                      <a:moveTo>
                        <a:pt x="120682" y="76197"/>
                      </a:moveTo>
                      <a:cubicBezTo>
                        <a:pt x="117253" y="77435"/>
                        <a:pt x="114871" y="77435"/>
                        <a:pt x="113729" y="76197"/>
                      </a:cubicBezTo>
                      <a:lnTo>
                        <a:pt x="115729" y="73149"/>
                      </a:lnTo>
                      <a:lnTo>
                        <a:pt x="120587" y="76197"/>
                      </a:lnTo>
                      <a:close/>
                      <a:moveTo>
                        <a:pt x="117824" y="55623"/>
                      </a:moveTo>
                      <a:cubicBezTo>
                        <a:pt x="117539" y="56099"/>
                        <a:pt x="116396" y="56385"/>
                        <a:pt x="114491" y="56385"/>
                      </a:cubicBezTo>
                      <a:lnTo>
                        <a:pt x="114491" y="52479"/>
                      </a:lnTo>
                      <a:lnTo>
                        <a:pt x="117824" y="55623"/>
                      </a:lnTo>
                      <a:close/>
                      <a:moveTo>
                        <a:pt x="117348" y="112773"/>
                      </a:moveTo>
                      <a:lnTo>
                        <a:pt x="122777" y="112773"/>
                      </a:lnTo>
                      <a:cubicBezTo>
                        <a:pt x="122777" y="111058"/>
                        <a:pt x="122397" y="110201"/>
                        <a:pt x="121730" y="110201"/>
                      </a:cubicBezTo>
                      <a:cubicBezTo>
                        <a:pt x="121920" y="110201"/>
                        <a:pt x="120491" y="111058"/>
                        <a:pt x="117348" y="112773"/>
                      </a:cubicBezTo>
                      <a:lnTo>
                        <a:pt x="115824" y="112773"/>
                      </a:lnTo>
                      <a:cubicBezTo>
                        <a:pt x="116110" y="113440"/>
                        <a:pt x="116681" y="113440"/>
                        <a:pt x="117348" y="112773"/>
                      </a:cubicBezTo>
                      <a:close/>
                      <a:moveTo>
                        <a:pt x="115824" y="143348"/>
                      </a:moveTo>
                      <a:cubicBezTo>
                        <a:pt x="116872" y="143539"/>
                        <a:pt x="117729" y="142776"/>
                        <a:pt x="118586" y="141157"/>
                      </a:cubicBezTo>
                      <a:cubicBezTo>
                        <a:pt x="119444" y="139538"/>
                        <a:pt x="119729" y="138300"/>
                        <a:pt x="119349" y="137442"/>
                      </a:cubicBezTo>
                      <a:cubicBezTo>
                        <a:pt x="118301" y="137633"/>
                        <a:pt x="117634" y="138585"/>
                        <a:pt x="117253" y="140205"/>
                      </a:cubicBezTo>
                      <a:cubicBezTo>
                        <a:pt x="116777" y="141824"/>
                        <a:pt x="116300" y="142967"/>
                        <a:pt x="115824" y="143443"/>
                      </a:cubicBezTo>
                      <a:close/>
                      <a:moveTo>
                        <a:pt x="120682" y="47622"/>
                      </a:moveTo>
                      <a:lnTo>
                        <a:pt x="117824" y="49336"/>
                      </a:lnTo>
                      <a:lnTo>
                        <a:pt x="116586" y="47622"/>
                      </a:lnTo>
                      <a:lnTo>
                        <a:pt x="120682" y="47622"/>
                      </a:lnTo>
                      <a:close/>
                      <a:moveTo>
                        <a:pt x="123540" y="33715"/>
                      </a:moveTo>
                      <a:lnTo>
                        <a:pt x="123540" y="34477"/>
                      </a:lnTo>
                      <a:lnTo>
                        <a:pt x="120682" y="30667"/>
                      </a:lnTo>
                      <a:lnTo>
                        <a:pt x="123540" y="33810"/>
                      </a:lnTo>
                      <a:close/>
                      <a:moveTo>
                        <a:pt x="123540" y="106582"/>
                      </a:moveTo>
                      <a:lnTo>
                        <a:pt x="123540" y="105058"/>
                      </a:lnTo>
                      <a:cubicBezTo>
                        <a:pt x="123063" y="104200"/>
                        <a:pt x="122111" y="103724"/>
                        <a:pt x="120682" y="103724"/>
                      </a:cubicBezTo>
                      <a:lnTo>
                        <a:pt x="123540" y="106582"/>
                      </a:lnTo>
                      <a:close/>
                      <a:moveTo>
                        <a:pt x="131445" y="70291"/>
                      </a:moveTo>
                      <a:lnTo>
                        <a:pt x="130397" y="71053"/>
                      </a:lnTo>
                      <a:lnTo>
                        <a:pt x="128302" y="66195"/>
                      </a:lnTo>
                      <a:lnTo>
                        <a:pt x="131445" y="70291"/>
                      </a:lnTo>
                      <a:close/>
                      <a:moveTo>
                        <a:pt x="131445" y="106582"/>
                      </a:moveTo>
                      <a:cubicBezTo>
                        <a:pt x="132112" y="106582"/>
                        <a:pt x="133731" y="106962"/>
                        <a:pt x="136303" y="107820"/>
                      </a:cubicBezTo>
                      <a:lnTo>
                        <a:pt x="135541" y="105058"/>
                      </a:lnTo>
                      <a:lnTo>
                        <a:pt x="131445" y="106582"/>
                      </a:lnTo>
                      <a:close/>
                      <a:moveTo>
                        <a:pt x="138399" y="57718"/>
                      </a:moveTo>
                      <a:lnTo>
                        <a:pt x="137636" y="58480"/>
                      </a:lnTo>
                      <a:lnTo>
                        <a:pt x="134303" y="55623"/>
                      </a:lnTo>
                      <a:cubicBezTo>
                        <a:pt x="135350" y="55623"/>
                        <a:pt x="136684" y="56290"/>
                        <a:pt x="138399" y="57718"/>
                      </a:cubicBezTo>
                      <a:close/>
                      <a:moveTo>
                        <a:pt x="139160" y="94009"/>
                      </a:moveTo>
                      <a:lnTo>
                        <a:pt x="139160" y="92961"/>
                      </a:lnTo>
                      <a:lnTo>
                        <a:pt x="136303" y="96866"/>
                      </a:lnTo>
                      <a:lnTo>
                        <a:pt x="139160" y="94009"/>
                      </a:lnTo>
                      <a:close/>
                      <a:moveTo>
                        <a:pt x="144018" y="65434"/>
                      </a:moveTo>
                      <a:lnTo>
                        <a:pt x="144018" y="63338"/>
                      </a:lnTo>
                      <a:lnTo>
                        <a:pt x="142494" y="67434"/>
                      </a:lnTo>
                      <a:lnTo>
                        <a:pt x="144018" y="65434"/>
                      </a:lnTo>
                      <a:close/>
                      <a:moveTo>
                        <a:pt x="153258" y="59242"/>
                      </a:moveTo>
                      <a:lnTo>
                        <a:pt x="155353" y="59242"/>
                      </a:lnTo>
                      <a:cubicBezTo>
                        <a:pt x="154305" y="57051"/>
                        <a:pt x="152591" y="55337"/>
                        <a:pt x="150209" y="54384"/>
                      </a:cubicBezTo>
                      <a:lnTo>
                        <a:pt x="154020" y="58480"/>
                      </a:lnTo>
                      <a:lnTo>
                        <a:pt x="153258" y="59242"/>
                      </a:lnTo>
                      <a:close/>
                      <a:moveTo>
                        <a:pt x="150209" y="106582"/>
                      </a:moveTo>
                      <a:lnTo>
                        <a:pt x="153258" y="103724"/>
                      </a:lnTo>
                      <a:lnTo>
                        <a:pt x="150209" y="103724"/>
                      </a:lnTo>
                      <a:lnTo>
                        <a:pt x="150209" y="106582"/>
                      </a:lnTo>
                      <a:close/>
                      <a:moveTo>
                        <a:pt x="160973" y="80292"/>
                      </a:moveTo>
                      <a:cubicBezTo>
                        <a:pt x="162496" y="80102"/>
                        <a:pt x="164021" y="79911"/>
                        <a:pt x="165449" y="79816"/>
                      </a:cubicBezTo>
                      <a:cubicBezTo>
                        <a:pt x="166878" y="79626"/>
                        <a:pt x="167926" y="78387"/>
                        <a:pt x="168688" y="76197"/>
                      </a:cubicBezTo>
                      <a:cubicBezTo>
                        <a:pt x="168307" y="76578"/>
                        <a:pt x="165735" y="77911"/>
                        <a:pt x="160973" y="80292"/>
                      </a:cubicBezTo>
                      <a:close/>
                      <a:moveTo>
                        <a:pt x="169926" y="30667"/>
                      </a:moveTo>
                      <a:lnTo>
                        <a:pt x="173831" y="31715"/>
                      </a:lnTo>
                      <a:cubicBezTo>
                        <a:pt x="172498" y="29334"/>
                        <a:pt x="171831" y="28000"/>
                        <a:pt x="171831" y="27810"/>
                      </a:cubicBezTo>
                      <a:lnTo>
                        <a:pt x="170022" y="30667"/>
                      </a:lnTo>
                      <a:close/>
                      <a:moveTo>
                        <a:pt x="170688" y="9046"/>
                      </a:moveTo>
                      <a:lnTo>
                        <a:pt x="172974" y="7998"/>
                      </a:lnTo>
                      <a:cubicBezTo>
                        <a:pt x="173831" y="7617"/>
                        <a:pt x="174498" y="7998"/>
                        <a:pt x="175070" y="9046"/>
                      </a:cubicBezTo>
                      <a:lnTo>
                        <a:pt x="170688" y="9046"/>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 name="Google Shape;975;p99"/>
                <p:cNvSpPr/>
                <p:nvPr/>
              </p:nvSpPr>
              <p:spPr>
                <a:xfrm>
                  <a:off x="8006142" y="2987230"/>
                  <a:ext cx="202406" cy="242030"/>
                </a:xfrm>
                <a:custGeom>
                  <a:avLst/>
                  <a:gdLst/>
                  <a:ahLst/>
                  <a:cxnLst/>
                  <a:rect l="l" t="t" r="r" b="b"/>
                  <a:pathLst>
                    <a:path w="202406" h="242030" extrusionOk="0">
                      <a:moveTo>
                        <a:pt x="157925" y="197263"/>
                      </a:moveTo>
                      <a:cubicBezTo>
                        <a:pt x="157163" y="199835"/>
                        <a:pt x="156877" y="202216"/>
                        <a:pt x="156877" y="204502"/>
                      </a:cubicBezTo>
                      <a:cubicBezTo>
                        <a:pt x="156877" y="207931"/>
                        <a:pt x="157734" y="211836"/>
                        <a:pt x="159449" y="216313"/>
                      </a:cubicBezTo>
                      <a:cubicBezTo>
                        <a:pt x="161830" y="221837"/>
                        <a:pt x="163259" y="225457"/>
                        <a:pt x="163545" y="227171"/>
                      </a:cubicBezTo>
                      <a:cubicBezTo>
                        <a:pt x="164402" y="228219"/>
                        <a:pt x="164783" y="229267"/>
                        <a:pt x="164783" y="230219"/>
                      </a:cubicBezTo>
                      <a:cubicBezTo>
                        <a:pt x="164783" y="231362"/>
                        <a:pt x="164021" y="232886"/>
                        <a:pt x="162496" y="234601"/>
                      </a:cubicBezTo>
                      <a:cubicBezTo>
                        <a:pt x="160306" y="237268"/>
                        <a:pt x="158972" y="238696"/>
                        <a:pt x="158591" y="239268"/>
                      </a:cubicBezTo>
                      <a:cubicBezTo>
                        <a:pt x="156877" y="238982"/>
                        <a:pt x="154972" y="238792"/>
                        <a:pt x="152971" y="238792"/>
                      </a:cubicBezTo>
                      <a:cubicBezTo>
                        <a:pt x="150972" y="238792"/>
                        <a:pt x="147828" y="238982"/>
                        <a:pt x="143733" y="239459"/>
                      </a:cubicBezTo>
                      <a:cubicBezTo>
                        <a:pt x="139637" y="239935"/>
                        <a:pt x="136589" y="240125"/>
                        <a:pt x="134684" y="240125"/>
                      </a:cubicBezTo>
                      <a:cubicBezTo>
                        <a:pt x="127540" y="240125"/>
                        <a:pt x="122206" y="237839"/>
                        <a:pt x="119063" y="233458"/>
                      </a:cubicBezTo>
                      <a:cubicBezTo>
                        <a:pt x="120111" y="231172"/>
                        <a:pt x="120587" y="229171"/>
                        <a:pt x="120587" y="227267"/>
                      </a:cubicBezTo>
                      <a:cubicBezTo>
                        <a:pt x="120587" y="224504"/>
                        <a:pt x="119158" y="221456"/>
                        <a:pt x="116300" y="218027"/>
                      </a:cubicBezTo>
                      <a:cubicBezTo>
                        <a:pt x="112205" y="213360"/>
                        <a:pt x="109728" y="210312"/>
                        <a:pt x="109061" y="208788"/>
                      </a:cubicBezTo>
                      <a:cubicBezTo>
                        <a:pt x="108204" y="208407"/>
                        <a:pt x="107252" y="208312"/>
                        <a:pt x="106204" y="208312"/>
                      </a:cubicBezTo>
                      <a:cubicBezTo>
                        <a:pt x="104870" y="208312"/>
                        <a:pt x="102489" y="208693"/>
                        <a:pt x="99251" y="209455"/>
                      </a:cubicBezTo>
                      <a:cubicBezTo>
                        <a:pt x="96012" y="210217"/>
                        <a:pt x="93631" y="210693"/>
                        <a:pt x="92297" y="210693"/>
                      </a:cubicBezTo>
                      <a:cubicBezTo>
                        <a:pt x="88868" y="210693"/>
                        <a:pt x="86583" y="209169"/>
                        <a:pt x="85630" y="206026"/>
                      </a:cubicBezTo>
                      <a:lnTo>
                        <a:pt x="83534" y="206026"/>
                      </a:lnTo>
                      <a:cubicBezTo>
                        <a:pt x="83534" y="204883"/>
                        <a:pt x="83249" y="203263"/>
                        <a:pt x="82677" y="201263"/>
                      </a:cubicBezTo>
                      <a:cubicBezTo>
                        <a:pt x="82201" y="199263"/>
                        <a:pt x="81915" y="197929"/>
                        <a:pt x="81915" y="197263"/>
                      </a:cubicBezTo>
                      <a:cubicBezTo>
                        <a:pt x="81915" y="195929"/>
                        <a:pt x="82487" y="194786"/>
                        <a:pt x="83534" y="193929"/>
                      </a:cubicBezTo>
                      <a:cubicBezTo>
                        <a:pt x="82677" y="192786"/>
                        <a:pt x="82201" y="191548"/>
                        <a:pt x="82201" y="190310"/>
                      </a:cubicBezTo>
                      <a:cubicBezTo>
                        <a:pt x="82201" y="189262"/>
                        <a:pt x="82582" y="187738"/>
                        <a:pt x="83534" y="185833"/>
                      </a:cubicBezTo>
                      <a:cubicBezTo>
                        <a:pt x="84392" y="183833"/>
                        <a:pt x="84773" y="182404"/>
                        <a:pt x="84773" y="181356"/>
                      </a:cubicBezTo>
                      <a:cubicBezTo>
                        <a:pt x="84773" y="180689"/>
                        <a:pt x="84582" y="179927"/>
                        <a:pt x="84201" y="179070"/>
                      </a:cubicBezTo>
                      <a:cubicBezTo>
                        <a:pt x="85725" y="176498"/>
                        <a:pt x="90297" y="175165"/>
                        <a:pt x="97822" y="174974"/>
                      </a:cubicBezTo>
                      <a:cubicBezTo>
                        <a:pt x="104680" y="174784"/>
                        <a:pt x="108109" y="173641"/>
                        <a:pt x="108109" y="171355"/>
                      </a:cubicBezTo>
                      <a:cubicBezTo>
                        <a:pt x="108109" y="170021"/>
                        <a:pt x="107252" y="167926"/>
                        <a:pt x="105346" y="165163"/>
                      </a:cubicBezTo>
                      <a:lnTo>
                        <a:pt x="108966" y="165163"/>
                      </a:lnTo>
                      <a:cubicBezTo>
                        <a:pt x="108776" y="166497"/>
                        <a:pt x="109252" y="168116"/>
                        <a:pt x="110204" y="170021"/>
                      </a:cubicBezTo>
                      <a:cubicBezTo>
                        <a:pt x="110680" y="169450"/>
                        <a:pt x="111062" y="168116"/>
                        <a:pt x="111252" y="165926"/>
                      </a:cubicBezTo>
                      <a:cubicBezTo>
                        <a:pt x="111443" y="164211"/>
                        <a:pt x="112395" y="163259"/>
                        <a:pt x="114110" y="163068"/>
                      </a:cubicBezTo>
                      <a:lnTo>
                        <a:pt x="111062" y="160020"/>
                      </a:lnTo>
                      <a:lnTo>
                        <a:pt x="114110" y="159258"/>
                      </a:lnTo>
                      <a:lnTo>
                        <a:pt x="111824" y="157258"/>
                      </a:lnTo>
                      <a:cubicBezTo>
                        <a:pt x="111824" y="157258"/>
                        <a:pt x="112586" y="157734"/>
                        <a:pt x="113062" y="157734"/>
                      </a:cubicBezTo>
                      <a:cubicBezTo>
                        <a:pt x="113729" y="157734"/>
                        <a:pt x="114777" y="157353"/>
                        <a:pt x="116014" y="156591"/>
                      </a:cubicBezTo>
                      <a:cubicBezTo>
                        <a:pt x="117253" y="155829"/>
                        <a:pt x="118206" y="155448"/>
                        <a:pt x="118682" y="155448"/>
                      </a:cubicBezTo>
                      <a:cubicBezTo>
                        <a:pt x="119539" y="155448"/>
                        <a:pt x="120015" y="156305"/>
                        <a:pt x="120205" y="158020"/>
                      </a:cubicBezTo>
                      <a:cubicBezTo>
                        <a:pt x="119729" y="158020"/>
                        <a:pt x="117634" y="158687"/>
                        <a:pt x="114015" y="160115"/>
                      </a:cubicBezTo>
                      <a:cubicBezTo>
                        <a:pt x="114205" y="160306"/>
                        <a:pt x="115538" y="161163"/>
                        <a:pt x="118110" y="162687"/>
                      </a:cubicBezTo>
                      <a:cubicBezTo>
                        <a:pt x="119634" y="163735"/>
                        <a:pt x="120396" y="164783"/>
                        <a:pt x="120396" y="165830"/>
                      </a:cubicBezTo>
                      <a:cubicBezTo>
                        <a:pt x="120396" y="166306"/>
                        <a:pt x="120396" y="166878"/>
                        <a:pt x="120111" y="167354"/>
                      </a:cubicBezTo>
                      <a:cubicBezTo>
                        <a:pt x="120968" y="166878"/>
                        <a:pt x="121539" y="165926"/>
                        <a:pt x="121920" y="164497"/>
                      </a:cubicBezTo>
                      <a:cubicBezTo>
                        <a:pt x="122301" y="163068"/>
                        <a:pt x="122206" y="162116"/>
                        <a:pt x="121634" y="161354"/>
                      </a:cubicBezTo>
                      <a:lnTo>
                        <a:pt x="124968" y="158020"/>
                      </a:lnTo>
                      <a:lnTo>
                        <a:pt x="118015" y="151543"/>
                      </a:lnTo>
                      <a:lnTo>
                        <a:pt x="118777" y="150304"/>
                      </a:lnTo>
                      <a:cubicBezTo>
                        <a:pt x="118206" y="149638"/>
                        <a:pt x="117634" y="149257"/>
                        <a:pt x="116967" y="149257"/>
                      </a:cubicBezTo>
                      <a:cubicBezTo>
                        <a:pt x="116586" y="149257"/>
                        <a:pt x="115920" y="149733"/>
                        <a:pt x="114777" y="150590"/>
                      </a:cubicBezTo>
                      <a:cubicBezTo>
                        <a:pt x="113633" y="151447"/>
                        <a:pt x="112586" y="151829"/>
                        <a:pt x="111538" y="151543"/>
                      </a:cubicBezTo>
                      <a:cubicBezTo>
                        <a:pt x="111157" y="151447"/>
                        <a:pt x="108966" y="151257"/>
                        <a:pt x="104870" y="151257"/>
                      </a:cubicBezTo>
                      <a:cubicBezTo>
                        <a:pt x="102489" y="151257"/>
                        <a:pt x="101155" y="149638"/>
                        <a:pt x="101061" y="146399"/>
                      </a:cubicBezTo>
                      <a:cubicBezTo>
                        <a:pt x="99632" y="145923"/>
                        <a:pt x="98965" y="144875"/>
                        <a:pt x="98965" y="143351"/>
                      </a:cubicBezTo>
                      <a:cubicBezTo>
                        <a:pt x="98965" y="142685"/>
                        <a:pt x="99156" y="141542"/>
                        <a:pt x="99441" y="140018"/>
                      </a:cubicBezTo>
                      <a:cubicBezTo>
                        <a:pt x="99822" y="138494"/>
                        <a:pt x="100013" y="137255"/>
                        <a:pt x="100013" y="136398"/>
                      </a:cubicBezTo>
                      <a:cubicBezTo>
                        <a:pt x="100013" y="134207"/>
                        <a:pt x="98679" y="132874"/>
                        <a:pt x="95821" y="132588"/>
                      </a:cubicBezTo>
                      <a:cubicBezTo>
                        <a:pt x="95345" y="131731"/>
                        <a:pt x="95060" y="130683"/>
                        <a:pt x="95060" y="129540"/>
                      </a:cubicBezTo>
                      <a:cubicBezTo>
                        <a:pt x="95060" y="129064"/>
                        <a:pt x="95060" y="128206"/>
                        <a:pt x="95345" y="127063"/>
                      </a:cubicBezTo>
                      <a:cubicBezTo>
                        <a:pt x="95536" y="125921"/>
                        <a:pt x="95631" y="125159"/>
                        <a:pt x="95631" y="124682"/>
                      </a:cubicBezTo>
                      <a:cubicBezTo>
                        <a:pt x="95631" y="122968"/>
                        <a:pt x="94774" y="121634"/>
                        <a:pt x="93059" y="120587"/>
                      </a:cubicBezTo>
                      <a:lnTo>
                        <a:pt x="90202" y="119825"/>
                      </a:lnTo>
                      <a:cubicBezTo>
                        <a:pt x="91536" y="118110"/>
                        <a:pt x="92297" y="116300"/>
                        <a:pt x="92297" y="114395"/>
                      </a:cubicBezTo>
                      <a:cubicBezTo>
                        <a:pt x="92297" y="112681"/>
                        <a:pt x="91630" y="110585"/>
                        <a:pt x="90488" y="107918"/>
                      </a:cubicBezTo>
                      <a:cubicBezTo>
                        <a:pt x="89535" y="106013"/>
                        <a:pt x="88488" y="104108"/>
                        <a:pt x="87439" y="102013"/>
                      </a:cubicBezTo>
                      <a:cubicBezTo>
                        <a:pt x="88297" y="101537"/>
                        <a:pt x="88868" y="100775"/>
                        <a:pt x="88964" y="99727"/>
                      </a:cubicBezTo>
                      <a:cubicBezTo>
                        <a:pt x="89154" y="98584"/>
                        <a:pt x="88678" y="97631"/>
                        <a:pt x="87439" y="97155"/>
                      </a:cubicBezTo>
                      <a:lnTo>
                        <a:pt x="83344" y="97917"/>
                      </a:lnTo>
                      <a:lnTo>
                        <a:pt x="82296" y="90678"/>
                      </a:lnTo>
                      <a:cubicBezTo>
                        <a:pt x="80963" y="91059"/>
                        <a:pt x="80201" y="92012"/>
                        <a:pt x="80106" y="93726"/>
                      </a:cubicBezTo>
                      <a:cubicBezTo>
                        <a:pt x="79915" y="95441"/>
                        <a:pt x="79058" y="96584"/>
                        <a:pt x="77343" y="97060"/>
                      </a:cubicBezTo>
                      <a:cubicBezTo>
                        <a:pt x="77724" y="98108"/>
                        <a:pt x="77914" y="99060"/>
                        <a:pt x="77914" y="99917"/>
                      </a:cubicBezTo>
                      <a:cubicBezTo>
                        <a:pt x="77914" y="101441"/>
                        <a:pt x="77248" y="103632"/>
                        <a:pt x="75819" y="106299"/>
                      </a:cubicBezTo>
                      <a:cubicBezTo>
                        <a:pt x="74486" y="109061"/>
                        <a:pt x="73819" y="111919"/>
                        <a:pt x="74009" y="114776"/>
                      </a:cubicBezTo>
                      <a:cubicBezTo>
                        <a:pt x="71438" y="116205"/>
                        <a:pt x="70009" y="118491"/>
                        <a:pt x="69628" y="121729"/>
                      </a:cubicBezTo>
                      <a:cubicBezTo>
                        <a:pt x="69152" y="126302"/>
                        <a:pt x="68675" y="128969"/>
                        <a:pt x="68389" y="129445"/>
                      </a:cubicBezTo>
                      <a:cubicBezTo>
                        <a:pt x="67533" y="129254"/>
                        <a:pt x="66390" y="130493"/>
                        <a:pt x="64961" y="133064"/>
                      </a:cubicBezTo>
                      <a:cubicBezTo>
                        <a:pt x="63437" y="136303"/>
                        <a:pt x="61913" y="138494"/>
                        <a:pt x="60389" y="139446"/>
                      </a:cubicBezTo>
                      <a:cubicBezTo>
                        <a:pt x="60389" y="139827"/>
                        <a:pt x="61056" y="140779"/>
                        <a:pt x="62389" y="142304"/>
                      </a:cubicBezTo>
                      <a:lnTo>
                        <a:pt x="64199" y="140208"/>
                      </a:lnTo>
                      <a:cubicBezTo>
                        <a:pt x="64199" y="140208"/>
                        <a:pt x="64675" y="140589"/>
                        <a:pt x="64675" y="140970"/>
                      </a:cubicBezTo>
                      <a:cubicBezTo>
                        <a:pt x="64675" y="141446"/>
                        <a:pt x="64294" y="142399"/>
                        <a:pt x="63532" y="143732"/>
                      </a:cubicBezTo>
                      <a:cubicBezTo>
                        <a:pt x="62770" y="145066"/>
                        <a:pt x="62294" y="146018"/>
                        <a:pt x="62294" y="146304"/>
                      </a:cubicBezTo>
                      <a:cubicBezTo>
                        <a:pt x="60960" y="148209"/>
                        <a:pt x="60293" y="149162"/>
                        <a:pt x="60293" y="149352"/>
                      </a:cubicBezTo>
                      <a:lnTo>
                        <a:pt x="62294" y="151352"/>
                      </a:lnTo>
                      <a:cubicBezTo>
                        <a:pt x="62865" y="150495"/>
                        <a:pt x="63437" y="150114"/>
                        <a:pt x="64104" y="150114"/>
                      </a:cubicBezTo>
                      <a:lnTo>
                        <a:pt x="64104" y="152114"/>
                      </a:lnTo>
                      <a:cubicBezTo>
                        <a:pt x="63437" y="151829"/>
                        <a:pt x="62865" y="151638"/>
                        <a:pt x="62294" y="151638"/>
                      </a:cubicBezTo>
                      <a:cubicBezTo>
                        <a:pt x="60960" y="151638"/>
                        <a:pt x="59913" y="153353"/>
                        <a:pt x="59246" y="156781"/>
                      </a:cubicBezTo>
                      <a:cubicBezTo>
                        <a:pt x="58388" y="160687"/>
                        <a:pt x="57341" y="163163"/>
                        <a:pt x="56198" y="163925"/>
                      </a:cubicBezTo>
                      <a:cubicBezTo>
                        <a:pt x="57245" y="164783"/>
                        <a:pt x="58008" y="166592"/>
                        <a:pt x="58484" y="169450"/>
                      </a:cubicBezTo>
                      <a:cubicBezTo>
                        <a:pt x="59055" y="172212"/>
                        <a:pt x="60293" y="174022"/>
                        <a:pt x="62294" y="174688"/>
                      </a:cubicBezTo>
                      <a:cubicBezTo>
                        <a:pt x="63341" y="174022"/>
                        <a:pt x="65723" y="173736"/>
                        <a:pt x="69533" y="173927"/>
                      </a:cubicBezTo>
                      <a:cubicBezTo>
                        <a:pt x="72771" y="173927"/>
                        <a:pt x="74676" y="173450"/>
                        <a:pt x="75152" y="172688"/>
                      </a:cubicBezTo>
                      <a:cubicBezTo>
                        <a:pt x="75248" y="174593"/>
                        <a:pt x="75915" y="178689"/>
                        <a:pt x="76962" y="185071"/>
                      </a:cubicBezTo>
                      <a:cubicBezTo>
                        <a:pt x="77820" y="190024"/>
                        <a:pt x="78200" y="194024"/>
                        <a:pt x="78200" y="197168"/>
                      </a:cubicBezTo>
                      <a:cubicBezTo>
                        <a:pt x="78200" y="202025"/>
                        <a:pt x="77438" y="206597"/>
                        <a:pt x="75915" y="210788"/>
                      </a:cubicBezTo>
                      <a:cubicBezTo>
                        <a:pt x="73438" y="211455"/>
                        <a:pt x="69533" y="211741"/>
                        <a:pt x="63913" y="211550"/>
                      </a:cubicBezTo>
                      <a:cubicBezTo>
                        <a:pt x="58388" y="211360"/>
                        <a:pt x="54102" y="212027"/>
                        <a:pt x="51245" y="213646"/>
                      </a:cubicBezTo>
                      <a:lnTo>
                        <a:pt x="52483" y="214408"/>
                      </a:lnTo>
                      <a:cubicBezTo>
                        <a:pt x="48292" y="215455"/>
                        <a:pt x="45911" y="218408"/>
                        <a:pt x="45244" y="223456"/>
                      </a:cubicBezTo>
                      <a:cubicBezTo>
                        <a:pt x="44863" y="227552"/>
                        <a:pt x="44482" y="231553"/>
                        <a:pt x="44005" y="235553"/>
                      </a:cubicBezTo>
                      <a:cubicBezTo>
                        <a:pt x="42768" y="239459"/>
                        <a:pt x="39243" y="241268"/>
                        <a:pt x="33433" y="240697"/>
                      </a:cubicBezTo>
                      <a:cubicBezTo>
                        <a:pt x="32957" y="241554"/>
                        <a:pt x="32290" y="242030"/>
                        <a:pt x="31433" y="242030"/>
                      </a:cubicBezTo>
                      <a:cubicBezTo>
                        <a:pt x="30766" y="242030"/>
                        <a:pt x="29623" y="241649"/>
                        <a:pt x="27908" y="240697"/>
                      </a:cubicBezTo>
                      <a:cubicBezTo>
                        <a:pt x="26289" y="239839"/>
                        <a:pt x="25051" y="239363"/>
                        <a:pt x="24384" y="239268"/>
                      </a:cubicBezTo>
                      <a:cubicBezTo>
                        <a:pt x="23622" y="239173"/>
                        <a:pt x="22479" y="239078"/>
                        <a:pt x="21146" y="239078"/>
                      </a:cubicBezTo>
                      <a:cubicBezTo>
                        <a:pt x="19908" y="239078"/>
                        <a:pt x="18098" y="239268"/>
                        <a:pt x="15716" y="239554"/>
                      </a:cubicBezTo>
                      <a:cubicBezTo>
                        <a:pt x="13335" y="239935"/>
                        <a:pt x="11430" y="240125"/>
                        <a:pt x="10287" y="240125"/>
                      </a:cubicBezTo>
                      <a:cubicBezTo>
                        <a:pt x="4953" y="240125"/>
                        <a:pt x="1810" y="238411"/>
                        <a:pt x="762" y="234982"/>
                      </a:cubicBezTo>
                      <a:cubicBezTo>
                        <a:pt x="286" y="233458"/>
                        <a:pt x="0" y="231934"/>
                        <a:pt x="0" y="230600"/>
                      </a:cubicBezTo>
                      <a:cubicBezTo>
                        <a:pt x="0" y="228505"/>
                        <a:pt x="858" y="225647"/>
                        <a:pt x="2572" y="222123"/>
                      </a:cubicBezTo>
                      <a:cubicBezTo>
                        <a:pt x="4286" y="218504"/>
                        <a:pt x="4953" y="215455"/>
                        <a:pt x="4382" y="212884"/>
                      </a:cubicBezTo>
                      <a:cubicBezTo>
                        <a:pt x="7239" y="212027"/>
                        <a:pt x="8763" y="210026"/>
                        <a:pt x="8763" y="206883"/>
                      </a:cubicBezTo>
                      <a:cubicBezTo>
                        <a:pt x="8763" y="206407"/>
                        <a:pt x="8763" y="205645"/>
                        <a:pt x="8573" y="204597"/>
                      </a:cubicBezTo>
                      <a:lnTo>
                        <a:pt x="8573" y="201930"/>
                      </a:lnTo>
                      <a:cubicBezTo>
                        <a:pt x="8573" y="200216"/>
                        <a:pt x="8954" y="198882"/>
                        <a:pt x="9620" y="197834"/>
                      </a:cubicBezTo>
                      <a:cubicBezTo>
                        <a:pt x="12383" y="196787"/>
                        <a:pt x="13716" y="194881"/>
                        <a:pt x="13716" y="192214"/>
                      </a:cubicBezTo>
                      <a:cubicBezTo>
                        <a:pt x="13716" y="191357"/>
                        <a:pt x="13526" y="189929"/>
                        <a:pt x="13240" y="188119"/>
                      </a:cubicBezTo>
                      <a:cubicBezTo>
                        <a:pt x="12859" y="186214"/>
                        <a:pt x="12764" y="184785"/>
                        <a:pt x="12764" y="183737"/>
                      </a:cubicBezTo>
                      <a:cubicBezTo>
                        <a:pt x="12764" y="180880"/>
                        <a:pt x="14097" y="178689"/>
                        <a:pt x="16574" y="177260"/>
                      </a:cubicBezTo>
                      <a:cubicBezTo>
                        <a:pt x="16193" y="176117"/>
                        <a:pt x="16097" y="174974"/>
                        <a:pt x="16097" y="173927"/>
                      </a:cubicBezTo>
                      <a:cubicBezTo>
                        <a:pt x="16097" y="171736"/>
                        <a:pt x="17050" y="168973"/>
                        <a:pt x="19145" y="165735"/>
                      </a:cubicBezTo>
                      <a:cubicBezTo>
                        <a:pt x="21241" y="162496"/>
                        <a:pt x="22193" y="159925"/>
                        <a:pt x="22193" y="158210"/>
                      </a:cubicBezTo>
                      <a:cubicBezTo>
                        <a:pt x="22193" y="156686"/>
                        <a:pt x="21717" y="155067"/>
                        <a:pt x="20670" y="153257"/>
                      </a:cubicBezTo>
                      <a:cubicBezTo>
                        <a:pt x="23527" y="149828"/>
                        <a:pt x="25622" y="144780"/>
                        <a:pt x="26861" y="138017"/>
                      </a:cubicBezTo>
                      <a:cubicBezTo>
                        <a:pt x="27527" y="132874"/>
                        <a:pt x="28194" y="127730"/>
                        <a:pt x="28670" y="122492"/>
                      </a:cubicBezTo>
                      <a:cubicBezTo>
                        <a:pt x="31433" y="121348"/>
                        <a:pt x="33147" y="118301"/>
                        <a:pt x="33909" y="113538"/>
                      </a:cubicBezTo>
                      <a:cubicBezTo>
                        <a:pt x="34671" y="108680"/>
                        <a:pt x="36195" y="105537"/>
                        <a:pt x="38386" y="104013"/>
                      </a:cubicBezTo>
                      <a:cubicBezTo>
                        <a:pt x="37719" y="102489"/>
                        <a:pt x="37338" y="100775"/>
                        <a:pt x="37338" y="98870"/>
                      </a:cubicBezTo>
                      <a:cubicBezTo>
                        <a:pt x="37338" y="97155"/>
                        <a:pt x="37624" y="94869"/>
                        <a:pt x="38195" y="92202"/>
                      </a:cubicBezTo>
                      <a:cubicBezTo>
                        <a:pt x="38862" y="89440"/>
                        <a:pt x="39053" y="87725"/>
                        <a:pt x="39053" y="87059"/>
                      </a:cubicBezTo>
                      <a:cubicBezTo>
                        <a:pt x="41148" y="85916"/>
                        <a:pt x="42101" y="84296"/>
                        <a:pt x="42101" y="82391"/>
                      </a:cubicBezTo>
                      <a:lnTo>
                        <a:pt x="42101" y="79248"/>
                      </a:lnTo>
                      <a:cubicBezTo>
                        <a:pt x="42101" y="76676"/>
                        <a:pt x="43529" y="74486"/>
                        <a:pt x="46292" y="72771"/>
                      </a:cubicBezTo>
                      <a:cubicBezTo>
                        <a:pt x="44958" y="70390"/>
                        <a:pt x="44958" y="66104"/>
                        <a:pt x="46292" y="60103"/>
                      </a:cubicBezTo>
                      <a:cubicBezTo>
                        <a:pt x="50197" y="59436"/>
                        <a:pt x="51816" y="56769"/>
                        <a:pt x="50959" y="52102"/>
                      </a:cubicBezTo>
                      <a:cubicBezTo>
                        <a:pt x="49911" y="46577"/>
                        <a:pt x="50006" y="43339"/>
                        <a:pt x="51245" y="42291"/>
                      </a:cubicBezTo>
                      <a:cubicBezTo>
                        <a:pt x="56007" y="36767"/>
                        <a:pt x="59817" y="34004"/>
                        <a:pt x="62770" y="34004"/>
                      </a:cubicBezTo>
                      <a:cubicBezTo>
                        <a:pt x="64770" y="34004"/>
                        <a:pt x="66580" y="35052"/>
                        <a:pt x="68199" y="37052"/>
                      </a:cubicBezTo>
                      <a:cubicBezTo>
                        <a:pt x="68771" y="36671"/>
                        <a:pt x="68961" y="35814"/>
                        <a:pt x="68961" y="34195"/>
                      </a:cubicBezTo>
                      <a:cubicBezTo>
                        <a:pt x="69438" y="33909"/>
                        <a:pt x="70009" y="33623"/>
                        <a:pt x="70771" y="33623"/>
                      </a:cubicBezTo>
                      <a:cubicBezTo>
                        <a:pt x="71533" y="33623"/>
                        <a:pt x="72580" y="33814"/>
                        <a:pt x="74295" y="34290"/>
                      </a:cubicBezTo>
                      <a:cubicBezTo>
                        <a:pt x="75915" y="34766"/>
                        <a:pt x="77058" y="34957"/>
                        <a:pt x="77820" y="34957"/>
                      </a:cubicBezTo>
                      <a:cubicBezTo>
                        <a:pt x="79820" y="34957"/>
                        <a:pt x="81344" y="34004"/>
                        <a:pt x="82201" y="32099"/>
                      </a:cubicBezTo>
                      <a:cubicBezTo>
                        <a:pt x="83058" y="32766"/>
                        <a:pt x="84773" y="34004"/>
                        <a:pt x="87345" y="35719"/>
                      </a:cubicBezTo>
                      <a:cubicBezTo>
                        <a:pt x="88011" y="34385"/>
                        <a:pt x="89059" y="33623"/>
                        <a:pt x="90393" y="33623"/>
                      </a:cubicBezTo>
                      <a:cubicBezTo>
                        <a:pt x="91250" y="33623"/>
                        <a:pt x="92679" y="33909"/>
                        <a:pt x="94679" y="34481"/>
                      </a:cubicBezTo>
                      <a:cubicBezTo>
                        <a:pt x="96679" y="35147"/>
                        <a:pt x="98203" y="35433"/>
                        <a:pt x="99441" y="35433"/>
                      </a:cubicBezTo>
                      <a:cubicBezTo>
                        <a:pt x="100299" y="35433"/>
                        <a:pt x="101061" y="35243"/>
                        <a:pt x="101727" y="34957"/>
                      </a:cubicBezTo>
                      <a:cubicBezTo>
                        <a:pt x="103918" y="36290"/>
                        <a:pt x="106204" y="37814"/>
                        <a:pt x="108395" y="39338"/>
                      </a:cubicBezTo>
                      <a:cubicBezTo>
                        <a:pt x="110586" y="40862"/>
                        <a:pt x="111729" y="42958"/>
                        <a:pt x="111729" y="45529"/>
                      </a:cubicBezTo>
                      <a:cubicBezTo>
                        <a:pt x="111729" y="46196"/>
                        <a:pt x="111633" y="46958"/>
                        <a:pt x="111443" y="47816"/>
                      </a:cubicBezTo>
                      <a:lnTo>
                        <a:pt x="115824" y="47054"/>
                      </a:lnTo>
                      <a:cubicBezTo>
                        <a:pt x="115158" y="49244"/>
                        <a:pt x="114777" y="51626"/>
                        <a:pt x="114777" y="54007"/>
                      </a:cubicBezTo>
                      <a:cubicBezTo>
                        <a:pt x="114777" y="59150"/>
                        <a:pt x="116777" y="65056"/>
                        <a:pt x="120682" y="71723"/>
                      </a:cubicBezTo>
                      <a:lnTo>
                        <a:pt x="115824" y="73723"/>
                      </a:lnTo>
                      <a:lnTo>
                        <a:pt x="120682" y="75533"/>
                      </a:lnTo>
                      <a:cubicBezTo>
                        <a:pt x="120015" y="75343"/>
                        <a:pt x="118682" y="76010"/>
                        <a:pt x="116586" y="77629"/>
                      </a:cubicBezTo>
                      <a:lnTo>
                        <a:pt x="116586" y="78677"/>
                      </a:lnTo>
                      <a:cubicBezTo>
                        <a:pt x="117920" y="78200"/>
                        <a:pt x="120205" y="78486"/>
                        <a:pt x="123540" y="79724"/>
                      </a:cubicBezTo>
                      <a:lnTo>
                        <a:pt x="119920" y="85344"/>
                      </a:lnTo>
                      <a:cubicBezTo>
                        <a:pt x="123825" y="90106"/>
                        <a:pt x="127445" y="92583"/>
                        <a:pt x="130493" y="92583"/>
                      </a:cubicBezTo>
                      <a:lnTo>
                        <a:pt x="130493" y="94583"/>
                      </a:lnTo>
                      <a:cubicBezTo>
                        <a:pt x="129350" y="92869"/>
                        <a:pt x="128397" y="92202"/>
                        <a:pt x="127635" y="92583"/>
                      </a:cubicBezTo>
                      <a:cubicBezTo>
                        <a:pt x="126968" y="94964"/>
                        <a:pt x="126588" y="97536"/>
                        <a:pt x="126588" y="100298"/>
                      </a:cubicBezTo>
                      <a:cubicBezTo>
                        <a:pt x="126588" y="105918"/>
                        <a:pt x="127826" y="110300"/>
                        <a:pt x="130397" y="113157"/>
                      </a:cubicBezTo>
                      <a:cubicBezTo>
                        <a:pt x="129730" y="113824"/>
                        <a:pt x="129350" y="114491"/>
                        <a:pt x="129350" y="115157"/>
                      </a:cubicBezTo>
                      <a:cubicBezTo>
                        <a:pt x="129350" y="115824"/>
                        <a:pt x="130016" y="116777"/>
                        <a:pt x="131255" y="118015"/>
                      </a:cubicBezTo>
                      <a:cubicBezTo>
                        <a:pt x="132588" y="119253"/>
                        <a:pt x="133160" y="120205"/>
                        <a:pt x="133160" y="121158"/>
                      </a:cubicBezTo>
                      <a:cubicBezTo>
                        <a:pt x="133160" y="121634"/>
                        <a:pt x="132969" y="122301"/>
                        <a:pt x="132398" y="122968"/>
                      </a:cubicBezTo>
                      <a:lnTo>
                        <a:pt x="135446" y="124301"/>
                      </a:lnTo>
                      <a:cubicBezTo>
                        <a:pt x="137160" y="134017"/>
                        <a:pt x="138303" y="140018"/>
                        <a:pt x="138779" y="142018"/>
                      </a:cubicBezTo>
                      <a:cubicBezTo>
                        <a:pt x="140399" y="148685"/>
                        <a:pt x="142494" y="154400"/>
                        <a:pt x="145161" y="158972"/>
                      </a:cubicBezTo>
                      <a:cubicBezTo>
                        <a:pt x="143161" y="162401"/>
                        <a:pt x="143828" y="165068"/>
                        <a:pt x="147257" y="166973"/>
                      </a:cubicBezTo>
                      <a:cubicBezTo>
                        <a:pt x="146876" y="175546"/>
                        <a:pt x="148209" y="181451"/>
                        <a:pt x="151162" y="184690"/>
                      </a:cubicBezTo>
                      <a:cubicBezTo>
                        <a:pt x="151162" y="192977"/>
                        <a:pt x="153162" y="197072"/>
                        <a:pt x="157353" y="197263"/>
                      </a:cubicBezTo>
                      <a:close/>
                      <a:moveTo>
                        <a:pt x="8954" y="36957"/>
                      </a:moveTo>
                      <a:lnTo>
                        <a:pt x="6858" y="39053"/>
                      </a:lnTo>
                      <a:lnTo>
                        <a:pt x="4001" y="35719"/>
                      </a:lnTo>
                      <a:lnTo>
                        <a:pt x="8858" y="36957"/>
                      </a:lnTo>
                      <a:close/>
                      <a:moveTo>
                        <a:pt x="13335" y="75533"/>
                      </a:moveTo>
                      <a:lnTo>
                        <a:pt x="14859" y="80391"/>
                      </a:lnTo>
                      <a:lnTo>
                        <a:pt x="10954" y="86582"/>
                      </a:lnTo>
                      <a:lnTo>
                        <a:pt x="13240" y="75533"/>
                      </a:lnTo>
                      <a:close/>
                      <a:moveTo>
                        <a:pt x="16669" y="52578"/>
                      </a:moveTo>
                      <a:cubicBezTo>
                        <a:pt x="16669" y="52578"/>
                        <a:pt x="15526" y="53340"/>
                        <a:pt x="14097" y="54673"/>
                      </a:cubicBezTo>
                      <a:lnTo>
                        <a:pt x="13335" y="51816"/>
                      </a:lnTo>
                      <a:lnTo>
                        <a:pt x="16669" y="52578"/>
                      </a:lnTo>
                      <a:close/>
                      <a:moveTo>
                        <a:pt x="38862" y="57721"/>
                      </a:moveTo>
                      <a:cubicBezTo>
                        <a:pt x="37624" y="54959"/>
                        <a:pt x="35338" y="53912"/>
                        <a:pt x="31909" y="54578"/>
                      </a:cubicBezTo>
                      <a:lnTo>
                        <a:pt x="31147" y="55626"/>
                      </a:lnTo>
                      <a:cubicBezTo>
                        <a:pt x="31147" y="53912"/>
                        <a:pt x="31623" y="53054"/>
                        <a:pt x="32671" y="53054"/>
                      </a:cubicBezTo>
                      <a:cubicBezTo>
                        <a:pt x="32861" y="53054"/>
                        <a:pt x="33814" y="53340"/>
                        <a:pt x="35529" y="53816"/>
                      </a:cubicBezTo>
                      <a:cubicBezTo>
                        <a:pt x="36862" y="54197"/>
                        <a:pt x="38005" y="54197"/>
                        <a:pt x="38862" y="53816"/>
                      </a:cubicBezTo>
                      <a:lnTo>
                        <a:pt x="38862" y="57721"/>
                      </a:lnTo>
                      <a:close/>
                      <a:moveTo>
                        <a:pt x="34766" y="141065"/>
                      </a:moveTo>
                      <a:lnTo>
                        <a:pt x="34766" y="136208"/>
                      </a:lnTo>
                      <a:lnTo>
                        <a:pt x="34004" y="136208"/>
                      </a:lnTo>
                      <a:lnTo>
                        <a:pt x="34004" y="141065"/>
                      </a:lnTo>
                      <a:lnTo>
                        <a:pt x="34766" y="141065"/>
                      </a:lnTo>
                      <a:close/>
                      <a:moveTo>
                        <a:pt x="48959" y="61817"/>
                      </a:moveTo>
                      <a:lnTo>
                        <a:pt x="54579" y="58674"/>
                      </a:lnTo>
                      <a:lnTo>
                        <a:pt x="53816" y="55626"/>
                      </a:lnTo>
                      <a:lnTo>
                        <a:pt x="48959" y="61817"/>
                      </a:lnTo>
                      <a:close/>
                      <a:moveTo>
                        <a:pt x="54579" y="97346"/>
                      </a:moveTo>
                      <a:lnTo>
                        <a:pt x="59531" y="98584"/>
                      </a:lnTo>
                      <a:lnTo>
                        <a:pt x="58770" y="97346"/>
                      </a:lnTo>
                      <a:lnTo>
                        <a:pt x="54674" y="97346"/>
                      </a:lnTo>
                      <a:close/>
                      <a:moveTo>
                        <a:pt x="58674" y="92488"/>
                      </a:moveTo>
                      <a:lnTo>
                        <a:pt x="60770" y="91440"/>
                      </a:lnTo>
                      <a:lnTo>
                        <a:pt x="58674" y="89440"/>
                      </a:lnTo>
                      <a:lnTo>
                        <a:pt x="58674" y="92583"/>
                      </a:lnTo>
                      <a:close/>
                      <a:moveTo>
                        <a:pt x="60770" y="49721"/>
                      </a:moveTo>
                      <a:lnTo>
                        <a:pt x="63818" y="48959"/>
                      </a:lnTo>
                      <a:lnTo>
                        <a:pt x="59436" y="47625"/>
                      </a:lnTo>
                      <a:lnTo>
                        <a:pt x="60674" y="49625"/>
                      </a:lnTo>
                      <a:close/>
                      <a:moveTo>
                        <a:pt x="61532" y="17812"/>
                      </a:moveTo>
                      <a:lnTo>
                        <a:pt x="62770" y="20860"/>
                      </a:lnTo>
                      <a:lnTo>
                        <a:pt x="60770" y="20860"/>
                      </a:lnTo>
                      <a:lnTo>
                        <a:pt x="61532" y="17812"/>
                      </a:lnTo>
                      <a:close/>
                      <a:moveTo>
                        <a:pt x="70771" y="10858"/>
                      </a:moveTo>
                      <a:cubicBezTo>
                        <a:pt x="69342" y="10287"/>
                        <a:pt x="68771" y="9335"/>
                        <a:pt x="68771" y="7715"/>
                      </a:cubicBezTo>
                      <a:lnTo>
                        <a:pt x="68771" y="4096"/>
                      </a:lnTo>
                      <a:lnTo>
                        <a:pt x="75724" y="0"/>
                      </a:lnTo>
                      <a:cubicBezTo>
                        <a:pt x="75724" y="667"/>
                        <a:pt x="74867" y="1524"/>
                        <a:pt x="73057" y="2381"/>
                      </a:cubicBezTo>
                      <a:cubicBezTo>
                        <a:pt x="71247" y="3334"/>
                        <a:pt x="70390" y="4191"/>
                        <a:pt x="70390" y="5144"/>
                      </a:cubicBezTo>
                      <a:cubicBezTo>
                        <a:pt x="70390" y="5620"/>
                        <a:pt x="70866" y="6382"/>
                        <a:pt x="71628" y="7239"/>
                      </a:cubicBezTo>
                      <a:cubicBezTo>
                        <a:pt x="72009" y="8287"/>
                        <a:pt x="71628" y="9430"/>
                        <a:pt x="70866" y="10858"/>
                      </a:cubicBezTo>
                      <a:close/>
                      <a:moveTo>
                        <a:pt x="77724" y="24003"/>
                      </a:moveTo>
                      <a:lnTo>
                        <a:pt x="79534" y="24003"/>
                      </a:lnTo>
                      <a:lnTo>
                        <a:pt x="76486" y="29146"/>
                      </a:lnTo>
                      <a:lnTo>
                        <a:pt x="77724" y="24003"/>
                      </a:lnTo>
                      <a:close/>
                      <a:moveTo>
                        <a:pt x="77724" y="59817"/>
                      </a:moveTo>
                      <a:lnTo>
                        <a:pt x="77724" y="56769"/>
                      </a:lnTo>
                      <a:lnTo>
                        <a:pt x="76486" y="56769"/>
                      </a:lnTo>
                      <a:lnTo>
                        <a:pt x="76486" y="59817"/>
                      </a:lnTo>
                      <a:lnTo>
                        <a:pt x="77724" y="59817"/>
                      </a:lnTo>
                      <a:close/>
                      <a:moveTo>
                        <a:pt x="90583" y="19907"/>
                      </a:moveTo>
                      <a:lnTo>
                        <a:pt x="90583" y="24003"/>
                      </a:lnTo>
                      <a:lnTo>
                        <a:pt x="87725" y="17050"/>
                      </a:lnTo>
                      <a:cubicBezTo>
                        <a:pt x="89631" y="17050"/>
                        <a:pt x="90583" y="18002"/>
                        <a:pt x="90583" y="19907"/>
                      </a:cubicBezTo>
                      <a:close/>
                      <a:moveTo>
                        <a:pt x="95441" y="57721"/>
                      </a:moveTo>
                      <a:lnTo>
                        <a:pt x="101346" y="55626"/>
                      </a:lnTo>
                      <a:lnTo>
                        <a:pt x="98203" y="55626"/>
                      </a:lnTo>
                      <a:lnTo>
                        <a:pt x="95345" y="57721"/>
                      </a:lnTo>
                      <a:close/>
                      <a:moveTo>
                        <a:pt x="95441" y="77534"/>
                      </a:moveTo>
                      <a:lnTo>
                        <a:pt x="96203" y="74486"/>
                      </a:lnTo>
                      <a:lnTo>
                        <a:pt x="95441" y="73723"/>
                      </a:lnTo>
                      <a:lnTo>
                        <a:pt x="95441" y="77629"/>
                      </a:lnTo>
                      <a:close/>
                      <a:moveTo>
                        <a:pt x="104204" y="158782"/>
                      </a:moveTo>
                      <a:cubicBezTo>
                        <a:pt x="104204" y="158782"/>
                        <a:pt x="105061" y="159068"/>
                        <a:pt x="106204" y="159544"/>
                      </a:cubicBezTo>
                      <a:lnTo>
                        <a:pt x="106966" y="158782"/>
                      </a:lnTo>
                      <a:lnTo>
                        <a:pt x="104108" y="155924"/>
                      </a:lnTo>
                      <a:lnTo>
                        <a:pt x="108204" y="157448"/>
                      </a:lnTo>
                      <a:cubicBezTo>
                        <a:pt x="106013" y="159734"/>
                        <a:pt x="104585" y="160782"/>
                        <a:pt x="104108" y="160782"/>
                      </a:cubicBezTo>
                      <a:lnTo>
                        <a:pt x="104108" y="158687"/>
                      </a:lnTo>
                      <a:close/>
                      <a:moveTo>
                        <a:pt x="111919" y="109156"/>
                      </a:moveTo>
                      <a:cubicBezTo>
                        <a:pt x="113824" y="108299"/>
                        <a:pt x="114586" y="106680"/>
                        <a:pt x="114205" y="104299"/>
                      </a:cubicBezTo>
                      <a:cubicBezTo>
                        <a:pt x="111633" y="104966"/>
                        <a:pt x="110300" y="106394"/>
                        <a:pt x="110300" y="108395"/>
                      </a:cubicBezTo>
                      <a:cubicBezTo>
                        <a:pt x="110966" y="109061"/>
                        <a:pt x="111538" y="109347"/>
                        <a:pt x="111919" y="109156"/>
                      </a:cubicBezTo>
                      <a:close/>
                      <a:moveTo>
                        <a:pt x="114205" y="70295"/>
                      </a:moveTo>
                      <a:lnTo>
                        <a:pt x="111157" y="70295"/>
                      </a:lnTo>
                      <a:lnTo>
                        <a:pt x="111919" y="77534"/>
                      </a:lnTo>
                      <a:lnTo>
                        <a:pt x="114205" y="70295"/>
                      </a:lnTo>
                      <a:close/>
                      <a:moveTo>
                        <a:pt x="114205" y="96488"/>
                      </a:moveTo>
                      <a:cubicBezTo>
                        <a:pt x="113919" y="95821"/>
                        <a:pt x="113729" y="95250"/>
                        <a:pt x="113729" y="94679"/>
                      </a:cubicBezTo>
                      <a:cubicBezTo>
                        <a:pt x="113729" y="93250"/>
                        <a:pt x="114681" y="92678"/>
                        <a:pt x="116586" y="92678"/>
                      </a:cubicBezTo>
                      <a:lnTo>
                        <a:pt x="118396" y="92393"/>
                      </a:lnTo>
                      <a:lnTo>
                        <a:pt x="118396" y="91345"/>
                      </a:lnTo>
                      <a:cubicBezTo>
                        <a:pt x="117920" y="91250"/>
                        <a:pt x="117348" y="91059"/>
                        <a:pt x="116872" y="91059"/>
                      </a:cubicBezTo>
                      <a:cubicBezTo>
                        <a:pt x="115634" y="91059"/>
                        <a:pt x="114586" y="91630"/>
                        <a:pt x="113538" y="92869"/>
                      </a:cubicBezTo>
                      <a:cubicBezTo>
                        <a:pt x="112490" y="94107"/>
                        <a:pt x="112014" y="95345"/>
                        <a:pt x="112014" y="96488"/>
                      </a:cubicBezTo>
                      <a:lnTo>
                        <a:pt x="114300" y="96488"/>
                      </a:lnTo>
                      <a:close/>
                      <a:moveTo>
                        <a:pt x="115253" y="139732"/>
                      </a:moveTo>
                      <a:cubicBezTo>
                        <a:pt x="115253" y="139732"/>
                        <a:pt x="115634" y="138875"/>
                        <a:pt x="116300" y="137636"/>
                      </a:cubicBezTo>
                      <a:cubicBezTo>
                        <a:pt x="115253" y="137446"/>
                        <a:pt x="114681" y="137636"/>
                        <a:pt x="114300" y="138398"/>
                      </a:cubicBezTo>
                      <a:cubicBezTo>
                        <a:pt x="114015" y="139065"/>
                        <a:pt x="113633" y="139541"/>
                        <a:pt x="113157" y="139732"/>
                      </a:cubicBezTo>
                      <a:lnTo>
                        <a:pt x="115253" y="139732"/>
                      </a:lnTo>
                      <a:close/>
                      <a:moveTo>
                        <a:pt x="116300" y="29813"/>
                      </a:moveTo>
                      <a:lnTo>
                        <a:pt x="118301" y="27813"/>
                      </a:lnTo>
                      <a:lnTo>
                        <a:pt x="115253" y="24956"/>
                      </a:lnTo>
                      <a:lnTo>
                        <a:pt x="117063" y="22860"/>
                      </a:lnTo>
                      <a:lnTo>
                        <a:pt x="120396" y="29051"/>
                      </a:lnTo>
                      <a:lnTo>
                        <a:pt x="116300" y="29813"/>
                      </a:lnTo>
                      <a:close/>
                      <a:moveTo>
                        <a:pt x="128874" y="155924"/>
                      </a:moveTo>
                      <a:lnTo>
                        <a:pt x="128874" y="152495"/>
                      </a:lnTo>
                      <a:cubicBezTo>
                        <a:pt x="128874" y="152495"/>
                        <a:pt x="128493" y="152971"/>
                        <a:pt x="126778" y="153829"/>
                      </a:cubicBezTo>
                      <a:cubicBezTo>
                        <a:pt x="126302" y="153448"/>
                        <a:pt x="125635" y="152876"/>
                        <a:pt x="125063" y="152019"/>
                      </a:cubicBezTo>
                      <a:cubicBezTo>
                        <a:pt x="124492" y="151162"/>
                        <a:pt x="124016" y="150781"/>
                        <a:pt x="123635" y="150781"/>
                      </a:cubicBezTo>
                      <a:cubicBezTo>
                        <a:pt x="123063" y="150781"/>
                        <a:pt x="122492" y="151162"/>
                        <a:pt x="121825" y="151829"/>
                      </a:cubicBezTo>
                      <a:lnTo>
                        <a:pt x="128778" y="155924"/>
                      </a:lnTo>
                      <a:close/>
                      <a:moveTo>
                        <a:pt x="135064" y="154686"/>
                      </a:moveTo>
                      <a:cubicBezTo>
                        <a:pt x="135064" y="154686"/>
                        <a:pt x="135350" y="154496"/>
                        <a:pt x="135064" y="154114"/>
                      </a:cubicBezTo>
                      <a:lnTo>
                        <a:pt x="134017" y="147733"/>
                      </a:lnTo>
                      <a:cubicBezTo>
                        <a:pt x="133350" y="148400"/>
                        <a:pt x="132969" y="149066"/>
                        <a:pt x="132969" y="149733"/>
                      </a:cubicBezTo>
                      <a:cubicBezTo>
                        <a:pt x="132969" y="149257"/>
                        <a:pt x="133636" y="150686"/>
                        <a:pt x="135064" y="154114"/>
                      </a:cubicBezTo>
                      <a:lnTo>
                        <a:pt x="135064" y="154686"/>
                      </a:lnTo>
                      <a:close/>
                      <a:moveTo>
                        <a:pt x="146590" y="762"/>
                      </a:moveTo>
                      <a:lnTo>
                        <a:pt x="146590" y="3048"/>
                      </a:lnTo>
                      <a:lnTo>
                        <a:pt x="143066" y="3048"/>
                      </a:lnTo>
                      <a:lnTo>
                        <a:pt x="146590" y="762"/>
                      </a:lnTo>
                      <a:close/>
                      <a:moveTo>
                        <a:pt x="148686" y="41910"/>
                      </a:moveTo>
                      <a:lnTo>
                        <a:pt x="145828" y="44768"/>
                      </a:lnTo>
                      <a:lnTo>
                        <a:pt x="148686" y="40672"/>
                      </a:lnTo>
                      <a:lnTo>
                        <a:pt x="148686" y="41910"/>
                      </a:lnTo>
                      <a:close/>
                      <a:moveTo>
                        <a:pt x="163545" y="87249"/>
                      </a:moveTo>
                      <a:lnTo>
                        <a:pt x="161544" y="89345"/>
                      </a:lnTo>
                      <a:lnTo>
                        <a:pt x="160020" y="89345"/>
                      </a:lnTo>
                      <a:lnTo>
                        <a:pt x="163639" y="87249"/>
                      </a:lnTo>
                      <a:close/>
                      <a:moveTo>
                        <a:pt x="162783" y="44005"/>
                      </a:moveTo>
                      <a:cubicBezTo>
                        <a:pt x="162306" y="44387"/>
                        <a:pt x="161925" y="43815"/>
                        <a:pt x="161925" y="42577"/>
                      </a:cubicBezTo>
                      <a:cubicBezTo>
                        <a:pt x="161830" y="41243"/>
                        <a:pt x="161640" y="40672"/>
                        <a:pt x="161544" y="40672"/>
                      </a:cubicBezTo>
                      <a:lnTo>
                        <a:pt x="162783" y="40672"/>
                      </a:lnTo>
                      <a:lnTo>
                        <a:pt x="162783" y="44005"/>
                      </a:lnTo>
                      <a:close/>
                      <a:moveTo>
                        <a:pt x="200406" y="22860"/>
                      </a:moveTo>
                      <a:cubicBezTo>
                        <a:pt x="200216" y="22193"/>
                        <a:pt x="200406" y="21431"/>
                        <a:pt x="200787" y="20669"/>
                      </a:cubicBezTo>
                      <a:cubicBezTo>
                        <a:pt x="201168" y="19907"/>
                        <a:pt x="201739" y="19621"/>
                        <a:pt x="202406" y="19812"/>
                      </a:cubicBezTo>
                      <a:lnTo>
                        <a:pt x="202406" y="22860"/>
                      </a:lnTo>
                      <a:lnTo>
                        <a:pt x="200311" y="22860"/>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 name="Google Shape;976;p99"/>
                <p:cNvSpPr/>
                <p:nvPr/>
              </p:nvSpPr>
              <p:spPr>
                <a:xfrm>
                  <a:off x="8180640" y="3020282"/>
                  <a:ext cx="146113" cy="217932"/>
                </a:xfrm>
                <a:custGeom>
                  <a:avLst/>
                  <a:gdLst/>
                  <a:ahLst/>
                  <a:cxnLst/>
                  <a:rect l="l" t="t" r="r" b="b"/>
                  <a:pathLst>
                    <a:path w="146113" h="217932" extrusionOk="0">
                      <a:moveTo>
                        <a:pt x="146018" y="147447"/>
                      </a:moveTo>
                      <a:cubicBezTo>
                        <a:pt x="144780" y="148019"/>
                        <a:pt x="144209" y="148685"/>
                        <a:pt x="144209" y="149543"/>
                      </a:cubicBezTo>
                      <a:cubicBezTo>
                        <a:pt x="144209" y="148876"/>
                        <a:pt x="144780" y="150114"/>
                        <a:pt x="146018" y="153353"/>
                      </a:cubicBezTo>
                      <a:cubicBezTo>
                        <a:pt x="144304" y="156591"/>
                        <a:pt x="143446" y="160782"/>
                        <a:pt x="143446" y="165735"/>
                      </a:cubicBezTo>
                      <a:cubicBezTo>
                        <a:pt x="143446" y="168497"/>
                        <a:pt x="143828" y="172688"/>
                        <a:pt x="144589" y="178498"/>
                      </a:cubicBezTo>
                      <a:cubicBezTo>
                        <a:pt x="145352" y="184213"/>
                        <a:pt x="145732" y="188309"/>
                        <a:pt x="145732" y="190690"/>
                      </a:cubicBezTo>
                      <a:cubicBezTo>
                        <a:pt x="145732" y="201835"/>
                        <a:pt x="139732" y="208026"/>
                        <a:pt x="127731" y="209169"/>
                      </a:cubicBezTo>
                      <a:cubicBezTo>
                        <a:pt x="126111" y="207645"/>
                        <a:pt x="124492" y="206883"/>
                        <a:pt x="122873" y="206883"/>
                      </a:cubicBezTo>
                      <a:cubicBezTo>
                        <a:pt x="122015" y="206883"/>
                        <a:pt x="120872" y="207073"/>
                        <a:pt x="119349" y="207645"/>
                      </a:cubicBezTo>
                      <a:cubicBezTo>
                        <a:pt x="117920" y="208121"/>
                        <a:pt x="116967" y="208407"/>
                        <a:pt x="116396" y="208407"/>
                      </a:cubicBezTo>
                      <a:cubicBezTo>
                        <a:pt x="114681" y="208407"/>
                        <a:pt x="113443" y="207550"/>
                        <a:pt x="112776" y="205835"/>
                      </a:cubicBezTo>
                      <a:lnTo>
                        <a:pt x="109919" y="205073"/>
                      </a:lnTo>
                      <a:lnTo>
                        <a:pt x="111157" y="204311"/>
                      </a:lnTo>
                      <a:cubicBezTo>
                        <a:pt x="108395" y="203835"/>
                        <a:pt x="105728" y="201454"/>
                        <a:pt x="103061" y="197263"/>
                      </a:cubicBezTo>
                      <a:cubicBezTo>
                        <a:pt x="100394" y="193072"/>
                        <a:pt x="97631" y="190690"/>
                        <a:pt x="94965" y="190214"/>
                      </a:cubicBezTo>
                      <a:cubicBezTo>
                        <a:pt x="95155" y="189547"/>
                        <a:pt x="95155" y="188786"/>
                        <a:pt x="94965" y="187833"/>
                      </a:cubicBezTo>
                      <a:cubicBezTo>
                        <a:pt x="94583" y="186785"/>
                        <a:pt x="94488" y="186214"/>
                        <a:pt x="94488" y="186023"/>
                      </a:cubicBezTo>
                      <a:cubicBezTo>
                        <a:pt x="94488" y="185166"/>
                        <a:pt x="95060" y="184595"/>
                        <a:pt x="96298" y="184213"/>
                      </a:cubicBezTo>
                      <a:cubicBezTo>
                        <a:pt x="93536" y="182309"/>
                        <a:pt x="90774" y="178403"/>
                        <a:pt x="88106" y="172498"/>
                      </a:cubicBezTo>
                      <a:cubicBezTo>
                        <a:pt x="85344" y="166592"/>
                        <a:pt x="82677" y="162782"/>
                        <a:pt x="80106" y="161068"/>
                      </a:cubicBezTo>
                      <a:cubicBezTo>
                        <a:pt x="79439" y="156115"/>
                        <a:pt x="77058" y="150304"/>
                        <a:pt x="73152" y="143828"/>
                      </a:cubicBezTo>
                      <a:cubicBezTo>
                        <a:pt x="67151" y="134398"/>
                        <a:pt x="63913" y="129254"/>
                        <a:pt x="63627" y="128397"/>
                      </a:cubicBezTo>
                      <a:cubicBezTo>
                        <a:pt x="63818" y="126873"/>
                        <a:pt x="63151" y="124873"/>
                        <a:pt x="61722" y="122492"/>
                      </a:cubicBezTo>
                      <a:cubicBezTo>
                        <a:pt x="60293" y="120110"/>
                        <a:pt x="59531" y="118301"/>
                        <a:pt x="59531" y="117062"/>
                      </a:cubicBezTo>
                      <a:cubicBezTo>
                        <a:pt x="59531" y="116396"/>
                        <a:pt x="59817" y="115634"/>
                        <a:pt x="60293" y="114776"/>
                      </a:cubicBezTo>
                      <a:cubicBezTo>
                        <a:pt x="59531" y="115157"/>
                        <a:pt x="58674" y="115253"/>
                        <a:pt x="58008" y="115253"/>
                      </a:cubicBezTo>
                      <a:cubicBezTo>
                        <a:pt x="55626" y="115253"/>
                        <a:pt x="53530" y="112586"/>
                        <a:pt x="51816" y="107347"/>
                      </a:cubicBezTo>
                      <a:cubicBezTo>
                        <a:pt x="50102" y="102108"/>
                        <a:pt x="47530" y="99536"/>
                        <a:pt x="44101" y="99536"/>
                      </a:cubicBezTo>
                      <a:cubicBezTo>
                        <a:pt x="43434" y="99536"/>
                        <a:pt x="42672" y="99631"/>
                        <a:pt x="41815" y="99822"/>
                      </a:cubicBezTo>
                      <a:cubicBezTo>
                        <a:pt x="42672" y="104489"/>
                        <a:pt x="43149" y="109633"/>
                        <a:pt x="43149" y="115253"/>
                      </a:cubicBezTo>
                      <a:cubicBezTo>
                        <a:pt x="43149" y="119920"/>
                        <a:pt x="42672" y="126778"/>
                        <a:pt x="41815" y="135922"/>
                      </a:cubicBezTo>
                      <a:cubicBezTo>
                        <a:pt x="40957" y="145066"/>
                        <a:pt x="40481" y="151924"/>
                        <a:pt x="40481" y="156305"/>
                      </a:cubicBezTo>
                      <a:cubicBezTo>
                        <a:pt x="40481" y="164878"/>
                        <a:pt x="41624" y="172498"/>
                        <a:pt x="43815" y="179165"/>
                      </a:cubicBezTo>
                      <a:cubicBezTo>
                        <a:pt x="41624" y="180499"/>
                        <a:pt x="40481" y="182499"/>
                        <a:pt x="40481" y="185071"/>
                      </a:cubicBezTo>
                      <a:cubicBezTo>
                        <a:pt x="40481" y="186500"/>
                        <a:pt x="40863" y="188404"/>
                        <a:pt x="41529" y="190976"/>
                      </a:cubicBezTo>
                      <a:cubicBezTo>
                        <a:pt x="42196" y="193548"/>
                        <a:pt x="42577" y="195453"/>
                        <a:pt x="42577" y="196596"/>
                      </a:cubicBezTo>
                      <a:cubicBezTo>
                        <a:pt x="42577" y="199168"/>
                        <a:pt x="41339" y="200978"/>
                        <a:pt x="38671" y="202025"/>
                      </a:cubicBezTo>
                      <a:cubicBezTo>
                        <a:pt x="38671" y="204311"/>
                        <a:pt x="38005" y="205835"/>
                        <a:pt x="36672" y="206883"/>
                      </a:cubicBezTo>
                      <a:lnTo>
                        <a:pt x="9716" y="205740"/>
                      </a:lnTo>
                      <a:cubicBezTo>
                        <a:pt x="9716" y="204692"/>
                        <a:pt x="9430" y="204121"/>
                        <a:pt x="8954" y="204121"/>
                      </a:cubicBezTo>
                      <a:cubicBezTo>
                        <a:pt x="8763" y="204121"/>
                        <a:pt x="8287" y="204311"/>
                        <a:pt x="7620" y="204692"/>
                      </a:cubicBezTo>
                      <a:cubicBezTo>
                        <a:pt x="6954" y="205073"/>
                        <a:pt x="6382" y="205359"/>
                        <a:pt x="6096" y="205359"/>
                      </a:cubicBezTo>
                      <a:cubicBezTo>
                        <a:pt x="5525" y="205359"/>
                        <a:pt x="5144" y="205073"/>
                        <a:pt x="4763" y="204311"/>
                      </a:cubicBezTo>
                      <a:cubicBezTo>
                        <a:pt x="2191" y="202597"/>
                        <a:pt x="953" y="200501"/>
                        <a:pt x="953" y="197834"/>
                      </a:cubicBezTo>
                      <a:cubicBezTo>
                        <a:pt x="953" y="196691"/>
                        <a:pt x="1429" y="194501"/>
                        <a:pt x="2381" y="191548"/>
                      </a:cubicBezTo>
                      <a:cubicBezTo>
                        <a:pt x="3334" y="188595"/>
                        <a:pt x="3810" y="186214"/>
                        <a:pt x="3810" y="184499"/>
                      </a:cubicBezTo>
                      <a:cubicBezTo>
                        <a:pt x="3810" y="182975"/>
                        <a:pt x="3524" y="181451"/>
                        <a:pt x="2763" y="180118"/>
                      </a:cubicBezTo>
                      <a:cubicBezTo>
                        <a:pt x="2096" y="175641"/>
                        <a:pt x="1810" y="167640"/>
                        <a:pt x="2000" y="156210"/>
                      </a:cubicBezTo>
                      <a:cubicBezTo>
                        <a:pt x="2191" y="146113"/>
                        <a:pt x="1524" y="138208"/>
                        <a:pt x="0" y="132588"/>
                      </a:cubicBezTo>
                      <a:cubicBezTo>
                        <a:pt x="1334" y="130683"/>
                        <a:pt x="2000" y="128302"/>
                        <a:pt x="2000" y="125349"/>
                      </a:cubicBezTo>
                      <a:cubicBezTo>
                        <a:pt x="2000" y="124111"/>
                        <a:pt x="1810" y="122396"/>
                        <a:pt x="1524" y="119825"/>
                      </a:cubicBezTo>
                      <a:cubicBezTo>
                        <a:pt x="1143" y="117348"/>
                        <a:pt x="953" y="115443"/>
                        <a:pt x="953" y="114300"/>
                      </a:cubicBezTo>
                      <a:cubicBezTo>
                        <a:pt x="953" y="110871"/>
                        <a:pt x="2000" y="108109"/>
                        <a:pt x="4001" y="105823"/>
                      </a:cubicBezTo>
                      <a:cubicBezTo>
                        <a:pt x="1429" y="95821"/>
                        <a:pt x="286" y="84582"/>
                        <a:pt x="667" y="71819"/>
                      </a:cubicBezTo>
                      <a:lnTo>
                        <a:pt x="1905" y="71819"/>
                      </a:lnTo>
                      <a:cubicBezTo>
                        <a:pt x="1524" y="70485"/>
                        <a:pt x="1429" y="68866"/>
                        <a:pt x="1429" y="66961"/>
                      </a:cubicBezTo>
                      <a:cubicBezTo>
                        <a:pt x="1429" y="65246"/>
                        <a:pt x="1620" y="62579"/>
                        <a:pt x="2096" y="58960"/>
                      </a:cubicBezTo>
                      <a:cubicBezTo>
                        <a:pt x="2477" y="55340"/>
                        <a:pt x="2667" y="52578"/>
                        <a:pt x="2667" y="50673"/>
                      </a:cubicBezTo>
                      <a:cubicBezTo>
                        <a:pt x="2667" y="46958"/>
                        <a:pt x="2000" y="43625"/>
                        <a:pt x="667" y="40862"/>
                      </a:cubicBezTo>
                      <a:cubicBezTo>
                        <a:pt x="2667" y="40672"/>
                        <a:pt x="4953" y="39814"/>
                        <a:pt x="7334" y="38290"/>
                      </a:cubicBezTo>
                      <a:cubicBezTo>
                        <a:pt x="7525" y="38767"/>
                        <a:pt x="8287" y="39148"/>
                        <a:pt x="9716" y="39148"/>
                      </a:cubicBezTo>
                      <a:cubicBezTo>
                        <a:pt x="11049" y="39148"/>
                        <a:pt x="12097" y="39529"/>
                        <a:pt x="12764" y="40005"/>
                      </a:cubicBezTo>
                      <a:lnTo>
                        <a:pt x="14859" y="37147"/>
                      </a:lnTo>
                      <a:cubicBezTo>
                        <a:pt x="14383" y="38481"/>
                        <a:pt x="14478" y="39910"/>
                        <a:pt x="15335" y="41338"/>
                      </a:cubicBezTo>
                      <a:cubicBezTo>
                        <a:pt x="16193" y="42767"/>
                        <a:pt x="17431" y="43244"/>
                        <a:pt x="18955" y="42767"/>
                      </a:cubicBezTo>
                      <a:cubicBezTo>
                        <a:pt x="20574" y="41053"/>
                        <a:pt x="21241" y="39529"/>
                        <a:pt x="21241" y="38100"/>
                      </a:cubicBezTo>
                      <a:cubicBezTo>
                        <a:pt x="21241" y="35719"/>
                        <a:pt x="18574" y="33433"/>
                        <a:pt x="13240" y="31242"/>
                      </a:cubicBezTo>
                      <a:cubicBezTo>
                        <a:pt x="7906" y="29146"/>
                        <a:pt x="5144" y="27718"/>
                        <a:pt x="4763" y="27051"/>
                      </a:cubicBezTo>
                      <a:cubicBezTo>
                        <a:pt x="5429" y="27242"/>
                        <a:pt x="6191" y="27242"/>
                        <a:pt x="6858" y="27242"/>
                      </a:cubicBezTo>
                      <a:cubicBezTo>
                        <a:pt x="8287" y="27242"/>
                        <a:pt x="11906" y="25813"/>
                        <a:pt x="17622" y="22860"/>
                      </a:cubicBezTo>
                      <a:cubicBezTo>
                        <a:pt x="17145" y="21812"/>
                        <a:pt x="16479" y="21336"/>
                        <a:pt x="15812" y="21336"/>
                      </a:cubicBezTo>
                      <a:cubicBezTo>
                        <a:pt x="15430" y="21336"/>
                        <a:pt x="14859" y="21622"/>
                        <a:pt x="14002" y="22098"/>
                      </a:cubicBezTo>
                      <a:cubicBezTo>
                        <a:pt x="13145" y="22574"/>
                        <a:pt x="12382" y="22860"/>
                        <a:pt x="11906" y="22860"/>
                      </a:cubicBezTo>
                      <a:cubicBezTo>
                        <a:pt x="12382" y="22479"/>
                        <a:pt x="12668" y="21527"/>
                        <a:pt x="12668" y="20003"/>
                      </a:cubicBezTo>
                      <a:cubicBezTo>
                        <a:pt x="8001" y="17050"/>
                        <a:pt x="4382" y="16193"/>
                        <a:pt x="1905" y="17145"/>
                      </a:cubicBezTo>
                      <a:lnTo>
                        <a:pt x="1905" y="5048"/>
                      </a:lnTo>
                      <a:lnTo>
                        <a:pt x="45339" y="3715"/>
                      </a:lnTo>
                      <a:cubicBezTo>
                        <a:pt x="47625" y="8192"/>
                        <a:pt x="49721" y="12668"/>
                        <a:pt x="51911" y="17240"/>
                      </a:cubicBezTo>
                      <a:cubicBezTo>
                        <a:pt x="54007" y="21812"/>
                        <a:pt x="54864" y="26670"/>
                        <a:pt x="54388" y="32004"/>
                      </a:cubicBezTo>
                      <a:cubicBezTo>
                        <a:pt x="55531" y="30671"/>
                        <a:pt x="56579" y="30004"/>
                        <a:pt x="57436" y="30004"/>
                      </a:cubicBezTo>
                      <a:cubicBezTo>
                        <a:pt x="58103" y="30004"/>
                        <a:pt x="58864" y="30956"/>
                        <a:pt x="59722" y="32956"/>
                      </a:cubicBezTo>
                      <a:cubicBezTo>
                        <a:pt x="60579" y="34957"/>
                        <a:pt x="61436" y="36195"/>
                        <a:pt x="62294" y="36957"/>
                      </a:cubicBezTo>
                      <a:cubicBezTo>
                        <a:pt x="62008" y="38195"/>
                        <a:pt x="61817" y="39243"/>
                        <a:pt x="61817" y="40291"/>
                      </a:cubicBezTo>
                      <a:cubicBezTo>
                        <a:pt x="61817" y="42577"/>
                        <a:pt x="63437" y="45148"/>
                        <a:pt x="66675" y="48196"/>
                      </a:cubicBezTo>
                      <a:cubicBezTo>
                        <a:pt x="69914" y="51149"/>
                        <a:pt x="71533" y="54102"/>
                        <a:pt x="71342" y="56769"/>
                      </a:cubicBezTo>
                      <a:cubicBezTo>
                        <a:pt x="72009" y="58103"/>
                        <a:pt x="75343" y="64389"/>
                        <a:pt x="81344" y="75533"/>
                      </a:cubicBezTo>
                      <a:cubicBezTo>
                        <a:pt x="81344" y="80201"/>
                        <a:pt x="82010" y="83153"/>
                        <a:pt x="83439" y="84582"/>
                      </a:cubicBezTo>
                      <a:cubicBezTo>
                        <a:pt x="84106" y="84201"/>
                        <a:pt x="84677" y="84106"/>
                        <a:pt x="85249" y="84106"/>
                      </a:cubicBezTo>
                      <a:cubicBezTo>
                        <a:pt x="86106" y="84106"/>
                        <a:pt x="86583" y="84772"/>
                        <a:pt x="86773" y="86106"/>
                      </a:cubicBezTo>
                      <a:cubicBezTo>
                        <a:pt x="86963" y="88011"/>
                        <a:pt x="87154" y="89154"/>
                        <a:pt x="87345" y="89440"/>
                      </a:cubicBezTo>
                      <a:cubicBezTo>
                        <a:pt x="88392" y="90106"/>
                        <a:pt x="90202" y="92678"/>
                        <a:pt x="92773" y="97155"/>
                      </a:cubicBezTo>
                      <a:cubicBezTo>
                        <a:pt x="94774" y="100394"/>
                        <a:pt x="97346" y="102108"/>
                        <a:pt x="100203" y="102298"/>
                      </a:cubicBezTo>
                      <a:cubicBezTo>
                        <a:pt x="99822" y="103537"/>
                        <a:pt x="100584" y="104775"/>
                        <a:pt x="102298" y="106109"/>
                      </a:cubicBezTo>
                      <a:lnTo>
                        <a:pt x="105156" y="103061"/>
                      </a:lnTo>
                      <a:lnTo>
                        <a:pt x="104394" y="66199"/>
                      </a:lnTo>
                      <a:cubicBezTo>
                        <a:pt x="105537" y="65342"/>
                        <a:pt x="106204" y="64484"/>
                        <a:pt x="106204" y="63627"/>
                      </a:cubicBezTo>
                      <a:cubicBezTo>
                        <a:pt x="106204" y="62960"/>
                        <a:pt x="105633" y="61817"/>
                        <a:pt x="104490" y="60293"/>
                      </a:cubicBezTo>
                      <a:cubicBezTo>
                        <a:pt x="103347" y="58769"/>
                        <a:pt x="102775" y="57531"/>
                        <a:pt x="102775" y="56674"/>
                      </a:cubicBezTo>
                      <a:cubicBezTo>
                        <a:pt x="102775" y="55436"/>
                        <a:pt x="103632" y="54293"/>
                        <a:pt x="105156" y="53340"/>
                      </a:cubicBezTo>
                      <a:cubicBezTo>
                        <a:pt x="103823" y="49530"/>
                        <a:pt x="103061" y="45529"/>
                        <a:pt x="103061" y="41243"/>
                      </a:cubicBezTo>
                      <a:cubicBezTo>
                        <a:pt x="103061" y="38100"/>
                        <a:pt x="103537" y="33719"/>
                        <a:pt x="104394" y="28099"/>
                      </a:cubicBezTo>
                      <a:cubicBezTo>
                        <a:pt x="105251" y="22384"/>
                        <a:pt x="105633" y="18288"/>
                        <a:pt x="105633" y="15716"/>
                      </a:cubicBezTo>
                      <a:cubicBezTo>
                        <a:pt x="105633" y="13621"/>
                        <a:pt x="105442" y="11716"/>
                        <a:pt x="105156" y="9811"/>
                      </a:cubicBezTo>
                      <a:cubicBezTo>
                        <a:pt x="107061" y="9811"/>
                        <a:pt x="108871" y="8001"/>
                        <a:pt x="110585" y="4382"/>
                      </a:cubicBezTo>
                      <a:cubicBezTo>
                        <a:pt x="112205" y="1333"/>
                        <a:pt x="114300" y="95"/>
                        <a:pt x="117063" y="762"/>
                      </a:cubicBezTo>
                      <a:lnTo>
                        <a:pt x="121444" y="762"/>
                      </a:lnTo>
                      <a:cubicBezTo>
                        <a:pt x="123254" y="762"/>
                        <a:pt x="125539" y="667"/>
                        <a:pt x="128683" y="381"/>
                      </a:cubicBezTo>
                      <a:cubicBezTo>
                        <a:pt x="131731" y="95"/>
                        <a:pt x="134017" y="0"/>
                        <a:pt x="135541" y="0"/>
                      </a:cubicBezTo>
                      <a:cubicBezTo>
                        <a:pt x="139065" y="0"/>
                        <a:pt x="141827" y="1048"/>
                        <a:pt x="144113" y="3143"/>
                      </a:cubicBezTo>
                      <a:cubicBezTo>
                        <a:pt x="145161" y="14859"/>
                        <a:pt x="145638" y="29146"/>
                        <a:pt x="145638" y="46101"/>
                      </a:cubicBezTo>
                      <a:cubicBezTo>
                        <a:pt x="145638" y="52959"/>
                        <a:pt x="145542" y="63532"/>
                        <a:pt x="145352" y="77724"/>
                      </a:cubicBezTo>
                      <a:cubicBezTo>
                        <a:pt x="145161" y="92012"/>
                        <a:pt x="145066" y="102584"/>
                        <a:pt x="145066" y="109633"/>
                      </a:cubicBezTo>
                      <a:cubicBezTo>
                        <a:pt x="145066" y="124206"/>
                        <a:pt x="145352" y="136779"/>
                        <a:pt x="146114" y="147161"/>
                      </a:cubicBezTo>
                      <a:close/>
                      <a:moveTo>
                        <a:pt x="1905" y="30385"/>
                      </a:moveTo>
                      <a:lnTo>
                        <a:pt x="4667" y="33147"/>
                      </a:lnTo>
                      <a:lnTo>
                        <a:pt x="4667" y="36004"/>
                      </a:lnTo>
                      <a:lnTo>
                        <a:pt x="1905" y="30385"/>
                      </a:lnTo>
                      <a:close/>
                      <a:moveTo>
                        <a:pt x="6763" y="36004"/>
                      </a:moveTo>
                      <a:cubicBezTo>
                        <a:pt x="7144" y="36671"/>
                        <a:pt x="7239" y="37529"/>
                        <a:pt x="7239" y="38386"/>
                      </a:cubicBezTo>
                      <a:cubicBezTo>
                        <a:pt x="6858" y="37719"/>
                        <a:pt x="6763" y="36957"/>
                        <a:pt x="6763" y="36004"/>
                      </a:cubicBezTo>
                      <a:close/>
                      <a:moveTo>
                        <a:pt x="10668" y="33147"/>
                      </a:moveTo>
                      <a:lnTo>
                        <a:pt x="10668" y="36004"/>
                      </a:lnTo>
                      <a:lnTo>
                        <a:pt x="7525" y="32385"/>
                      </a:lnTo>
                      <a:lnTo>
                        <a:pt x="10668" y="33147"/>
                      </a:lnTo>
                      <a:close/>
                      <a:moveTo>
                        <a:pt x="8858" y="22384"/>
                      </a:moveTo>
                      <a:cubicBezTo>
                        <a:pt x="10573" y="22384"/>
                        <a:pt x="11621" y="22670"/>
                        <a:pt x="11906" y="23146"/>
                      </a:cubicBezTo>
                      <a:lnTo>
                        <a:pt x="10668" y="23908"/>
                      </a:lnTo>
                      <a:lnTo>
                        <a:pt x="8858" y="22384"/>
                      </a:lnTo>
                      <a:close/>
                      <a:moveTo>
                        <a:pt x="21717" y="23146"/>
                      </a:moveTo>
                      <a:lnTo>
                        <a:pt x="21146" y="22574"/>
                      </a:lnTo>
                      <a:lnTo>
                        <a:pt x="19145" y="19240"/>
                      </a:lnTo>
                      <a:cubicBezTo>
                        <a:pt x="18479" y="18097"/>
                        <a:pt x="17240" y="17431"/>
                        <a:pt x="15526" y="17431"/>
                      </a:cubicBezTo>
                      <a:cubicBezTo>
                        <a:pt x="16193" y="17717"/>
                        <a:pt x="18098" y="19431"/>
                        <a:pt x="21146" y="22574"/>
                      </a:cubicBezTo>
                      <a:lnTo>
                        <a:pt x="21717" y="23146"/>
                      </a:lnTo>
                      <a:close/>
                      <a:moveTo>
                        <a:pt x="24765" y="37338"/>
                      </a:moveTo>
                      <a:lnTo>
                        <a:pt x="28670" y="37338"/>
                      </a:lnTo>
                      <a:cubicBezTo>
                        <a:pt x="27718" y="36767"/>
                        <a:pt x="26384" y="36767"/>
                        <a:pt x="24765" y="37338"/>
                      </a:cubicBezTo>
                      <a:lnTo>
                        <a:pt x="22479" y="37338"/>
                      </a:lnTo>
                      <a:lnTo>
                        <a:pt x="23336" y="39434"/>
                      </a:lnTo>
                      <a:cubicBezTo>
                        <a:pt x="23336" y="39434"/>
                        <a:pt x="23432" y="40291"/>
                        <a:pt x="23813" y="40958"/>
                      </a:cubicBezTo>
                      <a:lnTo>
                        <a:pt x="23336" y="39434"/>
                      </a:lnTo>
                      <a:cubicBezTo>
                        <a:pt x="23336" y="38386"/>
                        <a:pt x="23813" y="37719"/>
                        <a:pt x="24860" y="37338"/>
                      </a:cubicBezTo>
                      <a:close/>
                      <a:moveTo>
                        <a:pt x="28670" y="159544"/>
                      </a:moveTo>
                      <a:lnTo>
                        <a:pt x="28670" y="152590"/>
                      </a:lnTo>
                      <a:lnTo>
                        <a:pt x="27718" y="152590"/>
                      </a:lnTo>
                      <a:lnTo>
                        <a:pt x="27718" y="159544"/>
                      </a:lnTo>
                      <a:lnTo>
                        <a:pt x="28670" y="159544"/>
                      </a:lnTo>
                      <a:close/>
                      <a:moveTo>
                        <a:pt x="33052" y="40958"/>
                      </a:moveTo>
                      <a:cubicBezTo>
                        <a:pt x="33052" y="40958"/>
                        <a:pt x="33909" y="41720"/>
                        <a:pt x="34576" y="42196"/>
                      </a:cubicBezTo>
                      <a:lnTo>
                        <a:pt x="33052" y="40958"/>
                      </a:lnTo>
                      <a:cubicBezTo>
                        <a:pt x="33052" y="39910"/>
                        <a:pt x="32576" y="38290"/>
                        <a:pt x="31814" y="36004"/>
                      </a:cubicBezTo>
                      <a:cubicBezTo>
                        <a:pt x="30956" y="36671"/>
                        <a:pt x="30480" y="37433"/>
                        <a:pt x="30480" y="38005"/>
                      </a:cubicBezTo>
                      <a:cubicBezTo>
                        <a:pt x="30480" y="38862"/>
                        <a:pt x="31338" y="39814"/>
                        <a:pt x="33052" y="40862"/>
                      </a:cubicBezTo>
                      <a:close/>
                      <a:moveTo>
                        <a:pt x="33814" y="48101"/>
                      </a:moveTo>
                      <a:lnTo>
                        <a:pt x="38671" y="48101"/>
                      </a:lnTo>
                      <a:lnTo>
                        <a:pt x="35338" y="45244"/>
                      </a:lnTo>
                      <a:lnTo>
                        <a:pt x="33814" y="48101"/>
                      </a:lnTo>
                      <a:close/>
                      <a:moveTo>
                        <a:pt x="81344" y="206883"/>
                      </a:moveTo>
                      <a:cubicBezTo>
                        <a:pt x="82582" y="206502"/>
                        <a:pt x="83915" y="206883"/>
                        <a:pt x="85249" y="207740"/>
                      </a:cubicBezTo>
                      <a:lnTo>
                        <a:pt x="82105" y="210026"/>
                      </a:lnTo>
                      <a:lnTo>
                        <a:pt x="81344" y="206978"/>
                      </a:lnTo>
                      <a:close/>
                      <a:moveTo>
                        <a:pt x="102204" y="217932"/>
                      </a:moveTo>
                      <a:lnTo>
                        <a:pt x="102204" y="214027"/>
                      </a:lnTo>
                      <a:lnTo>
                        <a:pt x="103251" y="214027"/>
                      </a:lnTo>
                      <a:cubicBezTo>
                        <a:pt x="103441" y="215075"/>
                        <a:pt x="103061" y="216408"/>
                        <a:pt x="102204" y="217932"/>
                      </a:cubicBezTo>
                      <a:close/>
                      <a:moveTo>
                        <a:pt x="112014" y="175260"/>
                      </a:moveTo>
                      <a:cubicBezTo>
                        <a:pt x="110109" y="176308"/>
                        <a:pt x="109157" y="177355"/>
                        <a:pt x="109157" y="178308"/>
                      </a:cubicBezTo>
                      <a:cubicBezTo>
                        <a:pt x="109157" y="178975"/>
                        <a:pt x="109633" y="180118"/>
                        <a:pt x="110680" y="181546"/>
                      </a:cubicBezTo>
                      <a:cubicBezTo>
                        <a:pt x="111729" y="182975"/>
                        <a:pt x="112205" y="184023"/>
                        <a:pt x="112205" y="184785"/>
                      </a:cubicBezTo>
                      <a:lnTo>
                        <a:pt x="112205" y="185261"/>
                      </a:lnTo>
                      <a:cubicBezTo>
                        <a:pt x="112205" y="185261"/>
                        <a:pt x="112014" y="185833"/>
                        <a:pt x="112014" y="186023"/>
                      </a:cubicBezTo>
                      <a:cubicBezTo>
                        <a:pt x="112109" y="185738"/>
                        <a:pt x="112300" y="185261"/>
                        <a:pt x="112395" y="184595"/>
                      </a:cubicBezTo>
                      <a:cubicBezTo>
                        <a:pt x="112395" y="184023"/>
                        <a:pt x="112776" y="183166"/>
                        <a:pt x="113252" y="181928"/>
                      </a:cubicBezTo>
                      <a:cubicBezTo>
                        <a:pt x="113729" y="180785"/>
                        <a:pt x="114015" y="179832"/>
                        <a:pt x="114015" y="179070"/>
                      </a:cubicBezTo>
                      <a:cubicBezTo>
                        <a:pt x="114015" y="177832"/>
                        <a:pt x="113348" y="176594"/>
                        <a:pt x="112014" y="175260"/>
                      </a:cubicBezTo>
                      <a:close/>
                      <a:moveTo>
                        <a:pt x="112014" y="197929"/>
                      </a:moveTo>
                      <a:cubicBezTo>
                        <a:pt x="113729" y="196596"/>
                        <a:pt x="114395" y="195358"/>
                        <a:pt x="114015" y="194310"/>
                      </a:cubicBezTo>
                      <a:cubicBezTo>
                        <a:pt x="113633" y="193072"/>
                        <a:pt x="112966" y="192691"/>
                        <a:pt x="112014" y="193072"/>
                      </a:cubicBezTo>
                      <a:cubicBezTo>
                        <a:pt x="110871" y="194120"/>
                        <a:pt x="110585" y="195072"/>
                        <a:pt x="110871" y="196120"/>
                      </a:cubicBezTo>
                      <a:cubicBezTo>
                        <a:pt x="111538" y="197834"/>
                        <a:pt x="112014" y="198501"/>
                        <a:pt x="112014" y="198215"/>
                      </a:cubicBezTo>
                      <a:lnTo>
                        <a:pt x="112776" y="198977"/>
                      </a:lnTo>
                      <a:cubicBezTo>
                        <a:pt x="113633" y="199835"/>
                        <a:pt x="114110" y="200596"/>
                        <a:pt x="114110" y="201073"/>
                      </a:cubicBezTo>
                      <a:cubicBezTo>
                        <a:pt x="114300" y="200596"/>
                        <a:pt x="114110" y="200025"/>
                        <a:pt x="113348" y="199358"/>
                      </a:cubicBezTo>
                      <a:cubicBezTo>
                        <a:pt x="112681" y="198787"/>
                        <a:pt x="112205" y="198311"/>
                        <a:pt x="112109" y="198025"/>
                      </a:cubicBezTo>
                      <a:close/>
                      <a:moveTo>
                        <a:pt x="133826" y="65913"/>
                      </a:moveTo>
                      <a:lnTo>
                        <a:pt x="138970" y="68771"/>
                      </a:lnTo>
                      <a:lnTo>
                        <a:pt x="136207" y="65151"/>
                      </a:lnTo>
                      <a:lnTo>
                        <a:pt x="137732" y="63151"/>
                      </a:lnTo>
                      <a:lnTo>
                        <a:pt x="127731" y="59055"/>
                      </a:lnTo>
                      <a:cubicBezTo>
                        <a:pt x="129064" y="59531"/>
                        <a:pt x="129826" y="60293"/>
                        <a:pt x="129826" y="61341"/>
                      </a:cubicBezTo>
                      <a:cubicBezTo>
                        <a:pt x="129826" y="62389"/>
                        <a:pt x="129159" y="63246"/>
                        <a:pt x="127731" y="63913"/>
                      </a:cubicBezTo>
                      <a:cubicBezTo>
                        <a:pt x="127159" y="62675"/>
                        <a:pt x="126492" y="62103"/>
                        <a:pt x="125635" y="62103"/>
                      </a:cubicBezTo>
                      <a:cubicBezTo>
                        <a:pt x="125159" y="62103"/>
                        <a:pt x="124301" y="62294"/>
                        <a:pt x="123254" y="62675"/>
                      </a:cubicBezTo>
                      <a:cubicBezTo>
                        <a:pt x="122206" y="63055"/>
                        <a:pt x="121444" y="63151"/>
                        <a:pt x="120968" y="63151"/>
                      </a:cubicBezTo>
                      <a:cubicBezTo>
                        <a:pt x="120301" y="63151"/>
                        <a:pt x="119729" y="62865"/>
                        <a:pt x="119158" y="62389"/>
                      </a:cubicBezTo>
                      <a:lnTo>
                        <a:pt x="119920" y="61055"/>
                      </a:lnTo>
                      <a:lnTo>
                        <a:pt x="111157" y="63151"/>
                      </a:lnTo>
                      <a:lnTo>
                        <a:pt x="116110" y="63151"/>
                      </a:lnTo>
                      <a:cubicBezTo>
                        <a:pt x="117824" y="62960"/>
                        <a:pt x="119253" y="63722"/>
                        <a:pt x="120301" y="65342"/>
                      </a:cubicBezTo>
                      <a:cubicBezTo>
                        <a:pt x="121444" y="66961"/>
                        <a:pt x="121920" y="68485"/>
                        <a:pt x="121920" y="69818"/>
                      </a:cubicBezTo>
                      <a:lnTo>
                        <a:pt x="122682" y="68771"/>
                      </a:lnTo>
                      <a:cubicBezTo>
                        <a:pt x="123349" y="68580"/>
                        <a:pt x="123920" y="68771"/>
                        <a:pt x="124492" y="69342"/>
                      </a:cubicBezTo>
                      <a:cubicBezTo>
                        <a:pt x="125349" y="70390"/>
                        <a:pt x="125825" y="70866"/>
                        <a:pt x="126016" y="70866"/>
                      </a:cubicBezTo>
                      <a:lnTo>
                        <a:pt x="126016" y="67056"/>
                      </a:lnTo>
                      <a:cubicBezTo>
                        <a:pt x="125825" y="65532"/>
                        <a:pt x="126397" y="64484"/>
                        <a:pt x="127635" y="64008"/>
                      </a:cubicBezTo>
                      <a:cubicBezTo>
                        <a:pt x="128778" y="64865"/>
                        <a:pt x="129540" y="65246"/>
                        <a:pt x="129730" y="65246"/>
                      </a:cubicBezTo>
                      <a:cubicBezTo>
                        <a:pt x="129730" y="63532"/>
                        <a:pt x="130112" y="62579"/>
                        <a:pt x="131064" y="62484"/>
                      </a:cubicBezTo>
                      <a:cubicBezTo>
                        <a:pt x="131731" y="62103"/>
                        <a:pt x="132969" y="62675"/>
                        <a:pt x="134970" y="64008"/>
                      </a:cubicBezTo>
                      <a:cubicBezTo>
                        <a:pt x="135064" y="64579"/>
                        <a:pt x="134779" y="65246"/>
                        <a:pt x="133921" y="66104"/>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 name="Google Shape;977;p99"/>
                <p:cNvSpPr/>
                <p:nvPr/>
              </p:nvSpPr>
              <p:spPr>
                <a:xfrm>
                  <a:off x="8348090" y="2987230"/>
                  <a:ext cx="202310" cy="242030"/>
                </a:xfrm>
                <a:custGeom>
                  <a:avLst/>
                  <a:gdLst/>
                  <a:ahLst/>
                  <a:cxnLst/>
                  <a:rect l="l" t="t" r="r" b="b"/>
                  <a:pathLst>
                    <a:path w="202310" h="242030" extrusionOk="0">
                      <a:moveTo>
                        <a:pt x="157829" y="197263"/>
                      </a:moveTo>
                      <a:cubicBezTo>
                        <a:pt x="157163" y="199835"/>
                        <a:pt x="156782" y="202216"/>
                        <a:pt x="156782" y="204502"/>
                      </a:cubicBezTo>
                      <a:cubicBezTo>
                        <a:pt x="156782" y="207931"/>
                        <a:pt x="157639" y="211836"/>
                        <a:pt x="159353" y="216313"/>
                      </a:cubicBezTo>
                      <a:cubicBezTo>
                        <a:pt x="161830" y="221837"/>
                        <a:pt x="163163" y="225457"/>
                        <a:pt x="163449" y="227171"/>
                      </a:cubicBezTo>
                      <a:cubicBezTo>
                        <a:pt x="164306" y="228219"/>
                        <a:pt x="164782" y="229267"/>
                        <a:pt x="164782" y="230219"/>
                      </a:cubicBezTo>
                      <a:cubicBezTo>
                        <a:pt x="164782" y="231362"/>
                        <a:pt x="164020" y="232886"/>
                        <a:pt x="162401" y="234601"/>
                      </a:cubicBezTo>
                      <a:cubicBezTo>
                        <a:pt x="160115" y="237268"/>
                        <a:pt x="158877" y="238696"/>
                        <a:pt x="158591" y="239268"/>
                      </a:cubicBezTo>
                      <a:cubicBezTo>
                        <a:pt x="156876" y="238982"/>
                        <a:pt x="154972" y="238792"/>
                        <a:pt x="152876" y="238792"/>
                      </a:cubicBezTo>
                      <a:cubicBezTo>
                        <a:pt x="150781" y="238792"/>
                        <a:pt x="147733" y="238982"/>
                        <a:pt x="143637" y="239459"/>
                      </a:cubicBezTo>
                      <a:cubicBezTo>
                        <a:pt x="139541" y="239935"/>
                        <a:pt x="136589" y="240125"/>
                        <a:pt x="134684" y="240125"/>
                      </a:cubicBezTo>
                      <a:cubicBezTo>
                        <a:pt x="127445" y="240125"/>
                        <a:pt x="122206" y="237839"/>
                        <a:pt x="118967" y="233458"/>
                      </a:cubicBezTo>
                      <a:cubicBezTo>
                        <a:pt x="120015" y="231172"/>
                        <a:pt x="120491" y="229171"/>
                        <a:pt x="120491" y="227267"/>
                      </a:cubicBezTo>
                      <a:cubicBezTo>
                        <a:pt x="120491" y="224504"/>
                        <a:pt x="119063" y="221456"/>
                        <a:pt x="116110" y="218027"/>
                      </a:cubicBezTo>
                      <a:cubicBezTo>
                        <a:pt x="112014" y="213360"/>
                        <a:pt x="109633" y="210312"/>
                        <a:pt x="108871" y="208788"/>
                      </a:cubicBezTo>
                      <a:cubicBezTo>
                        <a:pt x="108014" y="208407"/>
                        <a:pt x="107061" y="208312"/>
                        <a:pt x="106013" y="208312"/>
                      </a:cubicBezTo>
                      <a:cubicBezTo>
                        <a:pt x="104680" y="208312"/>
                        <a:pt x="102298" y="208693"/>
                        <a:pt x="99060" y="209455"/>
                      </a:cubicBezTo>
                      <a:cubicBezTo>
                        <a:pt x="95821" y="210217"/>
                        <a:pt x="93440" y="210693"/>
                        <a:pt x="92107" y="210693"/>
                      </a:cubicBezTo>
                      <a:cubicBezTo>
                        <a:pt x="88678" y="210693"/>
                        <a:pt x="86487" y="209169"/>
                        <a:pt x="85439" y="206026"/>
                      </a:cubicBezTo>
                      <a:lnTo>
                        <a:pt x="83439" y="206026"/>
                      </a:lnTo>
                      <a:cubicBezTo>
                        <a:pt x="83439" y="204883"/>
                        <a:pt x="83153" y="203263"/>
                        <a:pt x="82677" y="201263"/>
                      </a:cubicBezTo>
                      <a:cubicBezTo>
                        <a:pt x="82201" y="199263"/>
                        <a:pt x="81915" y="197929"/>
                        <a:pt x="81915" y="197263"/>
                      </a:cubicBezTo>
                      <a:cubicBezTo>
                        <a:pt x="81915" y="195929"/>
                        <a:pt x="82391" y="194786"/>
                        <a:pt x="83439" y="193929"/>
                      </a:cubicBezTo>
                      <a:cubicBezTo>
                        <a:pt x="82582" y="192786"/>
                        <a:pt x="82201" y="191548"/>
                        <a:pt x="82201" y="190310"/>
                      </a:cubicBezTo>
                      <a:cubicBezTo>
                        <a:pt x="82201" y="189262"/>
                        <a:pt x="82582" y="187738"/>
                        <a:pt x="83439" y="185833"/>
                      </a:cubicBezTo>
                      <a:cubicBezTo>
                        <a:pt x="84296" y="183833"/>
                        <a:pt x="84677" y="182404"/>
                        <a:pt x="84677" y="181356"/>
                      </a:cubicBezTo>
                      <a:cubicBezTo>
                        <a:pt x="84677" y="180689"/>
                        <a:pt x="84487" y="179927"/>
                        <a:pt x="84201" y="179070"/>
                      </a:cubicBezTo>
                      <a:cubicBezTo>
                        <a:pt x="85725" y="176498"/>
                        <a:pt x="90297" y="175165"/>
                        <a:pt x="97822" y="174974"/>
                      </a:cubicBezTo>
                      <a:cubicBezTo>
                        <a:pt x="104680" y="174784"/>
                        <a:pt x="108109" y="173641"/>
                        <a:pt x="108109" y="171355"/>
                      </a:cubicBezTo>
                      <a:cubicBezTo>
                        <a:pt x="108109" y="170021"/>
                        <a:pt x="107156" y="167926"/>
                        <a:pt x="105251" y="165163"/>
                      </a:cubicBezTo>
                      <a:lnTo>
                        <a:pt x="108871" y="165163"/>
                      </a:lnTo>
                      <a:cubicBezTo>
                        <a:pt x="108680" y="166497"/>
                        <a:pt x="109157" y="168116"/>
                        <a:pt x="110204" y="170021"/>
                      </a:cubicBezTo>
                      <a:cubicBezTo>
                        <a:pt x="110680" y="169450"/>
                        <a:pt x="111061" y="168116"/>
                        <a:pt x="111157" y="165926"/>
                      </a:cubicBezTo>
                      <a:cubicBezTo>
                        <a:pt x="111347" y="164211"/>
                        <a:pt x="112300" y="163259"/>
                        <a:pt x="114014" y="163068"/>
                      </a:cubicBezTo>
                      <a:lnTo>
                        <a:pt x="110871" y="160020"/>
                      </a:lnTo>
                      <a:lnTo>
                        <a:pt x="114014" y="159258"/>
                      </a:lnTo>
                      <a:lnTo>
                        <a:pt x="111728" y="157258"/>
                      </a:lnTo>
                      <a:cubicBezTo>
                        <a:pt x="111728" y="157258"/>
                        <a:pt x="112490" y="157734"/>
                        <a:pt x="112966" y="157734"/>
                      </a:cubicBezTo>
                      <a:cubicBezTo>
                        <a:pt x="113633" y="157734"/>
                        <a:pt x="114585" y="157353"/>
                        <a:pt x="115919" y="156591"/>
                      </a:cubicBezTo>
                      <a:cubicBezTo>
                        <a:pt x="117253" y="155829"/>
                        <a:pt x="118110" y="155448"/>
                        <a:pt x="118586" y="155448"/>
                      </a:cubicBezTo>
                      <a:cubicBezTo>
                        <a:pt x="119443" y="155448"/>
                        <a:pt x="120015" y="156305"/>
                        <a:pt x="120110" y="158020"/>
                      </a:cubicBezTo>
                      <a:cubicBezTo>
                        <a:pt x="119634" y="158020"/>
                        <a:pt x="117539" y="158687"/>
                        <a:pt x="113919" y="160115"/>
                      </a:cubicBezTo>
                      <a:cubicBezTo>
                        <a:pt x="114109" y="160306"/>
                        <a:pt x="115443" y="161163"/>
                        <a:pt x="118015" y="162687"/>
                      </a:cubicBezTo>
                      <a:cubicBezTo>
                        <a:pt x="119539" y="163735"/>
                        <a:pt x="120301" y="164783"/>
                        <a:pt x="120301" y="165830"/>
                      </a:cubicBezTo>
                      <a:cubicBezTo>
                        <a:pt x="120301" y="166306"/>
                        <a:pt x="120301" y="166878"/>
                        <a:pt x="120015" y="167354"/>
                      </a:cubicBezTo>
                      <a:cubicBezTo>
                        <a:pt x="120872" y="166878"/>
                        <a:pt x="121444" y="165926"/>
                        <a:pt x="121920" y="164497"/>
                      </a:cubicBezTo>
                      <a:cubicBezTo>
                        <a:pt x="122206" y="163068"/>
                        <a:pt x="122111" y="162116"/>
                        <a:pt x="121634" y="161354"/>
                      </a:cubicBezTo>
                      <a:lnTo>
                        <a:pt x="124968" y="158020"/>
                      </a:lnTo>
                      <a:lnTo>
                        <a:pt x="118015" y="151543"/>
                      </a:lnTo>
                      <a:lnTo>
                        <a:pt x="118776" y="150304"/>
                      </a:lnTo>
                      <a:cubicBezTo>
                        <a:pt x="118300" y="149638"/>
                        <a:pt x="117634" y="149257"/>
                        <a:pt x="116967" y="149257"/>
                      </a:cubicBezTo>
                      <a:cubicBezTo>
                        <a:pt x="116586" y="149257"/>
                        <a:pt x="115824" y="149733"/>
                        <a:pt x="114776" y="150590"/>
                      </a:cubicBezTo>
                      <a:cubicBezTo>
                        <a:pt x="113633" y="151447"/>
                        <a:pt x="112586" y="151829"/>
                        <a:pt x="111538" y="151543"/>
                      </a:cubicBezTo>
                      <a:cubicBezTo>
                        <a:pt x="111157" y="151447"/>
                        <a:pt x="108966" y="151257"/>
                        <a:pt x="104870" y="151257"/>
                      </a:cubicBezTo>
                      <a:cubicBezTo>
                        <a:pt x="102489" y="151257"/>
                        <a:pt x="101155" y="149638"/>
                        <a:pt x="100965" y="146399"/>
                      </a:cubicBezTo>
                      <a:cubicBezTo>
                        <a:pt x="99632" y="145923"/>
                        <a:pt x="98965" y="144875"/>
                        <a:pt x="98965" y="143351"/>
                      </a:cubicBezTo>
                      <a:cubicBezTo>
                        <a:pt x="98965" y="142685"/>
                        <a:pt x="99155" y="141542"/>
                        <a:pt x="99441" y="140018"/>
                      </a:cubicBezTo>
                      <a:cubicBezTo>
                        <a:pt x="99726" y="138494"/>
                        <a:pt x="99917" y="137255"/>
                        <a:pt x="99917" y="136398"/>
                      </a:cubicBezTo>
                      <a:cubicBezTo>
                        <a:pt x="99917" y="134207"/>
                        <a:pt x="98584" y="132874"/>
                        <a:pt x="95821" y="132588"/>
                      </a:cubicBezTo>
                      <a:cubicBezTo>
                        <a:pt x="95345" y="131731"/>
                        <a:pt x="95059" y="130683"/>
                        <a:pt x="95059" y="129540"/>
                      </a:cubicBezTo>
                      <a:cubicBezTo>
                        <a:pt x="95059" y="129064"/>
                        <a:pt x="95155" y="128206"/>
                        <a:pt x="95345" y="127063"/>
                      </a:cubicBezTo>
                      <a:cubicBezTo>
                        <a:pt x="95441" y="125921"/>
                        <a:pt x="95631" y="125159"/>
                        <a:pt x="95631" y="124682"/>
                      </a:cubicBezTo>
                      <a:cubicBezTo>
                        <a:pt x="95631" y="122968"/>
                        <a:pt x="94774" y="121634"/>
                        <a:pt x="93059" y="120587"/>
                      </a:cubicBezTo>
                      <a:lnTo>
                        <a:pt x="90201" y="119825"/>
                      </a:lnTo>
                      <a:cubicBezTo>
                        <a:pt x="91535" y="118110"/>
                        <a:pt x="92297" y="116300"/>
                        <a:pt x="92297" y="114395"/>
                      </a:cubicBezTo>
                      <a:cubicBezTo>
                        <a:pt x="92297" y="112681"/>
                        <a:pt x="91726" y="110585"/>
                        <a:pt x="90488" y="107918"/>
                      </a:cubicBezTo>
                      <a:cubicBezTo>
                        <a:pt x="89440" y="106013"/>
                        <a:pt x="88392" y="104108"/>
                        <a:pt x="87344" y="102013"/>
                      </a:cubicBezTo>
                      <a:cubicBezTo>
                        <a:pt x="88202" y="101537"/>
                        <a:pt x="88773" y="100775"/>
                        <a:pt x="88964" y="99727"/>
                      </a:cubicBezTo>
                      <a:cubicBezTo>
                        <a:pt x="89154" y="98584"/>
                        <a:pt x="88582" y="97631"/>
                        <a:pt x="87344" y="97155"/>
                      </a:cubicBezTo>
                      <a:lnTo>
                        <a:pt x="83248" y="97917"/>
                      </a:lnTo>
                      <a:lnTo>
                        <a:pt x="82201" y="90678"/>
                      </a:lnTo>
                      <a:cubicBezTo>
                        <a:pt x="80772" y="91059"/>
                        <a:pt x="80105" y="92012"/>
                        <a:pt x="80010" y="93726"/>
                      </a:cubicBezTo>
                      <a:cubicBezTo>
                        <a:pt x="79915" y="95441"/>
                        <a:pt x="79057" y="96584"/>
                        <a:pt x="77343" y="97060"/>
                      </a:cubicBezTo>
                      <a:cubicBezTo>
                        <a:pt x="77724" y="98108"/>
                        <a:pt x="77819" y="99060"/>
                        <a:pt x="77819" y="99917"/>
                      </a:cubicBezTo>
                      <a:cubicBezTo>
                        <a:pt x="77819" y="101441"/>
                        <a:pt x="77152" y="103632"/>
                        <a:pt x="75724" y="106299"/>
                      </a:cubicBezTo>
                      <a:cubicBezTo>
                        <a:pt x="74390" y="109061"/>
                        <a:pt x="73723" y="111919"/>
                        <a:pt x="74009" y="114776"/>
                      </a:cubicBezTo>
                      <a:cubicBezTo>
                        <a:pt x="71438" y="116205"/>
                        <a:pt x="69914" y="118491"/>
                        <a:pt x="69628" y="121729"/>
                      </a:cubicBezTo>
                      <a:cubicBezTo>
                        <a:pt x="69152" y="126302"/>
                        <a:pt x="68675" y="128969"/>
                        <a:pt x="68389" y="129445"/>
                      </a:cubicBezTo>
                      <a:cubicBezTo>
                        <a:pt x="67533" y="129254"/>
                        <a:pt x="66389" y="130493"/>
                        <a:pt x="65056" y="133064"/>
                      </a:cubicBezTo>
                      <a:cubicBezTo>
                        <a:pt x="63436" y="136303"/>
                        <a:pt x="61913" y="138494"/>
                        <a:pt x="60389" y="139446"/>
                      </a:cubicBezTo>
                      <a:cubicBezTo>
                        <a:pt x="60389" y="139827"/>
                        <a:pt x="61055" y="140779"/>
                        <a:pt x="62484" y="142304"/>
                      </a:cubicBezTo>
                      <a:lnTo>
                        <a:pt x="64294" y="140208"/>
                      </a:lnTo>
                      <a:cubicBezTo>
                        <a:pt x="64294" y="140208"/>
                        <a:pt x="64770" y="140589"/>
                        <a:pt x="64770" y="140970"/>
                      </a:cubicBezTo>
                      <a:cubicBezTo>
                        <a:pt x="64770" y="141446"/>
                        <a:pt x="64389" y="142399"/>
                        <a:pt x="63627" y="143732"/>
                      </a:cubicBezTo>
                      <a:cubicBezTo>
                        <a:pt x="62865" y="145066"/>
                        <a:pt x="62484" y="146018"/>
                        <a:pt x="62484" y="146304"/>
                      </a:cubicBezTo>
                      <a:cubicBezTo>
                        <a:pt x="61150" y="148209"/>
                        <a:pt x="60389" y="149162"/>
                        <a:pt x="60389" y="149352"/>
                      </a:cubicBezTo>
                      <a:lnTo>
                        <a:pt x="62484" y="151352"/>
                      </a:lnTo>
                      <a:cubicBezTo>
                        <a:pt x="62960" y="150495"/>
                        <a:pt x="63532" y="150114"/>
                        <a:pt x="64294" y="150114"/>
                      </a:cubicBezTo>
                      <a:lnTo>
                        <a:pt x="64294" y="152114"/>
                      </a:lnTo>
                      <a:cubicBezTo>
                        <a:pt x="63627" y="151829"/>
                        <a:pt x="62960" y="151638"/>
                        <a:pt x="62484" y="151638"/>
                      </a:cubicBezTo>
                      <a:cubicBezTo>
                        <a:pt x="61150" y="151638"/>
                        <a:pt x="60007" y="153353"/>
                        <a:pt x="59436" y="156781"/>
                      </a:cubicBezTo>
                      <a:cubicBezTo>
                        <a:pt x="58579" y="160687"/>
                        <a:pt x="57531" y="163163"/>
                        <a:pt x="56292" y="163925"/>
                      </a:cubicBezTo>
                      <a:cubicBezTo>
                        <a:pt x="57341" y="164783"/>
                        <a:pt x="58102" y="166592"/>
                        <a:pt x="58674" y="169450"/>
                      </a:cubicBezTo>
                      <a:cubicBezTo>
                        <a:pt x="59245" y="172212"/>
                        <a:pt x="60484" y="174022"/>
                        <a:pt x="62579" y="174688"/>
                      </a:cubicBezTo>
                      <a:cubicBezTo>
                        <a:pt x="63532" y="174022"/>
                        <a:pt x="66008" y="173736"/>
                        <a:pt x="69723" y="173927"/>
                      </a:cubicBezTo>
                      <a:cubicBezTo>
                        <a:pt x="72961" y="173927"/>
                        <a:pt x="74866" y="173450"/>
                        <a:pt x="75342" y="172688"/>
                      </a:cubicBezTo>
                      <a:cubicBezTo>
                        <a:pt x="75533" y="174593"/>
                        <a:pt x="76105" y="178689"/>
                        <a:pt x="77152" y="185071"/>
                      </a:cubicBezTo>
                      <a:cubicBezTo>
                        <a:pt x="78010" y="190024"/>
                        <a:pt x="78391" y="194024"/>
                        <a:pt x="78391" y="197168"/>
                      </a:cubicBezTo>
                      <a:cubicBezTo>
                        <a:pt x="78391" y="202025"/>
                        <a:pt x="77629" y="206597"/>
                        <a:pt x="76105" y="210788"/>
                      </a:cubicBezTo>
                      <a:cubicBezTo>
                        <a:pt x="73723" y="211455"/>
                        <a:pt x="69628" y="211741"/>
                        <a:pt x="64103" y="211550"/>
                      </a:cubicBezTo>
                      <a:cubicBezTo>
                        <a:pt x="58484" y="211360"/>
                        <a:pt x="54293" y="212027"/>
                        <a:pt x="51435" y="213646"/>
                      </a:cubicBezTo>
                      <a:lnTo>
                        <a:pt x="52673" y="214408"/>
                      </a:lnTo>
                      <a:cubicBezTo>
                        <a:pt x="48577" y="215455"/>
                        <a:pt x="46101" y="218408"/>
                        <a:pt x="45434" y="223456"/>
                      </a:cubicBezTo>
                      <a:cubicBezTo>
                        <a:pt x="45053" y="227552"/>
                        <a:pt x="44672" y="231553"/>
                        <a:pt x="44101" y="235553"/>
                      </a:cubicBezTo>
                      <a:cubicBezTo>
                        <a:pt x="42863" y="239459"/>
                        <a:pt x="39434" y="241268"/>
                        <a:pt x="33528" y="240697"/>
                      </a:cubicBezTo>
                      <a:cubicBezTo>
                        <a:pt x="33051" y="241554"/>
                        <a:pt x="32385" y="242030"/>
                        <a:pt x="31432" y="242030"/>
                      </a:cubicBezTo>
                      <a:cubicBezTo>
                        <a:pt x="30766" y="242030"/>
                        <a:pt x="29527" y="241649"/>
                        <a:pt x="27908" y="240697"/>
                      </a:cubicBezTo>
                      <a:cubicBezTo>
                        <a:pt x="26194" y="239839"/>
                        <a:pt x="25051" y="239363"/>
                        <a:pt x="24289" y="239268"/>
                      </a:cubicBezTo>
                      <a:cubicBezTo>
                        <a:pt x="23526" y="239173"/>
                        <a:pt x="22384" y="239078"/>
                        <a:pt x="21050" y="239078"/>
                      </a:cubicBezTo>
                      <a:cubicBezTo>
                        <a:pt x="19812" y="239078"/>
                        <a:pt x="18002" y="239268"/>
                        <a:pt x="15621" y="239554"/>
                      </a:cubicBezTo>
                      <a:cubicBezTo>
                        <a:pt x="13240" y="239935"/>
                        <a:pt x="11430" y="240125"/>
                        <a:pt x="10287" y="240125"/>
                      </a:cubicBezTo>
                      <a:cubicBezTo>
                        <a:pt x="4953" y="240125"/>
                        <a:pt x="1810" y="238411"/>
                        <a:pt x="762" y="234982"/>
                      </a:cubicBezTo>
                      <a:cubicBezTo>
                        <a:pt x="285" y="233458"/>
                        <a:pt x="0" y="231934"/>
                        <a:pt x="0" y="230600"/>
                      </a:cubicBezTo>
                      <a:cubicBezTo>
                        <a:pt x="0" y="228505"/>
                        <a:pt x="858" y="225647"/>
                        <a:pt x="2667" y="222123"/>
                      </a:cubicBezTo>
                      <a:cubicBezTo>
                        <a:pt x="4382" y="218504"/>
                        <a:pt x="4953" y="215455"/>
                        <a:pt x="4476" y="212884"/>
                      </a:cubicBezTo>
                      <a:cubicBezTo>
                        <a:pt x="7429" y="212027"/>
                        <a:pt x="8858" y="210026"/>
                        <a:pt x="8858" y="206883"/>
                      </a:cubicBezTo>
                      <a:cubicBezTo>
                        <a:pt x="8858" y="206407"/>
                        <a:pt x="8763" y="205645"/>
                        <a:pt x="8573" y="204597"/>
                      </a:cubicBezTo>
                      <a:lnTo>
                        <a:pt x="8573" y="201930"/>
                      </a:lnTo>
                      <a:cubicBezTo>
                        <a:pt x="8573" y="200216"/>
                        <a:pt x="8954" y="198882"/>
                        <a:pt x="9620" y="197834"/>
                      </a:cubicBezTo>
                      <a:cubicBezTo>
                        <a:pt x="12382" y="196787"/>
                        <a:pt x="13716" y="194881"/>
                        <a:pt x="13716" y="192214"/>
                      </a:cubicBezTo>
                      <a:cubicBezTo>
                        <a:pt x="13716" y="191357"/>
                        <a:pt x="13525" y="189929"/>
                        <a:pt x="13145" y="188119"/>
                      </a:cubicBezTo>
                      <a:cubicBezTo>
                        <a:pt x="12859" y="186214"/>
                        <a:pt x="12668" y="184785"/>
                        <a:pt x="12668" y="183737"/>
                      </a:cubicBezTo>
                      <a:cubicBezTo>
                        <a:pt x="12668" y="180880"/>
                        <a:pt x="13907" y="178689"/>
                        <a:pt x="16573" y="177260"/>
                      </a:cubicBezTo>
                      <a:cubicBezTo>
                        <a:pt x="16193" y="176117"/>
                        <a:pt x="16097" y="174974"/>
                        <a:pt x="16097" y="173927"/>
                      </a:cubicBezTo>
                      <a:cubicBezTo>
                        <a:pt x="16097" y="171736"/>
                        <a:pt x="17145" y="168973"/>
                        <a:pt x="19145" y="165735"/>
                      </a:cubicBezTo>
                      <a:cubicBezTo>
                        <a:pt x="21241" y="162496"/>
                        <a:pt x="22193" y="159925"/>
                        <a:pt x="22193" y="158210"/>
                      </a:cubicBezTo>
                      <a:cubicBezTo>
                        <a:pt x="22193" y="156686"/>
                        <a:pt x="21717" y="155067"/>
                        <a:pt x="20669" y="153257"/>
                      </a:cubicBezTo>
                      <a:cubicBezTo>
                        <a:pt x="23526" y="149828"/>
                        <a:pt x="25622" y="144780"/>
                        <a:pt x="26861" y="138017"/>
                      </a:cubicBezTo>
                      <a:cubicBezTo>
                        <a:pt x="27527" y="132874"/>
                        <a:pt x="28099" y="127730"/>
                        <a:pt x="28670" y="122492"/>
                      </a:cubicBezTo>
                      <a:cubicBezTo>
                        <a:pt x="31432" y="121348"/>
                        <a:pt x="33147" y="118301"/>
                        <a:pt x="34004" y="113538"/>
                      </a:cubicBezTo>
                      <a:cubicBezTo>
                        <a:pt x="34766" y="108680"/>
                        <a:pt x="36290" y="105537"/>
                        <a:pt x="38481" y="104013"/>
                      </a:cubicBezTo>
                      <a:cubicBezTo>
                        <a:pt x="37719" y="102489"/>
                        <a:pt x="37433" y="100775"/>
                        <a:pt x="37433" y="98870"/>
                      </a:cubicBezTo>
                      <a:cubicBezTo>
                        <a:pt x="37433" y="97155"/>
                        <a:pt x="37719" y="94869"/>
                        <a:pt x="38385" y="92202"/>
                      </a:cubicBezTo>
                      <a:cubicBezTo>
                        <a:pt x="38958" y="89440"/>
                        <a:pt x="39243" y="87725"/>
                        <a:pt x="39243" y="87059"/>
                      </a:cubicBezTo>
                      <a:cubicBezTo>
                        <a:pt x="41339" y="85916"/>
                        <a:pt x="42386" y="84296"/>
                        <a:pt x="42386" y="82391"/>
                      </a:cubicBezTo>
                      <a:lnTo>
                        <a:pt x="42386" y="79248"/>
                      </a:lnTo>
                      <a:cubicBezTo>
                        <a:pt x="42386" y="76676"/>
                        <a:pt x="43720" y="74486"/>
                        <a:pt x="46482" y="72771"/>
                      </a:cubicBezTo>
                      <a:cubicBezTo>
                        <a:pt x="45148" y="70390"/>
                        <a:pt x="45148" y="66104"/>
                        <a:pt x="46482" y="60103"/>
                      </a:cubicBezTo>
                      <a:cubicBezTo>
                        <a:pt x="50482" y="59436"/>
                        <a:pt x="51911" y="56769"/>
                        <a:pt x="51149" y="52102"/>
                      </a:cubicBezTo>
                      <a:cubicBezTo>
                        <a:pt x="50102" y="46577"/>
                        <a:pt x="50197" y="43339"/>
                        <a:pt x="51340" y="42291"/>
                      </a:cubicBezTo>
                      <a:cubicBezTo>
                        <a:pt x="56102" y="36767"/>
                        <a:pt x="59912" y="34004"/>
                        <a:pt x="62865" y="34004"/>
                      </a:cubicBezTo>
                      <a:cubicBezTo>
                        <a:pt x="64961" y="34004"/>
                        <a:pt x="66770" y="35052"/>
                        <a:pt x="68294" y="37052"/>
                      </a:cubicBezTo>
                      <a:cubicBezTo>
                        <a:pt x="68770" y="36671"/>
                        <a:pt x="69056" y="35814"/>
                        <a:pt x="69056" y="34195"/>
                      </a:cubicBezTo>
                      <a:cubicBezTo>
                        <a:pt x="69532" y="33909"/>
                        <a:pt x="70199" y="33623"/>
                        <a:pt x="70866" y="33623"/>
                      </a:cubicBezTo>
                      <a:cubicBezTo>
                        <a:pt x="71533" y="33623"/>
                        <a:pt x="72771" y="33814"/>
                        <a:pt x="74390" y="34290"/>
                      </a:cubicBezTo>
                      <a:cubicBezTo>
                        <a:pt x="76009" y="34766"/>
                        <a:pt x="77152" y="34957"/>
                        <a:pt x="77819" y="34957"/>
                      </a:cubicBezTo>
                      <a:cubicBezTo>
                        <a:pt x="79915" y="34957"/>
                        <a:pt x="81343" y="34004"/>
                        <a:pt x="82201" y="32099"/>
                      </a:cubicBezTo>
                      <a:cubicBezTo>
                        <a:pt x="83058" y="32766"/>
                        <a:pt x="84773" y="34004"/>
                        <a:pt x="87344" y="35719"/>
                      </a:cubicBezTo>
                      <a:cubicBezTo>
                        <a:pt x="88011" y="34385"/>
                        <a:pt x="89059" y="33623"/>
                        <a:pt x="90488" y="33623"/>
                      </a:cubicBezTo>
                      <a:cubicBezTo>
                        <a:pt x="91345" y="33623"/>
                        <a:pt x="92678" y="33909"/>
                        <a:pt x="94679" y="34481"/>
                      </a:cubicBezTo>
                      <a:cubicBezTo>
                        <a:pt x="96679" y="35147"/>
                        <a:pt x="98203" y="35433"/>
                        <a:pt x="99441" y="35433"/>
                      </a:cubicBezTo>
                      <a:cubicBezTo>
                        <a:pt x="100298" y="35433"/>
                        <a:pt x="101060" y="35243"/>
                        <a:pt x="101822" y="34957"/>
                      </a:cubicBezTo>
                      <a:cubicBezTo>
                        <a:pt x="104013" y="36290"/>
                        <a:pt x="106299" y="37814"/>
                        <a:pt x="108490" y="39338"/>
                      </a:cubicBezTo>
                      <a:cubicBezTo>
                        <a:pt x="110680" y="40862"/>
                        <a:pt x="111823" y="42958"/>
                        <a:pt x="111823" y="45529"/>
                      </a:cubicBezTo>
                      <a:cubicBezTo>
                        <a:pt x="111823" y="46196"/>
                        <a:pt x="111728" y="46958"/>
                        <a:pt x="111538" y="47816"/>
                      </a:cubicBezTo>
                      <a:lnTo>
                        <a:pt x="115919" y="47054"/>
                      </a:lnTo>
                      <a:cubicBezTo>
                        <a:pt x="115252" y="49244"/>
                        <a:pt x="114871" y="51626"/>
                        <a:pt x="114871" y="54007"/>
                      </a:cubicBezTo>
                      <a:cubicBezTo>
                        <a:pt x="114871" y="59150"/>
                        <a:pt x="116777" y="65056"/>
                        <a:pt x="120777" y="71723"/>
                      </a:cubicBezTo>
                      <a:lnTo>
                        <a:pt x="115919" y="73723"/>
                      </a:lnTo>
                      <a:lnTo>
                        <a:pt x="120777" y="75533"/>
                      </a:lnTo>
                      <a:cubicBezTo>
                        <a:pt x="120110" y="75343"/>
                        <a:pt x="118682" y="76010"/>
                        <a:pt x="116681" y="77629"/>
                      </a:cubicBezTo>
                      <a:lnTo>
                        <a:pt x="116681" y="78677"/>
                      </a:lnTo>
                      <a:cubicBezTo>
                        <a:pt x="118015" y="78200"/>
                        <a:pt x="120396" y="78486"/>
                        <a:pt x="123634" y="79724"/>
                      </a:cubicBezTo>
                      <a:lnTo>
                        <a:pt x="120015" y="85344"/>
                      </a:lnTo>
                      <a:cubicBezTo>
                        <a:pt x="124016" y="90106"/>
                        <a:pt x="127445" y="92583"/>
                        <a:pt x="130493" y="92583"/>
                      </a:cubicBezTo>
                      <a:lnTo>
                        <a:pt x="130493" y="94583"/>
                      </a:lnTo>
                      <a:cubicBezTo>
                        <a:pt x="129350" y="92869"/>
                        <a:pt x="128397" y="92202"/>
                        <a:pt x="127730" y="92583"/>
                      </a:cubicBezTo>
                      <a:cubicBezTo>
                        <a:pt x="127064" y="94964"/>
                        <a:pt x="126682" y="97536"/>
                        <a:pt x="126682" y="100298"/>
                      </a:cubicBezTo>
                      <a:cubicBezTo>
                        <a:pt x="126682" y="105918"/>
                        <a:pt x="128016" y="110300"/>
                        <a:pt x="130493" y="113157"/>
                      </a:cubicBezTo>
                      <a:cubicBezTo>
                        <a:pt x="129826" y="113824"/>
                        <a:pt x="129445" y="114491"/>
                        <a:pt x="129445" y="115157"/>
                      </a:cubicBezTo>
                      <a:cubicBezTo>
                        <a:pt x="129445" y="115824"/>
                        <a:pt x="130111" y="116777"/>
                        <a:pt x="131445" y="118015"/>
                      </a:cubicBezTo>
                      <a:cubicBezTo>
                        <a:pt x="132683" y="119253"/>
                        <a:pt x="133350" y="120205"/>
                        <a:pt x="133350" y="121158"/>
                      </a:cubicBezTo>
                      <a:cubicBezTo>
                        <a:pt x="133350" y="121634"/>
                        <a:pt x="133064" y="122301"/>
                        <a:pt x="132588" y="122968"/>
                      </a:cubicBezTo>
                      <a:lnTo>
                        <a:pt x="135731" y="124301"/>
                      </a:lnTo>
                      <a:cubicBezTo>
                        <a:pt x="137446" y="134017"/>
                        <a:pt x="138589" y="140018"/>
                        <a:pt x="139065" y="142018"/>
                      </a:cubicBezTo>
                      <a:cubicBezTo>
                        <a:pt x="140589" y="148685"/>
                        <a:pt x="142684" y="154400"/>
                        <a:pt x="145542" y="158972"/>
                      </a:cubicBezTo>
                      <a:cubicBezTo>
                        <a:pt x="143446" y="162401"/>
                        <a:pt x="144113" y="165068"/>
                        <a:pt x="147542" y="166973"/>
                      </a:cubicBezTo>
                      <a:cubicBezTo>
                        <a:pt x="147161" y="175546"/>
                        <a:pt x="148495" y="181451"/>
                        <a:pt x="151352" y="184690"/>
                      </a:cubicBezTo>
                      <a:cubicBezTo>
                        <a:pt x="151352" y="192977"/>
                        <a:pt x="153352" y="197072"/>
                        <a:pt x="157543" y="197263"/>
                      </a:cubicBezTo>
                      <a:close/>
                      <a:moveTo>
                        <a:pt x="8858" y="36957"/>
                      </a:moveTo>
                      <a:lnTo>
                        <a:pt x="6858" y="39053"/>
                      </a:lnTo>
                      <a:lnTo>
                        <a:pt x="4000" y="35719"/>
                      </a:lnTo>
                      <a:lnTo>
                        <a:pt x="8858" y="36957"/>
                      </a:lnTo>
                      <a:close/>
                      <a:moveTo>
                        <a:pt x="13240" y="75533"/>
                      </a:moveTo>
                      <a:lnTo>
                        <a:pt x="14764" y="80391"/>
                      </a:lnTo>
                      <a:lnTo>
                        <a:pt x="10954" y="86582"/>
                      </a:lnTo>
                      <a:lnTo>
                        <a:pt x="13240" y="75533"/>
                      </a:lnTo>
                      <a:close/>
                      <a:moveTo>
                        <a:pt x="16573" y="52578"/>
                      </a:moveTo>
                      <a:cubicBezTo>
                        <a:pt x="16573" y="52578"/>
                        <a:pt x="15430" y="53340"/>
                        <a:pt x="14001" y="54673"/>
                      </a:cubicBezTo>
                      <a:lnTo>
                        <a:pt x="13240" y="51816"/>
                      </a:lnTo>
                      <a:lnTo>
                        <a:pt x="16573" y="52578"/>
                      </a:lnTo>
                      <a:close/>
                      <a:moveTo>
                        <a:pt x="38767" y="57721"/>
                      </a:moveTo>
                      <a:cubicBezTo>
                        <a:pt x="37529" y="54959"/>
                        <a:pt x="35243" y="53912"/>
                        <a:pt x="31814" y="54578"/>
                      </a:cubicBezTo>
                      <a:lnTo>
                        <a:pt x="31052" y="55626"/>
                      </a:lnTo>
                      <a:cubicBezTo>
                        <a:pt x="31052" y="53912"/>
                        <a:pt x="31528" y="53054"/>
                        <a:pt x="32575" y="53054"/>
                      </a:cubicBezTo>
                      <a:cubicBezTo>
                        <a:pt x="32766" y="53054"/>
                        <a:pt x="33718" y="53340"/>
                        <a:pt x="35433" y="53816"/>
                      </a:cubicBezTo>
                      <a:cubicBezTo>
                        <a:pt x="36766" y="54197"/>
                        <a:pt x="37909" y="54197"/>
                        <a:pt x="38767" y="53816"/>
                      </a:cubicBezTo>
                      <a:lnTo>
                        <a:pt x="38767" y="57721"/>
                      </a:lnTo>
                      <a:close/>
                      <a:moveTo>
                        <a:pt x="34576" y="141065"/>
                      </a:moveTo>
                      <a:lnTo>
                        <a:pt x="34576" y="136208"/>
                      </a:lnTo>
                      <a:lnTo>
                        <a:pt x="33814" y="136208"/>
                      </a:lnTo>
                      <a:lnTo>
                        <a:pt x="33814" y="141065"/>
                      </a:lnTo>
                      <a:lnTo>
                        <a:pt x="34576" y="141065"/>
                      </a:lnTo>
                      <a:close/>
                      <a:moveTo>
                        <a:pt x="48768" y="61817"/>
                      </a:moveTo>
                      <a:lnTo>
                        <a:pt x="54388" y="58674"/>
                      </a:lnTo>
                      <a:lnTo>
                        <a:pt x="53626" y="55626"/>
                      </a:lnTo>
                      <a:lnTo>
                        <a:pt x="48768" y="61817"/>
                      </a:lnTo>
                      <a:close/>
                      <a:moveTo>
                        <a:pt x="54388" y="97346"/>
                      </a:moveTo>
                      <a:lnTo>
                        <a:pt x="59341" y="98584"/>
                      </a:lnTo>
                      <a:lnTo>
                        <a:pt x="58579" y="97346"/>
                      </a:lnTo>
                      <a:lnTo>
                        <a:pt x="54388" y="97346"/>
                      </a:lnTo>
                      <a:close/>
                      <a:moveTo>
                        <a:pt x="58579" y="92488"/>
                      </a:moveTo>
                      <a:lnTo>
                        <a:pt x="60674" y="91440"/>
                      </a:lnTo>
                      <a:lnTo>
                        <a:pt x="58579" y="89440"/>
                      </a:lnTo>
                      <a:lnTo>
                        <a:pt x="58579" y="92583"/>
                      </a:lnTo>
                      <a:close/>
                      <a:moveTo>
                        <a:pt x="60674" y="49721"/>
                      </a:moveTo>
                      <a:lnTo>
                        <a:pt x="63722" y="48959"/>
                      </a:lnTo>
                      <a:lnTo>
                        <a:pt x="59341" y="47625"/>
                      </a:lnTo>
                      <a:lnTo>
                        <a:pt x="60579" y="49625"/>
                      </a:lnTo>
                      <a:close/>
                      <a:moveTo>
                        <a:pt x="61436" y="17812"/>
                      </a:moveTo>
                      <a:lnTo>
                        <a:pt x="62770" y="20860"/>
                      </a:lnTo>
                      <a:lnTo>
                        <a:pt x="60674" y="20860"/>
                      </a:lnTo>
                      <a:lnTo>
                        <a:pt x="61436" y="17812"/>
                      </a:lnTo>
                      <a:close/>
                      <a:moveTo>
                        <a:pt x="70675" y="10858"/>
                      </a:moveTo>
                      <a:cubicBezTo>
                        <a:pt x="69342" y="10287"/>
                        <a:pt x="68675" y="9335"/>
                        <a:pt x="68675" y="7715"/>
                      </a:cubicBezTo>
                      <a:lnTo>
                        <a:pt x="68675" y="4096"/>
                      </a:lnTo>
                      <a:lnTo>
                        <a:pt x="75629" y="0"/>
                      </a:lnTo>
                      <a:cubicBezTo>
                        <a:pt x="75629" y="667"/>
                        <a:pt x="74771" y="1524"/>
                        <a:pt x="72961" y="2381"/>
                      </a:cubicBezTo>
                      <a:cubicBezTo>
                        <a:pt x="71151" y="3334"/>
                        <a:pt x="70295" y="4191"/>
                        <a:pt x="70295" y="5144"/>
                      </a:cubicBezTo>
                      <a:cubicBezTo>
                        <a:pt x="70295" y="5620"/>
                        <a:pt x="70771" y="6382"/>
                        <a:pt x="71628" y="7239"/>
                      </a:cubicBezTo>
                      <a:cubicBezTo>
                        <a:pt x="72009" y="8287"/>
                        <a:pt x="71628" y="9430"/>
                        <a:pt x="70866" y="10858"/>
                      </a:cubicBezTo>
                      <a:close/>
                      <a:moveTo>
                        <a:pt x="77629" y="24003"/>
                      </a:moveTo>
                      <a:lnTo>
                        <a:pt x="79439" y="24003"/>
                      </a:lnTo>
                      <a:lnTo>
                        <a:pt x="76391" y="29146"/>
                      </a:lnTo>
                      <a:lnTo>
                        <a:pt x="77629" y="24003"/>
                      </a:lnTo>
                      <a:close/>
                      <a:moveTo>
                        <a:pt x="77629" y="59817"/>
                      </a:moveTo>
                      <a:lnTo>
                        <a:pt x="77629" y="56769"/>
                      </a:lnTo>
                      <a:lnTo>
                        <a:pt x="76391" y="56769"/>
                      </a:lnTo>
                      <a:lnTo>
                        <a:pt x="76391" y="59817"/>
                      </a:lnTo>
                      <a:lnTo>
                        <a:pt x="77629" y="59817"/>
                      </a:lnTo>
                      <a:close/>
                      <a:moveTo>
                        <a:pt x="90488" y="19907"/>
                      </a:moveTo>
                      <a:lnTo>
                        <a:pt x="90488" y="24003"/>
                      </a:lnTo>
                      <a:lnTo>
                        <a:pt x="87630" y="17050"/>
                      </a:lnTo>
                      <a:cubicBezTo>
                        <a:pt x="89535" y="17050"/>
                        <a:pt x="90488" y="18002"/>
                        <a:pt x="90488" y="19907"/>
                      </a:cubicBezTo>
                      <a:close/>
                      <a:moveTo>
                        <a:pt x="95345" y="57721"/>
                      </a:moveTo>
                      <a:lnTo>
                        <a:pt x="101251" y="55626"/>
                      </a:lnTo>
                      <a:lnTo>
                        <a:pt x="98203" y="55626"/>
                      </a:lnTo>
                      <a:lnTo>
                        <a:pt x="95345" y="57721"/>
                      </a:lnTo>
                      <a:close/>
                      <a:moveTo>
                        <a:pt x="95345" y="77534"/>
                      </a:moveTo>
                      <a:lnTo>
                        <a:pt x="96108" y="74486"/>
                      </a:lnTo>
                      <a:lnTo>
                        <a:pt x="95345" y="73723"/>
                      </a:lnTo>
                      <a:lnTo>
                        <a:pt x="95345" y="77629"/>
                      </a:lnTo>
                      <a:close/>
                      <a:moveTo>
                        <a:pt x="104108" y="158782"/>
                      </a:moveTo>
                      <a:cubicBezTo>
                        <a:pt x="104108" y="158782"/>
                        <a:pt x="104966" y="159068"/>
                        <a:pt x="106204" y="159544"/>
                      </a:cubicBezTo>
                      <a:lnTo>
                        <a:pt x="106966" y="158782"/>
                      </a:lnTo>
                      <a:lnTo>
                        <a:pt x="104108" y="155924"/>
                      </a:lnTo>
                      <a:lnTo>
                        <a:pt x="108299" y="157448"/>
                      </a:lnTo>
                      <a:cubicBezTo>
                        <a:pt x="106013" y="159734"/>
                        <a:pt x="104680" y="160782"/>
                        <a:pt x="104108" y="160782"/>
                      </a:cubicBezTo>
                      <a:lnTo>
                        <a:pt x="104108" y="158687"/>
                      </a:lnTo>
                      <a:close/>
                      <a:moveTo>
                        <a:pt x="111823" y="109156"/>
                      </a:moveTo>
                      <a:cubicBezTo>
                        <a:pt x="113729" y="108299"/>
                        <a:pt x="114491" y="106680"/>
                        <a:pt x="114109" y="104299"/>
                      </a:cubicBezTo>
                      <a:cubicBezTo>
                        <a:pt x="111538" y="104966"/>
                        <a:pt x="110300" y="106394"/>
                        <a:pt x="110300" y="108395"/>
                      </a:cubicBezTo>
                      <a:cubicBezTo>
                        <a:pt x="110966" y="109061"/>
                        <a:pt x="111443" y="109347"/>
                        <a:pt x="111823" y="109156"/>
                      </a:cubicBezTo>
                      <a:close/>
                      <a:moveTo>
                        <a:pt x="114109" y="70295"/>
                      </a:moveTo>
                      <a:lnTo>
                        <a:pt x="110966" y="70295"/>
                      </a:lnTo>
                      <a:lnTo>
                        <a:pt x="111728" y="77534"/>
                      </a:lnTo>
                      <a:lnTo>
                        <a:pt x="114014" y="70295"/>
                      </a:lnTo>
                      <a:close/>
                      <a:moveTo>
                        <a:pt x="114109" y="96488"/>
                      </a:moveTo>
                      <a:cubicBezTo>
                        <a:pt x="113729" y="95821"/>
                        <a:pt x="113538" y="95250"/>
                        <a:pt x="113538" y="94679"/>
                      </a:cubicBezTo>
                      <a:cubicBezTo>
                        <a:pt x="113538" y="93250"/>
                        <a:pt x="114491" y="92678"/>
                        <a:pt x="116395" y="92678"/>
                      </a:cubicBezTo>
                      <a:lnTo>
                        <a:pt x="118205" y="92393"/>
                      </a:lnTo>
                      <a:lnTo>
                        <a:pt x="118205" y="91345"/>
                      </a:lnTo>
                      <a:cubicBezTo>
                        <a:pt x="117729" y="91250"/>
                        <a:pt x="117157" y="91059"/>
                        <a:pt x="116681" y="91059"/>
                      </a:cubicBezTo>
                      <a:cubicBezTo>
                        <a:pt x="115443" y="91059"/>
                        <a:pt x="114395" y="91630"/>
                        <a:pt x="113252" y="92869"/>
                      </a:cubicBezTo>
                      <a:cubicBezTo>
                        <a:pt x="112300" y="94107"/>
                        <a:pt x="111728" y="95345"/>
                        <a:pt x="111728" y="96488"/>
                      </a:cubicBezTo>
                      <a:lnTo>
                        <a:pt x="114014" y="96488"/>
                      </a:lnTo>
                      <a:close/>
                      <a:moveTo>
                        <a:pt x="115158" y="139732"/>
                      </a:moveTo>
                      <a:cubicBezTo>
                        <a:pt x="115158" y="139732"/>
                        <a:pt x="115538" y="138875"/>
                        <a:pt x="116205" y="137636"/>
                      </a:cubicBezTo>
                      <a:cubicBezTo>
                        <a:pt x="115158" y="137446"/>
                        <a:pt x="114491" y="137636"/>
                        <a:pt x="114300" y="138398"/>
                      </a:cubicBezTo>
                      <a:cubicBezTo>
                        <a:pt x="114014" y="139065"/>
                        <a:pt x="113633" y="139541"/>
                        <a:pt x="113157" y="139732"/>
                      </a:cubicBezTo>
                      <a:lnTo>
                        <a:pt x="115252" y="139732"/>
                      </a:lnTo>
                      <a:close/>
                      <a:moveTo>
                        <a:pt x="116205" y="29813"/>
                      </a:moveTo>
                      <a:lnTo>
                        <a:pt x="118205" y="27813"/>
                      </a:lnTo>
                      <a:lnTo>
                        <a:pt x="115158" y="24956"/>
                      </a:lnTo>
                      <a:lnTo>
                        <a:pt x="116967" y="22860"/>
                      </a:lnTo>
                      <a:lnTo>
                        <a:pt x="120301" y="29051"/>
                      </a:lnTo>
                      <a:lnTo>
                        <a:pt x="116205" y="29813"/>
                      </a:lnTo>
                      <a:close/>
                      <a:moveTo>
                        <a:pt x="128778" y="155924"/>
                      </a:moveTo>
                      <a:lnTo>
                        <a:pt x="128778" y="152495"/>
                      </a:lnTo>
                      <a:cubicBezTo>
                        <a:pt x="128778" y="152495"/>
                        <a:pt x="128397" y="152971"/>
                        <a:pt x="126682" y="153829"/>
                      </a:cubicBezTo>
                      <a:cubicBezTo>
                        <a:pt x="126111" y="153448"/>
                        <a:pt x="125635" y="152876"/>
                        <a:pt x="124968" y="152019"/>
                      </a:cubicBezTo>
                      <a:cubicBezTo>
                        <a:pt x="124396" y="151162"/>
                        <a:pt x="123920" y="150781"/>
                        <a:pt x="123539" y="150781"/>
                      </a:cubicBezTo>
                      <a:cubicBezTo>
                        <a:pt x="123063" y="150781"/>
                        <a:pt x="122396" y="151162"/>
                        <a:pt x="121729" y="151829"/>
                      </a:cubicBezTo>
                      <a:lnTo>
                        <a:pt x="128683" y="155924"/>
                      </a:lnTo>
                      <a:close/>
                      <a:moveTo>
                        <a:pt x="134969" y="154686"/>
                      </a:moveTo>
                      <a:cubicBezTo>
                        <a:pt x="134969" y="154686"/>
                        <a:pt x="135350" y="154496"/>
                        <a:pt x="134969" y="154114"/>
                      </a:cubicBezTo>
                      <a:lnTo>
                        <a:pt x="133921" y="147733"/>
                      </a:lnTo>
                      <a:cubicBezTo>
                        <a:pt x="133159" y="148400"/>
                        <a:pt x="132874" y="149066"/>
                        <a:pt x="132874" y="149733"/>
                      </a:cubicBezTo>
                      <a:cubicBezTo>
                        <a:pt x="132874" y="149257"/>
                        <a:pt x="133635" y="150686"/>
                        <a:pt x="134969" y="154114"/>
                      </a:cubicBezTo>
                      <a:lnTo>
                        <a:pt x="134969" y="154686"/>
                      </a:lnTo>
                      <a:close/>
                      <a:moveTo>
                        <a:pt x="146495" y="762"/>
                      </a:moveTo>
                      <a:lnTo>
                        <a:pt x="146495" y="3048"/>
                      </a:lnTo>
                      <a:lnTo>
                        <a:pt x="142875" y="3048"/>
                      </a:lnTo>
                      <a:lnTo>
                        <a:pt x="146495" y="762"/>
                      </a:lnTo>
                      <a:close/>
                      <a:moveTo>
                        <a:pt x="148590" y="41910"/>
                      </a:moveTo>
                      <a:lnTo>
                        <a:pt x="145732" y="44768"/>
                      </a:lnTo>
                      <a:lnTo>
                        <a:pt x="148590" y="40672"/>
                      </a:lnTo>
                      <a:lnTo>
                        <a:pt x="148590" y="41910"/>
                      </a:lnTo>
                      <a:close/>
                      <a:moveTo>
                        <a:pt x="163449" y="87249"/>
                      </a:moveTo>
                      <a:lnTo>
                        <a:pt x="161354" y="89345"/>
                      </a:lnTo>
                      <a:lnTo>
                        <a:pt x="159734" y="89345"/>
                      </a:lnTo>
                      <a:lnTo>
                        <a:pt x="163354" y="87249"/>
                      </a:lnTo>
                      <a:close/>
                      <a:moveTo>
                        <a:pt x="162687" y="44005"/>
                      </a:moveTo>
                      <a:cubicBezTo>
                        <a:pt x="162210" y="44387"/>
                        <a:pt x="161830" y="43815"/>
                        <a:pt x="161734" y="42577"/>
                      </a:cubicBezTo>
                      <a:cubicBezTo>
                        <a:pt x="161734" y="41243"/>
                        <a:pt x="161544" y="40672"/>
                        <a:pt x="161354" y="40672"/>
                      </a:cubicBezTo>
                      <a:lnTo>
                        <a:pt x="162687" y="40672"/>
                      </a:lnTo>
                      <a:lnTo>
                        <a:pt x="162687" y="44005"/>
                      </a:lnTo>
                      <a:close/>
                      <a:moveTo>
                        <a:pt x="200216" y="22860"/>
                      </a:moveTo>
                      <a:cubicBezTo>
                        <a:pt x="200120" y="22193"/>
                        <a:pt x="200216" y="21431"/>
                        <a:pt x="200596" y="20669"/>
                      </a:cubicBezTo>
                      <a:cubicBezTo>
                        <a:pt x="201073" y="19907"/>
                        <a:pt x="201549" y="19621"/>
                        <a:pt x="202311" y="19812"/>
                      </a:cubicBezTo>
                      <a:lnTo>
                        <a:pt x="202311" y="22860"/>
                      </a:lnTo>
                      <a:lnTo>
                        <a:pt x="200216" y="22860"/>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 name="Google Shape;978;p99"/>
                <p:cNvSpPr/>
                <p:nvPr/>
              </p:nvSpPr>
              <p:spPr>
                <a:xfrm>
                  <a:off x="8523156" y="2997898"/>
                  <a:ext cx="157166" cy="248792"/>
                </a:xfrm>
                <a:custGeom>
                  <a:avLst/>
                  <a:gdLst/>
                  <a:ahLst/>
                  <a:cxnLst/>
                  <a:rect l="l" t="t" r="r" b="b"/>
                  <a:pathLst>
                    <a:path w="157166" h="248792" extrusionOk="0">
                      <a:moveTo>
                        <a:pt x="142307" y="75248"/>
                      </a:moveTo>
                      <a:cubicBezTo>
                        <a:pt x="146498" y="77248"/>
                        <a:pt x="148879" y="78295"/>
                        <a:pt x="149451" y="78295"/>
                      </a:cubicBezTo>
                      <a:cubicBezTo>
                        <a:pt x="146022" y="82105"/>
                        <a:pt x="144593" y="84868"/>
                        <a:pt x="145069" y="86487"/>
                      </a:cubicBezTo>
                      <a:cubicBezTo>
                        <a:pt x="144688" y="86392"/>
                        <a:pt x="144212" y="86296"/>
                        <a:pt x="143545" y="86296"/>
                      </a:cubicBezTo>
                      <a:cubicBezTo>
                        <a:pt x="142783" y="86296"/>
                        <a:pt x="141640" y="86677"/>
                        <a:pt x="139831" y="87344"/>
                      </a:cubicBezTo>
                      <a:cubicBezTo>
                        <a:pt x="138021" y="88011"/>
                        <a:pt x="136687" y="88392"/>
                        <a:pt x="135830" y="88392"/>
                      </a:cubicBezTo>
                      <a:cubicBezTo>
                        <a:pt x="134306" y="88392"/>
                        <a:pt x="133163" y="87344"/>
                        <a:pt x="132496" y="85344"/>
                      </a:cubicBezTo>
                      <a:cubicBezTo>
                        <a:pt x="132115" y="85820"/>
                        <a:pt x="131735" y="87535"/>
                        <a:pt x="131449" y="90202"/>
                      </a:cubicBezTo>
                      <a:cubicBezTo>
                        <a:pt x="131163" y="92107"/>
                        <a:pt x="130115" y="93440"/>
                        <a:pt x="128400" y="94298"/>
                      </a:cubicBezTo>
                      <a:lnTo>
                        <a:pt x="120400" y="95059"/>
                      </a:lnTo>
                      <a:lnTo>
                        <a:pt x="121638" y="96393"/>
                      </a:lnTo>
                      <a:cubicBezTo>
                        <a:pt x="118019" y="97631"/>
                        <a:pt x="113923" y="98203"/>
                        <a:pt x="109541" y="98203"/>
                      </a:cubicBezTo>
                      <a:lnTo>
                        <a:pt x="110589" y="97155"/>
                      </a:lnTo>
                      <a:cubicBezTo>
                        <a:pt x="110970" y="95250"/>
                        <a:pt x="110208" y="94393"/>
                        <a:pt x="108588" y="94393"/>
                      </a:cubicBezTo>
                      <a:cubicBezTo>
                        <a:pt x="106398" y="94202"/>
                        <a:pt x="105064" y="93821"/>
                        <a:pt x="104683" y="93154"/>
                      </a:cubicBezTo>
                      <a:lnTo>
                        <a:pt x="100588" y="93154"/>
                      </a:lnTo>
                      <a:cubicBezTo>
                        <a:pt x="102588" y="92488"/>
                        <a:pt x="103636" y="91440"/>
                        <a:pt x="103636" y="90011"/>
                      </a:cubicBezTo>
                      <a:cubicBezTo>
                        <a:pt x="103636" y="89535"/>
                        <a:pt x="103350" y="88583"/>
                        <a:pt x="102874" y="87344"/>
                      </a:cubicBezTo>
                      <a:cubicBezTo>
                        <a:pt x="102302" y="86011"/>
                        <a:pt x="102111" y="85153"/>
                        <a:pt x="102111" y="84582"/>
                      </a:cubicBezTo>
                      <a:cubicBezTo>
                        <a:pt x="102111" y="84106"/>
                        <a:pt x="102207" y="83629"/>
                        <a:pt x="102588" y="83344"/>
                      </a:cubicBezTo>
                      <a:lnTo>
                        <a:pt x="98492" y="81820"/>
                      </a:lnTo>
                      <a:cubicBezTo>
                        <a:pt x="98778" y="80962"/>
                        <a:pt x="98969" y="80105"/>
                        <a:pt x="98969" y="79248"/>
                      </a:cubicBezTo>
                      <a:cubicBezTo>
                        <a:pt x="98969" y="77533"/>
                        <a:pt x="97730" y="75819"/>
                        <a:pt x="95158" y="74104"/>
                      </a:cubicBezTo>
                      <a:cubicBezTo>
                        <a:pt x="92015" y="72009"/>
                        <a:pt x="90205" y="70580"/>
                        <a:pt x="89729" y="69723"/>
                      </a:cubicBezTo>
                      <a:cubicBezTo>
                        <a:pt x="88586" y="70294"/>
                        <a:pt x="87538" y="70485"/>
                        <a:pt x="86681" y="70485"/>
                      </a:cubicBezTo>
                      <a:cubicBezTo>
                        <a:pt x="84966" y="70485"/>
                        <a:pt x="83347" y="69342"/>
                        <a:pt x="81633" y="67056"/>
                      </a:cubicBezTo>
                      <a:cubicBezTo>
                        <a:pt x="80013" y="64770"/>
                        <a:pt x="78680" y="63627"/>
                        <a:pt x="77632" y="63627"/>
                      </a:cubicBezTo>
                      <a:cubicBezTo>
                        <a:pt x="76584" y="63627"/>
                        <a:pt x="75346" y="64294"/>
                        <a:pt x="74013" y="65723"/>
                      </a:cubicBezTo>
                      <a:lnTo>
                        <a:pt x="70679" y="62675"/>
                      </a:lnTo>
                      <a:cubicBezTo>
                        <a:pt x="69155" y="64389"/>
                        <a:pt x="66393" y="66103"/>
                        <a:pt x="62583" y="67913"/>
                      </a:cubicBezTo>
                      <a:cubicBezTo>
                        <a:pt x="58677" y="69723"/>
                        <a:pt x="55915" y="72009"/>
                        <a:pt x="54201" y="74676"/>
                      </a:cubicBezTo>
                      <a:cubicBezTo>
                        <a:pt x="53915" y="73819"/>
                        <a:pt x="53343" y="73438"/>
                        <a:pt x="52391" y="73438"/>
                      </a:cubicBezTo>
                      <a:lnTo>
                        <a:pt x="50105" y="73438"/>
                      </a:lnTo>
                      <a:cubicBezTo>
                        <a:pt x="48391" y="75152"/>
                        <a:pt x="46010" y="81439"/>
                        <a:pt x="42866" y="92202"/>
                      </a:cubicBezTo>
                      <a:cubicBezTo>
                        <a:pt x="40485" y="100108"/>
                        <a:pt x="36294" y="104013"/>
                        <a:pt x="30293" y="104013"/>
                      </a:cubicBezTo>
                      <a:cubicBezTo>
                        <a:pt x="28959" y="104013"/>
                        <a:pt x="27436" y="103823"/>
                        <a:pt x="25626" y="103537"/>
                      </a:cubicBezTo>
                      <a:cubicBezTo>
                        <a:pt x="27721" y="103918"/>
                        <a:pt x="30674" y="104489"/>
                        <a:pt x="34675" y="105346"/>
                      </a:cubicBezTo>
                      <a:lnTo>
                        <a:pt x="34389" y="105346"/>
                      </a:lnTo>
                      <a:cubicBezTo>
                        <a:pt x="33722" y="107251"/>
                        <a:pt x="31817" y="108299"/>
                        <a:pt x="28769" y="108490"/>
                      </a:cubicBezTo>
                      <a:lnTo>
                        <a:pt x="21626" y="108490"/>
                      </a:lnTo>
                      <a:cubicBezTo>
                        <a:pt x="20292" y="108680"/>
                        <a:pt x="19149" y="108966"/>
                        <a:pt x="18291" y="109442"/>
                      </a:cubicBezTo>
                      <a:cubicBezTo>
                        <a:pt x="18196" y="110300"/>
                        <a:pt x="18006" y="111061"/>
                        <a:pt x="18006" y="111728"/>
                      </a:cubicBezTo>
                      <a:cubicBezTo>
                        <a:pt x="18006" y="113633"/>
                        <a:pt x="19149" y="114586"/>
                        <a:pt x="21435" y="114586"/>
                      </a:cubicBezTo>
                      <a:cubicBezTo>
                        <a:pt x="21720" y="114586"/>
                        <a:pt x="22292" y="114586"/>
                        <a:pt x="23149" y="114300"/>
                      </a:cubicBezTo>
                      <a:lnTo>
                        <a:pt x="25150" y="114300"/>
                      </a:lnTo>
                      <a:cubicBezTo>
                        <a:pt x="26674" y="114300"/>
                        <a:pt x="27721" y="114586"/>
                        <a:pt x="28293" y="115348"/>
                      </a:cubicBezTo>
                      <a:lnTo>
                        <a:pt x="28293" y="113062"/>
                      </a:lnTo>
                      <a:lnTo>
                        <a:pt x="34484" y="119253"/>
                      </a:lnTo>
                      <a:lnTo>
                        <a:pt x="36103" y="116205"/>
                      </a:lnTo>
                      <a:lnTo>
                        <a:pt x="35342" y="115443"/>
                      </a:lnTo>
                      <a:lnTo>
                        <a:pt x="36103" y="114395"/>
                      </a:lnTo>
                      <a:lnTo>
                        <a:pt x="38389" y="119253"/>
                      </a:lnTo>
                      <a:cubicBezTo>
                        <a:pt x="40390" y="116872"/>
                        <a:pt x="40104" y="114109"/>
                        <a:pt x="37341" y="111061"/>
                      </a:cubicBezTo>
                      <a:cubicBezTo>
                        <a:pt x="38484" y="110871"/>
                        <a:pt x="39818" y="111347"/>
                        <a:pt x="41152" y="112300"/>
                      </a:cubicBezTo>
                      <a:cubicBezTo>
                        <a:pt x="39437" y="113348"/>
                        <a:pt x="39437" y="116872"/>
                        <a:pt x="41152" y="123158"/>
                      </a:cubicBezTo>
                      <a:lnTo>
                        <a:pt x="40390" y="159925"/>
                      </a:lnTo>
                      <a:cubicBezTo>
                        <a:pt x="41819" y="161925"/>
                        <a:pt x="43438" y="166307"/>
                        <a:pt x="45343" y="172784"/>
                      </a:cubicBezTo>
                      <a:cubicBezTo>
                        <a:pt x="53248" y="180308"/>
                        <a:pt x="65536" y="185928"/>
                        <a:pt x="82109" y="189738"/>
                      </a:cubicBezTo>
                      <a:cubicBezTo>
                        <a:pt x="83538" y="186118"/>
                        <a:pt x="86872" y="184023"/>
                        <a:pt x="92396" y="183451"/>
                      </a:cubicBezTo>
                      <a:cubicBezTo>
                        <a:pt x="97826" y="182880"/>
                        <a:pt x="101064" y="180689"/>
                        <a:pt x="101921" y="176975"/>
                      </a:cubicBezTo>
                      <a:cubicBezTo>
                        <a:pt x="102969" y="176498"/>
                        <a:pt x="104112" y="175450"/>
                        <a:pt x="105541" y="174117"/>
                      </a:cubicBezTo>
                      <a:lnTo>
                        <a:pt x="103540" y="170783"/>
                      </a:lnTo>
                      <a:cubicBezTo>
                        <a:pt x="103540" y="170783"/>
                        <a:pt x="105255" y="169831"/>
                        <a:pt x="107636" y="167926"/>
                      </a:cubicBezTo>
                      <a:cubicBezTo>
                        <a:pt x="106493" y="161734"/>
                        <a:pt x="103254" y="158686"/>
                        <a:pt x="98111" y="158686"/>
                      </a:cubicBezTo>
                      <a:cubicBezTo>
                        <a:pt x="96587" y="158686"/>
                        <a:pt x="94015" y="159067"/>
                        <a:pt x="90396" y="159829"/>
                      </a:cubicBezTo>
                      <a:cubicBezTo>
                        <a:pt x="86776" y="160592"/>
                        <a:pt x="84110" y="160973"/>
                        <a:pt x="82490" y="160973"/>
                      </a:cubicBezTo>
                      <a:cubicBezTo>
                        <a:pt x="80871" y="160973"/>
                        <a:pt x="79347" y="160687"/>
                        <a:pt x="78109" y="159925"/>
                      </a:cubicBezTo>
                      <a:lnTo>
                        <a:pt x="70107" y="159925"/>
                      </a:lnTo>
                      <a:cubicBezTo>
                        <a:pt x="70107" y="159925"/>
                        <a:pt x="69631" y="158686"/>
                        <a:pt x="68012" y="157067"/>
                      </a:cubicBezTo>
                      <a:cubicBezTo>
                        <a:pt x="66774" y="158305"/>
                        <a:pt x="65916" y="158877"/>
                        <a:pt x="65440" y="158877"/>
                      </a:cubicBezTo>
                      <a:cubicBezTo>
                        <a:pt x="64964" y="158877"/>
                        <a:pt x="64583" y="158591"/>
                        <a:pt x="64488" y="157829"/>
                      </a:cubicBezTo>
                      <a:cubicBezTo>
                        <a:pt x="62583" y="156496"/>
                        <a:pt x="62011" y="154019"/>
                        <a:pt x="62773" y="150495"/>
                      </a:cubicBezTo>
                      <a:cubicBezTo>
                        <a:pt x="63535" y="146971"/>
                        <a:pt x="63440" y="144494"/>
                        <a:pt x="62392" y="142875"/>
                      </a:cubicBezTo>
                      <a:cubicBezTo>
                        <a:pt x="62392" y="137350"/>
                        <a:pt x="62392" y="134302"/>
                        <a:pt x="62678" y="133636"/>
                      </a:cubicBezTo>
                      <a:cubicBezTo>
                        <a:pt x="63154" y="129921"/>
                        <a:pt x="64774" y="127349"/>
                        <a:pt x="67250" y="125920"/>
                      </a:cubicBezTo>
                      <a:cubicBezTo>
                        <a:pt x="73822" y="124016"/>
                        <a:pt x="81347" y="123063"/>
                        <a:pt x="89920" y="123063"/>
                      </a:cubicBezTo>
                      <a:cubicBezTo>
                        <a:pt x="94111" y="123063"/>
                        <a:pt x="100302" y="123349"/>
                        <a:pt x="108874" y="123825"/>
                      </a:cubicBezTo>
                      <a:cubicBezTo>
                        <a:pt x="117352" y="124396"/>
                        <a:pt x="123829" y="124587"/>
                        <a:pt x="128305" y="124587"/>
                      </a:cubicBezTo>
                      <a:cubicBezTo>
                        <a:pt x="131925" y="124587"/>
                        <a:pt x="135259" y="124492"/>
                        <a:pt x="138402" y="124301"/>
                      </a:cubicBezTo>
                      <a:lnTo>
                        <a:pt x="147641" y="125063"/>
                      </a:lnTo>
                      <a:lnTo>
                        <a:pt x="147641" y="179642"/>
                      </a:lnTo>
                      <a:cubicBezTo>
                        <a:pt x="144879" y="182023"/>
                        <a:pt x="143545" y="183928"/>
                        <a:pt x="143545" y="185357"/>
                      </a:cubicBezTo>
                      <a:cubicBezTo>
                        <a:pt x="143545" y="186214"/>
                        <a:pt x="143926" y="186976"/>
                        <a:pt x="144593" y="187642"/>
                      </a:cubicBezTo>
                      <a:cubicBezTo>
                        <a:pt x="142403" y="192500"/>
                        <a:pt x="137449" y="198215"/>
                        <a:pt x="129639" y="205168"/>
                      </a:cubicBezTo>
                      <a:cubicBezTo>
                        <a:pt x="121257" y="212693"/>
                        <a:pt x="115923" y="218123"/>
                        <a:pt x="113732" y="221361"/>
                      </a:cubicBezTo>
                      <a:cubicBezTo>
                        <a:pt x="112970" y="220885"/>
                        <a:pt x="112303" y="220599"/>
                        <a:pt x="111636" y="220599"/>
                      </a:cubicBezTo>
                      <a:cubicBezTo>
                        <a:pt x="110779" y="220599"/>
                        <a:pt x="109350" y="221361"/>
                        <a:pt x="107541" y="222885"/>
                      </a:cubicBezTo>
                      <a:cubicBezTo>
                        <a:pt x="105636" y="224409"/>
                        <a:pt x="104112" y="225171"/>
                        <a:pt x="102874" y="225171"/>
                      </a:cubicBezTo>
                      <a:cubicBezTo>
                        <a:pt x="93444" y="228124"/>
                        <a:pt x="86491" y="229552"/>
                        <a:pt x="82014" y="229552"/>
                      </a:cubicBezTo>
                      <a:cubicBezTo>
                        <a:pt x="80490" y="229552"/>
                        <a:pt x="78966" y="229552"/>
                        <a:pt x="77442" y="229267"/>
                      </a:cubicBezTo>
                      <a:cubicBezTo>
                        <a:pt x="77061" y="227933"/>
                        <a:pt x="76584" y="227267"/>
                        <a:pt x="75823" y="227267"/>
                      </a:cubicBezTo>
                      <a:cubicBezTo>
                        <a:pt x="75441" y="227267"/>
                        <a:pt x="74870" y="227648"/>
                        <a:pt x="73918" y="228409"/>
                      </a:cubicBezTo>
                      <a:cubicBezTo>
                        <a:pt x="72965" y="229171"/>
                        <a:pt x="72108" y="229552"/>
                        <a:pt x="71441" y="229552"/>
                      </a:cubicBezTo>
                      <a:lnTo>
                        <a:pt x="66774" y="229552"/>
                      </a:lnTo>
                      <a:cubicBezTo>
                        <a:pt x="65060" y="229552"/>
                        <a:pt x="62583" y="228886"/>
                        <a:pt x="59344" y="227648"/>
                      </a:cubicBezTo>
                      <a:cubicBezTo>
                        <a:pt x="56106" y="226314"/>
                        <a:pt x="53725" y="225742"/>
                        <a:pt x="52200" y="225742"/>
                      </a:cubicBezTo>
                      <a:cubicBezTo>
                        <a:pt x="50772" y="225742"/>
                        <a:pt x="49534" y="225933"/>
                        <a:pt x="48295" y="226504"/>
                      </a:cubicBezTo>
                      <a:cubicBezTo>
                        <a:pt x="47819" y="223933"/>
                        <a:pt x="45533" y="222409"/>
                        <a:pt x="41342" y="221933"/>
                      </a:cubicBezTo>
                      <a:cubicBezTo>
                        <a:pt x="37246" y="221551"/>
                        <a:pt x="35056" y="219932"/>
                        <a:pt x="34675" y="217170"/>
                      </a:cubicBezTo>
                      <a:cubicBezTo>
                        <a:pt x="32103" y="214789"/>
                        <a:pt x="29055" y="213836"/>
                        <a:pt x="25721" y="214408"/>
                      </a:cubicBezTo>
                      <a:cubicBezTo>
                        <a:pt x="25911" y="213836"/>
                        <a:pt x="26007" y="213455"/>
                        <a:pt x="26007" y="213074"/>
                      </a:cubicBezTo>
                      <a:cubicBezTo>
                        <a:pt x="26007" y="211741"/>
                        <a:pt x="24578" y="210026"/>
                        <a:pt x="21720" y="207931"/>
                      </a:cubicBezTo>
                      <a:cubicBezTo>
                        <a:pt x="18768" y="205835"/>
                        <a:pt x="17339" y="203930"/>
                        <a:pt x="17339" y="202025"/>
                      </a:cubicBezTo>
                      <a:cubicBezTo>
                        <a:pt x="17339" y="201168"/>
                        <a:pt x="17529" y="200311"/>
                        <a:pt x="17815" y="199453"/>
                      </a:cubicBezTo>
                      <a:cubicBezTo>
                        <a:pt x="8766" y="193643"/>
                        <a:pt x="4195" y="185642"/>
                        <a:pt x="4195" y="175546"/>
                      </a:cubicBezTo>
                      <a:cubicBezTo>
                        <a:pt x="4195" y="173545"/>
                        <a:pt x="4480" y="171545"/>
                        <a:pt x="4957" y="169640"/>
                      </a:cubicBezTo>
                      <a:cubicBezTo>
                        <a:pt x="5433" y="167735"/>
                        <a:pt x="4957" y="165735"/>
                        <a:pt x="3337" y="163449"/>
                      </a:cubicBezTo>
                      <a:cubicBezTo>
                        <a:pt x="1337" y="160877"/>
                        <a:pt x="194" y="158972"/>
                        <a:pt x="4" y="157734"/>
                      </a:cubicBezTo>
                      <a:cubicBezTo>
                        <a:pt x="861" y="151638"/>
                        <a:pt x="956" y="141160"/>
                        <a:pt x="289" y="126397"/>
                      </a:cubicBezTo>
                      <a:cubicBezTo>
                        <a:pt x="-377" y="113062"/>
                        <a:pt x="99" y="102584"/>
                        <a:pt x="1813" y="95250"/>
                      </a:cubicBezTo>
                      <a:cubicBezTo>
                        <a:pt x="3528" y="93059"/>
                        <a:pt x="4575" y="87440"/>
                        <a:pt x="4957" y="78581"/>
                      </a:cubicBezTo>
                      <a:cubicBezTo>
                        <a:pt x="5052" y="71247"/>
                        <a:pt x="7814" y="66199"/>
                        <a:pt x="12862" y="63627"/>
                      </a:cubicBezTo>
                      <a:cubicBezTo>
                        <a:pt x="13529" y="59341"/>
                        <a:pt x="16577" y="54578"/>
                        <a:pt x="21911" y="49530"/>
                      </a:cubicBezTo>
                      <a:cubicBezTo>
                        <a:pt x="23149" y="48292"/>
                        <a:pt x="27912" y="44196"/>
                        <a:pt x="36294" y="37148"/>
                      </a:cubicBezTo>
                      <a:cubicBezTo>
                        <a:pt x="37151" y="37624"/>
                        <a:pt x="38008" y="37909"/>
                        <a:pt x="38866" y="37909"/>
                      </a:cubicBezTo>
                      <a:cubicBezTo>
                        <a:pt x="40104" y="37909"/>
                        <a:pt x="41628" y="36957"/>
                        <a:pt x="43533" y="34957"/>
                      </a:cubicBezTo>
                      <a:cubicBezTo>
                        <a:pt x="45438" y="32957"/>
                        <a:pt x="47153" y="32004"/>
                        <a:pt x="48676" y="32004"/>
                      </a:cubicBezTo>
                      <a:cubicBezTo>
                        <a:pt x="49152" y="32004"/>
                        <a:pt x="49819" y="32099"/>
                        <a:pt x="50486" y="32290"/>
                      </a:cubicBezTo>
                      <a:cubicBezTo>
                        <a:pt x="50201" y="30575"/>
                        <a:pt x="50677" y="29527"/>
                        <a:pt x="52010" y="29146"/>
                      </a:cubicBezTo>
                      <a:cubicBezTo>
                        <a:pt x="53439" y="28765"/>
                        <a:pt x="54677" y="28480"/>
                        <a:pt x="56106" y="28099"/>
                      </a:cubicBezTo>
                      <a:lnTo>
                        <a:pt x="58201" y="30956"/>
                      </a:lnTo>
                      <a:cubicBezTo>
                        <a:pt x="62868" y="26670"/>
                        <a:pt x="68107" y="24575"/>
                        <a:pt x="73918" y="24575"/>
                      </a:cubicBezTo>
                      <a:cubicBezTo>
                        <a:pt x="79728" y="24575"/>
                        <a:pt x="84586" y="27146"/>
                        <a:pt x="88110" y="32290"/>
                      </a:cubicBezTo>
                      <a:lnTo>
                        <a:pt x="90110" y="28194"/>
                      </a:lnTo>
                      <a:cubicBezTo>
                        <a:pt x="93920" y="29051"/>
                        <a:pt x="97920" y="30004"/>
                        <a:pt x="102111" y="31051"/>
                      </a:cubicBezTo>
                      <a:cubicBezTo>
                        <a:pt x="106398" y="32099"/>
                        <a:pt x="110017" y="33718"/>
                        <a:pt x="113065" y="35909"/>
                      </a:cubicBezTo>
                      <a:cubicBezTo>
                        <a:pt x="112779" y="36195"/>
                        <a:pt x="111922" y="36576"/>
                        <a:pt x="110684" y="36957"/>
                      </a:cubicBezTo>
                      <a:cubicBezTo>
                        <a:pt x="109541" y="37243"/>
                        <a:pt x="108874" y="37909"/>
                        <a:pt x="108874" y="38767"/>
                      </a:cubicBezTo>
                      <a:lnTo>
                        <a:pt x="112970" y="38767"/>
                      </a:lnTo>
                      <a:cubicBezTo>
                        <a:pt x="114780" y="38576"/>
                        <a:pt x="115732" y="37624"/>
                        <a:pt x="115732" y="35909"/>
                      </a:cubicBezTo>
                      <a:lnTo>
                        <a:pt x="124781" y="40767"/>
                      </a:lnTo>
                      <a:cubicBezTo>
                        <a:pt x="124400" y="41434"/>
                        <a:pt x="124209" y="42196"/>
                        <a:pt x="124209" y="42862"/>
                      </a:cubicBezTo>
                      <a:cubicBezTo>
                        <a:pt x="124209" y="44386"/>
                        <a:pt x="125352" y="46006"/>
                        <a:pt x="127829" y="47530"/>
                      </a:cubicBezTo>
                      <a:cubicBezTo>
                        <a:pt x="130877" y="49625"/>
                        <a:pt x="132591" y="50673"/>
                        <a:pt x="132687" y="50863"/>
                      </a:cubicBezTo>
                      <a:cubicBezTo>
                        <a:pt x="131925" y="51244"/>
                        <a:pt x="131639" y="52197"/>
                        <a:pt x="131639" y="53721"/>
                      </a:cubicBezTo>
                      <a:lnTo>
                        <a:pt x="135449" y="55721"/>
                      </a:lnTo>
                      <a:cubicBezTo>
                        <a:pt x="136020" y="56959"/>
                        <a:pt x="135449" y="58483"/>
                        <a:pt x="133830" y="60388"/>
                      </a:cubicBezTo>
                      <a:cubicBezTo>
                        <a:pt x="132211" y="62293"/>
                        <a:pt x="131353" y="63436"/>
                        <a:pt x="131353" y="63722"/>
                      </a:cubicBezTo>
                      <a:cubicBezTo>
                        <a:pt x="131353" y="64389"/>
                        <a:pt x="132782" y="64865"/>
                        <a:pt x="135449" y="64960"/>
                      </a:cubicBezTo>
                      <a:lnTo>
                        <a:pt x="136783" y="60579"/>
                      </a:lnTo>
                      <a:cubicBezTo>
                        <a:pt x="136973" y="61627"/>
                        <a:pt x="137830" y="62198"/>
                        <a:pt x="139354" y="62389"/>
                      </a:cubicBezTo>
                      <a:cubicBezTo>
                        <a:pt x="140878" y="62579"/>
                        <a:pt x="141736" y="63436"/>
                        <a:pt x="141736" y="64960"/>
                      </a:cubicBezTo>
                      <a:lnTo>
                        <a:pt x="136878" y="66961"/>
                      </a:lnTo>
                      <a:cubicBezTo>
                        <a:pt x="137354" y="68008"/>
                        <a:pt x="139259" y="68485"/>
                        <a:pt x="142498" y="68485"/>
                      </a:cubicBezTo>
                      <a:lnTo>
                        <a:pt x="143259" y="67723"/>
                      </a:lnTo>
                      <a:cubicBezTo>
                        <a:pt x="143259" y="72390"/>
                        <a:pt x="142974" y="74867"/>
                        <a:pt x="142498" y="75438"/>
                      </a:cubicBezTo>
                      <a:close/>
                      <a:moveTo>
                        <a:pt x="34770" y="105061"/>
                      </a:moveTo>
                      <a:cubicBezTo>
                        <a:pt x="35627" y="104680"/>
                        <a:pt x="36103" y="104775"/>
                        <a:pt x="36294" y="105346"/>
                      </a:cubicBezTo>
                      <a:cubicBezTo>
                        <a:pt x="35913" y="105156"/>
                        <a:pt x="35436" y="105061"/>
                        <a:pt x="34770" y="105061"/>
                      </a:cubicBezTo>
                      <a:close/>
                      <a:moveTo>
                        <a:pt x="40390" y="105823"/>
                      </a:moveTo>
                      <a:cubicBezTo>
                        <a:pt x="39532" y="106680"/>
                        <a:pt x="38866" y="107156"/>
                        <a:pt x="38389" y="107156"/>
                      </a:cubicBezTo>
                      <a:cubicBezTo>
                        <a:pt x="39056" y="107156"/>
                        <a:pt x="38389" y="106585"/>
                        <a:pt x="36389" y="105346"/>
                      </a:cubicBezTo>
                      <a:cubicBezTo>
                        <a:pt x="37437" y="105346"/>
                        <a:pt x="38770" y="105537"/>
                        <a:pt x="40485" y="105823"/>
                      </a:cubicBezTo>
                      <a:close/>
                      <a:moveTo>
                        <a:pt x="80013" y="43529"/>
                      </a:moveTo>
                      <a:lnTo>
                        <a:pt x="82871" y="43529"/>
                      </a:lnTo>
                      <a:cubicBezTo>
                        <a:pt x="82300" y="43243"/>
                        <a:pt x="81823" y="42767"/>
                        <a:pt x="81347" y="42291"/>
                      </a:cubicBezTo>
                      <a:cubicBezTo>
                        <a:pt x="80871" y="41719"/>
                        <a:pt x="80680" y="41148"/>
                        <a:pt x="80871" y="40481"/>
                      </a:cubicBezTo>
                      <a:lnTo>
                        <a:pt x="80109" y="40481"/>
                      </a:lnTo>
                      <a:lnTo>
                        <a:pt x="80109" y="43529"/>
                      </a:lnTo>
                      <a:close/>
                      <a:moveTo>
                        <a:pt x="89062" y="52483"/>
                      </a:moveTo>
                      <a:lnTo>
                        <a:pt x="89062" y="48387"/>
                      </a:lnTo>
                      <a:lnTo>
                        <a:pt x="87062" y="48387"/>
                      </a:lnTo>
                      <a:lnTo>
                        <a:pt x="89062" y="52483"/>
                      </a:lnTo>
                      <a:close/>
                      <a:moveTo>
                        <a:pt x="97826" y="83153"/>
                      </a:moveTo>
                      <a:lnTo>
                        <a:pt x="98587" y="81343"/>
                      </a:lnTo>
                      <a:lnTo>
                        <a:pt x="98587" y="81629"/>
                      </a:lnTo>
                      <a:lnTo>
                        <a:pt x="97826" y="83153"/>
                      </a:lnTo>
                      <a:close/>
                      <a:moveTo>
                        <a:pt x="106874" y="15716"/>
                      </a:moveTo>
                      <a:lnTo>
                        <a:pt x="108684" y="17717"/>
                      </a:lnTo>
                      <a:lnTo>
                        <a:pt x="102778" y="14859"/>
                      </a:lnTo>
                      <a:lnTo>
                        <a:pt x="106874" y="15621"/>
                      </a:lnTo>
                      <a:close/>
                      <a:moveTo>
                        <a:pt x="111732" y="0"/>
                      </a:moveTo>
                      <a:lnTo>
                        <a:pt x="113541" y="0"/>
                      </a:lnTo>
                      <a:lnTo>
                        <a:pt x="110684" y="2762"/>
                      </a:lnTo>
                      <a:lnTo>
                        <a:pt x="111732" y="0"/>
                      </a:lnTo>
                      <a:close/>
                      <a:moveTo>
                        <a:pt x="115542" y="31909"/>
                      </a:moveTo>
                      <a:lnTo>
                        <a:pt x="113541" y="31909"/>
                      </a:lnTo>
                      <a:lnTo>
                        <a:pt x="118399" y="29813"/>
                      </a:lnTo>
                      <a:lnTo>
                        <a:pt x="115542" y="31909"/>
                      </a:lnTo>
                      <a:close/>
                      <a:moveTo>
                        <a:pt x="117637" y="72295"/>
                      </a:moveTo>
                      <a:lnTo>
                        <a:pt x="119638" y="71533"/>
                      </a:lnTo>
                      <a:cubicBezTo>
                        <a:pt x="119161" y="70675"/>
                        <a:pt x="118209" y="70294"/>
                        <a:pt x="116780" y="70294"/>
                      </a:cubicBezTo>
                      <a:lnTo>
                        <a:pt x="117542" y="72390"/>
                      </a:lnTo>
                      <a:close/>
                      <a:moveTo>
                        <a:pt x="127924" y="59436"/>
                      </a:moveTo>
                      <a:cubicBezTo>
                        <a:pt x="128877" y="59626"/>
                        <a:pt x="130020" y="59436"/>
                        <a:pt x="131258" y="58674"/>
                      </a:cubicBezTo>
                      <a:cubicBezTo>
                        <a:pt x="132496" y="58007"/>
                        <a:pt x="132878" y="57531"/>
                        <a:pt x="132591" y="57341"/>
                      </a:cubicBezTo>
                      <a:cubicBezTo>
                        <a:pt x="131544" y="57817"/>
                        <a:pt x="130020" y="58579"/>
                        <a:pt x="127924" y="59436"/>
                      </a:cubicBezTo>
                      <a:cubicBezTo>
                        <a:pt x="127067" y="59436"/>
                        <a:pt x="126210" y="58960"/>
                        <a:pt x="125352" y="58198"/>
                      </a:cubicBezTo>
                      <a:cubicBezTo>
                        <a:pt x="126210" y="59055"/>
                        <a:pt x="127067" y="59436"/>
                        <a:pt x="127924" y="59436"/>
                      </a:cubicBezTo>
                      <a:close/>
                      <a:moveTo>
                        <a:pt x="128400" y="67437"/>
                      </a:moveTo>
                      <a:lnTo>
                        <a:pt x="128400" y="64579"/>
                      </a:lnTo>
                      <a:lnTo>
                        <a:pt x="127638" y="63341"/>
                      </a:lnTo>
                      <a:lnTo>
                        <a:pt x="128400" y="67437"/>
                      </a:lnTo>
                      <a:close/>
                      <a:moveTo>
                        <a:pt x="130496" y="248793"/>
                      </a:moveTo>
                      <a:lnTo>
                        <a:pt x="129448" y="246031"/>
                      </a:lnTo>
                      <a:lnTo>
                        <a:pt x="130496" y="246031"/>
                      </a:lnTo>
                      <a:lnTo>
                        <a:pt x="130496" y="248793"/>
                      </a:lnTo>
                      <a:close/>
                      <a:moveTo>
                        <a:pt x="155166" y="74390"/>
                      </a:moveTo>
                      <a:lnTo>
                        <a:pt x="157166" y="76391"/>
                      </a:lnTo>
                      <a:lnTo>
                        <a:pt x="152308" y="74390"/>
                      </a:lnTo>
                      <a:lnTo>
                        <a:pt x="155070" y="74390"/>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 name="Google Shape;979;p99"/>
                <p:cNvSpPr/>
                <p:nvPr/>
              </p:nvSpPr>
              <p:spPr>
                <a:xfrm>
                  <a:off x="8686704" y="3020187"/>
                  <a:ext cx="159734" cy="209169"/>
                </a:xfrm>
                <a:custGeom>
                  <a:avLst/>
                  <a:gdLst/>
                  <a:ahLst/>
                  <a:cxnLst/>
                  <a:rect l="l" t="t" r="r" b="b"/>
                  <a:pathLst>
                    <a:path w="159734" h="209169" extrusionOk="0">
                      <a:moveTo>
                        <a:pt x="140875" y="167164"/>
                      </a:moveTo>
                      <a:cubicBezTo>
                        <a:pt x="144304" y="169354"/>
                        <a:pt x="146209" y="173069"/>
                        <a:pt x="146495" y="178213"/>
                      </a:cubicBezTo>
                      <a:cubicBezTo>
                        <a:pt x="146685" y="182690"/>
                        <a:pt x="146781" y="187071"/>
                        <a:pt x="146781" y="191357"/>
                      </a:cubicBezTo>
                      <a:cubicBezTo>
                        <a:pt x="146971" y="193834"/>
                        <a:pt x="147352" y="195834"/>
                        <a:pt x="147924" y="197549"/>
                      </a:cubicBezTo>
                      <a:cubicBezTo>
                        <a:pt x="143066" y="205264"/>
                        <a:pt x="134969" y="209169"/>
                        <a:pt x="123730" y="209169"/>
                      </a:cubicBezTo>
                      <a:cubicBezTo>
                        <a:pt x="120491" y="209169"/>
                        <a:pt x="115348" y="208788"/>
                        <a:pt x="108395" y="208121"/>
                      </a:cubicBezTo>
                      <a:cubicBezTo>
                        <a:pt x="101441" y="207454"/>
                        <a:pt x="96298" y="207074"/>
                        <a:pt x="92869" y="207074"/>
                      </a:cubicBezTo>
                      <a:cubicBezTo>
                        <a:pt x="89249" y="207074"/>
                        <a:pt x="86106" y="207169"/>
                        <a:pt x="83344" y="207550"/>
                      </a:cubicBezTo>
                      <a:lnTo>
                        <a:pt x="24670" y="207550"/>
                      </a:lnTo>
                      <a:lnTo>
                        <a:pt x="24670" y="206788"/>
                      </a:lnTo>
                      <a:cubicBezTo>
                        <a:pt x="22670" y="205645"/>
                        <a:pt x="19050" y="205454"/>
                        <a:pt x="13907" y="206311"/>
                      </a:cubicBezTo>
                      <a:cubicBezTo>
                        <a:pt x="8763" y="207169"/>
                        <a:pt x="4763" y="206692"/>
                        <a:pt x="2096" y="204787"/>
                      </a:cubicBezTo>
                      <a:cubicBezTo>
                        <a:pt x="2953" y="180213"/>
                        <a:pt x="3334" y="155924"/>
                        <a:pt x="3334" y="131921"/>
                      </a:cubicBezTo>
                      <a:cubicBezTo>
                        <a:pt x="3334" y="107918"/>
                        <a:pt x="2857" y="83629"/>
                        <a:pt x="2096" y="59150"/>
                      </a:cubicBezTo>
                      <a:cubicBezTo>
                        <a:pt x="3048" y="59817"/>
                        <a:pt x="3810" y="60103"/>
                        <a:pt x="4096" y="59912"/>
                      </a:cubicBezTo>
                      <a:lnTo>
                        <a:pt x="4858" y="59150"/>
                      </a:lnTo>
                      <a:cubicBezTo>
                        <a:pt x="5049" y="58102"/>
                        <a:pt x="4667" y="57341"/>
                        <a:pt x="3620" y="56959"/>
                      </a:cubicBezTo>
                      <a:cubicBezTo>
                        <a:pt x="2572" y="56578"/>
                        <a:pt x="2096" y="56198"/>
                        <a:pt x="2096" y="56102"/>
                      </a:cubicBezTo>
                      <a:cubicBezTo>
                        <a:pt x="2096" y="55721"/>
                        <a:pt x="2477" y="55150"/>
                        <a:pt x="3334" y="54292"/>
                      </a:cubicBezTo>
                      <a:cubicBezTo>
                        <a:pt x="3334" y="55817"/>
                        <a:pt x="3620" y="56769"/>
                        <a:pt x="4096" y="57150"/>
                      </a:cubicBezTo>
                      <a:cubicBezTo>
                        <a:pt x="5810" y="56959"/>
                        <a:pt x="6287" y="56007"/>
                        <a:pt x="5525" y="54197"/>
                      </a:cubicBezTo>
                      <a:cubicBezTo>
                        <a:pt x="4763" y="52387"/>
                        <a:pt x="4953" y="51340"/>
                        <a:pt x="6191" y="50959"/>
                      </a:cubicBezTo>
                      <a:cubicBezTo>
                        <a:pt x="6001" y="51340"/>
                        <a:pt x="5905" y="51625"/>
                        <a:pt x="5905" y="52007"/>
                      </a:cubicBezTo>
                      <a:cubicBezTo>
                        <a:pt x="5905" y="52673"/>
                        <a:pt x="6382" y="53435"/>
                        <a:pt x="7334" y="54197"/>
                      </a:cubicBezTo>
                      <a:cubicBezTo>
                        <a:pt x="8191" y="54959"/>
                        <a:pt x="8763" y="55531"/>
                        <a:pt x="8954" y="55912"/>
                      </a:cubicBezTo>
                      <a:lnTo>
                        <a:pt x="13049" y="55150"/>
                      </a:lnTo>
                      <a:lnTo>
                        <a:pt x="8954" y="52292"/>
                      </a:lnTo>
                      <a:lnTo>
                        <a:pt x="13049" y="50197"/>
                      </a:lnTo>
                      <a:cubicBezTo>
                        <a:pt x="13049" y="50197"/>
                        <a:pt x="11811" y="49054"/>
                        <a:pt x="10001" y="47053"/>
                      </a:cubicBezTo>
                      <a:cubicBezTo>
                        <a:pt x="8573" y="45815"/>
                        <a:pt x="7525" y="45244"/>
                        <a:pt x="6668" y="45244"/>
                      </a:cubicBezTo>
                      <a:cubicBezTo>
                        <a:pt x="5620" y="45244"/>
                        <a:pt x="4763" y="45910"/>
                        <a:pt x="4096" y="47339"/>
                      </a:cubicBezTo>
                      <a:cubicBezTo>
                        <a:pt x="2857" y="46673"/>
                        <a:pt x="2381" y="45910"/>
                        <a:pt x="2381" y="45244"/>
                      </a:cubicBezTo>
                      <a:cubicBezTo>
                        <a:pt x="2381" y="44958"/>
                        <a:pt x="3048" y="44196"/>
                        <a:pt x="4382" y="43053"/>
                      </a:cubicBezTo>
                      <a:cubicBezTo>
                        <a:pt x="5715" y="41910"/>
                        <a:pt x="6382" y="40958"/>
                        <a:pt x="6191" y="40100"/>
                      </a:cubicBezTo>
                      <a:lnTo>
                        <a:pt x="8191" y="42196"/>
                      </a:lnTo>
                      <a:lnTo>
                        <a:pt x="9525" y="40672"/>
                      </a:lnTo>
                      <a:cubicBezTo>
                        <a:pt x="10001" y="41243"/>
                        <a:pt x="10668" y="41434"/>
                        <a:pt x="11335" y="41434"/>
                      </a:cubicBezTo>
                      <a:cubicBezTo>
                        <a:pt x="12192" y="41434"/>
                        <a:pt x="13431" y="40958"/>
                        <a:pt x="15335" y="40100"/>
                      </a:cubicBezTo>
                      <a:cubicBezTo>
                        <a:pt x="17145" y="39243"/>
                        <a:pt x="18479" y="38862"/>
                        <a:pt x="19336" y="38862"/>
                      </a:cubicBezTo>
                      <a:cubicBezTo>
                        <a:pt x="20384" y="38862"/>
                        <a:pt x="21241" y="39338"/>
                        <a:pt x="21907" y="40100"/>
                      </a:cubicBezTo>
                      <a:lnTo>
                        <a:pt x="23146" y="39338"/>
                      </a:lnTo>
                      <a:cubicBezTo>
                        <a:pt x="22956" y="37814"/>
                        <a:pt x="22003" y="36767"/>
                        <a:pt x="20193" y="36100"/>
                      </a:cubicBezTo>
                      <a:cubicBezTo>
                        <a:pt x="18383" y="35528"/>
                        <a:pt x="17336" y="34957"/>
                        <a:pt x="17050" y="34385"/>
                      </a:cubicBezTo>
                      <a:cubicBezTo>
                        <a:pt x="14288" y="34195"/>
                        <a:pt x="10954" y="34195"/>
                        <a:pt x="6953" y="34385"/>
                      </a:cubicBezTo>
                      <a:cubicBezTo>
                        <a:pt x="6572" y="35242"/>
                        <a:pt x="6287" y="35624"/>
                        <a:pt x="5905" y="35624"/>
                      </a:cubicBezTo>
                      <a:cubicBezTo>
                        <a:pt x="5239" y="35147"/>
                        <a:pt x="4763" y="34861"/>
                        <a:pt x="4382" y="34861"/>
                      </a:cubicBezTo>
                      <a:cubicBezTo>
                        <a:pt x="4000" y="34861"/>
                        <a:pt x="3620" y="34861"/>
                        <a:pt x="3334" y="35147"/>
                      </a:cubicBezTo>
                      <a:lnTo>
                        <a:pt x="1238" y="27432"/>
                      </a:lnTo>
                      <a:cubicBezTo>
                        <a:pt x="2667" y="27432"/>
                        <a:pt x="3524" y="27051"/>
                        <a:pt x="4096" y="26099"/>
                      </a:cubicBezTo>
                      <a:cubicBezTo>
                        <a:pt x="4096" y="24575"/>
                        <a:pt x="3429" y="24098"/>
                        <a:pt x="2191" y="24860"/>
                      </a:cubicBezTo>
                      <a:cubicBezTo>
                        <a:pt x="858" y="25527"/>
                        <a:pt x="191" y="25336"/>
                        <a:pt x="0" y="24384"/>
                      </a:cubicBezTo>
                      <a:lnTo>
                        <a:pt x="2096" y="22289"/>
                      </a:lnTo>
                      <a:lnTo>
                        <a:pt x="4096" y="24384"/>
                      </a:lnTo>
                      <a:cubicBezTo>
                        <a:pt x="4667" y="23908"/>
                        <a:pt x="4858" y="22193"/>
                        <a:pt x="4858" y="19431"/>
                      </a:cubicBezTo>
                      <a:cubicBezTo>
                        <a:pt x="4858" y="20098"/>
                        <a:pt x="5334" y="20669"/>
                        <a:pt x="6096" y="20955"/>
                      </a:cubicBezTo>
                      <a:cubicBezTo>
                        <a:pt x="7430" y="19907"/>
                        <a:pt x="8097" y="19050"/>
                        <a:pt x="8097" y="18383"/>
                      </a:cubicBezTo>
                      <a:cubicBezTo>
                        <a:pt x="8097" y="17526"/>
                        <a:pt x="6953" y="16288"/>
                        <a:pt x="4667" y="14668"/>
                      </a:cubicBezTo>
                      <a:cubicBezTo>
                        <a:pt x="2381" y="13049"/>
                        <a:pt x="1143" y="11525"/>
                        <a:pt x="1143" y="10192"/>
                      </a:cubicBezTo>
                      <a:cubicBezTo>
                        <a:pt x="1143" y="8953"/>
                        <a:pt x="1810" y="7715"/>
                        <a:pt x="3239" y="6382"/>
                      </a:cubicBezTo>
                      <a:lnTo>
                        <a:pt x="8097" y="1238"/>
                      </a:lnTo>
                      <a:cubicBezTo>
                        <a:pt x="16955" y="381"/>
                        <a:pt x="26194" y="0"/>
                        <a:pt x="36195" y="0"/>
                      </a:cubicBezTo>
                      <a:cubicBezTo>
                        <a:pt x="45625" y="0"/>
                        <a:pt x="59722" y="476"/>
                        <a:pt x="78677" y="1524"/>
                      </a:cubicBezTo>
                      <a:cubicBezTo>
                        <a:pt x="97536" y="2476"/>
                        <a:pt x="111728" y="3048"/>
                        <a:pt x="121348" y="3048"/>
                      </a:cubicBezTo>
                      <a:cubicBezTo>
                        <a:pt x="128207" y="3048"/>
                        <a:pt x="134779" y="2858"/>
                        <a:pt x="140970" y="2476"/>
                      </a:cubicBezTo>
                      <a:cubicBezTo>
                        <a:pt x="144875" y="5620"/>
                        <a:pt x="146875" y="9716"/>
                        <a:pt x="146875" y="14859"/>
                      </a:cubicBezTo>
                      <a:cubicBezTo>
                        <a:pt x="146875" y="16383"/>
                        <a:pt x="146590" y="19050"/>
                        <a:pt x="146114" y="22860"/>
                      </a:cubicBezTo>
                      <a:cubicBezTo>
                        <a:pt x="145638" y="26670"/>
                        <a:pt x="145352" y="29527"/>
                        <a:pt x="145352" y="31623"/>
                      </a:cubicBezTo>
                      <a:cubicBezTo>
                        <a:pt x="145352" y="33718"/>
                        <a:pt x="145542" y="35528"/>
                        <a:pt x="145828" y="37243"/>
                      </a:cubicBezTo>
                      <a:cubicBezTo>
                        <a:pt x="145828" y="40005"/>
                        <a:pt x="144113" y="41339"/>
                        <a:pt x="140684" y="41339"/>
                      </a:cubicBezTo>
                      <a:cubicBezTo>
                        <a:pt x="140113" y="41339"/>
                        <a:pt x="139255" y="41243"/>
                        <a:pt x="138113" y="41053"/>
                      </a:cubicBezTo>
                      <a:lnTo>
                        <a:pt x="135541" y="41053"/>
                      </a:lnTo>
                      <a:cubicBezTo>
                        <a:pt x="133445" y="41053"/>
                        <a:pt x="131922" y="41339"/>
                        <a:pt x="130873" y="42100"/>
                      </a:cubicBezTo>
                      <a:lnTo>
                        <a:pt x="125254" y="42100"/>
                      </a:lnTo>
                      <a:lnTo>
                        <a:pt x="125254" y="41053"/>
                      </a:lnTo>
                      <a:cubicBezTo>
                        <a:pt x="117348" y="41719"/>
                        <a:pt x="108490" y="42100"/>
                        <a:pt x="98489" y="42100"/>
                      </a:cubicBezTo>
                      <a:cubicBezTo>
                        <a:pt x="92297" y="42291"/>
                        <a:pt x="83344" y="42291"/>
                        <a:pt x="71533" y="42100"/>
                      </a:cubicBezTo>
                      <a:lnTo>
                        <a:pt x="44482" y="42100"/>
                      </a:lnTo>
                      <a:cubicBezTo>
                        <a:pt x="43244" y="45149"/>
                        <a:pt x="42767" y="48673"/>
                        <a:pt x="42767" y="52673"/>
                      </a:cubicBezTo>
                      <a:cubicBezTo>
                        <a:pt x="42767" y="53911"/>
                        <a:pt x="42767" y="55626"/>
                        <a:pt x="43053" y="58102"/>
                      </a:cubicBezTo>
                      <a:lnTo>
                        <a:pt x="43053" y="63817"/>
                      </a:lnTo>
                      <a:cubicBezTo>
                        <a:pt x="43053" y="67627"/>
                        <a:pt x="42577" y="71057"/>
                        <a:pt x="41720" y="74104"/>
                      </a:cubicBezTo>
                      <a:cubicBezTo>
                        <a:pt x="42196" y="76486"/>
                        <a:pt x="42672" y="78867"/>
                        <a:pt x="43053" y="81343"/>
                      </a:cubicBezTo>
                      <a:cubicBezTo>
                        <a:pt x="43910" y="84392"/>
                        <a:pt x="45434" y="86011"/>
                        <a:pt x="47625" y="86011"/>
                      </a:cubicBezTo>
                      <a:cubicBezTo>
                        <a:pt x="48292" y="86011"/>
                        <a:pt x="49054" y="85916"/>
                        <a:pt x="49625" y="85725"/>
                      </a:cubicBezTo>
                      <a:cubicBezTo>
                        <a:pt x="50197" y="85916"/>
                        <a:pt x="50768" y="86011"/>
                        <a:pt x="51435" y="86011"/>
                      </a:cubicBezTo>
                      <a:cubicBezTo>
                        <a:pt x="52102" y="86011"/>
                        <a:pt x="53150" y="85820"/>
                        <a:pt x="54578" y="85439"/>
                      </a:cubicBezTo>
                      <a:cubicBezTo>
                        <a:pt x="56007" y="85058"/>
                        <a:pt x="56865" y="84963"/>
                        <a:pt x="57436" y="84963"/>
                      </a:cubicBezTo>
                      <a:cubicBezTo>
                        <a:pt x="58769" y="84963"/>
                        <a:pt x="59913" y="85630"/>
                        <a:pt x="60770" y="86963"/>
                      </a:cubicBezTo>
                      <a:cubicBezTo>
                        <a:pt x="65437" y="85630"/>
                        <a:pt x="70771" y="84963"/>
                        <a:pt x="77058" y="84963"/>
                      </a:cubicBezTo>
                      <a:cubicBezTo>
                        <a:pt x="80106" y="84963"/>
                        <a:pt x="84582" y="85153"/>
                        <a:pt x="90488" y="85630"/>
                      </a:cubicBezTo>
                      <a:cubicBezTo>
                        <a:pt x="96393" y="86106"/>
                        <a:pt x="100870" y="86297"/>
                        <a:pt x="103727" y="86297"/>
                      </a:cubicBezTo>
                      <a:cubicBezTo>
                        <a:pt x="106585" y="86297"/>
                        <a:pt x="109347" y="86106"/>
                        <a:pt x="111919" y="85820"/>
                      </a:cubicBezTo>
                      <a:cubicBezTo>
                        <a:pt x="113157" y="90107"/>
                        <a:pt x="113633" y="96107"/>
                        <a:pt x="113443" y="103823"/>
                      </a:cubicBezTo>
                      <a:cubicBezTo>
                        <a:pt x="113348" y="112585"/>
                        <a:pt x="113443" y="118586"/>
                        <a:pt x="114015" y="121825"/>
                      </a:cubicBezTo>
                      <a:cubicBezTo>
                        <a:pt x="110395" y="124397"/>
                        <a:pt x="105537" y="125635"/>
                        <a:pt x="99346" y="125635"/>
                      </a:cubicBezTo>
                      <a:cubicBezTo>
                        <a:pt x="96679" y="125635"/>
                        <a:pt x="92869" y="125444"/>
                        <a:pt x="87535" y="124873"/>
                      </a:cubicBezTo>
                      <a:cubicBezTo>
                        <a:pt x="82296" y="124397"/>
                        <a:pt x="78391" y="124111"/>
                        <a:pt x="75629" y="124111"/>
                      </a:cubicBezTo>
                      <a:cubicBezTo>
                        <a:pt x="73057" y="124111"/>
                        <a:pt x="70675" y="124301"/>
                        <a:pt x="68389" y="124587"/>
                      </a:cubicBezTo>
                      <a:lnTo>
                        <a:pt x="68389" y="123253"/>
                      </a:lnTo>
                      <a:cubicBezTo>
                        <a:pt x="67151" y="123444"/>
                        <a:pt x="64580" y="123539"/>
                        <a:pt x="60484" y="123539"/>
                      </a:cubicBezTo>
                      <a:cubicBezTo>
                        <a:pt x="57721" y="123539"/>
                        <a:pt x="55150" y="124111"/>
                        <a:pt x="52769" y="125349"/>
                      </a:cubicBezTo>
                      <a:cubicBezTo>
                        <a:pt x="51911" y="124777"/>
                        <a:pt x="50768" y="124587"/>
                        <a:pt x="49435" y="124587"/>
                      </a:cubicBezTo>
                      <a:cubicBezTo>
                        <a:pt x="47434" y="124777"/>
                        <a:pt x="46197" y="124777"/>
                        <a:pt x="45911" y="124587"/>
                      </a:cubicBezTo>
                      <a:cubicBezTo>
                        <a:pt x="43149" y="125444"/>
                        <a:pt x="41720" y="127635"/>
                        <a:pt x="41720" y="130969"/>
                      </a:cubicBezTo>
                      <a:cubicBezTo>
                        <a:pt x="41720" y="133350"/>
                        <a:pt x="42196" y="135255"/>
                        <a:pt x="43053" y="136684"/>
                      </a:cubicBezTo>
                      <a:cubicBezTo>
                        <a:pt x="39243" y="135636"/>
                        <a:pt x="35909" y="136684"/>
                        <a:pt x="33052" y="139541"/>
                      </a:cubicBezTo>
                      <a:lnTo>
                        <a:pt x="39719" y="138303"/>
                      </a:lnTo>
                      <a:lnTo>
                        <a:pt x="38958" y="139541"/>
                      </a:lnTo>
                      <a:cubicBezTo>
                        <a:pt x="39338" y="140208"/>
                        <a:pt x="39719" y="140589"/>
                        <a:pt x="40291" y="140589"/>
                      </a:cubicBezTo>
                      <a:cubicBezTo>
                        <a:pt x="39910" y="140589"/>
                        <a:pt x="40863" y="139827"/>
                        <a:pt x="43149" y="138303"/>
                      </a:cubicBezTo>
                      <a:cubicBezTo>
                        <a:pt x="43149" y="137636"/>
                        <a:pt x="43053" y="142589"/>
                        <a:pt x="42863" y="153162"/>
                      </a:cubicBezTo>
                      <a:cubicBezTo>
                        <a:pt x="42672" y="159353"/>
                        <a:pt x="43720" y="164116"/>
                        <a:pt x="45911" y="167354"/>
                      </a:cubicBezTo>
                      <a:cubicBezTo>
                        <a:pt x="52197" y="168211"/>
                        <a:pt x="58960" y="168688"/>
                        <a:pt x="65913" y="168688"/>
                      </a:cubicBezTo>
                      <a:cubicBezTo>
                        <a:pt x="71247" y="168688"/>
                        <a:pt x="79057" y="168307"/>
                        <a:pt x="89249" y="167640"/>
                      </a:cubicBezTo>
                      <a:cubicBezTo>
                        <a:pt x="99441" y="166973"/>
                        <a:pt x="107156" y="166592"/>
                        <a:pt x="112300" y="166592"/>
                      </a:cubicBezTo>
                      <a:cubicBezTo>
                        <a:pt x="120015" y="166592"/>
                        <a:pt x="127254" y="167068"/>
                        <a:pt x="133921" y="168116"/>
                      </a:cubicBezTo>
                      <a:cubicBezTo>
                        <a:pt x="135064" y="165449"/>
                        <a:pt x="137446" y="165164"/>
                        <a:pt x="141065" y="167354"/>
                      </a:cubicBezTo>
                      <a:close/>
                      <a:moveTo>
                        <a:pt x="8097" y="38005"/>
                      </a:moveTo>
                      <a:lnTo>
                        <a:pt x="9716" y="40005"/>
                      </a:lnTo>
                      <a:lnTo>
                        <a:pt x="9430" y="40481"/>
                      </a:lnTo>
                      <a:cubicBezTo>
                        <a:pt x="8668" y="39815"/>
                        <a:pt x="8287" y="38957"/>
                        <a:pt x="8097" y="37909"/>
                      </a:cubicBezTo>
                      <a:close/>
                      <a:moveTo>
                        <a:pt x="60865" y="111538"/>
                      </a:moveTo>
                      <a:lnTo>
                        <a:pt x="57817" y="111538"/>
                      </a:lnTo>
                      <a:cubicBezTo>
                        <a:pt x="58293" y="112776"/>
                        <a:pt x="59341" y="112776"/>
                        <a:pt x="60865" y="111538"/>
                      </a:cubicBezTo>
                      <a:lnTo>
                        <a:pt x="62199" y="111538"/>
                      </a:lnTo>
                      <a:cubicBezTo>
                        <a:pt x="62199" y="111538"/>
                        <a:pt x="62675" y="112490"/>
                        <a:pt x="62675" y="113348"/>
                      </a:cubicBezTo>
                      <a:lnTo>
                        <a:pt x="66294" y="111538"/>
                      </a:lnTo>
                      <a:cubicBezTo>
                        <a:pt x="67151" y="112395"/>
                        <a:pt x="67628" y="112967"/>
                        <a:pt x="67628" y="113348"/>
                      </a:cubicBezTo>
                      <a:lnTo>
                        <a:pt x="71438" y="113348"/>
                      </a:lnTo>
                      <a:lnTo>
                        <a:pt x="71438" y="111538"/>
                      </a:lnTo>
                      <a:lnTo>
                        <a:pt x="62199" y="111538"/>
                      </a:lnTo>
                      <a:cubicBezTo>
                        <a:pt x="62199" y="111538"/>
                        <a:pt x="61436" y="111157"/>
                        <a:pt x="60865" y="111538"/>
                      </a:cubicBezTo>
                      <a:close/>
                      <a:moveTo>
                        <a:pt x="111062" y="14573"/>
                      </a:moveTo>
                      <a:lnTo>
                        <a:pt x="108966" y="13335"/>
                      </a:lnTo>
                      <a:lnTo>
                        <a:pt x="111062" y="17431"/>
                      </a:lnTo>
                      <a:lnTo>
                        <a:pt x="111062" y="14573"/>
                      </a:lnTo>
                      <a:close/>
                      <a:moveTo>
                        <a:pt x="158687" y="181070"/>
                      </a:moveTo>
                      <a:lnTo>
                        <a:pt x="159734" y="181070"/>
                      </a:lnTo>
                      <a:lnTo>
                        <a:pt x="156591" y="182880"/>
                      </a:lnTo>
                      <a:lnTo>
                        <a:pt x="158687" y="181070"/>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0" name="Google Shape;980;p99"/>
              <p:cNvGrpSpPr/>
              <p:nvPr/>
            </p:nvGrpSpPr>
            <p:grpSpPr>
              <a:xfrm>
                <a:off x="9786264" y="3676079"/>
                <a:ext cx="508064" cy="123919"/>
                <a:chOff x="4532946" y="1394174"/>
                <a:chExt cx="508064" cy="123919"/>
              </a:xfrm>
            </p:grpSpPr>
            <p:sp>
              <p:nvSpPr>
                <p:cNvPr id="981" name="Google Shape;981;p99"/>
                <p:cNvSpPr/>
                <p:nvPr/>
              </p:nvSpPr>
              <p:spPr>
                <a:xfrm>
                  <a:off x="4532946" y="1400232"/>
                  <a:ext cx="95821" cy="109098"/>
                </a:xfrm>
                <a:custGeom>
                  <a:avLst/>
                  <a:gdLst/>
                  <a:ahLst/>
                  <a:cxnLst/>
                  <a:rect l="l" t="t" r="r" b="b"/>
                  <a:pathLst>
                    <a:path w="95821" h="109098" extrusionOk="0">
                      <a:moveTo>
                        <a:pt x="381" y="46615"/>
                      </a:moveTo>
                      <a:lnTo>
                        <a:pt x="0" y="44805"/>
                      </a:lnTo>
                      <a:lnTo>
                        <a:pt x="953" y="46138"/>
                      </a:lnTo>
                      <a:lnTo>
                        <a:pt x="381" y="46615"/>
                      </a:lnTo>
                      <a:close/>
                      <a:moveTo>
                        <a:pt x="7525" y="60712"/>
                      </a:moveTo>
                      <a:cubicBezTo>
                        <a:pt x="7525" y="60712"/>
                        <a:pt x="8382" y="60902"/>
                        <a:pt x="9049" y="61378"/>
                      </a:cubicBezTo>
                      <a:lnTo>
                        <a:pt x="7525" y="62331"/>
                      </a:lnTo>
                      <a:lnTo>
                        <a:pt x="7525" y="60712"/>
                      </a:lnTo>
                      <a:close/>
                      <a:moveTo>
                        <a:pt x="10859" y="27279"/>
                      </a:moveTo>
                      <a:cubicBezTo>
                        <a:pt x="10859" y="27279"/>
                        <a:pt x="10096" y="27946"/>
                        <a:pt x="9906" y="27946"/>
                      </a:cubicBezTo>
                      <a:cubicBezTo>
                        <a:pt x="9716" y="27946"/>
                        <a:pt x="9525" y="27660"/>
                        <a:pt x="9335" y="26993"/>
                      </a:cubicBezTo>
                      <a:lnTo>
                        <a:pt x="9049" y="25564"/>
                      </a:lnTo>
                      <a:lnTo>
                        <a:pt x="10859" y="27374"/>
                      </a:lnTo>
                      <a:close/>
                      <a:moveTo>
                        <a:pt x="12859" y="30232"/>
                      </a:moveTo>
                      <a:lnTo>
                        <a:pt x="13240" y="27946"/>
                      </a:lnTo>
                      <a:lnTo>
                        <a:pt x="14573" y="30232"/>
                      </a:lnTo>
                      <a:lnTo>
                        <a:pt x="12859" y="30232"/>
                      </a:lnTo>
                      <a:close/>
                      <a:moveTo>
                        <a:pt x="16193" y="24421"/>
                      </a:moveTo>
                      <a:cubicBezTo>
                        <a:pt x="16193" y="23755"/>
                        <a:pt x="15526" y="23278"/>
                        <a:pt x="14573" y="22897"/>
                      </a:cubicBezTo>
                      <a:cubicBezTo>
                        <a:pt x="13621" y="22612"/>
                        <a:pt x="13145" y="22040"/>
                        <a:pt x="13240" y="21373"/>
                      </a:cubicBezTo>
                      <a:cubicBezTo>
                        <a:pt x="13811" y="21183"/>
                        <a:pt x="14288" y="21373"/>
                        <a:pt x="14859" y="21945"/>
                      </a:cubicBezTo>
                      <a:cubicBezTo>
                        <a:pt x="15716" y="22897"/>
                        <a:pt x="16097" y="23278"/>
                        <a:pt x="16193" y="23278"/>
                      </a:cubicBezTo>
                      <a:lnTo>
                        <a:pt x="16193" y="24231"/>
                      </a:lnTo>
                      <a:close/>
                      <a:moveTo>
                        <a:pt x="16954" y="29184"/>
                      </a:moveTo>
                      <a:lnTo>
                        <a:pt x="15621" y="29184"/>
                      </a:lnTo>
                      <a:cubicBezTo>
                        <a:pt x="15621" y="29184"/>
                        <a:pt x="15716" y="28422"/>
                        <a:pt x="16288" y="28231"/>
                      </a:cubicBezTo>
                      <a:cubicBezTo>
                        <a:pt x="16669" y="27946"/>
                        <a:pt x="16954" y="28136"/>
                        <a:pt x="17050" y="28612"/>
                      </a:cubicBezTo>
                      <a:lnTo>
                        <a:pt x="17050" y="29184"/>
                      </a:lnTo>
                      <a:close/>
                      <a:moveTo>
                        <a:pt x="15621" y="71094"/>
                      </a:moveTo>
                      <a:lnTo>
                        <a:pt x="16574" y="69760"/>
                      </a:lnTo>
                      <a:cubicBezTo>
                        <a:pt x="16574" y="70618"/>
                        <a:pt x="16574" y="70999"/>
                        <a:pt x="16193" y="71094"/>
                      </a:cubicBezTo>
                      <a:lnTo>
                        <a:pt x="15526" y="71094"/>
                      </a:lnTo>
                      <a:close/>
                      <a:moveTo>
                        <a:pt x="16288" y="64903"/>
                      </a:moveTo>
                      <a:cubicBezTo>
                        <a:pt x="16097" y="64236"/>
                        <a:pt x="16669" y="63950"/>
                        <a:pt x="18002" y="63950"/>
                      </a:cubicBezTo>
                      <a:cubicBezTo>
                        <a:pt x="18193" y="64331"/>
                        <a:pt x="18002" y="64712"/>
                        <a:pt x="17621" y="64903"/>
                      </a:cubicBezTo>
                      <a:lnTo>
                        <a:pt x="16288" y="64903"/>
                      </a:lnTo>
                      <a:close/>
                      <a:moveTo>
                        <a:pt x="95060" y="94621"/>
                      </a:moveTo>
                      <a:cubicBezTo>
                        <a:pt x="94488" y="96335"/>
                        <a:pt x="94679" y="100621"/>
                        <a:pt x="95631" y="107384"/>
                      </a:cubicBezTo>
                      <a:cubicBezTo>
                        <a:pt x="95250" y="108337"/>
                        <a:pt x="94583" y="108908"/>
                        <a:pt x="93631" y="108908"/>
                      </a:cubicBezTo>
                      <a:cubicBezTo>
                        <a:pt x="93154" y="108908"/>
                        <a:pt x="92393" y="108718"/>
                        <a:pt x="91440" y="108432"/>
                      </a:cubicBezTo>
                      <a:cubicBezTo>
                        <a:pt x="90488" y="108146"/>
                        <a:pt x="89726" y="107956"/>
                        <a:pt x="89249" y="107956"/>
                      </a:cubicBezTo>
                      <a:cubicBezTo>
                        <a:pt x="87630" y="108337"/>
                        <a:pt x="85630" y="108527"/>
                        <a:pt x="83249" y="108527"/>
                      </a:cubicBezTo>
                      <a:cubicBezTo>
                        <a:pt x="80867" y="108527"/>
                        <a:pt x="78677" y="108337"/>
                        <a:pt x="76676" y="107956"/>
                      </a:cubicBezTo>
                      <a:cubicBezTo>
                        <a:pt x="74771" y="104146"/>
                        <a:pt x="73819" y="100526"/>
                        <a:pt x="73819" y="97288"/>
                      </a:cubicBezTo>
                      <a:cubicBezTo>
                        <a:pt x="73819" y="95478"/>
                        <a:pt x="74104" y="93859"/>
                        <a:pt x="74676" y="92430"/>
                      </a:cubicBezTo>
                      <a:lnTo>
                        <a:pt x="75057" y="92430"/>
                      </a:lnTo>
                      <a:cubicBezTo>
                        <a:pt x="73819" y="91477"/>
                        <a:pt x="73533" y="89477"/>
                        <a:pt x="74104" y="86429"/>
                      </a:cubicBezTo>
                      <a:cubicBezTo>
                        <a:pt x="74676" y="83286"/>
                        <a:pt x="74581" y="81286"/>
                        <a:pt x="73724" y="80333"/>
                      </a:cubicBezTo>
                      <a:cubicBezTo>
                        <a:pt x="74104" y="78809"/>
                        <a:pt x="74295" y="76333"/>
                        <a:pt x="74200" y="73094"/>
                      </a:cubicBezTo>
                      <a:cubicBezTo>
                        <a:pt x="74200" y="69856"/>
                        <a:pt x="74200" y="67474"/>
                        <a:pt x="74676" y="66046"/>
                      </a:cubicBezTo>
                      <a:cubicBezTo>
                        <a:pt x="73914" y="65760"/>
                        <a:pt x="73247" y="65569"/>
                        <a:pt x="72676" y="65569"/>
                      </a:cubicBezTo>
                      <a:cubicBezTo>
                        <a:pt x="70961" y="65569"/>
                        <a:pt x="69437" y="67284"/>
                        <a:pt x="68009" y="70618"/>
                      </a:cubicBezTo>
                      <a:cubicBezTo>
                        <a:pt x="66199" y="74713"/>
                        <a:pt x="64770" y="77190"/>
                        <a:pt x="63818" y="77952"/>
                      </a:cubicBezTo>
                      <a:cubicBezTo>
                        <a:pt x="63627" y="78238"/>
                        <a:pt x="63532" y="78619"/>
                        <a:pt x="63532" y="78904"/>
                      </a:cubicBezTo>
                      <a:cubicBezTo>
                        <a:pt x="63532" y="79190"/>
                        <a:pt x="63722" y="79666"/>
                        <a:pt x="64008" y="80238"/>
                      </a:cubicBezTo>
                      <a:cubicBezTo>
                        <a:pt x="64389" y="80809"/>
                        <a:pt x="64484" y="81190"/>
                        <a:pt x="64484" y="81381"/>
                      </a:cubicBezTo>
                      <a:cubicBezTo>
                        <a:pt x="64484" y="81667"/>
                        <a:pt x="64199" y="82143"/>
                        <a:pt x="63722" y="82619"/>
                      </a:cubicBezTo>
                      <a:cubicBezTo>
                        <a:pt x="62103" y="83476"/>
                        <a:pt x="60960" y="84238"/>
                        <a:pt x="60293" y="84905"/>
                      </a:cubicBezTo>
                      <a:cubicBezTo>
                        <a:pt x="60865" y="85191"/>
                        <a:pt x="61246" y="85381"/>
                        <a:pt x="61246" y="85286"/>
                      </a:cubicBezTo>
                      <a:cubicBezTo>
                        <a:pt x="60960" y="86048"/>
                        <a:pt x="60008" y="87001"/>
                        <a:pt x="58674" y="88048"/>
                      </a:cubicBezTo>
                      <a:cubicBezTo>
                        <a:pt x="57055" y="89572"/>
                        <a:pt x="56007" y="90525"/>
                        <a:pt x="55626" y="91001"/>
                      </a:cubicBezTo>
                      <a:cubicBezTo>
                        <a:pt x="54388" y="90430"/>
                        <a:pt x="53340" y="88906"/>
                        <a:pt x="52388" y="86524"/>
                      </a:cubicBezTo>
                      <a:cubicBezTo>
                        <a:pt x="51530" y="84048"/>
                        <a:pt x="50197" y="82619"/>
                        <a:pt x="48482" y="81952"/>
                      </a:cubicBezTo>
                      <a:cubicBezTo>
                        <a:pt x="48673" y="81381"/>
                        <a:pt x="48863" y="80809"/>
                        <a:pt x="48863" y="80238"/>
                      </a:cubicBezTo>
                      <a:cubicBezTo>
                        <a:pt x="48863" y="79190"/>
                        <a:pt x="48292" y="77857"/>
                        <a:pt x="47149" y="76237"/>
                      </a:cubicBezTo>
                      <a:cubicBezTo>
                        <a:pt x="45815" y="74142"/>
                        <a:pt x="45053" y="72808"/>
                        <a:pt x="44768" y="72142"/>
                      </a:cubicBezTo>
                      <a:lnTo>
                        <a:pt x="45720" y="70141"/>
                      </a:lnTo>
                      <a:lnTo>
                        <a:pt x="40958" y="68427"/>
                      </a:lnTo>
                      <a:cubicBezTo>
                        <a:pt x="40958" y="68427"/>
                        <a:pt x="41529" y="67951"/>
                        <a:pt x="41815" y="67951"/>
                      </a:cubicBezTo>
                      <a:cubicBezTo>
                        <a:pt x="42291" y="67951"/>
                        <a:pt x="42958" y="68427"/>
                        <a:pt x="43815" y="69379"/>
                      </a:cubicBezTo>
                      <a:cubicBezTo>
                        <a:pt x="43815" y="66141"/>
                        <a:pt x="42386" y="63569"/>
                        <a:pt x="39624" y="61664"/>
                      </a:cubicBezTo>
                      <a:cubicBezTo>
                        <a:pt x="38767" y="62521"/>
                        <a:pt x="38386" y="64045"/>
                        <a:pt x="38481" y="66331"/>
                      </a:cubicBezTo>
                      <a:cubicBezTo>
                        <a:pt x="38481" y="68617"/>
                        <a:pt x="38100" y="70141"/>
                        <a:pt x="37338" y="70808"/>
                      </a:cubicBezTo>
                      <a:lnTo>
                        <a:pt x="36767" y="70237"/>
                      </a:lnTo>
                      <a:lnTo>
                        <a:pt x="36386" y="70808"/>
                      </a:lnTo>
                      <a:cubicBezTo>
                        <a:pt x="37719" y="71761"/>
                        <a:pt x="38386" y="73189"/>
                        <a:pt x="38386" y="75380"/>
                      </a:cubicBezTo>
                      <a:cubicBezTo>
                        <a:pt x="38386" y="75761"/>
                        <a:pt x="38386" y="76333"/>
                        <a:pt x="38291" y="77095"/>
                      </a:cubicBezTo>
                      <a:lnTo>
                        <a:pt x="38291" y="78714"/>
                      </a:lnTo>
                      <a:cubicBezTo>
                        <a:pt x="38291" y="79952"/>
                        <a:pt x="38481" y="80905"/>
                        <a:pt x="38767" y="81667"/>
                      </a:cubicBezTo>
                      <a:cubicBezTo>
                        <a:pt x="38481" y="82714"/>
                        <a:pt x="38291" y="84334"/>
                        <a:pt x="38291" y="86620"/>
                      </a:cubicBezTo>
                      <a:cubicBezTo>
                        <a:pt x="38291" y="88906"/>
                        <a:pt x="38100" y="90430"/>
                        <a:pt x="37814" y="91573"/>
                      </a:cubicBezTo>
                      <a:cubicBezTo>
                        <a:pt x="37910" y="92144"/>
                        <a:pt x="38100" y="93097"/>
                        <a:pt x="38291" y="94525"/>
                      </a:cubicBezTo>
                      <a:cubicBezTo>
                        <a:pt x="38576" y="95954"/>
                        <a:pt x="38671" y="96907"/>
                        <a:pt x="38671" y="97573"/>
                      </a:cubicBezTo>
                      <a:cubicBezTo>
                        <a:pt x="38671" y="98431"/>
                        <a:pt x="38481" y="99097"/>
                        <a:pt x="38195" y="99669"/>
                      </a:cubicBezTo>
                      <a:lnTo>
                        <a:pt x="39148" y="100621"/>
                      </a:lnTo>
                      <a:lnTo>
                        <a:pt x="38195" y="100621"/>
                      </a:lnTo>
                      <a:cubicBezTo>
                        <a:pt x="38195" y="101193"/>
                        <a:pt x="38291" y="101860"/>
                        <a:pt x="38291" y="102431"/>
                      </a:cubicBezTo>
                      <a:cubicBezTo>
                        <a:pt x="38291" y="105765"/>
                        <a:pt x="37052" y="108051"/>
                        <a:pt x="34480" y="109099"/>
                      </a:cubicBezTo>
                      <a:cubicBezTo>
                        <a:pt x="31813" y="108813"/>
                        <a:pt x="29051" y="108622"/>
                        <a:pt x="26384" y="108432"/>
                      </a:cubicBezTo>
                      <a:cubicBezTo>
                        <a:pt x="22955" y="108051"/>
                        <a:pt x="20479" y="107194"/>
                        <a:pt x="18860" y="105574"/>
                      </a:cubicBezTo>
                      <a:cubicBezTo>
                        <a:pt x="19050" y="99955"/>
                        <a:pt x="18860" y="91001"/>
                        <a:pt x="18479" y="78809"/>
                      </a:cubicBezTo>
                      <a:lnTo>
                        <a:pt x="19812" y="77285"/>
                      </a:lnTo>
                      <a:cubicBezTo>
                        <a:pt x="19145" y="76714"/>
                        <a:pt x="18860" y="75952"/>
                        <a:pt x="18860" y="74999"/>
                      </a:cubicBezTo>
                      <a:cubicBezTo>
                        <a:pt x="18860" y="74618"/>
                        <a:pt x="18860" y="73856"/>
                        <a:pt x="19145" y="72904"/>
                      </a:cubicBezTo>
                      <a:cubicBezTo>
                        <a:pt x="19431" y="71951"/>
                        <a:pt x="19431" y="71189"/>
                        <a:pt x="19431" y="70808"/>
                      </a:cubicBezTo>
                      <a:cubicBezTo>
                        <a:pt x="19431" y="69856"/>
                        <a:pt x="19050" y="68998"/>
                        <a:pt x="18479" y="68522"/>
                      </a:cubicBezTo>
                      <a:lnTo>
                        <a:pt x="18860" y="57664"/>
                      </a:lnTo>
                      <a:cubicBezTo>
                        <a:pt x="19431" y="57283"/>
                        <a:pt x="19717" y="56711"/>
                        <a:pt x="19717" y="55949"/>
                      </a:cubicBezTo>
                      <a:cubicBezTo>
                        <a:pt x="19717" y="55378"/>
                        <a:pt x="19431" y="54425"/>
                        <a:pt x="18860" y="53187"/>
                      </a:cubicBezTo>
                      <a:cubicBezTo>
                        <a:pt x="18288" y="51949"/>
                        <a:pt x="17907" y="50996"/>
                        <a:pt x="17907" y="50520"/>
                      </a:cubicBezTo>
                      <a:cubicBezTo>
                        <a:pt x="18574" y="49186"/>
                        <a:pt x="19050" y="47567"/>
                        <a:pt x="19050" y="45662"/>
                      </a:cubicBezTo>
                      <a:cubicBezTo>
                        <a:pt x="19050" y="42424"/>
                        <a:pt x="18955" y="40614"/>
                        <a:pt x="18955" y="40328"/>
                      </a:cubicBezTo>
                      <a:cubicBezTo>
                        <a:pt x="19812" y="40328"/>
                        <a:pt x="20384" y="40233"/>
                        <a:pt x="20384" y="39947"/>
                      </a:cubicBezTo>
                      <a:cubicBezTo>
                        <a:pt x="20384" y="39471"/>
                        <a:pt x="20288" y="39185"/>
                        <a:pt x="20003" y="39090"/>
                      </a:cubicBezTo>
                      <a:lnTo>
                        <a:pt x="19145" y="39090"/>
                      </a:lnTo>
                      <a:cubicBezTo>
                        <a:pt x="19145" y="39090"/>
                        <a:pt x="18574" y="39185"/>
                        <a:pt x="18479" y="38995"/>
                      </a:cubicBezTo>
                      <a:cubicBezTo>
                        <a:pt x="18479" y="38137"/>
                        <a:pt x="18955" y="37947"/>
                        <a:pt x="19717" y="38328"/>
                      </a:cubicBezTo>
                      <a:cubicBezTo>
                        <a:pt x="20479" y="38709"/>
                        <a:pt x="20955" y="38614"/>
                        <a:pt x="21336" y="38042"/>
                      </a:cubicBezTo>
                      <a:lnTo>
                        <a:pt x="21717" y="39661"/>
                      </a:lnTo>
                      <a:cubicBezTo>
                        <a:pt x="21717" y="39661"/>
                        <a:pt x="22193" y="39185"/>
                        <a:pt x="22479" y="39185"/>
                      </a:cubicBezTo>
                      <a:cubicBezTo>
                        <a:pt x="22479" y="39185"/>
                        <a:pt x="22670" y="39185"/>
                        <a:pt x="22955" y="39376"/>
                      </a:cubicBezTo>
                      <a:cubicBezTo>
                        <a:pt x="23146" y="39471"/>
                        <a:pt x="23336" y="39566"/>
                        <a:pt x="23336" y="39566"/>
                      </a:cubicBezTo>
                      <a:cubicBezTo>
                        <a:pt x="23527" y="39566"/>
                        <a:pt x="23622" y="39280"/>
                        <a:pt x="23717" y="38709"/>
                      </a:cubicBezTo>
                      <a:lnTo>
                        <a:pt x="22670" y="37756"/>
                      </a:lnTo>
                      <a:cubicBezTo>
                        <a:pt x="22670" y="37756"/>
                        <a:pt x="23622" y="38137"/>
                        <a:pt x="24194" y="38709"/>
                      </a:cubicBezTo>
                      <a:cubicBezTo>
                        <a:pt x="24765" y="39280"/>
                        <a:pt x="25241" y="39566"/>
                        <a:pt x="25718" y="39661"/>
                      </a:cubicBezTo>
                      <a:cubicBezTo>
                        <a:pt x="25718" y="39471"/>
                        <a:pt x="25813" y="39280"/>
                        <a:pt x="26099" y="38899"/>
                      </a:cubicBezTo>
                      <a:cubicBezTo>
                        <a:pt x="26384" y="38614"/>
                        <a:pt x="26479" y="38328"/>
                        <a:pt x="26384" y="38042"/>
                      </a:cubicBezTo>
                      <a:lnTo>
                        <a:pt x="25908" y="38042"/>
                      </a:lnTo>
                      <a:cubicBezTo>
                        <a:pt x="25908" y="38042"/>
                        <a:pt x="26670" y="37471"/>
                        <a:pt x="27146" y="36899"/>
                      </a:cubicBezTo>
                      <a:cubicBezTo>
                        <a:pt x="27622" y="36328"/>
                        <a:pt x="28099" y="35947"/>
                        <a:pt x="28480" y="35947"/>
                      </a:cubicBezTo>
                      <a:cubicBezTo>
                        <a:pt x="28670" y="35947"/>
                        <a:pt x="28956" y="36042"/>
                        <a:pt x="29337" y="36328"/>
                      </a:cubicBezTo>
                      <a:lnTo>
                        <a:pt x="28289" y="35185"/>
                      </a:lnTo>
                      <a:cubicBezTo>
                        <a:pt x="28766" y="34899"/>
                        <a:pt x="28861" y="34613"/>
                        <a:pt x="28670" y="34232"/>
                      </a:cubicBezTo>
                      <a:cubicBezTo>
                        <a:pt x="28004" y="34232"/>
                        <a:pt x="27337" y="34327"/>
                        <a:pt x="26765" y="34327"/>
                      </a:cubicBezTo>
                      <a:cubicBezTo>
                        <a:pt x="25813" y="34327"/>
                        <a:pt x="24765" y="34137"/>
                        <a:pt x="23527" y="33851"/>
                      </a:cubicBezTo>
                      <a:cubicBezTo>
                        <a:pt x="21908" y="33375"/>
                        <a:pt x="20669" y="32994"/>
                        <a:pt x="19812" y="32899"/>
                      </a:cubicBezTo>
                      <a:lnTo>
                        <a:pt x="20764" y="35185"/>
                      </a:lnTo>
                      <a:lnTo>
                        <a:pt x="18383" y="35185"/>
                      </a:lnTo>
                      <a:lnTo>
                        <a:pt x="19717" y="34804"/>
                      </a:lnTo>
                      <a:cubicBezTo>
                        <a:pt x="19336" y="33851"/>
                        <a:pt x="19145" y="32708"/>
                        <a:pt x="19145" y="31184"/>
                      </a:cubicBezTo>
                      <a:cubicBezTo>
                        <a:pt x="19145" y="29755"/>
                        <a:pt x="18955" y="28708"/>
                        <a:pt x="18764" y="28136"/>
                      </a:cubicBezTo>
                      <a:cubicBezTo>
                        <a:pt x="18383" y="26803"/>
                        <a:pt x="18764" y="26041"/>
                        <a:pt x="20193" y="25660"/>
                      </a:cubicBezTo>
                      <a:cubicBezTo>
                        <a:pt x="18955" y="24421"/>
                        <a:pt x="18288" y="22707"/>
                        <a:pt x="18288" y="20611"/>
                      </a:cubicBezTo>
                      <a:cubicBezTo>
                        <a:pt x="18288" y="19754"/>
                        <a:pt x="18479" y="18230"/>
                        <a:pt x="18764" y="16230"/>
                      </a:cubicBezTo>
                      <a:cubicBezTo>
                        <a:pt x="19050" y="14134"/>
                        <a:pt x="19241" y="12610"/>
                        <a:pt x="19145" y="11563"/>
                      </a:cubicBezTo>
                      <a:cubicBezTo>
                        <a:pt x="22384" y="10610"/>
                        <a:pt x="26194" y="10229"/>
                        <a:pt x="30480" y="10229"/>
                      </a:cubicBezTo>
                      <a:cubicBezTo>
                        <a:pt x="32385" y="10229"/>
                        <a:pt x="34004" y="10420"/>
                        <a:pt x="35243" y="10610"/>
                      </a:cubicBezTo>
                      <a:lnTo>
                        <a:pt x="38957" y="13563"/>
                      </a:lnTo>
                      <a:lnTo>
                        <a:pt x="38576" y="13944"/>
                      </a:lnTo>
                      <a:cubicBezTo>
                        <a:pt x="39624" y="14420"/>
                        <a:pt x="40481" y="15563"/>
                        <a:pt x="41053" y="17278"/>
                      </a:cubicBezTo>
                      <a:lnTo>
                        <a:pt x="42386" y="21469"/>
                      </a:lnTo>
                      <a:cubicBezTo>
                        <a:pt x="44101" y="22612"/>
                        <a:pt x="45434" y="25279"/>
                        <a:pt x="46387" y="29470"/>
                      </a:cubicBezTo>
                      <a:cubicBezTo>
                        <a:pt x="47339" y="33661"/>
                        <a:pt x="48863" y="36423"/>
                        <a:pt x="50863" y="37661"/>
                      </a:cubicBezTo>
                      <a:cubicBezTo>
                        <a:pt x="51721" y="39566"/>
                        <a:pt x="52673" y="42519"/>
                        <a:pt x="53816" y="46519"/>
                      </a:cubicBezTo>
                      <a:cubicBezTo>
                        <a:pt x="54388" y="46519"/>
                        <a:pt x="54674" y="46615"/>
                        <a:pt x="54674" y="46900"/>
                      </a:cubicBezTo>
                      <a:cubicBezTo>
                        <a:pt x="54674" y="47091"/>
                        <a:pt x="54674" y="47281"/>
                        <a:pt x="54388" y="47567"/>
                      </a:cubicBezTo>
                      <a:cubicBezTo>
                        <a:pt x="54197" y="47853"/>
                        <a:pt x="54102" y="48043"/>
                        <a:pt x="54102" y="48234"/>
                      </a:cubicBezTo>
                      <a:cubicBezTo>
                        <a:pt x="54102" y="48520"/>
                        <a:pt x="54293" y="48710"/>
                        <a:pt x="54578" y="48805"/>
                      </a:cubicBezTo>
                      <a:cubicBezTo>
                        <a:pt x="56864" y="46900"/>
                        <a:pt x="58198" y="45757"/>
                        <a:pt x="58674" y="45376"/>
                      </a:cubicBezTo>
                      <a:cubicBezTo>
                        <a:pt x="59912" y="44233"/>
                        <a:pt x="60865" y="42900"/>
                        <a:pt x="61722" y="41376"/>
                      </a:cubicBezTo>
                      <a:lnTo>
                        <a:pt x="59817" y="40328"/>
                      </a:lnTo>
                      <a:cubicBezTo>
                        <a:pt x="59817" y="40328"/>
                        <a:pt x="60484" y="39566"/>
                        <a:pt x="61913" y="39280"/>
                      </a:cubicBezTo>
                      <a:cubicBezTo>
                        <a:pt x="63246" y="38899"/>
                        <a:pt x="63913" y="38233"/>
                        <a:pt x="64008" y="37185"/>
                      </a:cubicBezTo>
                      <a:cubicBezTo>
                        <a:pt x="63627" y="36709"/>
                        <a:pt x="63437" y="36232"/>
                        <a:pt x="63437" y="35661"/>
                      </a:cubicBezTo>
                      <a:cubicBezTo>
                        <a:pt x="63437" y="35089"/>
                        <a:pt x="64008" y="34232"/>
                        <a:pt x="65151" y="33184"/>
                      </a:cubicBezTo>
                      <a:cubicBezTo>
                        <a:pt x="66294" y="32041"/>
                        <a:pt x="66961" y="31184"/>
                        <a:pt x="66961" y="30517"/>
                      </a:cubicBezTo>
                      <a:lnTo>
                        <a:pt x="66389" y="30136"/>
                      </a:lnTo>
                      <a:cubicBezTo>
                        <a:pt x="67056" y="29565"/>
                        <a:pt x="67723" y="28612"/>
                        <a:pt x="68389" y="27184"/>
                      </a:cubicBezTo>
                      <a:cubicBezTo>
                        <a:pt x="67913" y="26993"/>
                        <a:pt x="67628" y="26612"/>
                        <a:pt x="67628" y="26231"/>
                      </a:cubicBezTo>
                      <a:cubicBezTo>
                        <a:pt x="67628" y="26041"/>
                        <a:pt x="67818" y="25755"/>
                        <a:pt x="68009" y="25279"/>
                      </a:cubicBezTo>
                      <a:cubicBezTo>
                        <a:pt x="68199" y="24802"/>
                        <a:pt x="68389" y="24517"/>
                        <a:pt x="68389" y="24326"/>
                      </a:cubicBezTo>
                      <a:cubicBezTo>
                        <a:pt x="68771" y="24517"/>
                        <a:pt x="69056" y="24517"/>
                        <a:pt x="69247" y="24517"/>
                      </a:cubicBezTo>
                      <a:cubicBezTo>
                        <a:pt x="69723" y="24517"/>
                        <a:pt x="70104" y="23945"/>
                        <a:pt x="70390" y="22707"/>
                      </a:cubicBezTo>
                      <a:cubicBezTo>
                        <a:pt x="70676" y="21469"/>
                        <a:pt x="71247" y="20802"/>
                        <a:pt x="72200" y="20611"/>
                      </a:cubicBezTo>
                      <a:cubicBezTo>
                        <a:pt x="72009" y="20326"/>
                        <a:pt x="72009" y="19945"/>
                        <a:pt x="72009" y="19468"/>
                      </a:cubicBezTo>
                      <a:cubicBezTo>
                        <a:pt x="72009" y="18516"/>
                        <a:pt x="72676" y="17087"/>
                        <a:pt x="74200" y="15277"/>
                      </a:cubicBezTo>
                      <a:lnTo>
                        <a:pt x="73247" y="14325"/>
                      </a:lnTo>
                      <a:cubicBezTo>
                        <a:pt x="73533" y="13849"/>
                        <a:pt x="73628" y="13563"/>
                        <a:pt x="73628" y="13468"/>
                      </a:cubicBezTo>
                      <a:cubicBezTo>
                        <a:pt x="74104" y="14039"/>
                        <a:pt x="74581" y="14325"/>
                        <a:pt x="75057" y="14325"/>
                      </a:cubicBezTo>
                      <a:cubicBezTo>
                        <a:pt x="75533" y="14325"/>
                        <a:pt x="76295" y="13658"/>
                        <a:pt x="77343" y="12134"/>
                      </a:cubicBezTo>
                      <a:cubicBezTo>
                        <a:pt x="78391" y="10705"/>
                        <a:pt x="79343" y="10039"/>
                        <a:pt x="80201" y="10134"/>
                      </a:cubicBezTo>
                      <a:cubicBezTo>
                        <a:pt x="86582" y="9848"/>
                        <a:pt x="91250" y="10420"/>
                        <a:pt x="94488" y="11848"/>
                      </a:cubicBezTo>
                      <a:cubicBezTo>
                        <a:pt x="95060" y="16039"/>
                        <a:pt x="95345" y="18897"/>
                        <a:pt x="95345" y="20516"/>
                      </a:cubicBezTo>
                      <a:cubicBezTo>
                        <a:pt x="95345" y="22802"/>
                        <a:pt x="95060" y="24993"/>
                        <a:pt x="94488" y="26993"/>
                      </a:cubicBezTo>
                      <a:lnTo>
                        <a:pt x="95821" y="27946"/>
                      </a:lnTo>
                      <a:cubicBezTo>
                        <a:pt x="95060" y="36518"/>
                        <a:pt x="94774" y="47472"/>
                        <a:pt x="94869" y="60807"/>
                      </a:cubicBezTo>
                      <a:lnTo>
                        <a:pt x="94869" y="94430"/>
                      </a:lnTo>
                      <a:close/>
                      <a:moveTo>
                        <a:pt x="23813" y="45567"/>
                      </a:moveTo>
                      <a:lnTo>
                        <a:pt x="23813" y="44614"/>
                      </a:lnTo>
                      <a:lnTo>
                        <a:pt x="21812" y="45567"/>
                      </a:lnTo>
                      <a:lnTo>
                        <a:pt x="23813" y="45567"/>
                      </a:lnTo>
                      <a:close/>
                      <a:moveTo>
                        <a:pt x="26003" y="37852"/>
                      </a:moveTo>
                      <a:cubicBezTo>
                        <a:pt x="26003" y="37852"/>
                        <a:pt x="25432" y="37852"/>
                        <a:pt x="25146" y="37566"/>
                      </a:cubicBezTo>
                      <a:lnTo>
                        <a:pt x="26003" y="37852"/>
                      </a:lnTo>
                      <a:close/>
                      <a:moveTo>
                        <a:pt x="26479" y="13468"/>
                      </a:moveTo>
                      <a:lnTo>
                        <a:pt x="26099" y="15277"/>
                      </a:lnTo>
                      <a:lnTo>
                        <a:pt x="27146" y="15277"/>
                      </a:lnTo>
                      <a:lnTo>
                        <a:pt x="26479" y="13468"/>
                      </a:lnTo>
                      <a:close/>
                      <a:moveTo>
                        <a:pt x="29813" y="19468"/>
                      </a:moveTo>
                      <a:cubicBezTo>
                        <a:pt x="29813" y="19468"/>
                        <a:pt x="30194" y="19278"/>
                        <a:pt x="30385" y="18992"/>
                      </a:cubicBezTo>
                      <a:cubicBezTo>
                        <a:pt x="30099" y="19278"/>
                        <a:pt x="29909" y="19373"/>
                        <a:pt x="29813" y="19468"/>
                      </a:cubicBezTo>
                      <a:cubicBezTo>
                        <a:pt x="29528" y="19468"/>
                        <a:pt x="29242" y="19373"/>
                        <a:pt x="28766" y="19087"/>
                      </a:cubicBezTo>
                      <a:cubicBezTo>
                        <a:pt x="28289" y="18802"/>
                        <a:pt x="28004" y="18611"/>
                        <a:pt x="27718" y="18611"/>
                      </a:cubicBezTo>
                      <a:cubicBezTo>
                        <a:pt x="27432" y="18611"/>
                        <a:pt x="27242" y="18706"/>
                        <a:pt x="27146" y="18992"/>
                      </a:cubicBezTo>
                      <a:cubicBezTo>
                        <a:pt x="28004" y="19754"/>
                        <a:pt x="28956" y="19849"/>
                        <a:pt x="29813" y="19468"/>
                      </a:cubicBezTo>
                      <a:close/>
                      <a:moveTo>
                        <a:pt x="36576" y="40233"/>
                      </a:moveTo>
                      <a:cubicBezTo>
                        <a:pt x="36576" y="40233"/>
                        <a:pt x="36957" y="39757"/>
                        <a:pt x="36957" y="38899"/>
                      </a:cubicBezTo>
                      <a:cubicBezTo>
                        <a:pt x="36195" y="38137"/>
                        <a:pt x="35719" y="37852"/>
                        <a:pt x="35624" y="37947"/>
                      </a:cubicBezTo>
                      <a:cubicBezTo>
                        <a:pt x="35243" y="38137"/>
                        <a:pt x="35147" y="38518"/>
                        <a:pt x="35147" y="38804"/>
                      </a:cubicBezTo>
                      <a:cubicBezTo>
                        <a:pt x="35147" y="39757"/>
                        <a:pt x="35624" y="40233"/>
                        <a:pt x="36671" y="40233"/>
                      </a:cubicBezTo>
                      <a:close/>
                      <a:moveTo>
                        <a:pt x="36576" y="16611"/>
                      </a:moveTo>
                      <a:cubicBezTo>
                        <a:pt x="36100" y="16801"/>
                        <a:pt x="35719" y="17182"/>
                        <a:pt x="35624" y="17754"/>
                      </a:cubicBezTo>
                      <a:cubicBezTo>
                        <a:pt x="35338" y="18325"/>
                        <a:pt x="35338" y="18706"/>
                        <a:pt x="35624" y="18992"/>
                      </a:cubicBezTo>
                      <a:lnTo>
                        <a:pt x="36576" y="16706"/>
                      </a:lnTo>
                      <a:close/>
                      <a:moveTo>
                        <a:pt x="36957" y="25183"/>
                      </a:moveTo>
                      <a:cubicBezTo>
                        <a:pt x="37624" y="24326"/>
                        <a:pt x="37910" y="23755"/>
                        <a:pt x="37910" y="23659"/>
                      </a:cubicBezTo>
                      <a:lnTo>
                        <a:pt x="36957" y="23659"/>
                      </a:lnTo>
                      <a:lnTo>
                        <a:pt x="36957" y="25183"/>
                      </a:lnTo>
                      <a:close/>
                      <a:moveTo>
                        <a:pt x="40100" y="11372"/>
                      </a:moveTo>
                      <a:cubicBezTo>
                        <a:pt x="40100" y="11372"/>
                        <a:pt x="39529" y="11372"/>
                        <a:pt x="39243" y="11372"/>
                      </a:cubicBezTo>
                      <a:lnTo>
                        <a:pt x="40100" y="11372"/>
                      </a:lnTo>
                      <a:close/>
                      <a:moveTo>
                        <a:pt x="40100" y="11372"/>
                      </a:moveTo>
                      <a:lnTo>
                        <a:pt x="41243" y="10991"/>
                      </a:lnTo>
                      <a:cubicBezTo>
                        <a:pt x="41243" y="10991"/>
                        <a:pt x="40862" y="11372"/>
                        <a:pt x="40100" y="11372"/>
                      </a:cubicBezTo>
                      <a:close/>
                      <a:moveTo>
                        <a:pt x="42196" y="59664"/>
                      </a:moveTo>
                      <a:lnTo>
                        <a:pt x="45053" y="58711"/>
                      </a:lnTo>
                      <a:lnTo>
                        <a:pt x="42672" y="58711"/>
                      </a:lnTo>
                      <a:lnTo>
                        <a:pt x="42196" y="59664"/>
                      </a:lnTo>
                      <a:close/>
                      <a:moveTo>
                        <a:pt x="43434" y="514"/>
                      </a:moveTo>
                      <a:cubicBezTo>
                        <a:pt x="43434" y="514"/>
                        <a:pt x="42958" y="514"/>
                        <a:pt x="42672" y="514"/>
                      </a:cubicBezTo>
                      <a:lnTo>
                        <a:pt x="43434" y="514"/>
                      </a:lnTo>
                      <a:close/>
                      <a:moveTo>
                        <a:pt x="43434" y="514"/>
                      </a:moveTo>
                      <a:cubicBezTo>
                        <a:pt x="43434" y="514"/>
                        <a:pt x="43720" y="418"/>
                        <a:pt x="44005" y="228"/>
                      </a:cubicBezTo>
                      <a:cubicBezTo>
                        <a:pt x="44291" y="37"/>
                        <a:pt x="44577" y="-58"/>
                        <a:pt x="44768" y="37"/>
                      </a:cubicBezTo>
                      <a:cubicBezTo>
                        <a:pt x="45053" y="37"/>
                        <a:pt x="45244" y="228"/>
                        <a:pt x="45434" y="514"/>
                      </a:cubicBezTo>
                      <a:lnTo>
                        <a:pt x="43434" y="514"/>
                      </a:lnTo>
                      <a:close/>
                      <a:moveTo>
                        <a:pt x="46958" y="69094"/>
                      </a:moveTo>
                      <a:lnTo>
                        <a:pt x="46958" y="67474"/>
                      </a:lnTo>
                      <a:lnTo>
                        <a:pt x="46006" y="67474"/>
                      </a:lnTo>
                      <a:lnTo>
                        <a:pt x="46958" y="69094"/>
                      </a:lnTo>
                      <a:close/>
                      <a:moveTo>
                        <a:pt x="48673" y="69475"/>
                      </a:moveTo>
                      <a:cubicBezTo>
                        <a:pt x="49625" y="69856"/>
                        <a:pt x="50292" y="69475"/>
                        <a:pt x="50673" y="68522"/>
                      </a:cubicBezTo>
                      <a:cubicBezTo>
                        <a:pt x="49911" y="68522"/>
                        <a:pt x="49530" y="68427"/>
                        <a:pt x="49339" y="68141"/>
                      </a:cubicBezTo>
                      <a:lnTo>
                        <a:pt x="49721" y="67570"/>
                      </a:lnTo>
                      <a:lnTo>
                        <a:pt x="48768" y="67570"/>
                      </a:lnTo>
                      <a:lnTo>
                        <a:pt x="48768" y="69570"/>
                      </a:lnTo>
                      <a:close/>
                      <a:moveTo>
                        <a:pt x="53435" y="33946"/>
                      </a:moveTo>
                      <a:cubicBezTo>
                        <a:pt x="53435" y="33946"/>
                        <a:pt x="52578" y="33661"/>
                        <a:pt x="52006" y="33089"/>
                      </a:cubicBezTo>
                      <a:cubicBezTo>
                        <a:pt x="51435" y="32518"/>
                        <a:pt x="50959" y="32232"/>
                        <a:pt x="50578" y="32232"/>
                      </a:cubicBezTo>
                      <a:lnTo>
                        <a:pt x="53340" y="31279"/>
                      </a:lnTo>
                      <a:lnTo>
                        <a:pt x="53340" y="33946"/>
                      </a:lnTo>
                      <a:close/>
                      <a:moveTo>
                        <a:pt x="52483" y="60426"/>
                      </a:moveTo>
                      <a:cubicBezTo>
                        <a:pt x="52483" y="60426"/>
                        <a:pt x="52102" y="60045"/>
                        <a:pt x="52006" y="60045"/>
                      </a:cubicBezTo>
                      <a:cubicBezTo>
                        <a:pt x="51911" y="59759"/>
                        <a:pt x="52197" y="59092"/>
                        <a:pt x="52864" y="58330"/>
                      </a:cubicBezTo>
                      <a:cubicBezTo>
                        <a:pt x="53530" y="57473"/>
                        <a:pt x="53912" y="56997"/>
                        <a:pt x="54007" y="56711"/>
                      </a:cubicBezTo>
                      <a:cubicBezTo>
                        <a:pt x="53150" y="56711"/>
                        <a:pt x="52483" y="57092"/>
                        <a:pt x="52006" y="57759"/>
                      </a:cubicBezTo>
                      <a:cubicBezTo>
                        <a:pt x="51530" y="58426"/>
                        <a:pt x="51435" y="59188"/>
                        <a:pt x="51626" y="60045"/>
                      </a:cubicBezTo>
                      <a:cubicBezTo>
                        <a:pt x="51816" y="59854"/>
                        <a:pt x="51911" y="59854"/>
                        <a:pt x="52006" y="60045"/>
                      </a:cubicBezTo>
                      <a:cubicBezTo>
                        <a:pt x="52006" y="60235"/>
                        <a:pt x="52102" y="60331"/>
                        <a:pt x="52483" y="60426"/>
                      </a:cubicBezTo>
                      <a:close/>
                      <a:moveTo>
                        <a:pt x="53435" y="28993"/>
                      </a:moveTo>
                      <a:cubicBezTo>
                        <a:pt x="53435" y="28993"/>
                        <a:pt x="52673" y="28993"/>
                        <a:pt x="52292" y="28708"/>
                      </a:cubicBezTo>
                      <a:cubicBezTo>
                        <a:pt x="51911" y="28327"/>
                        <a:pt x="51911" y="27946"/>
                        <a:pt x="52102" y="27660"/>
                      </a:cubicBezTo>
                      <a:lnTo>
                        <a:pt x="53435" y="27660"/>
                      </a:lnTo>
                      <a:lnTo>
                        <a:pt x="53435" y="28993"/>
                      </a:lnTo>
                      <a:close/>
                      <a:moveTo>
                        <a:pt x="57721" y="36518"/>
                      </a:moveTo>
                      <a:cubicBezTo>
                        <a:pt x="56102" y="37090"/>
                        <a:pt x="54959" y="37090"/>
                        <a:pt x="54388" y="36518"/>
                      </a:cubicBezTo>
                      <a:lnTo>
                        <a:pt x="55340" y="34994"/>
                      </a:lnTo>
                      <a:lnTo>
                        <a:pt x="57626" y="36518"/>
                      </a:lnTo>
                      <a:close/>
                      <a:moveTo>
                        <a:pt x="56388" y="26707"/>
                      </a:moveTo>
                      <a:cubicBezTo>
                        <a:pt x="56388" y="26707"/>
                        <a:pt x="55721" y="27088"/>
                        <a:pt x="54769" y="27088"/>
                      </a:cubicBezTo>
                      <a:lnTo>
                        <a:pt x="54769" y="25279"/>
                      </a:lnTo>
                      <a:lnTo>
                        <a:pt x="56388" y="26707"/>
                      </a:lnTo>
                      <a:close/>
                      <a:moveTo>
                        <a:pt x="56102" y="54044"/>
                      </a:moveTo>
                      <a:lnTo>
                        <a:pt x="58674" y="54044"/>
                      </a:lnTo>
                      <a:cubicBezTo>
                        <a:pt x="58674" y="53187"/>
                        <a:pt x="58484" y="52806"/>
                        <a:pt x="58198" y="52806"/>
                      </a:cubicBezTo>
                      <a:cubicBezTo>
                        <a:pt x="58198" y="52806"/>
                        <a:pt x="57531" y="53187"/>
                        <a:pt x="56102" y="54044"/>
                      </a:cubicBezTo>
                      <a:lnTo>
                        <a:pt x="55436" y="54044"/>
                      </a:lnTo>
                      <a:cubicBezTo>
                        <a:pt x="55436" y="54044"/>
                        <a:pt x="55817" y="54330"/>
                        <a:pt x="56102" y="54044"/>
                      </a:cubicBezTo>
                      <a:close/>
                      <a:moveTo>
                        <a:pt x="55436" y="68713"/>
                      </a:moveTo>
                      <a:cubicBezTo>
                        <a:pt x="55912" y="68713"/>
                        <a:pt x="56388" y="68427"/>
                        <a:pt x="56769" y="67665"/>
                      </a:cubicBezTo>
                      <a:cubicBezTo>
                        <a:pt x="57245" y="66903"/>
                        <a:pt x="57341" y="66331"/>
                        <a:pt x="57150" y="65855"/>
                      </a:cubicBezTo>
                      <a:cubicBezTo>
                        <a:pt x="56674" y="65855"/>
                        <a:pt x="56293" y="66331"/>
                        <a:pt x="56102" y="67189"/>
                      </a:cubicBezTo>
                      <a:cubicBezTo>
                        <a:pt x="55817" y="67951"/>
                        <a:pt x="55626" y="68522"/>
                        <a:pt x="55436" y="68713"/>
                      </a:cubicBezTo>
                      <a:close/>
                      <a:moveTo>
                        <a:pt x="57721" y="22993"/>
                      </a:moveTo>
                      <a:lnTo>
                        <a:pt x="56388" y="23850"/>
                      </a:lnTo>
                      <a:lnTo>
                        <a:pt x="55721" y="22993"/>
                      </a:lnTo>
                      <a:lnTo>
                        <a:pt x="57721" y="22993"/>
                      </a:lnTo>
                      <a:close/>
                      <a:moveTo>
                        <a:pt x="59055" y="16325"/>
                      </a:moveTo>
                      <a:lnTo>
                        <a:pt x="59055" y="16706"/>
                      </a:lnTo>
                      <a:lnTo>
                        <a:pt x="57721" y="14896"/>
                      </a:lnTo>
                      <a:lnTo>
                        <a:pt x="59055" y="16420"/>
                      </a:lnTo>
                      <a:close/>
                      <a:moveTo>
                        <a:pt x="59055" y="51091"/>
                      </a:moveTo>
                      <a:lnTo>
                        <a:pt x="59055" y="50329"/>
                      </a:lnTo>
                      <a:cubicBezTo>
                        <a:pt x="59055" y="50329"/>
                        <a:pt x="58388" y="49663"/>
                        <a:pt x="57721" y="49663"/>
                      </a:cubicBezTo>
                      <a:lnTo>
                        <a:pt x="59055" y="50996"/>
                      </a:lnTo>
                      <a:close/>
                      <a:moveTo>
                        <a:pt x="62865" y="33756"/>
                      </a:moveTo>
                      <a:lnTo>
                        <a:pt x="62389" y="34137"/>
                      </a:lnTo>
                      <a:lnTo>
                        <a:pt x="61436" y="31851"/>
                      </a:lnTo>
                      <a:lnTo>
                        <a:pt x="62960" y="33851"/>
                      </a:lnTo>
                      <a:close/>
                      <a:moveTo>
                        <a:pt x="62865" y="51091"/>
                      </a:moveTo>
                      <a:cubicBezTo>
                        <a:pt x="62865" y="51091"/>
                        <a:pt x="64008" y="51282"/>
                        <a:pt x="65151" y="51663"/>
                      </a:cubicBezTo>
                      <a:lnTo>
                        <a:pt x="64770" y="50329"/>
                      </a:lnTo>
                      <a:lnTo>
                        <a:pt x="62770" y="51091"/>
                      </a:lnTo>
                      <a:close/>
                      <a:moveTo>
                        <a:pt x="66199" y="27755"/>
                      </a:moveTo>
                      <a:lnTo>
                        <a:pt x="65818" y="28136"/>
                      </a:lnTo>
                      <a:lnTo>
                        <a:pt x="64199" y="26803"/>
                      </a:lnTo>
                      <a:cubicBezTo>
                        <a:pt x="64675" y="26803"/>
                        <a:pt x="65342" y="27184"/>
                        <a:pt x="66199" y="27755"/>
                      </a:cubicBezTo>
                      <a:close/>
                      <a:moveTo>
                        <a:pt x="66580" y="45091"/>
                      </a:moveTo>
                      <a:lnTo>
                        <a:pt x="66580" y="44614"/>
                      </a:lnTo>
                      <a:lnTo>
                        <a:pt x="65246" y="46424"/>
                      </a:lnTo>
                      <a:lnTo>
                        <a:pt x="66580" y="45091"/>
                      </a:lnTo>
                      <a:close/>
                      <a:moveTo>
                        <a:pt x="68866" y="31470"/>
                      </a:moveTo>
                      <a:lnTo>
                        <a:pt x="68866" y="30517"/>
                      </a:lnTo>
                      <a:lnTo>
                        <a:pt x="68104" y="32518"/>
                      </a:lnTo>
                      <a:lnTo>
                        <a:pt x="68866" y="31565"/>
                      </a:lnTo>
                      <a:close/>
                      <a:moveTo>
                        <a:pt x="73343" y="28517"/>
                      </a:moveTo>
                      <a:lnTo>
                        <a:pt x="74295" y="28517"/>
                      </a:lnTo>
                      <a:cubicBezTo>
                        <a:pt x="73819" y="27469"/>
                        <a:pt x="72962" y="26707"/>
                        <a:pt x="71819" y="26136"/>
                      </a:cubicBezTo>
                      <a:lnTo>
                        <a:pt x="73628" y="28136"/>
                      </a:lnTo>
                      <a:lnTo>
                        <a:pt x="73247" y="28517"/>
                      </a:lnTo>
                      <a:close/>
                      <a:moveTo>
                        <a:pt x="71914" y="51187"/>
                      </a:moveTo>
                      <a:lnTo>
                        <a:pt x="73343" y="49853"/>
                      </a:lnTo>
                      <a:lnTo>
                        <a:pt x="71914" y="49853"/>
                      </a:lnTo>
                      <a:lnTo>
                        <a:pt x="71914" y="51187"/>
                      </a:lnTo>
                      <a:close/>
                      <a:moveTo>
                        <a:pt x="77057" y="38614"/>
                      </a:moveTo>
                      <a:cubicBezTo>
                        <a:pt x="77819" y="38614"/>
                        <a:pt x="78486" y="38423"/>
                        <a:pt x="79248" y="38423"/>
                      </a:cubicBezTo>
                      <a:cubicBezTo>
                        <a:pt x="79915" y="38423"/>
                        <a:pt x="80486" y="37756"/>
                        <a:pt x="80772" y="36709"/>
                      </a:cubicBezTo>
                      <a:cubicBezTo>
                        <a:pt x="80581" y="36899"/>
                        <a:pt x="79343" y="37566"/>
                        <a:pt x="77057" y="38709"/>
                      </a:cubicBezTo>
                      <a:close/>
                      <a:moveTo>
                        <a:pt x="81344" y="14896"/>
                      </a:moveTo>
                      <a:lnTo>
                        <a:pt x="83249" y="15373"/>
                      </a:lnTo>
                      <a:cubicBezTo>
                        <a:pt x="82582" y="14230"/>
                        <a:pt x="82296" y="13563"/>
                        <a:pt x="82296" y="13563"/>
                      </a:cubicBezTo>
                      <a:lnTo>
                        <a:pt x="81439" y="14896"/>
                      </a:lnTo>
                      <a:close/>
                      <a:moveTo>
                        <a:pt x="81725" y="4609"/>
                      </a:moveTo>
                      <a:lnTo>
                        <a:pt x="82772" y="4133"/>
                      </a:lnTo>
                      <a:cubicBezTo>
                        <a:pt x="82772" y="4133"/>
                        <a:pt x="83534" y="4133"/>
                        <a:pt x="83820" y="4609"/>
                      </a:cubicBezTo>
                      <a:lnTo>
                        <a:pt x="81725" y="4609"/>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 name="Google Shape;982;p99"/>
                <p:cNvSpPr/>
                <p:nvPr/>
              </p:nvSpPr>
              <p:spPr>
                <a:xfrm>
                  <a:off x="4640008" y="1394174"/>
                  <a:ext cx="96011" cy="115252"/>
                </a:xfrm>
                <a:custGeom>
                  <a:avLst/>
                  <a:gdLst/>
                  <a:ahLst/>
                  <a:cxnLst/>
                  <a:rect l="l" t="t" r="r" b="b"/>
                  <a:pathLst>
                    <a:path w="96011" h="115252" extrusionOk="0">
                      <a:moveTo>
                        <a:pt x="74962" y="94107"/>
                      </a:moveTo>
                      <a:cubicBezTo>
                        <a:pt x="74581" y="95345"/>
                        <a:pt x="74485" y="96488"/>
                        <a:pt x="74485" y="97536"/>
                      </a:cubicBezTo>
                      <a:cubicBezTo>
                        <a:pt x="74485" y="99155"/>
                        <a:pt x="74866" y="101060"/>
                        <a:pt x="75724" y="103156"/>
                      </a:cubicBezTo>
                      <a:cubicBezTo>
                        <a:pt x="76867" y="105823"/>
                        <a:pt x="77533" y="107537"/>
                        <a:pt x="77724" y="108299"/>
                      </a:cubicBezTo>
                      <a:cubicBezTo>
                        <a:pt x="78105" y="108775"/>
                        <a:pt x="78295" y="109252"/>
                        <a:pt x="78295" y="109728"/>
                      </a:cubicBezTo>
                      <a:cubicBezTo>
                        <a:pt x="78295" y="110299"/>
                        <a:pt x="77914" y="110966"/>
                        <a:pt x="77248" y="111823"/>
                      </a:cubicBezTo>
                      <a:cubicBezTo>
                        <a:pt x="76200" y="113062"/>
                        <a:pt x="75533" y="113824"/>
                        <a:pt x="75342" y="114014"/>
                      </a:cubicBezTo>
                      <a:cubicBezTo>
                        <a:pt x="74485" y="113824"/>
                        <a:pt x="73628" y="113728"/>
                        <a:pt x="72676" y="113728"/>
                      </a:cubicBezTo>
                      <a:cubicBezTo>
                        <a:pt x="71723" y="113728"/>
                        <a:pt x="70199" y="113824"/>
                        <a:pt x="68294" y="114014"/>
                      </a:cubicBezTo>
                      <a:cubicBezTo>
                        <a:pt x="66294" y="114205"/>
                        <a:pt x="64865" y="114300"/>
                        <a:pt x="64008" y="114300"/>
                      </a:cubicBezTo>
                      <a:cubicBezTo>
                        <a:pt x="60579" y="114300"/>
                        <a:pt x="58102" y="113252"/>
                        <a:pt x="56483" y="111157"/>
                      </a:cubicBezTo>
                      <a:cubicBezTo>
                        <a:pt x="56959" y="110109"/>
                        <a:pt x="57245" y="109061"/>
                        <a:pt x="57245" y="108204"/>
                      </a:cubicBezTo>
                      <a:cubicBezTo>
                        <a:pt x="57245" y="106870"/>
                        <a:pt x="56578" y="105442"/>
                        <a:pt x="55150" y="103727"/>
                      </a:cubicBezTo>
                      <a:cubicBezTo>
                        <a:pt x="53149" y="101536"/>
                        <a:pt x="52006" y="100013"/>
                        <a:pt x="51721" y="99346"/>
                      </a:cubicBezTo>
                      <a:cubicBezTo>
                        <a:pt x="51340" y="99155"/>
                        <a:pt x="50863" y="99060"/>
                        <a:pt x="50387" y="99060"/>
                      </a:cubicBezTo>
                      <a:cubicBezTo>
                        <a:pt x="49720" y="99060"/>
                        <a:pt x="48673" y="99250"/>
                        <a:pt x="47053" y="99631"/>
                      </a:cubicBezTo>
                      <a:cubicBezTo>
                        <a:pt x="45529" y="100013"/>
                        <a:pt x="44386" y="100203"/>
                        <a:pt x="43720" y="100203"/>
                      </a:cubicBezTo>
                      <a:cubicBezTo>
                        <a:pt x="42100" y="100203"/>
                        <a:pt x="41053" y="99441"/>
                        <a:pt x="40576" y="98012"/>
                      </a:cubicBezTo>
                      <a:lnTo>
                        <a:pt x="39624" y="98012"/>
                      </a:lnTo>
                      <a:cubicBezTo>
                        <a:pt x="39624" y="97441"/>
                        <a:pt x="39433" y="96679"/>
                        <a:pt x="39243" y="95726"/>
                      </a:cubicBezTo>
                      <a:cubicBezTo>
                        <a:pt x="38957" y="94774"/>
                        <a:pt x="38862" y="94107"/>
                        <a:pt x="38862" y="93821"/>
                      </a:cubicBezTo>
                      <a:cubicBezTo>
                        <a:pt x="38862" y="93154"/>
                        <a:pt x="39052" y="92583"/>
                        <a:pt x="39624" y="92202"/>
                      </a:cubicBezTo>
                      <a:cubicBezTo>
                        <a:pt x="39148" y="91630"/>
                        <a:pt x="39052" y="91059"/>
                        <a:pt x="39052" y="90488"/>
                      </a:cubicBezTo>
                      <a:cubicBezTo>
                        <a:pt x="39052" y="90011"/>
                        <a:pt x="39243" y="89249"/>
                        <a:pt x="39624" y="88297"/>
                      </a:cubicBezTo>
                      <a:cubicBezTo>
                        <a:pt x="40005" y="87344"/>
                        <a:pt x="40291" y="86677"/>
                        <a:pt x="40291" y="86201"/>
                      </a:cubicBezTo>
                      <a:cubicBezTo>
                        <a:pt x="40291" y="85820"/>
                        <a:pt x="40291" y="85534"/>
                        <a:pt x="40005" y="85058"/>
                      </a:cubicBezTo>
                      <a:cubicBezTo>
                        <a:pt x="40767" y="83820"/>
                        <a:pt x="42863" y="83153"/>
                        <a:pt x="46482" y="83058"/>
                      </a:cubicBezTo>
                      <a:cubicBezTo>
                        <a:pt x="49720" y="83058"/>
                        <a:pt x="51435" y="82391"/>
                        <a:pt x="51435" y="81344"/>
                      </a:cubicBezTo>
                      <a:cubicBezTo>
                        <a:pt x="51435" y="80677"/>
                        <a:pt x="50959" y="79724"/>
                        <a:pt x="50101" y="78391"/>
                      </a:cubicBezTo>
                      <a:lnTo>
                        <a:pt x="51816" y="78391"/>
                      </a:lnTo>
                      <a:cubicBezTo>
                        <a:pt x="51816" y="79057"/>
                        <a:pt x="51911" y="79819"/>
                        <a:pt x="52388" y="80677"/>
                      </a:cubicBezTo>
                      <a:cubicBezTo>
                        <a:pt x="52673" y="80391"/>
                        <a:pt x="52768" y="79819"/>
                        <a:pt x="52864" y="78676"/>
                      </a:cubicBezTo>
                      <a:cubicBezTo>
                        <a:pt x="52864" y="77819"/>
                        <a:pt x="53435" y="77438"/>
                        <a:pt x="54197" y="77343"/>
                      </a:cubicBezTo>
                      <a:lnTo>
                        <a:pt x="52768" y="75819"/>
                      </a:lnTo>
                      <a:lnTo>
                        <a:pt x="54197" y="75438"/>
                      </a:lnTo>
                      <a:lnTo>
                        <a:pt x="53149" y="74486"/>
                      </a:lnTo>
                      <a:cubicBezTo>
                        <a:pt x="53149" y="74486"/>
                        <a:pt x="53530" y="74771"/>
                        <a:pt x="53721" y="74771"/>
                      </a:cubicBezTo>
                      <a:cubicBezTo>
                        <a:pt x="54102" y="74771"/>
                        <a:pt x="54483" y="74581"/>
                        <a:pt x="55150" y="74200"/>
                      </a:cubicBezTo>
                      <a:cubicBezTo>
                        <a:pt x="55721" y="73819"/>
                        <a:pt x="56197" y="73628"/>
                        <a:pt x="56388" y="73628"/>
                      </a:cubicBezTo>
                      <a:cubicBezTo>
                        <a:pt x="56769" y="73628"/>
                        <a:pt x="57055" y="74009"/>
                        <a:pt x="57150" y="74867"/>
                      </a:cubicBezTo>
                      <a:cubicBezTo>
                        <a:pt x="56959" y="74867"/>
                        <a:pt x="55912" y="75152"/>
                        <a:pt x="54197" y="75819"/>
                      </a:cubicBezTo>
                      <a:cubicBezTo>
                        <a:pt x="54197" y="75819"/>
                        <a:pt x="54959" y="76295"/>
                        <a:pt x="56197" y="77057"/>
                      </a:cubicBezTo>
                      <a:cubicBezTo>
                        <a:pt x="56959" y="77533"/>
                        <a:pt x="57340" y="78010"/>
                        <a:pt x="57340" y="78486"/>
                      </a:cubicBezTo>
                      <a:cubicBezTo>
                        <a:pt x="57340" y="78676"/>
                        <a:pt x="57340" y="78962"/>
                        <a:pt x="57245" y="79248"/>
                      </a:cubicBezTo>
                      <a:cubicBezTo>
                        <a:pt x="57626" y="78962"/>
                        <a:pt x="57912" y="78581"/>
                        <a:pt x="58102" y="77915"/>
                      </a:cubicBezTo>
                      <a:cubicBezTo>
                        <a:pt x="58293" y="77248"/>
                        <a:pt x="58198" y="76771"/>
                        <a:pt x="58007" y="76390"/>
                      </a:cubicBezTo>
                      <a:lnTo>
                        <a:pt x="59626" y="74771"/>
                      </a:lnTo>
                      <a:lnTo>
                        <a:pt x="56292" y="71723"/>
                      </a:lnTo>
                      <a:lnTo>
                        <a:pt x="56674" y="71152"/>
                      </a:lnTo>
                      <a:cubicBezTo>
                        <a:pt x="56674" y="71152"/>
                        <a:pt x="56102" y="70675"/>
                        <a:pt x="55816" y="70675"/>
                      </a:cubicBezTo>
                      <a:cubicBezTo>
                        <a:pt x="55626" y="70675"/>
                        <a:pt x="55340" y="70866"/>
                        <a:pt x="54769" y="71247"/>
                      </a:cubicBezTo>
                      <a:cubicBezTo>
                        <a:pt x="54197" y="71628"/>
                        <a:pt x="53721" y="71819"/>
                        <a:pt x="53245" y="71723"/>
                      </a:cubicBezTo>
                      <a:cubicBezTo>
                        <a:pt x="53054" y="71723"/>
                        <a:pt x="52006" y="71628"/>
                        <a:pt x="50006" y="71628"/>
                      </a:cubicBezTo>
                      <a:cubicBezTo>
                        <a:pt x="48863" y="71628"/>
                        <a:pt x="48196" y="70866"/>
                        <a:pt x="48196" y="69342"/>
                      </a:cubicBezTo>
                      <a:cubicBezTo>
                        <a:pt x="47530" y="69056"/>
                        <a:pt x="47244" y="68580"/>
                        <a:pt x="47244" y="67913"/>
                      </a:cubicBezTo>
                      <a:cubicBezTo>
                        <a:pt x="47244" y="67532"/>
                        <a:pt x="47244" y="67056"/>
                        <a:pt x="47530" y="66294"/>
                      </a:cubicBezTo>
                      <a:cubicBezTo>
                        <a:pt x="47720" y="65532"/>
                        <a:pt x="47815" y="64960"/>
                        <a:pt x="47815" y="64579"/>
                      </a:cubicBezTo>
                      <a:cubicBezTo>
                        <a:pt x="47815" y="63532"/>
                        <a:pt x="47149" y="62960"/>
                        <a:pt x="45815" y="62770"/>
                      </a:cubicBezTo>
                      <a:cubicBezTo>
                        <a:pt x="45529" y="62389"/>
                        <a:pt x="45434" y="61817"/>
                        <a:pt x="45434" y="61341"/>
                      </a:cubicBezTo>
                      <a:cubicBezTo>
                        <a:pt x="45434" y="61055"/>
                        <a:pt x="45434" y="60674"/>
                        <a:pt x="45529" y="60198"/>
                      </a:cubicBezTo>
                      <a:cubicBezTo>
                        <a:pt x="45529" y="59722"/>
                        <a:pt x="45625" y="59341"/>
                        <a:pt x="45625" y="59055"/>
                      </a:cubicBezTo>
                      <a:cubicBezTo>
                        <a:pt x="45625" y="58198"/>
                        <a:pt x="45244" y="57626"/>
                        <a:pt x="44386" y="57055"/>
                      </a:cubicBezTo>
                      <a:lnTo>
                        <a:pt x="43053" y="56674"/>
                      </a:lnTo>
                      <a:cubicBezTo>
                        <a:pt x="43720" y="55817"/>
                        <a:pt x="44005" y="54959"/>
                        <a:pt x="44005" y="54102"/>
                      </a:cubicBezTo>
                      <a:cubicBezTo>
                        <a:pt x="44005" y="53340"/>
                        <a:pt x="43720" y="52292"/>
                        <a:pt x="43148" y="51054"/>
                      </a:cubicBezTo>
                      <a:cubicBezTo>
                        <a:pt x="42672" y="50197"/>
                        <a:pt x="42196" y="49244"/>
                        <a:pt x="41719" y="48196"/>
                      </a:cubicBezTo>
                      <a:cubicBezTo>
                        <a:pt x="42100" y="47911"/>
                        <a:pt x="42386" y="47625"/>
                        <a:pt x="42481" y="47053"/>
                      </a:cubicBezTo>
                      <a:cubicBezTo>
                        <a:pt x="42481" y="46482"/>
                        <a:pt x="42291" y="46101"/>
                        <a:pt x="41719" y="45815"/>
                      </a:cubicBezTo>
                      <a:lnTo>
                        <a:pt x="39719" y="46196"/>
                      </a:lnTo>
                      <a:lnTo>
                        <a:pt x="39243" y="42767"/>
                      </a:lnTo>
                      <a:cubicBezTo>
                        <a:pt x="38576" y="42958"/>
                        <a:pt x="38290" y="43434"/>
                        <a:pt x="38290" y="44196"/>
                      </a:cubicBezTo>
                      <a:cubicBezTo>
                        <a:pt x="38290" y="45053"/>
                        <a:pt x="37814" y="45529"/>
                        <a:pt x="36957" y="45815"/>
                      </a:cubicBezTo>
                      <a:cubicBezTo>
                        <a:pt x="37147" y="46292"/>
                        <a:pt x="37242" y="46768"/>
                        <a:pt x="37242" y="47149"/>
                      </a:cubicBezTo>
                      <a:cubicBezTo>
                        <a:pt x="37242" y="47911"/>
                        <a:pt x="36957" y="48863"/>
                        <a:pt x="36290" y="50197"/>
                      </a:cubicBezTo>
                      <a:cubicBezTo>
                        <a:pt x="35623" y="51530"/>
                        <a:pt x="35338" y="52864"/>
                        <a:pt x="35433" y="54197"/>
                      </a:cubicBezTo>
                      <a:cubicBezTo>
                        <a:pt x="34195" y="54864"/>
                        <a:pt x="33528" y="56007"/>
                        <a:pt x="33338" y="57531"/>
                      </a:cubicBezTo>
                      <a:cubicBezTo>
                        <a:pt x="33147" y="59722"/>
                        <a:pt x="32861" y="60960"/>
                        <a:pt x="32671" y="61246"/>
                      </a:cubicBezTo>
                      <a:cubicBezTo>
                        <a:pt x="32290" y="61246"/>
                        <a:pt x="31718" y="61722"/>
                        <a:pt x="31051" y="62960"/>
                      </a:cubicBezTo>
                      <a:cubicBezTo>
                        <a:pt x="30289" y="64484"/>
                        <a:pt x="29623" y="65532"/>
                        <a:pt x="28861" y="66008"/>
                      </a:cubicBezTo>
                      <a:cubicBezTo>
                        <a:pt x="28861" y="66199"/>
                        <a:pt x="29146" y="66675"/>
                        <a:pt x="29813" y="67342"/>
                      </a:cubicBezTo>
                      <a:lnTo>
                        <a:pt x="30670" y="66389"/>
                      </a:lnTo>
                      <a:cubicBezTo>
                        <a:pt x="30670" y="66389"/>
                        <a:pt x="30956" y="66580"/>
                        <a:pt x="30956" y="66770"/>
                      </a:cubicBezTo>
                      <a:cubicBezTo>
                        <a:pt x="30956" y="66961"/>
                        <a:pt x="30766" y="67437"/>
                        <a:pt x="30384" y="68104"/>
                      </a:cubicBezTo>
                      <a:cubicBezTo>
                        <a:pt x="30004" y="68770"/>
                        <a:pt x="29813" y="69151"/>
                        <a:pt x="29813" y="69342"/>
                      </a:cubicBezTo>
                      <a:cubicBezTo>
                        <a:pt x="29146" y="70294"/>
                        <a:pt x="28861" y="70771"/>
                        <a:pt x="28861" y="70866"/>
                      </a:cubicBezTo>
                      <a:lnTo>
                        <a:pt x="29813" y="71819"/>
                      </a:lnTo>
                      <a:cubicBezTo>
                        <a:pt x="29813" y="71819"/>
                        <a:pt x="30384" y="71247"/>
                        <a:pt x="30670" y="71247"/>
                      </a:cubicBezTo>
                      <a:lnTo>
                        <a:pt x="30670" y="72199"/>
                      </a:lnTo>
                      <a:cubicBezTo>
                        <a:pt x="30670" y="72199"/>
                        <a:pt x="30099" y="72009"/>
                        <a:pt x="29813" y="72009"/>
                      </a:cubicBezTo>
                      <a:cubicBezTo>
                        <a:pt x="29146" y="72009"/>
                        <a:pt x="28670" y="72866"/>
                        <a:pt x="28384" y="74486"/>
                      </a:cubicBezTo>
                      <a:cubicBezTo>
                        <a:pt x="28003" y="76390"/>
                        <a:pt x="27527" y="77533"/>
                        <a:pt x="26956" y="77915"/>
                      </a:cubicBezTo>
                      <a:cubicBezTo>
                        <a:pt x="27432" y="78295"/>
                        <a:pt x="27813" y="79153"/>
                        <a:pt x="28003" y="80581"/>
                      </a:cubicBezTo>
                      <a:cubicBezTo>
                        <a:pt x="28289" y="81915"/>
                        <a:pt x="28861" y="82772"/>
                        <a:pt x="29813" y="83058"/>
                      </a:cubicBezTo>
                      <a:cubicBezTo>
                        <a:pt x="30289" y="82772"/>
                        <a:pt x="31432" y="82582"/>
                        <a:pt x="33242" y="82677"/>
                      </a:cubicBezTo>
                      <a:cubicBezTo>
                        <a:pt x="34766" y="82677"/>
                        <a:pt x="35719" y="82486"/>
                        <a:pt x="35909" y="82105"/>
                      </a:cubicBezTo>
                      <a:cubicBezTo>
                        <a:pt x="35909" y="82963"/>
                        <a:pt x="36290" y="84963"/>
                        <a:pt x="36766" y="88011"/>
                      </a:cubicBezTo>
                      <a:cubicBezTo>
                        <a:pt x="37147" y="90392"/>
                        <a:pt x="37338" y="92297"/>
                        <a:pt x="37338" y="93821"/>
                      </a:cubicBezTo>
                      <a:cubicBezTo>
                        <a:pt x="37338" y="96107"/>
                        <a:pt x="36957" y="98298"/>
                        <a:pt x="36290" y="100298"/>
                      </a:cubicBezTo>
                      <a:cubicBezTo>
                        <a:pt x="35147" y="100584"/>
                        <a:pt x="33242" y="100774"/>
                        <a:pt x="30575" y="100679"/>
                      </a:cubicBezTo>
                      <a:cubicBezTo>
                        <a:pt x="27908" y="100679"/>
                        <a:pt x="25813" y="100965"/>
                        <a:pt x="24479" y="101632"/>
                      </a:cubicBezTo>
                      <a:lnTo>
                        <a:pt x="25051" y="102013"/>
                      </a:lnTo>
                      <a:cubicBezTo>
                        <a:pt x="23050" y="102489"/>
                        <a:pt x="21907" y="103918"/>
                        <a:pt x="21622" y="106299"/>
                      </a:cubicBezTo>
                      <a:cubicBezTo>
                        <a:pt x="21431" y="108299"/>
                        <a:pt x="21241" y="110204"/>
                        <a:pt x="20955" y="112109"/>
                      </a:cubicBezTo>
                      <a:cubicBezTo>
                        <a:pt x="20383" y="114014"/>
                        <a:pt x="18669" y="114871"/>
                        <a:pt x="15907" y="114586"/>
                      </a:cubicBezTo>
                      <a:cubicBezTo>
                        <a:pt x="15716" y="114967"/>
                        <a:pt x="15335" y="115252"/>
                        <a:pt x="14954" y="115252"/>
                      </a:cubicBezTo>
                      <a:cubicBezTo>
                        <a:pt x="14573" y="115252"/>
                        <a:pt x="14097" y="115062"/>
                        <a:pt x="13335" y="114586"/>
                      </a:cubicBezTo>
                      <a:cubicBezTo>
                        <a:pt x="12573" y="114205"/>
                        <a:pt x="12001" y="113919"/>
                        <a:pt x="11620" y="113919"/>
                      </a:cubicBezTo>
                      <a:cubicBezTo>
                        <a:pt x="11239" y="113919"/>
                        <a:pt x="10763" y="113919"/>
                        <a:pt x="10096" y="113919"/>
                      </a:cubicBezTo>
                      <a:cubicBezTo>
                        <a:pt x="9525" y="113919"/>
                        <a:pt x="8667" y="114014"/>
                        <a:pt x="7525" y="114109"/>
                      </a:cubicBezTo>
                      <a:cubicBezTo>
                        <a:pt x="6382" y="114300"/>
                        <a:pt x="5524" y="114395"/>
                        <a:pt x="4953" y="114395"/>
                      </a:cubicBezTo>
                      <a:cubicBezTo>
                        <a:pt x="2381" y="114395"/>
                        <a:pt x="857" y="113538"/>
                        <a:pt x="381" y="111919"/>
                      </a:cubicBezTo>
                      <a:cubicBezTo>
                        <a:pt x="190" y="111157"/>
                        <a:pt x="0" y="110490"/>
                        <a:pt x="0" y="109823"/>
                      </a:cubicBezTo>
                      <a:cubicBezTo>
                        <a:pt x="0" y="108871"/>
                        <a:pt x="381" y="107442"/>
                        <a:pt x="1238" y="105727"/>
                      </a:cubicBezTo>
                      <a:cubicBezTo>
                        <a:pt x="2000" y="104013"/>
                        <a:pt x="2381" y="102489"/>
                        <a:pt x="2095" y="101346"/>
                      </a:cubicBezTo>
                      <a:cubicBezTo>
                        <a:pt x="3524" y="100965"/>
                        <a:pt x="4191" y="100013"/>
                        <a:pt x="4191" y="98488"/>
                      </a:cubicBezTo>
                      <a:cubicBezTo>
                        <a:pt x="4191" y="98203"/>
                        <a:pt x="4191" y="97917"/>
                        <a:pt x="4191" y="97345"/>
                      </a:cubicBezTo>
                      <a:lnTo>
                        <a:pt x="4191" y="96107"/>
                      </a:lnTo>
                      <a:cubicBezTo>
                        <a:pt x="4191" y="95345"/>
                        <a:pt x="4286" y="94583"/>
                        <a:pt x="4667" y="94107"/>
                      </a:cubicBezTo>
                      <a:cubicBezTo>
                        <a:pt x="6001" y="93631"/>
                        <a:pt x="6667" y="92678"/>
                        <a:pt x="6667" y="91440"/>
                      </a:cubicBezTo>
                      <a:cubicBezTo>
                        <a:pt x="6667" y="91059"/>
                        <a:pt x="6667" y="90392"/>
                        <a:pt x="6382" y="89440"/>
                      </a:cubicBezTo>
                      <a:cubicBezTo>
                        <a:pt x="6191" y="88487"/>
                        <a:pt x="6096" y="87820"/>
                        <a:pt x="6096" y="87344"/>
                      </a:cubicBezTo>
                      <a:cubicBezTo>
                        <a:pt x="6096" y="85915"/>
                        <a:pt x="6667" y="84963"/>
                        <a:pt x="7906" y="84296"/>
                      </a:cubicBezTo>
                      <a:cubicBezTo>
                        <a:pt x="7715" y="83725"/>
                        <a:pt x="7715" y="83153"/>
                        <a:pt x="7715" y="82677"/>
                      </a:cubicBezTo>
                      <a:cubicBezTo>
                        <a:pt x="7715" y="81629"/>
                        <a:pt x="8191" y="80296"/>
                        <a:pt x="9144" y="78772"/>
                      </a:cubicBezTo>
                      <a:cubicBezTo>
                        <a:pt x="10192" y="77248"/>
                        <a:pt x="10668" y="76009"/>
                        <a:pt x="10668" y="75152"/>
                      </a:cubicBezTo>
                      <a:cubicBezTo>
                        <a:pt x="10668" y="74390"/>
                        <a:pt x="10477" y="73628"/>
                        <a:pt x="9906" y="72771"/>
                      </a:cubicBezTo>
                      <a:cubicBezTo>
                        <a:pt x="11334" y="71152"/>
                        <a:pt x="12287" y="68675"/>
                        <a:pt x="12859" y="65532"/>
                      </a:cubicBezTo>
                      <a:cubicBezTo>
                        <a:pt x="13144" y="63055"/>
                        <a:pt x="13525" y="60579"/>
                        <a:pt x="13716" y="58102"/>
                      </a:cubicBezTo>
                      <a:cubicBezTo>
                        <a:pt x="15049" y="57531"/>
                        <a:pt x="15811" y="56102"/>
                        <a:pt x="16192" y="53816"/>
                      </a:cubicBezTo>
                      <a:cubicBezTo>
                        <a:pt x="16573" y="51530"/>
                        <a:pt x="17240" y="50006"/>
                        <a:pt x="18383" y="49244"/>
                      </a:cubicBezTo>
                      <a:cubicBezTo>
                        <a:pt x="18002" y="48482"/>
                        <a:pt x="17907" y="47720"/>
                        <a:pt x="17907" y="46768"/>
                      </a:cubicBezTo>
                      <a:cubicBezTo>
                        <a:pt x="17907" y="45910"/>
                        <a:pt x="18097" y="44863"/>
                        <a:pt x="18383" y="43529"/>
                      </a:cubicBezTo>
                      <a:cubicBezTo>
                        <a:pt x="18669" y="42196"/>
                        <a:pt x="18764" y="41338"/>
                        <a:pt x="18764" y="41053"/>
                      </a:cubicBezTo>
                      <a:cubicBezTo>
                        <a:pt x="19717" y="40481"/>
                        <a:pt x="20193" y="39719"/>
                        <a:pt x="20193" y="38862"/>
                      </a:cubicBezTo>
                      <a:lnTo>
                        <a:pt x="20193" y="37338"/>
                      </a:lnTo>
                      <a:cubicBezTo>
                        <a:pt x="20193" y="36100"/>
                        <a:pt x="20859" y="35052"/>
                        <a:pt x="22193" y="34290"/>
                      </a:cubicBezTo>
                      <a:cubicBezTo>
                        <a:pt x="21526" y="33147"/>
                        <a:pt x="21526" y="31147"/>
                        <a:pt x="22193" y="28289"/>
                      </a:cubicBezTo>
                      <a:cubicBezTo>
                        <a:pt x="24098" y="28003"/>
                        <a:pt x="24860" y="26670"/>
                        <a:pt x="24384" y="24479"/>
                      </a:cubicBezTo>
                      <a:cubicBezTo>
                        <a:pt x="23908" y="21812"/>
                        <a:pt x="23908" y="20288"/>
                        <a:pt x="24479" y="19812"/>
                      </a:cubicBezTo>
                      <a:cubicBezTo>
                        <a:pt x="26765" y="17145"/>
                        <a:pt x="28575" y="15907"/>
                        <a:pt x="30004" y="15907"/>
                      </a:cubicBezTo>
                      <a:cubicBezTo>
                        <a:pt x="30956" y="15907"/>
                        <a:pt x="31813" y="16383"/>
                        <a:pt x="32575" y="17335"/>
                      </a:cubicBezTo>
                      <a:cubicBezTo>
                        <a:pt x="32861" y="17145"/>
                        <a:pt x="32956" y="16764"/>
                        <a:pt x="32956" y="16002"/>
                      </a:cubicBezTo>
                      <a:cubicBezTo>
                        <a:pt x="33147" y="15811"/>
                        <a:pt x="33433" y="15716"/>
                        <a:pt x="33814" y="15716"/>
                      </a:cubicBezTo>
                      <a:cubicBezTo>
                        <a:pt x="34195" y="15716"/>
                        <a:pt x="34671" y="15811"/>
                        <a:pt x="35433" y="16002"/>
                      </a:cubicBezTo>
                      <a:cubicBezTo>
                        <a:pt x="36195" y="16192"/>
                        <a:pt x="36766" y="16288"/>
                        <a:pt x="37147" y="16288"/>
                      </a:cubicBezTo>
                      <a:cubicBezTo>
                        <a:pt x="38100" y="16288"/>
                        <a:pt x="38767" y="15811"/>
                        <a:pt x="39243" y="14954"/>
                      </a:cubicBezTo>
                      <a:cubicBezTo>
                        <a:pt x="39719" y="15240"/>
                        <a:pt x="40481" y="15907"/>
                        <a:pt x="41719" y="16669"/>
                      </a:cubicBezTo>
                      <a:cubicBezTo>
                        <a:pt x="42005" y="16002"/>
                        <a:pt x="42576" y="15716"/>
                        <a:pt x="43148" y="15716"/>
                      </a:cubicBezTo>
                      <a:cubicBezTo>
                        <a:pt x="43624" y="15716"/>
                        <a:pt x="44291" y="15907"/>
                        <a:pt x="45148" y="16097"/>
                      </a:cubicBezTo>
                      <a:cubicBezTo>
                        <a:pt x="46101" y="16383"/>
                        <a:pt x="46863" y="16573"/>
                        <a:pt x="47434" y="16573"/>
                      </a:cubicBezTo>
                      <a:cubicBezTo>
                        <a:pt x="47815" y="16573"/>
                        <a:pt x="48196" y="16573"/>
                        <a:pt x="48482" y="16383"/>
                      </a:cubicBezTo>
                      <a:cubicBezTo>
                        <a:pt x="49530" y="17050"/>
                        <a:pt x="50673" y="17717"/>
                        <a:pt x="51721" y="18478"/>
                      </a:cubicBezTo>
                      <a:cubicBezTo>
                        <a:pt x="52768" y="19240"/>
                        <a:pt x="53340" y="20193"/>
                        <a:pt x="53340" y="21431"/>
                      </a:cubicBezTo>
                      <a:cubicBezTo>
                        <a:pt x="53340" y="21717"/>
                        <a:pt x="53340" y="22098"/>
                        <a:pt x="53245" y="22574"/>
                      </a:cubicBezTo>
                      <a:lnTo>
                        <a:pt x="55340" y="22193"/>
                      </a:lnTo>
                      <a:cubicBezTo>
                        <a:pt x="54959" y="23241"/>
                        <a:pt x="54864" y="24384"/>
                        <a:pt x="54864" y="25527"/>
                      </a:cubicBezTo>
                      <a:cubicBezTo>
                        <a:pt x="54864" y="28003"/>
                        <a:pt x="55816" y="30766"/>
                        <a:pt x="57721" y="34004"/>
                      </a:cubicBezTo>
                      <a:lnTo>
                        <a:pt x="55435" y="34957"/>
                      </a:lnTo>
                      <a:lnTo>
                        <a:pt x="57721" y="35814"/>
                      </a:lnTo>
                      <a:cubicBezTo>
                        <a:pt x="57721" y="35814"/>
                        <a:pt x="56769" y="36100"/>
                        <a:pt x="55816" y="36767"/>
                      </a:cubicBezTo>
                      <a:lnTo>
                        <a:pt x="55816" y="37243"/>
                      </a:lnTo>
                      <a:cubicBezTo>
                        <a:pt x="56483" y="37052"/>
                        <a:pt x="57531" y="37243"/>
                        <a:pt x="59150" y="37719"/>
                      </a:cubicBezTo>
                      <a:lnTo>
                        <a:pt x="57436" y="40386"/>
                      </a:lnTo>
                      <a:cubicBezTo>
                        <a:pt x="59341" y="42672"/>
                        <a:pt x="60960" y="43815"/>
                        <a:pt x="62484" y="43815"/>
                      </a:cubicBezTo>
                      <a:lnTo>
                        <a:pt x="62484" y="44767"/>
                      </a:lnTo>
                      <a:cubicBezTo>
                        <a:pt x="61913" y="43910"/>
                        <a:pt x="61436" y="43624"/>
                        <a:pt x="61150" y="43815"/>
                      </a:cubicBezTo>
                      <a:cubicBezTo>
                        <a:pt x="60865" y="44958"/>
                        <a:pt x="60674" y="46196"/>
                        <a:pt x="60674" y="47530"/>
                      </a:cubicBezTo>
                      <a:cubicBezTo>
                        <a:pt x="60674" y="50197"/>
                        <a:pt x="61246" y="52292"/>
                        <a:pt x="62484" y="53721"/>
                      </a:cubicBezTo>
                      <a:cubicBezTo>
                        <a:pt x="62103" y="54007"/>
                        <a:pt x="62008" y="54388"/>
                        <a:pt x="62008" y="54673"/>
                      </a:cubicBezTo>
                      <a:cubicBezTo>
                        <a:pt x="62008" y="55054"/>
                        <a:pt x="62293" y="55435"/>
                        <a:pt x="62960" y="56007"/>
                      </a:cubicBezTo>
                      <a:cubicBezTo>
                        <a:pt x="63627" y="56578"/>
                        <a:pt x="63913" y="57055"/>
                        <a:pt x="63913" y="57531"/>
                      </a:cubicBezTo>
                      <a:cubicBezTo>
                        <a:pt x="63913" y="57721"/>
                        <a:pt x="63722" y="58007"/>
                        <a:pt x="63532" y="58388"/>
                      </a:cubicBezTo>
                      <a:lnTo>
                        <a:pt x="64960" y="58960"/>
                      </a:lnTo>
                      <a:cubicBezTo>
                        <a:pt x="65817" y="63627"/>
                        <a:pt x="66294" y="66484"/>
                        <a:pt x="66580" y="67437"/>
                      </a:cubicBezTo>
                      <a:cubicBezTo>
                        <a:pt x="67342" y="70675"/>
                        <a:pt x="68294" y="73342"/>
                        <a:pt x="69628" y="75533"/>
                      </a:cubicBezTo>
                      <a:cubicBezTo>
                        <a:pt x="68675" y="77152"/>
                        <a:pt x="68961" y="78486"/>
                        <a:pt x="70580" y="79343"/>
                      </a:cubicBezTo>
                      <a:cubicBezTo>
                        <a:pt x="70390" y="83439"/>
                        <a:pt x="71056" y="86296"/>
                        <a:pt x="72390" y="87820"/>
                      </a:cubicBezTo>
                      <a:cubicBezTo>
                        <a:pt x="72390" y="91726"/>
                        <a:pt x="73342" y="93726"/>
                        <a:pt x="75342" y="93821"/>
                      </a:cubicBezTo>
                      <a:close/>
                      <a:moveTo>
                        <a:pt x="3810" y="17526"/>
                      </a:moveTo>
                      <a:lnTo>
                        <a:pt x="2857" y="18574"/>
                      </a:lnTo>
                      <a:lnTo>
                        <a:pt x="1524" y="16954"/>
                      </a:lnTo>
                      <a:lnTo>
                        <a:pt x="3905" y="17526"/>
                      </a:lnTo>
                      <a:close/>
                      <a:moveTo>
                        <a:pt x="5905" y="36004"/>
                      </a:moveTo>
                      <a:lnTo>
                        <a:pt x="6667" y="38386"/>
                      </a:lnTo>
                      <a:lnTo>
                        <a:pt x="4763" y="41338"/>
                      </a:lnTo>
                      <a:lnTo>
                        <a:pt x="5905" y="36100"/>
                      </a:lnTo>
                      <a:close/>
                      <a:moveTo>
                        <a:pt x="7429" y="25051"/>
                      </a:moveTo>
                      <a:cubicBezTo>
                        <a:pt x="7429" y="25051"/>
                        <a:pt x="6858" y="25432"/>
                        <a:pt x="6191" y="26003"/>
                      </a:cubicBezTo>
                      <a:lnTo>
                        <a:pt x="5810" y="24670"/>
                      </a:lnTo>
                      <a:lnTo>
                        <a:pt x="7334" y="25051"/>
                      </a:lnTo>
                      <a:close/>
                      <a:moveTo>
                        <a:pt x="18002" y="27527"/>
                      </a:moveTo>
                      <a:cubicBezTo>
                        <a:pt x="17431" y="26194"/>
                        <a:pt x="16288" y="25717"/>
                        <a:pt x="14668" y="26098"/>
                      </a:cubicBezTo>
                      <a:lnTo>
                        <a:pt x="14288" y="26575"/>
                      </a:lnTo>
                      <a:cubicBezTo>
                        <a:pt x="14288" y="25717"/>
                        <a:pt x="14573" y="25336"/>
                        <a:pt x="15049" y="25336"/>
                      </a:cubicBezTo>
                      <a:cubicBezTo>
                        <a:pt x="15049" y="25336"/>
                        <a:pt x="15621" y="25432"/>
                        <a:pt x="16383" y="25717"/>
                      </a:cubicBezTo>
                      <a:cubicBezTo>
                        <a:pt x="17050" y="25908"/>
                        <a:pt x="17621" y="25908"/>
                        <a:pt x="18002" y="25717"/>
                      </a:cubicBezTo>
                      <a:lnTo>
                        <a:pt x="18002" y="27527"/>
                      </a:lnTo>
                      <a:close/>
                      <a:moveTo>
                        <a:pt x="16002" y="67342"/>
                      </a:moveTo>
                      <a:lnTo>
                        <a:pt x="16002" y="64960"/>
                      </a:lnTo>
                      <a:lnTo>
                        <a:pt x="15621" y="64960"/>
                      </a:lnTo>
                      <a:lnTo>
                        <a:pt x="15621" y="67342"/>
                      </a:lnTo>
                      <a:lnTo>
                        <a:pt x="16002" y="67342"/>
                      </a:lnTo>
                      <a:close/>
                      <a:moveTo>
                        <a:pt x="22765" y="29527"/>
                      </a:moveTo>
                      <a:lnTo>
                        <a:pt x="25432" y="28003"/>
                      </a:lnTo>
                      <a:lnTo>
                        <a:pt x="25051" y="26575"/>
                      </a:lnTo>
                      <a:lnTo>
                        <a:pt x="22765" y="29527"/>
                      </a:lnTo>
                      <a:close/>
                      <a:moveTo>
                        <a:pt x="25432" y="46482"/>
                      </a:moveTo>
                      <a:lnTo>
                        <a:pt x="27813" y="47053"/>
                      </a:lnTo>
                      <a:lnTo>
                        <a:pt x="27432" y="46482"/>
                      </a:lnTo>
                      <a:lnTo>
                        <a:pt x="25432" y="46482"/>
                      </a:lnTo>
                      <a:close/>
                      <a:moveTo>
                        <a:pt x="27432" y="44101"/>
                      </a:moveTo>
                      <a:lnTo>
                        <a:pt x="28384" y="43624"/>
                      </a:lnTo>
                      <a:lnTo>
                        <a:pt x="27432" y="42672"/>
                      </a:lnTo>
                      <a:lnTo>
                        <a:pt x="27432" y="44101"/>
                      </a:lnTo>
                      <a:close/>
                      <a:moveTo>
                        <a:pt x="28384" y="23717"/>
                      </a:moveTo>
                      <a:lnTo>
                        <a:pt x="29813" y="23336"/>
                      </a:lnTo>
                      <a:lnTo>
                        <a:pt x="27717" y="22669"/>
                      </a:lnTo>
                      <a:lnTo>
                        <a:pt x="28384" y="23622"/>
                      </a:lnTo>
                      <a:close/>
                      <a:moveTo>
                        <a:pt x="28765" y="8477"/>
                      </a:moveTo>
                      <a:lnTo>
                        <a:pt x="29337" y="9906"/>
                      </a:lnTo>
                      <a:lnTo>
                        <a:pt x="28384" y="9906"/>
                      </a:lnTo>
                      <a:lnTo>
                        <a:pt x="28765" y="8477"/>
                      </a:lnTo>
                      <a:close/>
                      <a:moveTo>
                        <a:pt x="33147" y="5144"/>
                      </a:moveTo>
                      <a:cubicBezTo>
                        <a:pt x="32480" y="4858"/>
                        <a:pt x="32194" y="4381"/>
                        <a:pt x="32194" y="3715"/>
                      </a:cubicBezTo>
                      <a:lnTo>
                        <a:pt x="32194" y="2000"/>
                      </a:lnTo>
                      <a:lnTo>
                        <a:pt x="35528" y="0"/>
                      </a:lnTo>
                      <a:cubicBezTo>
                        <a:pt x="35528" y="0"/>
                        <a:pt x="35147" y="667"/>
                        <a:pt x="34290" y="1143"/>
                      </a:cubicBezTo>
                      <a:cubicBezTo>
                        <a:pt x="33433" y="1619"/>
                        <a:pt x="33051" y="2000"/>
                        <a:pt x="33051" y="2476"/>
                      </a:cubicBezTo>
                      <a:cubicBezTo>
                        <a:pt x="33051" y="2667"/>
                        <a:pt x="33242" y="3048"/>
                        <a:pt x="33623" y="3429"/>
                      </a:cubicBezTo>
                      <a:cubicBezTo>
                        <a:pt x="33814" y="3905"/>
                        <a:pt x="33623" y="4477"/>
                        <a:pt x="33242" y="5144"/>
                      </a:cubicBezTo>
                      <a:close/>
                      <a:moveTo>
                        <a:pt x="36481" y="11430"/>
                      </a:moveTo>
                      <a:lnTo>
                        <a:pt x="37338" y="11430"/>
                      </a:lnTo>
                      <a:lnTo>
                        <a:pt x="35909" y="13906"/>
                      </a:lnTo>
                      <a:lnTo>
                        <a:pt x="36481" y="11430"/>
                      </a:lnTo>
                      <a:close/>
                      <a:moveTo>
                        <a:pt x="36481" y="28480"/>
                      </a:moveTo>
                      <a:lnTo>
                        <a:pt x="36481" y="27051"/>
                      </a:lnTo>
                      <a:lnTo>
                        <a:pt x="35909" y="27051"/>
                      </a:lnTo>
                      <a:lnTo>
                        <a:pt x="35909" y="28480"/>
                      </a:lnTo>
                      <a:lnTo>
                        <a:pt x="36481" y="28480"/>
                      </a:lnTo>
                      <a:close/>
                      <a:moveTo>
                        <a:pt x="42672" y="9430"/>
                      </a:moveTo>
                      <a:lnTo>
                        <a:pt x="42672" y="11335"/>
                      </a:lnTo>
                      <a:lnTo>
                        <a:pt x="41338" y="8001"/>
                      </a:lnTo>
                      <a:cubicBezTo>
                        <a:pt x="42291" y="8001"/>
                        <a:pt x="42672" y="8477"/>
                        <a:pt x="42672" y="9334"/>
                      </a:cubicBezTo>
                      <a:close/>
                      <a:moveTo>
                        <a:pt x="44958" y="27527"/>
                      </a:moveTo>
                      <a:lnTo>
                        <a:pt x="47815" y="26575"/>
                      </a:lnTo>
                      <a:lnTo>
                        <a:pt x="46291" y="26575"/>
                      </a:lnTo>
                      <a:lnTo>
                        <a:pt x="44958" y="27527"/>
                      </a:lnTo>
                      <a:close/>
                      <a:moveTo>
                        <a:pt x="44958" y="36957"/>
                      </a:moveTo>
                      <a:lnTo>
                        <a:pt x="45339" y="35433"/>
                      </a:lnTo>
                      <a:lnTo>
                        <a:pt x="44958" y="35052"/>
                      </a:lnTo>
                      <a:lnTo>
                        <a:pt x="44958" y="36957"/>
                      </a:lnTo>
                      <a:close/>
                      <a:moveTo>
                        <a:pt x="49149" y="75819"/>
                      </a:moveTo>
                      <a:cubicBezTo>
                        <a:pt x="49149" y="75819"/>
                        <a:pt x="49530" y="75914"/>
                        <a:pt x="50101" y="76200"/>
                      </a:cubicBezTo>
                      <a:lnTo>
                        <a:pt x="50482" y="75819"/>
                      </a:lnTo>
                      <a:lnTo>
                        <a:pt x="49149" y="74486"/>
                      </a:lnTo>
                      <a:lnTo>
                        <a:pt x="51054" y="75247"/>
                      </a:lnTo>
                      <a:cubicBezTo>
                        <a:pt x="50006" y="76295"/>
                        <a:pt x="49339" y="76867"/>
                        <a:pt x="49149" y="76867"/>
                      </a:cubicBezTo>
                      <a:lnTo>
                        <a:pt x="49149" y="75914"/>
                      </a:lnTo>
                      <a:close/>
                      <a:moveTo>
                        <a:pt x="52864" y="52102"/>
                      </a:moveTo>
                      <a:cubicBezTo>
                        <a:pt x="53721" y="51721"/>
                        <a:pt x="54102" y="50959"/>
                        <a:pt x="53911" y="49816"/>
                      </a:cubicBezTo>
                      <a:cubicBezTo>
                        <a:pt x="52673" y="50101"/>
                        <a:pt x="52101" y="50768"/>
                        <a:pt x="52101" y="51816"/>
                      </a:cubicBezTo>
                      <a:cubicBezTo>
                        <a:pt x="52483" y="52197"/>
                        <a:pt x="52673" y="52292"/>
                        <a:pt x="52864" y="52197"/>
                      </a:cubicBezTo>
                      <a:close/>
                      <a:moveTo>
                        <a:pt x="53911" y="33528"/>
                      </a:moveTo>
                      <a:lnTo>
                        <a:pt x="52483" y="33528"/>
                      </a:lnTo>
                      <a:lnTo>
                        <a:pt x="52864" y="36957"/>
                      </a:lnTo>
                      <a:lnTo>
                        <a:pt x="53911" y="33528"/>
                      </a:lnTo>
                      <a:close/>
                      <a:moveTo>
                        <a:pt x="53911" y="46101"/>
                      </a:moveTo>
                      <a:cubicBezTo>
                        <a:pt x="53911" y="46101"/>
                        <a:pt x="53721" y="45529"/>
                        <a:pt x="53721" y="45244"/>
                      </a:cubicBezTo>
                      <a:cubicBezTo>
                        <a:pt x="53721" y="44577"/>
                        <a:pt x="54197" y="44291"/>
                        <a:pt x="55054" y="44291"/>
                      </a:cubicBezTo>
                      <a:lnTo>
                        <a:pt x="55912" y="44291"/>
                      </a:lnTo>
                      <a:lnTo>
                        <a:pt x="55912" y="43624"/>
                      </a:lnTo>
                      <a:cubicBezTo>
                        <a:pt x="55912" y="43624"/>
                        <a:pt x="55435" y="43529"/>
                        <a:pt x="55150" y="43529"/>
                      </a:cubicBezTo>
                      <a:cubicBezTo>
                        <a:pt x="54578" y="43529"/>
                        <a:pt x="54007" y="43815"/>
                        <a:pt x="53530" y="44386"/>
                      </a:cubicBezTo>
                      <a:cubicBezTo>
                        <a:pt x="53054" y="44958"/>
                        <a:pt x="52768" y="45529"/>
                        <a:pt x="52768" y="46101"/>
                      </a:cubicBezTo>
                      <a:lnTo>
                        <a:pt x="53816" y="46101"/>
                      </a:lnTo>
                      <a:close/>
                      <a:moveTo>
                        <a:pt x="54388" y="66770"/>
                      </a:moveTo>
                      <a:cubicBezTo>
                        <a:pt x="54388" y="66770"/>
                        <a:pt x="54578" y="66389"/>
                        <a:pt x="54864" y="65818"/>
                      </a:cubicBezTo>
                      <a:cubicBezTo>
                        <a:pt x="54388" y="65818"/>
                        <a:pt x="54102" y="65818"/>
                        <a:pt x="53911" y="66199"/>
                      </a:cubicBezTo>
                      <a:cubicBezTo>
                        <a:pt x="53816" y="66580"/>
                        <a:pt x="53626" y="66770"/>
                        <a:pt x="53340" y="66865"/>
                      </a:cubicBezTo>
                      <a:lnTo>
                        <a:pt x="54292" y="66865"/>
                      </a:lnTo>
                      <a:close/>
                      <a:moveTo>
                        <a:pt x="54864" y="14288"/>
                      </a:moveTo>
                      <a:lnTo>
                        <a:pt x="55816" y="13335"/>
                      </a:lnTo>
                      <a:lnTo>
                        <a:pt x="54292" y="12001"/>
                      </a:lnTo>
                      <a:lnTo>
                        <a:pt x="55150" y="11049"/>
                      </a:lnTo>
                      <a:lnTo>
                        <a:pt x="56674" y="14002"/>
                      </a:lnTo>
                      <a:lnTo>
                        <a:pt x="54769" y="14383"/>
                      </a:lnTo>
                      <a:close/>
                      <a:moveTo>
                        <a:pt x="60865" y="74486"/>
                      </a:moveTo>
                      <a:lnTo>
                        <a:pt x="60865" y="72866"/>
                      </a:lnTo>
                      <a:cubicBezTo>
                        <a:pt x="60865" y="72866"/>
                        <a:pt x="60674" y="73057"/>
                        <a:pt x="59912" y="73533"/>
                      </a:cubicBezTo>
                      <a:cubicBezTo>
                        <a:pt x="59626" y="73342"/>
                        <a:pt x="59436" y="73057"/>
                        <a:pt x="59150" y="72676"/>
                      </a:cubicBezTo>
                      <a:cubicBezTo>
                        <a:pt x="58864" y="72295"/>
                        <a:pt x="58674" y="72104"/>
                        <a:pt x="58483" y="72104"/>
                      </a:cubicBezTo>
                      <a:cubicBezTo>
                        <a:pt x="58198" y="72104"/>
                        <a:pt x="57912" y="72295"/>
                        <a:pt x="57626" y="72580"/>
                      </a:cubicBezTo>
                      <a:lnTo>
                        <a:pt x="60960" y="74581"/>
                      </a:lnTo>
                      <a:close/>
                      <a:moveTo>
                        <a:pt x="63817" y="73914"/>
                      </a:moveTo>
                      <a:cubicBezTo>
                        <a:pt x="63817" y="73914"/>
                        <a:pt x="64008" y="73914"/>
                        <a:pt x="63817" y="73628"/>
                      </a:cubicBezTo>
                      <a:lnTo>
                        <a:pt x="63341" y="70580"/>
                      </a:lnTo>
                      <a:cubicBezTo>
                        <a:pt x="63341" y="70580"/>
                        <a:pt x="62865" y="71247"/>
                        <a:pt x="62865" y="71533"/>
                      </a:cubicBezTo>
                      <a:cubicBezTo>
                        <a:pt x="62865" y="71247"/>
                        <a:pt x="63151" y="72009"/>
                        <a:pt x="63817" y="73628"/>
                      </a:cubicBezTo>
                      <a:lnTo>
                        <a:pt x="63817" y="73914"/>
                      </a:lnTo>
                      <a:close/>
                      <a:moveTo>
                        <a:pt x="69342" y="381"/>
                      </a:moveTo>
                      <a:lnTo>
                        <a:pt x="69342" y="1524"/>
                      </a:lnTo>
                      <a:lnTo>
                        <a:pt x="67627" y="1524"/>
                      </a:lnTo>
                      <a:lnTo>
                        <a:pt x="69342" y="381"/>
                      </a:lnTo>
                      <a:close/>
                      <a:moveTo>
                        <a:pt x="70390" y="20002"/>
                      </a:moveTo>
                      <a:lnTo>
                        <a:pt x="69056" y="21336"/>
                      </a:lnTo>
                      <a:lnTo>
                        <a:pt x="70390" y="19431"/>
                      </a:lnTo>
                      <a:lnTo>
                        <a:pt x="70390" y="20002"/>
                      </a:lnTo>
                      <a:close/>
                      <a:moveTo>
                        <a:pt x="77533" y="41624"/>
                      </a:moveTo>
                      <a:lnTo>
                        <a:pt x="76581" y="42577"/>
                      </a:lnTo>
                      <a:lnTo>
                        <a:pt x="75819" y="42577"/>
                      </a:lnTo>
                      <a:lnTo>
                        <a:pt x="77533" y="41624"/>
                      </a:lnTo>
                      <a:close/>
                      <a:moveTo>
                        <a:pt x="77152" y="20955"/>
                      </a:moveTo>
                      <a:cubicBezTo>
                        <a:pt x="77152" y="20955"/>
                        <a:pt x="76771" y="20955"/>
                        <a:pt x="76771" y="20288"/>
                      </a:cubicBezTo>
                      <a:cubicBezTo>
                        <a:pt x="76771" y="19621"/>
                        <a:pt x="76676" y="19336"/>
                        <a:pt x="76581" y="19336"/>
                      </a:cubicBezTo>
                      <a:lnTo>
                        <a:pt x="77152" y="19336"/>
                      </a:lnTo>
                      <a:lnTo>
                        <a:pt x="77152" y="20955"/>
                      </a:lnTo>
                      <a:close/>
                      <a:moveTo>
                        <a:pt x="95059" y="10858"/>
                      </a:moveTo>
                      <a:cubicBezTo>
                        <a:pt x="95059" y="10858"/>
                        <a:pt x="95059" y="10192"/>
                        <a:pt x="95250" y="9811"/>
                      </a:cubicBezTo>
                      <a:cubicBezTo>
                        <a:pt x="95440" y="9430"/>
                        <a:pt x="95726" y="9334"/>
                        <a:pt x="96012" y="9430"/>
                      </a:cubicBezTo>
                      <a:lnTo>
                        <a:pt x="96012" y="10858"/>
                      </a:lnTo>
                      <a:lnTo>
                        <a:pt x="95059" y="10858"/>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 name="Google Shape;983;p99"/>
                <p:cNvSpPr/>
                <p:nvPr/>
              </p:nvSpPr>
              <p:spPr>
                <a:xfrm>
                  <a:off x="4722494" y="1409604"/>
                  <a:ext cx="70199" cy="104393"/>
                </a:xfrm>
                <a:custGeom>
                  <a:avLst/>
                  <a:gdLst/>
                  <a:ahLst/>
                  <a:cxnLst/>
                  <a:rect l="l" t="t" r="r" b="b"/>
                  <a:pathLst>
                    <a:path w="70199" h="104393" extrusionOk="0">
                      <a:moveTo>
                        <a:pt x="70199" y="70676"/>
                      </a:moveTo>
                      <a:cubicBezTo>
                        <a:pt x="69628" y="70961"/>
                        <a:pt x="69342" y="71247"/>
                        <a:pt x="69342" y="71628"/>
                      </a:cubicBezTo>
                      <a:cubicBezTo>
                        <a:pt x="69342" y="71342"/>
                        <a:pt x="69628" y="71914"/>
                        <a:pt x="70199" y="73438"/>
                      </a:cubicBezTo>
                      <a:cubicBezTo>
                        <a:pt x="69342" y="74962"/>
                        <a:pt x="68961" y="76962"/>
                        <a:pt x="68961" y="79343"/>
                      </a:cubicBezTo>
                      <a:cubicBezTo>
                        <a:pt x="68961" y="80677"/>
                        <a:pt x="69152" y="82677"/>
                        <a:pt x="69533" y="85439"/>
                      </a:cubicBezTo>
                      <a:cubicBezTo>
                        <a:pt x="69914" y="88202"/>
                        <a:pt x="70104" y="90106"/>
                        <a:pt x="70104" y="91250"/>
                      </a:cubicBezTo>
                      <a:cubicBezTo>
                        <a:pt x="70104" y="96583"/>
                        <a:pt x="67246" y="99536"/>
                        <a:pt x="61532" y="100108"/>
                      </a:cubicBezTo>
                      <a:cubicBezTo>
                        <a:pt x="60770" y="99346"/>
                        <a:pt x="60008" y="98965"/>
                        <a:pt x="59150" y="98965"/>
                      </a:cubicBezTo>
                      <a:cubicBezTo>
                        <a:pt x="58674" y="98965"/>
                        <a:pt x="58198" y="99060"/>
                        <a:pt x="57436" y="99346"/>
                      </a:cubicBezTo>
                      <a:cubicBezTo>
                        <a:pt x="56769" y="99631"/>
                        <a:pt x="56293" y="99727"/>
                        <a:pt x="56007" y="99727"/>
                      </a:cubicBezTo>
                      <a:cubicBezTo>
                        <a:pt x="55150" y="99727"/>
                        <a:pt x="54578" y="99346"/>
                        <a:pt x="54293" y="98489"/>
                      </a:cubicBezTo>
                      <a:lnTo>
                        <a:pt x="52959" y="98108"/>
                      </a:lnTo>
                      <a:lnTo>
                        <a:pt x="53531" y="97727"/>
                      </a:lnTo>
                      <a:cubicBezTo>
                        <a:pt x="52197" y="97441"/>
                        <a:pt x="50959" y="96393"/>
                        <a:pt x="49625" y="94298"/>
                      </a:cubicBezTo>
                      <a:cubicBezTo>
                        <a:pt x="48387" y="92297"/>
                        <a:pt x="47054" y="91154"/>
                        <a:pt x="45720" y="90869"/>
                      </a:cubicBezTo>
                      <a:cubicBezTo>
                        <a:pt x="45720" y="90583"/>
                        <a:pt x="45720" y="90202"/>
                        <a:pt x="45720" y="89726"/>
                      </a:cubicBezTo>
                      <a:cubicBezTo>
                        <a:pt x="45529" y="89249"/>
                        <a:pt x="45434" y="88964"/>
                        <a:pt x="45434" y="88868"/>
                      </a:cubicBezTo>
                      <a:cubicBezTo>
                        <a:pt x="45434" y="88487"/>
                        <a:pt x="45720" y="88202"/>
                        <a:pt x="46292" y="88011"/>
                      </a:cubicBezTo>
                      <a:cubicBezTo>
                        <a:pt x="44958" y="87154"/>
                        <a:pt x="43625" y="85249"/>
                        <a:pt x="42386" y="82391"/>
                      </a:cubicBezTo>
                      <a:cubicBezTo>
                        <a:pt x="41053" y="79534"/>
                        <a:pt x="39815" y="77724"/>
                        <a:pt x="38576" y="76962"/>
                      </a:cubicBezTo>
                      <a:cubicBezTo>
                        <a:pt x="38195" y="74581"/>
                        <a:pt x="37148" y="71819"/>
                        <a:pt x="35243" y="68675"/>
                      </a:cubicBezTo>
                      <a:cubicBezTo>
                        <a:pt x="32385" y="64199"/>
                        <a:pt x="30861" y="61722"/>
                        <a:pt x="30671" y="61341"/>
                      </a:cubicBezTo>
                      <a:cubicBezTo>
                        <a:pt x="30671" y="60579"/>
                        <a:pt x="30480" y="59627"/>
                        <a:pt x="29718" y="58483"/>
                      </a:cubicBezTo>
                      <a:cubicBezTo>
                        <a:pt x="29051" y="57341"/>
                        <a:pt x="28670" y="56483"/>
                        <a:pt x="28670" y="55912"/>
                      </a:cubicBezTo>
                      <a:cubicBezTo>
                        <a:pt x="28670" y="55531"/>
                        <a:pt x="28766" y="55245"/>
                        <a:pt x="29051" y="54769"/>
                      </a:cubicBezTo>
                      <a:cubicBezTo>
                        <a:pt x="28670" y="54959"/>
                        <a:pt x="28289" y="54959"/>
                        <a:pt x="27908" y="54959"/>
                      </a:cubicBezTo>
                      <a:cubicBezTo>
                        <a:pt x="26765" y="54959"/>
                        <a:pt x="25813" y="53721"/>
                        <a:pt x="24956" y="51245"/>
                      </a:cubicBezTo>
                      <a:cubicBezTo>
                        <a:pt x="24098" y="48768"/>
                        <a:pt x="22860" y="47530"/>
                        <a:pt x="21241" y="47530"/>
                      </a:cubicBezTo>
                      <a:cubicBezTo>
                        <a:pt x="20955" y="47530"/>
                        <a:pt x="20574" y="47530"/>
                        <a:pt x="20193" y="47625"/>
                      </a:cubicBezTo>
                      <a:cubicBezTo>
                        <a:pt x="20574" y="49816"/>
                        <a:pt x="20765" y="52292"/>
                        <a:pt x="20765" y="54959"/>
                      </a:cubicBezTo>
                      <a:cubicBezTo>
                        <a:pt x="20765" y="57150"/>
                        <a:pt x="20574" y="60484"/>
                        <a:pt x="20193" y="64865"/>
                      </a:cubicBezTo>
                      <a:cubicBezTo>
                        <a:pt x="19812" y="69247"/>
                        <a:pt x="19526" y="72485"/>
                        <a:pt x="19526" y="74581"/>
                      </a:cubicBezTo>
                      <a:cubicBezTo>
                        <a:pt x="19526" y="78677"/>
                        <a:pt x="20098" y="82296"/>
                        <a:pt x="21146" y="85535"/>
                      </a:cubicBezTo>
                      <a:cubicBezTo>
                        <a:pt x="20098" y="86201"/>
                        <a:pt x="19526" y="87154"/>
                        <a:pt x="19526" y="88297"/>
                      </a:cubicBezTo>
                      <a:cubicBezTo>
                        <a:pt x="19526" y="88964"/>
                        <a:pt x="19717" y="89916"/>
                        <a:pt x="20003" y="91154"/>
                      </a:cubicBezTo>
                      <a:cubicBezTo>
                        <a:pt x="20288" y="92393"/>
                        <a:pt x="20479" y="93250"/>
                        <a:pt x="20479" y="93821"/>
                      </a:cubicBezTo>
                      <a:cubicBezTo>
                        <a:pt x="20479" y="95060"/>
                        <a:pt x="19812" y="95917"/>
                        <a:pt x="18574" y="96393"/>
                      </a:cubicBezTo>
                      <a:cubicBezTo>
                        <a:pt x="18574" y="97441"/>
                        <a:pt x="18288" y="98203"/>
                        <a:pt x="17621" y="98679"/>
                      </a:cubicBezTo>
                      <a:lnTo>
                        <a:pt x="4763" y="98108"/>
                      </a:lnTo>
                      <a:cubicBezTo>
                        <a:pt x="4763" y="97631"/>
                        <a:pt x="4667" y="97346"/>
                        <a:pt x="4382" y="97346"/>
                      </a:cubicBezTo>
                      <a:cubicBezTo>
                        <a:pt x="4286" y="97346"/>
                        <a:pt x="4096" y="97346"/>
                        <a:pt x="3715" y="97631"/>
                      </a:cubicBezTo>
                      <a:cubicBezTo>
                        <a:pt x="3429" y="97822"/>
                        <a:pt x="3143" y="97917"/>
                        <a:pt x="2953" y="97917"/>
                      </a:cubicBezTo>
                      <a:cubicBezTo>
                        <a:pt x="2667" y="97917"/>
                        <a:pt x="2477" y="97727"/>
                        <a:pt x="2286" y="97441"/>
                      </a:cubicBezTo>
                      <a:cubicBezTo>
                        <a:pt x="1048" y="96583"/>
                        <a:pt x="476" y="95631"/>
                        <a:pt x="476" y="94393"/>
                      </a:cubicBezTo>
                      <a:cubicBezTo>
                        <a:pt x="476" y="93821"/>
                        <a:pt x="667" y="92774"/>
                        <a:pt x="1143" y="91345"/>
                      </a:cubicBezTo>
                      <a:cubicBezTo>
                        <a:pt x="1619" y="89916"/>
                        <a:pt x="1810" y="88773"/>
                        <a:pt x="1810" y="88011"/>
                      </a:cubicBezTo>
                      <a:cubicBezTo>
                        <a:pt x="1810" y="87249"/>
                        <a:pt x="1619" y="86582"/>
                        <a:pt x="1334" y="85916"/>
                      </a:cubicBezTo>
                      <a:cubicBezTo>
                        <a:pt x="953" y="83725"/>
                        <a:pt x="858" y="80010"/>
                        <a:pt x="953" y="74486"/>
                      </a:cubicBezTo>
                      <a:cubicBezTo>
                        <a:pt x="953" y="69628"/>
                        <a:pt x="762" y="65913"/>
                        <a:pt x="0" y="63151"/>
                      </a:cubicBezTo>
                      <a:cubicBezTo>
                        <a:pt x="667" y="62294"/>
                        <a:pt x="953" y="61055"/>
                        <a:pt x="953" y="59722"/>
                      </a:cubicBezTo>
                      <a:cubicBezTo>
                        <a:pt x="953" y="59150"/>
                        <a:pt x="953" y="58293"/>
                        <a:pt x="762" y="57055"/>
                      </a:cubicBezTo>
                      <a:cubicBezTo>
                        <a:pt x="571" y="55912"/>
                        <a:pt x="476" y="54959"/>
                        <a:pt x="476" y="54388"/>
                      </a:cubicBezTo>
                      <a:cubicBezTo>
                        <a:pt x="476" y="52769"/>
                        <a:pt x="953" y="51435"/>
                        <a:pt x="2000" y="50387"/>
                      </a:cubicBezTo>
                      <a:cubicBezTo>
                        <a:pt x="762" y="45625"/>
                        <a:pt x="286" y="40196"/>
                        <a:pt x="381" y="34195"/>
                      </a:cubicBezTo>
                      <a:lnTo>
                        <a:pt x="953" y="34195"/>
                      </a:lnTo>
                      <a:cubicBezTo>
                        <a:pt x="762" y="33528"/>
                        <a:pt x="762" y="32766"/>
                        <a:pt x="762" y="31814"/>
                      </a:cubicBezTo>
                      <a:cubicBezTo>
                        <a:pt x="762" y="30956"/>
                        <a:pt x="762" y="29718"/>
                        <a:pt x="1048" y="28004"/>
                      </a:cubicBezTo>
                      <a:cubicBezTo>
                        <a:pt x="1238" y="26289"/>
                        <a:pt x="1334" y="24956"/>
                        <a:pt x="1334" y="24098"/>
                      </a:cubicBezTo>
                      <a:cubicBezTo>
                        <a:pt x="1334" y="22289"/>
                        <a:pt x="953" y="20765"/>
                        <a:pt x="381" y="19431"/>
                      </a:cubicBezTo>
                      <a:cubicBezTo>
                        <a:pt x="1334" y="19431"/>
                        <a:pt x="2381" y="18955"/>
                        <a:pt x="3524" y="18193"/>
                      </a:cubicBezTo>
                      <a:cubicBezTo>
                        <a:pt x="3524" y="18479"/>
                        <a:pt x="4001" y="18574"/>
                        <a:pt x="4667" y="18574"/>
                      </a:cubicBezTo>
                      <a:cubicBezTo>
                        <a:pt x="5334" y="18574"/>
                        <a:pt x="5810" y="18764"/>
                        <a:pt x="6191" y="19050"/>
                      </a:cubicBezTo>
                      <a:lnTo>
                        <a:pt x="7144" y="17717"/>
                      </a:lnTo>
                      <a:cubicBezTo>
                        <a:pt x="6858" y="18383"/>
                        <a:pt x="6953" y="19050"/>
                        <a:pt x="7334" y="19717"/>
                      </a:cubicBezTo>
                      <a:cubicBezTo>
                        <a:pt x="7811" y="20383"/>
                        <a:pt x="8287" y="20669"/>
                        <a:pt x="9049" y="20383"/>
                      </a:cubicBezTo>
                      <a:cubicBezTo>
                        <a:pt x="9811" y="19526"/>
                        <a:pt x="10192" y="18860"/>
                        <a:pt x="10192" y="18193"/>
                      </a:cubicBezTo>
                      <a:cubicBezTo>
                        <a:pt x="10192" y="17050"/>
                        <a:pt x="8954" y="15907"/>
                        <a:pt x="6382" y="14954"/>
                      </a:cubicBezTo>
                      <a:cubicBezTo>
                        <a:pt x="3810" y="13906"/>
                        <a:pt x="2477" y="13240"/>
                        <a:pt x="2286" y="12954"/>
                      </a:cubicBezTo>
                      <a:cubicBezTo>
                        <a:pt x="2667" y="12954"/>
                        <a:pt x="2953" y="13049"/>
                        <a:pt x="3334" y="13049"/>
                      </a:cubicBezTo>
                      <a:cubicBezTo>
                        <a:pt x="4001" y="13049"/>
                        <a:pt x="5715" y="12383"/>
                        <a:pt x="8477" y="10954"/>
                      </a:cubicBezTo>
                      <a:cubicBezTo>
                        <a:pt x="8287" y="10477"/>
                        <a:pt x="7906" y="10192"/>
                        <a:pt x="7620" y="10192"/>
                      </a:cubicBezTo>
                      <a:cubicBezTo>
                        <a:pt x="7429" y="10192"/>
                        <a:pt x="7144" y="10287"/>
                        <a:pt x="6763" y="10573"/>
                      </a:cubicBezTo>
                      <a:cubicBezTo>
                        <a:pt x="6382" y="10858"/>
                        <a:pt x="6001" y="10954"/>
                        <a:pt x="5715" y="10954"/>
                      </a:cubicBezTo>
                      <a:cubicBezTo>
                        <a:pt x="6001" y="10763"/>
                        <a:pt x="6096" y="10287"/>
                        <a:pt x="6096" y="9620"/>
                      </a:cubicBezTo>
                      <a:cubicBezTo>
                        <a:pt x="3810" y="8192"/>
                        <a:pt x="2096" y="7810"/>
                        <a:pt x="953" y="8287"/>
                      </a:cubicBezTo>
                      <a:lnTo>
                        <a:pt x="953" y="2477"/>
                      </a:lnTo>
                      <a:lnTo>
                        <a:pt x="21717" y="1810"/>
                      </a:lnTo>
                      <a:cubicBezTo>
                        <a:pt x="22765" y="3905"/>
                        <a:pt x="23813" y="6096"/>
                        <a:pt x="24860" y="8287"/>
                      </a:cubicBezTo>
                      <a:cubicBezTo>
                        <a:pt x="25908" y="10477"/>
                        <a:pt x="26289" y="12764"/>
                        <a:pt x="26003" y="15335"/>
                      </a:cubicBezTo>
                      <a:cubicBezTo>
                        <a:pt x="26575" y="14669"/>
                        <a:pt x="27051" y="14383"/>
                        <a:pt x="27432" y="14383"/>
                      </a:cubicBezTo>
                      <a:cubicBezTo>
                        <a:pt x="27718" y="14383"/>
                        <a:pt x="28099" y="14859"/>
                        <a:pt x="28480" y="15812"/>
                      </a:cubicBezTo>
                      <a:cubicBezTo>
                        <a:pt x="28861" y="16764"/>
                        <a:pt x="29337" y="17335"/>
                        <a:pt x="29718" y="17717"/>
                      </a:cubicBezTo>
                      <a:cubicBezTo>
                        <a:pt x="29623" y="18288"/>
                        <a:pt x="29528" y="18860"/>
                        <a:pt x="29528" y="19336"/>
                      </a:cubicBezTo>
                      <a:cubicBezTo>
                        <a:pt x="29528" y="20383"/>
                        <a:pt x="30290" y="21622"/>
                        <a:pt x="31814" y="23146"/>
                      </a:cubicBezTo>
                      <a:cubicBezTo>
                        <a:pt x="33338" y="24575"/>
                        <a:pt x="34100" y="25908"/>
                        <a:pt x="34100" y="27242"/>
                      </a:cubicBezTo>
                      <a:cubicBezTo>
                        <a:pt x="34385" y="27908"/>
                        <a:pt x="36004" y="30861"/>
                        <a:pt x="38862" y="36195"/>
                      </a:cubicBezTo>
                      <a:cubicBezTo>
                        <a:pt x="38862" y="38386"/>
                        <a:pt x="39243" y="39815"/>
                        <a:pt x="39815" y="40481"/>
                      </a:cubicBezTo>
                      <a:cubicBezTo>
                        <a:pt x="40196" y="40291"/>
                        <a:pt x="40386" y="40196"/>
                        <a:pt x="40672" y="40196"/>
                      </a:cubicBezTo>
                      <a:cubicBezTo>
                        <a:pt x="41053" y="40196"/>
                        <a:pt x="41339" y="40481"/>
                        <a:pt x="41434" y="41148"/>
                      </a:cubicBezTo>
                      <a:cubicBezTo>
                        <a:pt x="41434" y="42101"/>
                        <a:pt x="41624" y="42577"/>
                        <a:pt x="41720" y="42767"/>
                      </a:cubicBezTo>
                      <a:cubicBezTo>
                        <a:pt x="42196" y="43053"/>
                        <a:pt x="43053" y="44291"/>
                        <a:pt x="44291" y="46482"/>
                      </a:cubicBezTo>
                      <a:cubicBezTo>
                        <a:pt x="45244" y="48101"/>
                        <a:pt x="46482" y="48863"/>
                        <a:pt x="47911" y="48958"/>
                      </a:cubicBezTo>
                      <a:cubicBezTo>
                        <a:pt x="47720" y="49530"/>
                        <a:pt x="48101" y="50102"/>
                        <a:pt x="48863" y="50768"/>
                      </a:cubicBezTo>
                      <a:lnTo>
                        <a:pt x="50197" y="49340"/>
                      </a:lnTo>
                      <a:lnTo>
                        <a:pt x="49816" y="31718"/>
                      </a:lnTo>
                      <a:cubicBezTo>
                        <a:pt x="50387" y="31337"/>
                        <a:pt x="50673" y="30861"/>
                        <a:pt x="50673" y="30480"/>
                      </a:cubicBezTo>
                      <a:cubicBezTo>
                        <a:pt x="50673" y="30194"/>
                        <a:pt x="50387" y="29623"/>
                        <a:pt x="49911" y="28861"/>
                      </a:cubicBezTo>
                      <a:cubicBezTo>
                        <a:pt x="49435" y="28099"/>
                        <a:pt x="49149" y="27527"/>
                        <a:pt x="49149" y="27146"/>
                      </a:cubicBezTo>
                      <a:cubicBezTo>
                        <a:pt x="49149" y="26575"/>
                        <a:pt x="49530" y="26003"/>
                        <a:pt x="50292" y="25527"/>
                      </a:cubicBezTo>
                      <a:cubicBezTo>
                        <a:pt x="49625" y="23717"/>
                        <a:pt x="49340" y="21812"/>
                        <a:pt x="49340" y="19717"/>
                      </a:cubicBezTo>
                      <a:cubicBezTo>
                        <a:pt x="49340" y="18193"/>
                        <a:pt x="49530" y="16097"/>
                        <a:pt x="49911" y="13430"/>
                      </a:cubicBezTo>
                      <a:cubicBezTo>
                        <a:pt x="50292" y="10763"/>
                        <a:pt x="50483" y="8763"/>
                        <a:pt x="50483" y="7525"/>
                      </a:cubicBezTo>
                      <a:cubicBezTo>
                        <a:pt x="50483" y="6572"/>
                        <a:pt x="50483" y="5620"/>
                        <a:pt x="50292" y="4667"/>
                      </a:cubicBezTo>
                      <a:cubicBezTo>
                        <a:pt x="51149" y="4667"/>
                        <a:pt x="52007" y="3810"/>
                        <a:pt x="52864" y="2096"/>
                      </a:cubicBezTo>
                      <a:cubicBezTo>
                        <a:pt x="53626" y="572"/>
                        <a:pt x="54674" y="0"/>
                        <a:pt x="55912" y="381"/>
                      </a:cubicBezTo>
                      <a:lnTo>
                        <a:pt x="58008" y="381"/>
                      </a:lnTo>
                      <a:cubicBezTo>
                        <a:pt x="58865" y="381"/>
                        <a:pt x="60008" y="381"/>
                        <a:pt x="61436" y="191"/>
                      </a:cubicBezTo>
                      <a:cubicBezTo>
                        <a:pt x="62865" y="95"/>
                        <a:pt x="64008" y="0"/>
                        <a:pt x="64675" y="0"/>
                      </a:cubicBezTo>
                      <a:cubicBezTo>
                        <a:pt x="66294" y="0"/>
                        <a:pt x="67723" y="476"/>
                        <a:pt x="68771" y="1524"/>
                      </a:cubicBezTo>
                      <a:cubicBezTo>
                        <a:pt x="69247" y="7144"/>
                        <a:pt x="69533" y="13906"/>
                        <a:pt x="69533" y="22098"/>
                      </a:cubicBezTo>
                      <a:cubicBezTo>
                        <a:pt x="69533" y="25337"/>
                        <a:pt x="69533" y="30385"/>
                        <a:pt x="69437" y="37243"/>
                      </a:cubicBezTo>
                      <a:cubicBezTo>
                        <a:pt x="69437" y="44006"/>
                        <a:pt x="69342" y="49149"/>
                        <a:pt x="69342" y="52483"/>
                      </a:cubicBezTo>
                      <a:cubicBezTo>
                        <a:pt x="69342" y="59436"/>
                        <a:pt x="69533" y="65437"/>
                        <a:pt x="69818" y="70390"/>
                      </a:cubicBezTo>
                      <a:close/>
                      <a:moveTo>
                        <a:pt x="1334" y="14764"/>
                      </a:moveTo>
                      <a:lnTo>
                        <a:pt x="2667" y="16097"/>
                      </a:lnTo>
                      <a:lnTo>
                        <a:pt x="2667" y="17431"/>
                      </a:lnTo>
                      <a:lnTo>
                        <a:pt x="1334" y="14764"/>
                      </a:lnTo>
                      <a:close/>
                      <a:moveTo>
                        <a:pt x="3715" y="17431"/>
                      </a:moveTo>
                      <a:cubicBezTo>
                        <a:pt x="3715" y="17431"/>
                        <a:pt x="3905" y="18193"/>
                        <a:pt x="3905" y="18574"/>
                      </a:cubicBezTo>
                      <a:cubicBezTo>
                        <a:pt x="3715" y="18288"/>
                        <a:pt x="3715" y="17907"/>
                        <a:pt x="3715" y="17431"/>
                      </a:cubicBezTo>
                      <a:close/>
                      <a:moveTo>
                        <a:pt x="5525" y="16097"/>
                      </a:moveTo>
                      <a:lnTo>
                        <a:pt x="5525" y="17431"/>
                      </a:lnTo>
                      <a:lnTo>
                        <a:pt x="4001" y="15716"/>
                      </a:lnTo>
                      <a:lnTo>
                        <a:pt x="5525" y="16097"/>
                      </a:lnTo>
                      <a:close/>
                      <a:moveTo>
                        <a:pt x="4667" y="10954"/>
                      </a:moveTo>
                      <a:cubicBezTo>
                        <a:pt x="5525" y="10954"/>
                        <a:pt x="6001" y="11049"/>
                        <a:pt x="6096" y="11335"/>
                      </a:cubicBezTo>
                      <a:lnTo>
                        <a:pt x="5525" y="11716"/>
                      </a:lnTo>
                      <a:lnTo>
                        <a:pt x="4667" y="10954"/>
                      </a:lnTo>
                      <a:close/>
                      <a:moveTo>
                        <a:pt x="10763" y="11335"/>
                      </a:moveTo>
                      <a:lnTo>
                        <a:pt x="10478" y="11049"/>
                      </a:lnTo>
                      <a:lnTo>
                        <a:pt x="9525" y="9430"/>
                      </a:lnTo>
                      <a:cubicBezTo>
                        <a:pt x="9239" y="8858"/>
                        <a:pt x="8668" y="8573"/>
                        <a:pt x="7811" y="8573"/>
                      </a:cubicBezTo>
                      <a:cubicBezTo>
                        <a:pt x="8096" y="8763"/>
                        <a:pt x="9049" y="9525"/>
                        <a:pt x="10478" y="11049"/>
                      </a:cubicBezTo>
                      <a:lnTo>
                        <a:pt x="10763" y="11335"/>
                      </a:lnTo>
                      <a:close/>
                      <a:moveTo>
                        <a:pt x="12192" y="18098"/>
                      </a:moveTo>
                      <a:lnTo>
                        <a:pt x="14002" y="18098"/>
                      </a:lnTo>
                      <a:cubicBezTo>
                        <a:pt x="14002" y="18098"/>
                        <a:pt x="12859" y="17812"/>
                        <a:pt x="12192" y="18098"/>
                      </a:cubicBezTo>
                      <a:lnTo>
                        <a:pt x="11049" y="18098"/>
                      </a:lnTo>
                      <a:lnTo>
                        <a:pt x="11430" y="19050"/>
                      </a:lnTo>
                      <a:cubicBezTo>
                        <a:pt x="11430" y="19050"/>
                        <a:pt x="11430" y="19431"/>
                        <a:pt x="11716" y="19812"/>
                      </a:cubicBezTo>
                      <a:lnTo>
                        <a:pt x="11430" y="19050"/>
                      </a:lnTo>
                      <a:cubicBezTo>
                        <a:pt x="11430" y="18574"/>
                        <a:pt x="11716" y="18193"/>
                        <a:pt x="12192" y="18098"/>
                      </a:cubicBezTo>
                      <a:close/>
                      <a:moveTo>
                        <a:pt x="14002" y="76486"/>
                      </a:moveTo>
                      <a:lnTo>
                        <a:pt x="14002" y="73152"/>
                      </a:lnTo>
                      <a:lnTo>
                        <a:pt x="13526" y="73152"/>
                      </a:lnTo>
                      <a:lnTo>
                        <a:pt x="13526" y="76486"/>
                      </a:lnTo>
                      <a:lnTo>
                        <a:pt x="14002" y="76486"/>
                      </a:lnTo>
                      <a:close/>
                      <a:moveTo>
                        <a:pt x="16097" y="19812"/>
                      </a:moveTo>
                      <a:cubicBezTo>
                        <a:pt x="16097" y="19812"/>
                        <a:pt x="16478" y="20193"/>
                        <a:pt x="16859" y="20479"/>
                      </a:cubicBezTo>
                      <a:lnTo>
                        <a:pt x="16097" y="19812"/>
                      </a:lnTo>
                      <a:cubicBezTo>
                        <a:pt x="16097" y="19336"/>
                        <a:pt x="15907" y="18574"/>
                        <a:pt x="15526" y="17431"/>
                      </a:cubicBezTo>
                      <a:cubicBezTo>
                        <a:pt x="15145" y="17812"/>
                        <a:pt x="14859" y="18098"/>
                        <a:pt x="14859" y="18383"/>
                      </a:cubicBezTo>
                      <a:cubicBezTo>
                        <a:pt x="14859" y="18860"/>
                        <a:pt x="15240" y="19241"/>
                        <a:pt x="16097" y="19717"/>
                      </a:cubicBezTo>
                      <a:close/>
                      <a:moveTo>
                        <a:pt x="16478" y="23241"/>
                      </a:moveTo>
                      <a:lnTo>
                        <a:pt x="18764" y="23241"/>
                      </a:lnTo>
                      <a:lnTo>
                        <a:pt x="17145" y="21908"/>
                      </a:lnTo>
                      <a:lnTo>
                        <a:pt x="16478" y="23241"/>
                      </a:lnTo>
                      <a:close/>
                      <a:moveTo>
                        <a:pt x="39148" y="99060"/>
                      </a:moveTo>
                      <a:cubicBezTo>
                        <a:pt x="39719" y="98870"/>
                        <a:pt x="40386" y="99060"/>
                        <a:pt x="40958" y="99441"/>
                      </a:cubicBezTo>
                      <a:lnTo>
                        <a:pt x="39529" y="100489"/>
                      </a:lnTo>
                      <a:lnTo>
                        <a:pt x="39148" y="98965"/>
                      </a:lnTo>
                      <a:close/>
                      <a:moveTo>
                        <a:pt x="49149" y="104394"/>
                      </a:moveTo>
                      <a:lnTo>
                        <a:pt x="49149" y="102489"/>
                      </a:lnTo>
                      <a:lnTo>
                        <a:pt x="49625" y="102489"/>
                      </a:lnTo>
                      <a:cubicBezTo>
                        <a:pt x="49625" y="102965"/>
                        <a:pt x="49625" y="103632"/>
                        <a:pt x="49149" y="104394"/>
                      </a:cubicBezTo>
                      <a:close/>
                      <a:moveTo>
                        <a:pt x="53816" y="84011"/>
                      </a:moveTo>
                      <a:cubicBezTo>
                        <a:pt x="52864" y="84487"/>
                        <a:pt x="52483" y="84963"/>
                        <a:pt x="52483" y="85439"/>
                      </a:cubicBezTo>
                      <a:cubicBezTo>
                        <a:pt x="52483" y="85725"/>
                        <a:pt x="52769" y="86297"/>
                        <a:pt x="53245" y="86963"/>
                      </a:cubicBezTo>
                      <a:cubicBezTo>
                        <a:pt x="53721" y="87630"/>
                        <a:pt x="54007" y="88202"/>
                        <a:pt x="54007" y="88487"/>
                      </a:cubicBezTo>
                      <a:lnTo>
                        <a:pt x="54007" y="88773"/>
                      </a:lnTo>
                      <a:cubicBezTo>
                        <a:pt x="54007" y="88773"/>
                        <a:pt x="53912" y="89059"/>
                        <a:pt x="53912" y="89154"/>
                      </a:cubicBezTo>
                      <a:cubicBezTo>
                        <a:pt x="53912" y="88964"/>
                        <a:pt x="54007" y="88773"/>
                        <a:pt x="54102" y="88487"/>
                      </a:cubicBezTo>
                      <a:cubicBezTo>
                        <a:pt x="54102" y="88202"/>
                        <a:pt x="54293" y="87821"/>
                        <a:pt x="54578" y="87249"/>
                      </a:cubicBezTo>
                      <a:cubicBezTo>
                        <a:pt x="54769" y="86677"/>
                        <a:pt x="54959" y="86201"/>
                        <a:pt x="54959" y="85916"/>
                      </a:cubicBezTo>
                      <a:cubicBezTo>
                        <a:pt x="54959" y="85344"/>
                        <a:pt x="54674" y="84773"/>
                        <a:pt x="54007" y="84106"/>
                      </a:cubicBezTo>
                      <a:close/>
                      <a:moveTo>
                        <a:pt x="53816" y="94869"/>
                      </a:moveTo>
                      <a:cubicBezTo>
                        <a:pt x="54674" y="94202"/>
                        <a:pt x="54959" y="93631"/>
                        <a:pt x="54769" y="93154"/>
                      </a:cubicBezTo>
                      <a:cubicBezTo>
                        <a:pt x="54578" y="92583"/>
                        <a:pt x="54293" y="92393"/>
                        <a:pt x="53816" y="92583"/>
                      </a:cubicBezTo>
                      <a:cubicBezTo>
                        <a:pt x="53340" y="93059"/>
                        <a:pt x="53150" y="93536"/>
                        <a:pt x="53340" y="94012"/>
                      </a:cubicBezTo>
                      <a:cubicBezTo>
                        <a:pt x="53721" y="94869"/>
                        <a:pt x="53816" y="95155"/>
                        <a:pt x="53816" y="94964"/>
                      </a:cubicBezTo>
                      <a:lnTo>
                        <a:pt x="54197" y="95345"/>
                      </a:lnTo>
                      <a:cubicBezTo>
                        <a:pt x="54197" y="95345"/>
                        <a:pt x="54769" y="96107"/>
                        <a:pt x="54769" y="96298"/>
                      </a:cubicBezTo>
                      <a:cubicBezTo>
                        <a:pt x="54769" y="96107"/>
                        <a:pt x="54769" y="95822"/>
                        <a:pt x="54388" y="95441"/>
                      </a:cubicBezTo>
                      <a:cubicBezTo>
                        <a:pt x="54102" y="95155"/>
                        <a:pt x="53816" y="94964"/>
                        <a:pt x="53816" y="94774"/>
                      </a:cubicBezTo>
                      <a:close/>
                      <a:moveTo>
                        <a:pt x="64294" y="31814"/>
                      </a:moveTo>
                      <a:lnTo>
                        <a:pt x="66770" y="33147"/>
                      </a:lnTo>
                      <a:lnTo>
                        <a:pt x="65437" y="31433"/>
                      </a:lnTo>
                      <a:lnTo>
                        <a:pt x="66199" y="30480"/>
                      </a:lnTo>
                      <a:lnTo>
                        <a:pt x="61436" y="28480"/>
                      </a:lnTo>
                      <a:cubicBezTo>
                        <a:pt x="62103" y="28766"/>
                        <a:pt x="62389" y="29051"/>
                        <a:pt x="62389" y="29623"/>
                      </a:cubicBezTo>
                      <a:cubicBezTo>
                        <a:pt x="62389" y="30194"/>
                        <a:pt x="62103" y="30480"/>
                        <a:pt x="61436" y="30861"/>
                      </a:cubicBezTo>
                      <a:cubicBezTo>
                        <a:pt x="61151" y="30290"/>
                        <a:pt x="60865" y="30004"/>
                        <a:pt x="60484" y="30004"/>
                      </a:cubicBezTo>
                      <a:cubicBezTo>
                        <a:pt x="60293" y="30004"/>
                        <a:pt x="59817" y="30004"/>
                        <a:pt x="59341" y="30290"/>
                      </a:cubicBezTo>
                      <a:cubicBezTo>
                        <a:pt x="58865" y="30480"/>
                        <a:pt x="58484" y="30480"/>
                        <a:pt x="58198" y="30480"/>
                      </a:cubicBezTo>
                      <a:cubicBezTo>
                        <a:pt x="57912" y="30480"/>
                        <a:pt x="57626" y="30385"/>
                        <a:pt x="57341" y="30099"/>
                      </a:cubicBezTo>
                      <a:lnTo>
                        <a:pt x="57721" y="29432"/>
                      </a:lnTo>
                      <a:lnTo>
                        <a:pt x="53531" y="30385"/>
                      </a:lnTo>
                      <a:lnTo>
                        <a:pt x="55912" y="30385"/>
                      </a:lnTo>
                      <a:cubicBezTo>
                        <a:pt x="56769" y="30385"/>
                        <a:pt x="57436" y="30671"/>
                        <a:pt x="57912" y="31433"/>
                      </a:cubicBezTo>
                      <a:cubicBezTo>
                        <a:pt x="58484" y="32195"/>
                        <a:pt x="58769" y="32956"/>
                        <a:pt x="58769" y="33528"/>
                      </a:cubicBezTo>
                      <a:lnTo>
                        <a:pt x="59150" y="33052"/>
                      </a:lnTo>
                      <a:cubicBezTo>
                        <a:pt x="59150" y="33052"/>
                        <a:pt x="59722" y="33052"/>
                        <a:pt x="60008" y="33338"/>
                      </a:cubicBezTo>
                      <a:cubicBezTo>
                        <a:pt x="60389" y="33814"/>
                        <a:pt x="60674" y="34100"/>
                        <a:pt x="60770" y="34100"/>
                      </a:cubicBezTo>
                      <a:lnTo>
                        <a:pt x="60770" y="32290"/>
                      </a:lnTo>
                      <a:cubicBezTo>
                        <a:pt x="60770" y="31528"/>
                        <a:pt x="60960" y="31052"/>
                        <a:pt x="61532" y="30861"/>
                      </a:cubicBezTo>
                      <a:cubicBezTo>
                        <a:pt x="62103" y="31242"/>
                        <a:pt x="62389" y="31433"/>
                        <a:pt x="62484" y="31433"/>
                      </a:cubicBezTo>
                      <a:cubicBezTo>
                        <a:pt x="62484" y="30671"/>
                        <a:pt x="62675" y="30194"/>
                        <a:pt x="63056" y="30099"/>
                      </a:cubicBezTo>
                      <a:cubicBezTo>
                        <a:pt x="63437" y="29908"/>
                        <a:pt x="64008" y="30099"/>
                        <a:pt x="64961" y="30861"/>
                      </a:cubicBezTo>
                      <a:cubicBezTo>
                        <a:pt x="64961" y="31147"/>
                        <a:pt x="64865" y="31433"/>
                        <a:pt x="64389" y="31814"/>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 name="Google Shape;984;p99"/>
                <p:cNvSpPr/>
                <p:nvPr/>
              </p:nvSpPr>
              <p:spPr>
                <a:xfrm>
                  <a:off x="4802885" y="1394174"/>
                  <a:ext cx="96678" cy="115252"/>
                </a:xfrm>
                <a:custGeom>
                  <a:avLst/>
                  <a:gdLst/>
                  <a:ahLst/>
                  <a:cxnLst/>
                  <a:rect l="l" t="t" r="r" b="b"/>
                  <a:pathLst>
                    <a:path w="96678" h="115252" extrusionOk="0">
                      <a:moveTo>
                        <a:pt x="75438" y="94107"/>
                      </a:moveTo>
                      <a:cubicBezTo>
                        <a:pt x="75057" y="95345"/>
                        <a:pt x="74962" y="96488"/>
                        <a:pt x="74962" y="97536"/>
                      </a:cubicBezTo>
                      <a:cubicBezTo>
                        <a:pt x="74962" y="99155"/>
                        <a:pt x="75343" y="101060"/>
                        <a:pt x="76200" y="103156"/>
                      </a:cubicBezTo>
                      <a:cubicBezTo>
                        <a:pt x="77343" y="105823"/>
                        <a:pt x="78010" y="107537"/>
                        <a:pt x="78200" y="108299"/>
                      </a:cubicBezTo>
                      <a:cubicBezTo>
                        <a:pt x="78581" y="108775"/>
                        <a:pt x="78772" y="109252"/>
                        <a:pt x="78772" y="109728"/>
                      </a:cubicBezTo>
                      <a:cubicBezTo>
                        <a:pt x="78772" y="110299"/>
                        <a:pt x="78391" y="110966"/>
                        <a:pt x="77629" y="111823"/>
                      </a:cubicBezTo>
                      <a:cubicBezTo>
                        <a:pt x="76581" y="113062"/>
                        <a:pt x="76010" y="113824"/>
                        <a:pt x="75819" y="114014"/>
                      </a:cubicBezTo>
                      <a:cubicBezTo>
                        <a:pt x="74962" y="113824"/>
                        <a:pt x="74104" y="113728"/>
                        <a:pt x="73057" y="113728"/>
                      </a:cubicBezTo>
                      <a:cubicBezTo>
                        <a:pt x="72009" y="113728"/>
                        <a:pt x="70580" y="113824"/>
                        <a:pt x="68675" y="114014"/>
                      </a:cubicBezTo>
                      <a:cubicBezTo>
                        <a:pt x="66770" y="114205"/>
                        <a:pt x="65342" y="114300"/>
                        <a:pt x="64389" y="114300"/>
                      </a:cubicBezTo>
                      <a:cubicBezTo>
                        <a:pt x="60960" y="114300"/>
                        <a:pt x="58484" y="113252"/>
                        <a:pt x="56864" y="111157"/>
                      </a:cubicBezTo>
                      <a:cubicBezTo>
                        <a:pt x="57341" y="110109"/>
                        <a:pt x="57626" y="109061"/>
                        <a:pt x="57626" y="108204"/>
                      </a:cubicBezTo>
                      <a:cubicBezTo>
                        <a:pt x="57626" y="106870"/>
                        <a:pt x="56960" y="105442"/>
                        <a:pt x="55531" y="103727"/>
                      </a:cubicBezTo>
                      <a:cubicBezTo>
                        <a:pt x="53530" y="101536"/>
                        <a:pt x="52388" y="100013"/>
                        <a:pt x="52102" y="99346"/>
                      </a:cubicBezTo>
                      <a:cubicBezTo>
                        <a:pt x="51721" y="99155"/>
                        <a:pt x="51245" y="99060"/>
                        <a:pt x="50768" y="99060"/>
                      </a:cubicBezTo>
                      <a:cubicBezTo>
                        <a:pt x="50102" y="99060"/>
                        <a:pt x="48959" y="99250"/>
                        <a:pt x="47435" y="99631"/>
                      </a:cubicBezTo>
                      <a:cubicBezTo>
                        <a:pt x="45815" y="100013"/>
                        <a:pt x="44768" y="100203"/>
                        <a:pt x="44101" y="100203"/>
                      </a:cubicBezTo>
                      <a:cubicBezTo>
                        <a:pt x="42482" y="100203"/>
                        <a:pt x="41338" y="99441"/>
                        <a:pt x="40862" y="98012"/>
                      </a:cubicBezTo>
                      <a:lnTo>
                        <a:pt x="39910" y="98012"/>
                      </a:lnTo>
                      <a:cubicBezTo>
                        <a:pt x="39910" y="97441"/>
                        <a:pt x="39815" y="96679"/>
                        <a:pt x="39529" y="95726"/>
                      </a:cubicBezTo>
                      <a:cubicBezTo>
                        <a:pt x="39338" y="94774"/>
                        <a:pt x="39243" y="94107"/>
                        <a:pt x="39243" y="93821"/>
                      </a:cubicBezTo>
                      <a:cubicBezTo>
                        <a:pt x="39243" y="93154"/>
                        <a:pt x="39434" y="92583"/>
                        <a:pt x="39910" y="92202"/>
                      </a:cubicBezTo>
                      <a:cubicBezTo>
                        <a:pt x="39529" y="91630"/>
                        <a:pt x="39338" y="91059"/>
                        <a:pt x="39338" y="90488"/>
                      </a:cubicBezTo>
                      <a:cubicBezTo>
                        <a:pt x="39338" y="90011"/>
                        <a:pt x="39529" y="89249"/>
                        <a:pt x="39910" y="88297"/>
                      </a:cubicBezTo>
                      <a:cubicBezTo>
                        <a:pt x="40291" y="87344"/>
                        <a:pt x="40481" y="86677"/>
                        <a:pt x="40481" y="86201"/>
                      </a:cubicBezTo>
                      <a:cubicBezTo>
                        <a:pt x="40481" y="85820"/>
                        <a:pt x="40481" y="85534"/>
                        <a:pt x="40291" y="85058"/>
                      </a:cubicBezTo>
                      <a:cubicBezTo>
                        <a:pt x="41053" y="83820"/>
                        <a:pt x="43148" y="83153"/>
                        <a:pt x="46863" y="83058"/>
                      </a:cubicBezTo>
                      <a:cubicBezTo>
                        <a:pt x="50102" y="83058"/>
                        <a:pt x="51721" y="82391"/>
                        <a:pt x="51721" y="81344"/>
                      </a:cubicBezTo>
                      <a:cubicBezTo>
                        <a:pt x="51721" y="80677"/>
                        <a:pt x="51245" y="79724"/>
                        <a:pt x="50387" y="78391"/>
                      </a:cubicBezTo>
                      <a:lnTo>
                        <a:pt x="52102" y="78391"/>
                      </a:lnTo>
                      <a:cubicBezTo>
                        <a:pt x="52102" y="79057"/>
                        <a:pt x="52197" y="79819"/>
                        <a:pt x="52673" y="80677"/>
                      </a:cubicBezTo>
                      <a:cubicBezTo>
                        <a:pt x="52959" y="80391"/>
                        <a:pt x="53054" y="79819"/>
                        <a:pt x="53150" y="78676"/>
                      </a:cubicBezTo>
                      <a:cubicBezTo>
                        <a:pt x="53245" y="77819"/>
                        <a:pt x="53721" y="77438"/>
                        <a:pt x="54483" y="77343"/>
                      </a:cubicBezTo>
                      <a:lnTo>
                        <a:pt x="52959" y="75819"/>
                      </a:lnTo>
                      <a:lnTo>
                        <a:pt x="54483" y="75438"/>
                      </a:lnTo>
                      <a:lnTo>
                        <a:pt x="53340" y="74486"/>
                      </a:lnTo>
                      <a:cubicBezTo>
                        <a:pt x="53340" y="74486"/>
                        <a:pt x="53721" y="74771"/>
                        <a:pt x="53912" y="74771"/>
                      </a:cubicBezTo>
                      <a:cubicBezTo>
                        <a:pt x="54197" y="74771"/>
                        <a:pt x="54674" y="74581"/>
                        <a:pt x="55340" y="74200"/>
                      </a:cubicBezTo>
                      <a:cubicBezTo>
                        <a:pt x="55912" y="73819"/>
                        <a:pt x="56388" y="73628"/>
                        <a:pt x="56579" y="73628"/>
                      </a:cubicBezTo>
                      <a:cubicBezTo>
                        <a:pt x="56960" y="73628"/>
                        <a:pt x="57245" y="74009"/>
                        <a:pt x="57341" y="74867"/>
                      </a:cubicBezTo>
                      <a:cubicBezTo>
                        <a:pt x="57055" y="74867"/>
                        <a:pt x="56102" y="75152"/>
                        <a:pt x="54388" y="75819"/>
                      </a:cubicBezTo>
                      <a:cubicBezTo>
                        <a:pt x="54388" y="75819"/>
                        <a:pt x="55150" y="76295"/>
                        <a:pt x="56388" y="77057"/>
                      </a:cubicBezTo>
                      <a:cubicBezTo>
                        <a:pt x="57150" y="77533"/>
                        <a:pt x="57531" y="78010"/>
                        <a:pt x="57531" y="78486"/>
                      </a:cubicBezTo>
                      <a:cubicBezTo>
                        <a:pt x="57531" y="78676"/>
                        <a:pt x="57531" y="78962"/>
                        <a:pt x="57436" y="79248"/>
                      </a:cubicBezTo>
                      <a:cubicBezTo>
                        <a:pt x="57817" y="78962"/>
                        <a:pt x="58103" y="78581"/>
                        <a:pt x="58293" y="77915"/>
                      </a:cubicBezTo>
                      <a:cubicBezTo>
                        <a:pt x="58484" y="77248"/>
                        <a:pt x="58388" y="76771"/>
                        <a:pt x="58198" y="76390"/>
                      </a:cubicBezTo>
                      <a:lnTo>
                        <a:pt x="59817" y="74771"/>
                      </a:lnTo>
                      <a:lnTo>
                        <a:pt x="56483" y="71723"/>
                      </a:lnTo>
                      <a:lnTo>
                        <a:pt x="56864" y="71152"/>
                      </a:lnTo>
                      <a:cubicBezTo>
                        <a:pt x="56864" y="71152"/>
                        <a:pt x="56293" y="70675"/>
                        <a:pt x="56007" y="70675"/>
                      </a:cubicBezTo>
                      <a:cubicBezTo>
                        <a:pt x="55817" y="70675"/>
                        <a:pt x="55436" y="70866"/>
                        <a:pt x="54959" y="71247"/>
                      </a:cubicBezTo>
                      <a:cubicBezTo>
                        <a:pt x="54483" y="71628"/>
                        <a:pt x="53912" y="71819"/>
                        <a:pt x="53435" y="71723"/>
                      </a:cubicBezTo>
                      <a:cubicBezTo>
                        <a:pt x="53245" y="71723"/>
                        <a:pt x="52197" y="71628"/>
                        <a:pt x="50197" y="71628"/>
                      </a:cubicBezTo>
                      <a:cubicBezTo>
                        <a:pt x="49054" y="71628"/>
                        <a:pt x="48387" y="70866"/>
                        <a:pt x="48292" y="69342"/>
                      </a:cubicBezTo>
                      <a:cubicBezTo>
                        <a:pt x="47625" y="69056"/>
                        <a:pt x="47339" y="68580"/>
                        <a:pt x="47339" y="67913"/>
                      </a:cubicBezTo>
                      <a:cubicBezTo>
                        <a:pt x="47339" y="67532"/>
                        <a:pt x="47339" y="67056"/>
                        <a:pt x="47530" y="66294"/>
                      </a:cubicBezTo>
                      <a:cubicBezTo>
                        <a:pt x="47720" y="65532"/>
                        <a:pt x="47816" y="64960"/>
                        <a:pt x="47816" y="64579"/>
                      </a:cubicBezTo>
                      <a:cubicBezTo>
                        <a:pt x="47816" y="63532"/>
                        <a:pt x="47149" y="62960"/>
                        <a:pt x="45911" y="62770"/>
                      </a:cubicBezTo>
                      <a:cubicBezTo>
                        <a:pt x="45625" y="62389"/>
                        <a:pt x="45529" y="61817"/>
                        <a:pt x="45529" y="61341"/>
                      </a:cubicBezTo>
                      <a:cubicBezTo>
                        <a:pt x="45529" y="61055"/>
                        <a:pt x="45529" y="60674"/>
                        <a:pt x="45625" y="60198"/>
                      </a:cubicBezTo>
                      <a:cubicBezTo>
                        <a:pt x="45625" y="59722"/>
                        <a:pt x="45720" y="59341"/>
                        <a:pt x="45720" y="59055"/>
                      </a:cubicBezTo>
                      <a:cubicBezTo>
                        <a:pt x="45720" y="58198"/>
                        <a:pt x="45339" y="57626"/>
                        <a:pt x="44482" y="57055"/>
                      </a:cubicBezTo>
                      <a:lnTo>
                        <a:pt x="43148" y="56674"/>
                      </a:lnTo>
                      <a:cubicBezTo>
                        <a:pt x="43815" y="55817"/>
                        <a:pt x="44101" y="54959"/>
                        <a:pt x="44101" y="54102"/>
                      </a:cubicBezTo>
                      <a:cubicBezTo>
                        <a:pt x="44101" y="53340"/>
                        <a:pt x="43815" y="52292"/>
                        <a:pt x="43244" y="51054"/>
                      </a:cubicBezTo>
                      <a:cubicBezTo>
                        <a:pt x="42767" y="50197"/>
                        <a:pt x="42291" y="49244"/>
                        <a:pt x="41720" y="48196"/>
                      </a:cubicBezTo>
                      <a:cubicBezTo>
                        <a:pt x="42101" y="47911"/>
                        <a:pt x="42386" y="47625"/>
                        <a:pt x="42482" y="47053"/>
                      </a:cubicBezTo>
                      <a:cubicBezTo>
                        <a:pt x="42482" y="46482"/>
                        <a:pt x="42291" y="46101"/>
                        <a:pt x="41720" y="45815"/>
                      </a:cubicBezTo>
                      <a:lnTo>
                        <a:pt x="39719" y="46196"/>
                      </a:lnTo>
                      <a:lnTo>
                        <a:pt x="39243" y="42767"/>
                      </a:lnTo>
                      <a:cubicBezTo>
                        <a:pt x="38576" y="42958"/>
                        <a:pt x="38291" y="43434"/>
                        <a:pt x="38195" y="44196"/>
                      </a:cubicBezTo>
                      <a:cubicBezTo>
                        <a:pt x="38195" y="45053"/>
                        <a:pt x="37719" y="45529"/>
                        <a:pt x="36862" y="45815"/>
                      </a:cubicBezTo>
                      <a:cubicBezTo>
                        <a:pt x="37052" y="46292"/>
                        <a:pt x="37052" y="46768"/>
                        <a:pt x="37052" y="47149"/>
                      </a:cubicBezTo>
                      <a:cubicBezTo>
                        <a:pt x="37052" y="47911"/>
                        <a:pt x="36767" y="48863"/>
                        <a:pt x="36100" y="50197"/>
                      </a:cubicBezTo>
                      <a:cubicBezTo>
                        <a:pt x="35433" y="51530"/>
                        <a:pt x="35147" y="52864"/>
                        <a:pt x="35338" y="54197"/>
                      </a:cubicBezTo>
                      <a:cubicBezTo>
                        <a:pt x="34100" y="54864"/>
                        <a:pt x="33433" y="56007"/>
                        <a:pt x="33242" y="57531"/>
                      </a:cubicBezTo>
                      <a:cubicBezTo>
                        <a:pt x="32957" y="59722"/>
                        <a:pt x="32766" y="60960"/>
                        <a:pt x="32671" y="61246"/>
                      </a:cubicBezTo>
                      <a:cubicBezTo>
                        <a:pt x="32290" y="61246"/>
                        <a:pt x="31718" y="61722"/>
                        <a:pt x="31147" y="62960"/>
                      </a:cubicBezTo>
                      <a:cubicBezTo>
                        <a:pt x="30385" y="64484"/>
                        <a:pt x="29623" y="65532"/>
                        <a:pt x="28956" y="66008"/>
                      </a:cubicBezTo>
                      <a:cubicBezTo>
                        <a:pt x="28956" y="66199"/>
                        <a:pt x="29242" y="66675"/>
                        <a:pt x="29909" y="67342"/>
                      </a:cubicBezTo>
                      <a:lnTo>
                        <a:pt x="30766" y="66389"/>
                      </a:lnTo>
                      <a:cubicBezTo>
                        <a:pt x="30766" y="66389"/>
                        <a:pt x="31052" y="66580"/>
                        <a:pt x="31052" y="66770"/>
                      </a:cubicBezTo>
                      <a:cubicBezTo>
                        <a:pt x="31052" y="66961"/>
                        <a:pt x="30861" y="67437"/>
                        <a:pt x="30480" y="68104"/>
                      </a:cubicBezTo>
                      <a:cubicBezTo>
                        <a:pt x="30099" y="68770"/>
                        <a:pt x="29909" y="69151"/>
                        <a:pt x="29909" y="69342"/>
                      </a:cubicBezTo>
                      <a:cubicBezTo>
                        <a:pt x="29242" y="70294"/>
                        <a:pt x="28956" y="70771"/>
                        <a:pt x="28956" y="70866"/>
                      </a:cubicBezTo>
                      <a:lnTo>
                        <a:pt x="29909" y="71819"/>
                      </a:lnTo>
                      <a:cubicBezTo>
                        <a:pt x="29909" y="71819"/>
                        <a:pt x="30385" y="71247"/>
                        <a:pt x="30766" y="71247"/>
                      </a:cubicBezTo>
                      <a:lnTo>
                        <a:pt x="30766" y="72199"/>
                      </a:lnTo>
                      <a:cubicBezTo>
                        <a:pt x="30766" y="72199"/>
                        <a:pt x="30099" y="72009"/>
                        <a:pt x="29909" y="72009"/>
                      </a:cubicBezTo>
                      <a:cubicBezTo>
                        <a:pt x="29242" y="72009"/>
                        <a:pt x="28766" y="72866"/>
                        <a:pt x="28385" y="74486"/>
                      </a:cubicBezTo>
                      <a:cubicBezTo>
                        <a:pt x="28004" y="76390"/>
                        <a:pt x="27432" y="77533"/>
                        <a:pt x="26861" y="77915"/>
                      </a:cubicBezTo>
                      <a:cubicBezTo>
                        <a:pt x="27337" y="78295"/>
                        <a:pt x="27718" y="79153"/>
                        <a:pt x="28004" y="80581"/>
                      </a:cubicBezTo>
                      <a:cubicBezTo>
                        <a:pt x="28289" y="81915"/>
                        <a:pt x="28861" y="82772"/>
                        <a:pt x="29909" y="83058"/>
                      </a:cubicBezTo>
                      <a:cubicBezTo>
                        <a:pt x="30385" y="82772"/>
                        <a:pt x="31528" y="82582"/>
                        <a:pt x="33338" y="82677"/>
                      </a:cubicBezTo>
                      <a:cubicBezTo>
                        <a:pt x="34862" y="82677"/>
                        <a:pt x="35814" y="82486"/>
                        <a:pt x="36004" y="82105"/>
                      </a:cubicBezTo>
                      <a:cubicBezTo>
                        <a:pt x="36004" y="82963"/>
                        <a:pt x="36386" y="84963"/>
                        <a:pt x="36862" y="88011"/>
                      </a:cubicBezTo>
                      <a:cubicBezTo>
                        <a:pt x="37243" y="90392"/>
                        <a:pt x="37529" y="92297"/>
                        <a:pt x="37529" y="93821"/>
                      </a:cubicBezTo>
                      <a:cubicBezTo>
                        <a:pt x="37529" y="96107"/>
                        <a:pt x="37148" y="98298"/>
                        <a:pt x="36386" y="100298"/>
                      </a:cubicBezTo>
                      <a:cubicBezTo>
                        <a:pt x="35243" y="100584"/>
                        <a:pt x="33338" y="100774"/>
                        <a:pt x="30671" y="100679"/>
                      </a:cubicBezTo>
                      <a:cubicBezTo>
                        <a:pt x="28004" y="100679"/>
                        <a:pt x="26003" y="100965"/>
                        <a:pt x="24575" y="101632"/>
                      </a:cubicBezTo>
                      <a:lnTo>
                        <a:pt x="25146" y="102013"/>
                      </a:lnTo>
                      <a:cubicBezTo>
                        <a:pt x="23146" y="102489"/>
                        <a:pt x="22003" y="103918"/>
                        <a:pt x="21717" y="106299"/>
                      </a:cubicBezTo>
                      <a:cubicBezTo>
                        <a:pt x="21527" y="108299"/>
                        <a:pt x="21336" y="110204"/>
                        <a:pt x="21050" y="112109"/>
                      </a:cubicBezTo>
                      <a:cubicBezTo>
                        <a:pt x="20479" y="114014"/>
                        <a:pt x="18764" y="114871"/>
                        <a:pt x="16002" y="114586"/>
                      </a:cubicBezTo>
                      <a:cubicBezTo>
                        <a:pt x="15812" y="114967"/>
                        <a:pt x="15430" y="115252"/>
                        <a:pt x="15050" y="115252"/>
                      </a:cubicBezTo>
                      <a:cubicBezTo>
                        <a:pt x="14669" y="115252"/>
                        <a:pt x="14192" y="115062"/>
                        <a:pt x="13335" y="114586"/>
                      </a:cubicBezTo>
                      <a:cubicBezTo>
                        <a:pt x="12573" y="114205"/>
                        <a:pt x="12002" y="113919"/>
                        <a:pt x="11621" y="113919"/>
                      </a:cubicBezTo>
                      <a:cubicBezTo>
                        <a:pt x="11240" y="113919"/>
                        <a:pt x="10763" y="113919"/>
                        <a:pt x="10096" y="113919"/>
                      </a:cubicBezTo>
                      <a:cubicBezTo>
                        <a:pt x="9525" y="113919"/>
                        <a:pt x="8668" y="114014"/>
                        <a:pt x="7525" y="114109"/>
                      </a:cubicBezTo>
                      <a:cubicBezTo>
                        <a:pt x="6382" y="114300"/>
                        <a:pt x="5525" y="114395"/>
                        <a:pt x="4953" y="114395"/>
                      </a:cubicBezTo>
                      <a:cubicBezTo>
                        <a:pt x="2381" y="114395"/>
                        <a:pt x="857" y="113538"/>
                        <a:pt x="381" y="111919"/>
                      </a:cubicBezTo>
                      <a:cubicBezTo>
                        <a:pt x="191" y="111157"/>
                        <a:pt x="0" y="110490"/>
                        <a:pt x="0" y="109823"/>
                      </a:cubicBezTo>
                      <a:cubicBezTo>
                        <a:pt x="0" y="108871"/>
                        <a:pt x="381" y="107442"/>
                        <a:pt x="1238" y="105727"/>
                      </a:cubicBezTo>
                      <a:cubicBezTo>
                        <a:pt x="2096" y="104013"/>
                        <a:pt x="2381" y="102489"/>
                        <a:pt x="2096" y="101346"/>
                      </a:cubicBezTo>
                      <a:cubicBezTo>
                        <a:pt x="3524" y="100965"/>
                        <a:pt x="4191" y="100013"/>
                        <a:pt x="4191" y="98488"/>
                      </a:cubicBezTo>
                      <a:cubicBezTo>
                        <a:pt x="4191" y="98203"/>
                        <a:pt x="4191" y="97917"/>
                        <a:pt x="4096" y="97345"/>
                      </a:cubicBezTo>
                      <a:lnTo>
                        <a:pt x="4096" y="96107"/>
                      </a:lnTo>
                      <a:cubicBezTo>
                        <a:pt x="4096" y="95345"/>
                        <a:pt x="4191" y="94583"/>
                        <a:pt x="4572" y="94107"/>
                      </a:cubicBezTo>
                      <a:cubicBezTo>
                        <a:pt x="5905" y="93631"/>
                        <a:pt x="6572" y="92678"/>
                        <a:pt x="6572" y="91440"/>
                      </a:cubicBezTo>
                      <a:cubicBezTo>
                        <a:pt x="6572" y="91059"/>
                        <a:pt x="6572" y="90392"/>
                        <a:pt x="6287" y="89440"/>
                      </a:cubicBezTo>
                      <a:cubicBezTo>
                        <a:pt x="6096" y="88487"/>
                        <a:pt x="6096" y="87820"/>
                        <a:pt x="6096" y="87344"/>
                      </a:cubicBezTo>
                      <a:cubicBezTo>
                        <a:pt x="6096" y="85915"/>
                        <a:pt x="6668" y="84963"/>
                        <a:pt x="7906" y="84296"/>
                      </a:cubicBezTo>
                      <a:cubicBezTo>
                        <a:pt x="7715" y="83725"/>
                        <a:pt x="7620" y="83153"/>
                        <a:pt x="7620" y="82677"/>
                      </a:cubicBezTo>
                      <a:cubicBezTo>
                        <a:pt x="7620" y="81629"/>
                        <a:pt x="8096" y="80296"/>
                        <a:pt x="9049" y="78772"/>
                      </a:cubicBezTo>
                      <a:cubicBezTo>
                        <a:pt x="10096" y="77248"/>
                        <a:pt x="10478" y="76009"/>
                        <a:pt x="10478" y="75152"/>
                      </a:cubicBezTo>
                      <a:cubicBezTo>
                        <a:pt x="10478" y="74390"/>
                        <a:pt x="10287" y="73628"/>
                        <a:pt x="9716" y="72771"/>
                      </a:cubicBezTo>
                      <a:cubicBezTo>
                        <a:pt x="11049" y="71152"/>
                        <a:pt x="12097" y="68675"/>
                        <a:pt x="12668" y="65532"/>
                      </a:cubicBezTo>
                      <a:cubicBezTo>
                        <a:pt x="12954" y="63055"/>
                        <a:pt x="13240" y="60579"/>
                        <a:pt x="13526" y="58102"/>
                      </a:cubicBezTo>
                      <a:cubicBezTo>
                        <a:pt x="14859" y="57531"/>
                        <a:pt x="15716" y="56102"/>
                        <a:pt x="16097" y="53816"/>
                      </a:cubicBezTo>
                      <a:cubicBezTo>
                        <a:pt x="16478" y="51530"/>
                        <a:pt x="17145" y="50006"/>
                        <a:pt x="18288" y="49244"/>
                      </a:cubicBezTo>
                      <a:cubicBezTo>
                        <a:pt x="17907" y="48482"/>
                        <a:pt x="17812" y="47720"/>
                        <a:pt x="17812" y="46768"/>
                      </a:cubicBezTo>
                      <a:cubicBezTo>
                        <a:pt x="17812" y="45910"/>
                        <a:pt x="18002" y="44863"/>
                        <a:pt x="18288" y="43529"/>
                      </a:cubicBezTo>
                      <a:cubicBezTo>
                        <a:pt x="18574" y="42196"/>
                        <a:pt x="18669" y="41338"/>
                        <a:pt x="18669" y="41053"/>
                      </a:cubicBezTo>
                      <a:cubicBezTo>
                        <a:pt x="19717" y="40481"/>
                        <a:pt x="20193" y="39719"/>
                        <a:pt x="20193" y="38862"/>
                      </a:cubicBezTo>
                      <a:lnTo>
                        <a:pt x="20193" y="37338"/>
                      </a:lnTo>
                      <a:cubicBezTo>
                        <a:pt x="20193" y="36100"/>
                        <a:pt x="20860" y="35052"/>
                        <a:pt x="22098" y="34290"/>
                      </a:cubicBezTo>
                      <a:cubicBezTo>
                        <a:pt x="21431" y="33147"/>
                        <a:pt x="21431" y="31147"/>
                        <a:pt x="22098" y="28289"/>
                      </a:cubicBezTo>
                      <a:cubicBezTo>
                        <a:pt x="24003" y="28003"/>
                        <a:pt x="24765" y="26670"/>
                        <a:pt x="24384" y="24479"/>
                      </a:cubicBezTo>
                      <a:cubicBezTo>
                        <a:pt x="23908" y="21812"/>
                        <a:pt x="23908" y="20288"/>
                        <a:pt x="24479" y="19812"/>
                      </a:cubicBezTo>
                      <a:cubicBezTo>
                        <a:pt x="26765" y="17145"/>
                        <a:pt x="28575" y="15907"/>
                        <a:pt x="30004" y="15907"/>
                      </a:cubicBezTo>
                      <a:cubicBezTo>
                        <a:pt x="31052" y="15907"/>
                        <a:pt x="31909" y="16383"/>
                        <a:pt x="32576" y="17335"/>
                      </a:cubicBezTo>
                      <a:cubicBezTo>
                        <a:pt x="32861" y="17145"/>
                        <a:pt x="32957" y="16764"/>
                        <a:pt x="32957" y="16002"/>
                      </a:cubicBezTo>
                      <a:cubicBezTo>
                        <a:pt x="33242" y="15811"/>
                        <a:pt x="33433" y="15716"/>
                        <a:pt x="33814" y="15716"/>
                      </a:cubicBezTo>
                      <a:cubicBezTo>
                        <a:pt x="34100" y="15716"/>
                        <a:pt x="34671" y="15811"/>
                        <a:pt x="35528" y="16002"/>
                      </a:cubicBezTo>
                      <a:cubicBezTo>
                        <a:pt x="36290" y="16192"/>
                        <a:pt x="36862" y="16288"/>
                        <a:pt x="37148" y="16288"/>
                      </a:cubicBezTo>
                      <a:cubicBezTo>
                        <a:pt x="38195" y="16288"/>
                        <a:pt x="38862" y="15811"/>
                        <a:pt x="39243" y="14954"/>
                      </a:cubicBezTo>
                      <a:cubicBezTo>
                        <a:pt x="39624" y="15240"/>
                        <a:pt x="40481" y="15907"/>
                        <a:pt x="41720" y="16669"/>
                      </a:cubicBezTo>
                      <a:cubicBezTo>
                        <a:pt x="42101" y="16002"/>
                        <a:pt x="42577" y="15716"/>
                        <a:pt x="43244" y="15716"/>
                      </a:cubicBezTo>
                      <a:cubicBezTo>
                        <a:pt x="43625" y="15716"/>
                        <a:pt x="44291" y="15907"/>
                        <a:pt x="45244" y="16097"/>
                      </a:cubicBezTo>
                      <a:cubicBezTo>
                        <a:pt x="46196" y="16383"/>
                        <a:pt x="46958" y="16573"/>
                        <a:pt x="47530" y="16573"/>
                      </a:cubicBezTo>
                      <a:cubicBezTo>
                        <a:pt x="47911" y="16573"/>
                        <a:pt x="48292" y="16573"/>
                        <a:pt x="48673" y="16383"/>
                      </a:cubicBezTo>
                      <a:cubicBezTo>
                        <a:pt x="49721" y="17050"/>
                        <a:pt x="50768" y="17717"/>
                        <a:pt x="51911" y="18478"/>
                      </a:cubicBezTo>
                      <a:cubicBezTo>
                        <a:pt x="52959" y="19240"/>
                        <a:pt x="53530" y="20193"/>
                        <a:pt x="53530" y="21431"/>
                      </a:cubicBezTo>
                      <a:cubicBezTo>
                        <a:pt x="53530" y="21717"/>
                        <a:pt x="53530" y="22098"/>
                        <a:pt x="53435" y="22574"/>
                      </a:cubicBezTo>
                      <a:lnTo>
                        <a:pt x="55531" y="22193"/>
                      </a:lnTo>
                      <a:cubicBezTo>
                        <a:pt x="55150" y="23241"/>
                        <a:pt x="55054" y="24384"/>
                        <a:pt x="55054" y="25527"/>
                      </a:cubicBezTo>
                      <a:cubicBezTo>
                        <a:pt x="55054" y="28003"/>
                        <a:pt x="56007" y="30766"/>
                        <a:pt x="57912" y="34004"/>
                      </a:cubicBezTo>
                      <a:lnTo>
                        <a:pt x="55531" y="34957"/>
                      </a:lnTo>
                      <a:lnTo>
                        <a:pt x="57912" y="35814"/>
                      </a:lnTo>
                      <a:cubicBezTo>
                        <a:pt x="57912" y="35814"/>
                        <a:pt x="56960" y="36100"/>
                        <a:pt x="55912" y="36767"/>
                      </a:cubicBezTo>
                      <a:lnTo>
                        <a:pt x="55912" y="37243"/>
                      </a:lnTo>
                      <a:cubicBezTo>
                        <a:pt x="56579" y="37052"/>
                        <a:pt x="57626" y="37243"/>
                        <a:pt x="59246" y="37719"/>
                      </a:cubicBezTo>
                      <a:lnTo>
                        <a:pt x="57531" y="40386"/>
                      </a:lnTo>
                      <a:cubicBezTo>
                        <a:pt x="59436" y="42672"/>
                        <a:pt x="61055" y="43815"/>
                        <a:pt x="62579" y="43815"/>
                      </a:cubicBezTo>
                      <a:lnTo>
                        <a:pt x="62579" y="44767"/>
                      </a:lnTo>
                      <a:cubicBezTo>
                        <a:pt x="62008" y="43910"/>
                        <a:pt x="61532" y="43624"/>
                        <a:pt x="61246" y="43815"/>
                      </a:cubicBezTo>
                      <a:cubicBezTo>
                        <a:pt x="60960" y="44958"/>
                        <a:pt x="60770" y="46196"/>
                        <a:pt x="60770" y="47530"/>
                      </a:cubicBezTo>
                      <a:cubicBezTo>
                        <a:pt x="60770" y="50197"/>
                        <a:pt x="61341" y="52292"/>
                        <a:pt x="62579" y="53721"/>
                      </a:cubicBezTo>
                      <a:cubicBezTo>
                        <a:pt x="62294" y="54007"/>
                        <a:pt x="62103" y="54388"/>
                        <a:pt x="62103" y="54673"/>
                      </a:cubicBezTo>
                      <a:cubicBezTo>
                        <a:pt x="62103" y="55054"/>
                        <a:pt x="62389" y="55435"/>
                        <a:pt x="63055" y="56007"/>
                      </a:cubicBezTo>
                      <a:cubicBezTo>
                        <a:pt x="63627" y="56578"/>
                        <a:pt x="64008" y="57055"/>
                        <a:pt x="64008" y="57531"/>
                      </a:cubicBezTo>
                      <a:cubicBezTo>
                        <a:pt x="64008" y="57721"/>
                        <a:pt x="63913" y="58007"/>
                        <a:pt x="63627" y="58388"/>
                      </a:cubicBezTo>
                      <a:lnTo>
                        <a:pt x="65151" y="58960"/>
                      </a:lnTo>
                      <a:cubicBezTo>
                        <a:pt x="66008" y="63627"/>
                        <a:pt x="66485" y="66484"/>
                        <a:pt x="66770" y="67437"/>
                      </a:cubicBezTo>
                      <a:cubicBezTo>
                        <a:pt x="67532" y="70675"/>
                        <a:pt x="68485" y="73342"/>
                        <a:pt x="69818" y="75533"/>
                      </a:cubicBezTo>
                      <a:cubicBezTo>
                        <a:pt x="68771" y="77152"/>
                        <a:pt x="69152" y="78486"/>
                        <a:pt x="70771" y="79343"/>
                      </a:cubicBezTo>
                      <a:cubicBezTo>
                        <a:pt x="70580" y="83439"/>
                        <a:pt x="71247" y="86296"/>
                        <a:pt x="72580" y="87820"/>
                      </a:cubicBezTo>
                      <a:cubicBezTo>
                        <a:pt x="72580" y="91726"/>
                        <a:pt x="73533" y="93726"/>
                        <a:pt x="75533" y="93821"/>
                      </a:cubicBezTo>
                      <a:close/>
                      <a:moveTo>
                        <a:pt x="4286" y="17526"/>
                      </a:moveTo>
                      <a:lnTo>
                        <a:pt x="3334" y="18574"/>
                      </a:lnTo>
                      <a:lnTo>
                        <a:pt x="2000" y="16954"/>
                      </a:lnTo>
                      <a:lnTo>
                        <a:pt x="4382" y="17526"/>
                      </a:lnTo>
                      <a:close/>
                      <a:moveTo>
                        <a:pt x="6382" y="36004"/>
                      </a:moveTo>
                      <a:lnTo>
                        <a:pt x="7144" y="38386"/>
                      </a:lnTo>
                      <a:lnTo>
                        <a:pt x="5334" y="41338"/>
                      </a:lnTo>
                      <a:lnTo>
                        <a:pt x="6382" y="36100"/>
                      </a:lnTo>
                      <a:close/>
                      <a:moveTo>
                        <a:pt x="8001" y="25051"/>
                      </a:moveTo>
                      <a:cubicBezTo>
                        <a:pt x="8001" y="25051"/>
                        <a:pt x="7429" y="25432"/>
                        <a:pt x="6763" y="26003"/>
                      </a:cubicBezTo>
                      <a:lnTo>
                        <a:pt x="6382" y="24670"/>
                      </a:lnTo>
                      <a:lnTo>
                        <a:pt x="8001" y="25051"/>
                      </a:lnTo>
                      <a:close/>
                      <a:moveTo>
                        <a:pt x="18574" y="27527"/>
                      </a:moveTo>
                      <a:cubicBezTo>
                        <a:pt x="18002" y="26194"/>
                        <a:pt x="16859" y="25717"/>
                        <a:pt x="15240" y="26098"/>
                      </a:cubicBezTo>
                      <a:lnTo>
                        <a:pt x="14859" y="26575"/>
                      </a:lnTo>
                      <a:cubicBezTo>
                        <a:pt x="14859" y="25717"/>
                        <a:pt x="15145" y="25336"/>
                        <a:pt x="15621" y="25336"/>
                      </a:cubicBezTo>
                      <a:cubicBezTo>
                        <a:pt x="15621" y="25336"/>
                        <a:pt x="16193" y="25432"/>
                        <a:pt x="16954" y="25717"/>
                      </a:cubicBezTo>
                      <a:cubicBezTo>
                        <a:pt x="17621" y="25908"/>
                        <a:pt x="18098" y="25908"/>
                        <a:pt x="18574" y="25717"/>
                      </a:cubicBezTo>
                      <a:lnTo>
                        <a:pt x="18574" y="27527"/>
                      </a:lnTo>
                      <a:close/>
                      <a:moveTo>
                        <a:pt x="16574" y="67342"/>
                      </a:moveTo>
                      <a:lnTo>
                        <a:pt x="16574" y="64960"/>
                      </a:lnTo>
                      <a:lnTo>
                        <a:pt x="16193" y="64960"/>
                      </a:lnTo>
                      <a:lnTo>
                        <a:pt x="16193" y="67342"/>
                      </a:lnTo>
                      <a:lnTo>
                        <a:pt x="16574" y="67342"/>
                      </a:lnTo>
                      <a:close/>
                      <a:moveTo>
                        <a:pt x="23336" y="29527"/>
                      </a:moveTo>
                      <a:lnTo>
                        <a:pt x="26003" y="28003"/>
                      </a:lnTo>
                      <a:lnTo>
                        <a:pt x="25622" y="26575"/>
                      </a:lnTo>
                      <a:lnTo>
                        <a:pt x="23336" y="29527"/>
                      </a:lnTo>
                      <a:close/>
                      <a:moveTo>
                        <a:pt x="26003" y="46482"/>
                      </a:moveTo>
                      <a:lnTo>
                        <a:pt x="28385" y="47053"/>
                      </a:lnTo>
                      <a:lnTo>
                        <a:pt x="28004" y="46482"/>
                      </a:lnTo>
                      <a:lnTo>
                        <a:pt x="26003" y="46482"/>
                      </a:lnTo>
                      <a:close/>
                      <a:moveTo>
                        <a:pt x="28004" y="44101"/>
                      </a:moveTo>
                      <a:lnTo>
                        <a:pt x="28956" y="43624"/>
                      </a:lnTo>
                      <a:lnTo>
                        <a:pt x="28004" y="42672"/>
                      </a:lnTo>
                      <a:lnTo>
                        <a:pt x="28004" y="44101"/>
                      </a:lnTo>
                      <a:close/>
                      <a:moveTo>
                        <a:pt x="28956" y="23717"/>
                      </a:moveTo>
                      <a:lnTo>
                        <a:pt x="30385" y="23336"/>
                      </a:lnTo>
                      <a:lnTo>
                        <a:pt x="28289" y="22669"/>
                      </a:lnTo>
                      <a:lnTo>
                        <a:pt x="28861" y="23622"/>
                      </a:lnTo>
                      <a:close/>
                      <a:moveTo>
                        <a:pt x="29337" y="8477"/>
                      </a:moveTo>
                      <a:lnTo>
                        <a:pt x="30004" y="9906"/>
                      </a:lnTo>
                      <a:lnTo>
                        <a:pt x="29051" y="9906"/>
                      </a:lnTo>
                      <a:lnTo>
                        <a:pt x="29432" y="8477"/>
                      </a:lnTo>
                      <a:close/>
                      <a:moveTo>
                        <a:pt x="33719" y="5144"/>
                      </a:moveTo>
                      <a:cubicBezTo>
                        <a:pt x="33052" y="4858"/>
                        <a:pt x="32766" y="4381"/>
                        <a:pt x="32766" y="3715"/>
                      </a:cubicBezTo>
                      <a:lnTo>
                        <a:pt x="32766" y="2000"/>
                      </a:lnTo>
                      <a:lnTo>
                        <a:pt x="36100" y="0"/>
                      </a:lnTo>
                      <a:cubicBezTo>
                        <a:pt x="36100" y="0"/>
                        <a:pt x="35719" y="667"/>
                        <a:pt x="34766" y="1143"/>
                      </a:cubicBezTo>
                      <a:cubicBezTo>
                        <a:pt x="33909" y="1619"/>
                        <a:pt x="33433" y="2000"/>
                        <a:pt x="33433" y="2476"/>
                      </a:cubicBezTo>
                      <a:cubicBezTo>
                        <a:pt x="33433" y="2667"/>
                        <a:pt x="33719" y="3048"/>
                        <a:pt x="34100" y="3429"/>
                      </a:cubicBezTo>
                      <a:cubicBezTo>
                        <a:pt x="34290" y="3905"/>
                        <a:pt x="34100" y="4477"/>
                        <a:pt x="33719" y="5144"/>
                      </a:cubicBezTo>
                      <a:close/>
                      <a:moveTo>
                        <a:pt x="37052" y="11430"/>
                      </a:moveTo>
                      <a:lnTo>
                        <a:pt x="37910" y="11430"/>
                      </a:lnTo>
                      <a:lnTo>
                        <a:pt x="36481" y="13906"/>
                      </a:lnTo>
                      <a:lnTo>
                        <a:pt x="37052" y="11430"/>
                      </a:lnTo>
                      <a:close/>
                      <a:moveTo>
                        <a:pt x="37052" y="28480"/>
                      </a:moveTo>
                      <a:lnTo>
                        <a:pt x="37052" y="27051"/>
                      </a:lnTo>
                      <a:lnTo>
                        <a:pt x="36481" y="27051"/>
                      </a:lnTo>
                      <a:lnTo>
                        <a:pt x="36481" y="28480"/>
                      </a:lnTo>
                      <a:lnTo>
                        <a:pt x="37052" y="28480"/>
                      </a:lnTo>
                      <a:close/>
                      <a:moveTo>
                        <a:pt x="43244" y="9430"/>
                      </a:moveTo>
                      <a:lnTo>
                        <a:pt x="43244" y="11335"/>
                      </a:lnTo>
                      <a:lnTo>
                        <a:pt x="41910" y="8001"/>
                      </a:lnTo>
                      <a:cubicBezTo>
                        <a:pt x="42863" y="8001"/>
                        <a:pt x="43244" y="8477"/>
                        <a:pt x="43244" y="9334"/>
                      </a:cubicBezTo>
                      <a:close/>
                      <a:moveTo>
                        <a:pt x="45529" y="27527"/>
                      </a:moveTo>
                      <a:lnTo>
                        <a:pt x="48387" y="26575"/>
                      </a:lnTo>
                      <a:lnTo>
                        <a:pt x="46958" y="26575"/>
                      </a:lnTo>
                      <a:lnTo>
                        <a:pt x="45529" y="27527"/>
                      </a:lnTo>
                      <a:close/>
                      <a:moveTo>
                        <a:pt x="45529" y="36957"/>
                      </a:moveTo>
                      <a:lnTo>
                        <a:pt x="45911" y="35433"/>
                      </a:lnTo>
                      <a:lnTo>
                        <a:pt x="45529" y="35052"/>
                      </a:lnTo>
                      <a:lnTo>
                        <a:pt x="45529" y="36957"/>
                      </a:lnTo>
                      <a:close/>
                      <a:moveTo>
                        <a:pt x="49721" y="75819"/>
                      </a:moveTo>
                      <a:cubicBezTo>
                        <a:pt x="49721" y="75819"/>
                        <a:pt x="50102" y="75914"/>
                        <a:pt x="50673" y="76200"/>
                      </a:cubicBezTo>
                      <a:lnTo>
                        <a:pt x="51054" y="75819"/>
                      </a:lnTo>
                      <a:lnTo>
                        <a:pt x="49721" y="74486"/>
                      </a:lnTo>
                      <a:lnTo>
                        <a:pt x="51721" y="75247"/>
                      </a:lnTo>
                      <a:cubicBezTo>
                        <a:pt x="50673" y="76295"/>
                        <a:pt x="50006" y="76867"/>
                        <a:pt x="49721" y="76867"/>
                      </a:cubicBezTo>
                      <a:lnTo>
                        <a:pt x="49721" y="75914"/>
                      </a:lnTo>
                      <a:close/>
                      <a:moveTo>
                        <a:pt x="53435" y="52102"/>
                      </a:moveTo>
                      <a:cubicBezTo>
                        <a:pt x="54388" y="51721"/>
                        <a:pt x="54674" y="50959"/>
                        <a:pt x="54578" y="49816"/>
                      </a:cubicBezTo>
                      <a:cubicBezTo>
                        <a:pt x="53340" y="50101"/>
                        <a:pt x="52769" y="50768"/>
                        <a:pt x="52769" y="51816"/>
                      </a:cubicBezTo>
                      <a:cubicBezTo>
                        <a:pt x="53150" y="52197"/>
                        <a:pt x="53340" y="52292"/>
                        <a:pt x="53530" y="52197"/>
                      </a:cubicBezTo>
                      <a:close/>
                      <a:moveTo>
                        <a:pt x="54578" y="33528"/>
                      </a:moveTo>
                      <a:lnTo>
                        <a:pt x="53054" y="33528"/>
                      </a:lnTo>
                      <a:lnTo>
                        <a:pt x="53435" y="36957"/>
                      </a:lnTo>
                      <a:lnTo>
                        <a:pt x="54578" y="33528"/>
                      </a:lnTo>
                      <a:close/>
                      <a:moveTo>
                        <a:pt x="54578" y="46101"/>
                      </a:moveTo>
                      <a:cubicBezTo>
                        <a:pt x="54578" y="46101"/>
                        <a:pt x="54293" y="45529"/>
                        <a:pt x="54293" y="45244"/>
                      </a:cubicBezTo>
                      <a:cubicBezTo>
                        <a:pt x="54293" y="44577"/>
                        <a:pt x="54769" y="44291"/>
                        <a:pt x="55626" y="44291"/>
                      </a:cubicBezTo>
                      <a:lnTo>
                        <a:pt x="56483" y="44291"/>
                      </a:lnTo>
                      <a:lnTo>
                        <a:pt x="56483" y="43624"/>
                      </a:lnTo>
                      <a:cubicBezTo>
                        <a:pt x="56483" y="43624"/>
                        <a:pt x="56007" y="43529"/>
                        <a:pt x="55721" y="43529"/>
                      </a:cubicBezTo>
                      <a:cubicBezTo>
                        <a:pt x="55150" y="43529"/>
                        <a:pt x="54674" y="43815"/>
                        <a:pt x="54102" y="44386"/>
                      </a:cubicBezTo>
                      <a:cubicBezTo>
                        <a:pt x="53626" y="44958"/>
                        <a:pt x="53435" y="45529"/>
                        <a:pt x="53435" y="46101"/>
                      </a:cubicBezTo>
                      <a:lnTo>
                        <a:pt x="54578" y="46101"/>
                      </a:lnTo>
                      <a:close/>
                      <a:moveTo>
                        <a:pt x="55054" y="66770"/>
                      </a:moveTo>
                      <a:cubicBezTo>
                        <a:pt x="55054" y="66770"/>
                        <a:pt x="55245" y="66389"/>
                        <a:pt x="55531" y="65818"/>
                      </a:cubicBezTo>
                      <a:cubicBezTo>
                        <a:pt x="55054" y="65818"/>
                        <a:pt x="54769" y="65818"/>
                        <a:pt x="54578" y="66199"/>
                      </a:cubicBezTo>
                      <a:cubicBezTo>
                        <a:pt x="54483" y="66580"/>
                        <a:pt x="54293" y="66770"/>
                        <a:pt x="54007" y="66865"/>
                      </a:cubicBezTo>
                      <a:lnTo>
                        <a:pt x="54959" y="66865"/>
                      </a:lnTo>
                      <a:close/>
                      <a:moveTo>
                        <a:pt x="55531" y="14288"/>
                      </a:moveTo>
                      <a:lnTo>
                        <a:pt x="56483" y="13335"/>
                      </a:lnTo>
                      <a:lnTo>
                        <a:pt x="55054" y="12001"/>
                      </a:lnTo>
                      <a:lnTo>
                        <a:pt x="55912" y="11049"/>
                      </a:lnTo>
                      <a:lnTo>
                        <a:pt x="57531" y="14002"/>
                      </a:lnTo>
                      <a:lnTo>
                        <a:pt x="55531" y="14383"/>
                      </a:lnTo>
                      <a:close/>
                      <a:moveTo>
                        <a:pt x="61532" y="74486"/>
                      </a:moveTo>
                      <a:lnTo>
                        <a:pt x="61532" y="72866"/>
                      </a:lnTo>
                      <a:cubicBezTo>
                        <a:pt x="61532" y="72866"/>
                        <a:pt x="61341" y="73057"/>
                        <a:pt x="60579" y="73533"/>
                      </a:cubicBezTo>
                      <a:cubicBezTo>
                        <a:pt x="60293" y="73342"/>
                        <a:pt x="60008" y="73057"/>
                        <a:pt x="59722" y="72676"/>
                      </a:cubicBezTo>
                      <a:cubicBezTo>
                        <a:pt x="59436" y="72295"/>
                        <a:pt x="59246" y="72104"/>
                        <a:pt x="59055" y="72104"/>
                      </a:cubicBezTo>
                      <a:cubicBezTo>
                        <a:pt x="58865" y="72104"/>
                        <a:pt x="58484" y="72295"/>
                        <a:pt x="58198" y="72580"/>
                      </a:cubicBezTo>
                      <a:lnTo>
                        <a:pt x="61532" y="74581"/>
                      </a:lnTo>
                      <a:close/>
                      <a:moveTo>
                        <a:pt x="64484" y="73914"/>
                      </a:moveTo>
                      <a:cubicBezTo>
                        <a:pt x="64484" y="73914"/>
                        <a:pt x="64675" y="73914"/>
                        <a:pt x="64484" y="73628"/>
                      </a:cubicBezTo>
                      <a:lnTo>
                        <a:pt x="64008" y="70580"/>
                      </a:lnTo>
                      <a:cubicBezTo>
                        <a:pt x="64008" y="70580"/>
                        <a:pt x="63532" y="71247"/>
                        <a:pt x="63532" y="71533"/>
                      </a:cubicBezTo>
                      <a:cubicBezTo>
                        <a:pt x="63532" y="71247"/>
                        <a:pt x="63913" y="72009"/>
                        <a:pt x="64579" y="73628"/>
                      </a:cubicBezTo>
                      <a:lnTo>
                        <a:pt x="64579" y="73914"/>
                      </a:lnTo>
                      <a:close/>
                      <a:moveTo>
                        <a:pt x="70009" y="381"/>
                      </a:moveTo>
                      <a:lnTo>
                        <a:pt x="70009" y="1524"/>
                      </a:lnTo>
                      <a:lnTo>
                        <a:pt x="68294" y="1524"/>
                      </a:lnTo>
                      <a:lnTo>
                        <a:pt x="70009" y="381"/>
                      </a:lnTo>
                      <a:close/>
                      <a:moveTo>
                        <a:pt x="70961" y="20002"/>
                      </a:moveTo>
                      <a:lnTo>
                        <a:pt x="69628" y="21336"/>
                      </a:lnTo>
                      <a:lnTo>
                        <a:pt x="70961" y="19431"/>
                      </a:lnTo>
                      <a:lnTo>
                        <a:pt x="70961" y="20002"/>
                      </a:lnTo>
                      <a:close/>
                      <a:moveTo>
                        <a:pt x="78105" y="41624"/>
                      </a:moveTo>
                      <a:lnTo>
                        <a:pt x="77153" y="42577"/>
                      </a:lnTo>
                      <a:lnTo>
                        <a:pt x="76391" y="42577"/>
                      </a:lnTo>
                      <a:lnTo>
                        <a:pt x="78200" y="41624"/>
                      </a:lnTo>
                      <a:close/>
                      <a:moveTo>
                        <a:pt x="77724" y="20955"/>
                      </a:moveTo>
                      <a:cubicBezTo>
                        <a:pt x="77724" y="20955"/>
                        <a:pt x="77343" y="20955"/>
                        <a:pt x="77248" y="20288"/>
                      </a:cubicBezTo>
                      <a:cubicBezTo>
                        <a:pt x="77248" y="19621"/>
                        <a:pt x="77153" y="19336"/>
                        <a:pt x="77057" y="19336"/>
                      </a:cubicBezTo>
                      <a:lnTo>
                        <a:pt x="77724" y="19336"/>
                      </a:lnTo>
                      <a:lnTo>
                        <a:pt x="77724" y="20955"/>
                      </a:lnTo>
                      <a:close/>
                      <a:moveTo>
                        <a:pt x="95631" y="10858"/>
                      </a:moveTo>
                      <a:cubicBezTo>
                        <a:pt x="95631" y="10858"/>
                        <a:pt x="95631" y="10192"/>
                        <a:pt x="95821" y="9811"/>
                      </a:cubicBezTo>
                      <a:cubicBezTo>
                        <a:pt x="96012" y="9430"/>
                        <a:pt x="96298" y="9334"/>
                        <a:pt x="96679" y="9430"/>
                      </a:cubicBezTo>
                      <a:lnTo>
                        <a:pt x="96679" y="10858"/>
                      </a:lnTo>
                      <a:lnTo>
                        <a:pt x="95726" y="10858"/>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 name="Google Shape;985;p99"/>
                <p:cNvSpPr/>
                <p:nvPr/>
              </p:nvSpPr>
              <p:spPr>
                <a:xfrm>
                  <a:off x="4886460" y="1399222"/>
                  <a:ext cx="75301" cy="118871"/>
                </a:xfrm>
                <a:custGeom>
                  <a:avLst/>
                  <a:gdLst/>
                  <a:ahLst/>
                  <a:cxnLst/>
                  <a:rect l="l" t="t" r="r" b="b"/>
                  <a:pathLst>
                    <a:path w="75301" h="118871" extrusionOk="0">
                      <a:moveTo>
                        <a:pt x="68063" y="35814"/>
                      </a:moveTo>
                      <a:cubicBezTo>
                        <a:pt x="70063" y="36767"/>
                        <a:pt x="71206" y="37243"/>
                        <a:pt x="71492" y="37243"/>
                      </a:cubicBezTo>
                      <a:cubicBezTo>
                        <a:pt x="69873" y="39052"/>
                        <a:pt x="69206" y="40386"/>
                        <a:pt x="69396" y="41148"/>
                      </a:cubicBezTo>
                      <a:cubicBezTo>
                        <a:pt x="69206" y="41148"/>
                        <a:pt x="69015" y="41053"/>
                        <a:pt x="68634" y="41053"/>
                      </a:cubicBezTo>
                      <a:cubicBezTo>
                        <a:pt x="68253" y="41053"/>
                        <a:pt x="67682" y="41243"/>
                        <a:pt x="66825" y="41529"/>
                      </a:cubicBezTo>
                      <a:cubicBezTo>
                        <a:pt x="65967" y="41815"/>
                        <a:pt x="65300" y="42005"/>
                        <a:pt x="64919" y="42005"/>
                      </a:cubicBezTo>
                      <a:cubicBezTo>
                        <a:pt x="64158" y="42005"/>
                        <a:pt x="63681" y="41529"/>
                        <a:pt x="63300" y="40577"/>
                      </a:cubicBezTo>
                      <a:cubicBezTo>
                        <a:pt x="63110" y="40862"/>
                        <a:pt x="62919" y="41624"/>
                        <a:pt x="62824" y="42863"/>
                      </a:cubicBezTo>
                      <a:cubicBezTo>
                        <a:pt x="62633" y="43815"/>
                        <a:pt x="62157" y="44386"/>
                        <a:pt x="61395" y="44863"/>
                      </a:cubicBezTo>
                      <a:lnTo>
                        <a:pt x="57585" y="45244"/>
                      </a:lnTo>
                      <a:lnTo>
                        <a:pt x="58252" y="45815"/>
                      </a:lnTo>
                      <a:cubicBezTo>
                        <a:pt x="56538" y="46387"/>
                        <a:pt x="54633" y="46673"/>
                        <a:pt x="52442" y="46673"/>
                      </a:cubicBezTo>
                      <a:lnTo>
                        <a:pt x="52918" y="46196"/>
                      </a:lnTo>
                      <a:cubicBezTo>
                        <a:pt x="53013" y="45339"/>
                        <a:pt x="52727" y="44863"/>
                        <a:pt x="51966" y="44863"/>
                      </a:cubicBezTo>
                      <a:cubicBezTo>
                        <a:pt x="50918" y="44863"/>
                        <a:pt x="50251" y="44577"/>
                        <a:pt x="50060" y="44291"/>
                      </a:cubicBezTo>
                      <a:lnTo>
                        <a:pt x="48060" y="44291"/>
                      </a:lnTo>
                      <a:cubicBezTo>
                        <a:pt x="49013" y="44005"/>
                        <a:pt x="49584" y="43434"/>
                        <a:pt x="49584" y="42767"/>
                      </a:cubicBezTo>
                      <a:cubicBezTo>
                        <a:pt x="49584" y="42481"/>
                        <a:pt x="49489" y="42100"/>
                        <a:pt x="49203" y="41529"/>
                      </a:cubicBezTo>
                      <a:cubicBezTo>
                        <a:pt x="48917" y="40957"/>
                        <a:pt x="48822" y="40481"/>
                        <a:pt x="48822" y="40196"/>
                      </a:cubicBezTo>
                      <a:cubicBezTo>
                        <a:pt x="48822" y="39910"/>
                        <a:pt x="48822" y="39719"/>
                        <a:pt x="49013" y="39624"/>
                      </a:cubicBezTo>
                      <a:lnTo>
                        <a:pt x="47013" y="38862"/>
                      </a:lnTo>
                      <a:cubicBezTo>
                        <a:pt x="47013" y="38862"/>
                        <a:pt x="47203" y="38005"/>
                        <a:pt x="47203" y="37624"/>
                      </a:cubicBezTo>
                      <a:cubicBezTo>
                        <a:pt x="47203" y="36767"/>
                        <a:pt x="46632" y="36004"/>
                        <a:pt x="45393" y="35147"/>
                      </a:cubicBezTo>
                      <a:cubicBezTo>
                        <a:pt x="43869" y="34195"/>
                        <a:pt x="43012" y="33433"/>
                        <a:pt x="42822" y="33052"/>
                      </a:cubicBezTo>
                      <a:cubicBezTo>
                        <a:pt x="42250" y="33338"/>
                        <a:pt x="41774" y="33433"/>
                        <a:pt x="41298" y="33433"/>
                      </a:cubicBezTo>
                      <a:cubicBezTo>
                        <a:pt x="40440" y="33433"/>
                        <a:pt x="39678" y="32861"/>
                        <a:pt x="38916" y="31813"/>
                      </a:cubicBezTo>
                      <a:cubicBezTo>
                        <a:pt x="38154" y="30671"/>
                        <a:pt x="37488" y="30194"/>
                        <a:pt x="37011" y="30194"/>
                      </a:cubicBezTo>
                      <a:cubicBezTo>
                        <a:pt x="36535" y="30194"/>
                        <a:pt x="35964" y="30575"/>
                        <a:pt x="35297" y="31147"/>
                      </a:cubicBezTo>
                      <a:lnTo>
                        <a:pt x="33677" y="29718"/>
                      </a:lnTo>
                      <a:cubicBezTo>
                        <a:pt x="32916" y="30575"/>
                        <a:pt x="31677" y="31337"/>
                        <a:pt x="29772" y="32194"/>
                      </a:cubicBezTo>
                      <a:cubicBezTo>
                        <a:pt x="27963" y="33052"/>
                        <a:pt x="26629" y="34195"/>
                        <a:pt x="25772" y="35433"/>
                      </a:cubicBezTo>
                      <a:cubicBezTo>
                        <a:pt x="25676" y="35052"/>
                        <a:pt x="25391" y="34861"/>
                        <a:pt x="24915" y="34861"/>
                      </a:cubicBezTo>
                      <a:lnTo>
                        <a:pt x="23772" y="34861"/>
                      </a:lnTo>
                      <a:cubicBezTo>
                        <a:pt x="22914" y="35719"/>
                        <a:pt x="21866" y="38671"/>
                        <a:pt x="20342" y="43815"/>
                      </a:cubicBezTo>
                      <a:cubicBezTo>
                        <a:pt x="19200" y="47625"/>
                        <a:pt x="17199" y="49435"/>
                        <a:pt x="14342" y="49435"/>
                      </a:cubicBezTo>
                      <a:cubicBezTo>
                        <a:pt x="13675" y="49435"/>
                        <a:pt x="12913" y="49435"/>
                        <a:pt x="12151" y="49149"/>
                      </a:cubicBezTo>
                      <a:cubicBezTo>
                        <a:pt x="13104" y="49340"/>
                        <a:pt x="14532" y="49625"/>
                        <a:pt x="16437" y="50006"/>
                      </a:cubicBezTo>
                      <a:lnTo>
                        <a:pt x="16342" y="50006"/>
                      </a:lnTo>
                      <a:cubicBezTo>
                        <a:pt x="16056" y="50959"/>
                        <a:pt x="15104" y="51435"/>
                        <a:pt x="13675" y="51530"/>
                      </a:cubicBezTo>
                      <a:lnTo>
                        <a:pt x="10246" y="51530"/>
                      </a:lnTo>
                      <a:cubicBezTo>
                        <a:pt x="9579" y="51530"/>
                        <a:pt x="9008" y="51816"/>
                        <a:pt x="8627" y="52006"/>
                      </a:cubicBezTo>
                      <a:cubicBezTo>
                        <a:pt x="8627" y="52388"/>
                        <a:pt x="8532" y="52769"/>
                        <a:pt x="8532" y="53150"/>
                      </a:cubicBezTo>
                      <a:cubicBezTo>
                        <a:pt x="8532" y="54007"/>
                        <a:pt x="9103" y="54483"/>
                        <a:pt x="10151" y="54483"/>
                      </a:cubicBezTo>
                      <a:cubicBezTo>
                        <a:pt x="10246" y="54483"/>
                        <a:pt x="10532" y="54483"/>
                        <a:pt x="11008" y="54388"/>
                      </a:cubicBezTo>
                      <a:lnTo>
                        <a:pt x="11960" y="54388"/>
                      </a:lnTo>
                      <a:cubicBezTo>
                        <a:pt x="12723" y="54388"/>
                        <a:pt x="13199" y="54578"/>
                        <a:pt x="13484" y="54864"/>
                      </a:cubicBezTo>
                      <a:lnTo>
                        <a:pt x="13484" y="53721"/>
                      </a:lnTo>
                      <a:lnTo>
                        <a:pt x="16437" y="56674"/>
                      </a:lnTo>
                      <a:lnTo>
                        <a:pt x="17199" y="55245"/>
                      </a:lnTo>
                      <a:lnTo>
                        <a:pt x="16818" y="54864"/>
                      </a:lnTo>
                      <a:lnTo>
                        <a:pt x="17199" y="54388"/>
                      </a:lnTo>
                      <a:lnTo>
                        <a:pt x="18342" y="56674"/>
                      </a:lnTo>
                      <a:cubicBezTo>
                        <a:pt x="19295" y="55531"/>
                        <a:pt x="19200" y="54197"/>
                        <a:pt x="17866" y="52769"/>
                      </a:cubicBezTo>
                      <a:cubicBezTo>
                        <a:pt x="18438" y="52769"/>
                        <a:pt x="19009" y="52864"/>
                        <a:pt x="19676" y="53340"/>
                      </a:cubicBezTo>
                      <a:cubicBezTo>
                        <a:pt x="18914" y="53816"/>
                        <a:pt x="18914" y="55531"/>
                        <a:pt x="19676" y="58483"/>
                      </a:cubicBezTo>
                      <a:lnTo>
                        <a:pt x="19295" y="76009"/>
                      </a:lnTo>
                      <a:cubicBezTo>
                        <a:pt x="19961" y="76962"/>
                        <a:pt x="20724" y="79057"/>
                        <a:pt x="21676" y="82201"/>
                      </a:cubicBezTo>
                      <a:cubicBezTo>
                        <a:pt x="25391" y="85820"/>
                        <a:pt x="31296" y="88487"/>
                        <a:pt x="39202" y="90297"/>
                      </a:cubicBezTo>
                      <a:cubicBezTo>
                        <a:pt x="39869" y="88582"/>
                        <a:pt x="41488" y="87535"/>
                        <a:pt x="44155" y="87249"/>
                      </a:cubicBezTo>
                      <a:cubicBezTo>
                        <a:pt x="46727" y="86963"/>
                        <a:pt x="48251" y="85915"/>
                        <a:pt x="48727" y="84106"/>
                      </a:cubicBezTo>
                      <a:cubicBezTo>
                        <a:pt x="49203" y="83915"/>
                        <a:pt x="49775" y="83439"/>
                        <a:pt x="50441" y="82772"/>
                      </a:cubicBezTo>
                      <a:lnTo>
                        <a:pt x="49489" y="81153"/>
                      </a:lnTo>
                      <a:cubicBezTo>
                        <a:pt x="49489" y="81153"/>
                        <a:pt x="50346" y="80677"/>
                        <a:pt x="51489" y="79819"/>
                      </a:cubicBezTo>
                      <a:cubicBezTo>
                        <a:pt x="50918" y="76867"/>
                        <a:pt x="49394" y="75438"/>
                        <a:pt x="46917" y="75438"/>
                      </a:cubicBezTo>
                      <a:cubicBezTo>
                        <a:pt x="46155" y="75438"/>
                        <a:pt x="44917" y="75628"/>
                        <a:pt x="43202" y="76009"/>
                      </a:cubicBezTo>
                      <a:cubicBezTo>
                        <a:pt x="41488" y="76390"/>
                        <a:pt x="40250" y="76581"/>
                        <a:pt x="39392" y="76581"/>
                      </a:cubicBezTo>
                      <a:cubicBezTo>
                        <a:pt x="38535" y="76581"/>
                        <a:pt x="37868" y="76390"/>
                        <a:pt x="37297" y="76105"/>
                      </a:cubicBezTo>
                      <a:lnTo>
                        <a:pt x="33487" y="76105"/>
                      </a:lnTo>
                      <a:cubicBezTo>
                        <a:pt x="33487" y="76105"/>
                        <a:pt x="33297" y="75533"/>
                        <a:pt x="32534" y="74771"/>
                      </a:cubicBezTo>
                      <a:cubicBezTo>
                        <a:pt x="31963" y="75343"/>
                        <a:pt x="31582" y="75628"/>
                        <a:pt x="31296" y="75628"/>
                      </a:cubicBezTo>
                      <a:cubicBezTo>
                        <a:pt x="31010" y="75628"/>
                        <a:pt x="30915" y="75438"/>
                        <a:pt x="30820" y="75152"/>
                      </a:cubicBezTo>
                      <a:cubicBezTo>
                        <a:pt x="29867" y="74486"/>
                        <a:pt x="29677" y="73342"/>
                        <a:pt x="30058" y="71628"/>
                      </a:cubicBezTo>
                      <a:cubicBezTo>
                        <a:pt x="30439" y="69913"/>
                        <a:pt x="30344" y="68771"/>
                        <a:pt x="29867" y="68008"/>
                      </a:cubicBezTo>
                      <a:cubicBezTo>
                        <a:pt x="29867" y="65342"/>
                        <a:pt x="29867" y="63913"/>
                        <a:pt x="29963" y="63532"/>
                      </a:cubicBezTo>
                      <a:cubicBezTo>
                        <a:pt x="30153" y="61722"/>
                        <a:pt x="30915" y="60484"/>
                        <a:pt x="32154" y="59817"/>
                      </a:cubicBezTo>
                      <a:cubicBezTo>
                        <a:pt x="35297" y="58960"/>
                        <a:pt x="38916" y="58483"/>
                        <a:pt x="43012" y="58483"/>
                      </a:cubicBezTo>
                      <a:cubicBezTo>
                        <a:pt x="45012" y="58483"/>
                        <a:pt x="47965" y="58579"/>
                        <a:pt x="52061" y="58865"/>
                      </a:cubicBezTo>
                      <a:cubicBezTo>
                        <a:pt x="56157" y="59150"/>
                        <a:pt x="59205" y="59246"/>
                        <a:pt x="61300" y="59246"/>
                      </a:cubicBezTo>
                      <a:cubicBezTo>
                        <a:pt x="63015" y="59246"/>
                        <a:pt x="64634" y="59246"/>
                        <a:pt x="66158" y="59150"/>
                      </a:cubicBezTo>
                      <a:lnTo>
                        <a:pt x="70539" y="59531"/>
                      </a:lnTo>
                      <a:lnTo>
                        <a:pt x="70539" y="85534"/>
                      </a:lnTo>
                      <a:cubicBezTo>
                        <a:pt x="69206" y="86677"/>
                        <a:pt x="68634" y="87630"/>
                        <a:pt x="68634" y="88202"/>
                      </a:cubicBezTo>
                      <a:cubicBezTo>
                        <a:pt x="68634" y="88582"/>
                        <a:pt x="68730" y="88963"/>
                        <a:pt x="69110" y="89344"/>
                      </a:cubicBezTo>
                      <a:cubicBezTo>
                        <a:pt x="68063" y="91630"/>
                        <a:pt x="65682" y="94393"/>
                        <a:pt x="61967" y="97727"/>
                      </a:cubicBezTo>
                      <a:cubicBezTo>
                        <a:pt x="57966" y="101346"/>
                        <a:pt x="55394" y="103918"/>
                        <a:pt x="54347" y="105442"/>
                      </a:cubicBezTo>
                      <a:cubicBezTo>
                        <a:pt x="53966" y="105156"/>
                        <a:pt x="53680" y="105061"/>
                        <a:pt x="53394" y="105061"/>
                      </a:cubicBezTo>
                      <a:cubicBezTo>
                        <a:pt x="52918" y="105061"/>
                        <a:pt x="52347" y="105442"/>
                        <a:pt x="51394" y="106204"/>
                      </a:cubicBezTo>
                      <a:cubicBezTo>
                        <a:pt x="50537" y="106966"/>
                        <a:pt x="49775" y="107252"/>
                        <a:pt x="49203" y="107252"/>
                      </a:cubicBezTo>
                      <a:cubicBezTo>
                        <a:pt x="44726" y="108680"/>
                        <a:pt x="41393" y="109347"/>
                        <a:pt x="39202" y="109347"/>
                      </a:cubicBezTo>
                      <a:cubicBezTo>
                        <a:pt x="38535" y="109347"/>
                        <a:pt x="37773" y="109347"/>
                        <a:pt x="37011" y="109252"/>
                      </a:cubicBezTo>
                      <a:cubicBezTo>
                        <a:pt x="36821" y="108585"/>
                        <a:pt x="36630" y="108299"/>
                        <a:pt x="36249" y="108299"/>
                      </a:cubicBezTo>
                      <a:cubicBezTo>
                        <a:pt x="36154" y="108299"/>
                        <a:pt x="35773" y="108490"/>
                        <a:pt x="35392" y="108871"/>
                      </a:cubicBezTo>
                      <a:cubicBezTo>
                        <a:pt x="34916" y="109252"/>
                        <a:pt x="34535" y="109442"/>
                        <a:pt x="34249" y="109442"/>
                      </a:cubicBezTo>
                      <a:lnTo>
                        <a:pt x="32058" y="109442"/>
                      </a:lnTo>
                      <a:cubicBezTo>
                        <a:pt x="31201" y="109442"/>
                        <a:pt x="30058" y="109156"/>
                        <a:pt x="28439" y="108490"/>
                      </a:cubicBezTo>
                      <a:cubicBezTo>
                        <a:pt x="26915" y="107823"/>
                        <a:pt x="25772" y="107537"/>
                        <a:pt x="25010" y="107537"/>
                      </a:cubicBezTo>
                      <a:cubicBezTo>
                        <a:pt x="24248" y="107537"/>
                        <a:pt x="23676" y="107632"/>
                        <a:pt x="23105" y="107918"/>
                      </a:cubicBezTo>
                      <a:cubicBezTo>
                        <a:pt x="22914" y="106680"/>
                        <a:pt x="21771" y="105918"/>
                        <a:pt x="19771" y="105727"/>
                      </a:cubicBezTo>
                      <a:cubicBezTo>
                        <a:pt x="17771" y="105537"/>
                        <a:pt x="16723" y="104775"/>
                        <a:pt x="16533" y="103442"/>
                      </a:cubicBezTo>
                      <a:cubicBezTo>
                        <a:pt x="15294" y="102298"/>
                        <a:pt x="13866" y="101822"/>
                        <a:pt x="12246" y="102108"/>
                      </a:cubicBezTo>
                      <a:cubicBezTo>
                        <a:pt x="12246" y="101822"/>
                        <a:pt x="12341" y="101632"/>
                        <a:pt x="12341" y="101441"/>
                      </a:cubicBezTo>
                      <a:cubicBezTo>
                        <a:pt x="12341" y="100775"/>
                        <a:pt x="11675" y="100013"/>
                        <a:pt x="10246" y="98965"/>
                      </a:cubicBezTo>
                      <a:cubicBezTo>
                        <a:pt x="8817" y="98012"/>
                        <a:pt x="8150" y="97060"/>
                        <a:pt x="8150" y="96107"/>
                      </a:cubicBezTo>
                      <a:cubicBezTo>
                        <a:pt x="8150" y="95726"/>
                        <a:pt x="8150" y="95250"/>
                        <a:pt x="8436" y="94869"/>
                      </a:cubicBezTo>
                      <a:cubicBezTo>
                        <a:pt x="4150" y="92107"/>
                        <a:pt x="1959" y="88297"/>
                        <a:pt x="1959" y="83439"/>
                      </a:cubicBezTo>
                      <a:cubicBezTo>
                        <a:pt x="1959" y="82486"/>
                        <a:pt x="2055" y="81534"/>
                        <a:pt x="2340" y="80581"/>
                      </a:cubicBezTo>
                      <a:cubicBezTo>
                        <a:pt x="2626" y="79724"/>
                        <a:pt x="2340" y="78677"/>
                        <a:pt x="1578" y="77629"/>
                      </a:cubicBezTo>
                      <a:cubicBezTo>
                        <a:pt x="626" y="76390"/>
                        <a:pt x="54" y="75533"/>
                        <a:pt x="54" y="74962"/>
                      </a:cubicBezTo>
                      <a:cubicBezTo>
                        <a:pt x="435" y="72009"/>
                        <a:pt x="435" y="67056"/>
                        <a:pt x="150" y="60007"/>
                      </a:cubicBezTo>
                      <a:cubicBezTo>
                        <a:pt x="-232" y="53626"/>
                        <a:pt x="150" y="48673"/>
                        <a:pt x="911" y="45148"/>
                      </a:cubicBezTo>
                      <a:cubicBezTo>
                        <a:pt x="1769" y="44101"/>
                        <a:pt x="2245" y="41434"/>
                        <a:pt x="2435" y="37148"/>
                      </a:cubicBezTo>
                      <a:cubicBezTo>
                        <a:pt x="2435" y="33623"/>
                        <a:pt x="3769" y="31242"/>
                        <a:pt x="6246" y="30004"/>
                      </a:cubicBezTo>
                      <a:cubicBezTo>
                        <a:pt x="6626" y="28003"/>
                        <a:pt x="7960" y="25717"/>
                        <a:pt x="10532" y="23241"/>
                      </a:cubicBezTo>
                      <a:cubicBezTo>
                        <a:pt x="11103" y="22669"/>
                        <a:pt x="13389" y="20669"/>
                        <a:pt x="17390" y="17335"/>
                      </a:cubicBezTo>
                      <a:cubicBezTo>
                        <a:pt x="17771" y="17621"/>
                        <a:pt x="18247" y="17717"/>
                        <a:pt x="18628" y="17717"/>
                      </a:cubicBezTo>
                      <a:cubicBezTo>
                        <a:pt x="19200" y="17717"/>
                        <a:pt x="19961" y="17240"/>
                        <a:pt x="20819" y="16288"/>
                      </a:cubicBezTo>
                      <a:cubicBezTo>
                        <a:pt x="21676" y="15335"/>
                        <a:pt x="22533" y="14859"/>
                        <a:pt x="23295" y="14859"/>
                      </a:cubicBezTo>
                      <a:cubicBezTo>
                        <a:pt x="23581" y="14859"/>
                        <a:pt x="23867" y="14859"/>
                        <a:pt x="24152" y="15050"/>
                      </a:cubicBezTo>
                      <a:cubicBezTo>
                        <a:pt x="23962" y="14192"/>
                        <a:pt x="24152" y="13716"/>
                        <a:pt x="24915" y="13525"/>
                      </a:cubicBezTo>
                      <a:cubicBezTo>
                        <a:pt x="25581" y="13335"/>
                        <a:pt x="26248" y="13144"/>
                        <a:pt x="26915" y="13049"/>
                      </a:cubicBezTo>
                      <a:lnTo>
                        <a:pt x="27867" y="14383"/>
                      </a:lnTo>
                      <a:cubicBezTo>
                        <a:pt x="30058" y="12382"/>
                        <a:pt x="32534" y="11335"/>
                        <a:pt x="35392" y="11335"/>
                      </a:cubicBezTo>
                      <a:cubicBezTo>
                        <a:pt x="38250" y="11335"/>
                        <a:pt x="40535" y="12573"/>
                        <a:pt x="42155" y="15050"/>
                      </a:cubicBezTo>
                      <a:lnTo>
                        <a:pt x="43107" y="13049"/>
                      </a:lnTo>
                      <a:cubicBezTo>
                        <a:pt x="44917" y="13430"/>
                        <a:pt x="46822" y="13906"/>
                        <a:pt x="48822" y="14383"/>
                      </a:cubicBezTo>
                      <a:cubicBezTo>
                        <a:pt x="50823" y="14859"/>
                        <a:pt x="52537" y="15621"/>
                        <a:pt x="54061" y="16764"/>
                      </a:cubicBezTo>
                      <a:cubicBezTo>
                        <a:pt x="53871" y="16954"/>
                        <a:pt x="53490" y="17050"/>
                        <a:pt x="52918" y="17240"/>
                      </a:cubicBezTo>
                      <a:cubicBezTo>
                        <a:pt x="52347" y="17431"/>
                        <a:pt x="52061" y="17717"/>
                        <a:pt x="52061" y="18098"/>
                      </a:cubicBezTo>
                      <a:lnTo>
                        <a:pt x="54061" y="18098"/>
                      </a:lnTo>
                      <a:cubicBezTo>
                        <a:pt x="54918" y="18098"/>
                        <a:pt x="55394" y="17526"/>
                        <a:pt x="55394" y="16764"/>
                      </a:cubicBezTo>
                      <a:lnTo>
                        <a:pt x="59681" y="19050"/>
                      </a:lnTo>
                      <a:cubicBezTo>
                        <a:pt x="59681" y="19050"/>
                        <a:pt x="59395" y="19717"/>
                        <a:pt x="59395" y="20002"/>
                      </a:cubicBezTo>
                      <a:cubicBezTo>
                        <a:pt x="59395" y="20765"/>
                        <a:pt x="59966" y="21527"/>
                        <a:pt x="61109" y="22193"/>
                      </a:cubicBezTo>
                      <a:cubicBezTo>
                        <a:pt x="62538" y="23146"/>
                        <a:pt x="63396" y="23717"/>
                        <a:pt x="63396" y="23813"/>
                      </a:cubicBezTo>
                      <a:cubicBezTo>
                        <a:pt x="63015" y="24003"/>
                        <a:pt x="62919" y="24384"/>
                        <a:pt x="62919" y="25146"/>
                      </a:cubicBezTo>
                      <a:lnTo>
                        <a:pt x="64729" y="26098"/>
                      </a:lnTo>
                      <a:cubicBezTo>
                        <a:pt x="65015" y="26670"/>
                        <a:pt x="64729" y="27432"/>
                        <a:pt x="63967" y="28289"/>
                      </a:cubicBezTo>
                      <a:cubicBezTo>
                        <a:pt x="63205" y="29146"/>
                        <a:pt x="62824" y="29718"/>
                        <a:pt x="62824" y="29908"/>
                      </a:cubicBezTo>
                      <a:cubicBezTo>
                        <a:pt x="62824" y="30290"/>
                        <a:pt x="63491" y="30480"/>
                        <a:pt x="64824" y="30575"/>
                      </a:cubicBezTo>
                      <a:lnTo>
                        <a:pt x="65491" y="28480"/>
                      </a:lnTo>
                      <a:cubicBezTo>
                        <a:pt x="65491" y="28956"/>
                        <a:pt x="65967" y="29242"/>
                        <a:pt x="66729" y="29337"/>
                      </a:cubicBezTo>
                      <a:cubicBezTo>
                        <a:pt x="67491" y="29337"/>
                        <a:pt x="67872" y="29813"/>
                        <a:pt x="67872" y="30575"/>
                      </a:cubicBezTo>
                      <a:lnTo>
                        <a:pt x="65586" y="31528"/>
                      </a:lnTo>
                      <a:cubicBezTo>
                        <a:pt x="65872" y="32004"/>
                        <a:pt x="66729" y="32290"/>
                        <a:pt x="68253" y="32290"/>
                      </a:cubicBezTo>
                      <a:lnTo>
                        <a:pt x="68634" y="31909"/>
                      </a:lnTo>
                      <a:cubicBezTo>
                        <a:pt x="68634" y="34100"/>
                        <a:pt x="68539" y="35338"/>
                        <a:pt x="68253" y="35623"/>
                      </a:cubicBezTo>
                      <a:close/>
                      <a:moveTo>
                        <a:pt x="16723" y="50102"/>
                      </a:moveTo>
                      <a:cubicBezTo>
                        <a:pt x="16723" y="50102"/>
                        <a:pt x="17390" y="50006"/>
                        <a:pt x="17485" y="50197"/>
                      </a:cubicBezTo>
                      <a:cubicBezTo>
                        <a:pt x="17294" y="50197"/>
                        <a:pt x="17009" y="50102"/>
                        <a:pt x="16723" y="50102"/>
                      </a:cubicBezTo>
                      <a:close/>
                      <a:moveTo>
                        <a:pt x="19390" y="50482"/>
                      </a:moveTo>
                      <a:cubicBezTo>
                        <a:pt x="19390" y="50482"/>
                        <a:pt x="18628" y="51149"/>
                        <a:pt x="18438" y="51149"/>
                      </a:cubicBezTo>
                      <a:cubicBezTo>
                        <a:pt x="18818" y="51149"/>
                        <a:pt x="18438" y="50863"/>
                        <a:pt x="17485" y="50292"/>
                      </a:cubicBezTo>
                      <a:cubicBezTo>
                        <a:pt x="17961" y="50292"/>
                        <a:pt x="18628" y="50292"/>
                        <a:pt x="19390" y="50578"/>
                      </a:cubicBezTo>
                      <a:close/>
                      <a:moveTo>
                        <a:pt x="38345" y="20765"/>
                      </a:moveTo>
                      <a:lnTo>
                        <a:pt x="39678" y="20765"/>
                      </a:lnTo>
                      <a:cubicBezTo>
                        <a:pt x="39678" y="20765"/>
                        <a:pt x="39202" y="20383"/>
                        <a:pt x="38916" y="20193"/>
                      </a:cubicBezTo>
                      <a:cubicBezTo>
                        <a:pt x="38631" y="19907"/>
                        <a:pt x="38535" y="19621"/>
                        <a:pt x="38631" y="19336"/>
                      </a:cubicBezTo>
                      <a:lnTo>
                        <a:pt x="38250" y="19336"/>
                      </a:lnTo>
                      <a:lnTo>
                        <a:pt x="38250" y="20765"/>
                      </a:lnTo>
                      <a:close/>
                      <a:moveTo>
                        <a:pt x="42631" y="25051"/>
                      </a:moveTo>
                      <a:lnTo>
                        <a:pt x="42631" y="23146"/>
                      </a:lnTo>
                      <a:lnTo>
                        <a:pt x="41679" y="23146"/>
                      </a:lnTo>
                      <a:lnTo>
                        <a:pt x="42631" y="25051"/>
                      </a:lnTo>
                      <a:close/>
                      <a:moveTo>
                        <a:pt x="46822" y="39719"/>
                      </a:moveTo>
                      <a:lnTo>
                        <a:pt x="47203" y="38862"/>
                      </a:lnTo>
                      <a:lnTo>
                        <a:pt x="47203" y="38862"/>
                      </a:lnTo>
                      <a:lnTo>
                        <a:pt x="46822" y="39719"/>
                      </a:lnTo>
                      <a:close/>
                      <a:moveTo>
                        <a:pt x="51108" y="7525"/>
                      </a:moveTo>
                      <a:lnTo>
                        <a:pt x="51966" y="8477"/>
                      </a:lnTo>
                      <a:lnTo>
                        <a:pt x="49108" y="7144"/>
                      </a:lnTo>
                      <a:lnTo>
                        <a:pt x="51108" y="7525"/>
                      </a:lnTo>
                      <a:close/>
                      <a:moveTo>
                        <a:pt x="53490" y="0"/>
                      </a:moveTo>
                      <a:lnTo>
                        <a:pt x="54347" y="0"/>
                      </a:lnTo>
                      <a:lnTo>
                        <a:pt x="53013" y="1333"/>
                      </a:lnTo>
                      <a:lnTo>
                        <a:pt x="53490" y="0"/>
                      </a:lnTo>
                      <a:close/>
                      <a:moveTo>
                        <a:pt x="55299" y="15240"/>
                      </a:moveTo>
                      <a:lnTo>
                        <a:pt x="54347" y="15240"/>
                      </a:lnTo>
                      <a:lnTo>
                        <a:pt x="56728" y="14288"/>
                      </a:lnTo>
                      <a:lnTo>
                        <a:pt x="55394" y="15240"/>
                      </a:lnTo>
                      <a:close/>
                      <a:moveTo>
                        <a:pt x="56347" y="34576"/>
                      </a:moveTo>
                      <a:lnTo>
                        <a:pt x="57300" y="34195"/>
                      </a:lnTo>
                      <a:cubicBezTo>
                        <a:pt x="57300" y="34195"/>
                        <a:pt x="56633" y="33623"/>
                        <a:pt x="55966" y="33623"/>
                      </a:cubicBezTo>
                      <a:lnTo>
                        <a:pt x="56347" y="34576"/>
                      </a:lnTo>
                      <a:close/>
                      <a:moveTo>
                        <a:pt x="61205" y="28384"/>
                      </a:moveTo>
                      <a:cubicBezTo>
                        <a:pt x="61205" y="28384"/>
                        <a:pt x="62252" y="28384"/>
                        <a:pt x="62824" y="28003"/>
                      </a:cubicBezTo>
                      <a:cubicBezTo>
                        <a:pt x="63396" y="27718"/>
                        <a:pt x="63586" y="27432"/>
                        <a:pt x="63491" y="27432"/>
                      </a:cubicBezTo>
                      <a:cubicBezTo>
                        <a:pt x="63015" y="27623"/>
                        <a:pt x="62252" y="28003"/>
                        <a:pt x="61300" y="28384"/>
                      </a:cubicBezTo>
                      <a:cubicBezTo>
                        <a:pt x="60919" y="28384"/>
                        <a:pt x="60443" y="28194"/>
                        <a:pt x="60062" y="27813"/>
                      </a:cubicBezTo>
                      <a:cubicBezTo>
                        <a:pt x="60443" y="28194"/>
                        <a:pt x="60919" y="28384"/>
                        <a:pt x="61300" y="28384"/>
                      </a:cubicBezTo>
                      <a:close/>
                      <a:moveTo>
                        <a:pt x="61491" y="32194"/>
                      </a:moveTo>
                      <a:lnTo>
                        <a:pt x="61491" y="30861"/>
                      </a:lnTo>
                      <a:lnTo>
                        <a:pt x="61109" y="30194"/>
                      </a:lnTo>
                      <a:lnTo>
                        <a:pt x="61491" y="32194"/>
                      </a:lnTo>
                      <a:close/>
                      <a:moveTo>
                        <a:pt x="62443" y="118872"/>
                      </a:moveTo>
                      <a:lnTo>
                        <a:pt x="61967" y="117538"/>
                      </a:lnTo>
                      <a:lnTo>
                        <a:pt x="62443" y="117538"/>
                      </a:lnTo>
                      <a:lnTo>
                        <a:pt x="62443" y="118872"/>
                      </a:lnTo>
                      <a:close/>
                      <a:moveTo>
                        <a:pt x="74254" y="35528"/>
                      </a:moveTo>
                      <a:lnTo>
                        <a:pt x="75302" y="36481"/>
                      </a:lnTo>
                      <a:lnTo>
                        <a:pt x="73016" y="35528"/>
                      </a:lnTo>
                      <a:lnTo>
                        <a:pt x="74349" y="35528"/>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 name="Google Shape;986;p99"/>
                <p:cNvSpPr/>
                <p:nvPr/>
              </p:nvSpPr>
              <p:spPr>
                <a:xfrm>
                  <a:off x="4964334" y="1409509"/>
                  <a:ext cx="76676" cy="100107"/>
                </a:xfrm>
                <a:custGeom>
                  <a:avLst/>
                  <a:gdLst/>
                  <a:ahLst/>
                  <a:cxnLst/>
                  <a:rect l="l" t="t" r="r" b="b"/>
                  <a:pathLst>
                    <a:path w="76676" h="100107" extrusionOk="0">
                      <a:moveTo>
                        <a:pt x="67628" y="80105"/>
                      </a:moveTo>
                      <a:cubicBezTo>
                        <a:pt x="69247" y="81153"/>
                        <a:pt x="70199" y="82963"/>
                        <a:pt x="70295" y="85344"/>
                      </a:cubicBezTo>
                      <a:cubicBezTo>
                        <a:pt x="70295" y="87535"/>
                        <a:pt x="70390" y="89535"/>
                        <a:pt x="70390" y="91630"/>
                      </a:cubicBezTo>
                      <a:cubicBezTo>
                        <a:pt x="70390" y="92773"/>
                        <a:pt x="70675" y="93726"/>
                        <a:pt x="70961" y="94583"/>
                      </a:cubicBezTo>
                      <a:cubicBezTo>
                        <a:pt x="68675" y="98298"/>
                        <a:pt x="64770" y="100108"/>
                        <a:pt x="59341" y="100108"/>
                      </a:cubicBezTo>
                      <a:cubicBezTo>
                        <a:pt x="57817" y="100108"/>
                        <a:pt x="55340" y="99917"/>
                        <a:pt x="52006" y="99631"/>
                      </a:cubicBezTo>
                      <a:cubicBezTo>
                        <a:pt x="48673" y="99250"/>
                        <a:pt x="46196" y="99155"/>
                        <a:pt x="44577" y="99155"/>
                      </a:cubicBezTo>
                      <a:cubicBezTo>
                        <a:pt x="42863" y="99155"/>
                        <a:pt x="41338" y="99155"/>
                        <a:pt x="40005" y="99441"/>
                      </a:cubicBezTo>
                      <a:lnTo>
                        <a:pt x="12002" y="99441"/>
                      </a:lnTo>
                      <a:lnTo>
                        <a:pt x="12002" y="99060"/>
                      </a:lnTo>
                      <a:cubicBezTo>
                        <a:pt x="11049" y="98488"/>
                        <a:pt x="9335" y="98393"/>
                        <a:pt x="6858" y="98774"/>
                      </a:cubicBezTo>
                      <a:cubicBezTo>
                        <a:pt x="4381" y="99155"/>
                        <a:pt x="2477" y="98965"/>
                        <a:pt x="1238" y="98012"/>
                      </a:cubicBezTo>
                      <a:cubicBezTo>
                        <a:pt x="1619" y="86296"/>
                        <a:pt x="1810" y="74676"/>
                        <a:pt x="1810" y="63246"/>
                      </a:cubicBezTo>
                      <a:cubicBezTo>
                        <a:pt x="1810" y="51816"/>
                        <a:pt x="1619" y="40195"/>
                        <a:pt x="1238" y="28480"/>
                      </a:cubicBezTo>
                      <a:cubicBezTo>
                        <a:pt x="1714" y="28861"/>
                        <a:pt x="2096" y="28956"/>
                        <a:pt x="2191" y="28861"/>
                      </a:cubicBezTo>
                      <a:lnTo>
                        <a:pt x="2572" y="28480"/>
                      </a:lnTo>
                      <a:cubicBezTo>
                        <a:pt x="2572" y="28003"/>
                        <a:pt x="2477" y="27622"/>
                        <a:pt x="2000" y="27432"/>
                      </a:cubicBezTo>
                      <a:cubicBezTo>
                        <a:pt x="1524" y="27241"/>
                        <a:pt x="1238" y="27051"/>
                        <a:pt x="1238" y="27051"/>
                      </a:cubicBezTo>
                      <a:cubicBezTo>
                        <a:pt x="1238" y="26860"/>
                        <a:pt x="1429" y="26575"/>
                        <a:pt x="1810" y="26194"/>
                      </a:cubicBezTo>
                      <a:cubicBezTo>
                        <a:pt x="1810" y="26956"/>
                        <a:pt x="1905" y="27432"/>
                        <a:pt x="2191" y="27527"/>
                      </a:cubicBezTo>
                      <a:cubicBezTo>
                        <a:pt x="3048" y="27527"/>
                        <a:pt x="3238" y="26956"/>
                        <a:pt x="2857" y="26098"/>
                      </a:cubicBezTo>
                      <a:cubicBezTo>
                        <a:pt x="2477" y="25241"/>
                        <a:pt x="2572" y="24765"/>
                        <a:pt x="3143" y="24574"/>
                      </a:cubicBezTo>
                      <a:cubicBezTo>
                        <a:pt x="3143" y="24765"/>
                        <a:pt x="3048" y="24860"/>
                        <a:pt x="3048" y="25051"/>
                      </a:cubicBezTo>
                      <a:cubicBezTo>
                        <a:pt x="3048" y="25432"/>
                        <a:pt x="3238" y="25717"/>
                        <a:pt x="3715" y="26098"/>
                      </a:cubicBezTo>
                      <a:cubicBezTo>
                        <a:pt x="4191" y="26479"/>
                        <a:pt x="4381" y="26765"/>
                        <a:pt x="4477" y="26860"/>
                      </a:cubicBezTo>
                      <a:lnTo>
                        <a:pt x="6477" y="26479"/>
                      </a:lnTo>
                      <a:lnTo>
                        <a:pt x="4477" y="25146"/>
                      </a:lnTo>
                      <a:lnTo>
                        <a:pt x="6477" y="24193"/>
                      </a:lnTo>
                      <a:cubicBezTo>
                        <a:pt x="6477" y="24193"/>
                        <a:pt x="5905" y="23622"/>
                        <a:pt x="5048" y="22669"/>
                      </a:cubicBezTo>
                      <a:cubicBezTo>
                        <a:pt x="4381" y="22098"/>
                        <a:pt x="3905" y="21812"/>
                        <a:pt x="3429" y="21812"/>
                      </a:cubicBezTo>
                      <a:cubicBezTo>
                        <a:pt x="2953" y="21812"/>
                        <a:pt x="2477" y="22098"/>
                        <a:pt x="2191" y="22765"/>
                      </a:cubicBezTo>
                      <a:cubicBezTo>
                        <a:pt x="1619" y="22479"/>
                        <a:pt x="1333" y="22098"/>
                        <a:pt x="1333" y="21812"/>
                      </a:cubicBezTo>
                      <a:cubicBezTo>
                        <a:pt x="1333" y="21622"/>
                        <a:pt x="1619" y="21336"/>
                        <a:pt x="2286" y="20765"/>
                      </a:cubicBezTo>
                      <a:cubicBezTo>
                        <a:pt x="2953" y="20288"/>
                        <a:pt x="3238" y="19812"/>
                        <a:pt x="3143" y="19336"/>
                      </a:cubicBezTo>
                      <a:lnTo>
                        <a:pt x="4096" y="20288"/>
                      </a:lnTo>
                      <a:lnTo>
                        <a:pt x="4667" y="19526"/>
                      </a:lnTo>
                      <a:cubicBezTo>
                        <a:pt x="4667" y="19526"/>
                        <a:pt x="5239" y="19907"/>
                        <a:pt x="5524" y="19907"/>
                      </a:cubicBezTo>
                      <a:cubicBezTo>
                        <a:pt x="5905" y="19907"/>
                        <a:pt x="6572" y="19717"/>
                        <a:pt x="7429" y="19336"/>
                      </a:cubicBezTo>
                      <a:cubicBezTo>
                        <a:pt x="8287" y="18955"/>
                        <a:pt x="8954" y="18669"/>
                        <a:pt x="9335" y="18669"/>
                      </a:cubicBezTo>
                      <a:cubicBezTo>
                        <a:pt x="9811" y="18669"/>
                        <a:pt x="10192" y="18859"/>
                        <a:pt x="10573" y="19336"/>
                      </a:cubicBezTo>
                      <a:lnTo>
                        <a:pt x="11144" y="18955"/>
                      </a:lnTo>
                      <a:cubicBezTo>
                        <a:pt x="11049" y="18193"/>
                        <a:pt x="10573" y="17716"/>
                        <a:pt x="9715" y="17431"/>
                      </a:cubicBezTo>
                      <a:cubicBezTo>
                        <a:pt x="8858" y="17145"/>
                        <a:pt x="8382" y="16859"/>
                        <a:pt x="8191" y="16669"/>
                      </a:cubicBezTo>
                      <a:cubicBezTo>
                        <a:pt x="6858" y="16669"/>
                        <a:pt x="5239" y="16669"/>
                        <a:pt x="3334" y="16669"/>
                      </a:cubicBezTo>
                      <a:cubicBezTo>
                        <a:pt x="3143" y="17145"/>
                        <a:pt x="3048" y="17240"/>
                        <a:pt x="2857" y="17240"/>
                      </a:cubicBezTo>
                      <a:cubicBezTo>
                        <a:pt x="2572" y="17050"/>
                        <a:pt x="2286" y="16859"/>
                        <a:pt x="2096" y="16859"/>
                      </a:cubicBezTo>
                      <a:cubicBezTo>
                        <a:pt x="1905" y="16859"/>
                        <a:pt x="1714" y="16859"/>
                        <a:pt x="1619" y="16954"/>
                      </a:cubicBezTo>
                      <a:lnTo>
                        <a:pt x="667" y="13240"/>
                      </a:lnTo>
                      <a:cubicBezTo>
                        <a:pt x="1333" y="13240"/>
                        <a:pt x="1810" y="13049"/>
                        <a:pt x="2000" y="12668"/>
                      </a:cubicBezTo>
                      <a:cubicBezTo>
                        <a:pt x="2000" y="11906"/>
                        <a:pt x="1619" y="11716"/>
                        <a:pt x="1048" y="12097"/>
                      </a:cubicBezTo>
                      <a:cubicBezTo>
                        <a:pt x="476" y="12478"/>
                        <a:pt x="95" y="12287"/>
                        <a:pt x="0" y="11811"/>
                      </a:cubicBezTo>
                      <a:lnTo>
                        <a:pt x="953" y="10858"/>
                      </a:lnTo>
                      <a:lnTo>
                        <a:pt x="1905" y="11811"/>
                      </a:lnTo>
                      <a:cubicBezTo>
                        <a:pt x="1905" y="11811"/>
                        <a:pt x="2286" y="10763"/>
                        <a:pt x="2286" y="9430"/>
                      </a:cubicBezTo>
                      <a:cubicBezTo>
                        <a:pt x="2286" y="9811"/>
                        <a:pt x="2477" y="10001"/>
                        <a:pt x="2953" y="10192"/>
                      </a:cubicBezTo>
                      <a:cubicBezTo>
                        <a:pt x="3620" y="9715"/>
                        <a:pt x="3905" y="9239"/>
                        <a:pt x="3905" y="8953"/>
                      </a:cubicBezTo>
                      <a:cubicBezTo>
                        <a:pt x="3905" y="8572"/>
                        <a:pt x="3334" y="8001"/>
                        <a:pt x="2286" y="7144"/>
                      </a:cubicBezTo>
                      <a:cubicBezTo>
                        <a:pt x="1143" y="6382"/>
                        <a:pt x="667" y="5620"/>
                        <a:pt x="667" y="4953"/>
                      </a:cubicBezTo>
                      <a:cubicBezTo>
                        <a:pt x="667" y="4381"/>
                        <a:pt x="1048" y="3715"/>
                        <a:pt x="1619" y="3143"/>
                      </a:cubicBezTo>
                      <a:lnTo>
                        <a:pt x="4000" y="667"/>
                      </a:lnTo>
                      <a:cubicBezTo>
                        <a:pt x="8191" y="286"/>
                        <a:pt x="12668" y="0"/>
                        <a:pt x="17431" y="0"/>
                      </a:cubicBezTo>
                      <a:cubicBezTo>
                        <a:pt x="21907" y="0"/>
                        <a:pt x="28670" y="190"/>
                        <a:pt x="37719" y="762"/>
                      </a:cubicBezTo>
                      <a:cubicBezTo>
                        <a:pt x="46672" y="1238"/>
                        <a:pt x="53530" y="1524"/>
                        <a:pt x="58103" y="1524"/>
                      </a:cubicBezTo>
                      <a:cubicBezTo>
                        <a:pt x="61436" y="1524"/>
                        <a:pt x="64484" y="1429"/>
                        <a:pt x="67437" y="1238"/>
                      </a:cubicBezTo>
                      <a:cubicBezTo>
                        <a:pt x="69342" y="2762"/>
                        <a:pt x="70199" y="4667"/>
                        <a:pt x="70199" y="7144"/>
                      </a:cubicBezTo>
                      <a:cubicBezTo>
                        <a:pt x="70199" y="7906"/>
                        <a:pt x="70104" y="9144"/>
                        <a:pt x="69818" y="10954"/>
                      </a:cubicBezTo>
                      <a:cubicBezTo>
                        <a:pt x="69532" y="12763"/>
                        <a:pt x="69437" y="14192"/>
                        <a:pt x="69437" y="15145"/>
                      </a:cubicBezTo>
                      <a:cubicBezTo>
                        <a:pt x="69437" y="16097"/>
                        <a:pt x="69437" y="17050"/>
                        <a:pt x="69723" y="17812"/>
                      </a:cubicBezTo>
                      <a:cubicBezTo>
                        <a:pt x="69723" y="19145"/>
                        <a:pt x="68866" y="19812"/>
                        <a:pt x="67246" y="19812"/>
                      </a:cubicBezTo>
                      <a:cubicBezTo>
                        <a:pt x="66961" y="19812"/>
                        <a:pt x="66580" y="19812"/>
                        <a:pt x="66008" y="19717"/>
                      </a:cubicBezTo>
                      <a:lnTo>
                        <a:pt x="64770" y="19717"/>
                      </a:lnTo>
                      <a:cubicBezTo>
                        <a:pt x="63722" y="19717"/>
                        <a:pt x="63055" y="19907"/>
                        <a:pt x="62579" y="20193"/>
                      </a:cubicBezTo>
                      <a:lnTo>
                        <a:pt x="59912" y="20193"/>
                      </a:lnTo>
                      <a:lnTo>
                        <a:pt x="59912" y="19717"/>
                      </a:lnTo>
                      <a:cubicBezTo>
                        <a:pt x="56102" y="20098"/>
                        <a:pt x="51911" y="20193"/>
                        <a:pt x="47149" y="20193"/>
                      </a:cubicBezTo>
                      <a:cubicBezTo>
                        <a:pt x="44196" y="20193"/>
                        <a:pt x="39910" y="20193"/>
                        <a:pt x="34290" y="20193"/>
                      </a:cubicBezTo>
                      <a:lnTo>
                        <a:pt x="21431" y="20193"/>
                      </a:lnTo>
                      <a:cubicBezTo>
                        <a:pt x="20860" y="21622"/>
                        <a:pt x="20574" y="23336"/>
                        <a:pt x="20574" y="25241"/>
                      </a:cubicBezTo>
                      <a:cubicBezTo>
                        <a:pt x="20574" y="25813"/>
                        <a:pt x="20574" y="26670"/>
                        <a:pt x="20669" y="27813"/>
                      </a:cubicBezTo>
                      <a:lnTo>
                        <a:pt x="20669" y="30480"/>
                      </a:lnTo>
                      <a:cubicBezTo>
                        <a:pt x="20669" y="32290"/>
                        <a:pt x="20479" y="33909"/>
                        <a:pt x="20003" y="35433"/>
                      </a:cubicBezTo>
                      <a:cubicBezTo>
                        <a:pt x="20193" y="36576"/>
                        <a:pt x="20383" y="37719"/>
                        <a:pt x="20669" y="38862"/>
                      </a:cubicBezTo>
                      <a:cubicBezTo>
                        <a:pt x="21050" y="40291"/>
                        <a:pt x="21812" y="41053"/>
                        <a:pt x="22860" y="41053"/>
                      </a:cubicBezTo>
                      <a:cubicBezTo>
                        <a:pt x="23146" y="41053"/>
                        <a:pt x="23527" y="41053"/>
                        <a:pt x="23813" y="40957"/>
                      </a:cubicBezTo>
                      <a:cubicBezTo>
                        <a:pt x="24098" y="40957"/>
                        <a:pt x="24289" y="41053"/>
                        <a:pt x="24670" y="41053"/>
                      </a:cubicBezTo>
                      <a:cubicBezTo>
                        <a:pt x="24955" y="41053"/>
                        <a:pt x="25432" y="41053"/>
                        <a:pt x="26194" y="40767"/>
                      </a:cubicBezTo>
                      <a:cubicBezTo>
                        <a:pt x="26861" y="40576"/>
                        <a:pt x="27337" y="40576"/>
                        <a:pt x="27527" y="40576"/>
                      </a:cubicBezTo>
                      <a:cubicBezTo>
                        <a:pt x="28194" y="40576"/>
                        <a:pt x="28670" y="40862"/>
                        <a:pt x="29146" y="41529"/>
                      </a:cubicBezTo>
                      <a:cubicBezTo>
                        <a:pt x="31337" y="40862"/>
                        <a:pt x="33909" y="40576"/>
                        <a:pt x="36862" y="40576"/>
                      </a:cubicBezTo>
                      <a:cubicBezTo>
                        <a:pt x="38386" y="40576"/>
                        <a:pt x="40481" y="40672"/>
                        <a:pt x="43339" y="40862"/>
                      </a:cubicBezTo>
                      <a:cubicBezTo>
                        <a:pt x="46196" y="41053"/>
                        <a:pt x="48292" y="41148"/>
                        <a:pt x="49625" y="41148"/>
                      </a:cubicBezTo>
                      <a:cubicBezTo>
                        <a:pt x="50959" y="41148"/>
                        <a:pt x="52292" y="41148"/>
                        <a:pt x="53530" y="40957"/>
                      </a:cubicBezTo>
                      <a:cubicBezTo>
                        <a:pt x="54102" y="42958"/>
                        <a:pt x="54388" y="45910"/>
                        <a:pt x="54293" y="49530"/>
                      </a:cubicBezTo>
                      <a:cubicBezTo>
                        <a:pt x="54293" y="53721"/>
                        <a:pt x="54293" y="56578"/>
                        <a:pt x="54578" y="58102"/>
                      </a:cubicBezTo>
                      <a:cubicBezTo>
                        <a:pt x="52864" y="59341"/>
                        <a:pt x="50578" y="59912"/>
                        <a:pt x="47625" y="59912"/>
                      </a:cubicBezTo>
                      <a:cubicBezTo>
                        <a:pt x="46387" y="59912"/>
                        <a:pt x="44482" y="59817"/>
                        <a:pt x="42005" y="59531"/>
                      </a:cubicBezTo>
                      <a:cubicBezTo>
                        <a:pt x="39529" y="59245"/>
                        <a:pt x="37624" y="59150"/>
                        <a:pt x="36290" y="59150"/>
                      </a:cubicBezTo>
                      <a:cubicBezTo>
                        <a:pt x="34957" y="59150"/>
                        <a:pt x="33909" y="59150"/>
                        <a:pt x="32861" y="59436"/>
                      </a:cubicBezTo>
                      <a:lnTo>
                        <a:pt x="32861" y="58769"/>
                      </a:lnTo>
                      <a:cubicBezTo>
                        <a:pt x="32290" y="58769"/>
                        <a:pt x="30956" y="58865"/>
                        <a:pt x="29051" y="58865"/>
                      </a:cubicBezTo>
                      <a:cubicBezTo>
                        <a:pt x="27718" y="58865"/>
                        <a:pt x="26479" y="59150"/>
                        <a:pt x="25337" y="59722"/>
                      </a:cubicBezTo>
                      <a:cubicBezTo>
                        <a:pt x="24955" y="59436"/>
                        <a:pt x="24384" y="59341"/>
                        <a:pt x="23717" y="59341"/>
                      </a:cubicBezTo>
                      <a:cubicBezTo>
                        <a:pt x="22765" y="59341"/>
                        <a:pt x="22193" y="59341"/>
                        <a:pt x="22003" y="59341"/>
                      </a:cubicBezTo>
                      <a:cubicBezTo>
                        <a:pt x="20669" y="59722"/>
                        <a:pt x="20003" y="60769"/>
                        <a:pt x="20003" y="62389"/>
                      </a:cubicBezTo>
                      <a:cubicBezTo>
                        <a:pt x="20003" y="63532"/>
                        <a:pt x="20193" y="64484"/>
                        <a:pt x="20669" y="65056"/>
                      </a:cubicBezTo>
                      <a:cubicBezTo>
                        <a:pt x="18860" y="64579"/>
                        <a:pt x="17240" y="65056"/>
                        <a:pt x="15907" y="66389"/>
                      </a:cubicBezTo>
                      <a:lnTo>
                        <a:pt x="19050" y="65818"/>
                      </a:lnTo>
                      <a:lnTo>
                        <a:pt x="18669" y="66389"/>
                      </a:lnTo>
                      <a:cubicBezTo>
                        <a:pt x="18669" y="66389"/>
                        <a:pt x="19050" y="66865"/>
                        <a:pt x="19240" y="66865"/>
                      </a:cubicBezTo>
                      <a:cubicBezTo>
                        <a:pt x="19050" y="66865"/>
                        <a:pt x="19526" y="66484"/>
                        <a:pt x="20574" y="65722"/>
                      </a:cubicBezTo>
                      <a:cubicBezTo>
                        <a:pt x="20574" y="65437"/>
                        <a:pt x="20574" y="67723"/>
                        <a:pt x="20479" y="72866"/>
                      </a:cubicBezTo>
                      <a:cubicBezTo>
                        <a:pt x="20383" y="75819"/>
                        <a:pt x="20860" y="78105"/>
                        <a:pt x="22003" y="79629"/>
                      </a:cubicBezTo>
                      <a:cubicBezTo>
                        <a:pt x="25051" y="80010"/>
                        <a:pt x="28194" y="80296"/>
                        <a:pt x="31528" y="80296"/>
                      </a:cubicBezTo>
                      <a:cubicBezTo>
                        <a:pt x="34099" y="80296"/>
                        <a:pt x="37814" y="80105"/>
                        <a:pt x="42672" y="79819"/>
                      </a:cubicBezTo>
                      <a:cubicBezTo>
                        <a:pt x="47530" y="79438"/>
                        <a:pt x="51245" y="79343"/>
                        <a:pt x="53626" y="79343"/>
                      </a:cubicBezTo>
                      <a:cubicBezTo>
                        <a:pt x="57340" y="79343"/>
                        <a:pt x="60770" y="79629"/>
                        <a:pt x="64008" y="80105"/>
                      </a:cubicBezTo>
                      <a:cubicBezTo>
                        <a:pt x="64579" y="78772"/>
                        <a:pt x="65722" y="78676"/>
                        <a:pt x="67437" y="79724"/>
                      </a:cubicBezTo>
                      <a:close/>
                      <a:moveTo>
                        <a:pt x="4191" y="18383"/>
                      </a:moveTo>
                      <a:lnTo>
                        <a:pt x="4953" y="19336"/>
                      </a:lnTo>
                      <a:lnTo>
                        <a:pt x="4953" y="19526"/>
                      </a:lnTo>
                      <a:cubicBezTo>
                        <a:pt x="4953" y="19526"/>
                        <a:pt x="4286" y="18764"/>
                        <a:pt x="4191" y="18288"/>
                      </a:cubicBezTo>
                      <a:close/>
                      <a:moveTo>
                        <a:pt x="29432" y="53530"/>
                      </a:moveTo>
                      <a:lnTo>
                        <a:pt x="27908" y="53530"/>
                      </a:lnTo>
                      <a:cubicBezTo>
                        <a:pt x="28194" y="54102"/>
                        <a:pt x="28670" y="54102"/>
                        <a:pt x="29432" y="53530"/>
                      </a:cubicBezTo>
                      <a:lnTo>
                        <a:pt x="30099" y="53530"/>
                      </a:lnTo>
                      <a:cubicBezTo>
                        <a:pt x="30099" y="53530"/>
                        <a:pt x="30289" y="54007"/>
                        <a:pt x="30289" y="54388"/>
                      </a:cubicBezTo>
                      <a:lnTo>
                        <a:pt x="32004" y="53530"/>
                      </a:lnTo>
                      <a:cubicBezTo>
                        <a:pt x="32004" y="53530"/>
                        <a:pt x="32671" y="54197"/>
                        <a:pt x="32671" y="54388"/>
                      </a:cubicBezTo>
                      <a:lnTo>
                        <a:pt x="34480" y="54388"/>
                      </a:lnTo>
                      <a:lnTo>
                        <a:pt x="34480" y="53530"/>
                      </a:lnTo>
                      <a:lnTo>
                        <a:pt x="30099" y="53530"/>
                      </a:lnTo>
                      <a:cubicBezTo>
                        <a:pt x="30099" y="53530"/>
                        <a:pt x="29718" y="53340"/>
                        <a:pt x="29432" y="53530"/>
                      </a:cubicBezTo>
                      <a:close/>
                      <a:moveTo>
                        <a:pt x="53435" y="7144"/>
                      </a:moveTo>
                      <a:lnTo>
                        <a:pt x="52483" y="6572"/>
                      </a:lnTo>
                      <a:lnTo>
                        <a:pt x="53435" y="8572"/>
                      </a:lnTo>
                      <a:lnTo>
                        <a:pt x="53435" y="7239"/>
                      </a:lnTo>
                      <a:close/>
                      <a:moveTo>
                        <a:pt x="76200" y="86677"/>
                      </a:moveTo>
                      <a:lnTo>
                        <a:pt x="76676" y="86677"/>
                      </a:lnTo>
                      <a:lnTo>
                        <a:pt x="75152" y="87535"/>
                      </a:lnTo>
                      <a:lnTo>
                        <a:pt x="76105" y="86677"/>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7" name="Google Shape;987;p99"/>
              <p:cNvGrpSpPr/>
              <p:nvPr/>
            </p:nvGrpSpPr>
            <p:grpSpPr>
              <a:xfrm>
                <a:off x="13711326" y="3889439"/>
                <a:ext cx="352234" cy="80772"/>
                <a:chOff x="8458008" y="1607534"/>
                <a:chExt cx="352234" cy="80772"/>
              </a:xfrm>
            </p:grpSpPr>
            <p:sp>
              <p:nvSpPr>
                <p:cNvPr id="988" name="Google Shape;988;p99"/>
                <p:cNvSpPr/>
                <p:nvPr/>
              </p:nvSpPr>
              <p:spPr>
                <a:xfrm>
                  <a:off x="8458008" y="1611876"/>
                  <a:ext cx="67246" cy="70619"/>
                </a:xfrm>
                <a:custGeom>
                  <a:avLst/>
                  <a:gdLst/>
                  <a:ahLst/>
                  <a:cxnLst/>
                  <a:rect l="l" t="t" r="r" b="b"/>
                  <a:pathLst>
                    <a:path w="67246" h="70619" extrusionOk="0">
                      <a:moveTo>
                        <a:pt x="191" y="30043"/>
                      </a:moveTo>
                      <a:lnTo>
                        <a:pt x="0" y="28805"/>
                      </a:lnTo>
                      <a:lnTo>
                        <a:pt x="667" y="29662"/>
                      </a:lnTo>
                      <a:lnTo>
                        <a:pt x="191" y="30043"/>
                      </a:lnTo>
                      <a:close/>
                      <a:moveTo>
                        <a:pt x="5144" y="39282"/>
                      </a:moveTo>
                      <a:cubicBezTo>
                        <a:pt x="5144" y="39282"/>
                        <a:pt x="5715" y="39473"/>
                        <a:pt x="6191" y="39663"/>
                      </a:cubicBezTo>
                      <a:lnTo>
                        <a:pt x="5144" y="40330"/>
                      </a:lnTo>
                      <a:lnTo>
                        <a:pt x="5144" y="39282"/>
                      </a:lnTo>
                      <a:close/>
                      <a:moveTo>
                        <a:pt x="7430" y="17565"/>
                      </a:moveTo>
                      <a:cubicBezTo>
                        <a:pt x="7430" y="17565"/>
                        <a:pt x="6954" y="17946"/>
                        <a:pt x="6763" y="17946"/>
                      </a:cubicBezTo>
                      <a:cubicBezTo>
                        <a:pt x="6572" y="17946"/>
                        <a:pt x="6382" y="17756"/>
                        <a:pt x="6287" y="17280"/>
                      </a:cubicBezTo>
                      <a:lnTo>
                        <a:pt x="6287" y="16327"/>
                      </a:lnTo>
                      <a:lnTo>
                        <a:pt x="7430" y="17470"/>
                      </a:lnTo>
                      <a:close/>
                      <a:moveTo>
                        <a:pt x="8763" y="19470"/>
                      </a:moveTo>
                      <a:lnTo>
                        <a:pt x="9049" y="17946"/>
                      </a:lnTo>
                      <a:lnTo>
                        <a:pt x="10002" y="19470"/>
                      </a:lnTo>
                      <a:lnTo>
                        <a:pt x="8763" y="19470"/>
                      </a:lnTo>
                      <a:close/>
                      <a:moveTo>
                        <a:pt x="11049" y="15660"/>
                      </a:moveTo>
                      <a:cubicBezTo>
                        <a:pt x="11049" y="15660"/>
                        <a:pt x="10668" y="14898"/>
                        <a:pt x="10002" y="14708"/>
                      </a:cubicBezTo>
                      <a:cubicBezTo>
                        <a:pt x="9335" y="14517"/>
                        <a:pt x="9049" y="14136"/>
                        <a:pt x="9049" y="13755"/>
                      </a:cubicBezTo>
                      <a:cubicBezTo>
                        <a:pt x="9430" y="13660"/>
                        <a:pt x="9811" y="13755"/>
                        <a:pt x="10096" y="14136"/>
                      </a:cubicBezTo>
                      <a:cubicBezTo>
                        <a:pt x="10763" y="14708"/>
                        <a:pt x="11049" y="14994"/>
                        <a:pt x="11049" y="14994"/>
                      </a:cubicBezTo>
                      <a:lnTo>
                        <a:pt x="11049" y="15660"/>
                      </a:lnTo>
                      <a:close/>
                      <a:moveTo>
                        <a:pt x="11621" y="18804"/>
                      </a:moveTo>
                      <a:lnTo>
                        <a:pt x="10668" y="18804"/>
                      </a:lnTo>
                      <a:cubicBezTo>
                        <a:pt x="10668" y="18804"/>
                        <a:pt x="10763" y="18327"/>
                        <a:pt x="11049" y="18137"/>
                      </a:cubicBezTo>
                      <a:cubicBezTo>
                        <a:pt x="11335" y="17946"/>
                        <a:pt x="11525" y="18137"/>
                        <a:pt x="11621" y="18423"/>
                      </a:cubicBezTo>
                      <a:lnTo>
                        <a:pt x="11621" y="18804"/>
                      </a:lnTo>
                      <a:close/>
                      <a:moveTo>
                        <a:pt x="10668" y="46045"/>
                      </a:moveTo>
                      <a:lnTo>
                        <a:pt x="11335" y="45188"/>
                      </a:lnTo>
                      <a:cubicBezTo>
                        <a:pt x="11335" y="45759"/>
                        <a:pt x="11335" y="46045"/>
                        <a:pt x="11049" y="46045"/>
                      </a:cubicBezTo>
                      <a:lnTo>
                        <a:pt x="10668" y="46045"/>
                      </a:lnTo>
                      <a:close/>
                      <a:moveTo>
                        <a:pt x="11049" y="42045"/>
                      </a:moveTo>
                      <a:cubicBezTo>
                        <a:pt x="11049" y="42045"/>
                        <a:pt x="11335" y="41378"/>
                        <a:pt x="12288" y="41378"/>
                      </a:cubicBezTo>
                      <a:cubicBezTo>
                        <a:pt x="12383" y="41664"/>
                        <a:pt x="12288" y="41854"/>
                        <a:pt x="12097" y="42045"/>
                      </a:cubicBezTo>
                      <a:lnTo>
                        <a:pt x="11145" y="42045"/>
                      </a:lnTo>
                      <a:close/>
                      <a:moveTo>
                        <a:pt x="65723" y="61380"/>
                      </a:moveTo>
                      <a:cubicBezTo>
                        <a:pt x="65342" y="62523"/>
                        <a:pt x="65437" y="65286"/>
                        <a:pt x="66199" y="69667"/>
                      </a:cubicBezTo>
                      <a:cubicBezTo>
                        <a:pt x="65913" y="70334"/>
                        <a:pt x="65437" y="70620"/>
                        <a:pt x="64865" y="70620"/>
                      </a:cubicBezTo>
                      <a:cubicBezTo>
                        <a:pt x="64484" y="70620"/>
                        <a:pt x="64008" y="70524"/>
                        <a:pt x="63341" y="70239"/>
                      </a:cubicBezTo>
                      <a:cubicBezTo>
                        <a:pt x="62675" y="70048"/>
                        <a:pt x="62199" y="69953"/>
                        <a:pt x="61817" y="69953"/>
                      </a:cubicBezTo>
                      <a:cubicBezTo>
                        <a:pt x="60674" y="70239"/>
                        <a:pt x="59341" y="70334"/>
                        <a:pt x="57627" y="70334"/>
                      </a:cubicBezTo>
                      <a:cubicBezTo>
                        <a:pt x="55912" y="70334"/>
                        <a:pt x="54483" y="70239"/>
                        <a:pt x="53054" y="69953"/>
                      </a:cubicBezTo>
                      <a:cubicBezTo>
                        <a:pt x="51816" y="67476"/>
                        <a:pt x="51149" y="65095"/>
                        <a:pt x="51149" y="63000"/>
                      </a:cubicBezTo>
                      <a:cubicBezTo>
                        <a:pt x="51149" y="61857"/>
                        <a:pt x="51340" y="60714"/>
                        <a:pt x="51721" y="59761"/>
                      </a:cubicBezTo>
                      <a:lnTo>
                        <a:pt x="52007" y="59761"/>
                      </a:lnTo>
                      <a:cubicBezTo>
                        <a:pt x="51149" y="59190"/>
                        <a:pt x="50959" y="57856"/>
                        <a:pt x="51340" y="55856"/>
                      </a:cubicBezTo>
                      <a:cubicBezTo>
                        <a:pt x="51721" y="53856"/>
                        <a:pt x="51626" y="52522"/>
                        <a:pt x="51054" y="51855"/>
                      </a:cubicBezTo>
                      <a:cubicBezTo>
                        <a:pt x="51340" y="50808"/>
                        <a:pt x="51435" y="49284"/>
                        <a:pt x="51435" y="47188"/>
                      </a:cubicBezTo>
                      <a:cubicBezTo>
                        <a:pt x="51435" y="45093"/>
                        <a:pt x="51435" y="43569"/>
                        <a:pt x="51721" y="42616"/>
                      </a:cubicBezTo>
                      <a:cubicBezTo>
                        <a:pt x="51245" y="42426"/>
                        <a:pt x="50768" y="42330"/>
                        <a:pt x="50388" y="42330"/>
                      </a:cubicBezTo>
                      <a:cubicBezTo>
                        <a:pt x="49149" y="42330"/>
                        <a:pt x="48102" y="43378"/>
                        <a:pt x="47149" y="45569"/>
                      </a:cubicBezTo>
                      <a:cubicBezTo>
                        <a:pt x="45911" y="48236"/>
                        <a:pt x="44958" y="49855"/>
                        <a:pt x="44291" y="50331"/>
                      </a:cubicBezTo>
                      <a:cubicBezTo>
                        <a:pt x="44196" y="50522"/>
                        <a:pt x="44101" y="50712"/>
                        <a:pt x="44101" y="50998"/>
                      </a:cubicBezTo>
                      <a:cubicBezTo>
                        <a:pt x="44101" y="51284"/>
                        <a:pt x="44196" y="51474"/>
                        <a:pt x="44482" y="51855"/>
                      </a:cubicBezTo>
                      <a:cubicBezTo>
                        <a:pt x="44768" y="52236"/>
                        <a:pt x="44863" y="52427"/>
                        <a:pt x="44863" y="52617"/>
                      </a:cubicBezTo>
                      <a:cubicBezTo>
                        <a:pt x="44863" y="52808"/>
                        <a:pt x="44672" y="53094"/>
                        <a:pt x="44387" y="53379"/>
                      </a:cubicBezTo>
                      <a:cubicBezTo>
                        <a:pt x="43244" y="53951"/>
                        <a:pt x="42482" y="54427"/>
                        <a:pt x="42006" y="54903"/>
                      </a:cubicBezTo>
                      <a:cubicBezTo>
                        <a:pt x="42386" y="55094"/>
                        <a:pt x="42577" y="55189"/>
                        <a:pt x="42672" y="55094"/>
                      </a:cubicBezTo>
                      <a:cubicBezTo>
                        <a:pt x="42482" y="55570"/>
                        <a:pt x="41815" y="56142"/>
                        <a:pt x="40863" y="56904"/>
                      </a:cubicBezTo>
                      <a:cubicBezTo>
                        <a:pt x="39720" y="57856"/>
                        <a:pt x="38958" y="58523"/>
                        <a:pt x="38671" y="58809"/>
                      </a:cubicBezTo>
                      <a:cubicBezTo>
                        <a:pt x="37815" y="58428"/>
                        <a:pt x="37052" y="57475"/>
                        <a:pt x="36481" y="55856"/>
                      </a:cubicBezTo>
                      <a:cubicBezTo>
                        <a:pt x="35909" y="54332"/>
                        <a:pt x="34957" y="53284"/>
                        <a:pt x="33719" y="52808"/>
                      </a:cubicBezTo>
                      <a:cubicBezTo>
                        <a:pt x="33909" y="52427"/>
                        <a:pt x="34004" y="52046"/>
                        <a:pt x="34004" y="51665"/>
                      </a:cubicBezTo>
                      <a:cubicBezTo>
                        <a:pt x="34004" y="50998"/>
                        <a:pt x="33624" y="50141"/>
                        <a:pt x="32861" y="48998"/>
                      </a:cubicBezTo>
                      <a:cubicBezTo>
                        <a:pt x="31909" y="47664"/>
                        <a:pt x="31433" y="46807"/>
                        <a:pt x="31242" y="46331"/>
                      </a:cubicBezTo>
                      <a:lnTo>
                        <a:pt x="31909" y="45093"/>
                      </a:lnTo>
                      <a:lnTo>
                        <a:pt x="28575" y="43950"/>
                      </a:lnTo>
                      <a:cubicBezTo>
                        <a:pt x="28575" y="43950"/>
                        <a:pt x="28861" y="43664"/>
                        <a:pt x="29146" y="43664"/>
                      </a:cubicBezTo>
                      <a:cubicBezTo>
                        <a:pt x="29528" y="43664"/>
                        <a:pt x="29909" y="43950"/>
                        <a:pt x="30575" y="44616"/>
                      </a:cubicBezTo>
                      <a:cubicBezTo>
                        <a:pt x="30575" y="42521"/>
                        <a:pt x="29528" y="40806"/>
                        <a:pt x="27623" y="39568"/>
                      </a:cubicBezTo>
                      <a:cubicBezTo>
                        <a:pt x="27051" y="40140"/>
                        <a:pt x="26765" y="41092"/>
                        <a:pt x="26861" y="42616"/>
                      </a:cubicBezTo>
                      <a:cubicBezTo>
                        <a:pt x="26861" y="44140"/>
                        <a:pt x="26575" y="45093"/>
                        <a:pt x="26004" y="45474"/>
                      </a:cubicBezTo>
                      <a:lnTo>
                        <a:pt x="25622" y="45093"/>
                      </a:lnTo>
                      <a:lnTo>
                        <a:pt x="25337" y="45474"/>
                      </a:lnTo>
                      <a:cubicBezTo>
                        <a:pt x="26289" y="46045"/>
                        <a:pt x="26670" y="46998"/>
                        <a:pt x="26670" y="48426"/>
                      </a:cubicBezTo>
                      <a:cubicBezTo>
                        <a:pt x="26670" y="48712"/>
                        <a:pt x="26670" y="48998"/>
                        <a:pt x="26670" y="49569"/>
                      </a:cubicBezTo>
                      <a:lnTo>
                        <a:pt x="26670" y="50617"/>
                      </a:lnTo>
                      <a:cubicBezTo>
                        <a:pt x="26670" y="51379"/>
                        <a:pt x="26670" y="52046"/>
                        <a:pt x="27051" y="52522"/>
                      </a:cubicBezTo>
                      <a:cubicBezTo>
                        <a:pt x="26765" y="53189"/>
                        <a:pt x="26670" y="54237"/>
                        <a:pt x="26670" y="55761"/>
                      </a:cubicBezTo>
                      <a:cubicBezTo>
                        <a:pt x="26670" y="57285"/>
                        <a:pt x="26575" y="58237"/>
                        <a:pt x="26289" y="58904"/>
                      </a:cubicBezTo>
                      <a:cubicBezTo>
                        <a:pt x="26289" y="59285"/>
                        <a:pt x="26480" y="59952"/>
                        <a:pt x="26670" y="60809"/>
                      </a:cubicBezTo>
                      <a:cubicBezTo>
                        <a:pt x="26861" y="61761"/>
                        <a:pt x="26956" y="62428"/>
                        <a:pt x="26956" y="62809"/>
                      </a:cubicBezTo>
                      <a:cubicBezTo>
                        <a:pt x="26956" y="63381"/>
                        <a:pt x="26956" y="63762"/>
                        <a:pt x="26575" y="64143"/>
                      </a:cubicBezTo>
                      <a:lnTo>
                        <a:pt x="27337" y="64809"/>
                      </a:lnTo>
                      <a:lnTo>
                        <a:pt x="26575" y="64809"/>
                      </a:lnTo>
                      <a:cubicBezTo>
                        <a:pt x="26575" y="64809"/>
                        <a:pt x="26670" y="65571"/>
                        <a:pt x="26670" y="65952"/>
                      </a:cubicBezTo>
                      <a:cubicBezTo>
                        <a:pt x="26670" y="68143"/>
                        <a:pt x="25718" y="69572"/>
                        <a:pt x="24003" y="70239"/>
                      </a:cubicBezTo>
                      <a:cubicBezTo>
                        <a:pt x="22098" y="70048"/>
                        <a:pt x="20288" y="69953"/>
                        <a:pt x="18383" y="69858"/>
                      </a:cubicBezTo>
                      <a:cubicBezTo>
                        <a:pt x="16002" y="69667"/>
                        <a:pt x="14288" y="69000"/>
                        <a:pt x="13240" y="68048"/>
                      </a:cubicBezTo>
                      <a:cubicBezTo>
                        <a:pt x="13335" y="64428"/>
                        <a:pt x="13240" y="58523"/>
                        <a:pt x="12954" y="50617"/>
                      </a:cubicBezTo>
                      <a:lnTo>
                        <a:pt x="13907" y="49665"/>
                      </a:lnTo>
                      <a:cubicBezTo>
                        <a:pt x="13907" y="49665"/>
                        <a:pt x="13240" y="48807"/>
                        <a:pt x="13240" y="48141"/>
                      </a:cubicBezTo>
                      <a:cubicBezTo>
                        <a:pt x="13240" y="47855"/>
                        <a:pt x="13240" y="47474"/>
                        <a:pt x="13431" y="46807"/>
                      </a:cubicBezTo>
                      <a:cubicBezTo>
                        <a:pt x="13526" y="46140"/>
                        <a:pt x="13621" y="45759"/>
                        <a:pt x="13621" y="45474"/>
                      </a:cubicBezTo>
                      <a:cubicBezTo>
                        <a:pt x="13621" y="44807"/>
                        <a:pt x="13431" y="44331"/>
                        <a:pt x="12954" y="43950"/>
                      </a:cubicBezTo>
                      <a:lnTo>
                        <a:pt x="13240" y="36901"/>
                      </a:lnTo>
                      <a:cubicBezTo>
                        <a:pt x="13240" y="36901"/>
                        <a:pt x="13811" y="36234"/>
                        <a:pt x="13811" y="35758"/>
                      </a:cubicBezTo>
                      <a:cubicBezTo>
                        <a:pt x="13811" y="35377"/>
                        <a:pt x="13621" y="34806"/>
                        <a:pt x="13240" y="33948"/>
                      </a:cubicBezTo>
                      <a:cubicBezTo>
                        <a:pt x="12859" y="33186"/>
                        <a:pt x="12573" y="32520"/>
                        <a:pt x="12573" y="32234"/>
                      </a:cubicBezTo>
                      <a:cubicBezTo>
                        <a:pt x="13145" y="31377"/>
                        <a:pt x="13335" y="30329"/>
                        <a:pt x="13335" y="29091"/>
                      </a:cubicBezTo>
                      <a:cubicBezTo>
                        <a:pt x="13335" y="26900"/>
                        <a:pt x="13335" y="25852"/>
                        <a:pt x="13335" y="25662"/>
                      </a:cubicBezTo>
                      <a:cubicBezTo>
                        <a:pt x="13907" y="25662"/>
                        <a:pt x="14288" y="25662"/>
                        <a:pt x="14383" y="25376"/>
                      </a:cubicBezTo>
                      <a:cubicBezTo>
                        <a:pt x="14383" y="25090"/>
                        <a:pt x="14288" y="24900"/>
                        <a:pt x="14097" y="24804"/>
                      </a:cubicBezTo>
                      <a:lnTo>
                        <a:pt x="13526" y="24804"/>
                      </a:lnTo>
                      <a:cubicBezTo>
                        <a:pt x="13526" y="24804"/>
                        <a:pt x="13145" y="24804"/>
                        <a:pt x="13145" y="24804"/>
                      </a:cubicBezTo>
                      <a:cubicBezTo>
                        <a:pt x="13145" y="24328"/>
                        <a:pt x="13526" y="24138"/>
                        <a:pt x="14002" y="24328"/>
                      </a:cubicBezTo>
                      <a:cubicBezTo>
                        <a:pt x="14478" y="24519"/>
                        <a:pt x="14859" y="24519"/>
                        <a:pt x="15050" y="24138"/>
                      </a:cubicBezTo>
                      <a:lnTo>
                        <a:pt x="15336" y="25185"/>
                      </a:lnTo>
                      <a:cubicBezTo>
                        <a:pt x="15336" y="25185"/>
                        <a:pt x="15621" y="24900"/>
                        <a:pt x="15812" y="24900"/>
                      </a:cubicBezTo>
                      <a:cubicBezTo>
                        <a:pt x="15812" y="24900"/>
                        <a:pt x="15907" y="24900"/>
                        <a:pt x="16097" y="24995"/>
                      </a:cubicBezTo>
                      <a:cubicBezTo>
                        <a:pt x="16193" y="24995"/>
                        <a:pt x="16288" y="25090"/>
                        <a:pt x="16383" y="25090"/>
                      </a:cubicBezTo>
                      <a:cubicBezTo>
                        <a:pt x="16479" y="25090"/>
                        <a:pt x="16573" y="24900"/>
                        <a:pt x="16573" y="24519"/>
                      </a:cubicBezTo>
                      <a:lnTo>
                        <a:pt x="16002" y="23852"/>
                      </a:lnTo>
                      <a:cubicBezTo>
                        <a:pt x="16002" y="23852"/>
                        <a:pt x="16573" y="24138"/>
                        <a:pt x="17050" y="24519"/>
                      </a:cubicBezTo>
                      <a:cubicBezTo>
                        <a:pt x="17431" y="24900"/>
                        <a:pt x="17812" y="25090"/>
                        <a:pt x="18098" y="25185"/>
                      </a:cubicBezTo>
                      <a:cubicBezTo>
                        <a:pt x="18098" y="25090"/>
                        <a:pt x="18193" y="24900"/>
                        <a:pt x="18383" y="24709"/>
                      </a:cubicBezTo>
                      <a:cubicBezTo>
                        <a:pt x="18479" y="24519"/>
                        <a:pt x="18574" y="24328"/>
                        <a:pt x="18574" y="24138"/>
                      </a:cubicBezTo>
                      <a:lnTo>
                        <a:pt x="18193" y="24138"/>
                      </a:lnTo>
                      <a:cubicBezTo>
                        <a:pt x="18193" y="24138"/>
                        <a:pt x="18669" y="23757"/>
                        <a:pt x="19050" y="23376"/>
                      </a:cubicBezTo>
                      <a:cubicBezTo>
                        <a:pt x="19336" y="22995"/>
                        <a:pt x="19621" y="22804"/>
                        <a:pt x="20003" y="22804"/>
                      </a:cubicBezTo>
                      <a:cubicBezTo>
                        <a:pt x="20193" y="22804"/>
                        <a:pt x="20384" y="22804"/>
                        <a:pt x="20574" y="23090"/>
                      </a:cubicBezTo>
                      <a:lnTo>
                        <a:pt x="19908" y="22423"/>
                      </a:lnTo>
                      <a:cubicBezTo>
                        <a:pt x="19908" y="22423"/>
                        <a:pt x="20384" y="22042"/>
                        <a:pt x="20193" y="21756"/>
                      </a:cubicBezTo>
                      <a:cubicBezTo>
                        <a:pt x="19717" y="21756"/>
                        <a:pt x="19241" y="21756"/>
                        <a:pt x="18860" y="21756"/>
                      </a:cubicBezTo>
                      <a:cubicBezTo>
                        <a:pt x="18288" y="21756"/>
                        <a:pt x="17526" y="21661"/>
                        <a:pt x="16669" y="21375"/>
                      </a:cubicBezTo>
                      <a:cubicBezTo>
                        <a:pt x="15526" y="21090"/>
                        <a:pt x="14669" y="20804"/>
                        <a:pt x="14097" y="20709"/>
                      </a:cubicBezTo>
                      <a:lnTo>
                        <a:pt x="14764" y="22233"/>
                      </a:lnTo>
                      <a:lnTo>
                        <a:pt x="13145" y="22233"/>
                      </a:lnTo>
                      <a:lnTo>
                        <a:pt x="14097" y="21947"/>
                      </a:lnTo>
                      <a:cubicBezTo>
                        <a:pt x="13907" y="21375"/>
                        <a:pt x="13716" y="20613"/>
                        <a:pt x="13716" y="19566"/>
                      </a:cubicBezTo>
                      <a:cubicBezTo>
                        <a:pt x="13716" y="18613"/>
                        <a:pt x="13621" y="17946"/>
                        <a:pt x="13431" y="17565"/>
                      </a:cubicBezTo>
                      <a:cubicBezTo>
                        <a:pt x="13145" y="16708"/>
                        <a:pt x="13431" y="16137"/>
                        <a:pt x="14478" y="15946"/>
                      </a:cubicBezTo>
                      <a:cubicBezTo>
                        <a:pt x="13621" y="15089"/>
                        <a:pt x="13240" y="14041"/>
                        <a:pt x="13240" y="12708"/>
                      </a:cubicBezTo>
                      <a:cubicBezTo>
                        <a:pt x="13240" y="12136"/>
                        <a:pt x="13335" y="11184"/>
                        <a:pt x="13621" y="9850"/>
                      </a:cubicBezTo>
                      <a:cubicBezTo>
                        <a:pt x="13811" y="8517"/>
                        <a:pt x="14002" y="7469"/>
                        <a:pt x="13907" y="6802"/>
                      </a:cubicBezTo>
                      <a:cubicBezTo>
                        <a:pt x="16193" y="6231"/>
                        <a:pt x="18765" y="5945"/>
                        <a:pt x="21717" y="5945"/>
                      </a:cubicBezTo>
                      <a:cubicBezTo>
                        <a:pt x="23051" y="5945"/>
                        <a:pt x="24099" y="5945"/>
                        <a:pt x="25051" y="6135"/>
                      </a:cubicBezTo>
                      <a:lnTo>
                        <a:pt x="27623" y="8040"/>
                      </a:lnTo>
                      <a:lnTo>
                        <a:pt x="27337" y="8326"/>
                      </a:lnTo>
                      <a:cubicBezTo>
                        <a:pt x="28099" y="8612"/>
                        <a:pt x="28575" y="9374"/>
                        <a:pt x="29052" y="10422"/>
                      </a:cubicBezTo>
                      <a:lnTo>
                        <a:pt x="30004" y="13184"/>
                      </a:lnTo>
                      <a:cubicBezTo>
                        <a:pt x="31147" y="13946"/>
                        <a:pt x="32099" y="15660"/>
                        <a:pt x="32766" y="18423"/>
                      </a:cubicBezTo>
                      <a:cubicBezTo>
                        <a:pt x="33338" y="21185"/>
                        <a:pt x="34386" y="22899"/>
                        <a:pt x="35814" y="23757"/>
                      </a:cubicBezTo>
                      <a:cubicBezTo>
                        <a:pt x="36386" y="24995"/>
                        <a:pt x="37052" y="26900"/>
                        <a:pt x="37910" y="29567"/>
                      </a:cubicBezTo>
                      <a:cubicBezTo>
                        <a:pt x="38291" y="29567"/>
                        <a:pt x="38481" y="29567"/>
                        <a:pt x="38481" y="29757"/>
                      </a:cubicBezTo>
                      <a:cubicBezTo>
                        <a:pt x="38481" y="29853"/>
                        <a:pt x="38481" y="30043"/>
                        <a:pt x="38291" y="30234"/>
                      </a:cubicBezTo>
                      <a:cubicBezTo>
                        <a:pt x="38100" y="30424"/>
                        <a:pt x="38100" y="30615"/>
                        <a:pt x="38100" y="30710"/>
                      </a:cubicBezTo>
                      <a:cubicBezTo>
                        <a:pt x="38100" y="30900"/>
                        <a:pt x="38100" y="30996"/>
                        <a:pt x="38481" y="31091"/>
                      </a:cubicBezTo>
                      <a:cubicBezTo>
                        <a:pt x="40100" y="29853"/>
                        <a:pt x="41053" y="29091"/>
                        <a:pt x="41339" y="28805"/>
                      </a:cubicBezTo>
                      <a:cubicBezTo>
                        <a:pt x="42196" y="28043"/>
                        <a:pt x="42958" y="27186"/>
                        <a:pt x="43434" y="26138"/>
                      </a:cubicBezTo>
                      <a:lnTo>
                        <a:pt x="42196" y="25471"/>
                      </a:lnTo>
                      <a:cubicBezTo>
                        <a:pt x="42196" y="25471"/>
                        <a:pt x="42672" y="24995"/>
                        <a:pt x="43625" y="24709"/>
                      </a:cubicBezTo>
                      <a:cubicBezTo>
                        <a:pt x="44577" y="24519"/>
                        <a:pt x="45054" y="24042"/>
                        <a:pt x="45148" y="23376"/>
                      </a:cubicBezTo>
                      <a:cubicBezTo>
                        <a:pt x="44863" y="23090"/>
                        <a:pt x="44672" y="22709"/>
                        <a:pt x="44672" y="22423"/>
                      </a:cubicBezTo>
                      <a:cubicBezTo>
                        <a:pt x="44672" y="22137"/>
                        <a:pt x="45054" y="21566"/>
                        <a:pt x="45911" y="20804"/>
                      </a:cubicBezTo>
                      <a:cubicBezTo>
                        <a:pt x="46673" y="20042"/>
                        <a:pt x="47149" y="19566"/>
                        <a:pt x="47149" y="19089"/>
                      </a:cubicBezTo>
                      <a:lnTo>
                        <a:pt x="46768" y="18899"/>
                      </a:lnTo>
                      <a:cubicBezTo>
                        <a:pt x="46768" y="18899"/>
                        <a:pt x="47625" y="17851"/>
                        <a:pt x="48102" y="16994"/>
                      </a:cubicBezTo>
                      <a:cubicBezTo>
                        <a:pt x="47720" y="16803"/>
                        <a:pt x="47530" y="16613"/>
                        <a:pt x="47530" y="16327"/>
                      </a:cubicBezTo>
                      <a:cubicBezTo>
                        <a:pt x="47530" y="16232"/>
                        <a:pt x="47530" y="16041"/>
                        <a:pt x="47816" y="15756"/>
                      </a:cubicBezTo>
                      <a:cubicBezTo>
                        <a:pt x="48006" y="15470"/>
                        <a:pt x="48102" y="15279"/>
                        <a:pt x="48102" y="15184"/>
                      </a:cubicBezTo>
                      <a:cubicBezTo>
                        <a:pt x="48292" y="15279"/>
                        <a:pt x="48483" y="15375"/>
                        <a:pt x="48673" y="15375"/>
                      </a:cubicBezTo>
                      <a:cubicBezTo>
                        <a:pt x="49054" y="15375"/>
                        <a:pt x="49245" y="14994"/>
                        <a:pt x="49530" y="14232"/>
                      </a:cubicBezTo>
                      <a:cubicBezTo>
                        <a:pt x="49721" y="13374"/>
                        <a:pt x="50102" y="12993"/>
                        <a:pt x="50768" y="12898"/>
                      </a:cubicBezTo>
                      <a:cubicBezTo>
                        <a:pt x="50673" y="12708"/>
                        <a:pt x="50578" y="12422"/>
                        <a:pt x="50578" y="12136"/>
                      </a:cubicBezTo>
                      <a:cubicBezTo>
                        <a:pt x="50578" y="11469"/>
                        <a:pt x="51054" y="10612"/>
                        <a:pt x="52102" y="9374"/>
                      </a:cubicBezTo>
                      <a:lnTo>
                        <a:pt x="51435" y="8707"/>
                      </a:lnTo>
                      <a:cubicBezTo>
                        <a:pt x="51435" y="8707"/>
                        <a:pt x="51721" y="8231"/>
                        <a:pt x="51721" y="8136"/>
                      </a:cubicBezTo>
                      <a:cubicBezTo>
                        <a:pt x="52102" y="8517"/>
                        <a:pt x="52388" y="8707"/>
                        <a:pt x="52769" y="8707"/>
                      </a:cubicBezTo>
                      <a:cubicBezTo>
                        <a:pt x="53150" y="8707"/>
                        <a:pt x="53626" y="8231"/>
                        <a:pt x="54388" y="7278"/>
                      </a:cubicBezTo>
                      <a:cubicBezTo>
                        <a:pt x="55055" y="6326"/>
                        <a:pt x="55722" y="5850"/>
                        <a:pt x="56388" y="5945"/>
                      </a:cubicBezTo>
                      <a:cubicBezTo>
                        <a:pt x="60770" y="5754"/>
                        <a:pt x="64008" y="6135"/>
                        <a:pt x="66294" y="7088"/>
                      </a:cubicBezTo>
                      <a:cubicBezTo>
                        <a:pt x="66675" y="9850"/>
                        <a:pt x="66961" y="11755"/>
                        <a:pt x="66961" y="12803"/>
                      </a:cubicBezTo>
                      <a:cubicBezTo>
                        <a:pt x="66961" y="14327"/>
                        <a:pt x="66770" y="15660"/>
                        <a:pt x="66294" y="17089"/>
                      </a:cubicBezTo>
                      <a:lnTo>
                        <a:pt x="67246" y="17756"/>
                      </a:lnTo>
                      <a:cubicBezTo>
                        <a:pt x="66770" y="23376"/>
                        <a:pt x="66485" y="30424"/>
                        <a:pt x="66485" y="39092"/>
                      </a:cubicBezTo>
                      <a:lnTo>
                        <a:pt x="66485" y="60999"/>
                      </a:lnTo>
                      <a:close/>
                      <a:moveTo>
                        <a:pt x="16288" y="29472"/>
                      </a:moveTo>
                      <a:lnTo>
                        <a:pt x="16288" y="28805"/>
                      </a:lnTo>
                      <a:lnTo>
                        <a:pt x="14954" y="29472"/>
                      </a:lnTo>
                      <a:lnTo>
                        <a:pt x="16288" y="29472"/>
                      </a:lnTo>
                      <a:close/>
                      <a:moveTo>
                        <a:pt x="17812" y="24423"/>
                      </a:moveTo>
                      <a:cubicBezTo>
                        <a:pt x="17812" y="24423"/>
                        <a:pt x="17431" y="24423"/>
                        <a:pt x="17240" y="24233"/>
                      </a:cubicBezTo>
                      <a:lnTo>
                        <a:pt x="17812" y="24423"/>
                      </a:lnTo>
                      <a:close/>
                      <a:moveTo>
                        <a:pt x="18193" y="8612"/>
                      </a:moveTo>
                      <a:lnTo>
                        <a:pt x="17907" y="9850"/>
                      </a:lnTo>
                      <a:lnTo>
                        <a:pt x="18574" y="9850"/>
                      </a:lnTo>
                      <a:lnTo>
                        <a:pt x="18098" y="8612"/>
                      </a:lnTo>
                      <a:close/>
                      <a:moveTo>
                        <a:pt x="20479" y="12517"/>
                      </a:moveTo>
                      <a:cubicBezTo>
                        <a:pt x="20479" y="12517"/>
                        <a:pt x="20670" y="12422"/>
                        <a:pt x="20860" y="12231"/>
                      </a:cubicBezTo>
                      <a:cubicBezTo>
                        <a:pt x="20670" y="12422"/>
                        <a:pt x="20574" y="12517"/>
                        <a:pt x="20479" y="12517"/>
                      </a:cubicBezTo>
                      <a:cubicBezTo>
                        <a:pt x="20288" y="12517"/>
                        <a:pt x="20098" y="12517"/>
                        <a:pt x="19717" y="12231"/>
                      </a:cubicBezTo>
                      <a:cubicBezTo>
                        <a:pt x="19431" y="12041"/>
                        <a:pt x="19145" y="11946"/>
                        <a:pt x="18955" y="11946"/>
                      </a:cubicBezTo>
                      <a:cubicBezTo>
                        <a:pt x="18765" y="11946"/>
                        <a:pt x="18669" y="11946"/>
                        <a:pt x="18574" y="12231"/>
                      </a:cubicBezTo>
                      <a:cubicBezTo>
                        <a:pt x="19241" y="12708"/>
                        <a:pt x="19812" y="12803"/>
                        <a:pt x="20479" y="12517"/>
                      </a:cubicBezTo>
                      <a:close/>
                      <a:moveTo>
                        <a:pt x="25146" y="26043"/>
                      </a:moveTo>
                      <a:cubicBezTo>
                        <a:pt x="25146" y="26043"/>
                        <a:pt x="25432" y="25662"/>
                        <a:pt x="25432" y="25185"/>
                      </a:cubicBezTo>
                      <a:cubicBezTo>
                        <a:pt x="24955" y="24709"/>
                        <a:pt x="24575" y="24519"/>
                        <a:pt x="24479" y="24519"/>
                      </a:cubicBezTo>
                      <a:cubicBezTo>
                        <a:pt x="24194" y="24709"/>
                        <a:pt x="24099" y="24900"/>
                        <a:pt x="24099" y="25090"/>
                      </a:cubicBezTo>
                      <a:cubicBezTo>
                        <a:pt x="24099" y="25757"/>
                        <a:pt x="24479" y="26043"/>
                        <a:pt x="25146" y="26043"/>
                      </a:cubicBezTo>
                      <a:close/>
                      <a:moveTo>
                        <a:pt x="25146" y="10707"/>
                      </a:moveTo>
                      <a:cubicBezTo>
                        <a:pt x="25146" y="10707"/>
                        <a:pt x="24575" y="11088"/>
                        <a:pt x="24479" y="11469"/>
                      </a:cubicBezTo>
                      <a:cubicBezTo>
                        <a:pt x="24289" y="11850"/>
                        <a:pt x="24289" y="12136"/>
                        <a:pt x="24479" y="12327"/>
                      </a:cubicBezTo>
                      <a:lnTo>
                        <a:pt x="25146" y="10803"/>
                      </a:lnTo>
                      <a:close/>
                      <a:moveTo>
                        <a:pt x="25432" y="16327"/>
                      </a:moveTo>
                      <a:cubicBezTo>
                        <a:pt x="25813" y="15756"/>
                        <a:pt x="26098" y="15375"/>
                        <a:pt x="26098" y="15375"/>
                      </a:cubicBezTo>
                      <a:lnTo>
                        <a:pt x="25432" y="15375"/>
                      </a:lnTo>
                      <a:lnTo>
                        <a:pt x="25432" y="16327"/>
                      </a:lnTo>
                      <a:close/>
                      <a:moveTo>
                        <a:pt x="27623" y="7374"/>
                      </a:moveTo>
                      <a:cubicBezTo>
                        <a:pt x="27623" y="7374"/>
                        <a:pt x="27242" y="7374"/>
                        <a:pt x="27051" y="7374"/>
                      </a:cubicBezTo>
                      <a:lnTo>
                        <a:pt x="27623" y="7374"/>
                      </a:lnTo>
                      <a:close/>
                      <a:moveTo>
                        <a:pt x="27623" y="7374"/>
                      </a:moveTo>
                      <a:lnTo>
                        <a:pt x="28480" y="7088"/>
                      </a:lnTo>
                      <a:cubicBezTo>
                        <a:pt x="28480" y="7088"/>
                        <a:pt x="28194" y="7374"/>
                        <a:pt x="27623" y="7374"/>
                      </a:cubicBezTo>
                      <a:close/>
                      <a:moveTo>
                        <a:pt x="29146" y="38806"/>
                      </a:moveTo>
                      <a:lnTo>
                        <a:pt x="31052" y="38139"/>
                      </a:lnTo>
                      <a:lnTo>
                        <a:pt x="29433" y="38139"/>
                      </a:lnTo>
                      <a:lnTo>
                        <a:pt x="29052" y="38806"/>
                      </a:lnTo>
                      <a:close/>
                      <a:moveTo>
                        <a:pt x="30004" y="325"/>
                      </a:moveTo>
                      <a:cubicBezTo>
                        <a:pt x="30004" y="325"/>
                        <a:pt x="29623" y="325"/>
                        <a:pt x="29528" y="325"/>
                      </a:cubicBezTo>
                      <a:lnTo>
                        <a:pt x="30004" y="325"/>
                      </a:lnTo>
                      <a:close/>
                      <a:moveTo>
                        <a:pt x="30004" y="325"/>
                      </a:moveTo>
                      <a:cubicBezTo>
                        <a:pt x="30004" y="325"/>
                        <a:pt x="30195" y="325"/>
                        <a:pt x="30480" y="135"/>
                      </a:cubicBezTo>
                      <a:cubicBezTo>
                        <a:pt x="30671" y="39"/>
                        <a:pt x="30861" y="-56"/>
                        <a:pt x="30956" y="39"/>
                      </a:cubicBezTo>
                      <a:cubicBezTo>
                        <a:pt x="31147" y="39"/>
                        <a:pt x="31242" y="135"/>
                        <a:pt x="31433" y="325"/>
                      </a:cubicBezTo>
                      <a:lnTo>
                        <a:pt x="30099" y="325"/>
                      </a:lnTo>
                      <a:close/>
                      <a:moveTo>
                        <a:pt x="32481" y="44997"/>
                      </a:moveTo>
                      <a:lnTo>
                        <a:pt x="32481" y="43950"/>
                      </a:lnTo>
                      <a:lnTo>
                        <a:pt x="31814" y="43950"/>
                      </a:lnTo>
                      <a:lnTo>
                        <a:pt x="32481" y="44997"/>
                      </a:lnTo>
                      <a:close/>
                      <a:moveTo>
                        <a:pt x="33624" y="45188"/>
                      </a:moveTo>
                      <a:cubicBezTo>
                        <a:pt x="34290" y="45378"/>
                        <a:pt x="34766" y="45188"/>
                        <a:pt x="35052" y="44521"/>
                      </a:cubicBezTo>
                      <a:cubicBezTo>
                        <a:pt x="34576" y="44521"/>
                        <a:pt x="34195" y="44426"/>
                        <a:pt x="34100" y="44235"/>
                      </a:cubicBezTo>
                      <a:lnTo>
                        <a:pt x="34386" y="43854"/>
                      </a:lnTo>
                      <a:lnTo>
                        <a:pt x="33719" y="43854"/>
                      </a:lnTo>
                      <a:lnTo>
                        <a:pt x="33719" y="45093"/>
                      </a:lnTo>
                      <a:close/>
                      <a:moveTo>
                        <a:pt x="36957" y="22042"/>
                      </a:moveTo>
                      <a:cubicBezTo>
                        <a:pt x="36957" y="22042"/>
                        <a:pt x="36290" y="21852"/>
                        <a:pt x="35909" y="21471"/>
                      </a:cubicBezTo>
                      <a:cubicBezTo>
                        <a:pt x="35623" y="21090"/>
                        <a:pt x="35243" y="20899"/>
                        <a:pt x="34957" y="20899"/>
                      </a:cubicBezTo>
                      <a:lnTo>
                        <a:pt x="36957" y="20232"/>
                      </a:lnTo>
                      <a:lnTo>
                        <a:pt x="36957" y="22042"/>
                      </a:lnTo>
                      <a:close/>
                      <a:moveTo>
                        <a:pt x="36290" y="39282"/>
                      </a:moveTo>
                      <a:cubicBezTo>
                        <a:pt x="36290" y="39282"/>
                        <a:pt x="36005" y="39092"/>
                        <a:pt x="36005" y="39092"/>
                      </a:cubicBezTo>
                      <a:cubicBezTo>
                        <a:pt x="36005" y="38901"/>
                        <a:pt x="36100" y="38520"/>
                        <a:pt x="36672" y="37949"/>
                      </a:cubicBezTo>
                      <a:cubicBezTo>
                        <a:pt x="37148" y="37473"/>
                        <a:pt x="37433" y="37092"/>
                        <a:pt x="37433" y="36901"/>
                      </a:cubicBezTo>
                      <a:cubicBezTo>
                        <a:pt x="36862" y="36901"/>
                        <a:pt x="36290" y="37092"/>
                        <a:pt x="36005" y="37568"/>
                      </a:cubicBezTo>
                      <a:cubicBezTo>
                        <a:pt x="35719" y="38044"/>
                        <a:pt x="35623" y="38520"/>
                        <a:pt x="35719" y="38997"/>
                      </a:cubicBezTo>
                      <a:cubicBezTo>
                        <a:pt x="35719" y="38901"/>
                        <a:pt x="35909" y="38901"/>
                        <a:pt x="36005" y="38997"/>
                      </a:cubicBezTo>
                      <a:cubicBezTo>
                        <a:pt x="36005" y="39092"/>
                        <a:pt x="36005" y="39187"/>
                        <a:pt x="36290" y="39187"/>
                      </a:cubicBezTo>
                      <a:close/>
                      <a:moveTo>
                        <a:pt x="36957" y="18804"/>
                      </a:moveTo>
                      <a:cubicBezTo>
                        <a:pt x="36957" y="18804"/>
                        <a:pt x="36386" y="18804"/>
                        <a:pt x="36100" y="18613"/>
                      </a:cubicBezTo>
                      <a:cubicBezTo>
                        <a:pt x="35909" y="18327"/>
                        <a:pt x="35814" y="18137"/>
                        <a:pt x="36005" y="17946"/>
                      </a:cubicBezTo>
                      <a:lnTo>
                        <a:pt x="36957" y="17946"/>
                      </a:lnTo>
                      <a:lnTo>
                        <a:pt x="36957" y="18804"/>
                      </a:lnTo>
                      <a:close/>
                      <a:moveTo>
                        <a:pt x="39910" y="23661"/>
                      </a:moveTo>
                      <a:cubicBezTo>
                        <a:pt x="38767" y="24042"/>
                        <a:pt x="38005" y="24042"/>
                        <a:pt x="37624" y="23661"/>
                      </a:cubicBezTo>
                      <a:lnTo>
                        <a:pt x="38291" y="22709"/>
                      </a:lnTo>
                      <a:lnTo>
                        <a:pt x="39910" y="23661"/>
                      </a:lnTo>
                      <a:close/>
                      <a:moveTo>
                        <a:pt x="38958" y="17280"/>
                      </a:moveTo>
                      <a:cubicBezTo>
                        <a:pt x="38958" y="17280"/>
                        <a:pt x="38481" y="17565"/>
                        <a:pt x="37815" y="17565"/>
                      </a:cubicBezTo>
                      <a:lnTo>
                        <a:pt x="37815" y="16422"/>
                      </a:lnTo>
                      <a:lnTo>
                        <a:pt x="38958" y="17375"/>
                      </a:lnTo>
                      <a:close/>
                      <a:moveTo>
                        <a:pt x="38767" y="34996"/>
                      </a:moveTo>
                      <a:lnTo>
                        <a:pt x="40481" y="34996"/>
                      </a:lnTo>
                      <a:cubicBezTo>
                        <a:pt x="40481" y="34520"/>
                        <a:pt x="40481" y="34234"/>
                        <a:pt x="40196" y="34234"/>
                      </a:cubicBezTo>
                      <a:cubicBezTo>
                        <a:pt x="40196" y="34234"/>
                        <a:pt x="39720" y="34520"/>
                        <a:pt x="38767" y="34996"/>
                      </a:cubicBezTo>
                      <a:lnTo>
                        <a:pt x="38291" y="34996"/>
                      </a:lnTo>
                      <a:cubicBezTo>
                        <a:pt x="38291" y="34996"/>
                        <a:pt x="38577" y="35187"/>
                        <a:pt x="38767" y="34996"/>
                      </a:cubicBezTo>
                      <a:close/>
                      <a:moveTo>
                        <a:pt x="38291" y="44521"/>
                      </a:moveTo>
                      <a:cubicBezTo>
                        <a:pt x="38291" y="44521"/>
                        <a:pt x="38958" y="44331"/>
                        <a:pt x="39243" y="43854"/>
                      </a:cubicBezTo>
                      <a:cubicBezTo>
                        <a:pt x="39529" y="43378"/>
                        <a:pt x="39624" y="42997"/>
                        <a:pt x="39529" y="42711"/>
                      </a:cubicBezTo>
                      <a:cubicBezTo>
                        <a:pt x="39148" y="42711"/>
                        <a:pt x="38958" y="43092"/>
                        <a:pt x="38767" y="43569"/>
                      </a:cubicBezTo>
                      <a:cubicBezTo>
                        <a:pt x="38671" y="44045"/>
                        <a:pt x="38481" y="44426"/>
                        <a:pt x="38291" y="44616"/>
                      </a:cubicBezTo>
                      <a:close/>
                      <a:moveTo>
                        <a:pt x="39910" y="14708"/>
                      </a:moveTo>
                      <a:lnTo>
                        <a:pt x="38958" y="15279"/>
                      </a:lnTo>
                      <a:lnTo>
                        <a:pt x="38481" y="14708"/>
                      </a:lnTo>
                      <a:lnTo>
                        <a:pt x="39814" y="14708"/>
                      </a:lnTo>
                      <a:close/>
                      <a:moveTo>
                        <a:pt x="40863" y="10326"/>
                      </a:moveTo>
                      <a:lnTo>
                        <a:pt x="40863" y="10612"/>
                      </a:lnTo>
                      <a:lnTo>
                        <a:pt x="39910" y="9469"/>
                      </a:lnTo>
                      <a:lnTo>
                        <a:pt x="40863" y="10422"/>
                      </a:lnTo>
                      <a:close/>
                      <a:moveTo>
                        <a:pt x="40863" y="32996"/>
                      </a:moveTo>
                      <a:lnTo>
                        <a:pt x="40863" y="32520"/>
                      </a:lnTo>
                      <a:cubicBezTo>
                        <a:pt x="40863" y="32520"/>
                        <a:pt x="40386" y="32139"/>
                        <a:pt x="39910" y="32139"/>
                      </a:cubicBezTo>
                      <a:lnTo>
                        <a:pt x="40863" y="32996"/>
                      </a:lnTo>
                      <a:close/>
                      <a:moveTo>
                        <a:pt x="43529" y="21661"/>
                      </a:moveTo>
                      <a:lnTo>
                        <a:pt x="43244" y="21947"/>
                      </a:lnTo>
                      <a:lnTo>
                        <a:pt x="42577" y="20423"/>
                      </a:lnTo>
                      <a:lnTo>
                        <a:pt x="43625" y="21661"/>
                      </a:lnTo>
                      <a:close/>
                      <a:moveTo>
                        <a:pt x="43529" y="32996"/>
                      </a:moveTo>
                      <a:cubicBezTo>
                        <a:pt x="43529" y="32996"/>
                        <a:pt x="44291" y="33091"/>
                        <a:pt x="45148" y="33377"/>
                      </a:cubicBezTo>
                      <a:lnTo>
                        <a:pt x="44863" y="32520"/>
                      </a:lnTo>
                      <a:lnTo>
                        <a:pt x="43529" y="32996"/>
                      </a:lnTo>
                      <a:close/>
                      <a:moveTo>
                        <a:pt x="45815" y="17756"/>
                      </a:moveTo>
                      <a:lnTo>
                        <a:pt x="45530" y="18042"/>
                      </a:lnTo>
                      <a:lnTo>
                        <a:pt x="44482" y="17184"/>
                      </a:lnTo>
                      <a:cubicBezTo>
                        <a:pt x="44482" y="17184"/>
                        <a:pt x="45244" y="17375"/>
                        <a:pt x="45815" y="17851"/>
                      </a:cubicBezTo>
                      <a:close/>
                      <a:moveTo>
                        <a:pt x="46101" y="28995"/>
                      </a:moveTo>
                      <a:lnTo>
                        <a:pt x="46101" y="28710"/>
                      </a:lnTo>
                      <a:lnTo>
                        <a:pt x="45148" y="29948"/>
                      </a:lnTo>
                      <a:lnTo>
                        <a:pt x="46101" y="29091"/>
                      </a:lnTo>
                      <a:close/>
                      <a:moveTo>
                        <a:pt x="47720" y="20137"/>
                      </a:moveTo>
                      <a:lnTo>
                        <a:pt x="47720" y="19470"/>
                      </a:lnTo>
                      <a:lnTo>
                        <a:pt x="47244" y="20709"/>
                      </a:lnTo>
                      <a:lnTo>
                        <a:pt x="47720" y="20042"/>
                      </a:lnTo>
                      <a:close/>
                      <a:moveTo>
                        <a:pt x="50768" y="18232"/>
                      </a:moveTo>
                      <a:lnTo>
                        <a:pt x="51435" y="18232"/>
                      </a:lnTo>
                      <a:cubicBezTo>
                        <a:pt x="51149" y="17565"/>
                        <a:pt x="50578" y="16994"/>
                        <a:pt x="49721" y="16708"/>
                      </a:cubicBezTo>
                      <a:lnTo>
                        <a:pt x="50959" y="17946"/>
                      </a:lnTo>
                      <a:lnTo>
                        <a:pt x="50673" y="18232"/>
                      </a:lnTo>
                      <a:close/>
                      <a:moveTo>
                        <a:pt x="49721" y="32996"/>
                      </a:moveTo>
                      <a:lnTo>
                        <a:pt x="50768" y="32139"/>
                      </a:lnTo>
                      <a:lnTo>
                        <a:pt x="49721" y="32139"/>
                      </a:lnTo>
                      <a:lnTo>
                        <a:pt x="49721" y="32996"/>
                      </a:lnTo>
                      <a:close/>
                      <a:moveTo>
                        <a:pt x="53245" y="24804"/>
                      </a:moveTo>
                      <a:cubicBezTo>
                        <a:pt x="53816" y="24804"/>
                        <a:pt x="54293" y="24804"/>
                        <a:pt x="54769" y="24614"/>
                      </a:cubicBezTo>
                      <a:cubicBezTo>
                        <a:pt x="55245" y="24614"/>
                        <a:pt x="55626" y="24233"/>
                        <a:pt x="55817" y="23471"/>
                      </a:cubicBezTo>
                      <a:cubicBezTo>
                        <a:pt x="55722" y="23471"/>
                        <a:pt x="54864" y="24042"/>
                        <a:pt x="53245" y="24709"/>
                      </a:cubicBezTo>
                      <a:close/>
                      <a:moveTo>
                        <a:pt x="56198" y="9374"/>
                      </a:moveTo>
                      <a:lnTo>
                        <a:pt x="57436" y="9660"/>
                      </a:lnTo>
                      <a:cubicBezTo>
                        <a:pt x="57055" y="8898"/>
                        <a:pt x="56769" y="8517"/>
                        <a:pt x="56769" y="8421"/>
                      </a:cubicBezTo>
                      <a:lnTo>
                        <a:pt x="56198" y="9279"/>
                      </a:lnTo>
                      <a:close/>
                      <a:moveTo>
                        <a:pt x="56483" y="2611"/>
                      </a:moveTo>
                      <a:lnTo>
                        <a:pt x="57245" y="2230"/>
                      </a:lnTo>
                      <a:cubicBezTo>
                        <a:pt x="57245" y="2230"/>
                        <a:pt x="57721" y="2230"/>
                        <a:pt x="57912" y="2611"/>
                      </a:cubicBezTo>
                      <a:lnTo>
                        <a:pt x="56483" y="2611"/>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 name="Google Shape;989;p99"/>
                <p:cNvSpPr/>
                <p:nvPr/>
              </p:nvSpPr>
              <p:spPr>
                <a:xfrm>
                  <a:off x="8532304" y="1607534"/>
                  <a:ext cx="66675" cy="75057"/>
                </a:xfrm>
                <a:custGeom>
                  <a:avLst/>
                  <a:gdLst/>
                  <a:ahLst/>
                  <a:cxnLst/>
                  <a:rect l="l" t="t" r="r" b="b"/>
                  <a:pathLst>
                    <a:path w="66675" h="75057" extrusionOk="0">
                      <a:moveTo>
                        <a:pt x="51911" y="61341"/>
                      </a:moveTo>
                      <a:cubicBezTo>
                        <a:pt x="51721" y="62103"/>
                        <a:pt x="51625" y="62865"/>
                        <a:pt x="51625" y="63532"/>
                      </a:cubicBezTo>
                      <a:cubicBezTo>
                        <a:pt x="51625" y="64580"/>
                        <a:pt x="51911" y="65818"/>
                        <a:pt x="52482" y="67247"/>
                      </a:cubicBezTo>
                      <a:cubicBezTo>
                        <a:pt x="53244" y="68961"/>
                        <a:pt x="53721" y="70104"/>
                        <a:pt x="53816" y="70580"/>
                      </a:cubicBezTo>
                      <a:cubicBezTo>
                        <a:pt x="54102" y="70961"/>
                        <a:pt x="54292" y="71247"/>
                        <a:pt x="54292" y="71533"/>
                      </a:cubicBezTo>
                      <a:cubicBezTo>
                        <a:pt x="54292" y="71914"/>
                        <a:pt x="54007" y="72390"/>
                        <a:pt x="53530" y="72866"/>
                      </a:cubicBezTo>
                      <a:cubicBezTo>
                        <a:pt x="52768" y="73628"/>
                        <a:pt x="52388" y="74105"/>
                        <a:pt x="52292" y="74295"/>
                      </a:cubicBezTo>
                      <a:cubicBezTo>
                        <a:pt x="51721" y="74200"/>
                        <a:pt x="51054" y="74105"/>
                        <a:pt x="50387" y="74105"/>
                      </a:cubicBezTo>
                      <a:cubicBezTo>
                        <a:pt x="49720" y="74105"/>
                        <a:pt x="48673" y="74105"/>
                        <a:pt x="47339" y="74295"/>
                      </a:cubicBezTo>
                      <a:cubicBezTo>
                        <a:pt x="46005" y="74486"/>
                        <a:pt x="44958" y="74486"/>
                        <a:pt x="44386" y="74486"/>
                      </a:cubicBezTo>
                      <a:cubicBezTo>
                        <a:pt x="41910" y="74486"/>
                        <a:pt x="40195" y="73819"/>
                        <a:pt x="39148" y="72390"/>
                      </a:cubicBezTo>
                      <a:cubicBezTo>
                        <a:pt x="39528" y="71723"/>
                        <a:pt x="39719" y="71057"/>
                        <a:pt x="39719" y="70485"/>
                      </a:cubicBezTo>
                      <a:cubicBezTo>
                        <a:pt x="39719" y="69628"/>
                        <a:pt x="39243" y="68675"/>
                        <a:pt x="38195" y="67628"/>
                      </a:cubicBezTo>
                      <a:cubicBezTo>
                        <a:pt x="36862" y="66199"/>
                        <a:pt x="36004" y="65246"/>
                        <a:pt x="35814" y="64770"/>
                      </a:cubicBezTo>
                      <a:cubicBezTo>
                        <a:pt x="35528" y="64675"/>
                        <a:pt x="35242" y="64580"/>
                        <a:pt x="34861" y="64580"/>
                      </a:cubicBezTo>
                      <a:cubicBezTo>
                        <a:pt x="34385" y="64580"/>
                        <a:pt x="33623" y="64675"/>
                        <a:pt x="32575" y="64960"/>
                      </a:cubicBezTo>
                      <a:cubicBezTo>
                        <a:pt x="31528" y="65151"/>
                        <a:pt x="30766" y="65342"/>
                        <a:pt x="30289" y="65342"/>
                      </a:cubicBezTo>
                      <a:cubicBezTo>
                        <a:pt x="29146" y="65342"/>
                        <a:pt x="28384" y="64865"/>
                        <a:pt x="28098" y="63913"/>
                      </a:cubicBezTo>
                      <a:lnTo>
                        <a:pt x="27431" y="63913"/>
                      </a:lnTo>
                      <a:cubicBezTo>
                        <a:pt x="27431" y="63913"/>
                        <a:pt x="27431" y="63056"/>
                        <a:pt x="27241" y="62484"/>
                      </a:cubicBezTo>
                      <a:cubicBezTo>
                        <a:pt x="27051" y="61817"/>
                        <a:pt x="26955" y="61436"/>
                        <a:pt x="26955" y="61246"/>
                      </a:cubicBezTo>
                      <a:cubicBezTo>
                        <a:pt x="26955" y="60865"/>
                        <a:pt x="27146" y="60484"/>
                        <a:pt x="27431" y="60198"/>
                      </a:cubicBezTo>
                      <a:cubicBezTo>
                        <a:pt x="27146" y="59817"/>
                        <a:pt x="27051" y="59436"/>
                        <a:pt x="27051" y="59055"/>
                      </a:cubicBezTo>
                      <a:cubicBezTo>
                        <a:pt x="27051" y="58769"/>
                        <a:pt x="27241" y="58293"/>
                        <a:pt x="27431" y="57626"/>
                      </a:cubicBezTo>
                      <a:cubicBezTo>
                        <a:pt x="27717" y="57055"/>
                        <a:pt x="27908" y="56579"/>
                        <a:pt x="27908" y="56198"/>
                      </a:cubicBezTo>
                      <a:cubicBezTo>
                        <a:pt x="27908" y="56007"/>
                        <a:pt x="27813" y="55721"/>
                        <a:pt x="27717" y="55531"/>
                      </a:cubicBezTo>
                      <a:cubicBezTo>
                        <a:pt x="28194" y="54769"/>
                        <a:pt x="29718" y="54293"/>
                        <a:pt x="32194" y="54293"/>
                      </a:cubicBezTo>
                      <a:cubicBezTo>
                        <a:pt x="34480" y="54293"/>
                        <a:pt x="35623" y="53816"/>
                        <a:pt x="35623" y="53150"/>
                      </a:cubicBezTo>
                      <a:cubicBezTo>
                        <a:pt x="35623" y="52769"/>
                        <a:pt x="35337" y="52102"/>
                        <a:pt x="34671" y="51245"/>
                      </a:cubicBezTo>
                      <a:lnTo>
                        <a:pt x="35814" y="51245"/>
                      </a:lnTo>
                      <a:cubicBezTo>
                        <a:pt x="35814" y="51245"/>
                        <a:pt x="35814" y="52197"/>
                        <a:pt x="36290" y="52769"/>
                      </a:cubicBezTo>
                      <a:cubicBezTo>
                        <a:pt x="36480" y="52578"/>
                        <a:pt x="36576" y="52197"/>
                        <a:pt x="36671" y="51435"/>
                      </a:cubicBezTo>
                      <a:cubicBezTo>
                        <a:pt x="36671" y="50959"/>
                        <a:pt x="37052" y="50578"/>
                        <a:pt x="37623" y="50578"/>
                      </a:cubicBezTo>
                      <a:lnTo>
                        <a:pt x="36576" y="49625"/>
                      </a:lnTo>
                      <a:lnTo>
                        <a:pt x="37623" y="49435"/>
                      </a:lnTo>
                      <a:lnTo>
                        <a:pt x="36862" y="48768"/>
                      </a:lnTo>
                      <a:cubicBezTo>
                        <a:pt x="36862" y="48768"/>
                        <a:pt x="37147" y="48959"/>
                        <a:pt x="37242" y="48959"/>
                      </a:cubicBezTo>
                      <a:cubicBezTo>
                        <a:pt x="37528" y="48959"/>
                        <a:pt x="37814" y="48863"/>
                        <a:pt x="38290" y="48578"/>
                      </a:cubicBezTo>
                      <a:cubicBezTo>
                        <a:pt x="38766" y="48387"/>
                        <a:pt x="39052" y="48197"/>
                        <a:pt x="39148" y="48197"/>
                      </a:cubicBezTo>
                      <a:cubicBezTo>
                        <a:pt x="39433" y="48197"/>
                        <a:pt x="39624" y="48482"/>
                        <a:pt x="39624" y="48959"/>
                      </a:cubicBezTo>
                      <a:cubicBezTo>
                        <a:pt x="39528" y="48959"/>
                        <a:pt x="38766" y="49149"/>
                        <a:pt x="37623" y="49625"/>
                      </a:cubicBezTo>
                      <a:cubicBezTo>
                        <a:pt x="37623" y="49625"/>
                        <a:pt x="38100" y="49911"/>
                        <a:pt x="38957" y="50483"/>
                      </a:cubicBezTo>
                      <a:cubicBezTo>
                        <a:pt x="39528" y="50768"/>
                        <a:pt x="39719" y="51149"/>
                        <a:pt x="39719" y="51435"/>
                      </a:cubicBezTo>
                      <a:cubicBezTo>
                        <a:pt x="39719" y="51626"/>
                        <a:pt x="39719" y="51721"/>
                        <a:pt x="39624" y="51911"/>
                      </a:cubicBezTo>
                      <a:cubicBezTo>
                        <a:pt x="39909" y="51721"/>
                        <a:pt x="40100" y="51435"/>
                        <a:pt x="40195" y="51054"/>
                      </a:cubicBezTo>
                      <a:cubicBezTo>
                        <a:pt x="40291" y="50673"/>
                        <a:pt x="40195" y="50292"/>
                        <a:pt x="40195" y="50102"/>
                      </a:cubicBezTo>
                      <a:lnTo>
                        <a:pt x="41338" y="49054"/>
                      </a:lnTo>
                      <a:lnTo>
                        <a:pt x="39052" y="47054"/>
                      </a:lnTo>
                      <a:lnTo>
                        <a:pt x="39338" y="46673"/>
                      </a:lnTo>
                      <a:cubicBezTo>
                        <a:pt x="39338" y="46673"/>
                        <a:pt x="38957" y="46387"/>
                        <a:pt x="38766" y="46387"/>
                      </a:cubicBezTo>
                      <a:cubicBezTo>
                        <a:pt x="38671" y="46387"/>
                        <a:pt x="38385" y="46482"/>
                        <a:pt x="38005" y="46768"/>
                      </a:cubicBezTo>
                      <a:cubicBezTo>
                        <a:pt x="37623" y="47054"/>
                        <a:pt x="37338" y="47149"/>
                        <a:pt x="36956" y="47054"/>
                      </a:cubicBezTo>
                      <a:cubicBezTo>
                        <a:pt x="36862" y="47054"/>
                        <a:pt x="36100" y="47054"/>
                        <a:pt x="34671" y="47054"/>
                      </a:cubicBezTo>
                      <a:cubicBezTo>
                        <a:pt x="33909" y="47054"/>
                        <a:pt x="33432" y="46577"/>
                        <a:pt x="33338" y="45530"/>
                      </a:cubicBezTo>
                      <a:cubicBezTo>
                        <a:pt x="32956" y="45339"/>
                        <a:pt x="32671" y="45053"/>
                        <a:pt x="32671" y="44577"/>
                      </a:cubicBezTo>
                      <a:cubicBezTo>
                        <a:pt x="32671" y="44387"/>
                        <a:pt x="32671" y="44006"/>
                        <a:pt x="32861" y="43529"/>
                      </a:cubicBezTo>
                      <a:cubicBezTo>
                        <a:pt x="32861" y="43053"/>
                        <a:pt x="33051" y="42672"/>
                        <a:pt x="33051" y="42386"/>
                      </a:cubicBezTo>
                      <a:cubicBezTo>
                        <a:pt x="33051" y="41720"/>
                        <a:pt x="32575" y="41339"/>
                        <a:pt x="31622" y="41148"/>
                      </a:cubicBezTo>
                      <a:cubicBezTo>
                        <a:pt x="31432" y="40862"/>
                        <a:pt x="31337" y="40577"/>
                        <a:pt x="31337" y="40196"/>
                      </a:cubicBezTo>
                      <a:cubicBezTo>
                        <a:pt x="31337" y="40005"/>
                        <a:pt x="31337" y="39815"/>
                        <a:pt x="31337" y="39434"/>
                      </a:cubicBezTo>
                      <a:cubicBezTo>
                        <a:pt x="31337" y="39053"/>
                        <a:pt x="31337" y="38862"/>
                        <a:pt x="31337" y="38672"/>
                      </a:cubicBezTo>
                      <a:cubicBezTo>
                        <a:pt x="31337" y="38100"/>
                        <a:pt x="31051" y="37719"/>
                        <a:pt x="30480" y="37338"/>
                      </a:cubicBezTo>
                      <a:lnTo>
                        <a:pt x="29527" y="37052"/>
                      </a:lnTo>
                      <a:cubicBezTo>
                        <a:pt x="30003" y="36576"/>
                        <a:pt x="30194" y="36005"/>
                        <a:pt x="30194" y="35433"/>
                      </a:cubicBezTo>
                      <a:cubicBezTo>
                        <a:pt x="30194" y="34957"/>
                        <a:pt x="30003" y="34195"/>
                        <a:pt x="29623" y="33433"/>
                      </a:cubicBezTo>
                      <a:cubicBezTo>
                        <a:pt x="29337" y="32861"/>
                        <a:pt x="28956" y="32195"/>
                        <a:pt x="28575" y="31623"/>
                      </a:cubicBezTo>
                      <a:cubicBezTo>
                        <a:pt x="28860" y="31433"/>
                        <a:pt x="29051" y="31242"/>
                        <a:pt x="29051" y="30861"/>
                      </a:cubicBezTo>
                      <a:cubicBezTo>
                        <a:pt x="29051" y="30480"/>
                        <a:pt x="29051" y="30194"/>
                        <a:pt x="28575" y="30004"/>
                      </a:cubicBezTo>
                      <a:lnTo>
                        <a:pt x="27241" y="30290"/>
                      </a:lnTo>
                      <a:lnTo>
                        <a:pt x="26955" y="28004"/>
                      </a:lnTo>
                      <a:cubicBezTo>
                        <a:pt x="26955" y="28004"/>
                        <a:pt x="26289" y="28480"/>
                        <a:pt x="26289" y="28956"/>
                      </a:cubicBezTo>
                      <a:cubicBezTo>
                        <a:pt x="26289" y="29432"/>
                        <a:pt x="25908" y="29813"/>
                        <a:pt x="25336" y="30004"/>
                      </a:cubicBezTo>
                      <a:cubicBezTo>
                        <a:pt x="25432" y="30385"/>
                        <a:pt x="25527" y="30671"/>
                        <a:pt x="25527" y="30861"/>
                      </a:cubicBezTo>
                      <a:cubicBezTo>
                        <a:pt x="25527" y="31337"/>
                        <a:pt x="25336" y="32004"/>
                        <a:pt x="24860" y="32861"/>
                      </a:cubicBezTo>
                      <a:cubicBezTo>
                        <a:pt x="24384" y="33719"/>
                        <a:pt x="24193" y="34576"/>
                        <a:pt x="24289" y="35528"/>
                      </a:cubicBezTo>
                      <a:cubicBezTo>
                        <a:pt x="23431" y="35909"/>
                        <a:pt x="22955" y="36671"/>
                        <a:pt x="22860" y="37719"/>
                      </a:cubicBezTo>
                      <a:cubicBezTo>
                        <a:pt x="22669" y="39148"/>
                        <a:pt x="22574" y="39910"/>
                        <a:pt x="22384" y="40100"/>
                      </a:cubicBezTo>
                      <a:cubicBezTo>
                        <a:pt x="22097" y="40100"/>
                        <a:pt x="21717" y="40481"/>
                        <a:pt x="21336" y="41243"/>
                      </a:cubicBezTo>
                      <a:cubicBezTo>
                        <a:pt x="20859" y="42291"/>
                        <a:pt x="20288" y="42958"/>
                        <a:pt x="19716" y="43244"/>
                      </a:cubicBezTo>
                      <a:cubicBezTo>
                        <a:pt x="19716" y="43339"/>
                        <a:pt x="19907" y="43625"/>
                        <a:pt x="20478" y="44101"/>
                      </a:cubicBezTo>
                      <a:lnTo>
                        <a:pt x="21050" y="43434"/>
                      </a:lnTo>
                      <a:cubicBezTo>
                        <a:pt x="21050" y="43434"/>
                        <a:pt x="21241" y="43625"/>
                        <a:pt x="21241" y="43720"/>
                      </a:cubicBezTo>
                      <a:cubicBezTo>
                        <a:pt x="21241" y="43910"/>
                        <a:pt x="21241" y="44196"/>
                        <a:pt x="20859" y="44577"/>
                      </a:cubicBezTo>
                      <a:cubicBezTo>
                        <a:pt x="20574" y="45053"/>
                        <a:pt x="20478" y="45244"/>
                        <a:pt x="20478" y="45339"/>
                      </a:cubicBezTo>
                      <a:cubicBezTo>
                        <a:pt x="20002" y="45910"/>
                        <a:pt x="19716" y="46292"/>
                        <a:pt x="19716" y="46292"/>
                      </a:cubicBezTo>
                      <a:lnTo>
                        <a:pt x="20478" y="46958"/>
                      </a:lnTo>
                      <a:cubicBezTo>
                        <a:pt x="20478" y="46958"/>
                        <a:pt x="20859" y="46577"/>
                        <a:pt x="21050" y="46577"/>
                      </a:cubicBezTo>
                      <a:lnTo>
                        <a:pt x="21050" y="47244"/>
                      </a:lnTo>
                      <a:cubicBezTo>
                        <a:pt x="21050" y="47244"/>
                        <a:pt x="20669" y="47054"/>
                        <a:pt x="20478" y="47054"/>
                      </a:cubicBezTo>
                      <a:cubicBezTo>
                        <a:pt x="20002" y="47054"/>
                        <a:pt x="19716" y="47530"/>
                        <a:pt x="19431" y="48673"/>
                      </a:cubicBezTo>
                      <a:cubicBezTo>
                        <a:pt x="19145" y="49911"/>
                        <a:pt x="18764" y="50673"/>
                        <a:pt x="18478" y="50864"/>
                      </a:cubicBezTo>
                      <a:cubicBezTo>
                        <a:pt x="18859" y="51149"/>
                        <a:pt x="19050" y="51721"/>
                        <a:pt x="19240" y="52578"/>
                      </a:cubicBezTo>
                      <a:cubicBezTo>
                        <a:pt x="19431" y="53435"/>
                        <a:pt x="19812" y="54007"/>
                        <a:pt x="20574" y="54197"/>
                      </a:cubicBezTo>
                      <a:cubicBezTo>
                        <a:pt x="20955" y="54007"/>
                        <a:pt x="21717" y="53912"/>
                        <a:pt x="22955" y="53912"/>
                      </a:cubicBezTo>
                      <a:cubicBezTo>
                        <a:pt x="24003" y="53912"/>
                        <a:pt x="24669" y="53721"/>
                        <a:pt x="24765" y="53531"/>
                      </a:cubicBezTo>
                      <a:cubicBezTo>
                        <a:pt x="24860" y="54102"/>
                        <a:pt x="25050" y="55435"/>
                        <a:pt x="25432" y="57341"/>
                      </a:cubicBezTo>
                      <a:cubicBezTo>
                        <a:pt x="25717" y="58865"/>
                        <a:pt x="25908" y="60103"/>
                        <a:pt x="25908" y="61055"/>
                      </a:cubicBezTo>
                      <a:cubicBezTo>
                        <a:pt x="25908" y="62579"/>
                        <a:pt x="25622" y="64008"/>
                        <a:pt x="25146" y="65342"/>
                      </a:cubicBezTo>
                      <a:cubicBezTo>
                        <a:pt x="24384" y="65532"/>
                        <a:pt x="23050" y="65627"/>
                        <a:pt x="21241" y="65627"/>
                      </a:cubicBezTo>
                      <a:cubicBezTo>
                        <a:pt x="19335" y="65627"/>
                        <a:pt x="17906" y="65818"/>
                        <a:pt x="16954" y="66294"/>
                      </a:cubicBezTo>
                      <a:lnTo>
                        <a:pt x="17430" y="66580"/>
                      </a:lnTo>
                      <a:cubicBezTo>
                        <a:pt x="16097" y="66866"/>
                        <a:pt x="15240" y="67818"/>
                        <a:pt x="15049" y="69342"/>
                      </a:cubicBezTo>
                      <a:cubicBezTo>
                        <a:pt x="15049" y="70580"/>
                        <a:pt x="14764" y="71914"/>
                        <a:pt x="14668" y="73057"/>
                      </a:cubicBezTo>
                      <a:cubicBezTo>
                        <a:pt x="14288" y="74295"/>
                        <a:pt x="13144" y="74867"/>
                        <a:pt x="11144" y="74676"/>
                      </a:cubicBezTo>
                      <a:cubicBezTo>
                        <a:pt x="10953" y="74962"/>
                        <a:pt x="10668" y="75057"/>
                        <a:pt x="10477" y="75057"/>
                      </a:cubicBezTo>
                      <a:cubicBezTo>
                        <a:pt x="10191" y="75057"/>
                        <a:pt x="9906" y="74962"/>
                        <a:pt x="9334" y="74676"/>
                      </a:cubicBezTo>
                      <a:cubicBezTo>
                        <a:pt x="8763" y="74390"/>
                        <a:pt x="8381" y="74295"/>
                        <a:pt x="8096" y="74200"/>
                      </a:cubicBezTo>
                      <a:cubicBezTo>
                        <a:pt x="7810" y="74200"/>
                        <a:pt x="7525" y="74200"/>
                        <a:pt x="7048" y="74200"/>
                      </a:cubicBezTo>
                      <a:cubicBezTo>
                        <a:pt x="6667" y="74200"/>
                        <a:pt x="6096" y="74200"/>
                        <a:pt x="5239" y="74390"/>
                      </a:cubicBezTo>
                      <a:cubicBezTo>
                        <a:pt x="4381" y="74390"/>
                        <a:pt x="3810" y="74581"/>
                        <a:pt x="3429" y="74581"/>
                      </a:cubicBezTo>
                      <a:cubicBezTo>
                        <a:pt x="1619" y="74581"/>
                        <a:pt x="571" y="74009"/>
                        <a:pt x="285" y="72962"/>
                      </a:cubicBezTo>
                      <a:cubicBezTo>
                        <a:pt x="95" y="72485"/>
                        <a:pt x="0" y="72009"/>
                        <a:pt x="0" y="71628"/>
                      </a:cubicBezTo>
                      <a:cubicBezTo>
                        <a:pt x="0" y="70961"/>
                        <a:pt x="285" y="70104"/>
                        <a:pt x="857" y="68961"/>
                      </a:cubicBezTo>
                      <a:cubicBezTo>
                        <a:pt x="1333" y="67818"/>
                        <a:pt x="1619" y="66866"/>
                        <a:pt x="1428" y="66104"/>
                      </a:cubicBezTo>
                      <a:cubicBezTo>
                        <a:pt x="2381" y="65818"/>
                        <a:pt x="2857" y="65246"/>
                        <a:pt x="2857" y="64199"/>
                      </a:cubicBezTo>
                      <a:cubicBezTo>
                        <a:pt x="2857" y="64008"/>
                        <a:pt x="2857" y="63818"/>
                        <a:pt x="2857" y="63437"/>
                      </a:cubicBezTo>
                      <a:lnTo>
                        <a:pt x="2857" y="62675"/>
                      </a:lnTo>
                      <a:cubicBezTo>
                        <a:pt x="2857" y="62103"/>
                        <a:pt x="2857" y="61722"/>
                        <a:pt x="3143" y="61341"/>
                      </a:cubicBezTo>
                      <a:cubicBezTo>
                        <a:pt x="4000" y="61055"/>
                        <a:pt x="4476" y="60484"/>
                        <a:pt x="4476" y="59531"/>
                      </a:cubicBezTo>
                      <a:cubicBezTo>
                        <a:pt x="4476" y="59246"/>
                        <a:pt x="4476" y="58865"/>
                        <a:pt x="4286" y="58198"/>
                      </a:cubicBezTo>
                      <a:cubicBezTo>
                        <a:pt x="4190" y="57626"/>
                        <a:pt x="4096" y="57150"/>
                        <a:pt x="4096" y="56864"/>
                      </a:cubicBezTo>
                      <a:cubicBezTo>
                        <a:pt x="4096" y="55912"/>
                        <a:pt x="4572" y="55245"/>
                        <a:pt x="5334" y="54864"/>
                      </a:cubicBezTo>
                      <a:cubicBezTo>
                        <a:pt x="5334" y="54483"/>
                        <a:pt x="5239" y="54102"/>
                        <a:pt x="5239" y="53816"/>
                      </a:cubicBezTo>
                      <a:cubicBezTo>
                        <a:pt x="5239" y="53150"/>
                        <a:pt x="5619" y="52292"/>
                        <a:pt x="6286" y="51245"/>
                      </a:cubicBezTo>
                      <a:cubicBezTo>
                        <a:pt x="6953" y="50197"/>
                        <a:pt x="7334" y="49435"/>
                        <a:pt x="7334" y="48863"/>
                      </a:cubicBezTo>
                      <a:cubicBezTo>
                        <a:pt x="7334" y="48387"/>
                        <a:pt x="7144" y="47911"/>
                        <a:pt x="6858" y="47339"/>
                      </a:cubicBezTo>
                      <a:cubicBezTo>
                        <a:pt x="7810" y="46292"/>
                        <a:pt x="8477" y="44672"/>
                        <a:pt x="8953" y="42577"/>
                      </a:cubicBezTo>
                      <a:cubicBezTo>
                        <a:pt x="9144" y="40958"/>
                        <a:pt x="9430" y="39338"/>
                        <a:pt x="9525" y="37814"/>
                      </a:cubicBezTo>
                      <a:cubicBezTo>
                        <a:pt x="10382" y="37433"/>
                        <a:pt x="11049" y="36481"/>
                        <a:pt x="11334" y="34957"/>
                      </a:cubicBezTo>
                      <a:cubicBezTo>
                        <a:pt x="11620" y="33433"/>
                        <a:pt x="12096" y="32480"/>
                        <a:pt x="12763" y="32004"/>
                      </a:cubicBezTo>
                      <a:cubicBezTo>
                        <a:pt x="12572" y="31528"/>
                        <a:pt x="12478" y="31052"/>
                        <a:pt x="12478" y="30385"/>
                      </a:cubicBezTo>
                      <a:cubicBezTo>
                        <a:pt x="12478" y="29813"/>
                        <a:pt x="12572" y="29147"/>
                        <a:pt x="12763" y="28289"/>
                      </a:cubicBezTo>
                      <a:cubicBezTo>
                        <a:pt x="12954" y="27432"/>
                        <a:pt x="13144" y="26860"/>
                        <a:pt x="13144" y="26670"/>
                      </a:cubicBezTo>
                      <a:cubicBezTo>
                        <a:pt x="13811" y="26289"/>
                        <a:pt x="14192" y="25813"/>
                        <a:pt x="14192" y="25241"/>
                      </a:cubicBezTo>
                      <a:lnTo>
                        <a:pt x="14192" y="24289"/>
                      </a:lnTo>
                      <a:cubicBezTo>
                        <a:pt x="14192" y="23527"/>
                        <a:pt x="14573" y="22860"/>
                        <a:pt x="15525" y="22289"/>
                      </a:cubicBezTo>
                      <a:cubicBezTo>
                        <a:pt x="15049" y="21527"/>
                        <a:pt x="15049" y="20288"/>
                        <a:pt x="15525" y="18383"/>
                      </a:cubicBezTo>
                      <a:cubicBezTo>
                        <a:pt x="16764" y="18193"/>
                        <a:pt x="17335" y="17335"/>
                        <a:pt x="17050" y="15907"/>
                      </a:cubicBezTo>
                      <a:cubicBezTo>
                        <a:pt x="16669" y="14192"/>
                        <a:pt x="16669" y="13240"/>
                        <a:pt x="17050" y="12859"/>
                      </a:cubicBezTo>
                      <a:cubicBezTo>
                        <a:pt x="18669" y="11144"/>
                        <a:pt x="19907" y="10287"/>
                        <a:pt x="20859" y="10287"/>
                      </a:cubicBezTo>
                      <a:cubicBezTo>
                        <a:pt x="21526" y="10287"/>
                        <a:pt x="22193" y="10573"/>
                        <a:pt x="22669" y="11240"/>
                      </a:cubicBezTo>
                      <a:cubicBezTo>
                        <a:pt x="22860" y="11240"/>
                        <a:pt x="22955" y="10859"/>
                        <a:pt x="22955" y="10382"/>
                      </a:cubicBezTo>
                      <a:cubicBezTo>
                        <a:pt x="23146" y="10287"/>
                        <a:pt x="23336" y="10192"/>
                        <a:pt x="23526" y="10192"/>
                      </a:cubicBezTo>
                      <a:cubicBezTo>
                        <a:pt x="23813" y="10192"/>
                        <a:pt x="24193" y="10192"/>
                        <a:pt x="24669" y="10382"/>
                      </a:cubicBezTo>
                      <a:cubicBezTo>
                        <a:pt x="25241" y="10478"/>
                        <a:pt x="25622" y="10573"/>
                        <a:pt x="25812" y="10573"/>
                      </a:cubicBezTo>
                      <a:cubicBezTo>
                        <a:pt x="26479" y="10573"/>
                        <a:pt x="26955" y="10287"/>
                        <a:pt x="27241" y="9716"/>
                      </a:cubicBezTo>
                      <a:cubicBezTo>
                        <a:pt x="27527" y="9906"/>
                        <a:pt x="28098" y="10287"/>
                        <a:pt x="28956" y="10859"/>
                      </a:cubicBezTo>
                      <a:cubicBezTo>
                        <a:pt x="29146" y="10382"/>
                        <a:pt x="29527" y="10192"/>
                        <a:pt x="30003" y="10192"/>
                      </a:cubicBezTo>
                      <a:cubicBezTo>
                        <a:pt x="30289" y="10192"/>
                        <a:pt x="30766" y="10192"/>
                        <a:pt x="31432" y="10478"/>
                      </a:cubicBezTo>
                      <a:cubicBezTo>
                        <a:pt x="32099" y="10668"/>
                        <a:pt x="32575" y="10763"/>
                        <a:pt x="33051" y="10763"/>
                      </a:cubicBezTo>
                      <a:cubicBezTo>
                        <a:pt x="33338" y="10763"/>
                        <a:pt x="33528" y="10763"/>
                        <a:pt x="33814" y="10573"/>
                      </a:cubicBezTo>
                      <a:cubicBezTo>
                        <a:pt x="34480" y="10954"/>
                        <a:pt x="35337" y="11430"/>
                        <a:pt x="36004" y="11906"/>
                      </a:cubicBezTo>
                      <a:cubicBezTo>
                        <a:pt x="36766" y="12383"/>
                        <a:pt x="37147" y="13049"/>
                        <a:pt x="37147" y="13811"/>
                      </a:cubicBezTo>
                      <a:cubicBezTo>
                        <a:pt x="37147" y="14002"/>
                        <a:pt x="37147" y="14288"/>
                        <a:pt x="37147" y="14478"/>
                      </a:cubicBezTo>
                      <a:lnTo>
                        <a:pt x="38576" y="14192"/>
                      </a:lnTo>
                      <a:cubicBezTo>
                        <a:pt x="38385" y="14859"/>
                        <a:pt x="38195" y="15621"/>
                        <a:pt x="38195" y="16383"/>
                      </a:cubicBezTo>
                      <a:cubicBezTo>
                        <a:pt x="38195" y="18002"/>
                        <a:pt x="38862" y="19812"/>
                        <a:pt x="40100" y="21908"/>
                      </a:cubicBezTo>
                      <a:lnTo>
                        <a:pt x="38481" y="22574"/>
                      </a:lnTo>
                      <a:lnTo>
                        <a:pt x="40100" y="23146"/>
                      </a:lnTo>
                      <a:cubicBezTo>
                        <a:pt x="40100" y="23146"/>
                        <a:pt x="39433" y="23336"/>
                        <a:pt x="38766" y="23813"/>
                      </a:cubicBezTo>
                      <a:lnTo>
                        <a:pt x="38766" y="24098"/>
                      </a:lnTo>
                      <a:cubicBezTo>
                        <a:pt x="39243" y="24003"/>
                        <a:pt x="40005" y="24098"/>
                        <a:pt x="41053" y="24479"/>
                      </a:cubicBezTo>
                      <a:lnTo>
                        <a:pt x="39909" y="26289"/>
                      </a:lnTo>
                      <a:cubicBezTo>
                        <a:pt x="41243" y="27813"/>
                        <a:pt x="42386" y="28480"/>
                        <a:pt x="43434" y="28480"/>
                      </a:cubicBezTo>
                      <a:lnTo>
                        <a:pt x="43434" y="29147"/>
                      </a:lnTo>
                      <a:cubicBezTo>
                        <a:pt x="43053" y="28670"/>
                        <a:pt x="42767" y="28385"/>
                        <a:pt x="42481" y="28480"/>
                      </a:cubicBezTo>
                      <a:cubicBezTo>
                        <a:pt x="42290" y="29242"/>
                        <a:pt x="42100" y="30004"/>
                        <a:pt x="42100" y="30861"/>
                      </a:cubicBezTo>
                      <a:cubicBezTo>
                        <a:pt x="42100" y="32576"/>
                        <a:pt x="42576" y="34004"/>
                        <a:pt x="43339" y="34862"/>
                      </a:cubicBezTo>
                      <a:cubicBezTo>
                        <a:pt x="43148" y="35147"/>
                        <a:pt x="43053" y="35338"/>
                        <a:pt x="43053" y="35528"/>
                      </a:cubicBezTo>
                      <a:cubicBezTo>
                        <a:pt x="43053" y="35719"/>
                        <a:pt x="43243" y="36005"/>
                        <a:pt x="43719" y="36385"/>
                      </a:cubicBezTo>
                      <a:cubicBezTo>
                        <a:pt x="44196" y="36767"/>
                        <a:pt x="44386" y="37052"/>
                        <a:pt x="44386" y="37338"/>
                      </a:cubicBezTo>
                      <a:cubicBezTo>
                        <a:pt x="44386" y="37529"/>
                        <a:pt x="44291" y="37719"/>
                        <a:pt x="44100" y="37910"/>
                      </a:cubicBezTo>
                      <a:lnTo>
                        <a:pt x="45148" y="38291"/>
                      </a:lnTo>
                      <a:cubicBezTo>
                        <a:pt x="45720" y="41339"/>
                        <a:pt x="46101" y="43148"/>
                        <a:pt x="46291" y="43815"/>
                      </a:cubicBezTo>
                      <a:cubicBezTo>
                        <a:pt x="46863" y="45910"/>
                        <a:pt x="47530" y="47625"/>
                        <a:pt x="48482" y="49054"/>
                      </a:cubicBezTo>
                      <a:cubicBezTo>
                        <a:pt x="47815" y="50102"/>
                        <a:pt x="48006" y="50959"/>
                        <a:pt x="49149" y="51530"/>
                      </a:cubicBezTo>
                      <a:cubicBezTo>
                        <a:pt x="49053" y="54197"/>
                        <a:pt x="49530" y="56007"/>
                        <a:pt x="50482" y="57055"/>
                      </a:cubicBezTo>
                      <a:cubicBezTo>
                        <a:pt x="50482" y="59627"/>
                        <a:pt x="51149" y="60960"/>
                        <a:pt x="52482" y="60960"/>
                      </a:cubicBezTo>
                      <a:close/>
                      <a:moveTo>
                        <a:pt x="2571" y="11525"/>
                      </a:moveTo>
                      <a:lnTo>
                        <a:pt x="1905" y="12192"/>
                      </a:lnTo>
                      <a:lnTo>
                        <a:pt x="952" y="11144"/>
                      </a:lnTo>
                      <a:lnTo>
                        <a:pt x="2571" y="11525"/>
                      </a:lnTo>
                      <a:close/>
                      <a:moveTo>
                        <a:pt x="4000" y="23527"/>
                      </a:moveTo>
                      <a:lnTo>
                        <a:pt x="4476" y="25051"/>
                      </a:lnTo>
                      <a:lnTo>
                        <a:pt x="3238" y="27051"/>
                      </a:lnTo>
                      <a:lnTo>
                        <a:pt x="4000" y="23622"/>
                      </a:lnTo>
                      <a:close/>
                      <a:moveTo>
                        <a:pt x="5143" y="16383"/>
                      </a:moveTo>
                      <a:cubicBezTo>
                        <a:pt x="5143" y="16383"/>
                        <a:pt x="4763" y="16574"/>
                        <a:pt x="4286" y="17050"/>
                      </a:cubicBezTo>
                      <a:lnTo>
                        <a:pt x="4000" y="16193"/>
                      </a:lnTo>
                      <a:lnTo>
                        <a:pt x="5143" y="16478"/>
                      </a:lnTo>
                      <a:close/>
                      <a:moveTo>
                        <a:pt x="12478" y="18002"/>
                      </a:moveTo>
                      <a:cubicBezTo>
                        <a:pt x="12096" y="17145"/>
                        <a:pt x="11334" y="16859"/>
                        <a:pt x="10191" y="17050"/>
                      </a:cubicBezTo>
                      <a:lnTo>
                        <a:pt x="9906" y="17335"/>
                      </a:lnTo>
                      <a:cubicBezTo>
                        <a:pt x="9906" y="16764"/>
                        <a:pt x="10096" y="16574"/>
                        <a:pt x="10382" y="16574"/>
                      </a:cubicBezTo>
                      <a:cubicBezTo>
                        <a:pt x="10382" y="16574"/>
                        <a:pt x="10763" y="16574"/>
                        <a:pt x="11334" y="16764"/>
                      </a:cubicBezTo>
                      <a:cubicBezTo>
                        <a:pt x="11811" y="16859"/>
                        <a:pt x="12096" y="16859"/>
                        <a:pt x="12382" y="16764"/>
                      </a:cubicBezTo>
                      <a:lnTo>
                        <a:pt x="12382" y="18002"/>
                      </a:lnTo>
                      <a:close/>
                      <a:moveTo>
                        <a:pt x="11144" y="43910"/>
                      </a:moveTo>
                      <a:lnTo>
                        <a:pt x="11144" y="42386"/>
                      </a:lnTo>
                      <a:lnTo>
                        <a:pt x="10858" y="42386"/>
                      </a:lnTo>
                      <a:lnTo>
                        <a:pt x="10858" y="43910"/>
                      </a:lnTo>
                      <a:lnTo>
                        <a:pt x="11144" y="43910"/>
                      </a:lnTo>
                      <a:close/>
                      <a:moveTo>
                        <a:pt x="15811" y="19241"/>
                      </a:moveTo>
                      <a:lnTo>
                        <a:pt x="17621" y="18288"/>
                      </a:lnTo>
                      <a:lnTo>
                        <a:pt x="17335" y="17335"/>
                      </a:lnTo>
                      <a:lnTo>
                        <a:pt x="15716" y="19241"/>
                      </a:lnTo>
                      <a:close/>
                      <a:moveTo>
                        <a:pt x="17621" y="30290"/>
                      </a:moveTo>
                      <a:lnTo>
                        <a:pt x="19240" y="30671"/>
                      </a:lnTo>
                      <a:lnTo>
                        <a:pt x="18955" y="30290"/>
                      </a:lnTo>
                      <a:lnTo>
                        <a:pt x="17526" y="30290"/>
                      </a:lnTo>
                      <a:close/>
                      <a:moveTo>
                        <a:pt x="19050" y="28766"/>
                      </a:moveTo>
                      <a:lnTo>
                        <a:pt x="19716" y="28480"/>
                      </a:lnTo>
                      <a:lnTo>
                        <a:pt x="19050" y="27813"/>
                      </a:lnTo>
                      <a:lnTo>
                        <a:pt x="19050" y="28766"/>
                      </a:lnTo>
                      <a:close/>
                      <a:moveTo>
                        <a:pt x="19716" y="15526"/>
                      </a:moveTo>
                      <a:lnTo>
                        <a:pt x="20764" y="15335"/>
                      </a:lnTo>
                      <a:lnTo>
                        <a:pt x="19335" y="14954"/>
                      </a:lnTo>
                      <a:lnTo>
                        <a:pt x="19716" y="15621"/>
                      </a:lnTo>
                      <a:close/>
                      <a:moveTo>
                        <a:pt x="20002" y="5620"/>
                      </a:moveTo>
                      <a:lnTo>
                        <a:pt x="20383" y="6572"/>
                      </a:lnTo>
                      <a:lnTo>
                        <a:pt x="19621" y="6572"/>
                      </a:lnTo>
                      <a:lnTo>
                        <a:pt x="19907" y="5620"/>
                      </a:lnTo>
                      <a:close/>
                      <a:moveTo>
                        <a:pt x="23050" y="3429"/>
                      </a:moveTo>
                      <a:cubicBezTo>
                        <a:pt x="23050" y="3429"/>
                        <a:pt x="22384" y="2953"/>
                        <a:pt x="22384" y="2477"/>
                      </a:cubicBezTo>
                      <a:lnTo>
                        <a:pt x="22384" y="1334"/>
                      </a:lnTo>
                      <a:lnTo>
                        <a:pt x="24669" y="0"/>
                      </a:lnTo>
                      <a:cubicBezTo>
                        <a:pt x="24669" y="0"/>
                        <a:pt x="24384" y="476"/>
                        <a:pt x="23813" y="857"/>
                      </a:cubicBezTo>
                      <a:cubicBezTo>
                        <a:pt x="23240" y="1143"/>
                        <a:pt x="22955" y="1429"/>
                        <a:pt x="22955" y="1619"/>
                      </a:cubicBezTo>
                      <a:cubicBezTo>
                        <a:pt x="22955" y="1810"/>
                        <a:pt x="23146" y="2000"/>
                        <a:pt x="23431" y="2286"/>
                      </a:cubicBezTo>
                      <a:cubicBezTo>
                        <a:pt x="23431" y="2667"/>
                        <a:pt x="23431" y="2953"/>
                        <a:pt x="23146" y="3429"/>
                      </a:cubicBezTo>
                      <a:close/>
                      <a:moveTo>
                        <a:pt x="25336" y="7525"/>
                      </a:moveTo>
                      <a:lnTo>
                        <a:pt x="25908" y="7525"/>
                      </a:lnTo>
                      <a:lnTo>
                        <a:pt x="24860" y="9144"/>
                      </a:lnTo>
                      <a:lnTo>
                        <a:pt x="25241" y="7525"/>
                      </a:lnTo>
                      <a:close/>
                      <a:moveTo>
                        <a:pt x="25336" y="18669"/>
                      </a:moveTo>
                      <a:lnTo>
                        <a:pt x="25336" y="17717"/>
                      </a:lnTo>
                      <a:lnTo>
                        <a:pt x="24955" y="17717"/>
                      </a:lnTo>
                      <a:lnTo>
                        <a:pt x="24955" y="18669"/>
                      </a:lnTo>
                      <a:lnTo>
                        <a:pt x="25336" y="18669"/>
                      </a:lnTo>
                      <a:close/>
                      <a:moveTo>
                        <a:pt x="29623" y="6287"/>
                      </a:moveTo>
                      <a:lnTo>
                        <a:pt x="29623" y="7525"/>
                      </a:lnTo>
                      <a:lnTo>
                        <a:pt x="28670" y="5334"/>
                      </a:lnTo>
                      <a:cubicBezTo>
                        <a:pt x="29337" y="5334"/>
                        <a:pt x="29623" y="5620"/>
                        <a:pt x="29623" y="6191"/>
                      </a:cubicBezTo>
                      <a:close/>
                      <a:moveTo>
                        <a:pt x="31242" y="18098"/>
                      </a:moveTo>
                      <a:lnTo>
                        <a:pt x="33147" y="17431"/>
                      </a:lnTo>
                      <a:lnTo>
                        <a:pt x="32099" y="17431"/>
                      </a:lnTo>
                      <a:lnTo>
                        <a:pt x="31242" y="18098"/>
                      </a:lnTo>
                      <a:close/>
                      <a:moveTo>
                        <a:pt x="31242" y="24289"/>
                      </a:moveTo>
                      <a:lnTo>
                        <a:pt x="31528" y="23336"/>
                      </a:lnTo>
                      <a:lnTo>
                        <a:pt x="31242" y="23146"/>
                      </a:lnTo>
                      <a:lnTo>
                        <a:pt x="31242" y="24384"/>
                      </a:lnTo>
                      <a:close/>
                      <a:moveTo>
                        <a:pt x="34099" y="49530"/>
                      </a:moveTo>
                      <a:cubicBezTo>
                        <a:pt x="34099" y="49530"/>
                        <a:pt x="34385" y="49530"/>
                        <a:pt x="34766" y="49721"/>
                      </a:cubicBezTo>
                      <a:lnTo>
                        <a:pt x="35052" y="49530"/>
                      </a:lnTo>
                      <a:lnTo>
                        <a:pt x="34099" y="48673"/>
                      </a:lnTo>
                      <a:lnTo>
                        <a:pt x="35433" y="49149"/>
                      </a:lnTo>
                      <a:cubicBezTo>
                        <a:pt x="34671" y="49816"/>
                        <a:pt x="34194" y="50197"/>
                        <a:pt x="34099" y="50197"/>
                      </a:cubicBezTo>
                      <a:lnTo>
                        <a:pt x="34099" y="49530"/>
                      </a:lnTo>
                      <a:close/>
                      <a:moveTo>
                        <a:pt x="36671" y="34100"/>
                      </a:moveTo>
                      <a:cubicBezTo>
                        <a:pt x="37242" y="33814"/>
                        <a:pt x="37528" y="33338"/>
                        <a:pt x="37433" y="32576"/>
                      </a:cubicBezTo>
                      <a:cubicBezTo>
                        <a:pt x="36576" y="32766"/>
                        <a:pt x="36195" y="33242"/>
                        <a:pt x="36195" y="33909"/>
                      </a:cubicBezTo>
                      <a:cubicBezTo>
                        <a:pt x="36385" y="34100"/>
                        <a:pt x="36576" y="34195"/>
                        <a:pt x="36671" y="34100"/>
                      </a:cubicBezTo>
                      <a:close/>
                      <a:moveTo>
                        <a:pt x="37433" y="22003"/>
                      </a:moveTo>
                      <a:lnTo>
                        <a:pt x="36385" y="22003"/>
                      </a:lnTo>
                      <a:lnTo>
                        <a:pt x="36671" y="24289"/>
                      </a:lnTo>
                      <a:lnTo>
                        <a:pt x="37433" y="22003"/>
                      </a:lnTo>
                      <a:close/>
                      <a:moveTo>
                        <a:pt x="37433" y="30194"/>
                      </a:moveTo>
                      <a:cubicBezTo>
                        <a:pt x="37433" y="30194"/>
                        <a:pt x="37242" y="29813"/>
                        <a:pt x="37242" y="29623"/>
                      </a:cubicBezTo>
                      <a:cubicBezTo>
                        <a:pt x="37242" y="29242"/>
                        <a:pt x="37528" y="28956"/>
                        <a:pt x="38195" y="28956"/>
                      </a:cubicBezTo>
                      <a:lnTo>
                        <a:pt x="38766" y="28956"/>
                      </a:lnTo>
                      <a:lnTo>
                        <a:pt x="38766" y="28575"/>
                      </a:lnTo>
                      <a:cubicBezTo>
                        <a:pt x="38766" y="28575"/>
                        <a:pt x="38481" y="28575"/>
                        <a:pt x="38290" y="28575"/>
                      </a:cubicBezTo>
                      <a:cubicBezTo>
                        <a:pt x="37909" y="28575"/>
                        <a:pt x="37528" y="28766"/>
                        <a:pt x="37242" y="29147"/>
                      </a:cubicBezTo>
                      <a:cubicBezTo>
                        <a:pt x="36862" y="29528"/>
                        <a:pt x="36671" y="29909"/>
                        <a:pt x="36671" y="30290"/>
                      </a:cubicBezTo>
                      <a:lnTo>
                        <a:pt x="37433" y="30290"/>
                      </a:lnTo>
                      <a:close/>
                      <a:moveTo>
                        <a:pt x="37719" y="43625"/>
                      </a:moveTo>
                      <a:cubicBezTo>
                        <a:pt x="37719" y="43625"/>
                        <a:pt x="37814" y="43339"/>
                        <a:pt x="38100" y="42958"/>
                      </a:cubicBezTo>
                      <a:cubicBezTo>
                        <a:pt x="37719" y="42958"/>
                        <a:pt x="37528" y="42958"/>
                        <a:pt x="37433" y="43244"/>
                      </a:cubicBezTo>
                      <a:cubicBezTo>
                        <a:pt x="37433" y="43434"/>
                        <a:pt x="37242" y="43625"/>
                        <a:pt x="37052" y="43625"/>
                      </a:cubicBezTo>
                      <a:lnTo>
                        <a:pt x="37719" y="43625"/>
                      </a:lnTo>
                      <a:close/>
                      <a:moveTo>
                        <a:pt x="38100" y="9430"/>
                      </a:moveTo>
                      <a:lnTo>
                        <a:pt x="38766" y="8763"/>
                      </a:lnTo>
                      <a:lnTo>
                        <a:pt x="37719" y="7906"/>
                      </a:lnTo>
                      <a:lnTo>
                        <a:pt x="38290" y="7239"/>
                      </a:lnTo>
                      <a:lnTo>
                        <a:pt x="39433" y="9144"/>
                      </a:lnTo>
                      <a:lnTo>
                        <a:pt x="38100" y="9335"/>
                      </a:lnTo>
                      <a:close/>
                      <a:moveTo>
                        <a:pt x="42290" y="48673"/>
                      </a:moveTo>
                      <a:lnTo>
                        <a:pt x="42290" y="47625"/>
                      </a:lnTo>
                      <a:cubicBezTo>
                        <a:pt x="42290" y="47625"/>
                        <a:pt x="42290" y="47720"/>
                        <a:pt x="41624" y="48006"/>
                      </a:cubicBezTo>
                      <a:cubicBezTo>
                        <a:pt x="41434" y="47911"/>
                        <a:pt x="41243" y="47720"/>
                        <a:pt x="41053" y="47435"/>
                      </a:cubicBezTo>
                      <a:cubicBezTo>
                        <a:pt x="40862" y="47149"/>
                        <a:pt x="40671" y="47054"/>
                        <a:pt x="40576" y="47054"/>
                      </a:cubicBezTo>
                      <a:cubicBezTo>
                        <a:pt x="40386" y="47054"/>
                        <a:pt x="40195" y="47149"/>
                        <a:pt x="40005" y="47339"/>
                      </a:cubicBezTo>
                      <a:lnTo>
                        <a:pt x="42290" y="48673"/>
                      </a:lnTo>
                      <a:close/>
                      <a:moveTo>
                        <a:pt x="44386" y="48197"/>
                      </a:moveTo>
                      <a:cubicBezTo>
                        <a:pt x="44386" y="48197"/>
                        <a:pt x="44577" y="48197"/>
                        <a:pt x="44386" y="48006"/>
                      </a:cubicBezTo>
                      <a:lnTo>
                        <a:pt x="44100" y="46006"/>
                      </a:lnTo>
                      <a:cubicBezTo>
                        <a:pt x="44100" y="46006"/>
                        <a:pt x="43719" y="46387"/>
                        <a:pt x="43719" y="46673"/>
                      </a:cubicBezTo>
                      <a:cubicBezTo>
                        <a:pt x="43719" y="46482"/>
                        <a:pt x="43910" y="46958"/>
                        <a:pt x="44386" y="48006"/>
                      </a:cubicBezTo>
                      <a:lnTo>
                        <a:pt x="44386" y="48197"/>
                      </a:lnTo>
                      <a:close/>
                      <a:moveTo>
                        <a:pt x="48196" y="381"/>
                      </a:moveTo>
                      <a:lnTo>
                        <a:pt x="48196" y="1143"/>
                      </a:lnTo>
                      <a:lnTo>
                        <a:pt x="47053" y="1143"/>
                      </a:lnTo>
                      <a:lnTo>
                        <a:pt x="48196" y="381"/>
                      </a:lnTo>
                      <a:close/>
                      <a:moveTo>
                        <a:pt x="48863" y="13145"/>
                      </a:moveTo>
                      <a:lnTo>
                        <a:pt x="47910" y="14002"/>
                      </a:lnTo>
                      <a:lnTo>
                        <a:pt x="48863" y="12668"/>
                      </a:lnTo>
                      <a:lnTo>
                        <a:pt x="48863" y="13049"/>
                      </a:lnTo>
                      <a:close/>
                      <a:moveTo>
                        <a:pt x="53816" y="27242"/>
                      </a:moveTo>
                      <a:lnTo>
                        <a:pt x="53149" y="27908"/>
                      </a:lnTo>
                      <a:lnTo>
                        <a:pt x="52673" y="27908"/>
                      </a:lnTo>
                      <a:lnTo>
                        <a:pt x="53816" y="27242"/>
                      </a:lnTo>
                      <a:close/>
                      <a:moveTo>
                        <a:pt x="53530" y="13811"/>
                      </a:moveTo>
                      <a:cubicBezTo>
                        <a:pt x="53530" y="13811"/>
                        <a:pt x="53244" y="13811"/>
                        <a:pt x="53244" y="13335"/>
                      </a:cubicBezTo>
                      <a:cubicBezTo>
                        <a:pt x="53244" y="12954"/>
                        <a:pt x="53244" y="12764"/>
                        <a:pt x="53149" y="12764"/>
                      </a:cubicBezTo>
                      <a:lnTo>
                        <a:pt x="53625" y="12764"/>
                      </a:lnTo>
                      <a:lnTo>
                        <a:pt x="53625" y="13811"/>
                      </a:lnTo>
                      <a:close/>
                      <a:moveTo>
                        <a:pt x="66008" y="7239"/>
                      </a:moveTo>
                      <a:cubicBezTo>
                        <a:pt x="66008" y="7239"/>
                        <a:pt x="66008" y="6763"/>
                        <a:pt x="66103" y="6572"/>
                      </a:cubicBezTo>
                      <a:cubicBezTo>
                        <a:pt x="66198" y="6287"/>
                        <a:pt x="66389" y="6191"/>
                        <a:pt x="66675" y="6287"/>
                      </a:cubicBezTo>
                      <a:lnTo>
                        <a:pt x="66675" y="7239"/>
                      </a:lnTo>
                      <a:lnTo>
                        <a:pt x="66008" y="7239"/>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 name="Google Shape;990;p99"/>
                <p:cNvSpPr/>
                <p:nvPr/>
              </p:nvSpPr>
              <p:spPr>
                <a:xfrm>
                  <a:off x="8589549" y="1618202"/>
                  <a:ext cx="48673" cy="67437"/>
                </a:xfrm>
                <a:custGeom>
                  <a:avLst/>
                  <a:gdLst/>
                  <a:ahLst/>
                  <a:cxnLst/>
                  <a:rect l="l" t="t" r="r" b="b"/>
                  <a:pathLst>
                    <a:path w="48673" h="67437" extrusionOk="0">
                      <a:moveTo>
                        <a:pt x="48483" y="45434"/>
                      </a:moveTo>
                      <a:cubicBezTo>
                        <a:pt x="48483" y="45434"/>
                        <a:pt x="47911" y="45815"/>
                        <a:pt x="47911" y="46101"/>
                      </a:cubicBezTo>
                      <a:cubicBezTo>
                        <a:pt x="47911" y="45910"/>
                        <a:pt x="48102" y="46292"/>
                        <a:pt x="48483" y="47339"/>
                      </a:cubicBezTo>
                      <a:cubicBezTo>
                        <a:pt x="47911" y="48387"/>
                        <a:pt x="47625" y="49625"/>
                        <a:pt x="47625" y="51149"/>
                      </a:cubicBezTo>
                      <a:cubicBezTo>
                        <a:pt x="47625" y="52006"/>
                        <a:pt x="47816" y="53340"/>
                        <a:pt x="48006" y="55150"/>
                      </a:cubicBezTo>
                      <a:cubicBezTo>
                        <a:pt x="48292" y="56864"/>
                        <a:pt x="48387" y="58198"/>
                        <a:pt x="48387" y="58960"/>
                      </a:cubicBezTo>
                      <a:cubicBezTo>
                        <a:pt x="48387" y="62389"/>
                        <a:pt x="46387" y="64389"/>
                        <a:pt x="42482" y="64770"/>
                      </a:cubicBezTo>
                      <a:cubicBezTo>
                        <a:pt x="41910" y="64294"/>
                        <a:pt x="41339" y="64008"/>
                        <a:pt x="40863" y="64008"/>
                      </a:cubicBezTo>
                      <a:cubicBezTo>
                        <a:pt x="40577" y="64008"/>
                        <a:pt x="40196" y="64008"/>
                        <a:pt x="39624" y="64198"/>
                      </a:cubicBezTo>
                      <a:cubicBezTo>
                        <a:pt x="39148" y="64389"/>
                        <a:pt x="38862" y="64484"/>
                        <a:pt x="38671" y="64484"/>
                      </a:cubicBezTo>
                      <a:cubicBezTo>
                        <a:pt x="38100" y="64484"/>
                        <a:pt x="37719" y="64198"/>
                        <a:pt x="37433" y="63627"/>
                      </a:cubicBezTo>
                      <a:lnTo>
                        <a:pt x="36481" y="63437"/>
                      </a:lnTo>
                      <a:lnTo>
                        <a:pt x="36957" y="63246"/>
                      </a:lnTo>
                      <a:cubicBezTo>
                        <a:pt x="36005" y="63056"/>
                        <a:pt x="35147" y="62389"/>
                        <a:pt x="34290" y="61055"/>
                      </a:cubicBezTo>
                      <a:cubicBezTo>
                        <a:pt x="33433" y="59722"/>
                        <a:pt x="32481" y="58960"/>
                        <a:pt x="31623" y="58865"/>
                      </a:cubicBezTo>
                      <a:cubicBezTo>
                        <a:pt x="31623" y="58674"/>
                        <a:pt x="31623" y="58388"/>
                        <a:pt x="31623" y="58102"/>
                      </a:cubicBezTo>
                      <a:cubicBezTo>
                        <a:pt x="31528" y="57817"/>
                        <a:pt x="31433" y="57626"/>
                        <a:pt x="31433" y="57531"/>
                      </a:cubicBezTo>
                      <a:cubicBezTo>
                        <a:pt x="31433" y="57245"/>
                        <a:pt x="31623" y="57055"/>
                        <a:pt x="32004" y="56960"/>
                      </a:cubicBezTo>
                      <a:cubicBezTo>
                        <a:pt x="31052" y="56388"/>
                        <a:pt x="30195" y="55150"/>
                        <a:pt x="29242" y="53340"/>
                      </a:cubicBezTo>
                      <a:cubicBezTo>
                        <a:pt x="28385" y="51435"/>
                        <a:pt x="27432" y="50292"/>
                        <a:pt x="26575" y="49816"/>
                      </a:cubicBezTo>
                      <a:cubicBezTo>
                        <a:pt x="26289" y="48292"/>
                        <a:pt x="25527" y="46482"/>
                        <a:pt x="24289" y="44482"/>
                      </a:cubicBezTo>
                      <a:cubicBezTo>
                        <a:pt x="22289" y="41529"/>
                        <a:pt x="21241" y="39910"/>
                        <a:pt x="21146" y="39719"/>
                      </a:cubicBezTo>
                      <a:cubicBezTo>
                        <a:pt x="21146" y="39243"/>
                        <a:pt x="20955" y="38576"/>
                        <a:pt x="20479" y="37910"/>
                      </a:cubicBezTo>
                      <a:cubicBezTo>
                        <a:pt x="20003" y="37148"/>
                        <a:pt x="19717" y="36576"/>
                        <a:pt x="19717" y="36195"/>
                      </a:cubicBezTo>
                      <a:cubicBezTo>
                        <a:pt x="19717" y="36004"/>
                        <a:pt x="19717" y="35719"/>
                        <a:pt x="20003" y="35528"/>
                      </a:cubicBezTo>
                      <a:cubicBezTo>
                        <a:pt x="19717" y="35528"/>
                        <a:pt x="19431" y="35719"/>
                        <a:pt x="19241" y="35719"/>
                      </a:cubicBezTo>
                      <a:cubicBezTo>
                        <a:pt x="18479" y="35719"/>
                        <a:pt x="17717" y="34862"/>
                        <a:pt x="17240" y="33242"/>
                      </a:cubicBezTo>
                      <a:cubicBezTo>
                        <a:pt x="16669" y="31623"/>
                        <a:pt x="15812" y="30766"/>
                        <a:pt x="14669" y="30766"/>
                      </a:cubicBezTo>
                      <a:cubicBezTo>
                        <a:pt x="14478" y="30766"/>
                        <a:pt x="14193" y="30766"/>
                        <a:pt x="13907" y="30861"/>
                      </a:cubicBezTo>
                      <a:cubicBezTo>
                        <a:pt x="14193" y="32290"/>
                        <a:pt x="14288" y="33909"/>
                        <a:pt x="14288" y="35623"/>
                      </a:cubicBezTo>
                      <a:cubicBezTo>
                        <a:pt x="14288" y="37052"/>
                        <a:pt x="14193" y="39243"/>
                        <a:pt x="13907" y="42005"/>
                      </a:cubicBezTo>
                      <a:cubicBezTo>
                        <a:pt x="13621" y="44863"/>
                        <a:pt x="13526" y="46958"/>
                        <a:pt x="13526" y="48387"/>
                      </a:cubicBezTo>
                      <a:cubicBezTo>
                        <a:pt x="13526" y="51054"/>
                        <a:pt x="13907" y="53435"/>
                        <a:pt x="14574" y="55531"/>
                      </a:cubicBezTo>
                      <a:cubicBezTo>
                        <a:pt x="13811" y="55912"/>
                        <a:pt x="13526" y="56579"/>
                        <a:pt x="13526" y="57341"/>
                      </a:cubicBezTo>
                      <a:cubicBezTo>
                        <a:pt x="13526" y="57817"/>
                        <a:pt x="13621" y="58388"/>
                        <a:pt x="13907" y="59150"/>
                      </a:cubicBezTo>
                      <a:cubicBezTo>
                        <a:pt x="14097" y="59912"/>
                        <a:pt x="14193" y="60484"/>
                        <a:pt x="14193" y="60865"/>
                      </a:cubicBezTo>
                      <a:cubicBezTo>
                        <a:pt x="14193" y="61627"/>
                        <a:pt x="13811" y="62198"/>
                        <a:pt x="12859" y="62579"/>
                      </a:cubicBezTo>
                      <a:cubicBezTo>
                        <a:pt x="12859" y="63246"/>
                        <a:pt x="12668" y="63722"/>
                        <a:pt x="12192" y="64103"/>
                      </a:cubicBezTo>
                      <a:lnTo>
                        <a:pt x="3239" y="63722"/>
                      </a:lnTo>
                      <a:cubicBezTo>
                        <a:pt x="3239" y="63722"/>
                        <a:pt x="3239" y="63151"/>
                        <a:pt x="2953" y="63151"/>
                      </a:cubicBezTo>
                      <a:cubicBezTo>
                        <a:pt x="2953" y="63151"/>
                        <a:pt x="2763" y="63151"/>
                        <a:pt x="2572" y="63341"/>
                      </a:cubicBezTo>
                      <a:cubicBezTo>
                        <a:pt x="2286" y="63532"/>
                        <a:pt x="2096" y="63532"/>
                        <a:pt x="2096" y="63532"/>
                      </a:cubicBezTo>
                      <a:cubicBezTo>
                        <a:pt x="1905" y="63532"/>
                        <a:pt x="1810" y="63437"/>
                        <a:pt x="1620" y="63246"/>
                      </a:cubicBezTo>
                      <a:cubicBezTo>
                        <a:pt x="762" y="62675"/>
                        <a:pt x="381" y="62008"/>
                        <a:pt x="381" y="61246"/>
                      </a:cubicBezTo>
                      <a:cubicBezTo>
                        <a:pt x="381" y="60865"/>
                        <a:pt x="477" y="60198"/>
                        <a:pt x="858" y="59246"/>
                      </a:cubicBezTo>
                      <a:cubicBezTo>
                        <a:pt x="1238" y="58293"/>
                        <a:pt x="1334" y="57531"/>
                        <a:pt x="1334" y="57055"/>
                      </a:cubicBezTo>
                      <a:cubicBezTo>
                        <a:pt x="1334" y="56579"/>
                        <a:pt x="1143" y="56102"/>
                        <a:pt x="953" y="55721"/>
                      </a:cubicBezTo>
                      <a:cubicBezTo>
                        <a:pt x="667" y="54388"/>
                        <a:pt x="571" y="51816"/>
                        <a:pt x="667" y="48292"/>
                      </a:cubicBezTo>
                      <a:cubicBezTo>
                        <a:pt x="667" y="45148"/>
                        <a:pt x="477" y="42672"/>
                        <a:pt x="0" y="40958"/>
                      </a:cubicBezTo>
                      <a:cubicBezTo>
                        <a:pt x="477" y="40386"/>
                        <a:pt x="667" y="39624"/>
                        <a:pt x="667" y="38767"/>
                      </a:cubicBezTo>
                      <a:cubicBezTo>
                        <a:pt x="667" y="38386"/>
                        <a:pt x="667" y="37814"/>
                        <a:pt x="477" y="37052"/>
                      </a:cubicBezTo>
                      <a:cubicBezTo>
                        <a:pt x="381" y="36290"/>
                        <a:pt x="381" y="35719"/>
                        <a:pt x="381" y="35338"/>
                      </a:cubicBezTo>
                      <a:cubicBezTo>
                        <a:pt x="381" y="34290"/>
                        <a:pt x="667" y="33433"/>
                        <a:pt x="1429" y="32671"/>
                      </a:cubicBezTo>
                      <a:cubicBezTo>
                        <a:pt x="571" y="29527"/>
                        <a:pt x="191" y="26003"/>
                        <a:pt x="286" y="22098"/>
                      </a:cubicBezTo>
                      <a:lnTo>
                        <a:pt x="667" y="22098"/>
                      </a:lnTo>
                      <a:cubicBezTo>
                        <a:pt x="667" y="22098"/>
                        <a:pt x="477" y="21146"/>
                        <a:pt x="477" y="20574"/>
                      </a:cubicBezTo>
                      <a:cubicBezTo>
                        <a:pt x="477" y="20002"/>
                        <a:pt x="477" y="19241"/>
                        <a:pt x="762" y="18098"/>
                      </a:cubicBezTo>
                      <a:cubicBezTo>
                        <a:pt x="858" y="16954"/>
                        <a:pt x="953" y="16097"/>
                        <a:pt x="953" y="15526"/>
                      </a:cubicBezTo>
                      <a:cubicBezTo>
                        <a:pt x="953" y="14383"/>
                        <a:pt x="667" y="13335"/>
                        <a:pt x="191" y="12478"/>
                      </a:cubicBezTo>
                      <a:cubicBezTo>
                        <a:pt x="953" y="12478"/>
                        <a:pt x="1620" y="12192"/>
                        <a:pt x="2477" y="11716"/>
                      </a:cubicBezTo>
                      <a:cubicBezTo>
                        <a:pt x="2477" y="11906"/>
                        <a:pt x="2763" y="12002"/>
                        <a:pt x="3239" y="12002"/>
                      </a:cubicBezTo>
                      <a:cubicBezTo>
                        <a:pt x="3715" y="12002"/>
                        <a:pt x="4096" y="12097"/>
                        <a:pt x="4286" y="12287"/>
                      </a:cubicBezTo>
                      <a:lnTo>
                        <a:pt x="4953" y="11335"/>
                      </a:lnTo>
                      <a:cubicBezTo>
                        <a:pt x="4953" y="11335"/>
                        <a:pt x="4858" y="12192"/>
                        <a:pt x="5144" y="12668"/>
                      </a:cubicBezTo>
                      <a:cubicBezTo>
                        <a:pt x="5429" y="13144"/>
                        <a:pt x="5811" y="13240"/>
                        <a:pt x="6382" y="13144"/>
                      </a:cubicBezTo>
                      <a:cubicBezTo>
                        <a:pt x="6858" y="12573"/>
                        <a:pt x="7144" y="12097"/>
                        <a:pt x="7144" y="11716"/>
                      </a:cubicBezTo>
                      <a:cubicBezTo>
                        <a:pt x="7144" y="10954"/>
                        <a:pt x="6287" y="10287"/>
                        <a:pt x="4477" y="9620"/>
                      </a:cubicBezTo>
                      <a:cubicBezTo>
                        <a:pt x="2763" y="8954"/>
                        <a:pt x="1810" y="8477"/>
                        <a:pt x="1714" y="8287"/>
                      </a:cubicBezTo>
                      <a:cubicBezTo>
                        <a:pt x="1905" y="8287"/>
                        <a:pt x="2191" y="8287"/>
                        <a:pt x="2381" y="8287"/>
                      </a:cubicBezTo>
                      <a:cubicBezTo>
                        <a:pt x="2858" y="8287"/>
                        <a:pt x="4001" y="7810"/>
                        <a:pt x="6001" y="6953"/>
                      </a:cubicBezTo>
                      <a:cubicBezTo>
                        <a:pt x="5811" y="6667"/>
                        <a:pt x="5620" y="6477"/>
                        <a:pt x="5334" y="6477"/>
                      </a:cubicBezTo>
                      <a:cubicBezTo>
                        <a:pt x="5239" y="6477"/>
                        <a:pt x="5049" y="6477"/>
                        <a:pt x="4763" y="6763"/>
                      </a:cubicBezTo>
                      <a:cubicBezTo>
                        <a:pt x="4572" y="6953"/>
                        <a:pt x="4286" y="6953"/>
                        <a:pt x="4096" y="6953"/>
                      </a:cubicBezTo>
                      <a:cubicBezTo>
                        <a:pt x="4191" y="6858"/>
                        <a:pt x="4382" y="6572"/>
                        <a:pt x="4382" y="6096"/>
                      </a:cubicBezTo>
                      <a:cubicBezTo>
                        <a:pt x="2858" y="5144"/>
                        <a:pt x="1620" y="4858"/>
                        <a:pt x="762" y="5239"/>
                      </a:cubicBezTo>
                      <a:lnTo>
                        <a:pt x="762" y="1524"/>
                      </a:lnTo>
                      <a:lnTo>
                        <a:pt x="15240" y="1143"/>
                      </a:lnTo>
                      <a:cubicBezTo>
                        <a:pt x="16002" y="2572"/>
                        <a:pt x="16669" y="3905"/>
                        <a:pt x="17431" y="5334"/>
                      </a:cubicBezTo>
                      <a:cubicBezTo>
                        <a:pt x="18193" y="6763"/>
                        <a:pt x="18479" y="8287"/>
                        <a:pt x="18288" y="9906"/>
                      </a:cubicBezTo>
                      <a:cubicBezTo>
                        <a:pt x="18669" y="9525"/>
                        <a:pt x="19050" y="9239"/>
                        <a:pt x="19336" y="9239"/>
                      </a:cubicBezTo>
                      <a:cubicBezTo>
                        <a:pt x="19621" y="9239"/>
                        <a:pt x="19812" y="9525"/>
                        <a:pt x="20098" y="10192"/>
                      </a:cubicBezTo>
                      <a:cubicBezTo>
                        <a:pt x="20384" y="10763"/>
                        <a:pt x="20670" y="11240"/>
                        <a:pt x="20955" y="11430"/>
                      </a:cubicBezTo>
                      <a:cubicBezTo>
                        <a:pt x="20860" y="11811"/>
                        <a:pt x="20764" y="12192"/>
                        <a:pt x="20764" y="12478"/>
                      </a:cubicBezTo>
                      <a:cubicBezTo>
                        <a:pt x="20764" y="13144"/>
                        <a:pt x="21336" y="14002"/>
                        <a:pt x="22384" y="14954"/>
                      </a:cubicBezTo>
                      <a:cubicBezTo>
                        <a:pt x="23527" y="15907"/>
                        <a:pt x="24003" y="16764"/>
                        <a:pt x="24003" y="17621"/>
                      </a:cubicBezTo>
                      <a:cubicBezTo>
                        <a:pt x="24194" y="18098"/>
                        <a:pt x="25337" y="20002"/>
                        <a:pt x="27242" y="23527"/>
                      </a:cubicBezTo>
                      <a:cubicBezTo>
                        <a:pt x="27242" y="24956"/>
                        <a:pt x="27432" y="25908"/>
                        <a:pt x="27908" y="26289"/>
                      </a:cubicBezTo>
                      <a:cubicBezTo>
                        <a:pt x="28099" y="26194"/>
                        <a:pt x="28290" y="26098"/>
                        <a:pt x="28480" y="26098"/>
                      </a:cubicBezTo>
                      <a:cubicBezTo>
                        <a:pt x="28766" y="26098"/>
                        <a:pt x="28861" y="26289"/>
                        <a:pt x="28956" y="26765"/>
                      </a:cubicBezTo>
                      <a:cubicBezTo>
                        <a:pt x="28956" y="27337"/>
                        <a:pt x="29052" y="27718"/>
                        <a:pt x="29146" y="27813"/>
                      </a:cubicBezTo>
                      <a:cubicBezTo>
                        <a:pt x="29433" y="28004"/>
                        <a:pt x="30099" y="28861"/>
                        <a:pt x="30956" y="30194"/>
                      </a:cubicBezTo>
                      <a:cubicBezTo>
                        <a:pt x="31623" y="31242"/>
                        <a:pt x="32481" y="31718"/>
                        <a:pt x="33433" y="31814"/>
                      </a:cubicBezTo>
                      <a:cubicBezTo>
                        <a:pt x="33433" y="32194"/>
                        <a:pt x="33528" y="32575"/>
                        <a:pt x="34100" y="33052"/>
                      </a:cubicBezTo>
                      <a:lnTo>
                        <a:pt x="35052" y="32099"/>
                      </a:lnTo>
                      <a:lnTo>
                        <a:pt x="34766" y="20574"/>
                      </a:lnTo>
                      <a:cubicBezTo>
                        <a:pt x="34766" y="20574"/>
                        <a:pt x="35338" y="20002"/>
                        <a:pt x="35338" y="19812"/>
                      </a:cubicBezTo>
                      <a:cubicBezTo>
                        <a:pt x="35338" y="19621"/>
                        <a:pt x="35147" y="19241"/>
                        <a:pt x="34766" y="18764"/>
                      </a:cubicBezTo>
                      <a:cubicBezTo>
                        <a:pt x="34386" y="18288"/>
                        <a:pt x="34195" y="17907"/>
                        <a:pt x="34195" y="17621"/>
                      </a:cubicBezTo>
                      <a:cubicBezTo>
                        <a:pt x="34195" y="17240"/>
                        <a:pt x="34480" y="16859"/>
                        <a:pt x="34957" y="16573"/>
                      </a:cubicBezTo>
                      <a:cubicBezTo>
                        <a:pt x="34576" y="15431"/>
                        <a:pt x="34290" y="14097"/>
                        <a:pt x="34290" y="12764"/>
                      </a:cubicBezTo>
                      <a:cubicBezTo>
                        <a:pt x="34290" y="11811"/>
                        <a:pt x="34480" y="10382"/>
                        <a:pt x="34671" y="8668"/>
                      </a:cubicBezTo>
                      <a:cubicBezTo>
                        <a:pt x="34957" y="6858"/>
                        <a:pt x="35147" y="5620"/>
                        <a:pt x="35147" y="4858"/>
                      </a:cubicBezTo>
                      <a:cubicBezTo>
                        <a:pt x="35147" y="4191"/>
                        <a:pt x="35147" y="3619"/>
                        <a:pt x="34957" y="3048"/>
                      </a:cubicBezTo>
                      <a:cubicBezTo>
                        <a:pt x="35624" y="3048"/>
                        <a:pt x="36195" y="2477"/>
                        <a:pt x="36767" y="1333"/>
                      </a:cubicBezTo>
                      <a:cubicBezTo>
                        <a:pt x="37243" y="381"/>
                        <a:pt x="38005" y="0"/>
                        <a:pt x="38862" y="191"/>
                      </a:cubicBezTo>
                      <a:lnTo>
                        <a:pt x="40386" y="191"/>
                      </a:lnTo>
                      <a:cubicBezTo>
                        <a:pt x="40958" y="191"/>
                        <a:pt x="41720" y="191"/>
                        <a:pt x="42768" y="95"/>
                      </a:cubicBezTo>
                      <a:cubicBezTo>
                        <a:pt x="43815" y="95"/>
                        <a:pt x="44577" y="0"/>
                        <a:pt x="45054" y="0"/>
                      </a:cubicBezTo>
                      <a:cubicBezTo>
                        <a:pt x="46197" y="0"/>
                        <a:pt x="47149" y="286"/>
                        <a:pt x="47911" y="952"/>
                      </a:cubicBezTo>
                      <a:cubicBezTo>
                        <a:pt x="48196" y="4572"/>
                        <a:pt x="48387" y="9049"/>
                        <a:pt x="48387" y="14288"/>
                      </a:cubicBezTo>
                      <a:cubicBezTo>
                        <a:pt x="48387" y="16478"/>
                        <a:pt x="48387" y="19717"/>
                        <a:pt x="48387" y="24194"/>
                      </a:cubicBezTo>
                      <a:cubicBezTo>
                        <a:pt x="48387" y="28670"/>
                        <a:pt x="48292" y="31909"/>
                        <a:pt x="48292" y="34100"/>
                      </a:cubicBezTo>
                      <a:cubicBezTo>
                        <a:pt x="48292" y="38576"/>
                        <a:pt x="48483" y="42577"/>
                        <a:pt x="48673" y="45815"/>
                      </a:cubicBezTo>
                      <a:close/>
                      <a:moveTo>
                        <a:pt x="667" y="9049"/>
                      </a:moveTo>
                      <a:lnTo>
                        <a:pt x="1620" y="10001"/>
                      </a:lnTo>
                      <a:lnTo>
                        <a:pt x="1620" y="10858"/>
                      </a:lnTo>
                      <a:lnTo>
                        <a:pt x="667" y="9049"/>
                      </a:lnTo>
                      <a:close/>
                      <a:moveTo>
                        <a:pt x="2286" y="10858"/>
                      </a:moveTo>
                      <a:cubicBezTo>
                        <a:pt x="2286" y="10858"/>
                        <a:pt x="2477" y="11335"/>
                        <a:pt x="2477" y="11621"/>
                      </a:cubicBezTo>
                      <a:cubicBezTo>
                        <a:pt x="2286" y="11430"/>
                        <a:pt x="2286" y="11144"/>
                        <a:pt x="2286" y="10858"/>
                      </a:cubicBezTo>
                      <a:close/>
                      <a:moveTo>
                        <a:pt x="3524" y="10001"/>
                      </a:moveTo>
                      <a:lnTo>
                        <a:pt x="3524" y="10858"/>
                      </a:lnTo>
                      <a:lnTo>
                        <a:pt x="2572" y="9716"/>
                      </a:lnTo>
                      <a:lnTo>
                        <a:pt x="3524" y="10001"/>
                      </a:lnTo>
                      <a:close/>
                      <a:moveTo>
                        <a:pt x="2953" y="6667"/>
                      </a:moveTo>
                      <a:cubicBezTo>
                        <a:pt x="3524" y="6667"/>
                        <a:pt x="3810" y="6667"/>
                        <a:pt x="4001" y="6858"/>
                      </a:cubicBezTo>
                      <a:lnTo>
                        <a:pt x="3524" y="7144"/>
                      </a:lnTo>
                      <a:lnTo>
                        <a:pt x="2953" y="6667"/>
                      </a:lnTo>
                      <a:close/>
                      <a:moveTo>
                        <a:pt x="7239" y="6858"/>
                      </a:moveTo>
                      <a:lnTo>
                        <a:pt x="7049" y="6667"/>
                      </a:lnTo>
                      <a:lnTo>
                        <a:pt x="6382" y="5620"/>
                      </a:lnTo>
                      <a:cubicBezTo>
                        <a:pt x="6382" y="5620"/>
                        <a:pt x="5811" y="5048"/>
                        <a:pt x="5144" y="5048"/>
                      </a:cubicBezTo>
                      <a:cubicBezTo>
                        <a:pt x="5429" y="5144"/>
                        <a:pt x="6096" y="5715"/>
                        <a:pt x="7049" y="6667"/>
                      </a:cubicBezTo>
                      <a:lnTo>
                        <a:pt x="7239" y="6858"/>
                      </a:lnTo>
                      <a:close/>
                      <a:moveTo>
                        <a:pt x="8192" y="11240"/>
                      </a:moveTo>
                      <a:lnTo>
                        <a:pt x="9525" y="11240"/>
                      </a:lnTo>
                      <a:cubicBezTo>
                        <a:pt x="9525" y="11240"/>
                        <a:pt x="8763" y="11144"/>
                        <a:pt x="8192" y="11240"/>
                      </a:cubicBezTo>
                      <a:lnTo>
                        <a:pt x="7430" y="11240"/>
                      </a:lnTo>
                      <a:lnTo>
                        <a:pt x="7715" y="11906"/>
                      </a:lnTo>
                      <a:cubicBezTo>
                        <a:pt x="7715" y="11906"/>
                        <a:pt x="7715" y="12192"/>
                        <a:pt x="7906" y="12383"/>
                      </a:cubicBezTo>
                      <a:lnTo>
                        <a:pt x="7715" y="11906"/>
                      </a:lnTo>
                      <a:cubicBezTo>
                        <a:pt x="7715" y="11906"/>
                        <a:pt x="7906" y="11430"/>
                        <a:pt x="8192" y="11240"/>
                      </a:cubicBezTo>
                      <a:close/>
                      <a:moveTo>
                        <a:pt x="9525" y="49244"/>
                      </a:moveTo>
                      <a:lnTo>
                        <a:pt x="9525" y="47054"/>
                      </a:lnTo>
                      <a:lnTo>
                        <a:pt x="9144" y="47054"/>
                      </a:lnTo>
                      <a:lnTo>
                        <a:pt x="9144" y="49244"/>
                      </a:lnTo>
                      <a:lnTo>
                        <a:pt x="9525" y="49244"/>
                      </a:lnTo>
                      <a:close/>
                      <a:moveTo>
                        <a:pt x="10954" y="12383"/>
                      </a:moveTo>
                      <a:cubicBezTo>
                        <a:pt x="10954" y="12383"/>
                        <a:pt x="11239" y="12668"/>
                        <a:pt x="11525" y="12764"/>
                      </a:cubicBezTo>
                      <a:lnTo>
                        <a:pt x="10954" y="12383"/>
                      </a:lnTo>
                      <a:cubicBezTo>
                        <a:pt x="10954" y="12383"/>
                        <a:pt x="10859" y="11525"/>
                        <a:pt x="10573" y="10858"/>
                      </a:cubicBezTo>
                      <a:cubicBezTo>
                        <a:pt x="10287" y="11049"/>
                        <a:pt x="10192" y="11240"/>
                        <a:pt x="10192" y="11525"/>
                      </a:cubicBezTo>
                      <a:cubicBezTo>
                        <a:pt x="10192" y="11811"/>
                        <a:pt x="10383" y="12097"/>
                        <a:pt x="11049" y="12383"/>
                      </a:cubicBezTo>
                      <a:close/>
                      <a:moveTo>
                        <a:pt x="11239" y="14573"/>
                      </a:moveTo>
                      <a:lnTo>
                        <a:pt x="12764" y="14573"/>
                      </a:lnTo>
                      <a:lnTo>
                        <a:pt x="11716" y="13716"/>
                      </a:lnTo>
                      <a:lnTo>
                        <a:pt x="11239" y="14573"/>
                      </a:lnTo>
                      <a:close/>
                      <a:moveTo>
                        <a:pt x="26956" y="64008"/>
                      </a:moveTo>
                      <a:cubicBezTo>
                        <a:pt x="26956" y="64008"/>
                        <a:pt x="27813" y="64008"/>
                        <a:pt x="28290" y="64294"/>
                      </a:cubicBezTo>
                      <a:lnTo>
                        <a:pt x="27242" y="64960"/>
                      </a:lnTo>
                      <a:lnTo>
                        <a:pt x="26956" y="64008"/>
                      </a:lnTo>
                      <a:close/>
                      <a:moveTo>
                        <a:pt x="33814" y="67437"/>
                      </a:moveTo>
                      <a:lnTo>
                        <a:pt x="33814" y="66199"/>
                      </a:lnTo>
                      <a:lnTo>
                        <a:pt x="34195" y="66199"/>
                      </a:lnTo>
                      <a:cubicBezTo>
                        <a:pt x="34195" y="66199"/>
                        <a:pt x="34195" y="66961"/>
                        <a:pt x="33814" y="67437"/>
                      </a:cubicBezTo>
                      <a:close/>
                      <a:moveTo>
                        <a:pt x="37052" y="54197"/>
                      </a:moveTo>
                      <a:cubicBezTo>
                        <a:pt x="36386" y="54483"/>
                        <a:pt x="36100" y="54864"/>
                        <a:pt x="36100" y="55150"/>
                      </a:cubicBezTo>
                      <a:cubicBezTo>
                        <a:pt x="36100" y="55340"/>
                        <a:pt x="36290" y="55721"/>
                        <a:pt x="36576" y="56102"/>
                      </a:cubicBezTo>
                      <a:cubicBezTo>
                        <a:pt x="36862" y="56579"/>
                        <a:pt x="37052" y="56864"/>
                        <a:pt x="37052" y="57150"/>
                      </a:cubicBezTo>
                      <a:lnTo>
                        <a:pt x="37052" y="57341"/>
                      </a:lnTo>
                      <a:cubicBezTo>
                        <a:pt x="37052" y="57341"/>
                        <a:pt x="37052" y="57531"/>
                        <a:pt x="37052" y="57626"/>
                      </a:cubicBezTo>
                      <a:cubicBezTo>
                        <a:pt x="37052" y="57626"/>
                        <a:pt x="37052" y="57341"/>
                        <a:pt x="37148" y="57150"/>
                      </a:cubicBezTo>
                      <a:cubicBezTo>
                        <a:pt x="37148" y="56960"/>
                        <a:pt x="37243" y="56674"/>
                        <a:pt x="37433" y="56293"/>
                      </a:cubicBezTo>
                      <a:cubicBezTo>
                        <a:pt x="37624" y="55912"/>
                        <a:pt x="37624" y="55626"/>
                        <a:pt x="37624" y="55435"/>
                      </a:cubicBezTo>
                      <a:cubicBezTo>
                        <a:pt x="37624" y="55054"/>
                        <a:pt x="37433" y="54673"/>
                        <a:pt x="36957" y="54292"/>
                      </a:cubicBezTo>
                      <a:close/>
                      <a:moveTo>
                        <a:pt x="37052" y="61246"/>
                      </a:moveTo>
                      <a:cubicBezTo>
                        <a:pt x="37624" y="60865"/>
                        <a:pt x="37815" y="60389"/>
                        <a:pt x="37719" y="60103"/>
                      </a:cubicBezTo>
                      <a:cubicBezTo>
                        <a:pt x="37719" y="59722"/>
                        <a:pt x="37338" y="59627"/>
                        <a:pt x="37052" y="59722"/>
                      </a:cubicBezTo>
                      <a:cubicBezTo>
                        <a:pt x="36672" y="60008"/>
                        <a:pt x="36576" y="60389"/>
                        <a:pt x="36672" y="60674"/>
                      </a:cubicBezTo>
                      <a:cubicBezTo>
                        <a:pt x="36862" y="61246"/>
                        <a:pt x="37052" y="61436"/>
                        <a:pt x="37052" y="61341"/>
                      </a:cubicBezTo>
                      <a:lnTo>
                        <a:pt x="37338" y="61531"/>
                      </a:lnTo>
                      <a:cubicBezTo>
                        <a:pt x="37338" y="61531"/>
                        <a:pt x="37719" y="62008"/>
                        <a:pt x="37719" y="62198"/>
                      </a:cubicBezTo>
                      <a:cubicBezTo>
                        <a:pt x="37815" y="62008"/>
                        <a:pt x="37719" y="61817"/>
                        <a:pt x="37529" y="61722"/>
                      </a:cubicBezTo>
                      <a:cubicBezTo>
                        <a:pt x="37243" y="61531"/>
                        <a:pt x="37148" y="61436"/>
                        <a:pt x="37148" y="61341"/>
                      </a:cubicBezTo>
                      <a:close/>
                      <a:moveTo>
                        <a:pt x="44291" y="20193"/>
                      </a:moveTo>
                      <a:lnTo>
                        <a:pt x="46006" y="21050"/>
                      </a:lnTo>
                      <a:lnTo>
                        <a:pt x="45054" y="19907"/>
                      </a:lnTo>
                      <a:lnTo>
                        <a:pt x="45625" y="19241"/>
                      </a:lnTo>
                      <a:lnTo>
                        <a:pt x="42386" y="18002"/>
                      </a:lnTo>
                      <a:cubicBezTo>
                        <a:pt x="42386" y="18002"/>
                        <a:pt x="43053" y="18383"/>
                        <a:pt x="43053" y="18764"/>
                      </a:cubicBezTo>
                      <a:cubicBezTo>
                        <a:pt x="43053" y="19145"/>
                        <a:pt x="42768" y="19336"/>
                        <a:pt x="42386" y="19621"/>
                      </a:cubicBezTo>
                      <a:cubicBezTo>
                        <a:pt x="42196" y="19241"/>
                        <a:pt x="41910" y="19050"/>
                        <a:pt x="41624" y="19050"/>
                      </a:cubicBezTo>
                      <a:cubicBezTo>
                        <a:pt x="41434" y="19050"/>
                        <a:pt x="41243" y="19050"/>
                        <a:pt x="40863" y="19241"/>
                      </a:cubicBezTo>
                      <a:cubicBezTo>
                        <a:pt x="40481" y="19336"/>
                        <a:pt x="40196" y="19336"/>
                        <a:pt x="40100" y="19336"/>
                      </a:cubicBezTo>
                      <a:cubicBezTo>
                        <a:pt x="39910" y="19336"/>
                        <a:pt x="39720" y="19336"/>
                        <a:pt x="39529" y="19145"/>
                      </a:cubicBezTo>
                      <a:lnTo>
                        <a:pt x="39720" y="18764"/>
                      </a:lnTo>
                      <a:lnTo>
                        <a:pt x="36862" y="19431"/>
                      </a:lnTo>
                      <a:lnTo>
                        <a:pt x="38481" y="19431"/>
                      </a:lnTo>
                      <a:cubicBezTo>
                        <a:pt x="39053" y="19431"/>
                        <a:pt x="39529" y="19621"/>
                        <a:pt x="39910" y="20098"/>
                      </a:cubicBezTo>
                      <a:cubicBezTo>
                        <a:pt x="40291" y="20669"/>
                        <a:pt x="40386" y="21050"/>
                        <a:pt x="40386" y="21527"/>
                      </a:cubicBezTo>
                      <a:lnTo>
                        <a:pt x="40672" y="21241"/>
                      </a:lnTo>
                      <a:cubicBezTo>
                        <a:pt x="40672" y="21241"/>
                        <a:pt x="41148" y="21241"/>
                        <a:pt x="41243" y="21431"/>
                      </a:cubicBezTo>
                      <a:cubicBezTo>
                        <a:pt x="41624" y="21717"/>
                        <a:pt x="41720" y="21908"/>
                        <a:pt x="41815" y="21908"/>
                      </a:cubicBezTo>
                      <a:lnTo>
                        <a:pt x="41815" y="20765"/>
                      </a:lnTo>
                      <a:cubicBezTo>
                        <a:pt x="41815" y="20288"/>
                        <a:pt x="41815" y="19907"/>
                        <a:pt x="42386" y="19812"/>
                      </a:cubicBezTo>
                      <a:cubicBezTo>
                        <a:pt x="42768" y="20098"/>
                        <a:pt x="42958" y="20193"/>
                        <a:pt x="43053" y="20193"/>
                      </a:cubicBezTo>
                      <a:cubicBezTo>
                        <a:pt x="43053" y="19621"/>
                        <a:pt x="43244" y="19336"/>
                        <a:pt x="43434" y="19336"/>
                      </a:cubicBezTo>
                      <a:cubicBezTo>
                        <a:pt x="43720" y="19241"/>
                        <a:pt x="44101" y="19336"/>
                        <a:pt x="44768" y="19812"/>
                      </a:cubicBezTo>
                      <a:cubicBezTo>
                        <a:pt x="44768" y="20002"/>
                        <a:pt x="44768" y="20193"/>
                        <a:pt x="44387" y="20479"/>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 name="Google Shape;991;p99"/>
                <p:cNvSpPr/>
                <p:nvPr/>
              </p:nvSpPr>
              <p:spPr>
                <a:xfrm>
                  <a:off x="8644984" y="1607534"/>
                  <a:ext cx="67437" cy="75057"/>
                </a:xfrm>
                <a:custGeom>
                  <a:avLst/>
                  <a:gdLst/>
                  <a:ahLst/>
                  <a:cxnLst/>
                  <a:rect l="l" t="t" r="r" b="b"/>
                  <a:pathLst>
                    <a:path w="67437" h="75057" extrusionOk="0">
                      <a:moveTo>
                        <a:pt x="52483" y="61341"/>
                      </a:moveTo>
                      <a:cubicBezTo>
                        <a:pt x="52292" y="62103"/>
                        <a:pt x="52197" y="62865"/>
                        <a:pt x="52197" y="63532"/>
                      </a:cubicBezTo>
                      <a:cubicBezTo>
                        <a:pt x="52197" y="64580"/>
                        <a:pt x="52483" y="65818"/>
                        <a:pt x="53054" y="67247"/>
                      </a:cubicBezTo>
                      <a:cubicBezTo>
                        <a:pt x="53816" y="68961"/>
                        <a:pt x="54293" y="70104"/>
                        <a:pt x="54388" y="70580"/>
                      </a:cubicBezTo>
                      <a:cubicBezTo>
                        <a:pt x="54673" y="70961"/>
                        <a:pt x="54769" y="71247"/>
                        <a:pt x="54769" y="71533"/>
                      </a:cubicBezTo>
                      <a:cubicBezTo>
                        <a:pt x="54769" y="71914"/>
                        <a:pt x="54483" y="72390"/>
                        <a:pt x="54007" y="72866"/>
                      </a:cubicBezTo>
                      <a:cubicBezTo>
                        <a:pt x="53245" y="73628"/>
                        <a:pt x="52864" y="74105"/>
                        <a:pt x="52769" y="74295"/>
                      </a:cubicBezTo>
                      <a:cubicBezTo>
                        <a:pt x="52197" y="74200"/>
                        <a:pt x="51531" y="74105"/>
                        <a:pt x="50864" y="74105"/>
                      </a:cubicBezTo>
                      <a:cubicBezTo>
                        <a:pt x="50197" y="74105"/>
                        <a:pt x="49149" y="74105"/>
                        <a:pt x="47720" y="74295"/>
                      </a:cubicBezTo>
                      <a:cubicBezTo>
                        <a:pt x="46387" y="74486"/>
                        <a:pt x="45434" y="74486"/>
                        <a:pt x="44768" y="74486"/>
                      </a:cubicBezTo>
                      <a:cubicBezTo>
                        <a:pt x="42386" y="74486"/>
                        <a:pt x="40672" y="73819"/>
                        <a:pt x="39529" y="72390"/>
                      </a:cubicBezTo>
                      <a:cubicBezTo>
                        <a:pt x="39910" y="71723"/>
                        <a:pt x="40100" y="71057"/>
                        <a:pt x="40100" y="70485"/>
                      </a:cubicBezTo>
                      <a:cubicBezTo>
                        <a:pt x="40100" y="69628"/>
                        <a:pt x="39624" y="68675"/>
                        <a:pt x="38576" y="67628"/>
                      </a:cubicBezTo>
                      <a:cubicBezTo>
                        <a:pt x="37243" y="66199"/>
                        <a:pt x="36386" y="65246"/>
                        <a:pt x="36195" y="64770"/>
                      </a:cubicBezTo>
                      <a:cubicBezTo>
                        <a:pt x="35909" y="64675"/>
                        <a:pt x="35623" y="64580"/>
                        <a:pt x="35243" y="64580"/>
                      </a:cubicBezTo>
                      <a:cubicBezTo>
                        <a:pt x="34766" y="64580"/>
                        <a:pt x="34004" y="64675"/>
                        <a:pt x="32957" y="64960"/>
                      </a:cubicBezTo>
                      <a:cubicBezTo>
                        <a:pt x="31909" y="65151"/>
                        <a:pt x="31147" y="65342"/>
                        <a:pt x="30671" y="65342"/>
                      </a:cubicBezTo>
                      <a:cubicBezTo>
                        <a:pt x="29528" y="65342"/>
                        <a:pt x="28766" y="64865"/>
                        <a:pt x="28480" y="63913"/>
                      </a:cubicBezTo>
                      <a:lnTo>
                        <a:pt x="27813" y="63913"/>
                      </a:lnTo>
                      <a:cubicBezTo>
                        <a:pt x="27813" y="63913"/>
                        <a:pt x="27813" y="63056"/>
                        <a:pt x="27623" y="62484"/>
                      </a:cubicBezTo>
                      <a:cubicBezTo>
                        <a:pt x="27432" y="61817"/>
                        <a:pt x="27337" y="61436"/>
                        <a:pt x="27337" y="61246"/>
                      </a:cubicBezTo>
                      <a:cubicBezTo>
                        <a:pt x="27337" y="60865"/>
                        <a:pt x="27527" y="60484"/>
                        <a:pt x="27813" y="60198"/>
                      </a:cubicBezTo>
                      <a:cubicBezTo>
                        <a:pt x="27527" y="59817"/>
                        <a:pt x="27432" y="59436"/>
                        <a:pt x="27432" y="59055"/>
                      </a:cubicBezTo>
                      <a:cubicBezTo>
                        <a:pt x="27432" y="58769"/>
                        <a:pt x="27527" y="58293"/>
                        <a:pt x="27813" y="57626"/>
                      </a:cubicBezTo>
                      <a:cubicBezTo>
                        <a:pt x="28099" y="57055"/>
                        <a:pt x="28194" y="56579"/>
                        <a:pt x="28194" y="56198"/>
                      </a:cubicBezTo>
                      <a:cubicBezTo>
                        <a:pt x="28194" y="56007"/>
                        <a:pt x="28194" y="55721"/>
                        <a:pt x="28004" y="55531"/>
                      </a:cubicBezTo>
                      <a:cubicBezTo>
                        <a:pt x="28480" y="54769"/>
                        <a:pt x="30004" y="54293"/>
                        <a:pt x="32576" y="54293"/>
                      </a:cubicBezTo>
                      <a:cubicBezTo>
                        <a:pt x="34862" y="54293"/>
                        <a:pt x="36005" y="53816"/>
                        <a:pt x="36005" y="53150"/>
                      </a:cubicBezTo>
                      <a:cubicBezTo>
                        <a:pt x="36005" y="52769"/>
                        <a:pt x="35719" y="52102"/>
                        <a:pt x="35052" y="51245"/>
                      </a:cubicBezTo>
                      <a:lnTo>
                        <a:pt x="36195" y="51245"/>
                      </a:lnTo>
                      <a:cubicBezTo>
                        <a:pt x="36195" y="51245"/>
                        <a:pt x="36195" y="52197"/>
                        <a:pt x="36576" y="52769"/>
                      </a:cubicBezTo>
                      <a:cubicBezTo>
                        <a:pt x="36766" y="52578"/>
                        <a:pt x="36862" y="52197"/>
                        <a:pt x="36957" y="51435"/>
                      </a:cubicBezTo>
                      <a:cubicBezTo>
                        <a:pt x="36957" y="50959"/>
                        <a:pt x="37338" y="50578"/>
                        <a:pt x="37910" y="50578"/>
                      </a:cubicBezTo>
                      <a:lnTo>
                        <a:pt x="36862" y="49625"/>
                      </a:lnTo>
                      <a:lnTo>
                        <a:pt x="37910" y="49435"/>
                      </a:lnTo>
                      <a:lnTo>
                        <a:pt x="37148" y="48768"/>
                      </a:lnTo>
                      <a:cubicBezTo>
                        <a:pt x="37148" y="48768"/>
                        <a:pt x="37338" y="48959"/>
                        <a:pt x="37529" y="48959"/>
                      </a:cubicBezTo>
                      <a:cubicBezTo>
                        <a:pt x="37719" y="48959"/>
                        <a:pt x="38005" y="48863"/>
                        <a:pt x="38481" y="48578"/>
                      </a:cubicBezTo>
                      <a:cubicBezTo>
                        <a:pt x="38862" y="48387"/>
                        <a:pt x="39148" y="48197"/>
                        <a:pt x="39338" y="48197"/>
                      </a:cubicBezTo>
                      <a:cubicBezTo>
                        <a:pt x="39624" y="48197"/>
                        <a:pt x="39814" y="48482"/>
                        <a:pt x="39814" y="48959"/>
                      </a:cubicBezTo>
                      <a:cubicBezTo>
                        <a:pt x="39624" y="48959"/>
                        <a:pt x="38958" y="49149"/>
                        <a:pt x="37815" y="49625"/>
                      </a:cubicBezTo>
                      <a:cubicBezTo>
                        <a:pt x="37815" y="49625"/>
                        <a:pt x="38291" y="49911"/>
                        <a:pt x="39148" y="50483"/>
                      </a:cubicBezTo>
                      <a:cubicBezTo>
                        <a:pt x="39624" y="50768"/>
                        <a:pt x="40005" y="51149"/>
                        <a:pt x="40005" y="51435"/>
                      </a:cubicBezTo>
                      <a:cubicBezTo>
                        <a:pt x="40005" y="51626"/>
                        <a:pt x="40005" y="51721"/>
                        <a:pt x="39910" y="51911"/>
                      </a:cubicBezTo>
                      <a:cubicBezTo>
                        <a:pt x="40196" y="51721"/>
                        <a:pt x="40386" y="51435"/>
                        <a:pt x="40577" y="51054"/>
                      </a:cubicBezTo>
                      <a:cubicBezTo>
                        <a:pt x="40577" y="50673"/>
                        <a:pt x="40577" y="50292"/>
                        <a:pt x="40481" y="50102"/>
                      </a:cubicBezTo>
                      <a:lnTo>
                        <a:pt x="41624" y="49054"/>
                      </a:lnTo>
                      <a:lnTo>
                        <a:pt x="39338" y="47054"/>
                      </a:lnTo>
                      <a:lnTo>
                        <a:pt x="39624" y="46673"/>
                      </a:lnTo>
                      <a:cubicBezTo>
                        <a:pt x="39624" y="46673"/>
                        <a:pt x="39243" y="46387"/>
                        <a:pt x="39053" y="46387"/>
                      </a:cubicBezTo>
                      <a:cubicBezTo>
                        <a:pt x="38958" y="46387"/>
                        <a:pt x="38671" y="46482"/>
                        <a:pt x="38291" y="46768"/>
                      </a:cubicBezTo>
                      <a:cubicBezTo>
                        <a:pt x="37910" y="47054"/>
                        <a:pt x="37529" y="47149"/>
                        <a:pt x="37243" y="47054"/>
                      </a:cubicBezTo>
                      <a:cubicBezTo>
                        <a:pt x="37148" y="47054"/>
                        <a:pt x="36386" y="47054"/>
                        <a:pt x="34957" y="47054"/>
                      </a:cubicBezTo>
                      <a:cubicBezTo>
                        <a:pt x="34195" y="47054"/>
                        <a:pt x="33719" y="46577"/>
                        <a:pt x="33719" y="45530"/>
                      </a:cubicBezTo>
                      <a:cubicBezTo>
                        <a:pt x="33242" y="45339"/>
                        <a:pt x="33052" y="45053"/>
                        <a:pt x="33052" y="44577"/>
                      </a:cubicBezTo>
                      <a:cubicBezTo>
                        <a:pt x="33052" y="44387"/>
                        <a:pt x="33052" y="44006"/>
                        <a:pt x="33242" y="43529"/>
                      </a:cubicBezTo>
                      <a:cubicBezTo>
                        <a:pt x="33242" y="43053"/>
                        <a:pt x="33433" y="42672"/>
                        <a:pt x="33433" y="42386"/>
                      </a:cubicBezTo>
                      <a:cubicBezTo>
                        <a:pt x="33433" y="41720"/>
                        <a:pt x="32957" y="41339"/>
                        <a:pt x="32099" y="41148"/>
                      </a:cubicBezTo>
                      <a:cubicBezTo>
                        <a:pt x="31909" y="40862"/>
                        <a:pt x="31814" y="40577"/>
                        <a:pt x="31814" y="40196"/>
                      </a:cubicBezTo>
                      <a:cubicBezTo>
                        <a:pt x="31814" y="40005"/>
                        <a:pt x="31814" y="39815"/>
                        <a:pt x="31814" y="39434"/>
                      </a:cubicBezTo>
                      <a:cubicBezTo>
                        <a:pt x="31814" y="39053"/>
                        <a:pt x="31814" y="38862"/>
                        <a:pt x="31814" y="38672"/>
                      </a:cubicBezTo>
                      <a:cubicBezTo>
                        <a:pt x="31814" y="38100"/>
                        <a:pt x="31528" y="37719"/>
                        <a:pt x="30956" y="37338"/>
                      </a:cubicBezTo>
                      <a:lnTo>
                        <a:pt x="30004" y="37052"/>
                      </a:lnTo>
                      <a:cubicBezTo>
                        <a:pt x="30480" y="36576"/>
                        <a:pt x="30671" y="36005"/>
                        <a:pt x="30671" y="35433"/>
                      </a:cubicBezTo>
                      <a:cubicBezTo>
                        <a:pt x="30671" y="34957"/>
                        <a:pt x="30480" y="34195"/>
                        <a:pt x="30099" y="33433"/>
                      </a:cubicBezTo>
                      <a:cubicBezTo>
                        <a:pt x="29718" y="32861"/>
                        <a:pt x="29433" y="32195"/>
                        <a:pt x="29051" y="31623"/>
                      </a:cubicBezTo>
                      <a:cubicBezTo>
                        <a:pt x="29337" y="31433"/>
                        <a:pt x="29528" y="31242"/>
                        <a:pt x="29528" y="30861"/>
                      </a:cubicBezTo>
                      <a:cubicBezTo>
                        <a:pt x="29528" y="30480"/>
                        <a:pt x="29433" y="30194"/>
                        <a:pt x="29051" y="30004"/>
                      </a:cubicBezTo>
                      <a:lnTo>
                        <a:pt x="27623" y="30290"/>
                      </a:lnTo>
                      <a:lnTo>
                        <a:pt x="27241" y="28004"/>
                      </a:lnTo>
                      <a:cubicBezTo>
                        <a:pt x="27241" y="28004"/>
                        <a:pt x="26575" y="28480"/>
                        <a:pt x="26575" y="28956"/>
                      </a:cubicBezTo>
                      <a:cubicBezTo>
                        <a:pt x="26575" y="29432"/>
                        <a:pt x="26194" y="29813"/>
                        <a:pt x="25718" y="30004"/>
                      </a:cubicBezTo>
                      <a:cubicBezTo>
                        <a:pt x="25813" y="30385"/>
                        <a:pt x="25908" y="30671"/>
                        <a:pt x="25908" y="30861"/>
                      </a:cubicBezTo>
                      <a:cubicBezTo>
                        <a:pt x="25908" y="31337"/>
                        <a:pt x="25622" y="32004"/>
                        <a:pt x="25146" y="32861"/>
                      </a:cubicBezTo>
                      <a:cubicBezTo>
                        <a:pt x="24765" y="33719"/>
                        <a:pt x="24575" y="34576"/>
                        <a:pt x="24575" y="35528"/>
                      </a:cubicBezTo>
                      <a:cubicBezTo>
                        <a:pt x="23717" y="35909"/>
                        <a:pt x="23241" y="36671"/>
                        <a:pt x="23146" y="37719"/>
                      </a:cubicBezTo>
                      <a:cubicBezTo>
                        <a:pt x="22956" y="39148"/>
                        <a:pt x="22860" y="39910"/>
                        <a:pt x="22670" y="40100"/>
                      </a:cubicBezTo>
                      <a:cubicBezTo>
                        <a:pt x="22384" y="40100"/>
                        <a:pt x="22003" y="40481"/>
                        <a:pt x="21527" y="41243"/>
                      </a:cubicBezTo>
                      <a:cubicBezTo>
                        <a:pt x="20955" y="42291"/>
                        <a:pt x="20479" y="42958"/>
                        <a:pt x="20003" y="43244"/>
                      </a:cubicBezTo>
                      <a:cubicBezTo>
                        <a:pt x="20003" y="43339"/>
                        <a:pt x="20288" y="43625"/>
                        <a:pt x="20670" y="44101"/>
                      </a:cubicBezTo>
                      <a:lnTo>
                        <a:pt x="21241" y="43434"/>
                      </a:lnTo>
                      <a:cubicBezTo>
                        <a:pt x="21241" y="43434"/>
                        <a:pt x="21431" y="43625"/>
                        <a:pt x="21431" y="43720"/>
                      </a:cubicBezTo>
                      <a:cubicBezTo>
                        <a:pt x="21431" y="43910"/>
                        <a:pt x="21336" y="44196"/>
                        <a:pt x="21050" y="44577"/>
                      </a:cubicBezTo>
                      <a:cubicBezTo>
                        <a:pt x="20764" y="45053"/>
                        <a:pt x="20670" y="45244"/>
                        <a:pt x="20670" y="45339"/>
                      </a:cubicBezTo>
                      <a:cubicBezTo>
                        <a:pt x="20193" y="45910"/>
                        <a:pt x="20003" y="46292"/>
                        <a:pt x="20003" y="46292"/>
                      </a:cubicBezTo>
                      <a:lnTo>
                        <a:pt x="20670" y="46958"/>
                      </a:lnTo>
                      <a:cubicBezTo>
                        <a:pt x="20670" y="46958"/>
                        <a:pt x="21050" y="46577"/>
                        <a:pt x="21241" y="46577"/>
                      </a:cubicBezTo>
                      <a:lnTo>
                        <a:pt x="21241" y="47244"/>
                      </a:lnTo>
                      <a:cubicBezTo>
                        <a:pt x="21241" y="47244"/>
                        <a:pt x="20764" y="47054"/>
                        <a:pt x="20670" y="47054"/>
                      </a:cubicBezTo>
                      <a:cubicBezTo>
                        <a:pt x="20193" y="47054"/>
                        <a:pt x="19812" y="47530"/>
                        <a:pt x="19621" y="48673"/>
                      </a:cubicBezTo>
                      <a:cubicBezTo>
                        <a:pt x="19336" y="49911"/>
                        <a:pt x="18955" y="50673"/>
                        <a:pt x="18574" y="50864"/>
                      </a:cubicBezTo>
                      <a:cubicBezTo>
                        <a:pt x="18860" y="51149"/>
                        <a:pt x="19145" y="51721"/>
                        <a:pt x="19336" y="52578"/>
                      </a:cubicBezTo>
                      <a:cubicBezTo>
                        <a:pt x="19526" y="53435"/>
                        <a:pt x="19908" y="54007"/>
                        <a:pt x="20670" y="54197"/>
                      </a:cubicBezTo>
                      <a:cubicBezTo>
                        <a:pt x="20955" y="54007"/>
                        <a:pt x="21717" y="53912"/>
                        <a:pt x="23051" y="53912"/>
                      </a:cubicBezTo>
                      <a:cubicBezTo>
                        <a:pt x="24099" y="53912"/>
                        <a:pt x="24765" y="53721"/>
                        <a:pt x="24860" y="53531"/>
                      </a:cubicBezTo>
                      <a:cubicBezTo>
                        <a:pt x="24860" y="54102"/>
                        <a:pt x="25146" y="55435"/>
                        <a:pt x="25527" y="57341"/>
                      </a:cubicBezTo>
                      <a:cubicBezTo>
                        <a:pt x="25813" y="58865"/>
                        <a:pt x="26004" y="60103"/>
                        <a:pt x="26004" y="61055"/>
                      </a:cubicBezTo>
                      <a:cubicBezTo>
                        <a:pt x="26004" y="62579"/>
                        <a:pt x="25718" y="64008"/>
                        <a:pt x="25241" y="65342"/>
                      </a:cubicBezTo>
                      <a:cubicBezTo>
                        <a:pt x="24479" y="65532"/>
                        <a:pt x="23146" y="65627"/>
                        <a:pt x="21241" y="65627"/>
                      </a:cubicBezTo>
                      <a:cubicBezTo>
                        <a:pt x="19431" y="65627"/>
                        <a:pt x="18002" y="65818"/>
                        <a:pt x="17050" y="66294"/>
                      </a:cubicBezTo>
                      <a:lnTo>
                        <a:pt x="17526" y="66580"/>
                      </a:lnTo>
                      <a:cubicBezTo>
                        <a:pt x="16193" y="66866"/>
                        <a:pt x="15335" y="67818"/>
                        <a:pt x="15145" y="69342"/>
                      </a:cubicBezTo>
                      <a:cubicBezTo>
                        <a:pt x="15145" y="70580"/>
                        <a:pt x="14859" y="71914"/>
                        <a:pt x="14669" y="73057"/>
                      </a:cubicBezTo>
                      <a:cubicBezTo>
                        <a:pt x="14288" y="74295"/>
                        <a:pt x="13145" y="74867"/>
                        <a:pt x="11145" y="74676"/>
                      </a:cubicBezTo>
                      <a:cubicBezTo>
                        <a:pt x="11049" y="74962"/>
                        <a:pt x="10763" y="75057"/>
                        <a:pt x="10478" y="75057"/>
                      </a:cubicBezTo>
                      <a:cubicBezTo>
                        <a:pt x="10287" y="75057"/>
                        <a:pt x="9906" y="74962"/>
                        <a:pt x="9335" y="74676"/>
                      </a:cubicBezTo>
                      <a:cubicBezTo>
                        <a:pt x="8763" y="74390"/>
                        <a:pt x="8382" y="74295"/>
                        <a:pt x="8097" y="74200"/>
                      </a:cubicBezTo>
                      <a:cubicBezTo>
                        <a:pt x="7811" y="74200"/>
                        <a:pt x="7525" y="74200"/>
                        <a:pt x="7048" y="74200"/>
                      </a:cubicBezTo>
                      <a:cubicBezTo>
                        <a:pt x="6668" y="74200"/>
                        <a:pt x="6096" y="74200"/>
                        <a:pt x="5239" y="74390"/>
                      </a:cubicBezTo>
                      <a:cubicBezTo>
                        <a:pt x="4477" y="74390"/>
                        <a:pt x="3906" y="74581"/>
                        <a:pt x="3429" y="74581"/>
                      </a:cubicBezTo>
                      <a:cubicBezTo>
                        <a:pt x="1714" y="74581"/>
                        <a:pt x="571" y="74009"/>
                        <a:pt x="286" y="72962"/>
                      </a:cubicBezTo>
                      <a:cubicBezTo>
                        <a:pt x="95" y="72485"/>
                        <a:pt x="0" y="72009"/>
                        <a:pt x="0" y="71628"/>
                      </a:cubicBezTo>
                      <a:cubicBezTo>
                        <a:pt x="0" y="70961"/>
                        <a:pt x="286" y="70104"/>
                        <a:pt x="858" y="68961"/>
                      </a:cubicBezTo>
                      <a:cubicBezTo>
                        <a:pt x="1429" y="67818"/>
                        <a:pt x="1620" y="66866"/>
                        <a:pt x="1524" y="66104"/>
                      </a:cubicBezTo>
                      <a:cubicBezTo>
                        <a:pt x="2477" y="65818"/>
                        <a:pt x="2953" y="65246"/>
                        <a:pt x="2953" y="64199"/>
                      </a:cubicBezTo>
                      <a:cubicBezTo>
                        <a:pt x="2953" y="64008"/>
                        <a:pt x="2953" y="63818"/>
                        <a:pt x="2953" y="63437"/>
                      </a:cubicBezTo>
                      <a:lnTo>
                        <a:pt x="2953" y="62675"/>
                      </a:lnTo>
                      <a:cubicBezTo>
                        <a:pt x="2953" y="62103"/>
                        <a:pt x="3048" y="61722"/>
                        <a:pt x="3334" y="61341"/>
                      </a:cubicBezTo>
                      <a:cubicBezTo>
                        <a:pt x="4191" y="61055"/>
                        <a:pt x="4763" y="60484"/>
                        <a:pt x="4763" y="59531"/>
                      </a:cubicBezTo>
                      <a:cubicBezTo>
                        <a:pt x="4763" y="59246"/>
                        <a:pt x="4763" y="58865"/>
                        <a:pt x="4572" y="58198"/>
                      </a:cubicBezTo>
                      <a:cubicBezTo>
                        <a:pt x="4572" y="57626"/>
                        <a:pt x="4477" y="57150"/>
                        <a:pt x="4477" y="56864"/>
                      </a:cubicBezTo>
                      <a:cubicBezTo>
                        <a:pt x="4477" y="55912"/>
                        <a:pt x="4858" y="55245"/>
                        <a:pt x="5715" y="54864"/>
                      </a:cubicBezTo>
                      <a:cubicBezTo>
                        <a:pt x="5620" y="54483"/>
                        <a:pt x="5525" y="54102"/>
                        <a:pt x="5525" y="53816"/>
                      </a:cubicBezTo>
                      <a:cubicBezTo>
                        <a:pt x="5525" y="53150"/>
                        <a:pt x="5905" y="52292"/>
                        <a:pt x="6572" y="51245"/>
                      </a:cubicBezTo>
                      <a:cubicBezTo>
                        <a:pt x="7239" y="50197"/>
                        <a:pt x="7525" y="49435"/>
                        <a:pt x="7525" y="48863"/>
                      </a:cubicBezTo>
                      <a:cubicBezTo>
                        <a:pt x="7525" y="48387"/>
                        <a:pt x="7334" y="47911"/>
                        <a:pt x="7048" y="47339"/>
                      </a:cubicBezTo>
                      <a:cubicBezTo>
                        <a:pt x="8001" y="46292"/>
                        <a:pt x="8668" y="44672"/>
                        <a:pt x="9049" y="42577"/>
                      </a:cubicBezTo>
                      <a:cubicBezTo>
                        <a:pt x="9240" y="40958"/>
                        <a:pt x="9430" y="39338"/>
                        <a:pt x="9620" y="37814"/>
                      </a:cubicBezTo>
                      <a:cubicBezTo>
                        <a:pt x="10573" y="37433"/>
                        <a:pt x="11145" y="36481"/>
                        <a:pt x="11335" y="34957"/>
                      </a:cubicBezTo>
                      <a:cubicBezTo>
                        <a:pt x="11621" y="33433"/>
                        <a:pt x="12097" y="32480"/>
                        <a:pt x="12859" y="32004"/>
                      </a:cubicBezTo>
                      <a:cubicBezTo>
                        <a:pt x="12573" y="31528"/>
                        <a:pt x="12478" y="31052"/>
                        <a:pt x="12478" y="30385"/>
                      </a:cubicBezTo>
                      <a:cubicBezTo>
                        <a:pt x="12478" y="29813"/>
                        <a:pt x="12573" y="29147"/>
                        <a:pt x="12764" y="28289"/>
                      </a:cubicBezTo>
                      <a:cubicBezTo>
                        <a:pt x="12954" y="27432"/>
                        <a:pt x="13049" y="26860"/>
                        <a:pt x="13049" y="26670"/>
                      </a:cubicBezTo>
                      <a:cubicBezTo>
                        <a:pt x="13716" y="26289"/>
                        <a:pt x="14002" y="25813"/>
                        <a:pt x="14002" y="25241"/>
                      </a:cubicBezTo>
                      <a:lnTo>
                        <a:pt x="14002" y="24289"/>
                      </a:lnTo>
                      <a:cubicBezTo>
                        <a:pt x="14002" y="23527"/>
                        <a:pt x="14478" y="22860"/>
                        <a:pt x="15430" y="22289"/>
                      </a:cubicBezTo>
                      <a:cubicBezTo>
                        <a:pt x="14954" y="21527"/>
                        <a:pt x="14954" y="20288"/>
                        <a:pt x="15430" y="18383"/>
                      </a:cubicBezTo>
                      <a:cubicBezTo>
                        <a:pt x="16764" y="18193"/>
                        <a:pt x="17240" y="17335"/>
                        <a:pt x="16955" y="15907"/>
                      </a:cubicBezTo>
                      <a:cubicBezTo>
                        <a:pt x="16573" y="14192"/>
                        <a:pt x="16669" y="13240"/>
                        <a:pt x="17050" y="12859"/>
                      </a:cubicBezTo>
                      <a:cubicBezTo>
                        <a:pt x="18669" y="11144"/>
                        <a:pt x="19908" y="10287"/>
                        <a:pt x="20860" y="10287"/>
                      </a:cubicBezTo>
                      <a:cubicBezTo>
                        <a:pt x="21622" y="10287"/>
                        <a:pt x="22193" y="10573"/>
                        <a:pt x="22670" y="11240"/>
                      </a:cubicBezTo>
                      <a:cubicBezTo>
                        <a:pt x="22860" y="11240"/>
                        <a:pt x="22956" y="10859"/>
                        <a:pt x="22956" y="10382"/>
                      </a:cubicBezTo>
                      <a:cubicBezTo>
                        <a:pt x="23146" y="10287"/>
                        <a:pt x="23336" y="10192"/>
                        <a:pt x="23527" y="10192"/>
                      </a:cubicBezTo>
                      <a:cubicBezTo>
                        <a:pt x="23717" y="10192"/>
                        <a:pt x="24099" y="10192"/>
                        <a:pt x="24670" y="10382"/>
                      </a:cubicBezTo>
                      <a:cubicBezTo>
                        <a:pt x="25241" y="10478"/>
                        <a:pt x="25527" y="10573"/>
                        <a:pt x="25813" y="10573"/>
                      </a:cubicBezTo>
                      <a:cubicBezTo>
                        <a:pt x="26480" y="10573"/>
                        <a:pt x="26956" y="10287"/>
                        <a:pt x="27241" y="9716"/>
                      </a:cubicBezTo>
                      <a:cubicBezTo>
                        <a:pt x="27527" y="9906"/>
                        <a:pt x="28099" y="10287"/>
                        <a:pt x="28956" y="10859"/>
                      </a:cubicBezTo>
                      <a:cubicBezTo>
                        <a:pt x="29146" y="10382"/>
                        <a:pt x="29528" y="10192"/>
                        <a:pt x="30004" y="10192"/>
                      </a:cubicBezTo>
                      <a:cubicBezTo>
                        <a:pt x="30289" y="10192"/>
                        <a:pt x="30766" y="10192"/>
                        <a:pt x="31432" y="10478"/>
                      </a:cubicBezTo>
                      <a:cubicBezTo>
                        <a:pt x="32099" y="10668"/>
                        <a:pt x="32576" y="10763"/>
                        <a:pt x="33052" y="10763"/>
                      </a:cubicBezTo>
                      <a:cubicBezTo>
                        <a:pt x="33338" y="10763"/>
                        <a:pt x="33528" y="10763"/>
                        <a:pt x="33814" y="10573"/>
                      </a:cubicBezTo>
                      <a:cubicBezTo>
                        <a:pt x="34576" y="10954"/>
                        <a:pt x="35243" y="11430"/>
                        <a:pt x="36005" y="11906"/>
                      </a:cubicBezTo>
                      <a:cubicBezTo>
                        <a:pt x="36766" y="12383"/>
                        <a:pt x="37148" y="13049"/>
                        <a:pt x="37148" y="13811"/>
                      </a:cubicBezTo>
                      <a:cubicBezTo>
                        <a:pt x="37148" y="14002"/>
                        <a:pt x="37148" y="14288"/>
                        <a:pt x="37148" y="14478"/>
                      </a:cubicBezTo>
                      <a:lnTo>
                        <a:pt x="38576" y="14192"/>
                      </a:lnTo>
                      <a:cubicBezTo>
                        <a:pt x="38386" y="14859"/>
                        <a:pt x="38195" y="15621"/>
                        <a:pt x="38195" y="16383"/>
                      </a:cubicBezTo>
                      <a:cubicBezTo>
                        <a:pt x="38195" y="18002"/>
                        <a:pt x="38862" y="19812"/>
                        <a:pt x="40196" y="21908"/>
                      </a:cubicBezTo>
                      <a:lnTo>
                        <a:pt x="38576" y="22574"/>
                      </a:lnTo>
                      <a:lnTo>
                        <a:pt x="40196" y="23146"/>
                      </a:lnTo>
                      <a:cubicBezTo>
                        <a:pt x="40196" y="23146"/>
                        <a:pt x="39434" y="23336"/>
                        <a:pt x="38862" y="23813"/>
                      </a:cubicBezTo>
                      <a:lnTo>
                        <a:pt x="38862" y="24098"/>
                      </a:lnTo>
                      <a:cubicBezTo>
                        <a:pt x="38862" y="24098"/>
                        <a:pt x="40100" y="24098"/>
                        <a:pt x="41148" y="24479"/>
                      </a:cubicBezTo>
                      <a:lnTo>
                        <a:pt x="39910" y="26289"/>
                      </a:lnTo>
                      <a:cubicBezTo>
                        <a:pt x="41243" y="27813"/>
                        <a:pt x="42386" y="28480"/>
                        <a:pt x="43434" y="28480"/>
                      </a:cubicBezTo>
                      <a:lnTo>
                        <a:pt x="43434" y="29147"/>
                      </a:lnTo>
                      <a:cubicBezTo>
                        <a:pt x="43053" y="28670"/>
                        <a:pt x="42767" y="28385"/>
                        <a:pt x="42482" y="28480"/>
                      </a:cubicBezTo>
                      <a:cubicBezTo>
                        <a:pt x="42291" y="29242"/>
                        <a:pt x="42196" y="30004"/>
                        <a:pt x="42196" y="30861"/>
                      </a:cubicBezTo>
                      <a:cubicBezTo>
                        <a:pt x="42196" y="32576"/>
                        <a:pt x="42672" y="34004"/>
                        <a:pt x="43434" y="34862"/>
                      </a:cubicBezTo>
                      <a:cubicBezTo>
                        <a:pt x="43244" y="35147"/>
                        <a:pt x="43149" y="35338"/>
                        <a:pt x="43149" y="35528"/>
                      </a:cubicBezTo>
                      <a:cubicBezTo>
                        <a:pt x="43149" y="35719"/>
                        <a:pt x="43339" y="36005"/>
                        <a:pt x="43720" y="36385"/>
                      </a:cubicBezTo>
                      <a:cubicBezTo>
                        <a:pt x="44196" y="36767"/>
                        <a:pt x="44387" y="37052"/>
                        <a:pt x="44387" y="37338"/>
                      </a:cubicBezTo>
                      <a:cubicBezTo>
                        <a:pt x="44387" y="37529"/>
                        <a:pt x="44387" y="37719"/>
                        <a:pt x="44101" y="37910"/>
                      </a:cubicBezTo>
                      <a:lnTo>
                        <a:pt x="45148" y="38291"/>
                      </a:lnTo>
                      <a:cubicBezTo>
                        <a:pt x="45720" y="41339"/>
                        <a:pt x="46101" y="43148"/>
                        <a:pt x="46197" y="43815"/>
                      </a:cubicBezTo>
                      <a:cubicBezTo>
                        <a:pt x="46768" y="45910"/>
                        <a:pt x="47435" y="47625"/>
                        <a:pt x="48387" y="49054"/>
                      </a:cubicBezTo>
                      <a:cubicBezTo>
                        <a:pt x="47720" y="50102"/>
                        <a:pt x="47911" y="50959"/>
                        <a:pt x="49054" y="51530"/>
                      </a:cubicBezTo>
                      <a:cubicBezTo>
                        <a:pt x="48959" y="54197"/>
                        <a:pt x="49339" y="56007"/>
                        <a:pt x="50292" y="57055"/>
                      </a:cubicBezTo>
                      <a:cubicBezTo>
                        <a:pt x="50292" y="59627"/>
                        <a:pt x="50959" y="60960"/>
                        <a:pt x="52292" y="60960"/>
                      </a:cubicBezTo>
                      <a:close/>
                      <a:moveTo>
                        <a:pt x="3143" y="11525"/>
                      </a:moveTo>
                      <a:lnTo>
                        <a:pt x="2477" y="12192"/>
                      </a:lnTo>
                      <a:lnTo>
                        <a:pt x="1524" y="11144"/>
                      </a:lnTo>
                      <a:lnTo>
                        <a:pt x="3143" y="11525"/>
                      </a:lnTo>
                      <a:close/>
                      <a:moveTo>
                        <a:pt x="4572" y="23527"/>
                      </a:moveTo>
                      <a:lnTo>
                        <a:pt x="5049" y="25051"/>
                      </a:lnTo>
                      <a:lnTo>
                        <a:pt x="3810" y="27051"/>
                      </a:lnTo>
                      <a:lnTo>
                        <a:pt x="4572" y="23622"/>
                      </a:lnTo>
                      <a:close/>
                      <a:moveTo>
                        <a:pt x="5620" y="16383"/>
                      </a:moveTo>
                      <a:cubicBezTo>
                        <a:pt x="5620" y="16383"/>
                        <a:pt x="5239" y="16574"/>
                        <a:pt x="4858" y="17050"/>
                      </a:cubicBezTo>
                      <a:lnTo>
                        <a:pt x="4572" y="16193"/>
                      </a:lnTo>
                      <a:lnTo>
                        <a:pt x="5620" y="16478"/>
                      </a:lnTo>
                      <a:close/>
                      <a:moveTo>
                        <a:pt x="13049" y="18002"/>
                      </a:moveTo>
                      <a:cubicBezTo>
                        <a:pt x="12668" y="17145"/>
                        <a:pt x="11811" y="16859"/>
                        <a:pt x="10668" y="17050"/>
                      </a:cubicBezTo>
                      <a:lnTo>
                        <a:pt x="10383" y="17335"/>
                      </a:lnTo>
                      <a:cubicBezTo>
                        <a:pt x="10383" y="16764"/>
                        <a:pt x="10573" y="16574"/>
                        <a:pt x="10954" y="16574"/>
                      </a:cubicBezTo>
                      <a:cubicBezTo>
                        <a:pt x="10954" y="16574"/>
                        <a:pt x="11335" y="16574"/>
                        <a:pt x="11811" y="16764"/>
                      </a:cubicBezTo>
                      <a:cubicBezTo>
                        <a:pt x="12288" y="16859"/>
                        <a:pt x="12668" y="16859"/>
                        <a:pt x="12954" y="16764"/>
                      </a:cubicBezTo>
                      <a:lnTo>
                        <a:pt x="12954" y="18002"/>
                      </a:lnTo>
                      <a:close/>
                      <a:moveTo>
                        <a:pt x="11621" y="43910"/>
                      </a:moveTo>
                      <a:lnTo>
                        <a:pt x="11621" y="42386"/>
                      </a:lnTo>
                      <a:lnTo>
                        <a:pt x="11335" y="42386"/>
                      </a:lnTo>
                      <a:lnTo>
                        <a:pt x="11335" y="43910"/>
                      </a:lnTo>
                      <a:lnTo>
                        <a:pt x="11621" y="43910"/>
                      </a:lnTo>
                      <a:close/>
                      <a:moveTo>
                        <a:pt x="16383" y="19241"/>
                      </a:moveTo>
                      <a:lnTo>
                        <a:pt x="18288" y="18288"/>
                      </a:lnTo>
                      <a:lnTo>
                        <a:pt x="18002" y="17335"/>
                      </a:lnTo>
                      <a:lnTo>
                        <a:pt x="16383" y="19241"/>
                      </a:lnTo>
                      <a:close/>
                      <a:moveTo>
                        <a:pt x="18288" y="30290"/>
                      </a:moveTo>
                      <a:lnTo>
                        <a:pt x="19908" y="30671"/>
                      </a:lnTo>
                      <a:lnTo>
                        <a:pt x="19621" y="30290"/>
                      </a:lnTo>
                      <a:lnTo>
                        <a:pt x="18288" y="30290"/>
                      </a:lnTo>
                      <a:close/>
                      <a:moveTo>
                        <a:pt x="19621" y="28766"/>
                      </a:moveTo>
                      <a:lnTo>
                        <a:pt x="20288" y="28480"/>
                      </a:lnTo>
                      <a:lnTo>
                        <a:pt x="19621" y="27813"/>
                      </a:lnTo>
                      <a:lnTo>
                        <a:pt x="19621" y="28766"/>
                      </a:lnTo>
                      <a:close/>
                      <a:moveTo>
                        <a:pt x="20288" y="15526"/>
                      </a:moveTo>
                      <a:lnTo>
                        <a:pt x="21241" y="15335"/>
                      </a:lnTo>
                      <a:lnTo>
                        <a:pt x="19812" y="14954"/>
                      </a:lnTo>
                      <a:lnTo>
                        <a:pt x="20193" y="15621"/>
                      </a:lnTo>
                      <a:close/>
                      <a:moveTo>
                        <a:pt x="20574" y="5620"/>
                      </a:moveTo>
                      <a:lnTo>
                        <a:pt x="21050" y="6572"/>
                      </a:lnTo>
                      <a:lnTo>
                        <a:pt x="20384" y="6572"/>
                      </a:lnTo>
                      <a:lnTo>
                        <a:pt x="20670" y="5620"/>
                      </a:lnTo>
                      <a:close/>
                      <a:moveTo>
                        <a:pt x="23622" y="3429"/>
                      </a:moveTo>
                      <a:cubicBezTo>
                        <a:pt x="23146" y="3239"/>
                        <a:pt x="22956" y="2953"/>
                        <a:pt x="22956" y="2477"/>
                      </a:cubicBezTo>
                      <a:lnTo>
                        <a:pt x="22956" y="1334"/>
                      </a:lnTo>
                      <a:lnTo>
                        <a:pt x="25241" y="0"/>
                      </a:lnTo>
                      <a:cubicBezTo>
                        <a:pt x="25241" y="0"/>
                        <a:pt x="24955" y="476"/>
                        <a:pt x="24384" y="857"/>
                      </a:cubicBezTo>
                      <a:cubicBezTo>
                        <a:pt x="23813" y="1143"/>
                        <a:pt x="23432" y="1429"/>
                        <a:pt x="23432" y="1619"/>
                      </a:cubicBezTo>
                      <a:cubicBezTo>
                        <a:pt x="23432" y="1810"/>
                        <a:pt x="23527" y="2000"/>
                        <a:pt x="23908" y="2286"/>
                      </a:cubicBezTo>
                      <a:cubicBezTo>
                        <a:pt x="24003" y="2667"/>
                        <a:pt x="23908" y="2953"/>
                        <a:pt x="23622" y="3429"/>
                      </a:cubicBezTo>
                      <a:close/>
                      <a:moveTo>
                        <a:pt x="25908" y="7525"/>
                      </a:moveTo>
                      <a:lnTo>
                        <a:pt x="26480" y="7525"/>
                      </a:lnTo>
                      <a:lnTo>
                        <a:pt x="25432" y="9144"/>
                      </a:lnTo>
                      <a:lnTo>
                        <a:pt x="25813" y="7525"/>
                      </a:lnTo>
                      <a:close/>
                      <a:moveTo>
                        <a:pt x="25908" y="18669"/>
                      </a:moveTo>
                      <a:lnTo>
                        <a:pt x="25908" y="17717"/>
                      </a:lnTo>
                      <a:lnTo>
                        <a:pt x="25527" y="17717"/>
                      </a:lnTo>
                      <a:lnTo>
                        <a:pt x="25527" y="18669"/>
                      </a:lnTo>
                      <a:lnTo>
                        <a:pt x="25908" y="18669"/>
                      </a:lnTo>
                      <a:close/>
                      <a:moveTo>
                        <a:pt x="30195" y="6287"/>
                      </a:moveTo>
                      <a:lnTo>
                        <a:pt x="30195" y="7525"/>
                      </a:lnTo>
                      <a:lnTo>
                        <a:pt x="29337" y="5334"/>
                      </a:lnTo>
                      <a:cubicBezTo>
                        <a:pt x="29909" y="5334"/>
                        <a:pt x="30195" y="5620"/>
                        <a:pt x="30195" y="6191"/>
                      </a:cubicBezTo>
                      <a:close/>
                      <a:moveTo>
                        <a:pt x="31814" y="18098"/>
                      </a:moveTo>
                      <a:lnTo>
                        <a:pt x="33814" y="17431"/>
                      </a:lnTo>
                      <a:lnTo>
                        <a:pt x="32766" y="17431"/>
                      </a:lnTo>
                      <a:lnTo>
                        <a:pt x="31814" y="18098"/>
                      </a:lnTo>
                      <a:close/>
                      <a:moveTo>
                        <a:pt x="31814" y="24289"/>
                      </a:moveTo>
                      <a:lnTo>
                        <a:pt x="32099" y="23336"/>
                      </a:lnTo>
                      <a:lnTo>
                        <a:pt x="31814" y="23146"/>
                      </a:lnTo>
                      <a:lnTo>
                        <a:pt x="31814" y="24384"/>
                      </a:lnTo>
                      <a:close/>
                      <a:moveTo>
                        <a:pt x="34766" y="49530"/>
                      </a:moveTo>
                      <a:cubicBezTo>
                        <a:pt x="34766" y="49530"/>
                        <a:pt x="35052" y="49530"/>
                        <a:pt x="35433" y="49721"/>
                      </a:cubicBezTo>
                      <a:lnTo>
                        <a:pt x="35719" y="49530"/>
                      </a:lnTo>
                      <a:lnTo>
                        <a:pt x="34766" y="48673"/>
                      </a:lnTo>
                      <a:lnTo>
                        <a:pt x="36100" y="49149"/>
                      </a:lnTo>
                      <a:cubicBezTo>
                        <a:pt x="35338" y="49816"/>
                        <a:pt x="34957" y="50197"/>
                        <a:pt x="34766" y="50197"/>
                      </a:cubicBezTo>
                      <a:lnTo>
                        <a:pt x="34766" y="49530"/>
                      </a:lnTo>
                      <a:close/>
                      <a:moveTo>
                        <a:pt x="37338" y="34100"/>
                      </a:moveTo>
                      <a:cubicBezTo>
                        <a:pt x="37910" y="33814"/>
                        <a:pt x="38195" y="33338"/>
                        <a:pt x="38100" y="32576"/>
                      </a:cubicBezTo>
                      <a:cubicBezTo>
                        <a:pt x="37243" y="32766"/>
                        <a:pt x="36766" y="33242"/>
                        <a:pt x="36766" y="33909"/>
                      </a:cubicBezTo>
                      <a:cubicBezTo>
                        <a:pt x="36957" y="34100"/>
                        <a:pt x="37148" y="34195"/>
                        <a:pt x="37338" y="34100"/>
                      </a:cubicBezTo>
                      <a:close/>
                      <a:moveTo>
                        <a:pt x="38100" y="22003"/>
                      </a:moveTo>
                      <a:lnTo>
                        <a:pt x="37052" y="22003"/>
                      </a:lnTo>
                      <a:lnTo>
                        <a:pt x="37338" y="24289"/>
                      </a:lnTo>
                      <a:lnTo>
                        <a:pt x="38100" y="22003"/>
                      </a:lnTo>
                      <a:close/>
                      <a:moveTo>
                        <a:pt x="38100" y="30194"/>
                      </a:moveTo>
                      <a:cubicBezTo>
                        <a:pt x="38100" y="30194"/>
                        <a:pt x="37910" y="29813"/>
                        <a:pt x="37910" y="29623"/>
                      </a:cubicBezTo>
                      <a:cubicBezTo>
                        <a:pt x="37910" y="29242"/>
                        <a:pt x="38195" y="28956"/>
                        <a:pt x="38862" y="28956"/>
                      </a:cubicBezTo>
                      <a:lnTo>
                        <a:pt x="39434" y="28956"/>
                      </a:lnTo>
                      <a:lnTo>
                        <a:pt x="39434" y="28575"/>
                      </a:lnTo>
                      <a:cubicBezTo>
                        <a:pt x="39434" y="28575"/>
                        <a:pt x="39148" y="28575"/>
                        <a:pt x="38958" y="28575"/>
                      </a:cubicBezTo>
                      <a:cubicBezTo>
                        <a:pt x="38576" y="28575"/>
                        <a:pt x="38195" y="28766"/>
                        <a:pt x="37815" y="29147"/>
                      </a:cubicBezTo>
                      <a:cubicBezTo>
                        <a:pt x="37529" y="29528"/>
                        <a:pt x="37338" y="29909"/>
                        <a:pt x="37338" y="30290"/>
                      </a:cubicBezTo>
                      <a:lnTo>
                        <a:pt x="38100" y="30290"/>
                      </a:lnTo>
                      <a:close/>
                      <a:moveTo>
                        <a:pt x="38481" y="43625"/>
                      </a:moveTo>
                      <a:cubicBezTo>
                        <a:pt x="38481" y="43625"/>
                        <a:pt x="38576" y="43339"/>
                        <a:pt x="38862" y="42958"/>
                      </a:cubicBezTo>
                      <a:cubicBezTo>
                        <a:pt x="38481" y="42958"/>
                        <a:pt x="38291" y="42958"/>
                        <a:pt x="38291" y="43244"/>
                      </a:cubicBezTo>
                      <a:cubicBezTo>
                        <a:pt x="38195" y="43434"/>
                        <a:pt x="38005" y="43625"/>
                        <a:pt x="37910" y="43625"/>
                      </a:cubicBezTo>
                      <a:lnTo>
                        <a:pt x="38576" y="43625"/>
                      </a:lnTo>
                      <a:close/>
                      <a:moveTo>
                        <a:pt x="38862" y="9430"/>
                      </a:moveTo>
                      <a:lnTo>
                        <a:pt x="39529" y="8763"/>
                      </a:lnTo>
                      <a:lnTo>
                        <a:pt x="38576" y="7906"/>
                      </a:lnTo>
                      <a:lnTo>
                        <a:pt x="39148" y="7239"/>
                      </a:lnTo>
                      <a:lnTo>
                        <a:pt x="40196" y="9144"/>
                      </a:lnTo>
                      <a:lnTo>
                        <a:pt x="38862" y="9335"/>
                      </a:lnTo>
                      <a:close/>
                      <a:moveTo>
                        <a:pt x="43053" y="48673"/>
                      </a:moveTo>
                      <a:lnTo>
                        <a:pt x="43053" y="47625"/>
                      </a:lnTo>
                      <a:cubicBezTo>
                        <a:pt x="43053" y="47625"/>
                        <a:pt x="43053" y="47720"/>
                        <a:pt x="42386" y="48006"/>
                      </a:cubicBezTo>
                      <a:cubicBezTo>
                        <a:pt x="42196" y="47911"/>
                        <a:pt x="42006" y="47720"/>
                        <a:pt x="41815" y="47435"/>
                      </a:cubicBezTo>
                      <a:cubicBezTo>
                        <a:pt x="41624" y="47149"/>
                        <a:pt x="41434" y="47054"/>
                        <a:pt x="41339" y="47054"/>
                      </a:cubicBezTo>
                      <a:cubicBezTo>
                        <a:pt x="41148" y="47054"/>
                        <a:pt x="40957" y="47149"/>
                        <a:pt x="40767" y="47339"/>
                      </a:cubicBezTo>
                      <a:lnTo>
                        <a:pt x="43053" y="48673"/>
                      </a:lnTo>
                      <a:close/>
                      <a:moveTo>
                        <a:pt x="45148" y="48197"/>
                      </a:moveTo>
                      <a:cubicBezTo>
                        <a:pt x="45148" y="48197"/>
                        <a:pt x="45148" y="48197"/>
                        <a:pt x="45148" y="48006"/>
                      </a:cubicBezTo>
                      <a:lnTo>
                        <a:pt x="44768" y="46006"/>
                      </a:lnTo>
                      <a:cubicBezTo>
                        <a:pt x="44768" y="46006"/>
                        <a:pt x="44482" y="46387"/>
                        <a:pt x="44482" y="46673"/>
                      </a:cubicBezTo>
                      <a:cubicBezTo>
                        <a:pt x="44482" y="46482"/>
                        <a:pt x="44672" y="46958"/>
                        <a:pt x="45148" y="48006"/>
                      </a:cubicBezTo>
                      <a:lnTo>
                        <a:pt x="45148" y="48197"/>
                      </a:lnTo>
                      <a:close/>
                      <a:moveTo>
                        <a:pt x="48959" y="381"/>
                      </a:moveTo>
                      <a:lnTo>
                        <a:pt x="48959" y="1143"/>
                      </a:lnTo>
                      <a:lnTo>
                        <a:pt x="47720" y="1143"/>
                      </a:lnTo>
                      <a:lnTo>
                        <a:pt x="48959" y="381"/>
                      </a:lnTo>
                      <a:close/>
                      <a:moveTo>
                        <a:pt x="49625" y="13145"/>
                      </a:moveTo>
                      <a:lnTo>
                        <a:pt x="48673" y="14002"/>
                      </a:lnTo>
                      <a:lnTo>
                        <a:pt x="49625" y="12668"/>
                      </a:lnTo>
                      <a:lnTo>
                        <a:pt x="49625" y="13049"/>
                      </a:lnTo>
                      <a:close/>
                      <a:moveTo>
                        <a:pt x="54579" y="27242"/>
                      </a:moveTo>
                      <a:lnTo>
                        <a:pt x="53912" y="27908"/>
                      </a:lnTo>
                      <a:lnTo>
                        <a:pt x="53435" y="27908"/>
                      </a:lnTo>
                      <a:lnTo>
                        <a:pt x="54673" y="27242"/>
                      </a:lnTo>
                      <a:close/>
                      <a:moveTo>
                        <a:pt x="54293" y="13811"/>
                      </a:moveTo>
                      <a:cubicBezTo>
                        <a:pt x="54293" y="13811"/>
                        <a:pt x="54007" y="13811"/>
                        <a:pt x="53912" y="13335"/>
                      </a:cubicBezTo>
                      <a:cubicBezTo>
                        <a:pt x="53912" y="12954"/>
                        <a:pt x="53912" y="12764"/>
                        <a:pt x="53816" y="12764"/>
                      </a:cubicBezTo>
                      <a:lnTo>
                        <a:pt x="54293" y="12764"/>
                      </a:lnTo>
                      <a:lnTo>
                        <a:pt x="54293" y="13811"/>
                      </a:lnTo>
                      <a:close/>
                      <a:moveTo>
                        <a:pt x="66770" y="7239"/>
                      </a:moveTo>
                      <a:cubicBezTo>
                        <a:pt x="66770" y="7239"/>
                        <a:pt x="66770" y="6763"/>
                        <a:pt x="66866" y="6572"/>
                      </a:cubicBezTo>
                      <a:cubicBezTo>
                        <a:pt x="67056" y="6287"/>
                        <a:pt x="67151" y="6191"/>
                        <a:pt x="67437" y="6287"/>
                      </a:cubicBezTo>
                      <a:lnTo>
                        <a:pt x="67437" y="7239"/>
                      </a:lnTo>
                      <a:lnTo>
                        <a:pt x="66770" y="7239"/>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 name="Google Shape;992;p99"/>
                <p:cNvSpPr/>
                <p:nvPr/>
              </p:nvSpPr>
              <p:spPr>
                <a:xfrm>
                  <a:off x="8703299" y="1610868"/>
                  <a:ext cx="52175" cy="77438"/>
                </a:xfrm>
                <a:custGeom>
                  <a:avLst/>
                  <a:gdLst/>
                  <a:ahLst/>
                  <a:cxnLst/>
                  <a:rect l="l" t="t" r="r" b="b"/>
                  <a:pathLst>
                    <a:path w="52175" h="77438" extrusionOk="0">
                      <a:moveTo>
                        <a:pt x="47031" y="23336"/>
                      </a:moveTo>
                      <a:cubicBezTo>
                        <a:pt x="48460" y="24003"/>
                        <a:pt x="49222" y="24289"/>
                        <a:pt x="49413" y="24289"/>
                      </a:cubicBezTo>
                      <a:cubicBezTo>
                        <a:pt x="48270" y="25432"/>
                        <a:pt x="47793" y="26289"/>
                        <a:pt x="47984" y="26860"/>
                      </a:cubicBezTo>
                      <a:cubicBezTo>
                        <a:pt x="47889" y="26860"/>
                        <a:pt x="47698" y="26860"/>
                        <a:pt x="47507" y="26860"/>
                      </a:cubicBezTo>
                      <a:cubicBezTo>
                        <a:pt x="47317" y="26860"/>
                        <a:pt x="46841" y="26860"/>
                        <a:pt x="46270" y="27242"/>
                      </a:cubicBezTo>
                      <a:cubicBezTo>
                        <a:pt x="45603" y="27432"/>
                        <a:pt x="45221" y="27527"/>
                        <a:pt x="44936" y="27527"/>
                      </a:cubicBezTo>
                      <a:cubicBezTo>
                        <a:pt x="44460" y="27527"/>
                        <a:pt x="44079" y="27242"/>
                        <a:pt x="43793" y="26575"/>
                      </a:cubicBezTo>
                      <a:cubicBezTo>
                        <a:pt x="43793" y="26765"/>
                        <a:pt x="43507" y="27242"/>
                        <a:pt x="43507" y="28099"/>
                      </a:cubicBezTo>
                      <a:cubicBezTo>
                        <a:pt x="43412" y="28670"/>
                        <a:pt x="43031" y="29146"/>
                        <a:pt x="42459" y="29337"/>
                      </a:cubicBezTo>
                      <a:lnTo>
                        <a:pt x="39792" y="29623"/>
                      </a:lnTo>
                      <a:lnTo>
                        <a:pt x="40269" y="30004"/>
                      </a:lnTo>
                      <a:cubicBezTo>
                        <a:pt x="39031" y="30385"/>
                        <a:pt x="37697" y="30575"/>
                        <a:pt x="36268" y="30575"/>
                      </a:cubicBezTo>
                      <a:lnTo>
                        <a:pt x="36649" y="30194"/>
                      </a:lnTo>
                      <a:cubicBezTo>
                        <a:pt x="36745" y="29623"/>
                        <a:pt x="36554" y="29337"/>
                        <a:pt x="35983" y="29337"/>
                      </a:cubicBezTo>
                      <a:cubicBezTo>
                        <a:pt x="35220" y="29337"/>
                        <a:pt x="34744" y="29146"/>
                        <a:pt x="34744" y="28956"/>
                      </a:cubicBezTo>
                      <a:lnTo>
                        <a:pt x="33411" y="28956"/>
                      </a:lnTo>
                      <a:cubicBezTo>
                        <a:pt x="33982" y="28765"/>
                        <a:pt x="34458" y="28384"/>
                        <a:pt x="34458" y="28003"/>
                      </a:cubicBezTo>
                      <a:cubicBezTo>
                        <a:pt x="34458" y="27813"/>
                        <a:pt x="34363" y="27527"/>
                        <a:pt x="34173" y="27146"/>
                      </a:cubicBezTo>
                      <a:cubicBezTo>
                        <a:pt x="33982" y="26765"/>
                        <a:pt x="33887" y="26479"/>
                        <a:pt x="33887" y="26289"/>
                      </a:cubicBezTo>
                      <a:cubicBezTo>
                        <a:pt x="33887" y="26098"/>
                        <a:pt x="33887" y="26003"/>
                        <a:pt x="33982" y="25908"/>
                      </a:cubicBezTo>
                      <a:lnTo>
                        <a:pt x="32648" y="25432"/>
                      </a:lnTo>
                      <a:cubicBezTo>
                        <a:pt x="32648" y="25432"/>
                        <a:pt x="32839" y="24860"/>
                        <a:pt x="32839" y="24574"/>
                      </a:cubicBezTo>
                      <a:cubicBezTo>
                        <a:pt x="32839" y="24098"/>
                        <a:pt x="32458" y="23527"/>
                        <a:pt x="31505" y="22955"/>
                      </a:cubicBezTo>
                      <a:cubicBezTo>
                        <a:pt x="30458" y="22288"/>
                        <a:pt x="29886" y="21812"/>
                        <a:pt x="29696" y="21622"/>
                      </a:cubicBezTo>
                      <a:cubicBezTo>
                        <a:pt x="29315" y="21812"/>
                        <a:pt x="28934" y="21812"/>
                        <a:pt x="28648" y="21812"/>
                      </a:cubicBezTo>
                      <a:cubicBezTo>
                        <a:pt x="28077" y="21812"/>
                        <a:pt x="27505" y="21431"/>
                        <a:pt x="26934" y="20765"/>
                      </a:cubicBezTo>
                      <a:cubicBezTo>
                        <a:pt x="26458" y="20002"/>
                        <a:pt x="25981" y="19717"/>
                        <a:pt x="25695" y="19717"/>
                      </a:cubicBezTo>
                      <a:cubicBezTo>
                        <a:pt x="25315" y="19717"/>
                        <a:pt x="24933" y="19907"/>
                        <a:pt x="24457" y="20383"/>
                      </a:cubicBezTo>
                      <a:lnTo>
                        <a:pt x="23314" y="19431"/>
                      </a:lnTo>
                      <a:cubicBezTo>
                        <a:pt x="22838" y="20002"/>
                        <a:pt x="21886" y="20479"/>
                        <a:pt x="20647" y="21050"/>
                      </a:cubicBezTo>
                      <a:cubicBezTo>
                        <a:pt x="19409" y="21622"/>
                        <a:pt x="18456" y="22288"/>
                        <a:pt x="17885" y="23146"/>
                      </a:cubicBezTo>
                      <a:cubicBezTo>
                        <a:pt x="17885" y="22860"/>
                        <a:pt x="17599" y="22765"/>
                        <a:pt x="17313" y="22765"/>
                      </a:cubicBezTo>
                      <a:lnTo>
                        <a:pt x="16551" y="22765"/>
                      </a:lnTo>
                      <a:cubicBezTo>
                        <a:pt x="15980" y="23336"/>
                        <a:pt x="15218" y="25241"/>
                        <a:pt x="14170" y="28575"/>
                      </a:cubicBezTo>
                      <a:cubicBezTo>
                        <a:pt x="13313" y="31051"/>
                        <a:pt x="11979" y="32290"/>
                        <a:pt x="9979" y="32290"/>
                      </a:cubicBezTo>
                      <a:cubicBezTo>
                        <a:pt x="9598" y="32290"/>
                        <a:pt x="9027" y="32290"/>
                        <a:pt x="8455" y="32099"/>
                      </a:cubicBezTo>
                      <a:cubicBezTo>
                        <a:pt x="9217" y="32194"/>
                        <a:pt x="10170" y="32385"/>
                        <a:pt x="11408" y="32671"/>
                      </a:cubicBezTo>
                      <a:lnTo>
                        <a:pt x="11408" y="32671"/>
                      </a:lnTo>
                      <a:cubicBezTo>
                        <a:pt x="11122" y="33242"/>
                        <a:pt x="10551" y="33623"/>
                        <a:pt x="9503" y="33623"/>
                      </a:cubicBezTo>
                      <a:lnTo>
                        <a:pt x="7121" y="33623"/>
                      </a:lnTo>
                      <a:cubicBezTo>
                        <a:pt x="7121" y="33623"/>
                        <a:pt x="6265" y="33814"/>
                        <a:pt x="5979" y="34004"/>
                      </a:cubicBezTo>
                      <a:cubicBezTo>
                        <a:pt x="5979" y="34290"/>
                        <a:pt x="5979" y="34480"/>
                        <a:pt x="5979" y="34671"/>
                      </a:cubicBezTo>
                      <a:cubicBezTo>
                        <a:pt x="5979" y="35242"/>
                        <a:pt x="6360" y="35528"/>
                        <a:pt x="7121" y="35528"/>
                      </a:cubicBezTo>
                      <a:cubicBezTo>
                        <a:pt x="7121" y="35528"/>
                        <a:pt x="7503" y="35528"/>
                        <a:pt x="7693" y="35528"/>
                      </a:cubicBezTo>
                      <a:lnTo>
                        <a:pt x="8360" y="35528"/>
                      </a:lnTo>
                      <a:cubicBezTo>
                        <a:pt x="8836" y="35528"/>
                        <a:pt x="9217" y="35623"/>
                        <a:pt x="9407" y="35909"/>
                      </a:cubicBezTo>
                      <a:lnTo>
                        <a:pt x="9407" y="35147"/>
                      </a:lnTo>
                      <a:lnTo>
                        <a:pt x="11503" y="37052"/>
                      </a:lnTo>
                      <a:lnTo>
                        <a:pt x="11979" y="36100"/>
                      </a:lnTo>
                      <a:lnTo>
                        <a:pt x="11694" y="35909"/>
                      </a:lnTo>
                      <a:lnTo>
                        <a:pt x="11979" y="35528"/>
                      </a:lnTo>
                      <a:lnTo>
                        <a:pt x="12741" y="37052"/>
                      </a:lnTo>
                      <a:cubicBezTo>
                        <a:pt x="13408" y="36290"/>
                        <a:pt x="13313" y="35433"/>
                        <a:pt x="12455" y="34480"/>
                      </a:cubicBezTo>
                      <a:cubicBezTo>
                        <a:pt x="12837" y="34480"/>
                        <a:pt x="13313" y="34480"/>
                        <a:pt x="13694" y="34861"/>
                      </a:cubicBezTo>
                      <a:cubicBezTo>
                        <a:pt x="13122" y="35242"/>
                        <a:pt x="13122" y="36290"/>
                        <a:pt x="13694" y="38195"/>
                      </a:cubicBezTo>
                      <a:lnTo>
                        <a:pt x="13408" y="49625"/>
                      </a:lnTo>
                      <a:cubicBezTo>
                        <a:pt x="13884" y="50292"/>
                        <a:pt x="14361" y="51625"/>
                        <a:pt x="15027" y="53626"/>
                      </a:cubicBezTo>
                      <a:cubicBezTo>
                        <a:pt x="17599" y="56007"/>
                        <a:pt x="21695" y="57721"/>
                        <a:pt x="27220" y="58865"/>
                      </a:cubicBezTo>
                      <a:cubicBezTo>
                        <a:pt x="27696" y="57721"/>
                        <a:pt x="28743" y="57055"/>
                        <a:pt x="30649" y="56864"/>
                      </a:cubicBezTo>
                      <a:cubicBezTo>
                        <a:pt x="32458" y="56674"/>
                        <a:pt x="33506" y="56007"/>
                        <a:pt x="33792" y="54864"/>
                      </a:cubicBezTo>
                      <a:cubicBezTo>
                        <a:pt x="34173" y="54673"/>
                        <a:pt x="34554" y="54388"/>
                        <a:pt x="35030" y="54007"/>
                      </a:cubicBezTo>
                      <a:lnTo>
                        <a:pt x="34363" y="52959"/>
                      </a:lnTo>
                      <a:cubicBezTo>
                        <a:pt x="34363" y="52959"/>
                        <a:pt x="34935" y="52673"/>
                        <a:pt x="35792" y="52102"/>
                      </a:cubicBezTo>
                      <a:cubicBezTo>
                        <a:pt x="35316" y="50197"/>
                        <a:pt x="34363" y="49244"/>
                        <a:pt x="32648" y="49244"/>
                      </a:cubicBezTo>
                      <a:cubicBezTo>
                        <a:pt x="32172" y="49244"/>
                        <a:pt x="31315" y="49340"/>
                        <a:pt x="30077" y="49625"/>
                      </a:cubicBezTo>
                      <a:cubicBezTo>
                        <a:pt x="28934" y="49911"/>
                        <a:pt x="27981" y="50006"/>
                        <a:pt x="27410" y="50006"/>
                      </a:cubicBezTo>
                      <a:cubicBezTo>
                        <a:pt x="26838" y="50006"/>
                        <a:pt x="26362" y="49911"/>
                        <a:pt x="25981" y="49720"/>
                      </a:cubicBezTo>
                      <a:lnTo>
                        <a:pt x="23314" y="49720"/>
                      </a:lnTo>
                      <a:cubicBezTo>
                        <a:pt x="23314" y="49720"/>
                        <a:pt x="23123" y="49340"/>
                        <a:pt x="22647" y="48863"/>
                      </a:cubicBezTo>
                      <a:cubicBezTo>
                        <a:pt x="22266" y="49244"/>
                        <a:pt x="21980" y="49435"/>
                        <a:pt x="21790" y="49435"/>
                      </a:cubicBezTo>
                      <a:cubicBezTo>
                        <a:pt x="21600" y="49435"/>
                        <a:pt x="21504" y="49340"/>
                        <a:pt x="21504" y="49149"/>
                      </a:cubicBezTo>
                      <a:cubicBezTo>
                        <a:pt x="20838" y="48673"/>
                        <a:pt x="20647" y="47911"/>
                        <a:pt x="20933" y="46863"/>
                      </a:cubicBezTo>
                      <a:cubicBezTo>
                        <a:pt x="21219" y="45815"/>
                        <a:pt x="21219" y="44958"/>
                        <a:pt x="20838" y="44482"/>
                      </a:cubicBezTo>
                      <a:cubicBezTo>
                        <a:pt x="20838" y="42767"/>
                        <a:pt x="20838" y="41815"/>
                        <a:pt x="20933" y="41624"/>
                      </a:cubicBezTo>
                      <a:cubicBezTo>
                        <a:pt x="21124" y="40481"/>
                        <a:pt x="21600" y="39624"/>
                        <a:pt x="22457" y="39243"/>
                      </a:cubicBezTo>
                      <a:cubicBezTo>
                        <a:pt x="24648" y="38671"/>
                        <a:pt x="27124" y="38386"/>
                        <a:pt x="29982" y="38386"/>
                      </a:cubicBezTo>
                      <a:cubicBezTo>
                        <a:pt x="31315" y="38386"/>
                        <a:pt x="33411" y="38386"/>
                        <a:pt x="36268" y="38576"/>
                      </a:cubicBezTo>
                      <a:cubicBezTo>
                        <a:pt x="39126" y="38767"/>
                        <a:pt x="41316" y="38767"/>
                        <a:pt x="42745" y="38767"/>
                      </a:cubicBezTo>
                      <a:cubicBezTo>
                        <a:pt x="43888" y="38767"/>
                        <a:pt x="45126" y="38767"/>
                        <a:pt x="46079" y="38767"/>
                      </a:cubicBezTo>
                      <a:lnTo>
                        <a:pt x="49127" y="38957"/>
                      </a:lnTo>
                      <a:lnTo>
                        <a:pt x="49127" y="55912"/>
                      </a:lnTo>
                      <a:cubicBezTo>
                        <a:pt x="48270" y="56674"/>
                        <a:pt x="47793" y="57245"/>
                        <a:pt x="47793" y="57626"/>
                      </a:cubicBezTo>
                      <a:cubicBezTo>
                        <a:pt x="47793" y="57912"/>
                        <a:pt x="47793" y="58102"/>
                        <a:pt x="48079" y="58388"/>
                      </a:cubicBezTo>
                      <a:cubicBezTo>
                        <a:pt x="47317" y="59912"/>
                        <a:pt x="45698" y="61722"/>
                        <a:pt x="43126" y="63817"/>
                      </a:cubicBezTo>
                      <a:cubicBezTo>
                        <a:pt x="40364" y="66199"/>
                        <a:pt x="38554" y="67818"/>
                        <a:pt x="37888" y="68866"/>
                      </a:cubicBezTo>
                      <a:cubicBezTo>
                        <a:pt x="37602" y="68675"/>
                        <a:pt x="37411" y="68675"/>
                        <a:pt x="37221" y="68675"/>
                      </a:cubicBezTo>
                      <a:cubicBezTo>
                        <a:pt x="36935" y="68675"/>
                        <a:pt x="36459" y="68866"/>
                        <a:pt x="35792" y="69342"/>
                      </a:cubicBezTo>
                      <a:cubicBezTo>
                        <a:pt x="35220" y="69818"/>
                        <a:pt x="34649" y="70104"/>
                        <a:pt x="34268" y="70104"/>
                      </a:cubicBezTo>
                      <a:cubicBezTo>
                        <a:pt x="31220" y="71056"/>
                        <a:pt x="28934" y="71533"/>
                        <a:pt x="27410" y="71533"/>
                      </a:cubicBezTo>
                      <a:cubicBezTo>
                        <a:pt x="26838" y="71533"/>
                        <a:pt x="26362" y="71533"/>
                        <a:pt x="25886" y="71533"/>
                      </a:cubicBezTo>
                      <a:cubicBezTo>
                        <a:pt x="25791" y="71152"/>
                        <a:pt x="25600" y="70866"/>
                        <a:pt x="25410" y="70866"/>
                      </a:cubicBezTo>
                      <a:cubicBezTo>
                        <a:pt x="25219" y="70866"/>
                        <a:pt x="25029" y="70961"/>
                        <a:pt x="24743" y="71247"/>
                      </a:cubicBezTo>
                      <a:cubicBezTo>
                        <a:pt x="24457" y="71533"/>
                        <a:pt x="24172" y="71628"/>
                        <a:pt x="23981" y="71628"/>
                      </a:cubicBezTo>
                      <a:lnTo>
                        <a:pt x="22457" y="71628"/>
                      </a:lnTo>
                      <a:cubicBezTo>
                        <a:pt x="21886" y="71628"/>
                        <a:pt x="21028" y="71438"/>
                        <a:pt x="19981" y="71056"/>
                      </a:cubicBezTo>
                      <a:cubicBezTo>
                        <a:pt x="18838" y="70675"/>
                        <a:pt x="18075" y="70485"/>
                        <a:pt x="17599" y="70485"/>
                      </a:cubicBezTo>
                      <a:cubicBezTo>
                        <a:pt x="17123" y="70485"/>
                        <a:pt x="16742" y="70485"/>
                        <a:pt x="16361" y="70771"/>
                      </a:cubicBezTo>
                      <a:cubicBezTo>
                        <a:pt x="16170" y="70009"/>
                        <a:pt x="15408" y="69532"/>
                        <a:pt x="13980" y="69342"/>
                      </a:cubicBezTo>
                      <a:cubicBezTo>
                        <a:pt x="12551" y="69247"/>
                        <a:pt x="11884" y="68770"/>
                        <a:pt x="11789" y="67818"/>
                      </a:cubicBezTo>
                      <a:cubicBezTo>
                        <a:pt x="10932" y="67056"/>
                        <a:pt x="9884" y="66770"/>
                        <a:pt x="8741" y="66961"/>
                      </a:cubicBezTo>
                      <a:cubicBezTo>
                        <a:pt x="8741" y="66770"/>
                        <a:pt x="8741" y="66675"/>
                        <a:pt x="8741" y="66580"/>
                      </a:cubicBezTo>
                      <a:cubicBezTo>
                        <a:pt x="8741" y="66103"/>
                        <a:pt x="8264" y="65627"/>
                        <a:pt x="7312" y="64960"/>
                      </a:cubicBezTo>
                      <a:cubicBezTo>
                        <a:pt x="6360" y="64294"/>
                        <a:pt x="5883" y="63722"/>
                        <a:pt x="5883" y="63151"/>
                      </a:cubicBezTo>
                      <a:cubicBezTo>
                        <a:pt x="5883" y="62865"/>
                        <a:pt x="5883" y="62674"/>
                        <a:pt x="5979" y="62389"/>
                      </a:cubicBezTo>
                      <a:cubicBezTo>
                        <a:pt x="3026" y="60579"/>
                        <a:pt x="1502" y="58102"/>
                        <a:pt x="1502" y="54959"/>
                      </a:cubicBezTo>
                      <a:cubicBezTo>
                        <a:pt x="1502" y="54292"/>
                        <a:pt x="1597" y="53721"/>
                        <a:pt x="1788" y="53149"/>
                      </a:cubicBezTo>
                      <a:cubicBezTo>
                        <a:pt x="1883" y="52578"/>
                        <a:pt x="1788" y="51911"/>
                        <a:pt x="1216" y="51244"/>
                      </a:cubicBezTo>
                      <a:cubicBezTo>
                        <a:pt x="549" y="50482"/>
                        <a:pt x="168" y="49816"/>
                        <a:pt x="73" y="49435"/>
                      </a:cubicBezTo>
                      <a:cubicBezTo>
                        <a:pt x="359" y="47530"/>
                        <a:pt x="359" y="44291"/>
                        <a:pt x="73" y="39719"/>
                      </a:cubicBezTo>
                      <a:cubicBezTo>
                        <a:pt x="-118" y="35528"/>
                        <a:pt x="73" y="32290"/>
                        <a:pt x="549" y="30004"/>
                      </a:cubicBezTo>
                      <a:cubicBezTo>
                        <a:pt x="1121" y="29337"/>
                        <a:pt x="1502" y="27527"/>
                        <a:pt x="1597" y="24765"/>
                      </a:cubicBezTo>
                      <a:cubicBezTo>
                        <a:pt x="1597" y="22479"/>
                        <a:pt x="2454" y="20955"/>
                        <a:pt x="4169" y="20098"/>
                      </a:cubicBezTo>
                      <a:cubicBezTo>
                        <a:pt x="4359" y="18764"/>
                        <a:pt x="5407" y="17335"/>
                        <a:pt x="7121" y="15716"/>
                      </a:cubicBezTo>
                      <a:cubicBezTo>
                        <a:pt x="7503" y="15335"/>
                        <a:pt x="9122" y="14097"/>
                        <a:pt x="11884" y="11906"/>
                      </a:cubicBezTo>
                      <a:cubicBezTo>
                        <a:pt x="12170" y="12097"/>
                        <a:pt x="12455" y="12192"/>
                        <a:pt x="12741" y="12192"/>
                      </a:cubicBezTo>
                      <a:cubicBezTo>
                        <a:pt x="13122" y="12192"/>
                        <a:pt x="13598" y="11906"/>
                        <a:pt x="14265" y="11240"/>
                      </a:cubicBezTo>
                      <a:cubicBezTo>
                        <a:pt x="14932" y="10668"/>
                        <a:pt x="15504" y="10287"/>
                        <a:pt x="15980" y="10287"/>
                      </a:cubicBezTo>
                      <a:cubicBezTo>
                        <a:pt x="16170" y="10287"/>
                        <a:pt x="16361" y="10287"/>
                        <a:pt x="16646" y="10382"/>
                      </a:cubicBezTo>
                      <a:cubicBezTo>
                        <a:pt x="16551" y="9811"/>
                        <a:pt x="16646" y="9525"/>
                        <a:pt x="17123" y="9430"/>
                      </a:cubicBezTo>
                      <a:cubicBezTo>
                        <a:pt x="17504" y="9334"/>
                        <a:pt x="17980" y="9239"/>
                        <a:pt x="18456" y="9144"/>
                      </a:cubicBezTo>
                      <a:lnTo>
                        <a:pt x="19123" y="10001"/>
                      </a:lnTo>
                      <a:cubicBezTo>
                        <a:pt x="20647" y="8668"/>
                        <a:pt x="22362" y="8001"/>
                        <a:pt x="24362" y="8001"/>
                      </a:cubicBezTo>
                      <a:cubicBezTo>
                        <a:pt x="26362" y="8001"/>
                        <a:pt x="27886" y="8858"/>
                        <a:pt x="29029" y="10477"/>
                      </a:cubicBezTo>
                      <a:lnTo>
                        <a:pt x="29696" y="9144"/>
                      </a:lnTo>
                      <a:cubicBezTo>
                        <a:pt x="30934" y="9430"/>
                        <a:pt x="32268" y="9715"/>
                        <a:pt x="33601" y="10001"/>
                      </a:cubicBezTo>
                      <a:cubicBezTo>
                        <a:pt x="35030" y="10287"/>
                        <a:pt x="36268" y="10858"/>
                        <a:pt x="37221" y="11525"/>
                      </a:cubicBezTo>
                      <a:cubicBezTo>
                        <a:pt x="37125" y="11620"/>
                        <a:pt x="36839" y="11716"/>
                        <a:pt x="36459" y="11811"/>
                      </a:cubicBezTo>
                      <a:cubicBezTo>
                        <a:pt x="36078" y="11906"/>
                        <a:pt x="35887" y="12097"/>
                        <a:pt x="35887" y="12382"/>
                      </a:cubicBezTo>
                      <a:lnTo>
                        <a:pt x="37221" y="12382"/>
                      </a:lnTo>
                      <a:cubicBezTo>
                        <a:pt x="37888" y="12382"/>
                        <a:pt x="38173" y="12001"/>
                        <a:pt x="38173" y="11525"/>
                      </a:cubicBezTo>
                      <a:lnTo>
                        <a:pt x="41126" y="13049"/>
                      </a:lnTo>
                      <a:cubicBezTo>
                        <a:pt x="41126" y="13049"/>
                        <a:pt x="40936" y="13525"/>
                        <a:pt x="40936" y="13716"/>
                      </a:cubicBezTo>
                      <a:cubicBezTo>
                        <a:pt x="40936" y="14192"/>
                        <a:pt x="41316" y="14669"/>
                        <a:pt x="42079" y="15145"/>
                      </a:cubicBezTo>
                      <a:cubicBezTo>
                        <a:pt x="43126" y="15811"/>
                        <a:pt x="43698" y="16097"/>
                        <a:pt x="43698" y="16192"/>
                      </a:cubicBezTo>
                      <a:cubicBezTo>
                        <a:pt x="43412" y="16192"/>
                        <a:pt x="43412" y="16573"/>
                        <a:pt x="43412" y="17050"/>
                      </a:cubicBezTo>
                      <a:lnTo>
                        <a:pt x="44650" y="17717"/>
                      </a:lnTo>
                      <a:cubicBezTo>
                        <a:pt x="44650" y="17717"/>
                        <a:pt x="44650" y="18574"/>
                        <a:pt x="44079" y="19145"/>
                      </a:cubicBezTo>
                      <a:cubicBezTo>
                        <a:pt x="43507" y="19717"/>
                        <a:pt x="43222" y="20098"/>
                        <a:pt x="43222" y="20193"/>
                      </a:cubicBezTo>
                      <a:cubicBezTo>
                        <a:pt x="43222" y="20383"/>
                        <a:pt x="43698" y="20574"/>
                        <a:pt x="44555" y="20574"/>
                      </a:cubicBezTo>
                      <a:lnTo>
                        <a:pt x="45031" y="19240"/>
                      </a:lnTo>
                      <a:cubicBezTo>
                        <a:pt x="45031" y="19240"/>
                        <a:pt x="45317" y="19717"/>
                        <a:pt x="45888" y="19812"/>
                      </a:cubicBezTo>
                      <a:cubicBezTo>
                        <a:pt x="46364" y="19812"/>
                        <a:pt x="46650" y="20098"/>
                        <a:pt x="46650" y="20669"/>
                      </a:cubicBezTo>
                      <a:lnTo>
                        <a:pt x="45031" y="21336"/>
                      </a:lnTo>
                      <a:cubicBezTo>
                        <a:pt x="45031" y="21336"/>
                        <a:pt x="45793" y="21812"/>
                        <a:pt x="46841" y="21812"/>
                      </a:cubicBezTo>
                      <a:lnTo>
                        <a:pt x="47127" y="21526"/>
                      </a:lnTo>
                      <a:cubicBezTo>
                        <a:pt x="47127" y="22955"/>
                        <a:pt x="47127" y="23813"/>
                        <a:pt x="46841" y="23908"/>
                      </a:cubicBezTo>
                      <a:close/>
                      <a:moveTo>
                        <a:pt x="11408" y="32575"/>
                      </a:moveTo>
                      <a:cubicBezTo>
                        <a:pt x="11408" y="32575"/>
                        <a:pt x="11884" y="32575"/>
                        <a:pt x="11884" y="32575"/>
                      </a:cubicBezTo>
                      <a:cubicBezTo>
                        <a:pt x="11884" y="32575"/>
                        <a:pt x="11599" y="32575"/>
                        <a:pt x="11408" y="32575"/>
                      </a:cubicBezTo>
                      <a:close/>
                      <a:moveTo>
                        <a:pt x="13313" y="32861"/>
                      </a:moveTo>
                      <a:cubicBezTo>
                        <a:pt x="13313" y="32861"/>
                        <a:pt x="12837" y="33242"/>
                        <a:pt x="12646" y="33242"/>
                      </a:cubicBezTo>
                      <a:cubicBezTo>
                        <a:pt x="12837" y="33242"/>
                        <a:pt x="12646" y="33052"/>
                        <a:pt x="11979" y="32671"/>
                      </a:cubicBezTo>
                      <a:cubicBezTo>
                        <a:pt x="12361" y="32671"/>
                        <a:pt x="12837" y="32671"/>
                        <a:pt x="13313" y="32861"/>
                      </a:cubicBezTo>
                      <a:close/>
                      <a:moveTo>
                        <a:pt x="26458" y="13525"/>
                      </a:moveTo>
                      <a:lnTo>
                        <a:pt x="27410" y="13525"/>
                      </a:lnTo>
                      <a:cubicBezTo>
                        <a:pt x="27410" y="13525"/>
                        <a:pt x="27124" y="13240"/>
                        <a:pt x="26934" y="13144"/>
                      </a:cubicBezTo>
                      <a:cubicBezTo>
                        <a:pt x="26743" y="12954"/>
                        <a:pt x="26743" y="12763"/>
                        <a:pt x="26743" y="12573"/>
                      </a:cubicBezTo>
                      <a:lnTo>
                        <a:pt x="26458" y="12573"/>
                      </a:lnTo>
                      <a:lnTo>
                        <a:pt x="26458" y="13525"/>
                      </a:lnTo>
                      <a:close/>
                      <a:moveTo>
                        <a:pt x="29506" y="16288"/>
                      </a:moveTo>
                      <a:lnTo>
                        <a:pt x="29506" y="15049"/>
                      </a:lnTo>
                      <a:lnTo>
                        <a:pt x="28839" y="15049"/>
                      </a:lnTo>
                      <a:lnTo>
                        <a:pt x="29506" y="16288"/>
                      </a:lnTo>
                      <a:close/>
                      <a:moveTo>
                        <a:pt x="32458" y="25813"/>
                      </a:moveTo>
                      <a:lnTo>
                        <a:pt x="32744" y="25241"/>
                      </a:lnTo>
                      <a:lnTo>
                        <a:pt x="32744" y="25241"/>
                      </a:lnTo>
                      <a:lnTo>
                        <a:pt x="32458" y="25813"/>
                      </a:lnTo>
                      <a:close/>
                      <a:moveTo>
                        <a:pt x="35411" y="4858"/>
                      </a:moveTo>
                      <a:lnTo>
                        <a:pt x="35983" y="5524"/>
                      </a:lnTo>
                      <a:lnTo>
                        <a:pt x="33982" y="4667"/>
                      </a:lnTo>
                      <a:lnTo>
                        <a:pt x="35411" y="4858"/>
                      </a:lnTo>
                      <a:close/>
                      <a:moveTo>
                        <a:pt x="37030" y="0"/>
                      </a:moveTo>
                      <a:lnTo>
                        <a:pt x="37697" y="0"/>
                      </a:lnTo>
                      <a:lnTo>
                        <a:pt x="36745" y="857"/>
                      </a:lnTo>
                      <a:lnTo>
                        <a:pt x="37030" y="0"/>
                      </a:lnTo>
                      <a:close/>
                      <a:moveTo>
                        <a:pt x="38364" y="10001"/>
                      </a:moveTo>
                      <a:lnTo>
                        <a:pt x="37697" y="10001"/>
                      </a:lnTo>
                      <a:lnTo>
                        <a:pt x="39316" y="9334"/>
                      </a:lnTo>
                      <a:lnTo>
                        <a:pt x="38459" y="10001"/>
                      </a:lnTo>
                      <a:close/>
                      <a:moveTo>
                        <a:pt x="39031" y="22574"/>
                      </a:moveTo>
                      <a:lnTo>
                        <a:pt x="39697" y="22384"/>
                      </a:lnTo>
                      <a:cubicBezTo>
                        <a:pt x="39697" y="22384"/>
                        <a:pt x="39221" y="22003"/>
                        <a:pt x="38745" y="22003"/>
                      </a:cubicBezTo>
                      <a:lnTo>
                        <a:pt x="39031" y="22669"/>
                      </a:lnTo>
                      <a:close/>
                      <a:moveTo>
                        <a:pt x="42459" y="18574"/>
                      </a:moveTo>
                      <a:cubicBezTo>
                        <a:pt x="42459" y="18574"/>
                        <a:pt x="43126" y="18574"/>
                        <a:pt x="43602" y="18288"/>
                      </a:cubicBezTo>
                      <a:cubicBezTo>
                        <a:pt x="43983" y="18097"/>
                        <a:pt x="44174" y="17907"/>
                        <a:pt x="43983" y="17907"/>
                      </a:cubicBezTo>
                      <a:cubicBezTo>
                        <a:pt x="43698" y="18097"/>
                        <a:pt x="43126" y="18288"/>
                        <a:pt x="42459" y="18574"/>
                      </a:cubicBezTo>
                      <a:cubicBezTo>
                        <a:pt x="42173" y="18574"/>
                        <a:pt x="41888" y="18383"/>
                        <a:pt x="41602" y="18193"/>
                      </a:cubicBezTo>
                      <a:cubicBezTo>
                        <a:pt x="41888" y="18478"/>
                        <a:pt x="42173" y="18574"/>
                        <a:pt x="42459" y="18574"/>
                      </a:cubicBezTo>
                      <a:close/>
                      <a:moveTo>
                        <a:pt x="42650" y="21050"/>
                      </a:moveTo>
                      <a:lnTo>
                        <a:pt x="42650" y="20193"/>
                      </a:lnTo>
                      <a:lnTo>
                        <a:pt x="42364" y="19812"/>
                      </a:lnTo>
                      <a:lnTo>
                        <a:pt x="42650" y="21145"/>
                      </a:lnTo>
                      <a:close/>
                      <a:moveTo>
                        <a:pt x="43317" y="77438"/>
                      </a:moveTo>
                      <a:lnTo>
                        <a:pt x="43031" y="76581"/>
                      </a:lnTo>
                      <a:lnTo>
                        <a:pt x="43317" y="76581"/>
                      </a:lnTo>
                      <a:lnTo>
                        <a:pt x="43317" y="77438"/>
                      </a:lnTo>
                      <a:close/>
                      <a:moveTo>
                        <a:pt x="51508" y="23241"/>
                      </a:moveTo>
                      <a:lnTo>
                        <a:pt x="52175" y="23908"/>
                      </a:lnTo>
                      <a:lnTo>
                        <a:pt x="50555" y="23241"/>
                      </a:lnTo>
                      <a:lnTo>
                        <a:pt x="51508" y="23241"/>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 name="Google Shape;993;p99"/>
                <p:cNvSpPr/>
                <p:nvPr/>
              </p:nvSpPr>
              <p:spPr>
                <a:xfrm>
                  <a:off x="8757284" y="1617725"/>
                  <a:ext cx="52958" cy="65055"/>
                </a:xfrm>
                <a:custGeom>
                  <a:avLst/>
                  <a:gdLst/>
                  <a:ahLst/>
                  <a:cxnLst/>
                  <a:rect l="l" t="t" r="r" b="b"/>
                  <a:pathLst>
                    <a:path w="52958" h="65055" extrusionOk="0">
                      <a:moveTo>
                        <a:pt x="46767" y="52007"/>
                      </a:moveTo>
                      <a:cubicBezTo>
                        <a:pt x="47910" y="52673"/>
                        <a:pt x="48482" y="53816"/>
                        <a:pt x="48577" y="55436"/>
                      </a:cubicBezTo>
                      <a:cubicBezTo>
                        <a:pt x="48577" y="56864"/>
                        <a:pt x="48577" y="58198"/>
                        <a:pt x="48577" y="59531"/>
                      </a:cubicBezTo>
                      <a:cubicBezTo>
                        <a:pt x="48577" y="60293"/>
                        <a:pt x="48768" y="60865"/>
                        <a:pt x="48958" y="61436"/>
                      </a:cubicBezTo>
                      <a:cubicBezTo>
                        <a:pt x="47339" y="63818"/>
                        <a:pt x="44767" y="65056"/>
                        <a:pt x="40957" y="65056"/>
                      </a:cubicBezTo>
                      <a:cubicBezTo>
                        <a:pt x="39814" y="65056"/>
                        <a:pt x="38195" y="64961"/>
                        <a:pt x="35814" y="64770"/>
                      </a:cubicBezTo>
                      <a:cubicBezTo>
                        <a:pt x="33528" y="64580"/>
                        <a:pt x="31813" y="64484"/>
                        <a:pt x="30670" y="64484"/>
                      </a:cubicBezTo>
                      <a:cubicBezTo>
                        <a:pt x="29432" y="64484"/>
                        <a:pt x="28384" y="64484"/>
                        <a:pt x="27527" y="64675"/>
                      </a:cubicBezTo>
                      <a:lnTo>
                        <a:pt x="8096" y="64675"/>
                      </a:lnTo>
                      <a:lnTo>
                        <a:pt x="8096" y="64484"/>
                      </a:lnTo>
                      <a:cubicBezTo>
                        <a:pt x="7429" y="64103"/>
                        <a:pt x="6286" y="64103"/>
                        <a:pt x="4476" y="64294"/>
                      </a:cubicBezTo>
                      <a:cubicBezTo>
                        <a:pt x="2762" y="64580"/>
                        <a:pt x="1428" y="64294"/>
                        <a:pt x="571" y="63818"/>
                      </a:cubicBezTo>
                      <a:cubicBezTo>
                        <a:pt x="857" y="56198"/>
                        <a:pt x="1048" y="48578"/>
                        <a:pt x="1048" y="41148"/>
                      </a:cubicBezTo>
                      <a:cubicBezTo>
                        <a:pt x="1048" y="33719"/>
                        <a:pt x="857" y="26099"/>
                        <a:pt x="571" y="18479"/>
                      </a:cubicBezTo>
                      <a:cubicBezTo>
                        <a:pt x="952" y="18669"/>
                        <a:pt x="1143" y="18764"/>
                        <a:pt x="1238" y="18764"/>
                      </a:cubicBezTo>
                      <a:lnTo>
                        <a:pt x="1524" y="18479"/>
                      </a:lnTo>
                      <a:cubicBezTo>
                        <a:pt x="1524" y="18479"/>
                        <a:pt x="1428" y="17907"/>
                        <a:pt x="1048" y="17812"/>
                      </a:cubicBezTo>
                      <a:cubicBezTo>
                        <a:pt x="666" y="17621"/>
                        <a:pt x="476" y="17621"/>
                        <a:pt x="476" y="17526"/>
                      </a:cubicBezTo>
                      <a:cubicBezTo>
                        <a:pt x="476" y="17431"/>
                        <a:pt x="666" y="17240"/>
                        <a:pt x="952" y="16955"/>
                      </a:cubicBezTo>
                      <a:cubicBezTo>
                        <a:pt x="952" y="17431"/>
                        <a:pt x="952" y="17717"/>
                        <a:pt x="1238" y="17812"/>
                      </a:cubicBezTo>
                      <a:cubicBezTo>
                        <a:pt x="1810" y="17812"/>
                        <a:pt x="1905" y="17431"/>
                        <a:pt x="1714" y="16859"/>
                      </a:cubicBezTo>
                      <a:cubicBezTo>
                        <a:pt x="1428" y="16288"/>
                        <a:pt x="1524" y="16002"/>
                        <a:pt x="1905" y="15812"/>
                      </a:cubicBezTo>
                      <a:cubicBezTo>
                        <a:pt x="1905" y="15907"/>
                        <a:pt x="1905" y="16097"/>
                        <a:pt x="1905" y="16193"/>
                      </a:cubicBezTo>
                      <a:cubicBezTo>
                        <a:pt x="1905" y="16383"/>
                        <a:pt x="2095" y="16669"/>
                        <a:pt x="2381" y="16859"/>
                      </a:cubicBezTo>
                      <a:cubicBezTo>
                        <a:pt x="2667" y="17050"/>
                        <a:pt x="2857" y="17336"/>
                        <a:pt x="2857" y="17336"/>
                      </a:cubicBezTo>
                      <a:lnTo>
                        <a:pt x="4286" y="17050"/>
                      </a:lnTo>
                      <a:lnTo>
                        <a:pt x="2857" y="16193"/>
                      </a:lnTo>
                      <a:lnTo>
                        <a:pt x="4286" y="15526"/>
                      </a:lnTo>
                      <a:cubicBezTo>
                        <a:pt x="4286" y="15526"/>
                        <a:pt x="3905" y="15145"/>
                        <a:pt x="3238" y="14573"/>
                      </a:cubicBezTo>
                      <a:cubicBezTo>
                        <a:pt x="2762" y="14192"/>
                        <a:pt x="2381" y="14002"/>
                        <a:pt x="2095" y="14002"/>
                      </a:cubicBezTo>
                      <a:cubicBezTo>
                        <a:pt x="1714" y="14002"/>
                        <a:pt x="1428" y="14192"/>
                        <a:pt x="1238" y="14669"/>
                      </a:cubicBezTo>
                      <a:cubicBezTo>
                        <a:pt x="857" y="14478"/>
                        <a:pt x="666" y="14288"/>
                        <a:pt x="666" y="14002"/>
                      </a:cubicBezTo>
                      <a:cubicBezTo>
                        <a:pt x="666" y="13907"/>
                        <a:pt x="952" y="13716"/>
                        <a:pt x="1333" y="13335"/>
                      </a:cubicBezTo>
                      <a:cubicBezTo>
                        <a:pt x="1810" y="12954"/>
                        <a:pt x="2000" y="12668"/>
                        <a:pt x="1905" y="12383"/>
                      </a:cubicBezTo>
                      <a:lnTo>
                        <a:pt x="2667" y="13049"/>
                      </a:lnTo>
                      <a:lnTo>
                        <a:pt x="3047" y="12573"/>
                      </a:lnTo>
                      <a:cubicBezTo>
                        <a:pt x="3047" y="12573"/>
                        <a:pt x="3429" y="12859"/>
                        <a:pt x="3620" y="12859"/>
                      </a:cubicBezTo>
                      <a:cubicBezTo>
                        <a:pt x="3905" y="12859"/>
                        <a:pt x="4381" y="12764"/>
                        <a:pt x="4953" y="12478"/>
                      </a:cubicBezTo>
                      <a:cubicBezTo>
                        <a:pt x="5524" y="12192"/>
                        <a:pt x="6001" y="12097"/>
                        <a:pt x="6286" y="12097"/>
                      </a:cubicBezTo>
                      <a:cubicBezTo>
                        <a:pt x="6572" y="12097"/>
                        <a:pt x="6858" y="12192"/>
                        <a:pt x="7144" y="12478"/>
                      </a:cubicBezTo>
                      <a:lnTo>
                        <a:pt x="7620" y="12192"/>
                      </a:lnTo>
                      <a:cubicBezTo>
                        <a:pt x="7620" y="11716"/>
                        <a:pt x="7239" y="11335"/>
                        <a:pt x="6572" y="11240"/>
                      </a:cubicBezTo>
                      <a:cubicBezTo>
                        <a:pt x="6001" y="11049"/>
                        <a:pt x="5715" y="10859"/>
                        <a:pt x="5524" y="10763"/>
                      </a:cubicBezTo>
                      <a:cubicBezTo>
                        <a:pt x="4572" y="10763"/>
                        <a:pt x="3524" y="10763"/>
                        <a:pt x="2191" y="10763"/>
                      </a:cubicBezTo>
                      <a:cubicBezTo>
                        <a:pt x="2191" y="11049"/>
                        <a:pt x="2000" y="11144"/>
                        <a:pt x="1905" y="11144"/>
                      </a:cubicBezTo>
                      <a:cubicBezTo>
                        <a:pt x="1714" y="10954"/>
                        <a:pt x="1524" y="10954"/>
                        <a:pt x="1428" y="10954"/>
                      </a:cubicBezTo>
                      <a:cubicBezTo>
                        <a:pt x="1333" y="10954"/>
                        <a:pt x="1143" y="10954"/>
                        <a:pt x="1048" y="10954"/>
                      </a:cubicBezTo>
                      <a:lnTo>
                        <a:pt x="381" y="8573"/>
                      </a:lnTo>
                      <a:cubicBezTo>
                        <a:pt x="381" y="8573"/>
                        <a:pt x="1143" y="8477"/>
                        <a:pt x="1333" y="8192"/>
                      </a:cubicBezTo>
                      <a:cubicBezTo>
                        <a:pt x="1333" y="7715"/>
                        <a:pt x="1143" y="7620"/>
                        <a:pt x="666" y="7811"/>
                      </a:cubicBezTo>
                      <a:cubicBezTo>
                        <a:pt x="285" y="8001"/>
                        <a:pt x="95" y="8001"/>
                        <a:pt x="0" y="7620"/>
                      </a:cubicBezTo>
                      <a:lnTo>
                        <a:pt x="666" y="6953"/>
                      </a:lnTo>
                      <a:lnTo>
                        <a:pt x="1333" y="7620"/>
                      </a:lnTo>
                      <a:cubicBezTo>
                        <a:pt x="1333" y="7620"/>
                        <a:pt x="1619" y="6953"/>
                        <a:pt x="1619" y="6096"/>
                      </a:cubicBezTo>
                      <a:cubicBezTo>
                        <a:pt x="1619" y="6287"/>
                        <a:pt x="1714" y="6477"/>
                        <a:pt x="2000" y="6572"/>
                      </a:cubicBezTo>
                      <a:cubicBezTo>
                        <a:pt x="2476" y="6287"/>
                        <a:pt x="2762" y="6001"/>
                        <a:pt x="2762" y="5810"/>
                      </a:cubicBezTo>
                      <a:cubicBezTo>
                        <a:pt x="2762" y="5525"/>
                        <a:pt x="2381" y="5144"/>
                        <a:pt x="1619" y="4667"/>
                      </a:cubicBezTo>
                      <a:cubicBezTo>
                        <a:pt x="857" y="4191"/>
                        <a:pt x="476" y="3715"/>
                        <a:pt x="476" y="3239"/>
                      </a:cubicBezTo>
                      <a:cubicBezTo>
                        <a:pt x="476" y="2858"/>
                        <a:pt x="666" y="2477"/>
                        <a:pt x="1143" y="2000"/>
                      </a:cubicBezTo>
                      <a:lnTo>
                        <a:pt x="2762" y="381"/>
                      </a:lnTo>
                      <a:cubicBezTo>
                        <a:pt x="5619" y="95"/>
                        <a:pt x="8763" y="0"/>
                        <a:pt x="12001" y="0"/>
                      </a:cubicBezTo>
                      <a:cubicBezTo>
                        <a:pt x="15240" y="0"/>
                        <a:pt x="19812" y="191"/>
                        <a:pt x="26098" y="476"/>
                      </a:cubicBezTo>
                      <a:cubicBezTo>
                        <a:pt x="32385" y="762"/>
                        <a:pt x="37052" y="953"/>
                        <a:pt x="40291" y="953"/>
                      </a:cubicBezTo>
                      <a:cubicBezTo>
                        <a:pt x="42576" y="953"/>
                        <a:pt x="44767" y="953"/>
                        <a:pt x="46767" y="762"/>
                      </a:cubicBezTo>
                      <a:cubicBezTo>
                        <a:pt x="48006" y="1715"/>
                        <a:pt x="48673" y="3048"/>
                        <a:pt x="48673" y="4572"/>
                      </a:cubicBezTo>
                      <a:cubicBezTo>
                        <a:pt x="48673" y="5048"/>
                        <a:pt x="48673" y="5810"/>
                        <a:pt x="48482" y="7049"/>
                      </a:cubicBezTo>
                      <a:cubicBezTo>
                        <a:pt x="48291" y="8192"/>
                        <a:pt x="48196" y="9144"/>
                        <a:pt x="48196" y="9811"/>
                      </a:cubicBezTo>
                      <a:cubicBezTo>
                        <a:pt x="48196" y="10478"/>
                        <a:pt x="48196" y="11049"/>
                        <a:pt x="48387" y="11621"/>
                      </a:cubicBezTo>
                      <a:cubicBezTo>
                        <a:pt x="48387" y="12478"/>
                        <a:pt x="47815" y="12859"/>
                        <a:pt x="46672" y="12859"/>
                      </a:cubicBezTo>
                      <a:cubicBezTo>
                        <a:pt x="46482" y="12859"/>
                        <a:pt x="46196" y="12859"/>
                        <a:pt x="45815" y="12859"/>
                      </a:cubicBezTo>
                      <a:lnTo>
                        <a:pt x="44958" y="12859"/>
                      </a:lnTo>
                      <a:cubicBezTo>
                        <a:pt x="44291" y="12859"/>
                        <a:pt x="43815" y="12954"/>
                        <a:pt x="43434" y="13145"/>
                      </a:cubicBezTo>
                      <a:lnTo>
                        <a:pt x="41624" y="13145"/>
                      </a:lnTo>
                      <a:lnTo>
                        <a:pt x="41624" y="12859"/>
                      </a:lnTo>
                      <a:cubicBezTo>
                        <a:pt x="38957" y="13049"/>
                        <a:pt x="36004" y="13145"/>
                        <a:pt x="32766" y="13145"/>
                      </a:cubicBezTo>
                      <a:cubicBezTo>
                        <a:pt x="30766" y="13145"/>
                        <a:pt x="27717" y="13145"/>
                        <a:pt x="23813" y="13145"/>
                      </a:cubicBezTo>
                      <a:lnTo>
                        <a:pt x="14859" y="13145"/>
                      </a:lnTo>
                      <a:cubicBezTo>
                        <a:pt x="14478" y="14097"/>
                        <a:pt x="14288" y="15240"/>
                        <a:pt x="14288" y="16383"/>
                      </a:cubicBezTo>
                      <a:cubicBezTo>
                        <a:pt x="14288" y="16764"/>
                        <a:pt x="14288" y="17336"/>
                        <a:pt x="14288" y="18098"/>
                      </a:cubicBezTo>
                      <a:lnTo>
                        <a:pt x="14288" y="19812"/>
                      </a:lnTo>
                      <a:cubicBezTo>
                        <a:pt x="14288" y="21050"/>
                        <a:pt x="14192" y="22098"/>
                        <a:pt x="13811" y="23051"/>
                      </a:cubicBezTo>
                      <a:cubicBezTo>
                        <a:pt x="14001" y="23813"/>
                        <a:pt x="14192" y="24575"/>
                        <a:pt x="14288" y="25241"/>
                      </a:cubicBezTo>
                      <a:cubicBezTo>
                        <a:pt x="14573" y="26194"/>
                        <a:pt x="15144" y="26670"/>
                        <a:pt x="15811" y="26670"/>
                      </a:cubicBezTo>
                      <a:cubicBezTo>
                        <a:pt x="16002" y="26670"/>
                        <a:pt x="16287" y="26670"/>
                        <a:pt x="16478" y="26670"/>
                      </a:cubicBezTo>
                      <a:cubicBezTo>
                        <a:pt x="16669" y="26670"/>
                        <a:pt x="16859" y="26670"/>
                        <a:pt x="17050" y="26670"/>
                      </a:cubicBezTo>
                      <a:cubicBezTo>
                        <a:pt x="17240" y="26670"/>
                        <a:pt x="17621" y="26670"/>
                        <a:pt x="18097" y="26480"/>
                      </a:cubicBezTo>
                      <a:cubicBezTo>
                        <a:pt x="18573" y="26384"/>
                        <a:pt x="18859" y="26289"/>
                        <a:pt x="19050" y="26289"/>
                      </a:cubicBezTo>
                      <a:cubicBezTo>
                        <a:pt x="19526" y="26289"/>
                        <a:pt x="19907" y="26480"/>
                        <a:pt x="20193" y="26956"/>
                      </a:cubicBezTo>
                      <a:cubicBezTo>
                        <a:pt x="21621" y="26480"/>
                        <a:pt x="23431" y="26289"/>
                        <a:pt x="25527" y="26289"/>
                      </a:cubicBezTo>
                      <a:cubicBezTo>
                        <a:pt x="26575" y="26289"/>
                        <a:pt x="28098" y="26289"/>
                        <a:pt x="30003" y="26480"/>
                      </a:cubicBezTo>
                      <a:cubicBezTo>
                        <a:pt x="32004" y="26670"/>
                        <a:pt x="33432" y="26670"/>
                        <a:pt x="34385" y="26670"/>
                      </a:cubicBezTo>
                      <a:cubicBezTo>
                        <a:pt x="35337" y="26670"/>
                        <a:pt x="36290" y="26670"/>
                        <a:pt x="37147" y="26480"/>
                      </a:cubicBezTo>
                      <a:cubicBezTo>
                        <a:pt x="37529" y="27813"/>
                        <a:pt x="37719" y="29623"/>
                        <a:pt x="37623" y="32099"/>
                      </a:cubicBezTo>
                      <a:cubicBezTo>
                        <a:pt x="37623" y="34862"/>
                        <a:pt x="37623" y="36671"/>
                        <a:pt x="37814" y="37719"/>
                      </a:cubicBezTo>
                      <a:cubicBezTo>
                        <a:pt x="36576" y="38481"/>
                        <a:pt x="34957" y="38862"/>
                        <a:pt x="32956" y="38862"/>
                      </a:cubicBezTo>
                      <a:cubicBezTo>
                        <a:pt x="32099" y="38862"/>
                        <a:pt x="30766" y="38862"/>
                        <a:pt x="29051" y="38672"/>
                      </a:cubicBezTo>
                      <a:cubicBezTo>
                        <a:pt x="27337" y="38481"/>
                        <a:pt x="26003" y="38386"/>
                        <a:pt x="25051" y="38386"/>
                      </a:cubicBezTo>
                      <a:cubicBezTo>
                        <a:pt x="24098" y="38386"/>
                        <a:pt x="23431" y="38386"/>
                        <a:pt x="22670" y="38576"/>
                      </a:cubicBezTo>
                      <a:lnTo>
                        <a:pt x="22670" y="38195"/>
                      </a:lnTo>
                      <a:cubicBezTo>
                        <a:pt x="22670" y="38195"/>
                        <a:pt x="21431" y="38195"/>
                        <a:pt x="20002" y="38195"/>
                      </a:cubicBezTo>
                      <a:cubicBezTo>
                        <a:pt x="19145" y="38195"/>
                        <a:pt x="18192" y="38386"/>
                        <a:pt x="17526" y="38767"/>
                      </a:cubicBezTo>
                      <a:cubicBezTo>
                        <a:pt x="17240" y="38576"/>
                        <a:pt x="16859" y="38481"/>
                        <a:pt x="16383" y="38481"/>
                      </a:cubicBezTo>
                      <a:cubicBezTo>
                        <a:pt x="15716" y="38481"/>
                        <a:pt x="15335" y="38481"/>
                        <a:pt x="15144" y="38481"/>
                      </a:cubicBezTo>
                      <a:cubicBezTo>
                        <a:pt x="14192" y="38767"/>
                        <a:pt x="13716" y="39434"/>
                        <a:pt x="13716" y="40481"/>
                      </a:cubicBezTo>
                      <a:cubicBezTo>
                        <a:pt x="13716" y="41243"/>
                        <a:pt x="13906" y="41815"/>
                        <a:pt x="14192" y="42291"/>
                      </a:cubicBezTo>
                      <a:cubicBezTo>
                        <a:pt x="12954" y="41910"/>
                        <a:pt x="11811" y="42291"/>
                        <a:pt x="10858" y="43148"/>
                      </a:cubicBezTo>
                      <a:lnTo>
                        <a:pt x="13049" y="42767"/>
                      </a:lnTo>
                      <a:lnTo>
                        <a:pt x="12763" y="43148"/>
                      </a:lnTo>
                      <a:cubicBezTo>
                        <a:pt x="12763" y="43148"/>
                        <a:pt x="13049" y="43434"/>
                        <a:pt x="13145" y="43434"/>
                      </a:cubicBezTo>
                      <a:cubicBezTo>
                        <a:pt x="13145" y="43434"/>
                        <a:pt x="13335" y="43244"/>
                        <a:pt x="14097" y="42767"/>
                      </a:cubicBezTo>
                      <a:cubicBezTo>
                        <a:pt x="14097" y="42577"/>
                        <a:pt x="14097" y="44101"/>
                        <a:pt x="14097" y="47435"/>
                      </a:cubicBezTo>
                      <a:cubicBezTo>
                        <a:pt x="14097" y="49340"/>
                        <a:pt x="14382" y="50768"/>
                        <a:pt x="15144" y="51816"/>
                      </a:cubicBezTo>
                      <a:cubicBezTo>
                        <a:pt x="17335" y="52102"/>
                        <a:pt x="19526" y="52197"/>
                        <a:pt x="21812" y="52197"/>
                      </a:cubicBezTo>
                      <a:cubicBezTo>
                        <a:pt x="23622" y="52197"/>
                        <a:pt x="26194" y="52102"/>
                        <a:pt x="29527" y="51816"/>
                      </a:cubicBezTo>
                      <a:cubicBezTo>
                        <a:pt x="32861" y="51626"/>
                        <a:pt x="35433" y="51435"/>
                        <a:pt x="37147" y="51435"/>
                      </a:cubicBezTo>
                      <a:cubicBezTo>
                        <a:pt x="39624" y="51435"/>
                        <a:pt x="42100" y="51626"/>
                        <a:pt x="44291" y="51911"/>
                      </a:cubicBezTo>
                      <a:cubicBezTo>
                        <a:pt x="44672" y="51054"/>
                        <a:pt x="45529" y="50959"/>
                        <a:pt x="46672" y="51626"/>
                      </a:cubicBezTo>
                      <a:close/>
                      <a:moveTo>
                        <a:pt x="2762" y="11811"/>
                      </a:moveTo>
                      <a:lnTo>
                        <a:pt x="3238" y="12478"/>
                      </a:lnTo>
                      <a:lnTo>
                        <a:pt x="3238" y="12668"/>
                      </a:lnTo>
                      <a:cubicBezTo>
                        <a:pt x="3238" y="12668"/>
                        <a:pt x="2762" y="12192"/>
                        <a:pt x="2762" y="11906"/>
                      </a:cubicBezTo>
                      <a:close/>
                      <a:moveTo>
                        <a:pt x="20193" y="34671"/>
                      </a:moveTo>
                      <a:lnTo>
                        <a:pt x="19145" y="34671"/>
                      </a:lnTo>
                      <a:cubicBezTo>
                        <a:pt x="19145" y="34671"/>
                        <a:pt x="19621" y="35052"/>
                        <a:pt x="20193" y="34671"/>
                      </a:cubicBezTo>
                      <a:lnTo>
                        <a:pt x="20574" y="34671"/>
                      </a:lnTo>
                      <a:cubicBezTo>
                        <a:pt x="20574" y="34671"/>
                        <a:pt x="20764" y="34957"/>
                        <a:pt x="20764" y="35243"/>
                      </a:cubicBezTo>
                      <a:lnTo>
                        <a:pt x="21907" y="34671"/>
                      </a:lnTo>
                      <a:cubicBezTo>
                        <a:pt x="21907" y="34671"/>
                        <a:pt x="22384" y="35147"/>
                        <a:pt x="22384" y="35243"/>
                      </a:cubicBezTo>
                      <a:lnTo>
                        <a:pt x="23622" y="35243"/>
                      </a:lnTo>
                      <a:lnTo>
                        <a:pt x="23622" y="34671"/>
                      </a:lnTo>
                      <a:lnTo>
                        <a:pt x="20574" y="34671"/>
                      </a:lnTo>
                      <a:cubicBezTo>
                        <a:pt x="20574" y="34671"/>
                        <a:pt x="20383" y="34576"/>
                        <a:pt x="20193" y="34671"/>
                      </a:cubicBezTo>
                      <a:close/>
                      <a:moveTo>
                        <a:pt x="36862" y="4477"/>
                      </a:moveTo>
                      <a:lnTo>
                        <a:pt x="36195" y="4096"/>
                      </a:lnTo>
                      <a:lnTo>
                        <a:pt x="36862" y="5334"/>
                      </a:lnTo>
                      <a:lnTo>
                        <a:pt x="36862" y="4477"/>
                      </a:lnTo>
                      <a:close/>
                      <a:moveTo>
                        <a:pt x="52673" y="56293"/>
                      </a:moveTo>
                      <a:lnTo>
                        <a:pt x="52959" y="56293"/>
                      </a:lnTo>
                      <a:lnTo>
                        <a:pt x="51911" y="56864"/>
                      </a:lnTo>
                      <a:lnTo>
                        <a:pt x="52673" y="56293"/>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4" name="Google Shape;994;p99"/>
              <p:cNvGrpSpPr/>
              <p:nvPr/>
            </p:nvGrpSpPr>
            <p:grpSpPr>
              <a:xfrm>
                <a:off x="13535591" y="5114163"/>
                <a:ext cx="604551" cy="168592"/>
                <a:chOff x="8282273" y="2832258"/>
                <a:chExt cx="604551" cy="168592"/>
              </a:xfrm>
            </p:grpSpPr>
            <p:sp>
              <p:nvSpPr>
                <p:cNvPr id="995" name="Google Shape;995;p99"/>
                <p:cNvSpPr/>
                <p:nvPr/>
              </p:nvSpPr>
              <p:spPr>
                <a:xfrm>
                  <a:off x="8282273" y="2854833"/>
                  <a:ext cx="133730" cy="144494"/>
                </a:xfrm>
                <a:custGeom>
                  <a:avLst/>
                  <a:gdLst/>
                  <a:ahLst/>
                  <a:cxnLst/>
                  <a:rect l="l" t="t" r="r" b="b"/>
                  <a:pathLst>
                    <a:path w="133730" h="144494" extrusionOk="0">
                      <a:moveTo>
                        <a:pt x="2000" y="100203"/>
                      </a:moveTo>
                      <a:cubicBezTo>
                        <a:pt x="1905" y="101441"/>
                        <a:pt x="2000" y="102013"/>
                        <a:pt x="2476" y="102013"/>
                      </a:cubicBezTo>
                      <a:cubicBezTo>
                        <a:pt x="2667" y="102013"/>
                        <a:pt x="2857" y="102013"/>
                        <a:pt x="3238" y="101822"/>
                      </a:cubicBezTo>
                      <a:cubicBezTo>
                        <a:pt x="3619" y="101727"/>
                        <a:pt x="3905" y="101632"/>
                        <a:pt x="4096" y="101632"/>
                      </a:cubicBezTo>
                      <a:cubicBezTo>
                        <a:pt x="4476" y="101632"/>
                        <a:pt x="4667" y="101822"/>
                        <a:pt x="4857" y="102299"/>
                      </a:cubicBezTo>
                      <a:cubicBezTo>
                        <a:pt x="2000" y="102299"/>
                        <a:pt x="381" y="102108"/>
                        <a:pt x="0" y="101632"/>
                      </a:cubicBezTo>
                      <a:lnTo>
                        <a:pt x="2000" y="100203"/>
                      </a:lnTo>
                      <a:close/>
                      <a:moveTo>
                        <a:pt x="4857" y="118491"/>
                      </a:moveTo>
                      <a:cubicBezTo>
                        <a:pt x="5048" y="117920"/>
                        <a:pt x="5524" y="117634"/>
                        <a:pt x="6286" y="117634"/>
                      </a:cubicBezTo>
                      <a:lnTo>
                        <a:pt x="8191" y="117634"/>
                      </a:lnTo>
                      <a:cubicBezTo>
                        <a:pt x="8191" y="118205"/>
                        <a:pt x="7620" y="118491"/>
                        <a:pt x="6762" y="118491"/>
                      </a:cubicBezTo>
                      <a:lnTo>
                        <a:pt x="4857" y="118491"/>
                      </a:lnTo>
                      <a:close/>
                      <a:moveTo>
                        <a:pt x="10858" y="128016"/>
                      </a:moveTo>
                      <a:lnTo>
                        <a:pt x="10858" y="126016"/>
                      </a:lnTo>
                      <a:lnTo>
                        <a:pt x="12382" y="126016"/>
                      </a:lnTo>
                      <a:lnTo>
                        <a:pt x="10858" y="128016"/>
                      </a:lnTo>
                      <a:close/>
                      <a:moveTo>
                        <a:pt x="18573" y="116205"/>
                      </a:moveTo>
                      <a:cubicBezTo>
                        <a:pt x="19145" y="116014"/>
                        <a:pt x="20098" y="116491"/>
                        <a:pt x="21336" y="117729"/>
                      </a:cubicBezTo>
                      <a:lnTo>
                        <a:pt x="20764" y="118586"/>
                      </a:lnTo>
                      <a:lnTo>
                        <a:pt x="18573" y="116205"/>
                      </a:lnTo>
                      <a:close/>
                      <a:moveTo>
                        <a:pt x="21336" y="128016"/>
                      </a:moveTo>
                      <a:cubicBezTo>
                        <a:pt x="21336" y="128016"/>
                        <a:pt x="22097" y="127540"/>
                        <a:pt x="22479" y="126968"/>
                      </a:cubicBezTo>
                      <a:cubicBezTo>
                        <a:pt x="22860" y="126397"/>
                        <a:pt x="23240" y="126111"/>
                        <a:pt x="23622" y="126111"/>
                      </a:cubicBezTo>
                      <a:cubicBezTo>
                        <a:pt x="23622" y="126587"/>
                        <a:pt x="23240" y="127254"/>
                        <a:pt x="22669" y="128111"/>
                      </a:cubicBezTo>
                      <a:lnTo>
                        <a:pt x="21241" y="128111"/>
                      </a:lnTo>
                      <a:close/>
                      <a:moveTo>
                        <a:pt x="24765" y="112109"/>
                      </a:moveTo>
                      <a:lnTo>
                        <a:pt x="24289" y="113538"/>
                      </a:lnTo>
                      <a:lnTo>
                        <a:pt x="22288" y="113538"/>
                      </a:lnTo>
                      <a:cubicBezTo>
                        <a:pt x="22764" y="112109"/>
                        <a:pt x="23240" y="111442"/>
                        <a:pt x="23813" y="111442"/>
                      </a:cubicBezTo>
                      <a:cubicBezTo>
                        <a:pt x="24098" y="111442"/>
                        <a:pt x="24479" y="111633"/>
                        <a:pt x="24860" y="112109"/>
                      </a:cubicBezTo>
                      <a:close/>
                      <a:moveTo>
                        <a:pt x="27622" y="99727"/>
                      </a:moveTo>
                      <a:lnTo>
                        <a:pt x="27622" y="101155"/>
                      </a:lnTo>
                      <a:lnTo>
                        <a:pt x="24765" y="98774"/>
                      </a:lnTo>
                      <a:cubicBezTo>
                        <a:pt x="25527" y="98584"/>
                        <a:pt x="26384" y="98774"/>
                        <a:pt x="27622" y="99727"/>
                      </a:cubicBezTo>
                      <a:close/>
                      <a:moveTo>
                        <a:pt x="24765" y="120491"/>
                      </a:moveTo>
                      <a:cubicBezTo>
                        <a:pt x="25717" y="120491"/>
                        <a:pt x="26194" y="121158"/>
                        <a:pt x="26194" y="122492"/>
                      </a:cubicBezTo>
                      <a:lnTo>
                        <a:pt x="24765" y="122492"/>
                      </a:lnTo>
                      <a:lnTo>
                        <a:pt x="24765" y="120491"/>
                      </a:lnTo>
                      <a:close/>
                      <a:moveTo>
                        <a:pt x="28194" y="135731"/>
                      </a:moveTo>
                      <a:lnTo>
                        <a:pt x="27717" y="135064"/>
                      </a:lnTo>
                      <a:lnTo>
                        <a:pt x="30575" y="133445"/>
                      </a:lnTo>
                      <a:lnTo>
                        <a:pt x="28289" y="135731"/>
                      </a:lnTo>
                      <a:close/>
                      <a:moveTo>
                        <a:pt x="133635" y="107251"/>
                      </a:moveTo>
                      <a:lnTo>
                        <a:pt x="127349" y="108109"/>
                      </a:lnTo>
                      <a:cubicBezTo>
                        <a:pt x="127349" y="108109"/>
                        <a:pt x="127159" y="108490"/>
                        <a:pt x="127159" y="108680"/>
                      </a:cubicBezTo>
                      <a:cubicBezTo>
                        <a:pt x="127159" y="109061"/>
                        <a:pt x="127635" y="109538"/>
                        <a:pt x="128682" y="110109"/>
                      </a:cubicBezTo>
                      <a:cubicBezTo>
                        <a:pt x="129635" y="110680"/>
                        <a:pt x="130207" y="111442"/>
                        <a:pt x="130207" y="112109"/>
                      </a:cubicBezTo>
                      <a:lnTo>
                        <a:pt x="131635" y="112109"/>
                      </a:lnTo>
                      <a:cubicBezTo>
                        <a:pt x="130873" y="115824"/>
                        <a:pt x="130207" y="119539"/>
                        <a:pt x="129635" y="123254"/>
                      </a:cubicBezTo>
                      <a:cubicBezTo>
                        <a:pt x="128682" y="127159"/>
                        <a:pt x="126396" y="129730"/>
                        <a:pt x="122587" y="130969"/>
                      </a:cubicBezTo>
                      <a:cubicBezTo>
                        <a:pt x="122015" y="128873"/>
                        <a:pt x="120586" y="128206"/>
                        <a:pt x="118300" y="128968"/>
                      </a:cubicBezTo>
                      <a:lnTo>
                        <a:pt x="117538" y="129540"/>
                      </a:lnTo>
                      <a:lnTo>
                        <a:pt x="120205" y="132397"/>
                      </a:lnTo>
                      <a:cubicBezTo>
                        <a:pt x="119157" y="132112"/>
                        <a:pt x="117919" y="131445"/>
                        <a:pt x="116586" y="130302"/>
                      </a:cubicBezTo>
                      <a:cubicBezTo>
                        <a:pt x="115252" y="129159"/>
                        <a:pt x="114300" y="128588"/>
                        <a:pt x="113538" y="128588"/>
                      </a:cubicBezTo>
                      <a:cubicBezTo>
                        <a:pt x="112680" y="128588"/>
                        <a:pt x="111728" y="129064"/>
                        <a:pt x="110775" y="130016"/>
                      </a:cubicBezTo>
                      <a:lnTo>
                        <a:pt x="113252" y="130016"/>
                      </a:lnTo>
                      <a:lnTo>
                        <a:pt x="112680" y="130874"/>
                      </a:lnTo>
                      <a:cubicBezTo>
                        <a:pt x="114109" y="131350"/>
                        <a:pt x="115919" y="132493"/>
                        <a:pt x="118300" y="134303"/>
                      </a:cubicBezTo>
                      <a:lnTo>
                        <a:pt x="113252" y="136493"/>
                      </a:lnTo>
                      <a:lnTo>
                        <a:pt x="114109" y="137065"/>
                      </a:lnTo>
                      <a:cubicBezTo>
                        <a:pt x="114109" y="137065"/>
                        <a:pt x="111919" y="138017"/>
                        <a:pt x="108299" y="139541"/>
                      </a:cubicBezTo>
                      <a:cubicBezTo>
                        <a:pt x="106394" y="140303"/>
                        <a:pt x="104680" y="140589"/>
                        <a:pt x="102965" y="140589"/>
                      </a:cubicBezTo>
                      <a:cubicBezTo>
                        <a:pt x="102203" y="140589"/>
                        <a:pt x="101250" y="140589"/>
                        <a:pt x="100298" y="140399"/>
                      </a:cubicBezTo>
                      <a:cubicBezTo>
                        <a:pt x="99726" y="142018"/>
                        <a:pt x="99536" y="143066"/>
                        <a:pt x="99726" y="143637"/>
                      </a:cubicBezTo>
                      <a:lnTo>
                        <a:pt x="72485" y="144494"/>
                      </a:lnTo>
                      <a:cubicBezTo>
                        <a:pt x="70294" y="142494"/>
                        <a:pt x="66960" y="140779"/>
                        <a:pt x="62293" y="139351"/>
                      </a:cubicBezTo>
                      <a:cubicBezTo>
                        <a:pt x="57150" y="137827"/>
                        <a:pt x="53816" y="136588"/>
                        <a:pt x="52388" y="135636"/>
                      </a:cubicBezTo>
                      <a:cubicBezTo>
                        <a:pt x="51815" y="134874"/>
                        <a:pt x="50768" y="134207"/>
                        <a:pt x="49244" y="133921"/>
                      </a:cubicBezTo>
                      <a:cubicBezTo>
                        <a:pt x="47815" y="133541"/>
                        <a:pt x="46291" y="133255"/>
                        <a:pt x="44862" y="132874"/>
                      </a:cubicBezTo>
                      <a:lnTo>
                        <a:pt x="46863" y="130874"/>
                      </a:lnTo>
                      <a:lnTo>
                        <a:pt x="44196" y="128016"/>
                      </a:lnTo>
                      <a:lnTo>
                        <a:pt x="43434" y="130016"/>
                      </a:lnTo>
                      <a:cubicBezTo>
                        <a:pt x="41053" y="129445"/>
                        <a:pt x="39719" y="127445"/>
                        <a:pt x="39433" y="124111"/>
                      </a:cubicBezTo>
                      <a:cubicBezTo>
                        <a:pt x="39433" y="121063"/>
                        <a:pt x="37623" y="119634"/>
                        <a:pt x="34385" y="119634"/>
                      </a:cubicBezTo>
                      <a:lnTo>
                        <a:pt x="32099" y="119634"/>
                      </a:lnTo>
                      <a:cubicBezTo>
                        <a:pt x="34099" y="119539"/>
                        <a:pt x="35147" y="118396"/>
                        <a:pt x="35147" y="116205"/>
                      </a:cubicBezTo>
                      <a:cubicBezTo>
                        <a:pt x="35147" y="115443"/>
                        <a:pt x="34957" y="114871"/>
                        <a:pt x="34575" y="114205"/>
                      </a:cubicBezTo>
                      <a:cubicBezTo>
                        <a:pt x="34194" y="113633"/>
                        <a:pt x="32956" y="112871"/>
                        <a:pt x="30861" y="112109"/>
                      </a:cubicBezTo>
                      <a:lnTo>
                        <a:pt x="30289" y="112585"/>
                      </a:lnTo>
                      <a:cubicBezTo>
                        <a:pt x="30289" y="112585"/>
                        <a:pt x="30003" y="112967"/>
                        <a:pt x="29813" y="112967"/>
                      </a:cubicBezTo>
                      <a:cubicBezTo>
                        <a:pt x="29432" y="112967"/>
                        <a:pt x="29146" y="112490"/>
                        <a:pt x="28860" y="111538"/>
                      </a:cubicBezTo>
                      <a:cubicBezTo>
                        <a:pt x="28575" y="110680"/>
                        <a:pt x="28575" y="109918"/>
                        <a:pt x="28860" y="109156"/>
                      </a:cubicBezTo>
                      <a:cubicBezTo>
                        <a:pt x="30099" y="108966"/>
                        <a:pt x="31813" y="107633"/>
                        <a:pt x="34290" y="105442"/>
                      </a:cubicBezTo>
                      <a:cubicBezTo>
                        <a:pt x="36480" y="103537"/>
                        <a:pt x="38290" y="102584"/>
                        <a:pt x="39719" y="102584"/>
                      </a:cubicBezTo>
                      <a:cubicBezTo>
                        <a:pt x="40481" y="102584"/>
                        <a:pt x="41243" y="102775"/>
                        <a:pt x="42005" y="103156"/>
                      </a:cubicBezTo>
                      <a:cubicBezTo>
                        <a:pt x="41529" y="102299"/>
                        <a:pt x="41529" y="101632"/>
                        <a:pt x="42005" y="100965"/>
                      </a:cubicBezTo>
                      <a:cubicBezTo>
                        <a:pt x="42386" y="100393"/>
                        <a:pt x="42005" y="99441"/>
                        <a:pt x="40862" y="98298"/>
                      </a:cubicBezTo>
                      <a:lnTo>
                        <a:pt x="46958" y="95441"/>
                      </a:lnTo>
                      <a:lnTo>
                        <a:pt x="45529" y="93440"/>
                      </a:lnTo>
                      <a:cubicBezTo>
                        <a:pt x="46481" y="93440"/>
                        <a:pt x="48006" y="92869"/>
                        <a:pt x="50196" y="91726"/>
                      </a:cubicBezTo>
                      <a:cubicBezTo>
                        <a:pt x="52292" y="90583"/>
                        <a:pt x="53816" y="90011"/>
                        <a:pt x="54483" y="90011"/>
                      </a:cubicBezTo>
                      <a:cubicBezTo>
                        <a:pt x="55721" y="90011"/>
                        <a:pt x="56483" y="90868"/>
                        <a:pt x="56769" y="92678"/>
                      </a:cubicBezTo>
                      <a:cubicBezTo>
                        <a:pt x="56388" y="96583"/>
                        <a:pt x="57816" y="100584"/>
                        <a:pt x="61055" y="104489"/>
                      </a:cubicBezTo>
                      <a:cubicBezTo>
                        <a:pt x="62579" y="106394"/>
                        <a:pt x="65817" y="109442"/>
                        <a:pt x="70580" y="113443"/>
                      </a:cubicBezTo>
                      <a:cubicBezTo>
                        <a:pt x="71247" y="115157"/>
                        <a:pt x="72485" y="115919"/>
                        <a:pt x="74104" y="115919"/>
                      </a:cubicBezTo>
                      <a:cubicBezTo>
                        <a:pt x="74580" y="115919"/>
                        <a:pt x="75342" y="115919"/>
                        <a:pt x="76295" y="115633"/>
                      </a:cubicBezTo>
                      <a:cubicBezTo>
                        <a:pt x="77343" y="115443"/>
                        <a:pt x="78009" y="115348"/>
                        <a:pt x="78581" y="115348"/>
                      </a:cubicBezTo>
                      <a:cubicBezTo>
                        <a:pt x="79629" y="115348"/>
                        <a:pt x="80581" y="115633"/>
                        <a:pt x="81629" y="116110"/>
                      </a:cubicBezTo>
                      <a:cubicBezTo>
                        <a:pt x="82582" y="116586"/>
                        <a:pt x="83629" y="116872"/>
                        <a:pt x="84867" y="116872"/>
                      </a:cubicBezTo>
                      <a:cubicBezTo>
                        <a:pt x="86963" y="116872"/>
                        <a:pt x="89535" y="115919"/>
                        <a:pt x="92392" y="113824"/>
                      </a:cubicBezTo>
                      <a:cubicBezTo>
                        <a:pt x="96774" y="110966"/>
                        <a:pt x="99155" y="109442"/>
                        <a:pt x="99822" y="109156"/>
                      </a:cubicBezTo>
                      <a:cubicBezTo>
                        <a:pt x="100393" y="108204"/>
                        <a:pt x="100679" y="107251"/>
                        <a:pt x="100679" y="106299"/>
                      </a:cubicBezTo>
                      <a:cubicBezTo>
                        <a:pt x="100679" y="104870"/>
                        <a:pt x="99822" y="102965"/>
                        <a:pt x="98203" y="100679"/>
                      </a:cubicBezTo>
                      <a:cubicBezTo>
                        <a:pt x="96583" y="98393"/>
                        <a:pt x="95631" y="96583"/>
                        <a:pt x="95440" y="95441"/>
                      </a:cubicBezTo>
                      <a:cubicBezTo>
                        <a:pt x="92487" y="94964"/>
                        <a:pt x="90773" y="93821"/>
                        <a:pt x="90392" y="92107"/>
                      </a:cubicBezTo>
                      <a:lnTo>
                        <a:pt x="91344" y="91345"/>
                      </a:lnTo>
                      <a:cubicBezTo>
                        <a:pt x="87534" y="89535"/>
                        <a:pt x="82200" y="86773"/>
                        <a:pt x="75342" y="83058"/>
                      </a:cubicBezTo>
                      <a:cubicBezTo>
                        <a:pt x="74676" y="83629"/>
                        <a:pt x="73914" y="83915"/>
                        <a:pt x="73152" y="83915"/>
                      </a:cubicBezTo>
                      <a:cubicBezTo>
                        <a:pt x="72199" y="83915"/>
                        <a:pt x="70961" y="83249"/>
                        <a:pt x="69628" y="81915"/>
                      </a:cubicBezTo>
                      <a:cubicBezTo>
                        <a:pt x="68199" y="80581"/>
                        <a:pt x="67056" y="79915"/>
                        <a:pt x="66198" y="79915"/>
                      </a:cubicBezTo>
                      <a:cubicBezTo>
                        <a:pt x="65817" y="79915"/>
                        <a:pt x="65531" y="80010"/>
                        <a:pt x="65151" y="80296"/>
                      </a:cubicBezTo>
                      <a:cubicBezTo>
                        <a:pt x="62198" y="79438"/>
                        <a:pt x="59150" y="76962"/>
                        <a:pt x="56197" y="72962"/>
                      </a:cubicBezTo>
                      <a:cubicBezTo>
                        <a:pt x="52864" y="68389"/>
                        <a:pt x="50006" y="65532"/>
                        <a:pt x="47720" y="64199"/>
                      </a:cubicBezTo>
                      <a:cubicBezTo>
                        <a:pt x="48006" y="62865"/>
                        <a:pt x="47434" y="61246"/>
                        <a:pt x="45910" y="59246"/>
                      </a:cubicBezTo>
                      <a:cubicBezTo>
                        <a:pt x="44482" y="57245"/>
                        <a:pt x="43910" y="55721"/>
                        <a:pt x="44196" y="54674"/>
                      </a:cubicBezTo>
                      <a:cubicBezTo>
                        <a:pt x="43339" y="53054"/>
                        <a:pt x="42767" y="50101"/>
                        <a:pt x="42576" y="45720"/>
                      </a:cubicBezTo>
                      <a:cubicBezTo>
                        <a:pt x="42386" y="41815"/>
                        <a:pt x="42196" y="37814"/>
                        <a:pt x="42005" y="33909"/>
                      </a:cubicBezTo>
                      <a:cubicBezTo>
                        <a:pt x="42957" y="33528"/>
                        <a:pt x="43434" y="33052"/>
                        <a:pt x="43434" y="32480"/>
                      </a:cubicBezTo>
                      <a:cubicBezTo>
                        <a:pt x="43434" y="32099"/>
                        <a:pt x="43148" y="31528"/>
                        <a:pt x="42767" y="30766"/>
                      </a:cubicBezTo>
                      <a:cubicBezTo>
                        <a:pt x="42290" y="30004"/>
                        <a:pt x="42005" y="29432"/>
                        <a:pt x="42005" y="29051"/>
                      </a:cubicBezTo>
                      <a:cubicBezTo>
                        <a:pt x="42672" y="27432"/>
                        <a:pt x="44672" y="25146"/>
                        <a:pt x="48101" y="22288"/>
                      </a:cubicBezTo>
                      <a:cubicBezTo>
                        <a:pt x="50959" y="19812"/>
                        <a:pt x="52388" y="17431"/>
                        <a:pt x="52388" y="15145"/>
                      </a:cubicBezTo>
                      <a:cubicBezTo>
                        <a:pt x="52864" y="15050"/>
                        <a:pt x="53625" y="14573"/>
                        <a:pt x="54864" y="13716"/>
                      </a:cubicBezTo>
                      <a:cubicBezTo>
                        <a:pt x="56006" y="12859"/>
                        <a:pt x="56769" y="12478"/>
                        <a:pt x="57245" y="12478"/>
                      </a:cubicBezTo>
                      <a:cubicBezTo>
                        <a:pt x="57626" y="12478"/>
                        <a:pt x="57912" y="12668"/>
                        <a:pt x="58198" y="13145"/>
                      </a:cubicBezTo>
                      <a:cubicBezTo>
                        <a:pt x="60388" y="9716"/>
                        <a:pt x="64103" y="7049"/>
                        <a:pt x="69056" y="5048"/>
                      </a:cubicBezTo>
                      <a:cubicBezTo>
                        <a:pt x="73533" y="3620"/>
                        <a:pt x="77914" y="2191"/>
                        <a:pt x="82391" y="762"/>
                      </a:cubicBezTo>
                      <a:cubicBezTo>
                        <a:pt x="83725" y="286"/>
                        <a:pt x="85058" y="0"/>
                        <a:pt x="86391" y="0"/>
                      </a:cubicBezTo>
                      <a:cubicBezTo>
                        <a:pt x="88296" y="0"/>
                        <a:pt x="90868" y="762"/>
                        <a:pt x="94012" y="2286"/>
                      </a:cubicBezTo>
                      <a:cubicBezTo>
                        <a:pt x="97250" y="3810"/>
                        <a:pt x="99822" y="4572"/>
                        <a:pt x="101727" y="4572"/>
                      </a:cubicBezTo>
                      <a:cubicBezTo>
                        <a:pt x="102584" y="4572"/>
                        <a:pt x="103441" y="4477"/>
                        <a:pt x="104203" y="4191"/>
                      </a:cubicBezTo>
                      <a:cubicBezTo>
                        <a:pt x="105060" y="5905"/>
                        <a:pt x="106584" y="7049"/>
                        <a:pt x="108680" y="7620"/>
                      </a:cubicBezTo>
                      <a:cubicBezTo>
                        <a:pt x="111442" y="8477"/>
                        <a:pt x="113252" y="9144"/>
                        <a:pt x="114109" y="9811"/>
                      </a:cubicBezTo>
                      <a:cubicBezTo>
                        <a:pt x="118205" y="10192"/>
                        <a:pt x="121825" y="15430"/>
                        <a:pt x="125063" y="25622"/>
                      </a:cubicBezTo>
                      <a:cubicBezTo>
                        <a:pt x="124968" y="27051"/>
                        <a:pt x="123920" y="28956"/>
                        <a:pt x="121920" y="31337"/>
                      </a:cubicBezTo>
                      <a:cubicBezTo>
                        <a:pt x="119919" y="33718"/>
                        <a:pt x="118967" y="35814"/>
                        <a:pt x="119157" y="37433"/>
                      </a:cubicBezTo>
                      <a:cubicBezTo>
                        <a:pt x="117824" y="37147"/>
                        <a:pt x="117157" y="37719"/>
                        <a:pt x="116967" y="38862"/>
                      </a:cubicBezTo>
                      <a:cubicBezTo>
                        <a:pt x="116871" y="40386"/>
                        <a:pt x="116586" y="41338"/>
                        <a:pt x="116014" y="41529"/>
                      </a:cubicBezTo>
                      <a:cubicBezTo>
                        <a:pt x="112680" y="43053"/>
                        <a:pt x="110394" y="43815"/>
                        <a:pt x="109061" y="43815"/>
                      </a:cubicBezTo>
                      <a:cubicBezTo>
                        <a:pt x="107156" y="43815"/>
                        <a:pt x="105346" y="42672"/>
                        <a:pt x="103727" y="40196"/>
                      </a:cubicBezTo>
                      <a:cubicBezTo>
                        <a:pt x="103727" y="38291"/>
                        <a:pt x="102394" y="36862"/>
                        <a:pt x="100203" y="35909"/>
                      </a:cubicBezTo>
                      <a:cubicBezTo>
                        <a:pt x="97536" y="34957"/>
                        <a:pt x="96012" y="33814"/>
                        <a:pt x="95535" y="32480"/>
                      </a:cubicBezTo>
                      <a:cubicBezTo>
                        <a:pt x="94773" y="32385"/>
                        <a:pt x="92964" y="31718"/>
                        <a:pt x="89915" y="30480"/>
                      </a:cubicBezTo>
                      <a:cubicBezTo>
                        <a:pt x="87534" y="29528"/>
                        <a:pt x="85630" y="29051"/>
                        <a:pt x="84105" y="29051"/>
                      </a:cubicBezTo>
                      <a:cubicBezTo>
                        <a:pt x="82105" y="29051"/>
                        <a:pt x="80390" y="30004"/>
                        <a:pt x="78962" y="31909"/>
                      </a:cubicBezTo>
                      <a:cubicBezTo>
                        <a:pt x="78486" y="31813"/>
                        <a:pt x="78105" y="31718"/>
                        <a:pt x="77724" y="31718"/>
                      </a:cubicBezTo>
                      <a:cubicBezTo>
                        <a:pt x="76771" y="31718"/>
                        <a:pt x="75247" y="32575"/>
                        <a:pt x="73247" y="34385"/>
                      </a:cubicBezTo>
                      <a:cubicBezTo>
                        <a:pt x="73819" y="35433"/>
                        <a:pt x="74104" y="36481"/>
                        <a:pt x="74104" y="37243"/>
                      </a:cubicBezTo>
                      <a:cubicBezTo>
                        <a:pt x="74104" y="38291"/>
                        <a:pt x="73342" y="39338"/>
                        <a:pt x="71723" y="40196"/>
                      </a:cubicBezTo>
                      <a:cubicBezTo>
                        <a:pt x="70104" y="41053"/>
                        <a:pt x="69342" y="41910"/>
                        <a:pt x="69342" y="42767"/>
                      </a:cubicBezTo>
                      <a:cubicBezTo>
                        <a:pt x="69342" y="43434"/>
                        <a:pt x="69722" y="44387"/>
                        <a:pt x="70580" y="45625"/>
                      </a:cubicBezTo>
                      <a:cubicBezTo>
                        <a:pt x="75628" y="52959"/>
                        <a:pt x="83153" y="58483"/>
                        <a:pt x="93345" y="62103"/>
                      </a:cubicBezTo>
                      <a:cubicBezTo>
                        <a:pt x="94678" y="62484"/>
                        <a:pt x="96583" y="63627"/>
                        <a:pt x="98964" y="65627"/>
                      </a:cubicBezTo>
                      <a:cubicBezTo>
                        <a:pt x="101346" y="67628"/>
                        <a:pt x="103441" y="68675"/>
                        <a:pt x="105156" y="68866"/>
                      </a:cubicBezTo>
                      <a:cubicBezTo>
                        <a:pt x="106775" y="69056"/>
                        <a:pt x="109061" y="70390"/>
                        <a:pt x="112109" y="72866"/>
                      </a:cubicBezTo>
                      <a:cubicBezTo>
                        <a:pt x="114681" y="75247"/>
                        <a:pt x="117253" y="76295"/>
                        <a:pt x="119634" y="75914"/>
                      </a:cubicBezTo>
                      <a:cubicBezTo>
                        <a:pt x="119634" y="77057"/>
                        <a:pt x="119729" y="77724"/>
                        <a:pt x="120110" y="77914"/>
                      </a:cubicBezTo>
                      <a:cubicBezTo>
                        <a:pt x="121158" y="77914"/>
                        <a:pt x="122015" y="78772"/>
                        <a:pt x="122587" y="80296"/>
                      </a:cubicBezTo>
                      <a:cubicBezTo>
                        <a:pt x="123158" y="81915"/>
                        <a:pt x="123920" y="82582"/>
                        <a:pt x="124968" y="82201"/>
                      </a:cubicBezTo>
                      <a:cubicBezTo>
                        <a:pt x="125253" y="83058"/>
                        <a:pt x="126778" y="85534"/>
                        <a:pt x="129635" y="89535"/>
                      </a:cubicBezTo>
                      <a:cubicBezTo>
                        <a:pt x="131730" y="92869"/>
                        <a:pt x="132778" y="95917"/>
                        <a:pt x="132778" y="98679"/>
                      </a:cubicBezTo>
                      <a:cubicBezTo>
                        <a:pt x="133350" y="99441"/>
                        <a:pt x="133731" y="100108"/>
                        <a:pt x="133731" y="100870"/>
                      </a:cubicBezTo>
                      <a:cubicBezTo>
                        <a:pt x="133731" y="101441"/>
                        <a:pt x="133350" y="102203"/>
                        <a:pt x="132778" y="103156"/>
                      </a:cubicBezTo>
                      <a:cubicBezTo>
                        <a:pt x="132206" y="104013"/>
                        <a:pt x="131921" y="104680"/>
                        <a:pt x="131921" y="105061"/>
                      </a:cubicBezTo>
                      <a:cubicBezTo>
                        <a:pt x="131921" y="105728"/>
                        <a:pt x="132397" y="106489"/>
                        <a:pt x="133350" y="107251"/>
                      </a:cubicBezTo>
                      <a:close/>
                      <a:moveTo>
                        <a:pt x="30480" y="111538"/>
                      </a:moveTo>
                      <a:lnTo>
                        <a:pt x="34671" y="110109"/>
                      </a:lnTo>
                      <a:lnTo>
                        <a:pt x="32671" y="110109"/>
                      </a:lnTo>
                      <a:lnTo>
                        <a:pt x="30480" y="111538"/>
                      </a:lnTo>
                      <a:close/>
                      <a:moveTo>
                        <a:pt x="31718" y="128873"/>
                      </a:moveTo>
                      <a:lnTo>
                        <a:pt x="32671" y="128873"/>
                      </a:lnTo>
                      <a:lnTo>
                        <a:pt x="34099" y="129921"/>
                      </a:lnTo>
                      <a:lnTo>
                        <a:pt x="31718" y="128873"/>
                      </a:lnTo>
                      <a:close/>
                      <a:moveTo>
                        <a:pt x="37433" y="138398"/>
                      </a:moveTo>
                      <a:cubicBezTo>
                        <a:pt x="37147" y="137065"/>
                        <a:pt x="37623" y="135922"/>
                        <a:pt x="38671" y="134779"/>
                      </a:cubicBezTo>
                      <a:lnTo>
                        <a:pt x="38481" y="134969"/>
                      </a:lnTo>
                      <a:cubicBezTo>
                        <a:pt x="38481" y="134969"/>
                        <a:pt x="38766" y="135731"/>
                        <a:pt x="39338" y="136303"/>
                      </a:cubicBezTo>
                      <a:cubicBezTo>
                        <a:pt x="39909" y="136874"/>
                        <a:pt x="40100" y="137255"/>
                        <a:pt x="40100" y="137541"/>
                      </a:cubicBezTo>
                      <a:cubicBezTo>
                        <a:pt x="40100" y="137827"/>
                        <a:pt x="39909" y="138208"/>
                        <a:pt x="39338" y="138398"/>
                      </a:cubicBezTo>
                      <a:lnTo>
                        <a:pt x="37338" y="138398"/>
                      </a:lnTo>
                      <a:close/>
                      <a:moveTo>
                        <a:pt x="39052" y="134303"/>
                      </a:moveTo>
                      <a:cubicBezTo>
                        <a:pt x="39052" y="134303"/>
                        <a:pt x="38671" y="134684"/>
                        <a:pt x="38671" y="134874"/>
                      </a:cubicBezTo>
                      <a:cubicBezTo>
                        <a:pt x="38671" y="134779"/>
                        <a:pt x="38766" y="134588"/>
                        <a:pt x="39052" y="134303"/>
                      </a:cubicBezTo>
                      <a:close/>
                      <a:moveTo>
                        <a:pt x="39433" y="130874"/>
                      </a:moveTo>
                      <a:cubicBezTo>
                        <a:pt x="39909" y="130874"/>
                        <a:pt x="40481" y="131159"/>
                        <a:pt x="41053" y="131826"/>
                      </a:cubicBezTo>
                      <a:cubicBezTo>
                        <a:pt x="41624" y="132397"/>
                        <a:pt x="42005" y="132779"/>
                        <a:pt x="42100" y="132874"/>
                      </a:cubicBezTo>
                      <a:cubicBezTo>
                        <a:pt x="41434" y="132969"/>
                        <a:pt x="40386" y="133445"/>
                        <a:pt x="39052" y="134303"/>
                      </a:cubicBezTo>
                      <a:cubicBezTo>
                        <a:pt x="40005" y="133159"/>
                        <a:pt x="40100" y="131921"/>
                        <a:pt x="39433" y="130874"/>
                      </a:cubicBezTo>
                      <a:close/>
                      <a:moveTo>
                        <a:pt x="43529" y="115633"/>
                      </a:moveTo>
                      <a:lnTo>
                        <a:pt x="43529" y="114205"/>
                      </a:lnTo>
                      <a:lnTo>
                        <a:pt x="39433" y="112109"/>
                      </a:lnTo>
                      <a:lnTo>
                        <a:pt x="43529" y="115633"/>
                      </a:lnTo>
                      <a:close/>
                      <a:moveTo>
                        <a:pt x="46958" y="121253"/>
                      </a:moveTo>
                      <a:cubicBezTo>
                        <a:pt x="46958" y="121253"/>
                        <a:pt x="47434" y="121349"/>
                        <a:pt x="48768" y="121634"/>
                      </a:cubicBezTo>
                      <a:cubicBezTo>
                        <a:pt x="49434" y="121634"/>
                        <a:pt x="50006" y="121349"/>
                        <a:pt x="50387" y="120587"/>
                      </a:cubicBezTo>
                      <a:cubicBezTo>
                        <a:pt x="48958" y="120110"/>
                        <a:pt x="47815" y="120396"/>
                        <a:pt x="46958" y="121349"/>
                      </a:cubicBezTo>
                      <a:cubicBezTo>
                        <a:pt x="46577" y="121349"/>
                        <a:pt x="46387" y="121539"/>
                        <a:pt x="46387" y="121920"/>
                      </a:cubicBezTo>
                      <a:lnTo>
                        <a:pt x="44958" y="123349"/>
                      </a:lnTo>
                      <a:lnTo>
                        <a:pt x="46387" y="123349"/>
                      </a:lnTo>
                      <a:cubicBezTo>
                        <a:pt x="46291" y="122682"/>
                        <a:pt x="46291" y="122206"/>
                        <a:pt x="46387" y="121920"/>
                      </a:cubicBezTo>
                      <a:lnTo>
                        <a:pt x="46958" y="121349"/>
                      </a:lnTo>
                      <a:close/>
                      <a:moveTo>
                        <a:pt x="47815" y="53245"/>
                      </a:moveTo>
                      <a:cubicBezTo>
                        <a:pt x="48482" y="52673"/>
                        <a:pt x="48577" y="52102"/>
                        <a:pt x="48387" y="51625"/>
                      </a:cubicBezTo>
                      <a:lnTo>
                        <a:pt x="48863" y="50387"/>
                      </a:lnTo>
                      <a:cubicBezTo>
                        <a:pt x="48482" y="49816"/>
                        <a:pt x="47815" y="49339"/>
                        <a:pt x="46958" y="48958"/>
                      </a:cubicBezTo>
                      <a:cubicBezTo>
                        <a:pt x="46196" y="48578"/>
                        <a:pt x="45720" y="48387"/>
                        <a:pt x="45434" y="48387"/>
                      </a:cubicBezTo>
                      <a:cubicBezTo>
                        <a:pt x="47339" y="49339"/>
                        <a:pt x="48291" y="50483"/>
                        <a:pt x="48291" y="51625"/>
                      </a:cubicBezTo>
                      <a:lnTo>
                        <a:pt x="47720" y="53245"/>
                      </a:lnTo>
                      <a:close/>
                      <a:moveTo>
                        <a:pt x="60293" y="42863"/>
                      </a:moveTo>
                      <a:lnTo>
                        <a:pt x="60293" y="42291"/>
                      </a:lnTo>
                      <a:cubicBezTo>
                        <a:pt x="59817" y="39148"/>
                        <a:pt x="57721" y="37624"/>
                        <a:pt x="53816" y="37624"/>
                      </a:cubicBezTo>
                      <a:cubicBezTo>
                        <a:pt x="50863" y="37624"/>
                        <a:pt x="48387" y="38481"/>
                        <a:pt x="46481" y="40100"/>
                      </a:cubicBezTo>
                      <a:cubicBezTo>
                        <a:pt x="47053" y="40291"/>
                        <a:pt x="47720" y="41529"/>
                        <a:pt x="48387" y="43625"/>
                      </a:cubicBezTo>
                      <a:cubicBezTo>
                        <a:pt x="49053" y="45720"/>
                        <a:pt x="50196" y="46577"/>
                        <a:pt x="51911" y="46292"/>
                      </a:cubicBezTo>
                      <a:lnTo>
                        <a:pt x="51911" y="45720"/>
                      </a:lnTo>
                      <a:cubicBezTo>
                        <a:pt x="51911" y="45720"/>
                        <a:pt x="52673" y="44005"/>
                        <a:pt x="53149" y="41815"/>
                      </a:cubicBezTo>
                      <a:cubicBezTo>
                        <a:pt x="53530" y="39910"/>
                        <a:pt x="54197" y="38957"/>
                        <a:pt x="55245" y="38957"/>
                      </a:cubicBezTo>
                      <a:cubicBezTo>
                        <a:pt x="55721" y="38957"/>
                        <a:pt x="56292" y="39148"/>
                        <a:pt x="56864" y="39433"/>
                      </a:cubicBezTo>
                      <a:lnTo>
                        <a:pt x="56864" y="40862"/>
                      </a:lnTo>
                      <a:cubicBezTo>
                        <a:pt x="56864" y="40862"/>
                        <a:pt x="57435" y="40672"/>
                        <a:pt x="57816" y="40672"/>
                      </a:cubicBezTo>
                      <a:cubicBezTo>
                        <a:pt x="58007" y="40672"/>
                        <a:pt x="58864" y="41434"/>
                        <a:pt x="60293" y="42863"/>
                      </a:cubicBezTo>
                      <a:close/>
                      <a:moveTo>
                        <a:pt x="48958" y="100203"/>
                      </a:moveTo>
                      <a:cubicBezTo>
                        <a:pt x="47910" y="100203"/>
                        <a:pt x="47244" y="100013"/>
                        <a:pt x="47053" y="99727"/>
                      </a:cubicBezTo>
                      <a:lnTo>
                        <a:pt x="48482" y="101727"/>
                      </a:lnTo>
                      <a:cubicBezTo>
                        <a:pt x="49053" y="101346"/>
                        <a:pt x="49244" y="100870"/>
                        <a:pt x="48958" y="100298"/>
                      </a:cubicBezTo>
                      <a:close/>
                      <a:moveTo>
                        <a:pt x="50387" y="44767"/>
                      </a:moveTo>
                      <a:lnTo>
                        <a:pt x="49911" y="44196"/>
                      </a:lnTo>
                      <a:lnTo>
                        <a:pt x="51339" y="44196"/>
                      </a:lnTo>
                      <a:cubicBezTo>
                        <a:pt x="51339" y="44196"/>
                        <a:pt x="50959" y="44482"/>
                        <a:pt x="50387" y="44767"/>
                      </a:cubicBezTo>
                      <a:close/>
                      <a:moveTo>
                        <a:pt x="51339" y="44196"/>
                      </a:moveTo>
                      <a:cubicBezTo>
                        <a:pt x="51339" y="44196"/>
                        <a:pt x="51721" y="43910"/>
                        <a:pt x="51911" y="44196"/>
                      </a:cubicBezTo>
                      <a:lnTo>
                        <a:pt x="51339" y="44196"/>
                      </a:lnTo>
                      <a:close/>
                      <a:moveTo>
                        <a:pt x="52578" y="132302"/>
                      </a:moveTo>
                      <a:lnTo>
                        <a:pt x="54007" y="130874"/>
                      </a:lnTo>
                      <a:cubicBezTo>
                        <a:pt x="53435" y="130302"/>
                        <a:pt x="52959" y="130016"/>
                        <a:pt x="52578" y="130016"/>
                      </a:cubicBezTo>
                      <a:lnTo>
                        <a:pt x="52578" y="132397"/>
                      </a:lnTo>
                      <a:close/>
                      <a:moveTo>
                        <a:pt x="54769" y="46768"/>
                      </a:moveTo>
                      <a:cubicBezTo>
                        <a:pt x="55054" y="46006"/>
                        <a:pt x="54769" y="45244"/>
                        <a:pt x="54102" y="44196"/>
                      </a:cubicBezTo>
                      <a:lnTo>
                        <a:pt x="54102" y="47625"/>
                      </a:lnTo>
                      <a:lnTo>
                        <a:pt x="54769" y="46768"/>
                      </a:lnTo>
                      <a:close/>
                      <a:moveTo>
                        <a:pt x="57435" y="143828"/>
                      </a:moveTo>
                      <a:lnTo>
                        <a:pt x="56864" y="143351"/>
                      </a:lnTo>
                      <a:lnTo>
                        <a:pt x="58293" y="143351"/>
                      </a:lnTo>
                      <a:cubicBezTo>
                        <a:pt x="57626" y="143637"/>
                        <a:pt x="57245" y="143828"/>
                        <a:pt x="57340" y="143828"/>
                      </a:cubicBezTo>
                      <a:close/>
                      <a:moveTo>
                        <a:pt x="74866" y="128968"/>
                      </a:moveTo>
                      <a:lnTo>
                        <a:pt x="75533" y="128111"/>
                      </a:lnTo>
                      <a:lnTo>
                        <a:pt x="74866" y="126111"/>
                      </a:lnTo>
                      <a:lnTo>
                        <a:pt x="74866" y="128968"/>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 name="Google Shape;996;p99"/>
                <p:cNvSpPr/>
                <p:nvPr/>
              </p:nvSpPr>
              <p:spPr>
                <a:xfrm>
                  <a:off x="8393810" y="2855690"/>
                  <a:ext cx="128849" cy="144779"/>
                </a:xfrm>
                <a:custGeom>
                  <a:avLst/>
                  <a:gdLst/>
                  <a:ahLst/>
                  <a:cxnLst/>
                  <a:rect l="l" t="t" r="r" b="b"/>
                  <a:pathLst>
                    <a:path w="128849" h="144779" extrusionOk="0">
                      <a:moveTo>
                        <a:pt x="95" y="81058"/>
                      </a:moveTo>
                      <a:lnTo>
                        <a:pt x="762" y="78200"/>
                      </a:lnTo>
                      <a:lnTo>
                        <a:pt x="1429" y="78200"/>
                      </a:lnTo>
                      <a:lnTo>
                        <a:pt x="0" y="81058"/>
                      </a:lnTo>
                      <a:close/>
                      <a:moveTo>
                        <a:pt x="3524" y="79629"/>
                      </a:moveTo>
                      <a:lnTo>
                        <a:pt x="3524" y="76962"/>
                      </a:lnTo>
                      <a:lnTo>
                        <a:pt x="6382" y="78200"/>
                      </a:lnTo>
                      <a:lnTo>
                        <a:pt x="3524" y="79629"/>
                      </a:lnTo>
                      <a:close/>
                      <a:moveTo>
                        <a:pt x="12668" y="80391"/>
                      </a:moveTo>
                      <a:cubicBezTo>
                        <a:pt x="12668" y="80391"/>
                        <a:pt x="13431" y="80391"/>
                        <a:pt x="13811" y="80867"/>
                      </a:cubicBezTo>
                      <a:cubicBezTo>
                        <a:pt x="14288" y="81344"/>
                        <a:pt x="14574" y="81534"/>
                        <a:pt x="14859" y="81725"/>
                      </a:cubicBezTo>
                      <a:lnTo>
                        <a:pt x="14859" y="83153"/>
                      </a:lnTo>
                      <a:lnTo>
                        <a:pt x="12668" y="80486"/>
                      </a:lnTo>
                      <a:close/>
                      <a:moveTo>
                        <a:pt x="13431" y="65818"/>
                      </a:moveTo>
                      <a:lnTo>
                        <a:pt x="14859" y="65818"/>
                      </a:lnTo>
                      <a:cubicBezTo>
                        <a:pt x="14859" y="66389"/>
                        <a:pt x="14478" y="67342"/>
                        <a:pt x="13431" y="68675"/>
                      </a:cubicBezTo>
                      <a:lnTo>
                        <a:pt x="13431" y="65818"/>
                      </a:lnTo>
                      <a:close/>
                      <a:moveTo>
                        <a:pt x="18193" y="114967"/>
                      </a:moveTo>
                      <a:lnTo>
                        <a:pt x="17336" y="111538"/>
                      </a:lnTo>
                      <a:lnTo>
                        <a:pt x="18193" y="112586"/>
                      </a:lnTo>
                      <a:lnTo>
                        <a:pt x="18193" y="114967"/>
                      </a:lnTo>
                      <a:close/>
                      <a:moveTo>
                        <a:pt x="25051" y="51245"/>
                      </a:moveTo>
                      <a:cubicBezTo>
                        <a:pt x="25527" y="50292"/>
                        <a:pt x="26194" y="50292"/>
                        <a:pt x="27241" y="51245"/>
                      </a:cubicBezTo>
                      <a:lnTo>
                        <a:pt x="25051" y="51245"/>
                      </a:lnTo>
                      <a:close/>
                      <a:moveTo>
                        <a:pt x="25051" y="117634"/>
                      </a:moveTo>
                      <a:lnTo>
                        <a:pt x="25813" y="116872"/>
                      </a:lnTo>
                      <a:lnTo>
                        <a:pt x="26480" y="117634"/>
                      </a:lnTo>
                      <a:lnTo>
                        <a:pt x="25051" y="117634"/>
                      </a:lnTo>
                      <a:close/>
                      <a:moveTo>
                        <a:pt x="27241" y="51245"/>
                      </a:moveTo>
                      <a:cubicBezTo>
                        <a:pt x="27241" y="51245"/>
                        <a:pt x="27527" y="51435"/>
                        <a:pt x="27718" y="51816"/>
                      </a:cubicBezTo>
                      <a:lnTo>
                        <a:pt x="27241" y="51245"/>
                      </a:lnTo>
                      <a:close/>
                      <a:moveTo>
                        <a:pt x="127540" y="70104"/>
                      </a:moveTo>
                      <a:cubicBezTo>
                        <a:pt x="128016" y="74486"/>
                        <a:pt x="128207" y="83249"/>
                        <a:pt x="128111" y="96298"/>
                      </a:cubicBezTo>
                      <a:lnTo>
                        <a:pt x="127540" y="140494"/>
                      </a:lnTo>
                      <a:cubicBezTo>
                        <a:pt x="124968" y="143351"/>
                        <a:pt x="121539" y="144780"/>
                        <a:pt x="117348" y="144780"/>
                      </a:cubicBezTo>
                      <a:cubicBezTo>
                        <a:pt x="115824" y="144780"/>
                        <a:pt x="113062" y="144494"/>
                        <a:pt x="109347" y="143923"/>
                      </a:cubicBezTo>
                      <a:cubicBezTo>
                        <a:pt x="106013" y="143351"/>
                        <a:pt x="103347" y="143161"/>
                        <a:pt x="101441" y="143446"/>
                      </a:cubicBezTo>
                      <a:cubicBezTo>
                        <a:pt x="100679" y="142875"/>
                        <a:pt x="100203" y="142018"/>
                        <a:pt x="100203" y="140875"/>
                      </a:cubicBezTo>
                      <a:cubicBezTo>
                        <a:pt x="100203" y="140399"/>
                        <a:pt x="100299" y="139732"/>
                        <a:pt x="100489" y="138779"/>
                      </a:cubicBezTo>
                      <a:cubicBezTo>
                        <a:pt x="100679" y="137922"/>
                        <a:pt x="100775" y="137160"/>
                        <a:pt x="100775" y="136779"/>
                      </a:cubicBezTo>
                      <a:cubicBezTo>
                        <a:pt x="100775" y="136398"/>
                        <a:pt x="100775" y="136112"/>
                        <a:pt x="100584" y="135827"/>
                      </a:cubicBezTo>
                      <a:cubicBezTo>
                        <a:pt x="100584" y="109919"/>
                        <a:pt x="100394" y="94393"/>
                        <a:pt x="100108" y="89440"/>
                      </a:cubicBezTo>
                      <a:cubicBezTo>
                        <a:pt x="98870" y="89535"/>
                        <a:pt x="97536" y="89630"/>
                        <a:pt x="95917" y="89630"/>
                      </a:cubicBezTo>
                      <a:cubicBezTo>
                        <a:pt x="94298" y="89630"/>
                        <a:pt x="91630" y="89440"/>
                        <a:pt x="88011" y="89154"/>
                      </a:cubicBezTo>
                      <a:cubicBezTo>
                        <a:pt x="84391" y="88868"/>
                        <a:pt x="81534" y="88678"/>
                        <a:pt x="79724" y="88678"/>
                      </a:cubicBezTo>
                      <a:cubicBezTo>
                        <a:pt x="76200" y="88678"/>
                        <a:pt x="73247" y="89059"/>
                        <a:pt x="70675" y="89916"/>
                      </a:cubicBezTo>
                      <a:cubicBezTo>
                        <a:pt x="70295" y="89821"/>
                        <a:pt x="69152" y="89630"/>
                        <a:pt x="67056" y="89345"/>
                      </a:cubicBezTo>
                      <a:cubicBezTo>
                        <a:pt x="65627" y="89249"/>
                        <a:pt x="64580" y="88773"/>
                        <a:pt x="64008" y="87916"/>
                      </a:cubicBezTo>
                      <a:cubicBezTo>
                        <a:pt x="62484" y="89154"/>
                        <a:pt x="61246" y="91059"/>
                        <a:pt x="60484" y="93821"/>
                      </a:cubicBezTo>
                      <a:cubicBezTo>
                        <a:pt x="59531" y="97155"/>
                        <a:pt x="58674" y="99346"/>
                        <a:pt x="58008" y="100298"/>
                      </a:cubicBezTo>
                      <a:cubicBezTo>
                        <a:pt x="59246" y="100679"/>
                        <a:pt x="60007" y="101346"/>
                        <a:pt x="60007" y="102489"/>
                      </a:cubicBezTo>
                      <a:cubicBezTo>
                        <a:pt x="60007" y="102679"/>
                        <a:pt x="59913" y="103061"/>
                        <a:pt x="59817" y="103632"/>
                      </a:cubicBezTo>
                      <a:cubicBezTo>
                        <a:pt x="59817" y="104204"/>
                        <a:pt x="59627" y="104584"/>
                        <a:pt x="59627" y="104775"/>
                      </a:cubicBezTo>
                      <a:cubicBezTo>
                        <a:pt x="59627" y="105442"/>
                        <a:pt x="60389" y="105823"/>
                        <a:pt x="61913" y="105823"/>
                      </a:cubicBezTo>
                      <a:cubicBezTo>
                        <a:pt x="60103" y="106108"/>
                        <a:pt x="59150" y="107347"/>
                        <a:pt x="59055" y="109633"/>
                      </a:cubicBezTo>
                      <a:lnTo>
                        <a:pt x="59055" y="114967"/>
                      </a:lnTo>
                      <a:lnTo>
                        <a:pt x="60484" y="116205"/>
                      </a:lnTo>
                      <a:cubicBezTo>
                        <a:pt x="59627" y="116205"/>
                        <a:pt x="59246" y="116872"/>
                        <a:pt x="59246" y="118205"/>
                      </a:cubicBezTo>
                      <a:cubicBezTo>
                        <a:pt x="59246" y="119539"/>
                        <a:pt x="58960" y="120301"/>
                        <a:pt x="58484" y="120491"/>
                      </a:cubicBezTo>
                      <a:cubicBezTo>
                        <a:pt x="58198" y="121349"/>
                        <a:pt x="58103" y="122301"/>
                        <a:pt x="58103" y="123349"/>
                      </a:cubicBezTo>
                      <a:cubicBezTo>
                        <a:pt x="58103" y="124396"/>
                        <a:pt x="58293" y="126016"/>
                        <a:pt x="58674" y="128016"/>
                      </a:cubicBezTo>
                      <a:cubicBezTo>
                        <a:pt x="59055" y="130016"/>
                        <a:pt x="59246" y="131540"/>
                        <a:pt x="59246" y="132493"/>
                      </a:cubicBezTo>
                      <a:cubicBezTo>
                        <a:pt x="59246" y="135160"/>
                        <a:pt x="58293" y="137350"/>
                        <a:pt x="56579" y="139160"/>
                      </a:cubicBezTo>
                      <a:cubicBezTo>
                        <a:pt x="57055" y="141446"/>
                        <a:pt x="56007" y="142780"/>
                        <a:pt x="53530" y="143066"/>
                      </a:cubicBezTo>
                      <a:cubicBezTo>
                        <a:pt x="51625" y="143351"/>
                        <a:pt x="49721" y="143542"/>
                        <a:pt x="47720" y="143828"/>
                      </a:cubicBezTo>
                      <a:cubicBezTo>
                        <a:pt x="45720" y="144113"/>
                        <a:pt x="44005" y="144209"/>
                        <a:pt x="42577" y="144209"/>
                      </a:cubicBezTo>
                      <a:cubicBezTo>
                        <a:pt x="38195" y="144209"/>
                        <a:pt x="34576" y="142970"/>
                        <a:pt x="31432" y="140494"/>
                      </a:cubicBezTo>
                      <a:cubicBezTo>
                        <a:pt x="31718" y="139637"/>
                        <a:pt x="31814" y="138779"/>
                        <a:pt x="31814" y="137732"/>
                      </a:cubicBezTo>
                      <a:cubicBezTo>
                        <a:pt x="31814" y="136779"/>
                        <a:pt x="31718" y="135446"/>
                        <a:pt x="31338" y="133731"/>
                      </a:cubicBezTo>
                      <a:cubicBezTo>
                        <a:pt x="31052" y="132017"/>
                        <a:pt x="30861" y="130683"/>
                        <a:pt x="30861" y="129921"/>
                      </a:cubicBezTo>
                      <a:cubicBezTo>
                        <a:pt x="30861" y="128207"/>
                        <a:pt x="31338" y="126778"/>
                        <a:pt x="32290" y="125444"/>
                      </a:cubicBezTo>
                      <a:cubicBezTo>
                        <a:pt x="32575" y="124873"/>
                        <a:pt x="32766" y="124111"/>
                        <a:pt x="32766" y="123349"/>
                      </a:cubicBezTo>
                      <a:cubicBezTo>
                        <a:pt x="32766" y="122301"/>
                        <a:pt x="32385" y="120682"/>
                        <a:pt x="31718" y="118491"/>
                      </a:cubicBezTo>
                      <a:cubicBezTo>
                        <a:pt x="30956" y="116396"/>
                        <a:pt x="30671" y="114871"/>
                        <a:pt x="30671" y="114014"/>
                      </a:cubicBezTo>
                      <a:cubicBezTo>
                        <a:pt x="30671" y="112109"/>
                        <a:pt x="31909" y="111062"/>
                        <a:pt x="34290" y="110776"/>
                      </a:cubicBezTo>
                      <a:cubicBezTo>
                        <a:pt x="34004" y="110395"/>
                        <a:pt x="33338" y="110204"/>
                        <a:pt x="32290" y="110204"/>
                      </a:cubicBezTo>
                      <a:lnTo>
                        <a:pt x="32290" y="102870"/>
                      </a:lnTo>
                      <a:cubicBezTo>
                        <a:pt x="32290" y="99917"/>
                        <a:pt x="31814" y="97441"/>
                        <a:pt x="30861" y="95536"/>
                      </a:cubicBezTo>
                      <a:lnTo>
                        <a:pt x="28004" y="95536"/>
                      </a:lnTo>
                      <a:cubicBezTo>
                        <a:pt x="28004" y="94583"/>
                        <a:pt x="28480" y="94298"/>
                        <a:pt x="29242" y="94488"/>
                      </a:cubicBezTo>
                      <a:cubicBezTo>
                        <a:pt x="30194" y="94679"/>
                        <a:pt x="30766" y="94679"/>
                        <a:pt x="30861" y="94488"/>
                      </a:cubicBezTo>
                      <a:lnTo>
                        <a:pt x="29433" y="89440"/>
                      </a:lnTo>
                      <a:cubicBezTo>
                        <a:pt x="29433" y="89440"/>
                        <a:pt x="30480" y="88868"/>
                        <a:pt x="31718" y="88773"/>
                      </a:cubicBezTo>
                      <a:cubicBezTo>
                        <a:pt x="32575" y="88678"/>
                        <a:pt x="32861" y="87916"/>
                        <a:pt x="32766" y="86582"/>
                      </a:cubicBezTo>
                      <a:lnTo>
                        <a:pt x="31338" y="85154"/>
                      </a:lnTo>
                      <a:cubicBezTo>
                        <a:pt x="32099" y="84868"/>
                        <a:pt x="32671" y="85154"/>
                        <a:pt x="33242" y="85630"/>
                      </a:cubicBezTo>
                      <a:cubicBezTo>
                        <a:pt x="33814" y="86201"/>
                        <a:pt x="34290" y="86868"/>
                        <a:pt x="34766" y="87440"/>
                      </a:cubicBezTo>
                      <a:cubicBezTo>
                        <a:pt x="36100" y="86106"/>
                        <a:pt x="36576" y="85154"/>
                        <a:pt x="36195" y="84582"/>
                      </a:cubicBezTo>
                      <a:lnTo>
                        <a:pt x="34195" y="82582"/>
                      </a:lnTo>
                      <a:cubicBezTo>
                        <a:pt x="34004" y="83058"/>
                        <a:pt x="33719" y="83344"/>
                        <a:pt x="33242" y="83344"/>
                      </a:cubicBezTo>
                      <a:cubicBezTo>
                        <a:pt x="32766" y="83344"/>
                        <a:pt x="32385" y="83153"/>
                        <a:pt x="32195" y="82582"/>
                      </a:cubicBezTo>
                      <a:lnTo>
                        <a:pt x="30194" y="80391"/>
                      </a:lnTo>
                      <a:cubicBezTo>
                        <a:pt x="31528" y="80391"/>
                        <a:pt x="32195" y="79915"/>
                        <a:pt x="32195" y="78962"/>
                      </a:cubicBezTo>
                      <a:cubicBezTo>
                        <a:pt x="32195" y="77533"/>
                        <a:pt x="32481" y="76581"/>
                        <a:pt x="32671" y="76105"/>
                      </a:cubicBezTo>
                      <a:lnTo>
                        <a:pt x="34671" y="78296"/>
                      </a:lnTo>
                      <a:lnTo>
                        <a:pt x="35909" y="77248"/>
                      </a:lnTo>
                      <a:cubicBezTo>
                        <a:pt x="35909" y="77915"/>
                        <a:pt x="35909" y="78200"/>
                        <a:pt x="36100" y="78296"/>
                      </a:cubicBezTo>
                      <a:cubicBezTo>
                        <a:pt x="36481" y="77819"/>
                        <a:pt x="37243" y="77629"/>
                        <a:pt x="38386" y="77724"/>
                      </a:cubicBezTo>
                      <a:cubicBezTo>
                        <a:pt x="39814" y="77819"/>
                        <a:pt x="40672" y="77819"/>
                        <a:pt x="40957" y="77724"/>
                      </a:cubicBezTo>
                      <a:cubicBezTo>
                        <a:pt x="41720" y="77533"/>
                        <a:pt x="41910" y="76771"/>
                        <a:pt x="41720" y="75533"/>
                      </a:cubicBezTo>
                      <a:lnTo>
                        <a:pt x="46006" y="78200"/>
                      </a:lnTo>
                      <a:cubicBezTo>
                        <a:pt x="46006" y="78200"/>
                        <a:pt x="46768" y="77438"/>
                        <a:pt x="46768" y="76581"/>
                      </a:cubicBezTo>
                      <a:lnTo>
                        <a:pt x="46577" y="74581"/>
                      </a:lnTo>
                      <a:cubicBezTo>
                        <a:pt x="47530" y="75152"/>
                        <a:pt x="48196" y="75438"/>
                        <a:pt x="48673" y="75438"/>
                      </a:cubicBezTo>
                      <a:cubicBezTo>
                        <a:pt x="49339" y="75438"/>
                        <a:pt x="50006" y="75152"/>
                        <a:pt x="50864" y="74581"/>
                      </a:cubicBezTo>
                      <a:cubicBezTo>
                        <a:pt x="50482" y="74486"/>
                        <a:pt x="49530" y="73914"/>
                        <a:pt x="47816" y="72962"/>
                      </a:cubicBezTo>
                      <a:cubicBezTo>
                        <a:pt x="46673" y="72104"/>
                        <a:pt x="45625" y="71723"/>
                        <a:pt x="44768" y="71723"/>
                      </a:cubicBezTo>
                      <a:cubicBezTo>
                        <a:pt x="44196" y="71723"/>
                        <a:pt x="43625" y="71819"/>
                        <a:pt x="43149" y="72104"/>
                      </a:cubicBezTo>
                      <a:cubicBezTo>
                        <a:pt x="42196" y="72295"/>
                        <a:pt x="41434" y="71723"/>
                        <a:pt x="40957" y="70104"/>
                      </a:cubicBezTo>
                      <a:cubicBezTo>
                        <a:pt x="40386" y="68580"/>
                        <a:pt x="39910" y="67818"/>
                        <a:pt x="39434" y="67818"/>
                      </a:cubicBezTo>
                      <a:cubicBezTo>
                        <a:pt x="38958" y="67818"/>
                        <a:pt x="38386" y="68294"/>
                        <a:pt x="37624" y="69247"/>
                      </a:cubicBezTo>
                      <a:lnTo>
                        <a:pt x="38386" y="70104"/>
                      </a:lnTo>
                      <a:lnTo>
                        <a:pt x="37148" y="71152"/>
                      </a:lnTo>
                      <a:cubicBezTo>
                        <a:pt x="37433" y="71723"/>
                        <a:pt x="38100" y="72104"/>
                        <a:pt x="39338" y="72104"/>
                      </a:cubicBezTo>
                      <a:lnTo>
                        <a:pt x="39338" y="73724"/>
                      </a:lnTo>
                      <a:cubicBezTo>
                        <a:pt x="38576" y="73247"/>
                        <a:pt x="37624" y="72962"/>
                        <a:pt x="36100" y="72866"/>
                      </a:cubicBezTo>
                      <a:cubicBezTo>
                        <a:pt x="34385" y="72676"/>
                        <a:pt x="33147" y="72866"/>
                        <a:pt x="32385" y="73533"/>
                      </a:cubicBezTo>
                      <a:lnTo>
                        <a:pt x="30956" y="73533"/>
                      </a:lnTo>
                      <a:lnTo>
                        <a:pt x="30956" y="63151"/>
                      </a:lnTo>
                      <a:lnTo>
                        <a:pt x="32957" y="65151"/>
                      </a:lnTo>
                      <a:cubicBezTo>
                        <a:pt x="33528" y="64865"/>
                        <a:pt x="33909" y="64484"/>
                        <a:pt x="33909" y="63913"/>
                      </a:cubicBezTo>
                      <a:lnTo>
                        <a:pt x="33909" y="62294"/>
                      </a:lnTo>
                      <a:cubicBezTo>
                        <a:pt x="33909" y="62294"/>
                        <a:pt x="32861" y="61722"/>
                        <a:pt x="31528" y="61722"/>
                      </a:cubicBezTo>
                      <a:cubicBezTo>
                        <a:pt x="30956" y="59722"/>
                        <a:pt x="30671" y="57341"/>
                        <a:pt x="30671" y="54769"/>
                      </a:cubicBezTo>
                      <a:cubicBezTo>
                        <a:pt x="30671" y="52483"/>
                        <a:pt x="30956" y="48958"/>
                        <a:pt x="31528" y="44101"/>
                      </a:cubicBezTo>
                      <a:cubicBezTo>
                        <a:pt x="32195" y="39243"/>
                        <a:pt x="32481" y="35624"/>
                        <a:pt x="32481" y="33052"/>
                      </a:cubicBezTo>
                      <a:cubicBezTo>
                        <a:pt x="32481" y="29432"/>
                        <a:pt x="32004" y="26384"/>
                        <a:pt x="31052" y="23717"/>
                      </a:cubicBezTo>
                      <a:lnTo>
                        <a:pt x="31052" y="10954"/>
                      </a:lnTo>
                      <a:cubicBezTo>
                        <a:pt x="31338" y="5905"/>
                        <a:pt x="33147" y="2762"/>
                        <a:pt x="36481" y="1429"/>
                      </a:cubicBezTo>
                      <a:lnTo>
                        <a:pt x="51911" y="2286"/>
                      </a:lnTo>
                      <a:lnTo>
                        <a:pt x="51911" y="4286"/>
                      </a:lnTo>
                      <a:lnTo>
                        <a:pt x="55816" y="2858"/>
                      </a:lnTo>
                      <a:cubicBezTo>
                        <a:pt x="58198" y="5429"/>
                        <a:pt x="59436" y="9239"/>
                        <a:pt x="59436" y="14383"/>
                      </a:cubicBezTo>
                      <a:cubicBezTo>
                        <a:pt x="59436" y="20955"/>
                        <a:pt x="59627" y="25051"/>
                        <a:pt x="60198" y="26575"/>
                      </a:cubicBezTo>
                      <a:lnTo>
                        <a:pt x="58198" y="27146"/>
                      </a:lnTo>
                      <a:cubicBezTo>
                        <a:pt x="58198" y="27146"/>
                        <a:pt x="57817" y="27908"/>
                        <a:pt x="57817" y="28384"/>
                      </a:cubicBezTo>
                      <a:cubicBezTo>
                        <a:pt x="57817" y="28861"/>
                        <a:pt x="58008" y="29432"/>
                        <a:pt x="58579" y="30099"/>
                      </a:cubicBezTo>
                      <a:cubicBezTo>
                        <a:pt x="59055" y="30766"/>
                        <a:pt x="59341" y="31242"/>
                        <a:pt x="59341" y="31433"/>
                      </a:cubicBezTo>
                      <a:cubicBezTo>
                        <a:pt x="59341" y="31909"/>
                        <a:pt x="58674" y="32290"/>
                        <a:pt x="57341" y="32671"/>
                      </a:cubicBezTo>
                      <a:cubicBezTo>
                        <a:pt x="59150" y="32671"/>
                        <a:pt x="59436" y="34100"/>
                        <a:pt x="58293" y="36957"/>
                      </a:cubicBezTo>
                      <a:lnTo>
                        <a:pt x="52483" y="40386"/>
                      </a:lnTo>
                      <a:lnTo>
                        <a:pt x="57341" y="43815"/>
                      </a:lnTo>
                      <a:cubicBezTo>
                        <a:pt x="57341" y="43815"/>
                        <a:pt x="56865" y="44291"/>
                        <a:pt x="56293" y="44863"/>
                      </a:cubicBezTo>
                      <a:cubicBezTo>
                        <a:pt x="55722" y="45434"/>
                        <a:pt x="55436" y="46006"/>
                        <a:pt x="55436" y="46482"/>
                      </a:cubicBezTo>
                      <a:cubicBezTo>
                        <a:pt x="55626" y="46958"/>
                        <a:pt x="56198" y="47244"/>
                        <a:pt x="56959" y="47244"/>
                      </a:cubicBezTo>
                      <a:cubicBezTo>
                        <a:pt x="57721" y="47244"/>
                        <a:pt x="58198" y="47339"/>
                        <a:pt x="58293" y="47339"/>
                      </a:cubicBezTo>
                      <a:lnTo>
                        <a:pt x="59341" y="44958"/>
                      </a:lnTo>
                      <a:cubicBezTo>
                        <a:pt x="60865" y="45911"/>
                        <a:pt x="61627" y="47339"/>
                        <a:pt x="61627" y="49244"/>
                      </a:cubicBezTo>
                      <a:cubicBezTo>
                        <a:pt x="61627" y="49816"/>
                        <a:pt x="61532" y="50768"/>
                        <a:pt x="61341" y="52007"/>
                      </a:cubicBezTo>
                      <a:cubicBezTo>
                        <a:pt x="61056" y="53245"/>
                        <a:pt x="60960" y="54102"/>
                        <a:pt x="60960" y="54578"/>
                      </a:cubicBezTo>
                      <a:cubicBezTo>
                        <a:pt x="60960" y="56769"/>
                        <a:pt x="62579" y="57912"/>
                        <a:pt x="65818" y="58198"/>
                      </a:cubicBezTo>
                      <a:cubicBezTo>
                        <a:pt x="67437" y="58007"/>
                        <a:pt x="69247" y="57817"/>
                        <a:pt x="71152" y="57817"/>
                      </a:cubicBezTo>
                      <a:cubicBezTo>
                        <a:pt x="73057" y="57817"/>
                        <a:pt x="75915" y="58007"/>
                        <a:pt x="79724" y="58388"/>
                      </a:cubicBezTo>
                      <a:cubicBezTo>
                        <a:pt x="83534" y="58769"/>
                        <a:pt x="86296" y="58865"/>
                        <a:pt x="88011" y="58865"/>
                      </a:cubicBezTo>
                      <a:cubicBezTo>
                        <a:pt x="93250" y="58865"/>
                        <a:pt x="97536" y="57626"/>
                        <a:pt x="100965" y="55245"/>
                      </a:cubicBezTo>
                      <a:cubicBezTo>
                        <a:pt x="101060" y="56674"/>
                        <a:pt x="101155" y="51911"/>
                        <a:pt x="101155" y="40767"/>
                      </a:cubicBezTo>
                      <a:cubicBezTo>
                        <a:pt x="101155" y="34766"/>
                        <a:pt x="100584" y="30194"/>
                        <a:pt x="99536" y="26956"/>
                      </a:cubicBezTo>
                      <a:cubicBezTo>
                        <a:pt x="100489" y="25908"/>
                        <a:pt x="100965" y="24194"/>
                        <a:pt x="100965" y="21812"/>
                      </a:cubicBezTo>
                      <a:cubicBezTo>
                        <a:pt x="100965" y="19431"/>
                        <a:pt x="101441" y="17717"/>
                        <a:pt x="102394" y="16478"/>
                      </a:cubicBezTo>
                      <a:cubicBezTo>
                        <a:pt x="100679" y="12287"/>
                        <a:pt x="100013" y="8192"/>
                        <a:pt x="100489" y="4096"/>
                      </a:cubicBezTo>
                      <a:cubicBezTo>
                        <a:pt x="102489" y="1333"/>
                        <a:pt x="105633" y="0"/>
                        <a:pt x="109824" y="0"/>
                      </a:cubicBezTo>
                      <a:cubicBezTo>
                        <a:pt x="111252" y="0"/>
                        <a:pt x="113443" y="191"/>
                        <a:pt x="116491" y="571"/>
                      </a:cubicBezTo>
                      <a:cubicBezTo>
                        <a:pt x="119539" y="953"/>
                        <a:pt x="121730" y="1143"/>
                        <a:pt x="123158" y="1143"/>
                      </a:cubicBezTo>
                      <a:cubicBezTo>
                        <a:pt x="124492" y="1143"/>
                        <a:pt x="125635" y="1048"/>
                        <a:pt x="126778" y="762"/>
                      </a:cubicBezTo>
                      <a:lnTo>
                        <a:pt x="128778" y="4858"/>
                      </a:lnTo>
                      <a:cubicBezTo>
                        <a:pt x="128969" y="20288"/>
                        <a:pt x="128778" y="42005"/>
                        <a:pt x="128207" y="70009"/>
                      </a:cubicBezTo>
                      <a:close/>
                      <a:moveTo>
                        <a:pt x="37433" y="93440"/>
                      </a:moveTo>
                      <a:cubicBezTo>
                        <a:pt x="37148" y="92869"/>
                        <a:pt x="36576" y="92678"/>
                        <a:pt x="35909" y="92964"/>
                      </a:cubicBezTo>
                      <a:cubicBezTo>
                        <a:pt x="35147" y="93154"/>
                        <a:pt x="34576" y="93631"/>
                        <a:pt x="34100" y="94393"/>
                      </a:cubicBezTo>
                      <a:lnTo>
                        <a:pt x="37433" y="93536"/>
                      </a:lnTo>
                      <a:close/>
                      <a:moveTo>
                        <a:pt x="34576" y="74581"/>
                      </a:moveTo>
                      <a:cubicBezTo>
                        <a:pt x="35814" y="74581"/>
                        <a:pt x="36195" y="75343"/>
                        <a:pt x="36005" y="76771"/>
                      </a:cubicBezTo>
                      <a:cubicBezTo>
                        <a:pt x="35052" y="75438"/>
                        <a:pt x="34576" y="74771"/>
                        <a:pt x="34576" y="74581"/>
                      </a:cubicBezTo>
                      <a:close/>
                      <a:moveTo>
                        <a:pt x="34576" y="81534"/>
                      </a:moveTo>
                      <a:lnTo>
                        <a:pt x="37433" y="83915"/>
                      </a:lnTo>
                      <a:lnTo>
                        <a:pt x="37433" y="82487"/>
                      </a:lnTo>
                      <a:cubicBezTo>
                        <a:pt x="37243" y="81820"/>
                        <a:pt x="36862" y="81629"/>
                        <a:pt x="36386" y="81629"/>
                      </a:cubicBezTo>
                      <a:lnTo>
                        <a:pt x="34576" y="81629"/>
                      </a:lnTo>
                      <a:close/>
                      <a:moveTo>
                        <a:pt x="36005" y="76676"/>
                      </a:moveTo>
                      <a:lnTo>
                        <a:pt x="36005" y="76867"/>
                      </a:lnTo>
                      <a:lnTo>
                        <a:pt x="35814" y="77057"/>
                      </a:lnTo>
                      <a:cubicBezTo>
                        <a:pt x="35814" y="77057"/>
                        <a:pt x="35814" y="76867"/>
                        <a:pt x="36005" y="76676"/>
                      </a:cubicBezTo>
                      <a:close/>
                      <a:moveTo>
                        <a:pt x="39053" y="100203"/>
                      </a:moveTo>
                      <a:lnTo>
                        <a:pt x="39053" y="99632"/>
                      </a:lnTo>
                      <a:lnTo>
                        <a:pt x="36862" y="99632"/>
                      </a:lnTo>
                      <a:lnTo>
                        <a:pt x="39053" y="100203"/>
                      </a:lnTo>
                      <a:close/>
                      <a:moveTo>
                        <a:pt x="39053" y="73628"/>
                      </a:moveTo>
                      <a:cubicBezTo>
                        <a:pt x="39053" y="73628"/>
                        <a:pt x="39243" y="74009"/>
                        <a:pt x="39053" y="74009"/>
                      </a:cubicBezTo>
                      <a:lnTo>
                        <a:pt x="39053" y="73628"/>
                      </a:lnTo>
                      <a:close/>
                      <a:moveTo>
                        <a:pt x="41720" y="119539"/>
                      </a:moveTo>
                      <a:lnTo>
                        <a:pt x="43910" y="119539"/>
                      </a:lnTo>
                      <a:cubicBezTo>
                        <a:pt x="43434" y="118872"/>
                        <a:pt x="42672" y="118872"/>
                        <a:pt x="41720" y="119539"/>
                      </a:cubicBezTo>
                      <a:lnTo>
                        <a:pt x="40577" y="119539"/>
                      </a:lnTo>
                      <a:cubicBezTo>
                        <a:pt x="40577" y="119539"/>
                        <a:pt x="41148" y="119729"/>
                        <a:pt x="41720" y="119539"/>
                      </a:cubicBezTo>
                      <a:close/>
                      <a:moveTo>
                        <a:pt x="41624" y="44958"/>
                      </a:moveTo>
                      <a:lnTo>
                        <a:pt x="41624" y="43720"/>
                      </a:lnTo>
                      <a:cubicBezTo>
                        <a:pt x="41624" y="43720"/>
                        <a:pt x="41148" y="44101"/>
                        <a:pt x="40672" y="44482"/>
                      </a:cubicBezTo>
                      <a:cubicBezTo>
                        <a:pt x="41053" y="44577"/>
                        <a:pt x="41339" y="44767"/>
                        <a:pt x="41624" y="45053"/>
                      </a:cubicBezTo>
                      <a:close/>
                      <a:moveTo>
                        <a:pt x="51911" y="76009"/>
                      </a:moveTo>
                      <a:lnTo>
                        <a:pt x="52864" y="75438"/>
                      </a:lnTo>
                      <a:lnTo>
                        <a:pt x="50673" y="76009"/>
                      </a:lnTo>
                      <a:lnTo>
                        <a:pt x="51911" y="76009"/>
                      </a:lnTo>
                      <a:close/>
                      <a:moveTo>
                        <a:pt x="51435" y="13240"/>
                      </a:moveTo>
                      <a:lnTo>
                        <a:pt x="51435" y="16097"/>
                      </a:lnTo>
                      <a:lnTo>
                        <a:pt x="53435" y="16097"/>
                      </a:lnTo>
                      <a:cubicBezTo>
                        <a:pt x="52959" y="15812"/>
                        <a:pt x="52769" y="15430"/>
                        <a:pt x="52769" y="14764"/>
                      </a:cubicBezTo>
                      <a:lnTo>
                        <a:pt x="52959" y="13145"/>
                      </a:lnTo>
                      <a:lnTo>
                        <a:pt x="51531" y="13145"/>
                      </a:lnTo>
                      <a:close/>
                      <a:moveTo>
                        <a:pt x="54293" y="138208"/>
                      </a:moveTo>
                      <a:lnTo>
                        <a:pt x="54293" y="135731"/>
                      </a:lnTo>
                      <a:lnTo>
                        <a:pt x="53435" y="135731"/>
                      </a:lnTo>
                      <a:lnTo>
                        <a:pt x="53435" y="138208"/>
                      </a:lnTo>
                      <a:lnTo>
                        <a:pt x="54293" y="138208"/>
                      </a:lnTo>
                      <a:close/>
                      <a:moveTo>
                        <a:pt x="63818" y="112586"/>
                      </a:moveTo>
                      <a:lnTo>
                        <a:pt x="63818" y="110014"/>
                      </a:lnTo>
                      <a:lnTo>
                        <a:pt x="64580" y="110014"/>
                      </a:lnTo>
                      <a:lnTo>
                        <a:pt x="64580" y="112586"/>
                      </a:lnTo>
                      <a:lnTo>
                        <a:pt x="63818" y="112586"/>
                      </a:lnTo>
                      <a:close/>
                      <a:moveTo>
                        <a:pt x="72104" y="91250"/>
                      </a:moveTo>
                      <a:lnTo>
                        <a:pt x="70104" y="89821"/>
                      </a:lnTo>
                      <a:lnTo>
                        <a:pt x="70485" y="89821"/>
                      </a:lnTo>
                      <a:cubicBezTo>
                        <a:pt x="71247" y="89916"/>
                        <a:pt x="71819" y="90392"/>
                        <a:pt x="72104" y="91250"/>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 name="Google Shape;997;p99"/>
                <p:cNvSpPr/>
                <p:nvPr/>
              </p:nvSpPr>
              <p:spPr>
                <a:xfrm>
                  <a:off x="8537447" y="2832258"/>
                  <a:ext cx="140969" cy="168306"/>
                </a:xfrm>
                <a:custGeom>
                  <a:avLst/>
                  <a:gdLst/>
                  <a:ahLst/>
                  <a:cxnLst/>
                  <a:rect l="l" t="t" r="r" b="b"/>
                  <a:pathLst>
                    <a:path w="140969" h="168306" extrusionOk="0">
                      <a:moveTo>
                        <a:pt x="109918" y="137350"/>
                      </a:moveTo>
                      <a:cubicBezTo>
                        <a:pt x="109442" y="139160"/>
                        <a:pt x="109251" y="140779"/>
                        <a:pt x="109251" y="142399"/>
                      </a:cubicBezTo>
                      <a:cubicBezTo>
                        <a:pt x="109251" y="144780"/>
                        <a:pt x="109823" y="147542"/>
                        <a:pt x="111061" y="150590"/>
                      </a:cubicBezTo>
                      <a:cubicBezTo>
                        <a:pt x="112776" y="154400"/>
                        <a:pt x="113729" y="156972"/>
                        <a:pt x="113919" y="158115"/>
                      </a:cubicBezTo>
                      <a:cubicBezTo>
                        <a:pt x="114491" y="158877"/>
                        <a:pt x="114776" y="159544"/>
                        <a:pt x="114776" y="160306"/>
                      </a:cubicBezTo>
                      <a:cubicBezTo>
                        <a:pt x="114776" y="161163"/>
                        <a:pt x="114300" y="162211"/>
                        <a:pt x="113157" y="163354"/>
                      </a:cubicBezTo>
                      <a:cubicBezTo>
                        <a:pt x="111633" y="165163"/>
                        <a:pt x="110776" y="166211"/>
                        <a:pt x="110490" y="166592"/>
                      </a:cubicBezTo>
                      <a:cubicBezTo>
                        <a:pt x="109347" y="166402"/>
                        <a:pt x="108013" y="166211"/>
                        <a:pt x="106585" y="166211"/>
                      </a:cubicBezTo>
                      <a:cubicBezTo>
                        <a:pt x="105156" y="166211"/>
                        <a:pt x="102965" y="166402"/>
                        <a:pt x="100108" y="166688"/>
                      </a:cubicBezTo>
                      <a:cubicBezTo>
                        <a:pt x="97250" y="166973"/>
                        <a:pt x="95155" y="167164"/>
                        <a:pt x="93821" y="167164"/>
                      </a:cubicBezTo>
                      <a:cubicBezTo>
                        <a:pt x="88773" y="167164"/>
                        <a:pt x="85154" y="165640"/>
                        <a:pt x="82868" y="162496"/>
                      </a:cubicBezTo>
                      <a:cubicBezTo>
                        <a:pt x="83629" y="160972"/>
                        <a:pt x="83915" y="159448"/>
                        <a:pt x="83915" y="158210"/>
                      </a:cubicBezTo>
                      <a:cubicBezTo>
                        <a:pt x="83915" y="156305"/>
                        <a:pt x="82963" y="154114"/>
                        <a:pt x="80867" y="151733"/>
                      </a:cubicBezTo>
                      <a:cubicBezTo>
                        <a:pt x="78010" y="148495"/>
                        <a:pt x="76295" y="146304"/>
                        <a:pt x="75819" y="145256"/>
                      </a:cubicBezTo>
                      <a:cubicBezTo>
                        <a:pt x="75247" y="144971"/>
                        <a:pt x="74581" y="144875"/>
                        <a:pt x="73819" y="144875"/>
                      </a:cubicBezTo>
                      <a:cubicBezTo>
                        <a:pt x="72866" y="144875"/>
                        <a:pt x="71247" y="145161"/>
                        <a:pt x="68961" y="145732"/>
                      </a:cubicBezTo>
                      <a:cubicBezTo>
                        <a:pt x="66675" y="146209"/>
                        <a:pt x="65056" y="146494"/>
                        <a:pt x="64103" y="146494"/>
                      </a:cubicBezTo>
                      <a:cubicBezTo>
                        <a:pt x="61722" y="146494"/>
                        <a:pt x="60198" y="145447"/>
                        <a:pt x="59436" y="143256"/>
                      </a:cubicBezTo>
                      <a:lnTo>
                        <a:pt x="58007" y="143256"/>
                      </a:lnTo>
                      <a:cubicBezTo>
                        <a:pt x="58007" y="142399"/>
                        <a:pt x="57817" y="141351"/>
                        <a:pt x="57435" y="139922"/>
                      </a:cubicBezTo>
                      <a:cubicBezTo>
                        <a:pt x="57055" y="138589"/>
                        <a:pt x="56864" y="137636"/>
                        <a:pt x="56864" y="137160"/>
                      </a:cubicBezTo>
                      <a:cubicBezTo>
                        <a:pt x="56864" y="136207"/>
                        <a:pt x="57245" y="135446"/>
                        <a:pt x="58007" y="134874"/>
                      </a:cubicBezTo>
                      <a:cubicBezTo>
                        <a:pt x="57341" y="134017"/>
                        <a:pt x="57055" y="133159"/>
                        <a:pt x="57055" y="132397"/>
                      </a:cubicBezTo>
                      <a:cubicBezTo>
                        <a:pt x="57055" y="131731"/>
                        <a:pt x="57341" y="130683"/>
                        <a:pt x="58007" y="129254"/>
                      </a:cubicBezTo>
                      <a:cubicBezTo>
                        <a:pt x="58578" y="127921"/>
                        <a:pt x="58864" y="126873"/>
                        <a:pt x="58864" y="126111"/>
                      </a:cubicBezTo>
                      <a:cubicBezTo>
                        <a:pt x="58864" y="125635"/>
                        <a:pt x="58674" y="125063"/>
                        <a:pt x="58484" y="124492"/>
                      </a:cubicBezTo>
                      <a:cubicBezTo>
                        <a:pt x="59627" y="122682"/>
                        <a:pt x="62769" y="121729"/>
                        <a:pt x="68009" y="121634"/>
                      </a:cubicBezTo>
                      <a:cubicBezTo>
                        <a:pt x="72771" y="121539"/>
                        <a:pt x="75152" y="120682"/>
                        <a:pt x="75152" y="119158"/>
                      </a:cubicBezTo>
                      <a:cubicBezTo>
                        <a:pt x="75152" y="118205"/>
                        <a:pt x="74486" y="116776"/>
                        <a:pt x="73152" y="114871"/>
                      </a:cubicBezTo>
                      <a:lnTo>
                        <a:pt x="75629" y="114871"/>
                      </a:lnTo>
                      <a:cubicBezTo>
                        <a:pt x="75629" y="115824"/>
                        <a:pt x="75819" y="116967"/>
                        <a:pt x="76581" y="118300"/>
                      </a:cubicBezTo>
                      <a:cubicBezTo>
                        <a:pt x="76962" y="117919"/>
                        <a:pt x="77152" y="116967"/>
                        <a:pt x="77248" y="115443"/>
                      </a:cubicBezTo>
                      <a:cubicBezTo>
                        <a:pt x="77438" y="114205"/>
                        <a:pt x="78010" y="113633"/>
                        <a:pt x="79248" y="113443"/>
                      </a:cubicBezTo>
                      <a:lnTo>
                        <a:pt x="77057" y="111252"/>
                      </a:lnTo>
                      <a:lnTo>
                        <a:pt x="79248" y="110776"/>
                      </a:lnTo>
                      <a:lnTo>
                        <a:pt x="77628" y="109347"/>
                      </a:lnTo>
                      <a:cubicBezTo>
                        <a:pt x="77628" y="109347"/>
                        <a:pt x="78200" y="109728"/>
                        <a:pt x="78581" y="109728"/>
                      </a:cubicBezTo>
                      <a:cubicBezTo>
                        <a:pt x="79057" y="109728"/>
                        <a:pt x="79724" y="109442"/>
                        <a:pt x="80582" y="108871"/>
                      </a:cubicBezTo>
                      <a:cubicBezTo>
                        <a:pt x="81534" y="108299"/>
                        <a:pt x="82105" y="108109"/>
                        <a:pt x="82486" y="108109"/>
                      </a:cubicBezTo>
                      <a:cubicBezTo>
                        <a:pt x="83058" y="108109"/>
                        <a:pt x="83439" y="108680"/>
                        <a:pt x="83534" y="109918"/>
                      </a:cubicBezTo>
                      <a:cubicBezTo>
                        <a:pt x="83153" y="109918"/>
                        <a:pt x="81725" y="110395"/>
                        <a:pt x="79248" y="111347"/>
                      </a:cubicBezTo>
                      <a:cubicBezTo>
                        <a:pt x="79248" y="111442"/>
                        <a:pt x="80296" y="112109"/>
                        <a:pt x="82105" y="113157"/>
                      </a:cubicBezTo>
                      <a:cubicBezTo>
                        <a:pt x="83248" y="113824"/>
                        <a:pt x="83725" y="114586"/>
                        <a:pt x="83725" y="115252"/>
                      </a:cubicBezTo>
                      <a:cubicBezTo>
                        <a:pt x="83725" y="115633"/>
                        <a:pt x="83725" y="116014"/>
                        <a:pt x="83534" y="116300"/>
                      </a:cubicBezTo>
                      <a:cubicBezTo>
                        <a:pt x="84201" y="115919"/>
                        <a:pt x="84582" y="115348"/>
                        <a:pt x="84772" y="114300"/>
                      </a:cubicBezTo>
                      <a:cubicBezTo>
                        <a:pt x="85058" y="113347"/>
                        <a:pt x="84963" y="112585"/>
                        <a:pt x="84582" y="112109"/>
                      </a:cubicBezTo>
                      <a:lnTo>
                        <a:pt x="86963" y="109728"/>
                      </a:lnTo>
                      <a:lnTo>
                        <a:pt x="82105" y="105251"/>
                      </a:lnTo>
                      <a:lnTo>
                        <a:pt x="82677" y="104394"/>
                      </a:lnTo>
                      <a:cubicBezTo>
                        <a:pt x="82296" y="103918"/>
                        <a:pt x="81915" y="103727"/>
                        <a:pt x="81343" y="103727"/>
                      </a:cubicBezTo>
                      <a:cubicBezTo>
                        <a:pt x="81153" y="103727"/>
                        <a:pt x="80582" y="104013"/>
                        <a:pt x="79915" y="104584"/>
                      </a:cubicBezTo>
                      <a:cubicBezTo>
                        <a:pt x="79057" y="105251"/>
                        <a:pt x="78391" y="105442"/>
                        <a:pt x="77628" y="105346"/>
                      </a:cubicBezTo>
                      <a:cubicBezTo>
                        <a:pt x="77438" y="105251"/>
                        <a:pt x="75819" y="105156"/>
                        <a:pt x="72961" y="105156"/>
                      </a:cubicBezTo>
                      <a:cubicBezTo>
                        <a:pt x="71247" y="105156"/>
                        <a:pt x="70390" y="104013"/>
                        <a:pt x="70295" y="101727"/>
                      </a:cubicBezTo>
                      <a:cubicBezTo>
                        <a:pt x="69342" y="101346"/>
                        <a:pt x="68866" y="100679"/>
                        <a:pt x="68866" y="99536"/>
                      </a:cubicBezTo>
                      <a:cubicBezTo>
                        <a:pt x="68866" y="99060"/>
                        <a:pt x="69056" y="98298"/>
                        <a:pt x="69247" y="97155"/>
                      </a:cubicBezTo>
                      <a:cubicBezTo>
                        <a:pt x="69532" y="96107"/>
                        <a:pt x="69628" y="95250"/>
                        <a:pt x="69628" y="94678"/>
                      </a:cubicBezTo>
                      <a:cubicBezTo>
                        <a:pt x="69628" y="93154"/>
                        <a:pt x="68675" y="92202"/>
                        <a:pt x="66770" y="92011"/>
                      </a:cubicBezTo>
                      <a:cubicBezTo>
                        <a:pt x="66389" y="91345"/>
                        <a:pt x="66199" y="90678"/>
                        <a:pt x="66199" y="89821"/>
                      </a:cubicBezTo>
                      <a:cubicBezTo>
                        <a:pt x="66199" y="89440"/>
                        <a:pt x="66199" y="88963"/>
                        <a:pt x="66389" y="88106"/>
                      </a:cubicBezTo>
                      <a:cubicBezTo>
                        <a:pt x="66484" y="87344"/>
                        <a:pt x="66580" y="86773"/>
                        <a:pt x="66580" y="86392"/>
                      </a:cubicBezTo>
                      <a:cubicBezTo>
                        <a:pt x="66580" y="85249"/>
                        <a:pt x="66008" y="84201"/>
                        <a:pt x="64770" y="83534"/>
                      </a:cubicBezTo>
                      <a:lnTo>
                        <a:pt x="62769" y="82963"/>
                      </a:lnTo>
                      <a:cubicBezTo>
                        <a:pt x="63722" y="81724"/>
                        <a:pt x="64198" y="80486"/>
                        <a:pt x="64198" y="79153"/>
                      </a:cubicBezTo>
                      <a:cubicBezTo>
                        <a:pt x="64198" y="78010"/>
                        <a:pt x="63818" y="76486"/>
                        <a:pt x="62960" y="74676"/>
                      </a:cubicBezTo>
                      <a:cubicBezTo>
                        <a:pt x="62293" y="73342"/>
                        <a:pt x="61532" y="72009"/>
                        <a:pt x="60770" y="70580"/>
                      </a:cubicBezTo>
                      <a:cubicBezTo>
                        <a:pt x="61341" y="70199"/>
                        <a:pt x="61722" y="69628"/>
                        <a:pt x="61817" y="68961"/>
                      </a:cubicBezTo>
                      <a:cubicBezTo>
                        <a:pt x="61913" y="68104"/>
                        <a:pt x="61532" y="67532"/>
                        <a:pt x="60770" y="67151"/>
                      </a:cubicBezTo>
                      <a:lnTo>
                        <a:pt x="57912" y="67627"/>
                      </a:lnTo>
                      <a:lnTo>
                        <a:pt x="57150" y="62674"/>
                      </a:lnTo>
                      <a:cubicBezTo>
                        <a:pt x="56102" y="62865"/>
                        <a:pt x="55721" y="63627"/>
                        <a:pt x="55626" y="64865"/>
                      </a:cubicBezTo>
                      <a:cubicBezTo>
                        <a:pt x="55626" y="66103"/>
                        <a:pt x="54864" y="66865"/>
                        <a:pt x="53721" y="67151"/>
                      </a:cubicBezTo>
                      <a:cubicBezTo>
                        <a:pt x="53911" y="67913"/>
                        <a:pt x="54102" y="68485"/>
                        <a:pt x="54102" y="69151"/>
                      </a:cubicBezTo>
                      <a:cubicBezTo>
                        <a:pt x="54102" y="70199"/>
                        <a:pt x="53626" y="71723"/>
                        <a:pt x="52673" y="73628"/>
                      </a:cubicBezTo>
                      <a:cubicBezTo>
                        <a:pt x="51721" y="75533"/>
                        <a:pt x="51340" y="77533"/>
                        <a:pt x="51435" y="79534"/>
                      </a:cubicBezTo>
                      <a:cubicBezTo>
                        <a:pt x="49625" y="80486"/>
                        <a:pt x="48673" y="82105"/>
                        <a:pt x="48387" y="84392"/>
                      </a:cubicBezTo>
                      <a:cubicBezTo>
                        <a:pt x="48006" y="87630"/>
                        <a:pt x="47720" y="89440"/>
                        <a:pt x="47530" y="89725"/>
                      </a:cubicBezTo>
                      <a:cubicBezTo>
                        <a:pt x="46958" y="89725"/>
                        <a:pt x="46196" y="90488"/>
                        <a:pt x="45244" y="92297"/>
                      </a:cubicBezTo>
                      <a:cubicBezTo>
                        <a:pt x="44101" y="94583"/>
                        <a:pt x="43053" y="96107"/>
                        <a:pt x="42005" y="96774"/>
                      </a:cubicBezTo>
                      <a:cubicBezTo>
                        <a:pt x="42005" y="97060"/>
                        <a:pt x="42482" y="97726"/>
                        <a:pt x="43434" y="98774"/>
                      </a:cubicBezTo>
                      <a:lnTo>
                        <a:pt x="44672" y="97346"/>
                      </a:lnTo>
                      <a:cubicBezTo>
                        <a:pt x="44672" y="97346"/>
                        <a:pt x="45053" y="97631"/>
                        <a:pt x="45053" y="97822"/>
                      </a:cubicBezTo>
                      <a:cubicBezTo>
                        <a:pt x="45053" y="98203"/>
                        <a:pt x="44768" y="98869"/>
                        <a:pt x="44196" y="99822"/>
                      </a:cubicBezTo>
                      <a:cubicBezTo>
                        <a:pt x="43719" y="100774"/>
                        <a:pt x="43434" y="101346"/>
                        <a:pt x="43434" y="101632"/>
                      </a:cubicBezTo>
                      <a:cubicBezTo>
                        <a:pt x="42482" y="102965"/>
                        <a:pt x="42005" y="103632"/>
                        <a:pt x="42005" y="103822"/>
                      </a:cubicBezTo>
                      <a:lnTo>
                        <a:pt x="43434" y="105251"/>
                      </a:lnTo>
                      <a:cubicBezTo>
                        <a:pt x="43815" y="104680"/>
                        <a:pt x="44196" y="104394"/>
                        <a:pt x="44672" y="104394"/>
                      </a:cubicBezTo>
                      <a:lnTo>
                        <a:pt x="44672" y="105823"/>
                      </a:lnTo>
                      <a:cubicBezTo>
                        <a:pt x="44196" y="105632"/>
                        <a:pt x="43719" y="105442"/>
                        <a:pt x="43434" y="105442"/>
                      </a:cubicBezTo>
                      <a:cubicBezTo>
                        <a:pt x="42482" y="105442"/>
                        <a:pt x="41720" y="106585"/>
                        <a:pt x="41243" y="108966"/>
                      </a:cubicBezTo>
                      <a:cubicBezTo>
                        <a:pt x="40672" y="111728"/>
                        <a:pt x="39910" y="113443"/>
                        <a:pt x="39148" y="114014"/>
                      </a:cubicBezTo>
                      <a:cubicBezTo>
                        <a:pt x="39814" y="114586"/>
                        <a:pt x="40386" y="115919"/>
                        <a:pt x="40767" y="117824"/>
                      </a:cubicBezTo>
                      <a:cubicBezTo>
                        <a:pt x="41148" y="119824"/>
                        <a:pt x="42005" y="121063"/>
                        <a:pt x="43434" y="121539"/>
                      </a:cubicBezTo>
                      <a:cubicBezTo>
                        <a:pt x="44101" y="121063"/>
                        <a:pt x="45815" y="120872"/>
                        <a:pt x="48482" y="120967"/>
                      </a:cubicBezTo>
                      <a:cubicBezTo>
                        <a:pt x="50768" y="120967"/>
                        <a:pt x="52101" y="120682"/>
                        <a:pt x="52388" y="120110"/>
                      </a:cubicBezTo>
                      <a:cubicBezTo>
                        <a:pt x="52388" y="121444"/>
                        <a:pt x="52959" y="124301"/>
                        <a:pt x="53626" y="128683"/>
                      </a:cubicBezTo>
                      <a:cubicBezTo>
                        <a:pt x="54197" y="132207"/>
                        <a:pt x="54578" y="134969"/>
                        <a:pt x="54578" y="137065"/>
                      </a:cubicBezTo>
                      <a:cubicBezTo>
                        <a:pt x="54578" y="140398"/>
                        <a:pt x="54007" y="143637"/>
                        <a:pt x="52959" y="146590"/>
                      </a:cubicBezTo>
                      <a:cubicBezTo>
                        <a:pt x="51245" y="147066"/>
                        <a:pt x="48482" y="147256"/>
                        <a:pt x="44577" y="147066"/>
                      </a:cubicBezTo>
                      <a:cubicBezTo>
                        <a:pt x="40672" y="146971"/>
                        <a:pt x="37719" y="147447"/>
                        <a:pt x="35719" y="148495"/>
                      </a:cubicBezTo>
                      <a:lnTo>
                        <a:pt x="36576" y="149066"/>
                      </a:lnTo>
                      <a:cubicBezTo>
                        <a:pt x="33718" y="149828"/>
                        <a:pt x="32004" y="151924"/>
                        <a:pt x="31528" y="155353"/>
                      </a:cubicBezTo>
                      <a:cubicBezTo>
                        <a:pt x="31337" y="158210"/>
                        <a:pt x="31052" y="161068"/>
                        <a:pt x="30670" y="163830"/>
                      </a:cubicBezTo>
                      <a:cubicBezTo>
                        <a:pt x="29813" y="166592"/>
                        <a:pt x="27432" y="167735"/>
                        <a:pt x="23336" y="167449"/>
                      </a:cubicBezTo>
                      <a:cubicBezTo>
                        <a:pt x="22955" y="168021"/>
                        <a:pt x="22479" y="168307"/>
                        <a:pt x="21907" y="168307"/>
                      </a:cubicBezTo>
                      <a:cubicBezTo>
                        <a:pt x="21431" y="168307"/>
                        <a:pt x="20574" y="168021"/>
                        <a:pt x="19431" y="167449"/>
                      </a:cubicBezTo>
                      <a:cubicBezTo>
                        <a:pt x="18288" y="166878"/>
                        <a:pt x="17431" y="166497"/>
                        <a:pt x="16954" y="166402"/>
                      </a:cubicBezTo>
                      <a:cubicBezTo>
                        <a:pt x="16383" y="166402"/>
                        <a:pt x="15621" y="166402"/>
                        <a:pt x="14764" y="166402"/>
                      </a:cubicBezTo>
                      <a:cubicBezTo>
                        <a:pt x="13907" y="166402"/>
                        <a:pt x="12668" y="166497"/>
                        <a:pt x="10953" y="166783"/>
                      </a:cubicBezTo>
                      <a:cubicBezTo>
                        <a:pt x="9239" y="167068"/>
                        <a:pt x="8001" y="167164"/>
                        <a:pt x="7239" y="167164"/>
                      </a:cubicBezTo>
                      <a:cubicBezTo>
                        <a:pt x="3524" y="167164"/>
                        <a:pt x="1334" y="165925"/>
                        <a:pt x="571" y="163544"/>
                      </a:cubicBezTo>
                      <a:cubicBezTo>
                        <a:pt x="191" y="162401"/>
                        <a:pt x="0" y="161449"/>
                        <a:pt x="0" y="160496"/>
                      </a:cubicBezTo>
                      <a:cubicBezTo>
                        <a:pt x="0" y="159067"/>
                        <a:pt x="667" y="157067"/>
                        <a:pt x="1810" y="154591"/>
                      </a:cubicBezTo>
                      <a:cubicBezTo>
                        <a:pt x="2953" y="152019"/>
                        <a:pt x="3429" y="149923"/>
                        <a:pt x="3048" y="148114"/>
                      </a:cubicBezTo>
                      <a:cubicBezTo>
                        <a:pt x="5048" y="147542"/>
                        <a:pt x="6096" y="146113"/>
                        <a:pt x="6096" y="143923"/>
                      </a:cubicBezTo>
                      <a:cubicBezTo>
                        <a:pt x="6096" y="143542"/>
                        <a:pt x="6096" y="143065"/>
                        <a:pt x="5905" y="142303"/>
                      </a:cubicBezTo>
                      <a:lnTo>
                        <a:pt x="5905" y="140494"/>
                      </a:lnTo>
                      <a:cubicBezTo>
                        <a:pt x="5905" y="139255"/>
                        <a:pt x="6191" y="138303"/>
                        <a:pt x="6668" y="137636"/>
                      </a:cubicBezTo>
                      <a:cubicBezTo>
                        <a:pt x="8572" y="136874"/>
                        <a:pt x="9525" y="135541"/>
                        <a:pt x="9525" y="133636"/>
                      </a:cubicBezTo>
                      <a:cubicBezTo>
                        <a:pt x="9525" y="133064"/>
                        <a:pt x="9430" y="132112"/>
                        <a:pt x="9144" y="130778"/>
                      </a:cubicBezTo>
                      <a:cubicBezTo>
                        <a:pt x="8858" y="129540"/>
                        <a:pt x="8858" y="128397"/>
                        <a:pt x="8858" y="127730"/>
                      </a:cubicBezTo>
                      <a:cubicBezTo>
                        <a:pt x="8858" y="125730"/>
                        <a:pt x="9716" y="124206"/>
                        <a:pt x="11525" y="123253"/>
                      </a:cubicBezTo>
                      <a:cubicBezTo>
                        <a:pt x="11239" y="122396"/>
                        <a:pt x="11144" y="121634"/>
                        <a:pt x="11144" y="120872"/>
                      </a:cubicBezTo>
                      <a:cubicBezTo>
                        <a:pt x="11144" y="119348"/>
                        <a:pt x="11906" y="117443"/>
                        <a:pt x="13335" y="115157"/>
                      </a:cubicBezTo>
                      <a:cubicBezTo>
                        <a:pt x="14764" y="112871"/>
                        <a:pt x="15526" y="111157"/>
                        <a:pt x="15526" y="109918"/>
                      </a:cubicBezTo>
                      <a:cubicBezTo>
                        <a:pt x="15526" y="108871"/>
                        <a:pt x="15144" y="107728"/>
                        <a:pt x="14478" y="106489"/>
                      </a:cubicBezTo>
                      <a:cubicBezTo>
                        <a:pt x="16573" y="104108"/>
                        <a:pt x="17907" y="100584"/>
                        <a:pt x="18764" y="95821"/>
                      </a:cubicBezTo>
                      <a:cubicBezTo>
                        <a:pt x="19241" y="92202"/>
                        <a:pt x="19621" y="88678"/>
                        <a:pt x="20002" y="85058"/>
                      </a:cubicBezTo>
                      <a:cubicBezTo>
                        <a:pt x="21812" y="84201"/>
                        <a:pt x="23146" y="82105"/>
                        <a:pt x="23717" y="78772"/>
                      </a:cubicBezTo>
                      <a:cubicBezTo>
                        <a:pt x="24289" y="75438"/>
                        <a:pt x="25241" y="73247"/>
                        <a:pt x="26861" y="72104"/>
                      </a:cubicBezTo>
                      <a:cubicBezTo>
                        <a:pt x="26384" y="71056"/>
                        <a:pt x="26098" y="69818"/>
                        <a:pt x="26098" y="68485"/>
                      </a:cubicBezTo>
                      <a:cubicBezTo>
                        <a:pt x="26098" y="67342"/>
                        <a:pt x="26384" y="65722"/>
                        <a:pt x="26765" y="63817"/>
                      </a:cubicBezTo>
                      <a:cubicBezTo>
                        <a:pt x="27146" y="61913"/>
                        <a:pt x="27337" y="60674"/>
                        <a:pt x="27337" y="60198"/>
                      </a:cubicBezTo>
                      <a:cubicBezTo>
                        <a:pt x="28766" y="59341"/>
                        <a:pt x="29527" y="58293"/>
                        <a:pt x="29527" y="56959"/>
                      </a:cubicBezTo>
                      <a:lnTo>
                        <a:pt x="29527" y="54769"/>
                      </a:lnTo>
                      <a:cubicBezTo>
                        <a:pt x="29527" y="52959"/>
                        <a:pt x="30480" y="51435"/>
                        <a:pt x="32385" y="50292"/>
                      </a:cubicBezTo>
                      <a:cubicBezTo>
                        <a:pt x="31432" y="48577"/>
                        <a:pt x="31432" y="45625"/>
                        <a:pt x="32385" y="41434"/>
                      </a:cubicBezTo>
                      <a:cubicBezTo>
                        <a:pt x="35147" y="40957"/>
                        <a:pt x="36195" y="39148"/>
                        <a:pt x="35623" y="35909"/>
                      </a:cubicBezTo>
                      <a:cubicBezTo>
                        <a:pt x="34861" y="32099"/>
                        <a:pt x="34957" y="29813"/>
                        <a:pt x="35814" y="29051"/>
                      </a:cubicBezTo>
                      <a:cubicBezTo>
                        <a:pt x="39052" y="25241"/>
                        <a:pt x="41815" y="23336"/>
                        <a:pt x="43815" y="23336"/>
                      </a:cubicBezTo>
                      <a:cubicBezTo>
                        <a:pt x="45244" y="23336"/>
                        <a:pt x="46482" y="24003"/>
                        <a:pt x="47625" y="25432"/>
                      </a:cubicBezTo>
                      <a:cubicBezTo>
                        <a:pt x="48006" y="25241"/>
                        <a:pt x="48101" y="24574"/>
                        <a:pt x="48101" y="23431"/>
                      </a:cubicBezTo>
                      <a:cubicBezTo>
                        <a:pt x="48482" y="23241"/>
                        <a:pt x="48959" y="23050"/>
                        <a:pt x="49435" y="23050"/>
                      </a:cubicBezTo>
                      <a:cubicBezTo>
                        <a:pt x="49911" y="23050"/>
                        <a:pt x="50673" y="23241"/>
                        <a:pt x="51816" y="23527"/>
                      </a:cubicBezTo>
                      <a:cubicBezTo>
                        <a:pt x="52959" y="23813"/>
                        <a:pt x="53816" y="24003"/>
                        <a:pt x="54293" y="24003"/>
                      </a:cubicBezTo>
                      <a:cubicBezTo>
                        <a:pt x="55721" y="24003"/>
                        <a:pt x="56769" y="23336"/>
                        <a:pt x="57341" y="22003"/>
                      </a:cubicBezTo>
                      <a:cubicBezTo>
                        <a:pt x="57912" y="22479"/>
                        <a:pt x="59150" y="23336"/>
                        <a:pt x="60960" y="24479"/>
                      </a:cubicBezTo>
                      <a:cubicBezTo>
                        <a:pt x="61436" y="23527"/>
                        <a:pt x="62198" y="23050"/>
                        <a:pt x="63151" y="23050"/>
                      </a:cubicBezTo>
                      <a:cubicBezTo>
                        <a:pt x="63818" y="23050"/>
                        <a:pt x="64770" y="23241"/>
                        <a:pt x="66104" y="23622"/>
                      </a:cubicBezTo>
                      <a:cubicBezTo>
                        <a:pt x="67437" y="24003"/>
                        <a:pt x="68580" y="24289"/>
                        <a:pt x="69437" y="24289"/>
                      </a:cubicBezTo>
                      <a:cubicBezTo>
                        <a:pt x="70009" y="24289"/>
                        <a:pt x="70580" y="24193"/>
                        <a:pt x="71057" y="23908"/>
                      </a:cubicBezTo>
                      <a:cubicBezTo>
                        <a:pt x="72580" y="24860"/>
                        <a:pt x="74200" y="25908"/>
                        <a:pt x="75724" y="26956"/>
                      </a:cubicBezTo>
                      <a:cubicBezTo>
                        <a:pt x="77343" y="28003"/>
                        <a:pt x="78105" y="29527"/>
                        <a:pt x="78105" y="31242"/>
                      </a:cubicBezTo>
                      <a:cubicBezTo>
                        <a:pt x="78105" y="31718"/>
                        <a:pt x="78105" y="32290"/>
                        <a:pt x="77914" y="32861"/>
                      </a:cubicBezTo>
                      <a:lnTo>
                        <a:pt x="80963" y="32290"/>
                      </a:lnTo>
                      <a:cubicBezTo>
                        <a:pt x="80486" y="33909"/>
                        <a:pt x="80200" y="35433"/>
                        <a:pt x="80200" y="37147"/>
                      </a:cubicBezTo>
                      <a:cubicBezTo>
                        <a:pt x="80200" y="40767"/>
                        <a:pt x="81534" y="44863"/>
                        <a:pt x="84296" y="49530"/>
                      </a:cubicBezTo>
                      <a:lnTo>
                        <a:pt x="80867" y="50959"/>
                      </a:lnTo>
                      <a:lnTo>
                        <a:pt x="84296" y="52197"/>
                      </a:lnTo>
                      <a:cubicBezTo>
                        <a:pt x="83820" y="52102"/>
                        <a:pt x="82868" y="52578"/>
                        <a:pt x="81439" y="53626"/>
                      </a:cubicBezTo>
                      <a:lnTo>
                        <a:pt x="81439" y="54292"/>
                      </a:lnTo>
                      <a:cubicBezTo>
                        <a:pt x="82391" y="53911"/>
                        <a:pt x="84011" y="54197"/>
                        <a:pt x="86201" y="55054"/>
                      </a:cubicBezTo>
                      <a:lnTo>
                        <a:pt x="83725" y="58960"/>
                      </a:lnTo>
                      <a:cubicBezTo>
                        <a:pt x="86487" y="62293"/>
                        <a:pt x="88963" y="64008"/>
                        <a:pt x="91059" y="64008"/>
                      </a:cubicBezTo>
                      <a:lnTo>
                        <a:pt x="91059" y="65437"/>
                      </a:lnTo>
                      <a:cubicBezTo>
                        <a:pt x="90201" y="64198"/>
                        <a:pt x="89630" y="63722"/>
                        <a:pt x="89154" y="64008"/>
                      </a:cubicBezTo>
                      <a:cubicBezTo>
                        <a:pt x="88678" y="65627"/>
                        <a:pt x="88392" y="67437"/>
                        <a:pt x="88392" y="69342"/>
                      </a:cubicBezTo>
                      <a:cubicBezTo>
                        <a:pt x="88392" y="73247"/>
                        <a:pt x="89345" y="76295"/>
                        <a:pt x="91059" y="78296"/>
                      </a:cubicBezTo>
                      <a:cubicBezTo>
                        <a:pt x="90583" y="78772"/>
                        <a:pt x="90392" y="79248"/>
                        <a:pt x="90392" y="79724"/>
                      </a:cubicBezTo>
                      <a:cubicBezTo>
                        <a:pt x="90392" y="80200"/>
                        <a:pt x="90868" y="80867"/>
                        <a:pt x="91726" y="81724"/>
                      </a:cubicBezTo>
                      <a:cubicBezTo>
                        <a:pt x="92678" y="82582"/>
                        <a:pt x="93154" y="83248"/>
                        <a:pt x="93154" y="83915"/>
                      </a:cubicBezTo>
                      <a:cubicBezTo>
                        <a:pt x="93154" y="84296"/>
                        <a:pt x="92964" y="84677"/>
                        <a:pt x="92583" y="85153"/>
                      </a:cubicBezTo>
                      <a:lnTo>
                        <a:pt x="94774" y="86011"/>
                      </a:lnTo>
                      <a:cubicBezTo>
                        <a:pt x="96012" y="92773"/>
                        <a:pt x="96774" y="96964"/>
                        <a:pt x="97155" y="98393"/>
                      </a:cubicBezTo>
                      <a:cubicBezTo>
                        <a:pt x="98298" y="103060"/>
                        <a:pt x="99726" y="106966"/>
                        <a:pt x="101632" y="110204"/>
                      </a:cubicBezTo>
                      <a:cubicBezTo>
                        <a:pt x="100203" y="112585"/>
                        <a:pt x="100679" y="114395"/>
                        <a:pt x="103061" y="115729"/>
                      </a:cubicBezTo>
                      <a:cubicBezTo>
                        <a:pt x="102870" y="121729"/>
                        <a:pt x="103727" y="125825"/>
                        <a:pt x="105727" y="128111"/>
                      </a:cubicBezTo>
                      <a:cubicBezTo>
                        <a:pt x="105727" y="133826"/>
                        <a:pt x="107156" y="136779"/>
                        <a:pt x="110014" y="136874"/>
                      </a:cubicBezTo>
                      <a:close/>
                      <a:moveTo>
                        <a:pt x="6096" y="25622"/>
                      </a:moveTo>
                      <a:lnTo>
                        <a:pt x="4667" y="27051"/>
                      </a:lnTo>
                      <a:lnTo>
                        <a:pt x="2667" y="24670"/>
                      </a:lnTo>
                      <a:lnTo>
                        <a:pt x="6001" y="25527"/>
                      </a:lnTo>
                      <a:close/>
                      <a:moveTo>
                        <a:pt x="9144" y="52578"/>
                      </a:moveTo>
                      <a:lnTo>
                        <a:pt x="10192" y="56007"/>
                      </a:lnTo>
                      <a:lnTo>
                        <a:pt x="7525" y="60293"/>
                      </a:lnTo>
                      <a:lnTo>
                        <a:pt x="9144" y="52578"/>
                      </a:lnTo>
                      <a:close/>
                      <a:moveTo>
                        <a:pt x="11525" y="36576"/>
                      </a:moveTo>
                      <a:cubicBezTo>
                        <a:pt x="11525" y="36576"/>
                        <a:pt x="10668" y="37052"/>
                        <a:pt x="9716" y="38005"/>
                      </a:cubicBezTo>
                      <a:lnTo>
                        <a:pt x="9144" y="36004"/>
                      </a:lnTo>
                      <a:lnTo>
                        <a:pt x="11525" y="36481"/>
                      </a:lnTo>
                      <a:close/>
                      <a:moveTo>
                        <a:pt x="26956" y="40196"/>
                      </a:moveTo>
                      <a:cubicBezTo>
                        <a:pt x="26098" y="38290"/>
                        <a:pt x="24479" y="37528"/>
                        <a:pt x="22098" y="38005"/>
                      </a:cubicBezTo>
                      <a:lnTo>
                        <a:pt x="21527" y="38671"/>
                      </a:lnTo>
                      <a:cubicBezTo>
                        <a:pt x="21527" y="37528"/>
                        <a:pt x="21907" y="36862"/>
                        <a:pt x="22574" y="36862"/>
                      </a:cubicBezTo>
                      <a:cubicBezTo>
                        <a:pt x="22670" y="36862"/>
                        <a:pt x="23432" y="37052"/>
                        <a:pt x="24575" y="37338"/>
                      </a:cubicBezTo>
                      <a:cubicBezTo>
                        <a:pt x="25527" y="37624"/>
                        <a:pt x="26289" y="37624"/>
                        <a:pt x="26861" y="37338"/>
                      </a:cubicBezTo>
                      <a:lnTo>
                        <a:pt x="26861" y="40005"/>
                      </a:lnTo>
                      <a:close/>
                      <a:moveTo>
                        <a:pt x="24098" y="98298"/>
                      </a:moveTo>
                      <a:lnTo>
                        <a:pt x="24098" y="94869"/>
                      </a:lnTo>
                      <a:lnTo>
                        <a:pt x="23526" y="94869"/>
                      </a:lnTo>
                      <a:lnTo>
                        <a:pt x="23526" y="98298"/>
                      </a:lnTo>
                      <a:lnTo>
                        <a:pt x="24098" y="98298"/>
                      </a:lnTo>
                      <a:close/>
                      <a:moveTo>
                        <a:pt x="34004" y="43053"/>
                      </a:moveTo>
                      <a:lnTo>
                        <a:pt x="38005" y="40957"/>
                      </a:lnTo>
                      <a:lnTo>
                        <a:pt x="37433" y="38767"/>
                      </a:lnTo>
                      <a:lnTo>
                        <a:pt x="34004" y="43053"/>
                      </a:lnTo>
                      <a:close/>
                      <a:moveTo>
                        <a:pt x="38005" y="67818"/>
                      </a:moveTo>
                      <a:lnTo>
                        <a:pt x="41338" y="68675"/>
                      </a:lnTo>
                      <a:lnTo>
                        <a:pt x="40767" y="67818"/>
                      </a:lnTo>
                      <a:lnTo>
                        <a:pt x="37909" y="67818"/>
                      </a:lnTo>
                      <a:close/>
                      <a:moveTo>
                        <a:pt x="40862" y="64389"/>
                      </a:moveTo>
                      <a:lnTo>
                        <a:pt x="42291" y="63722"/>
                      </a:lnTo>
                      <a:lnTo>
                        <a:pt x="40862" y="62293"/>
                      </a:lnTo>
                      <a:lnTo>
                        <a:pt x="40862" y="64484"/>
                      </a:lnTo>
                      <a:close/>
                      <a:moveTo>
                        <a:pt x="42291" y="34576"/>
                      </a:moveTo>
                      <a:lnTo>
                        <a:pt x="44386" y="34004"/>
                      </a:lnTo>
                      <a:lnTo>
                        <a:pt x="41338" y="33147"/>
                      </a:lnTo>
                      <a:lnTo>
                        <a:pt x="42291" y="34576"/>
                      </a:lnTo>
                      <a:close/>
                      <a:moveTo>
                        <a:pt x="42767" y="12382"/>
                      </a:moveTo>
                      <a:lnTo>
                        <a:pt x="43625" y="14478"/>
                      </a:lnTo>
                      <a:lnTo>
                        <a:pt x="42196" y="14478"/>
                      </a:lnTo>
                      <a:lnTo>
                        <a:pt x="42672" y="12382"/>
                      </a:lnTo>
                      <a:close/>
                      <a:moveTo>
                        <a:pt x="49244" y="7525"/>
                      </a:moveTo>
                      <a:cubicBezTo>
                        <a:pt x="48292" y="7144"/>
                        <a:pt x="47816" y="6477"/>
                        <a:pt x="47816" y="5334"/>
                      </a:cubicBezTo>
                      <a:lnTo>
                        <a:pt x="47816" y="2857"/>
                      </a:lnTo>
                      <a:lnTo>
                        <a:pt x="52673" y="0"/>
                      </a:lnTo>
                      <a:cubicBezTo>
                        <a:pt x="52673" y="476"/>
                        <a:pt x="52007" y="1048"/>
                        <a:pt x="50768" y="1714"/>
                      </a:cubicBezTo>
                      <a:cubicBezTo>
                        <a:pt x="49530" y="2381"/>
                        <a:pt x="48863" y="3048"/>
                        <a:pt x="48863" y="3619"/>
                      </a:cubicBezTo>
                      <a:cubicBezTo>
                        <a:pt x="48863" y="4000"/>
                        <a:pt x="49149" y="4477"/>
                        <a:pt x="49816" y="5048"/>
                      </a:cubicBezTo>
                      <a:cubicBezTo>
                        <a:pt x="50006" y="5715"/>
                        <a:pt x="49816" y="6572"/>
                        <a:pt x="49244" y="7525"/>
                      </a:cubicBezTo>
                      <a:close/>
                      <a:moveTo>
                        <a:pt x="54102" y="16669"/>
                      </a:moveTo>
                      <a:lnTo>
                        <a:pt x="55340" y="16669"/>
                      </a:lnTo>
                      <a:lnTo>
                        <a:pt x="53150" y="20288"/>
                      </a:lnTo>
                      <a:lnTo>
                        <a:pt x="54007" y="16669"/>
                      </a:lnTo>
                      <a:close/>
                      <a:moveTo>
                        <a:pt x="54102" y="41624"/>
                      </a:moveTo>
                      <a:lnTo>
                        <a:pt x="54102" y="39433"/>
                      </a:lnTo>
                      <a:lnTo>
                        <a:pt x="53244" y="39433"/>
                      </a:lnTo>
                      <a:lnTo>
                        <a:pt x="53244" y="41624"/>
                      </a:lnTo>
                      <a:lnTo>
                        <a:pt x="54102" y="41624"/>
                      </a:lnTo>
                      <a:close/>
                      <a:moveTo>
                        <a:pt x="63055" y="13811"/>
                      </a:moveTo>
                      <a:lnTo>
                        <a:pt x="63055" y="16669"/>
                      </a:lnTo>
                      <a:lnTo>
                        <a:pt x="61055" y="11811"/>
                      </a:lnTo>
                      <a:cubicBezTo>
                        <a:pt x="62389" y="11811"/>
                        <a:pt x="63055" y="12478"/>
                        <a:pt x="63055" y="13811"/>
                      </a:cubicBezTo>
                      <a:close/>
                      <a:moveTo>
                        <a:pt x="66484" y="40196"/>
                      </a:moveTo>
                      <a:lnTo>
                        <a:pt x="70580" y="38767"/>
                      </a:lnTo>
                      <a:lnTo>
                        <a:pt x="68389" y="38767"/>
                      </a:lnTo>
                      <a:lnTo>
                        <a:pt x="66389" y="40196"/>
                      </a:lnTo>
                      <a:close/>
                      <a:moveTo>
                        <a:pt x="66484" y="54007"/>
                      </a:moveTo>
                      <a:lnTo>
                        <a:pt x="67056" y="51816"/>
                      </a:lnTo>
                      <a:lnTo>
                        <a:pt x="66484" y="51340"/>
                      </a:lnTo>
                      <a:lnTo>
                        <a:pt x="66484" y="54007"/>
                      </a:lnTo>
                      <a:close/>
                      <a:moveTo>
                        <a:pt x="72580" y="110680"/>
                      </a:moveTo>
                      <a:cubicBezTo>
                        <a:pt x="72580" y="110680"/>
                        <a:pt x="73152" y="110871"/>
                        <a:pt x="74009" y="111157"/>
                      </a:cubicBezTo>
                      <a:lnTo>
                        <a:pt x="74581" y="110680"/>
                      </a:lnTo>
                      <a:lnTo>
                        <a:pt x="72580" y="108680"/>
                      </a:lnTo>
                      <a:lnTo>
                        <a:pt x="75438" y="109728"/>
                      </a:lnTo>
                      <a:cubicBezTo>
                        <a:pt x="73914" y="111347"/>
                        <a:pt x="72961" y="112109"/>
                        <a:pt x="72580" y="112109"/>
                      </a:cubicBezTo>
                      <a:lnTo>
                        <a:pt x="72580" y="110680"/>
                      </a:lnTo>
                      <a:close/>
                      <a:moveTo>
                        <a:pt x="77914" y="76105"/>
                      </a:moveTo>
                      <a:cubicBezTo>
                        <a:pt x="79248" y="75533"/>
                        <a:pt x="79820" y="74390"/>
                        <a:pt x="79534" y="72676"/>
                      </a:cubicBezTo>
                      <a:cubicBezTo>
                        <a:pt x="77724" y="73152"/>
                        <a:pt x="76867" y="74104"/>
                        <a:pt x="76867" y="75533"/>
                      </a:cubicBezTo>
                      <a:cubicBezTo>
                        <a:pt x="77343" y="76009"/>
                        <a:pt x="77724" y="76200"/>
                        <a:pt x="77914" y="76105"/>
                      </a:cubicBezTo>
                      <a:close/>
                      <a:moveTo>
                        <a:pt x="79534" y="48958"/>
                      </a:moveTo>
                      <a:lnTo>
                        <a:pt x="77343" y="48958"/>
                      </a:lnTo>
                      <a:lnTo>
                        <a:pt x="77819" y="54007"/>
                      </a:lnTo>
                      <a:lnTo>
                        <a:pt x="79438" y="48958"/>
                      </a:lnTo>
                      <a:close/>
                      <a:moveTo>
                        <a:pt x="79534" y="67246"/>
                      </a:moveTo>
                      <a:cubicBezTo>
                        <a:pt x="79534" y="67246"/>
                        <a:pt x="79153" y="66389"/>
                        <a:pt x="79153" y="66008"/>
                      </a:cubicBezTo>
                      <a:cubicBezTo>
                        <a:pt x="79153" y="65056"/>
                        <a:pt x="79820" y="64579"/>
                        <a:pt x="81153" y="64579"/>
                      </a:cubicBezTo>
                      <a:lnTo>
                        <a:pt x="82391" y="64389"/>
                      </a:lnTo>
                      <a:lnTo>
                        <a:pt x="82391" y="63722"/>
                      </a:lnTo>
                      <a:cubicBezTo>
                        <a:pt x="82391" y="63722"/>
                        <a:pt x="81629" y="63532"/>
                        <a:pt x="81343" y="63532"/>
                      </a:cubicBezTo>
                      <a:cubicBezTo>
                        <a:pt x="80486" y="63532"/>
                        <a:pt x="79724" y="63913"/>
                        <a:pt x="78962" y="64770"/>
                      </a:cubicBezTo>
                      <a:cubicBezTo>
                        <a:pt x="78295" y="65627"/>
                        <a:pt x="77819" y="66484"/>
                        <a:pt x="77819" y="67246"/>
                      </a:cubicBezTo>
                      <a:lnTo>
                        <a:pt x="79438" y="67246"/>
                      </a:lnTo>
                      <a:close/>
                      <a:moveTo>
                        <a:pt x="80200" y="97346"/>
                      </a:moveTo>
                      <a:cubicBezTo>
                        <a:pt x="80200" y="97346"/>
                        <a:pt x="80486" y="96774"/>
                        <a:pt x="80963" y="95917"/>
                      </a:cubicBezTo>
                      <a:cubicBezTo>
                        <a:pt x="80200" y="95821"/>
                        <a:pt x="79820" y="95917"/>
                        <a:pt x="79629" y="96488"/>
                      </a:cubicBezTo>
                      <a:cubicBezTo>
                        <a:pt x="79438" y="96964"/>
                        <a:pt x="79153" y="97250"/>
                        <a:pt x="78772" y="97346"/>
                      </a:cubicBezTo>
                      <a:lnTo>
                        <a:pt x="80200" y="97346"/>
                      </a:lnTo>
                      <a:close/>
                      <a:moveTo>
                        <a:pt x="80963" y="20764"/>
                      </a:moveTo>
                      <a:lnTo>
                        <a:pt x="82391" y="19336"/>
                      </a:lnTo>
                      <a:lnTo>
                        <a:pt x="80296" y="17335"/>
                      </a:lnTo>
                      <a:lnTo>
                        <a:pt x="81534" y="15907"/>
                      </a:lnTo>
                      <a:lnTo>
                        <a:pt x="83820" y="20193"/>
                      </a:lnTo>
                      <a:lnTo>
                        <a:pt x="80963" y="20764"/>
                      </a:lnTo>
                      <a:close/>
                      <a:moveTo>
                        <a:pt x="89821" y="108680"/>
                      </a:moveTo>
                      <a:lnTo>
                        <a:pt x="89821" y="106299"/>
                      </a:lnTo>
                      <a:cubicBezTo>
                        <a:pt x="89821" y="106299"/>
                        <a:pt x="89535" y="106585"/>
                        <a:pt x="88392" y="107251"/>
                      </a:cubicBezTo>
                      <a:cubicBezTo>
                        <a:pt x="88011" y="106966"/>
                        <a:pt x="87630" y="106585"/>
                        <a:pt x="87249" y="106013"/>
                      </a:cubicBezTo>
                      <a:cubicBezTo>
                        <a:pt x="86868" y="105346"/>
                        <a:pt x="86487" y="105156"/>
                        <a:pt x="86201" y="105156"/>
                      </a:cubicBezTo>
                      <a:cubicBezTo>
                        <a:pt x="85916" y="105156"/>
                        <a:pt x="85439" y="105442"/>
                        <a:pt x="84963" y="105918"/>
                      </a:cubicBezTo>
                      <a:lnTo>
                        <a:pt x="89916" y="108775"/>
                      </a:lnTo>
                      <a:close/>
                      <a:moveTo>
                        <a:pt x="94107" y="107728"/>
                      </a:moveTo>
                      <a:cubicBezTo>
                        <a:pt x="94107" y="107728"/>
                        <a:pt x="94297" y="107728"/>
                        <a:pt x="94107" y="107347"/>
                      </a:cubicBezTo>
                      <a:lnTo>
                        <a:pt x="93345" y="102870"/>
                      </a:lnTo>
                      <a:cubicBezTo>
                        <a:pt x="92869" y="103346"/>
                        <a:pt x="92583" y="103822"/>
                        <a:pt x="92583" y="104299"/>
                      </a:cubicBezTo>
                      <a:cubicBezTo>
                        <a:pt x="92583" y="103918"/>
                        <a:pt x="93059" y="104965"/>
                        <a:pt x="94107" y="107347"/>
                      </a:cubicBezTo>
                      <a:lnTo>
                        <a:pt x="94107" y="107728"/>
                      </a:lnTo>
                      <a:close/>
                      <a:moveTo>
                        <a:pt x="102108" y="476"/>
                      </a:moveTo>
                      <a:lnTo>
                        <a:pt x="102108" y="2096"/>
                      </a:lnTo>
                      <a:lnTo>
                        <a:pt x="99632" y="2096"/>
                      </a:lnTo>
                      <a:lnTo>
                        <a:pt x="102108" y="476"/>
                      </a:lnTo>
                      <a:close/>
                      <a:moveTo>
                        <a:pt x="103537" y="29146"/>
                      </a:moveTo>
                      <a:lnTo>
                        <a:pt x="101536" y="31147"/>
                      </a:lnTo>
                      <a:lnTo>
                        <a:pt x="103537" y="28289"/>
                      </a:lnTo>
                      <a:lnTo>
                        <a:pt x="103537" y="29242"/>
                      </a:lnTo>
                      <a:close/>
                      <a:moveTo>
                        <a:pt x="113919" y="60769"/>
                      </a:moveTo>
                      <a:lnTo>
                        <a:pt x="112490" y="62198"/>
                      </a:lnTo>
                      <a:lnTo>
                        <a:pt x="111443" y="62198"/>
                      </a:lnTo>
                      <a:lnTo>
                        <a:pt x="113919" y="60769"/>
                      </a:lnTo>
                      <a:close/>
                      <a:moveTo>
                        <a:pt x="113347" y="30575"/>
                      </a:moveTo>
                      <a:cubicBezTo>
                        <a:pt x="113347" y="30575"/>
                        <a:pt x="112776" y="30575"/>
                        <a:pt x="112776" y="29623"/>
                      </a:cubicBezTo>
                      <a:cubicBezTo>
                        <a:pt x="112776" y="28765"/>
                        <a:pt x="112586" y="28289"/>
                        <a:pt x="112490" y="28289"/>
                      </a:cubicBezTo>
                      <a:lnTo>
                        <a:pt x="113347" y="28289"/>
                      </a:lnTo>
                      <a:lnTo>
                        <a:pt x="113347" y="30671"/>
                      </a:lnTo>
                      <a:close/>
                      <a:moveTo>
                        <a:pt x="139541" y="15907"/>
                      </a:moveTo>
                      <a:cubicBezTo>
                        <a:pt x="139446" y="15430"/>
                        <a:pt x="139541" y="14859"/>
                        <a:pt x="139827" y="14383"/>
                      </a:cubicBezTo>
                      <a:cubicBezTo>
                        <a:pt x="140113" y="13811"/>
                        <a:pt x="140494" y="13621"/>
                        <a:pt x="140970" y="13811"/>
                      </a:cubicBezTo>
                      <a:lnTo>
                        <a:pt x="140970" y="16002"/>
                      </a:lnTo>
                      <a:lnTo>
                        <a:pt x="139541" y="16002"/>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 name="Google Shape;998;p99"/>
                <p:cNvSpPr/>
                <p:nvPr/>
              </p:nvSpPr>
              <p:spPr>
                <a:xfrm>
                  <a:off x="8658795" y="2855595"/>
                  <a:ext cx="126777" cy="144684"/>
                </a:xfrm>
                <a:custGeom>
                  <a:avLst/>
                  <a:gdLst/>
                  <a:ahLst/>
                  <a:cxnLst/>
                  <a:rect l="l" t="t" r="r" b="b"/>
                  <a:pathLst>
                    <a:path w="126777" h="144684" extrusionOk="0">
                      <a:moveTo>
                        <a:pt x="102489" y="38481"/>
                      </a:moveTo>
                      <a:cubicBezTo>
                        <a:pt x="102775" y="39052"/>
                        <a:pt x="103156" y="39338"/>
                        <a:pt x="103727" y="39338"/>
                      </a:cubicBezTo>
                      <a:lnTo>
                        <a:pt x="105156" y="39338"/>
                      </a:lnTo>
                      <a:cubicBezTo>
                        <a:pt x="103537" y="43243"/>
                        <a:pt x="103441" y="48292"/>
                        <a:pt x="104584" y="54292"/>
                      </a:cubicBezTo>
                      <a:cubicBezTo>
                        <a:pt x="104204" y="55626"/>
                        <a:pt x="102965" y="57626"/>
                        <a:pt x="100965" y="60579"/>
                      </a:cubicBezTo>
                      <a:lnTo>
                        <a:pt x="102394" y="62008"/>
                      </a:lnTo>
                      <a:cubicBezTo>
                        <a:pt x="101918" y="62960"/>
                        <a:pt x="100679" y="63722"/>
                        <a:pt x="98584" y="64389"/>
                      </a:cubicBezTo>
                      <a:cubicBezTo>
                        <a:pt x="96584" y="64960"/>
                        <a:pt x="95250" y="65818"/>
                        <a:pt x="94679" y="66866"/>
                      </a:cubicBezTo>
                      <a:lnTo>
                        <a:pt x="98107" y="67437"/>
                      </a:lnTo>
                      <a:cubicBezTo>
                        <a:pt x="95345" y="71818"/>
                        <a:pt x="90392" y="77152"/>
                        <a:pt x="83153" y="83248"/>
                      </a:cubicBezTo>
                      <a:lnTo>
                        <a:pt x="80296" y="83248"/>
                      </a:lnTo>
                      <a:lnTo>
                        <a:pt x="80296" y="85249"/>
                      </a:lnTo>
                      <a:cubicBezTo>
                        <a:pt x="80296" y="85249"/>
                        <a:pt x="79724" y="84677"/>
                        <a:pt x="79248" y="84677"/>
                      </a:cubicBezTo>
                      <a:cubicBezTo>
                        <a:pt x="78296" y="84772"/>
                        <a:pt x="77724" y="84772"/>
                        <a:pt x="77534" y="84677"/>
                      </a:cubicBezTo>
                      <a:lnTo>
                        <a:pt x="76962" y="85249"/>
                      </a:lnTo>
                      <a:cubicBezTo>
                        <a:pt x="78581" y="85725"/>
                        <a:pt x="79820" y="87344"/>
                        <a:pt x="80486" y="90106"/>
                      </a:cubicBezTo>
                      <a:cubicBezTo>
                        <a:pt x="81249" y="92869"/>
                        <a:pt x="82105" y="94393"/>
                        <a:pt x="83153" y="94583"/>
                      </a:cubicBezTo>
                      <a:cubicBezTo>
                        <a:pt x="82772" y="96869"/>
                        <a:pt x="83725" y="99250"/>
                        <a:pt x="85820" y="101727"/>
                      </a:cubicBezTo>
                      <a:cubicBezTo>
                        <a:pt x="88392" y="104584"/>
                        <a:pt x="89821" y="106966"/>
                        <a:pt x="90107" y="108871"/>
                      </a:cubicBezTo>
                      <a:cubicBezTo>
                        <a:pt x="89345" y="110204"/>
                        <a:pt x="87916" y="110585"/>
                        <a:pt x="85725" y="110014"/>
                      </a:cubicBezTo>
                      <a:cubicBezTo>
                        <a:pt x="83630" y="109442"/>
                        <a:pt x="82486" y="109538"/>
                        <a:pt x="82486" y="110300"/>
                      </a:cubicBezTo>
                      <a:cubicBezTo>
                        <a:pt x="82486" y="110871"/>
                        <a:pt x="82677" y="111728"/>
                        <a:pt x="83153" y="112871"/>
                      </a:cubicBezTo>
                      <a:lnTo>
                        <a:pt x="85820" y="112300"/>
                      </a:lnTo>
                      <a:cubicBezTo>
                        <a:pt x="85820" y="112300"/>
                        <a:pt x="85630" y="113729"/>
                        <a:pt x="84391" y="115157"/>
                      </a:cubicBezTo>
                      <a:lnTo>
                        <a:pt x="86583" y="117158"/>
                      </a:lnTo>
                      <a:cubicBezTo>
                        <a:pt x="86583" y="117158"/>
                        <a:pt x="87344" y="115824"/>
                        <a:pt x="87821" y="114300"/>
                      </a:cubicBezTo>
                      <a:lnTo>
                        <a:pt x="88773" y="117729"/>
                      </a:lnTo>
                      <a:cubicBezTo>
                        <a:pt x="90392" y="117253"/>
                        <a:pt x="90964" y="115633"/>
                        <a:pt x="90774" y="112871"/>
                      </a:cubicBezTo>
                      <a:cubicBezTo>
                        <a:pt x="92393" y="113729"/>
                        <a:pt x="93726" y="115443"/>
                        <a:pt x="94679" y="118015"/>
                      </a:cubicBezTo>
                      <a:cubicBezTo>
                        <a:pt x="95631" y="120587"/>
                        <a:pt x="96774" y="122206"/>
                        <a:pt x="98107" y="122682"/>
                      </a:cubicBezTo>
                      <a:cubicBezTo>
                        <a:pt x="97727" y="123634"/>
                        <a:pt x="97536" y="124587"/>
                        <a:pt x="97536" y="125539"/>
                      </a:cubicBezTo>
                      <a:cubicBezTo>
                        <a:pt x="97536" y="127349"/>
                        <a:pt x="98489" y="129730"/>
                        <a:pt x="100299" y="132683"/>
                      </a:cubicBezTo>
                      <a:cubicBezTo>
                        <a:pt x="102108" y="135541"/>
                        <a:pt x="103061" y="137636"/>
                        <a:pt x="103061" y="138875"/>
                      </a:cubicBezTo>
                      <a:cubicBezTo>
                        <a:pt x="103061" y="140589"/>
                        <a:pt x="102108" y="142113"/>
                        <a:pt x="100299" y="143637"/>
                      </a:cubicBezTo>
                      <a:cubicBezTo>
                        <a:pt x="98870" y="143637"/>
                        <a:pt x="96488" y="143827"/>
                        <a:pt x="93155" y="144113"/>
                      </a:cubicBezTo>
                      <a:cubicBezTo>
                        <a:pt x="89821" y="144494"/>
                        <a:pt x="87344" y="144685"/>
                        <a:pt x="85630" y="144685"/>
                      </a:cubicBezTo>
                      <a:cubicBezTo>
                        <a:pt x="80391" y="144685"/>
                        <a:pt x="76295" y="143256"/>
                        <a:pt x="73438" y="140398"/>
                      </a:cubicBezTo>
                      <a:lnTo>
                        <a:pt x="72961" y="141256"/>
                      </a:lnTo>
                      <a:cubicBezTo>
                        <a:pt x="72200" y="139446"/>
                        <a:pt x="71533" y="137636"/>
                        <a:pt x="70771" y="135922"/>
                      </a:cubicBezTo>
                      <a:cubicBezTo>
                        <a:pt x="69723" y="133541"/>
                        <a:pt x="68294" y="132112"/>
                        <a:pt x="66484" y="131635"/>
                      </a:cubicBezTo>
                      <a:cubicBezTo>
                        <a:pt x="66866" y="130778"/>
                        <a:pt x="67056" y="130112"/>
                        <a:pt x="67056" y="129445"/>
                      </a:cubicBezTo>
                      <a:cubicBezTo>
                        <a:pt x="67056" y="128111"/>
                        <a:pt x="66199" y="126873"/>
                        <a:pt x="64484" y="125635"/>
                      </a:cubicBezTo>
                      <a:cubicBezTo>
                        <a:pt x="62770" y="124396"/>
                        <a:pt x="61913" y="123158"/>
                        <a:pt x="61913" y="121920"/>
                      </a:cubicBezTo>
                      <a:cubicBezTo>
                        <a:pt x="61913" y="121063"/>
                        <a:pt x="62103" y="120205"/>
                        <a:pt x="62675" y="119253"/>
                      </a:cubicBezTo>
                      <a:cubicBezTo>
                        <a:pt x="61436" y="117538"/>
                        <a:pt x="60103" y="114300"/>
                        <a:pt x="58388" y="109347"/>
                      </a:cubicBezTo>
                      <a:cubicBezTo>
                        <a:pt x="56959" y="105156"/>
                        <a:pt x="55150" y="102013"/>
                        <a:pt x="52959" y="100013"/>
                      </a:cubicBezTo>
                      <a:cubicBezTo>
                        <a:pt x="52959" y="96869"/>
                        <a:pt x="51625" y="93250"/>
                        <a:pt x="48863" y="88868"/>
                      </a:cubicBezTo>
                      <a:lnTo>
                        <a:pt x="43434" y="88106"/>
                      </a:lnTo>
                      <a:lnTo>
                        <a:pt x="44005" y="87535"/>
                      </a:lnTo>
                      <a:cubicBezTo>
                        <a:pt x="43625" y="86963"/>
                        <a:pt x="43149" y="86582"/>
                        <a:pt x="42577" y="86582"/>
                      </a:cubicBezTo>
                      <a:lnTo>
                        <a:pt x="40672" y="88773"/>
                      </a:lnTo>
                      <a:cubicBezTo>
                        <a:pt x="40005" y="88773"/>
                        <a:pt x="38671" y="89059"/>
                        <a:pt x="36576" y="89630"/>
                      </a:cubicBezTo>
                      <a:cubicBezTo>
                        <a:pt x="34480" y="90202"/>
                        <a:pt x="32861" y="90488"/>
                        <a:pt x="31814" y="90488"/>
                      </a:cubicBezTo>
                      <a:cubicBezTo>
                        <a:pt x="30956" y="90488"/>
                        <a:pt x="30194" y="90297"/>
                        <a:pt x="29718" y="89916"/>
                      </a:cubicBezTo>
                      <a:cubicBezTo>
                        <a:pt x="29623" y="90106"/>
                        <a:pt x="29527" y="90392"/>
                        <a:pt x="29527" y="90678"/>
                      </a:cubicBezTo>
                      <a:cubicBezTo>
                        <a:pt x="29527" y="91059"/>
                        <a:pt x="29718" y="91345"/>
                        <a:pt x="30004" y="91630"/>
                      </a:cubicBezTo>
                      <a:cubicBezTo>
                        <a:pt x="30289" y="91916"/>
                        <a:pt x="30480" y="92202"/>
                        <a:pt x="30480" y="92297"/>
                      </a:cubicBezTo>
                      <a:cubicBezTo>
                        <a:pt x="30480" y="92488"/>
                        <a:pt x="30004" y="92964"/>
                        <a:pt x="28861" y="93535"/>
                      </a:cubicBezTo>
                      <a:lnTo>
                        <a:pt x="29813" y="104680"/>
                      </a:lnTo>
                      <a:lnTo>
                        <a:pt x="28384" y="105918"/>
                      </a:lnTo>
                      <a:cubicBezTo>
                        <a:pt x="29337" y="109442"/>
                        <a:pt x="29813" y="114205"/>
                        <a:pt x="29813" y="120491"/>
                      </a:cubicBezTo>
                      <a:cubicBezTo>
                        <a:pt x="29813" y="121063"/>
                        <a:pt x="29527" y="122396"/>
                        <a:pt x="28956" y="124301"/>
                      </a:cubicBezTo>
                      <a:cubicBezTo>
                        <a:pt x="28384" y="126301"/>
                        <a:pt x="28099" y="127825"/>
                        <a:pt x="28099" y="128873"/>
                      </a:cubicBezTo>
                      <a:cubicBezTo>
                        <a:pt x="28099" y="130778"/>
                        <a:pt x="28861" y="132302"/>
                        <a:pt x="30289" y="133350"/>
                      </a:cubicBezTo>
                      <a:cubicBezTo>
                        <a:pt x="29433" y="133921"/>
                        <a:pt x="29051" y="135064"/>
                        <a:pt x="29051" y="136779"/>
                      </a:cubicBezTo>
                      <a:lnTo>
                        <a:pt x="29051" y="138493"/>
                      </a:lnTo>
                      <a:cubicBezTo>
                        <a:pt x="29051" y="139255"/>
                        <a:pt x="29242" y="139732"/>
                        <a:pt x="29242" y="140113"/>
                      </a:cubicBezTo>
                      <a:cubicBezTo>
                        <a:pt x="29242" y="142399"/>
                        <a:pt x="28004" y="143351"/>
                        <a:pt x="25432" y="142970"/>
                      </a:cubicBezTo>
                      <a:lnTo>
                        <a:pt x="26289" y="143732"/>
                      </a:lnTo>
                      <a:cubicBezTo>
                        <a:pt x="24384" y="144589"/>
                        <a:pt x="21907" y="144685"/>
                        <a:pt x="18955" y="144209"/>
                      </a:cubicBezTo>
                      <a:cubicBezTo>
                        <a:pt x="15907" y="143637"/>
                        <a:pt x="14002" y="143732"/>
                        <a:pt x="13049" y="144494"/>
                      </a:cubicBezTo>
                      <a:cubicBezTo>
                        <a:pt x="8954" y="144018"/>
                        <a:pt x="5143" y="142875"/>
                        <a:pt x="1334" y="141065"/>
                      </a:cubicBezTo>
                      <a:cubicBezTo>
                        <a:pt x="1619" y="131826"/>
                        <a:pt x="1334" y="117824"/>
                        <a:pt x="858" y="98965"/>
                      </a:cubicBezTo>
                      <a:lnTo>
                        <a:pt x="0" y="98965"/>
                      </a:lnTo>
                      <a:cubicBezTo>
                        <a:pt x="952" y="97631"/>
                        <a:pt x="1429" y="96012"/>
                        <a:pt x="1429" y="94107"/>
                      </a:cubicBezTo>
                      <a:cubicBezTo>
                        <a:pt x="1429" y="93345"/>
                        <a:pt x="1429" y="92202"/>
                        <a:pt x="1143" y="90488"/>
                      </a:cubicBezTo>
                      <a:cubicBezTo>
                        <a:pt x="858" y="88773"/>
                        <a:pt x="762" y="87344"/>
                        <a:pt x="762" y="86392"/>
                      </a:cubicBezTo>
                      <a:cubicBezTo>
                        <a:pt x="762" y="84296"/>
                        <a:pt x="1334" y="82391"/>
                        <a:pt x="2381" y="80677"/>
                      </a:cubicBezTo>
                      <a:cubicBezTo>
                        <a:pt x="1810" y="74390"/>
                        <a:pt x="1429" y="65913"/>
                        <a:pt x="1429" y="55245"/>
                      </a:cubicBezTo>
                      <a:lnTo>
                        <a:pt x="1429" y="29051"/>
                      </a:lnTo>
                      <a:cubicBezTo>
                        <a:pt x="762" y="28575"/>
                        <a:pt x="381" y="28004"/>
                        <a:pt x="381" y="27432"/>
                      </a:cubicBezTo>
                      <a:cubicBezTo>
                        <a:pt x="381" y="27051"/>
                        <a:pt x="667" y="26289"/>
                        <a:pt x="1429" y="25241"/>
                      </a:cubicBezTo>
                      <a:cubicBezTo>
                        <a:pt x="2096" y="24098"/>
                        <a:pt x="2381" y="23336"/>
                        <a:pt x="2381" y="22765"/>
                      </a:cubicBezTo>
                      <a:cubicBezTo>
                        <a:pt x="952" y="21431"/>
                        <a:pt x="191" y="19907"/>
                        <a:pt x="191" y="18288"/>
                      </a:cubicBezTo>
                      <a:cubicBezTo>
                        <a:pt x="191" y="17240"/>
                        <a:pt x="667" y="15430"/>
                        <a:pt x="1429" y="12859"/>
                      </a:cubicBezTo>
                      <a:cubicBezTo>
                        <a:pt x="2286" y="10287"/>
                        <a:pt x="2572" y="8382"/>
                        <a:pt x="2381" y="6953"/>
                      </a:cubicBezTo>
                      <a:lnTo>
                        <a:pt x="9716" y="667"/>
                      </a:lnTo>
                      <a:lnTo>
                        <a:pt x="41339" y="0"/>
                      </a:lnTo>
                      <a:cubicBezTo>
                        <a:pt x="41815" y="571"/>
                        <a:pt x="43243" y="1905"/>
                        <a:pt x="45625" y="3905"/>
                      </a:cubicBezTo>
                      <a:cubicBezTo>
                        <a:pt x="47340" y="5525"/>
                        <a:pt x="48483" y="7144"/>
                        <a:pt x="49054" y="8954"/>
                      </a:cubicBezTo>
                      <a:cubicBezTo>
                        <a:pt x="48863" y="8382"/>
                        <a:pt x="48863" y="7810"/>
                        <a:pt x="48863" y="7334"/>
                      </a:cubicBezTo>
                      <a:cubicBezTo>
                        <a:pt x="48863" y="5810"/>
                        <a:pt x="49816" y="4477"/>
                        <a:pt x="51721" y="3619"/>
                      </a:cubicBezTo>
                      <a:cubicBezTo>
                        <a:pt x="54102" y="2381"/>
                        <a:pt x="55531" y="1429"/>
                        <a:pt x="56007" y="762"/>
                      </a:cubicBezTo>
                      <a:cubicBezTo>
                        <a:pt x="56674" y="476"/>
                        <a:pt x="57531" y="1048"/>
                        <a:pt x="58484" y="2191"/>
                      </a:cubicBezTo>
                      <a:cubicBezTo>
                        <a:pt x="58864" y="2096"/>
                        <a:pt x="59246" y="2000"/>
                        <a:pt x="59722" y="2000"/>
                      </a:cubicBezTo>
                      <a:cubicBezTo>
                        <a:pt x="60484" y="2000"/>
                        <a:pt x="61913" y="2572"/>
                        <a:pt x="63722" y="3619"/>
                      </a:cubicBezTo>
                      <a:cubicBezTo>
                        <a:pt x="65627" y="4667"/>
                        <a:pt x="67056" y="5143"/>
                        <a:pt x="68104" y="5048"/>
                      </a:cubicBezTo>
                      <a:lnTo>
                        <a:pt x="74200" y="5048"/>
                      </a:lnTo>
                      <a:cubicBezTo>
                        <a:pt x="73819" y="6953"/>
                        <a:pt x="74486" y="7906"/>
                        <a:pt x="76200" y="7906"/>
                      </a:cubicBezTo>
                      <a:cubicBezTo>
                        <a:pt x="76295" y="7906"/>
                        <a:pt x="76581" y="7906"/>
                        <a:pt x="77058" y="7715"/>
                      </a:cubicBezTo>
                      <a:lnTo>
                        <a:pt x="78296" y="7715"/>
                      </a:lnTo>
                      <a:cubicBezTo>
                        <a:pt x="79820" y="7715"/>
                        <a:pt x="80772" y="8382"/>
                        <a:pt x="80963" y="9811"/>
                      </a:cubicBezTo>
                      <a:lnTo>
                        <a:pt x="85249" y="9811"/>
                      </a:lnTo>
                      <a:cubicBezTo>
                        <a:pt x="87916" y="12287"/>
                        <a:pt x="90488" y="14859"/>
                        <a:pt x="93155" y="17335"/>
                      </a:cubicBezTo>
                      <a:cubicBezTo>
                        <a:pt x="96202" y="20479"/>
                        <a:pt x="97917" y="23336"/>
                        <a:pt x="98203" y="26098"/>
                      </a:cubicBezTo>
                      <a:cubicBezTo>
                        <a:pt x="100013" y="27051"/>
                        <a:pt x="101251" y="28670"/>
                        <a:pt x="101822" y="30956"/>
                      </a:cubicBezTo>
                      <a:cubicBezTo>
                        <a:pt x="102680" y="34195"/>
                        <a:pt x="103346" y="36290"/>
                        <a:pt x="104013" y="37243"/>
                      </a:cubicBezTo>
                      <a:lnTo>
                        <a:pt x="102584" y="38481"/>
                      </a:lnTo>
                      <a:close/>
                      <a:moveTo>
                        <a:pt x="16573" y="45244"/>
                      </a:moveTo>
                      <a:lnTo>
                        <a:pt x="16573" y="41338"/>
                      </a:lnTo>
                      <a:lnTo>
                        <a:pt x="15811" y="41338"/>
                      </a:lnTo>
                      <a:lnTo>
                        <a:pt x="15811" y="45244"/>
                      </a:lnTo>
                      <a:lnTo>
                        <a:pt x="16573" y="45244"/>
                      </a:lnTo>
                      <a:close/>
                      <a:moveTo>
                        <a:pt x="21431" y="21241"/>
                      </a:moveTo>
                      <a:cubicBezTo>
                        <a:pt x="21336" y="20669"/>
                        <a:pt x="21431" y="19717"/>
                        <a:pt x="21717" y="18479"/>
                      </a:cubicBezTo>
                      <a:cubicBezTo>
                        <a:pt x="22003" y="17240"/>
                        <a:pt x="22193" y="16478"/>
                        <a:pt x="22193" y="16002"/>
                      </a:cubicBezTo>
                      <a:cubicBezTo>
                        <a:pt x="22193" y="14573"/>
                        <a:pt x="21527" y="13621"/>
                        <a:pt x="20002" y="13144"/>
                      </a:cubicBezTo>
                      <a:lnTo>
                        <a:pt x="22193" y="10954"/>
                      </a:lnTo>
                      <a:cubicBezTo>
                        <a:pt x="22193" y="10954"/>
                        <a:pt x="22193" y="10477"/>
                        <a:pt x="22003" y="10192"/>
                      </a:cubicBezTo>
                      <a:cubicBezTo>
                        <a:pt x="20574" y="11335"/>
                        <a:pt x="19812" y="12573"/>
                        <a:pt x="19812" y="13811"/>
                      </a:cubicBezTo>
                      <a:cubicBezTo>
                        <a:pt x="19812" y="14383"/>
                        <a:pt x="20384" y="15907"/>
                        <a:pt x="21431" y="18479"/>
                      </a:cubicBezTo>
                      <a:cubicBezTo>
                        <a:pt x="20669" y="18574"/>
                        <a:pt x="20288" y="19050"/>
                        <a:pt x="20098" y="19717"/>
                      </a:cubicBezTo>
                      <a:cubicBezTo>
                        <a:pt x="19908" y="20479"/>
                        <a:pt x="19717" y="20955"/>
                        <a:pt x="19336" y="21146"/>
                      </a:cubicBezTo>
                      <a:lnTo>
                        <a:pt x="21527" y="21146"/>
                      </a:lnTo>
                      <a:close/>
                      <a:moveTo>
                        <a:pt x="28766" y="17145"/>
                      </a:moveTo>
                      <a:lnTo>
                        <a:pt x="31623" y="19145"/>
                      </a:lnTo>
                      <a:lnTo>
                        <a:pt x="31623" y="19336"/>
                      </a:lnTo>
                      <a:lnTo>
                        <a:pt x="30194" y="20764"/>
                      </a:lnTo>
                      <a:lnTo>
                        <a:pt x="31623" y="20764"/>
                      </a:lnTo>
                      <a:lnTo>
                        <a:pt x="31623" y="10858"/>
                      </a:lnTo>
                      <a:cubicBezTo>
                        <a:pt x="31623" y="10858"/>
                        <a:pt x="30671" y="11716"/>
                        <a:pt x="29813" y="12287"/>
                      </a:cubicBezTo>
                      <a:cubicBezTo>
                        <a:pt x="29813" y="11906"/>
                        <a:pt x="29433" y="11716"/>
                        <a:pt x="28766" y="11716"/>
                      </a:cubicBezTo>
                      <a:cubicBezTo>
                        <a:pt x="29146" y="12192"/>
                        <a:pt x="29527" y="12383"/>
                        <a:pt x="29813" y="12287"/>
                      </a:cubicBezTo>
                      <a:cubicBezTo>
                        <a:pt x="30004" y="12763"/>
                        <a:pt x="29909" y="13525"/>
                        <a:pt x="29433" y="14668"/>
                      </a:cubicBezTo>
                      <a:cubicBezTo>
                        <a:pt x="29433" y="14573"/>
                        <a:pt x="29433" y="14383"/>
                        <a:pt x="29623" y="14288"/>
                      </a:cubicBezTo>
                      <a:cubicBezTo>
                        <a:pt x="30099" y="14288"/>
                        <a:pt x="30480" y="14573"/>
                        <a:pt x="30861" y="15145"/>
                      </a:cubicBezTo>
                      <a:lnTo>
                        <a:pt x="28670" y="17145"/>
                      </a:lnTo>
                      <a:close/>
                      <a:moveTo>
                        <a:pt x="74200" y="47244"/>
                      </a:moveTo>
                      <a:cubicBezTo>
                        <a:pt x="74390" y="46672"/>
                        <a:pt x="74581" y="46196"/>
                        <a:pt x="74581" y="45815"/>
                      </a:cubicBezTo>
                      <a:cubicBezTo>
                        <a:pt x="74581" y="44958"/>
                        <a:pt x="74009" y="44101"/>
                        <a:pt x="72961" y="43243"/>
                      </a:cubicBezTo>
                      <a:cubicBezTo>
                        <a:pt x="71914" y="42386"/>
                        <a:pt x="71247" y="41719"/>
                        <a:pt x="70961" y="41243"/>
                      </a:cubicBezTo>
                      <a:cubicBezTo>
                        <a:pt x="71438" y="40481"/>
                        <a:pt x="71724" y="39910"/>
                        <a:pt x="71724" y="39243"/>
                      </a:cubicBezTo>
                      <a:cubicBezTo>
                        <a:pt x="71724" y="38291"/>
                        <a:pt x="70866" y="37338"/>
                        <a:pt x="69152" y="36195"/>
                      </a:cubicBezTo>
                      <a:cubicBezTo>
                        <a:pt x="67437" y="35147"/>
                        <a:pt x="66484" y="34290"/>
                        <a:pt x="66199" y="33718"/>
                      </a:cubicBezTo>
                      <a:cubicBezTo>
                        <a:pt x="65627" y="33052"/>
                        <a:pt x="64865" y="32766"/>
                        <a:pt x="64103" y="32766"/>
                      </a:cubicBezTo>
                      <a:cubicBezTo>
                        <a:pt x="63722" y="32766"/>
                        <a:pt x="63151" y="32766"/>
                        <a:pt x="62484" y="33052"/>
                      </a:cubicBezTo>
                      <a:cubicBezTo>
                        <a:pt x="61627" y="33242"/>
                        <a:pt x="61150" y="33338"/>
                        <a:pt x="60770" y="33338"/>
                      </a:cubicBezTo>
                      <a:cubicBezTo>
                        <a:pt x="59627" y="33338"/>
                        <a:pt x="58960" y="32671"/>
                        <a:pt x="58579" y="31337"/>
                      </a:cubicBezTo>
                      <a:lnTo>
                        <a:pt x="60007" y="30289"/>
                      </a:lnTo>
                      <a:cubicBezTo>
                        <a:pt x="57626" y="30004"/>
                        <a:pt x="56292" y="30956"/>
                        <a:pt x="56102" y="32956"/>
                      </a:cubicBezTo>
                      <a:cubicBezTo>
                        <a:pt x="55721" y="35814"/>
                        <a:pt x="55245" y="37624"/>
                        <a:pt x="54673" y="38386"/>
                      </a:cubicBezTo>
                      <a:cubicBezTo>
                        <a:pt x="53911" y="36100"/>
                        <a:pt x="53245" y="33814"/>
                        <a:pt x="52483" y="31433"/>
                      </a:cubicBezTo>
                      <a:cubicBezTo>
                        <a:pt x="51816" y="29051"/>
                        <a:pt x="50197" y="27242"/>
                        <a:pt x="47625" y="25908"/>
                      </a:cubicBezTo>
                      <a:cubicBezTo>
                        <a:pt x="47244" y="28289"/>
                        <a:pt x="45815" y="29527"/>
                        <a:pt x="43339" y="29527"/>
                      </a:cubicBezTo>
                      <a:cubicBezTo>
                        <a:pt x="42767" y="29527"/>
                        <a:pt x="41815" y="29527"/>
                        <a:pt x="40481" y="29337"/>
                      </a:cubicBezTo>
                      <a:cubicBezTo>
                        <a:pt x="39148" y="29242"/>
                        <a:pt x="38195" y="29146"/>
                        <a:pt x="37433" y="29146"/>
                      </a:cubicBezTo>
                      <a:cubicBezTo>
                        <a:pt x="36671" y="29146"/>
                        <a:pt x="36005" y="29146"/>
                        <a:pt x="35433" y="29337"/>
                      </a:cubicBezTo>
                      <a:cubicBezTo>
                        <a:pt x="31909" y="31433"/>
                        <a:pt x="30194" y="35242"/>
                        <a:pt x="30194" y="40481"/>
                      </a:cubicBezTo>
                      <a:cubicBezTo>
                        <a:pt x="30194" y="41434"/>
                        <a:pt x="30194" y="43053"/>
                        <a:pt x="30385" y="45244"/>
                      </a:cubicBezTo>
                      <a:cubicBezTo>
                        <a:pt x="30385" y="47434"/>
                        <a:pt x="30480" y="49054"/>
                        <a:pt x="30480" y="50197"/>
                      </a:cubicBezTo>
                      <a:cubicBezTo>
                        <a:pt x="30480" y="52578"/>
                        <a:pt x="30289" y="54673"/>
                        <a:pt x="29813" y="56293"/>
                      </a:cubicBezTo>
                      <a:cubicBezTo>
                        <a:pt x="29813" y="57721"/>
                        <a:pt x="30956" y="58388"/>
                        <a:pt x="33052" y="58293"/>
                      </a:cubicBezTo>
                      <a:cubicBezTo>
                        <a:pt x="35052" y="58198"/>
                        <a:pt x="36386" y="58864"/>
                        <a:pt x="36766" y="60484"/>
                      </a:cubicBezTo>
                      <a:cubicBezTo>
                        <a:pt x="37624" y="60960"/>
                        <a:pt x="39529" y="61150"/>
                        <a:pt x="42482" y="60960"/>
                      </a:cubicBezTo>
                      <a:cubicBezTo>
                        <a:pt x="44863" y="60960"/>
                        <a:pt x="46577" y="61817"/>
                        <a:pt x="47530" y="63341"/>
                      </a:cubicBezTo>
                      <a:cubicBezTo>
                        <a:pt x="48387" y="61722"/>
                        <a:pt x="49530" y="60674"/>
                        <a:pt x="51149" y="60484"/>
                      </a:cubicBezTo>
                      <a:lnTo>
                        <a:pt x="55626" y="60484"/>
                      </a:lnTo>
                      <a:cubicBezTo>
                        <a:pt x="56959" y="60293"/>
                        <a:pt x="57912" y="59626"/>
                        <a:pt x="58484" y="58483"/>
                      </a:cubicBezTo>
                      <a:cubicBezTo>
                        <a:pt x="62770" y="58960"/>
                        <a:pt x="67627" y="56293"/>
                        <a:pt x="73247" y="50578"/>
                      </a:cubicBezTo>
                      <a:lnTo>
                        <a:pt x="70295" y="49530"/>
                      </a:lnTo>
                      <a:lnTo>
                        <a:pt x="74295" y="47244"/>
                      </a:lnTo>
                      <a:close/>
                      <a:moveTo>
                        <a:pt x="70961" y="19241"/>
                      </a:moveTo>
                      <a:cubicBezTo>
                        <a:pt x="70961" y="18764"/>
                        <a:pt x="70580" y="18479"/>
                        <a:pt x="70104" y="18479"/>
                      </a:cubicBezTo>
                      <a:cubicBezTo>
                        <a:pt x="69056" y="18479"/>
                        <a:pt x="68485" y="18859"/>
                        <a:pt x="68485" y="19717"/>
                      </a:cubicBezTo>
                      <a:cubicBezTo>
                        <a:pt x="68485" y="19907"/>
                        <a:pt x="68580" y="19907"/>
                        <a:pt x="68866" y="19907"/>
                      </a:cubicBezTo>
                      <a:lnTo>
                        <a:pt x="70961" y="19145"/>
                      </a:lnTo>
                      <a:close/>
                      <a:moveTo>
                        <a:pt x="78486" y="10763"/>
                      </a:moveTo>
                      <a:lnTo>
                        <a:pt x="78486" y="9716"/>
                      </a:lnTo>
                      <a:cubicBezTo>
                        <a:pt x="78010" y="10096"/>
                        <a:pt x="76581" y="10287"/>
                        <a:pt x="74200" y="10287"/>
                      </a:cubicBezTo>
                      <a:lnTo>
                        <a:pt x="78486" y="10858"/>
                      </a:lnTo>
                      <a:close/>
                      <a:moveTo>
                        <a:pt x="74200" y="41243"/>
                      </a:moveTo>
                      <a:lnTo>
                        <a:pt x="77058" y="41243"/>
                      </a:lnTo>
                      <a:cubicBezTo>
                        <a:pt x="75819" y="40005"/>
                        <a:pt x="74866" y="39529"/>
                        <a:pt x="74200" y="39814"/>
                      </a:cubicBezTo>
                      <a:lnTo>
                        <a:pt x="74200" y="41243"/>
                      </a:lnTo>
                      <a:close/>
                      <a:moveTo>
                        <a:pt x="79915" y="50006"/>
                      </a:moveTo>
                      <a:lnTo>
                        <a:pt x="81915" y="48006"/>
                      </a:lnTo>
                      <a:lnTo>
                        <a:pt x="80963" y="48006"/>
                      </a:lnTo>
                      <a:lnTo>
                        <a:pt x="79915" y="50006"/>
                      </a:lnTo>
                      <a:close/>
                      <a:moveTo>
                        <a:pt x="85344" y="50387"/>
                      </a:moveTo>
                      <a:cubicBezTo>
                        <a:pt x="85344" y="50387"/>
                        <a:pt x="84773" y="49530"/>
                        <a:pt x="84773" y="48768"/>
                      </a:cubicBezTo>
                      <a:cubicBezTo>
                        <a:pt x="84773" y="46768"/>
                        <a:pt x="85630" y="45148"/>
                        <a:pt x="87439" y="44101"/>
                      </a:cubicBezTo>
                      <a:cubicBezTo>
                        <a:pt x="87059" y="43720"/>
                        <a:pt x="86677" y="43625"/>
                        <a:pt x="86201" y="43625"/>
                      </a:cubicBezTo>
                      <a:cubicBezTo>
                        <a:pt x="86106" y="43625"/>
                        <a:pt x="84677" y="44482"/>
                        <a:pt x="81915" y="46101"/>
                      </a:cubicBezTo>
                      <a:cubicBezTo>
                        <a:pt x="83725" y="46577"/>
                        <a:pt x="84582" y="47434"/>
                        <a:pt x="84582" y="48577"/>
                      </a:cubicBezTo>
                      <a:cubicBezTo>
                        <a:pt x="84582" y="49054"/>
                        <a:pt x="84391" y="49721"/>
                        <a:pt x="83915" y="50673"/>
                      </a:cubicBezTo>
                      <a:cubicBezTo>
                        <a:pt x="83534" y="51530"/>
                        <a:pt x="83344" y="52197"/>
                        <a:pt x="83344" y="52578"/>
                      </a:cubicBezTo>
                      <a:cubicBezTo>
                        <a:pt x="83344" y="53245"/>
                        <a:pt x="84296" y="53626"/>
                        <a:pt x="86011" y="53435"/>
                      </a:cubicBezTo>
                      <a:cubicBezTo>
                        <a:pt x="86011" y="51721"/>
                        <a:pt x="85820" y="50768"/>
                        <a:pt x="85344" y="50387"/>
                      </a:cubicBezTo>
                      <a:close/>
                      <a:moveTo>
                        <a:pt x="90868" y="58960"/>
                      </a:moveTo>
                      <a:lnTo>
                        <a:pt x="91345" y="58483"/>
                      </a:lnTo>
                      <a:lnTo>
                        <a:pt x="90297" y="57055"/>
                      </a:lnTo>
                      <a:lnTo>
                        <a:pt x="90868" y="59055"/>
                      </a:lnTo>
                      <a:close/>
                      <a:moveTo>
                        <a:pt x="94202" y="46577"/>
                      </a:moveTo>
                      <a:lnTo>
                        <a:pt x="96202" y="48006"/>
                      </a:lnTo>
                      <a:cubicBezTo>
                        <a:pt x="95726" y="47149"/>
                        <a:pt x="95536" y="46672"/>
                        <a:pt x="95631" y="46577"/>
                      </a:cubicBezTo>
                      <a:lnTo>
                        <a:pt x="94202" y="46577"/>
                      </a:lnTo>
                      <a:close/>
                      <a:moveTo>
                        <a:pt x="94774" y="24479"/>
                      </a:moveTo>
                      <a:lnTo>
                        <a:pt x="94774" y="25908"/>
                      </a:lnTo>
                      <a:lnTo>
                        <a:pt x="96202" y="24479"/>
                      </a:lnTo>
                      <a:lnTo>
                        <a:pt x="94774" y="24479"/>
                      </a:lnTo>
                      <a:close/>
                      <a:moveTo>
                        <a:pt x="96202" y="40481"/>
                      </a:moveTo>
                      <a:lnTo>
                        <a:pt x="99536" y="37052"/>
                      </a:lnTo>
                      <a:lnTo>
                        <a:pt x="97536" y="37052"/>
                      </a:lnTo>
                      <a:lnTo>
                        <a:pt x="96108" y="40481"/>
                      </a:lnTo>
                      <a:close/>
                      <a:moveTo>
                        <a:pt x="97631" y="56293"/>
                      </a:moveTo>
                      <a:lnTo>
                        <a:pt x="99632" y="55531"/>
                      </a:lnTo>
                      <a:cubicBezTo>
                        <a:pt x="99632" y="55531"/>
                        <a:pt x="98870" y="54769"/>
                        <a:pt x="97631" y="54769"/>
                      </a:cubicBezTo>
                      <a:lnTo>
                        <a:pt x="97631" y="56197"/>
                      </a:lnTo>
                      <a:close/>
                      <a:moveTo>
                        <a:pt x="101727" y="22574"/>
                      </a:moveTo>
                      <a:cubicBezTo>
                        <a:pt x="101727" y="22574"/>
                        <a:pt x="102680" y="22765"/>
                        <a:pt x="103346" y="23431"/>
                      </a:cubicBezTo>
                      <a:lnTo>
                        <a:pt x="101727" y="22574"/>
                      </a:lnTo>
                      <a:close/>
                      <a:moveTo>
                        <a:pt x="104490" y="24193"/>
                      </a:moveTo>
                      <a:cubicBezTo>
                        <a:pt x="104490" y="24193"/>
                        <a:pt x="103917" y="23908"/>
                        <a:pt x="103441" y="23527"/>
                      </a:cubicBezTo>
                      <a:lnTo>
                        <a:pt x="104490" y="24193"/>
                      </a:lnTo>
                      <a:close/>
                      <a:moveTo>
                        <a:pt x="105251" y="24575"/>
                      </a:moveTo>
                      <a:lnTo>
                        <a:pt x="104490" y="24193"/>
                      </a:lnTo>
                      <a:cubicBezTo>
                        <a:pt x="105061" y="24098"/>
                        <a:pt x="105346" y="24003"/>
                        <a:pt x="105251" y="24003"/>
                      </a:cubicBezTo>
                      <a:lnTo>
                        <a:pt x="105251" y="24575"/>
                      </a:lnTo>
                      <a:close/>
                      <a:moveTo>
                        <a:pt x="107823" y="16192"/>
                      </a:moveTo>
                      <a:cubicBezTo>
                        <a:pt x="107823" y="16192"/>
                        <a:pt x="107061" y="16002"/>
                        <a:pt x="106299" y="15907"/>
                      </a:cubicBezTo>
                      <a:cubicBezTo>
                        <a:pt x="105633" y="15907"/>
                        <a:pt x="105251" y="15716"/>
                        <a:pt x="105251" y="15430"/>
                      </a:cubicBezTo>
                      <a:cubicBezTo>
                        <a:pt x="105251" y="15050"/>
                        <a:pt x="105442" y="14668"/>
                        <a:pt x="105918" y="14192"/>
                      </a:cubicBezTo>
                      <a:lnTo>
                        <a:pt x="107728" y="16192"/>
                      </a:lnTo>
                      <a:close/>
                      <a:moveTo>
                        <a:pt x="108109" y="42672"/>
                      </a:moveTo>
                      <a:lnTo>
                        <a:pt x="105918" y="41243"/>
                      </a:lnTo>
                      <a:lnTo>
                        <a:pt x="108109" y="41243"/>
                      </a:lnTo>
                      <a:lnTo>
                        <a:pt x="108109" y="42672"/>
                      </a:lnTo>
                      <a:close/>
                      <a:moveTo>
                        <a:pt x="107823" y="16192"/>
                      </a:moveTo>
                      <a:lnTo>
                        <a:pt x="108109" y="16478"/>
                      </a:lnTo>
                      <a:lnTo>
                        <a:pt x="107823" y="16192"/>
                      </a:lnTo>
                      <a:close/>
                      <a:moveTo>
                        <a:pt x="109538" y="30861"/>
                      </a:moveTo>
                      <a:lnTo>
                        <a:pt x="110109" y="28861"/>
                      </a:lnTo>
                      <a:lnTo>
                        <a:pt x="114395" y="30289"/>
                      </a:lnTo>
                      <a:cubicBezTo>
                        <a:pt x="113348" y="30385"/>
                        <a:pt x="112490" y="31147"/>
                        <a:pt x="111919" y="32480"/>
                      </a:cubicBezTo>
                      <a:cubicBezTo>
                        <a:pt x="111633" y="32480"/>
                        <a:pt x="110871" y="31909"/>
                        <a:pt x="109538" y="30861"/>
                      </a:cubicBezTo>
                      <a:close/>
                      <a:moveTo>
                        <a:pt x="114395" y="12192"/>
                      </a:moveTo>
                      <a:cubicBezTo>
                        <a:pt x="114300" y="12763"/>
                        <a:pt x="113729" y="13049"/>
                        <a:pt x="112966" y="13049"/>
                      </a:cubicBezTo>
                      <a:lnTo>
                        <a:pt x="110966" y="13049"/>
                      </a:lnTo>
                      <a:lnTo>
                        <a:pt x="111538" y="11621"/>
                      </a:lnTo>
                      <a:cubicBezTo>
                        <a:pt x="111538" y="11621"/>
                        <a:pt x="112966" y="12192"/>
                        <a:pt x="114395" y="12192"/>
                      </a:cubicBezTo>
                      <a:close/>
                      <a:moveTo>
                        <a:pt x="113538" y="17526"/>
                      </a:moveTo>
                      <a:lnTo>
                        <a:pt x="113538" y="16478"/>
                      </a:lnTo>
                      <a:cubicBezTo>
                        <a:pt x="116110" y="16954"/>
                        <a:pt x="118015" y="17145"/>
                        <a:pt x="119063" y="17050"/>
                      </a:cubicBezTo>
                      <a:lnTo>
                        <a:pt x="119063" y="18479"/>
                      </a:lnTo>
                      <a:lnTo>
                        <a:pt x="113538" y="17621"/>
                      </a:lnTo>
                      <a:close/>
                      <a:moveTo>
                        <a:pt x="119825" y="44577"/>
                      </a:moveTo>
                      <a:lnTo>
                        <a:pt x="118396" y="44577"/>
                      </a:lnTo>
                      <a:lnTo>
                        <a:pt x="119539" y="42767"/>
                      </a:lnTo>
                      <a:cubicBezTo>
                        <a:pt x="119539" y="42767"/>
                        <a:pt x="119920" y="43625"/>
                        <a:pt x="119920" y="44577"/>
                      </a:cubicBezTo>
                      <a:close/>
                      <a:moveTo>
                        <a:pt x="119063" y="42577"/>
                      </a:moveTo>
                      <a:cubicBezTo>
                        <a:pt x="119063" y="42577"/>
                        <a:pt x="119443" y="42100"/>
                        <a:pt x="119825" y="41719"/>
                      </a:cubicBezTo>
                      <a:lnTo>
                        <a:pt x="119443" y="42767"/>
                      </a:lnTo>
                      <a:cubicBezTo>
                        <a:pt x="119443" y="42767"/>
                        <a:pt x="119158" y="42577"/>
                        <a:pt x="119063" y="42577"/>
                      </a:cubicBezTo>
                      <a:close/>
                      <a:moveTo>
                        <a:pt x="119825" y="41719"/>
                      </a:moveTo>
                      <a:lnTo>
                        <a:pt x="120396" y="40481"/>
                      </a:lnTo>
                      <a:cubicBezTo>
                        <a:pt x="120396" y="40481"/>
                        <a:pt x="120396" y="41243"/>
                        <a:pt x="119825" y="41719"/>
                      </a:cubicBezTo>
                      <a:close/>
                      <a:moveTo>
                        <a:pt x="122491" y="3810"/>
                      </a:moveTo>
                      <a:lnTo>
                        <a:pt x="123920" y="5239"/>
                      </a:lnTo>
                      <a:lnTo>
                        <a:pt x="121253" y="5239"/>
                      </a:lnTo>
                      <a:lnTo>
                        <a:pt x="122491" y="3810"/>
                      </a:lnTo>
                      <a:close/>
                      <a:moveTo>
                        <a:pt x="123349" y="23431"/>
                      </a:moveTo>
                      <a:lnTo>
                        <a:pt x="126778" y="26860"/>
                      </a:lnTo>
                      <a:cubicBezTo>
                        <a:pt x="124111" y="26098"/>
                        <a:pt x="122777" y="25337"/>
                        <a:pt x="122777" y="24860"/>
                      </a:cubicBezTo>
                      <a:cubicBezTo>
                        <a:pt x="122777" y="24479"/>
                        <a:pt x="122967" y="24003"/>
                        <a:pt x="123349" y="23431"/>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 name="Google Shape;999;p99"/>
                <p:cNvSpPr/>
                <p:nvPr/>
              </p:nvSpPr>
              <p:spPr>
                <a:xfrm>
                  <a:off x="8775096" y="2855023"/>
                  <a:ext cx="111728" cy="145827"/>
                </a:xfrm>
                <a:custGeom>
                  <a:avLst/>
                  <a:gdLst/>
                  <a:ahLst/>
                  <a:cxnLst/>
                  <a:rect l="l" t="t" r="r" b="b"/>
                  <a:pathLst>
                    <a:path w="111728" h="145827" extrusionOk="0">
                      <a:moveTo>
                        <a:pt x="98488" y="116586"/>
                      </a:moveTo>
                      <a:cubicBezTo>
                        <a:pt x="100869" y="118110"/>
                        <a:pt x="102203" y="120682"/>
                        <a:pt x="102489" y="124301"/>
                      </a:cubicBezTo>
                      <a:cubicBezTo>
                        <a:pt x="102679" y="127444"/>
                        <a:pt x="102679" y="130492"/>
                        <a:pt x="102679" y="133445"/>
                      </a:cubicBezTo>
                      <a:cubicBezTo>
                        <a:pt x="102870" y="135160"/>
                        <a:pt x="103061" y="136588"/>
                        <a:pt x="103441" y="137731"/>
                      </a:cubicBezTo>
                      <a:cubicBezTo>
                        <a:pt x="100108" y="143161"/>
                        <a:pt x="94488" y="145828"/>
                        <a:pt x="86582" y="145828"/>
                      </a:cubicBezTo>
                      <a:cubicBezTo>
                        <a:pt x="84296" y="145828"/>
                        <a:pt x="80772" y="145542"/>
                        <a:pt x="75914" y="145066"/>
                      </a:cubicBezTo>
                      <a:cubicBezTo>
                        <a:pt x="71056" y="144589"/>
                        <a:pt x="67437" y="144399"/>
                        <a:pt x="65055" y="144399"/>
                      </a:cubicBezTo>
                      <a:cubicBezTo>
                        <a:pt x="62674" y="144399"/>
                        <a:pt x="60293" y="144494"/>
                        <a:pt x="58388" y="144780"/>
                      </a:cubicBezTo>
                      <a:lnTo>
                        <a:pt x="17526" y="144780"/>
                      </a:lnTo>
                      <a:lnTo>
                        <a:pt x="17526" y="144209"/>
                      </a:lnTo>
                      <a:cubicBezTo>
                        <a:pt x="16097" y="143351"/>
                        <a:pt x="13621" y="143256"/>
                        <a:pt x="10001" y="143827"/>
                      </a:cubicBezTo>
                      <a:cubicBezTo>
                        <a:pt x="6382" y="144399"/>
                        <a:pt x="3620" y="144113"/>
                        <a:pt x="1810" y="142780"/>
                      </a:cubicBezTo>
                      <a:cubicBezTo>
                        <a:pt x="2381" y="125730"/>
                        <a:pt x="2667" y="108775"/>
                        <a:pt x="2667" y="92011"/>
                      </a:cubicBezTo>
                      <a:cubicBezTo>
                        <a:pt x="2667" y="75247"/>
                        <a:pt x="2381" y="58388"/>
                        <a:pt x="1810" y="41243"/>
                      </a:cubicBezTo>
                      <a:cubicBezTo>
                        <a:pt x="2477" y="41719"/>
                        <a:pt x="2953" y="41910"/>
                        <a:pt x="3238" y="41815"/>
                      </a:cubicBezTo>
                      <a:lnTo>
                        <a:pt x="3714" y="41243"/>
                      </a:lnTo>
                      <a:cubicBezTo>
                        <a:pt x="3810" y="40481"/>
                        <a:pt x="3524" y="40005"/>
                        <a:pt x="2762" y="39719"/>
                      </a:cubicBezTo>
                      <a:cubicBezTo>
                        <a:pt x="2095" y="39433"/>
                        <a:pt x="1714" y="39243"/>
                        <a:pt x="1714" y="39052"/>
                      </a:cubicBezTo>
                      <a:cubicBezTo>
                        <a:pt x="1714" y="38767"/>
                        <a:pt x="2000" y="38386"/>
                        <a:pt x="2571" y="37814"/>
                      </a:cubicBezTo>
                      <a:cubicBezTo>
                        <a:pt x="2571" y="38862"/>
                        <a:pt x="2762" y="39529"/>
                        <a:pt x="3143" y="39814"/>
                      </a:cubicBezTo>
                      <a:cubicBezTo>
                        <a:pt x="4286" y="39719"/>
                        <a:pt x="4667" y="39052"/>
                        <a:pt x="4096" y="37719"/>
                      </a:cubicBezTo>
                      <a:cubicBezTo>
                        <a:pt x="3524" y="36481"/>
                        <a:pt x="3714" y="35719"/>
                        <a:pt x="4476" y="35528"/>
                      </a:cubicBezTo>
                      <a:cubicBezTo>
                        <a:pt x="4381" y="35719"/>
                        <a:pt x="4286" y="36004"/>
                        <a:pt x="4286" y="36195"/>
                      </a:cubicBezTo>
                      <a:cubicBezTo>
                        <a:pt x="4286" y="36671"/>
                        <a:pt x="4572" y="37147"/>
                        <a:pt x="5239" y="37719"/>
                      </a:cubicBezTo>
                      <a:cubicBezTo>
                        <a:pt x="5905" y="38290"/>
                        <a:pt x="6286" y="38671"/>
                        <a:pt x="6382" y="38862"/>
                      </a:cubicBezTo>
                      <a:lnTo>
                        <a:pt x="9239" y="38290"/>
                      </a:lnTo>
                      <a:lnTo>
                        <a:pt x="6382" y="36290"/>
                      </a:lnTo>
                      <a:lnTo>
                        <a:pt x="9239" y="34861"/>
                      </a:lnTo>
                      <a:cubicBezTo>
                        <a:pt x="9239" y="34861"/>
                        <a:pt x="8382" y="34004"/>
                        <a:pt x="7048" y="32671"/>
                      </a:cubicBezTo>
                      <a:cubicBezTo>
                        <a:pt x="6096" y="31813"/>
                        <a:pt x="5334" y="31432"/>
                        <a:pt x="4667" y="31432"/>
                      </a:cubicBezTo>
                      <a:cubicBezTo>
                        <a:pt x="4000" y="31432"/>
                        <a:pt x="3334" y="31909"/>
                        <a:pt x="2953" y="32861"/>
                      </a:cubicBezTo>
                      <a:cubicBezTo>
                        <a:pt x="2095" y="32385"/>
                        <a:pt x="1619" y="31909"/>
                        <a:pt x="1619" y="31432"/>
                      </a:cubicBezTo>
                      <a:cubicBezTo>
                        <a:pt x="1619" y="31242"/>
                        <a:pt x="2095" y="30766"/>
                        <a:pt x="3048" y="29908"/>
                      </a:cubicBezTo>
                      <a:cubicBezTo>
                        <a:pt x="4000" y="29146"/>
                        <a:pt x="4476" y="28480"/>
                        <a:pt x="4286" y="27908"/>
                      </a:cubicBezTo>
                      <a:lnTo>
                        <a:pt x="5715" y="29337"/>
                      </a:lnTo>
                      <a:lnTo>
                        <a:pt x="6572" y="28289"/>
                      </a:lnTo>
                      <a:cubicBezTo>
                        <a:pt x="6572" y="28289"/>
                        <a:pt x="7334" y="28765"/>
                        <a:pt x="7811" y="28765"/>
                      </a:cubicBezTo>
                      <a:cubicBezTo>
                        <a:pt x="8382" y="28765"/>
                        <a:pt x="9334" y="28480"/>
                        <a:pt x="10573" y="27908"/>
                      </a:cubicBezTo>
                      <a:cubicBezTo>
                        <a:pt x="11811" y="27242"/>
                        <a:pt x="12763" y="26956"/>
                        <a:pt x="13335" y="26956"/>
                      </a:cubicBezTo>
                      <a:cubicBezTo>
                        <a:pt x="14001" y="26956"/>
                        <a:pt x="14668" y="27242"/>
                        <a:pt x="15049" y="27908"/>
                      </a:cubicBezTo>
                      <a:lnTo>
                        <a:pt x="16002" y="27337"/>
                      </a:lnTo>
                      <a:cubicBezTo>
                        <a:pt x="15907" y="26289"/>
                        <a:pt x="15240" y="25527"/>
                        <a:pt x="14001" y="25146"/>
                      </a:cubicBezTo>
                      <a:cubicBezTo>
                        <a:pt x="12763" y="24670"/>
                        <a:pt x="12002" y="24289"/>
                        <a:pt x="11716" y="24003"/>
                      </a:cubicBezTo>
                      <a:cubicBezTo>
                        <a:pt x="9810" y="23908"/>
                        <a:pt x="7525" y="23908"/>
                        <a:pt x="4763" y="24003"/>
                      </a:cubicBezTo>
                      <a:cubicBezTo>
                        <a:pt x="4476" y="24575"/>
                        <a:pt x="4286" y="24860"/>
                        <a:pt x="4096" y="24860"/>
                      </a:cubicBezTo>
                      <a:cubicBezTo>
                        <a:pt x="3620" y="24479"/>
                        <a:pt x="3238" y="24384"/>
                        <a:pt x="3048" y="24384"/>
                      </a:cubicBezTo>
                      <a:cubicBezTo>
                        <a:pt x="2857" y="24384"/>
                        <a:pt x="2571" y="24384"/>
                        <a:pt x="2286" y="24575"/>
                      </a:cubicBezTo>
                      <a:lnTo>
                        <a:pt x="857" y="19145"/>
                      </a:lnTo>
                      <a:cubicBezTo>
                        <a:pt x="1810" y="19145"/>
                        <a:pt x="2477" y="18859"/>
                        <a:pt x="2857" y="18288"/>
                      </a:cubicBezTo>
                      <a:cubicBezTo>
                        <a:pt x="2857" y="17240"/>
                        <a:pt x="2381" y="16954"/>
                        <a:pt x="1524" y="17431"/>
                      </a:cubicBezTo>
                      <a:cubicBezTo>
                        <a:pt x="667" y="17907"/>
                        <a:pt x="95" y="17812"/>
                        <a:pt x="0" y="17050"/>
                      </a:cubicBezTo>
                      <a:lnTo>
                        <a:pt x="1524" y="15526"/>
                      </a:lnTo>
                      <a:lnTo>
                        <a:pt x="2953" y="17050"/>
                      </a:lnTo>
                      <a:cubicBezTo>
                        <a:pt x="2953" y="17050"/>
                        <a:pt x="3429" y="15526"/>
                        <a:pt x="3429" y="13621"/>
                      </a:cubicBezTo>
                      <a:cubicBezTo>
                        <a:pt x="3429" y="14097"/>
                        <a:pt x="3714" y="14478"/>
                        <a:pt x="4286" y="14668"/>
                      </a:cubicBezTo>
                      <a:cubicBezTo>
                        <a:pt x="5239" y="14002"/>
                        <a:pt x="5715" y="13430"/>
                        <a:pt x="5715" y="12859"/>
                      </a:cubicBezTo>
                      <a:cubicBezTo>
                        <a:pt x="5715" y="12287"/>
                        <a:pt x="4953" y="11430"/>
                        <a:pt x="3238" y="10287"/>
                      </a:cubicBezTo>
                      <a:cubicBezTo>
                        <a:pt x="1714" y="9144"/>
                        <a:pt x="857" y="8096"/>
                        <a:pt x="857" y="7144"/>
                      </a:cubicBezTo>
                      <a:cubicBezTo>
                        <a:pt x="857" y="6286"/>
                        <a:pt x="1333" y="5429"/>
                        <a:pt x="2286" y="4477"/>
                      </a:cubicBezTo>
                      <a:lnTo>
                        <a:pt x="5715" y="952"/>
                      </a:lnTo>
                      <a:cubicBezTo>
                        <a:pt x="11811" y="381"/>
                        <a:pt x="18288" y="0"/>
                        <a:pt x="25241" y="0"/>
                      </a:cubicBezTo>
                      <a:cubicBezTo>
                        <a:pt x="32195" y="0"/>
                        <a:pt x="41624" y="381"/>
                        <a:pt x="54864" y="1143"/>
                      </a:cubicBezTo>
                      <a:cubicBezTo>
                        <a:pt x="68008" y="1810"/>
                        <a:pt x="77914" y="2191"/>
                        <a:pt x="84677" y="2191"/>
                      </a:cubicBezTo>
                      <a:cubicBezTo>
                        <a:pt x="89439" y="2191"/>
                        <a:pt x="94012" y="2096"/>
                        <a:pt x="98298" y="1810"/>
                      </a:cubicBezTo>
                      <a:cubicBezTo>
                        <a:pt x="101060" y="3905"/>
                        <a:pt x="102394" y="6858"/>
                        <a:pt x="102394" y="10382"/>
                      </a:cubicBezTo>
                      <a:cubicBezTo>
                        <a:pt x="102394" y="11430"/>
                        <a:pt x="102203" y="13335"/>
                        <a:pt x="101917" y="15907"/>
                      </a:cubicBezTo>
                      <a:cubicBezTo>
                        <a:pt x="101536" y="18574"/>
                        <a:pt x="101346" y="20574"/>
                        <a:pt x="101346" y="22003"/>
                      </a:cubicBezTo>
                      <a:cubicBezTo>
                        <a:pt x="101346" y="23431"/>
                        <a:pt x="101441" y="24765"/>
                        <a:pt x="101727" y="26003"/>
                      </a:cubicBezTo>
                      <a:cubicBezTo>
                        <a:pt x="101727" y="27908"/>
                        <a:pt x="100489" y="28861"/>
                        <a:pt x="98107" y="28861"/>
                      </a:cubicBezTo>
                      <a:cubicBezTo>
                        <a:pt x="97727" y="28861"/>
                        <a:pt x="97155" y="28861"/>
                        <a:pt x="96298" y="28670"/>
                      </a:cubicBezTo>
                      <a:lnTo>
                        <a:pt x="94583" y="28670"/>
                      </a:lnTo>
                      <a:cubicBezTo>
                        <a:pt x="93154" y="28670"/>
                        <a:pt x="92011" y="28956"/>
                        <a:pt x="91344" y="29337"/>
                      </a:cubicBezTo>
                      <a:lnTo>
                        <a:pt x="87439" y="29337"/>
                      </a:lnTo>
                      <a:lnTo>
                        <a:pt x="87439" y="28670"/>
                      </a:lnTo>
                      <a:cubicBezTo>
                        <a:pt x="81915" y="29146"/>
                        <a:pt x="75723" y="29337"/>
                        <a:pt x="68770" y="29337"/>
                      </a:cubicBezTo>
                      <a:cubicBezTo>
                        <a:pt x="64484" y="29432"/>
                        <a:pt x="58198" y="29432"/>
                        <a:pt x="49911" y="29337"/>
                      </a:cubicBezTo>
                      <a:lnTo>
                        <a:pt x="31146" y="29337"/>
                      </a:lnTo>
                      <a:cubicBezTo>
                        <a:pt x="30289" y="31528"/>
                        <a:pt x="29908" y="33909"/>
                        <a:pt x="29908" y="36671"/>
                      </a:cubicBezTo>
                      <a:cubicBezTo>
                        <a:pt x="29908" y="37528"/>
                        <a:pt x="29908" y="38767"/>
                        <a:pt x="30003" y="40481"/>
                      </a:cubicBezTo>
                      <a:lnTo>
                        <a:pt x="30003" y="44482"/>
                      </a:lnTo>
                      <a:cubicBezTo>
                        <a:pt x="30003" y="47149"/>
                        <a:pt x="29718" y="49530"/>
                        <a:pt x="29146" y="51625"/>
                      </a:cubicBezTo>
                      <a:cubicBezTo>
                        <a:pt x="29527" y="53340"/>
                        <a:pt x="29813" y="54959"/>
                        <a:pt x="30003" y="56674"/>
                      </a:cubicBezTo>
                      <a:cubicBezTo>
                        <a:pt x="30670" y="58864"/>
                        <a:pt x="31718" y="59912"/>
                        <a:pt x="33242" y="59912"/>
                      </a:cubicBezTo>
                      <a:cubicBezTo>
                        <a:pt x="33718" y="59912"/>
                        <a:pt x="34194" y="59912"/>
                        <a:pt x="34671" y="59722"/>
                      </a:cubicBezTo>
                      <a:cubicBezTo>
                        <a:pt x="35052" y="59912"/>
                        <a:pt x="35433" y="59912"/>
                        <a:pt x="35909" y="59912"/>
                      </a:cubicBezTo>
                      <a:cubicBezTo>
                        <a:pt x="36386" y="59912"/>
                        <a:pt x="37052" y="59817"/>
                        <a:pt x="38100" y="59531"/>
                      </a:cubicBezTo>
                      <a:cubicBezTo>
                        <a:pt x="39052" y="59341"/>
                        <a:pt x="39719" y="59150"/>
                        <a:pt x="40100" y="59150"/>
                      </a:cubicBezTo>
                      <a:cubicBezTo>
                        <a:pt x="41053" y="59150"/>
                        <a:pt x="41814" y="59626"/>
                        <a:pt x="42386" y="60579"/>
                      </a:cubicBezTo>
                      <a:cubicBezTo>
                        <a:pt x="45625" y="59626"/>
                        <a:pt x="49435" y="59150"/>
                        <a:pt x="53721" y="59150"/>
                      </a:cubicBezTo>
                      <a:cubicBezTo>
                        <a:pt x="55912" y="59150"/>
                        <a:pt x="59055" y="59341"/>
                        <a:pt x="63151" y="59626"/>
                      </a:cubicBezTo>
                      <a:cubicBezTo>
                        <a:pt x="67246" y="59912"/>
                        <a:pt x="70389" y="60103"/>
                        <a:pt x="72390" y="60103"/>
                      </a:cubicBezTo>
                      <a:cubicBezTo>
                        <a:pt x="74390" y="60103"/>
                        <a:pt x="76295" y="60007"/>
                        <a:pt x="78105" y="59722"/>
                      </a:cubicBezTo>
                      <a:cubicBezTo>
                        <a:pt x="78962" y="62675"/>
                        <a:pt x="79248" y="66961"/>
                        <a:pt x="79153" y="72295"/>
                      </a:cubicBezTo>
                      <a:cubicBezTo>
                        <a:pt x="79057" y="78391"/>
                        <a:pt x="79153" y="82582"/>
                        <a:pt x="79534" y="84868"/>
                      </a:cubicBezTo>
                      <a:cubicBezTo>
                        <a:pt x="77057" y="86677"/>
                        <a:pt x="73628" y="87535"/>
                        <a:pt x="69342" y="87535"/>
                      </a:cubicBezTo>
                      <a:cubicBezTo>
                        <a:pt x="67532" y="87535"/>
                        <a:pt x="64770" y="87344"/>
                        <a:pt x="61150" y="86963"/>
                      </a:cubicBezTo>
                      <a:cubicBezTo>
                        <a:pt x="57531" y="86582"/>
                        <a:pt x="54769" y="86487"/>
                        <a:pt x="52768" y="86487"/>
                      </a:cubicBezTo>
                      <a:cubicBezTo>
                        <a:pt x="50959" y="86487"/>
                        <a:pt x="49339" y="86582"/>
                        <a:pt x="47720" y="86868"/>
                      </a:cubicBezTo>
                      <a:lnTo>
                        <a:pt x="47720" y="86011"/>
                      </a:lnTo>
                      <a:cubicBezTo>
                        <a:pt x="46863" y="86106"/>
                        <a:pt x="45053" y="86201"/>
                        <a:pt x="42196" y="86201"/>
                      </a:cubicBezTo>
                      <a:cubicBezTo>
                        <a:pt x="40291" y="86201"/>
                        <a:pt x="38481" y="86677"/>
                        <a:pt x="36862" y="87439"/>
                      </a:cubicBezTo>
                      <a:cubicBezTo>
                        <a:pt x="36195" y="87058"/>
                        <a:pt x="35433" y="86868"/>
                        <a:pt x="34480" y="86868"/>
                      </a:cubicBezTo>
                      <a:cubicBezTo>
                        <a:pt x="33051" y="86963"/>
                        <a:pt x="32195" y="86963"/>
                        <a:pt x="32004" y="86868"/>
                      </a:cubicBezTo>
                      <a:cubicBezTo>
                        <a:pt x="30003" y="87439"/>
                        <a:pt x="29146" y="88963"/>
                        <a:pt x="29146" y="91345"/>
                      </a:cubicBezTo>
                      <a:cubicBezTo>
                        <a:pt x="29146" y="92964"/>
                        <a:pt x="29432" y="94297"/>
                        <a:pt x="30003" y="95250"/>
                      </a:cubicBezTo>
                      <a:cubicBezTo>
                        <a:pt x="27337" y="94488"/>
                        <a:pt x="25051" y="95250"/>
                        <a:pt x="22955" y="97250"/>
                      </a:cubicBezTo>
                      <a:lnTo>
                        <a:pt x="27622" y="96393"/>
                      </a:lnTo>
                      <a:lnTo>
                        <a:pt x="27146" y="97250"/>
                      </a:lnTo>
                      <a:cubicBezTo>
                        <a:pt x="27146" y="97250"/>
                        <a:pt x="27622" y="98012"/>
                        <a:pt x="28004" y="98012"/>
                      </a:cubicBezTo>
                      <a:cubicBezTo>
                        <a:pt x="27813" y="98012"/>
                        <a:pt x="28480" y="97441"/>
                        <a:pt x="30003" y="96393"/>
                      </a:cubicBezTo>
                      <a:cubicBezTo>
                        <a:pt x="30003" y="95917"/>
                        <a:pt x="30003" y="99346"/>
                        <a:pt x="29908" y="106775"/>
                      </a:cubicBezTo>
                      <a:cubicBezTo>
                        <a:pt x="29718" y="111061"/>
                        <a:pt x="30480" y="114395"/>
                        <a:pt x="32099" y="116681"/>
                      </a:cubicBezTo>
                      <a:cubicBezTo>
                        <a:pt x="36480" y="117253"/>
                        <a:pt x="41148" y="117634"/>
                        <a:pt x="46101" y="117634"/>
                      </a:cubicBezTo>
                      <a:cubicBezTo>
                        <a:pt x="49816" y="117634"/>
                        <a:pt x="55245" y="117348"/>
                        <a:pt x="62293" y="116872"/>
                      </a:cubicBezTo>
                      <a:cubicBezTo>
                        <a:pt x="69437" y="116396"/>
                        <a:pt x="74771" y="116110"/>
                        <a:pt x="78391" y="116110"/>
                      </a:cubicBezTo>
                      <a:cubicBezTo>
                        <a:pt x="83820" y="116110"/>
                        <a:pt x="88773" y="116491"/>
                        <a:pt x="93440" y="117253"/>
                      </a:cubicBezTo>
                      <a:cubicBezTo>
                        <a:pt x="94297" y="115348"/>
                        <a:pt x="95917" y="115157"/>
                        <a:pt x="98488" y="116681"/>
                      </a:cubicBezTo>
                      <a:close/>
                      <a:moveTo>
                        <a:pt x="6001" y="26575"/>
                      </a:moveTo>
                      <a:lnTo>
                        <a:pt x="7048" y="28003"/>
                      </a:lnTo>
                      <a:lnTo>
                        <a:pt x="6858" y="28384"/>
                      </a:lnTo>
                      <a:cubicBezTo>
                        <a:pt x="6382" y="27908"/>
                        <a:pt x="6096" y="27242"/>
                        <a:pt x="6001" y="26575"/>
                      </a:cubicBezTo>
                      <a:close/>
                      <a:moveTo>
                        <a:pt x="42767" y="77819"/>
                      </a:moveTo>
                      <a:lnTo>
                        <a:pt x="40671" y="77819"/>
                      </a:lnTo>
                      <a:cubicBezTo>
                        <a:pt x="41053" y="78676"/>
                        <a:pt x="41720" y="78676"/>
                        <a:pt x="42767" y="77819"/>
                      </a:cubicBezTo>
                      <a:lnTo>
                        <a:pt x="43624" y="77819"/>
                      </a:lnTo>
                      <a:cubicBezTo>
                        <a:pt x="43624" y="77819"/>
                        <a:pt x="44005" y="78486"/>
                        <a:pt x="44005" y="79057"/>
                      </a:cubicBezTo>
                      <a:lnTo>
                        <a:pt x="46482" y="77819"/>
                      </a:lnTo>
                      <a:cubicBezTo>
                        <a:pt x="47054" y="78486"/>
                        <a:pt x="47339" y="78867"/>
                        <a:pt x="47339" y="79057"/>
                      </a:cubicBezTo>
                      <a:lnTo>
                        <a:pt x="50006" y="79057"/>
                      </a:lnTo>
                      <a:lnTo>
                        <a:pt x="50006" y="77819"/>
                      </a:lnTo>
                      <a:lnTo>
                        <a:pt x="43529" y="77819"/>
                      </a:lnTo>
                      <a:cubicBezTo>
                        <a:pt x="43529" y="77819"/>
                        <a:pt x="42958" y="77629"/>
                        <a:pt x="42672" y="77819"/>
                      </a:cubicBezTo>
                      <a:close/>
                      <a:moveTo>
                        <a:pt x="77819" y="10192"/>
                      </a:moveTo>
                      <a:lnTo>
                        <a:pt x="76390" y="9334"/>
                      </a:lnTo>
                      <a:lnTo>
                        <a:pt x="77819" y="12192"/>
                      </a:lnTo>
                      <a:lnTo>
                        <a:pt x="77819" y="10192"/>
                      </a:lnTo>
                      <a:close/>
                      <a:moveTo>
                        <a:pt x="110966" y="126301"/>
                      </a:moveTo>
                      <a:lnTo>
                        <a:pt x="111728" y="126301"/>
                      </a:lnTo>
                      <a:lnTo>
                        <a:pt x="109538" y="127540"/>
                      </a:lnTo>
                      <a:lnTo>
                        <a:pt x="110966" y="12630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00" name="Google Shape;1000;p99"/>
              <p:cNvGrpSpPr/>
              <p:nvPr/>
            </p:nvGrpSpPr>
            <p:grpSpPr>
              <a:xfrm>
                <a:off x="12482506" y="4061651"/>
                <a:ext cx="419099" cy="117252"/>
                <a:chOff x="7229188" y="1779746"/>
                <a:chExt cx="419099" cy="117252"/>
              </a:xfrm>
            </p:grpSpPr>
            <p:sp>
              <p:nvSpPr>
                <p:cNvPr id="1001" name="Google Shape;1001;p99"/>
                <p:cNvSpPr/>
                <p:nvPr/>
              </p:nvSpPr>
              <p:spPr>
                <a:xfrm>
                  <a:off x="7229188" y="1796033"/>
                  <a:ext cx="92773" cy="99821"/>
                </a:xfrm>
                <a:custGeom>
                  <a:avLst/>
                  <a:gdLst/>
                  <a:ahLst/>
                  <a:cxnLst/>
                  <a:rect l="l" t="t" r="r" b="b"/>
                  <a:pathLst>
                    <a:path w="92773" h="99821" extrusionOk="0">
                      <a:moveTo>
                        <a:pt x="1334" y="68961"/>
                      </a:moveTo>
                      <a:cubicBezTo>
                        <a:pt x="1334" y="69818"/>
                        <a:pt x="1334" y="70199"/>
                        <a:pt x="1715" y="70199"/>
                      </a:cubicBezTo>
                      <a:cubicBezTo>
                        <a:pt x="1810" y="70199"/>
                        <a:pt x="2000" y="70199"/>
                        <a:pt x="2286" y="70104"/>
                      </a:cubicBezTo>
                      <a:cubicBezTo>
                        <a:pt x="2477" y="70104"/>
                        <a:pt x="2763" y="70009"/>
                        <a:pt x="2858" y="70009"/>
                      </a:cubicBezTo>
                      <a:cubicBezTo>
                        <a:pt x="3143" y="70009"/>
                        <a:pt x="3239" y="70199"/>
                        <a:pt x="3334" y="70485"/>
                      </a:cubicBezTo>
                      <a:cubicBezTo>
                        <a:pt x="1334" y="70485"/>
                        <a:pt x="191" y="70295"/>
                        <a:pt x="0" y="70009"/>
                      </a:cubicBezTo>
                      <a:lnTo>
                        <a:pt x="1334" y="68961"/>
                      </a:lnTo>
                      <a:close/>
                      <a:moveTo>
                        <a:pt x="3334" y="81629"/>
                      </a:moveTo>
                      <a:cubicBezTo>
                        <a:pt x="3334" y="81629"/>
                        <a:pt x="3810" y="81058"/>
                        <a:pt x="4286" y="81058"/>
                      </a:cubicBezTo>
                      <a:lnTo>
                        <a:pt x="5620" y="81058"/>
                      </a:lnTo>
                      <a:cubicBezTo>
                        <a:pt x="5620" y="81058"/>
                        <a:pt x="5239" y="81629"/>
                        <a:pt x="4572" y="81629"/>
                      </a:cubicBezTo>
                      <a:lnTo>
                        <a:pt x="3239" y="81629"/>
                      </a:lnTo>
                      <a:close/>
                      <a:moveTo>
                        <a:pt x="7525" y="88202"/>
                      </a:moveTo>
                      <a:lnTo>
                        <a:pt x="7525" y="86868"/>
                      </a:lnTo>
                      <a:lnTo>
                        <a:pt x="8573" y="86868"/>
                      </a:lnTo>
                      <a:lnTo>
                        <a:pt x="7525" y="88202"/>
                      </a:lnTo>
                      <a:close/>
                      <a:moveTo>
                        <a:pt x="12859" y="80010"/>
                      </a:moveTo>
                      <a:cubicBezTo>
                        <a:pt x="12859" y="80010"/>
                        <a:pt x="13907" y="80200"/>
                        <a:pt x="14764" y="81058"/>
                      </a:cubicBezTo>
                      <a:lnTo>
                        <a:pt x="14383" y="81629"/>
                      </a:lnTo>
                      <a:lnTo>
                        <a:pt x="12859" y="80010"/>
                      </a:lnTo>
                      <a:close/>
                      <a:moveTo>
                        <a:pt x="14764" y="88202"/>
                      </a:moveTo>
                      <a:cubicBezTo>
                        <a:pt x="14764" y="88202"/>
                        <a:pt x="15240" y="87916"/>
                        <a:pt x="15526" y="87440"/>
                      </a:cubicBezTo>
                      <a:cubicBezTo>
                        <a:pt x="15812" y="87058"/>
                        <a:pt x="16097" y="86773"/>
                        <a:pt x="16383" y="86773"/>
                      </a:cubicBezTo>
                      <a:cubicBezTo>
                        <a:pt x="16383" y="87154"/>
                        <a:pt x="16193" y="87535"/>
                        <a:pt x="15716" y="88106"/>
                      </a:cubicBezTo>
                      <a:lnTo>
                        <a:pt x="14764" y="88106"/>
                      </a:lnTo>
                      <a:close/>
                      <a:moveTo>
                        <a:pt x="17145" y="77153"/>
                      </a:moveTo>
                      <a:lnTo>
                        <a:pt x="16764" y="78105"/>
                      </a:lnTo>
                      <a:lnTo>
                        <a:pt x="15336" y="78105"/>
                      </a:lnTo>
                      <a:cubicBezTo>
                        <a:pt x="15716" y="77153"/>
                        <a:pt x="16003" y="76676"/>
                        <a:pt x="16383" y="76676"/>
                      </a:cubicBezTo>
                      <a:cubicBezTo>
                        <a:pt x="16574" y="76676"/>
                        <a:pt x="16859" y="76867"/>
                        <a:pt x="17050" y="77153"/>
                      </a:cubicBezTo>
                      <a:close/>
                      <a:moveTo>
                        <a:pt x="19145" y="68580"/>
                      </a:moveTo>
                      <a:lnTo>
                        <a:pt x="19145" y="69533"/>
                      </a:lnTo>
                      <a:lnTo>
                        <a:pt x="17145" y="67913"/>
                      </a:lnTo>
                      <a:cubicBezTo>
                        <a:pt x="17622" y="67723"/>
                        <a:pt x="18288" y="67913"/>
                        <a:pt x="19145" y="68580"/>
                      </a:cubicBezTo>
                      <a:close/>
                      <a:moveTo>
                        <a:pt x="17145" y="82963"/>
                      </a:moveTo>
                      <a:cubicBezTo>
                        <a:pt x="17812" y="82963"/>
                        <a:pt x="18193" y="83439"/>
                        <a:pt x="18193" y="84296"/>
                      </a:cubicBezTo>
                      <a:lnTo>
                        <a:pt x="17145" y="84296"/>
                      </a:lnTo>
                      <a:lnTo>
                        <a:pt x="17145" y="82963"/>
                      </a:lnTo>
                      <a:close/>
                      <a:moveTo>
                        <a:pt x="19527" y="93536"/>
                      </a:moveTo>
                      <a:lnTo>
                        <a:pt x="19145" y="93059"/>
                      </a:lnTo>
                      <a:lnTo>
                        <a:pt x="21050" y="91916"/>
                      </a:lnTo>
                      <a:lnTo>
                        <a:pt x="19431" y="93536"/>
                      </a:lnTo>
                      <a:close/>
                      <a:moveTo>
                        <a:pt x="92679" y="73819"/>
                      </a:moveTo>
                      <a:lnTo>
                        <a:pt x="88297" y="74390"/>
                      </a:lnTo>
                      <a:cubicBezTo>
                        <a:pt x="88297" y="74390"/>
                        <a:pt x="88202" y="74676"/>
                        <a:pt x="88202" y="74771"/>
                      </a:cubicBezTo>
                      <a:cubicBezTo>
                        <a:pt x="88202" y="74962"/>
                        <a:pt x="88583" y="75343"/>
                        <a:pt x="89250" y="75724"/>
                      </a:cubicBezTo>
                      <a:cubicBezTo>
                        <a:pt x="89916" y="76200"/>
                        <a:pt x="90297" y="76581"/>
                        <a:pt x="90297" y="77153"/>
                      </a:cubicBezTo>
                      <a:lnTo>
                        <a:pt x="91345" y="77153"/>
                      </a:lnTo>
                      <a:cubicBezTo>
                        <a:pt x="90869" y="79724"/>
                        <a:pt x="90393" y="82296"/>
                        <a:pt x="90011" y="84868"/>
                      </a:cubicBezTo>
                      <a:cubicBezTo>
                        <a:pt x="89345" y="87630"/>
                        <a:pt x="87725" y="89345"/>
                        <a:pt x="85154" y="90202"/>
                      </a:cubicBezTo>
                      <a:cubicBezTo>
                        <a:pt x="84773" y="88773"/>
                        <a:pt x="83725" y="88297"/>
                        <a:pt x="82201" y="88868"/>
                      </a:cubicBezTo>
                      <a:lnTo>
                        <a:pt x="81725" y="89249"/>
                      </a:lnTo>
                      <a:lnTo>
                        <a:pt x="83630" y="91250"/>
                      </a:lnTo>
                      <a:cubicBezTo>
                        <a:pt x="82868" y="91059"/>
                        <a:pt x="82106" y="90583"/>
                        <a:pt x="81153" y="89821"/>
                      </a:cubicBezTo>
                      <a:cubicBezTo>
                        <a:pt x="80296" y="89059"/>
                        <a:pt x="79534" y="88678"/>
                        <a:pt x="79058" y="88678"/>
                      </a:cubicBezTo>
                      <a:cubicBezTo>
                        <a:pt x="78486" y="88678"/>
                        <a:pt x="77820" y="88963"/>
                        <a:pt x="77058" y="89630"/>
                      </a:cubicBezTo>
                      <a:lnTo>
                        <a:pt x="78772" y="89630"/>
                      </a:lnTo>
                      <a:lnTo>
                        <a:pt x="78391" y="90297"/>
                      </a:lnTo>
                      <a:cubicBezTo>
                        <a:pt x="79439" y="90678"/>
                        <a:pt x="80677" y="91440"/>
                        <a:pt x="82296" y="92678"/>
                      </a:cubicBezTo>
                      <a:lnTo>
                        <a:pt x="78772" y="94202"/>
                      </a:lnTo>
                      <a:lnTo>
                        <a:pt x="79439" y="94583"/>
                      </a:lnTo>
                      <a:cubicBezTo>
                        <a:pt x="79439" y="94583"/>
                        <a:pt x="77915" y="95250"/>
                        <a:pt x="75438" y="96298"/>
                      </a:cubicBezTo>
                      <a:cubicBezTo>
                        <a:pt x="74105" y="96774"/>
                        <a:pt x="72962" y="97060"/>
                        <a:pt x="71724" y="97060"/>
                      </a:cubicBezTo>
                      <a:cubicBezTo>
                        <a:pt x="71152" y="97060"/>
                        <a:pt x="70581" y="97060"/>
                        <a:pt x="69914" y="96965"/>
                      </a:cubicBezTo>
                      <a:cubicBezTo>
                        <a:pt x="69533" y="98108"/>
                        <a:pt x="69342" y="98870"/>
                        <a:pt x="69533" y="99250"/>
                      </a:cubicBezTo>
                      <a:lnTo>
                        <a:pt x="50673" y="99822"/>
                      </a:lnTo>
                      <a:cubicBezTo>
                        <a:pt x="49149" y="98393"/>
                        <a:pt x="46768" y="97250"/>
                        <a:pt x="43529" y="96298"/>
                      </a:cubicBezTo>
                      <a:cubicBezTo>
                        <a:pt x="39910" y="95250"/>
                        <a:pt x="37624" y="94393"/>
                        <a:pt x="36672" y="93726"/>
                      </a:cubicBezTo>
                      <a:cubicBezTo>
                        <a:pt x="36291" y="93154"/>
                        <a:pt x="35529" y="92774"/>
                        <a:pt x="34481" y="92488"/>
                      </a:cubicBezTo>
                      <a:cubicBezTo>
                        <a:pt x="33433" y="92202"/>
                        <a:pt x="32481" y="92012"/>
                        <a:pt x="31433" y="91726"/>
                      </a:cubicBezTo>
                      <a:lnTo>
                        <a:pt x="32766" y="90392"/>
                      </a:lnTo>
                      <a:lnTo>
                        <a:pt x="30861" y="88392"/>
                      </a:lnTo>
                      <a:lnTo>
                        <a:pt x="30385" y="89725"/>
                      </a:lnTo>
                      <a:cubicBezTo>
                        <a:pt x="28766" y="89345"/>
                        <a:pt x="27813" y="87916"/>
                        <a:pt x="27623" y="85630"/>
                      </a:cubicBezTo>
                      <a:cubicBezTo>
                        <a:pt x="27623" y="83534"/>
                        <a:pt x="26384" y="82487"/>
                        <a:pt x="24194" y="82487"/>
                      </a:cubicBezTo>
                      <a:lnTo>
                        <a:pt x="22575" y="82487"/>
                      </a:lnTo>
                      <a:cubicBezTo>
                        <a:pt x="24003" y="82487"/>
                        <a:pt x="24670" y="81629"/>
                        <a:pt x="24670" y="80105"/>
                      </a:cubicBezTo>
                      <a:cubicBezTo>
                        <a:pt x="24670" y="79629"/>
                        <a:pt x="24575" y="79153"/>
                        <a:pt x="24289" y="78772"/>
                      </a:cubicBezTo>
                      <a:cubicBezTo>
                        <a:pt x="24003" y="78391"/>
                        <a:pt x="23146" y="77819"/>
                        <a:pt x="21717" y="77248"/>
                      </a:cubicBezTo>
                      <a:lnTo>
                        <a:pt x="21336" y="77629"/>
                      </a:lnTo>
                      <a:cubicBezTo>
                        <a:pt x="21336" y="77629"/>
                        <a:pt x="21146" y="77915"/>
                        <a:pt x="20955" y="77915"/>
                      </a:cubicBezTo>
                      <a:cubicBezTo>
                        <a:pt x="20670" y="77915"/>
                        <a:pt x="20479" y="77533"/>
                        <a:pt x="20288" y="76962"/>
                      </a:cubicBezTo>
                      <a:cubicBezTo>
                        <a:pt x="20098" y="76391"/>
                        <a:pt x="20098" y="75819"/>
                        <a:pt x="20288" y="75343"/>
                      </a:cubicBezTo>
                      <a:cubicBezTo>
                        <a:pt x="21146" y="75152"/>
                        <a:pt x="22384" y="74295"/>
                        <a:pt x="24003" y="72771"/>
                      </a:cubicBezTo>
                      <a:cubicBezTo>
                        <a:pt x="25528" y="71438"/>
                        <a:pt x="26766" y="70771"/>
                        <a:pt x="27718" y="70771"/>
                      </a:cubicBezTo>
                      <a:cubicBezTo>
                        <a:pt x="28194" y="70771"/>
                        <a:pt x="28766" y="70866"/>
                        <a:pt x="29337" y="71152"/>
                      </a:cubicBezTo>
                      <a:cubicBezTo>
                        <a:pt x="29052" y="70580"/>
                        <a:pt x="28956" y="70104"/>
                        <a:pt x="29337" y="69628"/>
                      </a:cubicBezTo>
                      <a:cubicBezTo>
                        <a:pt x="29623" y="69247"/>
                        <a:pt x="29337" y="68580"/>
                        <a:pt x="28480" y="67723"/>
                      </a:cubicBezTo>
                      <a:lnTo>
                        <a:pt x="32671" y="65723"/>
                      </a:lnTo>
                      <a:lnTo>
                        <a:pt x="31623" y="64389"/>
                      </a:lnTo>
                      <a:cubicBezTo>
                        <a:pt x="32290" y="64389"/>
                        <a:pt x="33338" y="64008"/>
                        <a:pt x="34862" y="63246"/>
                      </a:cubicBezTo>
                      <a:cubicBezTo>
                        <a:pt x="36386" y="62484"/>
                        <a:pt x="37338" y="62103"/>
                        <a:pt x="37815" y="62103"/>
                      </a:cubicBezTo>
                      <a:cubicBezTo>
                        <a:pt x="38672" y="62103"/>
                        <a:pt x="39148" y="62770"/>
                        <a:pt x="39434" y="64008"/>
                      </a:cubicBezTo>
                      <a:cubicBezTo>
                        <a:pt x="39244" y="66770"/>
                        <a:pt x="40196" y="69437"/>
                        <a:pt x="42386" y="72200"/>
                      </a:cubicBezTo>
                      <a:cubicBezTo>
                        <a:pt x="43435" y="73533"/>
                        <a:pt x="45720" y="75629"/>
                        <a:pt x="48959" y="78391"/>
                      </a:cubicBezTo>
                      <a:cubicBezTo>
                        <a:pt x="49435" y="79534"/>
                        <a:pt x="50292" y="80105"/>
                        <a:pt x="51435" y="80105"/>
                      </a:cubicBezTo>
                      <a:cubicBezTo>
                        <a:pt x="51721" y="80105"/>
                        <a:pt x="52293" y="80105"/>
                        <a:pt x="52960" y="79915"/>
                      </a:cubicBezTo>
                      <a:cubicBezTo>
                        <a:pt x="53626" y="79820"/>
                        <a:pt x="54197" y="79724"/>
                        <a:pt x="54579" y="79724"/>
                      </a:cubicBezTo>
                      <a:cubicBezTo>
                        <a:pt x="55341" y="79724"/>
                        <a:pt x="56007" y="79915"/>
                        <a:pt x="56674" y="80200"/>
                      </a:cubicBezTo>
                      <a:cubicBezTo>
                        <a:pt x="57341" y="80582"/>
                        <a:pt x="58103" y="80677"/>
                        <a:pt x="58960" y="80677"/>
                      </a:cubicBezTo>
                      <a:cubicBezTo>
                        <a:pt x="60484" y="80677"/>
                        <a:pt x="62199" y="80010"/>
                        <a:pt x="64199" y="78581"/>
                      </a:cubicBezTo>
                      <a:cubicBezTo>
                        <a:pt x="67247" y="76581"/>
                        <a:pt x="68866" y="75533"/>
                        <a:pt x="69342" y="75343"/>
                      </a:cubicBezTo>
                      <a:cubicBezTo>
                        <a:pt x="69723" y="74676"/>
                        <a:pt x="70009" y="74009"/>
                        <a:pt x="70009" y="73342"/>
                      </a:cubicBezTo>
                      <a:cubicBezTo>
                        <a:pt x="70009" y="72390"/>
                        <a:pt x="69438" y="71057"/>
                        <a:pt x="68295" y="69437"/>
                      </a:cubicBezTo>
                      <a:cubicBezTo>
                        <a:pt x="67152" y="67818"/>
                        <a:pt x="66580" y="66580"/>
                        <a:pt x="66390" y="65818"/>
                      </a:cubicBezTo>
                      <a:cubicBezTo>
                        <a:pt x="64294" y="65532"/>
                        <a:pt x="63151" y="64675"/>
                        <a:pt x="62865" y="63437"/>
                      </a:cubicBezTo>
                      <a:lnTo>
                        <a:pt x="63532" y="62960"/>
                      </a:lnTo>
                      <a:cubicBezTo>
                        <a:pt x="60865" y="61722"/>
                        <a:pt x="57150" y="59817"/>
                        <a:pt x="52483" y="57245"/>
                      </a:cubicBezTo>
                      <a:cubicBezTo>
                        <a:pt x="52007" y="57626"/>
                        <a:pt x="51531" y="57817"/>
                        <a:pt x="50959" y="57817"/>
                      </a:cubicBezTo>
                      <a:cubicBezTo>
                        <a:pt x="50292" y="57817"/>
                        <a:pt x="49435" y="57341"/>
                        <a:pt x="48483" y="56388"/>
                      </a:cubicBezTo>
                      <a:cubicBezTo>
                        <a:pt x="47530" y="55436"/>
                        <a:pt x="46673" y="55054"/>
                        <a:pt x="46101" y="55054"/>
                      </a:cubicBezTo>
                      <a:cubicBezTo>
                        <a:pt x="45816" y="55054"/>
                        <a:pt x="45625" y="55054"/>
                        <a:pt x="45339" y="55340"/>
                      </a:cubicBezTo>
                      <a:cubicBezTo>
                        <a:pt x="43244" y="54769"/>
                        <a:pt x="41243" y="53054"/>
                        <a:pt x="39148" y="50292"/>
                      </a:cubicBezTo>
                      <a:cubicBezTo>
                        <a:pt x="36862" y="47149"/>
                        <a:pt x="34862" y="45053"/>
                        <a:pt x="33243" y="44196"/>
                      </a:cubicBezTo>
                      <a:cubicBezTo>
                        <a:pt x="33433" y="43244"/>
                        <a:pt x="33052" y="42196"/>
                        <a:pt x="32004" y="40767"/>
                      </a:cubicBezTo>
                      <a:cubicBezTo>
                        <a:pt x="31052" y="39433"/>
                        <a:pt x="30671" y="38386"/>
                        <a:pt x="30766" y="37624"/>
                      </a:cubicBezTo>
                      <a:cubicBezTo>
                        <a:pt x="30195" y="36481"/>
                        <a:pt x="29813" y="34480"/>
                        <a:pt x="29623" y="31433"/>
                      </a:cubicBezTo>
                      <a:cubicBezTo>
                        <a:pt x="29433" y="28670"/>
                        <a:pt x="29337" y="26003"/>
                        <a:pt x="29242" y="23241"/>
                      </a:cubicBezTo>
                      <a:cubicBezTo>
                        <a:pt x="29909" y="23050"/>
                        <a:pt x="30290" y="22670"/>
                        <a:pt x="30290" y="22288"/>
                      </a:cubicBezTo>
                      <a:cubicBezTo>
                        <a:pt x="30290" y="22003"/>
                        <a:pt x="30099" y="21622"/>
                        <a:pt x="29813" y="21146"/>
                      </a:cubicBezTo>
                      <a:cubicBezTo>
                        <a:pt x="29433" y="20574"/>
                        <a:pt x="29242" y="20193"/>
                        <a:pt x="29242" y="20003"/>
                      </a:cubicBezTo>
                      <a:cubicBezTo>
                        <a:pt x="29719" y="18859"/>
                        <a:pt x="31147" y="17240"/>
                        <a:pt x="33528" y="15335"/>
                      </a:cubicBezTo>
                      <a:cubicBezTo>
                        <a:pt x="35529" y="13621"/>
                        <a:pt x="36481" y="11906"/>
                        <a:pt x="36481" y="10382"/>
                      </a:cubicBezTo>
                      <a:cubicBezTo>
                        <a:pt x="36767" y="10382"/>
                        <a:pt x="37338" y="10001"/>
                        <a:pt x="38195" y="9430"/>
                      </a:cubicBezTo>
                      <a:cubicBezTo>
                        <a:pt x="38958" y="8858"/>
                        <a:pt x="39529" y="8573"/>
                        <a:pt x="39815" y="8573"/>
                      </a:cubicBezTo>
                      <a:cubicBezTo>
                        <a:pt x="40100" y="8573"/>
                        <a:pt x="40291" y="8763"/>
                        <a:pt x="40481" y="9049"/>
                      </a:cubicBezTo>
                      <a:cubicBezTo>
                        <a:pt x="42006" y="6668"/>
                        <a:pt x="44578" y="4763"/>
                        <a:pt x="48102" y="3429"/>
                      </a:cubicBezTo>
                      <a:cubicBezTo>
                        <a:pt x="51150" y="2477"/>
                        <a:pt x="54197" y="1429"/>
                        <a:pt x="57341" y="476"/>
                      </a:cubicBezTo>
                      <a:cubicBezTo>
                        <a:pt x="58294" y="95"/>
                        <a:pt x="59150" y="0"/>
                        <a:pt x="60103" y="0"/>
                      </a:cubicBezTo>
                      <a:cubicBezTo>
                        <a:pt x="61436" y="0"/>
                        <a:pt x="63151" y="572"/>
                        <a:pt x="65437" y="1524"/>
                      </a:cubicBezTo>
                      <a:cubicBezTo>
                        <a:pt x="67723" y="2572"/>
                        <a:pt x="69438" y="3048"/>
                        <a:pt x="70771" y="3048"/>
                      </a:cubicBezTo>
                      <a:cubicBezTo>
                        <a:pt x="71343" y="3048"/>
                        <a:pt x="71914" y="3048"/>
                        <a:pt x="72486" y="2762"/>
                      </a:cubicBezTo>
                      <a:cubicBezTo>
                        <a:pt x="73057" y="3905"/>
                        <a:pt x="74105" y="4763"/>
                        <a:pt x="75629" y="5144"/>
                      </a:cubicBezTo>
                      <a:cubicBezTo>
                        <a:pt x="77534" y="5715"/>
                        <a:pt x="78772" y="6191"/>
                        <a:pt x="79343" y="6668"/>
                      </a:cubicBezTo>
                      <a:cubicBezTo>
                        <a:pt x="82106" y="6953"/>
                        <a:pt x="84677" y="10573"/>
                        <a:pt x="86869" y="17621"/>
                      </a:cubicBezTo>
                      <a:cubicBezTo>
                        <a:pt x="86869" y="18574"/>
                        <a:pt x="86106" y="19907"/>
                        <a:pt x="84677" y="21622"/>
                      </a:cubicBezTo>
                      <a:cubicBezTo>
                        <a:pt x="83344" y="23336"/>
                        <a:pt x="82678" y="24670"/>
                        <a:pt x="82772" y="25813"/>
                      </a:cubicBezTo>
                      <a:cubicBezTo>
                        <a:pt x="81820" y="25622"/>
                        <a:pt x="81344" y="26003"/>
                        <a:pt x="81249" y="26765"/>
                      </a:cubicBezTo>
                      <a:cubicBezTo>
                        <a:pt x="81249" y="27813"/>
                        <a:pt x="80963" y="28480"/>
                        <a:pt x="80582" y="28670"/>
                      </a:cubicBezTo>
                      <a:cubicBezTo>
                        <a:pt x="78296" y="29718"/>
                        <a:pt x="76677" y="30290"/>
                        <a:pt x="75724" y="30290"/>
                      </a:cubicBezTo>
                      <a:cubicBezTo>
                        <a:pt x="74391" y="30290"/>
                        <a:pt x="73153" y="29432"/>
                        <a:pt x="72010" y="27813"/>
                      </a:cubicBezTo>
                      <a:cubicBezTo>
                        <a:pt x="72010" y="26479"/>
                        <a:pt x="71152" y="25527"/>
                        <a:pt x="69533" y="24860"/>
                      </a:cubicBezTo>
                      <a:cubicBezTo>
                        <a:pt x="67723" y="24194"/>
                        <a:pt x="66675" y="23432"/>
                        <a:pt x="66294" y="22479"/>
                      </a:cubicBezTo>
                      <a:cubicBezTo>
                        <a:pt x="65818" y="22479"/>
                        <a:pt x="64484" y="22003"/>
                        <a:pt x="62389" y="21146"/>
                      </a:cubicBezTo>
                      <a:cubicBezTo>
                        <a:pt x="60770" y="20479"/>
                        <a:pt x="59436" y="20098"/>
                        <a:pt x="58388" y="20098"/>
                      </a:cubicBezTo>
                      <a:cubicBezTo>
                        <a:pt x="56960" y="20098"/>
                        <a:pt x="55817" y="20765"/>
                        <a:pt x="54769" y="22098"/>
                      </a:cubicBezTo>
                      <a:cubicBezTo>
                        <a:pt x="54388" y="22098"/>
                        <a:pt x="54197" y="22003"/>
                        <a:pt x="53912" y="22003"/>
                      </a:cubicBezTo>
                      <a:cubicBezTo>
                        <a:pt x="53245" y="22003"/>
                        <a:pt x="52197" y="22574"/>
                        <a:pt x="50864" y="23908"/>
                      </a:cubicBezTo>
                      <a:cubicBezTo>
                        <a:pt x="51245" y="24670"/>
                        <a:pt x="51435" y="25337"/>
                        <a:pt x="51435" y="25908"/>
                      </a:cubicBezTo>
                      <a:cubicBezTo>
                        <a:pt x="51435" y="26670"/>
                        <a:pt x="50864" y="27337"/>
                        <a:pt x="49721" y="28004"/>
                      </a:cubicBezTo>
                      <a:cubicBezTo>
                        <a:pt x="48578" y="28575"/>
                        <a:pt x="48006" y="29242"/>
                        <a:pt x="48006" y="29813"/>
                      </a:cubicBezTo>
                      <a:cubicBezTo>
                        <a:pt x="48006" y="30290"/>
                        <a:pt x="48292" y="30956"/>
                        <a:pt x="48863" y="31813"/>
                      </a:cubicBezTo>
                      <a:cubicBezTo>
                        <a:pt x="52293" y="36862"/>
                        <a:pt x="57627" y="40672"/>
                        <a:pt x="64675" y="43244"/>
                      </a:cubicBezTo>
                      <a:cubicBezTo>
                        <a:pt x="65532" y="43529"/>
                        <a:pt x="66866" y="44291"/>
                        <a:pt x="68580" y="45625"/>
                      </a:cubicBezTo>
                      <a:cubicBezTo>
                        <a:pt x="70295" y="46958"/>
                        <a:pt x="71724" y="47720"/>
                        <a:pt x="72866" y="47911"/>
                      </a:cubicBezTo>
                      <a:cubicBezTo>
                        <a:pt x="74009" y="48006"/>
                        <a:pt x="75629" y="48958"/>
                        <a:pt x="77724" y="50673"/>
                      </a:cubicBezTo>
                      <a:cubicBezTo>
                        <a:pt x="79534" y="52292"/>
                        <a:pt x="81249" y="53054"/>
                        <a:pt x="82963" y="52769"/>
                      </a:cubicBezTo>
                      <a:cubicBezTo>
                        <a:pt x="82963" y="53626"/>
                        <a:pt x="82963" y="54102"/>
                        <a:pt x="83344" y="54102"/>
                      </a:cubicBezTo>
                      <a:cubicBezTo>
                        <a:pt x="84106" y="54102"/>
                        <a:pt x="84677" y="54674"/>
                        <a:pt x="85059" y="55817"/>
                      </a:cubicBezTo>
                      <a:cubicBezTo>
                        <a:pt x="85440" y="56959"/>
                        <a:pt x="86011" y="57341"/>
                        <a:pt x="86678" y="57150"/>
                      </a:cubicBezTo>
                      <a:cubicBezTo>
                        <a:pt x="86869" y="57721"/>
                        <a:pt x="87916" y="59436"/>
                        <a:pt x="89916" y="62294"/>
                      </a:cubicBezTo>
                      <a:cubicBezTo>
                        <a:pt x="91440" y="64579"/>
                        <a:pt x="92107" y="66770"/>
                        <a:pt x="92107" y="68580"/>
                      </a:cubicBezTo>
                      <a:cubicBezTo>
                        <a:pt x="92488" y="69056"/>
                        <a:pt x="92774" y="69628"/>
                        <a:pt x="92774" y="70104"/>
                      </a:cubicBezTo>
                      <a:cubicBezTo>
                        <a:pt x="92774" y="70485"/>
                        <a:pt x="92488" y="71057"/>
                        <a:pt x="92107" y="71628"/>
                      </a:cubicBezTo>
                      <a:cubicBezTo>
                        <a:pt x="91726" y="72200"/>
                        <a:pt x="91440" y="72676"/>
                        <a:pt x="91440" y="72962"/>
                      </a:cubicBezTo>
                      <a:cubicBezTo>
                        <a:pt x="91440" y="73438"/>
                        <a:pt x="91821" y="73914"/>
                        <a:pt x="92488" y="74486"/>
                      </a:cubicBezTo>
                      <a:close/>
                      <a:moveTo>
                        <a:pt x="21146" y="76771"/>
                      </a:moveTo>
                      <a:lnTo>
                        <a:pt x="24003" y="75724"/>
                      </a:lnTo>
                      <a:lnTo>
                        <a:pt x="22670" y="75724"/>
                      </a:lnTo>
                      <a:lnTo>
                        <a:pt x="21146" y="76771"/>
                      </a:lnTo>
                      <a:close/>
                      <a:moveTo>
                        <a:pt x="22003" y="88868"/>
                      </a:moveTo>
                      <a:lnTo>
                        <a:pt x="22670" y="88868"/>
                      </a:lnTo>
                      <a:lnTo>
                        <a:pt x="23718" y="89630"/>
                      </a:lnTo>
                      <a:lnTo>
                        <a:pt x="22098" y="88868"/>
                      </a:lnTo>
                      <a:close/>
                      <a:moveTo>
                        <a:pt x="26004" y="95441"/>
                      </a:moveTo>
                      <a:cubicBezTo>
                        <a:pt x="25813" y="94488"/>
                        <a:pt x="26099" y="93726"/>
                        <a:pt x="26861" y="92964"/>
                      </a:cubicBezTo>
                      <a:lnTo>
                        <a:pt x="26766" y="92964"/>
                      </a:lnTo>
                      <a:cubicBezTo>
                        <a:pt x="26766" y="92964"/>
                        <a:pt x="26956" y="93631"/>
                        <a:pt x="27337" y="94012"/>
                      </a:cubicBezTo>
                      <a:cubicBezTo>
                        <a:pt x="27718" y="94393"/>
                        <a:pt x="27909" y="94679"/>
                        <a:pt x="27909" y="94869"/>
                      </a:cubicBezTo>
                      <a:cubicBezTo>
                        <a:pt x="27909" y="95059"/>
                        <a:pt x="27718" y="95345"/>
                        <a:pt x="27432" y="95441"/>
                      </a:cubicBezTo>
                      <a:lnTo>
                        <a:pt x="26099" y="95441"/>
                      </a:lnTo>
                      <a:close/>
                      <a:moveTo>
                        <a:pt x="27147" y="92583"/>
                      </a:moveTo>
                      <a:cubicBezTo>
                        <a:pt x="27147" y="92583"/>
                        <a:pt x="26956" y="92869"/>
                        <a:pt x="26956" y="92964"/>
                      </a:cubicBezTo>
                      <a:cubicBezTo>
                        <a:pt x="26956" y="92964"/>
                        <a:pt x="26956" y="92774"/>
                        <a:pt x="27147" y="92583"/>
                      </a:cubicBezTo>
                      <a:close/>
                      <a:moveTo>
                        <a:pt x="27432" y="90202"/>
                      </a:moveTo>
                      <a:cubicBezTo>
                        <a:pt x="27432" y="90202"/>
                        <a:pt x="28099" y="90392"/>
                        <a:pt x="28575" y="90869"/>
                      </a:cubicBezTo>
                      <a:cubicBezTo>
                        <a:pt x="28956" y="91250"/>
                        <a:pt x="29242" y="91535"/>
                        <a:pt x="29242" y="91630"/>
                      </a:cubicBezTo>
                      <a:cubicBezTo>
                        <a:pt x="28766" y="91630"/>
                        <a:pt x="28099" y="92012"/>
                        <a:pt x="27147" y="92678"/>
                      </a:cubicBezTo>
                      <a:cubicBezTo>
                        <a:pt x="27813" y="91821"/>
                        <a:pt x="27909" y="91059"/>
                        <a:pt x="27432" y="90297"/>
                      </a:cubicBezTo>
                      <a:close/>
                      <a:moveTo>
                        <a:pt x="30290" y="79629"/>
                      </a:moveTo>
                      <a:lnTo>
                        <a:pt x="30290" y="78677"/>
                      </a:lnTo>
                      <a:lnTo>
                        <a:pt x="27432" y="77153"/>
                      </a:lnTo>
                      <a:lnTo>
                        <a:pt x="30290" y="79629"/>
                      </a:lnTo>
                      <a:close/>
                      <a:moveTo>
                        <a:pt x="32671" y="83534"/>
                      </a:moveTo>
                      <a:cubicBezTo>
                        <a:pt x="32671" y="83534"/>
                        <a:pt x="32957" y="83534"/>
                        <a:pt x="33910" y="83820"/>
                      </a:cubicBezTo>
                      <a:cubicBezTo>
                        <a:pt x="34386" y="83820"/>
                        <a:pt x="34766" y="83629"/>
                        <a:pt x="34957" y="83058"/>
                      </a:cubicBezTo>
                      <a:cubicBezTo>
                        <a:pt x="34004" y="82772"/>
                        <a:pt x="33147" y="82867"/>
                        <a:pt x="32576" y="83534"/>
                      </a:cubicBezTo>
                      <a:cubicBezTo>
                        <a:pt x="32290" y="83534"/>
                        <a:pt x="32195" y="83629"/>
                        <a:pt x="32195" y="83915"/>
                      </a:cubicBezTo>
                      <a:lnTo>
                        <a:pt x="31242" y="84868"/>
                      </a:lnTo>
                      <a:lnTo>
                        <a:pt x="32195" y="84868"/>
                      </a:lnTo>
                      <a:cubicBezTo>
                        <a:pt x="32195" y="84868"/>
                        <a:pt x="32195" y="84106"/>
                        <a:pt x="32195" y="83915"/>
                      </a:cubicBezTo>
                      <a:lnTo>
                        <a:pt x="32576" y="83534"/>
                      </a:lnTo>
                      <a:close/>
                      <a:moveTo>
                        <a:pt x="33243" y="36386"/>
                      </a:moveTo>
                      <a:cubicBezTo>
                        <a:pt x="33243" y="36386"/>
                        <a:pt x="33814" y="35624"/>
                        <a:pt x="33624" y="35242"/>
                      </a:cubicBezTo>
                      <a:lnTo>
                        <a:pt x="34004" y="34385"/>
                      </a:lnTo>
                      <a:cubicBezTo>
                        <a:pt x="34004" y="34385"/>
                        <a:pt x="33243" y="33623"/>
                        <a:pt x="32671" y="33433"/>
                      </a:cubicBezTo>
                      <a:cubicBezTo>
                        <a:pt x="32195" y="33147"/>
                        <a:pt x="31814" y="33052"/>
                        <a:pt x="31623" y="33052"/>
                      </a:cubicBezTo>
                      <a:cubicBezTo>
                        <a:pt x="32957" y="33719"/>
                        <a:pt x="33624" y="34480"/>
                        <a:pt x="33624" y="35242"/>
                      </a:cubicBezTo>
                      <a:lnTo>
                        <a:pt x="33243" y="36386"/>
                      </a:lnTo>
                      <a:close/>
                      <a:moveTo>
                        <a:pt x="41910" y="29146"/>
                      </a:moveTo>
                      <a:lnTo>
                        <a:pt x="41910" y="28766"/>
                      </a:lnTo>
                      <a:cubicBezTo>
                        <a:pt x="41529" y="26575"/>
                        <a:pt x="40100" y="25527"/>
                        <a:pt x="37434" y="25527"/>
                      </a:cubicBezTo>
                      <a:cubicBezTo>
                        <a:pt x="35338" y="25527"/>
                        <a:pt x="33624" y="26099"/>
                        <a:pt x="32290" y="27242"/>
                      </a:cubicBezTo>
                      <a:cubicBezTo>
                        <a:pt x="32766" y="27432"/>
                        <a:pt x="33147" y="28194"/>
                        <a:pt x="33624" y="29623"/>
                      </a:cubicBezTo>
                      <a:cubicBezTo>
                        <a:pt x="34100" y="31052"/>
                        <a:pt x="34862" y="31718"/>
                        <a:pt x="36005" y="31433"/>
                      </a:cubicBezTo>
                      <a:lnTo>
                        <a:pt x="36005" y="31052"/>
                      </a:lnTo>
                      <a:cubicBezTo>
                        <a:pt x="36005" y="31052"/>
                        <a:pt x="36576" y="29908"/>
                        <a:pt x="36862" y="28289"/>
                      </a:cubicBezTo>
                      <a:cubicBezTo>
                        <a:pt x="37148" y="26956"/>
                        <a:pt x="37624" y="26289"/>
                        <a:pt x="38386" y="26289"/>
                      </a:cubicBezTo>
                      <a:cubicBezTo>
                        <a:pt x="38767" y="26289"/>
                        <a:pt x="39148" y="26384"/>
                        <a:pt x="39529" y="26670"/>
                      </a:cubicBezTo>
                      <a:lnTo>
                        <a:pt x="39529" y="27718"/>
                      </a:lnTo>
                      <a:cubicBezTo>
                        <a:pt x="39529" y="27718"/>
                        <a:pt x="39910" y="27527"/>
                        <a:pt x="40196" y="27527"/>
                      </a:cubicBezTo>
                      <a:cubicBezTo>
                        <a:pt x="40291" y="27527"/>
                        <a:pt x="40958" y="28004"/>
                        <a:pt x="41910" y="29051"/>
                      </a:cubicBezTo>
                      <a:close/>
                      <a:moveTo>
                        <a:pt x="34004" y="68961"/>
                      </a:moveTo>
                      <a:cubicBezTo>
                        <a:pt x="33243" y="68961"/>
                        <a:pt x="32861" y="68866"/>
                        <a:pt x="32671" y="68580"/>
                      </a:cubicBezTo>
                      <a:lnTo>
                        <a:pt x="33624" y="69913"/>
                      </a:lnTo>
                      <a:cubicBezTo>
                        <a:pt x="33624" y="69913"/>
                        <a:pt x="34100" y="69342"/>
                        <a:pt x="34004" y="68866"/>
                      </a:cubicBezTo>
                      <a:close/>
                      <a:moveTo>
                        <a:pt x="34957" y="30480"/>
                      </a:moveTo>
                      <a:lnTo>
                        <a:pt x="34576" y="30099"/>
                      </a:lnTo>
                      <a:lnTo>
                        <a:pt x="35529" y="30099"/>
                      </a:lnTo>
                      <a:cubicBezTo>
                        <a:pt x="35529" y="30099"/>
                        <a:pt x="35243" y="30290"/>
                        <a:pt x="34862" y="30480"/>
                      </a:cubicBezTo>
                      <a:close/>
                      <a:moveTo>
                        <a:pt x="35624" y="30099"/>
                      </a:moveTo>
                      <a:cubicBezTo>
                        <a:pt x="35624" y="30099"/>
                        <a:pt x="35909" y="29908"/>
                        <a:pt x="36005" y="30099"/>
                      </a:cubicBezTo>
                      <a:lnTo>
                        <a:pt x="35624" y="30099"/>
                      </a:lnTo>
                      <a:close/>
                      <a:moveTo>
                        <a:pt x="36481" y="91154"/>
                      </a:moveTo>
                      <a:lnTo>
                        <a:pt x="37434" y="90107"/>
                      </a:lnTo>
                      <a:cubicBezTo>
                        <a:pt x="37434" y="90107"/>
                        <a:pt x="36672" y="89440"/>
                        <a:pt x="36481" y="89440"/>
                      </a:cubicBezTo>
                      <a:lnTo>
                        <a:pt x="36481" y="91059"/>
                      </a:lnTo>
                      <a:close/>
                      <a:moveTo>
                        <a:pt x="38005" y="31813"/>
                      </a:moveTo>
                      <a:cubicBezTo>
                        <a:pt x="38195" y="31337"/>
                        <a:pt x="38005" y="30766"/>
                        <a:pt x="37529" y="30099"/>
                      </a:cubicBezTo>
                      <a:lnTo>
                        <a:pt x="37529" y="32480"/>
                      </a:lnTo>
                      <a:lnTo>
                        <a:pt x="38005" y="31909"/>
                      </a:lnTo>
                      <a:close/>
                      <a:moveTo>
                        <a:pt x="39910" y="99060"/>
                      </a:moveTo>
                      <a:lnTo>
                        <a:pt x="39529" y="98679"/>
                      </a:lnTo>
                      <a:lnTo>
                        <a:pt x="40577" y="98679"/>
                      </a:lnTo>
                      <a:cubicBezTo>
                        <a:pt x="40577" y="98679"/>
                        <a:pt x="39815" y="99060"/>
                        <a:pt x="39910" y="99060"/>
                      </a:cubicBezTo>
                      <a:close/>
                      <a:moveTo>
                        <a:pt x="52007" y="88773"/>
                      </a:moveTo>
                      <a:lnTo>
                        <a:pt x="52483" y="88106"/>
                      </a:lnTo>
                      <a:lnTo>
                        <a:pt x="52007" y="86773"/>
                      </a:lnTo>
                      <a:lnTo>
                        <a:pt x="52007" y="88773"/>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 name="Google Shape;1002;p99"/>
                <p:cNvSpPr/>
                <p:nvPr/>
              </p:nvSpPr>
              <p:spPr>
                <a:xfrm>
                  <a:off x="7306532" y="1796033"/>
                  <a:ext cx="88702" cy="100488"/>
                </a:xfrm>
                <a:custGeom>
                  <a:avLst/>
                  <a:gdLst/>
                  <a:ahLst/>
                  <a:cxnLst/>
                  <a:rect l="l" t="t" r="r" b="b"/>
                  <a:pathLst>
                    <a:path w="88702" h="100488" extrusionOk="0">
                      <a:moveTo>
                        <a:pt x="0" y="56293"/>
                      </a:moveTo>
                      <a:lnTo>
                        <a:pt x="476" y="54292"/>
                      </a:lnTo>
                      <a:lnTo>
                        <a:pt x="952" y="54292"/>
                      </a:lnTo>
                      <a:lnTo>
                        <a:pt x="0" y="56293"/>
                      </a:lnTo>
                      <a:close/>
                      <a:moveTo>
                        <a:pt x="2381" y="55340"/>
                      </a:moveTo>
                      <a:lnTo>
                        <a:pt x="2381" y="53530"/>
                      </a:lnTo>
                      <a:lnTo>
                        <a:pt x="4381" y="54388"/>
                      </a:lnTo>
                      <a:lnTo>
                        <a:pt x="2381" y="55340"/>
                      </a:lnTo>
                      <a:close/>
                      <a:moveTo>
                        <a:pt x="8667" y="55817"/>
                      </a:moveTo>
                      <a:cubicBezTo>
                        <a:pt x="8667" y="55817"/>
                        <a:pt x="9144" y="55817"/>
                        <a:pt x="9525" y="56102"/>
                      </a:cubicBezTo>
                      <a:cubicBezTo>
                        <a:pt x="9810" y="56388"/>
                        <a:pt x="10096" y="56579"/>
                        <a:pt x="10191" y="56674"/>
                      </a:cubicBezTo>
                      <a:lnTo>
                        <a:pt x="10191" y="57626"/>
                      </a:lnTo>
                      <a:lnTo>
                        <a:pt x="8667" y="55721"/>
                      </a:lnTo>
                      <a:close/>
                      <a:moveTo>
                        <a:pt x="9144" y="45720"/>
                      </a:moveTo>
                      <a:lnTo>
                        <a:pt x="10096" y="45720"/>
                      </a:lnTo>
                      <a:cubicBezTo>
                        <a:pt x="10096" y="45720"/>
                        <a:pt x="9810" y="46768"/>
                        <a:pt x="9144" y="47720"/>
                      </a:cubicBezTo>
                      <a:lnTo>
                        <a:pt x="9144" y="45720"/>
                      </a:lnTo>
                      <a:close/>
                      <a:moveTo>
                        <a:pt x="12478" y="79820"/>
                      </a:moveTo>
                      <a:lnTo>
                        <a:pt x="11906" y="77438"/>
                      </a:lnTo>
                      <a:lnTo>
                        <a:pt x="12478" y="78200"/>
                      </a:lnTo>
                      <a:lnTo>
                        <a:pt x="12478" y="79820"/>
                      </a:lnTo>
                      <a:close/>
                      <a:moveTo>
                        <a:pt x="17240" y="35624"/>
                      </a:moveTo>
                      <a:cubicBezTo>
                        <a:pt x="17526" y="34957"/>
                        <a:pt x="18002" y="34957"/>
                        <a:pt x="18764" y="35624"/>
                      </a:cubicBezTo>
                      <a:lnTo>
                        <a:pt x="17240" y="35624"/>
                      </a:lnTo>
                      <a:close/>
                      <a:moveTo>
                        <a:pt x="17240" y="81629"/>
                      </a:moveTo>
                      <a:lnTo>
                        <a:pt x="17716" y="81153"/>
                      </a:lnTo>
                      <a:lnTo>
                        <a:pt x="18192" y="81629"/>
                      </a:lnTo>
                      <a:lnTo>
                        <a:pt x="17240" y="81629"/>
                      </a:lnTo>
                      <a:close/>
                      <a:moveTo>
                        <a:pt x="18764" y="35624"/>
                      </a:moveTo>
                      <a:cubicBezTo>
                        <a:pt x="18764" y="35624"/>
                        <a:pt x="18955" y="35719"/>
                        <a:pt x="19145" y="36004"/>
                      </a:cubicBezTo>
                      <a:lnTo>
                        <a:pt x="18764" y="35624"/>
                      </a:lnTo>
                      <a:close/>
                      <a:moveTo>
                        <a:pt x="88296" y="48673"/>
                      </a:moveTo>
                      <a:cubicBezTo>
                        <a:pt x="88582" y="51721"/>
                        <a:pt x="88772" y="57817"/>
                        <a:pt x="88678" y="66866"/>
                      </a:cubicBezTo>
                      <a:lnTo>
                        <a:pt x="88296" y="97536"/>
                      </a:lnTo>
                      <a:cubicBezTo>
                        <a:pt x="86487" y="99536"/>
                        <a:pt x="84105" y="100489"/>
                        <a:pt x="81153" y="100489"/>
                      </a:cubicBezTo>
                      <a:cubicBezTo>
                        <a:pt x="80105" y="100489"/>
                        <a:pt x="78200" y="100298"/>
                        <a:pt x="75533" y="99917"/>
                      </a:cubicBezTo>
                      <a:cubicBezTo>
                        <a:pt x="73152" y="99536"/>
                        <a:pt x="71342" y="99346"/>
                        <a:pt x="70009" y="99536"/>
                      </a:cubicBezTo>
                      <a:cubicBezTo>
                        <a:pt x="69437" y="99155"/>
                        <a:pt x="69151" y="98488"/>
                        <a:pt x="69151" y="97727"/>
                      </a:cubicBezTo>
                      <a:cubicBezTo>
                        <a:pt x="69151" y="97346"/>
                        <a:pt x="69151" y="96965"/>
                        <a:pt x="69342" y="96298"/>
                      </a:cubicBezTo>
                      <a:cubicBezTo>
                        <a:pt x="69437" y="95726"/>
                        <a:pt x="69532" y="95155"/>
                        <a:pt x="69532" y="94869"/>
                      </a:cubicBezTo>
                      <a:cubicBezTo>
                        <a:pt x="69532" y="94583"/>
                        <a:pt x="69532" y="94393"/>
                        <a:pt x="69437" y="94202"/>
                      </a:cubicBezTo>
                      <a:cubicBezTo>
                        <a:pt x="69437" y="76200"/>
                        <a:pt x="69342" y="65437"/>
                        <a:pt x="69056" y="62008"/>
                      </a:cubicBezTo>
                      <a:cubicBezTo>
                        <a:pt x="68199" y="62008"/>
                        <a:pt x="67246" y="62103"/>
                        <a:pt x="66198" y="62103"/>
                      </a:cubicBezTo>
                      <a:cubicBezTo>
                        <a:pt x="65055" y="62103"/>
                        <a:pt x="63246" y="62008"/>
                        <a:pt x="60674" y="61817"/>
                      </a:cubicBezTo>
                      <a:cubicBezTo>
                        <a:pt x="58102" y="61627"/>
                        <a:pt x="56197" y="61532"/>
                        <a:pt x="54864" y="61532"/>
                      </a:cubicBezTo>
                      <a:cubicBezTo>
                        <a:pt x="52482" y="61532"/>
                        <a:pt x="50387" y="61817"/>
                        <a:pt x="48577" y="62389"/>
                      </a:cubicBezTo>
                      <a:cubicBezTo>
                        <a:pt x="48291" y="62389"/>
                        <a:pt x="47530" y="62198"/>
                        <a:pt x="46101" y="62008"/>
                      </a:cubicBezTo>
                      <a:cubicBezTo>
                        <a:pt x="45148" y="62008"/>
                        <a:pt x="44386" y="61627"/>
                        <a:pt x="44005" y="60960"/>
                      </a:cubicBezTo>
                      <a:cubicBezTo>
                        <a:pt x="42957" y="61817"/>
                        <a:pt x="42100" y="63151"/>
                        <a:pt x="41529" y="65056"/>
                      </a:cubicBezTo>
                      <a:cubicBezTo>
                        <a:pt x="40862" y="67342"/>
                        <a:pt x="40291" y="68866"/>
                        <a:pt x="39814" y="69533"/>
                      </a:cubicBezTo>
                      <a:cubicBezTo>
                        <a:pt x="40671" y="69818"/>
                        <a:pt x="41147" y="70295"/>
                        <a:pt x="41147" y="71057"/>
                      </a:cubicBezTo>
                      <a:cubicBezTo>
                        <a:pt x="41147" y="71247"/>
                        <a:pt x="41147" y="71438"/>
                        <a:pt x="41053" y="71914"/>
                      </a:cubicBezTo>
                      <a:cubicBezTo>
                        <a:pt x="41053" y="72295"/>
                        <a:pt x="40957" y="72580"/>
                        <a:pt x="40957" y="72676"/>
                      </a:cubicBezTo>
                      <a:cubicBezTo>
                        <a:pt x="40957" y="73152"/>
                        <a:pt x="41529" y="73438"/>
                        <a:pt x="42576" y="73438"/>
                      </a:cubicBezTo>
                      <a:cubicBezTo>
                        <a:pt x="41338" y="73628"/>
                        <a:pt x="40671" y="74486"/>
                        <a:pt x="40576" y="76009"/>
                      </a:cubicBezTo>
                      <a:lnTo>
                        <a:pt x="40576" y="79724"/>
                      </a:lnTo>
                      <a:lnTo>
                        <a:pt x="41529" y="80582"/>
                      </a:lnTo>
                      <a:cubicBezTo>
                        <a:pt x="40957" y="80582"/>
                        <a:pt x="40671" y="81058"/>
                        <a:pt x="40671" y="81915"/>
                      </a:cubicBezTo>
                      <a:cubicBezTo>
                        <a:pt x="40671" y="82772"/>
                        <a:pt x="40481" y="83344"/>
                        <a:pt x="40195" y="83534"/>
                      </a:cubicBezTo>
                      <a:cubicBezTo>
                        <a:pt x="40005" y="84106"/>
                        <a:pt x="39910" y="84773"/>
                        <a:pt x="39910" y="85534"/>
                      </a:cubicBezTo>
                      <a:cubicBezTo>
                        <a:pt x="39910" y="86296"/>
                        <a:pt x="40005" y="87344"/>
                        <a:pt x="40291" y="88773"/>
                      </a:cubicBezTo>
                      <a:cubicBezTo>
                        <a:pt x="40576" y="90202"/>
                        <a:pt x="40671" y="91250"/>
                        <a:pt x="40671" y="91916"/>
                      </a:cubicBezTo>
                      <a:cubicBezTo>
                        <a:pt x="40671" y="93726"/>
                        <a:pt x="40005" y="95250"/>
                        <a:pt x="38766" y="96488"/>
                      </a:cubicBezTo>
                      <a:cubicBezTo>
                        <a:pt x="39052" y="98108"/>
                        <a:pt x="38385" y="98965"/>
                        <a:pt x="36671" y="99250"/>
                      </a:cubicBezTo>
                      <a:cubicBezTo>
                        <a:pt x="35337" y="99441"/>
                        <a:pt x="34004" y="99536"/>
                        <a:pt x="32671" y="99727"/>
                      </a:cubicBezTo>
                      <a:cubicBezTo>
                        <a:pt x="31337" y="99917"/>
                        <a:pt x="30099" y="100013"/>
                        <a:pt x="29146" y="100013"/>
                      </a:cubicBezTo>
                      <a:cubicBezTo>
                        <a:pt x="26098" y="100013"/>
                        <a:pt x="23622" y="99155"/>
                        <a:pt x="21431" y="97441"/>
                      </a:cubicBezTo>
                      <a:cubicBezTo>
                        <a:pt x="21621" y="96869"/>
                        <a:pt x="21717" y="96203"/>
                        <a:pt x="21717" y="95536"/>
                      </a:cubicBezTo>
                      <a:cubicBezTo>
                        <a:pt x="21717" y="94869"/>
                        <a:pt x="21717" y="93917"/>
                        <a:pt x="21431" y="92774"/>
                      </a:cubicBezTo>
                      <a:cubicBezTo>
                        <a:pt x="21241" y="91535"/>
                        <a:pt x="21050" y="90678"/>
                        <a:pt x="21050" y="90107"/>
                      </a:cubicBezTo>
                      <a:cubicBezTo>
                        <a:pt x="21050" y="88963"/>
                        <a:pt x="21431" y="87916"/>
                        <a:pt x="22097" y="86963"/>
                      </a:cubicBezTo>
                      <a:cubicBezTo>
                        <a:pt x="22288" y="86582"/>
                        <a:pt x="22479" y="86106"/>
                        <a:pt x="22479" y="85534"/>
                      </a:cubicBezTo>
                      <a:cubicBezTo>
                        <a:pt x="22479" y="84773"/>
                        <a:pt x="22193" y="83629"/>
                        <a:pt x="21717" y="82201"/>
                      </a:cubicBezTo>
                      <a:cubicBezTo>
                        <a:pt x="21241" y="80772"/>
                        <a:pt x="20955" y="79629"/>
                        <a:pt x="20955" y="79058"/>
                      </a:cubicBezTo>
                      <a:cubicBezTo>
                        <a:pt x="20955" y="77724"/>
                        <a:pt x="21812" y="76962"/>
                        <a:pt x="23431" y="76771"/>
                      </a:cubicBezTo>
                      <a:cubicBezTo>
                        <a:pt x="23241" y="76486"/>
                        <a:pt x="22764" y="76391"/>
                        <a:pt x="22097" y="76391"/>
                      </a:cubicBezTo>
                      <a:lnTo>
                        <a:pt x="22097" y="71247"/>
                      </a:lnTo>
                      <a:cubicBezTo>
                        <a:pt x="22097" y="69152"/>
                        <a:pt x="21717" y="67437"/>
                        <a:pt x="21050" y="66104"/>
                      </a:cubicBezTo>
                      <a:lnTo>
                        <a:pt x="19050" y="66104"/>
                      </a:lnTo>
                      <a:cubicBezTo>
                        <a:pt x="19050" y="65437"/>
                        <a:pt x="19335" y="65246"/>
                        <a:pt x="19907" y="65342"/>
                      </a:cubicBezTo>
                      <a:cubicBezTo>
                        <a:pt x="20574" y="65532"/>
                        <a:pt x="20955" y="65532"/>
                        <a:pt x="21050" y="65342"/>
                      </a:cubicBezTo>
                      <a:lnTo>
                        <a:pt x="20098" y="61913"/>
                      </a:lnTo>
                      <a:cubicBezTo>
                        <a:pt x="20098" y="61913"/>
                        <a:pt x="20764" y="61532"/>
                        <a:pt x="21717" y="61436"/>
                      </a:cubicBezTo>
                      <a:cubicBezTo>
                        <a:pt x="22288" y="61436"/>
                        <a:pt x="22479" y="60865"/>
                        <a:pt x="22479" y="59912"/>
                      </a:cubicBezTo>
                      <a:lnTo>
                        <a:pt x="21526" y="58960"/>
                      </a:lnTo>
                      <a:cubicBezTo>
                        <a:pt x="22003" y="58769"/>
                        <a:pt x="22479" y="58960"/>
                        <a:pt x="22860" y="59341"/>
                      </a:cubicBezTo>
                      <a:cubicBezTo>
                        <a:pt x="23241" y="59722"/>
                        <a:pt x="23622" y="60198"/>
                        <a:pt x="23907" y="60579"/>
                      </a:cubicBezTo>
                      <a:cubicBezTo>
                        <a:pt x="24860" y="59627"/>
                        <a:pt x="25146" y="58960"/>
                        <a:pt x="24860" y="58579"/>
                      </a:cubicBezTo>
                      <a:lnTo>
                        <a:pt x="23526" y="57245"/>
                      </a:lnTo>
                      <a:cubicBezTo>
                        <a:pt x="23526" y="57245"/>
                        <a:pt x="23241" y="57721"/>
                        <a:pt x="22860" y="57721"/>
                      </a:cubicBezTo>
                      <a:cubicBezTo>
                        <a:pt x="22574" y="57721"/>
                        <a:pt x="22288" y="57531"/>
                        <a:pt x="22097" y="57245"/>
                      </a:cubicBezTo>
                      <a:lnTo>
                        <a:pt x="20669" y="55721"/>
                      </a:lnTo>
                      <a:cubicBezTo>
                        <a:pt x="21621" y="55721"/>
                        <a:pt x="22097" y="55340"/>
                        <a:pt x="22097" y="54674"/>
                      </a:cubicBezTo>
                      <a:cubicBezTo>
                        <a:pt x="22097" y="53721"/>
                        <a:pt x="22288" y="53054"/>
                        <a:pt x="22479" y="52673"/>
                      </a:cubicBezTo>
                      <a:lnTo>
                        <a:pt x="23907" y="54197"/>
                      </a:lnTo>
                      <a:lnTo>
                        <a:pt x="24765" y="53435"/>
                      </a:lnTo>
                      <a:cubicBezTo>
                        <a:pt x="24765" y="53435"/>
                        <a:pt x="24765" y="54102"/>
                        <a:pt x="24860" y="54197"/>
                      </a:cubicBezTo>
                      <a:cubicBezTo>
                        <a:pt x="25050" y="53912"/>
                        <a:pt x="25622" y="53721"/>
                        <a:pt x="26479" y="53816"/>
                      </a:cubicBezTo>
                      <a:cubicBezTo>
                        <a:pt x="27527" y="53912"/>
                        <a:pt x="28098" y="53912"/>
                        <a:pt x="28194" y="53816"/>
                      </a:cubicBezTo>
                      <a:cubicBezTo>
                        <a:pt x="28670" y="53626"/>
                        <a:pt x="28860" y="53150"/>
                        <a:pt x="28670" y="52292"/>
                      </a:cubicBezTo>
                      <a:lnTo>
                        <a:pt x="31622" y="54197"/>
                      </a:lnTo>
                      <a:cubicBezTo>
                        <a:pt x="31622" y="54197"/>
                        <a:pt x="32099" y="53626"/>
                        <a:pt x="32099" y="53054"/>
                      </a:cubicBezTo>
                      <a:lnTo>
                        <a:pt x="32099" y="51721"/>
                      </a:lnTo>
                      <a:cubicBezTo>
                        <a:pt x="32671" y="52102"/>
                        <a:pt x="33147" y="52292"/>
                        <a:pt x="33432" y="52292"/>
                      </a:cubicBezTo>
                      <a:cubicBezTo>
                        <a:pt x="33814" y="52292"/>
                        <a:pt x="34290" y="52102"/>
                        <a:pt x="34957" y="51721"/>
                      </a:cubicBezTo>
                      <a:cubicBezTo>
                        <a:pt x="34671" y="51721"/>
                        <a:pt x="34004" y="51245"/>
                        <a:pt x="32861" y="50578"/>
                      </a:cubicBezTo>
                      <a:cubicBezTo>
                        <a:pt x="32004" y="50006"/>
                        <a:pt x="31337" y="49721"/>
                        <a:pt x="30670" y="49721"/>
                      </a:cubicBezTo>
                      <a:cubicBezTo>
                        <a:pt x="30289" y="49721"/>
                        <a:pt x="29908" y="49816"/>
                        <a:pt x="29527" y="50006"/>
                      </a:cubicBezTo>
                      <a:cubicBezTo>
                        <a:pt x="28860" y="50197"/>
                        <a:pt x="28289" y="49721"/>
                        <a:pt x="28004" y="48578"/>
                      </a:cubicBezTo>
                      <a:cubicBezTo>
                        <a:pt x="27622" y="47530"/>
                        <a:pt x="27241" y="46958"/>
                        <a:pt x="26955" y="46958"/>
                      </a:cubicBezTo>
                      <a:cubicBezTo>
                        <a:pt x="26670" y="46958"/>
                        <a:pt x="26194" y="47339"/>
                        <a:pt x="25717" y="48006"/>
                      </a:cubicBezTo>
                      <a:lnTo>
                        <a:pt x="26194" y="48578"/>
                      </a:lnTo>
                      <a:lnTo>
                        <a:pt x="25336" y="49340"/>
                      </a:lnTo>
                      <a:cubicBezTo>
                        <a:pt x="25336" y="49340"/>
                        <a:pt x="26003" y="50006"/>
                        <a:pt x="26860" y="50006"/>
                      </a:cubicBezTo>
                      <a:lnTo>
                        <a:pt x="26860" y="51054"/>
                      </a:lnTo>
                      <a:cubicBezTo>
                        <a:pt x="26384" y="50768"/>
                        <a:pt x="25622" y="50578"/>
                        <a:pt x="24669" y="50483"/>
                      </a:cubicBezTo>
                      <a:cubicBezTo>
                        <a:pt x="23526" y="50292"/>
                        <a:pt x="22669" y="50483"/>
                        <a:pt x="22097" y="50959"/>
                      </a:cubicBezTo>
                      <a:lnTo>
                        <a:pt x="21050" y="50959"/>
                      </a:lnTo>
                      <a:lnTo>
                        <a:pt x="21050" y="43720"/>
                      </a:lnTo>
                      <a:lnTo>
                        <a:pt x="22384" y="45053"/>
                      </a:lnTo>
                      <a:cubicBezTo>
                        <a:pt x="22384" y="45053"/>
                        <a:pt x="23050" y="44577"/>
                        <a:pt x="23050" y="44196"/>
                      </a:cubicBezTo>
                      <a:lnTo>
                        <a:pt x="23050" y="43053"/>
                      </a:lnTo>
                      <a:cubicBezTo>
                        <a:pt x="23050" y="43053"/>
                        <a:pt x="22288" y="42672"/>
                        <a:pt x="21431" y="42672"/>
                      </a:cubicBezTo>
                      <a:cubicBezTo>
                        <a:pt x="21050" y="41243"/>
                        <a:pt x="20860" y="39624"/>
                        <a:pt x="20860" y="37814"/>
                      </a:cubicBezTo>
                      <a:cubicBezTo>
                        <a:pt x="20860" y="36290"/>
                        <a:pt x="21050" y="33814"/>
                        <a:pt x="21431" y="30385"/>
                      </a:cubicBezTo>
                      <a:cubicBezTo>
                        <a:pt x="21812" y="27051"/>
                        <a:pt x="22097" y="24479"/>
                        <a:pt x="22097" y="22765"/>
                      </a:cubicBezTo>
                      <a:cubicBezTo>
                        <a:pt x="22097" y="20288"/>
                        <a:pt x="21717" y="18098"/>
                        <a:pt x="21050" y="16288"/>
                      </a:cubicBezTo>
                      <a:lnTo>
                        <a:pt x="21050" y="7429"/>
                      </a:lnTo>
                      <a:cubicBezTo>
                        <a:pt x="21241" y="3905"/>
                        <a:pt x="22479" y="1715"/>
                        <a:pt x="24765" y="857"/>
                      </a:cubicBezTo>
                      <a:lnTo>
                        <a:pt x="35433" y="1429"/>
                      </a:lnTo>
                      <a:lnTo>
                        <a:pt x="35433" y="2762"/>
                      </a:lnTo>
                      <a:lnTo>
                        <a:pt x="38195" y="1715"/>
                      </a:lnTo>
                      <a:cubicBezTo>
                        <a:pt x="39814" y="3429"/>
                        <a:pt x="40671" y="6096"/>
                        <a:pt x="40671" y="9716"/>
                      </a:cubicBezTo>
                      <a:cubicBezTo>
                        <a:pt x="40671" y="14288"/>
                        <a:pt x="40862" y="17145"/>
                        <a:pt x="41147" y="18193"/>
                      </a:cubicBezTo>
                      <a:lnTo>
                        <a:pt x="39814" y="18574"/>
                      </a:lnTo>
                      <a:cubicBezTo>
                        <a:pt x="39814" y="18574"/>
                        <a:pt x="39528" y="19145"/>
                        <a:pt x="39528" y="19431"/>
                      </a:cubicBezTo>
                      <a:cubicBezTo>
                        <a:pt x="39528" y="19717"/>
                        <a:pt x="39719" y="20193"/>
                        <a:pt x="40005" y="20669"/>
                      </a:cubicBezTo>
                      <a:cubicBezTo>
                        <a:pt x="40386" y="21146"/>
                        <a:pt x="40481" y="21431"/>
                        <a:pt x="40481" y="21622"/>
                      </a:cubicBezTo>
                      <a:cubicBezTo>
                        <a:pt x="40481" y="22003"/>
                        <a:pt x="40005" y="22193"/>
                        <a:pt x="39052" y="22479"/>
                      </a:cubicBezTo>
                      <a:cubicBezTo>
                        <a:pt x="40291" y="22479"/>
                        <a:pt x="40481" y="23432"/>
                        <a:pt x="39719" y="25432"/>
                      </a:cubicBezTo>
                      <a:lnTo>
                        <a:pt x="35719" y="27813"/>
                      </a:lnTo>
                      <a:lnTo>
                        <a:pt x="39052" y="30194"/>
                      </a:lnTo>
                      <a:cubicBezTo>
                        <a:pt x="39052" y="30194"/>
                        <a:pt x="38766" y="30575"/>
                        <a:pt x="38290" y="30956"/>
                      </a:cubicBezTo>
                      <a:cubicBezTo>
                        <a:pt x="37814" y="31337"/>
                        <a:pt x="37719" y="31718"/>
                        <a:pt x="37719" y="32099"/>
                      </a:cubicBezTo>
                      <a:cubicBezTo>
                        <a:pt x="37909" y="32480"/>
                        <a:pt x="38290" y="32575"/>
                        <a:pt x="38766" y="32671"/>
                      </a:cubicBezTo>
                      <a:cubicBezTo>
                        <a:pt x="39338" y="32671"/>
                        <a:pt x="39624" y="32671"/>
                        <a:pt x="39719" y="32671"/>
                      </a:cubicBezTo>
                      <a:lnTo>
                        <a:pt x="40481" y="31052"/>
                      </a:lnTo>
                      <a:cubicBezTo>
                        <a:pt x="41529" y="31718"/>
                        <a:pt x="42100" y="32671"/>
                        <a:pt x="42100" y="34004"/>
                      </a:cubicBezTo>
                      <a:cubicBezTo>
                        <a:pt x="42100" y="34385"/>
                        <a:pt x="42100" y="35052"/>
                        <a:pt x="41814" y="35909"/>
                      </a:cubicBezTo>
                      <a:cubicBezTo>
                        <a:pt x="41624" y="36767"/>
                        <a:pt x="41529" y="37338"/>
                        <a:pt x="41529" y="37719"/>
                      </a:cubicBezTo>
                      <a:cubicBezTo>
                        <a:pt x="41529" y="39243"/>
                        <a:pt x="42672" y="40005"/>
                        <a:pt x="44862" y="40196"/>
                      </a:cubicBezTo>
                      <a:cubicBezTo>
                        <a:pt x="46005" y="40005"/>
                        <a:pt x="47244" y="40005"/>
                        <a:pt x="48577" y="40005"/>
                      </a:cubicBezTo>
                      <a:cubicBezTo>
                        <a:pt x="49911" y="40005"/>
                        <a:pt x="51911" y="40100"/>
                        <a:pt x="54483" y="40386"/>
                      </a:cubicBezTo>
                      <a:cubicBezTo>
                        <a:pt x="57055" y="40577"/>
                        <a:pt x="58960" y="40767"/>
                        <a:pt x="60197" y="40767"/>
                      </a:cubicBezTo>
                      <a:cubicBezTo>
                        <a:pt x="63817" y="40767"/>
                        <a:pt x="66865" y="39910"/>
                        <a:pt x="69151" y="38291"/>
                      </a:cubicBezTo>
                      <a:cubicBezTo>
                        <a:pt x="69151" y="39338"/>
                        <a:pt x="69246" y="36004"/>
                        <a:pt x="69246" y="28194"/>
                      </a:cubicBezTo>
                      <a:cubicBezTo>
                        <a:pt x="69246" y="24003"/>
                        <a:pt x="68866" y="20860"/>
                        <a:pt x="68103" y="18574"/>
                      </a:cubicBezTo>
                      <a:cubicBezTo>
                        <a:pt x="68770" y="17812"/>
                        <a:pt x="69151" y="16669"/>
                        <a:pt x="69151" y="15050"/>
                      </a:cubicBezTo>
                      <a:cubicBezTo>
                        <a:pt x="69151" y="13430"/>
                        <a:pt x="69532" y="12192"/>
                        <a:pt x="70199" y="11430"/>
                      </a:cubicBezTo>
                      <a:cubicBezTo>
                        <a:pt x="69056" y="8477"/>
                        <a:pt x="68580" y="5620"/>
                        <a:pt x="68866" y="2858"/>
                      </a:cubicBezTo>
                      <a:cubicBezTo>
                        <a:pt x="70294" y="953"/>
                        <a:pt x="72390" y="0"/>
                        <a:pt x="75342" y="0"/>
                      </a:cubicBezTo>
                      <a:cubicBezTo>
                        <a:pt x="76295" y="0"/>
                        <a:pt x="77819" y="95"/>
                        <a:pt x="79914" y="381"/>
                      </a:cubicBezTo>
                      <a:cubicBezTo>
                        <a:pt x="82010" y="667"/>
                        <a:pt x="83534" y="762"/>
                        <a:pt x="84487" y="762"/>
                      </a:cubicBezTo>
                      <a:cubicBezTo>
                        <a:pt x="85439" y="762"/>
                        <a:pt x="86201" y="762"/>
                        <a:pt x="86963" y="476"/>
                      </a:cubicBezTo>
                      <a:lnTo>
                        <a:pt x="88296" y="3334"/>
                      </a:lnTo>
                      <a:cubicBezTo>
                        <a:pt x="88392" y="14002"/>
                        <a:pt x="88296" y="29051"/>
                        <a:pt x="87916" y="48482"/>
                      </a:cubicBezTo>
                      <a:close/>
                      <a:moveTo>
                        <a:pt x="25812" y="64865"/>
                      </a:moveTo>
                      <a:cubicBezTo>
                        <a:pt x="25812" y="64865"/>
                        <a:pt x="25241" y="64294"/>
                        <a:pt x="24765" y="64484"/>
                      </a:cubicBezTo>
                      <a:cubicBezTo>
                        <a:pt x="24289" y="64675"/>
                        <a:pt x="23813" y="64961"/>
                        <a:pt x="23526" y="65437"/>
                      </a:cubicBezTo>
                      <a:lnTo>
                        <a:pt x="25812" y="64865"/>
                      </a:lnTo>
                      <a:close/>
                      <a:moveTo>
                        <a:pt x="23907" y="51816"/>
                      </a:moveTo>
                      <a:cubicBezTo>
                        <a:pt x="24765" y="51816"/>
                        <a:pt x="25050" y="52292"/>
                        <a:pt x="24860" y="53340"/>
                      </a:cubicBezTo>
                      <a:cubicBezTo>
                        <a:pt x="24193" y="52388"/>
                        <a:pt x="23907" y="51911"/>
                        <a:pt x="23907" y="51816"/>
                      </a:cubicBezTo>
                      <a:close/>
                      <a:moveTo>
                        <a:pt x="23907" y="56674"/>
                      </a:moveTo>
                      <a:lnTo>
                        <a:pt x="25812" y="58293"/>
                      </a:lnTo>
                      <a:lnTo>
                        <a:pt x="25812" y="57245"/>
                      </a:lnTo>
                      <a:cubicBezTo>
                        <a:pt x="25812" y="57245"/>
                        <a:pt x="25432" y="56674"/>
                        <a:pt x="25050" y="56674"/>
                      </a:cubicBezTo>
                      <a:lnTo>
                        <a:pt x="23813" y="56674"/>
                      </a:lnTo>
                      <a:close/>
                      <a:moveTo>
                        <a:pt x="24860" y="53340"/>
                      </a:moveTo>
                      <a:lnTo>
                        <a:pt x="24860" y="53340"/>
                      </a:lnTo>
                      <a:lnTo>
                        <a:pt x="24860" y="53626"/>
                      </a:lnTo>
                      <a:cubicBezTo>
                        <a:pt x="24860" y="53626"/>
                        <a:pt x="24860" y="53435"/>
                        <a:pt x="24860" y="53340"/>
                      </a:cubicBezTo>
                      <a:close/>
                      <a:moveTo>
                        <a:pt x="26955" y="69628"/>
                      </a:moveTo>
                      <a:lnTo>
                        <a:pt x="26955" y="69247"/>
                      </a:lnTo>
                      <a:lnTo>
                        <a:pt x="25432" y="69247"/>
                      </a:lnTo>
                      <a:lnTo>
                        <a:pt x="26955" y="69628"/>
                      </a:lnTo>
                      <a:close/>
                      <a:moveTo>
                        <a:pt x="26955" y="51245"/>
                      </a:moveTo>
                      <a:cubicBezTo>
                        <a:pt x="26955" y="51245"/>
                        <a:pt x="27146" y="51530"/>
                        <a:pt x="26955" y="51530"/>
                      </a:cubicBezTo>
                      <a:lnTo>
                        <a:pt x="26955" y="51245"/>
                      </a:lnTo>
                      <a:close/>
                      <a:moveTo>
                        <a:pt x="28765" y="83153"/>
                      </a:moveTo>
                      <a:lnTo>
                        <a:pt x="30289" y="83153"/>
                      </a:lnTo>
                      <a:cubicBezTo>
                        <a:pt x="29908" y="82677"/>
                        <a:pt x="29432" y="82677"/>
                        <a:pt x="28765" y="83153"/>
                      </a:cubicBezTo>
                      <a:lnTo>
                        <a:pt x="27908" y="83153"/>
                      </a:lnTo>
                      <a:cubicBezTo>
                        <a:pt x="27908" y="83153"/>
                        <a:pt x="28289" y="83344"/>
                        <a:pt x="28765" y="83153"/>
                      </a:cubicBezTo>
                      <a:close/>
                      <a:moveTo>
                        <a:pt x="28765" y="31433"/>
                      </a:moveTo>
                      <a:lnTo>
                        <a:pt x="28765" y="30575"/>
                      </a:lnTo>
                      <a:cubicBezTo>
                        <a:pt x="28765" y="30575"/>
                        <a:pt x="28480" y="30861"/>
                        <a:pt x="28098" y="31052"/>
                      </a:cubicBezTo>
                      <a:cubicBezTo>
                        <a:pt x="28384" y="31052"/>
                        <a:pt x="28575" y="31242"/>
                        <a:pt x="28765" y="31433"/>
                      </a:cubicBezTo>
                      <a:close/>
                      <a:moveTo>
                        <a:pt x="35909" y="52959"/>
                      </a:moveTo>
                      <a:lnTo>
                        <a:pt x="36576" y="52578"/>
                      </a:lnTo>
                      <a:lnTo>
                        <a:pt x="35052" y="52959"/>
                      </a:lnTo>
                      <a:lnTo>
                        <a:pt x="35909" y="52959"/>
                      </a:lnTo>
                      <a:close/>
                      <a:moveTo>
                        <a:pt x="35528" y="9430"/>
                      </a:moveTo>
                      <a:lnTo>
                        <a:pt x="35528" y="11430"/>
                      </a:lnTo>
                      <a:lnTo>
                        <a:pt x="36862" y="11430"/>
                      </a:lnTo>
                      <a:cubicBezTo>
                        <a:pt x="36862" y="11430"/>
                        <a:pt x="36385" y="10954"/>
                        <a:pt x="36385" y="10573"/>
                      </a:cubicBezTo>
                      <a:lnTo>
                        <a:pt x="36385" y="9430"/>
                      </a:lnTo>
                      <a:lnTo>
                        <a:pt x="35528" y="9430"/>
                      </a:lnTo>
                      <a:close/>
                      <a:moveTo>
                        <a:pt x="37529" y="96107"/>
                      </a:moveTo>
                      <a:lnTo>
                        <a:pt x="37529" y="94393"/>
                      </a:lnTo>
                      <a:lnTo>
                        <a:pt x="36862" y="94393"/>
                      </a:lnTo>
                      <a:lnTo>
                        <a:pt x="36862" y="96107"/>
                      </a:lnTo>
                      <a:lnTo>
                        <a:pt x="37529" y="96107"/>
                      </a:lnTo>
                      <a:close/>
                      <a:moveTo>
                        <a:pt x="44100" y="78296"/>
                      </a:moveTo>
                      <a:lnTo>
                        <a:pt x="44100" y="76581"/>
                      </a:lnTo>
                      <a:lnTo>
                        <a:pt x="44577" y="76581"/>
                      </a:lnTo>
                      <a:lnTo>
                        <a:pt x="44577" y="78296"/>
                      </a:lnTo>
                      <a:lnTo>
                        <a:pt x="44100" y="78296"/>
                      </a:lnTo>
                      <a:close/>
                      <a:moveTo>
                        <a:pt x="49816" y="63437"/>
                      </a:moveTo>
                      <a:lnTo>
                        <a:pt x="48482" y="62484"/>
                      </a:lnTo>
                      <a:lnTo>
                        <a:pt x="48768" y="62484"/>
                      </a:lnTo>
                      <a:cubicBezTo>
                        <a:pt x="49244" y="62484"/>
                        <a:pt x="49625" y="62865"/>
                        <a:pt x="49911" y="63437"/>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 name="Google Shape;1003;p99"/>
                <p:cNvSpPr/>
                <p:nvPr/>
              </p:nvSpPr>
              <p:spPr>
                <a:xfrm>
                  <a:off x="7406353" y="1779746"/>
                  <a:ext cx="97535" cy="117252"/>
                </a:xfrm>
                <a:custGeom>
                  <a:avLst/>
                  <a:gdLst/>
                  <a:ahLst/>
                  <a:cxnLst/>
                  <a:rect l="l" t="t" r="r" b="b"/>
                  <a:pathLst>
                    <a:path w="97535" h="117252" extrusionOk="0">
                      <a:moveTo>
                        <a:pt x="76009" y="95345"/>
                      </a:moveTo>
                      <a:cubicBezTo>
                        <a:pt x="75724" y="96584"/>
                        <a:pt x="75533" y="97727"/>
                        <a:pt x="75533" y="98774"/>
                      </a:cubicBezTo>
                      <a:cubicBezTo>
                        <a:pt x="75533" y="100394"/>
                        <a:pt x="76009" y="102394"/>
                        <a:pt x="76771" y="104489"/>
                      </a:cubicBezTo>
                      <a:cubicBezTo>
                        <a:pt x="77914" y="107156"/>
                        <a:pt x="78581" y="108871"/>
                        <a:pt x="78772" y="109728"/>
                      </a:cubicBezTo>
                      <a:cubicBezTo>
                        <a:pt x="79153" y="110204"/>
                        <a:pt x="79343" y="110681"/>
                        <a:pt x="79343" y="111252"/>
                      </a:cubicBezTo>
                      <a:cubicBezTo>
                        <a:pt x="79343" y="111823"/>
                        <a:pt x="78962" y="112586"/>
                        <a:pt x="78200" y="113348"/>
                      </a:cubicBezTo>
                      <a:cubicBezTo>
                        <a:pt x="77152" y="114586"/>
                        <a:pt x="76485" y="115348"/>
                        <a:pt x="76391" y="115538"/>
                      </a:cubicBezTo>
                      <a:cubicBezTo>
                        <a:pt x="75533" y="115348"/>
                        <a:pt x="74676" y="115252"/>
                        <a:pt x="73628" y="115252"/>
                      </a:cubicBezTo>
                      <a:cubicBezTo>
                        <a:pt x="72580" y="115252"/>
                        <a:pt x="71151" y="115348"/>
                        <a:pt x="69152" y="115538"/>
                      </a:cubicBezTo>
                      <a:cubicBezTo>
                        <a:pt x="67151" y="115729"/>
                        <a:pt x="65722" y="115824"/>
                        <a:pt x="64865" y="115824"/>
                      </a:cubicBezTo>
                      <a:cubicBezTo>
                        <a:pt x="61341" y="115824"/>
                        <a:pt x="58864" y="114776"/>
                        <a:pt x="57245" y="112586"/>
                      </a:cubicBezTo>
                      <a:cubicBezTo>
                        <a:pt x="57721" y="111538"/>
                        <a:pt x="58007" y="110490"/>
                        <a:pt x="58007" y="109633"/>
                      </a:cubicBezTo>
                      <a:cubicBezTo>
                        <a:pt x="58007" y="108299"/>
                        <a:pt x="57341" y="106775"/>
                        <a:pt x="55912" y="105156"/>
                      </a:cubicBezTo>
                      <a:cubicBezTo>
                        <a:pt x="53911" y="102870"/>
                        <a:pt x="52768" y="101441"/>
                        <a:pt x="52388" y="100679"/>
                      </a:cubicBezTo>
                      <a:cubicBezTo>
                        <a:pt x="52007" y="100489"/>
                        <a:pt x="51530" y="100394"/>
                        <a:pt x="51054" y="100394"/>
                      </a:cubicBezTo>
                      <a:cubicBezTo>
                        <a:pt x="50387" y="100394"/>
                        <a:pt x="49244" y="100584"/>
                        <a:pt x="47720" y="100965"/>
                      </a:cubicBezTo>
                      <a:cubicBezTo>
                        <a:pt x="46196" y="101346"/>
                        <a:pt x="44958" y="101536"/>
                        <a:pt x="44386" y="101536"/>
                      </a:cubicBezTo>
                      <a:cubicBezTo>
                        <a:pt x="42672" y="101536"/>
                        <a:pt x="41624" y="100774"/>
                        <a:pt x="41148" y="99346"/>
                      </a:cubicBezTo>
                      <a:lnTo>
                        <a:pt x="40195" y="99346"/>
                      </a:lnTo>
                      <a:cubicBezTo>
                        <a:pt x="40195" y="98774"/>
                        <a:pt x="40100" y="98012"/>
                        <a:pt x="39814" y="97060"/>
                      </a:cubicBezTo>
                      <a:cubicBezTo>
                        <a:pt x="39528" y="96107"/>
                        <a:pt x="39434" y="95440"/>
                        <a:pt x="39434" y="95155"/>
                      </a:cubicBezTo>
                      <a:cubicBezTo>
                        <a:pt x="39434" y="94488"/>
                        <a:pt x="39719" y="93917"/>
                        <a:pt x="40195" y="93536"/>
                      </a:cubicBezTo>
                      <a:cubicBezTo>
                        <a:pt x="39719" y="92964"/>
                        <a:pt x="39528" y="92393"/>
                        <a:pt x="39528" y="91821"/>
                      </a:cubicBezTo>
                      <a:cubicBezTo>
                        <a:pt x="39528" y="91345"/>
                        <a:pt x="39719" y="90583"/>
                        <a:pt x="40195" y="89630"/>
                      </a:cubicBezTo>
                      <a:cubicBezTo>
                        <a:pt x="40577" y="88678"/>
                        <a:pt x="40862" y="87916"/>
                        <a:pt x="40862" y="87440"/>
                      </a:cubicBezTo>
                      <a:cubicBezTo>
                        <a:pt x="40862" y="87154"/>
                        <a:pt x="40767" y="86773"/>
                        <a:pt x="40577" y="86297"/>
                      </a:cubicBezTo>
                      <a:cubicBezTo>
                        <a:pt x="41338" y="85058"/>
                        <a:pt x="43529" y="84392"/>
                        <a:pt x="47149" y="84296"/>
                      </a:cubicBezTo>
                      <a:cubicBezTo>
                        <a:pt x="50482" y="84296"/>
                        <a:pt x="52101" y="83630"/>
                        <a:pt x="52101" y="82582"/>
                      </a:cubicBezTo>
                      <a:cubicBezTo>
                        <a:pt x="52101" y="81915"/>
                        <a:pt x="51625" y="80963"/>
                        <a:pt x="50768" y="79534"/>
                      </a:cubicBezTo>
                      <a:lnTo>
                        <a:pt x="52483" y="79534"/>
                      </a:lnTo>
                      <a:cubicBezTo>
                        <a:pt x="52483" y="80201"/>
                        <a:pt x="52578" y="81058"/>
                        <a:pt x="53150" y="81915"/>
                      </a:cubicBezTo>
                      <a:cubicBezTo>
                        <a:pt x="53435" y="81629"/>
                        <a:pt x="53530" y="80963"/>
                        <a:pt x="53626" y="79915"/>
                      </a:cubicBezTo>
                      <a:cubicBezTo>
                        <a:pt x="53721" y="79057"/>
                        <a:pt x="54197" y="78677"/>
                        <a:pt x="55054" y="78581"/>
                      </a:cubicBezTo>
                      <a:lnTo>
                        <a:pt x="53530" y="77057"/>
                      </a:lnTo>
                      <a:lnTo>
                        <a:pt x="55054" y="76676"/>
                      </a:lnTo>
                      <a:lnTo>
                        <a:pt x="53911" y="75724"/>
                      </a:lnTo>
                      <a:cubicBezTo>
                        <a:pt x="53911" y="75724"/>
                        <a:pt x="54293" y="76010"/>
                        <a:pt x="54578" y="76010"/>
                      </a:cubicBezTo>
                      <a:cubicBezTo>
                        <a:pt x="54959" y="76010"/>
                        <a:pt x="55436" y="75819"/>
                        <a:pt x="56007" y="75438"/>
                      </a:cubicBezTo>
                      <a:cubicBezTo>
                        <a:pt x="56674" y="75057"/>
                        <a:pt x="57055" y="74867"/>
                        <a:pt x="57341" y="74867"/>
                      </a:cubicBezTo>
                      <a:cubicBezTo>
                        <a:pt x="57721" y="74867"/>
                        <a:pt x="58007" y="75248"/>
                        <a:pt x="58102" y="76105"/>
                      </a:cubicBezTo>
                      <a:cubicBezTo>
                        <a:pt x="57912" y="76105"/>
                        <a:pt x="56864" y="76486"/>
                        <a:pt x="55150" y="77152"/>
                      </a:cubicBezTo>
                      <a:cubicBezTo>
                        <a:pt x="55150" y="77152"/>
                        <a:pt x="55912" y="77629"/>
                        <a:pt x="57150" y="78391"/>
                      </a:cubicBezTo>
                      <a:cubicBezTo>
                        <a:pt x="57912" y="78867"/>
                        <a:pt x="58293" y="79343"/>
                        <a:pt x="58293" y="79915"/>
                      </a:cubicBezTo>
                      <a:cubicBezTo>
                        <a:pt x="58293" y="80201"/>
                        <a:pt x="58293" y="80391"/>
                        <a:pt x="58198" y="80677"/>
                      </a:cubicBezTo>
                      <a:cubicBezTo>
                        <a:pt x="58674" y="80391"/>
                        <a:pt x="58864" y="80010"/>
                        <a:pt x="59055" y="79343"/>
                      </a:cubicBezTo>
                      <a:cubicBezTo>
                        <a:pt x="59245" y="78677"/>
                        <a:pt x="59150" y="78200"/>
                        <a:pt x="58864" y="77819"/>
                      </a:cubicBezTo>
                      <a:lnTo>
                        <a:pt x="60484" y="76200"/>
                      </a:lnTo>
                      <a:lnTo>
                        <a:pt x="57150" y="73152"/>
                      </a:lnTo>
                      <a:lnTo>
                        <a:pt x="57531" y="72581"/>
                      </a:lnTo>
                      <a:cubicBezTo>
                        <a:pt x="57531" y="72581"/>
                        <a:pt x="56959" y="72104"/>
                        <a:pt x="56579" y="72104"/>
                      </a:cubicBezTo>
                      <a:cubicBezTo>
                        <a:pt x="56388" y="72104"/>
                        <a:pt x="56102" y="72295"/>
                        <a:pt x="55531" y="72676"/>
                      </a:cubicBezTo>
                      <a:cubicBezTo>
                        <a:pt x="54959" y="73152"/>
                        <a:pt x="54483" y="73247"/>
                        <a:pt x="53911" y="73152"/>
                      </a:cubicBezTo>
                      <a:cubicBezTo>
                        <a:pt x="53816" y="73152"/>
                        <a:pt x="52673" y="73057"/>
                        <a:pt x="50673" y="73057"/>
                      </a:cubicBezTo>
                      <a:cubicBezTo>
                        <a:pt x="49530" y="73057"/>
                        <a:pt x="48863" y="72295"/>
                        <a:pt x="48768" y="70676"/>
                      </a:cubicBezTo>
                      <a:cubicBezTo>
                        <a:pt x="48101" y="70390"/>
                        <a:pt x="47816" y="69914"/>
                        <a:pt x="47816" y="69152"/>
                      </a:cubicBezTo>
                      <a:cubicBezTo>
                        <a:pt x="47816" y="68771"/>
                        <a:pt x="47816" y="68294"/>
                        <a:pt x="48101" y="67532"/>
                      </a:cubicBezTo>
                      <a:cubicBezTo>
                        <a:pt x="48292" y="66770"/>
                        <a:pt x="48387" y="66199"/>
                        <a:pt x="48387" y="65818"/>
                      </a:cubicBezTo>
                      <a:cubicBezTo>
                        <a:pt x="48387" y="64770"/>
                        <a:pt x="47720" y="64103"/>
                        <a:pt x="46387" y="64008"/>
                      </a:cubicBezTo>
                      <a:cubicBezTo>
                        <a:pt x="46196" y="63532"/>
                        <a:pt x="46006" y="63056"/>
                        <a:pt x="46006" y="62484"/>
                      </a:cubicBezTo>
                      <a:cubicBezTo>
                        <a:pt x="46006" y="62294"/>
                        <a:pt x="46006" y="61913"/>
                        <a:pt x="46101" y="61341"/>
                      </a:cubicBezTo>
                      <a:cubicBezTo>
                        <a:pt x="46101" y="60769"/>
                        <a:pt x="46196" y="60389"/>
                        <a:pt x="46196" y="60198"/>
                      </a:cubicBezTo>
                      <a:cubicBezTo>
                        <a:pt x="46196" y="59341"/>
                        <a:pt x="45815" y="58674"/>
                        <a:pt x="44958" y="58198"/>
                      </a:cubicBezTo>
                      <a:lnTo>
                        <a:pt x="43625" y="57817"/>
                      </a:lnTo>
                      <a:cubicBezTo>
                        <a:pt x="44291" y="56960"/>
                        <a:pt x="44577" y="56102"/>
                        <a:pt x="44577" y="55245"/>
                      </a:cubicBezTo>
                      <a:cubicBezTo>
                        <a:pt x="44577" y="54388"/>
                        <a:pt x="44291" y="53435"/>
                        <a:pt x="43719" y="52102"/>
                      </a:cubicBezTo>
                      <a:cubicBezTo>
                        <a:pt x="43243" y="51149"/>
                        <a:pt x="42767" y="50197"/>
                        <a:pt x="42196" y="49244"/>
                      </a:cubicBezTo>
                      <a:cubicBezTo>
                        <a:pt x="42576" y="48959"/>
                        <a:pt x="42863" y="48577"/>
                        <a:pt x="42958" y="48101"/>
                      </a:cubicBezTo>
                      <a:cubicBezTo>
                        <a:pt x="42958" y="47530"/>
                        <a:pt x="42767" y="47149"/>
                        <a:pt x="42196" y="46863"/>
                      </a:cubicBezTo>
                      <a:lnTo>
                        <a:pt x="40195" y="47244"/>
                      </a:lnTo>
                      <a:lnTo>
                        <a:pt x="39719" y="43815"/>
                      </a:lnTo>
                      <a:cubicBezTo>
                        <a:pt x="39052" y="44006"/>
                        <a:pt x="38671" y="44482"/>
                        <a:pt x="38671" y="45339"/>
                      </a:cubicBezTo>
                      <a:cubicBezTo>
                        <a:pt x="38671" y="46196"/>
                        <a:pt x="38195" y="46673"/>
                        <a:pt x="37338" y="46958"/>
                      </a:cubicBezTo>
                      <a:cubicBezTo>
                        <a:pt x="37529" y="47435"/>
                        <a:pt x="37529" y="47911"/>
                        <a:pt x="37529" y="48387"/>
                      </a:cubicBezTo>
                      <a:cubicBezTo>
                        <a:pt x="37529" y="49149"/>
                        <a:pt x="37147" y="50197"/>
                        <a:pt x="36481" y="51530"/>
                      </a:cubicBezTo>
                      <a:cubicBezTo>
                        <a:pt x="35814" y="52864"/>
                        <a:pt x="35528" y="54197"/>
                        <a:pt x="35623" y="55626"/>
                      </a:cubicBezTo>
                      <a:cubicBezTo>
                        <a:pt x="34385" y="56293"/>
                        <a:pt x="33718" y="57436"/>
                        <a:pt x="33528" y="58960"/>
                      </a:cubicBezTo>
                      <a:cubicBezTo>
                        <a:pt x="33242" y="61246"/>
                        <a:pt x="33051" y="62484"/>
                        <a:pt x="32957" y="62674"/>
                      </a:cubicBezTo>
                      <a:cubicBezTo>
                        <a:pt x="32575" y="62674"/>
                        <a:pt x="32004" y="63151"/>
                        <a:pt x="31337" y="64389"/>
                      </a:cubicBezTo>
                      <a:cubicBezTo>
                        <a:pt x="30575" y="66008"/>
                        <a:pt x="29813" y="66961"/>
                        <a:pt x="29146" y="67532"/>
                      </a:cubicBezTo>
                      <a:cubicBezTo>
                        <a:pt x="29146" y="67723"/>
                        <a:pt x="29432" y="68199"/>
                        <a:pt x="30099" y="68961"/>
                      </a:cubicBezTo>
                      <a:lnTo>
                        <a:pt x="30956" y="68009"/>
                      </a:lnTo>
                      <a:cubicBezTo>
                        <a:pt x="30956" y="68009"/>
                        <a:pt x="31147" y="68199"/>
                        <a:pt x="31147" y="68390"/>
                      </a:cubicBezTo>
                      <a:cubicBezTo>
                        <a:pt x="31147" y="68675"/>
                        <a:pt x="30956" y="69056"/>
                        <a:pt x="30575" y="69723"/>
                      </a:cubicBezTo>
                      <a:cubicBezTo>
                        <a:pt x="30194" y="70390"/>
                        <a:pt x="30003" y="70771"/>
                        <a:pt x="30003" y="70961"/>
                      </a:cubicBezTo>
                      <a:cubicBezTo>
                        <a:pt x="29337" y="71914"/>
                        <a:pt x="29051" y="72390"/>
                        <a:pt x="29051" y="72485"/>
                      </a:cubicBezTo>
                      <a:lnTo>
                        <a:pt x="30003" y="73438"/>
                      </a:lnTo>
                      <a:cubicBezTo>
                        <a:pt x="30003" y="73438"/>
                        <a:pt x="30575" y="72866"/>
                        <a:pt x="30861" y="72866"/>
                      </a:cubicBezTo>
                      <a:lnTo>
                        <a:pt x="30861" y="73819"/>
                      </a:lnTo>
                      <a:cubicBezTo>
                        <a:pt x="30861" y="73819"/>
                        <a:pt x="30194" y="73533"/>
                        <a:pt x="30003" y="73533"/>
                      </a:cubicBezTo>
                      <a:cubicBezTo>
                        <a:pt x="29337" y="73533"/>
                        <a:pt x="28860" y="74390"/>
                        <a:pt x="28480" y="76010"/>
                      </a:cubicBezTo>
                      <a:cubicBezTo>
                        <a:pt x="28099" y="77915"/>
                        <a:pt x="27527" y="79057"/>
                        <a:pt x="26956" y="79534"/>
                      </a:cubicBezTo>
                      <a:cubicBezTo>
                        <a:pt x="27432" y="79915"/>
                        <a:pt x="27813" y="80867"/>
                        <a:pt x="28099" y="82201"/>
                      </a:cubicBezTo>
                      <a:cubicBezTo>
                        <a:pt x="28384" y="83534"/>
                        <a:pt x="28956" y="84392"/>
                        <a:pt x="30003" y="84773"/>
                      </a:cubicBezTo>
                      <a:cubicBezTo>
                        <a:pt x="30480" y="84487"/>
                        <a:pt x="31718" y="84296"/>
                        <a:pt x="33528" y="84392"/>
                      </a:cubicBezTo>
                      <a:cubicBezTo>
                        <a:pt x="35147" y="84392"/>
                        <a:pt x="36004" y="84201"/>
                        <a:pt x="36290" y="83820"/>
                      </a:cubicBezTo>
                      <a:cubicBezTo>
                        <a:pt x="36290" y="84677"/>
                        <a:pt x="36671" y="86677"/>
                        <a:pt x="37147" y="89821"/>
                      </a:cubicBezTo>
                      <a:cubicBezTo>
                        <a:pt x="37529" y="92202"/>
                        <a:pt x="37814" y="94202"/>
                        <a:pt x="37814" y="95631"/>
                      </a:cubicBezTo>
                      <a:cubicBezTo>
                        <a:pt x="37814" y="97917"/>
                        <a:pt x="37433" y="100203"/>
                        <a:pt x="36671" y="102203"/>
                      </a:cubicBezTo>
                      <a:cubicBezTo>
                        <a:pt x="35528" y="102489"/>
                        <a:pt x="33623" y="102680"/>
                        <a:pt x="30861" y="102584"/>
                      </a:cubicBezTo>
                      <a:cubicBezTo>
                        <a:pt x="28194" y="102584"/>
                        <a:pt x="26098" y="102870"/>
                        <a:pt x="24765" y="103537"/>
                      </a:cubicBezTo>
                      <a:lnTo>
                        <a:pt x="25336" y="103918"/>
                      </a:lnTo>
                      <a:cubicBezTo>
                        <a:pt x="23336" y="104394"/>
                        <a:pt x="22193" y="105918"/>
                        <a:pt x="21812" y="108299"/>
                      </a:cubicBezTo>
                      <a:cubicBezTo>
                        <a:pt x="21717" y="110299"/>
                        <a:pt x="21431" y="112205"/>
                        <a:pt x="21241" y="114205"/>
                      </a:cubicBezTo>
                      <a:cubicBezTo>
                        <a:pt x="20669" y="116110"/>
                        <a:pt x="18955" y="116967"/>
                        <a:pt x="16097" y="116681"/>
                      </a:cubicBezTo>
                      <a:cubicBezTo>
                        <a:pt x="15811" y="117062"/>
                        <a:pt x="15526" y="117253"/>
                        <a:pt x="15144" y="117253"/>
                      </a:cubicBezTo>
                      <a:cubicBezTo>
                        <a:pt x="14764" y="117253"/>
                        <a:pt x="14288" y="117062"/>
                        <a:pt x="13430" y="116681"/>
                      </a:cubicBezTo>
                      <a:cubicBezTo>
                        <a:pt x="12573" y="116300"/>
                        <a:pt x="12097" y="116015"/>
                        <a:pt x="11716" y="116015"/>
                      </a:cubicBezTo>
                      <a:cubicBezTo>
                        <a:pt x="11335" y="116015"/>
                        <a:pt x="10859" y="116015"/>
                        <a:pt x="10192" y="116015"/>
                      </a:cubicBezTo>
                      <a:cubicBezTo>
                        <a:pt x="9620" y="116015"/>
                        <a:pt x="8763" y="116015"/>
                        <a:pt x="7620" y="116300"/>
                      </a:cubicBezTo>
                      <a:cubicBezTo>
                        <a:pt x="6477" y="116491"/>
                        <a:pt x="5619" y="116491"/>
                        <a:pt x="5048" y="116491"/>
                      </a:cubicBezTo>
                      <a:cubicBezTo>
                        <a:pt x="2477" y="116491"/>
                        <a:pt x="952" y="115634"/>
                        <a:pt x="381" y="114014"/>
                      </a:cubicBezTo>
                      <a:cubicBezTo>
                        <a:pt x="95" y="113252"/>
                        <a:pt x="0" y="112586"/>
                        <a:pt x="0" y="111823"/>
                      </a:cubicBezTo>
                      <a:cubicBezTo>
                        <a:pt x="0" y="110871"/>
                        <a:pt x="381" y="109442"/>
                        <a:pt x="1238" y="107728"/>
                      </a:cubicBezTo>
                      <a:cubicBezTo>
                        <a:pt x="2095" y="106013"/>
                        <a:pt x="2381" y="104489"/>
                        <a:pt x="2095" y="103251"/>
                      </a:cubicBezTo>
                      <a:cubicBezTo>
                        <a:pt x="3524" y="102870"/>
                        <a:pt x="4191" y="101918"/>
                        <a:pt x="4191" y="100394"/>
                      </a:cubicBezTo>
                      <a:cubicBezTo>
                        <a:pt x="4191" y="100108"/>
                        <a:pt x="4191" y="99822"/>
                        <a:pt x="4096" y="99251"/>
                      </a:cubicBezTo>
                      <a:lnTo>
                        <a:pt x="4096" y="98012"/>
                      </a:lnTo>
                      <a:cubicBezTo>
                        <a:pt x="4096" y="97155"/>
                        <a:pt x="4286" y="96488"/>
                        <a:pt x="4667" y="96012"/>
                      </a:cubicBezTo>
                      <a:cubicBezTo>
                        <a:pt x="6001" y="95536"/>
                        <a:pt x="6668" y="94583"/>
                        <a:pt x="6668" y="93250"/>
                      </a:cubicBezTo>
                      <a:cubicBezTo>
                        <a:pt x="6668" y="92869"/>
                        <a:pt x="6668" y="92202"/>
                        <a:pt x="6382" y="91249"/>
                      </a:cubicBezTo>
                      <a:cubicBezTo>
                        <a:pt x="6191" y="90392"/>
                        <a:pt x="6191" y="89630"/>
                        <a:pt x="6191" y="89154"/>
                      </a:cubicBezTo>
                      <a:cubicBezTo>
                        <a:pt x="6191" y="87725"/>
                        <a:pt x="6763" y="86677"/>
                        <a:pt x="8001" y="86011"/>
                      </a:cubicBezTo>
                      <a:cubicBezTo>
                        <a:pt x="7811" y="85439"/>
                        <a:pt x="7715" y="84868"/>
                        <a:pt x="7715" y="84392"/>
                      </a:cubicBezTo>
                      <a:cubicBezTo>
                        <a:pt x="7715" y="83344"/>
                        <a:pt x="8191" y="82010"/>
                        <a:pt x="9239" y="80391"/>
                      </a:cubicBezTo>
                      <a:cubicBezTo>
                        <a:pt x="10287" y="78772"/>
                        <a:pt x="10763" y="77629"/>
                        <a:pt x="10763" y="76772"/>
                      </a:cubicBezTo>
                      <a:cubicBezTo>
                        <a:pt x="10763" y="76010"/>
                        <a:pt x="10573" y="75248"/>
                        <a:pt x="10001" y="74390"/>
                      </a:cubicBezTo>
                      <a:cubicBezTo>
                        <a:pt x="11430" y="72676"/>
                        <a:pt x="12382" y="70294"/>
                        <a:pt x="12954" y="67056"/>
                      </a:cubicBezTo>
                      <a:cubicBezTo>
                        <a:pt x="13335" y="64580"/>
                        <a:pt x="13525" y="62103"/>
                        <a:pt x="13811" y="59627"/>
                      </a:cubicBezTo>
                      <a:cubicBezTo>
                        <a:pt x="15050" y="59055"/>
                        <a:pt x="16002" y="57626"/>
                        <a:pt x="16383" y="55245"/>
                      </a:cubicBezTo>
                      <a:cubicBezTo>
                        <a:pt x="16764" y="52959"/>
                        <a:pt x="17526" y="51340"/>
                        <a:pt x="18574" y="50578"/>
                      </a:cubicBezTo>
                      <a:cubicBezTo>
                        <a:pt x="18192" y="49816"/>
                        <a:pt x="18097" y="49054"/>
                        <a:pt x="18097" y="48101"/>
                      </a:cubicBezTo>
                      <a:cubicBezTo>
                        <a:pt x="18097" y="47244"/>
                        <a:pt x="18288" y="46196"/>
                        <a:pt x="18574" y="44863"/>
                      </a:cubicBezTo>
                      <a:cubicBezTo>
                        <a:pt x="18859" y="43529"/>
                        <a:pt x="18955" y="42672"/>
                        <a:pt x="18955" y="42386"/>
                      </a:cubicBezTo>
                      <a:cubicBezTo>
                        <a:pt x="20002" y="41815"/>
                        <a:pt x="20478" y="41053"/>
                        <a:pt x="20478" y="40100"/>
                      </a:cubicBezTo>
                      <a:lnTo>
                        <a:pt x="20478" y="38576"/>
                      </a:lnTo>
                      <a:cubicBezTo>
                        <a:pt x="20478" y="37338"/>
                        <a:pt x="21145" y="36290"/>
                        <a:pt x="22479" y="35433"/>
                      </a:cubicBezTo>
                      <a:cubicBezTo>
                        <a:pt x="21812" y="34290"/>
                        <a:pt x="21812" y="32194"/>
                        <a:pt x="22479" y="29337"/>
                      </a:cubicBezTo>
                      <a:cubicBezTo>
                        <a:pt x="24384" y="28956"/>
                        <a:pt x="25146" y="27718"/>
                        <a:pt x="24765" y="25432"/>
                      </a:cubicBezTo>
                      <a:cubicBezTo>
                        <a:pt x="24289" y="22765"/>
                        <a:pt x="24289" y="21146"/>
                        <a:pt x="24860" y="20669"/>
                      </a:cubicBezTo>
                      <a:cubicBezTo>
                        <a:pt x="27146" y="18002"/>
                        <a:pt x="29051" y="16669"/>
                        <a:pt x="30480" y="16669"/>
                      </a:cubicBezTo>
                      <a:cubicBezTo>
                        <a:pt x="31432" y="16669"/>
                        <a:pt x="32385" y="17145"/>
                        <a:pt x="33051" y="18098"/>
                      </a:cubicBezTo>
                      <a:cubicBezTo>
                        <a:pt x="33338" y="17907"/>
                        <a:pt x="33433" y="17526"/>
                        <a:pt x="33433" y="16764"/>
                      </a:cubicBezTo>
                      <a:cubicBezTo>
                        <a:pt x="33718" y="16573"/>
                        <a:pt x="34004" y="16478"/>
                        <a:pt x="34290" y="16478"/>
                      </a:cubicBezTo>
                      <a:cubicBezTo>
                        <a:pt x="34576" y="16478"/>
                        <a:pt x="35147" y="16478"/>
                        <a:pt x="35909" y="16764"/>
                      </a:cubicBezTo>
                      <a:cubicBezTo>
                        <a:pt x="36671" y="16954"/>
                        <a:pt x="37242" y="17050"/>
                        <a:pt x="37624" y="17050"/>
                      </a:cubicBezTo>
                      <a:cubicBezTo>
                        <a:pt x="38576" y="17050"/>
                        <a:pt x="39338" y="16573"/>
                        <a:pt x="39719" y="15621"/>
                      </a:cubicBezTo>
                      <a:cubicBezTo>
                        <a:pt x="40100" y="15907"/>
                        <a:pt x="40957" y="16573"/>
                        <a:pt x="42196" y="17335"/>
                      </a:cubicBezTo>
                      <a:cubicBezTo>
                        <a:pt x="42576" y="16669"/>
                        <a:pt x="43053" y="16383"/>
                        <a:pt x="43719" y="16383"/>
                      </a:cubicBezTo>
                      <a:cubicBezTo>
                        <a:pt x="44101" y="16383"/>
                        <a:pt x="44863" y="16478"/>
                        <a:pt x="45720" y="16764"/>
                      </a:cubicBezTo>
                      <a:cubicBezTo>
                        <a:pt x="46672" y="17050"/>
                        <a:pt x="47434" y="17240"/>
                        <a:pt x="48006" y="17240"/>
                      </a:cubicBezTo>
                      <a:cubicBezTo>
                        <a:pt x="48387" y="17240"/>
                        <a:pt x="48768" y="17240"/>
                        <a:pt x="49149" y="16954"/>
                      </a:cubicBezTo>
                      <a:cubicBezTo>
                        <a:pt x="50197" y="17621"/>
                        <a:pt x="51340" y="18288"/>
                        <a:pt x="52388" y="19050"/>
                      </a:cubicBezTo>
                      <a:cubicBezTo>
                        <a:pt x="53530" y="19812"/>
                        <a:pt x="54007" y="20860"/>
                        <a:pt x="54007" y="22098"/>
                      </a:cubicBezTo>
                      <a:cubicBezTo>
                        <a:pt x="54007" y="22384"/>
                        <a:pt x="54007" y="22765"/>
                        <a:pt x="53816" y="23241"/>
                      </a:cubicBezTo>
                      <a:lnTo>
                        <a:pt x="55912" y="22860"/>
                      </a:lnTo>
                      <a:cubicBezTo>
                        <a:pt x="55626" y="23908"/>
                        <a:pt x="55436" y="25051"/>
                        <a:pt x="55436" y="26194"/>
                      </a:cubicBezTo>
                      <a:cubicBezTo>
                        <a:pt x="55436" y="28670"/>
                        <a:pt x="56388" y="31528"/>
                        <a:pt x="58293" y="34766"/>
                      </a:cubicBezTo>
                      <a:lnTo>
                        <a:pt x="55912" y="35814"/>
                      </a:lnTo>
                      <a:lnTo>
                        <a:pt x="58293" y="36671"/>
                      </a:lnTo>
                      <a:cubicBezTo>
                        <a:pt x="58293" y="36671"/>
                        <a:pt x="57341" y="36957"/>
                        <a:pt x="56292" y="37624"/>
                      </a:cubicBezTo>
                      <a:lnTo>
                        <a:pt x="56292" y="38100"/>
                      </a:lnTo>
                      <a:cubicBezTo>
                        <a:pt x="56959" y="37814"/>
                        <a:pt x="58102" y="38100"/>
                        <a:pt x="59627" y="38576"/>
                      </a:cubicBezTo>
                      <a:lnTo>
                        <a:pt x="57912" y="41339"/>
                      </a:lnTo>
                      <a:cubicBezTo>
                        <a:pt x="59817" y="43624"/>
                        <a:pt x="61532" y="44768"/>
                        <a:pt x="63055" y="44768"/>
                      </a:cubicBezTo>
                      <a:lnTo>
                        <a:pt x="63055" y="45720"/>
                      </a:lnTo>
                      <a:cubicBezTo>
                        <a:pt x="62484" y="44863"/>
                        <a:pt x="62008" y="44577"/>
                        <a:pt x="61722" y="44768"/>
                      </a:cubicBezTo>
                      <a:cubicBezTo>
                        <a:pt x="61436" y="45910"/>
                        <a:pt x="61246" y="47149"/>
                        <a:pt x="61246" y="48482"/>
                      </a:cubicBezTo>
                      <a:cubicBezTo>
                        <a:pt x="61246" y="51244"/>
                        <a:pt x="61913" y="53245"/>
                        <a:pt x="63151" y="54673"/>
                      </a:cubicBezTo>
                      <a:cubicBezTo>
                        <a:pt x="62769" y="55055"/>
                        <a:pt x="62675" y="55340"/>
                        <a:pt x="62675" y="55721"/>
                      </a:cubicBezTo>
                      <a:cubicBezTo>
                        <a:pt x="62675" y="56102"/>
                        <a:pt x="62960" y="56483"/>
                        <a:pt x="63627" y="57055"/>
                      </a:cubicBezTo>
                      <a:cubicBezTo>
                        <a:pt x="64294" y="57626"/>
                        <a:pt x="64579" y="58102"/>
                        <a:pt x="64579" y="58579"/>
                      </a:cubicBezTo>
                      <a:cubicBezTo>
                        <a:pt x="64579" y="58865"/>
                        <a:pt x="64484" y="59150"/>
                        <a:pt x="64198" y="59436"/>
                      </a:cubicBezTo>
                      <a:lnTo>
                        <a:pt x="65722" y="60007"/>
                      </a:lnTo>
                      <a:cubicBezTo>
                        <a:pt x="66580" y="64770"/>
                        <a:pt x="67056" y="67627"/>
                        <a:pt x="67342" y="68580"/>
                      </a:cubicBezTo>
                      <a:cubicBezTo>
                        <a:pt x="68103" y="71819"/>
                        <a:pt x="69152" y="74581"/>
                        <a:pt x="70390" y="76772"/>
                      </a:cubicBezTo>
                      <a:cubicBezTo>
                        <a:pt x="69437" y="78391"/>
                        <a:pt x="69723" y="79724"/>
                        <a:pt x="71438" y="80581"/>
                      </a:cubicBezTo>
                      <a:cubicBezTo>
                        <a:pt x="71247" y="84773"/>
                        <a:pt x="71914" y="87630"/>
                        <a:pt x="73343" y="89154"/>
                      </a:cubicBezTo>
                      <a:cubicBezTo>
                        <a:pt x="73343" y="93155"/>
                        <a:pt x="74390" y="95155"/>
                        <a:pt x="76295" y="95250"/>
                      </a:cubicBezTo>
                      <a:close/>
                      <a:moveTo>
                        <a:pt x="4000" y="17812"/>
                      </a:moveTo>
                      <a:lnTo>
                        <a:pt x="3048" y="18860"/>
                      </a:lnTo>
                      <a:lnTo>
                        <a:pt x="1619" y="17240"/>
                      </a:lnTo>
                      <a:lnTo>
                        <a:pt x="4000" y="17812"/>
                      </a:lnTo>
                      <a:close/>
                      <a:moveTo>
                        <a:pt x="6096" y="36481"/>
                      </a:moveTo>
                      <a:lnTo>
                        <a:pt x="6858" y="38862"/>
                      </a:lnTo>
                      <a:lnTo>
                        <a:pt x="4953" y="41815"/>
                      </a:lnTo>
                      <a:lnTo>
                        <a:pt x="6096" y="36481"/>
                      </a:lnTo>
                      <a:close/>
                      <a:moveTo>
                        <a:pt x="7715" y="25432"/>
                      </a:moveTo>
                      <a:cubicBezTo>
                        <a:pt x="7715" y="25432"/>
                        <a:pt x="7144" y="25813"/>
                        <a:pt x="6477" y="26479"/>
                      </a:cubicBezTo>
                      <a:lnTo>
                        <a:pt x="6096" y="25146"/>
                      </a:lnTo>
                      <a:lnTo>
                        <a:pt x="7715" y="25527"/>
                      </a:lnTo>
                      <a:close/>
                      <a:moveTo>
                        <a:pt x="18383" y="27908"/>
                      </a:moveTo>
                      <a:cubicBezTo>
                        <a:pt x="17812" y="26575"/>
                        <a:pt x="16669" y="26098"/>
                        <a:pt x="15050" y="26384"/>
                      </a:cubicBezTo>
                      <a:lnTo>
                        <a:pt x="14668" y="26860"/>
                      </a:lnTo>
                      <a:cubicBezTo>
                        <a:pt x="14668" y="26003"/>
                        <a:pt x="14859" y="25622"/>
                        <a:pt x="15335" y="25622"/>
                      </a:cubicBezTo>
                      <a:cubicBezTo>
                        <a:pt x="15335" y="25622"/>
                        <a:pt x="15907" y="25718"/>
                        <a:pt x="16764" y="26003"/>
                      </a:cubicBezTo>
                      <a:cubicBezTo>
                        <a:pt x="17431" y="26194"/>
                        <a:pt x="17907" y="26194"/>
                        <a:pt x="18383" y="26003"/>
                      </a:cubicBezTo>
                      <a:lnTo>
                        <a:pt x="18383" y="27908"/>
                      </a:lnTo>
                      <a:close/>
                      <a:moveTo>
                        <a:pt x="16383" y="68199"/>
                      </a:moveTo>
                      <a:lnTo>
                        <a:pt x="16383" y="65818"/>
                      </a:lnTo>
                      <a:lnTo>
                        <a:pt x="16002" y="65818"/>
                      </a:lnTo>
                      <a:lnTo>
                        <a:pt x="16002" y="68199"/>
                      </a:lnTo>
                      <a:lnTo>
                        <a:pt x="16383" y="68199"/>
                      </a:lnTo>
                      <a:close/>
                      <a:moveTo>
                        <a:pt x="23241" y="29908"/>
                      </a:moveTo>
                      <a:lnTo>
                        <a:pt x="26003" y="28480"/>
                      </a:lnTo>
                      <a:lnTo>
                        <a:pt x="25622" y="26956"/>
                      </a:lnTo>
                      <a:lnTo>
                        <a:pt x="23241" y="29908"/>
                      </a:lnTo>
                      <a:close/>
                      <a:moveTo>
                        <a:pt x="26003" y="47053"/>
                      </a:moveTo>
                      <a:lnTo>
                        <a:pt x="28384" y="47720"/>
                      </a:lnTo>
                      <a:lnTo>
                        <a:pt x="28004" y="47053"/>
                      </a:lnTo>
                      <a:lnTo>
                        <a:pt x="26003" y="47053"/>
                      </a:lnTo>
                      <a:close/>
                      <a:moveTo>
                        <a:pt x="28004" y="44672"/>
                      </a:moveTo>
                      <a:lnTo>
                        <a:pt x="29051" y="44196"/>
                      </a:lnTo>
                      <a:lnTo>
                        <a:pt x="28004" y="43244"/>
                      </a:lnTo>
                      <a:lnTo>
                        <a:pt x="28004" y="44768"/>
                      </a:lnTo>
                      <a:close/>
                      <a:moveTo>
                        <a:pt x="29051" y="24003"/>
                      </a:moveTo>
                      <a:lnTo>
                        <a:pt x="30480" y="23622"/>
                      </a:lnTo>
                      <a:lnTo>
                        <a:pt x="28384" y="23050"/>
                      </a:lnTo>
                      <a:lnTo>
                        <a:pt x="29051" y="24003"/>
                      </a:lnTo>
                      <a:close/>
                      <a:moveTo>
                        <a:pt x="29432" y="8573"/>
                      </a:moveTo>
                      <a:lnTo>
                        <a:pt x="30099" y="10097"/>
                      </a:lnTo>
                      <a:lnTo>
                        <a:pt x="29146" y="10097"/>
                      </a:lnTo>
                      <a:lnTo>
                        <a:pt x="29527" y="8573"/>
                      </a:lnTo>
                      <a:close/>
                      <a:moveTo>
                        <a:pt x="33909" y="5239"/>
                      </a:moveTo>
                      <a:cubicBezTo>
                        <a:pt x="33242" y="5048"/>
                        <a:pt x="32957" y="4477"/>
                        <a:pt x="32957" y="3715"/>
                      </a:cubicBezTo>
                      <a:lnTo>
                        <a:pt x="32957" y="2000"/>
                      </a:lnTo>
                      <a:lnTo>
                        <a:pt x="36290" y="0"/>
                      </a:lnTo>
                      <a:cubicBezTo>
                        <a:pt x="36290" y="0"/>
                        <a:pt x="35814" y="762"/>
                        <a:pt x="34957" y="1143"/>
                      </a:cubicBezTo>
                      <a:cubicBezTo>
                        <a:pt x="34100" y="1619"/>
                        <a:pt x="33623" y="2000"/>
                        <a:pt x="33623" y="2477"/>
                      </a:cubicBezTo>
                      <a:cubicBezTo>
                        <a:pt x="33623" y="2667"/>
                        <a:pt x="33814" y="3048"/>
                        <a:pt x="34290" y="3524"/>
                      </a:cubicBezTo>
                      <a:cubicBezTo>
                        <a:pt x="34385" y="4000"/>
                        <a:pt x="34290" y="4572"/>
                        <a:pt x="33909" y="5239"/>
                      </a:cubicBezTo>
                      <a:close/>
                      <a:moveTo>
                        <a:pt x="37242" y="11621"/>
                      </a:moveTo>
                      <a:lnTo>
                        <a:pt x="38100" y="11621"/>
                      </a:lnTo>
                      <a:lnTo>
                        <a:pt x="36576" y="14097"/>
                      </a:lnTo>
                      <a:lnTo>
                        <a:pt x="37242" y="11621"/>
                      </a:lnTo>
                      <a:close/>
                      <a:moveTo>
                        <a:pt x="37242" y="28956"/>
                      </a:moveTo>
                      <a:lnTo>
                        <a:pt x="37242" y="27432"/>
                      </a:lnTo>
                      <a:lnTo>
                        <a:pt x="36576" y="27432"/>
                      </a:lnTo>
                      <a:lnTo>
                        <a:pt x="36576" y="28956"/>
                      </a:lnTo>
                      <a:lnTo>
                        <a:pt x="37242" y="28956"/>
                      </a:lnTo>
                      <a:close/>
                      <a:moveTo>
                        <a:pt x="43529" y="9716"/>
                      </a:moveTo>
                      <a:lnTo>
                        <a:pt x="43529" y="11716"/>
                      </a:lnTo>
                      <a:lnTo>
                        <a:pt x="42100" y="8382"/>
                      </a:lnTo>
                      <a:cubicBezTo>
                        <a:pt x="43053" y="8382"/>
                        <a:pt x="43529" y="8858"/>
                        <a:pt x="43529" y="9716"/>
                      </a:cubicBezTo>
                      <a:close/>
                      <a:moveTo>
                        <a:pt x="45815" y="28004"/>
                      </a:moveTo>
                      <a:lnTo>
                        <a:pt x="48673" y="26956"/>
                      </a:lnTo>
                      <a:lnTo>
                        <a:pt x="47149" y="26956"/>
                      </a:lnTo>
                      <a:lnTo>
                        <a:pt x="45815" y="28004"/>
                      </a:lnTo>
                      <a:close/>
                      <a:moveTo>
                        <a:pt x="45815" y="37624"/>
                      </a:moveTo>
                      <a:lnTo>
                        <a:pt x="46196" y="36100"/>
                      </a:lnTo>
                      <a:lnTo>
                        <a:pt x="45815" y="35719"/>
                      </a:lnTo>
                      <a:lnTo>
                        <a:pt x="45815" y="37624"/>
                      </a:lnTo>
                      <a:close/>
                      <a:moveTo>
                        <a:pt x="50006" y="76962"/>
                      </a:moveTo>
                      <a:cubicBezTo>
                        <a:pt x="50006" y="76962"/>
                        <a:pt x="50387" y="77057"/>
                        <a:pt x="50959" y="77343"/>
                      </a:cubicBezTo>
                      <a:lnTo>
                        <a:pt x="51340" y="76962"/>
                      </a:lnTo>
                      <a:lnTo>
                        <a:pt x="50006" y="75628"/>
                      </a:lnTo>
                      <a:lnTo>
                        <a:pt x="52007" y="76390"/>
                      </a:lnTo>
                      <a:cubicBezTo>
                        <a:pt x="50959" y="77534"/>
                        <a:pt x="50292" y="78010"/>
                        <a:pt x="50006" y="78010"/>
                      </a:cubicBezTo>
                      <a:lnTo>
                        <a:pt x="50006" y="76962"/>
                      </a:lnTo>
                      <a:close/>
                      <a:moveTo>
                        <a:pt x="53721" y="52959"/>
                      </a:moveTo>
                      <a:cubicBezTo>
                        <a:pt x="54673" y="52578"/>
                        <a:pt x="55054" y="51721"/>
                        <a:pt x="54864" y="50578"/>
                      </a:cubicBezTo>
                      <a:cubicBezTo>
                        <a:pt x="53626" y="50959"/>
                        <a:pt x="52959" y="51530"/>
                        <a:pt x="52959" y="52578"/>
                      </a:cubicBezTo>
                      <a:cubicBezTo>
                        <a:pt x="53340" y="52864"/>
                        <a:pt x="53530" y="53054"/>
                        <a:pt x="53721" y="52959"/>
                      </a:cubicBezTo>
                      <a:close/>
                      <a:moveTo>
                        <a:pt x="54864" y="34195"/>
                      </a:moveTo>
                      <a:lnTo>
                        <a:pt x="53340" y="34195"/>
                      </a:lnTo>
                      <a:lnTo>
                        <a:pt x="53721" y="37719"/>
                      </a:lnTo>
                      <a:lnTo>
                        <a:pt x="54864" y="34195"/>
                      </a:lnTo>
                      <a:close/>
                      <a:moveTo>
                        <a:pt x="54864" y="46863"/>
                      </a:moveTo>
                      <a:cubicBezTo>
                        <a:pt x="54864" y="46863"/>
                        <a:pt x="54578" y="46196"/>
                        <a:pt x="54578" y="46006"/>
                      </a:cubicBezTo>
                      <a:cubicBezTo>
                        <a:pt x="54578" y="45339"/>
                        <a:pt x="55054" y="45053"/>
                        <a:pt x="55912" y="45053"/>
                      </a:cubicBezTo>
                      <a:lnTo>
                        <a:pt x="56769" y="45053"/>
                      </a:lnTo>
                      <a:lnTo>
                        <a:pt x="56769" y="44386"/>
                      </a:lnTo>
                      <a:cubicBezTo>
                        <a:pt x="56769" y="44386"/>
                        <a:pt x="56292" y="44291"/>
                        <a:pt x="56007" y="44291"/>
                      </a:cubicBezTo>
                      <a:cubicBezTo>
                        <a:pt x="55436" y="44291"/>
                        <a:pt x="54864" y="44577"/>
                        <a:pt x="54388" y="45148"/>
                      </a:cubicBezTo>
                      <a:cubicBezTo>
                        <a:pt x="53911" y="45720"/>
                        <a:pt x="53626" y="46292"/>
                        <a:pt x="53626" y="46863"/>
                      </a:cubicBezTo>
                      <a:lnTo>
                        <a:pt x="54769" y="46863"/>
                      </a:lnTo>
                      <a:close/>
                      <a:moveTo>
                        <a:pt x="55340" y="67818"/>
                      </a:moveTo>
                      <a:cubicBezTo>
                        <a:pt x="55340" y="67818"/>
                        <a:pt x="55531" y="67437"/>
                        <a:pt x="55816" y="66770"/>
                      </a:cubicBezTo>
                      <a:cubicBezTo>
                        <a:pt x="55340" y="66770"/>
                        <a:pt x="55054" y="66770"/>
                        <a:pt x="54864" y="67151"/>
                      </a:cubicBezTo>
                      <a:cubicBezTo>
                        <a:pt x="54769" y="67437"/>
                        <a:pt x="54483" y="67723"/>
                        <a:pt x="54293" y="67818"/>
                      </a:cubicBezTo>
                      <a:lnTo>
                        <a:pt x="55245" y="67818"/>
                      </a:lnTo>
                      <a:close/>
                      <a:moveTo>
                        <a:pt x="55816" y="14669"/>
                      </a:moveTo>
                      <a:lnTo>
                        <a:pt x="56769" y="13716"/>
                      </a:lnTo>
                      <a:lnTo>
                        <a:pt x="55245" y="12287"/>
                      </a:lnTo>
                      <a:lnTo>
                        <a:pt x="56102" y="11335"/>
                      </a:lnTo>
                      <a:lnTo>
                        <a:pt x="57721" y="14288"/>
                      </a:lnTo>
                      <a:lnTo>
                        <a:pt x="55721" y="14669"/>
                      </a:lnTo>
                      <a:close/>
                      <a:moveTo>
                        <a:pt x="61913" y="75628"/>
                      </a:moveTo>
                      <a:lnTo>
                        <a:pt x="61913" y="74009"/>
                      </a:lnTo>
                      <a:cubicBezTo>
                        <a:pt x="61913" y="74009"/>
                        <a:pt x="61722" y="74200"/>
                        <a:pt x="60865" y="74676"/>
                      </a:cubicBezTo>
                      <a:cubicBezTo>
                        <a:pt x="60579" y="74486"/>
                        <a:pt x="60388" y="74200"/>
                        <a:pt x="60007" y="73819"/>
                      </a:cubicBezTo>
                      <a:cubicBezTo>
                        <a:pt x="59722" y="73343"/>
                        <a:pt x="59436" y="73247"/>
                        <a:pt x="59341" y="73247"/>
                      </a:cubicBezTo>
                      <a:cubicBezTo>
                        <a:pt x="59150" y="73247"/>
                        <a:pt x="58864" y="73438"/>
                        <a:pt x="58484" y="73723"/>
                      </a:cubicBezTo>
                      <a:lnTo>
                        <a:pt x="61913" y="75724"/>
                      </a:lnTo>
                      <a:close/>
                      <a:moveTo>
                        <a:pt x="64865" y="74962"/>
                      </a:moveTo>
                      <a:cubicBezTo>
                        <a:pt x="64865" y="74962"/>
                        <a:pt x="65056" y="74962"/>
                        <a:pt x="64865" y="74771"/>
                      </a:cubicBezTo>
                      <a:lnTo>
                        <a:pt x="64389" y="71628"/>
                      </a:lnTo>
                      <a:cubicBezTo>
                        <a:pt x="64389" y="71628"/>
                        <a:pt x="63913" y="72295"/>
                        <a:pt x="63913" y="72581"/>
                      </a:cubicBezTo>
                      <a:cubicBezTo>
                        <a:pt x="63913" y="72295"/>
                        <a:pt x="64294" y="73057"/>
                        <a:pt x="64961" y="74676"/>
                      </a:cubicBezTo>
                      <a:lnTo>
                        <a:pt x="64961" y="74867"/>
                      </a:lnTo>
                      <a:close/>
                      <a:moveTo>
                        <a:pt x="70485" y="572"/>
                      </a:moveTo>
                      <a:lnTo>
                        <a:pt x="70485" y="1715"/>
                      </a:lnTo>
                      <a:lnTo>
                        <a:pt x="68770" y="1715"/>
                      </a:lnTo>
                      <a:lnTo>
                        <a:pt x="70485" y="572"/>
                      </a:lnTo>
                      <a:close/>
                      <a:moveTo>
                        <a:pt x="71438" y="20479"/>
                      </a:moveTo>
                      <a:lnTo>
                        <a:pt x="70104" y="21812"/>
                      </a:lnTo>
                      <a:lnTo>
                        <a:pt x="71438" y="19812"/>
                      </a:lnTo>
                      <a:lnTo>
                        <a:pt x="71438" y="20479"/>
                      </a:lnTo>
                      <a:close/>
                      <a:moveTo>
                        <a:pt x="78677" y="42386"/>
                      </a:moveTo>
                      <a:lnTo>
                        <a:pt x="77724" y="43339"/>
                      </a:lnTo>
                      <a:lnTo>
                        <a:pt x="76962" y="43339"/>
                      </a:lnTo>
                      <a:lnTo>
                        <a:pt x="78677" y="42386"/>
                      </a:lnTo>
                      <a:close/>
                      <a:moveTo>
                        <a:pt x="78295" y="21431"/>
                      </a:moveTo>
                      <a:cubicBezTo>
                        <a:pt x="78295" y="21431"/>
                        <a:pt x="77914" y="21431"/>
                        <a:pt x="77914" y="20765"/>
                      </a:cubicBezTo>
                      <a:cubicBezTo>
                        <a:pt x="77914" y="20193"/>
                        <a:pt x="77819" y="19812"/>
                        <a:pt x="77724" y="19812"/>
                      </a:cubicBezTo>
                      <a:lnTo>
                        <a:pt x="78295" y="19812"/>
                      </a:lnTo>
                      <a:lnTo>
                        <a:pt x="78295" y="21431"/>
                      </a:lnTo>
                      <a:close/>
                      <a:moveTo>
                        <a:pt x="96488" y="11240"/>
                      </a:moveTo>
                      <a:cubicBezTo>
                        <a:pt x="96488" y="11240"/>
                        <a:pt x="96488" y="10573"/>
                        <a:pt x="96678" y="10192"/>
                      </a:cubicBezTo>
                      <a:cubicBezTo>
                        <a:pt x="96869" y="9811"/>
                        <a:pt x="97155" y="9716"/>
                        <a:pt x="97536" y="9716"/>
                      </a:cubicBezTo>
                      <a:lnTo>
                        <a:pt x="97536" y="11240"/>
                      </a:lnTo>
                      <a:lnTo>
                        <a:pt x="96488" y="11240"/>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 name="Google Shape;1004;p99"/>
                <p:cNvSpPr/>
                <p:nvPr/>
              </p:nvSpPr>
              <p:spPr>
                <a:xfrm>
                  <a:off x="7490078" y="1795843"/>
                  <a:ext cx="87725" cy="100488"/>
                </a:xfrm>
                <a:custGeom>
                  <a:avLst/>
                  <a:gdLst/>
                  <a:ahLst/>
                  <a:cxnLst/>
                  <a:rect l="l" t="t" r="r" b="b"/>
                  <a:pathLst>
                    <a:path w="87725" h="100488" extrusionOk="0">
                      <a:moveTo>
                        <a:pt x="71247" y="26860"/>
                      </a:moveTo>
                      <a:cubicBezTo>
                        <a:pt x="71247" y="26860"/>
                        <a:pt x="71724" y="27432"/>
                        <a:pt x="72104" y="27432"/>
                      </a:cubicBezTo>
                      <a:lnTo>
                        <a:pt x="73152" y="27432"/>
                      </a:lnTo>
                      <a:cubicBezTo>
                        <a:pt x="72104" y="30194"/>
                        <a:pt x="71914" y="33623"/>
                        <a:pt x="72771" y="37814"/>
                      </a:cubicBezTo>
                      <a:cubicBezTo>
                        <a:pt x="72485" y="38672"/>
                        <a:pt x="71628" y="40195"/>
                        <a:pt x="70295" y="42196"/>
                      </a:cubicBezTo>
                      <a:lnTo>
                        <a:pt x="71247" y="43148"/>
                      </a:lnTo>
                      <a:cubicBezTo>
                        <a:pt x="70961" y="43815"/>
                        <a:pt x="70009" y="44386"/>
                        <a:pt x="68580" y="44768"/>
                      </a:cubicBezTo>
                      <a:cubicBezTo>
                        <a:pt x="67151" y="45148"/>
                        <a:pt x="66294" y="45720"/>
                        <a:pt x="65818" y="46482"/>
                      </a:cubicBezTo>
                      <a:lnTo>
                        <a:pt x="68199" y="46863"/>
                      </a:lnTo>
                      <a:cubicBezTo>
                        <a:pt x="66294" y="49911"/>
                        <a:pt x="62865" y="53626"/>
                        <a:pt x="57912" y="57817"/>
                      </a:cubicBezTo>
                      <a:lnTo>
                        <a:pt x="55912" y="57817"/>
                      </a:lnTo>
                      <a:lnTo>
                        <a:pt x="55912" y="59150"/>
                      </a:lnTo>
                      <a:cubicBezTo>
                        <a:pt x="55912" y="59150"/>
                        <a:pt x="55531" y="58769"/>
                        <a:pt x="55150" y="58769"/>
                      </a:cubicBezTo>
                      <a:cubicBezTo>
                        <a:pt x="54483" y="58769"/>
                        <a:pt x="54102" y="58769"/>
                        <a:pt x="53912" y="58769"/>
                      </a:cubicBezTo>
                      <a:lnTo>
                        <a:pt x="53530" y="59150"/>
                      </a:lnTo>
                      <a:cubicBezTo>
                        <a:pt x="54673" y="59436"/>
                        <a:pt x="55531" y="60579"/>
                        <a:pt x="56007" y="62484"/>
                      </a:cubicBezTo>
                      <a:cubicBezTo>
                        <a:pt x="56483" y="64389"/>
                        <a:pt x="57150" y="65437"/>
                        <a:pt x="57912" y="65627"/>
                      </a:cubicBezTo>
                      <a:cubicBezTo>
                        <a:pt x="57626" y="67247"/>
                        <a:pt x="58293" y="68866"/>
                        <a:pt x="59722" y="70580"/>
                      </a:cubicBezTo>
                      <a:cubicBezTo>
                        <a:pt x="61532" y="72581"/>
                        <a:pt x="62484" y="74200"/>
                        <a:pt x="62675" y="75533"/>
                      </a:cubicBezTo>
                      <a:cubicBezTo>
                        <a:pt x="62199" y="76486"/>
                        <a:pt x="61151" y="76772"/>
                        <a:pt x="59627" y="76390"/>
                      </a:cubicBezTo>
                      <a:cubicBezTo>
                        <a:pt x="58103" y="76010"/>
                        <a:pt x="57341" y="76105"/>
                        <a:pt x="57341" y="76581"/>
                      </a:cubicBezTo>
                      <a:cubicBezTo>
                        <a:pt x="57341" y="76962"/>
                        <a:pt x="57531" y="77533"/>
                        <a:pt x="57817" y="78295"/>
                      </a:cubicBezTo>
                      <a:lnTo>
                        <a:pt x="59627" y="77915"/>
                      </a:lnTo>
                      <a:cubicBezTo>
                        <a:pt x="59627" y="77915"/>
                        <a:pt x="59531" y="78867"/>
                        <a:pt x="58674" y="79915"/>
                      </a:cubicBezTo>
                      <a:lnTo>
                        <a:pt x="60198" y="81248"/>
                      </a:lnTo>
                      <a:cubicBezTo>
                        <a:pt x="60198" y="81248"/>
                        <a:pt x="60770" y="80296"/>
                        <a:pt x="61056" y="79248"/>
                      </a:cubicBezTo>
                      <a:lnTo>
                        <a:pt x="61722" y="81629"/>
                      </a:lnTo>
                      <a:cubicBezTo>
                        <a:pt x="62770" y="81344"/>
                        <a:pt x="63246" y="80201"/>
                        <a:pt x="63055" y="78295"/>
                      </a:cubicBezTo>
                      <a:cubicBezTo>
                        <a:pt x="64198" y="78867"/>
                        <a:pt x="65056" y="80105"/>
                        <a:pt x="65818" y="81915"/>
                      </a:cubicBezTo>
                      <a:cubicBezTo>
                        <a:pt x="66485" y="83725"/>
                        <a:pt x="67246" y="84773"/>
                        <a:pt x="68199" y="85153"/>
                      </a:cubicBezTo>
                      <a:cubicBezTo>
                        <a:pt x="67913" y="85820"/>
                        <a:pt x="67818" y="86487"/>
                        <a:pt x="67818" y="87154"/>
                      </a:cubicBezTo>
                      <a:cubicBezTo>
                        <a:pt x="67818" y="88392"/>
                        <a:pt x="68485" y="90011"/>
                        <a:pt x="69723" y="92107"/>
                      </a:cubicBezTo>
                      <a:cubicBezTo>
                        <a:pt x="71057" y="94107"/>
                        <a:pt x="71628" y="95536"/>
                        <a:pt x="71628" y="96393"/>
                      </a:cubicBezTo>
                      <a:cubicBezTo>
                        <a:pt x="71628" y="97536"/>
                        <a:pt x="70961" y="98679"/>
                        <a:pt x="69723" y="99727"/>
                      </a:cubicBezTo>
                      <a:cubicBezTo>
                        <a:pt x="68771" y="99727"/>
                        <a:pt x="67056" y="99727"/>
                        <a:pt x="64770" y="100108"/>
                      </a:cubicBezTo>
                      <a:cubicBezTo>
                        <a:pt x="62484" y="100394"/>
                        <a:pt x="60674" y="100489"/>
                        <a:pt x="59531" y="100489"/>
                      </a:cubicBezTo>
                      <a:cubicBezTo>
                        <a:pt x="55912" y="100489"/>
                        <a:pt x="53054" y="99536"/>
                        <a:pt x="51054" y="97536"/>
                      </a:cubicBezTo>
                      <a:lnTo>
                        <a:pt x="50673" y="98203"/>
                      </a:lnTo>
                      <a:cubicBezTo>
                        <a:pt x="50102" y="96965"/>
                        <a:pt x="49625" y="95726"/>
                        <a:pt x="49149" y="94488"/>
                      </a:cubicBezTo>
                      <a:cubicBezTo>
                        <a:pt x="48387" y="92869"/>
                        <a:pt x="47435" y="91821"/>
                        <a:pt x="46197" y="91440"/>
                      </a:cubicBezTo>
                      <a:cubicBezTo>
                        <a:pt x="46482" y="90869"/>
                        <a:pt x="46577" y="90392"/>
                        <a:pt x="46577" y="89916"/>
                      </a:cubicBezTo>
                      <a:cubicBezTo>
                        <a:pt x="46577" y="88964"/>
                        <a:pt x="46006" y="88106"/>
                        <a:pt x="44768" y="87249"/>
                      </a:cubicBezTo>
                      <a:cubicBezTo>
                        <a:pt x="43625" y="86392"/>
                        <a:pt x="42958" y="85535"/>
                        <a:pt x="42958" y="84677"/>
                      </a:cubicBezTo>
                      <a:cubicBezTo>
                        <a:pt x="42958" y="84106"/>
                        <a:pt x="43149" y="83439"/>
                        <a:pt x="43434" y="82868"/>
                      </a:cubicBezTo>
                      <a:cubicBezTo>
                        <a:pt x="42577" y="81724"/>
                        <a:pt x="41624" y="79439"/>
                        <a:pt x="40481" y="76010"/>
                      </a:cubicBezTo>
                      <a:cubicBezTo>
                        <a:pt x="39529" y="73152"/>
                        <a:pt x="38195" y="70961"/>
                        <a:pt x="36766" y="69532"/>
                      </a:cubicBezTo>
                      <a:cubicBezTo>
                        <a:pt x="36766" y="67342"/>
                        <a:pt x="35814" y="64770"/>
                        <a:pt x="33909" y="61817"/>
                      </a:cubicBezTo>
                      <a:lnTo>
                        <a:pt x="30195" y="61341"/>
                      </a:lnTo>
                      <a:lnTo>
                        <a:pt x="30575" y="60960"/>
                      </a:lnTo>
                      <a:cubicBezTo>
                        <a:pt x="30575" y="60960"/>
                        <a:pt x="30004" y="60293"/>
                        <a:pt x="29528" y="60293"/>
                      </a:cubicBezTo>
                      <a:lnTo>
                        <a:pt x="28194" y="61817"/>
                      </a:lnTo>
                      <a:cubicBezTo>
                        <a:pt x="28194" y="61817"/>
                        <a:pt x="26861" y="62008"/>
                        <a:pt x="25432" y="62389"/>
                      </a:cubicBezTo>
                      <a:cubicBezTo>
                        <a:pt x="23908" y="62770"/>
                        <a:pt x="22860" y="62960"/>
                        <a:pt x="22098" y="62960"/>
                      </a:cubicBezTo>
                      <a:cubicBezTo>
                        <a:pt x="21527" y="62960"/>
                        <a:pt x="20955" y="62865"/>
                        <a:pt x="20574" y="62579"/>
                      </a:cubicBezTo>
                      <a:cubicBezTo>
                        <a:pt x="20479" y="62770"/>
                        <a:pt x="20479" y="62865"/>
                        <a:pt x="20479" y="63056"/>
                      </a:cubicBezTo>
                      <a:cubicBezTo>
                        <a:pt x="20479" y="63246"/>
                        <a:pt x="20574" y="63532"/>
                        <a:pt x="20764" y="63722"/>
                      </a:cubicBezTo>
                      <a:cubicBezTo>
                        <a:pt x="20955" y="63913"/>
                        <a:pt x="21050" y="64103"/>
                        <a:pt x="21050" y="64198"/>
                      </a:cubicBezTo>
                      <a:cubicBezTo>
                        <a:pt x="21050" y="64389"/>
                        <a:pt x="20670" y="64675"/>
                        <a:pt x="19908" y="65056"/>
                      </a:cubicBezTo>
                      <a:lnTo>
                        <a:pt x="20574" y="72771"/>
                      </a:lnTo>
                      <a:lnTo>
                        <a:pt x="19526" y="73628"/>
                      </a:lnTo>
                      <a:cubicBezTo>
                        <a:pt x="20193" y="76010"/>
                        <a:pt x="20574" y="79343"/>
                        <a:pt x="20574" y="83725"/>
                      </a:cubicBezTo>
                      <a:cubicBezTo>
                        <a:pt x="20574" y="84106"/>
                        <a:pt x="20384" y="85058"/>
                        <a:pt x="20003" y="86392"/>
                      </a:cubicBezTo>
                      <a:cubicBezTo>
                        <a:pt x="19621" y="87725"/>
                        <a:pt x="19431" y="88773"/>
                        <a:pt x="19431" y="89535"/>
                      </a:cubicBezTo>
                      <a:cubicBezTo>
                        <a:pt x="19431" y="90869"/>
                        <a:pt x="19908" y="91916"/>
                        <a:pt x="20955" y="92678"/>
                      </a:cubicBezTo>
                      <a:cubicBezTo>
                        <a:pt x="20384" y="93059"/>
                        <a:pt x="20098" y="93916"/>
                        <a:pt x="20098" y="95060"/>
                      </a:cubicBezTo>
                      <a:lnTo>
                        <a:pt x="20098" y="96298"/>
                      </a:lnTo>
                      <a:cubicBezTo>
                        <a:pt x="20098" y="96774"/>
                        <a:pt x="20193" y="97155"/>
                        <a:pt x="20193" y="97441"/>
                      </a:cubicBezTo>
                      <a:cubicBezTo>
                        <a:pt x="20193" y="99060"/>
                        <a:pt x="19336" y="99727"/>
                        <a:pt x="17526" y="99441"/>
                      </a:cubicBezTo>
                      <a:lnTo>
                        <a:pt x="18193" y="99917"/>
                      </a:lnTo>
                      <a:cubicBezTo>
                        <a:pt x="16859" y="100489"/>
                        <a:pt x="15145" y="100584"/>
                        <a:pt x="13145" y="100203"/>
                      </a:cubicBezTo>
                      <a:cubicBezTo>
                        <a:pt x="11049" y="99822"/>
                        <a:pt x="9716" y="99917"/>
                        <a:pt x="9049" y="100394"/>
                      </a:cubicBezTo>
                      <a:cubicBezTo>
                        <a:pt x="6191" y="100108"/>
                        <a:pt x="3524" y="99251"/>
                        <a:pt x="953" y="98012"/>
                      </a:cubicBezTo>
                      <a:cubicBezTo>
                        <a:pt x="1143" y="91631"/>
                        <a:pt x="953" y="81915"/>
                        <a:pt x="571" y="68770"/>
                      </a:cubicBezTo>
                      <a:lnTo>
                        <a:pt x="0" y="68770"/>
                      </a:lnTo>
                      <a:cubicBezTo>
                        <a:pt x="667" y="67818"/>
                        <a:pt x="953" y="66770"/>
                        <a:pt x="953" y="65437"/>
                      </a:cubicBezTo>
                      <a:cubicBezTo>
                        <a:pt x="953" y="64960"/>
                        <a:pt x="953" y="64103"/>
                        <a:pt x="762" y="62865"/>
                      </a:cubicBezTo>
                      <a:cubicBezTo>
                        <a:pt x="571" y="61627"/>
                        <a:pt x="476" y="60674"/>
                        <a:pt x="476" y="60007"/>
                      </a:cubicBezTo>
                      <a:cubicBezTo>
                        <a:pt x="476" y="58579"/>
                        <a:pt x="858" y="57245"/>
                        <a:pt x="1620" y="56007"/>
                      </a:cubicBezTo>
                      <a:cubicBezTo>
                        <a:pt x="1238" y="51626"/>
                        <a:pt x="953" y="45815"/>
                        <a:pt x="953" y="38386"/>
                      </a:cubicBezTo>
                      <a:lnTo>
                        <a:pt x="953" y="20193"/>
                      </a:lnTo>
                      <a:cubicBezTo>
                        <a:pt x="953" y="20193"/>
                        <a:pt x="191" y="19526"/>
                        <a:pt x="191" y="19050"/>
                      </a:cubicBezTo>
                      <a:cubicBezTo>
                        <a:pt x="191" y="18764"/>
                        <a:pt x="381" y="18288"/>
                        <a:pt x="858" y="17526"/>
                      </a:cubicBezTo>
                      <a:cubicBezTo>
                        <a:pt x="1238" y="16764"/>
                        <a:pt x="1524" y="16193"/>
                        <a:pt x="1524" y="15811"/>
                      </a:cubicBezTo>
                      <a:cubicBezTo>
                        <a:pt x="476" y="14859"/>
                        <a:pt x="0" y="13811"/>
                        <a:pt x="0" y="12668"/>
                      </a:cubicBezTo>
                      <a:cubicBezTo>
                        <a:pt x="0" y="11906"/>
                        <a:pt x="286" y="10668"/>
                        <a:pt x="858" y="8954"/>
                      </a:cubicBezTo>
                      <a:cubicBezTo>
                        <a:pt x="1429" y="7239"/>
                        <a:pt x="1714" y="5810"/>
                        <a:pt x="1524" y="4858"/>
                      </a:cubicBezTo>
                      <a:lnTo>
                        <a:pt x="6572" y="476"/>
                      </a:lnTo>
                      <a:lnTo>
                        <a:pt x="28480" y="0"/>
                      </a:lnTo>
                      <a:cubicBezTo>
                        <a:pt x="28480" y="0"/>
                        <a:pt x="29813" y="1333"/>
                        <a:pt x="31432" y="2762"/>
                      </a:cubicBezTo>
                      <a:cubicBezTo>
                        <a:pt x="32576" y="3905"/>
                        <a:pt x="33433" y="5048"/>
                        <a:pt x="33814" y="6286"/>
                      </a:cubicBezTo>
                      <a:cubicBezTo>
                        <a:pt x="33719" y="5906"/>
                        <a:pt x="33719" y="5525"/>
                        <a:pt x="33719" y="5144"/>
                      </a:cubicBezTo>
                      <a:cubicBezTo>
                        <a:pt x="33719" y="4096"/>
                        <a:pt x="34385" y="3238"/>
                        <a:pt x="35719" y="2572"/>
                      </a:cubicBezTo>
                      <a:cubicBezTo>
                        <a:pt x="37338" y="1715"/>
                        <a:pt x="38386" y="1048"/>
                        <a:pt x="38671" y="571"/>
                      </a:cubicBezTo>
                      <a:cubicBezTo>
                        <a:pt x="39148" y="381"/>
                        <a:pt x="39814" y="762"/>
                        <a:pt x="40386" y="1619"/>
                      </a:cubicBezTo>
                      <a:cubicBezTo>
                        <a:pt x="40672" y="1619"/>
                        <a:pt x="40957" y="1524"/>
                        <a:pt x="41243" y="1524"/>
                      </a:cubicBezTo>
                      <a:cubicBezTo>
                        <a:pt x="41815" y="1524"/>
                        <a:pt x="42767" y="1905"/>
                        <a:pt x="44005" y="2667"/>
                      </a:cubicBezTo>
                      <a:cubicBezTo>
                        <a:pt x="45339" y="3429"/>
                        <a:pt x="46291" y="3715"/>
                        <a:pt x="47054" y="3619"/>
                      </a:cubicBezTo>
                      <a:lnTo>
                        <a:pt x="51245" y="3619"/>
                      </a:lnTo>
                      <a:cubicBezTo>
                        <a:pt x="50959" y="4953"/>
                        <a:pt x="51435" y="5620"/>
                        <a:pt x="52578" y="5620"/>
                      </a:cubicBezTo>
                      <a:cubicBezTo>
                        <a:pt x="52578" y="5620"/>
                        <a:pt x="52864" y="5620"/>
                        <a:pt x="53150" y="5525"/>
                      </a:cubicBezTo>
                      <a:lnTo>
                        <a:pt x="54007" y="5525"/>
                      </a:lnTo>
                      <a:cubicBezTo>
                        <a:pt x="55055" y="5525"/>
                        <a:pt x="55722" y="6001"/>
                        <a:pt x="55816" y="7048"/>
                      </a:cubicBezTo>
                      <a:lnTo>
                        <a:pt x="58864" y="7048"/>
                      </a:lnTo>
                      <a:cubicBezTo>
                        <a:pt x="60674" y="8763"/>
                        <a:pt x="62484" y="10573"/>
                        <a:pt x="64294" y="12287"/>
                      </a:cubicBezTo>
                      <a:cubicBezTo>
                        <a:pt x="66485" y="14478"/>
                        <a:pt x="67628" y="16478"/>
                        <a:pt x="67818" y="18383"/>
                      </a:cubicBezTo>
                      <a:cubicBezTo>
                        <a:pt x="69056" y="19050"/>
                        <a:pt x="69914" y="20193"/>
                        <a:pt x="70295" y="21717"/>
                      </a:cubicBezTo>
                      <a:cubicBezTo>
                        <a:pt x="70866" y="23908"/>
                        <a:pt x="71342" y="25432"/>
                        <a:pt x="71819" y="26098"/>
                      </a:cubicBezTo>
                      <a:lnTo>
                        <a:pt x="70866" y="26956"/>
                      </a:lnTo>
                      <a:close/>
                      <a:moveTo>
                        <a:pt x="11621" y="31528"/>
                      </a:moveTo>
                      <a:lnTo>
                        <a:pt x="11621" y="28765"/>
                      </a:lnTo>
                      <a:lnTo>
                        <a:pt x="11145" y="28765"/>
                      </a:lnTo>
                      <a:lnTo>
                        <a:pt x="11145" y="31528"/>
                      </a:lnTo>
                      <a:lnTo>
                        <a:pt x="11621" y="31528"/>
                      </a:lnTo>
                      <a:close/>
                      <a:moveTo>
                        <a:pt x="14954" y="14859"/>
                      </a:moveTo>
                      <a:cubicBezTo>
                        <a:pt x="14954" y="14859"/>
                        <a:pt x="14954" y="13811"/>
                        <a:pt x="15145" y="12954"/>
                      </a:cubicBezTo>
                      <a:cubicBezTo>
                        <a:pt x="15335" y="12097"/>
                        <a:pt x="15430" y="11525"/>
                        <a:pt x="15430" y="11240"/>
                      </a:cubicBezTo>
                      <a:cubicBezTo>
                        <a:pt x="15430" y="10287"/>
                        <a:pt x="14954" y="9620"/>
                        <a:pt x="13907" y="9239"/>
                      </a:cubicBezTo>
                      <a:lnTo>
                        <a:pt x="15430" y="7715"/>
                      </a:lnTo>
                      <a:cubicBezTo>
                        <a:pt x="15430" y="7715"/>
                        <a:pt x="15430" y="7334"/>
                        <a:pt x="15335" y="7239"/>
                      </a:cubicBezTo>
                      <a:cubicBezTo>
                        <a:pt x="14383" y="8096"/>
                        <a:pt x="13811" y="8858"/>
                        <a:pt x="13811" y="9715"/>
                      </a:cubicBezTo>
                      <a:cubicBezTo>
                        <a:pt x="13811" y="10096"/>
                        <a:pt x="14192" y="11240"/>
                        <a:pt x="14954" y="12954"/>
                      </a:cubicBezTo>
                      <a:cubicBezTo>
                        <a:pt x="14478" y="12954"/>
                        <a:pt x="14192" y="13335"/>
                        <a:pt x="14002" y="13811"/>
                      </a:cubicBezTo>
                      <a:cubicBezTo>
                        <a:pt x="13907" y="14287"/>
                        <a:pt x="13716" y="14669"/>
                        <a:pt x="13431" y="14859"/>
                      </a:cubicBezTo>
                      <a:lnTo>
                        <a:pt x="14954" y="14859"/>
                      </a:lnTo>
                      <a:close/>
                      <a:moveTo>
                        <a:pt x="20098" y="12002"/>
                      </a:moveTo>
                      <a:lnTo>
                        <a:pt x="22098" y="13335"/>
                      </a:lnTo>
                      <a:lnTo>
                        <a:pt x="22098" y="13335"/>
                      </a:lnTo>
                      <a:lnTo>
                        <a:pt x="21146" y="14383"/>
                      </a:lnTo>
                      <a:lnTo>
                        <a:pt x="22098" y="14383"/>
                      </a:lnTo>
                      <a:lnTo>
                        <a:pt x="22098" y="7525"/>
                      </a:lnTo>
                      <a:cubicBezTo>
                        <a:pt x="22098" y="7525"/>
                        <a:pt x="21431" y="8096"/>
                        <a:pt x="20860" y="8573"/>
                      </a:cubicBezTo>
                      <a:cubicBezTo>
                        <a:pt x="20860" y="8287"/>
                        <a:pt x="20574" y="8192"/>
                        <a:pt x="20098" y="8192"/>
                      </a:cubicBezTo>
                      <a:cubicBezTo>
                        <a:pt x="20384" y="8573"/>
                        <a:pt x="20574" y="8668"/>
                        <a:pt x="20860" y="8573"/>
                      </a:cubicBezTo>
                      <a:cubicBezTo>
                        <a:pt x="20955" y="8954"/>
                        <a:pt x="20860" y="9430"/>
                        <a:pt x="20574" y="10192"/>
                      </a:cubicBezTo>
                      <a:cubicBezTo>
                        <a:pt x="20574" y="10192"/>
                        <a:pt x="20574" y="10001"/>
                        <a:pt x="20670" y="9906"/>
                      </a:cubicBezTo>
                      <a:cubicBezTo>
                        <a:pt x="20955" y="9906"/>
                        <a:pt x="21241" y="10096"/>
                        <a:pt x="21527" y="10573"/>
                      </a:cubicBezTo>
                      <a:lnTo>
                        <a:pt x="20003" y="11906"/>
                      </a:lnTo>
                      <a:close/>
                      <a:moveTo>
                        <a:pt x="51531" y="32861"/>
                      </a:moveTo>
                      <a:cubicBezTo>
                        <a:pt x="51531" y="32861"/>
                        <a:pt x="51816" y="32099"/>
                        <a:pt x="51816" y="31909"/>
                      </a:cubicBezTo>
                      <a:cubicBezTo>
                        <a:pt x="51816" y="31337"/>
                        <a:pt x="51435" y="30766"/>
                        <a:pt x="50673" y="30194"/>
                      </a:cubicBezTo>
                      <a:cubicBezTo>
                        <a:pt x="49911" y="29623"/>
                        <a:pt x="49435" y="29147"/>
                        <a:pt x="49245" y="28861"/>
                      </a:cubicBezTo>
                      <a:cubicBezTo>
                        <a:pt x="49625" y="28385"/>
                        <a:pt x="49721" y="27908"/>
                        <a:pt x="49721" y="27527"/>
                      </a:cubicBezTo>
                      <a:cubicBezTo>
                        <a:pt x="49721" y="26860"/>
                        <a:pt x="49149" y="26194"/>
                        <a:pt x="47911" y="25432"/>
                      </a:cubicBezTo>
                      <a:cubicBezTo>
                        <a:pt x="46673" y="24670"/>
                        <a:pt x="46006" y="24098"/>
                        <a:pt x="45815" y="23717"/>
                      </a:cubicBezTo>
                      <a:cubicBezTo>
                        <a:pt x="45434" y="23241"/>
                        <a:pt x="44958" y="23051"/>
                        <a:pt x="44387" y="23051"/>
                      </a:cubicBezTo>
                      <a:cubicBezTo>
                        <a:pt x="44101" y="23051"/>
                        <a:pt x="43720" y="23051"/>
                        <a:pt x="43244" y="23241"/>
                      </a:cubicBezTo>
                      <a:cubicBezTo>
                        <a:pt x="42672" y="23336"/>
                        <a:pt x="42291" y="23431"/>
                        <a:pt x="42101" y="23431"/>
                      </a:cubicBezTo>
                      <a:cubicBezTo>
                        <a:pt x="41339" y="23431"/>
                        <a:pt x="40863" y="22955"/>
                        <a:pt x="40577" y="22098"/>
                      </a:cubicBezTo>
                      <a:lnTo>
                        <a:pt x="41624" y="21336"/>
                      </a:lnTo>
                      <a:cubicBezTo>
                        <a:pt x="40005" y="21145"/>
                        <a:pt x="39053" y="21812"/>
                        <a:pt x="38862" y="23241"/>
                      </a:cubicBezTo>
                      <a:cubicBezTo>
                        <a:pt x="38576" y="25241"/>
                        <a:pt x="38291" y="26480"/>
                        <a:pt x="37910" y="26956"/>
                      </a:cubicBezTo>
                      <a:cubicBezTo>
                        <a:pt x="37433" y="25336"/>
                        <a:pt x="36862" y="23812"/>
                        <a:pt x="36386" y="22193"/>
                      </a:cubicBezTo>
                      <a:cubicBezTo>
                        <a:pt x="35909" y="20574"/>
                        <a:pt x="34766" y="19336"/>
                        <a:pt x="33052" y="18383"/>
                      </a:cubicBezTo>
                      <a:cubicBezTo>
                        <a:pt x="32766" y="20098"/>
                        <a:pt x="31814" y="20860"/>
                        <a:pt x="30099" y="20860"/>
                      </a:cubicBezTo>
                      <a:cubicBezTo>
                        <a:pt x="29718" y="20860"/>
                        <a:pt x="29051" y="20860"/>
                        <a:pt x="28099" y="20765"/>
                      </a:cubicBezTo>
                      <a:cubicBezTo>
                        <a:pt x="27147" y="20765"/>
                        <a:pt x="26480" y="20669"/>
                        <a:pt x="26004" y="20669"/>
                      </a:cubicBezTo>
                      <a:cubicBezTo>
                        <a:pt x="25527" y="20669"/>
                        <a:pt x="25051" y="20669"/>
                        <a:pt x="24670" y="20765"/>
                      </a:cubicBezTo>
                      <a:cubicBezTo>
                        <a:pt x="22289" y="22289"/>
                        <a:pt x="21050" y="24860"/>
                        <a:pt x="21050" y="28480"/>
                      </a:cubicBezTo>
                      <a:cubicBezTo>
                        <a:pt x="21050" y="29147"/>
                        <a:pt x="21050" y="30290"/>
                        <a:pt x="21241" y="31814"/>
                      </a:cubicBezTo>
                      <a:cubicBezTo>
                        <a:pt x="21241" y="33337"/>
                        <a:pt x="21241" y="34481"/>
                        <a:pt x="21241" y="35243"/>
                      </a:cubicBezTo>
                      <a:cubicBezTo>
                        <a:pt x="21241" y="36862"/>
                        <a:pt x="21050" y="38290"/>
                        <a:pt x="20764" y="39433"/>
                      </a:cubicBezTo>
                      <a:cubicBezTo>
                        <a:pt x="20764" y="40481"/>
                        <a:pt x="21527" y="40862"/>
                        <a:pt x="22956" y="40767"/>
                      </a:cubicBezTo>
                      <a:cubicBezTo>
                        <a:pt x="24384" y="40767"/>
                        <a:pt x="25241" y="41148"/>
                        <a:pt x="25527" y="42291"/>
                      </a:cubicBezTo>
                      <a:cubicBezTo>
                        <a:pt x="26098" y="42672"/>
                        <a:pt x="27432" y="42767"/>
                        <a:pt x="29528" y="42672"/>
                      </a:cubicBezTo>
                      <a:cubicBezTo>
                        <a:pt x="31242" y="42672"/>
                        <a:pt x="32385" y="43244"/>
                        <a:pt x="33052" y="44291"/>
                      </a:cubicBezTo>
                      <a:cubicBezTo>
                        <a:pt x="33624" y="43148"/>
                        <a:pt x="34480" y="42481"/>
                        <a:pt x="35529" y="42291"/>
                      </a:cubicBezTo>
                      <a:lnTo>
                        <a:pt x="38671" y="42291"/>
                      </a:lnTo>
                      <a:cubicBezTo>
                        <a:pt x="39624" y="42101"/>
                        <a:pt x="40291" y="41719"/>
                        <a:pt x="40672" y="40957"/>
                      </a:cubicBezTo>
                      <a:cubicBezTo>
                        <a:pt x="43625" y="41243"/>
                        <a:pt x="47054" y="39433"/>
                        <a:pt x="50864" y="35433"/>
                      </a:cubicBezTo>
                      <a:lnTo>
                        <a:pt x="48863" y="34671"/>
                      </a:lnTo>
                      <a:lnTo>
                        <a:pt x="51626" y="33052"/>
                      </a:lnTo>
                      <a:close/>
                      <a:moveTo>
                        <a:pt x="49245" y="13430"/>
                      </a:moveTo>
                      <a:cubicBezTo>
                        <a:pt x="49245" y="13430"/>
                        <a:pt x="48959" y="12954"/>
                        <a:pt x="48673" y="12954"/>
                      </a:cubicBezTo>
                      <a:cubicBezTo>
                        <a:pt x="47911" y="12954"/>
                        <a:pt x="47530" y="13240"/>
                        <a:pt x="47530" y="13811"/>
                      </a:cubicBezTo>
                      <a:cubicBezTo>
                        <a:pt x="47530" y="13906"/>
                        <a:pt x="47530" y="14002"/>
                        <a:pt x="47720" y="14002"/>
                      </a:cubicBezTo>
                      <a:lnTo>
                        <a:pt x="49245" y="13525"/>
                      </a:lnTo>
                      <a:close/>
                      <a:moveTo>
                        <a:pt x="54483" y="7525"/>
                      </a:moveTo>
                      <a:lnTo>
                        <a:pt x="54483" y="6763"/>
                      </a:lnTo>
                      <a:cubicBezTo>
                        <a:pt x="54483" y="6763"/>
                        <a:pt x="53150" y="7144"/>
                        <a:pt x="51531" y="7144"/>
                      </a:cubicBezTo>
                      <a:lnTo>
                        <a:pt x="54483" y="7525"/>
                      </a:lnTo>
                      <a:close/>
                      <a:moveTo>
                        <a:pt x="51531" y="28670"/>
                      </a:moveTo>
                      <a:lnTo>
                        <a:pt x="53530" y="28670"/>
                      </a:lnTo>
                      <a:cubicBezTo>
                        <a:pt x="52674" y="27813"/>
                        <a:pt x="52007" y="27527"/>
                        <a:pt x="51531" y="27623"/>
                      </a:cubicBezTo>
                      <a:lnTo>
                        <a:pt x="51531" y="28670"/>
                      </a:lnTo>
                      <a:close/>
                      <a:moveTo>
                        <a:pt x="55531" y="34766"/>
                      </a:moveTo>
                      <a:lnTo>
                        <a:pt x="56865" y="33433"/>
                      </a:lnTo>
                      <a:lnTo>
                        <a:pt x="56198" y="33433"/>
                      </a:lnTo>
                      <a:lnTo>
                        <a:pt x="55436" y="34766"/>
                      </a:lnTo>
                      <a:close/>
                      <a:moveTo>
                        <a:pt x="59341" y="35052"/>
                      </a:moveTo>
                      <a:cubicBezTo>
                        <a:pt x="59341" y="35052"/>
                        <a:pt x="58864" y="34481"/>
                        <a:pt x="58864" y="33909"/>
                      </a:cubicBezTo>
                      <a:cubicBezTo>
                        <a:pt x="58864" y="32480"/>
                        <a:pt x="59436" y="31432"/>
                        <a:pt x="60770" y="30670"/>
                      </a:cubicBezTo>
                      <a:cubicBezTo>
                        <a:pt x="60484" y="30385"/>
                        <a:pt x="60198" y="30290"/>
                        <a:pt x="59913" y="30290"/>
                      </a:cubicBezTo>
                      <a:cubicBezTo>
                        <a:pt x="59817" y="30290"/>
                        <a:pt x="58864" y="30861"/>
                        <a:pt x="56960" y="32004"/>
                      </a:cubicBezTo>
                      <a:cubicBezTo>
                        <a:pt x="58198" y="32290"/>
                        <a:pt x="58864" y="32861"/>
                        <a:pt x="58864" y="33719"/>
                      </a:cubicBezTo>
                      <a:cubicBezTo>
                        <a:pt x="58864" y="34099"/>
                        <a:pt x="58674" y="34576"/>
                        <a:pt x="58388" y="35147"/>
                      </a:cubicBezTo>
                      <a:cubicBezTo>
                        <a:pt x="58103" y="35719"/>
                        <a:pt x="58008" y="36195"/>
                        <a:pt x="58008" y="36481"/>
                      </a:cubicBezTo>
                      <a:cubicBezTo>
                        <a:pt x="58008" y="36957"/>
                        <a:pt x="58674" y="37148"/>
                        <a:pt x="59817" y="37148"/>
                      </a:cubicBezTo>
                      <a:cubicBezTo>
                        <a:pt x="59817" y="36005"/>
                        <a:pt x="59722" y="35243"/>
                        <a:pt x="59436" y="35052"/>
                      </a:cubicBezTo>
                      <a:close/>
                      <a:moveTo>
                        <a:pt x="63151" y="41053"/>
                      </a:moveTo>
                      <a:lnTo>
                        <a:pt x="63532" y="40672"/>
                      </a:lnTo>
                      <a:lnTo>
                        <a:pt x="62770" y="39624"/>
                      </a:lnTo>
                      <a:lnTo>
                        <a:pt x="63151" y="40957"/>
                      </a:lnTo>
                      <a:close/>
                      <a:moveTo>
                        <a:pt x="65437" y="32480"/>
                      </a:moveTo>
                      <a:lnTo>
                        <a:pt x="66866" y="33528"/>
                      </a:lnTo>
                      <a:cubicBezTo>
                        <a:pt x="66485" y="32956"/>
                        <a:pt x="66390" y="32576"/>
                        <a:pt x="66485" y="32480"/>
                      </a:cubicBezTo>
                      <a:lnTo>
                        <a:pt x="65437" y="32480"/>
                      </a:lnTo>
                      <a:close/>
                      <a:moveTo>
                        <a:pt x="65818" y="17145"/>
                      </a:moveTo>
                      <a:lnTo>
                        <a:pt x="65818" y="18098"/>
                      </a:lnTo>
                      <a:lnTo>
                        <a:pt x="66770" y="17145"/>
                      </a:lnTo>
                      <a:lnTo>
                        <a:pt x="65818" y="17145"/>
                      </a:lnTo>
                      <a:close/>
                      <a:moveTo>
                        <a:pt x="66770" y="28194"/>
                      </a:moveTo>
                      <a:lnTo>
                        <a:pt x="69152" y="25813"/>
                      </a:lnTo>
                      <a:lnTo>
                        <a:pt x="67723" y="25813"/>
                      </a:lnTo>
                      <a:lnTo>
                        <a:pt x="66770" y="28194"/>
                      </a:lnTo>
                      <a:close/>
                      <a:moveTo>
                        <a:pt x="67723" y="39148"/>
                      </a:moveTo>
                      <a:lnTo>
                        <a:pt x="69152" y="38672"/>
                      </a:lnTo>
                      <a:cubicBezTo>
                        <a:pt x="69152" y="38672"/>
                        <a:pt x="68580" y="38195"/>
                        <a:pt x="67723" y="38195"/>
                      </a:cubicBezTo>
                      <a:lnTo>
                        <a:pt x="67723" y="39243"/>
                      </a:lnTo>
                      <a:close/>
                      <a:moveTo>
                        <a:pt x="70581" y="15716"/>
                      </a:moveTo>
                      <a:cubicBezTo>
                        <a:pt x="70581" y="15716"/>
                        <a:pt x="71247" y="15811"/>
                        <a:pt x="71724" y="16288"/>
                      </a:cubicBezTo>
                      <a:lnTo>
                        <a:pt x="70581" y="15716"/>
                      </a:lnTo>
                      <a:close/>
                      <a:moveTo>
                        <a:pt x="72485" y="16859"/>
                      </a:moveTo>
                      <a:cubicBezTo>
                        <a:pt x="72485" y="16859"/>
                        <a:pt x="72104" y="16669"/>
                        <a:pt x="71724" y="16383"/>
                      </a:cubicBezTo>
                      <a:lnTo>
                        <a:pt x="72485" y="16859"/>
                      </a:lnTo>
                      <a:close/>
                      <a:moveTo>
                        <a:pt x="72962" y="17145"/>
                      </a:moveTo>
                      <a:lnTo>
                        <a:pt x="72485" y="16859"/>
                      </a:lnTo>
                      <a:cubicBezTo>
                        <a:pt x="72485" y="16859"/>
                        <a:pt x="73057" y="16764"/>
                        <a:pt x="72962" y="16764"/>
                      </a:cubicBezTo>
                      <a:lnTo>
                        <a:pt x="72962" y="17145"/>
                      </a:lnTo>
                      <a:close/>
                      <a:moveTo>
                        <a:pt x="74676" y="11335"/>
                      </a:moveTo>
                      <a:cubicBezTo>
                        <a:pt x="74676" y="11335"/>
                        <a:pt x="74200" y="11144"/>
                        <a:pt x="73629" y="11144"/>
                      </a:cubicBezTo>
                      <a:cubicBezTo>
                        <a:pt x="73152" y="11144"/>
                        <a:pt x="72866" y="10954"/>
                        <a:pt x="72866" y="10858"/>
                      </a:cubicBezTo>
                      <a:cubicBezTo>
                        <a:pt x="72866" y="10573"/>
                        <a:pt x="73057" y="10287"/>
                        <a:pt x="73343" y="10001"/>
                      </a:cubicBezTo>
                      <a:lnTo>
                        <a:pt x="74581" y="11430"/>
                      </a:lnTo>
                      <a:close/>
                      <a:moveTo>
                        <a:pt x="74866" y="29718"/>
                      </a:moveTo>
                      <a:lnTo>
                        <a:pt x="73343" y="28765"/>
                      </a:lnTo>
                      <a:lnTo>
                        <a:pt x="74866" y="28765"/>
                      </a:lnTo>
                      <a:lnTo>
                        <a:pt x="74866" y="29718"/>
                      </a:lnTo>
                      <a:close/>
                      <a:moveTo>
                        <a:pt x="74676" y="11335"/>
                      </a:moveTo>
                      <a:lnTo>
                        <a:pt x="74866" y="11525"/>
                      </a:lnTo>
                      <a:lnTo>
                        <a:pt x="74676" y="11335"/>
                      </a:lnTo>
                      <a:close/>
                      <a:moveTo>
                        <a:pt x="75915" y="21527"/>
                      </a:moveTo>
                      <a:lnTo>
                        <a:pt x="76295" y="20193"/>
                      </a:lnTo>
                      <a:lnTo>
                        <a:pt x="79248" y="21145"/>
                      </a:lnTo>
                      <a:cubicBezTo>
                        <a:pt x="78486" y="21145"/>
                        <a:pt x="77914" y="21717"/>
                        <a:pt x="77534" y="22669"/>
                      </a:cubicBezTo>
                      <a:cubicBezTo>
                        <a:pt x="77343" y="22669"/>
                        <a:pt x="76867" y="22289"/>
                        <a:pt x="75915" y="21527"/>
                      </a:cubicBezTo>
                      <a:close/>
                      <a:moveTo>
                        <a:pt x="79248" y="8573"/>
                      </a:moveTo>
                      <a:cubicBezTo>
                        <a:pt x="79248" y="8573"/>
                        <a:pt x="78772" y="9144"/>
                        <a:pt x="78296" y="9144"/>
                      </a:cubicBezTo>
                      <a:lnTo>
                        <a:pt x="76867" y="9144"/>
                      </a:lnTo>
                      <a:lnTo>
                        <a:pt x="77248" y="8192"/>
                      </a:lnTo>
                      <a:cubicBezTo>
                        <a:pt x="77248" y="8192"/>
                        <a:pt x="78296" y="8573"/>
                        <a:pt x="79248" y="8573"/>
                      </a:cubicBezTo>
                      <a:close/>
                      <a:moveTo>
                        <a:pt x="78581" y="12287"/>
                      </a:moveTo>
                      <a:lnTo>
                        <a:pt x="78581" y="11525"/>
                      </a:lnTo>
                      <a:cubicBezTo>
                        <a:pt x="80391" y="11906"/>
                        <a:pt x="81725" y="12002"/>
                        <a:pt x="82391" y="11906"/>
                      </a:cubicBezTo>
                      <a:lnTo>
                        <a:pt x="82391" y="12859"/>
                      </a:lnTo>
                      <a:lnTo>
                        <a:pt x="78581" y="12192"/>
                      </a:lnTo>
                      <a:close/>
                      <a:moveTo>
                        <a:pt x="82963" y="31052"/>
                      </a:moveTo>
                      <a:lnTo>
                        <a:pt x="81915" y="31052"/>
                      </a:lnTo>
                      <a:lnTo>
                        <a:pt x="82677" y="29813"/>
                      </a:lnTo>
                      <a:cubicBezTo>
                        <a:pt x="82677" y="29813"/>
                        <a:pt x="82868" y="30385"/>
                        <a:pt x="82868" y="31052"/>
                      </a:cubicBezTo>
                      <a:close/>
                      <a:moveTo>
                        <a:pt x="82487" y="29623"/>
                      </a:moveTo>
                      <a:cubicBezTo>
                        <a:pt x="82487" y="29623"/>
                        <a:pt x="82772" y="29242"/>
                        <a:pt x="82963" y="29051"/>
                      </a:cubicBezTo>
                      <a:lnTo>
                        <a:pt x="82772" y="29813"/>
                      </a:lnTo>
                      <a:cubicBezTo>
                        <a:pt x="82772" y="29813"/>
                        <a:pt x="82582" y="29718"/>
                        <a:pt x="82487" y="29718"/>
                      </a:cubicBezTo>
                      <a:close/>
                      <a:moveTo>
                        <a:pt x="82963" y="29051"/>
                      </a:moveTo>
                      <a:lnTo>
                        <a:pt x="83344" y="28194"/>
                      </a:lnTo>
                      <a:cubicBezTo>
                        <a:pt x="83344" y="28194"/>
                        <a:pt x="83344" y="28765"/>
                        <a:pt x="82963" y="29051"/>
                      </a:cubicBezTo>
                      <a:close/>
                      <a:moveTo>
                        <a:pt x="84773" y="2762"/>
                      </a:moveTo>
                      <a:lnTo>
                        <a:pt x="85820" y="3810"/>
                      </a:lnTo>
                      <a:lnTo>
                        <a:pt x="83915" y="3810"/>
                      </a:lnTo>
                      <a:lnTo>
                        <a:pt x="84773" y="2762"/>
                      </a:lnTo>
                      <a:close/>
                      <a:moveTo>
                        <a:pt x="85344" y="16383"/>
                      </a:moveTo>
                      <a:lnTo>
                        <a:pt x="87725" y="18764"/>
                      </a:lnTo>
                      <a:cubicBezTo>
                        <a:pt x="85916" y="18193"/>
                        <a:pt x="84963" y="17716"/>
                        <a:pt x="84963" y="17431"/>
                      </a:cubicBezTo>
                      <a:cubicBezTo>
                        <a:pt x="84963" y="17145"/>
                        <a:pt x="85058" y="16859"/>
                        <a:pt x="85344" y="16478"/>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 name="Google Shape;1005;p99"/>
                <p:cNvSpPr/>
                <p:nvPr/>
              </p:nvSpPr>
              <p:spPr>
                <a:xfrm>
                  <a:off x="7570945" y="1795557"/>
                  <a:ext cx="77342" cy="101155"/>
                </a:xfrm>
                <a:custGeom>
                  <a:avLst/>
                  <a:gdLst/>
                  <a:ahLst/>
                  <a:cxnLst/>
                  <a:rect l="l" t="t" r="r" b="b"/>
                  <a:pathLst>
                    <a:path w="77342" h="101155" extrusionOk="0">
                      <a:moveTo>
                        <a:pt x="68295" y="80867"/>
                      </a:moveTo>
                      <a:cubicBezTo>
                        <a:pt x="70009" y="81915"/>
                        <a:pt x="70866" y="83725"/>
                        <a:pt x="71057" y="86201"/>
                      </a:cubicBezTo>
                      <a:cubicBezTo>
                        <a:pt x="71057" y="88392"/>
                        <a:pt x="71057" y="90487"/>
                        <a:pt x="71057" y="92583"/>
                      </a:cubicBezTo>
                      <a:cubicBezTo>
                        <a:pt x="71152" y="93726"/>
                        <a:pt x="71343" y="94774"/>
                        <a:pt x="71628" y="95536"/>
                      </a:cubicBezTo>
                      <a:cubicBezTo>
                        <a:pt x="69342" y="99346"/>
                        <a:pt x="65437" y="101156"/>
                        <a:pt x="59913" y="101156"/>
                      </a:cubicBezTo>
                      <a:cubicBezTo>
                        <a:pt x="58293" y="101156"/>
                        <a:pt x="55912" y="100965"/>
                        <a:pt x="52483" y="100679"/>
                      </a:cubicBezTo>
                      <a:cubicBezTo>
                        <a:pt x="49149" y="100394"/>
                        <a:pt x="46577" y="100203"/>
                        <a:pt x="44958" y="100203"/>
                      </a:cubicBezTo>
                      <a:cubicBezTo>
                        <a:pt x="43339" y="100203"/>
                        <a:pt x="41720" y="100203"/>
                        <a:pt x="40386" y="100489"/>
                      </a:cubicBezTo>
                      <a:lnTo>
                        <a:pt x="12002" y="100489"/>
                      </a:lnTo>
                      <a:lnTo>
                        <a:pt x="12002" y="100108"/>
                      </a:lnTo>
                      <a:cubicBezTo>
                        <a:pt x="11049" y="99536"/>
                        <a:pt x="9240" y="99441"/>
                        <a:pt x="6763" y="99822"/>
                      </a:cubicBezTo>
                      <a:cubicBezTo>
                        <a:pt x="4286" y="100203"/>
                        <a:pt x="2381" y="100012"/>
                        <a:pt x="1048" y="99060"/>
                      </a:cubicBezTo>
                      <a:cubicBezTo>
                        <a:pt x="1429" y="87249"/>
                        <a:pt x="1620" y="75438"/>
                        <a:pt x="1620" y="63818"/>
                      </a:cubicBezTo>
                      <a:cubicBezTo>
                        <a:pt x="1620" y="52197"/>
                        <a:pt x="1429" y="40481"/>
                        <a:pt x="1048" y="28670"/>
                      </a:cubicBezTo>
                      <a:cubicBezTo>
                        <a:pt x="1524" y="29051"/>
                        <a:pt x="1905" y="29147"/>
                        <a:pt x="2096" y="29051"/>
                      </a:cubicBezTo>
                      <a:lnTo>
                        <a:pt x="2477" y="28670"/>
                      </a:lnTo>
                      <a:cubicBezTo>
                        <a:pt x="2477" y="28194"/>
                        <a:pt x="2381" y="27813"/>
                        <a:pt x="1810" y="27623"/>
                      </a:cubicBezTo>
                      <a:cubicBezTo>
                        <a:pt x="1334" y="27432"/>
                        <a:pt x="1048" y="27241"/>
                        <a:pt x="1048" y="27241"/>
                      </a:cubicBezTo>
                      <a:cubicBezTo>
                        <a:pt x="1048" y="27051"/>
                        <a:pt x="1238" y="26765"/>
                        <a:pt x="1620" y="26384"/>
                      </a:cubicBezTo>
                      <a:cubicBezTo>
                        <a:pt x="1620" y="27146"/>
                        <a:pt x="1715" y="27623"/>
                        <a:pt x="2000" y="27718"/>
                      </a:cubicBezTo>
                      <a:cubicBezTo>
                        <a:pt x="2763" y="27718"/>
                        <a:pt x="3048" y="27146"/>
                        <a:pt x="2667" y="26289"/>
                      </a:cubicBezTo>
                      <a:cubicBezTo>
                        <a:pt x="2286" y="25432"/>
                        <a:pt x="2381" y="24956"/>
                        <a:pt x="2953" y="24765"/>
                      </a:cubicBezTo>
                      <a:cubicBezTo>
                        <a:pt x="2953" y="24956"/>
                        <a:pt x="2858" y="25051"/>
                        <a:pt x="2858" y="25241"/>
                      </a:cubicBezTo>
                      <a:cubicBezTo>
                        <a:pt x="2858" y="25622"/>
                        <a:pt x="3048" y="25908"/>
                        <a:pt x="3524" y="26289"/>
                      </a:cubicBezTo>
                      <a:cubicBezTo>
                        <a:pt x="4001" y="26670"/>
                        <a:pt x="4286" y="26956"/>
                        <a:pt x="4286" y="27146"/>
                      </a:cubicBezTo>
                      <a:lnTo>
                        <a:pt x="6287" y="26765"/>
                      </a:lnTo>
                      <a:lnTo>
                        <a:pt x="4286" y="25432"/>
                      </a:lnTo>
                      <a:lnTo>
                        <a:pt x="6287" y="24384"/>
                      </a:lnTo>
                      <a:cubicBezTo>
                        <a:pt x="6287" y="24384"/>
                        <a:pt x="5715" y="23812"/>
                        <a:pt x="4763" y="22860"/>
                      </a:cubicBezTo>
                      <a:cubicBezTo>
                        <a:pt x="4096" y="22289"/>
                        <a:pt x="3524" y="22003"/>
                        <a:pt x="3143" y="22003"/>
                      </a:cubicBezTo>
                      <a:cubicBezTo>
                        <a:pt x="2667" y="22003"/>
                        <a:pt x="2286" y="22384"/>
                        <a:pt x="2000" y="22955"/>
                      </a:cubicBezTo>
                      <a:cubicBezTo>
                        <a:pt x="1429" y="22669"/>
                        <a:pt x="1048" y="22289"/>
                        <a:pt x="1048" y="22003"/>
                      </a:cubicBezTo>
                      <a:cubicBezTo>
                        <a:pt x="1048" y="21812"/>
                        <a:pt x="1429" y="21527"/>
                        <a:pt x="2096" y="20955"/>
                      </a:cubicBezTo>
                      <a:cubicBezTo>
                        <a:pt x="2763" y="20383"/>
                        <a:pt x="3048" y="19907"/>
                        <a:pt x="2953" y="19526"/>
                      </a:cubicBezTo>
                      <a:lnTo>
                        <a:pt x="4001" y="20479"/>
                      </a:lnTo>
                      <a:lnTo>
                        <a:pt x="4572" y="19717"/>
                      </a:lnTo>
                      <a:cubicBezTo>
                        <a:pt x="4572" y="19717"/>
                        <a:pt x="5144" y="20098"/>
                        <a:pt x="5429" y="20098"/>
                      </a:cubicBezTo>
                      <a:cubicBezTo>
                        <a:pt x="5811" y="20098"/>
                        <a:pt x="6478" y="19907"/>
                        <a:pt x="7334" y="19526"/>
                      </a:cubicBezTo>
                      <a:cubicBezTo>
                        <a:pt x="8192" y="19050"/>
                        <a:pt x="8859" y="18860"/>
                        <a:pt x="9240" y="18860"/>
                      </a:cubicBezTo>
                      <a:cubicBezTo>
                        <a:pt x="9620" y="18860"/>
                        <a:pt x="10096" y="19050"/>
                        <a:pt x="10478" y="19526"/>
                      </a:cubicBezTo>
                      <a:lnTo>
                        <a:pt x="11145" y="19145"/>
                      </a:lnTo>
                      <a:cubicBezTo>
                        <a:pt x="11145" y="18383"/>
                        <a:pt x="10573" y="17907"/>
                        <a:pt x="9716" y="17621"/>
                      </a:cubicBezTo>
                      <a:cubicBezTo>
                        <a:pt x="8859" y="17335"/>
                        <a:pt x="8287" y="17050"/>
                        <a:pt x="8097" y="16764"/>
                      </a:cubicBezTo>
                      <a:cubicBezTo>
                        <a:pt x="6763" y="16764"/>
                        <a:pt x="5144" y="16764"/>
                        <a:pt x="3239" y="16764"/>
                      </a:cubicBezTo>
                      <a:cubicBezTo>
                        <a:pt x="3048" y="17240"/>
                        <a:pt x="2953" y="17431"/>
                        <a:pt x="2763" y="17431"/>
                      </a:cubicBezTo>
                      <a:cubicBezTo>
                        <a:pt x="2477" y="17240"/>
                        <a:pt x="2191" y="17050"/>
                        <a:pt x="2000" y="17050"/>
                      </a:cubicBezTo>
                      <a:cubicBezTo>
                        <a:pt x="1810" y="17050"/>
                        <a:pt x="1620" y="17050"/>
                        <a:pt x="1524" y="17145"/>
                      </a:cubicBezTo>
                      <a:lnTo>
                        <a:pt x="571" y="13430"/>
                      </a:lnTo>
                      <a:cubicBezTo>
                        <a:pt x="1238" y="13430"/>
                        <a:pt x="1715" y="13240"/>
                        <a:pt x="2000" y="12763"/>
                      </a:cubicBezTo>
                      <a:cubicBezTo>
                        <a:pt x="2000" y="12001"/>
                        <a:pt x="1620" y="11811"/>
                        <a:pt x="1048" y="12097"/>
                      </a:cubicBezTo>
                      <a:cubicBezTo>
                        <a:pt x="381" y="12478"/>
                        <a:pt x="95" y="12382"/>
                        <a:pt x="0" y="11906"/>
                      </a:cubicBezTo>
                      <a:lnTo>
                        <a:pt x="1048" y="10858"/>
                      </a:lnTo>
                      <a:lnTo>
                        <a:pt x="2096" y="11906"/>
                      </a:lnTo>
                      <a:cubicBezTo>
                        <a:pt x="2096" y="11906"/>
                        <a:pt x="2477" y="10858"/>
                        <a:pt x="2477" y="9525"/>
                      </a:cubicBezTo>
                      <a:cubicBezTo>
                        <a:pt x="2477" y="9906"/>
                        <a:pt x="2667" y="10096"/>
                        <a:pt x="3048" y="10287"/>
                      </a:cubicBezTo>
                      <a:cubicBezTo>
                        <a:pt x="3715" y="9811"/>
                        <a:pt x="4096" y="9430"/>
                        <a:pt x="4096" y="9049"/>
                      </a:cubicBezTo>
                      <a:cubicBezTo>
                        <a:pt x="4096" y="8668"/>
                        <a:pt x="3524" y="8001"/>
                        <a:pt x="2381" y="7239"/>
                      </a:cubicBezTo>
                      <a:cubicBezTo>
                        <a:pt x="1334" y="6477"/>
                        <a:pt x="762" y="5715"/>
                        <a:pt x="762" y="5048"/>
                      </a:cubicBezTo>
                      <a:cubicBezTo>
                        <a:pt x="762" y="4477"/>
                        <a:pt x="1143" y="3810"/>
                        <a:pt x="1715" y="3143"/>
                      </a:cubicBezTo>
                      <a:lnTo>
                        <a:pt x="4096" y="667"/>
                      </a:lnTo>
                      <a:cubicBezTo>
                        <a:pt x="8287" y="286"/>
                        <a:pt x="12859" y="0"/>
                        <a:pt x="17622" y="0"/>
                      </a:cubicBezTo>
                      <a:cubicBezTo>
                        <a:pt x="22384" y="0"/>
                        <a:pt x="29052" y="286"/>
                        <a:pt x="38100" y="762"/>
                      </a:cubicBezTo>
                      <a:cubicBezTo>
                        <a:pt x="47244" y="1238"/>
                        <a:pt x="54103" y="1524"/>
                        <a:pt x="58770" y="1524"/>
                      </a:cubicBezTo>
                      <a:cubicBezTo>
                        <a:pt x="62103" y="1524"/>
                        <a:pt x="65247" y="1524"/>
                        <a:pt x="68199" y="1238"/>
                      </a:cubicBezTo>
                      <a:cubicBezTo>
                        <a:pt x="70104" y="2762"/>
                        <a:pt x="71057" y="4763"/>
                        <a:pt x="71057" y="7239"/>
                      </a:cubicBezTo>
                      <a:cubicBezTo>
                        <a:pt x="71057" y="8001"/>
                        <a:pt x="71057" y="9239"/>
                        <a:pt x="70676" y="11049"/>
                      </a:cubicBezTo>
                      <a:cubicBezTo>
                        <a:pt x="70390" y="12859"/>
                        <a:pt x="70295" y="14287"/>
                        <a:pt x="70295" y="15240"/>
                      </a:cubicBezTo>
                      <a:cubicBezTo>
                        <a:pt x="70295" y="16193"/>
                        <a:pt x="70295" y="17145"/>
                        <a:pt x="70581" y="18002"/>
                      </a:cubicBezTo>
                      <a:cubicBezTo>
                        <a:pt x="70581" y="19336"/>
                        <a:pt x="69723" y="20002"/>
                        <a:pt x="68104" y="20002"/>
                      </a:cubicBezTo>
                      <a:cubicBezTo>
                        <a:pt x="67818" y="20002"/>
                        <a:pt x="67437" y="20002"/>
                        <a:pt x="66866" y="19907"/>
                      </a:cubicBezTo>
                      <a:lnTo>
                        <a:pt x="65627" y="19907"/>
                      </a:lnTo>
                      <a:cubicBezTo>
                        <a:pt x="64675" y="19907"/>
                        <a:pt x="63818" y="20098"/>
                        <a:pt x="63341" y="20383"/>
                      </a:cubicBezTo>
                      <a:lnTo>
                        <a:pt x="60579" y="20383"/>
                      </a:lnTo>
                      <a:lnTo>
                        <a:pt x="60579" y="19907"/>
                      </a:lnTo>
                      <a:cubicBezTo>
                        <a:pt x="56769" y="20193"/>
                        <a:pt x="52483" y="20383"/>
                        <a:pt x="47625" y="20383"/>
                      </a:cubicBezTo>
                      <a:cubicBezTo>
                        <a:pt x="44672" y="20383"/>
                        <a:pt x="40291" y="20383"/>
                        <a:pt x="34576" y="20383"/>
                      </a:cubicBezTo>
                      <a:lnTo>
                        <a:pt x="21527" y="20383"/>
                      </a:lnTo>
                      <a:cubicBezTo>
                        <a:pt x="20955" y="21907"/>
                        <a:pt x="20670" y="23622"/>
                        <a:pt x="20670" y="25432"/>
                      </a:cubicBezTo>
                      <a:cubicBezTo>
                        <a:pt x="20670" y="26003"/>
                        <a:pt x="20670" y="26860"/>
                        <a:pt x="20670" y="28003"/>
                      </a:cubicBezTo>
                      <a:lnTo>
                        <a:pt x="20670" y="30766"/>
                      </a:lnTo>
                      <a:cubicBezTo>
                        <a:pt x="20670" y="32575"/>
                        <a:pt x="20479" y="34290"/>
                        <a:pt x="20098" y="35719"/>
                      </a:cubicBezTo>
                      <a:cubicBezTo>
                        <a:pt x="20288" y="36862"/>
                        <a:pt x="20574" y="38100"/>
                        <a:pt x="20670" y="39243"/>
                      </a:cubicBezTo>
                      <a:cubicBezTo>
                        <a:pt x="21146" y="40767"/>
                        <a:pt x="21813" y="41529"/>
                        <a:pt x="22956" y="41529"/>
                      </a:cubicBezTo>
                      <a:cubicBezTo>
                        <a:pt x="23336" y="41529"/>
                        <a:pt x="23622" y="41529"/>
                        <a:pt x="24003" y="41434"/>
                      </a:cubicBezTo>
                      <a:cubicBezTo>
                        <a:pt x="24194" y="41434"/>
                        <a:pt x="24575" y="41529"/>
                        <a:pt x="24861" y="41529"/>
                      </a:cubicBezTo>
                      <a:cubicBezTo>
                        <a:pt x="25241" y="41529"/>
                        <a:pt x="25718" y="41529"/>
                        <a:pt x="26384" y="41243"/>
                      </a:cubicBezTo>
                      <a:cubicBezTo>
                        <a:pt x="27051" y="41053"/>
                        <a:pt x="27527" y="41053"/>
                        <a:pt x="27813" y="41053"/>
                      </a:cubicBezTo>
                      <a:cubicBezTo>
                        <a:pt x="28480" y="41053"/>
                        <a:pt x="28956" y="41339"/>
                        <a:pt x="29433" y="42005"/>
                      </a:cubicBezTo>
                      <a:cubicBezTo>
                        <a:pt x="31718" y="41339"/>
                        <a:pt x="34290" y="41053"/>
                        <a:pt x="37243" y="41053"/>
                      </a:cubicBezTo>
                      <a:cubicBezTo>
                        <a:pt x="38767" y="41053"/>
                        <a:pt x="40958" y="41053"/>
                        <a:pt x="43815" y="41339"/>
                      </a:cubicBezTo>
                      <a:cubicBezTo>
                        <a:pt x="46673" y="41529"/>
                        <a:pt x="48863" y="41624"/>
                        <a:pt x="50197" y="41624"/>
                      </a:cubicBezTo>
                      <a:cubicBezTo>
                        <a:pt x="51531" y="41624"/>
                        <a:pt x="52959" y="41624"/>
                        <a:pt x="54197" y="41339"/>
                      </a:cubicBezTo>
                      <a:cubicBezTo>
                        <a:pt x="54769" y="43434"/>
                        <a:pt x="55055" y="46291"/>
                        <a:pt x="54959" y="50006"/>
                      </a:cubicBezTo>
                      <a:cubicBezTo>
                        <a:pt x="54959" y="54197"/>
                        <a:pt x="54959" y="57150"/>
                        <a:pt x="55245" y="58674"/>
                      </a:cubicBezTo>
                      <a:cubicBezTo>
                        <a:pt x="53530" y="59912"/>
                        <a:pt x="51149" y="60484"/>
                        <a:pt x="48196" y="60484"/>
                      </a:cubicBezTo>
                      <a:cubicBezTo>
                        <a:pt x="46959" y="60484"/>
                        <a:pt x="45054" y="60389"/>
                        <a:pt x="42577" y="60103"/>
                      </a:cubicBezTo>
                      <a:cubicBezTo>
                        <a:pt x="40005" y="59912"/>
                        <a:pt x="38100" y="59722"/>
                        <a:pt x="36767" y="59722"/>
                      </a:cubicBezTo>
                      <a:cubicBezTo>
                        <a:pt x="35529" y="59722"/>
                        <a:pt x="34386" y="59722"/>
                        <a:pt x="33243" y="60007"/>
                      </a:cubicBezTo>
                      <a:lnTo>
                        <a:pt x="33243" y="59436"/>
                      </a:lnTo>
                      <a:cubicBezTo>
                        <a:pt x="32671" y="59436"/>
                        <a:pt x="31433" y="59531"/>
                        <a:pt x="29433" y="59531"/>
                      </a:cubicBezTo>
                      <a:cubicBezTo>
                        <a:pt x="28099" y="59531"/>
                        <a:pt x="26861" y="59817"/>
                        <a:pt x="25718" y="60389"/>
                      </a:cubicBezTo>
                      <a:cubicBezTo>
                        <a:pt x="25241" y="60103"/>
                        <a:pt x="24765" y="60007"/>
                        <a:pt x="24099" y="60007"/>
                      </a:cubicBezTo>
                      <a:cubicBezTo>
                        <a:pt x="23051" y="60007"/>
                        <a:pt x="22574" y="60007"/>
                        <a:pt x="22384" y="60007"/>
                      </a:cubicBezTo>
                      <a:cubicBezTo>
                        <a:pt x="21050" y="60389"/>
                        <a:pt x="20384" y="61436"/>
                        <a:pt x="20384" y="63151"/>
                      </a:cubicBezTo>
                      <a:cubicBezTo>
                        <a:pt x="20384" y="64294"/>
                        <a:pt x="20574" y="65246"/>
                        <a:pt x="20955" y="65913"/>
                      </a:cubicBezTo>
                      <a:cubicBezTo>
                        <a:pt x="19145" y="65437"/>
                        <a:pt x="17526" y="65913"/>
                        <a:pt x="16097" y="67247"/>
                      </a:cubicBezTo>
                      <a:lnTo>
                        <a:pt x="19336" y="66580"/>
                      </a:lnTo>
                      <a:lnTo>
                        <a:pt x="18955" y="67247"/>
                      </a:lnTo>
                      <a:cubicBezTo>
                        <a:pt x="18955" y="67247"/>
                        <a:pt x="19336" y="67723"/>
                        <a:pt x="19527" y="67723"/>
                      </a:cubicBezTo>
                      <a:cubicBezTo>
                        <a:pt x="19336" y="67723"/>
                        <a:pt x="19812" y="67342"/>
                        <a:pt x="20860" y="66580"/>
                      </a:cubicBezTo>
                      <a:cubicBezTo>
                        <a:pt x="20860" y="66199"/>
                        <a:pt x="20860" y="68675"/>
                        <a:pt x="20860" y="73819"/>
                      </a:cubicBezTo>
                      <a:cubicBezTo>
                        <a:pt x="20765" y="76772"/>
                        <a:pt x="21241" y="79057"/>
                        <a:pt x="22384" y="80677"/>
                      </a:cubicBezTo>
                      <a:cubicBezTo>
                        <a:pt x="25432" y="81058"/>
                        <a:pt x="28670" y="81344"/>
                        <a:pt x="32099" y="81344"/>
                      </a:cubicBezTo>
                      <a:cubicBezTo>
                        <a:pt x="34671" y="81344"/>
                        <a:pt x="38386" y="81153"/>
                        <a:pt x="43339" y="80867"/>
                      </a:cubicBezTo>
                      <a:cubicBezTo>
                        <a:pt x="48292" y="80486"/>
                        <a:pt x="52007" y="80391"/>
                        <a:pt x="54483" y="80391"/>
                      </a:cubicBezTo>
                      <a:cubicBezTo>
                        <a:pt x="58198" y="80391"/>
                        <a:pt x="61722" y="80677"/>
                        <a:pt x="64961" y="81153"/>
                      </a:cubicBezTo>
                      <a:cubicBezTo>
                        <a:pt x="65532" y="79819"/>
                        <a:pt x="66675" y="79724"/>
                        <a:pt x="68390" y="80772"/>
                      </a:cubicBezTo>
                      <a:close/>
                      <a:moveTo>
                        <a:pt x="4096" y="18383"/>
                      </a:moveTo>
                      <a:lnTo>
                        <a:pt x="4858" y="19431"/>
                      </a:lnTo>
                      <a:lnTo>
                        <a:pt x="4858" y="19717"/>
                      </a:lnTo>
                      <a:cubicBezTo>
                        <a:pt x="4858" y="19717"/>
                        <a:pt x="4191" y="18955"/>
                        <a:pt x="4096" y="18478"/>
                      </a:cubicBezTo>
                      <a:close/>
                      <a:moveTo>
                        <a:pt x="29528" y="53911"/>
                      </a:moveTo>
                      <a:lnTo>
                        <a:pt x="28099" y="53911"/>
                      </a:lnTo>
                      <a:cubicBezTo>
                        <a:pt x="28385" y="54483"/>
                        <a:pt x="28861" y="54483"/>
                        <a:pt x="29528" y="53911"/>
                      </a:cubicBezTo>
                      <a:lnTo>
                        <a:pt x="30195" y="53911"/>
                      </a:lnTo>
                      <a:cubicBezTo>
                        <a:pt x="30195" y="53911"/>
                        <a:pt x="30480" y="54388"/>
                        <a:pt x="30480" y="54769"/>
                      </a:cubicBezTo>
                      <a:lnTo>
                        <a:pt x="32195" y="53911"/>
                      </a:lnTo>
                      <a:cubicBezTo>
                        <a:pt x="32195" y="53911"/>
                        <a:pt x="32766" y="54578"/>
                        <a:pt x="32766" y="54769"/>
                      </a:cubicBezTo>
                      <a:lnTo>
                        <a:pt x="34576" y="54769"/>
                      </a:lnTo>
                      <a:lnTo>
                        <a:pt x="34576" y="53911"/>
                      </a:lnTo>
                      <a:lnTo>
                        <a:pt x="30099" y="53911"/>
                      </a:lnTo>
                      <a:cubicBezTo>
                        <a:pt x="30099" y="53911"/>
                        <a:pt x="29718" y="53721"/>
                        <a:pt x="29433" y="53911"/>
                      </a:cubicBezTo>
                      <a:close/>
                      <a:moveTo>
                        <a:pt x="53816" y="7048"/>
                      </a:moveTo>
                      <a:lnTo>
                        <a:pt x="52864" y="6382"/>
                      </a:lnTo>
                      <a:lnTo>
                        <a:pt x="53816" y="8382"/>
                      </a:lnTo>
                      <a:lnTo>
                        <a:pt x="53816" y="6953"/>
                      </a:lnTo>
                      <a:close/>
                      <a:moveTo>
                        <a:pt x="76771" y="87535"/>
                      </a:moveTo>
                      <a:lnTo>
                        <a:pt x="77343" y="87535"/>
                      </a:lnTo>
                      <a:lnTo>
                        <a:pt x="75819" y="88392"/>
                      </a:lnTo>
                      <a:lnTo>
                        <a:pt x="76771" y="87535"/>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06" name="Google Shape;1006;p99"/>
              <p:cNvGrpSpPr/>
              <p:nvPr/>
            </p:nvGrpSpPr>
            <p:grpSpPr>
              <a:xfrm>
                <a:off x="13576072" y="3974592"/>
                <a:ext cx="259460" cy="72200"/>
                <a:chOff x="8322754" y="1692687"/>
                <a:chExt cx="259460" cy="72200"/>
              </a:xfrm>
            </p:grpSpPr>
            <p:sp>
              <p:nvSpPr>
                <p:cNvPr id="1007" name="Google Shape;1007;p99"/>
                <p:cNvSpPr/>
                <p:nvPr/>
              </p:nvSpPr>
              <p:spPr>
                <a:xfrm>
                  <a:off x="8322754" y="1702212"/>
                  <a:ext cx="57530" cy="62103"/>
                </a:xfrm>
                <a:custGeom>
                  <a:avLst/>
                  <a:gdLst/>
                  <a:ahLst/>
                  <a:cxnLst/>
                  <a:rect l="l" t="t" r="r" b="b"/>
                  <a:pathLst>
                    <a:path w="57530" h="62103" extrusionOk="0">
                      <a:moveTo>
                        <a:pt x="952" y="43053"/>
                      </a:moveTo>
                      <a:cubicBezTo>
                        <a:pt x="952" y="43529"/>
                        <a:pt x="952" y="43815"/>
                        <a:pt x="1143" y="43815"/>
                      </a:cubicBezTo>
                      <a:cubicBezTo>
                        <a:pt x="1143" y="43815"/>
                        <a:pt x="1333" y="43815"/>
                        <a:pt x="1428" y="43815"/>
                      </a:cubicBezTo>
                      <a:cubicBezTo>
                        <a:pt x="1619" y="43815"/>
                        <a:pt x="1714" y="43815"/>
                        <a:pt x="1809" y="43815"/>
                      </a:cubicBezTo>
                      <a:cubicBezTo>
                        <a:pt x="2000" y="43815"/>
                        <a:pt x="2095" y="43910"/>
                        <a:pt x="2095" y="44101"/>
                      </a:cubicBezTo>
                      <a:cubicBezTo>
                        <a:pt x="857" y="44101"/>
                        <a:pt x="190" y="44006"/>
                        <a:pt x="0" y="43815"/>
                      </a:cubicBezTo>
                      <a:lnTo>
                        <a:pt x="857" y="43244"/>
                      </a:lnTo>
                      <a:close/>
                      <a:moveTo>
                        <a:pt x="2191" y="50864"/>
                      </a:moveTo>
                      <a:cubicBezTo>
                        <a:pt x="2191" y="50864"/>
                        <a:pt x="2476" y="50483"/>
                        <a:pt x="2857" y="50483"/>
                      </a:cubicBezTo>
                      <a:lnTo>
                        <a:pt x="3714" y="50483"/>
                      </a:lnTo>
                      <a:cubicBezTo>
                        <a:pt x="3714" y="50483"/>
                        <a:pt x="3429" y="50864"/>
                        <a:pt x="3143" y="50864"/>
                      </a:cubicBezTo>
                      <a:lnTo>
                        <a:pt x="2286" y="50864"/>
                      </a:lnTo>
                      <a:close/>
                      <a:moveTo>
                        <a:pt x="4857" y="54959"/>
                      </a:moveTo>
                      <a:lnTo>
                        <a:pt x="4857" y="54102"/>
                      </a:lnTo>
                      <a:lnTo>
                        <a:pt x="5429" y="54102"/>
                      </a:lnTo>
                      <a:lnTo>
                        <a:pt x="4857" y="54959"/>
                      </a:lnTo>
                      <a:close/>
                      <a:moveTo>
                        <a:pt x="8191" y="49911"/>
                      </a:moveTo>
                      <a:cubicBezTo>
                        <a:pt x="8191" y="49911"/>
                        <a:pt x="8858" y="50006"/>
                        <a:pt x="9334" y="50483"/>
                      </a:cubicBezTo>
                      <a:lnTo>
                        <a:pt x="9144" y="50864"/>
                      </a:lnTo>
                      <a:lnTo>
                        <a:pt x="8191" y="49816"/>
                      </a:lnTo>
                      <a:close/>
                      <a:moveTo>
                        <a:pt x="9334" y="54959"/>
                      </a:moveTo>
                      <a:cubicBezTo>
                        <a:pt x="9334" y="54959"/>
                        <a:pt x="9715" y="54769"/>
                        <a:pt x="9810" y="54483"/>
                      </a:cubicBezTo>
                      <a:cubicBezTo>
                        <a:pt x="10001" y="54293"/>
                        <a:pt x="10191" y="54102"/>
                        <a:pt x="10287" y="54102"/>
                      </a:cubicBezTo>
                      <a:cubicBezTo>
                        <a:pt x="10287" y="54293"/>
                        <a:pt x="10096" y="54578"/>
                        <a:pt x="9906" y="54959"/>
                      </a:cubicBezTo>
                      <a:lnTo>
                        <a:pt x="9334" y="54959"/>
                      </a:lnTo>
                      <a:close/>
                      <a:moveTo>
                        <a:pt x="10858" y="48101"/>
                      </a:moveTo>
                      <a:lnTo>
                        <a:pt x="10573" y="48768"/>
                      </a:lnTo>
                      <a:lnTo>
                        <a:pt x="9810" y="48768"/>
                      </a:lnTo>
                      <a:cubicBezTo>
                        <a:pt x="10001" y="48101"/>
                        <a:pt x="10191" y="47816"/>
                        <a:pt x="10382" y="47816"/>
                      </a:cubicBezTo>
                      <a:cubicBezTo>
                        <a:pt x="10477" y="47816"/>
                        <a:pt x="10668" y="47911"/>
                        <a:pt x="10858" y="48101"/>
                      </a:cubicBezTo>
                      <a:close/>
                      <a:moveTo>
                        <a:pt x="12096" y="42767"/>
                      </a:moveTo>
                      <a:lnTo>
                        <a:pt x="12096" y="43339"/>
                      </a:lnTo>
                      <a:lnTo>
                        <a:pt x="10858" y="42291"/>
                      </a:lnTo>
                      <a:cubicBezTo>
                        <a:pt x="10858" y="42291"/>
                        <a:pt x="11525" y="42291"/>
                        <a:pt x="12096" y="42672"/>
                      </a:cubicBezTo>
                      <a:close/>
                      <a:moveTo>
                        <a:pt x="10858" y="51721"/>
                      </a:moveTo>
                      <a:cubicBezTo>
                        <a:pt x="10858" y="51721"/>
                        <a:pt x="11430" y="52006"/>
                        <a:pt x="11430" y="52578"/>
                      </a:cubicBezTo>
                      <a:lnTo>
                        <a:pt x="10858" y="52578"/>
                      </a:lnTo>
                      <a:lnTo>
                        <a:pt x="10858" y="51721"/>
                      </a:lnTo>
                      <a:close/>
                      <a:moveTo>
                        <a:pt x="12287" y="58293"/>
                      </a:moveTo>
                      <a:lnTo>
                        <a:pt x="12096" y="58007"/>
                      </a:lnTo>
                      <a:lnTo>
                        <a:pt x="13335" y="57341"/>
                      </a:lnTo>
                      <a:lnTo>
                        <a:pt x="12287" y="58293"/>
                      </a:lnTo>
                      <a:close/>
                      <a:moveTo>
                        <a:pt x="57531" y="46101"/>
                      </a:moveTo>
                      <a:lnTo>
                        <a:pt x="54864" y="46482"/>
                      </a:lnTo>
                      <a:cubicBezTo>
                        <a:pt x="54864" y="46482"/>
                        <a:pt x="54769" y="46673"/>
                        <a:pt x="54769" y="46673"/>
                      </a:cubicBezTo>
                      <a:cubicBezTo>
                        <a:pt x="54769" y="46863"/>
                        <a:pt x="54959" y="47054"/>
                        <a:pt x="55435" y="47244"/>
                      </a:cubicBezTo>
                      <a:cubicBezTo>
                        <a:pt x="55912" y="47530"/>
                        <a:pt x="56102" y="47816"/>
                        <a:pt x="56102" y="48101"/>
                      </a:cubicBezTo>
                      <a:lnTo>
                        <a:pt x="56673" y="48101"/>
                      </a:lnTo>
                      <a:cubicBezTo>
                        <a:pt x="56388" y="49721"/>
                        <a:pt x="56102" y="51340"/>
                        <a:pt x="55816" y="52864"/>
                      </a:cubicBezTo>
                      <a:cubicBezTo>
                        <a:pt x="55340" y="54578"/>
                        <a:pt x="54387" y="55626"/>
                        <a:pt x="52768" y="56198"/>
                      </a:cubicBezTo>
                      <a:cubicBezTo>
                        <a:pt x="52482" y="55245"/>
                        <a:pt x="51911" y="55054"/>
                        <a:pt x="50959" y="55340"/>
                      </a:cubicBezTo>
                      <a:lnTo>
                        <a:pt x="50578" y="55531"/>
                      </a:lnTo>
                      <a:lnTo>
                        <a:pt x="51721" y="56769"/>
                      </a:lnTo>
                      <a:cubicBezTo>
                        <a:pt x="51721" y="56769"/>
                        <a:pt x="50768" y="56388"/>
                        <a:pt x="50196" y="55912"/>
                      </a:cubicBezTo>
                      <a:cubicBezTo>
                        <a:pt x="49625" y="55435"/>
                        <a:pt x="49149" y="55150"/>
                        <a:pt x="48958" y="55150"/>
                      </a:cubicBezTo>
                      <a:cubicBezTo>
                        <a:pt x="48577" y="55150"/>
                        <a:pt x="48196" y="55340"/>
                        <a:pt x="47720" y="55721"/>
                      </a:cubicBezTo>
                      <a:lnTo>
                        <a:pt x="48768" y="55721"/>
                      </a:lnTo>
                      <a:lnTo>
                        <a:pt x="48482" y="56102"/>
                      </a:lnTo>
                      <a:cubicBezTo>
                        <a:pt x="49149" y="56293"/>
                        <a:pt x="49911" y="56769"/>
                        <a:pt x="50863" y="57626"/>
                      </a:cubicBezTo>
                      <a:lnTo>
                        <a:pt x="48673" y="58483"/>
                      </a:lnTo>
                      <a:lnTo>
                        <a:pt x="49053" y="58769"/>
                      </a:lnTo>
                      <a:cubicBezTo>
                        <a:pt x="49053" y="58769"/>
                        <a:pt x="48101" y="59150"/>
                        <a:pt x="46577" y="59817"/>
                      </a:cubicBezTo>
                      <a:cubicBezTo>
                        <a:pt x="45720" y="60103"/>
                        <a:pt x="44958" y="60293"/>
                        <a:pt x="44291" y="60293"/>
                      </a:cubicBezTo>
                      <a:cubicBezTo>
                        <a:pt x="43910" y="60293"/>
                        <a:pt x="43529" y="60293"/>
                        <a:pt x="43148" y="60293"/>
                      </a:cubicBezTo>
                      <a:cubicBezTo>
                        <a:pt x="42863" y="60960"/>
                        <a:pt x="42767" y="61436"/>
                        <a:pt x="42863" y="61722"/>
                      </a:cubicBezTo>
                      <a:lnTo>
                        <a:pt x="31146" y="62103"/>
                      </a:lnTo>
                      <a:cubicBezTo>
                        <a:pt x="30194" y="61246"/>
                        <a:pt x="28765" y="60484"/>
                        <a:pt x="26765" y="59912"/>
                      </a:cubicBezTo>
                      <a:cubicBezTo>
                        <a:pt x="24479" y="59246"/>
                        <a:pt x="23146" y="58769"/>
                        <a:pt x="22479" y="58293"/>
                      </a:cubicBezTo>
                      <a:cubicBezTo>
                        <a:pt x="22193" y="57912"/>
                        <a:pt x="21812" y="57721"/>
                        <a:pt x="21145" y="57531"/>
                      </a:cubicBezTo>
                      <a:cubicBezTo>
                        <a:pt x="20478" y="57341"/>
                        <a:pt x="19907" y="57245"/>
                        <a:pt x="19240" y="57055"/>
                      </a:cubicBezTo>
                      <a:lnTo>
                        <a:pt x="20098" y="56198"/>
                      </a:lnTo>
                      <a:lnTo>
                        <a:pt x="18955" y="54959"/>
                      </a:lnTo>
                      <a:lnTo>
                        <a:pt x="18669" y="55817"/>
                      </a:lnTo>
                      <a:cubicBezTo>
                        <a:pt x="17621" y="55531"/>
                        <a:pt x="17050" y="54673"/>
                        <a:pt x="17050" y="53245"/>
                      </a:cubicBezTo>
                      <a:cubicBezTo>
                        <a:pt x="17050" y="52006"/>
                        <a:pt x="16192" y="51340"/>
                        <a:pt x="14859" y="51340"/>
                      </a:cubicBezTo>
                      <a:lnTo>
                        <a:pt x="13811" y="51340"/>
                      </a:lnTo>
                      <a:cubicBezTo>
                        <a:pt x="14668" y="51340"/>
                        <a:pt x="15144" y="50768"/>
                        <a:pt x="15144" y="49911"/>
                      </a:cubicBezTo>
                      <a:cubicBezTo>
                        <a:pt x="15144" y="49625"/>
                        <a:pt x="15144" y="49340"/>
                        <a:pt x="14954" y="49054"/>
                      </a:cubicBezTo>
                      <a:cubicBezTo>
                        <a:pt x="14764" y="48768"/>
                        <a:pt x="14288" y="48482"/>
                        <a:pt x="13335" y="48101"/>
                      </a:cubicBezTo>
                      <a:lnTo>
                        <a:pt x="13049" y="48292"/>
                      </a:lnTo>
                      <a:cubicBezTo>
                        <a:pt x="13049" y="48292"/>
                        <a:pt x="12954" y="48482"/>
                        <a:pt x="12859" y="48482"/>
                      </a:cubicBezTo>
                      <a:cubicBezTo>
                        <a:pt x="12763" y="48482"/>
                        <a:pt x="12572" y="48292"/>
                        <a:pt x="12478" y="47911"/>
                      </a:cubicBezTo>
                      <a:cubicBezTo>
                        <a:pt x="12478" y="47530"/>
                        <a:pt x="12478" y="47244"/>
                        <a:pt x="12478" y="46863"/>
                      </a:cubicBezTo>
                      <a:cubicBezTo>
                        <a:pt x="13049" y="46768"/>
                        <a:pt x="13811" y="46196"/>
                        <a:pt x="14764" y="45244"/>
                      </a:cubicBezTo>
                      <a:cubicBezTo>
                        <a:pt x="15716" y="44482"/>
                        <a:pt x="16478" y="44006"/>
                        <a:pt x="17145" y="44006"/>
                      </a:cubicBezTo>
                      <a:cubicBezTo>
                        <a:pt x="17430" y="44006"/>
                        <a:pt x="17812" y="44006"/>
                        <a:pt x="18097" y="44196"/>
                      </a:cubicBezTo>
                      <a:cubicBezTo>
                        <a:pt x="17812" y="43815"/>
                        <a:pt x="17812" y="43529"/>
                        <a:pt x="18097" y="43244"/>
                      </a:cubicBezTo>
                      <a:cubicBezTo>
                        <a:pt x="18192" y="42958"/>
                        <a:pt x="18097" y="42577"/>
                        <a:pt x="17621" y="42100"/>
                      </a:cubicBezTo>
                      <a:lnTo>
                        <a:pt x="20193" y="40862"/>
                      </a:lnTo>
                      <a:lnTo>
                        <a:pt x="19526" y="40005"/>
                      </a:lnTo>
                      <a:cubicBezTo>
                        <a:pt x="19526" y="40005"/>
                        <a:pt x="20574" y="39815"/>
                        <a:pt x="21526" y="39243"/>
                      </a:cubicBezTo>
                      <a:cubicBezTo>
                        <a:pt x="22479" y="38767"/>
                        <a:pt x="23050" y="38576"/>
                        <a:pt x="23336" y="38576"/>
                      </a:cubicBezTo>
                      <a:cubicBezTo>
                        <a:pt x="23813" y="38576"/>
                        <a:pt x="24193" y="38957"/>
                        <a:pt x="24384" y="39719"/>
                      </a:cubicBezTo>
                      <a:cubicBezTo>
                        <a:pt x="24193" y="41434"/>
                        <a:pt x="24860" y="43148"/>
                        <a:pt x="26194" y="44768"/>
                      </a:cubicBezTo>
                      <a:cubicBezTo>
                        <a:pt x="26860" y="45625"/>
                        <a:pt x="28289" y="46863"/>
                        <a:pt x="30289" y="48577"/>
                      </a:cubicBezTo>
                      <a:cubicBezTo>
                        <a:pt x="30670" y="49340"/>
                        <a:pt x="31146" y="49625"/>
                        <a:pt x="31909" y="49625"/>
                      </a:cubicBezTo>
                      <a:cubicBezTo>
                        <a:pt x="32099" y="49625"/>
                        <a:pt x="32385" y="49625"/>
                        <a:pt x="32861" y="49530"/>
                      </a:cubicBezTo>
                      <a:cubicBezTo>
                        <a:pt x="33338" y="49530"/>
                        <a:pt x="33623" y="49435"/>
                        <a:pt x="33814" y="49435"/>
                      </a:cubicBezTo>
                      <a:cubicBezTo>
                        <a:pt x="34290" y="49435"/>
                        <a:pt x="34766" y="49435"/>
                        <a:pt x="35147" y="49721"/>
                      </a:cubicBezTo>
                      <a:cubicBezTo>
                        <a:pt x="35528" y="49911"/>
                        <a:pt x="36004" y="50006"/>
                        <a:pt x="36480" y="50006"/>
                      </a:cubicBezTo>
                      <a:cubicBezTo>
                        <a:pt x="37433" y="50006"/>
                        <a:pt x="38481" y="49530"/>
                        <a:pt x="39719" y="48673"/>
                      </a:cubicBezTo>
                      <a:cubicBezTo>
                        <a:pt x="41624" y="47435"/>
                        <a:pt x="42576" y="46768"/>
                        <a:pt x="42863" y="46673"/>
                      </a:cubicBezTo>
                      <a:cubicBezTo>
                        <a:pt x="43148" y="46292"/>
                        <a:pt x="43243" y="45815"/>
                        <a:pt x="43243" y="45434"/>
                      </a:cubicBezTo>
                      <a:cubicBezTo>
                        <a:pt x="43243" y="44863"/>
                        <a:pt x="42863" y="44006"/>
                        <a:pt x="42196" y="43053"/>
                      </a:cubicBezTo>
                      <a:cubicBezTo>
                        <a:pt x="41529" y="42100"/>
                        <a:pt x="41053" y="41339"/>
                        <a:pt x="41053" y="40767"/>
                      </a:cubicBezTo>
                      <a:cubicBezTo>
                        <a:pt x="39719" y="40577"/>
                        <a:pt x="39052" y="40100"/>
                        <a:pt x="38862" y="39338"/>
                      </a:cubicBezTo>
                      <a:lnTo>
                        <a:pt x="39243" y="39052"/>
                      </a:lnTo>
                      <a:cubicBezTo>
                        <a:pt x="37623" y="38291"/>
                        <a:pt x="35337" y="37148"/>
                        <a:pt x="32385" y="35528"/>
                      </a:cubicBezTo>
                      <a:cubicBezTo>
                        <a:pt x="32099" y="35719"/>
                        <a:pt x="31718" y="35909"/>
                        <a:pt x="31432" y="35909"/>
                      </a:cubicBezTo>
                      <a:cubicBezTo>
                        <a:pt x="31051" y="35909"/>
                        <a:pt x="30575" y="35623"/>
                        <a:pt x="29908" y="35052"/>
                      </a:cubicBezTo>
                      <a:cubicBezTo>
                        <a:pt x="29241" y="34481"/>
                        <a:pt x="28860" y="34195"/>
                        <a:pt x="28480" y="34195"/>
                      </a:cubicBezTo>
                      <a:cubicBezTo>
                        <a:pt x="28289" y="34195"/>
                        <a:pt x="28194" y="34195"/>
                        <a:pt x="28003" y="34385"/>
                      </a:cubicBezTo>
                      <a:cubicBezTo>
                        <a:pt x="26765" y="34004"/>
                        <a:pt x="25432" y="32956"/>
                        <a:pt x="24193" y="31242"/>
                      </a:cubicBezTo>
                      <a:cubicBezTo>
                        <a:pt x="22764" y="29337"/>
                        <a:pt x="21526" y="28099"/>
                        <a:pt x="20574" y="27432"/>
                      </a:cubicBezTo>
                      <a:cubicBezTo>
                        <a:pt x="20669" y="26860"/>
                        <a:pt x="20383" y="26194"/>
                        <a:pt x="19812" y="25337"/>
                      </a:cubicBezTo>
                      <a:cubicBezTo>
                        <a:pt x="19240" y="24479"/>
                        <a:pt x="18955" y="23813"/>
                        <a:pt x="19050" y="23431"/>
                      </a:cubicBezTo>
                      <a:cubicBezTo>
                        <a:pt x="18669" y="22765"/>
                        <a:pt x="18478" y="21431"/>
                        <a:pt x="18383" y="19526"/>
                      </a:cubicBezTo>
                      <a:cubicBezTo>
                        <a:pt x="18288" y="17812"/>
                        <a:pt x="18192" y="16193"/>
                        <a:pt x="18192" y="14478"/>
                      </a:cubicBezTo>
                      <a:cubicBezTo>
                        <a:pt x="18573" y="14288"/>
                        <a:pt x="18764" y="14097"/>
                        <a:pt x="18764" y="13906"/>
                      </a:cubicBezTo>
                      <a:cubicBezTo>
                        <a:pt x="18764" y="13811"/>
                        <a:pt x="18764" y="13525"/>
                        <a:pt x="18478" y="13144"/>
                      </a:cubicBezTo>
                      <a:cubicBezTo>
                        <a:pt x="18288" y="12859"/>
                        <a:pt x="18192" y="12573"/>
                        <a:pt x="18192" y="12383"/>
                      </a:cubicBezTo>
                      <a:cubicBezTo>
                        <a:pt x="18478" y="11621"/>
                        <a:pt x="19335" y="10668"/>
                        <a:pt x="20764" y="9525"/>
                      </a:cubicBezTo>
                      <a:cubicBezTo>
                        <a:pt x="22003" y="8382"/>
                        <a:pt x="22574" y="7429"/>
                        <a:pt x="22574" y="6382"/>
                      </a:cubicBezTo>
                      <a:cubicBezTo>
                        <a:pt x="22764" y="6382"/>
                        <a:pt x="23146" y="6096"/>
                        <a:pt x="23622" y="5715"/>
                      </a:cubicBezTo>
                      <a:cubicBezTo>
                        <a:pt x="24098" y="5334"/>
                        <a:pt x="24479" y="5239"/>
                        <a:pt x="24669" y="5239"/>
                      </a:cubicBezTo>
                      <a:cubicBezTo>
                        <a:pt x="24860" y="5239"/>
                        <a:pt x="24955" y="5239"/>
                        <a:pt x="25050" y="5525"/>
                      </a:cubicBezTo>
                      <a:cubicBezTo>
                        <a:pt x="26003" y="4000"/>
                        <a:pt x="27527" y="2858"/>
                        <a:pt x="29718" y="2096"/>
                      </a:cubicBezTo>
                      <a:cubicBezTo>
                        <a:pt x="31622" y="1524"/>
                        <a:pt x="33528" y="857"/>
                        <a:pt x="35433" y="286"/>
                      </a:cubicBezTo>
                      <a:cubicBezTo>
                        <a:pt x="35909" y="95"/>
                        <a:pt x="36576" y="0"/>
                        <a:pt x="37052" y="0"/>
                      </a:cubicBezTo>
                      <a:cubicBezTo>
                        <a:pt x="37909" y="0"/>
                        <a:pt x="38957" y="381"/>
                        <a:pt x="40386" y="952"/>
                      </a:cubicBezTo>
                      <a:cubicBezTo>
                        <a:pt x="41719" y="1619"/>
                        <a:pt x="42863" y="1905"/>
                        <a:pt x="43719" y="1905"/>
                      </a:cubicBezTo>
                      <a:cubicBezTo>
                        <a:pt x="44100" y="1905"/>
                        <a:pt x="44482" y="1905"/>
                        <a:pt x="44767" y="1810"/>
                      </a:cubicBezTo>
                      <a:cubicBezTo>
                        <a:pt x="45148" y="2477"/>
                        <a:pt x="45815" y="3048"/>
                        <a:pt x="46672" y="3239"/>
                      </a:cubicBezTo>
                      <a:cubicBezTo>
                        <a:pt x="47815" y="3619"/>
                        <a:pt x="48577" y="3905"/>
                        <a:pt x="48958" y="4191"/>
                      </a:cubicBezTo>
                      <a:cubicBezTo>
                        <a:pt x="50768" y="4381"/>
                        <a:pt x="52292" y="6668"/>
                        <a:pt x="53625" y="10954"/>
                      </a:cubicBezTo>
                      <a:cubicBezTo>
                        <a:pt x="53625" y="11621"/>
                        <a:pt x="53149" y="12383"/>
                        <a:pt x="52292" y="13430"/>
                      </a:cubicBezTo>
                      <a:cubicBezTo>
                        <a:pt x="51435" y="14478"/>
                        <a:pt x="51054" y="15335"/>
                        <a:pt x="51054" y="16002"/>
                      </a:cubicBezTo>
                      <a:cubicBezTo>
                        <a:pt x="50482" y="16002"/>
                        <a:pt x="50196" y="16097"/>
                        <a:pt x="50101" y="16669"/>
                      </a:cubicBezTo>
                      <a:cubicBezTo>
                        <a:pt x="50101" y="17335"/>
                        <a:pt x="49911" y="17717"/>
                        <a:pt x="49720" y="17812"/>
                      </a:cubicBezTo>
                      <a:cubicBezTo>
                        <a:pt x="48291" y="18479"/>
                        <a:pt x="47339" y="18860"/>
                        <a:pt x="46767" y="18860"/>
                      </a:cubicBezTo>
                      <a:cubicBezTo>
                        <a:pt x="45910" y="18860"/>
                        <a:pt x="45148" y="18288"/>
                        <a:pt x="44482" y="17335"/>
                      </a:cubicBezTo>
                      <a:cubicBezTo>
                        <a:pt x="44482" y="16478"/>
                        <a:pt x="43910" y="15907"/>
                        <a:pt x="42957" y="15431"/>
                      </a:cubicBezTo>
                      <a:cubicBezTo>
                        <a:pt x="41814" y="15050"/>
                        <a:pt x="41147" y="14573"/>
                        <a:pt x="40957" y="14002"/>
                      </a:cubicBezTo>
                      <a:cubicBezTo>
                        <a:pt x="40576" y="14002"/>
                        <a:pt x="39814" y="13716"/>
                        <a:pt x="38576" y="13144"/>
                      </a:cubicBezTo>
                      <a:cubicBezTo>
                        <a:pt x="37528" y="12764"/>
                        <a:pt x="36766" y="12573"/>
                        <a:pt x="36195" y="12573"/>
                      </a:cubicBezTo>
                      <a:cubicBezTo>
                        <a:pt x="35337" y="12573"/>
                        <a:pt x="34575" y="12954"/>
                        <a:pt x="33909" y="13811"/>
                      </a:cubicBezTo>
                      <a:cubicBezTo>
                        <a:pt x="33718" y="13811"/>
                        <a:pt x="33528" y="13811"/>
                        <a:pt x="33432" y="13811"/>
                      </a:cubicBezTo>
                      <a:cubicBezTo>
                        <a:pt x="33051" y="13811"/>
                        <a:pt x="32289" y="14192"/>
                        <a:pt x="31432" y="14954"/>
                      </a:cubicBezTo>
                      <a:cubicBezTo>
                        <a:pt x="31718" y="15431"/>
                        <a:pt x="31813" y="15812"/>
                        <a:pt x="31813" y="16193"/>
                      </a:cubicBezTo>
                      <a:cubicBezTo>
                        <a:pt x="31813" y="16669"/>
                        <a:pt x="31432" y="17050"/>
                        <a:pt x="30766" y="17431"/>
                      </a:cubicBezTo>
                      <a:cubicBezTo>
                        <a:pt x="30099" y="17812"/>
                        <a:pt x="29718" y="18193"/>
                        <a:pt x="29718" y="18574"/>
                      </a:cubicBezTo>
                      <a:cubicBezTo>
                        <a:pt x="29718" y="18860"/>
                        <a:pt x="29908" y="19336"/>
                        <a:pt x="30289" y="19812"/>
                      </a:cubicBezTo>
                      <a:cubicBezTo>
                        <a:pt x="32480" y="22955"/>
                        <a:pt x="35719" y="25337"/>
                        <a:pt x="40100" y="26956"/>
                      </a:cubicBezTo>
                      <a:cubicBezTo>
                        <a:pt x="40671" y="27051"/>
                        <a:pt x="41434" y="27623"/>
                        <a:pt x="42481" y="28480"/>
                      </a:cubicBezTo>
                      <a:cubicBezTo>
                        <a:pt x="43624" y="29337"/>
                        <a:pt x="44482" y="29813"/>
                        <a:pt x="45148" y="29813"/>
                      </a:cubicBezTo>
                      <a:cubicBezTo>
                        <a:pt x="45910" y="29813"/>
                        <a:pt x="46863" y="30480"/>
                        <a:pt x="48101" y="31528"/>
                      </a:cubicBezTo>
                      <a:cubicBezTo>
                        <a:pt x="49244" y="32575"/>
                        <a:pt x="50387" y="32956"/>
                        <a:pt x="51339" y="32861"/>
                      </a:cubicBezTo>
                      <a:cubicBezTo>
                        <a:pt x="51339" y="33338"/>
                        <a:pt x="51339" y="33719"/>
                        <a:pt x="51530" y="33719"/>
                      </a:cubicBezTo>
                      <a:cubicBezTo>
                        <a:pt x="52006" y="33719"/>
                        <a:pt x="52388" y="34100"/>
                        <a:pt x="52578" y="34766"/>
                      </a:cubicBezTo>
                      <a:cubicBezTo>
                        <a:pt x="52768" y="35433"/>
                        <a:pt x="53149" y="35719"/>
                        <a:pt x="53625" y="35528"/>
                      </a:cubicBezTo>
                      <a:cubicBezTo>
                        <a:pt x="53816" y="35909"/>
                        <a:pt x="54387" y="36957"/>
                        <a:pt x="55626" y="38671"/>
                      </a:cubicBezTo>
                      <a:cubicBezTo>
                        <a:pt x="56578" y="40100"/>
                        <a:pt x="56959" y="41434"/>
                        <a:pt x="56959" y="42577"/>
                      </a:cubicBezTo>
                      <a:cubicBezTo>
                        <a:pt x="57245" y="42863"/>
                        <a:pt x="57435" y="43244"/>
                        <a:pt x="57435" y="43529"/>
                      </a:cubicBezTo>
                      <a:cubicBezTo>
                        <a:pt x="57435" y="43815"/>
                        <a:pt x="57245" y="44101"/>
                        <a:pt x="56959" y="44482"/>
                      </a:cubicBezTo>
                      <a:cubicBezTo>
                        <a:pt x="56769" y="44863"/>
                        <a:pt x="56578" y="45148"/>
                        <a:pt x="56578" y="45244"/>
                      </a:cubicBezTo>
                      <a:cubicBezTo>
                        <a:pt x="56578" y="45529"/>
                        <a:pt x="56769" y="45815"/>
                        <a:pt x="57150" y="46196"/>
                      </a:cubicBezTo>
                      <a:close/>
                      <a:moveTo>
                        <a:pt x="13239" y="47911"/>
                      </a:moveTo>
                      <a:lnTo>
                        <a:pt x="15049" y="47244"/>
                      </a:lnTo>
                      <a:lnTo>
                        <a:pt x="14192" y="47244"/>
                      </a:lnTo>
                      <a:lnTo>
                        <a:pt x="13239" y="47911"/>
                      </a:lnTo>
                      <a:close/>
                      <a:moveTo>
                        <a:pt x="13811" y="55435"/>
                      </a:moveTo>
                      <a:lnTo>
                        <a:pt x="14192" y="55435"/>
                      </a:lnTo>
                      <a:lnTo>
                        <a:pt x="14859" y="55912"/>
                      </a:lnTo>
                      <a:lnTo>
                        <a:pt x="13811" y="55435"/>
                      </a:lnTo>
                      <a:close/>
                      <a:moveTo>
                        <a:pt x="16287" y="59531"/>
                      </a:moveTo>
                      <a:cubicBezTo>
                        <a:pt x="16192" y="58960"/>
                        <a:pt x="16287" y="58483"/>
                        <a:pt x="16859" y="58007"/>
                      </a:cubicBezTo>
                      <a:lnTo>
                        <a:pt x="16764" y="58007"/>
                      </a:lnTo>
                      <a:cubicBezTo>
                        <a:pt x="16764" y="58007"/>
                        <a:pt x="16859" y="58483"/>
                        <a:pt x="17145" y="58674"/>
                      </a:cubicBezTo>
                      <a:cubicBezTo>
                        <a:pt x="17335" y="58865"/>
                        <a:pt x="17430" y="59055"/>
                        <a:pt x="17430" y="59150"/>
                      </a:cubicBezTo>
                      <a:cubicBezTo>
                        <a:pt x="17430" y="59341"/>
                        <a:pt x="17335" y="59436"/>
                        <a:pt x="17145" y="59531"/>
                      </a:cubicBezTo>
                      <a:lnTo>
                        <a:pt x="16287" y="59531"/>
                      </a:lnTo>
                      <a:close/>
                      <a:moveTo>
                        <a:pt x="16954" y="57817"/>
                      </a:moveTo>
                      <a:cubicBezTo>
                        <a:pt x="16954" y="57817"/>
                        <a:pt x="16764" y="58007"/>
                        <a:pt x="16764" y="58007"/>
                      </a:cubicBezTo>
                      <a:cubicBezTo>
                        <a:pt x="16764" y="58007"/>
                        <a:pt x="16764" y="57912"/>
                        <a:pt x="16954" y="57817"/>
                      </a:cubicBezTo>
                      <a:close/>
                      <a:moveTo>
                        <a:pt x="17145" y="56293"/>
                      </a:moveTo>
                      <a:cubicBezTo>
                        <a:pt x="17145" y="56293"/>
                        <a:pt x="17526" y="56388"/>
                        <a:pt x="17812" y="56674"/>
                      </a:cubicBezTo>
                      <a:cubicBezTo>
                        <a:pt x="18002" y="56960"/>
                        <a:pt x="18192" y="57055"/>
                        <a:pt x="18288" y="57150"/>
                      </a:cubicBezTo>
                      <a:cubicBezTo>
                        <a:pt x="18002" y="57150"/>
                        <a:pt x="17526" y="57436"/>
                        <a:pt x="16954" y="57817"/>
                      </a:cubicBezTo>
                      <a:cubicBezTo>
                        <a:pt x="17335" y="57341"/>
                        <a:pt x="17430" y="56769"/>
                        <a:pt x="17145" y="56293"/>
                      </a:cubicBezTo>
                      <a:close/>
                      <a:moveTo>
                        <a:pt x="18859" y="49816"/>
                      </a:moveTo>
                      <a:lnTo>
                        <a:pt x="18859" y="49149"/>
                      </a:lnTo>
                      <a:lnTo>
                        <a:pt x="17145" y="48196"/>
                      </a:lnTo>
                      <a:lnTo>
                        <a:pt x="18859" y="49721"/>
                      </a:lnTo>
                      <a:close/>
                      <a:moveTo>
                        <a:pt x="20288" y="52197"/>
                      </a:moveTo>
                      <a:cubicBezTo>
                        <a:pt x="20288" y="52197"/>
                        <a:pt x="20478" y="52197"/>
                        <a:pt x="21050" y="52292"/>
                      </a:cubicBezTo>
                      <a:cubicBezTo>
                        <a:pt x="21336" y="52292"/>
                        <a:pt x="21621" y="52197"/>
                        <a:pt x="21812" y="51816"/>
                      </a:cubicBezTo>
                      <a:cubicBezTo>
                        <a:pt x="21145" y="51625"/>
                        <a:pt x="20669" y="51721"/>
                        <a:pt x="20288" y="52102"/>
                      </a:cubicBezTo>
                      <a:cubicBezTo>
                        <a:pt x="20193" y="52102"/>
                        <a:pt x="20098" y="52102"/>
                        <a:pt x="20098" y="52292"/>
                      </a:cubicBezTo>
                      <a:lnTo>
                        <a:pt x="19526" y="52864"/>
                      </a:lnTo>
                      <a:lnTo>
                        <a:pt x="20098" y="52864"/>
                      </a:lnTo>
                      <a:cubicBezTo>
                        <a:pt x="20098" y="52864"/>
                        <a:pt x="20098" y="52388"/>
                        <a:pt x="20098" y="52292"/>
                      </a:cubicBezTo>
                      <a:lnTo>
                        <a:pt x="20288" y="52102"/>
                      </a:lnTo>
                      <a:close/>
                      <a:moveTo>
                        <a:pt x="20669" y="23050"/>
                      </a:moveTo>
                      <a:cubicBezTo>
                        <a:pt x="20669" y="23050"/>
                        <a:pt x="21050" y="22574"/>
                        <a:pt x="20955" y="22384"/>
                      </a:cubicBezTo>
                      <a:lnTo>
                        <a:pt x="21241" y="21812"/>
                      </a:lnTo>
                      <a:cubicBezTo>
                        <a:pt x="21241" y="21812"/>
                        <a:pt x="20764" y="21336"/>
                        <a:pt x="20383" y="21241"/>
                      </a:cubicBezTo>
                      <a:cubicBezTo>
                        <a:pt x="20002" y="21050"/>
                        <a:pt x="19812" y="21050"/>
                        <a:pt x="19716" y="21050"/>
                      </a:cubicBezTo>
                      <a:cubicBezTo>
                        <a:pt x="20574" y="21431"/>
                        <a:pt x="20955" y="21908"/>
                        <a:pt x="20955" y="22479"/>
                      </a:cubicBezTo>
                      <a:lnTo>
                        <a:pt x="20669" y="23146"/>
                      </a:lnTo>
                      <a:close/>
                      <a:moveTo>
                        <a:pt x="26003" y="18574"/>
                      </a:moveTo>
                      <a:lnTo>
                        <a:pt x="26003" y="18383"/>
                      </a:lnTo>
                      <a:cubicBezTo>
                        <a:pt x="25812" y="17050"/>
                        <a:pt x="24860" y="16383"/>
                        <a:pt x="23240" y="16383"/>
                      </a:cubicBezTo>
                      <a:cubicBezTo>
                        <a:pt x="22003" y="16383"/>
                        <a:pt x="20859" y="16764"/>
                        <a:pt x="20098" y="17431"/>
                      </a:cubicBezTo>
                      <a:cubicBezTo>
                        <a:pt x="20383" y="17526"/>
                        <a:pt x="20574" y="18002"/>
                        <a:pt x="20859" y="18955"/>
                      </a:cubicBezTo>
                      <a:cubicBezTo>
                        <a:pt x="21145" y="19907"/>
                        <a:pt x="21621" y="20193"/>
                        <a:pt x="22384" y="20098"/>
                      </a:cubicBezTo>
                      <a:lnTo>
                        <a:pt x="22384" y="19812"/>
                      </a:lnTo>
                      <a:cubicBezTo>
                        <a:pt x="22384" y="19812"/>
                        <a:pt x="22669" y="19145"/>
                        <a:pt x="22860" y="18098"/>
                      </a:cubicBezTo>
                      <a:cubicBezTo>
                        <a:pt x="23050" y="17240"/>
                        <a:pt x="23336" y="16859"/>
                        <a:pt x="23813" y="16859"/>
                      </a:cubicBezTo>
                      <a:cubicBezTo>
                        <a:pt x="24003" y="16859"/>
                        <a:pt x="24289" y="16859"/>
                        <a:pt x="24479" y="17050"/>
                      </a:cubicBezTo>
                      <a:lnTo>
                        <a:pt x="24479" y="17621"/>
                      </a:lnTo>
                      <a:cubicBezTo>
                        <a:pt x="24479" y="17621"/>
                        <a:pt x="24669" y="17621"/>
                        <a:pt x="24860" y="17621"/>
                      </a:cubicBezTo>
                      <a:cubicBezTo>
                        <a:pt x="24955" y="17621"/>
                        <a:pt x="25336" y="17907"/>
                        <a:pt x="25908" y="18574"/>
                      </a:cubicBezTo>
                      <a:close/>
                      <a:moveTo>
                        <a:pt x="21241" y="43244"/>
                      </a:moveTo>
                      <a:cubicBezTo>
                        <a:pt x="20764" y="43244"/>
                        <a:pt x="20478" y="43244"/>
                        <a:pt x="20383" y="43053"/>
                      </a:cubicBezTo>
                      <a:lnTo>
                        <a:pt x="21050" y="43910"/>
                      </a:lnTo>
                      <a:cubicBezTo>
                        <a:pt x="21050" y="43910"/>
                        <a:pt x="21336" y="43529"/>
                        <a:pt x="21336" y="43339"/>
                      </a:cubicBezTo>
                      <a:close/>
                      <a:moveTo>
                        <a:pt x="21907" y="19431"/>
                      </a:moveTo>
                      <a:lnTo>
                        <a:pt x="21621" y="19241"/>
                      </a:lnTo>
                      <a:lnTo>
                        <a:pt x="22193" y="19241"/>
                      </a:lnTo>
                      <a:cubicBezTo>
                        <a:pt x="22193" y="19241"/>
                        <a:pt x="22003" y="19336"/>
                        <a:pt x="21812" y="19431"/>
                      </a:cubicBezTo>
                      <a:close/>
                      <a:moveTo>
                        <a:pt x="22288" y="19241"/>
                      </a:moveTo>
                      <a:cubicBezTo>
                        <a:pt x="22288" y="19241"/>
                        <a:pt x="22479" y="19241"/>
                        <a:pt x="22479" y="19241"/>
                      </a:cubicBezTo>
                      <a:lnTo>
                        <a:pt x="22288" y="19241"/>
                      </a:lnTo>
                      <a:close/>
                      <a:moveTo>
                        <a:pt x="22764" y="57055"/>
                      </a:moveTo>
                      <a:lnTo>
                        <a:pt x="23336" y="56388"/>
                      </a:lnTo>
                      <a:cubicBezTo>
                        <a:pt x="23336" y="56388"/>
                        <a:pt x="22860" y="56007"/>
                        <a:pt x="22764" y="56007"/>
                      </a:cubicBezTo>
                      <a:lnTo>
                        <a:pt x="22764" y="57055"/>
                      </a:lnTo>
                      <a:close/>
                      <a:moveTo>
                        <a:pt x="23717" y="20288"/>
                      </a:moveTo>
                      <a:cubicBezTo>
                        <a:pt x="23717" y="20288"/>
                        <a:pt x="23717" y="19621"/>
                        <a:pt x="23336" y="19241"/>
                      </a:cubicBezTo>
                      <a:lnTo>
                        <a:pt x="23336" y="20669"/>
                      </a:lnTo>
                      <a:lnTo>
                        <a:pt x="23717" y="20288"/>
                      </a:lnTo>
                      <a:close/>
                      <a:moveTo>
                        <a:pt x="24860" y="61913"/>
                      </a:moveTo>
                      <a:lnTo>
                        <a:pt x="24669" y="61722"/>
                      </a:lnTo>
                      <a:lnTo>
                        <a:pt x="25336" y="61722"/>
                      </a:lnTo>
                      <a:cubicBezTo>
                        <a:pt x="25336" y="61722"/>
                        <a:pt x="24860" y="61913"/>
                        <a:pt x="24955" y="61913"/>
                      </a:cubicBezTo>
                      <a:close/>
                      <a:moveTo>
                        <a:pt x="32385" y="55531"/>
                      </a:moveTo>
                      <a:lnTo>
                        <a:pt x="32671" y="55150"/>
                      </a:lnTo>
                      <a:lnTo>
                        <a:pt x="32385" y="54293"/>
                      </a:lnTo>
                      <a:lnTo>
                        <a:pt x="32385" y="5553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 name="Google Shape;1008;p99"/>
                <p:cNvSpPr/>
                <p:nvPr/>
              </p:nvSpPr>
              <p:spPr>
                <a:xfrm>
                  <a:off x="8370760" y="1702689"/>
                  <a:ext cx="55244" cy="62198"/>
                </a:xfrm>
                <a:custGeom>
                  <a:avLst/>
                  <a:gdLst/>
                  <a:ahLst/>
                  <a:cxnLst/>
                  <a:rect l="l" t="t" r="r" b="b"/>
                  <a:pathLst>
                    <a:path w="55244" h="62198" extrusionOk="0">
                      <a:moveTo>
                        <a:pt x="0" y="34766"/>
                      </a:moveTo>
                      <a:lnTo>
                        <a:pt x="285" y="33528"/>
                      </a:lnTo>
                      <a:lnTo>
                        <a:pt x="571" y="33528"/>
                      </a:lnTo>
                      <a:lnTo>
                        <a:pt x="0" y="34766"/>
                      </a:lnTo>
                      <a:close/>
                      <a:moveTo>
                        <a:pt x="1428" y="34195"/>
                      </a:moveTo>
                      <a:lnTo>
                        <a:pt x="1428" y="33052"/>
                      </a:lnTo>
                      <a:lnTo>
                        <a:pt x="2667" y="33623"/>
                      </a:lnTo>
                      <a:lnTo>
                        <a:pt x="1428" y="34195"/>
                      </a:lnTo>
                      <a:close/>
                      <a:moveTo>
                        <a:pt x="5429" y="34480"/>
                      </a:moveTo>
                      <a:cubicBezTo>
                        <a:pt x="5429" y="34480"/>
                        <a:pt x="5715" y="34480"/>
                        <a:pt x="5905" y="34671"/>
                      </a:cubicBezTo>
                      <a:cubicBezTo>
                        <a:pt x="6096" y="34861"/>
                        <a:pt x="6286" y="34957"/>
                        <a:pt x="6382" y="34957"/>
                      </a:cubicBezTo>
                      <a:lnTo>
                        <a:pt x="6382" y="35528"/>
                      </a:lnTo>
                      <a:lnTo>
                        <a:pt x="5429" y="34385"/>
                      </a:lnTo>
                      <a:close/>
                      <a:moveTo>
                        <a:pt x="5715" y="28289"/>
                      </a:moveTo>
                      <a:lnTo>
                        <a:pt x="6382" y="28289"/>
                      </a:lnTo>
                      <a:cubicBezTo>
                        <a:pt x="6382" y="28289"/>
                        <a:pt x="6191" y="28956"/>
                        <a:pt x="5715" y="29527"/>
                      </a:cubicBezTo>
                      <a:lnTo>
                        <a:pt x="5715" y="28289"/>
                      </a:lnTo>
                      <a:close/>
                      <a:moveTo>
                        <a:pt x="7811" y="49435"/>
                      </a:moveTo>
                      <a:lnTo>
                        <a:pt x="7429" y="47911"/>
                      </a:lnTo>
                      <a:lnTo>
                        <a:pt x="7811" y="48387"/>
                      </a:lnTo>
                      <a:lnTo>
                        <a:pt x="7811" y="49435"/>
                      </a:lnTo>
                      <a:close/>
                      <a:moveTo>
                        <a:pt x="10763" y="22098"/>
                      </a:moveTo>
                      <a:cubicBezTo>
                        <a:pt x="10763" y="22098"/>
                        <a:pt x="11239" y="21717"/>
                        <a:pt x="11716" y="22098"/>
                      </a:cubicBezTo>
                      <a:lnTo>
                        <a:pt x="10763" y="22098"/>
                      </a:lnTo>
                      <a:close/>
                      <a:moveTo>
                        <a:pt x="10763" y="50578"/>
                      </a:moveTo>
                      <a:lnTo>
                        <a:pt x="11049" y="50292"/>
                      </a:lnTo>
                      <a:lnTo>
                        <a:pt x="11335" y="50578"/>
                      </a:lnTo>
                      <a:lnTo>
                        <a:pt x="10763" y="50578"/>
                      </a:lnTo>
                      <a:close/>
                      <a:moveTo>
                        <a:pt x="11716" y="22098"/>
                      </a:moveTo>
                      <a:cubicBezTo>
                        <a:pt x="11716" y="22098"/>
                        <a:pt x="11811" y="22098"/>
                        <a:pt x="11906" y="22288"/>
                      </a:cubicBezTo>
                      <a:lnTo>
                        <a:pt x="11716" y="22098"/>
                      </a:lnTo>
                      <a:close/>
                      <a:moveTo>
                        <a:pt x="54769" y="30194"/>
                      </a:moveTo>
                      <a:cubicBezTo>
                        <a:pt x="54959" y="32099"/>
                        <a:pt x="55054" y="35814"/>
                        <a:pt x="55054" y="41434"/>
                      </a:cubicBezTo>
                      <a:lnTo>
                        <a:pt x="54769" y="60388"/>
                      </a:lnTo>
                      <a:cubicBezTo>
                        <a:pt x="53626" y="61627"/>
                        <a:pt x="52197" y="62198"/>
                        <a:pt x="50387" y="62198"/>
                      </a:cubicBezTo>
                      <a:cubicBezTo>
                        <a:pt x="49816" y="62198"/>
                        <a:pt x="48577" y="62198"/>
                        <a:pt x="46958" y="61817"/>
                      </a:cubicBezTo>
                      <a:cubicBezTo>
                        <a:pt x="45529" y="61531"/>
                        <a:pt x="44386" y="61531"/>
                        <a:pt x="43625" y="61627"/>
                      </a:cubicBezTo>
                      <a:cubicBezTo>
                        <a:pt x="43243" y="61341"/>
                        <a:pt x="43053" y="61055"/>
                        <a:pt x="43053" y="60579"/>
                      </a:cubicBezTo>
                      <a:cubicBezTo>
                        <a:pt x="43053" y="60388"/>
                        <a:pt x="43053" y="60103"/>
                        <a:pt x="43148" y="59722"/>
                      </a:cubicBezTo>
                      <a:cubicBezTo>
                        <a:pt x="43148" y="59341"/>
                        <a:pt x="43243" y="59055"/>
                        <a:pt x="43243" y="58865"/>
                      </a:cubicBezTo>
                      <a:cubicBezTo>
                        <a:pt x="43243" y="58769"/>
                        <a:pt x="43243" y="58579"/>
                        <a:pt x="43148" y="58483"/>
                      </a:cubicBezTo>
                      <a:cubicBezTo>
                        <a:pt x="43148" y="47339"/>
                        <a:pt x="43148" y="40672"/>
                        <a:pt x="42958" y="38576"/>
                      </a:cubicBezTo>
                      <a:cubicBezTo>
                        <a:pt x="42482" y="38576"/>
                        <a:pt x="41815" y="38576"/>
                        <a:pt x="41148" y="38576"/>
                      </a:cubicBezTo>
                      <a:cubicBezTo>
                        <a:pt x="40481" y="38576"/>
                        <a:pt x="39338" y="38576"/>
                        <a:pt x="37719" y="38386"/>
                      </a:cubicBezTo>
                      <a:cubicBezTo>
                        <a:pt x="36100" y="38290"/>
                        <a:pt x="34957" y="38195"/>
                        <a:pt x="34100" y="38195"/>
                      </a:cubicBezTo>
                      <a:cubicBezTo>
                        <a:pt x="32575" y="38195"/>
                        <a:pt x="31337" y="38386"/>
                        <a:pt x="30289" y="38767"/>
                      </a:cubicBezTo>
                      <a:cubicBezTo>
                        <a:pt x="30194" y="38767"/>
                        <a:pt x="29623" y="38671"/>
                        <a:pt x="28766" y="38576"/>
                      </a:cubicBezTo>
                      <a:cubicBezTo>
                        <a:pt x="28194" y="38576"/>
                        <a:pt x="27717" y="38290"/>
                        <a:pt x="27432" y="37909"/>
                      </a:cubicBezTo>
                      <a:cubicBezTo>
                        <a:pt x="26765" y="38386"/>
                        <a:pt x="26289" y="39243"/>
                        <a:pt x="25908" y="40481"/>
                      </a:cubicBezTo>
                      <a:cubicBezTo>
                        <a:pt x="25527" y="41910"/>
                        <a:pt x="25146" y="42863"/>
                        <a:pt x="24860" y="43244"/>
                      </a:cubicBezTo>
                      <a:cubicBezTo>
                        <a:pt x="25432" y="43339"/>
                        <a:pt x="25718" y="43720"/>
                        <a:pt x="25718" y="44196"/>
                      </a:cubicBezTo>
                      <a:cubicBezTo>
                        <a:pt x="25718" y="44291"/>
                        <a:pt x="25718" y="44482"/>
                        <a:pt x="25718" y="44672"/>
                      </a:cubicBezTo>
                      <a:cubicBezTo>
                        <a:pt x="25718" y="44958"/>
                        <a:pt x="25718" y="45053"/>
                        <a:pt x="25718" y="45148"/>
                      </a:cubicBezTo>
                      <a:cubicBezTo>
                        <a:pt x="25718" y="45434"/>
                        <a:pt x="26098" y="45625"/>
                        <a:pt x="26670" y="45625"/>
                      </a:cubicBezTo>
                      <a:cubicBezTo>
                        <a:pt x="25908" y="45625"/>
                        <a:pt x="25527" y="46292"/>
                        <a:pt x="25432" y="47244"/>
                      </a:cubicBezTo>
                      <a:lnTo>
                        <a:pt x="25432" y="49530"/>
                      </a:lnTo>
                      <a:lnTo>
                        <a:pt x="26003" y="50101"/>
                      </a:lnTo>
                      <a:cubicBezTo>
                        <a:pt x="26003" y="50101"/>
                        <a:pt x="25527" y="50387"/>
                        <a:pt x="25527" y="50959"/>
                      </a:cubicBezTo>
                      <a:cubicBezTo>
                        <a:pt x="25527" y="51530"/>
                        <a:pt x="25432" y="51816"/>
                        <a:pt x="25146" y="51911"/>
                      </a:cubicBezTo>
                      <a:cubicBezTo>
                        <a:pt x="25051" y="52292"/>
                        <a:pt x="25051" y="52673"/>
                        <a:pt x="25051" y="53149"/>
                      </a:cubicBezTo>
                      <a:cubicBezTo>
                        <a:pt x="25051" y="53626"/>
                        <a:pt x="25051" y="54292"/>
                        <a:pt x="25241" y="55150"/>
                      </a:cubicBezTo>
                      <a:cubicBezTo>
                        <a:pt x="25432" y="56007"/>
                        <a:pt x="25527" y="56674"/>
                        <a:pt x="25527" y="57055"/>
                      </a:cubicBezTo>
                      <a:cubicBezTo>
                        <a:pt x="25527" y="58198"/>
                        <a:pt x="25146" y="59055"/>
                        <a:pt x="24384" y="59912"/>
                      </a:cubicBezTo>
                      <a:cubicBezTo>
                        <a:pt x="24669" y="60865"/>
                        <a:pt x="24193" y="61436"/>
                        <a:pt x="23146" y="61627"/>
                      </a:cubicBezTo>
                      <a:cubicBezTo>
                        <a:pt x="22288" y="61722"/>
                        <a:pt x="21431" y="61817"/>
                        <a:pt x="20574" y="61913"/>
                      </a:cubicBezTo>
                      <a:cubicBezTo>
                        <a:pt x="19717" y="62008"/>
                        <a:pt x="19050" y="62103"/>
                        <a:pt x="18383" y="62103"/>
                      </a:cubicBezTo>
                      <a:cubicBezTo>
                        <a:pt x="16478" y="62103"/>
                        <a:pt x="14954" y="61531"/>
                        <a:pt x="13525" y="60484"/>
                      </a:cubicBezTo>
                      <a:cubicBezTo>
                        <a:pt x="13621" y="60103"/>
                        <a:pt x="13716" y="59722"/>
                        <a:pt x="13716" y="59341"/>
                      </a:cubicBezTo>
                      <a:cubicBezTo>
                        <a:pt x="13716" y="58960"/>
                        <a:pt x="13716" y="58293"/>
                        <a:pt x="13525" y="57626"/>
                      </a:cubicBezTo>
                      <a:cubicBezTo>
                        <a:pt x="13430" y="56864"/>
                        <a:pt x="13335" y="56388"/>
                        <a:pt x="13335" y="56007"/>
                      </a:cubicBezTo>
                      <a:cubicBezTo>
                        <a:pt x="13335" y="55245"/>
                        <a:pt x="13525" y="54673"/>
                        <a:pt x="13907" y="54102"/>
                      </a:cubicBezTo>
                      <a:cubicBezTo>
                        <a:pt x="14097" y="53816"/>
                        <a:pt x="14192" y="53530"/>
                        <a:pt x="14192" y="53149"/>
                      </a:cubicBezTo>
                      <a:cubicBezTo>
                        <a:pt x="14192" y="52673"/>
                        <a:pt x="14001" y="52006"/>
                        <a:pt x="13716" y="51054"/>
                      </a:cubicBezTo>
                      <a:cubicBezTo>
                        <a:pt x="13430" y="50101"/>
                        <a:pt x="13240" y="49530"/>
                        <a:pt x="13240" y="49149"/>
                      </a:cubicBezTo>
                      <a:cubicBezTo>
                        <a:pt x="13240" y="48292"/>
                        <a:pt x="13811" y="47815"/>
                        <a:pt x="14764" y="47720"/>
                      </a:cubicBezTo>
                      <a:cubicBezTo>
                        <a:pt x="14764" y="47530"/>
                        <a:pt x="14383" y="47434"/>
                        <a:pt x="13907" y="47434"/>
                      </a:cubicBezTo>
                      <a:lnTo>
                        <a:pt x="13907" y="44291"/>
                      </a:lnTo>
                      <a:cubicBezTo>
                        <a:pt x="13907" y="42958"/>
                        <a:pt x="13716" y="41910"/>
                        <a:pt x="13335" y="41148"/>
                      </a:cubicBezTo>
                      <a:lnTo>
                        <a:pt x="12097" y="41148"/>
                      </a:lnTo>
                      <a:cubicBezTo>
                        <a:pt x="12097" y="41148"/>
                        <a:pt x="12287" y="40576"/>
                        <a:pt x="12668" y="40672"/>
                      </a:cubicBezTo>
                      <a:cubicBezTo>
                        <a:pt x="13049" y="40767"/>
                        <a:pt x="13335" y="40767"/>
                        <a:pt x="13430" y="40672"/>
                      </a:cubicBezTo>
                      <a:lnTo>
                        <a:pt x="12763" y="38481"/>
                      </a:lnTo>
                      <a:cubicBezTo>
                        <a:pt x="12763" y="38481"/>
                        <a:pt x="13240" y="38195"/>
                        <a:pt x="13811" y="38195"/>
                      </a:cubicBezTo>
                      <a:cubicBezTo>
                        <a:pt x="14192" y="38195"/>
                        <a:pt x="14383" y="37814"/>
                        <a:pt x="14288" y="37243"/>
                      </a:cubicBezTo>
                      <a:lnTo>
                        <a:pt x="13621" y="36576"/>
                      </a:lnTo>
                      <a:cubicBezTo>
                        <a:pt x="13621" y="36576"/>
                        <a:pt x="14192" y="36576"/>
                        <a:pt x="14478" y="36862"/>
                      </a:cubicBezTo>
                      <a:cubicBezTo>
                        <a:pt x="14668" y="37148"/>
                        <a:pt x="14859" y="37338"/>
                        <a:pt x="15144" y="37624"/>
                      </a:cubicBezTo>
                      <a:cubicBezTo>
                        <a:pt x="15621" y="37052"/>
                        <a:pt x="15907" y="36671"/>
                        <a:pt x="15716" y="36385"/>
                      </a:cubicBezTo>
                      <a:lnTo>
                        <a:pt x="14859" y="35528"/>
                      </a:lnTo>
                      <a:cubicBezTo>
                        <a:pt x="14859" y="35528"/>
                        <a:pt x="14764" y="35814"/>
                        <a:pt x="14478" y="35814"/>
                      </a:cubicBezTo>
                      <a:cubicBezTo>
                        <a:pt x="14288" y="35814"/>
                        <a:pt x="14097" y="35719"/>
                        <a:pt x="14001" y="35528"/>
                      </a:cubicBezTo>
                      <a:lnTo>
                        <a:pt x="13145" y="34576"/>
                      </a:lnTo>
                      <a:cubicBezTo>
                        <a:pt x="13716" y="34576"/>
                        <a:pt x="14001" y="34385"/>
                        <a:pt x="14001" y="34004"/>
                      </a:cubicBezTo>
                      <a:cubicBezTo>
                        <a:pt x="14001" y="33338"/>
                        <a:pt x="14097" y="32956"/>
                        <a:pt x="14288" y="32766"/>
                      </a:cubicBezTo>
                      <a:lnTo>
                        <a:pt x="15144" y="33719"/>
                      </a:lnTo>
                      <a:lnTo>
                        <a:pt x="15621" y="33242"/>
                      </a:lnTo>
                      <a:cubicBezTo>
                        <a:pt x="15621" y="33242"/>
                        <a:pt x="15621" y="33623"/>
                        <a:pt x="15621" y="33719"/>
                      </a:cubicBezTo>
                      <a:cubicBezTo>
                        <a:pt x="15811" y="33528"/>
                        <a:pt x="16097" y="33433"/>
                        <a:pt x="16669" y="33433"/>
                      </a:cubicBezTo>
                      <a:cubicBezTo>
                        <a:pt x="17240" y="33433"/>
                        <a:pt x="17621" y="33433"/>
                        <a:pt x="17716" y="33433"/>
                      </a:cubicBezTo>
                      <a:cubicBezTo>
                        <a:pt x="18097" y="33433"/>
                        <a:pt x="18097" y="33052"/>
                        <a:pt x="18097" y="32480"/>
                      </a:cubicBezTo>
                      <a:lnTo>
                        <a:pt x="20002" y="33623"/>
                      </a:lnTo>
                      <a:cubicBezTo>
                        <a:pt x="20002" y="33623"/>
                        <a:pt x="20288" y="33242"/>
                        <a:pt x="20288" y="32956"/>
                      </a:cubicBezTo>
                      <a:lnTo>
                        <a:pt x="20288" y="32099"/>
                      </a:lnTo>
                      <a:cubicBezTo>
                        <a:pt x="20288" y="32099"/>
                        <a:pt x="20860" y="32480"/>
                        <a:pt x="21145" y="32480"/>
                      </a:cubicBezTo>
                      <a:cubicBezTo>
                        <a:pt x="21431" y="32480"/>
                        <a:pt x="21812" y="32385"/>
                        <a:pt x="22098" y="32099"/>
                      </a:cubicBezTo>
                      <a:cubicBezTo>
                        <a:pt x="22003" y="32099"/>
                        <a:pt x="21527" y="31813"/>
                        <a:pt x="20764" y="31432"/>
                      </a:cubicBezTo>
                      <a:cubicBezTo>
                        <a:pt x="20288" y="31051"/>
                        <a:pt x="19812" y="30861"/>
                        <a:pt x="19431" y="30861"/>
                      </a:cubicBezTo>
                      <a:cubicBezTo>
                        <a:pt x="19145" y="30861"/>
                        <a:pt x="18955" y="30861"/>
                        <a:pt x="18764" y="31051"/>
                      </a:cubicBezTo>
                      <a:cubicBezTo>
                        <a:pt x="18383" y="31147"/>
                        <a:pt x="18002" y="30861"/>
                        <a:pt x="17812" y="30194"/>
                      </a:cubicBezTo>
                      <a:cubicBezTo>
                        <a:pt x="17526" y="29527"/>
                        <a:pt x="17336" y="29242"/>
                        <a:pt x="17145" y="29242"/>
                      </a:cubicBezTo>
                      <a:cubicBezTo>
                        <a:pt x="16859" y="29242"/>
                        <a:pt x="16669" y="29432"/>
                        <a:pt x="16383" y="29813"/>
                      </a:cubicBezTo>
                      <a:lnTo>
                        <a:pt x="16669" y="30194"/>
                      </a:lnTo>
                      <a:lnTo>
                        <a:pt x="16193" y="30671"/>
                      </a:lnTo>
                      <a:cubicBezTo>
                        <a:pt x="16193" y="30671"/>
                        <a:pt x="16573" y="31051"/>
                        <a:pt x="17050" y="31051"/>
                      </a:cubicBezTo>
                      <a:lnTo>
                        <a:pt x="17050" y="31718"/>
                      </a:lnTo>
                      <a:cubicBezTo>
                        <a:pt x="17050" y="31718"/>
                        <a:pt x="16288" y="31432"/>
                        <a:pt x="15716" y="31337"/>
                      </a:cubicBezTo>
                      <a:cubicBezTo>
                        <a:pt x="15050" y="31337"/>
                        <a:pt x="14478" y="31337"/>
                        <a:pt x="14097" y="31623"/>
                      </a:cubicBezTo>
                      <a:lnTo>
                        <a:pt x="13525" y="31623"/>
                      </a:lnTo>
                      <a:lnTo>
                        <a:pt x="13525" y="27146"/>
                      </a:lnTo>
                      <a:lnTo>
                        <a:pt x="14383" y="28003"/>
                      </a:lnTo>
                      <a:cubicBezTo>
                        <a:pt x="14383" y="28003"/>
                        <a:pt x="14764" y="27718"/>
                        <a:pt x="14764" y="27432"/>
                      </a:cubicBezTo>
                      <a:lnTo>
                        <a:pt x="14764" y="26765"/>
                      </a:lnTo>
                      <a:cubicBezTo>
                        <a:pt x="14764" y="26765"/>
                        <a:pt x="14383" y="26479"/>
                        <a:pt x="13716" y="26479"/>
                      </a:cubicBezTo>
                      <a:cubicBezTo>
                        <a:pt x="13430" y="25622"/>
                        <a:pt x="13335" y="24574"/>
                        <a:pt x="13335" y="23527"/>
                      </a:cubicBezTo>
                      <a:cubicBezTo>
                        <a:pt x="13335" y="22574"/>
                        <a:pt x="13430" y="21050"/>
                        <a:pt x="13716" y="18955"/>
                      </a:cubicBezTo>
                      <a:cubicBezTo>
                        <a:pt x="14001" y="16859"/>
                        <a:pt x="14097" y="15335"/>
                        <a:pt x="14097" y="14192"/>
                      </a:cubicBezTo>
                      <a:cubicBezTo>
                        <a:pt x="14097" y="12668"/>
                        <a:pt x="13907" y="11335"/>
                        <a:pt x="13525" y="10192"/>
                      </a:cubicBezTo>
                      <a:lnTo>
                        <a:pt x="13525" y="4763"/>
                      </a:lnTo>
                      <a:cubicBezTo>
                        <a:pt x="13621" y="2572"/>
                        <a:pt x="14383" y="1238"/>
                        <a:pt x="15811" y="667"/>
                      </a:cubicBezTo>
                      <a:lnTo>
                        <a:pt x="22384" y="1048"/>
                      </a:lnTo>
                      <a:lnTo>
                        <a:pt x="22384" y="1905"/>
                      </a:lnTo>
                      <a:lnTo>
                        <a:pt x="24098" y="1333"/>
                      </a:lnTo>
                      <a:cubicBezTo>
                        <a:pt x="25146" y="2381"/>
                        <a:pt x="25718" y="4096"/>
                        <a:pt x="25718" y="6286"/>
                      </a:cubicBezTo>
                      <a:cubicBezTo>
                        <a:pt x="25718" y="9144"/>
                        <a:pt x="25718" y="10858"/>
                        <a:pt x="26003" y="11525"/>
                      </a:cubicBezTo>
                      <a:lnTo>
                        <a:pt x="25146" y="11716"/>
                      </a:lnTo>
                      <a:cubicBezTo>
                        <a:pt x="25146" y="11716"/>
                        <a:pt x="24955" y="12097"/>
                        <a:pt x="24955" y="12287"/>
                      </a:cubicBezTo>
                      <a:cubicBezTo>
                        <a:pt x="24955" y="12478"/>
                        <a:pt x="25146" y="12763"/>
                        <a:pt x="25336" y="13049"/>
                      </a:cubicBezTo>
                      <a:cubicBezTo>
                        <a:pt x="25527" y="13335"/>
                        <a:pt x="25622" y="13525"/>
                        <a:pt x="25622" y="13621"/>
                      </a:cubicBezTo>
                      <a:cubicBezTo>
                        <a:pt x="25622" y="13811"/>
                        <a:pt x="25336" y="14002"/>
                        <a:pt x="24765" y="14097"/>
                      </a:cubicBezTo>
                      <a:cubicBezTo>
                        <a:pt x="25527" y="14097"/>
                        <a:pt x="25718" y="14764"/>
                        <a:pt x="25146" y="16002"/>
                      </a:cubicBezTo>
                      <a:lnTo>
                        <a:pt x="22670" y="17431"/>
                      </a:lnTo>
                      <a:lnTo>
                        <a:pt x="24765" y="18859"/>
                      </a:lnTo>
                      <a:cubicBezTo>
                        <a:pt x="24765" y="18859"/>
                        <a:pt x="24575" y="19050"/>
                        <a:pt x="24384" y="19336"/>
                      </a:cubicBezTo>
                      <a:cubicBezTo>
                        <a:pt x="24098" y="19621"/>
                        <a:pt x="23908" y="19812"/>
                        <a:pt x="23908" y="20002"/>
                      </a:cubicBezTo>
                      <a:cubicBezTo>
                        <a:pt x="23908" y="20193"/>
                        <a:pt x="24289" y="20288"/>
                        <a:pt x="24575" y="20383"/>
                      </a:cubicBezTo>
                      <a:cubicBezTo>
                        <a:pt x="24860" y="20383"/>
                        <a:pt x="25146" y="20383"/>
                        <a:pt x="25146" y="20383"/>
                      </a:cubicBezTo>
                      <a:lnTo>
                        <a:pt x="25622" y="19431"/>
                      </a:lnTo>
                      <a:cubicBezTo>
                        <a:pt x="26289" y="19812"/>
                        <a:pt x="26575" y="20479"/>
                        <a:pt x="26575" y="21241"/>
                      </a:cubicBezTo>
                      <a:cubicBezTo>
                        <a:pt x="26575" y="21526"/>
                        <a:pt x="26575" y="21907"/>
                        <a:pt x="26479" y="22384"/>
                      </a:cubicBezTo>
                      <a:cubicBezTo>
                        <a:pt x="26384" y="22955"/>
                        <a:pt x="26289" y="23336"/>
                        <a:pt x="26289" y="23527"/>
                      </a:cubicBezTo>
                      <a:cubicBezTo>
                        <a:pt x="26289" y="24384"/>
                        <a:pt x="26956" y="24955"/>
                        <a:pt x="28384" y="25051"/>
                      </a:cubicBezTo>
                      <a:cubicBezTo>
                        <a:pt x="29146" y="24955"/>
                        <a:pt x="29909" y="24860"/>
                        <a:pt x="30670" y="24860"/>
                      </a:cubicBezTo>
                      <a:cubicBezTo>
                        <a:pt x="31432" y="24860"/>
                        <a:pt x="32671" y="24860"/>
                        <a:pt x="34385" y="25146"/>
                      </a:cubicBezTo>
                      <a:cubicBezTo>
                        <a:pt x="36004" y="25241"/>
                        <a:pt x="37147" y="25336"/>
                        <a:pt x="37909" y="25336"/>
                      </a:cubicBezTo>
                      <a:cubicBezTo>
                        <a:pt x="40195" y="25336"/>
                        <a:pt x="42005" y="24860"/>
                        <a:pt x="43434" y="23813"/>
                      </a:cubicBezTo>
                      <a:cubicBezTo>
                        <a:pt x="43434" y="24384"/>
                        <a:pt x="43529" y="22384"/>
                        <a:pt x="43529" y="17526"/>
                      </a:cubicBezTo>
                      <a:cubicBezTo>
                        <a:pt x="43529" y="14954"/>
                        <a:pt x="43243" y="12954"/>
                        <a:pt x="42767" y="11621"/>
                      </a:cubicBezTo>
                      <a:cubicBezTo>
                        <a:pt x="43243" y="11144"/>
                        <a:pt x="43434" y="10477"/>
                        <a:pt x="43434" y="9430"/>
                      </a:cubicBezTo>
                      <a:cubicBezTo>
                        <a:pt x="43434" y="8382"/>
                        <a:pt x="43625" y="7715"/>
                        <a:pt x="44005" y="7144"/>
                      </a:cubicBezTo>
                      <a:cubicBezTo>
                        <a:pt x="43339" y="5334"/>
                        <a:pt x="43053" y="3619"/>
                        <a:pt x="43148" y="1810"/>
                      </a:cubicBezTo>
                      <a:cubicBezTo>
                        <a:pt x="44005" y="667"/>
                        <a:pt x="45339" y="0"/>
                        <a:pt x="47149" y="0"/>
                      </a:cubicBezTo>
                      <a:cubicBezTo>
                        <a:pt x="47816" y="0"/>
                        <a:pt x="48768" y="0"/>
                        <a:pt x="50006" y="286"/>
                      </a:cubicBezTo>
                      <a:cubicBezTo>
                        <a:pt x="51245" y="476"/>
                        <a:pt x="52197" y="476"/>
                        <a:pt x="52864" y="476"/>
                      </a:cubicBezTo>
                      <a:cubicBezTo>
                        <a:pt x="53435" y="476"/>
                        <a:pt x="53911" y="476"/>
                        <a:pt x="54388" y="286"/>
                      </a:cubicBezTo>
                      <a:lnTo>
                        <a:pt x="55245" y="2096"/>
                      </a:lnTo>
                      <a:cubicBezTo>
                        <a:pt x="55245" y="8668"/>
                        <a:pt x="55245" y="18002"/>
                        <a:pt x="54959" y="30004"/>
                      </a:cubicBezTo>
                      <a:close/>
                      <a:moveTo>
                        <a:pt x="16097" y="40196"/>
                      </a:moveTo>
                      <a:cubicBezTo>
                        <a:pt x="16097" y="40196"/>
                        <a:pt x="15716" y="39815"/>
                        <a:pt x="15430" y="40005"/>
                      </a:cubicBezTo>
                      <a:cubicBezTo>
                        <a:pt x="15144" y="40100"/>
                        <a:pt x="14859" y="40291"/>
                        <a:pt x="14668" y="40576"/>
                      </a:cubicBezTo>
                      <a:lnTo>
                        <a:pt x="16097" y="40196"/>
                      </a:lnTo>
                      <a:close/>
                      <a:moveTo>
                        <a:pt x="14954" y="32099"/>
                      </a:moveTo>
                      <a:cubicBezTo>
                        <a:pt x="15430" y="32099"/>
                        <a:pt x="15621" y="32385"/>
                        <a:pt x="15526" y="33052"/>
                      </a:cubicBezTo>
                      <a:cubicBezTo>
                        <a:pt x="15144" y="32480"/>
                        <a:pt x="14954" y="32194"/>
                        <a:pt x="14954" y="32099"/>
                      </a:cubicBezTo>
                      <a:close/>
                      <a:moveTo>
                        <a:pt x="14954" y="35052"/>
                      </a:moveTo>
                      <a:lnTo>
                        <a:pt x="16097" y="36004"/>
                      </a:lnTo>
                      <a:lnTo>
                        <a:pt x="16097" y="35433"/>
                      </a:lnTo>
                      <a:cubicBezTo>
                        <a:pt x="16097" y="35433"/>
                        <a:pt x="15811" y="35052"/>
                        <a:pt x="15621" y="35052"/>
                      </a:cubicBezTo>
                      <a:lnTo>
                        <a:pt x="14859" y="35052"/>
                      </a:lnTo>
                      <a:close/>
                      <a:moveTo>
                        <a:pt x="15526" y="32956"/>
                      </a:moveTo>
                      <a:lnTo>
                        <a:pt x="15526" y="32956"/>
                      </a:lnTo>
                      <a:lnTo>
                        <a:pt x="15526" y="33147"/>
                      </a:lnTo>
                      <a:cubicBezTo>
                        <a:pt x="15526" y="33147"/>
                        <a:pt x="15526" y="33052"/>
                        <a:pt x="15526" y="32956"/>
                      </a:cubicBezTo>
                      <a:close/>
                      <a:moveTo>
                        <a:pt x="16764" y="43053"/>
                      </a:moveTo>
                      <a:lnTo>
                        <a:pt x="16764" y="42863"/>
                      </a:lnTo>
                      <a:lnTo>
                        <a:pt x="15907" y="42863"/>
                      </a:lnTo>
                      <a:lnTo>
                        <a:pt x="16764" y="43053"/>
                      </a:lnTo>
                      <a:close/>
                      <a:moveTo>
                        <a:pt x="16764" y="31623"/>
                      </a:moveTo>
                      <a:cubicBezTo>
                        <a:pt x="16764" y="31623"/>
                        <a:pt x="16859" y="31813"/>
                        <a:pt x="16764" y="31813"/>
                      </a:cubicBezTo>
                      <a:lnTo>
                        <a:pt x="16764" y="31623"/>
                      </a:lnTo>
                      <a:close/>
                      <a:moveTo>
                        <a:pt x="17907" y="51340"/>
                      </a:moveTo>
                      <a:lnTo>
                        <a:pt x="18859" y="51340"/>
                      </a:lnTo>
                      <a:cubicBezTo>
                        <a:pt x="18859" y="51340"/>
                        <a:pt x="18288" y="51054"/>
                        <a:pt x="17907" y="51340"/>
                      </a:cubicBezTo>
                      <a:lnTo>
                        <a:pt x="17336" y="51340"/>
                      </a:lnTo>
                      <a:cubicBezTo>
                        <a:pt x="17336" y="51340"/>
                        <a:pt x="17621" y="51435"/>
                        <a:pt x="17907" y="51340"/>
                      </a:cubicBezTo>
                      <a:close/>
                      <a:moveTo>
                        <a:pt x="17907" y="19336"/>
                      </a:moveTo>
                      <a:lnTo>
                        <a:pt x="17907" y="18764"/>
                      </a:lnTo>
                      <a:lnTo>
                        <a:pt x="17526" y="19050"/>
                      </a:lnTo>
                      <a:cubicBezTo>
                        <a:pt x="17526" y="19050"/>
                        <a:pt x="17812" y="19145"/>
                        <a:pt x="17907" y="19240"/>
                      </a:cubicBezTo>
                      <a:close/>
                      <a:moveTo>
                        <a:pt x="22384" y="32671"/>
                      </a:moveTo>
                      <a:lnTo>
                        <a:pt x="22765" y="32480"/>
                      </a:lnTo>
                      <a:lnTo>
                        <a:pt x="21812" y="32671"/>
                      </a:lnTo>
                      <a:lnTo>
                        <a:pt x="22384" y="32671"/>
                      </a:lnTo>
                      <a:close/>
                      <a:moveTo>
                        <a:pt x="22098" y="5715"/>
                      </a:moveTo>
                      <a:lnTo>
                        <a:pt x="22098" y="6953"/>
                      </a:lnTo>
                      <a:lnTo>
                        <a:pt x="23050" y="6953"/>
                      </a:lnTo>
                      <a:cubicBezTo>
                        <a:pt x="23050" y="6953"/>
                        <a:pt x="22670" y="6667"/>
                        <a:pt x="22670" y="6382"/>
                      </a:cubicBezTo>
                      <a:lnTo>
                        <a:pt x="22670" y="5715"/>
                      </a:lnTo>
                      <a:lnTo>
                        <a:pt x="22098" y="5715"/>
                      </a:lnTo>
                      <a:close/>
                      <a:moveTo>
                        <a:pt x="23336" y="59341"/>
                      </a:moveTo>
                      <a:lnTo>
                        <a:pt x="23336" y="58293"/>
                      </a:lnTo>
                      <a:lnTo>
                        <a:pt x="22955" y="58293"/>
                      </a:lnTo>
                      <a:lnTo>
                        <a:pt x="22955" y="59341"/>
                      </a:lnTo>
                      <a:lnTo>
                        <a:pt x="23336" y="59341"/>
                      </a:lnTo>
                      <a:close/>
                      <a:moveTo>
                        <a:pt x="27432" y="48387"/>
                      </a:moveTo>
                      <a:lnTo>
                        <a:pt x="27432" y="47244"/>
                      </a:lnTo>
                      <a:lnTo>
                        <a:pt x="27813" y="47244"/>
                      </a:lnTo>
                      <a:lnTo>
                        <a:pt x="27813" y="48387"/>
                      </a:lnTo>
                      <a:lnTo>
                        <a:pt x="27432" y="48387"/>
                      </a:lnTo>
                      <a:close/>
                      <a:moveTo>
                        <a:pt x="30956" y="39243"/>
                      </a:moveTo>
                      <a:lnTo>
                        <a:pt x="30099" y="38576"/>
                      </a:lnTo>
                      <a:lnTo>
                        <a:pt x="30194" y="38576"/>
                      </a:lnTo>
                      <a:cubicBezTo>
                        <a:pt x="30194" y="38576"/>
                        <a:pt x="30766" y="38862"/>
                        <a:pt x="30861" y="39243"/>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 name="Google Shape;1009;p99"/>
                <p:cNvSpPr/>
                <p:nvPr/>
              </p:nvSpPr>
              <p:spPr>
                <a:xfrm>
                  <a:off x="8432672" y="1692687"/>
                  <a:ext cx="60293" cy="71913"/>
                </a:xfrm>
                <a:custGeom>
                  <a:avLst/>
                  <a:gdLst/>
                  <a:ahLst/>
                  <a:cxnLst/>
                  <a:rect l="l" t="t" r="r" b="b"/>
                  <a:pathLst>
                    <a:path w="60293" h="71913" extrusionOk="0">
                      <a:moveTo>
                        <a:pt x="46863" y="58865"/>
                      </a:moveTo>
                      <a:cubicBezTo>
                        <a:pt x="46672" y="59627"/>
                        <a:pt x="46577" y="60293"/>
                        <a:pt x="46577" y="61055"/>
                      </a:cubicBezTo>
                      <a:cubicBezTo>
                        <a:pt x="46577" y="62103"/>
                        <a:pt x="46863" y="63246"/>
                        <a:pt x="47339" y="64579"/>
                      </a:cubicBezTo>
                      <a:cubicBezTo>
                        <a:pt x="48006" y="66199"/>
                        <a:pt x="48482" y="67342"/>
                        <a:pt x="48577" y="67818"/>
                      </a:cubicBezTo>
                      <a:cubicBezTo>
                        <a:pt x="48768" y="68104"/>
                        <a:pt x="48959" y="68485"/>
                        <a:pt x="48959" y="68771"/>
                      </a:cubicBezTo>
                      <a:cubicBezTo>
                        <a:pt x="48959" y="69152"/>
                        <a:pt x="48768" y="69533"/>
                        <a:pt x="48292" y="70104"/>
                      </a:cubicBezTo>
                      <a:cubicBezTo>
                        <a:pt x="47625" y="70866"/>
                        <a:pt x="47149" y="71342"/>
                        <a:pt x="47149" y="71438"/>
                      </a:cubicBezTo>
                      <a:cubicBezTo>
                        <a:pt x="46672" y="71342"/>
                        <a:pt x="46101" y="71342"/>
                        <a:pt x="45434" y="71342"/>
                      </a:cubicBezTo>
                      <a:cubicBezTo>
                        <a:pt x="44768" y="71342"/>
                        <a:pt x="43910" y="71342"/>
                        <a:pt x="42672" y="71533"/>
                      </a:cubicBezTo>
                      <a:cubicBezTo>
                        <a:pt x="41434" y="71628"/>
                        <a:pt x="40577" y="71723"/>
                        <a:pt x="39910" y="71723"/>
                      </a:cubicBezTo>
                      <a:cubicBezTo>
                        <a:pt x="37719" y="71723"/>
                        <a:pt x="36195" y="71056"/>
                        <a:pt x="35243" y="69723"/>
                      </a:cubicBezTo>
                      <a:cubicBezTo>
                        <a:pt x="35528" y="69056"/>
                        <a:pt x="35623" y="68390"/>
                        <a:pt x="35623" y="67818"/>
                      </a:cubicBezTo>
                      <a:cubicBezTo>
                        <a:pt x="35623" y="66961"/>
                        <a:pt x="35243" y="66104"/>
                        <a:pt x="34290" y="65056"/>
                      </a:cubicBezTo>
                      <a:cubicBezTo>
                        <a:pt x="33051" y="63627"/>
                        <a:pt x="32290" y="62770"/>
                        <a:pt x="32099" y="62294"/>
                      </a:cubicBezTo>
                      <a:cubicBezTo>
                        <a:pt x="31813" y="62294"/>
                        <a:pt x="31528" y="62103"/>
                        <a:pt x="31242" y="62103"/>
                      </a:cubicBezTo>
                      <a:cubicBezTo>
                        <a:pt x="30861" y="62103"/>
                        <a:pt x="30099" y="62198"/>
                        <a:pt x="29146" y="62484"/>
                      </a:cubicBezTo>
                      <a:cubicBezTo>
                        <a:pt x="28194" y="62675"/>
                        <a:pt x="27527" y="62865"/>
                        <a:pt x="27051" y="62865"/>
                      </a:cubicBezTo>
                      <a:cubicBezTo>
                        <a:pt x="26003" y="62865"/>
                        <a:pt x="25336" y="62389"/>
                        <a:pt x="25051" y="61436"/>
                      </a:cubicBezTo>
                      <a:lnTo>
                        <a:pt x="24384" y="61436"/>
                      </a:lnTo>
                      <a:cubicBezTo>
                        <a:pt x="24384" y="61436"/>
                        <a:pt x="24384" y="60579"/>
                        <a:pt x="24098" y="60008"/>
                      </a:cubicBezTo>
                      <a:cubicBezTo>
                        <a:pt x="24003" y="59436"/>
                        <a:pt x="23908" y="58960"/>
                        <a:pt x="23908" y="58769"/>
                      </a:cubicBezTo>
                      <a:cubicBezTo>
                        <a:pt x="23908" y="58388"/>
                        <a:pt x="24098" y="58007"/>
                        <a:pt x="24384" y="57817"/>
                      </a:cubicBezTo>
                      <a:cubicBezTo>
                        <a:pt x="24098" y="57436"/>
                        <a:pt x="24003" y="57055"/>
                        <a:pt x="24003" y="56769"/>
                      </a:cubicBezTo>
                      <a:cubicBezTo>
                        <a:pt x="24003" y="56483"/>
                        <a:pt x="24098" y="56007"/>
                        <a:pt x="24384" y="55435"/>
                      </a:cubicBezTo>
                      <a:cubicBezTo>
                        <a:pt x="24669" y="54864"/>
                        <a:pt x="24765" y="54388"/>
                        <a:pt x="24765" y="54102"/>
                      </a:cubicBezTo>
                      <a:cubicBezTo>
                        <a:pt x="24765" y="53912"/>
                        <a:pt x="24765" y="53721"/>
                        <a:pt x="24669" y="53435"/>
                      </a:cubicBezTo>
                      <a:cubicBezTo>
                        <a:pt x="25146" y="52673"/>
                        <a:pt x="26479" y="52292"/>
                        <a:pt x="28766" y="52197"/>
                      </a:cubicBezTo>
                      <a:cubicBezTo>
                        <a:pt x="30861" y="52197"/>
                        <a:pt x="31909" y="51816"/>
                        <a:pt x="31909" y="51149"/>
                      </a:cubicBezTo>
                      <a:cubicBezTo>
                        <a:pt x="31909" y="50768"/>
                        <a:pt x="31623" y="50102"/>
                        <a:pt x="31052" y="49340"/>
                      </a:cubicBezTo>
                      <a:lnTo>
                        <a:pt x="32195" y="49340"/>
                      </a:lnTo>
                      <a:cubicBezTo>
                        <a:pt x="32195" y="49340"/>
                        <a:pt x="32195" y="50197"/>
                        <a:pt x="32575" y="50768"/>
                      </a:cubicBezTo>
                      <a:cubicBezTo>
                        <a:pt x="32766" y="50578"/>
                        <a:pt x="32861" y="50197"/>
                        <a:pt x="32861" y="49530"/>
                      </a:cubicBezTo>
                      <a:cubicBezTo>
                        <a:pt x="32861" y="49054"/>
                        <a:pt x="33242" y="48768"/>
                        <a:pt x="33718" y="48673"/>
                      </a:cubicBezTo>
                      <a:lnTo>
                        <a:pt x="32766" y="47720"/>
                      </a:lnTo>
                      <a:lnTo>
                        <a:pt x="33718" y="47530"/>
                      </a:lnTo>
                      <a:lnTo>
                        <a:pt x="33051" y="46863"/>
                      </a:lnTo>
                      <a:cubicBezTo>
                        <a:pt x="33051" y="46863"/>
                        <a:pt x="33242" y="47054"/>
                        <a:pt x="33433" y="47054"/>
                      </a:cubicBezTo>
                      <a:cubicBezTo>
                        <a:pt x="33718" y="47054"/>
                        <a:pt x="33909" y="46958"/>
                        <a:pt x="34290" y="46673"/>
                      </a:cubicBezTo>
                      <a:cubicBezTo>
                        <a:pt x="34671" y="46482"/>
                        <a:pt x="34957" y="46292"/>
                        <a:pt x="35147" y="46292"/>
                      </a:cubicBezTo>
                      <a:cubicBezTo>
                        <a:pt x="35433" y="46292"/>
                        <a:pt x="35528" y="46577"/>
                        <a:pt x="35623" y="47054"/>
                      </a:cubicBezTo>
                      <a:cubicBezTo>
                        <a:pt x="35433" y="47054"/>
                        <a:pt x="34861" y="47244"/>
                        <a:pt x="33814" y="47625"/>
                      </a:cubicBezTo>
                      <a:cubicBezTo>
                        <a:pt x="33814" y="47625"/>
                        <a:pt x="34290" y="47911"/>
                        <a:pt x="35052" y="48387"/>
                      </a:cubicBezTo>
                      <a:cubicBezTo>
                        <a:pt x="35433" y="48673"/>
                        <a:pt x="35719" y="48958"/>
                        <a:pt x="35719" y="49244"/>
                      </a:cubicBezTo>
                      <a:cubicBezTo>
                        <a:pt x="35719" y="49435"/>
                        <a:pt x="35719" y="49530"/>
                        <a:pt x="35719" y="49721"/>
                      </a:cubicBezTo>
                      <a:cubicBezTo>
                        <a:pt x="36004" y="49530"/>
                        <a:pt x="36195" y="49340"/>
                        <a:pt x="36195" y="48863"/>
                      </a:cubicBezTo>
                      <a:cubicBezTo>
                        <a:pt x="36290" y="48482"/>
                        <a:pt x="36290" y="48101"/>
                        <a:pt x="36195" y="47911"/>
                      </a:cubicBezTo>
                      <a:lnTo>
                        <a:pt x="37242" y="46958"/>
                      </a:lnTo>
                      <a:lnTo>
                        <a:pt x="35147" y="45053"/>
                      </a:lnTo>
                      <a:lnTo>
                        <a:pt x="35433" y="44672"/>
                      </a:lnTo>
                      <a:cubicBezTo>
                        <a:pt x="35433" y="44672"/>
                        <a:pt x="35052" y="44387"/>
                        <a:pt x="34861" y="44387"/>
                      </a:cubicBezTo>
                      <a:cubicBezTo>
                        <a:pt x="34766" y="44387"/>
                        <a:pt x="34576" y="44482"/>
                        <a:pt x="34194" y="44768"/>
                      </a:cubicBezTo>
                      <a:cubicBezTo>
                        <a:pt x="33814" y="44958"/>
                        <a:pt x="33528" y="45148"/>
                        <a:pt x="33242" y="45053"/>
                      </a:cubicBezTo>
                      <a:cubicBezTo>
                        <a:pt x="33147" y="45053"/>
                        <a:pt x="32480" y="44958"/>
                        <a:pt x="31242" y="44958"/>
                      </a:cubicBezTo>
                      <a:cubicBezTo>
                        <a:pt x="30575" y="44958"/>
                        <a:pt x="30099" y="44482"/>
                        <a:pt x="30099" y="43529"/>
                      </a:cubicBezTo>
                      <a:cubicBezTo>
                        <a:pt x="29718" y="43339"/>
                        <a:pt x="29527" y="43053"/>
                        <a:pt x="29527" y="42577"/>
                      </a:cubicBezTo>
                      <a:cubicBezTo>
                        <a:pt x="29527" y="42386"/>
                        <a:pt x="29527" y="42005"/>
                        <a:pt x="29718" y="41529"/>
                      </a:cubicBezTo>
                      <a:cubicBezTo>
                        <a:pt x="29909" y="41053"/>
                        <a:pt x="29909" y="40672"/>
                        <a:pt x="29909" y="40481"/>
                      </a:cubicBezTo>
                      <a:cubicBezTo>
                        <a:pt x="29909" y="39815"/>
                        <a:pt x="29432" y="39433"/>
                        <a:pt x="28670" y="39338"/>
                      </a:cubicBezTo>
                      <a:cubicBezTo>
                        <a:pt x="28480" y="39052"/>
                        <a:pt x="28384" y="38767"/>
                        <a:pt x="28384" y="38386"/>
                      </a:cubicBezTo>
                      <a:cubicBezTo>
                        <a:pt x="28384" y="38291"/>
                        <a:pt x="28384" y="38005"/>
                        <a:pt x="28480" y="37624"/>
                      </a:cubicBezTo>
                      <a:cubicBezTo>
                        <a:pt x="28480" y="37243"/>
                        <a:pt x="28480" y="37052"/>
                        <a:pt x="28480" y="36862"/>
                      </a:cubicBezTo>
                      <a:cubicBezTo>
                        <a:pt x="28480" y="36385"/>
                        <a:pt x="28194" y="35909"/>
                        <a:pt x="27717" y="35623"/>
                      </a:cubicBezTo>
                      <a:lnTo>
                        <a:pt x="26861" y="35338"/>
                      </a:lnTo>
                      <a:cubicBezTo>
                        <a:pt x="27241" y="34862"/>
                        <a:pt x="27432" y="34290"/>
                        <a:pt x="27432" y="33719"/>
                      </a:cubicBezTo>
                      <a:cubicBezTo>
                        <a:pt x="27432" y="33242"/>
                        <a:pt x="27241" y="32575"/>
                        <a:pt x="26861" y="31814"/>
                      </a:cubicBezTo>
                      <a:cubicBezTo>
                        <a:pt x="26575" y="31242"/>
                        <a:pt x="26289" y="30671"/>
                        <a:pt x="25908" y="30004"/>
                      </a:cubicBezTo>
                      <a:cubicBezTo>
                        <a:pt x="26194" y="29908"/>
                        <a:pt x="26289" y="29623"/>
                        <a:pt x="26384" y="29337"/>
                      </a:cubicBezTo>
                      <a:cubicBezTo>
                        <a:pt x="26384" y="28956"/>
                        <a:pt x="26289" y="28766"/>
                        <a:pt x="25908" y="28575"/>
                      </a:cubicBezTo>
                      <a:lnTo>
                        <a:pt x="24669" y="28766"/>
                      </a:lnTo>
                      <a:lnTo>
                        <a:pt x="24384" y="26575"/>
                      </a:lnTo>
                      <a:cubicBezTo>
                        <a:pt x="23908" y="26670"/>
                        <a:pt x="23717" y="26956"/>
                        <a:pt x="23717" y="27527"/>
                      </a:cubicBezTo>
                      <a:cubicBezTo>
                        <a:pt x="23717" y="28004"/>
                        <a:pt x="23432" y="28385"/>
                        <a:pt x="22955" y="28575"/>
                      </a:cubicBezTo>
                      <a:cubicBezTo>
                        <a:pt x="22955" y="28861"/>
                        <a:pt x="23050" y="29146"/>
                        <a:pt x="23050" y="29432"/>
                      </a:cubicBezTo>
                      <a:cubicBezTo>
                        <a:pt x="23050" y="29908"/>
                        <a:pt x="22860" y="30575"/>
                        <a:pt x="22479" y="31337"/>
                      </a:cubicBezTo>
                      <a:cubicBezTo>
                        <a:pt x="22098" y="32194"/>
                        <a:pt x="21907" y="33052"/>
                        <a:pt x="22003" y="33909"/>
                      </a:cubicBezTo>
                      <a:cubicBezTo>
                        <a:pt x="21241" y="34385"/>
                        <a:pt x="20860" y="35052"/>
                        <a:pt x="20669" y="36004"/>
                      </a:cubicBezTo>
                      <a:cubicBezTo>
                        <a:pt x="20478" y="37433"/>
                        <a:pt x="20384" y="38195"/>
                        <a:pt x="20288" y="38291"/>
                      </a:cubicBezTo>
                      <a:cubicBezTo>
                        <a:pt x="20002" y="38291"/>
                        <a:pt x="19717" y="38576"/>
                        <a:pt x="19241" y="39338"/>
                      </a:cubicBezTo>
                      <a:cubicBezTo>
                        <a:pt x="18764" y="40291"/>
                        <a:pt x="18288" y="40958"/>
                        <a:pt x="17812" y="41243"/>
                      </a:cubicBezTo>
                      <a:cubicBezTo>
                        <a:pt x="17812" y="41339"/>
                        <a:pt x="18002" y="41624"/>
                        <a:pt x="18479" y="42100"/>
                      </a:cubicBezTo>
                      <a:lnTo>
                        <a:pt x="18955" y="41529"/>
                      </a:lnTo>
                      <a:cubicBezTo>
                        <a:pt x="18955" y="41529"/>
                        <a:pt x="19145" y="41624"/>
                        <a:pt x="19145" y="41719"/>
                      </a:cubicBezTo>
                      <a:cubicBezTo>
                        <a:pt x="19145" y="41815"/>
                        <a:pt x="19145" y="42100"/>
                        <a:pt x="18764" y="42577"/>
                      </a:cubicBezTo>
                      <a:cubicBezTo>
                        <a:pt x="18574" y="42958"/>
                        <a:pt x="18479" y="43244"/>
                        <a:pt x="18479" y="43339"/>
                      </a:cubicBezTo>
                      <a:cubicBezTo>
                        <a:pt x="18002" y="43910"/>
                        <a:pt x="17812" y="44196"/>
                        <a:pt x="17812" y="44196"/>
                      </a:cubicBezTo>
                      <a:lnTo>
                        <a:pt x="18479" y="44863"/>
                      </a:lnTo>
                      <a:cubicBezTo>
                        <a:pt x="18479" y="44863"/>
                        <a:pt x="18764" y="44482"/>
                        <a:pt x="18955" y="44482"/>
                      </a:cubicBezTo>
                      <a:lnTo>
                        <a:pt x="18955" y="45053"/>
                      </a:lnTo>
                      <a:cubicBezTo>
                        <a:pt x="18955" y="45053"/>
                        <a:pt x="18574" y="44958"/>
                        <a:pt x="18479" y="44958"/>
                      </a:cubicBezTo>
                      <a:cubicBezTo>
                        <a:pt x="18002" y="44958"/>
                        <a:pt x="17716" y="45434"/>
                        <a:pt x="17526" y="46482"/>
                      </a:cubicBezTo>
                      <a:cubicBezTo>
                        <a:pt x="17240" y="47625"/>
                        <a:pt x="16954" y="48387"/>
                        <a:pt x="16669" y="48673"/>
                      </a:cubicBezTo>
                      <a:cubicBezTo>
                        <a:pt x="16954" y="48863"/>
                        <a:pt x="17240" y="49435"/>
                        <a:pt x="17336" y="50292"/>
                      </a:cubicBezTo>
                      <a:cubicBezTo>
                        <a:pt x="17526" y="51149"/>
                        <a:pt x="17907" y="51721"/>
                        <a:pt x="18479" y="51911"/>
                      </a:cubicBezTo>
                      <a:cubicBezTo>
                        <a:pt x="18764" y="51721"/>
                        <a:pt x="19526" y="51625"/>
                        <a:pt x="20574" y="51625"/>
                      </a:cubicBezTo>
                      <a:cubicBezTo>
                        <a:pt x="21527" y="51625"/>
                        <a:pt x="22098" y="51530"/>
                        <a:pt x="22288" y="51244"/>
                      </a:cubicBezTo>
                      <a:cubicBezTo>
                        <a:pt x="22288" y="51816"/>
                        <a:pt x="22574" y="53054"/>
                        <a:pt x="22860" y="54959"/>
                      </a:cubicBezTo>
                      <a:cubicBezTo>
                        <a:pt x="23146" y="56388"/>
                        <a:pt x="23241" y="57626"/>
                        <a:pt x="23241" y="58579"/>
                      </a:cubicBezTo>
                      <a:cubicBezTo>
                        <a:pt x="23241" y="60008"/>
                        <a:pt x="22955" y="61341"/>
                        <a:pt x="22574" y="62675"/>
                      </a:cubicBezTo>
                      <a:cubicBezTo>
                        <a:pt x="21812" y="62865"/>
                        <a:pt x="20669" y="62960"/>
                        <a:pt x="18955" y="62960"/>
                      </a:cubicBezTo>
                      <a:cubicBezTo>
                        <a:pt x="17240" y="62960"/>
                        <a:pt x="16002" y="63151"/>
                        <a:pt x="15144" y="63532"/>
                      </a:cubicBezTo>
                      <a:lnTo>
                        <a:pt x="15526" y="63722"/>
                      </a:lnTo>
                      <a:cubicBezTo>
                        <a:pt x="14288" y="64008"/>
                        <a:pt x="13621" y="64960"/>
                        <a:pt x="13430" y="66389"/>
                      </a:cubicBezTo>
                      <a:cubicBezTo>
                        <a:pt x="13335" y="67627"/>
                        <a:pt x="13240" y="68866"/>
                        <a:pt x="13049" y="70009"/>
                      </a:cubicBezTo>
                      <a:cubicBezTo>
                        <a:pt x="12668" y="71152"/>
                        <a:pt x="11620" y="71723"/>
                        <a:pt x="9906" y="71533"/>
                      </a:cubicBezTo>
                      <a:cubicBezTo>
                        <a:pt x="9716" y="71819"/>
                        <a:pt x="9525" y="71914"/>
                        <a:pt x="9334" y="71914"/>
                      </a:cubicBezTo>
                      <a:cubicBezTo>
                        <a:pt x="9144" y="71914"/>
                        <a:pt x="8763" y="71819"/>
                        <a:pt x="8287" y="71533"/>
                      </a:cubicBezTo>
                      <a:cubicBezTo>
                        <a:pt x="7811" y="71247"/>
                        <a:pt x="7429" y="71152"/>
                        <a:pt x="7144" y="71152"/>
                      </a:cubicBezTo>
                      <a:cubicBezTo>
                        <a:pt x="6953" y="71152"/>
                        <a:pt x="6668" y="71152"/>
                        <a:pt x="6191" y="71152"/>
                      </a:cubicBezTo>
                      <a:cubicBezTo>
                        <a:pt x="5810" y="71152"/>
                        <a:pt x="5334" y="71152"/>
                        <a:pt x="4572" y="71342"/>
                      </a:cubicBezTo>
                      <a:cubicBezTo>
                        <a:pt x="3905" y="71342"/>
                        <a:pt x="3334" y="71533"/>
                        <a:pt x="2953" y="71533"/>
                      </a:cubicBezTo>
                      <a:cubicBezTo>
                        <a:pt x="1334" y="71533"/>
                        <a:pt x="476" y="71056"/>
                        <a:pt x="191" y="70009"/>
                      </a:cubicBezTo>
                      <a:cubicBezTo>
                        <a:pt x="0" y="69533"/>
                        <a:pt x="0" y="69152"/>
                        <a:pt x="0" y="68675"/>
                      </a:cubicBezTo>
                      <a:cubicBezTo>
                        <a:pt x="0" y="68008"/>
                        <a:pt x="285" y="67246"/>
                        <a:pt x="762" y="66104"/>
                      </a:cubicBezTo>
                      <a:cubicBezTo>
                        <a:pt x="1334" y="65056"/>
                        <a:pt x="1428" y="64103"/>
                        <a:pt x="1334" y="63341"/>
                      </a:cubicBezTo>
                      <a:cubicBezTo>
                        <a:pt x="2191" y="63056"/>
                        <a:pt x="2667" y="62484"/>
                        <a:pt x="2667" y="61531"/>
                      </a:cubicBezTo>
                      <a:cubicBezTo>
                        <a:pt x="2667" y="61341"/>
                        <a:pt x="2667" y="61150"/>
                        <a:pt x="2667" y="60865"/>
                      </a:cubicBezTo>
                      <a:lnTo>
                        <a:pt x="2667" y="60103"/>
                      </a:lnTo>
                      <a:cubicBezTo>
                        <a:pt x="2667" y="59531"/>
                        <a:pt x="2667" y="59150"/>
                        <a:pt x="3048" y="58865"/>
                      </a:cubicBezTo>
                      <a:cubicBezTo>
                        <a:pt x="3810" y="58579"/>
                        <a:pt x="4191" y="58007"/>
                        <a:pt x="4191" y="57150"/>
                      </a:cubicBezTo>
                      <a:cubicBezTo>
                        <a:pt x="4191" y="56864"/>
                        <a:pt x="4191" y="56483"/>
                        <a:pt x="4000" y="55912"/>
                      </a:cubicBezTo>
                      <a:cubicBezTo>
                        <a:pt x="4000" y="55340"/>
                        <a:pt x="3810" y="54959"/>
                        <a:pt x="3810" y="54578"/>
                      </a:cubicBezTo>
                      <a:cubicBezTo>
                        <a:pt x="3810" y="53721"/>
                        <a:pt x="4191" y="53054"/>
                        <a:pt x="4953" y="52673"/>
                      </a:cubicBezTo>
                      <a:cubicBezTo>
                        <a:pt x="4953" y="52292"/>
                        <a:pt x="4763" y="52006"/>
                        <a:pt x="4763" y="51721"/>
                      </a:cubicBezTo>
                      <a:cubicBezTo>
                        <a:pt x="4763" y="51054"/>
                        <a:pt x="5048" y="50197"/>
                        <a:pt x="5715" y="49244"/>
                      </a:cubicBezTo>
                      <a:cubicBezTo>
                        <a:pt x="6286" y="48292"/>
                        <a:pt x="6668" y="47530"/>
                        <a:pt x="6668" y="47054"/>
                      </a:cubicBezTo>
                      <a:cubicBezTo>
                        <a:pt x="6668" y="46577"/>
                        <a:pt x="6477" y="46101"/>
                        <a:pt x="6191" y="45625"/>
                      </a:cubicBezTo>
                      <a:cubicBezTo>
                        <a:pt x="7048" y="44577"/>
                        <a:pt x="7620" y="43053"/>
                        <a:pt x="8001" y="41053"/>
                      </a:cubicBezTo>
                      <a:cubicBezTo>
                        <a:pt x="8191" y="39529"/>
                        <a:pt x="8382" y="38005"/>
                        <a:pt x="8572" y="36385"/>
                      </a:cubicBezTo>
                      <a:cubicBezTo>
                        <a:pt x="9430" y="36004"/>
                        <a:pt x="9906" y="35147"/>
                        <a:pt x="10192" y="33719"/>
                      </a:cubicBezTo>
                      <a:cubicBezTo>
                        <a:pt x="10382" y="32290"/>
                        <a:pt x="10859" y="31337"/>
                        <a:pt x="11525" y="30861"/>
                      </a:cubicBezTo>
                      <a:cubicBezTo>
                        <a:pt x="11335" y="30385"/>
                        <a:pt x="11239" y="29908"/>
                        <a:pt x="11239" y="29337"/>
                      </a:cubicBezTo>
                      <a:cubicBezTo>
                        <a:pt x="11239" y="28766"/>
                        <a:pt x="11239" y="28099"/>
                        <a:pt x="11525" y="27337"/>
                      </a:cubicBezTo>
                      <a:cubicBezTo>
                        <a:pt x="11620" y="26479"/>
                        <a:pt x="11811" y="26003"/>
                        <a:pt x="11811" y="25813"/>
                      </a:cubicBezTo>
                      <a:cubicBezTo>
                        <a:pt x="12478" y="25432"/>
                        <a:pt x="12763" y="24956"/>
                        <a:pt x="12763" y="24384"/>
                      </a:cubicBezTo>
                      <a:lnTo>
                        <a:pt x="12763" y="23431"/>
                      </a:lnTo>
                      <a:cubicBezTo>
                        <a:pt x="12763" y="22669"/>
                        <a:pt x="13145" y="22003"/>
                        <a:pt x="14001" y="21527"/>
                      </a:cubicBezTo>
                      <a:cubicBezTo>
                        <a:pt x="13621" y="20765"/>
                        <a:pt x="13621" y="19526"/>
                        <a:pt x="14001" y="17717"/>
                      </a:cubicBezTo>
                      <a:cubicBezTo>
                        <a:pt x="15144" y="17526"/>
                        <a:pt x="15621" y="16764"/>
                        <a:pt x="15335" y="15335"/>
                      </a:cubicBezTo>
                      <a:cubicBezTo>
                        <a:pt x="15050" y="13716"/>
                        <a:pt x="15050" y="12668"/>
                        <a:pt x="15335" y="12383"/>
                      </a:cubicBezTo>
                      <a:cubicBezTo>
                        <a:pt x="16764" y="10763"/>
                        <a:pt x="17907" y="9906"/>
                        <a:pt x="18764" y="9906"/>
                      </a:cubicBezTo>
                      <a:cubicBezTo>
                        <a:pt x="19431" y="9906"/>
                        <a:pt x="19907" y="10192"/>
                        <a:pt x="20384" y="10858"/>
                      </a:cubicBezTo>
                      <a:cubicBezTo>
                        <a:pt x="20574" y="10763"/>
                        <a:pt x="20574" y="10477"/>
                        <a:pt x="20574" y="10001"/>
                      </a:cubicBezTo>
                      <a:cubicBezTo>
                        <a:pt x="20764" y="9906"/>
                        <a:pt x="20860" y="9906"/>
                        <a:pt x="21145" y="9906"/>
                      </a:cubicBezTo>
                      <a:cubicBezTo>
                        <a:pt x="21336" y="9906"/>
                        <a:pt x="21717" y="9906"/>
                        <a:pt x="22193" y="10096"/>
                      </a:cubicBezTo>
                      <a:cubicBezTo>
                        <a:pt x="22670" y="10192"/>
                        <a:pt x="23050" y="10287"/>
                        <a:pt x="23241" y="10287"/>
                      </a:cubicBezTo>
                      <a:cubicBezTo>
                        <a:pt x="23908" y="10287"/>
                        <a:pt x="24384" y="10001"/>
                        <a:pt x="24575" y="9430"/>
                      </a:cubicBezTo>
                      <a:cubicBezTo>
                        <a:pt x="24860" y="9620"/>
                        <a:pt x="25336" y="10001"/>
                        <a:pt x="26098" y="10477"/>
                      </a:cubicBezTo>
                      <a:cubicBezTo>
                        <a:pt x="26289" y="10096"/>
                        <a:pt x="26575" y="9906"/>
                        <a:pt x="27051" y="9906"/>
                      </a:cubicBezTo>
                      <a:cubicBezTo>
                        <a:pt x="27337" y="9906"/>
                        <a:pt x="27717" y="9906"/>
                        <a:pt x="28384" y="10192"/>
                      </a:cubicBezTo>
                      <a:cubicBezTo>
                        <a:pt x="28956" y="10382"/>
                        <a:pt x="29432" y="10477"/>
                        <a:pt x="29813" y="10477"/>
                      </a:cubicBezTo>
                      <a:cubicBezTo>
                        <a:pt x="30003" y="10477"/>
                        <a:pt x="30289" y="10477"/>
                        <a:pt x="30480" y="10287"/>
                      </a:cubicBezTo>
                      <a:cubicBezTo>
                        <a:pt x="31147" y="10668"/>
                        <a:pt x="31813" y="11144"/>
                        <a:pt x="32480" y="11621"/>
                      </a:cubicBezTo>
                      <a:cubicBezTo>
                        <a:pt x="33147" y="12097"/>
                        <a:pt x="33433" y="12668"/>
                        <a:pt x="33433" y="13430"/>
                      </a:cubicBezTo>
                      <a:cubicBezTo>
                        <a:pt x="33433" y="13621"/>
                        <a:pt x="33433" y="13906"/>
                        <a:pt x="33433" y="14097"/>
                      </a:cubicBezTo>
                      <a:lnTo>
                        <a:pt x="34671" y="13906"/>
                      </a:lnTo>
                      <a:cubicBezTo>
                        <a:pt x="34480" y="14573"/>
                        <a:pt x="34385" y="15240"/>
                        <a:pt x="34385" y="16002"/>
                      </a:cubicBezTo>
                      <a:cubicBezTo>
                        <a:pt x="34385" y="17526"/>
                        <a:pt x="34957" y="19336"/>
                        <a:pt x="36100" y="21336"/>
                      </a:cubicBezTo>
                      <a:lnTo>
                        <a:pt x="34671" y="21908"/>
                      </a:lnTo>
                      <a:lnTo>
                        <a:pt x="36100" y="22479"/>
                      </a:lnTo>
                      <a:cubicBezTo>
                        <a:pt x="36100" y="22479"/>
                        <a:pt x="35528" y="22669"/>
                        <a:pt x="34957" y="23050"/>
                      </a:cubicBezTo>
                      <a:lnTo>
                        <a:pt x="34957" y="23336"/>
                      </a:lnTo>
                      <a:cubicBezTo>
                        <a:pt x="34957" y="23336"/>
                        <a:pt x="36004" y="23336"/>
                        <a:pt x="37052" y="23622"/>
                      </a:cubicBezTo>
                      <a:lnTo>
                        <a:pt x="36004" y="25337"/>
                      </a:lnTo>
                      <a:cubicBezTo>
                        <a:pt x="37242" y="26765"/>
                        <a:pt x="38195" y="27527"/>
                        <a:pt x="39148" y="27527"/>
                      </a:cubicBezTo>
                      <a:lnTo>
                        <a:pt x="39148" y="28099"/>
                      </a:lnTo>
                      <a:cubicBezTo>
                        <a:pt x="38767" y="27623"/>
                        <a:pt x="38481" y="27432"/>
                        <a:pt x="38291" y="27527"/>
                      </a:cubicBezTo>
                      <a:cubicBezTo>
                        <a:pt x="38100" y="28289"/>
                        <a:pt x="38005" y="29051"/>
                        <a:pt x="38005" y="29813"/>
                      </a:cubicBezTo>
                      <a:cubicBezTo>
                        <a:pt x="38005" y="31528"/>
                        <a:pt x="38385" y="32766"/>
                        <a:pt x="39148" y="33623"/>
                      </a:cubicBezTo>
                      <a:cubicBezTo>
                        <a:pt x="38957" y="33814"/>
                        <a:pt x="38767" y="34004"/>
                        <a:pt x="38767" y="34195"/>
                      </a:cubicBezTo>
                      <a:cubicBezTo>
                        <a:pt x="38767" y="34385"/>
                        <a:pt x="38957" y="34671"/>
                        <a:pt x="39338" y="35052"/>
                      </a:cubicBezTo>
                      <a:cubicBezTo>
                        <a:pt x="39719" y="35433"/>
                        <a:pt x="39910" y="35719"/>
                        <a:pt x="39910" y="36004"/>
                      </a:cubicBezTo>
                      <a:cubicBezTo>
                        <a:pt x="39910" y="36195"/>
                        <a:pt x="39910" y="36385"/>
                        <a:pt x="39719" y="36576"/>
                      </a:cubicBezTo>
                      <a:lnTo>
                        <a:pt x="40672" y="36957"/>
                      </a:lnTo>
                      <a:cubicBezTo>
                        <a:pt x="41148" y="39910"/>
                        <a:pt x="41529" y="41624"/>
                        <a:pt x="41624" y="42291"/>
                      </a:cubicBezTo>
                      <a:cubicBezTo>
                        <a:pt x="42100" y="44291"/>
                        <a:pt x="42672" y="46006"/>
                        <a:pt x="43529" y="47339"/>
                      </a:cubicBezTo>
                      <a:cubicBezTo>
                        <a:pt x="42958" y="48387"/>
                        <a:pt x="43148" y="49149"/>
                        <a:pt x="44101" y="49721"/>
                      </a:cubicBezTo>
                      <a:cubicBezTo>
                        <a:pt x="44101" y="52292"/>
                        <a:pt x="44386" y="54102"/>
                        <a:pt x="45244" y="55054"/>
                      </a:cubicBezTo>
                      <a:cubicBezTo>
                        <a:pt x="45244" y="57531"/>
                        <a:pt x="45911" y="58769"/>
                        <a:pt x="47054" y="58865"/>
                      </a:cubicBezTo>
                      <a:close/>
                      <a:moveTo>
                        <a:pt x="2286" y="10954"/>
                      </a:moveTo>
                      <a:lnTo>
                        <a:pt x="1714" y="11525"/>
                      </a:lnTo>
                      <a:lnTo>
                        <a:pt x="857" y="10573"/>
                      </a:lnTo>
                      <a:lnTo>
                        <a:pt x="2286" y="10954"/>
                      </a:lnTo>
                      <a:close/>
                      <a:moveTo>
                        <a:pt x="3620" y="22479"/>
                      </a:moveTo>
                      <a:lnTo>
                        <a:pt x="4096" y="23908"/>
                      </a:lnTo>
                      <a:lnTo>
                        <a:pt x="2953" y="25813"/>
                      </a:lnTo>
                      <a:lnTo>
                        <a:pt x="3620" y="22479"/>
                      </a:lnTo>
                      <a:close/>
                      <a:moveTo>
                        <a:pt x="4667" y="15621"/>
                      </a:moveTo>
                      <a:cubicBezTo>
                        <a:pt x="4667" y="15621"/>
                        <a:pt x="4286" y="15812"/>
                        <a:pt x="3905" y="16193"/>
                      </a:cubicBezTo>
                      <a:lnTo>
                        <a:pt x="3715" y="15335"/>
                      </a:lnTo>
                      <a:lnTo>
                        <a:pt x="4763" y="15526"/>
                      </a:lnTo>
                      <a:close/>
                      <a:moveTo>
                        <a:pt x="11239" y="17145"/>
                      </a:moveTo>
                      <a:cubicBezTo>
                        <a:pt x="10953" y="16383"/>
                        <a:pt x="10192" y="16002"/>
                        <a:pt x="9239" y="16193"/>
                      </a:cubicBezTo>
                      <a:lnTo>
                        <a:pt x="8954" y="16478"/>
                      </a:lnTo>
                      <a:cubicBezTo>
                        <a:pt x="8954" y="16002"/>
                        <a:pt x="9049" y="15716"/>
                        <a:pt x="9430" y="15716"/>
                      </a:cubicBezTo>
                      <a:lnTo>
                        <a:pt x="10287" y="15907"/>
                      </a:lnTo>
                      <a:cubicBezTo>
                        <a:pt x="10287" y="15907"/>
                        <a:pt x="11049" y="16002"/>
                        <a:pt x="11239" y="15907"/>
                      </a:cubicBezTo>
                      <a:lnTo>
                        <a:pt x="11239" y="17050"/>
                      </a:lnTo>
                      <a:close/>
                      <a:moveTo>
                        <a:pt x="10001" y="42100"/>
                      </a:moveTo>
                      <a:lnTo>
                        <a:pt x="10001" y="40672"/>
                      </a:lnTo>
                      <a:lnTo>
                        <a:pt x="9810" y="40672"/>
                      </a:lnTo>
                      <a:lnTo>
                        <a:pt x="9810" y="42100"/>
                      </a:lnTo>
                      <a:lnTo>
                        <a:pt x="10001" y="42100"/>
                      </a:lnTo>
                      <a:close/>
                      <a:moveTo>
                        <a:pt x="14192" y="18383"/>
                      </a:moveTo>
                      <a:lnTo>
                        <a:pt x="15907" y="17431"/>
                      </a:lnTo>
                      <a:lnTo>
                        <a:pt x="15716" y="16478"/>
                      </a:lnTo>
                      <a:lnTo>
                        <a:pt x="14288" y="18288"/>
                      </a:lnTo>
                      <a:close/>
                      <a:moveTo>
                        <a:pt x="15907" y="29051"/>
                      </a:moveTo>
                      <a:lnTo>
                        <a:pt x="17431" y="29432"/>
                      </a:lnTo>
                      <a:lnTo>
                        <a:pt x="17145" y="29051"/>
                      </a:lnTo>
                      <a:lnTo>
                        <a:pt x="15907" y="29051"/>
                      </a:lnTo>
                      <a:close/>
                      <a:moveTo>
                        <a:pt x="17145" y="27623"/>
                      </a:moveTo>
                      <a:lnTo>
                        <a:pt x="17812" y="27337"/>
                      </a:lnTo>
                      <a:lnTo>
                        <a:pt x="17145" y="26765"/>
                      </a:lnTo>
                      <a:lnTo>
                        <a:pt x="17145" y="27718"/>
                      </a:lnTo>
                      <a:close/>
                      <a:moveTo>
                        <a:pt x="17812" y="14859"/>
                      </a:moveTo>
                      <a:lnTo>
                        <a:pt x="18764" y="14669"/>
                      </a:lnTo>
                      <a:lnTo>
                        <a:pt x="17431" y="14288"/>
                      </a:lnTo>
                      <a:lnTo>
                        <a:pt x="17812" y="14859"/>
                      </a:lnTo>
                      <a:close/>
                      <a:moveTo>
                        <a:pt x="18002" y="5334"/>
                      </a:moveTo>
                      <a:lnTo>
                        <a:pt x="18383" y="6287"/>
                      </a:lnTo>
                      <a:lnTo>
                        <a:pt x="17716" y="6287"/>
                      </a:lnTo>
                      <a:lnTo>
                        <a:pt x="17907" y="5334"/>
                      </a:lnTo>
                      <a:close/>
                      <a:moveTo>
                        <a:pt x="20860" y="3239"/>
                      </a:moveTo>
                      <a:cubicBezTo>
                        <a:pt x="20860" y="3239"/>
                        <a:pt x="20193" y="2762"/>
                        <a:pt x="20193" y="2286"/>
                      </a:cubicBezTo>
                      <a:lnTo>
                        <a:pt x="20193" y="1238"/>
                      </a:lnTo>
                      <a:lnTo>
                        <a:pt x="22193" y="0"/>
                      </a:lnTo>
                      <a:cubicBezTo>
                        <a:pt x="22193" y="0"/>
                        <a:pt x="21907" y="476"/>
                        <a:pt x="21431" y="762"/>
                      </a:cubicBezTo>
                      <a:cubicBezTo>
                        <a:pt x="20860" y="1048"/>
                        <a:pt x="20574" y="1333"/>
                        <a:pt x="20574" y="1619"/>
                      </a:cubicBezTo>
                      <a:cubicBezTo>
                        <a:pt x="20574" y="1715"/>
                        <a:pt x="20669" y="2000"/>
                        <a:pt x="20955" y="2191"/>
                      </a:cubicBezTo>
                      <a:cubicBezTo>
                        <a:pt x="21145" y="2477"/>
                        <a:pt x="20955" y="2858"/>
                        <a:pt x="20764" y="3239"/>
                      </a:cubicBezTo>
                      <a:close/>
                      <a:moveTo>
                        <a:pt x="22955" y="7144"/>
                      </a:moveTo>
                      <a:lnTo>
                        <a:pt x="23432" y="7144"/>
                      </a:lnTo>
                      <a:lnTo>
                        <a:pt x="22479" y="8668"/>
                      </a:lnTo>
                      <a:lnTo>
                        <a:pt x="22860" y="7144"/>
                      </a:lnTo>
                      <a:close/>
                      <a:moveTo>
                        <a:pt x="22955" y="17812"/>
                      </a:moveTo>
                      <a:lnTo>
                        <a:pt x="22955" y="16859"/>
                      </a:lnTo>
                      <a:lnTo>
                        <a:pt x="22574" y="16859"/>
                      </a:lnTo>
                      <a:lnTo>
                        <a:pt x="22574" y="17812"/>
                      </a:lnTo>
                      <a:lnTo>
                        <a:pt x="22955" y="17812"/>
                      </a:lnTo>
                      <a:close/>
                      <a:moveTo>
                        <a:pt x="26765" y="5906"/>
                      </a:moveTo>
                      <a:lnTo>
                        <a:pt x="26765" y="7144"/>
                      </a:lnTo>
                      <a:lnTo>
                        <a:pt x="25908" y="5048"/>
                      </a:lnTo>
                      <a:cubicBezTo>
                        <a:pt x="26479" y="5048"/>
                        <a:pt x="26765" y="5334"/>
                        <a:pt x="26765" y="5906"/>
                      </a:cubicBezTo>
                      <a:close/>
                      <a:moveTo>
                        <a:pt x="28194" y="17240"/>
                      </a:moveTo>
                      <a:lnTo>
                        <a:pt x="29909" y="16669"/>
                      </a:lnTo>
                      <a:lnTo>
                        <a:pt x="28956" y="16669"/>
                      </a:lnTo>
                      <a:lnTo>
                        <a:pt x="28099" y="17240"/>
                      </a:lnTo>
                      <a:close/>
                      <a:moveTo>
                        <a:pt x="28194" y="23146"/>
                      </a:moveTo>
                      <a:lnTo>
                        <a:pt x="28480" y="22193"/>
                      </a:lnTo>
                      <a:lnTo>
                        <a:pt x="28194" y="22003"/>
                      </a:lnTo>
                      <a:lnTo>
                        <a:pt x="28194" y="23146"/>
                      </a:lnTo>
                      <a:close/>
                      <a:moveTo>
                        <a:pt x="30861" y="47435"/>
                      </a:moveTo>
                      <a:cubicBezTo>
                        <a:pt x="30861" y="47435"/>
                        <a:pt x="31147" y="47435"/>
                        <a:pt x="31528" y="47625"/>
                      </a:cubicBezTo>
                      <a:lnTo>
                        <a:pt x="31718" y="47435"/>
                      </a:lnTo>
                      <a:lnTo>
                        <a:pt x="30861" y="46577"/>
                      </a:lnTo>
                      <a:lnTo>
                        <a:pt x="32099" y="47054"/>
                      </a:lnTo>
                      <a:cubicBezTo>
                        <a:pt x="31432" y="47720"/>
                        <a:pt x="30956" y="48006"/>
                        <a:pt x="30861" y="48006"/>
                      </a:cubicBezTo>
                      <a:lnTo>
                        <a:pt x="30861" y="47435"/>
                      </a:lnTo>
                      <a:close/>
                      <a:moveTo>
                        <a:pt x="33242" y="32575"/>
                      </a:moveTo>
                      <a:cubicBezTo>
                        <a:pt x="33814" y="32290"/>
                        <a:pt x="34004" y="31814"/>
                        <a:pt x="33909" y="31147"/>
                      </a:cubicBezTo>
                      <a:cubicBezTo>
                        <a:pt x="33147" y="31337"/>
                        <a:pt x="32766" y="31718"/>
                        <a:pt x="32766" y="32385"/>
                      </a:cubicBezTo>
                      <a:cubicBezTo>
                        <a:pt x="32957" y="32575"/>
                        <a:pt x="33147" y="32671"/>
                        <a:pt x="33242" y="32575"/>
                      </a:cubicBezTo>
                      <a:close/>
                      <a:moveTo>
                        <a:pt x="33909" y="20955"/>
                      </a:moveTo>
                      <a:lnTo>
                        <a:pt x="32957" y="20955"/>
                      </a:lnTo>
                      <a:lnTo>
                        <a:pt x="33242" y="23146"/>
                      </a:lnTo>
                      <a:lnTo>
                        <a:pt x="33909" y="20955"/>
                      </a:lnTo>
                      <a:close/>
                      <a:moveTo>
                        <a:pt x="33909" y="28766"/>
                      </a:moveTo>
                      <a:cubicBezTo>
                        <a:pt x="33909" y="28766"/>
                        <a:pt x="33718" y="28385"/>
                        <a:pt x="33718" y="28194"/>
                      </a:cubicBezTo>
                      <a:cubicBezTo>
                        <a:pt x="33718" y="27813"/>
                        <a:pt x="34004" y="27527"/>
                        <a:pt x="34576" y="27527"/>
                      </a:cubicBezTo>
                      <a:lnTo>
                        <a:pt x="35147" y="27527"/>
                      </a:lnTo>
                      <a:lnTo>
                        <a:pt x="35147" y="27146"/>
                      </a:lnTo>
                      <a:cubicBezTo>
                        <a:pt x="35147" y="27146"/>
                        <a:pt x="34861" y="27146"/>
                        <a:pt x="34671" y="27146"/>
                      </a:cubicBezTo>
                      <a:cubicBezTo>
                        <a:pt x="34290" y="27146"/>
                        <a:pt x="34004" y="27337"/>
                        <a:pt x="33623" y="27718"/>
                      </a:cubicBezTo>
                      <a:cubicBezTo>
                        <a:pt x="33338" y="28099"/>
                        <a:pt x="33147" y="28385"/>
                        <a:pt x="33147" y="28766"/>
                      </a:cubicBezTo>
                      <a:lnTo>
                        <a:pt x="33814" y="28766"/>
                      </a:lnTo>
                      <a:close/>
                      <a:moveTo>
                        <a:pt x="34194" y="41719"/>
                      </a:moveTo>
                      <a:cubicBezTo>
                        <a:pt x="34194" y="41719"/>
                        <a:pt x="34194" y="41434"/>
                        <a:pt x="34480" y="41148"/>
                      </a:cubicBezTo>
                      <a:cubicBezTo>
                        <a:pt x="34194" y="41148"/>
                        <a:pt x="34004" y="41148"/>
                        <a:pt x="33909" y="41339"/>
                      </a:cubicBezTo>
                      <a:cubicBezTo>
                        <a:pt x="33909" y="41529"/>
                        <a:pt x="33718" y="41719"/>
                        <a:pt x="33528" y="41719"/>
                      </a:cubicBezTo>
                      <a:lnTo>
                        <a:pt x="34194" y="41719"/>
                      </a:lnTo>
                      <a:close/>
                      <a:moveTo>
                        <a:pt x="34480" y="8858"/>
                      </a:moveTo>
                      <a:lnTo>
                        <a:pt x="35147" y="8287"/>
                      </a:lnTo>
                      <a:lnTo>
                        <a:pt x="34194" y="7429"/>
                      </a:lnTo>
                      <a:lnTo>
                        <a:pt x="34766" y="6858"/>
                      </a:lnTo>
                      <a:lnTo>
                        <a:pt x="35814" y="8668"/>
                      </a:lnTo>
                      <a:lnTo>
                        <a:pt x="34576" y="8858"/>
                      </a:lnTo>
                      <a:close/>
                      <a:moveTo>
                        <a:pt x="38291" y="46577"/>
                      </a:moveTo>
                      <a:lnTo>
                        <a:pt x="38291" y="45625"/>
                      </a:lnTo>
                      <a:cubicBezTo>
                        <a:pt x="38291" y="45625"/>
                        <a:pt x="38195" y="45720"/>
                        <a:pt x="37624" y="46006"/>
                      </a:cubicBezTo>
                      <a:cubicBezTo>
                        <a:pt x="37433" y="46006"/>
                        <a:pt x="37242" y="45720"/>
                        <a:pt x="37052" y="45434"/>
                      </a:cubicBezTo>
                      <a:cubicBezTo>
                        <a:pt x="36862" y="45244"/>
                        <a:pt x="36766" y="45053"/>
                        <a:pt x="36671" y="45053"/>
                      </a:cubicBezTo>
                      <a:cubicBezTo>
                        <a:pt x="36481" y="45053"/>
                        <a:pt x="36290" y="45148"/>
                        <a:pt x="36100" y="45339"/>
                      </a:cubicBezTo>
                      <a:lnTo>
                        <a:pt x="38195" y="46577"/>
                      </a:lnTo>
                      <a:close/>
                      <a:moveTo>
                        <a:pt x="40100" y="46196"/>
                      </a:moveTo>
                      <a:cubicBezTo>
                        <a:pt x="40100" y="46196"/>
                        <a:pt x="40195" y="46196"/>
                        <a:pt x="40100" y="46006"/>
                      </a:cubicBezTo>
                      <a:lnTo>
                        <a:pt x="39814" y="44101"/>
                      </a:lnTo>
                      <a:cubicBezTo>
                        <a:pt x="39814" y="44101"/>
                        <a:pt x="39528" y="44482"/>
                        <a:pt x="39528" y="44672"/>
                      </a:cubicBezTo>
                      <a:cubicBezTo>
                        <a:pt x="39528" y="44482"/>
                        <a:pt x="39719" y="44958"/>
                        <a:pt x="40100" y="46006"/>
                      </a:cubicBezTo>
                      <a:lnTo>
                        <a:pt x="40100" y="46196"/>
                      </a:lnTo>
                      <a:close/>
                      <a:moveTo>
                        <a:pt x="43529" y="191"/>
                      </a:moveTo>
                      <a:lnTo>
                        <a:pt x="43529" y="857"/>
                      </a:lnTo>
                      <a:lnTo>
                        <a:pt x="42482" y="857"/>
                      </a:lnTo>
                      <a:lnTo>
                        <a:pt x="43529" y="191"/>
                      </a:lnTo>
                      <a:close/>
                      <a:moveTo>
                        <a:pt x="44196" y="12478"/>
                      </a:moveTo>
                      <a:lnTo>
                        <a:pt x="43339" y="13335"/>
                      </a:lnTo>
                      <a:lnTo>
                        <a:pt x="44196" y="12097"/>
                      </a:lnTo>
                      <a:lnTo>
                        <a:pt x="44196" y="12478"/>
                      </a:lnTo>
                      <a:close/>
                      <a:moveTo>
                        <a:pt x="48673" y="26003"/>
                      </a:moveTo>
                      <a:lnTo>
                        <a:pt x="48101" y="26575"/>
                      </a:lnTo>
                      <a:lnTo>
                        <a:pt x="47625" y="26575"/>
                      </a:lnTo>
                      <a:lnTo>
                        <a:pt x="48768" y="26003"/>
                      </a:lnTo>
                      <a:close/>
                      <a:moveTo>
                        <a:pt x="48482" y="13049"/>
                      </a:moveTo>
                      <a:cubicBezTo>
                        <a:pt x="48482" y="13049"/>
                        <a:pt x="48196" y="13049"/>
                        <a:pt x="48196" y="12668"/>
                      </a:cubicBezTo>
                      <a:cubicBezTo>
                        <a:pt x="48196" y="12287"/>
                        <a:pt x="48196" y="12097"/>
                        <a:pt x="48196" y="12097"/>
                      </a:cubicBezTo>
                      <a:lnTo>
                        <a:pt x="48577" y="12097"/>
                      </a:lnTo>
                      <a:lnTo>
                        <a:pt x="48577" y="13049"/>
                      </a:lnTo>
                      <a:close/>
                      <a:moveTo>
                        <a:pt x="59722" y="6763"/>
                      </a:moveTo>
                      <a:cubicBezTo>
                        <a:pt x="59722" y="6763"/>
                        <a:pt x="59722" y="6382"/>
                        <a:pt x="59817" y="6096"/>
                      </a:cubicBezTo>
                      <a:cubicBezTo>
                        <a:pt x="59912" y="5906"/>
                        <a:pt x="60103" y="5810"/>
                        <a:pt x="60293" y="5810"/>
                      </a:cubicBezTo>
                      <a:lnTo>
                        <a:pt x="60293" y="6763"/>
                      </a:lnTo>
                      <a:lnTo>
                        <a:pt x="59722" y="6763"/>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 name="Google Shape;1010;p99"/>
                <p:cNvSpPr/>
                <p:nvPr/>
              </p:nvSpPr>
              <p:spPr>
                <a:xfrm>
                  <a:off x="8484012" y="1702689"/>
                  <a:ext cx="54863" cy="61847"/>
                </a:xfrm>
                <a:custGeom>
                  <a:avLst/>
                  <a:gdLst/>
                  <a:ahLst/>
                  <a:cxnLst/>
                  <a:rect l="l" t="t" r="r" b="b"/>
                  <a:pathLst>
                    <a:path w="54863" h="61847" extrusionOk="0">
                      <a:moveTo>
                        <a:pt x="44386" y="16383"/>
                      </a:moveTo>
                      <a:cubicBezTo>
                        <a:pt x="44386" y="16383"/>
                        <a:pt x="44672" y="16764"/>
                        <a:pt x="44862" y="16764"/>
                      </a:cubicBezTo>
                      <a:lnTo>
                        <a:pt x="45529" y="16764"/>
                      </a:lnTo>
                      <a:cubicBezTo>
                        <a:pt x="44862" y="18478"/>
                        <a:pt x="44767" y="20574"/>
                        <a:pt x="45244" y="23146"/>
                      </a:cubicBezTo>
                      <a:cubicBezTo>
                        <a:pt x="45148" y="23717"/>
                        <a:pt x="44577" y="24670"/>
                        <a:pt x="43719" y="25908"/>
                      </a:cubicBezTo>
                      <a:lnTo>
                        <a:pt x="44291" y="26479"/>
                      </a:lnTo>
                      <a:cubicBezTo>
                        <a:pt x="44291" y="26479"/>
                        <a:pt x="43529" y="27242"/>
                        <a:pt x="42672" y="27527"/>
                      </a:cubicBezTo>
                      <a:cubicBezTo>
                        <a:pt x="41814" y="27813"/>
                        <a:pt x="41243" y="28099"/>
                        <a:pt x="40957" y="28575"/>
                      </a:cubicBezTo>
                      <a:lnTo>
                        <a:pt x="42386" y="28765"/>
                      </a:lnTo>
                      <a:cubicBezTo>
                        <a:pt x="41243" y="30671"/>
                        <a:pt x="39052" y="32956"/>
                        <a:pt x="36004" y="35528"/>
                      </a:cubicBezTo>
                      <a:lnTo>
                        <a:pt x="34766" y="35528"/>
                      </a:lnTo>
                      <a:lnTo>
                        <a:pt x="34766" y="36385"/>
                      </a:lnTo>
                      <a:cubicBezTo>
                        <a:pt x="34766" y="36385"/>
                        <a:pt x="34480" y="36195"/>
                        <a:pt x="34290" y="36195"/>
                      </a:cubicBezTo>
                      <a:cubicBezTo>
                        <a:pt x="33909" y="36195"/>
                        <a:pt x="33623" y="36195"/>
                        <a:pt x="33528" y="36195"/>
                      </a:cubicBezTo>
                      <a:lnTo>
                        <a:pt x="33338" y="36385"/>
                      </a:lnTo>
                      <a:cubicBezTo>
                        <a:pt x="34099" y="36576"/>
                        <a:pt x="34576" y="37243"/>
                        <a:pt x="34861" y="38481"/>
                      </a:cubicBezTo>
                      <a:cubicBezTo>
                        <a:pt x="35147" y="39624"/>
                        <a:pt x="35528" y="40291"/>
                        <a:pt x="36004" y="40386"/>
                      </a:cubicBezTo>
                      <a:cubicBezTo>
                        <a:pt x="35814" y="41338"/>
                        <a:pt x="36195" y="42386"/>
                        <a:pt x="37147" y="43434"/>
                      </a:cubicBezTo>
                      <a:cubicBezTo>
                        <a:pt x="38195" y="44672"/>
                        <a:pt x="38767" y="45720"/>
                        <a:pt x="38957" y="46482"/>
                      </a:cubicBezTo>
                      <a:cubicBezTo>
                        <a:pt x="38576" y="47053"/>
                        <a:pt x="38005" y="47244"/>
                        <a:pt x="37052" y="46958"/>
                      </a:cubicBezTo>
                      <a:cubicBezTo>
                        <a:pt x="36100" y="46673"/>
                        <a:pt x="35623" y="46768"/>
                        <a:pt x="35623" y="46958"/>
                      </a:cubicBezTo>
                      <a:cubicBezTo>
                        <a:pt x="35623" y="47149"/>
                        <a:pt x="35623" y="47625"/>
                        <a:pt x="35909" y="48101"/>
                      </a:cubicBezTo>
                      <a:lnTo>
                        <a:pt x="37052" y="47911"/>
                      </a:lnTo>
                      <a:cubicBezTo>
                        <a:pt x="37052" y="47911"/>
                        <a:pt x="36957" y="48482"/>
                        <a:pt x="36386" y="49149"/>
                      </a:cubicBezTo>
                      <a:lnTo>
                        <a:pt x="37338" y="50006"/>
                      </a:lnTo>
                      <a:cubicBezTo>
                        <a:pt x="37338" y="50006"/>
                        <a:pt x="37623" y="49435"/>
                        <a:pt x="37909" y="48768"/>
                      </a:cubicBezTo>
                      <a:lnTo>
                        <a:pt x="38290" y="50292"/>
                      </a:lnTo>
                      <a:cubicBezTo>
                        <a:pt x="38957" y="50101"/>
                        <a:pt x="39243" y="49435"/>
                        <a:pt x="39148" y="48196"/>
                      </a:cubicBezTo>
                      <a:cubicBezTo>
                        <a:pt x="39814" y="48577"/>
                        <a:pt x="40386" y="49340"/>
                        <a:pt x="40862" y="50387"/>
                      </a:cubicBezTo>
                      <a:cubicBezTo>
                        <a:pt x="41243" y="51530"/>
                        <a:pt x="41720" y="52102"/>
                        <a:pt x="42291" y="52388"/>
                      </a:cubicBezTo>
                      <a:cubicBezTo>
                        <a:pt x="42196" y="52769"/>
                        <a:pt x="42100" y="53245"/>
                        <a:pt x="42100" y="53626"/>
                      </a:cubicBezTo>
                      <a:cubicBezTo>
                        <a:pt x="42100" y="54388"/>
                        <a:pt x="42481" y="55435"/>
                        <a:pt x="43339" y="56674"/>
                      </a:cubicBezTo>
                      <a:cubicBezTo>
                        <a:pt x="44101" y="57912"/>
                        <a:pt x="44482" y="58769"/>
                        <a:pt x="44482" y="59341"/>
                      </a:cubicBezTo>
                      <a:cubicBezTo>
                        <a:pt x="44482" y="60103"/>
                        <a:pt x="44101" y="60769"/>
                        <a:pt x="43339" y="61341"/>
                      </a:cubicBezTo>
                      <a:cubicBezTo>
                        <a:pt x="42672" y="61341"/>
                        <a:pt x="41720" y="61341"/>
                        <a:pt x="40195" y="61531"/>
                      </a:cubicBezTo>
                      <a:cubicBezTo>
                        <a:pt x="38767" y="61722"/>
                        <a:pt x="37719" y="61817"/>
                        <a:pt x="36957" y="61817"/>
                      </a:cubicBezTo>
                      <a:cubicBezTo>
                        <a:pt x="34671" y="61817"/>
                        <a:pt x="32956" y="61150"/>
                        <a:pt x="31718" y="59912"/>
                      </a:cubicBezTo>
                      <a:lnTo>
                        <a:pt x="31528" y="60293"/>
                      </a:lnTo>
                      <a:cubicBezTo>
                        <a:pt x="31242" y="59531"/>
                        <a:pt x="30956" y="58769"/>
                        <a:pt x="30575" y="57912"/>
                      </a:cubicBezTo>
                      <a:cubicBezTo>
                        <a:pt x="30099" y="56864"/>
                        <a:pt x="29527" y="56293"/>
                        <a:pt x="28670" y="56102"/>
                      </a:cubicBezTo>
                      <a:cubicBezTo>
                        <a:pt x="28860" y="55721"/>
                        <a:pt x="28956" y="55435"/>
                        <a:pt x="28956" y="55150"/>
                      </a:cubicBezTo>
                      <a:cubicBezTo>
                        <a:pt x="28956" y="54578"/>
                        <a:pt x="28575" y="54007"/>
                        <a:pt x="27908" y="53530"/>
                      </a:cubicBezTo>
                      <a:cubicBezTo>
                        <a:pt x="27146" y="53054"/>
                        <a:pt x="26765" y="52483"/>
                        <a:pt x="26765" y="51911"/>
                      </a:cubicBezTo>
                      <a:cubicBezTo>
                        <a:pt x="26765" y="51530"/>
                        <a:pt x="26861" y="51149"/>
                        <a:pt x="27146" y="50768"/>
                      </a:cubicBezTo>
                      <a:cubicBezTo>
                        <a:pt x="26670" y="50006"/>
                        <a:pt x="26003" y="48673"/>
                        <a:pt x="25241" y="46577"/>
                      </a:cubicBezTo>
                      <a:cubicBezTo>
                        <a:pt x="24669" y="44767"/>
                        <a:pt x="23907" y="43434"/>
                        <a:pt x="22955" y="42577"/>
                      </a:cubicBezTo>
                      <a:cubicBezTo>
                        <a:pt x="22955" y="41243"/>
                        <a:pt x="22288" y="39624"/>
                        <a:pt x="21145" y="37814"/>
                      </a:cubicBezTo>
                      <a:lnTo>
                        <a:pt x="18859" y="37528"/>
                      </a:lnTo>
                      <a:lnTo>
                        <a:pt x="19050" y="37338"/>
                      </a:lnTo>
                      <a:cubicBezTo>
                        <a:pt x="19050" y="37338"/>
                        <a:pt x="18669" y="36957"/>
                        <a:pt x="18383" y="36957"/>
                      </a:cubicBezTo>
                      <a:lnTo>
                        <a:pt x="17526" y="37909"/>
                      </a:lnTo>
                      <a:cubicBezTo>
                        <a:pt x="17526" y="37909"/>
                        <a:pt x="16669" y="38005"/>
                        <a:pt x="15811" y="38290"/>
                      </a:cubicBezTo>
                      <a:cubicBezTo>
                        <a:pt x="14954" y="38576"/>
                        <a:pt x="14192" y="38671"/>
                        <a:pt x="13811" y="38671"/>
                      </a:cubicBezTo>
                      <a:cubicBezTo>
                        <a:pt x="13430" y="38671"/>
                        <a:pt x="13145" y="38671"/>
                        <a:pt x="12859" y="38481"/>
                      </a:cubicBezTo>
                      <a:cubicBezTo>
                        <a:pt x="12859" y="38576"/>
                        <a:pt x="12859" y="38671"/>
                        <a:pt x="12859" y="38767"/>
                      </a:cubicBezTo>
                      <a:cubicBezTo>
                        <a:pt x="12859" y="38862"/>
                        <a:pt x="12859" y="39052"/>
                        <a:pt x="13049" y="39148"/>
                      </a:cubicBezTo>
                      <a:cubicBezTo>
                        <a:pt x="13145" y="39243"/>
                        <a:pt x="13239" y="39338"/>
                        <a:pt x="13239" y="39433"/>
                      </a:cubicBezTo>
                      <a:cubicBezTo>
                        <a:pt x="13239" y="39529"/>
                        <a:pt x="12954" y="39719"/>
                        <a:pt x="12478" y="40005"/>
                      </a:cubicBezTo>
                      <a:lnTo>
                        <a:pt x="12859" y="44767"/>
                      </a:lnTo>
                      <a:lnTo>
                        <a:pt x="12287" y="45339"/>
                      </a:lnTo>
                      <a:cubicBezTo>
                        <a:pt x="12668" y="46863"/>
                        <a:pt x="12859" y="48863"/>
                        <a:pt x="12859" y="51625"/>
                      </a:cubicBezTo>
                      <a:cubicBezTo>
                        <a:pt x="12859" y="51816"/>
                        <a:pt x="12763" y="52388"/>
                        <a:pt x="12478" y="53245"/>
                      </a:cubicBezTo>
                      <a:cubicBezTo>
                        <a:pt x="12287" y="54102"/>
                        <a:pt x="12192" y="54769"/>
                        <a:pt x="12192" y="55245"/>
                      </a:cubicBezTo>
                      <a:cubicBezTo>
                        <a:pt x="12192" y="56102"/>
                        <a:pt x="12478" y="56674"/>
                        <a:pt x="13049" y="57150"/>
                      </a:cubicBezTo>
                      <a:cubicBezTo>
                        <a:pt x="12668" y="57436"/>
                        <a:pt x="12573" y="57912"/>
                        <a:pt x="12573" y="58579"/>
                      </a:cubicBezTo>
                      <a:lnTo>
                        <a:pt x="12573" y="59341"/>
                      </a:lnTo>
                      <a:cubicBezTo>
                        <a:pt x="12573" y="59341"/>
                        <a:pt x="12573" y="59912"/>
                        <a:pt x="12573" y="60007"/>
                      </a:cubicBezTo>
                      <a:cubicBezTo>
                        <a:pt x="12573" y="60960"/>
                        <a:pt x="12001" y="61436"/>
                        <a:pt x="10953" y="61246"/>
                      </a:cubicBezTo>
                      <a:lnTo>
                        <a:pt x="11335" y="61531"/>
                      </a:lnTo>
                      <a:cubicBezTo>
                        <a:pt x="10573" y="61913"/>
                        <a:pt x="9525" y="61913"/>
                        <a:pt x="8191" y="61722"/>
                      </a:cubicBezTo>
                      <a:cubicBezTo>
                        <a:pt x="6858" y="61436"/>
                        <a:pt x="6096" y="61531"/>
                        <a:pt x="5619" y="61817"/>
                      </a:cubicBezTo>
                      <a:cubicBezTo>
                        <a:pt x="3905" y="61627"/>
                        <a:pt x="2191" y="61150"/>
                        <a:pt x="571" y="60388"/>
                      </a:cubicBezTo>
                      <a:cubicBezTo>
                        <a:pt x="667" y="56388"/>
                        <a:pt x="571" y="50387"/>
                        <a:pt x="381" y="42291"/>
                      </a:cubicBezTo>
                      <a:lnTo>
                        <a:pt x="0" y="42291"/>
                      </a:lnTo>
                      <a:cubicBezTo>
                        <a:pt x="381" y="41719"/>
                        <a:pt x="571" y="41053"/>
                        <a:pt x="571" y="40196"/>
                      </a:cubicBezTo>
                      <a:cubicBezTo>
                        <a:pt x="571" y="39910"/>
                        <a:pt x="571" y="39338"/>
                        <a:pt x="476" y="38671"/>
                      </a:cubicBezTo>
                      <a:cubicBezTo>
                        <a:pt x="476" y="37909"/>
                        <a:pt x="285" y="37338"/>
                        <a:pt x="285" y="36957"/>
                      </a:cubicBezTo>
                      <a:cubicBezTo>
                        <a:pt x="285" y="36004"/>
                        <a:pt x="476" y="35242"/>
                        <a:pt x="952" y="34480"/>
                      </a:cubicBezTo>
                      <a:cubicBezTo>
                        <a:pt x="762" y="31813"/>
                        <a:pt x="571" y="28194"/>
                        <a:pt x="571" y="23527"/>
                      </a:cubicBezTo>
                      <a:lnTo>
                        <a:pt x="571" y="12287"/>
                      </a:lnTo>
                      <a:cubicBezTo>
                        <a:pt x="571" y="12287"/>
                        <a:pt x="95" y="11906"/>
                        <a:pt x="95" y="11621"/>
                      </a:cubicBezTo>
                      <a:cubicBezTo>
                        <a:pt x="95" y="11430"/>
                        <a:pt x="285" y="11144"/>
                        <a:pt x="571" y="10668"/>
                      </a:cubicBezTo>
                      <a:cubicBezTo>
                        <a:pt x="857" y="10192"/>
                        <a:pt x="952" y="9811"/>
                        <a:pt x="952" y="9620"/>
                      </a:cubicBezTo>
                      <a:cubicBezTo>
                        <a:pt x="381" y="9049"/>
                        <a:pt x="95" y="8382"/>
                        <a:pt x="95" y="7715"/>
                      </a:cubicBezTo>
                      <a:cubicBezTo>
                        <a:pt x="95" y="7239"/>
                        <a:pt x="285" y="6477"/>
                        <a:pt x="571" y="5429"/>
                      </a:cubicBezTo>
                      <a:cubicBezTo>
                        <a:pt x="952" y="4381"/>
                        <a:pt x="1048" y="3524"/>
                        <a:pt x="952" y="2953"/>
                      </a:cubicBezTo>
                      <a:lnTo>
                        <a:pt x="4191" y="286"/>
                      </a:lnTo>
                      <a:lnTo>
                        <a:pt x="17716" y="0"/>
                      </a:lnTo>
                      <a:cubicBezTo>
                        <a:pt x="17716" y="0"/>
                        <a:pt x="18573" y="762"/>
                        <a:pt x="19526" y="1715"/>
                      </a:cubicBezTo>
                      <a:cubicBezTo>
                        <a:pt x="20193" y="2381"/>
                        <a:pt x="20669" y="3048"/>
                        <a:pt x="20955" y="3810"/>
                      </a:cubicBezTo>
                      <a:cubicBezTo>
                        <a:pt x="20955" y="3619"/>
                        <a:pt x="20955" y="3334"/>
                        <a:pt x="20955" y="3143"/>
                      </a:cubicBezTo>
                      <a:cubicBezTo>
                        <a:pt x="20955" y="2476"/>
                        <a:pt x="21336" y="1905"/>
                        <a:pt x="22193" y="1524"/>
                      </a:cubicBezTo>
                      <a:cubicBezTo>
                        <a:pt x="23241" y="1048"/>
                        <a:pt x="23813" y="571"/>
                        <a:pt x="24003" y="286"/>
                      </a:cubicBezTo>
                      <a:cubicBezTo>
                        <a:pt x="24384" y="190"/>
                        <a:pt x="24669" y="286"/>
                        <a:pt x="25051" y="857"/>
                      </a:cubicBezTo>
                      <a:cubicBezTo>
                        <a:pt x="25241" y="857"/>
                        <a:pt x="25432" y="762"/>
                        <a:pt x="25622" y="762"/>
                      </a:cubicBezTo>
                      <a:cubicBezTo>
                        <a:pt x="26003" y="762"/>
                        <a:pt x="26575" y="1048"/>
                        <a:pt x="27337" y="1429"/>
                      </a:cubicBezTo>
                      <a:cubicBezTo>
                        <a:pt x="28098" y="1905"/>
                        <a:pt x="28765" y="2096"/>
                        <a:pt x="29242" y="2000"/>
                      </a:cubicBezTo>
                      <a:lnTo>
                        <a:pt x="31813" y="2000"/>
                      </a:lnTo>
                      <a:cubicBezTo>
                        <a:pt x="31718" y="2857"/>
                        <a:pt x="32004" y="3238"/>
                        <a:pt x="32671" y="3238"/>
                      </a:cubicBezTo>
                      <a:cubicBezTo>
                        <a:pt x="32671" y="3238"/>
                        <a:pt x="32861" y="3238"/>
                        <a:pt x="33051" y="3238"/>
                      </a:cubicBezTo>
                      <a:lnTo>
                        <a:pt x="33623" y="3238"/>
                      </a:lnTo>
                      <a:cubicBezTo>
                        <a:pt x="34290" y="3238"/>
                        <a:pt x="34671" y="3524"/>
                        <a:pt x="34766" y="4191"/>
                      </a:cubicBezTo>
                      <a:lnTo>
                        <a:pt x="36576" y="4191"/>
                      </a:lnTo>
                      <a:cubicBezTo>
                        <a:pt x="37719" y="5239"/>
                        <a:pt x="38862" y="6382"/>
                        <a:pt x="40005" y="7429"/>
                      </a:cubicBezTo>
                      <a:cubicBezTo>
                        <a:pt x="41338" y="8763"/>
                        <a:pt x="42005" y="10001"/>
                        <a:pt x="42100" y="11240"/>
                      </a:cubicBezTo>
                      <a:cubicBezTo>
                        <a:pt x="42863" y="11621"/>
                        <a:pt x="43339" y="12382"/>
                        <a:pt x="43624" y="13335"/>
                      </a:cubicBezTo>
                      <a:cubicBezTo>
                        <a:pt x="44005" y="14764"/>
                        <a:pt x="44291" y="15621"/>
                        <a:pt x="44577" y="16002"/>
                      </a:cubicBezTo>
                      <a:lnTo>
                        <a:pt x="43910" y="16573"/>
                      </a:lnTo>
                      <a:close/>
                      <a:moveTo>
                        <a:pt x="7525" y="19336"/>
                      </a:moveTo>
                      <a:lnTo>
                        <a:pt x="7525" y="17621"/>
                      </a:lnTo>
                      <a:lnTo>
                        <a:pt x="7239" y="17621"/>
                      </a:lnTo>
                      <a:lnTo>
                        <a:pt x="7239" y="19336"/>
                      </a:lnTo>
                      <a:lnTo>
                        <a:pt x="7525" y="19336"/>
                      </a:lnTo>
                      <a:close/>
                      <a:moveTo>
                        <a:pt x="9620" y="9049"/>
                      </a:moveTo>
                      <a:cubicBezTo>
                        <a:pt x="9620" y="9049"/>
                        <a:pt x="9620" y="8382"/>
                        <a:pt x="9715" y="7810"/>
                      </a:cubicBezTo>
                      <a:cubicBezTo>
                        <a:pt x="9810" y="7239"/>
                        <a:pt x="9906" y="6953"/>
                        <a:pt x="9906" y="6763"/>
                      </a:cubicBezTo>
                      <a:cubicBezTo>
                        <a:pt x="9906" y="6191"/>
                        <a:pt x="9620" y="5715"/>
                        <a:pt x="9048" y="5524"/>
                      </a:cubicBezTo>
                      <a:lnTo>
                        <a:pt x="9906" y="4572"/>
                      </a:lnTo>
                      <a:cubicBezTo>
                        <a:pt x="9906" y="4572"/>
                        <a:pt x="9906" y="4381"/>
                        <a:pt x="9906" y="4286"/>
                      </a:cubicBezTo>
                      <a:cubicBezTo>
                        <a:pt x="9334" y="4763"/>
                        <a:pt x="8954" y="5334"/>
                        <a:pt x="8954" y="5810"/>
                      </a:cubicBezTo>
                      <a:cubicBezTo>
                        <a:pt x="8954" y="6001"/>
                        <a:pt x="9239" y="6667"/>
                        <a:pt x="9620" y="7810"/>
                      </a:cubicBezTo>
                      <a:cubicBezTo>
                        <a:pt x="9334" y="7810"/>
                        <a:pt x="9144" y="8096"/>
                        <a:pt x="9048" y="8382"/>
                      </a:cubicBezTo>
                      <a:cubicBezTo>
                        <a:pt x="9048" y="8668"/>
                        <a:pt x="8858" y="8858"/>
                        <a:pt x="8667" y="9049"/>
                      </a:cubicBezTo>
                      <a:lnTo>
                        <a:pt x="9525" y="9049"/>
                      </a:lnTo>
                      <a:close/>
                      <a:moveTo>
                        <a:pt x="12763" y="7239"/>
                      </a:moveTo>
                      <a:lnTo>
                        <a:pt x="14001" y="8096"/>
                      </a:lnTo>
                      <a:lnTo>
                        <a:pt x="14001" y="8096"/>
                      </a:lnTo>
                      <a:lnTo>
                        <a:pt x="13430" y="8763"/>
                      </a:lnTo>
                      <a:lnTo>
                        <a:pt x="14001" y="8763"/>
                      </a:lnTo>
                      <a:lnTo>
                        <a:pt x="14001" y="4572"/>
                      </a:lnTo>
                      <a:cubicBezTo>
                        <a:pt x="14001" y="4572"/>
                        <a:pt x="13621" y="4953"/>
                        <a:pt x="13239" y="5144"/>
                      </a:cubicBezTo>
                      <a:cubicBezTo>
                        <a:pt x="13239" y="4953"/>
                        <a:pt x="13145" y="4953"/>
                        <a:pt x="12763" y="4953"/>
                      </a:cubicBezTo>
                      <a:cubicBezTo>
                        <a:pt x="12954" y="5144"/>
                        <a:pt x="13049" y="5239"/>
                        <a:pt x="13239" y="5144"/>
                      </a:cubicBezTo>
                      <a:cubicBezTo>
                        <a:pt x="13335" y="5334"/>
                        <a:pt x="13239" y="5715"/>
                        <a:pt x="13145" y="6191"/>
                      </a:cubicBezTo>
                      <a:cubicBezTo>
                        <a:pt x="13145" y="6191"/>
                        <a:pt x="13145" y="6191"/>
                        <a:pt x="13145" y="6001"/>
                      </a:cubicBezTo>
                      <a:cubicBezTo>
                        <a:pt x="13335" y="6001"/>
                        <a:pt x="13525" y="6096"/>
                        <a:pt x="13716" y="6382"/>
                      </a:cubicBezTo>
                      <a:lnTo>
                        <a:pt x="12763" y="7239"/>
                      </a:lnTo>
                      <a:close/>
                      <a:moveTo>
                        <a:pt x="32289" y="20098"/>
                      </a:moveTo>
                      <a:cubicBezTo>
                        <a:pt x="32289" y="20098"/>
                        <a:pt x="32480" y="19621"/>
                        <a:pt x="32480" y="19526"/>
                      </a:cubicBezTo>
                      <a:cubicBezTo>
                        <a:pt x="32480" y="19145"/>
                        <a:pt x="32289" y="18859"/>
                        <a:pt x="31813" y="18478"/>
                      </a:cubicBezTo>
                      <a:cubicBezTo>
                        <a:pt x="31337" y="18098"/>
                        <a:pt x="31051" y="17812"/>
                        <a:pt x="30956" y="17621"/>
                      </a:cubicBezTo>
                      <a:cubicBezTo>
                        <a:pt x="31146" y="17335"/>
                        <a:pt x="31337" y="17050"/>
                        <a:pt x="31337" y="16764"/>
                      </a:cubicBezTo>
                      <a:cubicBezTo>
                        <a:pt x="31337" y="16383"/>
                        <a:pt x="30956" y="15907"/>
                        <a:pt x="30194" y="15430"/>
                      </a:cubicBezTo>
                      <a:cubicBezTo>
                        <a:pt x="29432" y="14954"/>
                        <a:pt x="29051" y="14573"/>
                        <a:pt x="28860" y="14383"/>
                      </a:cubicBezTo>
                      <a:cubicBezTo>
                        <a:pt x="28575" y="14097"/>
                        <a:pt x="28289" y="14002"/>
                        <a:pt x="28004" y="14002"/>
                      </a:cubicBezTo>
                      <a:cubicBezTo>
                        <a:pt x="27813" y="14002"/>
                        <a:pt x="27527" y="14002"/>
                        <a:pt x="27241" y="14097"/>
                      </a:cubicBezTo>
                      <a:cubicBezTo>
                        <a:pt x="26861" y="14097"/>
                        <a:pt x="26670" y="14192"/>
                        <a:pt x="26479" y="14192"/>
                      </a:cubicBezTo>
                      <a:cubicBezTo>
                        <a:pt x="26003" y="14192"/>
                        <a:pt x="25717" y="13906"/>
                        <a:pt x="25527" y="13335"/>
                      </a:cubicBezTo>
                      <a:lnTo>
                        <a:pt x="26194" y="12859"/>
                      </a:lnTo>
                      <a:cubicBezTo>
                        <a:pt x="25146" y="12763"/>
                        <a:pt x="24574" y="13144"/>
                        <a:pt x="24479" y="14002"/>
                      </a:cubicBezTo>
                      <a:cubicBezTo>
                        <a:pt x="24384" y="15240"/>
                        <a:pt x="24098" y="16002"/>
                        <a:pt x="23813" y="16288"/>
                      </a:cubicBezTo>
                      <a:cubicBezTo>
                        <a:pt x="23526" y="15335"/>
                        <a:pt x="23241" y="14288"/>
                        <a:pt x="22955" y="13335"/>
                      </a:cubicBezTo>
                      <a:cubicBezTo>
                        <a:pt x="22670" y="12382"/>
                        <a:pt x="22003" y="11525"/>
                        <a:pt x="20860" y="11049"/>
                      </a:cubicBezTo>
                      <a:cubicBezTo>
                        <a:pt x="20764" y="12097"/>
                        <a:pt x="20098" y="12573"/>
                        <a:pt x="19050" y="12573"/>
                      </a:cubicBezTo>
                      <a:cubicBezTo>
                        <a:pt x="18764" y="12573"/>
                        <a:pt x="18383" y="12573"/>
                        <a:pt x="17812" y="12573"/>
                      </a:cubicBezTo>
                      <a:cubicBezTo>
                        <a:pt x="17240" y="12573"/>
                        <a:pt x="16859" y="12573"/>
                        <a:pt x="16478" y="12573"/>
                      </a:cubicBezTo>
                      <a:cubicBezTo>
                        <a:pt x="16192" y="12573"/>
                        <a:pt x="15907" y="12573"/>
                        <a:pt x="15621" y="12573"/>
                      </a:cubicBezTo>
                      <a:cubicBezTo>
                        <a:pt x="14097" y="13525"/>
                        <a:pt x="13430" y="15049"/>
                        <a:pt x="13430" y="17335"/>
                      </a:cubicBezTo>
                      <a:cubicBezTo>
                        <a:pt x="13430" y="17717"/>
                        <a:pt x="13430" y="18383"/>
                        <a:pt x="13430" y="19336"/>
                      </a:cubicBezTo>
                      <a:cubicBezTo>
                        <a:pt x="13430" y="20288"/>
                        <a:pt x="13430" y="21050"/>
                        <a:pt x="13430" y="21431"/>
                      </a:cubicBezTo>
                      <a:cubicBezTo>
                        <a:pt x="13430" y="22479"/>
                        <a:pt x="13335" y="23336"/>
                        <a:pt x="13049" y="24098"/>
                      </a:cubicBezTo>
                      <a:cubicBezTo>
                        <a:pt x="13049" y="24670"/>
                        <a:pt x="13621" y="24955"/>
                        <a:pt x="14478" y="24955"/>
                      </a:cubicBezTo>
                      <a:cubicBezTo>
                        <a:pt x="15335" y="24955"/>
                        <a:pt x="15907" y="25241"/>
                        <a:pt x="16097" y="25908"/>
                      </a:cubicBezTo>
                      <a:cubicBezTo>
                        <a:pt x="16478" y="26098"/>
                        <a:pt x="17240" y="26194"/>
                        <a:pt x="18573" y="26098"/>
                      </a:cubicBezTo>
                      <a:cubicBezTo>
                        <a:pt x="19621" y="26098"/>
                        <a:pt x="20288" y="26479"/>
                        <a:pt x="20669" y="27051"/>
                      </a:cubicBezTo>
                      <a:cubicBezTo>
                        <a:pt x="21050" y="26384"/>
                        <a:pt x="21526" y="25908"/>
                        <a:pt x="22193" y="25813"/>
                      </a:cubicBezTo>
                      <a:lnTo>
                        <a:pt x="24098" y="25813"/>
                      </a:lnTo>
                      <a:cubicBezTo>
                        <a:pt x="24669" y="25717"/>
                        <a:pt x="25051" y="25432"/>
                        <a:pt x="25241" y="24955"/>
                      </a:cubicBezTo>
                      <a:cubicBezTo>
                        <a:pt x="27146" y="25146"/>
                        <a:pt x="29242" y="24003"/>
                        <a:pt x="31623" y="21526"/>
                      </a:cubicBezTo>
                      <a:lnTo>
                        <a:pt x="30385" y="21050"/>
                      </a:lnTo>
                      <a:lnTo>
                        <a:pt x="32004" y="20002"/>
                      </a:lnTo>
                      <a:close/>
                      <a:moveTo>
                        <a:pt x="30861" y="8096"/>
                      </a:moveTo>
                      <a:cubicBezTo>
                        <a:pt x="30861" y="8096"/>
                        <a:pt x="30670" y="7810"/>
                        <a:pt x="30480" y="7810"/>
                      </a:cubicBezTo>
                      <a:cubicBezTo>
                        <a:pt x="30003" y="7810"/>
                        <a:pt x="29813" y="8001"/>
                        <a:pt x="29813" y="8382"/>
                      </a:cubicBezTo>
                      <a:cubicBezTo>
                        <a:pt x="29813" y="8382"/>
                        <a:pt x="29813" y="8382"/>
                        <a:pt x="29908" y="8382"/>
                      </a:cubicBezTo>
                      <a:lnTo>
                        <a:pt x="30766" y="8096"/>
                      </a:lnTo>
                      <a:close/>
                      <a:moveTo>
                        <a:pt x="34099" y="4477"/>
                      </a:moveTo>
                      <a:lnTo>
                        <a:pt x="34099" y="4000"/>
                      </a:lnTo>
                      <a:cubicBezTo>
                        <a:pt x="34099" y="4000"/>
                        <a:pt x="33242" y="4191"/>
                        <a:pt x="32289" y="4191"/>
                      </a:cubicBezTo>
                      <a:lnTo>
                        <a:pt x="34099" y="4477"/>
                      </a:lnTo>
                      <a:close/>
                      <a:moveTo>
                        <a:pt x="32289" y="17526"/>
                      </a:moveTo>
                      <a:lnTo>
                        <a:pt x="33528" y="17526"/>
                      </a:lnTo>
                      <a:cubicBezTo>
                        <a:pt x="32956" y="17050"/>
                        <a:pt x="32671" y="16764"/>
                        <a:pt x="32289" y="16859"/>
                      </a:cubicBezTo>
                      <a:lnTo>
                        <a:pt x="32289" y="17526"/>
                      </a:lnTo>
                      <a:close/>
                      <a:moveTo>
                        <a:pt x="34766" y="21336"/>
                      </a:moveTo>
                      <a:lnTo>
                        <a:pt x="35623" y="20479"/>
                      </a:lnTo>
                      <a:lnTo>
                        <a:pt x="35242" y="20479"/>
                      </a:lnTo>
                      <a:lnTo>
                        <a:pt x="34766" y="21336"/>
                      </a:lnTo>
                      <a:close/>
                      <a:moveTo>
                        <a:pt x="37147" y="21526"/>
                      </a:moveTo>
                      <a:cubicBezTo>
                        <a:pt x="37147" y="21526"/>
                        <a:pt x="36862" y="21146"/>
                        <a:pt x="36862" y="20860"/>
                      </a:cubicBezTo>
                      <a:cubicBezTo>
                        <a:pt x="36862" y="20002"/>
                        <a:pt x="37242" y="19336"/>
                        <a:pt x="38005" y="18859"/>
                      </a:cubicBezTo>
                      <a:cubicBezTo>
                        <a:pt x="37909" y="18669"/>
                        <a:pt x="37719" y="18669"/>
                        <a:pt x="37433" y="18669"/>
                      </a:cubicBezTo>
                      <a:cubicBezTo>
                        <a:pt x="37433" y="18669"/>
                        <a:pt x="36766" y="19050"/>
                        <a:pt x="35623" y="19717"/>
                      </a:cubicBezTo>
                      <a:cubicBezTo>
                        <a:pt x="36386" y="19907"/>
                        <a:pt x="36766" y="20288"/>
                        <a:pt x="36766" y="20765"/>
                      </a:cubicBezTo>
                      <a:cubicBezTo>
                        <a:pt x="36766" y="20955"/>
                        <a:pt x="36766" y="21241"/>
                        <a:pt x="36480" y="21622"/>
                      </a:cubicBezTo>
                      <a:cubicBezTo>
                        <a:pt x="36290" y="22003"/>
                        <a:pt x="36195" y="22288"/>
                        <a:pt x="36195" y="22384"/>
                      </a:cubicBezTo>
                      <a:cubicBezTo>
                        <a:pt x="36195" y="22669"/>
                        <a:pt x="36576" y="22860"/>
                        <a:pt x="37338" y="22765"/>
                      </a:cubicBezTo>
                      <a:cubicBezTo>
                        <a:pt x="37338" y="22098"/>
                        <a:pt x="37242" y="21622"/>
                        <a:pt x="37052" y="21431"/>
                      </a:cubicBezTo>
                      <a:close/>
                      <a:moveTo>
                        <a:pt x="39528" y="25241"/>
                      </a:moveTo>
                      <a:lnTo>
                        <a:pt x="39719" y="25051"/>
                      </a:lnTo>
                      <a:lnTo>
                        <a:pt x="39243" y="24384"/>
                      </a:lnTo>
                      <a:lnTo>
                        <a:pt x="39528" y="25241"/>
                      </a:lnTo>
                      <a:close/>
                      <a:moveTo>
                        <a:pt x="40957" y="19907"/>
                      </a:moveTo>
                      <a:lnTo>
                        <a:pt x="41814" y="20479"/>
                      </a:lnTo>
                      <a:cubicBezTo>
                        <a:pt x="41814" y="20479"/>
                        <a:pt x="41529" y="19907"/>
                        <a:pt x="41529" y="19907"/>
                      </a:cubicBezTo>
                      <a:lnTo>
                        <a:pt x="40957" y="19907"/>
                      </a:lnTo>
                      <a:close/>
                      <a:moveTo>
                        <a:pt x="41243" y="10382"/>
                      </a:moveTo>
                      <a:lnTo>
                        <a:pt x="41243" y="11049"/>
                      </a:lnTo>
                      <a:lnTo>
                        <a:pt x="41814" y="10382"/>
                      </a:lnTo>
                      <a:lnTo>
                        <a:pt x="41243" y="10382"/>
                      </a:lnTo>
                      <a:close/>
                      <a:moveTo>
                        <a:pt x="41814" y="17240"/>
                      </a:moveTo>
                      <a:lnTo>
                        <a:pt x="43243" y="15716"/>
                      </a:lnTo>
                      <a:lnTo>
                        <a:pt x="42386" y="15716"/>
                      </a:lnTo>
                      <a:lnTo>
                        <a:pt x="41814" y="17240"/>
                      </a:lnTo>
                      <a:close/>
                      <a:moveTo>
                        <a:pt x="42386" y="24003"/>
                      </a:moveTo>
                      <a:lnTo>
                        <a:pt x="43243" y="23717"/>
                      </a:lnTo>
                      <a:cubicBezTo>
                        <a:pt x="43243" y="23717"/>
                        <a:pt x="42863" y="23431"/>
                        <a:pt x="42386" y="23431"/>
                      </a:cubicBezTo>
                      <a:lnTo>
                        <a:pt x="42386" y="24003"/>
                      </a:lnTo>
                      <a:close/>
                      <a:moveTo>
                        <a:pt x="44101" y="9525"/>
                      </a:moveTo>
                      <a:cubicBezTo>
                        <a:pt x="44101" y="9525"/>
                        <a:pt x="44482" y="9525"/>
                        <a:pt x="44862" y="9906"/>
                      </a:cubicBezTo>
                      <a:lnTo>
                        <a:pt x="44101" y="9525"/>
                      </a:lnTo>
                      <a:close/>
                      <a:moveTo>
                        <a:pt x="45244" y="10192"/>
                      </a:moveTo>
                      <a:cubicBezTo>
                        <a:pt x="45244" y="10192"/>
                        <a:pt x="44958" y="10192"/>
                        <a:pt x="44767" y="9906"/>
                      </a:cubicBezTo>
                      <a:lnTo>
                        <a:pt x="45244" y="10192"/>
                      </a:lnTo>
                      <a:close/>
                      <a:moveTo>
                        <a:pt x="45625" y="10382"/>
                      </a:moveTo>
                      <a:lnTo>
                        <a:pt x="45244" y="10192"/>
                      </a:lnTo>
                      <a:cubicBezTo>
                        <a:pt x="45244" y="10192"/>
                        <a:pt x="45625" y="10192"/>
                        <a:pt x="45625" y="10192"/>
                      </a:cubicBezTo>
                      <a:lnTo>
                        <a:pt x="45625" y="10477"/>
                      </a:lnTo>
                      <a:close/>
                      <a:moveTo>
                        <a:pt x="46672" y="6763"/>
                      </a:moveTo>
                      <a:cubicBezTo>
                        <a:pt x="46672" y="6763"/>
                        <a:pt x="46291" y="6667"/>
                        <a:pt x="46101" y="6667"/>
                      </a:cubicBezTo>
                      <a:cubicBezTo>
                        <a:pt x="45720" y="6667"/>
                        <a:pt x="45625" y="6667"/>
                        <a:pt x="45625" y="6477"/>
                      </a:cubicBezTo>
                      <a:cubicBezTo>
                        <a:pt x="45625" y="6286"/>
                        <a:pt x="45625" y="6191"/>
                        <a:pt x="45911" y="5905"/>
                      </a:cubicBezTo>
                      <a:lnTo>
                        <a:pt x="46672" y="6763"/>
                      </a:lnTo>
                      <a:close/>
                      <a:moveTo>
                        <a:pt x="46863" y="18193"/>
                      </a:moveTo>
                      <a:lnTo>
                        <a:pt x="45911" y="17526"/>
                      </a:lnTo>
                      <a:lnTo>
                        <a:pt x="46863" y="17526"/>
                      </a:lnTo>
                      <a:lnTo>
                        <a:pt x="46863" y="18193"/>
                      </a:lnTo>
                      <a:close/>
                      <a:moveTo>
                        <a:pt x="46672" y="6763"/>
                      </a:moveTo>
                      <a:lnTo>
                        <a:pt x="46672" y="6763"/>
                      </a:lnTo>
                      <a:close/>
                      <a:moveTo>
                        <a:pt x="47434" y="13049"/>
                      </a:moveTo>
                      <a:lnTo>
                        <a:pt x="47625" y="12192"/>
                      </a:lnTo>
                      <a:lnTo>
                        <a:pt x="49530" y="12859"/>
                      </a:lnTo>
                      <a:cubicBezTo>
                        <a:pt x="49530" y="12859"/>
                        <a:pt x="48673" y="13240"/>
                        <a:pt x="48387" y="13811"/>
                      </a:cubicBezTo>
                      <a:cubicBezTo>
                        <a:pt x="48387" y="13811"/>
                        <a:pt x="47910" y="13621"/>
                        <a:pt x="47434" y="13144"/>
                      </a:cubicBezTo>
                      <a:close/>
                      <a:moveTo>
                        <a:pt x="49530" y="5048"/>
                      </a:moveTo>
                      <a:cubicBezTo>
                        <a:pt x="49530" y="5048"/>
                        <a:pt x="49244" y="5429"/>
                        <a:pt x="48958" y="5429"/>
                      </a:cubicBezTo>
                      <a:lnTo>
                        <a:pt x="48101" y="5429"/>
                      </a:lnTo>
                      <a:lnTo>
                        <a:pt x="48292" y="4858"/>
                      </a:lnTo>
                      <a:cubicBezTo>
                        <a:pt x="48292" y="4858"/>
                        <a:pt x="48958" y="5048"/>
                        <a:pt x="49530" y="5048"/>
                      </a:cubicBezTo>
                      <a:close/>
                      <a:moveTo>
                        <a:pt x="49149" y="7334"/>
                      </a:moveTo>
                      <a:lnTo>
                        <a:pt x="49149" y="6858"/>
                      </a:lnTo>
                      <a:cubicBezTo>
                        <a:pt x="50292" y="7048"/>
                        <a:pt x="51054" y="7144"/>
                        <a:pt x="51530" y="7144"/>
                      </a:cubicBezTo>
                      <a:lnTo>
                        <a:pt x="51530" y="7715"/>
                      </a:lnTo>
                      <a:lnTo>
                        <a:pt x="49149" y="7334"/>
                      </a:lnTo>
                      <a:close/>
                      <a:moveTo>
                        <a:pt x="51816" y="18955"/>
                      </a:moveTo>
                      <a:lnTo>
                        <a:pt x="51245" y="18955"/>
                      </a:lnTo>
                      <a:lnTo>
                        <a:pt x="51721" y="18193"/>
                      </a:lnTo>
                      <a:cubicBezTo>
                        <a:pt x="51721" y="18193"/>
                        <a:pt x="51911" y="18574"/>
                        <a:pt x="51911" y="18955"/>
                      </a:cubicBezTo>
                      <a:close/>
                      <a:moveTo>
                        <a:pt x="51530" y="18098"/>
                      </a:moveTo>
                      <a:cubicBezTo>
                        <a:pt x="51530" y="18098"/>
                        <a:pt x="51721" y="17812"/>
                        <a:pt x="51816" y="17717"/>
                      </a:cubicBezTo>
                      <a:lnTo>
                        <a:pt x="51625" y="18193"/>
                      </a:lnTo>
                      <a:cubicBezTo>
                        <a:pt x="51625" y="18193"/>
                        <a:pt x="51625" y="18193"/>
                        <a:pt x="51435" y="18193"/>
                      </a:cubicBezTo>
                      <a:close/>
                      <a:moveTo>
                        <a:pt x="51816" y="17717"/>
                      </a:moveTo>
                      <a:lnTo>
                        <a:pt x="52101" y="17145"/>
                      </a:lnTo>
                      <a:cubicBezTo>
                        <a:pt x="52101" y="17145"/>
                        <a:pt x="52101" y="17431"/>
                        <a:pt x="51816" y="17717"/>
                      </a:cubicBezTo>
                      <a:close/>
                      <a:moveTo>
                        <a:pt x="52959" y="1429"/>
                      </a:moveTo>
                      <a:lnTo>
                        <a:pt x="53530" y="2096"/>
                      </a:lnTo>
                      <a:lnTo>
                        <a:pt x="52388" y="2096"/>
                      </a:lnTo>
                      <a:lnTo>
                        <a:pt x="52959" y="1429"/>
                      </a:lnTo>
                      <a:close/>
                      <a:moveTo>
                        <a:pt x="53340" y="9811"/>
                      </a:moveTo>
                      <a:lnTo>
                        <a:pt x="54864" y="11240"/>
                      </a:lnTo>
                      <a:cubicBezTo>
                        <a:pt x="53721" y="10858"/>
                        <a:pt x="53149" y="10573"/>
                        <a:pt x="53149" y="10382"/>
                      </a:cubicBezTo>
                      <a:cubicBezTo>
                        <a:pt x="53149" y="10287"/>
                        <a:pt x="53149" y="10001"/>
                        <a:pt x="53340" y="9811"/>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 name="Google Shape;1011;p99"/>
                <p:cNvSpPr/>
                <p:nvPr/>
              </p:nvSpPr>
              <p:spPr>
                <a:xfrm>
                  <a:off x="8534113" y="1702308"/>
                  <a:ext cx="48101" cy="62579"/>
                </a:xfrm>
                <a:custGeom>
                  <a:avLst/>
                  <a:gdLst/>
                  <a:ahLst/>
                  <a:cxnLst/>
                  <a:rect l="l" t="t" r="r" b="b"/>
                  <a:pathLst>
                    <a:path w="48101" h="62579" extrusionOk="0">
                      <a:moveTo>
                        <a:pt x="42482" y="50102"/>
                      </a:moveTo>
                      <a:cubicBezTo>
                        <a:pt x="43529" y="50768"/>
                        <a:pt x="44101" y="51816"/>
                        <a:pt x="44196" y="53435"/>
                      </a:cubicBezTo>
                      <a:cubicBezTo>
                        <a:pt x="44196" y="54769"/>
                        <a:pt x="44196" y="56102"/>
                        <a:pt x="44196" y="57340"/>
                      </a:cubicBezTo>
                      <a:cubicBezTo>
                        <a:pt x="44196" y="58102"/>
                        <a:pt x="44291" y="58674"/>
                        <a:pt x="44482" y="59150"/>
                      </a:cubicBezTo>
                      <a:cubicBezTo>
                        <a:pt x="43053" y="61436"/>
                        <a:pt x="40577" y="62579"/>
                        <a:pt x="37243" y="62579"/>
                      </a:cubicBezTo>
                      <a:cubicBezTo>
                        <a:pt x="36195" y="62579"/>
                        <a:pt x="34766" y="62484"/>
                        <a:pt x="32671" y="62294"/>
                      </a:cubicBezTo>
                      <a:cubicBezTo>
                        <a:pt x="30575" y="62103"/>
                        <a:pt x="29052" y="62008"/>
                        <a:pt x="28004" y="62008"/>
                      </a:cubicBezTo>
                      <a:cubicBezTo>
                        <a:pt x="26956" y="62008"/>
                        <a:pt x="26004" y="62008"/>
                        <a:pt x="25146" y="62198"/>
                      </a:cubicBezTo>
                      <a:lnTo>
                        <a:pt x="7620" y="62198"/>
                      </a:lnTo>
                      <a:lnTo>
                        <a:pt x="7620" y="62008"/>
                      </a:lnTo>
                      <a:cubicBezTo>
                        <a:pt x="6954" y="61627"/>
                        <a:pt x="5906" y="61627"/>
                        <a:pt x="4382" y="61817"/>
                      </a:cubicBezTo>
                      <a:cubicBezTo>
                        <a:pt x="2858" y="62103"/>
                        <a:pt x="1715" y="61913"/>
                        <a:pt x="858" y="61341"/>
                      </a:cubicBezTo>
                      <a:cubicBezTo>
                        <a:pt x="1144" y="54007"/>
                        <a:pt x="1238" y="46768"/>
                        <a:pt x="1238" y="39529"/>
                      </a:cubicBezTo>
                      <a:cubicBezTo>
                        <a:pt x="1238" y="32290"/>
                        <a:pt x="1048" y="25051"/>
                        <a:pt x="858" y="17717"/>
                      </a:cubicBezTo>
                      <a:cubicBezTo>
                        <a:pt x="1238" y="17907"/>
                        <a:pt x="1334" y="18002"/>
                        <a:pt x="1429" y="17907"/>
                      </a:cubicBezTo>
                      <a:lnTo>
                        <a:pt x="1620" y="17717"/>
                      </a:lnTo>
                      <a:cubicBezTo>
                        <a:pt x="1620" y="17717"/>
                        <a:pt x="1620" y="17145"/>
                        <a:pt x="1238" y="17050"/>
                      </a:cubicBezTo>
                      <a:cubicBezTo>
                        <a:pt x="953" y="16954"/>
                        <a:pt x="762" y="16859"/>
                        <a:pt x="762" y="16764"/>
                      </a:cubicBezTo>
                      <a:cubicBezTo>
                        <a:pt x="762" y="16764"/>
                        <a:pt x="858" y="16478"/>
                        <a:pt x="1144" y="16192"/>
                      </a:cubicBezTo>
                      <a:cubicBezTo>
                        <a:pt x="1144" y="16669"/>
                        <a:pt x="1144" y="16954"/>
                        <a:pt x="1334" y="17050"/>
                      </a:cubicBezTo>
                      <a:cubicBezTo>
                        <a:pt x="1905" y="17050"/>
                        <a:pt x="2000" y="16669"/>
                        <a:pt x="1715" y="16097"/>
                      </a:cubicBezTo>
                      <a:cubicBezTo>
                        <a:pt x="1524" y="15621"/>
                        <a:pt x="1524" y="15240"/>
                        <a:pt x="1905" y="15145"/>
                      </a:cubicBezTo>
                      <a:cubicBezTo>
                        <a:pt x="1905" y="15240"/>
                        <a:pt x="1905" y="15335"/>
                        <a:pt x="1905" y="15430"/>
                      </a:cubicBezTo>
                      <a:cubicBezTo>
                        <a:pt x="1905" y="15621"/>
                        <a:pt x="2096" y="15811"/>
                        <a:pt x="2381" y="16097"/>
                      </a:cubicBezTo>
                      <a:cubicBezTo>
                        <a:pt x="2667" y="16383"/>
                        <a:pt x="2858" y="16478"/>
                        <a:pt x="2858" y="16573"/>
                      </a:cubicBezTo>
                      <a:lnTo>
                        <a:pt x="4096" y="16383"/>
                      </a:lnTo>
                      <a:lnTo>
                        <a:pt x="2858" y="15526"/>
                      </a:lnTo>
                      <a:lnTo>
                        <a:pt x="4096" y="14859"/>
                      </a:lnTo>
                      <a:cubicBezTo>
                        <a:pt x="4096" y="14859"/>
                        <a:pt x="3810" y="14478"/>
                        <a:pt x="3143" y="14002"/>
                      </a:cubicBezTo>
                      <a:cubicBezTo>
                        <a:pt x="2763" y="13621"/>
                        <a:pt x="2381" y="13430"/>
                        <a:pt x="2096" y="13430"/>
                      </a:cubicBezTo>
                      <a:cubicBezTo>
                        <a:pt x="1810" y="13430"/>
                        <a:pt x="1620" y="13621"/>
                        <a:pt x="1334" y="14097"/>
                      </a:cubicBezTo>
                      <a:cubicBezTo>
                        <a:pt x="953" y="13906"/>
                        <a:pt x="762" y="13716"/>
                        <a:pt x="762" y="13430"/>
                      </a:cubicBezTo>
                      <a:cubicBezTo>
                        <a:pt x="762" y="13430"/>
                        <a:pt x="953" y="13144"/>
                        <a:pt x="1429" y="12763"/>
                      </a:cubicBezTo>
                      <a:cubicBezTo>
                        <a:pt x="1810" y="12382"/>
                        <a:pt x="2000" y="12097"/>
                        <a:pt x="1905" y="11906"/>
                      </a:cubicBezTo>
                      <a:lnTo>
                        <a:pt x="2572" y="12478"/>
                      </a:lnTo>
                      <a:lnTo>
                        <a:pt x="2953" y="12002"/>
                      </a:lnTo>
                      <a:cubicBezTo>
                        <a:pt x="2953" y="12002"/>
                        <a:pt x="3334" y="12192"/>
                        <a:pt x="3525" y="12192"/>
                      </a:cubicBezTo>
                      <a:cubicBezTo>
                        <a:pt x="3810" y="12192"/>
                        <a:pt x="4096" y="12097"/>
                        <a:pt x="4668" y="11811"/>
                      </a:cubicBezTo>
                      <a:cubicBezTo>
                        <a:pt x="5239" y="11525"/>
                        <a:pt x="5620" y="11430"/>
                        <a:pt x="5811" y="11430"/>
                      </a:cubicBezTo>
                      <a:cubicBezTo>
                        <a:pt x="6191" y="11430"/>
                        <a:pt x="6382" y="11525"/>
                        <a:pt x="6572" y="11811"/>
                      </a:cubicBezTo>
                      <a:lnTo>
                        <a:pt x="6954" y="11621"/>
                      </a:lnTo>
                      <a:cubicBezTo>
                        <a:pt x="6954" y="11621"/>
                        <a:pt x="6668" y="10858"/>
                        <a:pt x="6096" y="10668"/>
                      </a:cubicBezTo>
                      <a:cubicBezTo>
                        <a:pt x="5525" y="10477"/>
                        <a:pt x="5239" y="10382"/>
                        <a:pt x="5144" y="10192"/>
                      </a:cubicBezTo>
                      <a:cubicBezTo>
                        <a:pt x="4286" y="10192"/>
                        <a:pt x="3334" y="10192"/>
                        <a:pt x="2096" y="10192"/>
                      </a:cubicBezTo>
                      <a:cubicBezTo>
                        <a:pt x="2000" y="10477"/>
                        <a:pt x="1905" y="10573"/>
                        <a:pt x="1810" y="10573"/>
                      </a:cubicBezTo>
                      <a:cubicBezTo>
                        <a:pt x="1620" y="10382"/>
                        <a:pt x="1429" y="10382"/>
                        <a:pt x="1429" y="10382"/>
                      </a:cubicBezTo>
                      <a:cubicBezTo>
                        <a:pt x="1334" y="10382"/>
                        <a:pt x="1238" y="10382"/>
                        <a:pt x="1048" y="10382"/>
                      </a:cubicBezTo>
                      <a:lnTo>
                        <a:pt x="381" y="8096"/>
                      </a:lnTo>
                      <a:cubicBezTo>
                        <a:pt x="381" y="8096"/>
                        <a:pt x="1048" y="8001"/>
                        <a:pt x="1238" y="7715"/>
                      </a:cubicBezTo>
                      <a:cubicBezTo>
                        <a:pt x="1238" y="7239"/>
                        <a:pt x="1048" y="7144"/>
                        <a:pt x="667" y="7334"/>
                      </a:cubicBezTo>
                      <a:cubicBezTo>
                        <a:pt x="286" y="7525"/>
                        <a:pt x="0" y="7525"/>
                        <a:pt x="0" y="7239"/>
                      </a:cubicBezTo>
                      <a:lnTo>
                        <a:pt x="572" y="6667"/>
                      </a:lnTo>
                      <a:lnTo>
                        <a:pt x="1144" y="7239"/>
                      </a:lnTo>
                      <a:cubicBezTo>
                        <a:pt x="1144" y="7239"/>
                        <a:pt x="1334" y="6572"/>
                        <a:pt x="1334" y="5810"/>
                      </a:cubicBezTo>
                      <a:cubicBezTo>
                        <a:pt x="1334" y="6001"/>
                        <a:pt x="1334" y="6191"/>
                        <a:pt x="1715" y="6286"/>
                      </a:cubicBezTo>
                      <a:cubicBezTo>
                        <a:pt x="2191" y="6001"/>
                        <a:pt x="2381" y="5715"/>
                        <a:pt x="2381" y="5525"/>
                      </a:cubicBezTo>
                      <a:cubicBezTo>
                        <a:pt x="2381" y="5239"/>
                        <a:pt x="2000" y="4858"/>
                        <a:pt x="1334" y="4381"/>
                      </a:cubicBezTo>
                      <a:cubicBezTo>
                        <a:pt x="667" y="3905"/>
                        <a:pt x="286" y="3429"/>
                        <a:pt x="286" y="3048"/>
                      </a:cubicBezTo>
                      <a:cubicBezTo>
                        <a:pt x="286" y="2667"/>
                        <a:pt x="477" y="2286"/>
                        <a:pt x="953" y="1905"/>
                      </a:cubicBezTo>
                      <a:lnTo>
                        <a:pt x="2381" y="381"/>
                      </a:lnTo>
                      <a:cubicBezTo>
                        <a:pt x="5049" y="95"/>
                        <a:pt x="7811" y="0"/>
                        <a:pt x="10859" y="0"/>
                      </a:cubicBezTo>
                      <a:cubicBezTo>
                        <a:pt x="13621" y="0"/>
                        <a:pt x="17907" y="95"/>
                        <a:pt x="23527" y="476"/>
                      </a:cubicBezTo>
                      <a:cubicBezTo>
                        <a:pt x="29147" y="762"/>
                        <a:pt x="33433" y="952"/>
                        <a:pt x="36291" y="952"/>
                      </a:cubicBezTo>
                      <a:cubicBezTo>
                        <a:pt x="38386" y="952"/>
                        <a:pt x="40291" y="952"/>
                        <a:pt x="42101" y="762"/>
                      </a:cubicBezTo>
                      <a:cubicBezTo>
                        <a:pt x="43339" y="1715"/>
                        <a:pt x="43911" y="2953"/>
                        <a:pt x="43911" y="4477"/>
                      </a:cubicBezTo>
                      <a:cubicBezTo>
                        <a:pt x="43911" y="4953"/>
                        <a:pt x="43911" y="5715"/>
                        <a:pt x="43625" y="6858"/>
                      </a:cubicBezTo>
                      <a:cubicBezTo>
                        <a:pt x="43529" y="8001"/>
                        <a:pt x="43435" y="8858"/>
                        <a:pt x="43435" y="9525"/>
                      </a:cubicBezTo>
                      <a:cubicBezTo>
                        <a:pt x="43435" y="10096"/>
                        <a:pt x="43435" y="10668"/>
                        <a:pt x="43625" y="11240"/>
                      </a:cubicBezTo>
                      <a:cubicBezTo>
                        <a:pt x="43625" y="12097"/>
                        <a:pt x="43149" y="12478"/>
                        <a:pt x="42101" y="12478"/>
                      </a:cubicBezTo>
                      <a:cubicBezTo>
                        <a:pt x="42006" y="12478"/>
                        <a:pt x="41625" y="12478"/>
                        <a:pt x="41339" y="12478"/>
                      </a:cubicBezTo>
                      <a:lnTo>
                        <a:pt x="40577" y="12478"/>
                      </a:lnTo>
                      <a:cubicBezTo>
                        <a:pt x="40005" y="12478"/>
                        <a:pt x="39529" y="12573"/>
                        <a:pt x="39148" y="12763"/>
                      </a:cubicBezTo>
                      <a:lnTo>
                        <a:pt x="37529" y="12763"/>
                      </a:lnTo>
                      <a:lnTo>
                        <a:pt x="37529" y="12478"/>
                      </a:lnTo>
                      <a:cubicBezTo>
                        <a:pt x="35147" y="12668"/>
                        <a:pt x="32481" y="12763"/>
                        <a:pt x="29528" y="12763"/>
                      </a:cubicBezTo>
                      <a:cubicBezTo>
                        <a:pt x="27623" y="12763"/>
                        <a:pt x="24956" y="12763"/>
                        <a:pt x="21431" y="12763"/>
                      </a:cubicBezTo>
                      <a:lnTo>
                        <a:pt x="13335" y="12763"/>
                      </a:lnTo>
                      <a:cubicBezTo>
                        <a:pt x="12954" y="13716"/>
                        <a:pt x="12859" y="14764"/>
                        <a:pt x="12859" y="15907"/>
                      </a:cubicBezTo>
                      <a:cubicBezTo>
                        <a:pt x="12859" y="16288"/>
                        <a:pt x="12859" y="16859"/>
                        <a:pt x="12859" y="17526"/>
                      </a:cubicBezTo>
                      <a:lnTo>
                        <a:pt x="12859" y="19240"/>
                      </a:lnTo>
                      <a:cubicBezTo>
                        <a:pt x="12859" y="20383"/>
                        <a:pt x="12764" y="21431"/>
                        <a:pt x="12478" y="22288"/>
                      </a:cubicBezTo>
                      <a:cubicBezTo>
                        <a:pt x="12573" y="23050"/>
                        <a:pt x="12764" y="23717"/>
                        <a:pt x="12859" y="24479"/>
                      </a:cubicBezTo>
                      <a:cubicBezTo>
                        <a:pt x="13145" y="25432"/>
                        <a:pt x="13526" y="25813"/>
                        <a:pt x="14193" y="25813"/>
                      </a:cubicBezTo>
                      <a:cubicBezTo>
                        <a:pt x="14478" y="25813"/>
                        <a:pt x="14669" y="25813"/>
                        <a:pt x="14860" y="25813"/>
                      </a:cubicBezTo>
                      <a:cubicBezTo>
                        <a:pt x="15050" y="25813"/>
                        <a:pt x="15240" y="25813"/>
                        <a:pt x="15431" y="25813"/>
                      </a:cubicBezTo>
                      <a:cubicBezTo>
                        <a:pt x="15621" y="25813"/>
                        <a:pt x="15907" y="25813"/>
                        <a:pt x="16383" y="25622"/>
                      </a:cubicBezTo>
                      <a:cubicBezTo>
                        <a:pt x="16764" y="25527"/>
                        <a:pt x="17050" y="25527"/>
                        <a:pt x="17241" y="25527"/>
                      </a:cubicBezTo>
                      <a:cubicBezTo>
                        <a:pt x="17622" y="25527"/>
                        <a:pt x="18002" y="25717"/>
                        <a:pt x="18288" y="26098"/>
                      </a:cubicBezTo>
                      <a:cubicBezTo>
                        <a:pt x="19717" y="25717"/>
                        <a:pt x="21241" y="25527"/>
                        <a:pt x="23146" y="25527"/>
                      </a:cubicBezTo>
                      <a:cubicBezTo>
                        <a:pt x="24099" y="25527"/>
                        <a:pt x="25432" y="25527"/>
                        <a:pt x="27242" y="25717"/>
                      </a:cubicBezTo>
                      <a:cubicBezTo>
                        <a:pt x="28956" y="25813"/>
                        <a:pt x="30290" y="25908"/>
                        <a:pt x="31147" y="25908"/>
                      </a:cubicBezTo>
                      <a:cubicBezTo>
                        <a:pt x="32004" y="25908"/>
                        <a:pt x="32861" y="25908"/>
                        <a:pt x="33624" y="25717"/>
                      </a:cubicBezTo>
                      <a:cubicBezTo>
                        <a:pt x="34004" y="27051"/>
                        <a:pt x="34100" y="28765"/>
                        <a:pt x="34100" y="31147"/>
                      </a:cubicBezTo>
                      <a:cubicBezTo>
                        <a:pt x="34100" y="33719"/>
                        <a:pt x="34100" y="35528"/>
                        <a:pt x="34195" y="36481"/>
                      </a:cubicBezTo>
                      <a:cubicBezTo>
                        <a:pt x="33147" y="37243"/>
                        <a:pt x="31718" y="37624"/>
                        <a:pt x="29813" y="37624"/>
                      </a:cubicBezTo>
                      <a:cubicBezTo>
                        <a:pt x="29052" y="37624"/>
                        <a:pt x="27909" y="37624"/>
                        <a:pt x="26289" y="37338"/>
                      </a:cubicBezTo>
                      <a:cubicBezTo>
                        <a:pt x="24765" y="37148"/>
                        <a:pt x="23527" y="37052"/>
                        <a:pt x="22765" y="37052"/>
                      </a:cubicBezTo>
                      <a:cubicBezTo>
                        <a:pt x="22003" y="37052"/>
                        <a:pt x="21336" y="37052"/>
                        <a:pt x="20574" y="37243"/>
                      </a:cubicBezTo>
                      <a:lnTo>
                        <a:pt x="20574" y="36862"/>
                      </a:lnTo>
                      <a:cubicBezTo>
                        <a:pt x="20574" y="36862"/>
                        <a:pt x="19431" y="36862"/>
                        <a:pt x="18193" y="36862"/>
                      </a:cubicBezTo>
                      <a:cubicBezTo>
                        <a:pt x="17336" y="36862"/>
                        <a:pt x="16574" y="37052"/>
                        <a:pt x="15907" y="37433"/>
                      </a:cubicBezTo>
                      <a:cubicBezTo>
                        <a:pt x="15621" y="37243"/>
                        <a:pt x="15336" y="37243"/>
                        <a:pt x="14860" y="37243"/>
                      </a:cubicBezTo>
                      <a:cubicBezTo>
                        <a:pt x="14193" y="37243"/>
                        <a:pt x="13907" y="37243"/>
                        <a:pt x="13811" y="37243"/>
                      </a:cubicBezTo>
                      <a:cubicBezTo>
                        <a:pt x="12954" y="37529"/>
                        <a:pt x="12573" y="38100"/>
                        <a:pt x="12573" y="39148"/>
                      </a:cubicBezTo>
                      <a:cubicBezTo>
                        <a:pt x="12573" y="39910"/>
                        <a:pt x="12668" y="40386"/>
                        <a:pt x="12954" y="40862"/>
                      </a:cubicBezTo>
                      <a:cubicBezTo>
                        <a:pt x="11811" y="40577"/>
                        <a:pt x="10859" y="40862"/>
                        <a:pt x="10002" y="41719"/>
                      </a:cubicBezTo>
                      <a:lnTo>
                        <a:pt x="12002" y="41338"/>
                      </a:lnTo>
                      <a:lnTo>
                        <a:pt x="11811" y="41719"/>
                      </a:lnTo>
                      <a:cubicBezTo>
                        <a:pt x="11811" y="41719"/>
                        <a:pt x="12002" y="42005"/>
                        <a:pt x="12192" y="42005"/>
                      </a:cubicBezTo>
                      <a:cubicBezTo>
                        <a:pt x="12097" y="42005"/>
                        <a:pt x="12383" y="41815"/>
                        <a:pt x="13050" y="41338"/>
                      </a:cubicBezTo>
                      <a:cubicBezTo>
                        <a:pt x="13050" y="41148"/>
                        <a:pt x="13050" y="42672"/>
                        <a:pt x="13050" y="45815"/>
                      </a:cubicBezTo>
                      <a:cubicBezTo>
                        <a:pt x="13050" y="47625"/>
                        <a:pt x="13335" y="49054"/>
                        <a:pt x="13907" y="50006"/>
                      </a:cubicBezTo>
                      <a:cubicBezTo>
                        <a:pt x="15812" y="50197"/>
                        <a:pt x="17812" y="50387"/>
                        <a:pt x="19908" y="50387"/>
                      </a:cubicBezTo>
                      <a:cubicBezTo>
                        <a:pt x="21527" y="50387"/>
                        <a:pt x="23813" y="50387"/>
                        <a:pt x="26861" y="50102"/>
                      </a:cubicBezTo>
                      <a:cubicBezTo>
                        <a:pt x="29909" y="49911"/>
                        <a:pt x="32195" y="49816"/>
                        <a:pt x="33719" y="49816"/>
                      </a:cubicBezTo>
                      <a:cubicBezTo>
                        <a:pt x="36005" y="49816"/>
                        <a:pt x="38195" y="50006"/>
                        <a:pt x="40196" y="50292"/>
                      </a:cubicBezTo>
                      <a:cubicBezTo>
                        <a:pt x="40577" y="49435"/>
                        <a:pt x="41243" y="49435"/>
                        <a:pt x="42291" y="50102"/>
                      </a:cubicBezTo>
                      <a:close/>
                      <a:moveTo>
                        <a:pt x="2763" y="11430"/>
                      </a:moveTo>
                      <a:lnTo>
                        <a:pt x="3239" y="12002"/>
                      </a:lnTo>
                      <a:lnTo>
                        <a:pt x="3239" y="12192"/>
                      </a:lnTo>
                      <a:cubicBezTo>
                        <a:pt x="3239" y="12192"/>
                        <a:pt x="2763" y="11716"/>
                        <a:pt x="2763" y="11430"/>
                      </a:cubicBezTo>
                      <a:close/>
                      <a:moveTo>
                        <a:pt x="18574" y="33433"/>
                      </a:moveTo>
                      <a:lnTo>
                        <a:pt x="17622" y="33433"/>
                      </a:lnTo>
                      <a:cubicBezTo>
                        <a:pt x="17622" y="33433"/>
                        <a:pt x="18098" y="33814"/>
                        <a:pt x="18574" y="33433"/>
                      </a:cubicBezTo>
                      <a:lnTo>
                        <a:pt x="18955" y="33433"/>
                      </a:lnTo>
                      <a:cubicBezTo>
                        <a:pt x="18955" y="33433"/>
                        <a:pt x="19145" y="33719"/>
                        <a:pt x="19145" y="34004"/>
                      </a:cubicBezTo>
                      <a:lnTo>
                        <a:pt x="20194" y="33433"/>
                      </a:lnTo>
                      <a:cubicBezTo>
                        <a:pt x="20194" y="33433"/>
                        <a:pt x="20574" y="33909"/>
                        <a:pt x="20574" y="34004"/>
                      </a:cubicBezTo>
                      <a:lnTo>
                        <a:pt x="21717" y="34004"/>
                      </a:lnTo>
                      <a:lnTo>
                        <a:pt x="21717" y="33433"/>
                      </a:lnTo>
                      <a:lnTo>
                        <a:pt x="18955" y="33433"/>
                      </a:lnTo>
                      <a:cubicBezTo>
                        <a:pt x="18955" y="33433"/>
                        <a:pt x="18765" y="33338"/>
                        <a:pt x="18574" y="33433"/>
                      </a:cubicBezTo>
                      <a:close/>
                      <a:moveTo>
                        <a:pt x="33528" y="4381"/>
                      </a:moveTo>
                      <a:lnTo>
                        <a:pt x="32957" y="4000"/>
                      </a:lnTo>
                      <a:lnTo>
                        <a:pt x="33528" y="5239"/>
                      </a:lnTo>
                      <a:lnTo>
                        <a:pt x="33528" y="4381"/>
                      </a:lnTo>
                      <a:close/>
                      <a:moveTo>
                        <a:pt x="47816" y="54197"/>
                      </a:moveTo>
                      <a:lnTo>
                        <a:pt x="48102" y="54197"/>
                      </a:lnTo>
                      <a:lnTo>
                        <a:pt x="47149" y="54769"/>
                      </a:lnTo>
                      <a:lnTo>
                        <a:pt x="47816" y="54197"/>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2" name="Google Shape;1012;p99"/>
              <p:cNvGrpSpPr/>
              <p:nvPr/>
            </p:nvGrpSpPr>
            <p:grpSpPr>
              <a:xfrm>
                <a:off x="13926877" y="4077557"/>
                <a:ext cx="176593" cy="49435"/>
                <a:chOff x="8673559" y="1795652"/>
                <a:chExt cx="176593" cy="49435"/>
              </a:xfrm>
            </p:grpSpPr>
            <p:sp>
              <p:nvSpPr>
                <p:cNvPr id="1013" name="Google Shape;1013;p99"/>
                <p:cNvSpPr/>
                <p:nvPr/>
              </p:nvSpPr>
              <p:spPr>
                <a:xfrm>
                  <a:off x="8673559" y="1802701"/>
                  <a:ext cx="39052" cy="42100"/>
                </a:xfrm>
                <a:custGeom>
                  <a:avLst/>
                  <a:gdLst/>
                  <a:ahLst/>
                  <a:cxnLst/>
                  <a:rect l="l" t="t" r="r" b="b"/>
                  <a:pathLst>
                    <a:path w="39052" h="42100" extrusionOk="0">
                      <a:moveTo>
                        <a:pt x="571" y="28956"/>
                      </a:moveTo>
                      <a:cubicBezTo>
                        <a:pt x="571" y="28956"/>
                        <a:pt x="571" y="29527"/>
                        <a:pt x="762" y="29527"/>
                      </a:cubicBezTo>
                      <a:cubicBezTo>
                        <a:pt x="762" y="29527"/>
                        <a:pt x="858" y="29527"/>
                        <a:pt x="953" y="29527"/>
                      </a:cubicBezTo>
                      <a:cubicBezTo>
                        <a:pt x="953" y="29527"/>
                        <a:pt x="1143" y="29527"/>
                        <a:pt x="1238" y="29527"/>
                      </a:cubicBezTo>
                      <a:cubicBezTo>
                        <a:pt x="1334" y="29527"/>
                        <a:pt x="1334" y="29527"/>
                        <a:pt x="1429" y="29718"/>
                      </a:cubicBezTo>
                      <a:cubicBezTo>
                        <a:pt x="571" y="29718"/>
                        <a:pt x="95" y="29718"/>
                        <a:pt x="0" y="29527"/>
                      </a:cubicBezTo>
                      <a:lnTo>
                        <a:pt x="571" y="29051"/>
                      </a:lnTo>
                      <a:close/>
                      <a:moveTo>
                        <a:pt x="1429" y="34290"/>
                      </a:moveTo>
                      <a:cubicBezTo>
                        <a:pt x="1429" y="34290"/>
                        <a:pt x="1620" y="34004"/>
                        <a:pt x="1905" y="34004"/>
                      </a:cubicBezTo>
                      <a:lnTo>
                        <a:pt x="2477" y="34004"/>
                      </a:lnTo>
                      <a:cubicBezTo>
                        <a:pt x="2477" y="34004"/>
                        <a:pt x="2286" y="34290"/>
                        <a:pt x="2000" y="34290"/>
                      </a:cubicBezTo>
                      <a:lnTo>
                        <a:pt x="1429" y="34290"/>
                      </a:lnTo>
                      <a:close/>
                      <a:moveTo>
                        <a:pt x="3239" y="37052"/>
                      </a:moveTo>
                      <a:lnTo>
                        <a:pt x="3239" y="36481"/>
                      </a:lnTo>
                      <a:lnTo>
                        <a:pt x="3620" y="36481"/>
                      </a:lnTo>
                      <a:lnTo>
                        <a:pt x="3239" y="37052"/>
                      </a:lnTo>
                      <a:close/>
                      <a:moveTo>
                        <a:pt x="5429" y="33623"/>
                      </a:moveTo>
                      <a:cubicBezTo>
                        <a:pt x="5429" y="33623"/>
                        <a:pt x="5905" y="33623"/>
                        <a:pt x="6191" y="34004"/>
                      </a:cubicBezTo>
                      <a:lnTo>
                        <a:pt x="6191" y="34290"/>
                      </a:lnTo>
                      <a:lnTo>
                        <a:pt x="5429" y="33623"/>
                      </a:lnTo>
                      <a:close/>
                      <a:moveTo>
                        <a:pt x="6191" y="37052"/>
                      </a:moveTo>
                      <a:cubicBezTo>
                        <a:pt x="6191" y="37052"/>
                        <a:pt x="6477" y="36957"/>
                        <a:pt x="6572" y="36766"/>
                      </a:cubicBezTo>
                      <a:cubicBezTo>
                        <a:pt x="6668" y="36576"/>
                        <a:pt x="6858" y="36481"/>
                        <a:pt x="6858" y="36481"/>
                      </a:cubicBezTo>
                      <a:cubicBezTo>
                        <a:pt x="6858" y="36671"/>
                        <a:pt x="6858" y="36862"/>
                        <a:pt x="6572" y="37052"/>
                      </a:cubicBezTo>
                      <a:lnTo>
                        <a:pt x="6191" y="37052"/>
                      </a:lnTo>
                      <a:close/>
                      <a:moveTo>
                        <a:pt x="7144" y="32385"/>
                      </a:moveTo>
                      <a:lnTo>
                        <a:pt x="7144" y="32861"/>
                      </a:lnTo>
                      <a:lnTo>
                        <a:pt x="6382" y="32861"/>
                      </a:lnTo>
                      <a:cubicBezTo>
                        <a:pt x="6382" y="32861"/>
                        <a:pt x="6668" y="32194"/>
                        <a:pt x="6763" y="32194"/>
                      </a:cubicBezTo>
                      <a:cubicBezTo>
                        <a:pt x="6858" y="32194"/>
                        <a:pt x="6954" y="32194"/>
                        <a:pt x="7048" y="32385"/>
                      </a:cubicBezTo>
                      <a:close/>
                      <a:moveTo>
                        <a:pt x="8001" y="28765"/>
                      </a:moveTo>
                      <a:lnTo>
                        <a:pt x="8001" y="29147"/>
                      </a:lnTo>
                      <a:lnTo>
                        <a:pt x="7144" y="28480"/>
                      </a:lnTo>
                      <a:cubicBezTo>
                        <a:pt x="7144" y="28480"/>
                        <a:pt x="7620" y="28480"/>
                        <a:pt x="8001" y="28765"/>
                      </a:cubicBezTo>
                      <a:close/>
                      <a:moveTo>
                        <a:pt x="7144" y="34861"/>
                      </a:moveTo>
                      <a:cubicBezTo>
                        <a:pt x="7144" y="34861"/>
                        <a:pt x="7620" y="35052"/>
                        <a:pt x="7620" y="35433"/>
                      </a:cubicBezTo>
                      <a:lnTo>
                        <a:pt x="7144" y="35433"/>
                      </a:lnTo>
                      <a:lnTo>
                        <a:pt x="7144" y="34861"/>
                      </a:lnTo>
                      <a:close/>
                      <a:moveTo>
                        <a:pt x="8191" y="39338"/>
                      </a:moveTo>
                      <a:lnTo>
                        <a:pt x="8191" y="39148"/>
                      </a:lnTo>
                      <a:lnTo>
                        <a:pt x="8858" y="38672"/>
                      </a:lnTo>
                      <a:lnTo>
                        <a:pt x="8191" y="39338"/>
                      </a:lnTo>
                      <a:close/>
                      <a:moveTo>
                        <a:pt x="39053" y="30956"/>
                      </a:moveTo>
                      <a:lnTo>
                        <a:pt x="37243" y="31242"/>
                      </a:lnTo>
                      <a:lnTo>
                        <a:pt x="37243" y="31432"/>
                      </a:lnTo>
                      <a:cubicBezTo>
                        <a:pt x="37243" y="31432"/>
                        <a:pt x="37338" y="31623"/>
                        <a:pt x="37624" y="31814"/>
                      </a:cubicBezTo>
                      <a:cubicBezTo>
                        <a:pt x="37910" y="32004"/>
                        <a:pt x="38100" y="32194"/>
                        <a:pt x="38100" y="32385"/>
                      </a:cubicBezTo>
                      <a:lnTo>
                        <a:pt x="38481" y="32385"/>
                      </a:lnTo>
                      <a:cubicBezTo>
                        <a:pt x="38291" y="33528"/>
                        <a:pt x="38100" y="34576"/>
                        <a:pt x="37910" y="35623"/>
                      </a:cubicBezTo>
                      <a:cubicBezTo>
                        <a:pt x="37624" y="36766"/>
                        <a:pt x="36957" y="37528"/>
                        <a:pt x="35909" y="37910"/>
                      </a:cubicBezTo>
                      <a:cubicBezTo>
                        <a:pt x="35719" y="37243"/>
                        <a:pt x="35338" y="37052"/>
                        <a:pt x="34671" y="37338"/>
                      </a:cubicBezTo>
                      <a:lnTo>
                        <a:pt x="34480" y="37528"/>
                      </a:lnTo>
                      <a:lnTo>
                        <a:pt x="35243" y="38386"/>
                      </a:lnTo>
                      <a:cubicBezTo>
                        <a:pt x="35243" y="38386"/>
                        <a:pt x="34671" y="38195"/>
                        <a:pt x="34195" y="37814"/>
                      </a:cubicBezTo>
                      <a:cubicBezTo>
                        <a:pt x="33814" y="37528"/>
                        <a:pt x="33528" y="37338"/>
                        <a:pt x="33242" y="37338"/>
                      </a:cubicBezTo>
                      <a:cubicBezTo>
                        <a:pt x="32957" y="37338"/>
                        <a:pt x="32766" y="37433"/>
                        <a:pt x="32385" y="37719"/>
                      </a:cubicBezTo>
                      <a:lnTo>
                        <a:pt x="33147" y="37719"/>
                      </a:lnTo>
                      <a:lnTo>
                        <a:pt x="33147" y="38005"/>
                      </a:lnTo>
                      <a:cubicBezTo>
                        <a:pt x="33147" y="38005"/>
                        <a:pt x="34004" y="38481"/>
                        <a:pt x="34671" y="38957"/>
                      </a:cubicBezTo>
                      <a:lnTo>
                        <a:pt x="33147" y="39624"/>
                      </a:lnTo>
                      <a:lnTo>
                        <a:pt x="33433" y="39815"/>
                      </a:lnTo>
                      <a:cubicBezTo>
                        <a:pt x="33433" y="39815"/>
                        <a:pt x="32766" y="40100"/>
                        <a:pt x="31718" y="40577"/>
                      </a:cubicBezTo>
                      <a:cubicBezTo>
                        <a:pt x="31242" y="40767"/>
                        <a:pt x="30671" y="40862"/>
                        <a:pt x="30195" y="40862"/>
                      </a:cubicBezTo>
                      <a:cubicBezTo>
                        <a:pt x="29909" y="40862"/>
                        <a:pt x="29623" y="40862"/>
                        <a:pt x="29337" y="40862"/>
                      </a:cubicBezTo>
                      <a:cubicBezTo>
                        <a:pt x="29146" y="41339"/>
                        <a:pt x="29146" y="41624"/>
                        <a:pt x="29242" y="41815"/>
                      </a:cubicBezTo>
                      <a:lnTo>
                        <a:pt x="21241" y="42100"/>
                      </a:lnTo>
                      <a:cubicBezTo>
                        <a:pt x="20574" y="41529"/>
                        <a:pt x="19621" y="40957"/>
                        <a:pt x="18288" y="40577"/>
                      </a:cubicBezTo>
                      <a:cubicBezTo>
                        <a:pt x="16764" y="40195"/>
                        <a:pt x="15812" y="39815"/>
                        <a:pt x="15430" y="39433"/>
                      </a:cubicBezTo>
                      <a:cubicBezTo>
                        <a:pt x="15240" y="39148"/>
                        <a:pt x="14954" y="39052"/>
                        <a:pt x="14478" y="38957"/>
                      </a:cubicBezTo>
                      <a:cubicBezTo>
                        <a:pt x="14002" y="38862"/>
                        <a:pt x="13621" y="38767"/>
                        <a:pt x="13240" y="38672"/>
                      </a:cubicBezTo>
                      <a:lnTo>
                        <a:pt x="13811" y="38100"/>
                      </a:lnTo>
                      <a:lnTo>
                        <a:pt x="12954" y="37243"/>
                      </a:lnTo>
                      <a:lnTo>
                        <a:pt x="12764" y="37814"/>
                      </a:lnTo>
                      <a:cubicBezTo>
                        <a:pt x="12097" y="37624"/>
                        <a:pt x="11716" y="37052"/>
                        <a:pt x="11621" y="36100"/>
                      </a:cubicBezTo>
                      <a:cubicBezTo>
                        <a:pt x="11621" y="35243"/>
                        <a:pt x="11049" y="34766"/>
                        <a:pt x="10096" y="34766"/>
                      </a:cubicBezTo>
                      <a:lnTo>
                        <a:pt x="9430" y="34766"/>
                      </a:lnTo>
                      <a:cubicBezTo>
                        <a:pt x="10096" y="34766"/>
                        <a:pt x="10383" y="34385"/>
                        <a:pt x="10383" y="33814"/>
                      </a:cubicBezTo>
                      <a:cubicBezTo>
                        <a:pt x="10383" y="33623"/>
                        <a:pt x="10383" y="33433"/>
                        <a:pt x="10192" y="33242"/>
                      </a:cubicBezTo>
                      <a:cubicBezTo>
                        <a:pt x="10192" y="33052"/>
                        <a:pt x="9716" y="32861"/>
                        <a:pt x="9144" y="32575"/>
                      </a:cubicBezTo>
                      <a:lnTo>
                        <a:pt x="8954" y="32766"/>
                      </a:lnTo>
                      <a:cubicBezTo>
                        <a:pt x="8954" y="32766"/>
                        <a:pt x="8954" y="32861"/>
                        <a:pt x="8763" y="32861"/>
                      </a:cubicBezTo>
                      <a:cubicBezTo>
                        <a:pt x="8763" y="32861"/>
                        <a:pt x="8573" y="32766"/>
                        <a:pt x="8477" y="32480"/>
                      </a:cubicBezTo>
                      <a:cubicBezTo>
                        <a:pt x="8477" y="32194"/>
                        <a:pt x="8477" y="32004"/>
                        <a:pt x="8477" y="31814"/>
                      </a:cubicBezTo>
                      <a:cubicBezTo>
                        <a:pt x="8858" y="31814"/>
                        <a:pt x="9335" y="31337"/>
                        <a:pt x="10096" y="30670"/>
                      </a:cubicBezTo>
                      <a:cubicBezTo>
                        <a:pt x="10668" y="30099"/>
                        <a:pt x="11239" y="29813"/>
                        <a:pt x="11621" y="29813"/>
                      </a:cubicBezTo>
                      <a:cubicBezTo>
                        <a:pt x="11811" y="29813"/>
                        <a:pt x="12002" y="29813"/>
                        <a:pt x="12288" y="30004"/>
                      </a:cubicBezTo>
                      <a:cubicBezTo>
                        <a:pt x="12097" y="29813"/>
                        <a:pt x="12097" y="29527"/>
                        <a:pt x="12288" y="29337"/>
                      </a:cubicBezTo>
                      <a:cubicBezTo>
                        <a:pt x="12382" y="29147"/>
                        <a:pt x="12288" y="28861"/>
                        <a:pt x="11906" y="28575"/>
                      </a:cubicBezTo>
                      <a:lnTo>
                        <a:pt x="13716" y="27718"/>
                      </a:lnTo>
                      <a:lnTo>
                        <a:pt x="13335" y="27146"/>
                      </a:lnTo>
                      <a:cubicBezTo>
                        <a:pt x="13335" y="27146"/>
                        <a:pt x="14097" y="26956"/>
                        <a:pt x="14669" y="26670"/>
                      </a:cubicBezTo>
                      <a:cubicBezTo>
                        <a:pt x="15335" y="26289"/>
                        <a:pt x="15716" y="26194"/>
                        <a:pt x="15907" y="26194"/>
                      </a:cubicBezTo>
                      <a:cubicBezTo>
                        <a:pt x="16193" y="26194"/>
                        <a:pt x="16479" y="26479"/>
                        <a:pt x="16573" y="26956"/>
                      </a:cubicBezTo>
                      <a:cubicBezTo>
                        <a:pt x="16479" y="28099"/>
                        <a:pt x="16859" y="29242"/>
                        <a:pt x="17812" y="30385"/>
                      </a:cubicBezTo>
                      <a:cubicBezTo>
                        <a:pt x="18288" y="30956"/>
                        <a:pt x="19241" y="31814"/>
                        <a:pt x="20574" y="33052"/>
                      </a:cubicBezTo>
                      <a:cubicBezTo>
                        <a:pt x="20764" y="33528"/>
                        <a:pt x="21050" y="33719"/>
                        <a:pt x="21622" y="33719"/>
                      </a:cubicBezTo>
                      <a:cubicBezTo>
                        <a:pt x="21813" y="33719"/>
                        <a:pt x="22003" y="33719"/>
                        <a:pt x="22289" y="33719"/>
                      </a:cubicBezTo>
                      <a:cubicBezTo>
                        <a:pt x="22574" y="33719"/>
                        <a:pt x="22765" y="33719"/>
                        <a:pt x="22956" y="33719"/>
                      </a:cubicBezTo>
                      <a:cubicBezTo>
                        <a:pt x="23241" y="33719"/>
                        <a:pt x="23527" y="33719"/>
                        <a:pt x="23813" y="33909"/>
                      </a:cubicBezTo>
                      <a:cubicBezTo>
                        <a:pt x="24099" y="34004"/>
                        <a:pt x="24479" y="34099"/>
                        <a:pt x="24765" y="34099"/>
                      </a:cubicBezTo>
                      <a:cubicBezTo>
                        <a:pt x="25337" y="34099"/>
                        <a:pt x="26098" y="33814"/>
                        <a:pt x="26956" y="33242"/>
                      </a:cubicBezTo>
                      <a:cubicBezTo>
                        <a:pt x="28194" y="32385"/>
                        <a:pt x="28956" y="31909"/>
                        <a:pt x="29146" y="31909"/>
                      </a:cubicBezTo>
                      <a:cubicBezTo>
                        <a:pt x="29337" y="31623"/>
                        <a:pt x="29337" y="31337"/>
                        <a:pt x="29337" y="31052"/>
                      </a:cubicBezTo>
                      <a:cubicBezTo>
                        <a:pt x="29337" y="30670"/>
                        <a:pt x="29146" y="30099"/>
                        <a:pt x="28670" y="29432"/>
                      </a:cubicBezTo>
                      <a:cubicBezTo>
                        <a:pt x="28194" y="28765"/>
                        <a:pt x="27908" y="28289"/>
                        <a:pt x="27813" y="27908"/>
                      </a:cubicBezTo>
                      <a:cubicBezTo>
                        <a:pt x="26956" y="27718"/>
                        <a:pt x="26480" y="27432"/>
                        <a:pt x="26289" y="26860"/>
                      </a:cubicBezTo>
                      <a:lnTo>
                        <a:pt x="26575" y="26670"/>
                      </a:lnTo>
                      <a:cubicBezTo>
                        <a:pt x="25432" y="26194"/>
                        <a:pt x="23908" y="25336"/>
                        <a:pt x="21907" y="24289"/>
                      </a:cubicBezTo>
                      <a:cubicBezTo>
                        <a:pt x="21717" y="24479"/>
                        <a:pt x="21527" y="24574"/>
                        <a:pt x="21241" y="24574"/>
                      </a:cubicBezTo>
                      <a:cubicBezTo>
                        <a:pt x="20955" y="24574"/>
                        <a:pt x="20670" y="24384"/>
                        <a:pt x="20193" y="24003"/>
                      </a:cubicBezTo>
                      <a:cubicBezTo>
                        <a:pt x="19812" y="23622"/>
                        <a:pt x="19431" y="23431"/>
                        <a:pt x="19145" y="23431"/>
                      </a:cubicBezTo>
                      <a:cubicBezTo>
                        <a:pt x="19145" y="23431"/>
                        <a:pt x="18955" y="23431"/>
                        <a:pt x="18860" y="23431"/>
                      </a:cubicBezTo>
                      <a:cubicBezTo>
                        <a:pt x="18002" y="23241"/>
                        <a:pt x="17145" y="22479"/>
                        <a:pt x="16288" y="21241"/>
                      </a:cubicBezTo>
                      <a:cubicBezTo>
                        <a:pt x="15335" y="19907"/>
                        <a:pt x="14478" y="19050"/>
                        <a:pt x="13811" y="18669"/>
                      </a:cubicBezTo>
                      <a:cubicBezTo>
                        <a:pt x="13811" y="18288"/>
                        <a:pt x="13811" y="17812"/>
                        <a:pt x="13240" y="17240"/>
                      </a:cubicBezTo>
                      <a:cubicBezTo>
                        <a:pt x="12859" y="16669"/>
                        <a:pt x="12668" y="16193"/>
                        <a:pt x="12668" y="15907"/>
                      </a:cubicBezTo>
                      <a:cubicBezTo>
                        <a:pt x="12478" y="15431"/>
                        <a:pt x="12288" y="14573"/>
                        <a:pt x="12192" y="13335"/>
                      </a:cubicBezTo>
                      <a:cubicBezTo>
                        <a:pt x="12192" y="12192"/>
                        <a:pt x="12192" y="11049"/>
                        <a:pt x="12097" y="9906"/>
                      </a:cubicBezTo>
                      <a:cubicBezTo>
                        <a:pt x="12382" y="9715"/>
                        <a:pt x="12478" y="9620"/>
                        <a:pt x="12478" y="9525"/>
                      </a:cubicBezTo>
                      <a:cubicBezTo>
                        <a:pt x="12478" y="9430"/>
                        <a:pt x="12478" y="9239"/>
                        <a:pt x="12288" y="9049"/>
                      </a:cubicBezTo>
                      <a:cubicBezTo>
                        <a:pt x="12097" y="8858"/>
                        <a:pt x="12097" y="8668"/>
                        <a:pt x="12097" y="8573"/>
                      </a:cubicBezTo>
                      <a:cubicBezTo>
                        <a:pt x="12192" y="8096"/>
                        <a:pt x="12859" y="7429"/>
                        <a:pt x="13907" y="6572"/>
                      </a:cubicBezTo>
                      <a:cubicBezTo>
                        <a:pt x="14669" y="5810"/>
                        <a:pt x="15145" y="5144"/>
                        <a:pt x="15145" y="4477"/>
                      </a:cubicBezTo>
                      <a:cubicBezTo>
                        <a:pt x="15335" y="4477"/>
                        <a:pt x="15526" y="4286"/>
                        <a:pt x="15907" y="4096"/>
                      </a:cubicBezTo>
                      <a:cubicBezTo>
                        <a:pt x="16193" y="3905"/>
                        <a:pt x="16479" y="3715"/>
                        <a:pt x="16573" y="3715"/>
                      </a:cubicBezTo>
                      <a:cubicBezTo>
                        <a:pt x="16669" y="3715"/>
                        <a:pt x="16764" y="3715"/>
                        <a:pt x="16859" y="3905"/>
                      </a:cubicBezTo>
                      <a:cubicBezTo>
                        <a:pt x="17526" y="2857"/>
                        <a:pt x="18574" y="2096"/>
                        <a:pt x="20003" y="1524"/>
                      </a:cubicBezTo>
                      <a:cubicBezTo>
                        <a:pt x="21336" y="1048"/>
                        <a:pt x="22574" y="667"/>
                        <a:pt x="23908" y="190"/>
                      </a:cubicBezTo>
                      <a:cubicBezTo>
                        <a:pt x="24289" y="95"/>
                        <a:pt x="24670" y="0"/>
                        <a:pt x="25051" y="0"/>
                      </a:cubicBezTo>
                      <a:cubicBezTo>
                        <a:pt x="25622" y="0"/>
                        <a:pt x="26384" y="190"/>
                        <a:pt x="27337" y="667"/>
                      </a:cubicBezTo>
                      <a:cubicBezTo>
                        <a:pt x="28290" y="1143"/>
                        <a:pt x="29051" y="1333"/>
                        <a:pt x="29623" y="1333"/>
                      </a:cubicBezTo>
                      <a:cubicBezTo>
                        <a:pt x="29909" y="1333"/>
                        <a:pt x="30099" y="1333"/>
                        <a:pt x="30385" y="1333"/>
                      </a:cubicBezTo>
                      <a:cubicBezTo>
                        <a:pt x="30575" y="1810"/>
                        <a:pt x="31052" y="2191"/>
                        <a:pt x="31718" y="2286"/>
                      </a:cubicBezTo>
                      <a:cubicBezTo>
                        <a:pt x="32481" y="2572"/>
                        <a:pt x="33052" y="2762"/>
                        <a:pt x="33242" y="2857"/>
                      </a:cubicBezTo>
                      <a:cubicBezTo>
                        <a:pt x="34385" y="2953"/>
                        <a:pt x="35529" y="4477"/>
                        <a:pt x="36481" y="7429"/>
                      </a:cubicBezTo>
                      <a:cubicBezTo>
                        <a:pt x="36481" y="7810"/>
                        <a:pt x="36195" y="8382"/>
                        <a:pt x="35529" y="9144"/>
                      </a:cubicBezTo>
                      <a:cubicBezTo>
                        <a:pt x="34957" y="9811"/>
                        <a:pt x="34671" y="10382"/>
                        <a:pt x="34766" y="10954"/>
                      </a:cubicBezTo>
                      <a:cubicBezTo>
                        <a:pt x="34385" y="10954"/>
                        <a:pt x="34195" y="10954"/>
                        <a:pt x="34100" y="11430"/>
                      </a:cubicBezTo>
                      <a:cubicBezTo>
                        <a:pt x="34100" y="11906"/>
                        <a:pt x="34004" y="12097"/>
                        <a:pt x="33814" y="12192"/>
                      </a:cubicBezTo>
                      <a:cubicBezTo>
                        <a:pt x="32861" y="12668"/>
                        <a:pt x="32195" y="12859"/>
                        <a:pt x="31814" y="12859"/>
                      </a:cubicBezTo>
                      <a:cubicBezTo>
                        <a:pt x="31242" y="12859"/>
                        <a:pt x="30766" y="12478"/>
                        <a:pt x="30289" y="11811"/>
                      </a:cubicBezTo>
                      <a:cubicBezTo>
                        <a:pt x="30289" y="11240"/>
                        <a:pt x="29909" y="10858"/>
                        <a:pt x="29242" y="10573"/>
                      </a:cubicBezTo>
                      <a:cubicBezTo>
                        <a:pt x="28480" y="10287"/>
                        <a:pt x="28004" y="10001"/>
                        <a:pt x="27908" y="9620"/>
                      </a:cubicBezTo>
                      <a:cubicBezTo>
                        <a:pt x="27718" y="9620"/>
                        <a:pt x="27147" y="9335"/>
                        <a:pt x="26289" y="9049"/>
                      </a:cubicBezTo>
                      <a:cubicBezTo>
                        <a:pt x="25527" y="8763"/>
                        <a:pt x="25051" y="8668"/>
                        <a:pt x="24575" y="8668"/>
                      </a:cubicBezTo>
                      <a:cubicBezTo>
                        <a:pt x="24003" y="8668"/>
                        <a:pt x="23432" y="8953"/>
                        <a:pt x="23051" y="9525"/>
                      </a:cubicBezTo>
                      <a:cubicBezTo>
                        <a:pt x="22860" y="9525"/>
                        <a:pt x="22765" y="9525"/>
                        <a:pt x="22670" y="9525"/>
                      </a:cubicBezTo>
                      <a:cubicBezTo>
                        <a:pt x="22384" y="9525"/>
                        <a:pt x="21907" y="9811"/>
                        <a:pt x="21336" y="10287"/>
                      </a:cubicBezTo>
                      <a:cubicBezTo>
                        <a:pt x="21527" y="10668"/>
                        <a:pt x="21622" y="10858"/>
                        <a:pt x="21622" y="11144"/>
                      </a:cubicBezTo>
                      <a:cubicBezTo>
                        <a:pt x="21622" y="11430"/>
                        <a:pt x="21336" y="11716"/>
                        <a:pt x="20955" y="12002"/>
                      </a:cubicBezTo>
                      <a:cubicBezTo>
                        <a:pt x="20479" y="12287"/>
                        <a:pt x="20288" y="12478"/>
                        <a:pt x="20288" y="12764"/>
                      </a:cubicBezTo>
                      <a:cubicBezTo>
                        <a:pt x="20288" y="12954"/>
                        <a:pt x="20288" y="13240"/>
                        <a:pt x="20670" y="13621"/>
                      </a:cubicBezTo>
                      <a:cubicBezTo>
                        <a:pt x="22098" y="15716"/>
                        <a:pt x="24384" y="17335"/>
                        <a:pt x="27337" y="18478"/>
                      </a:cubicBezTo>
                      <a:cubicBezTo>
                        <a:pt x="27718" y="18574"/>
                        <a:pt x="28290" y="18955"/>
                        <a:pt x="28956" y="19431"/>
                      </a:cubicBezTo>
                      <a:cubicBezTo>
                        <a:pt x="29623" y="20002"/>
                        <a:pt x="30289" y="20383"/>
                        <a:pt x="30766" y="20383"/>
                      </a:cubicBezTo>
                      <a:cubicBezTo>
                        <a:pt x="31242" y="20383"/>
                        <a:pt x="31909" y="20860"/>
                        <a:pt x="32766" y="21527"/>
                      </a:cubicBezTo>
                      <a:cubicBezTo>
                        <a:pt x="33528" y="22193"/>
                        <a:pt x="34290" y="22479"/>
                        <a:pt x="34957" y="22384"/>
                      </a:cubicBezTo>
                      <a:cubicBezTo>
                        <a:pt x="34957" y="22765"/>
                        <a:pt x="34957" y="22955"/>
                        <a:pt x="35052" y="22955"/>
                      </a:cubicBezTo>
                      <a:cubicBezTo>
                        <a:pt x="35338" y="22955"/>
                        <a:pt x="35623" y="23241"/>
                        <a:pt x="35814" y="23717"/>
                      </a:cubicBezTo>
                      <a:cubicBezTo>
                        <a:pt x="36005" y="24194"/>
                        <a:pt x="36195" y="24384"/>
                        <a:pt x="36481" y="24289"/>
                      </a:cubicBezTo>
                      <a:cubicBezTo>
                        <a:pt x="36481" y="24479"/>
                        <a:pt x="36957" y="25241"/>
                        <a:pt x="37910" y="26479"/>
                      </a:cubicBezTo>
                      <a:cubicBezTo>
                        <a:pt x="38481" y="27432"/>
                        <a:pt x="38767" y="28289"/>
                        <a:pt x="38767" y="29147"/>
                      </a:cubicBezTo>
                      <a:cubicBezTo>
                        <a:pt x="38958" y="29337"/>
                        <a:pt x="39053" y="29527"/>
                        <a:pt x="39053" y="29813"/>
                      </a:cubicBezTo>
                      <a:cubicBezTo>
                        <a:pt x="39053" y="30004"/>
                        <a:pt x="39053" y="30194"/>
                        <a:pt x="38767" y="30480"/>
                      </a:cubicBezTo>
                      <a:cubicBezTo>
                        <a:pt x="38671" y="30766"/>
                        <a:pt x="38576" y="30956"/>
                        <a:pt x="38576" y="31052"/>
                      </a:cubicBezTo>
                      <a:cubicBezTo>
                        <a:pt x="38576" y="31242"/>
                        <a:pt x="38767" y="31528"/>
                        <a:pt x="38958" y="31718"/>
                      </a:cubicBezTo>
                      <a:close/>
                      <a:moveTo>
                        <a:pt x="8858" y="32194"/>
                      </a:moveTo>
                      <a:lnTo>
                        <a:pt x="10001" y="31718"/>
                      </a:lnTo>
                      <a:lnTo>
                        <a:pt x="9430" y="31718"/>
                      </a:lnTo>
                      <a:lnTo>
                        <a:pt x="8858" y="32194"/>
                      </a:lnTo>
                      <a:close/>
                      <a:moveTo>
                        <a:pt x="9240" y="37243"/>
                      </a:moveTo>
                      <a:lnTo>
                        <a:pt x="9430" y="37243"/>
                      </a:lnTo>
                      <a:lnTo>
                        <a:pt x="9811" y="37528"/>
                      </a:lnTo>
                      <a:lnTo>
                        <a:pt x="9144" y="37243"/>
                      </a:lnTo>
                      <a:close/>
                      <a:moveTo>
                        <a:pt x="10859" y="40005"/>
                      </a:moveTo>
                      <a:cubicBezTo>
                        <a:pt x="10859" y="40005"/>
                        <a:pt x="10859" y="39243"/>
                        <a:pt x="11239" y="38957"/>
                      </a:cubicBezTo>
                      <a:lnTo>
                        <a:pt x="11239" y="38957"/>
                      </a:lnTo>
                      <a:cubicBezTo>
                        <a:pt x="11239" y="38957"/>
                        <a:pt x="11335" y="39243"/>
                        <a:pt x="11430" y="39433"/>
                      </a:cubicBezTo>
                      <a:cubicBezTo>
                        <a:pt x="11621" y="39624"/>
                        <a:pt x="11716" y="39719"/>
                        <a:pt x="11716" y="39815"/>
                      </a:cubicBezTo>
                      <a:cubicBezTo>
                        <a:pt x="11716" y="39910"/>
                        <a:pt x="11716" y="40005"/>
                        <a:pt x="11525" y="40100"/>
                      </a:cubicBezTo>
                      <a:lnTo>
                        <a:pt x="10859" y="40100"/>
                      </a:lnTo>
                      <a:close/>
                      <a:moveTo>
                        <a:pt x="11335" y="38767"/>
                      </a:moveTo>
                      <a:lnTo>
                        <a:pt x="11335" y="38767"/>
                      </a:lnTo>
                      <a:close/>
                      <a:moveTo>
                        <a:pt x="11430" y="37814"/>
                      </a:moveTo>
                      <a:cubicBezTo>
                        <a:pt x="11430" y="37814"/>
                        <a:pt x="11716" y="37814"/>
                        <a:pt x="11811" y="38005"/>
                      </a:cubicBezTo>
                      <a:cubicBezTo>
                        <a:pt x="12002" y="38195"/>
                        <a:pt x="12097" y="38290"/>
                        <a:pt x="12192" y="38386"/>
                      </a:cubicBezTo>
                      <a:cubicBezTo>
                        <a:pt x="12002" y="38386"/>
                        <a:pt x="11621" y="38576"/>
                        <a:pt x="11239" y="38767"/>
                      </a:cubicBezTo>
                      <a:cubicBezTo>
                        <a:pt x="11525" y="38386"/>
                        <a:pt x="11525" y="38100"/>
                        <a:pt x="11335" y="37814"/>
                      </a:cubicBezTo>
                      <a:close/>
                      <a:moveTo>
                        <a:pt x="12573" y="33337"/>
                      </a:moveTo>
                      <a:lnTo>
                        <a:pt x="12573" y="32861"/>
                      </a:lnTo>
                      <a:lnTo>
                        <a:pt x="11430" y="32194"/>
                      </a:lnTo>
                      <a:lnTo>
                        <a:pt x="12573" y="33242"/>
                      </a:lnTo>
                      <a:close/>
                      <a:moveTo>
                        <a:pt x="13526" y="34957"/>
                      </a:moveTo>
                      <a:cubicBezTo>
                        <a:pt x="13526" y="34957"/>
                        <a:pt x="13621" y="34957"/>
                        <a:pt x="14002" y="35052"/>
                      </a:cubicBezTo>
                      <a:cubicBezTo>
                        <a:pt x="14192" y="35052"/>
                        <a:pt x="14383" y="35052"/>
                        <a:pt x="14478" y="34766"/>
                      </a:cubicBezTo>
                      <a:cubicBezTo>
                        <a:pt x="14097" y="34671"/>
                        <a:pt x="13716" y="34766"/>
                        <a:pt x="13431" y="34957"/>
                      </a:cubicBezTo>
                      <a:cubicBezTo>
                        <a:pt x="13335" y="34957"/>
                        <a:pt x="13240" y="34957"/>
                        <a:pt x="13240" y="35147"/>
                      </a:cubicBezTo>
                      <a:lnTo>
                        <a:pt x="12859" y="35528"/>
                      </a:lnTo>
                      <a:lnTo>
                        <a:pt x="13240" y="35528"/>
                      </a:lnTo>
                      <a:cubicBezTo>
                        <a:pt x="13240" y="35528"/>
                        <a:pt x="13240" y="35243"/>
                        <a:pt x="13240" y="35147"/>
                      </a:cubicBezTo>
                      <a:lnTo>
                        <a:pt x="13431" y="34957"/>
                      </a:lnTo>
                      <a:close/>
                      <a:moveTo>
                        <a:pt x="13811" y="15049"/>
                      </a:moveTo>
                      <a:cubicBezTo>
                        <a:pt x="13811" y="15049"/>
                        <a:pt x="14097" y="14764"/>
                        <a:pt x="14002" y="14573"/>
                      </a:cubicBezTo>
                      <a:lnTo>
                        <a:pt x="14192" y="14192"/>
                      </a:lnTo>
                      <a:cubicBezTo>
                        <a:pt x="14192" y="14192"/>
                        <a:pt x="13811" y="13906"/>
                        <a:pt x="13621" y="13811"/>
                      </a:cubicBezTo>
                      <a:cubicBezTo>
                        <a:pt x="13335" y="13716"/>
                        <a:pt x="13240" y="13621"/>
                        <a:pt x="13145" y="13621"/>
                      </a:cubicBezTo>
                      <a:cubicBezTo>
                        <a:pt x="13716" y="13906"/>
                        <a:pt x="14002" y="14192"/>
                        <a:pt x="14002" y="14573"/>
                      </a:cubicBezTo>
                      <a:lnTo>
                        <a:pt x="13811" y="15049"/>
                      </a:lnTo>
                      <a:close/>
                      <a:moveTo>
                        <a:pt x="17431" y="12002"/>
                      </a:moveTo>
                      <a:lnTo>
                        <a:pt x="17431" y="11811"/>
                      </a:lnTo>
                      <a:cubicBezTo>
                        <a:pt x="17240" y="10858"/>
                        <a:pt x="16669" y="10477"/>
                        <a:pt x="15526" y="10477"/>
                      </a:cubicBezTo>
                      <a:cubicBezTo>
                        <a:pt x="14669" y="10477"/>
                        <a:pt x="13907" y="10763"/>
                        <a:pt x="13431" y="11240"/>
                      </a:cubicBezTo>
                      <a:cubicBezTo>
                        <a:pt x="13621" y="11240"/>
                        <a:pt x="13811" y="11620"/>
                        <a:pt x="14002" y="12287"/>
                      </a:cubicBezTo>
                      <a:cubicBezTo>
                        <a:pt x="14192" y="12859"/>
                        <a:pt x="14574" y="13144"/>
                        <a:pt x="15050" y="13049"/>
                      </a:cubicBezTo>
                      <a:lnTo>
                        <a:pt x="15050" y="13049"/>
                      </a:lnTo>
                      <a:cubicBezTo>
                        <a:pt x="15050" y="13049"/>
                        <a:pt x="15240" y="12382"/>
                        <a:pt x="15430" y="11811"/>
                      </a:cubicBezTo>
                      <a:cubicBezTo>
                        <a:pt x="15526" y="11240"/>
                        <a:pt x="15716" y="10954"/>
                        <a:pt x="16097" y="10954"/>
                      </a:cubicBezTo>
                      <a:cubicBezTo>
                        <a:pt x="16097" y="10954"/>
                        <a:pt x="16383" y="10954"/>
                        <a:pt x="16573" y="11049"/>
                      </a:cubicBezTo>
                      <a:lnTo>
                        <a:pt x="16573" y="11430"/>
                      </a:lnTo>
                      <a:cubicBezTo>
                        <a:pt x="16573" y="11430"/>
                        <a:pt x="16669" y="11430"/>
                        <a:pt x="16859" y="11430"/>
                      </a:cubicBezTo>
                      <a:cubicBezTo>
                        <a:pt x="16859" y="11430"/>
                        <a:pt x="17145" y="11620"/>
                        <a:pt x="17622" y="12097"/>
                      </a:cubicBezTo>
                      <a:close/>
                      <a:moveTo>
                        <a:pt x="14192" y="28765"/>
                      </a:moveTo>
                      <a:cubicBezTo>
                        <a:pt x="14192" y="28765"/>
                        <a:pt x="13716" y="28765"/>
                        <a:pt x="13621" y="28575"/>
                      </a:cubicBezTo>
                      <a:lnTo>
                        <a:pt x="14002" y="29147"/>
                      </a:lnTo>
                      <a:cubicBezTo>
                        <a:pt x="14002" y="29147"/>
                        <a:pt x="14192" y="28861"/>
                        <a:pt x="14192" y="28670"/>
                      </a:cubicBezTo>
                      <a:close/>
                      <a:moveTo>
                        <a:pt x="14574" y="12573"/>
                      </a:moveTo>
                      <a:lnTo>
                        <a:pt x="14383" y="12382"/>
                      </a:lnTo>
                      <a:lnTo>
                        <a:pt x="14764" y="12382"/>
                      </a:lnTo>
                      <a:cubicBezTo>
                        <a:pt x="14764" y="12382"/>
                        <a:pt x="14669" y="12382"/>
                        <a:pt x="14478" y="12573"/>
                      </a:cubicBezTo>
                      <a:close/>
                      <a:moveTo>
                        <a:pt x="14859" y="12382"/>
                      </a:moveTo>
                      <a:cubicBezTo>
                        <a:pt x="14859" y="12382"/>
                        <a:pt x="14954" y="12382"/>
                        <a:pt x="15050" y="12382"/>
                      </a:cubicBezTo>
                      <a:lnTo>
                        <a:pt x="14859" y="12382"/>
                      </a:lnTo>
                      <a:close/>
                      <a:moveTo>
                        <a:pt x="15240" y="38100"/>
                      </a:moveTo>
                      <a:lnTo>
                        <a:pt x="15621" y="37719"/>
                      </a:lnTo>
                      <a:cubicBezTo>
                        <a:pt x="15621" y="37719"/>
                        <a:pt x="15335" y="37433"/>
                        <a:pt x="15240" y="37433"/>
                      </a:cubicBezTo>
                      <a:lnTo>
                        <a:pt x="15240" y="38100"/>
                      </a:lnTo>
                      <a:close/>
                      <a:moveTo>
                        <a:pt x="15907" y="13144"/>
                      </a:moveTo>
                      <a:cubicBezTo>
                        <a:pt x="15907" y="13144"/>
                        <a:pt x="15907" y="12668"/>
                        <a:pt x="15621" y="12382"/>
                      </a:cubicBezTo>
                      <a:lnTo>
                        <a:pt x="15621" y="13335"/>
                      </a:lnTo>
                      <a:lnTo>
                        <a:pt x="15907" y="13049"/>
                      </a:lnTo>
                      <a:close/>
                      <a:moveTo>
                        <a:pt x="16669" y="41529"/>
                      </a:moveTo>
                      <a:lnTo>
                        <a:pt x="16669" y="41339"/>
                      </a:lnTo>
                      <a:lnTo>
                        <a:pt x="16955" y="41339"/>
                      </a:lnTo>
                      <a:cubicBezTo>
                        <a:pt x="16955" y="41339"/>
                        <a:pt x="16669" y="41529"/>
                        <a:pt x="16669" y="41529"/>
                      </a:cubicBezTo>
                      <a:close/>
                      <a:moveTo>
                        <a:pt x="21717" y="37148"/>
                      </a:moveTo>
                      <a:lnTo>
                        <a:pt x="21907" y="36862"/>
                      </a:lnTo>
                      <a:lnTo>
                        <a:pt x="21717" y="36290"/>
                      </a:lnTo>
                      <a:lnTo>
                        <a:pt x="21717" y="37148"/>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 name="Google Shape;1014;p99"/>
                <p:cNvSpPr/>
                <p:nvPr/>
              </p:nvSpPr>
              <p:spPr>
                <a:xfrm>
                  <a:off x="8706135" y="1802415"/>
                  <a:ext cx="37813" cy="42576"/>
                </a:xfrm>
                <a:custGeom>
                  <a:avLst/>
                  <a:gdLst/>
                  <a:ahLst/>
                  <a:cxnLst/>
                  <a:rect l="l" t="t" r="r" b="b"/>
                  <a:pathLst>
                    <a:path w="37813" h="42576" extrusionOk="0">
                      <a:moveTo>
                        <a:pt x="0" y="23908"/>
                      </a:moveTo>
                      <a:lnTo>
                        <a:pt x="285" y="23050"/>
                      </a:lnTo>
                      <a:lnTo>
                        <a:pt x="476" y="23050"/>
                      </a:lnTo>
                      <a:lnTo>
                        <a:pt x="0" y="23908"/>
                      </a:lnTo>
                      <a:close/>
                      <a:moveTo>
                        <a:pt x="1048" y="23527"/>
                      </a:moveTo>
                      <a:lnTo>
                        <a:pt x="1048" y="22765"/>
                      </a:lnTo>
                      <a:lnTo>
                        <a:pt x="1905" y="23146"/>
                      </a:lnTo>
                      <a:lnTo>
                        <a:pt x="1048" y="23527"/>
                      </a:lnTo>
                      <a:close/>
                      <a:moveTo>
                        <a:pt x="3714" y="23717"/>
                      </a:moveTo>
                      <a:cubicBezTo>
                        <a:pt x="3714" y="23717"/>
                        <a:pt x="3905" y="23717"/>
                        <a:pt x="4000" y="23908"/>
                      </a:cubicBezTo>
                      <a:cubicBezTo>
                        <a:pt x="4096" y="24003"/>
                        <a:pt x="4286" y="24098"/>
                        <a:pt x="4286" y="24098"/>
                      </a:cubicBezTo>
                      <a:lnTo>
                        <a:pt x="4286" y="24479"/>
                      </a:lnTo>
                      <a:lnTo>
                        <a:pt x="3619" y="23622"/>
                      </a:lnTo>
                      <a:close/>
                      <a:moveTo>
                        <a:pt x="3905" y="19526"/>
                      </a:moveTo>
                      <a:lnTo>
                        <a:pt x="4381" y="19526"/>
                      </a:lnTo>
                      <a:cubicBezTo>
                        <a:pt x="4381" y="19526"/>
                        <a:pt x="4286" y="20002"/>
                        <a:pt x="3905" y="20383"/>
                      </a:cubicBezTo>
                      <a:lnTo>
                        <a:pt x="3905" y="19526"/>
                      </a:lnTo>
                      <a:close/>
                      <a:moveTo>
                        <a:pt x="5334" y="33909"/>
                      </a:moveTo>
                      <a:lnTo>
                        <a:pt x="5048" y="32956"/>
                      </a:lnTo>
                      <a:lnTo>
                        <a:pt x="5334" y="33242"/>
                      </a:lnTo>
                      <a:lnTo>
                        <a:pt x="5334" y="33909"/>
                      </a:lnTo>
                      <a:close/>
                      <a:moveTo>
                        <a:pt x="7334" y="15335"/>
                      </a:moveTo>
                      <a:cubicBezTo>
                        <a:pt x="7334" y="15335"/>
                        <a:pt x="7715" y="15049"/>
                        <a:pt x="8001" y="15335"/>
                      </a:cubicBezTo>
                      <a:lnTo>
                        <a:pt x="7334" y="15335"/>
                      </a:lnTo>
                      <a:close/>
                      <a:moveTo>
                        <a:pt x="7334" y="34766"/>
                      </a:moveTo>
                      <a:lnTo>
                        <a:pt x="7525" y="34481"/>
                      </a:lnTo>
                      <a:lnTo>
                        <a:pt x="7715" y="34766"/>
                      </a:lnTo>
                      <a:lnTo>
                        <a:pt x="7239" y="34766"/>
                      </a:lnTo>
                      <a:close/>
                      <a:moveTo>
                        <a:pt x="8001" y="15335"/>
                      </a:moveTo>
                      <a:cubicBezTo>
                        <a:pt x="8001" y="15335"/>
                        <a:pt x="8001" y="15335"/>
                        <a:pt x="8191" y="15526"/>
                      </a:cubicBezTo>
                      <a:lnTo>
                        <a:pt x="8001" y="15335"/>
                      </a:lnTo>
                      <a:close/>
                      <a:moveTo>
                        <a:pt x="37338" y="20860"/>
                      </a:moveTo>
                      <a:cubicBezTo>
                        <a:pt x="37433" y="22193"/>
                        <a:pt x="37528" y="24765"/>
                        <a:pt x="37528" y="28480"/>
                      </a:cubicBezTo>
                      <a:lnTo>
                        <a:pt x="37338" y="41339"/>
                      </a:lnTo>
                      <a:cubicBezTo>
                        <a:pt x="36576" y="42196"/>
                        <a:pt x="35528" y="42577"/>
                        <a:pt x="34290" y="42577"/>
                      </a:cubicBezTo>
                      <a:cubicBezTo>
                        <a:pt x="33814" y="42577"/>
                        <a:pt x="33051" y="42577"/>
                        <a:pt x="31909" y="42291"/>
                      </a:cubicBezTo>
                      <a:cubicBezTo>
                        <a:pt x="30956" y="42100"/>
                        <a:pt x="30099" y="42100"/>
                        <a:pt x="29623" y="42100"/>
                      </a:cubicBezTo>
                      <a:cubicBezTo>
                        <a:pt x="29337" y="41910"/>
                        <a:pt x="29241" y="41719"/>
                        <a:pt x="29241" y="41339"/>
                      </a:cubicBezTo>
                      <a:cubicBezTo>
                        <a:pt x="29241" y="41243"/>
                        <a:pt x="29241" y="40957"/>
                        <a:pt x="29241" y="40767"/>
                      </a:cubicBezTo>
                      <a:cubicBezTo>
                        <a:pt x="29241" y="40577"/>
                        <a:pt x="29337" y="40291"/>
                        <a:pt x="29337" y="40195"/>
                      </a:cubicBezTo>
                      <a:cubicBezTo>
                        <a:pt x="29337" y="40100"/>
                        <a:pt x="29337" y="40005"/>
                        <a:pt x="29337" y="39910"/>
                      </a:cubicBezTo>
                      <a:cubicBezTo>
                        <a:pt x="29337" y="32385"/>
                        <a:pt x="29337" y="27813"/>
                        <a:pt x="29241" y="26289"/>
                      </a:cubicBezTo>
                      <a:cubicBezTo>
                        <a:pt x="28860" y="26289"/>
                        <a:pt x="28480" y="26289"/>
                        <a:pt x="28003" y="26289"/>
                      </a:cubicBezTo>
                      <a:cubicBezTo>
                        <a:pt x="27527" y="26289"/>
                        <a:pt x="26765" y="26289"/>
                        <a:pt x="25622" y="26194"/>
                      </a:cubicBezTo>
                      <a:cubicBezTo>
                        <a:pt x="24574" y="26098"/>
                        <a:pt x="23717" y="26098"/>
                        <a:pt x="23146" y="26098"/>
                      </a:cubicBezTo>
                      <a:cubicBezTo>
                        <a:pt x="22193" y="26098"/>
                        <a:pt x="21241" y="26194"/>
                        <a:pt x="20574" y="26479"/>
                      </a:cubicBezTo>
                      <a:cubicBezTo>
                        <a:pt x="20478" y="26479"/>
                        <a:pt x="20098" y="26479"/>
                        <a:pt x="19526" y="26289"/>
                      </a:cubicBezTo>
                      <a:cubicBezTo>
                        <a:pt x="19050" y="26289"/>
                        <a:pt x="18764" y="26098"/>
                        <a:pt x="18573" y="25908"/>
                      </a:cubicBezTo>
                      <a:cubicBezTo>
                        <a:pt x="18192" y="26289"/>
                        <a:pt x="17812" y="26860"/>
                        <a:pt x="17621" y="27623"/>
                      </a:cubicBezTo>
                      <a:cubicBezTo>
                        <a:pt x="17335" y="28575"/>
                        <a:pt x="17050" y="29242"/>
                        <a:pt x="16859" y="29527"/>
                      </a:cubicBezTo>
                      <a:cubicBezTo>
                        <a:pt x="17240" y="29623"/>
                        <a:pt x="17430" y="29813"/>
                        <a:pt x="17430" y="30194"/>
                      </a:cubicBezTo>
                      <a:cubicBezTo>
                        <a:pt x="17430" y="30194"/>
                        <a:pt x="17430" y="30385"/>
                        <a:pt x="17430" y="30575"/>
                      </a:cubicBezTo>
                      <a:cubicBezTo>
                        <a:pt x="17430" y="30766"/>
                        <a:pt x="17430" y="30861"/>
                        <a:pt x="17430" y="30956"/>
                      </a:cubicBezTo>
                      <a:cubicBezTo>
                        <a:pt x="17430" y="31147"/>
                        <a:pt x="17621" y="31242"/>
                        <a:pt x="18192" y="31242"/>
                      </a:cubicBezTo>
                      <a:cubicBezTo>
                        <a:pt x="17716" y="31242"/>
                        <a:pt x="17335" y="31718"/>
                        <a:pt x="17335" y="32290"/>
                      </a:cubicBezTo>
                      <a:lnTo>
                        <a:pt x="17335" y="33909"/>
                      </a:lnTo>
                      <a:lnTo>
                        <a:pt x="17716" y="34290"/>
                      </a:lnTo>
                      <a:cubicBezTo>
                        <a:pt x="17716" y="34290"/>
                        <a:pt x="17335" y="34481"/>
                        <a:pt x="17335" y="34861"/>
                      </a:cubicBezTo>
                      <a:cubicBezTo>
                        <a:pt x="17335" y="35242"/>
                        <a:pt x="17335" y="35433"/>
                        <a:pt x="17145" y="35528"/>
                      </a:cubicBezTo>
                      <a:cubicBezTo>
                        <a:pt x="17050" y="35814"/>
                        <a:pt x="17050" y="36004"/>
                        <a:pt x="17050" y="36385"/>
                      </a:cubicBezTo>
                      <a:cubicBezTo>
                        <a:pt x="17050" y="36671"/>
                        <a:pt x="17050" y="37148"/>
                        <a:pt x="17145" y="37719"/>
                      </a:cubicBezTo>
                      <a:cubicBezTo>
                        <a:pt x="17240" y="38290"/>
                        <a:pt x="17335" y="38767"/>
                        <a:pt x="17335" y="39052"/>
                      </a:cubicBezTo>
                      <a:cubicBezTo>
                        <a:pt x="17335" y="39815"/>
                        <a:pt x="17050" y="40481"/>
                        <a:pt x="16573" y="40957"/>
                      </a:cubicBezTo>
                      <a:cubicBezTo>
                        <a:pt x="16573" y="41624"/>
                        <a:pt x="16383" y="42005"/>
                        <a:pt x="15716" y="42100"/>
                      </a:cubicBezTo>
                      <a:cubicBezTo>
                        <a:pt x="15144" y="42100"/>
                        <a:pt x="14573" y="42291"/>
                        <a:pt x="14001" y="42291"/>
                      </a:cubicBezTo>
                      <a:cubicBezTo>
                        <a:pt x="13430" y="42291"/>
                        <a:pt x="12954" y="42386"/>
                        <a:pt x="12478" y="42386"/>
                      </a:cubicBezTo>
                      <a:cubicBezTo>
                        <a:pt x="11239" y="42386"/>
                        <a:pt x="10096" y="42005"/>
                        <a:pt x="9239" y="41243"/>
                      </a:cubicBezTo>
                      <a:cubicBezTo>
                        <a:pt x="9239" y="40957"/>
                        <a:pt x="9334" y="40767"/>
                        <a:pt x="9334" y="40481"/>
                      </a:cubicBezTo>
                      <a:cubicBezTo>
                        <a:pt x="9334" y="40195"/>
                        <a:pt x="9334" y="39815"/>
                        <a:pt x="9239" y="39338"/>
                      </a:cubicBezTo>
                      <a:cubicBezTo>
                        <a:pt x="9144" y="38862"/>
                        <a:pt x="9144" y="38481"/>
                        <a:pt x="9144" y="38195"/>
                      </a:cubicBezTo>
                      <a:cubicBezTo>
                        <a:pt x="9144" y="37719"/>
                        <a:pt x="9239" y="37243"/>
                        <a:pt x="9525" y="36862"/>
                      </a:cubicBezTo>
                      <a:cubicBezTo>
                        <a:pt x="9620" y="36671"/>
                        <a:pt x="9715" y="36481"/>
                        <a:pt x="9715" y="36195"/>
                      </a:cubicBezTo>
                      <a:cubicBezTo>
                        <a:pt x="9715" y="35909"/>
                        <a:pt x="9715" y="35433"/>
                        <a:pt x="9430" y="34766"/>
                      </a:cubicBezTo>
                      <a:cubicBezTo>
                        <a:pt x="9144" y="34099"/>
                        <a:pt x="9048" y="33719"/>
                        <a:pt x="9048" y="33433"/>
                      </a:cubicBezTo>
                      <a:cubicBezTo>
                        <a:pt x="9048" y="32861"/>
                        <a:pt x="9430" y="32575"/>
                        <a:pt x="10096" y="32480"/>
                      </a:cubicBezTo>
                      <a:cubicBezTo>
                        <a:pt x="10096" y="32385"/>
                        <a:pt x="9810" y="32290"/>
                        <a:pt x="9525" y="32290"/>
                      </a:cubicBezTo>
                      <a:lnTo>
                        <a:pt x="9525" y="30194"/>
                      </a:lnTo>
                      <a:cubicBezTo>
                        <a:pt x="9525" y="29337"/>
                        <a:pt x="9430" y="28575"/>
                        <a:pt x="9144" y="28003"/>
                      </a:cubicBezTo>
                      <a:lnTo>
                        <a:pt x="8287" y="28003"/>
                      </a:lnTo>
                      <a:cubicBezTo>
                        <a:pt x="8287" y="28003"/>
                        <a:pt x="8381" y="27623"/>
                        <a:pt x="8667" y="27718"/>
                      </a:cubicBezTo>
                      <a:cubicBezTo>
                        <a:pt x="8953" y="27718"/>
                        <a:pt x="9144" y="27718"/>
                        <a:pt x="9144" y="27718"/>
                      </a:cubicBezTo>
                      <a:lnTo>
                        <a:pt x="8667" y="26289"/>
                      </a:lnTo>
                      <a:cubicBezTo>
                        <a:pt x="8667" y="26289"/>
                        <a:pt x="8953" y="26098"/>
                        <a:pt x="9430" y="26098"/>
                      </a:cubicBezTo>
                      <a:cubicBezTo>
                        <a:pt x="9620" y="26098"/>
                        <a:pt x="9715" y="25908"/>
                        <a:pt x="9715" y="25432"/>
                      </a:cubicBezTo>
                      <a:lnTo>
                        <a:pt x="9334" y="25051"/>
                      </a:lnTo>
                      <a:cubicBezTo>
                        <a:pt x="9334" y="25051"/>
                        <a:pt x="9715" y="25051"/>
                        <a:pt x="9906" y="25241"/>
                      </a:cubicBezTo>
                      <a:cubicBezTo>
                        <a:pt x="10001" y="25432"/>
                        <a:pt x="10191" y="25622"/>
                        <a:pt x="10382" y="25717"/>
                      </a:cubicBezTo>
                      <a:cubicBezTo>
                        <a:pt x="10763" y="25336"/>
                        <a:pt x="10858" y="25051"/>
                        <a:pt x="10763" y="24860"/>
                      </a:cubicBezTo>
                      <a:lnTo>
                        <a:pt x="10191" y="24289"/>
                      </a:lnTo>
                      <a:cubicBezTo>
                        <a:pt x="10191" y="24289"/>
                        <a:pt x="10001" y="24479"/>
                        <a:pt x="9906" y="24479"/>
                      </a:cubicBezTo>
                      <a:cubicBezTo>
                        <a:pt x="9715" y="24479"/>
                        <a:pt x="9620" y="24479"/>
                        <a:pt x="9525" y="24289"/>
                      </a:cubicBezTo>
                      <a:lnTo>
                        <a:pt x="8953" y="23622"/>
                      </a:lnTo>
                      <a:cubicBezTo>
                        <a:pt x="8953" y="23622"/>
                        <a:pt x="9525" y="23527"/>
                        <a:pt x="9525" y="23241"/>
                      </a:cubicBezTo>
                      <a:cubicBezTo>
                        <a:pt x="9525" y="22765"/>
                        <a:pt x="9525" y="22479"/>
                        <a:pt x="9715" y="22384"/>
                      </a:cubicBezTo>
                      <a:lnTo>
                        <a:pt x="10287" y="23050"/>
                      </a:lnTo>
                      <a:lnTo>
                        <a:pt x="10668" y="22669"/>
                      </a:lnTo>
                      <a:cubicBezTo>
                        <a:pt x="10668" y="22669"/>
                        <a:pt x="10668" y="22955"/>
                        <a:pt x="10668" y="23050"/>
                      </a:cubicBezTo>
                      <a:cubicBezTo>
                        <a:pt x="10668" y="22860"/>
                        <a:pt x="11049" y="22860"/>
                        <a:pt x="11334" y="22860"/>
                      </a:cubicBezTo>
                      <a:cubicBezTo>
                        <a:pt x="11716" y="22860"/>
                        <a:pt x="12001" y="22860"/>
                        <a:pt x="12096" y="22860"/>
                      </a:cubicBezTo>
                      <a:cubicBezTo>
                        <a:pt x="12382" y="22860"/>
                        <a:pt x="12382" y="22574"/>
                        <a:pt x="12382" y="22193"/>
                      </a:cubicBezTo>
                      <a:lnTo>
                        <a:pt x="13621" y="22955"/>
                      </a:lnTo>
                      <a:cubicBezTo>
                        <a:pt x="13621" y="22955"/>
                        <a:pt x="13811" y="22765"/>
                        <a:pt x="13811" y="22479"/>
                      </a:cubicBezTo>
                      <a:lnTo>
                        <a:pt x="13811" y="21907"/>
                      </a:lnTo>
                      <a:cubicBezTo>
                        <a:pt x="13811" y="21907"/>
                        <a:pt x="14288" y="22193"/>
                        <a:pt x="14382" y="22193"/>
                      </a:cubicBezTo>
                      <a:cubicBezTo>
                        <a:pt x="14573" y="22193"/>
                        <a:pt x="14764" y="22193"/>
                        <a:pt x="14954" y="21907"/>
                      </a:cubicBezTo>
                      <a:cubicBezTo>
                        <a:pt x="14954" y="21907"/>
                        <a:pt x="14573" y="21717"/>
                        <a:pt x="14097" y="21431"/>
                      </a:cubicBezTo>
                      <a:cubicBezTo>
                        <a:pt x="13715" y="21241"/>
                        <a:pt x="13430" y="21050"/>
                        <a:pt x="13239" y="21050"/>
                      </a:cubicBezTo>
                      <a:cubicBezTo>
                        <a:pt x="13144" y="21050"/>
                        <a:pt x="12859" y="21050"/>
                        <a:pt x="12763" y="21145"/>
                      </a:cubicBezTo>
                      <a:cubicBezTo>
                        <a:pt x="12478" y="21145"/>
                        <a:pt x="12287" y="21050"/>
                        <a:pt x="12096" y="20574"/>
                      </a:cubicBezTo>
                      <a:cubicBezTo>
                        <a:pt x="11906" y="20098"/>
                        <a:pt x="11811" y="19907"/>
                        <a:pt x="11620" y="19907"/>
                      </a:cubicBezTo>
                      <a:cubicBezTo>
                        <a:pt x="11430" y="19907"/>
                        <a:pt x="11334" y="20002"/>
                        <a:pt x="11049" y="20288"/>
                      </a:cubicBezTo>
                      <a:lnTo>
                        <a:pt x="11239" y="20574"/>
                      </a:lnTo>
                      <a:lnTo>
                        <a:pt x="10858" y="20860"/>
                      </a:lnTo>
                      <a:cubicBezTo>
                        <a:pt x="10858" y="20860"/>
                        <a:pt x="11144" y="21145"/>
                        <a:pt x="11525" y="21145"/>
                      </a:cubicBezTo>
                      <a:lnTo>
                        <a:pt x="11525" y="21622"/>
                      </a:lnTo>
                      <a:cubicBezTo>
                        <a:pt x="11525" y="21622"/>
                        <a:pt x="11049" y="21431"/>
                        <a:pt x="10573" y="21336"/>
                      </a:cubicBezTo>
                      <a:cubicBezTo>
                        <a:pt x="10096" y="21336"/>
                        <a:pt x="9715" y="21336"/>
                        <a:pt x="9430" y="21527"/>
                      </a:cubicBezTo>
                      <a:lnTo>
                        <a:pt x="9048" y="21527"/>
                      </a:lnTo>
                      <a:lnTo>
                        <a:pt x="9048" y="18478"/>
                      </a:lnTo>
                      <a:lnTo>
                        <a:pt x="9620" y="19050"/>
                      </a:lnTo>
                      <a:cubicBezTo>
                        <a:pt x="9620" y="19050"/>
                        <a:pt x="9906" y="18860"/>
                        <a:pt x="9906" y="18669"/>
                      </a:cubicBezTo>
                      <a:lnTo>
                        <a:pt x="9906" y="18193"/>
                      </a:lnTo>
                      <a:cubicBezTo>
                        <a:pt x="9906" y="18193"/>
                        <a:pt x="9620" y="18002"/>
                        <a:pt x="9239" y="18002"/>
                      </a:cubicBezTo>
                      <a:cubicBezTo>
                        <a:pt x="9048" y="17431"/>
                        <a:pt x="8953" y="16669"/>
                        <a:pt x="8953" y="16002"/>
                      </a:cubicBezTo>
                      <a:cubicBezTo>
                        <a:pt x="8953" y="15335"/>
                        <a:pt x="8953" y="14287"/>
                        <a:pt x="9239" y="12859"/>
                      </a:cubicBezTo>
                      <a:cubicBezTo>
                        <a:pt x="9430" y="11430"/>
                        <a:pt x="9525" y="10382"/>
                        <a:pt x="9525" y="9620"/>
                      </a:cubicBezTo>
                      <a:cubicBezTo>
                        <a:pt x="9525" y="8573"/>
                        <a:pt x="9430" y="7715"/>
                        <a:pt x="9144" y="6858"/>
                      </a:cubicBezTo>
                      <a:lnTo>
                        <a:pt x="9144" y="3143"/>
                      </a:lnTo>
                      <a:cubicBezTo>
                        <a:pt x="9144" y="1619"/>
                        <a:pt x="9715" y="762"/>
                        <a:pt x="10763" y="381"/>
                      </a:cubicBezTo>
                      <a:lnTo>
                        <a:pt x="15240" y="667"/>
                      </a:lnTo>
                      <a:lnTo>
                        <a:pt x="15240" y="1238"/>
                      </a:lnTo>
                      <a:lnTo>
                        <a:pt x="16383" y="857"/>
                      </a:lnTo>
                      <a:cubicBezTo>
                        <a:pt x="17050" y="1619"/>
                        <a:pt x="17430" y="2667"/>
                        <a:pt x="17430" y="4191"/>
                      </a:cubicBezTo>
                      <a:cubicBezTo>
                        <a:pt x="17430" y="6096"/>
                        <a:pt x="17430" y="7239"/>
                        <a:pt x="17621" y="7715"/>
                      </a:cubicBezTo>
                      <a:lnTo>
                        <a:pt x="17050" y="7906"/>
                      </a:lnTo>
                      <a:cubicBezTo>
                        <a:pt x="17050" y="7906"/>
                        <a:pt x="17050" y="8096"/>
                        <a:pt x="17050" y="8287"/>
                      </a:cubicBezTo>
                      <a:cubicBezTo>
                        <a:pt x="17050" y="8382"/>
                        <a:pt x="17050" y="8573"/>
                        <a:pt x="17240" y="8763"/>
                      </a:cubicBezTo>
                      <a:cubicBezTo>
                        <a:pt x="17335" y="8953"/>
                        <a:pt x="17430" y="9049"/>
                        <a:pt x="17430" y="9144"/>
                      </a:cubicBezTo>
                      <a:cubicBezTo>
                        <a:pt x="17430" y="9335"/>
                        <a:pt x="17240" y="9430"/>
                        <a:pt x="16859" y="9525"/>
                      </a:cubicBezTo>
                      <a:cubicBezTo>
                        <a:pt x="17335" y="9525"/>
                        <a:pt x="17526" y="10001"/>
                        <a:pt x="17145" y="10858"/>
                      </a:cubicBezTo>
                      <a:lnTo>
                        <a:pt x="15525" y="11811"/>
                      </a:lnTo>
                      <a:lnTo>
                        <a:pt x="16954" y="12764"/>
                      </a:lnTo>
                      <a:cubicBezTo>
                        <a:pt x="16954" y="12764"/>
                        <a:pt x="16859" y="12954"/>
                        <a:pt x="16669" y="13049"/>
                      </a:cubicBezTo>
                      <a:cubicBezTo>
                        <a:pt x="16478" y="13240"/>
                        <a:pt x="16383" y="13430"/>
                        <a:pt x="16383" y="13525"/>
                      </a:cubicBezTo>
                      <a:cubicBezTo>
                        <a:pt x="16383" y="13716"/>
                        <a:pt x="16573" y="13716"/>
                        <a:pt x="16859" y="13811"/>
                      </a:cubicBezTo>
                      <a:cubicBezTo>
                        <a:pt x="17050" y="13811"/>
                        <a:pt x="17240" y="13811"/>
                        <a:pt x="17240" y="13811"/>
                      </a:cubicBezTo>
                      <a:lnTo>
                        <a:pt x="17621" y="13144"/>
                      </a:lnTo>
                      <a:cubicBezTo>
                        <a:pt x="17621" y="13144"/>
                        <a:pt x="18288" y="13811"/>
                        <a:pt x="18288" y="14383"/>
                      </a:cubicBezTo>
                      <a:cubicBezTo>
                        <a:pt x="18288" y="14573"/>
                        <a:pt x="18288" y="14764"/>
                        <a:pt x="18192" y="15145"/>
                      </a:cubicBezTo>
                      <a:cubicBezTo>
                        <a:pt x="18192" y="15526"/>
                        <a:pt x="18097" y="15716"/>
                        <a:pt x="18097" y="15907"/>
                      </a:cubicBezTo>
                      <a:cubicBezTo>
                        <a:pt x="18097" y="16573"/>
                        <a:pt x="18573" y="16859"/>
                        <a:pt x="19526" y="16954"/>
                      </a:cubicBezTo>
                      <a:cubicBezTo>
                        <a:pt x="20002" y="16954"/>
                        <a:pt x="20478" y="16859"/>
                        <a:pt x="21145" y="16859"/>
                      </a:cubicBezTo>
                      <a:cubicBezTo>
                        <a:pt x="21812" y="16859"/>
                        <a:pt x="22479" y="16859"/>
                        <a:pt x="23717" y="17050"/>
                      </a:cubicBezTo>
                      <a:cubicBezTo>
                        <a:pt x="24765" y="17145"/>
                        <a:pt x="25622" y="17240"/>
                        <a:pt x="26098" y="17240"/>
                      </a:cubicBezTo>
                      <a:cubicBezTo>
                        <a:pt x="27622" y="17240"/>
                        <a:pt x="28860" y="16859"/>
                        <a:pt x="29813" y="16192"/>
                      </a:cubicBezTo>
                      <a:cubicBezTo>
                        <a:pt x="29813" y="16669"/>
                        <a:pt x="29813" y="15240"/>
                        <a:pt x="29813" y="11906"/>
                      </a:cubicBezTo>
                      <a:cubicBezTo>
                        <a:pt x="29813" y="10192"/>
                        <a:pt x="29623" y="8763"/>
                        <a:pt x="29337" y="7906"/>
                      </a:cubicBezTo>
                      <a:cubicBezTo>
                        <a:pt x="29623" y="7620"/>
                        <a:pt x="29718" y="7048"/>
                        <a:pt x="29718" y="6382"/>
                      </a:cubicBezTo>
                      <a:cubicBezTo>
                        <a:pt x="29718" y="5715"/>
                        <a:pt x="29813" y="5239"/>
                        <a:pt x="30194" y="4858"/>
                      </a:cubicBezTo>
                      <a:cubicBezTo>
                        <a:pt x="29718" y="3619"/>
                        <a:pt x="29432" y="2381"/>
                        <a:pt x="29623" y="1238"/>
                      </a:cubicBezTo>
                      <a:cubicBezTo>
                        <a:pt x="30194" y="476"/>
                        <a:pt x="31146" y="0"/>
                        <a:pt x="32289" y="0"/>
                      </a:cubicBezTo>
                      <a:cubicBezTo>
                        <a:pt x="32671" y="0"/>
                        <a:pt x="33338" y="0"/>
                        <a:pt x="34194" y="190"/>
                      </a:cubicBezTo>
                      <a:cubicBezTo>
                        <a:pt x="35052" y="286"/>
                        <a:pt x="35719" y="381"/>
                        <a:pt x="36100" y="381"/>
                      </a:cubicBezTo>
                      <a:cubicBezTo>
                        <a:pt x="36480" y="381"/>
                        <a:pt x="36862" y="381"/>
                        <a:pt x="37242" y="286"/>
                      </a:cubicBezTo>
                      <a:lnTo>
                        <a:pt x="37814" y="1524"/>
                      </a:lnTo>
                      <a:cubicBezTo>
                        <a:pt x="37814" y="6001"/>
                        <a:pt x="37814" y="12382"/>
                        <a:pt x="37623" y="20574"/>
                      </a:cubicBezTo>
                      <a:close/>
                      <a:moveTo>
                        <a:pt x="11049" y="27718"/>
                      </a:moveTo>
                      <a:cubicBezTo>
                        <a:pt x="11049" y="27718"/>
                        <a:pt x="10763" y="27527"/>
                        <a:pt x="10573" y="27527"/>
                      </a:cubicBezTo>
                      <a:cubicBezTo>
                        <a:pt x="10382" y="27527"/>
                        <a:pt x="10191" y="27718"/>
                        <a:pt x="10001" y="27908"/>
                      </a:cubicBezTo>
                      <a:lnTo>
                        <a:pt x="10953" y="27623"/>
                      </a:lnTo>
                      <a:close/>
                      <a:moveTo>
                        <a:pt x="10287" y="22193"/>
                      </a:moveTo>
                      <a:cubicBezTo>
                        <a:pt x="10287" y="22193"/>
                        <a:pt x="10763" y="22384"/>
                        <a:pt x="10668" y="22860"/>
                      </a:cubicBezTo>
                      <a:cubicBezTo>
                        <a:pt x="10382" y="22479"/>
                        <a:pt x="10287" y="22289"/>
                        <a:pt x="10287" y="22193"/>
                      </a:cubicBezTo>
                      <a:close/>
                      <a:moveTo>
                        <a:pt x="10287" y="24194"/>
                      </a:moveTo>
                      <a:lnTo>
                        <a:pt x="11049" y="24860"/>
                      </a:lnTo>
                      <a:lnTo>
                        <a:pt x="11049" y="24384"/>
                      </a:lnTo>
                      <a:cubicBezTo>
                        <a:pt x="11049" y="24384"/>
                        <a:pt x="10858" y="24098"/>
                        <a:pt x="10763" y="24098"/>
                      </a:cubicBezTo>
                      <a:lnTo>
                        <a:pt x="10287" y="24098"/>
                      </a:lnTo>
                      <a:close/>
                      <a:moveTo>
                        <a:pt x="10668" y="22765"/>
                      </a:moveTo>
                      <a:lnTo>
                        <a:pt x="10668" y="22765"/>
                      </a:lnTo>
                      <a:close/>
                      <a:moveTo>
                        <a:pt x="11525" y="29623"/>
                      </a:moveTo>
                      <a:lnTo>
                        <a:pt x="11525" y="29432"/>
                      </a:lnTo>
                      <a:lnTo>
                        <a:pt x="10858" y="29432"/>
                      </a:lnTo>
                      <a:lnTo>
                        <a:pt x="11525" y="29623"/>
                      </a:lnTo>
                      <a:close/>
                      <a:moveTo>
                        <a:pt x="11525" y="21907"/>
                      </a:moveTo>
                      <a:cubicBezTo>
                        <a:pt x="11525" y="21907"/>
                        <a:pt x="11525" y="22003"/>
                        <a:pt x="11525" y="22003"/>
                      </a:cubicBezTo>
                      <a:lnTo>
                        <a:pt x="11525" y="22003"/>
                      </a:lnTo>
                      <a:close/>
                      <a:moveTo>
                        <a:pt x="12287" y="35242"/>
                      </a:moveTo>
                      <a:lnTo>
                        <a:pt x="12859" y="35242"/>
                      </a:lnTo>
                      <a:cubicBezTo>
                        <a:pt x="12859" y="35242"/>
                        <a:pt x="12478" y="35052"/>
                        <a:pt x="12287" y="35242"/>
                      </a:cubicBezTo>
                      <a:lnTo>
                        <a:pt x="11906" y="35242"/>
                      </a:lnTo>
                      <a:cubicBezTo>
                        <a:pt x="11906" y="35242"/>
                        <a:pt x="12096" y="35242"/>
                        <a:pt x="12287" y="35242"/>
                      </a:cubicBezTo>
                      <a:close/>
                      <a:moveTo>
                        <a:pt x="12287" y="13430"/>
                      </a:moveTo>
                      <a:lnTo>
                        <a:pt x="12287" y="13049"/>
                      </a:lnTo>
                      <a:cubicBezTo>
                        <a:pt x="12287" y="13049"/>
                        <a:pt x="12096" y="13049"/>
                        <a:pt x="12001" y="13240"/>
                      </a:cubicBezTo>
                      <a:cubicBezTo>
                        <a:pt x="12096" y="13240"/>
                        <a:pt x="12192" y="13335"/>
                        <a:pt x="12287" y="13430"/>
                      </a:cubicBezTo>
                      <a:close/>
                      <a:moveTo>
                        <a:pt x="15335" y="22479"/>
                      </a:moveTo>
                      <a:lnTo>
                        <a:pt x="15621" y="22289"/>
                      </a:lnTo>
                      <a:lnTo>
                        <a:pt x="14954" y="22479"/>
                      </a:lnTo>
                      <a:lnTo>
                        <a:pt x="15335" y="22479"/>
                      </a:lnTo>
                      <a:close/>
                      <a:moveTo>
                        <a:pt x="15144" y="4096"/>
                      </a:moveTo>
                      <a:lnTo>
                        <a:pt x="15144" y="4953"/>
                      </a:lnTo>
                      <a:lnTo>
                        <a:pt x="15716" y="4953"/>
                      </a:lnTo>
                      <a:cubicBezTo>
                        <a:pt x="15716" y="4953"/>
                        <a:pt x="15430" y="4763"/>
                        <a:pt x="15430" y="4572"/>
                      </a:cubicBezTo>
                      <a:lnTo>
                        <a:pt x="15430" y="4096"/>
                      </a:lnTo>
                      <a:lnTo>
                        <a:pt x="15049" y="4096"/>
                      </a:lnTo>
                      <a:close/>
                      <a:moveTo>
                        <a:pt x="16002" y="40577"/>
                      </a:moveTo>
                      <a:lnTo>
                        <a:pt x="16002" y="39815"/>
                      </a:lnTo>
                      <a:lnTo>
                        <a:pt x="15811" y="39815"/>
                      </a:lnTo>
                      <a:lnTo>
                        <a:pt x="15811" y="40577"/>
                      </a:lnTo>
                      <a:lnTo>
                        <a:pt x="16002" y="40577"/>
                      </a:lnTo>
                      <a:close/>
                      <a:moveTo>
                        <a:pt x="18764" y="33147"/>
                      </a:moveTo>
                      <a:lnTo>
                        <a:pt x="18764" y="32385"/>
                      </a:lnTo>
                      <a:lnTo>
                        <a:pt x="19050" y="32385"/>
                      </a:lnTo>
                      <a:lnTo>
                        <a:pt x="19050" y="33147"/>
                      </a:lnTo>
                      <a:lnTo>
                        <a:pt x="18764" y="33147"/>
                      </a:lnTo>
                      <a:close/>
                      <a:moveTo>
                        <a:pt x="21241" y="26860"/>
                      </a:moveTo>
                      <a:lnTo>
                        <a:pt x="20669" y="26479"/>
                      </a:lnTo>
                      <a:lnTo>
                        <a:pt x="20764" y="26479"/>
                      </a:lnTo>
                      <a:cubicBezTo>
                        <a:pt x="20764" y="26479"/>
                        <a:pt x="21145" y="26670"/>
                        <a:pt x="21241" y="26860"/>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 name="Google Shape;1015;p99"/>
                <p:cNvSpPr/>
                <p:nvPr/>
              </p:nvSpPr>
              <p:spPr>
                <a:xfrm>
                  <a:off x="8748235" y="1795652"/>
                  <a:ext cx="41052" cy="49244"/>
                </a:xfrm>
                <a:custGeom>
                  <a:avLst/>
                  <a:gdLst/>
                  <a:ahLst/>
                  <a:cxnLst/>
                  <a:rect l="l" t="t" r="r" b="b"/>
                  <a:pathLst>
                    <a:path w="41052" h="49244" extrusionOk="0">
                      <a:moveTo>
                        <a:pt x="32004" y="40291"/>
                      </a:moveTo>
                      <a:cubicBezTo>
                        <a:pt x="31813" y="40862"/>
                        <a:pt x="31813" y="41339"/>
                        <a:pt x="31813" y="41719"/>
                      </a:cubicBezTo>
                      <a:cubicBezTo>
                        <a:pt x="31813" y="42386"/>
                        <a:pt x="32004" y="43244"/>
                        <a:pt x="32290" y="44101"/>
                      </a:cubicBezTo>
                      <a:cubicBezTo>
                        <a:pt x="32766" y="45244"/>
                        <a:pt x="33051" y="45910"/>
                        <a:pt x="33147" y="46292"/>
                      </a:cubicBezTo>
                      <a:cubicBezTo>
                        <a:pt x="33338" y="46482"/>
                        <a:pt x="33433" y="46768"/>
                        <a:pt x="33433" y="46863"/>
                      </a:cubicBezTo>
                      <a:cubicBezTo>
                        <a:pt x="33433" y="47149"/>
                        <a:pt x="33242" y="47435"/>
                        <a:pt x="32956" y="47720"/>
                      </a:cubicBezTo>
                      <a:cubicBezTo>
                        <a:pt x="32480" y="48292"/>
                        <a:pt x="32195" y="48577"/>
                        <a:pt x="32195" y="48673"/>
                      </a:cubicBezTo>
                      <a:cubicBezTo>
                        <a:pt x="31813" y="48673"/>
                        <a:pt x="31528" y="48577"/>
                        <a:pt x="31052" y="48577"/>
                      </a:cubicBezTo>
                      <a:cubicBezTo>
                        <a:pt x="30575" y="48577"/>
                        <a:pt x="30003" y="48577"/>
                        <a:pt x="29146" y="48768"/>
                      </a:cubicBezTo>
                      <a:cubicBezTo>
                        <a:pt x="28289" y="48768"/>
                        <a:pt x="27717" y="48863"/>
                        <a:pt x="27337" y="48863"/>
                      </a:cubicBezTo>
                      <a:cubicBezTo>
                        <a:pt x="25908" y="48863"/>
                        <a:pt x="24765" y="48387"/>
                        <a:pt x="24193" y="47530"/>
                      </a:cubicBezTo>
                      <a:cubicBezTo>
                        <a:pt x="24384" y="47149"/>
                        <a:pt x="24575" y="46673"/>
                        <a:pt x="24575" y="46292"/>
                      </a:cubicBezTo>
                      <a:cubicBezTo>
                        <a:pt x="24575" y="45720"/>
                        <a:pt x="24289" y="45053"/>
                        <a:pt x="23622" y="44386"/>
                      </a:cubicBezTo>
                      <a:cubicBezTo>
                        <a:pt x="22765" y="43434"/>
                        <a:pt x="22288" y="42863"/>
                        <a:pt x="22193" y="42481"/>
                      </a:cubicBezTo>
                      <a:cubicBezTo>
                        <a:pt x="22003" y="42481"/>
                        <a:pt x="21812" y="42386"/>
                        <a:pt x="21621" y="42386"/>
                      </a:cubicBezTo>
                      <a:cubicBezTo>
                        <a:pt x="21336" y="42386"/>
                        <a:pt x="20955" y="42481"/>
                        <a:pt x="20193" y="42672"/>
                      </a:cubicBezTo>
                      <a:cubicBezTo>
                        <a:pt x="19526" y="42863"/>
                        <a:pt x="19050" y="42863"/>
                        <a:pt x="18764" y="42863"/>
                      </a:cubicBezTo>
                      <a:cubicBezTo>
                        <a:pt x="18097" y="42863"/>
                        <a:pt x="17621" y="42577"/>
                        <a:pt x="17431" y="41910"/>
                      </a:cubicBezTo>
                      <a:lnTo>
                        <a:pt x="17050" y="41910"/>
                      </a:lnTo>
                      <a:cubicBezTo>
                        <a:pt x="17050" y="41910"/>
                        <a:pt x="17050" y="41339"/>
                        <a:pt x="16954" y="40958"/>
                      </a:cubicBezTo>
                      <a:cubicBezTo>
                        <a:pt x="16764" y="40577"/>
                        <a:pt x="16764" y="40291"/>
                        <a:pt x="16764" y="40100"/>
                      </a:cubicBezTo>
                      <a:cubicBezTo>
                        <a:pt x="16764" y="39815"/>
                        <a:pt x="16764" y="39624"/>
                        <a:pt x="17050" y="39434"/>
                      </a:cubicBezTo>
                      <a:cubicBezTo>
                        <a:pt x="16859" y="39148"/>
                        <a:pt x="16764" y="38957"/>
                        <a:pt x="16764" y="38672"/>
                      </a:cubicBezTo>
                      <a:cubicBezTo>
                        <a:pt x="16764" y="38481"/>
                        <a:pt x="16859" y="38195"/>
                        <a:pt x="17050" y="37814"/>
                      </a:cubicBezTo>
                      <a:cubicBezTo>
                        <a:pt x="17240" y="37433"/>
                        <a:pt x="17336" y="37052"/>
                        <a:pt x="17336" y="36862"/>
                      </a:cubicBezTo>
                      <a:cubicBezTo>
                        <a:pt x="17336" y="36767"/>
                        <a:pt x="17336" y="36576"/>
                        <a:pt x="17336" y="36385"/>
                      </a:cubicBezTo>
                      <a:cubicBezTo>
                        <a:pt x="17621" y="35814"/>
                        <a:pt x="18574" y="35528"/>
                        <a:pt x="20098" y="35528"/>
                      </a:cubicBezTo>
                      <a:cubicBezTo>
                        <a:pt x="21527" y="35528"/>
                        <a:pt x="22193" y="35243"/>
                        <a:pt x="22193" y="34766"/>
                      </a:cubicBezTo>
                      <a:cubicBezTo>
                        <a:pt x="22193" y="34481"/>
                        <a:pt x="22003" y="34100"/>
                        <a:pt x="21621" y="33528"/>
                      </a:cubicBezTo>
                      <a:lnTo>
                        <a:pt x="22384" y="33528"/>
                      </a:lnTo>
                      <a:cubicBezTo>
                        <a:pt x="22384" y="33528"/>
                        <a:pt x="22384" y="34100"/>
                        <a:pt x="22670" y="34481"/>
                      </a:cubicBezTo>
                      <a:cubicBezTo>
                        <a:pt x="22860" y="34385"/>
                        <a:pt x="22860" y="34100"/>
                        <a:pt x="22860" y="33623"/>
                      </a:cubicBezTo>
                      <a:cubicBezTo>
                        <a:pt x="22860" y="33338"/>
                        <a:pt x="23050" y="33147"/>
                        <a:pt x="23431" y="33052"/>
                      </a:cubicBezTo>
                      <a:lnTo>
                        <a:pt x="22765" y="32385"/>
                      </a:lnTo>
                      <a:lnTo>
                        <a:pt x="23431" y="32194"/>
                      </a:lnTo>
                      <a:lnTo>
                        <a:pt x="22955" y="31718"/>
                      </a:lnTo>
                      <a:cubicBezTo>
                        <a:pt x="22955" y="31718"/>
                        <a:pt x="23146" y="31814"/>
                        <a:pt x="23241" y="31814"/>
                      </a:cubicBezTo>
                      <a:cubicBezTo>
                        <a:pt x="23431" y="31814"/>
                        <a:pt x="23622" y="31814"/>
                        <a:pt x="23908" y="31528"/>
                      </a:cubicBezTo>
                      <a:cubicBezTo>
                        <a:pt x="24193" y="31337"/>
                        <a:pt x="24384" y="31242"/>
                        <a:pt x="24479" y="31242"/>
                      </a:cubicBezTo>
                      <a:cubicBezTo>
                        <a:pt x="24669" y="31242"/>
                        <a:pt x="24765" y="31433"/>
                        <a:pt x="24765" y="31814"/>
                      </a:cubicBezTo>
                      <a:cubicBezTo>
                        <a:pt x="24765" y="31814"/>
                        <a:pt x="24289" y="32004"/>
                        <a:pt x="23526" y="32194"/>
                      </a:cubicBezTo>
                      <a:cubicBezTo>
                        <a:pt x="23526" y="32194"/>
                        <a:pt x="23813" y="32385"/>
                        <a:pt x="24384" y="32766"/>
                      </a:cubicBezTo>
                      <a:cubicBezTo>
                        <a:pt x="24669" y="32956"/>
                        <a:pt x="24860" y="33147"/>
                        <a:pt x="24860" y="33433"/>
                      </a:cubicBezTo>
                      <a:cubicBezTo>
                        <a:pt x="24860" y="33528"/>
                        <a:pt x="24860" y="33623"/>
                        <a:pt x="24860" y="33719"/>
                      </a:cubicBezTo>
                      <a:cubicBezTo>
                        <a:pt x="25051" y="33719"/>
                        <a:pt x="25241" y="33433"/>
                        <a:pt x="25241" y="33147"/>
                      </a:cubicBezTo>
                      <a:cubicBezTo>
                        <a:pt x="25241" y="32861"/>
                        <a:pt x="25241" y="32671"/>
                        <a:pt x="25241" y="32576"/>
                      </a:cubicBezTo>
                      <a:lnTo>
                        <a:pt x="25908" y="31909"/>
                      </a:lnTo>
                      <a:lnTo>
                        <a:pt x="24479" y="30575"/>
                      </a:lnTo>
                      <a:lnTo>
                        <a:pt x="24479" y="30290"/>
                      </a:lnTo>
                      <a:cubicBezTo>
                        <a:pt x="24479" y="30290"/>
                        <a:pt x="24384" y="30099"/>
                        <a:pt x="24289" y="30099"/>
                      </a:cubicBezTo>
                      <a:cubicBezTo>
                        <a:pt x="24289" y="30099"/>
                        <a:pt x="24098" y="30194"/>
                        <a:pt x="23813" y="30385"/>
                      </a:cubicBezTo>
                      <a:cubicBezTo>
                        <a:pt x="23622" y="30575"/>
                        <a:pt x="23431" y="30575"/>
                        <a:pt x="23146" y="30575"/>
                      </a:cubicBezTo>
                      <a:cubicBezTo>
                        <a:pt x="23146" y="30575"/>
                        <a:pt x="22670" y="30575"/>
                        <a:pt x="21812" y="30575"/>
                      </a:cubicBezTo>
                      <a:cubicBezTo>
                        <a:pt x="21336" y="30575"/>
                        <a:pt x="21050" y="30290"/>
                        <a:pt x="21050" y="29623"/>
                      </a:cubicBezTo>
                      <a:cubicBezTo>
                        <a:pt x="20764" y="29527"/>
                        <a:pt x="20574" y="29242"/>
                        <a:pt x="20574" y="28956"/>
                      </a:cubicBezTo>
                      <a:cubicBezTo>
                        <a:pt x="20574" y="28861"/>
                        <a:pt x="20574" y="28575"/>
                        <a:pt x="20669" y="28289"/>
                      </a:cubicBezTo>
                      <a:cubicBezTo>
                        <a:pt x="20669" y="28004"/>
                        <a:pt x="20669" y="27718"/>
                        <a:pt x="20669" y="27527"/>
                      </a:cubicBezTo>
                      <a:cubicBezTo>
                        <a:pt x="20669" y="27051"/>
                        <a:pt x="20384" y="26860"/>
                        <a:pt x="19812" y="26765"/>
                      </a:cubicBezTo>
                      <a:cubicBezTo>
                        <a:pt x="19717" y="26575"/>
                        <a:pt x="19717" y="26384"/>
                        <a:pt x="19717" y="26098"/>
                      </a:cubicBezTo>
                      <a:lnTo>
                        <a:pt x="19717" y="25622"/>
                      </a:lnTo>
                      <a:cubicBezTo>
                        <a:pt x="19717" y="25622"/>
                        <a:pt x="19717" y="25241"/>
                        <a:pt x="19717" y="25146"/>
                      </a:cubicBezTo>
                      <a:cubicBezTo>
                        <a:pt x="19717" y="24765"/>
                        <a:pt x="19526" y="24479"/>
                        <a:pt x="19240" y="24289"/>
                      </a:cubicBezTo>
                      <a:lnTo>
                        <a:pt x="18669" y="24098"/>
                      </a:lnTo>
                      <a:cubicBezTo>
                        <a:pt x="18669" y="24098"/>
                        <a:pt x="19050" y="23431"/>
                        <a:pt x="19050" y="23051"/>
                      </a:cubicBezTo>
                      <a:cubicBezTo>
                        <a:pt x="19050" y="22669"/>
                        <a:pt x="18955" y="22289"/>
                        <a:pt x="18669" y="21717"/>
                      </a:cubicBezTo>
                      <a:cubicBezTo>
                        <a:pt x="18479" y="21336"/>
                        <a:pt x="18192" y="20955"/>
                        <a:pt x="18002" y="20574"/>
                      </a:cubicBezTo>
                      <a:cubicBezTo>
                        <a:pt x="18192" y="20479"/>
                        <a:pt x="18288" y="20288"/>
                        <a:pt x="18288" y="20098"/>
                      </a:cubicBezTo>
                      <a:cubicBezTo>
                        <a:pt x="18288" y="19907"/>
                        <a:pt x="18288" y="19622"/>
                        <a:pt x="18002" y="19622"/>
                      </a:cubicBezTo>
                      <a:lnTo>
                        <a:pt x="17145" y="19812"/>
                      </a:lnTo>
                      <a:lnTo>
                        <a:pt x="16954" y="18288"/>
                      </a:lnTo>
                      <a:cubicBezTo>
                        <a:pt x="16954" y="18288"/>
                        <a:pt x="16573" y="18574"/>
                        <a:pt x="16478" y="18955"/>
                      </a:cubicBezTo>
                      <a:cubicBezTo>
                        <a:pt x="16478" y="19336"/>
                        <a:pt x="16287" y="19526"/>
                        <a:pt x="16002" y="19622"/>
                      </a:cubicBezTo>
                      <a:cubicBezTo>
                        <a:pt x="16002" y="19812"/>
                        <a:pt x="16002" y="20002"/>
                        <a:pt x="16002" y="20193"/>
                      </a:cubicBezTo>
                      <a:cubicBezTo>
                        <a:pt x="16002" y="20479"/>
                        <a:pt x="15811" y="20955"/>
                        <a:pt x="15621" y="21527"/>
                      </a:cubicBezTo>
                      <a:cubicBezTo>
                        <a:pt x="15335" y="22098"/>
                        <a:pt x="15240" y="22669"/>
                        <a:pt x="15240" y="23241"/>
                      </a:cubicBezTo>
                      <a:cubicBezTo>
                        <a:pt x="14764" y="23527"/>
                        <a:pt x="14478" y="24003"/>
                        <a:pt x="14383" y="24670"/>
                      </a:cubicBezTo>
                      <a:cubicBezTo>
                        <a:pt x="14383" y="25622"/>
                        <a:pt x="14192" y="26098"/>
                        <a:pt x="14097" y="26194"/>
                      </a:cubicBezTo>
                      <a:cubicBezTo>
                        <a:pt x="13906" y="26194"/>
                        <a:pt x="13716" y="26480"/>
                        <a:pt x="13430" y="26956"/>
                      </a:cubicBezTo>
                      <a:cubicBezTo>
                        <a:pt x="13049" y="27623"/>
                        <a:pt x="12763" y="28099"/>
                        <a:pt x="12478" y="28289"/>
                      </a:cubicBezTo>
                      <a:cubicBezTo>
                        <a:pt x="12478" y="28289"/>
                        <a:pt x="12573" y="28575"/>
                        <a:pt x="12859" y="28861"/>
                      </a:cubicBezTo>
                      <a:lnTo>
                        <a:pt x="13240" y="28480"/>
                      </a:lnTo>
                      <a:cubicBezTo>
                        <a:pt x="13240" y="28480"/>
                        <a:pt x="13240" y="28480"/>
                        <a:pt x="13240" y="28575"/>
                      </a:cubicBezTo>
                      <a:cubicBezTo>
                        <a:pt x="13240" y="28670"/>
                        <a:pt x="13240" y="28861"/>
                        <a:pt x="13049" y="29147"/>
                      </a:cubicBezTo>
                      <a:cubicBezTo>
                        <a:pt x="12859" y="29432"/>
                        <a:pt x="12859" y="29623"/>
                        <a:pt x="12859" y="29718"/>
                      </a:cubicBezTo>
                      <a:cubicBezTo>
                        <a:pt x="12573" y="30099"/>
                        <a:pt x="12478" y="30290"/>
                        <a:pt x="12478" y="30290"/>
                      </a:cubicBezTo>
                      <a:lnTo>
                        <a:pt x="12859" y="30766"/>
                      </a:lnTo>
                      <a:cubicBezTo>
                        <a:pt x="12859" y="30766"/>
                        <a:pt x="13049" y="30480"/>
                        <a:pt x="13240" y="30480"/>
                      </a:cubicBezTo>
                      <a:lnTo>
                        <a:pt x="13240" y="30861"/>
                      </a:lnTo>
                      <a:cubicBezTo>
                        <a:pt x="13240" y="30861"/>
                        <a:pt x="12954" y="30861"/>
                        <a:pt x="12859" y="30861"/>
                      </a:cubicBezTo>
                      <a:cubicBezTo>
                        <a:pt x="12573" y="30861"/>
                        <a:pt x="12382" y="31242"/>
                        <a:pt x="12192" y="31909"/>
                      </a:cubicBezTo>
                      <a:cubicBezTo>
                        <a:pt x="12002" y="32671"/>
                        <a:pt x="11811" y="33147"/>
                        <a:pt x="11525" y="33338"/>
                      </a:cubicBezTo>
                      <a:cubicBezTo>
                        <a:pt x="11716" y="33528"/>
                        <a:pt x="11906" y="33909"/>
                        <a:pt x="12002" y="34481"/>
                      </a:cubicBezTo>
                      <a:cubicBezTo>
                        <a:pt x="12096" y="35052"/>
                        <a:pt x="12382" y="35433"/>
                        <a:pt x="12763" y="35528"/>
                      </a:cubicBezTo>
                      <a:cubicBezTo>
                        <a:pt x="12954" y="35433"/>
                        <a:pt x="13430" y="35338"/>
                        <a:pt x="14192" y="35433"/>
                      </a:cubicBezTo>
                      <a:cubicBezTo>
                        <a:pt x="14859" y="35433"/>
                        <a:pt x="15240" y="35433"/>
                        <a:pt x="15335" y="35147"/>
                      </a:cubicBezTo>
                      <a:cubicBezTo>
                        <a:pt x="15335" y="35528"/>
                        <a:pt x="15526" y="36385"/>
                        <a:pt x="15716" y="37624"/>
                      </a:cubicBezTo>
                      <a:cubicBezTo>
                        <a:pt x="15907" y="38672"/>
                        <a:pt x="16002" y="39434"/>
                        <a:pt x="16002" y="40100"/>
                      </a:cubicBezTo>
                      <a:cubicBezTo>
                        <a:pt x="16002" y="41053"/>
                        <a:pt x="15811" y="42005"/>
                        <a:pt x="15526" y="42863"/>
                      </a:cubicBezTo>
                      <a:cubicBezTo>
                        <a:pt x="15050" y="43053"/>
                        <a:pt x="14192" y="43053"/>
                        <a:pt x="13049" y="43053"/>
                      </a:cubicBezTo>
                      <a:cubicBezTo>
                        <a:pt x="11906" y="43053"/>
                        <a:pt x="11049" y="43148"/>
                        <a:pt x="10477" y="43434"/>
                      </a:cubicBezTo>
                      <a:lnTo>
                        <a:pt x="10763" y="43625"/>
                      </a:lnTo>
                      <a:cubicBezTo>
                        <a:pt x="9906" y="43815"/>
                        <a:pt x="9430" y="44482"/>
                        <a:pt x="9334" y="45434"/>
                      </a:cubicBezTo>
                      <a:cubicBezTo>
                        <a:pt x="9334" y="46292"/>
                        <a:pt x="9144" y="47054"/>
                        <a:pt x="9049" y="47911"/>
                      </a:cubicBezTo>
                      <a:cubicBezTo>
                        <a:pt x="8763" y="48768"/>
                        <a:pt x="8096" y="49054"/>
                        <a:pt x="6858" y="48959"/>
                      </a:cubicBezTo>
                      <a:cubicBezTo>
                        <a:pt x="6762" y="49149"/>
                        <a:pt x="6668" y="49244"/>
                        <a:pt x="6477" y="49244"/>
                      </a:cubicBezTo>
                      <a:cubicBezTo>
                        <a:pt x="6286" y="49244"/>
                        <a:pt x="6096" y="49244"/>
                        <a:pt x="5715" y="48959"/>
                      </a:cubicBezTo>
                      <a:cubicBezTo>
                        <a:pt x="5334" y="48768"/>
                        <a:pt x="5143" y="48673"/>
                        <a:pt x="4953" y="48673"/>
                      </a:cubicBezTo>
                      <a:cubicBezTo>
                        <a:pt x="4763" y="48673"/>
                        <a:pt x="4572" y="48673"/>
                        <a:pt x="4286" y="48673"/>
                      </a:cubicBezTo>
                      <a:cubicBezTo>
                        <a:pt x="4096" y="48673"/>
                        <a:pt x="3715" y="48673"/>
                        <a:pt x="3238" y="48768"/>
                      </a:cubicBezTo>
                      <a:cubicBezTo>
                        <a:pt x="2762" y="48863"/>
                        <a:pt x="2381" y="48863"/>
                        <a:pt x="2095" y="48863"/>
                      </a:cubicBezTo>
                      <a:cubicBezTo>
                        <a:pt x="952" y="48863"/>
                        <a:pt x="381" y="48482"/>
                        <a:pt x="190" y="47815"/>
                      </a:cubicBezTo>
                      <a:cubicBezTo>
                        <a:pt x="95" y="47530"/>
                        <a:pt x="0" y="47244"/>
                        <a:pt x="0" y="46958"/>
                      </a:cubicBezTo>
                      <a:cubicBezTo>
                        <a:pt x="0" y="46577"/>
                        <a:pt x="190" y="45910"/>
                        <a:pt x="571" y="45244"/>
                      </a:cubicBezTo>
                      <a:cubicBezTo>
                        <a:pt x="857" y="44482"/>
                        <a:pt x="952" y="43815"/>
                        <a:pt x="952" y="43339"/>
                      </a:cubicBezTo>
                      <a:cubicBezTo>
                        <a:pt x="1524" y="43148"/>
                        <a:pt x="1810" y="42767"/>
                        <a:pt x="1810" y="42101"/>
                      </a:cubicBezTo>
                      <a:cubicBezTo>
                        <a:pt x="1810" y="42005"/>
                        <a:pt x="1810" y="41815"/>
                        <a:pt x="1810" y="41624"/>
                      </a:cubicBezTo>
                      <a:lnTo>
                        <a:pt x="1810" y="41053"/>
                      </a:lnTo>
                      <a:cubicBezTo>
                        <a:pt x="1810" y="41053"/>
                        <a:pt x="1810" y="40481"/>
                        <a:pt x="2000" y="40196"/>
                      </a:cubicBezTo>
                      <a:cubicBezTo>
                        <a:pt x="2571" y="40005"/>
                        <a:pt x="2857" y="39624"/>
                        <a:pt x="2857" y="39052"/>
                      </a:cubicBezTo>
                      <a:cubicBezTo>
                        <a:pt x="2857" y="38862"/>
                        <a:pt x="2857" y="38576"/>
                        <a:pt x="2762" y="38195"/>
                      </a:cubicBezTo>
                      <a:cubicBezTo>
                        <a:pt x="2762" y="37814"/>
                        <a:pt x="2762" y="37529"/>
                        <a:pt x="2762" y="37338"/>
                      </a:cubicBezTo>
                      <a:cubicBezTo>
                        <a:pt x="2762" y="36767"/>
                        <a:pt x="3048" y="36290"/>
                        <a:pt x="3524" y="36005"/>
                      </a:cubicBezTo>
                      <a:cubicBezTo>
                        <a:pt x="3524" y="35719"/>
                        <a:pt x="3334" y="35528"/>
                        <a:pt x="3334" y="35338"/>
                      </a:cubicBezTo>
                      <a:cubicBezTo>
                        <a:pt x="3334" y="34861"/>
                        <a:pt x="3620" y="34290"/>
                        <a:pt x="4000" y="33623"/>
                      </a:cubicBezTo>
                      <a:cubicBezTo>
                        <a:pt x="4381" y="32956"/>
                        <a:pt x="4572" y="32480"/>
                        <a:pt x="4572" y="32099"/>
                      </a:cubicBezTo>
                      <a:cubicBezTo>
                        <a:pt x="4572" y="31814"/>
                        <a:pt x="4572" y="31433"/>
                        <a:pt x="4286" y="31052"/>
                      </a:cubicBezTo>
                      <a:cubicBezTo>
                        <a:pt x="4858" y="30385"/>
                        <a:pt x="5334" y="29337"/>
                        <a:pt x="5525" y="28004"/>
                      </a:cubicBezTo>
                      <a:cubicBezTo>
                        <a:pt x="5715" y="26956"/>
                        <a:pt x="5810" y="25908"/>
                        <a:pt x="5905" y="24860"/>
                      </a:cubicBezTo>
                      <a:cubicBezTo>
                        <a:pt x="6477" y="24575"/>
                        <a:pt x="6762" y="24003"/>
                        <a:pt x="6953" y="23051"/>
                      </a:cubicBezTo>
                      <a:cubicBezTo>
                        <a:pt x="7144" y="22098"/>
                        <a:pt x="7429" y="21431"/>
                        <a:pt x="7906" y="21050"/>
                      </a:cubicBezTo>
                      <a:cubicBezTo>
                        <a:pt x="7715" y="20765"/>
                        <a:pt x="7715" y="20384"/>
                        <a:pt x="7715" y="20002"/>
                      </a:cubicBezTo>
                      <a:cubicBezTo>
                        <a:pt x="7715" y="19622"/>
                        <a:pt x="7715" y="19240"/>
                        <a:pt x="7906" y="18669"/>
                      </a:cubicBezTo>
                      <a:cubicBezTo>
                        <a:pt x="8001" y="18098"/>
                        <a:pt x="8096" y="17717"/>
                        <a:pt x="8096" y="17621"/>
                      </a:cubicBezTo>
                      <a:cubicBezTo>
                        <a:pt x="8572" y="17335"/>
                        <a:pt x="8763" y="17050"/>
                        <a:pt x="8763" y="16669"/>
                      </a:cubicBezTo>
                      <a:lnTo>
                        <a:pt x="8763" y="16097"/>
                      </a:lnTo>
                      <a:cubicBezTo>
                        <a:pt x="8763" y="15526"/>
                        <a:pt x="8954" y="15145"/>
                        <a:pt x="9620" y="14764"/>
                      </a:cubicBezTo>
                      <a:cubicBezTo>
                        <a:pt x="9334" y="14288"/>
                        <a:pt x="9334" y="13335"/>
                        <a:pt x="9620" y="12192"/>
                      </a:cubicBezTo>
                      <a:cubicBezTo>
                        <a:pt x="10382" y="12002"/>
                        <a:pt x="10763" y="11525"/>
                        <a:pt x="10573" y="10573"/>
                      </a:cubicBezTo>
                      <a:cubicBezTo>
                        <a:pt x="10382" y="9430"/>
                        <a:pt x="10382" y="8763"/>
                        <a:pt x="10573" y="8573"/>
                      </a:cubicBezTo>
                      <a:cubicBezTo>
                        <a:pt x="11620" y="7430"/>
                        <a:pt x="12382" y="6953"/>
                        <a:pt x="12954" y="6953"/>
                      </a:cubicBezTo>
                      <a:cubicBezTo>
                        <a:pt x="13335" y="6953"/>
                        <a:pt x="13716" y="7144"/>
                        <a:pt x="14001" y="7620"/>
                      </a:cubicBezTo>
                      <a:cubicBezTo>
                        <a:pt x="14097" y="7620"/>
                        <a:pt x="14192" y="7334"/>
                        <a:pt x="14192" y="7049"/>
                      </a:cubicBezTo>
                      <a:cubicBezTo>
                        <a:pt x="14192" y="7049"/>
                        <a:pt x="14383" y="6953"/>
                        <a:pt x="14573" y="6953"/>
                      </a:cubicBezTo>
                      <a:cubicBezTo>
                        <a:pt x="14668" y="6953"/>
                        <a:pt x="14954" y="6953"/>
                        <a:pt x="15335" y="7144"/>
                      </a:cubicBezTo>
                      <a:cubicBezTo>
                        <a:pt x="15621" y="7144"/>
                        <a:pt x="15907" y="7239"/>
                        <a:pt x="16002" y="7239"/>
                      </a:cubicBezTo>
                      <a:cubicBezTo>
                        <a:pt x="16383" y="7239"/>
                        <a:pt x="16764" y="7049"/>
                        <a:pt x="16859" y="6668"/>
                      </a:cubicBezTo>
                      <a:cubicBezTo>
                        <a:pt x="17050" y="6763"/>
                        <a:pt x="17431" y="7049"/>
                        <a:pt x="17907" y="7430"/>
                      </a:cubicBezTo>
                      <a:cubicBezTo>
                        <a:pt x="18002" y="7144"/>
                        <a:pt x="18288" y="6953"/>
                        <a:pt x="18574" y="6953"/>
                      </a:cubicBezTo>
                      <a:cubicBezTo>
                        <a:pt x="18764" y="6953"/>
                        <a:pt x="19050" y="6953"/>
                        <a:pt x="19431" y="7144"/>
                      </a:cubicBezTo>
                      <a:cubicBezTo>
                        <a:pt x="19812" y="7239"/>
                        <a:pt x="20098" y="7334"/>
                        <a:pt x="20384" y="7334"/>
                      </a:cubicBezTo>
                      <a:cubicBezTo>
                        <a:pt x="20574" y="7334"/>
                        <a:pt x="20669" y="7334"/>
                        <a:pt x="20764" y="7239"/>
                      </a:cubicBezTo>
                      <a:cubicBezTo>
                        <a:pt x="21241" y="7525"/>
                        <a:pt x="21717" y="7810"/>
                        <a:pt x="22193" y="8096"/>
                      </a:cubicBezTo>
                      <a:cubicBezTo>
                        <a:pt x="22670" y="8382"/>
                        <a:pt x="22860" y="8858"/>
                        <a:pt x="22860" y="9335"/>
                      </a:cubicBezTo>
                      <a:cubicBezTo>
                        <a:pt x="22860" y="9525"/>
                        <a:pt x="22860" y="9620"/>
                        <a:pt x="22860" y="9811"/>
                      </a:cubicBezTo>
                      <a:lnTo>
                        <a:pt x="23717" y="9811"/>
                      </a:lnTo>
                      <a:cubicBezTo>
                        <a:pt x="23717" y="9811"/>
                        <a:pt x="23526" y="10573"/>
                        <a:pt x="23526" y="11049"/>
                      </a:cubicBezTo>
                      <a:cubicBezTo>
                        <a:pt x="23526" y="12097"/>
                        <a:pt x="23908" y="13240"/>
                        <a:pt x="24669" y="14669"/>
                      </a:cubicBezTo>
                      <a:lnTo>
                        <a:pt x="23622" y="15050"/>
                      </a:lnTo>
                      <a:lnTo>
                        <a:pt x="24669" y="15431"/>
                      </a:lnTo>
                      <a:cubicBezTo>
                        <a:pt x="24669" y="15431"/>
                        <a:pt x="24289" y="15431"/>
                        <a:pt x="23813" y="15811"/>
                      </a:cubicBezTo>
                      <a:lnTo>
                        <a:pt x="23813" y="16002"/>
                      </a:lnTo>
                      <a:cubicBezTo>
                        <a:pt x="23813" y="16002"/>
                        <a:pt x="24575" y="16002"/>
                        <a:pt x="25241" y="16193"/>
                      </a:cubicBezTo>
                      <a:lnTo>
                        <a:pt x="24479" y="17335"/>
                      </a:lnTo>
                      <a:cubicBezTo>
                        <a:pt x="25336" y="18383"/>
                        <a:pt x="26003" y="18860"/>
                        <a:pt x="26670" y="18860"/>
                      </a:cubicBezTo>
                      <a:lnTo>
                        <a:pt x="26670" y="19240"/>
                      </a:lnTo>
                      <a:cubicBezTo>
                        <a:pt x="26670" y="19240"/>
                        <a:pt x="26289" y="18764"/>
                        <a:pt x="26098" y="18860"/>
                      </a:cubicBezTo>
                      <a:cubicBezTo>
                        <a:pt x="25908" y="19336"/>
                        <a:pt x="25812" y="19812"/>
                        <a:pt x="25812" y="20479"/>
                      </a:cubicBezTo>
                      <a:cubicBezTo>
                        <a:pt x="25812" y="21622"/>
                        <a:pt x="26098" y="22479"/>
                        <a:pt x="26575" y="23051"/>
                      </a:cubicBezTo>
                      <a:cubicBezTo>
                        <a:pt x="26575" y="23146"/>
                        <a:pt x="26384" y="23336"/>
                        <a:pt x="26384" y="23431"/>
                      </a:cubicBezTo>
                      <a:cubicBezTo>
                        <a:pt x="26384" y="23527"/>
                        <a:pt x="26479" y="23717"/>
                        <a:pt x="26765" y="24003"/>
                      </a:cubicBezTo>
                      <a:cubicBezTo>
                        <a:pt x="27051" y="24194"/>
                        <a:pt x="27146" y="24384"/>
                        <a:pt x="27146" y="24575"/>
                      </a:cubicBezTo>
                      <a:cubicBezTo>
                        <a:pt x="27146" y="24670"/>
                        <a:pt x="27146" y="24765"/>
                        <a:pt x="27051" y="24956"/>
                      </a:cubicBezTo>
                      <a:lnTo>
                        <a:pt x="27622" y="25241"/>
                      </a:lnTo>
                      <a:cubicBezTo>
                        <a:pt x="28004" y="27242"/>
                        <a:pt x="28194" y="28480"/>
                        <a:pt x="28289" y="28861"/>
                      </a:cubicBezTo>
                      <a:cubicBezTo>
                        <a:pt x="28670" y="30194"/>
                        <a:pt x="29051" y="31337"/>
                        <a:pt x="29623" y="32290"/>
                      </a:cubicBezTo>
                      <a:cubicBezTo>
                        <a:pt x="29242" y="32956"/>
                        <a:pt x="29337" y="33528"/>
                        <a:pt x="30099" y="33909"/>
                      </a:cubicBezTo>
                      <a:cubicBezTo>
                        <a:pt x="30099" y="35719"/>
                        <a:pt x="30289" y="36862"/>
                        <a:pt x="30861" y="37529"/>
                      </a:cubicBezTo>
                      <a:cubicBezTo>
                        <a:pt x="30861" y="39243"/>
                        <a:pt x="31337" y="40100"/>
                        <a:pt x="32099" y="40100"/>
                      </a:cubicBezTo>
                      <a:close/>
                      <a:moveTo>
                        <a:pt x="1619" y="7620"/>
                      </a:moveTo>
                      <a:lnTo>
                        <a:pt x="1238" y="8001"/>
                      </a:lnTo>
                      <a:lnTo>
                        <a:pt x="667" y="7334"/>
                      </a:lnTo>
                      <a:lnTo>
                        <a:pt x="1619" y="7620"/>
                      </a:lnTo>
                      <a:close/>
                      <a:moveTo>
                        <a:pt x="2571" y="15431"/>
                      </a:moveTo>
                      <a:lnTo>
                        <a:pt x="2857" y="16383"/>
                      </a:lnTo>
                      <a:lnTo>
                        <a:pt x="2095" y="17621"/>
                      </a:lnTo>
                      <a:lnTo>
                        <a:pt x="2571" y="15335"/>
                      </a:lnTo>
                      <a:close/>
                      <a:moveTo>
                        <a:pt x="3238" y="10763"/>
                      </a:moveTo>
                      <a:cubicBezTo>
                        <a:pt x="3238" y="10763"/>
                        <a:pt x="2953" y="10859"/>
                        <a:pt x="2762" y="11144"/>
                      </a:cubicBezTo>
                      <a:lnTo>
                        <a:pt x="2571" y="10573"/>
                      </a:lnTo>
                      <a:lnTo>
                        <a:pt x="3238" y="10763"/>
                      </a:lnTo>
                      <a:close/>
                      <a:moveTo>
                        <a:pt x="7715" y="11811"/>
                      </a:moveTo>
                      <a:cubicBezTo>
                        <a:pt x="7429" y="11240"/>
                        <a:pt x="6953" y="11049"/>
                        <a:pt x="6286" y="11144"/>
                      </a:cubicBezTo>
                      <a:lnTo>
                        <a:pt x="6096" y="11335"/>
                      </a:lnTo>
                      <a:cubicBezTo>
                        <a:pt x="6096" y="11335"/>
                        <a:pt x="6096" y="10763"/>
                        <a:pt x="6382" y="10763"/>
                      </a:cubicBezTo>
                      <a:cubicBezTo>
                        <a:pt x="6382" y="10763"/>
                        <a:pt x="6572" y="10763"/>
                        <a:pt x="6953" y="10954"/>
                      </a:cubicBezTo>
                      <a:cubicBezTo>
                        <a:pt x="7239" y="10954"/>
                        <a:pt x="7429" y="10954"/>
                        <a:pt x="7620" y="10954"/>
                      </a:cubicBezTo>
                      <a:lnTo>
                        <a:pt x="7620" y="11716"/>
                      </a:lnTo>
                      <a:close/>
                      <a:moveTo>
                        <a:pt x="6858" y="28765"/>
                      </a:moveTo>
                      <a:lnTo>
                        <a:pt x="6858" y="27718"/>
                      </a:lnTo>
                      <a:lnTo>
                        <a:pt x="6762" y="27718"/>
                      </a:lnTo>
                      <a:lnTo>
                        <a:pt x="6762" y="28765"/>
                      </a:lnTo>
                      <a:lnTo>
                        <a:pt x="6858" y="28765"/>
                      </a:lnTo>
                      <a:close/>
                      <a:moveTo>
                        <a:pt x="9715" y="12573"/>
                      </a:moveTo>
                      <a:lnTo>
                        <a:pt x="10859" y="11906"/>
                      </a:lnTo>
                      <a:lnTo>
                        <a:pt x="10859" y="11240"/>
                      </a:lnTo>
                      <a:lnTo>
                        <a:pt x="9715" y="12478"/>
                      </a:lnTo>
                      <a:close/>
                      <a:moveTo>
                        <a:pt x="10859" y="19812"/>
                      </a:moveTo>
                      <a:lnTo>
                        <a:pt x="11906" y="20098"/>
                      </a:lnTo>
                      <a:lnTo>
                        <a:pt x="11906" y="19812"/>
                      </a:lnTo>
                      <a:lnTo>
                        <a:pt x="10859" y="19812"/>
                      </a:lnTo>
                      <a:close/>
                      <a:moveTo>
                        <a:pt x="11716" y="18860"/>
                      </a:moveTo>
                      <a:lnTo>
                        <a:pt x="12192" y="18669"/>
                      </a:lnTo>
                      <a:lnTo>
                        <a:pt x="11716" y="18288"/>
                      </a:lnTo>
                      <a:lnTo>
                        <a:pt x="11716" y="18955"/>
                      </a:lnTo>
                      <a:close/>
                      <a:moveTo>
                        <a:pt x="12192" y="10192"/>
                      </a:moveTo>
                      <a:lnTo>
                        <a:pt x="12763" y="10192"/>
                      </a:lnTo>
                      <a:lnTo>
                        <a:pt x="11906" y="9811"/>
                      </a:lnTo>
                      <a:lnTo>
                        <a:pt x="12192" y="10192"/>
                      </a:lnTo>
                      <a:close/>
                      <a:moveTo>
                        <a:pt x="12382" y="3715"/>
                      </a:moveTo>
                      <a:lnTo>
                        <a:pt x="12668" y="4382"/>
                      </a:lnTo>
                      <a:lnTo>
                        <a:pt x="12287" y="4382"/>
                      </a:lnTo>
                      <a:lnTo>
                        <a:pt x="12478" y="3715"/>
                      </a:lnTo>
                      <a:close/>
                      <a:moveTo>
                        <a:pt x="14288" y="2286"/>
                      </a:moveTo>
                      <a:cubicBezTo>
                        <a:pt x="14288" y="2286"/>
                        <a:pt x="13811" y="1905"/>
                        <a:pt x="13811" y="1619"/>
                      </a:cubicBezTo>
                      <a:lnTo>
                        <a:pt x="13811" y="857"/>
                      </a:lnTo>
                      <a:lnTo>
                        <a:pt x="15240" y="0"/>
                      </a:lnTo>
                      <a:cubicBezTo>
                        <a:pt x="15240" y="0"/>
                        <a:pt x="15050" y="286"/>
                        <a:pt x="14764" y="476"/>
                      </a:cubicBezTo>
                      <a:cubicBezTo>
                        <a:pt x="14383" y="667"/>
                        <a:pt x="14192" y="857"/>
                        <a:pt x="14192" y="1048"/>
                      </a:cubicBezTo>
                      <a:cubicBezTo>
                        <a:pt x="14192" y="1143"/>
                        <a:pt x="14192" y="1334"/>
                        <a:pt x="14478" y="1524"/>
                      </a:cubicBezTo>
                      <a:cubicBezTo>
                        <a:pt x="14478" y="1715"/>
                        <a:pt x="14478" y="2000"/>
                        <a:pt x="14288" y="2286"/>
                      </a:cubicBezTo>
                      <a:close/>
                      <a:moveTo>
                        <a:pt x="15716" y="4953"/>
                      </a:moveTo>
                      <a:lnTo>
                        <a:pt x="16097" y="4953"/>
                      </a:lnTo>
                      <a:lnTo>
                        <a:pt x="15430" y="6001"/>
                      </a:lnTo>
                      <a:lnTo>
                        <a:pt x="15716" y="4953"/>
                      </a:lnTo>
                      <a:close/>
                      <a:moveTo>
                        <a:pt x="15716" y="12287"/>
                      </a:moveTo>
                      <a:lnTo>
                        <a:pt x="15716" y="11621"/>
                      </a:lnTo>
                      <a:lnTo>
                        <a:pt x="15430" y="11621"/>
                      </a:lnTo>
                      <a:lnTo>
                        <a:pt x="15430" y="12287"/>
                      </a:lnTo>
                      <a:lnTo>
                        <a:pt x="15716" y="12287"/>
                      </a:lnTo>
                      <a:close/>
                      <a:moveTo>
                        <a:pt x="18288" y="4191"/>
                      </a:moveTo>
                      <a:lnTo>
                        <a:pt x="18288" y="5048"/>
                      </a:lnTo>
                      <a:lnTo>
                        <a:pt x="17716" y="3620"/>
                      </a:lnTo>
                      <a:cubicBezTo>
                        <a:pt x="17716" y="3620"/>
                        <a:pt x="18288" y="3810"/>
                        <a:pt x="18288" y="4191"/>
                      </a:cubicBezTo>
                      <a:close/>
                      <a:moveTo>
                        <a:pt x="19335" y="11906"/>
                      </a:moveTo>
                      <a:lnTo>
                        <a:pt x="20574" y="11525"/>
                      </a:lnTo>
                      <a:lnTo>
                        <a:pt x="19907" y="11525"/>
                      </a:lnTo>
                      <a:lnTo>
                        <a:pt x="19335" y="11906"/>
                      </a:lnTo>
                      <a:close/>
                      <a:moveTo>
                        <a:pt x="19335" y="15907"/>
                      </a:moveTo>
                      <a:lnTo>
                        <a:pt x="19335" y="15907"/>
                      </a:lnTo>
                      <a:close/>
                      <a:moveTo>
                        <a:pt x="21145" y="32480"/>
                      </a:moveTo>
                      <a:cubicBezTo>
                        <a:pt x="21145" y="32480"/>
                        <a:pt x="21336" y="32480"/>
                        <a:pt x="21527" y="32671"/>
                      </a:cubicBezTo>
                      <a:lnTo>
                        <a:pt x="21527" y="32480"/>
                      </a:lnTo>
                      <a:lnTo>
                        <a:pt x="21145" y="31909"/>
                      </a:lnTo>
                      <a:lnTo>
                        <a:pt x="21907" y="32194"/>
                      </a:lnTo>
                      <a:cubicBezTo>
                        <a:pt x="21907" y="32194"/>
                        <a:pt x="21145" y="32861"/>
                        <a:pt x="21145" y="32861"/>
                      </a:cubicBezTo>
                      <a:lnTo>
                        <a:pt x="21145" y="32385"/>
                      </a:lnTo>
                      <a:close/>
                      <a:moveTo>
                        <a:pt x="22670" y="22384"/>
                      </a:moveTo>
                      <a:cubicBezTo>
                        <a:pt x="22670" y="22384"/>
                        <a:pt x="23241" y="21812"/>
                        <a:pt x="23146" y="21336"/>
                      </a:cubicBezTo>
                      <a:cubicBezTo>
                        <a:pt x="22574" y="21527"/>
                        <a:pt x="22384" y="21717"/>
                        <a:pt x="22384" y="22193"/>
                      </a:cubicBezTo>
                      <a:cubicBezTo>
                        <a:pt x="22574" y="22384"/>
                        <a:pt x="22670" y="22384"/>
                        <a:pt x="22670" y="22384"/>
                      </a:cubicBezTo>
                      <a:close/>
                      <a:moveTo>
                        <a:pt x="23146" y="14478"/>
                      </a:moveTo>
                      <a:lnTo>
                        <a:pt x="22479" y="14478"/>
                      </a:lnTo>
                      <a:lnTo>
                        <a:pt x="22479" y="15907"/>
                      </a:lnTo>
                      <a:lnTo>
                        <a:pt x="23146" y="14478"/>
                      </a:lnTo>
                      <a:close/>
                      <a:moveTo>
                        <a:pt x="23146" y="19812"/>
                      </a:moveTo>
                      <a:cubicBezTo>
                        <a:pt x="23146" y="19812"/>
                        <a:pt x="23050" y="19526"/>
                        <a:pt x="23050" y="19431"/>
                      </a:cubicBezTo>
                      <a:cubicBezTo>
                        <a:pt x="23050" y="19145"/>
                        <a:pt x="23241" y="19050"/>
                        <a:pt x="23622" y="19050"/>
                      </a:cubicBezTo>
                      <a:lnTo>
                        <a:pt x="24003" y="19050"/>
                      </a:lnTo>
                      <a:lnTo>
                        <a:pt x="24003" y="18764"/>
                      </a:lnTo>
                      <a:cubicBezTo>
                        <a:pt x="24003" y="18764"/>
                        <a:pt x="23813" y="18764"/>
                        <a:pt x="23717" y="18764"/>
                      </a:cubicBezTo>
                      <a:cubicBezTo>
                        <a:pt x="23431" y="18764"/>
                        <a:pt x="23241" y="18860"/>
                        <a:pt x="23050" y="19145"/>
                      </a:cubicBezTo>
                      <a:cubicBezTo>
                        <a:pt x="22860" y="19431"/>
                        <a:pt x="22670" y="19622"/>
                        <a:pt x="22670" y="19907"/>
                      </a:cubicBezTo>
                      <a:lnTo>
                        <a:pt x="23146" y="19907"/>
                      </a:lnTo>
                      <a:close/>
                      <a:moveTo>
                        <a:pt x="23336" y="28670"/>
                      </a:moveTo>
                      <a:cubicBezTo>
                        <a:pt x="23336" y="28670"/>
                        <a:pt x="23336" y="28480"/>
                        <a:pt x="23526" y="28194"/>
                      </a:cubicBezTo>
                      <a:cubicBezTo>
                        <a:pt x="23336" y="28194"/>
                        <a:pt x="23241" y="28194"/>
                        <a:pt x="23146" y="28385"/>
                      </a:cubicBezTo>
                      <a:cubicBezTo>
                        <a:pt x="23146" y="28575"/>
                        <a:pt x="23050" y="28575"/>
                        <a:pt x="22860" y="28670"/>
                      </a:cubicBezTo>
                      <a:lnTo>
                        <a:pt x="23336" y="28670"/>
                      </a:lnTo>
                      <a:close/>
                      <a:moveTo>
                        <a:pt x="23526" y="6287"/>
                      </a:moveTo>
                      <a:lnTo>
                        <a:pt x="24003" y="5906"/>
                      </a:lnTo>
                      <a:lnTo>
                        <a:pt x="23336" y="5334"/>
                      </a:lnTo>
                      <a:lnTo>
                        <a:pt x="23717" y="4953"/>
                      </a:lnTo>
                      <a:lnTo>
                        <a:pt x="24384" y="6191"/>
                      </a:lnTo>
                      <a:lnTo>
                        <a:pt x="23526" y="6382"/>
                      </a:lnTo>
                      <a:close/>
                      <a:moveTo>
                        <a:pt x="26098" y="32004"/>
                      </a:moveTo>
                      <a:lnTo>
                        <a:pt x="26098" y="31337"/>
                      </a:lnTo>
                      <a:cubicBezTo>
                        <a:pt x="26098" y="31337"/>
                        <a:pt x="26098" y="31337"/>
                        <a:pt x="25718" y="31623"/>
                      </a:cubicBezTo>
                      <a:cubicBezTo>
                        <a:pt x="25622" y="31623"/>
                        <a:pt x="25527" y="31433"/>
                        <a:pt x="25336" y="31242"/>
                      </a:cubicBezTo>
                      <a:cubicBezTo>
                        <a:pt x="25241" y="31052"/>
                        <a:pt x="25051" y="30956"/>
                        <a:pt x="25051" y="30956"/>
                      </a:cubicBezTo>
                      <a:cubicBezTo>
                        <a:pt x="25051" y="30956"/>
                        <a:pt x="24860" y="30956"/>
                        <a:pt x="24669" y="31147"/>
                      </a:cubicBezTo>
                      <a:lnTo>
                        <a:pt x="26098" y="32004"/>
                      </a:lnTo>
                      <a:close/>
                      <a:moveTo>
                        <a:pt x="27337" y="31718"/>
                      </a:moveTo>
                      <a:cubicBezTo>
                        <a:pt x="27337" y="31718"/>
                        <a:pt x="27337" y="31718"/>
                        <a:pt x="27337" y="31623"/>
                      </a:cubicBezTo>
                      <a:lnTo>
                        <a:pt x="27146" y="30290"/>
                      </a:lnTo>
                      <a:cubicBezTo>
                        <a:pt x="27146" y="30290"/>
                        <a:pt x="26956" y="30575"/>
                        <a:pt x="26956" y="30766"/>
                      </a:cubicBezTo>
                      <a:cubicBezTo>
                        <a:pt x="26956" y="30671"/>
                        <a:pt x="26956" y="30956"/>
                        <a:pt x="27337" y="31623"/>
                      </a:cubicBezTo>
                      <a:lnTo>
                        <a:pt x="27337" y="31623"/>
                      </a:lnTo>
                      <a:close/>
                      <a:moveTo>
                        <a:pt x="29718" y="476"/>
                      </a:moveTo>
                      <a:lnTo>
                        <a:pt x="29718" y="953"/>
                      </a:lnTo>
                      <a:lnTo>
                        <a:pt x="28956" y="953"/>
                      </a:lnTo>
                      <a:lnTo>
                        <a:pt x="29718" y="476"/>
                      </a:lnTo>
                      <a:close/>
                      <a:moveTo>
                        <a:pt x="30194" y="8858"/>
                      </a:moveTo>
                      <a:lnTo>
                        <a:pt x="29623" y="9430"/>
                      </a:lnTo>
                      <a:lnTo>
                        <a:pt x="30194" y="8573"/>
                      </a:lnTo>
                      <a:lnTo>
                        <a:pt x="30194" y="8858"/>
                      </a:lnTo>
                      <a:close/>
                      <a:moveTo>
                        <a:pt x="33242" y="18098"/>
                      </a:moveTo>
                      <a:lnTo>
                        <a:pt x="32861" y="18479"/>
                      </a:lnTo>
                      <a:lnTo>
                        <a:pt x="32575" y="18479"/>
                      </a:lnTo>
                      <a:lnTo>
                        <a:pt x="33338" y="18098"/>
                      </a:lnTo>
                      <a:close/>
                      <a:moveTo>
                        <a:pt x="33051" y="9335"/>
                      </a:moveTo>
                      <a:cubicBezTo>
                        <a:pt x="33051" y="9335"/>
                        <a:pt x="32861" y="9335"/>
                        <a:pt x="32861" y="9049"/>
                      </a:cubicBezTo>
                      <a:cubicBezTo>
                        <a:pt x="32861" y="8763"/>
                        <a:pt x="32861" y="8668"/>
                        <a:pt x="32861" y="8668"/>
                      </a:cubicBezTo>
                      <a:lnTo>
                        <a:pt x="33051" y="8668"/>
                      </a:lnTo>
                      <a:lnTo>
                        <a:pt x="33051" y="9335"/>
                      </a:lnTo>
                      <a:close/>
                      <a:moveTo>
                        <a:pt x="40767" y="5048"/>
                      </a:moveTo>
                      <a:cubicBezTo>
                        <a:pt x="40767" y="5048"/>
                        <a:pt x="40767" y="4763"/>
                        <a:pt x="40767" y="4572"/>
                      </a:cubicBezTo>
                      <a:cubicBezTo>
                        <a:pt x="40767" y="4382"/>
                        <a:pt x="40957" y="4286"/>
                        <a:pt x="41053" y="4382"/>
                      </a:cubicBezTo>
                      <a:lnTo>
                        <a:pt x="41053" y="4953"/>
                      </a:lnTo>
                      <a:lnTo>
                        <a:pt x="40671" y="4953"/>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 name="Google Shape;1016;p99"/>
                <p:cNvSpPr/>
                <p:nvPr/>
              </p:nvSpPr>
              <p:spPr>
                <a:xfrm>
                  <a:off x="8783287" y="1802796"/>
                  <a:ext cx="37147" cy="42233"/>
                </a:xfrm>
                <a:custGeom>
                  <a:avLst/>
                  <a:gdLst/>
                  <a:ahLst/>
                  <a:cxnLst/>
                  <a:rect l="l" t="t" r="r" b="b"/>
                  <a:pathLst>
                    <a:path w="37147" h="42233" extrusionOk="0">
                      <a:moveTo>
                        <a:pt x="30194" y="11049"/>
                      </a:moveTo>
                      <a:cubicBezTo>
                        <a:pt x="30194" y="11049"/>
                        <a:pt x="30385" y="11335"/>
                        <a:pt x="30575" y="11335"/>
                      </a:cubicBezTo>
                      <a:lnTo>
                        <a:pt x="31052" y="11335"/>
                      </a:lnTo>
                      <a:cubicBezTo>
                        <a:pt x="30575" y="12478"/>
                        <a:pt x="30480" y="13906"/>
                        <a:pt x="30861" y="15716"/>
                      </a:cubicBezTo>
                      <a:cubicBezTo>
                        <a:pt x="30861" y="16097"/>
                        <a:pt x="30385" y="16669"/>
                        <a:pt x="29813" y="17526"/>
                      </a:cubicBezTo>
                      <a:lnTo>
                        <a:pt x="30194" y="17907"/>
                      </a:lnTo>
                      <a:cubicBezTo>
                        <a:pt x="30194" y="17907"/>
                        <a:pt x="29718" y="18479"/>
                        <a:pt x="29146" y="18669"/>
                      </a:cubicBezTo>
                      <a:cubicBezTo>
                        <a:pt x="28575" y="18764"/>
                        <a:pt x="28099" y="19050"/>
                        <a:pt x="28004" y="19431"/>
                      </a:cubicBezTo>
                      <a:lnTo>
                        <a:pt x="28956" y="19622"/>
                      </a:lnTo>
                      <a:cubicBezTo>
                        <a:pt x="28194" y="20955"/>
                        <a:pt x="26670" y="22479"/>
                        <a:pt x="24575" y="24194"/>
                      </a:cubicBezTo>
                      <a:lnTo>
                        <a:pt x="23813" y="24194"/>
                      </a:lnTo>
                      <a:lnTo>
                        <a:pt x="23813" y="24765"/>
                      </a:lnTo>
                      <a:cubicBezTo>
                        <a:pt x="23813" y="24765"/>
                        <a:pt x="23622" y="24575"/>
                        <a:pt x="23526" y="24575"/>
                      </a:cubicBezTo>
                      <a:cubicBezTo>
                        <a:pt x="23241" y="24575"/>
                        <a:pt x="23050" y="24575"/>
                        <a:pt x="22955" y="24575"/>
                      </a:cubicBezTo>
                      <a:lnTo>
                        <a:pt x="22765" y="24765"/>
                      </a:lnTo>
                      <a:cubicBezTo>
                        <a:pt x="23241" y="24956"/>
                        <a:pt x="23622" y="25336"/>
                        <a:pt x="23813" y="26194"/>
                      </a:cubicBezTo>
                      <a:cubicBezTo>
                        <a:pt x="24003" y="26956"/>
                        <a:pt x="24289" y="27432"/>
                        <a:pt x="24575" y="27527"/>
                      </a:cubicBezTo>
                      <a:cubicBezTo>
                        <a:pt x="24575" y="28194"/>
                        <a:pt x="24765" y="28861"/>
                        <a:pt x="25336" y="29623"/>
                      </a:cubicBezTo>
                      <a:cubicBezTo>
                        <a:pt x="26098" y="30480"/>
                        <a:pt x="26479" y="31147"/>
                        <a:pt x="26670" y="31718"/>
                      </a:cubicBezTo>
                      <a:cubicBezTo>
                        <a:pt x="26479" y="32099"/>
                        <a:pt x="26003" y="32194"/>
                        <a:pt x="25336" y="32099"/>
                      </a:cubicBezTo>
                      <a:cubicBezTo>
                        <a:pt x="24765" y="31909"/>
                        <a:pt x="24384" y="32004"/>
                        <a:pt x="24384" y="32099"/>
                      </a:cubicBezTo>
                      <a:cubicBezTo>
                        <a:pt x="24384" y="32290"/>
                        <a:pt x="24384" y="32480"/>
                        <a:pt x="24575" y="32861"/>
                      </a:cubicBezTo>
                      <a:lnTo>
                        <a:pt x="25336" y="32671"/>
                      </a:lnTo>
                      <a:cubicBezTo>
                        <a:pt x="25336" y="32671"/>
                        <a:pt x="25336" y="33052"/>
                        <a:pt x="24955" y="33528"/>
                      </a:cubicBezTo>
                      <a:lnTo>
                        <a:pt x="25622" y="34100"/>
                      </a:lnTo>
                      <a:cubicBezTo>
                        <a:pt x="25622" y="34100"/>
                        <a:pt x="25908" y="33719"/>
                        <a:pt x="26003" y="33242"/>
                      </a:cubicBezTo>
                      <a:lnTo>
                        <a:pt x="26289" y="34195"/>
                      </a:lnTo>
                      <a:cubicBezTo>
                        <a:pt x="26289" y="34195"/>
                        <a:pt x="26956" y="33623"/>
                        <a:pt x="26861" y="32766"/>
                      </a:cubicBezTo>
                      <a:cubicBezTo>
                        <a:pt x="27337" y="32956"/>
                        <a:pt x="27717" y="33433"/>
                        <a:pt x="28004" y="34290"/>
                      </a:cubicBezTo>
                      <a:cubicBezTo>
                        <a:pt x="28289" y="35052"/>
                        <a:pt x="28575" y="35528"/>
                        <a:pt x="28956" y="35623"/>
                      </a:cubicBezTo>
                      <a:cubicBezTo>
                        <a:pt x="28956" y="35909"/>
                        <a:pt x="28766" y="36195"/>
                        <a:pt x="28766" y="36481"/>
                      </a:cubicBezTo>
                      <a:cubicBezTo>
                        <a:pt x="28766" y="36957"/>
                        <a:pt x="29051" y="37719"/>
                        <a:pt x="29527" y="38481"/>
                      </a:cubicBezTo>
                      <a:cubicBezTo>
                        <a:pt x="30099" y="39338"/>
                        <a:pt x="30289" y="39910"/>
                        <a:pt x="30289" y="40291"/>
                      </a:cubicBezTo>
                      <a:cubicBezTo>
                        <a:pt x="30289" y="40767"/>
                        <a:pt x="30099" y="41243"/>
                        <a:pt x="29527" y="41719"/>
                      </a:cubicBezTo>
                      <a:cubicBezTo>
                        <a:pt x="29146" y="41719"/>
                        <a:pt x="28384" y="41719"/>
                        <a:pt x="27432" y="41910"/>
                      </a:cubicBezTo>
                      <a:cubicBezTo>
                        <a:pt x="26479" y="42005"/>
                        <a:pt x="25718" y="42101"/>
                        <a:pt x="25241" y="42101"/>
                      </a:cubicBezTo>
                      <a:cubicBezTo>
                        <a:pt x="23717" y="42101"/>
                        <a:pt x="22479" y="41624"/>
                        <a:pt x="21717" y="40767"/>
                      </a:cubicBezTo>
                      <a:lnTo>
                        <a:pt x="21527" y="41053"/>
                      </a:lnTo>
                      <a:cubicBezTo>
                        <a:pt x="21336" y="40481"/>
                        <a:pt x="21050" y="40005"/>
                        <a:pt x="20860" y="39529"/>
                      </a:cubicBezTo>
                      <a:cubicBezTo>
                        <a:pt x="20574" y="38767"/>
                        <a:pt x="20098" y="38386"/>
                        <a:pt x="19621" y="38290"/>
                      </a:cubicBezTo>
                      <a:cubicBezTo>
                        <a:pt x="19621" y="38005"/>
                        <a:pt x="19717" y="37814"/>
                        <a:pt x="19717" y="37624"/>
                      </a:cubicBezTo>
                      <a:cubicBezTo>
                        <a:pt x="19717" y="37243"/>
                        <a:pt x="19431" y="36862"/>
                        <a:pt x="18955" y="36481"/>
                      </a:cubicBezTo>
                      <a:cubicBezTo>
                        <a:pt x="18479" y="36100"/>
                        <a:pt x="18192" y="35719"/>
                        <a:pt x="18192" y="35433"/>
                      </a:cubicBezTo>
                      <a:cubicBezTo>
                        <a:pt x="18192" y="35243"/>
                        <a:pt x="18192" y="34957"/>
                        <a:pt x="18383" y="34671"/>
                      </a:cubicBezTo>
                      <a:cubicBezTo>
                        <a:pt x="18098" y="34195"/>
                        <a:pt x="17621" y="33242"/>
                        <a:pt x="17145" y="31814"/>
                      </a:cubicBezTo>
                      <a:cubicBezTo>
                        <a:pt x="16669" y="30575"/>
                        <a:pt x="16193" y="29718"/>
                        <a:pt x="15526" y="29051"/>
                      </a:cubicBezTo>
                      <a:cubicBezTo>
                        <a:pt x="15526" y="28194"/>
                        <a:pt x="15144" y="27051"/>
                        <a:pt x="14383" y="25813"/>
                      </a:cubicBezTo>
                      <a:lnTo>
                        <a:pt x="12763" y="25622"/>
                      </a:lnTo>
                      <a:lnTo>
                        <a:pt x="12954" y="25432"/>
                      </a:lnTo>
                      <a:cubicBezTo>
                        <a:pt x="12954" y="25432"/>
                        <a:pt x="12668" y="25241"/>
                        <a:pt x="12478" y="25241"/>
                      </a:cubicBezTo>
                      <a:lnTo>
                        <a:pt x="11906" y="25908"/>
                      </a:lnTo>
                      <a:cubicBezTo>
                        <a:pt x="11906" y="25908"/>
                        <a:pt x="11335" y="25908"/>
                        <a:pt x="10763" y="26194"/>
                      </a:cubicBezTo>
                      <a:cubicBezTo>
                        <a:pt x="10192" y="26384"/>
                        <a:pt x="9716" y="26480"/>
                        <a:pt x="9430" y="26480"/>
                      </a:cubicBezTo>
                      <a:cubicBezTo>
                        <a:pt x="9144" y="26480"/>
                        <a:pt x="8954" y="26480"/>
                        <a:pt x="8763" y="26289"/>
                      </a:cubicBezTo>
                      <a:cubicBezTo>
                        <a:pt x="8763" y="26289"/>
                        <a:pt x="8763" y="26384"/>
                        <a:pt x="8763" y="26480"/>
                      </a:cubicBezTo>
                      <a:cubicBezTo>
                        <a:pt x="8763" y="26480"/>
                        <a:pt x="8763" y="26670"/>
                        <a:pt x="8858" y="26765"/>
                      </a:cubicBezTo>
                      <a:cubicBezTo>
                        <a:pt x="8954" y="26765"/>
                        <a:pt x="9049" y="26956"/>
                        <a:pt x="9049" y="26956"/>
                      </a:cubicBezTo>
                      <a:cubicBezTo>
                        <a:pt x="9049" y="26956"/>
                        <a:pt x="8858" y="27146"/>
                        <a:pt x="8573" y="27337"/>
                      </a:cubicBezTo>
                      <a:lnTo>
                        <a:pt x="8858" y="30575"/>
                      </a:lnTo>
                      <a:lnTo>
                        <a:pt x="8477" y="30956"/>
                      </a:lnTo>
                      <a:cubicBezTo>
                        <a:pt x="8763" y="32004"/>
                        <a:pt x="8858" y="33433"/>
                        <a:pt x="8858" y="35243"/>
                      </a:cubicBezTo>
                      <a:cubicBezTo>
                        <a:pt x="8858" y="35433"/>
                        <a:pt x="8858" y="35814"/>
                        <a:pt x="8573" y="36385"/>
                      </a:cubicBezTo>
                      <a:cubicBezTo>
                        <a:pt x="8477" y="36957"/>
                        <a:pt x="8382" y="37433"/>
                        <a:pt x="8382" y="37719"/>
                      </a:cubicBezTo>
                      <a:cubicBezTo>
                        <a:pt x="8382" y="38290"/>
                        <a:pt x="8573" y="38672"/>
                        <a:pt x="9049" y="39052"/>
                      </a:cubicBezTo>
                      <a:cubicBezTo>
                        <a:pt x="8763" y="39243"/>
                        <a:pt x="8667" y="39529"/>
                        <a:pt x="8667" y="40005"/>
                      </a:cubicBezTo>
                      <a:lnTo>
                        <a:pt x="8667" y="40481"/>
                      </a:lnTo>
                      <a:cubicBezTo>
                        <a:pt x="8667" y="40481"/>
                        <a:pt x="8667" y="40862"/>
                        <a:pt x="8667" y="40958"/>
                      </a:cubicBezTo>
                      <a:cubicBezTo>
                        <a:pt x="8667" y="41624"/>
                        <a:pt x="8287" y="41910"/>
                        <a:pt x="7525" y="41815"/>
                      </a:cubicBezTo>
                      <a:lnTo>
                        <a:pt x="7811" y="42005"/>
                      </a:lnTo>
                      <a:cubicBezTo>
                        <a:pt x="7239" y="42291"/>
                        <a:pt x="6477" y="42291"/>
                        <a:pt x="5619" y="42101"/>
                      </a:cubicBezTo>
                      <a:cubicBezTo>
                        <a:pt x="4763" y="42005"/>
                        <a:pt x="4191" y="42005"/>
                        <a:pt x="3905" y="42101"/>
                      </a:cubicBezTo>
                      <a:cubicBezTo>
                        <a:pt x="2667" y="41910"/>
                        <a:pt x="1524" y="41624"/>
                        <a:pt x="476" y="41053"/>
                      </a:cubicBezTo>
                      <a:cubicBezTo>
                        <a:pt x="476" y="38386"/>
                        <a:pt x="476" y="34195"/>
                        <a:pt x="285" y="28765"/>
                      </a:cubicBezTo>
                      <a:lnTo>
                        <a:pt x="0" y="28765"/>
                      </a:lnTo>
                      <a:cubicBezTo>
                        <a:pt x="0" y="28765"/>
                        <a:pt x="476" y="27908"/>
                        <a:pt x="476" y="27337"/>
                      </a:cubicBezTo>
                      <a:cubicBezTo>
                        <a:pt x="476" y="27146"/>
                        <a:pt x="476" y="26765"/>
                        <a:pt x="476" y="26289"/>
                      </a:cubicBezTo>
                      <a:cubicBezTo>
                        <a:pt x="381" y="25813"/>
                        <a:pt x="381" y="25336"/>
                        <a:pt x="381" y="25146"/>
                      </a:cubicBezTo>
                      <a:cubicBezTo>
                        <a:pt x="381" y="24479"/>
                        <a:pt x="571" y="24003"/>
                        <a:pt x="857" y="23431"/>
                      </a:cubicBezTo>
                      <a:cubicBezTo>
                        <a:pt x="667" y="21622"/>
                        <a:pt x="571" y="19145"/>
                        <a:pt x="571" y="16002"/>
                      </a:cubicBezTo>
                      <a:lnTo>
                        <a:pt x="571" y="8382"/>
                      </a:lnTo>
                      <a:cubicBezTo>
                        <a:pt x="571" y="8382"/>
                        <a:pt x="191" y="8096"/>
                        <a:pt x="191" y="7906"/>
                      </a:cubicBezTo>
                      <a:cubicBezTo>
                        <a:pt x="191" y="7810"/>
                        <a:pt x="285" y="7620"/>
                        <a:pt x="476" y="7334"/>
                      </a:cubicBezTo>
                      <a:cubicBezTo>
                        <a:pt x="667" y="7048"/>
                        <a:pt x="762" y="6763"/>
                        <a:pt x="762" y="6572"/>
                      </a:cubicBezTo>
                      <a:cubicBezTo>
                        <a:pt x="285" y="6191"/>
                        <a:pt x="95" y="5810"/>
                        <a:pt x="95" y="5239"/>
                      </a:cubicBezTo>
                      <a:cubicBezTo>
                        <a:pt x="95" y="4953"/>
                        <a:pt x="191" y="4382"/>
                        <a:pt x="476" y="3715"/>
                      </a:cubicBezTo>
                      <a:cubicBezTo>
                        <a:pt x="667" y="2953"/>
                        <a:pt x="762" y="2381"/>
                        <a:pt x="762" y="2000"/>
                      </a:cubicBezTo>
                      <a:lnTo>
                        <a:pt x="2857" y="191"/>
                      </a:lnTo>
                      <a:lnTo>
                        <a:pt x="12097" y="0"/>
                      </a:lnTo>
                      <a:cubicBezTo>
                        <a:pt x="12097" y="0"/>
                        <a:pt x="12668" y="572"/>
                        <a:pt x="13335" y="1143"/>
                      </a:cubicBezTo>
                      <a:cubicBezTo>
                        <a:pt x="13811" y="1619"/>
                        <a:pt x="14192" y="2096"/>
                        <a:pt x="14383" y="2572"/>
                      </a:cubicBezTo>
                      <a:cubicBezTo>
                        <a:pt x="14383" y="2477"/>
                        <a:pt x="14383" y="2286"/>
                        <a:pt x="14383" y="2096"/>
                      </a:cubicBezTo>
                      <a:cubicBezTo>
                        <a:pt x="14383" y="1619"/>
                        <a:pt x="14668" y="1238"/>
                        <a:pt x="15240" y="1048"/>
                      </a:cubicBezTo>
                      <a:cubicBezTo>
                        <a:pt x="16002" y="667"/>
                        <a:pt x="16383" y="381"/>
                        <a:pt x="16478" y="191"/>
                      </a:cubicBezTo>
                      <a:cubicBezTo>
                        <a:pt x="16669" y="191"/>
                        <a:pt x="16954" y="191"/>
                        <a:pt x="17240" y="667"/>
                      </a:cubicBezTo>
                      <a:cubicBezTo>
                        <a:pt x="17240" y="667"/>
                        <a:pt x="17431" y="667"/>
                        <a:pt x="17621" y="667"/>
                      </a:cubicBezTo>
                      <a:cubicBezTo>
                        <a:pt x="17907" y="667"/>
                        <a:pt x="18288" y="857"/>
                        <a:pt x="18859" y="1143"/>
                      </a:cubicBezTo>
                      <a:cubicBezTo>
                        <a:pt x="19431" y="1429"/>
                        <a:pt x="19812" y="1619"/>
                        <a:pt x="20098" y="1524"/>
                      </a:cubicBezTo>
                      <a:lnTo>
                        <a:pt x="21907" y="1524"/>
                      </a:lnTo>
                      <a:cubicBezTo>
                        <a:pt x="21812" y="2096"/>
                        <a:pt x="21907" y="2381"/>
                        <a:pt x="22479" y="2381"/>
                      </a:cubicBezTo>
                      <a:cubicBezTo>
                        <a:pt x="22479" y="2381"/>
                        <a:pt x="22479" y="2381"/>
                        <a:pt x="22670" y="2381"/>
                      </a:cubicBezTo>
                      <a:lnTo>
                        <a:pt x="23050" y="2381"/>
                      </a:lnTo>
                      <a:cubicBezTo>
                        <a:pt x="23050" y="2381"/>
                        <a:pt x="23717" y="2572"/>
                        <a:pt x="23813" y="2953"/>
                      </a:cubicBezTo>
                      <a:lnTo>
                        <a:pt x="25051" y="2953"/>
                      </a:lnTo>
                      <a:cubicBezTo>
                        <a:pt x="25813" y="3715"/>
                        <a:pt x="26575" y="4477"/>
                        <a:pt x="27337" y="5144"/>
                      </a:cubicBezTo>
                      <a:cubicBezTo>
                        <a:pt x="28289" y="6096"/>
                        <a:pt x="28766" y="6953"/>
                        <a:pt x="28766" y="7715"/>
                      </a:cubicBezTo>
                      <a:cubicBezTo>
                        <a:pt x="29337" y="8001"/>
                        <a:pt x="29623" y="8477"/>
                        <a:pt x="29813" y="9144"/>
                      </a:cubicBezTo>
                      <a:cubicBezTo>
                        <a:pt x="30099" y="10097"/>
                        <a:pt x="30289" y="10668"/>
                        <a:pt x="30480" y="10954"/>
                      </a:cubicBezTo>
                      <a:lnTo>
                        <a:pt x="30004" y="11335"/>
                      </a:lnTo>
                      <a:close/>
                      <a:moveTo>
                        <a:pt x="5143" y="13049"/>
                      </a:moveTo>
                      <a:lnTo>
                        <a:pt x="5143" y="11906"/>
                      </a:lnTo>
                      <a:lnTo>
                        <a:pt x="4953" y="11906"/>
                      </a:lnTo>
                      <a:lnTo>
                        <a:pt x="4953" y="13049"/>
                      </a:lnTo>
                      <a:lnTo>
                        <a:pt x="5143" y="13049"/>
                      </a:lnTo>
                      <a:close/>
                      <a:moveTo>
                        <a:pt x="6572" y="6001"/>
                      </a:moveTo>
                      <a:cubicBezTo>
                        <a:pt x="6572" y="6001"/>
                        <a:pt x="6572" y="5525"/>
                        <a:pt x="6572" y="5239"/>
                      </a:cubicBezTo>
                      <a:cubicBezTo>
                        <a:pt x="6572" y="4858"/>
                        <a:pt x="6668" y="4667"/>
                        <a:pt x="6668" y="4477"/>
                      </a:cubicBezTo>
                      <a:cubicBezTo>
                        <a:pt x="6668" y="4096"/>
                        <a:pt x="6477" y="3810"/>
                        <a:pt x="6096" y="3620"/>
                      </a:cubicBezTo>
                      <a:lnTo>
                        <a:pt x="6668" y="2953"/>
                      </a:lnTo>
                      <a:cubicBezTo>
                        <a:pt x="6668" y="2953"/>
                        <a:pt x="6668" y="2858"/>
                        <a:pt x="6668" y="2762"/>
                      </a:cubicBezTo>
                      <a:cubicBezTo>
                        <a:pt x="6191" y="3143"/>
                        <a:pt x="6001" y="3429"/>
                        <a:pt x="6001" y="3810"/>
                      </a:cubicBezTo>
                      <a:cubicBezTo>
                        <a:pt x="6001" y="4001"/>
                        <a:pt x="6191" y="4382"/>
                        <a:pt x="6477" y="5144"/>
                      </a:cubicBezTo>
                      <a:cubicBezTo>
                        <a:pt x="6286" y="5144"/>
                        <a:pt x="6096" y="5334"/>
                        <a:pt x="6096" y="5525"/>
                      </a:cubicBezTo>
                      <a:cubicBezTo>
                        <a:pt x="6096" y="5715"/>
                        <a:pt x="5905" y="5906"/>
                        <a:pt x="5905" y="5906"/>
                      </a:cubicBezTo>
                      <a:lnTo>
                        <a:pt x="6572" y="5906"/>
                      </a:lnTo>
                      <a:close/>
                      <a:moveTo>
                        <a:pt x="8667" y="4763"/>
                      </a:moveTo>
                      <a:lnTo>
                        <a:pt x="9525" y="5334"/>
                      </a:lnTo>
                      <a:lnTo>
                        <a:pt x="9525" y="5334"/>
                      </a:lnTo>
                      <a:lnTo>
                        <a:pt x="9144" y="5810"/>
                      </a:lnTo>
                      <a:lnTo>
                        <a:pt x="9525" y="5810"/>
                      </a:lnTo>
                      <a:lnTo>
                        <a:pt x="9525" y="2953"/>
                      </a:lnTo>
                      <a:lnTo>
                        <a:pt x="8954" y="3334"/>
                      </a:lnTo>
                      <a:cubicBezTo>
                        <a:pt x="8954" y="3334"/>
                        <a:pt x="8858" y="3143"/>
                        <a:pt x="8667" y="3143"/>
                      </a:cubicBezTo>
                      <a:cubicBezTo>
                        <a:pt x="8858" y="3334"/>
                        <a:pt x="8858" y="3334"/>
                        <a:pt x="8954" y="3334"/>
                      </a:cubicBezTo>
                      <a:cubicBezTo>
                        <a:pt x="8954" y="3429"/>
                        <a:pt x="8954" y="3715"/>
                        <a:pt x="8858" y="4001"/>
                      </a:cubicBezTo>
                      <a:cubicBezTo>
                        <a:pt x="8858" y="4001"/>
                        <a:pt x="8858" y="4001"/>
                        <a:pt x="8858" y="3905"/>
                      </a:cubicBezTo>
                      <a:cubicBezTo>
                        <a:pt x="9049" y="3905"/>
                        <a:pt x="9144" y="4001"/>
                        <a:pt x="9239" y="4191"/>
                      </a:cubicBezTo>
                      <a:lnTo>
                        <a:pt x="8573" y="4763"/>
                      </a:lnTo>
                      <a:close/>
                      <a:moveTo>
                        <a:pt x="21907" y="13621"/>
                      </a:moveTo>
                      <a:cubicBezTo>
                        <a:pt x="21907" y="13621"/>
                        <a:pt x="21907" y="13335"/>
                        <a:pt x="21907" y="13144"/>
                      </a:cubicBezTo>
                      <a:cubicBezTo>
                        <a:pt x="21907" y="12859"/>
                        <a:pt x="21717" y="12668"/>
                        <a:pt x="21431" y="12478"/>
                      </a:cubicBezTo>
                      <a:cubicBezTo>
                        <a:pt x="21145" y="12192"/>
                        <a:pt x="20955" y="12002"/>
                        <a:pt x="20860" y="11906"/>
                      </a:cubicBezTo>
                      <a:cubicBezTo>
                        <a:pt x="21050" y="11716"/>
                        <a:pt x="21050" y="11525"/>
                        <a:pt x="21050" y="11335"/>
                      </a:cubicBezTo>
                      <a:cubicBezTo>
                        <a:pt x="21050" y="11049"/>
                        <a:pt x="20764" y="10763"/>
                        <a:pt x="20288" y="10477"/>
                      </a:cubicBezTo>
                      <a:cubicBezTo>
                        <a:pt x="19812" y="10192"/>
                        <a:pt x="19526" y="9906"/>
                        <a:pt x="19431" y="9715"/>
                      </a:cubicBezTo>
                      <a:cubicBezTo>
                        <a:pt x="19241" y="9525"/>
                        <a:pt x="19050" y="9430"/>
                        <a:pt x="18859" y="9430"/>
                      </a:cubicBezTo>
                      <a:cubicBezTo>
                        <a:pt x="18764" y="9430"/>
                        <a:pt x="18574" y="9430"/>
                        <a:pt x="18383" y="9430"/>
                      </a:cubicBezTo>
                      <a:cubicBezTo>
                        <a:pt x="18192" y="9430"/>
                        <a:pt x="18002" y="9430"/>
                        <a:pt x="17907" y="9430"/>
                      </a:cubicBezTo>
                      <a:cubicBezTo>
                        <a:pt x="17526" y="9430"/>
                        <a:pt x="17431" y="9239"/>
                        <a:pt x="17336" y="8858"/>
                      </a:cubicBezTo>
                      <a:lnTo>
                        <a:pt x="17716" y="8573"/>
                      </a:lnTo>
                      <a:cubicBezTo>
                        <a:pt x="17050" y="8573"/>
                        <a:pt x="16669" y="8763"/>
                        <a:pt x="16573" y="9335"/>
                      </a:cubicBezTo>
                      <a:cubicBezTo>
                        <a:pt x="16478" y="10192"/>
                        <a:pt x="16288" y="10668"/>
                        <a:pt x="16097" y="10859"/>
                      </a:cubicBezTo>
                      <a:cubicBezTo>
                        <a:pt x="15907" y="10192"/>
                        <a:pt x="15621" y="9525"/>
                        <a:pt x="15526" y="8858"/>
                      </a:cubicBezTo>
                      <a:cubicBezTo>
                        <a:pt x="15335" y="8192"/>
                        <a:pt x="14859" y="7620"/>
                        <a:pt x="14097" y="7239"/>
                      </a:cubicBezTo>
                      <a:cubicBezTo>
                        <a:pt x="14097" y="8001"/>
                        <a:pt x="13621" y="8287"/>
                        <a:pt x="12859" y="8287"/>
                      </a:cubicBezTo>
                      <a:cubicBezTo>
                        <a:pt x="12668" y="8287"/>
                        <a:pt x="12382" y="8287"/>
                        <a:pt x="12097" y="8287"/>
                      </a:cubicBezTo>
                      <a:cubicBezTo>
                        <a:pt x="11716" y="8287"/>
                        <a:pt x="11430" y="8287"/>
                        <a:pt x="11144" y="8287"/>
                      </a:cubicBezTo>
                      <a:cubicBezTo>
                        <a:pt x="10954" y="8287"/>
                        <a:pt x="10763" y="8287"/>
                        <a:pt x="10573" y="8287"/>
                      </a:cubicBezTo>
                      <a:cubicBezTo>
                        <a:pt x="9525" y="8954"/>
                        <a:pt x="9049" y="10001"/>
                        <a:pt x="9049" y="11525"/>
                      </a:cubicBezTo>
                      <a:cubicBezTo>
                        <a:pt x="9049" y="11811"/>
                        <a:pt x="9049" y="12287"/>
                        <a:pt x="9049" y="12954"/>
                      </a:cubicBezTo>
                      <a:cubicBezTo>
                        <a:pt x="9049" y="13621"/>
                        <a:pt x="9049" y="14097"/>
                        <a:pt x="9049" y="14383"/>
                      </a:cubicBezTo>
                      <a:cubicBezTo>
                        <a:pt x="9049" y="15050"/>
                        <a:pt x="9049" y="15621"/>
                        <a:pt x="8858" y="16097"/>
                      </a:cubicBezTo>
                      <a:cubicBezTo>
                        <a:pt x="8858" y="16478"/>
                        <a:pt x="9239" y="16764"/>
                        <a:pt x="9810" y="16669"/>
                      </a:cubicBezTo>
                      <a:cubicBezTo>
                        <a:pt x="10382" y="16669"/>
                        <a:pt x="10763" y="16859"/>
                        <a:pt x="10859" y="17335"/>
                      </a:cubicBezTo>
                      <a:cubicBezTo>
                        <a:pt x="11144" y="17431"/>
                        <a:pt x="11716" y="17526"/>
                        <a:pt x="12573" y="17526"/>
                      </a:cubicBezTo>
                      <a:cubicBezTo>
                        <a:pt x="13240" y="17526"/>
                        <a:pt x="13811" y="17717"/>
                        <a:pt x="14001" y="18193"/>
                      </a:cubicBezTo>
                      <a:cubicBezTo>
                        <a:pt x="14192" y="17717"/>
                        <a:pt x="14573" y="17431"/>
                        <a:pt x="15050" y="17335"/>
                      </a:cubicBezTo>
                      <a:lnTo>
                        <a:pt x="16383" y="17335"/>
                      </a:lnTo>
                      <a:cubicBezTo>
                        <a:pt x="16383" y="17335"/>
                        <a:pt x="17050" y="17050"/>
                        <a:pt x="17240" y="16764"/>
                      </a:cubicBezTo>
                      <a:cubicBezTo>
                        <a:pt x="18479" y="16955"/>
                        <a:pt x="19907" y="16097"/>
                        <a:pt x="21527" y="14478"/>
                      </a:cubicBezTo>
                      <a:lnTo>
                        <a:pt x="20669" y="14192"/>
                      </a:lnTo>
                      <a:lnTo>
                        <a:pt x="21812" y="13526"/>
                      </a:lnTo>
                      <a:close/>
                      <a:moveTo>
                        <a:pt x="20955" y="5429"/>
                      </a:moveTo>
                      <a:cubicBezTo>
                        <a:pt x="20955" y="5429"/>
                        <a:pt x="20955" y="5239"/>
                        <a:pt x="20669" y="5239"/>
                      </a:cubicBezTo>
                      <a:cubicBezTo>
                        <a:pt x="20384" y="5239"/>
                        <a:pt x="20193" y="5334"/>
                        <a:pt x="20193" y="5620"/>
                      </a:cubicBezTo>
                      <a:lnTo>
                        <a:pt x="20193" y="5620"/>
                      </a:lnTo>
                      <a:lnTo>
                        <a:pt x="20860" y="5429"/>
                      </a:lnTo>
                      <a:close/>
                      <a:moveTo>
                        <a:pt x="23146" y="2953"/>
                      </a:moveTo>
                      <a:lnTo>
                        <a:pt x="23146" y="2572"/>
                      </a:lnTo>
                      <a:cubicBezTo>
                        <a:pt x="23146" y="2572"/>
                        <a:pt x="22574" y="2762"/>
                        <a:pt x="21907" y="2762"/>
                      </a:cubicBezTo>
                      <a:lnTo>
                        <a:pt x="23146" y="2953"/>
                      </a:lnTo>
                      <a:close/>
                      <a:moveTo>
                        <a:pt x="21907" y="11811"/>
                      </a:moveTo>
                      <a:lnTo>
                        <a:pt x="22765" y="11811"/>
                      </a:lnTo>
                      <a:cubicBezTo>
                        <a:pt x="22765" y="11811"/>
                        <a:pt x="22193" y="11335"/>
                        <a:pt x="21907" y="11430"/>
                      </a:cubicBezTo>
                      <a:lnTo>
                        <a:pt x="21907" y="11811"/>
                      </a:lnTo>
                      <a:close/>
                      <a:moveTo>
                        <a:pt x="23622" y="14383"/>
                      </a:moveTo>
                      <a:lnTo>
                        <a:pt x="24193" y="13811"/>
                      </a:lnTo>
                      <a:lnTo>
                        <a:pt x="23908" y="13811"/>
                      </a:lnTo>
                      <a:lnTo>
                        <a:pt x="23622" y="14383"/>
                      </a:lnTo>
                      <a:close/>
                      <a:moveTo>
                        <a:pt x="25146" y="14478"/>
                      </a:moveTo>
                      <a:cubicBezTo>
                        <a:pt x="25146" y="14478"/>
                        <a:pt x="25051" y="14192"/>
                        <a:pt x="25051" y="14002"/>
                      </a:cubicBezTo>
                      <a:cubicBezTo>
                        <a:pt x="25051" y="13430"/>
                        <a:pt x="25336" y="12954"/>
                        <a:pt x="25908" y="12573"/>
                      </a:cubicBezTo>
                      <a:cubicBezTo>
                        <a:pt x="25718" y="12573"/>
                        <a:pt x="25622" y="12478"/>
                        <a:pt x="25527" y="12478"/>
                      </a:cubicBezTo>
                      <a:cubicBezTo>
                        <a:pt x="25527" y="12478"/>
                        <a:pt x="25146" y="12764"/>
                        <a:pt x="24289" y="13240"/>
                      </a:cubicBezTo>
                      <a:cubicBezTo>
                        <a:pt x="24860" y="13335"/>
                        <a:pt x="25146" y="13621"/>
                        <a:pt x="25146" y="14002"/>
                      </a:cubicBezTo>
                      <a:cubicBezTo>
                        <a:pt x="25146" y="14097"/>
                        <a:pt x="25146" y="14383"/>
                        <a:pt x="24955" y="14573"/>
                      </a:cubicBezTo>
                      <a:cubicBezTo>
                        <a:pt x="24765" y="14859"/>
                        <a:pt x="24765" y="15050"/>
                        <a:pt x="24765" y="15145"/>
                      </a:cubicBezTo>
                      <a:cubicBezTo>
                        <a:pt x="24765" y="15335"/>
                        <a:pt x="25051" y="15431"/>
                        <a:pt x="25527" y="15431"/>
                      </a:cubicBezTo>
                      <a:cubicBezTo>
                        <a:pt x="25527" y="14954"/>
                        <a:pt x="25527" y="14573"/>
                        <a:pt x="25336" y="14478"/>
                      </a:cubicBezTo>
                      <a:close/>
                      <a:moveTo>
                        <a:pt x="26765" y="16955"/>
                      </a:moveTo>
                      <a:lnTo>
                        <a:pt x="26956" y="16764"/>
                      </a:lnTo>
                      <a:lnTo>
                        <a:pt x="26575" y="16288"/>
                      </a:lnTo>
                      <a:lnTo>
                        <a:pt x="26765" y="16859"/>
                      </a:lnTo>
                      <a:close/>
                      <a:moveTo>
                        <a:pt x="27717" y="13335"/>
                      </a:moveTo>
                      <a:lnTo>
                        <a:pt x="28289" y="13716"/>
                      </a:lnTo>
                      <a:cubicBezTo>
                        <a:pt x="28289" y="13716"/>
                        <a:pt x="28099" y="13335"/>
                        <a:pt x="28194" y="13335"/>
                      </a:cubicBezTo>
                      <a:lnTo>
                        <a:pt x="27717" y="13335"/>
                      </a:lnTo>
                      <a:close/>
                      <a:moveTo>
                        <a:pt x="27908" y="6858"/>
                      </a:moveTo>
                      <a:lnTo>
                        <a:pt x="27908" y="7239"/>
                      </a:lnTo>
                      <a:lnTo>
                        <a:pt x="28289" y="6858"/>
                      </a:lnTo>
                      <a:lnTo>
                        <a:pt x="27908" y="6858"/>
                      </a:lnTo>
                      <a:close/>
                      <a:moveTo>
                        <a:pt x="28289" y="11525"/>
                      </a:moveTo>
                      <a:lnTo>
                        <a:pt x="29337" y="10573"/>
                      </a:lnTo>
                      <a:lnTo>
                        <a:pt x="28766" y="10573"/>
                      </a:lnTo>
                      <a:lnTo>
                        <a:pt x="28289" y="11525"/>
                      </a:lnTo>
                      <a:close/>
                      <a:moveTo>
                        <a:pt x="28766" y="16097"/>
                      </a:moveTo>
                      <a:lnTo>
                        <a:pt x="29337" y="15907"/>
                      </a:lnTo>
                      <a:cubicBezTo>
                        <a:pt x="29337" y="15907"/>
                        <a:pt x="29146" y="15716"/>
                        <a:pt x="28766" y="15716"/>
                      </a:cubicBezTo>
                      <a:lnTo>
                        <a:pt x="28766" y="16097"/>
                      </a:lnTo>
                      <a:close/>
                      <a:moveTo>
                        <a:pt x="30004" y="6287"/>
                      </a:moveTo>
                      <a:cubicBezTo>
                        <a:pt x="30004" y="6287"/>
                        <a:pt x="30289" y="6287"/>
                        <a:pt x="30480" y="6572"/>
                      </a:cubicBezTo>
                      <a:lnTo>
                        <a:pt x="30004" y="6287"/>
                      </a:lnTo>
                      <a:close/>
                      <a:moveTo>
                        <a:pt x="30766" y="6763"/>
                      </a:moveTo>
                      <a:cubicBezTo>
                        <a:pt x="30766" y="6763"/>
                        <a:pt x="30575" y="6763"/>
                        <a:pt x="30480" y="6572"/>
                      </a:cubicBezTo>
                      <a:lnTo>
                        <a:pt x="30766" y="6763"/>
                      </a:lnTo>
                      <a:close/>
                      <a:moveTo>
                        <a:pt x="30956" y="6763"/>
                      </a:moveTo>
                      <a:lnTo>
                        <a:pt x="30766" y="6763"/>
                      </a:lnTo>
                      <a:lnTo>
                        <a:pt x="30956" y="6572"/>
                      </a:lnTo>
                      <a:lnTo>
                        <a:pt x="30956" y="6763"/>
                      </a:lnTo>
                      <a:close/>
                      <a:moveTo>
                        <a:pt x="31718" y="4286"/>
                      </a:moveTo>
                      <a:cubicBezTo>
                        <a:pt x="31718" y="4286"/>
                        <a:pt x="31432" y="4286"/>
                        <a:pt x="31242" y="4286"/>
                      </a:cubicBezTo>
                      <a:cubicBezTo>
                        <a:pt x="31052" y="4286"/>
                        <a:pt x="30956" y="4286"/>
                        <a:pt x="30956" y="4191"/>
                      </a:cubicBezTo>
                      <a:cubicBezTo>
                        <a:pt x="30956" y="4096"/>
                        <a:pt x="30956" y="4001"/>
                        <a:pt x="31147" y="3810"/>
                      </a:cubicBezTo>
                      <a:lnTo>
                        <a:pt x="31718" y="4382"/>
                      </a:lnTo>
                      <a:close/>
                      <a:moveTo>
                        <a:pt x="31718" y="12002"/>
                      </a:moveTo>
                      <a:lnTo>
                        <a:pt x="31052" y="11621"/>
                      </a:lnTo>
                      <a:lnTo>
                        <a:pt x="31718" y="11621"/>
                      </a:lnTo>
                      <a:lnTo>
                        <a:pt x="31718" y="12002"/>
                      </a:lnTo>
                      <a:close/>
                      <a:moveTo>
                        <a:pt x="31718" y="4286"/>
                      </a:moveTo>
                      <a:lnTo>
                        <a:pt x="31718" y="4286"/>
                      </a:lnTo>
                      <a:close/>
                      <a:moveTo>
                        <a:pt x="32195" y="8573"/>
                      </a:moveTo>
                      <a:lnTo>
                        <a:pt x="32195" y="8001"/>
                      </a:lnTo>
                      <a:lnTo>
                        <a:pt x="33623" y="8382"/>
                      </a:lnTo>
                      <a:cubicBezTo>
                        <a:pt x="33623" y="8382"/>
                        <a:pt x="33147" y="8668"/>
                        <a:pt x="32861" y="9049"/>
                      </a:cubicBezTo>
                      <a:cubicBezTo>
                        <a:pt x="32861" y="9049"/>
                        <a:pt x="32575" y="8858"/>
                        <a:pt x="32195" y="8573"/>
                      </a:cubicBezTo>
                      <a:close/>
                      <a:moveTo>
                        <a:pt x="33623" y="3143"/>
                      </a:moveTo>
                      <a:cubicBezTo>
                        <a:pt x="33623" y="3143"/>
                        <a:pt x="33528" y="3429"/>
                        <a:pt x="33242" y="3429"/>
                      </a:cubicBezTo>
                      <a:lnTo>
                        <a:pt x="32671" y="3429"/>
                      </a:lnTo>
                      <a:lnTo>
                        <a:pt x="32861" y="2953"/>
                      </a:lnTo>
                      <a:cubicBezTo>
                        <a:pt x="32861" y="2953"/>
                        <a:pt x="33338" y="3143"/>
                        <a:pt x="33718" y="3143"/>
                      </a:cubicBezTo>
                      <a:close/>
                      <a:moveTo>
                        <a:pt x="33338" y="4667"/>
                      </a:moveTo>
                      <a:lnTo>
                        <a:pt x="33338" y="4382"/>
                      </a:lnTo>
                      <a:cubicBezTo>
                        <a:pt x="34100" y="4477"/>
                        <a:pt x="34671" y="4572"/>
                        <a:pt x="34957" y="4477"/>
                      </a:cubicBezTo>
                      <a:lnTo>
                        <a:pt x="34957" y="4953"/>
                      </a:lnTo>
                      <a:lnTo>
                        <a:pt x="33338" y="4667"/>
                      </a:lnTo>
                      <a:close/>
                      <a:moveTo>
                        <a:pt x="35147" y="12573"/>
                      </a:moveTo>
                      <a:lnTo>
                        <a:pt x="34766" y="12573"/>
                      </a:lnTo>
                      <a:lnTo>
                        <a:pt x="35052" y="12097"/>
                      </a:lnTo>
                      <a:cubicBezTo>
                        <a:pt x="35052" y="12097"/>
                        <a:pt x="35147" y="12383"/>
                        <a:pt x="35147" y="12573"/>
                      </a:cubicBezTo>
                      <a:close/>
                      <a:moveTo>
                        <a:pt x="34957" y="12002"/>
                      </a:moveTo>
                      <a:cubicBezTo>
                        <a:pt x="34957" y="12002"/>
                        <a:pt x="35052" y="11811"/>
                        <a:pt x="35147" y="11716"/>
                      </a:cubicBezTo>
                      <a:lnTo>
                        <a:pt x="35147" y="12002"/>
                      </a:lnTo>
                      <a:lnTo>
                        <a:pt x="34957" y="12002"/>
                      </a:lnTo>
                      <a:close/>
                      <a:moveTo>
                        <a:pt x="35147" y="11716"/>
                      </a:moveTo>
                      <a:lnTo>
                        <a:pt x="35147" y="11335"/>
                      </a:lnTo>
                      <a:cubicBezTo>
                        <a:pt x="35147" y="11335"/>
                        <a:pt x="35338" y="11621"/>
                        <a:pt x="35147" y="11716"/>
                      </a:cubicBezTo>
                      <a:close/>
                      <a:moveTo>
                        <a:pt x="35909" y="667"/>
                      </a:moveTo>
                      <a:lnTo>
                        <a:pt x="36290" y="1048"/>
                      </a:lnTo>
                      <a:lnTo>
                        <a:pt x="35528" y="1048"/>
                      </a:lnTo>
                      <a:lnTo>
                        <a:pt x="35909" y="667"/>
                      </a:lnTo>
                      <a:close/>
                      <a:moveTo>
                        <a:pt x="36195" y="6382"/>
                      </a:moveTo>
                      <a:lnTo>
                        <a:pt x="37148" y="7334"/>
                      </a:lnTo>
                      <a:cubicBezTo>
                        <a:pt x="36386" y="7144"/>
                        <a:pt x="36004" y="6953"/>
                        <a:pt x="36004" y="6763"/>
                      </a:cubicBezTo>
                      <a:cubicBezTo>
                        <a:pt x="36004" y="6668"/>
                        <a:pt x="36004" y="6477"/>
                        <a:pt x="36195" y="6382"/>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 name="Google Shape;1017;p99"/>
                <p:cNvSpPr/>
                <p:nvPr/>
              </p:nvSpPr>
              <p:spPr>
                <a:xfrm>
                  <a:off x="8817577" y="1802225"/>
                  <a:ext cx="32575" cy="42862"/>
                </a:xfrm>
                <a:custGeom>
                  <a:avLst/>
                  <a:gdLst/>
                  <a:ahLst/>
                  <a:cxnLst/>
                  <a:rect l="l" t="t" r="r" b="b"/>
                  <a:pathLst>
                    <a:path w="32575" h="42862" extrusionOk="0">
                      <a:moveTo>
                        <a:pt x="28766" y="34290"/>
                      </a:moveTo>
                      <a:cubicBezTo>
                        <a:pt x="29433" y="34766"/>
                        <a:pt x="29813" y="35528"/>
                        <a:pt x="29909" y="36576"/>
                      </a:cubicBezTo>
                      <a:cubicBezTo>
                        <a:pt x="29909" y="37528"/>
                        <a:pt x="29909" y="38386"/>
                        <a:pt x="29909" y="39243"/>
                      </a:cubicBezTo>
                      <a:cubicBezTo>
                        <a:pt x="29909" y="39719"/>
                        <a:pt x="29909" y="40100"/>
                        <a:pt x="30099" y="40481"/>
                      </a:cubicBezTo>
                      <a:cubicBezTo>
                        <a:pt x="29146" y="42005"/>
                        <a:pt x="27432" y="42863"/>
                        <a:pt x="25146" y="42863"/>
                      </a:cubicBezTo>
                      <a:cubicBezTo>
                        <a:pt x="24479" y="42863"/>
                        <a:pt x="23432" y="42863"/>
                        <a:pt x="22003" y="42672"/>
                      </a:cubicBezTo>
                      <a:cubicBezTo>
                        <a:pt x="20574" y="42481"/>
                        <a:pt x="19527" y="42481"/>
                        <a:pt x="18860" y="42481"/>
                      </a:cubicBezTo>
                      <a:cubicBezTo>
                        <a:pt x="18193" y="42481"/>
                        <a:pt x="17431" y="42481"/>
                        <a:pt x="16955" y="42577"/>
                      </a:cubicBezTo>
                      <a:lnTo>
                        <a:pt x="4953" y="42577"/>
                      </a:lnTo>
                      <a:lnTo>
                        <a:pt x="4953" y="42386"/>
                      </a:lnTo>
                      <a:cubicBezTo>
                        <a:pt x="4953" y="42386"/>
                        <a:pt x="3810" y="42101"/>
                        <a:pt x="2763" y="42291"/>
                      </a:cubicBezTo>
                      <a:cubicBezTo>
                        <a:pt x="1714" y="42481"/>
                        <a:pt x="953" y="42291"/>
                        <a:pt x="381" y="42005"/>
                      </a:cubicBezTo>
                      <a:cubicBezTo>
                        <a:pt x="571" y="37052"/>
                        <a:pt x="667" y="32004"/>
                        <a:pt x="667" y="27146"/>
                      </a:cubicBezTo>
                      <a:cubicBezTo>
                        <a:pt x="667" y="22289"/>
                        <a:pt x="667" y="17335"/>
                        <a:pt x="381" y="12287"/>
                      </a:cubicBezTo>
                      <a:cubicBezTo>
                        <a:pt x="571" y="12478"/>
                        <a:pt x="667" y="12478"/>
                        <a:pt x="762" y="12478"/>
                      </a:cubicBezTo>
                      <a:lnTo>
                        <a:pt x="953" y="12287"/>
                      </a:lnTo>
                      <a:cubicBezTo>
                        <a:pt x="953" y="12287"/>
                        <a:pt x="953" y="11906"/>
                        <a:pt x="667" y="11906"/>
                      </a:cubicBezTo>
                      <a:cubicBezTo>
                        <a:pt x="477" y="11811"/>
                        <a:pt x="381" y="11716"/>
                        <a:pt x="381" y="11716"/>
                      </a:cubicBezTo>
                      <a:cubicBezTo>
                        <a:pt x="381" y="11716"/>
                        <a:pt x="381" y="11525"/>
                        <a:pt x="667" y="11335"/>
                      </a:cubicBezTo>
                      <a:cubicBezTo>
                        <a:pt x="667" y="11620"/>
                        <a:pt x="667" y="11811"/>
                        <a:pt x="858" y="11906"/>
                      </a:cubicBezTo>
                      <a:cubicBezTo>
                        <a:pt x="1238" y="11906"/>
                        <a:pt x="1334" y="11620"/>
                        <a:pt x="1143" y="11240"/>
                      </a:cubicBezTo>
                      <a:cubicBezTo>
                        <a:pt x="1048" y="10859"/>
                        <a:pt x="1048" y="10668"/>
                        <a:pt x="1238" y="10573"/>
                      </a:cubicBezTo>
                      <a:lnTo>
                        <a:pt x="1238" y="10763"/>
                      </a:lnTo>
                      <a:cubicBezTo>
                        <a:pt x="1238" y="10763"/>
                        <a:pt x="1238" y="11049"/>
                        <a:pt x="1429" y="11144"/>
                      </a:cubicBezTo>
                      <a:cubicBezTo>
                        <a:pt x="1620" y="11240"/>
                        <a:pt x="1714" y="11430"/>
                        <a:pt x="1810" y="11525"/>
                      </a:cubicBezTo>
                      <a:lnTo>
                        <a:pt x="2667" y="11525"/>
                      </a:lnTo>
                      <a:lnTo>
                        <a:pt x="1810" y="10859"/>
                      </a:lnTo>
                      <a:lnTo>
                        <a:pt x="2667" y="10382"/>
                      </a:lnTo>
                      <a:cubicBezTo>
                        <a:pt x="2667" y="10382"/>
                        <a:pt x="2381" y="10097"/>
                        <a:pt x="2000" y="9715"/>
                      </a:cubicBezTo>
                      <a:cubicBezTo>
                        <a:pt x="1714" y="9430"/>
                        <a:pt x="1429" y="9335"/>
                        <a:pt x="1334" y="9335"/>
                      </a:cubicBezTo>
                      <a:cubicBezTo>
                        <a:pt x="1143" y="9335"/>
                        <a:pt x="953" y="9430"/>
                        <a:pt x="858" y="9715"/>
                      </a:cubicBezTo>
                      <a:cubicBezTo>
                        <a:pt x="571" y="9620"/>
                        <a:pt x="477" y="9430"/>
                        <a:pt x="477" y="9335"/>
                      </a:cubicBezTo>
                      <a:cubicBezTo>
                        <a:pt x="477" y="9335"/>
                        <a:pt x="571" y="9144"/>
                        <a:pt x="858" y="8858"/>
                      </a:cubicBezTo>
                      <a:cubicBezTo>
                        <a:pt x="1143" y="8573"/>
                        <a:pt x="1238" y="8477"/>
                        <a:pt x="1238" y="8287"/>
                      </a:cubicBezTo>
                      <a:lnTo>
                        <a:pt x="1620" y="8668"/>
                      </a:lnTo>
                      <a:lnTo>
                        <a:pt x="1905" y="8382"/>
                      </a:lnTo>
                      <a:cubicBezTo>
                        <a:pt x="1905" y="8382"/>
                        <a:pt x="2096" y="8573"/>
                        <a:pt x="2191" y="8573"/>
                      </a:cubicBezTo>
                      <a:cubicBezTo>
                        <a:pt x="2381" y="8573"/>
                        <a:pt x="2667" y="8573"/>
                        <a:pt x="3048" y="8287"/>
                      </a:cubicBezTo>
                      <a:cubicBezTo>
                        <a:pt x="3429" y="8096"/>
                        <a:pt x="3715" y="8001"/>
                        <a:pt x="3810" y="8001"/>
                      </a:cubicBezTo>
                      <a:cubicBezTo>
                        <a:pt x="4001" y="8001"/>
                        <a:pt x="4191" y="8001"/>
                        <a:pt x="4382" y="8287"/>
                      </a:cubicBezTo>
                      <a:lnTo>
                        <a:pt x="4667" y="8096"/>
                      </a:lnTo>
                      <a:cubicBezTo>
                        <a:pt x="4667" y="8096"/>
                        <a:pt x="4382" y="7620"/>
                        <a:pt x="4001" y="7429"/>
                      </a:cubicBezTo>
                      <a:cubicBezTo>
                        <a:pt x="3620" y="7334"/>
                        <a:pt x="3429" y="7144"/>
                        <a:pt x="3334" y="7144"/>
                      </a:cubicBezTo>
                      <a:cubicBezTo>
                        <a:pt x="2763" y="7144"/>
                        <a:pt x="2096" y="7144"/>
                        <a:pt x="1334" y="7144"/>
                      </a:cubicBezTo>
                      <a:lnTo>
                        <a:pt x="1143" y="7429"/>
                      </a:lnTo>
                      <a:cubicBezTo>
                        <a:pt x="1143" y="7429"/>
                        <a:pt x="858" y="7239"/>
                        <a:pt x="762" y="7239"/>
                      </a:cubicBezTo>
                      <a:cubicBezTo>
                        <a:pt x="667" y="7239"/>
                        <a:pt x="667" y="7239"/>
                        <a:pt x="571" y="7239"/>
                      </a:cubicBezTo>
                      <a:lnTo>
                        <a:pt x="191" y="5715"/>
                      </a:lnTo>
                      <a:cubicBezTo>
                        <a:pt x="191" y="5715"/>
                        <a:pt x="667" y="5715"/>
                        <a:pt x="762" y="5429"/>
                      </a:cubicBezTo>
                      <a:cubicBezTo>
                        <a:pt x="762" y="5144"/>
                        <a:pt x="667" y="5048"/>
                        <a:pt x="381" y="5144"/>
                      </a:cubicBezTo>
                      <a:cubicBezTo>
                        <a:pt x="95" y="5334"/>
                        <a:pt x="0" y="5239"/>
                        <a:pt x="0" y="5048"/>
                      </a:cubicBezTo>
                      <a:lnTo>
                        <a:pt x="381" y="4667"/>
                      </a:lnTo>
                      <a:lnTo>
                        <a:pt x="762" y="5048"/>
                      </a:lnTo>
                      <a:cubicBezTo>
                        <a:pt x="762" y="5048"/>
                        <a:pt x="953" y="4667"/>
                        <a:pt x="953" y="4000"/>
                      </a:cubicBezTo>
                      <a:cubicBezTo>
                        <a:pt x="953" y="4191"/>
                        <a:pt x="953" y="4286"/>
                        <a:pt x="1238" y="4381"/>
                      </a:cubicBezTo>
                      <a:cubicBezTo>
                        <a:pt x="1524" y="4191"/>
                        <a:pt x="1620" y="4000"/>
                        <a:pt x="1620" y="3810"/>
                      </a:cubicBezTo>
                      <a:cubicBezTo>
                        <a:pt x="1620" y="3619"/>
                        <a:pt x="1429" y="3334"/>
                        <a:pt x="953" y="3048"/>
                      </a:cubicBezTo>
                      <a:cubicBezTo>
                        <a:pt x="477" y="2667"/>
                        <a:pt x="286" y="2381"/>
                        <a:pt x="286" y="2096"/>
                      </a:cubicBezTo>
                      <a:cubicBezTo>
                        <a:pt x="286" y="1810"/>
                        <a:pt x="381" y="1619"/>
                        <a:pt x="667" y="1333"/>
                      </a:cubicBezTo>
                      <a:lnTo>
                        <a:pt x="1714" y="286"/>
                      </a:lnTo>
                      <a:cubicBezTo>
                        <a:pt x="3524" y="95"/>
                        <a:pt x="5334" y="0"/>
                        <a:pt x="7430" y="0"/>
                      </a:cubicBezTo>
                      <a:cubicBezTo>
                        <a:pt x="9335" y="0"/>
                        <a:pt x="12192" y="0"/>
                        <a:pt x="16097" y="286"/>
                      </a:cubicBezTo>
                      <a:cubicBezTo>
                        <a:pt x="19908" y="476"/>
                        <a:pt x="22860" y="571"/>
                        <a:pt x="24765" y="571"/>
                      </a:cubicBezTo>
                      <a:cubicBezTo>
                        <a:pt x="26194" y="571"/>
                        <a:pt x="27527" y="571"/>
                        <a:pt x="28766" y="476"/>
                      </a:cubicBezTo>
                      <a:cubicBezTo>
                        <a:pt x="29528" y="1143"/>
                        <a:pt x="30004" y="1905"/>
                        <a:pt x="30004" y="2953"/>
                      </a:cubicBezTo>
                      <a:cubicBezTo>
                        <a:pt x="30004" y="3334"/>
                        <a:pt x="30004" y="3810"/>
                        <a:pt x="29813" y="4572"/>
                      </a:cubicBezTo>
                      <a:cubicBezTo>
                        <a:pt x="29813" y="5334"/>
                        <a:pt x="29623" y="5906"/>
                        <a:pt x="29623" y="6382"/>
                      </a:cubicBezTo>
                      <a:cubicBezTo>
                        <a:pt x="29623" y="6858"/>
                        <a:pt x="29623" y="7144"/>
                        <a:pt x="29623" y="7525"/>
                      </a:cubicBezTo>
                      <a:cubicBezTo>
                        <a:pt x="29623" y="8096"/>
                        <a:pt x="29242" y="8382"/>
                        <a:pt x="28575" y="8382"/>
                      </a:cubicBezTo>
                      <a:cubicBezTo>
                        <a:pt x="28575" y="8382"/>
                        <a:pt x="28290" y="8382"/>
                        <a:pt x="28099" y="8382"/>
                      </a:cubicBezTo>
                      <a:lnTo>
                        <a:pt x="27527" y="8382"/>
                      </a:lnTo>
                      <a:cubicBezTo>
                        <a:pt x="27527" y="8382"/>
                        <a:pt x="26765" y="8382"/>
                        <a:pt x="26575" y="8573"/>
                      </a:cubicBezTo>
                      <a:lnTo>
                        <a:pt x="25337" y="8573"/>
                      </a:lnTo>
                      <a:lnTo>
                        <a:pt x="25337" y="8382"/>
                      </a:lnTo>
                      <a:cubicBezTo>
                        <a:pt x="23813" y="8477"/>
                        <a:pt x="21908" y="8573"/>
                        <a:pt x="19908" y="8573"/>
                      </a:cubicBezTo>
                      <a:cubicBezTo>
                        <a:pt x="18669" y="8573"/>
                        <a:pt x="16859" y="8573"/>
                        <a:pt x="14383" y="8573"/>
                      </a:cubicBezTo>
                      <a:lnTo>
                        <a:pt x="8858" y="8573"/>
                      </a:lnTo>
                      <a:cubicBezTo>
                        <a:pt x="8668" y="9239"/>
                        <a:pt x="8477" y="9906"/>
                        <a:pt x="8477" y="10763"/>
                      </a:cubicBezTo>
                      <a:cubicBezTo>
                        <a:pt x="8477" y="11049"/>
                        <a:pt x="8477" y="11430"/>
                        <a:pt x="8477" y="11906"/>
                      </a:cubicBezTo>
                      <a:lnTo>
                        <a:pt x="8477" y="13049"/>
                      </a:lnTo>
                      <a:cubicBezTo>
                        <a:pt x="8477" y="13811"/>
                        <a:pt x="8477" y="14478"/>
                        <a:pt x="8192" y="15145"/>
                      </a:cubicBezTo>
                      <a:cubicBezTo>
                        <a:pt x="8287" y="15621"/>
                        <a:pt x="8382" y="16097"/>
                        <a:pt x="8477" y="16573"/>
                      </a:cubicBezTo>
                      <a:cubicBezTo>
                        <a:pt x="8668" y="17240"/>
                        <a:pt x="8954" y="17526"/>
                        <a:pt x="9430" y="17526"/>
                      </a:cubicBezTo>
                      <a:cubicBezTo>
                        <a:pt x="9525" y="17526"/>
                        <a:pt x="9716" y="17526"/>
                        <a:pt x="9811" y="17526"/>
                      </a:cubicBezTo>
                      <a:cubicBezTo>
                        <a:pt x="9906" y="17526"/>
                        <a:pt x="10096" y="17526"/>
                        <a:pt x="10192" y="17526"/>
                      </a:cubicBezTo>
                      <a:cubicBezTo>
                        <a:pt x="10287" y="17526"/>
                        <a:pt x="10573" y="17526"/>
                        <a:pt x="10859" y="17526"/>
                      </a:cubicBezTo>
                      <a:cubicBezTo>
                        <a:pt x="11145" y="17526"/>
                        <a:pt x="11335" y="17431"/>
                        <a:pt x="11430" y="17431"/>
                      </a:cubicBezTo>
                      <a:cubicBezTo>
                        <a:pt x="11716" y="17431"/>
                        <a:pt x="11906" y="17621"/>
                        <a:pt x="12097" y="17812"/>
                      </a:cubicBezTo>
                      <a:cubicBezTo>
                        <a:pt x="13049" y="17526"/>
                        <a:pt x="14192" y="17431"/>
                        <a:pt x="15430" y="17431"/>
                      </a:cubicBezTo>
                      <a:cubicBezTo>
                        <a:pt x="16002" y="17431"/>
                        <a:pt x="16955" y="17431"/>
                        <a:pt x="18193" y="17526"/>
                      </a:cubicBezTo>
                      <a:cubicBezTo>
                        <a:pt x="19336" y="17526"/>
                        <a:pt x="20193" y="17621"/>
                        <a:pt x="20860" y="17621"/>
                      </a:cubicBezTo>
                      <a:cubicBezTo>
                        <a:pt x="21431" y="17621"/>
                        <a:pt x="22003" y="17621"/>
                        <a:pt x="22479" y="17526"/>
                      </a:cubicBezTo>
                      <a:cubicBezTo>
                        <a:pt x="22765" y="18383"/>
                        <a:pt x="22860" y="19622"/>
                        <a:pt x="22860" y="21241"/>
                      </a:cubicBezTo>
                      <a:cubicBezTo>
                        <a:pt x="22860" y="23051"/>
                        <a:pt x="22860" y="24289"/>
                        <a:pt x="22860" y="24860"/>
                      </a:cubicBezTo>
                      <a:cubicBezTo>
                        <a:pt x="22098" y="25432"/>
                        <a:pt x="21146" y="25622"/>
                        <a:pt x="19908" y="25622"/>
                      </a:cubicBezTo>
                      <a:cubicBezTo>
                        <a:pt x="19336" y="25622"/>
                        <a:pt x="18574" y="25622"/>
                        <a:pt x="17526" y="25432"/>
                      </a:cubicBezTo>
                      <a:cubicBezTo>
                        <a:pt x="16479" y="25432"/>
                        <a:pt x="15716" y="25241"/>
                        <a:pt x="15145" y="25241"/>
                      </a:cubicBezTo>
                      <a:cubicBezTo>
                        <a:pt x="14669" y="25241"/>
                        <a:pt x="14097" y="25241"/>
                        <a:pt x="13716" y="25336"/>
                      </a:cubicBezTo>
                      <a:lnTo>
                        <a:pt x="13716" y="25051"/>
                      </a:lnTo>
                      <a:cubicBezTo>
                        <a:pt x="13716" y="25051"/>
                        <a:pt x="12954" y="25051"/>
                        <a:pt x="12097" y="25051"/>
                      </a:cubicBezTo>
                      <a:cubicBezTo>
                        <a:pt x="11525" y="25051"/>
                        <a:pt x="11049" y="25051"/>
                        <a:pt x="10478" y="25432"/>
                      </a:cubicBezTo>
                      <a:cubicBezTo>
                        <a:pt x="10287" y="25432"/>
                        <a:pt x="10096" y="25336"/>
                        <a:pt x="9811" y="25336"/>
                      </a:cubicBezTo>
                      <a:cubicBezTo>
                        <a:pt x="9430" y="25336"/>
                        <a:pt x="9144" y="25336"/>
                        <a:pt x="9049" y="25336"/>
                      </a:cubicBezTo>
                      <a:cubicBezTo>
                        <a:pt x="8477" y="25527"/>
                        <a:pt x="8192" y="25908"/>
                        <a:pt x="8192" y="26670"/>
                      </a:cubicBezTo>
                      <a:cubicBezTo>
                        <a:pt x="8192" y="27146"/>
                        <a:pt x="8287" y="27527"/>
                        <a:pt x="8477" y="27813"/>
                      </a:cubicBezTo>
                      <a:cubicBezTo>
                        <a:pt x="7715" y="27623"/>
                        <a:pt x="7048" y="27813"/>
                        <a:pt x="6477" y="28385"/>
                      </a:cubicBezTo>
                      <a:lnTo>
                        <a:pt x="7811" y="28099"/>
                      </a:lnTo>
                      <a:lnTo>
                        <a:pt x="7620" y="28385"/>
                      </a:lnTo>
                      <a:cubicBezTo>
                        <a:pt x="7620" y="28385"/>
                        <a:pt x="7811" y="28575"/>
                        <a:pt x="7906" y="28575"/>
                      </a:cubicBezTo>
                      <a:cubicBezTo>
                        <a:pt x="7906" y="28575"/>
                        <a:pt x="7906" y="28480"/>
                        <a:pt x="8477" y="28099"/>
                      </a:cubicBezTo>
                      <a:cubicBezTo>
                        <a:pt x="8477" y="28003"/>
                        <a:pt x="8477" y="28956"/>
                        <a:pt x="8477" y="31147"/>
                      </a:cubicBezTo>
                      <a:cubicBezTo>
                        <a:pt x="8477" y="32385"/>
                        <a:pt x="8668" y="33338"/>
                        <a:pt x="9144" y="34004"/>
                      </a:cubicBezTo>
                      <a:cubicBezTo>
                        <a:pt x="10383" y="34195"/>
                        <a:pt x="11811" y="34290"/>
                        <a:pt x="13240" y="34290"/>
                      </a:cubicBezTo>
                      <a:cubicBezTo>
                        <a:pt x="14288" y="34290"/>
                        <a:pt x="15907" y="34290"/>
                        <a:pt x="18002" y="34099"/>
                      </a:cubicBezTo>
                      <a:cubicBezTo>
                        <a:pt x="20098" y="34004"/>
                        <a:pt x="21717" y="33909"/>
                        <a:pt x="22765" y="33909"/>
                      </a:cubicBezTo>
                      <a:cubicBezTo>
                        <a:pt x="24289" y="33909"/>
                        <a:pt x="25813" y="33909"/>
                        <a:pt x="27147" y="34195"/>
                      </a:cubicBezTo>
                      <a:cubicBezTo>
                        <a:pt x="27432" y="33623"/>
                        <a:pt x="27908" y="33528"/>
                        <a:pt x="28670" y="34004"/>
                      </a:cubicBezTo>
                      <a:close/>
                      <a:moveTo>
                        <a:pt x="1714" y="8001"/>
                      </a:moveTo>
                      <a:lnTo>
                        <a:pt x="2000" y="8382"/>
                      </a:lnTo>
                      <a:lnTo>
                        <a:pt x="2000" y="8382"/>
                      </a:lnTo>
                      <a:cubicBezTo>
                        <a:pt x="2000" y="8382"/>
                        <a:pt x="1810" y="8192"/>
                        <a:pt x="1714" y="8001"/>
                      </a:cubicBezTo>
                      <a:close/>
                      <a:moveTo>
                        <a:pt x="12478" y="22955"/>
                      </a:moveTo>
                      <a:lnTo>
                        <a:pt x="11811" y="22955"/>
                      </a:lnTo>
                      <a:cubicBezTo>
                        <a:pt x="11811" y="22955"/>
                        <a:pt x="12097" y="23241"/>
                        <a:pt x="12478" y="22955"/>
                      </a:cubicBezTo>
                      <a:lnTo>
                        <a:pt x="12764" y="22955"/>
                      </a:lnTo>
                      <a:cubicBezTo>
                        <a:pt x="12764" y="22955"/>
                        <a:pt x="12764" y="23146"/>
                        <a:pt x="12764" y="23336"/>
                      </a:cubicBezTo>
                      <a:lnTo>
                        <a:pt x="13526" y="22955"/>
                      </a:lnTo>
                      <a:cubicBezTo>
                        <a:pt x="13526" y="22955"/>
                        <a:pt x="13811" y="23241"/>
                        <a:pt x="13811" y="23336"/>
                      </a:cubicBezTo>
                      <a:lnTo>
                        <a:pt x="14574" y="23336"/>
                      </a:lnTo>
                      <a:lnTo>
                        <a:pt x="14574" y="22955"/>
                      </a:lnTo>
                      <a:lnTo>
                        <a:pt x="12668" y="22955"/>
                      </a:lnTo>
                      <a:cubicBezTo>
                        <a:pt x="12668" y="22955"/>
                        <a:pt x="12478" y="22955"/>
                        <a:pt x="12383" y="22955"/>
                      </a:cubicBezTo>
                      <a:close/>
                      <a:moveTo>
                        <a:pt x="22670" y="3239"/>
                      </a:moveTo>
                      <a:lnTo>
                        <a:pt x="22289" y="2953"/>
                      </a:lnTo>
                      <a:lnTo>
                        <a:pt x="22670" y="3810"/>
                      </a:lnTo>
                      <a:lnTo>
                        <a:pt x="22670" y="3239"/>
                      </a:lnTo>
                      <a:close/>
                      <a:moveTo>
                        <a:pt x="32385" y="37148"/>
                      </a:moveTo>
                      <a:lnTo>
                        <a:pt x="32576" y="37148"/>
                      </a:lnTo>
                      <a:lnTo>
                        <a:pt x="31909" y="37528"/>
                      </a:lnTo>
                      <a:lnTo>
                        <a:pt x="32385" y="37148"/>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8" name="Google Shape;1018;p99"/>
              <p:cNvGrpSpPr/>
              <p:nvPr/>
            </p:nvGrpSpPr>
            <p:grpSpPr>
              <a:xfrm>
                <a:off x="11781276" y="3550730"/>
                <a:ext cx="449579" cy="125444"/>
                <a:chOff x="6527958" y="1268825"/>
                <a:chExt cx="449579" cy="125444"/>
              </a:xfrm>
            </p:grpSpPr>
            <p:sp>
              <p:nvSpPr>
                <p:cNvPr id="1019" name="Google Shape;1019;p99"/>
                <p:cNvSpPr/>
                <p:nvPr/>
              </p:nvSpPr>
              <p:spPr>
                <a:xfrm>
                  <a:off x="6527958" y="1285779"/>
                  <a:ext cx="99536" cy="107346"/>
                </a:xfrm>
                <a:custGeom>
                  <a:avLst/>
                  <a:gdLst/>
                  <a:ahLst/>
                  <a:cxnLst/>
                  <a:rect l="l" t="t" r="r" b="b"/>
                  <a:pathLst>
                    <a:path w="99536" h="107346" extrusionOk="0">
                      <a:moveTo>
                        <a:pt x="1429" y="74390"/>
                      </a:moveTo>
                      <a:cubicBezTo>
                        <a:pt x="1429" y="75248"/>
                        <a:pt x="1429" y="75724"/>
                        <a:pt x="1714" y="75724"/>
                      </a:cubicBezTo>
                      <a:cubicBezTo>
                        <a:pt x="2000" y="75724"/>
                        <a:pt x="2191" y="75724"/>
                        <a:pt x="2286" y="75629"/>
                      </a:cubicBezTo>
                      <a:cubicBezTo>
                        <a:pt x="2572" y="75629"/>
                        <a:pt x="2953" y="75438"/>
                        <a:pt x="2953" y="75438"/>
                      </a:cubicBezTo>
                      <a:cubicBezTo>
                        <a:pt x="3238" y="75438"/>
                        <a:pt x="3524" y="75629"/>
                        <a:pt x="3524" y="76010"/>
                      </a:cubicBezTo>
                      <a:cubicBezTo>
                        <a:pt x="1333" y="76010"/>
                        <a:pt x="190" y="75819"/>
                        <a:pt x="0" y="75438"/>
                      </a:cubicBezTo>
                      <a:lnTo>
                        <a:pt x="1333" y="74390"/>
                      </a:lnTo>
                      <a:close/>
                      <a:moveTo>
                        <a:pt x="3620" y="88011"/>
                      </a:moveTo>
                      <a:cubicBezTo>
                        <a:pt x="3715" y="87440"/>
                        <a:pt x="4096" y="87344"/>
                        <a:pt x="4667" y="87344"/>
                      </a:cubicBezTo>
                      <a:lnTo>
                        <a:pt x="6001" y="87344"/>
                      </a:lnTo>
                      <a:cubicBezTo>
                        <a:pt x="6001" y="87344"/>
                        <a:pt x="5620" y="88011"/>
                        <a:pt x="5144" y="88011"/>
                      </a:cubicBezTo>
                      <a:lnTo>
                        <a:pt x="3620" y="88011"/>
                      </a:lnTo>
                      <a:close/>
                      <a:moveTo>
                        <a:pt x="8096" y="95060"/>
                      </a:moveTo>
                      <a:lnTo>
                        <a:pt x="8096" y="93536"/>
                      </a:lnTo>
                      <a:lnTo>
                        <a:pt x="9049" y="93536"/>
                      </a:lnTo>
                      <a:lnTo>
                        <a:pt x="8096" y="95060"/>
                      </a:lnTo>
                      <a:close/>
                      <a:moveTo>
                        <a:pt x="13811" y="86297"/>
                      </a:moveTo>
                      <a:cubicBezTo>
                        <a:pt x="14288" y="86106"/>
                        <a:pt x="14859" y="86487"/>
                        <a:pt x="15716" y="87344"/>
                      </a:cubicBezTo>
                      <a:lnTo>
                        <a:pt x="15335" y="88011"/>
                      </a:lnTo>
                      <a:lnTo>
                        <a:pt x="13716" y="86297"/>
                      </a:lnTo>
                      <a:close/>
                      <a:moveTo>
                        <a:pt x="15716" y="95060"/>
                      </a:moveTo>
                      <a:cubicBezTo>
                        <a:pt x="15716" y="95060"/>
                        <a:pt x="16288" y="94679"/>
                        <a:pt x="16669" y="94298"/>
                      </a:cubicBezTo>
                      <a:cubicBezTo>
                        <a:pt x="16954" y="93821"/>
                        <a:pt x="17240" y="93631"/>
                        <a:pt x="17526" y="93631"/>
                      </a:cubicBezTo>
                      <a:cubicBezTo>
                        <a:pt x="17526" y="94012"/>
                        <a:pt x="17336" y="94393"/>
                        <a:pt x="16859" y="95155"/>
                      </a:cubicBezTo>
                      <a:lnTo>
                        <a:pt x="15716" y="95155"/>
                      </a:lnTo>
                      <a:close/>
                      <a:moveTo>
                        <a:pt x="18288" y="83249"/>
                      </a:moveTo>
                      <a:lnTo>
                        <a:pt x="17812" y="84296"/>
                      </a:lnTo>
                      <a:lnTo>
                        <a:pt x="16383" y="84296"/>
                      </a:lnTo>
                      <a:cubicBezTo>
                        <a:pt x="16764" y="83249"/>
                        <a:pt x="17050" y="82677"/>
                        <a:pt x="17526" y="82677"/>
                      </a:cubicBezTo>
                      <a:cubicBezTo>
                        <a:pt x="17621" y="82677"/>
                        <a:pt x="18097" y="82868"/>
                        <a:pt x="18288" y="83249"/>
                      </a:cubicBezTo>
                      <a:close/>
                      <a:moveTo>
                        <a:pt x="20479" y="74009"/>
                      </a:moveTo>
                      <a:lnTo>
                        <a:pt x="20479" y="75057"/>
                      </a:lnTo>
                      <a:lnTo>
                        <a:pt x="18288" y="73247"/>
                      </a:lnTo>
                      <a:cubicBezTo>
                        <a:pt x="18288" y="73247"/>
                        <a:pt x="19431" y="73343"/>
                        <a:pt x="20479" y="74009"/>
                      </a:cubicBezTo>
                      <a:close/>
                      <a:moveTo>
                        <a:pt x="18288" y="89440"/>
                      </a:moveTo>
                      <a:cubicBezTo>
                        <a:pt x="18955" y="89440"/>
                        <a:pt x="19431" y="89916"/>
                        <a:pt x="19431" y="90869"/>
                      </a:cubicBezTo>
                      <a:lnTo>
                        <a:pt x="18288" y="90869"/>
                      </a:lnTo>
                      <a:lnTo>
                        <a:pt x="18288" y="89440"/>
                      </a:lnTo>
                      <a:close/>
                      <a:moveTo>
                        <a:pt x="20860" y="100775"/>
                      </a:moveTo>
                      <a:lnTo>
                        <a:pt x="20479" y="100203"/>
                      </a:lnTo>
                      <a:lnTo>
                        <a:pt x="22574" y="99060"/>
                      </a:lnTo>
                      <a:lnTo>
                        <a:pt x="20860" y="100775"/>
                      </a:lnTo>
                      <a:close/>
                      <a:moveTo>
                        <a:pt x="99346" y="79534"/>
                      </a:moveTo>
                      <a:lnTo>
                        <a:pt x="94679" y="80201"/>
                      </a:lnTo>
                      <a:cubicBezTo>
                        <a:pt x="94679" y="80201"/>
                        <a:pt x="94583" y="80486"/>
                        <a:pt x="94583" y="80581"/>
                      </a:cubicBezTo>
                      <a:cubicBezTo>
                        <a:pt x="94583" y="80867"/>
                        <a:pt x="94964" y="81153"/>
                        <a:pt x="95631" y="81629"/>
                      </a:cubicBezTo>
                      <a:cubicBezTo>
                        <a:pt x="96393" y="82106"/>
                        <a:pt x="96869" y="82677"/>
                        <a:pt x="96869" y="83249"/>
                      </a:cubicBezTo>
                      <a:lnTo>
                        <a:pt x="98012" y="83249"/>
                      </a:lnTo>
                      <a:cubicBezTo>
                        <a:pt x="97441" y="85820"/>
                        <a:pt x="96964" y="88773"/>
                        <a:pt x="96393" y="91440"/>
                      </a:cubicBezTo>
                      <a:cubicBezTo>
                        <a:pt x="95726" y="94393"/>
                        <a:pt x="94012" y="96298"/>
                        <a:pt x="91249" y="97155"/>
                      </a:cubicBezTo>
                      <a:cubicBezTo>
                        <a:pt x="90869" y="95536"/>
                        <a:pt x="89725" y="95060"/>
                        <a:pt x="88106" y="95726"/>
                      </a:cubicBezTo>
                      <a:lnTo>
                        <a:pt x="87630" y="96202"/>
                      </a:lnTo>
                      <a:lnTo>
                        <a:pt x="89535" y="98298"/>
                      </a:lnTo>
                      <a:cubicBezTo>
                        <a:pt x="88678" y="98203"/>
                        <a:pt x="87916" y="97631"/>
                        <a:pt x="86868" y="96774"/>
                      </a:cubicBezTo>
                      <a:cubicBezTo>
                        <a:pt x="86106" y="95917"/>
                        <a:pt x="85154" y="95536"/>
                        <a:pt x="84677" y="95536"/>
                      </a:cubicBezTo>
                      <a:cubicBezTo>
                        <a:pt x="84011" y="95536"/>
                        <a:pt x="83248" y="95917"/>
                        <a:pt x="82582" y="96679"/>
                      </a:cubicBezTo>
                      <a:lnTo>
                        <a:pt x="84391" y="96679"/>
                      </a:lnTo>
                      <a:lnTo>
                        <a:pt x="84011" y="97250"/>
                      </a:lnTo>
                      <a:cubicBezTo>
                        <a:pt x="84963" y="97631"/>
                        <a:pt x="86296" y="98393"/>
                        <a:pt x="88106" y="99822"/>
                      </a:cubicBezTo>
                      <a:lnTo>
                        <a:pt x="84296" y="101441"/>
                      </a:lnTo>
                      <a:lnTo>
                        <a:pt x="84963" y="101822"/>
                      </a:lnTo>
                      <a:cubicBezTo>
                        <a:pt x="84963" y="101822"/>
                        <a:pt x="83439" y="102584"/>
                        <a:pt x="80772" y="103727"/>
                      </a:cubicBezTo>
                      <a:cubicBezTo>
                        <a:pt x="79343" y="104299"/>
                        <a:pt x="77914" y="104489"/>
                        <a:pt x="76771" y="104489"/>
                      </a:cubicBezTo>
                      <a:cubicBezTo>
                        <a:pt x="76009" y="104489"/>
                        <a:pt x="75438" y="104489"/>
                        <a:pt x="74771" y="104299"/>
                      </a:cubicBezTo>
                      <a:cubicBezTo>
                        <a:pt x="74295" y="105537"/>
                        <a:pt x="74104" y="106394"/>
                        <a:pt x="74295" y="106775"/>
                      </a:cubicBezTo>
                      <a:lnTo>
                        <a:pt x="54102" y="107347"/>
                      </a:lnTo>
                      <a:cubicBezTo>
                        <a:pt x="52483" y="105918"/>
                        <a:pt x="49911" y="104585"/>
                        <a:pt x="46482" y="103632"/>
                      </a:cubicBezTo>
                      <a:cubicBezTo>
                        <a:pt x="42672" y="102489"/>
                        <a:pt x="40196" y="101537"/>
                        <a:pt x="39148" y="100870"/>
                      </a:cubicBezTo>
                      <a:cubicBezTo>
                        <a:pt x="38671" y="100298"/>
                        <a:pt x="38005" y="99822"/>
                        <a:pt x="36862" y="99536"/>
                      </a:cubicBezTo>
                      <a:cubicBezTo>
                        <a:pt x="35719" y="99251"/>
                        <a:pt x="34671" y="99060"/>
                        <a:pt x="33528" y="98774"/>
                      </a:cubicBezTo>
                      <a:lnTo>
                        <a:pt x="35147" y="97250"/>
                      </a:lnTo>
                      <a:lnTo>
                        <a:pt x="32956" y="95155"/>
                      </a:lnTo>
                      <a:lnTo>
                        <a:pt x="32671" y="96679"/>
                      </a:lnTo>
                      <a:cubicBezTo>
                        <a:pt x="30766" y="96202"/>
                        <a:pt x="29718" y="94774"/>
                        <a:pt x="29623" y="92202"/>
                      </a:cubicBezTo>
                      <a:cubicBezTo>
                        <a:pt x="29528" y="90011"/>
                        <a:pt x="28384" y="88868"/>
                        <a:pt x="25813" y="88868"/>
                      </a:cubicBezTo>
                      <a:lnTo>
                        <a:pt x="24194" y="88868"/>
                      </a:lnTo>
                      <a:cubicBezTo>
                        <a:pt x="25527" y="88868"/>
                        <a:pt x="26479" y="87916"/>
                        <a:pt x="26479" y="86392"/>
                      </a:cubicBezTo>
                      <a:cubicBezTo>
                        <a:pt x="26479" y="85820"/>
                        <a:pt x="26194" y="85344"/>
                        <a:pt x="25908" y="84868"/>
                      </a:cubicBezTo>
                      <a:cubicBezTo>
                        <a:pt x="25622" y="84392"/>
                        <a:pt x="24765" y="83915"/>
                        <a:pt x="23146" y="83344"/>
                      </a:cubicBezTo>
                      <a:lnTo>
                        <a:pt x="22765" y="83725"/>
                      </a:lnTo>
                      <a:cubicBezTo>
                        <a:pt x="22765" y="83725"/>
                        <a:pt x="22574" y="83915"/>
                        <a:pt x="22384" y="83915"/>
                      </a:cubicBezTo>
                      <a:cubicBezTo>
                        <a:pt x="22003" y="83915"/>
                        <a:pt x="21907" y="83534"/>
                        <a:pt x="21622" y="82868"/>
                      </a:cubicBezTo>
                      <a:cubicBezTo>
                        <a:pt x="21622" y="82296"/>
                        <a:pt x="21622" y="81725"/>
                        <a:pt x="21622" y="81153"/>
                      </a:cubicBezTo>
                      <a:cubicBezTo>
                        <a:pt x="22574" y="80963"/>
                        <a:pt x="23908" y="80010"/>
                        <a:pt x="25717" y="78296"/>
                      </a:cubicBezTo>
                      <a:cubicBezTo>
                        <a:pt x="27337" y="76867"/>
                        <a:pt x="28670" y="76200"/>
                        <a:pt x="29718" y="76200"/>
                      </a:cubicBezTo>
                      <a:cubicBezTo>
                        <a:pt x="30289" y="76200"/>
                        <a:pt x="30956" y="76200"/>
                        <a:pt x="31432" y="76581"/>
                      </a:cubicBezTo>
                      <a:cubicBezTo>
                        <a:pt x="31147" y="76010"/>
                        <a:pt x="31051" y="75438"/>
                        <a:pt x="31432" y="74962"/>
                      </a:cubicBezTo>
                      <a:cubicBezTo>
                        <a:pt x="31718" y="74581"/>
                        <a:pt x="31432" y="73914"/>
                        <a:pt x="30575" y="73057"/>
                      </a:cubicBezTo>
                      <a:lnTo>
                        <a:pt x="35147" y="70866"/>
                      </a:lnTo>
                      <a:lnTo>
                        <a:pt x="34004" y="69437"/>
                      </a:lnTo>
                      <a:cubicBezTo>
                        <a:pt x="34766" y="69437"/>
                        <a:pt x="35814" y="68961"/>
                        <a:pt x="37529" y="68199"/>
                      </a:cubicBezTo>
                      <a:cubicBezTo>
                        <a:pt x="39053" y="67342"/>
                        <a:pt x="40100" y="66866"/>
                        <a:pt x="40672" y="66866"/>
                      </a:cubicBezTo>
                      <a:cubicBezTo>
                        <a:pt x="41529" y="66866"/>
                        <a:pt x="42196" y="67627"/>
                        <a:pt x="42291" y="68866"/>
                      </a:cubicBezTo>
                      <a:cubicBezTo>
                        <a:pt x="42196" y="71819"/>
                        <a:pt x="43244" y="74867"/>
                        <a:pt x="45625" y="77629"/>
                      </a:cubicBezTo>
                      <a:cubicBezTo>
                        <a:pt x="46672" y="79153"/>
                        <a:pt x="49149" y="81344"/>
                        <a:pt x="52673" y="84392"/>
                      </a:cubicBezTo>
                      <a:cubicBezTo>
                        <a:pt x="53149" y="85630"/>
                        <a:pt x="54197" y="86201"/>
                        <a:pt x="55245" y="86201"/>
                      </a:cubicBezTo>
                      <a:cubicBezTo>
                        <a:pt x="55531" y="86201"/>
                        <a:pt x="56102" y="86201"/>
                        <a:pt x="56864" y="85916"/>
                      </a:cubicBezTo>
                      <a:cubicBezTo>
                        <a:pt x="57626" y="85916"/>
                        <a:pt x="58293" y="85820"/>
                        <a:pt x="58579" y="85820"/>
                      </a:cubicBezTo>
                      <a:cubicBezTo>
                        <a:pt x="59150" y="85820"/>
                        <a:pt x="60007" y="85916"/>
                        <a:pt x="60770" y="86392"/>
                      </a:cubicBezTo>
                      <a:cubicBezTo>
                        <a:pt x="61627" y="86773"/>
                        <a:pt x="62389" y="86963"/>
                        <a:pt x="63151" y="86963"/>
                      </a:cubicBezTo>
                      <a:cubicBezTo>
                        <a:pt x="64770" y="86963"/>
                        <a:pt x="66675" y="86297"/>
                        <a:pt x="68866" y="84677"/>
                      </a:cubicBezTo>
                      <a:cubicBezTo>
                        <a:pt x="72009" y="82582"/>
                        <a:pt x="73819" y="81344"/>
                        <a:pt x="74200" y="81248"/>
                      </a:cubicBezTo>
                      <a:cubicBezTo>
                        <a:pt x="74676" y="80581"/>
                        <a:pt x="74866" y="79820"/>
                        <a:pt x="74866" y="79153"/>
                      </a:cubicBezTo>
                      <a:cubicBezTo>
                        <a:pt x="74866" y="78105"/>
                        <a:pt x="74295" y="76676"/>
                        <a:pt x="73152" y="74962"/>
                      </a:cubicBezTo>
                      <a:cubicBezTo>
                        <a:pt x="72009" y="73152"/>
                        <a:pt x="71342" y="71914"/>
                        <a:pt x="71056" y="70961"/>
                      </a:cubicBezTo>
                      <a:cubicBezTo>
                        <a:pt x="68866" y="70676"/>
                        <a:pt x="67628" y="69723"/>
                        <a:pt x="67437" y="68390"/>
                      </a:cubicBezTo>
                      <a:lnTo>
                        <a:pt x="68008" y="68008"/>
                      </a:lnTo>
                      <a:cubicBezTo>
                        <a:pt x="65151" y="66580"/>
                        <a:pt x="61341" y="64579"/>
                        <a:pt x="56102" y="61817"/>
                      </a:cubicBezTo>
                      <a:cubicBezTo>
                        <a:pt x="55531" y="62294"/>
                        <a:pt x="55150" y="62484"/>
                        <a:pt x="54578" y="62484"/>
                      </a:cubicBezTo>
                      <a:cubicBezTo>
                        <a:pt x="53816" y="62484"/>
                        <a:pt x="52959" y="62008"/>
                        <a:pt x="52006" y="61055"/>
                      </a:cubicBezTo>
                      <a:cubicBezTo>
                        <a:pt x="50959" y="60008"/>
                        <a:pt x="50006" y="59531"/>
                        <a:pt x="49339" y="59531"/>
                      </a:cubicBezTo>
                      <a:cubicBezTo>
                        <a:pt x="49149" y="59531"/>
                        <a:pt x="48863" y="59627"/>
                        <a:pt x="48578" y="59817"/>
                      </a:cubicBezTo>
                      <a:cubicBezTo>
                        <a:pt x="46482" y="59246"/>
                        <a:pt x="44196" y="57436"/>
                        <a:pt x="42005" y="54293"/>
                      </a:cubicBezTo>
                      <a:cubicBezTo>
                        <a:pt x="39529" y="50959"/>
                        <a:pt x="37433" y="48673"/>
                        <a:pt x="35814" y="47720"/>
                      </a:cubicBezTo>
                      <a:cubicBezTo>
                        <a:pt x="35909" y="46768"/>
                        <a:pt x="35433" y="45529"/>
                        <a:pt x="34385" y="44006"/>
                      </a:cubicBezTo>
                      <a:cubicBezTo>
                        <a:pt x="33338" y="42577"/>
                        <a:pt x="32861" y="41434"/>
                        <a:pt x="32956" y="40672"/>
                      </a:cubicBezTo>
                      <a:cubicBezTo>
                        <a:pt x="32480" y="39529"/>
                        <a:pt x="32099" y="37243"/>
                        <a:pt x="31909" y="34004"/>
                      </a:cubicBezTo>
                      <a:cubicBezTo>
                        <a:pt x="31718" y="31052"/>
                        <a:pt x="31623" y="28099"/>
                        <a:pt x="31432" y="25146"/>
                      </a:cubicBezTo>
                      <a:cubicBezTo>
                        <a:pt x="32195" y="24860"/>
                        <a:pt x="32671" y="24575"/>
                        <a:pt x="32671" y="24098"/>
                      </a:cubicBezTo>
                      <a:cubicBezTo>
                        <a:pt x="32671" y="23813"/>
                        <a:pt x="32480" y="23431"/>
                        <a:pt x="32099" y="22860"/>
                      </a:cubicBezTo>
                      <a:cubicBezTo>
                        <a:pt x="31718" y="22289"/>
                        <a:pt x="31432" y="21812"/>
                        <a:pt x="31432" y="21622"/>
                      </a:cubicBezTo>
                      <a:cubicBezTo>
                        <a:pt x="31909" y="20383"/>
                        <a:pt x="33528" y="18669"/>
                        <a:pt x="35909" y="16574"/>
                      </a:cubicBezTo>
                      <a:cubicBezTo>
                        <a:pt x="38100" y="14669"/>
                        <a:pt x="39243" y="12954"/>
                        <a:pt x="39243" y="11240"/>
                      </a:cubicBezTo>
                      <a:cubicBezTo>
                        <a:pt x="39529" y="11240"/>
                        <a:pt x="40291" y="10858"/>
                        <a:pt x="41148" y="10192"/>
                      </a:cubicBezTo>
                      <a:cubicBezTo>
                        <a:pt x="41910" y="9620"/>
                        <a:pt x="42481" y="9239"/>
                        <a:pt x="42767" y="9239"/>
                      </a:cubicBezTo>
                      <a:cubicBezTo>
                        <a:pt x="43053" y="9239"/>
                        <a:pt x="43339" y="9430"/>
                        <a:pt x="43529" y="9716"/>
                      </a:cubicBezTo>
                      <a:cubicBezTo>
                        <a:pt x="45148" y="7239"/>
                        <a:pt x="47815" y="5048"/>
                        <a:pt x="51530" y="3715"/>
                      </a:cubicBezTo>
                      <a:cubicBezTo>
                        <a:pt x="54959" y="2667"/>
                        <a:pt x="58198" y="1524"/>
                        <a:pt x="61436" y="572"/>
                      </a:cubicBezTo>
                      <a:cubicBezTo>
                        <a:pt x="62389" y="191"/>
                        <a:pt x="63341" y="0"/>
                        <a:pt x="64389" y="0"/>
                      </a:cubicBezTo>
                      <a:cubicBezTo>
                        <a:pt x="65818" y="0"/>
                        <a:pt x="67723" y="572"/>
                        <a:pt x="70104" y="1715"/>
                      </a:cubicBezTo>
                      <a:cubicBezTo>
                        <a:pt x="72390" y="2858"/>
                        <a:pt x="74390" y="3429"/>
                        <a:pt x="75724" y="3429"/>
                      </a:cubicBezTo>
                      <a:cubicBezTo>
                        <a:pt x="76390" y="3429"/>
                        <a:pt x="77057" y="3429"/>
                        <a:pt x="77724" y="3143"/>
                      </a:cubicBezTo>
                      <a:cubicBezTo>
                        <a:pt x="78296" y="4381"/>
                        <a:pt x="79343" y="5144"/>
                        <a:pt x="80963" y="5715"/>
                      </a:cubicBezTo>
                      <a:cubicBezTo>
                        <a:pt x="82963" y="6382"/>
                        <a:pt x="84296" y="6953"/>
                        <a:pt x="84868" y="7334"/>
                      </a:cubicBezTo>
                      <a:cubicBezTo>
                        <a:pt x="88011" y="7620"/>
                        <a:pt x="90583" y="11430"/>
                        <a:pt x="93059" y="19145"/>
                      </a:cubicBezTo>
                      <a:cubicBezTo>
                        <a:pt x="92964" y="20193"/>
                        <a:pt x="92202" y="21527"/>
                        <a:pt x="90678" y="23336"/>
                      </a:cubicBezTo>
                      <a:cubicBezTo>
                        <a:pt x="89154" y="25051"/>
                        <a:pt x="88582" y="26670"/>
                        <a:pt x="88582" y="27813"/>
                      </a:cubicBezTo>
                      <a:cubicBezTo>
                        <a:pt x="87630" y="27623"/>
                        <a:pt x="87154" y="28004"/>
                        <a:pt x="86963" y="28956"/>
                      </a:cubicBezTo>
                      <a:cubicBezTo>
                        <a:pt x="86963" y="30004"/>
                        <a:pt x="86678" y="30766"/>
                        <a:pt x="86392" y="30956"/>
                      </a:cubicBezTo>
                      <a:cubicBezTo>
                        <a:pt x="83820" y="32004"/>
                        <a:pt x="82201" y="32671"/>
                        <a:pt x="81058" y="32671"/>
                      </a:cubicBezTo>
                      <a:cubicBezTo>
                        <a:pt x="79724" y="32671"/>
                        <a:pt x="78391" y="31718"/>
                        <a:pt x="77153" y="30004"/>
                      </a:cubicBezTo>
                      <a:cubicBezTo>
                        <a:pt x="76962" y="28575"/>
                        <a:pt x="76200" y="27527"/>
                        <a:pt x="74486" y="26765"/>
                      </a:cubicBezTo>
                      <a:cubicBezTo>
                        <a:pt x="72390" y="26003"/>
                        <a:pt x="71342" y="25146"/>
                        <a:pt x="70866" y="24194"/>
                      </a:cubicBezTo>
                      <a:cubicBezTo>
                        <a:pt x="70390" y="24194"/>
                        <a:pt x="68961" y="23622"/>
                        <a:pt x="66770" y="22670"/>
                      </a:cubicBezTo>
                      <a:cubicBezTo>
                        <a:pt x="64865" y="22003"/>
                        <a:pt x="63532" y="21622"/>
                        <a:pt x="62484" y="21622"/>
                      </a:cubicBezTo>
                      <a:cubicBezTo>
                        <a:pt x="61055" y="21622"/>
                        <a:pt x="59722" y="22289"/>
                        <a:pt x="58674" y="23813"/>
                      </a:cubicBezTo>
                      <a:cubicBezTo>
                        <a:pt x="58198" y="23717"/>
                        <a:pt x="57912" y="23622"/>
                        <a:pt x="57626" y="23622"/>
                      </a:cubicBezTo>
                      <a:cubicBezTo>
                        <a:pt x="56959" y="23622"/>
                        <a:pt x="55912" y="24289"/>
                        <a:pt x="54388" y="25622"/>
                      </a:cubicBezTo>
                      <a:cubicBezTo>
                        <a:pt x="54864" y="26384"/>
                        <a:pt x="54959" y="27146"/>
                        <a:pt x="54959" y="27718"/>
                      </a:cubicBezTo>
                      <a:cubicBezTo>
                        <a:pt x="54959" y="28575"/>
                        <a:pt x="54388" y="29242"/>
                        <a:pt x="53245" y="29908"/>
                      </a:cubicBezTo>
                      <a:cubicBezTo>
                        <a:pt x="52006" y="30575"/>
                        <a:pt x="51435" y="31242"/>
                        <a:pt x="51435" y="31814"/>
                      </a:cubicBezTo>
                      <a:cubicBezTo>
                        <a:pt x="51435" y="32290"/>
                        <a:pt x="51816" y="33147"/>
                        <a:pt x="52388" y="34004"/>
                      </a:cubicBezTo>
                      <a:cubicBezTo>
                        <a:pt x="56102" y="39338"/>
                        <a:pt x="61817" y="43529"/>
                        <a:pt x="69247" y="46292"/>
                      </a:cubicBezTo>
                      <a:cubicBezTo>
                        <a:pt x="70199" y="46577"/>
                        <a:pt x="71723" y="47435"/>
                        <a:pt x="73533" y="48958"/>
                      </a:cubicBezTo>
                      <a:cubicBezTo>
                        <a:pt x="75343" y="50387"/>
                        <a:pt x="76867" y="51245"/>
                        <a:pt x="78200" y="51340"/>
                      </a:cubicBezTo>
                      <a:cubicBezTo>
                        <a:pt x="79438" y="51530"/>
                        <a:pt x="81058" y="52483"/>
                        <a:pt x="83344" y="54388"/>
                      </a:cubicBezTo>
                      <a:cubicBezTo>
                        <a:pt x="85344" y="56102"/>
                        <a:pt x="87154" y="56960"/>
                        <a:pt x="88963" y="56674"/>
                      </a:cubicBezTo>
                      <a:cubicBezTo>
                        <a:pt x="88963" y="57531"/>
                        <a:pt x="89059" y="58007"/>
                        <a:pt x="89345" y="58102"/>
                      </a:cubicBezTo>
                      <a:cubicBezTo>
                        <a:pt x="90106" y="58102"/>
                        <a:pt x="90869" y="58769"/>
                        <a:pt x="91154" y="59912"/>
                      </a:cubicBezTo>
                      <a:cubicBezTo>
                        <a:pt x="91630" y="61055"/>
                        <a:pt x="92202" y="61531"/>
                        <a:pt x="93059" y="61246"/>
                      </a:cubicBezTo>
                      <a:cubicBezTo>
                        <a:pt x="93154" y="61913"/>
                        <a:pt x="94202" y="63722"/>
                        <a:pt x="96488" y="66675"/>
                      </a:cubicBezTo>
                      <a:cubicBezTo>
                        <a:pt x="98107" y="69247"/>
                        <a:pt x="98870" y="71533"/>
                        <a:pt x="98870" y="73438"/>
                      </a:cubicBezTo>
                      <a:cubicBezTo>
                        <a:pt x="99250" y="74104"/>
                        <a:pt x="99536" y="74581"/>
                        <a:pt x="99536" y="75057"/>
                      </a:cubicBezTo>
                      <a:cubicBezTo>
                        <a:pt x="99536" y="75533"/>
                        <a:pt x="99250" y="76105"/>
                        <a:pt x="98870" y="76772"/>
                      </a:cubicBezTo>
                      <a:cubicBezTo>
                        <a:pt x="98488" y="77438"/>
                        <a:pt x="98203" y="77915"/>
                        <a:pt x="98203" y="78105"/>
                      </a:cubicBezTo>
                      <a:cubicBezTo>
                        <a:pt x="98203" y="78772"/>
                        <a:pt x="98584" y="79248"/>
                        <a:pt x="99346" y="79820"/>
                      </a:cubicBezTo>
                      <a:close/>
                      <a:moveTo>
                        <a:pt x="22574" y="82677"/>
                      </a:moveTo>
                      <a:lnTo>
                        <a:pt x="25622" y="81534"/>
                      </a:lnTo>
                      <a:lnTo>
                        <a:pt x="24194" y="81534"/>
                      </a:lnTo>
                      <a:lnTo>
                        <a:pt x="22574" y="82677"/>
                      </a:lnTo>
                      <a:close/>
                      <a:moveTo>
                        <a:pt x="23622" y="95631"/>
                      </a:moveTo>
                      <a:lnTo>
                        <a:pt x="24194" y="95631"/>
                      </a:lnTo>
                      <a:lnTo>
                        <a:pt x="25337" y="96488"/>
                      </a:lnTo>
                      <a:lnTo>
                        <a:pt x="23717" y="95631"/>
                      </a:lnTo>
                      <a:close/>
                      <a:moveTo>
                        <a:pt x="27813" y="102679"/>
                      </a:moveTo>
                      <a:cubicBezTo>
                        <a:pt x="27718" y="101727"/>
                        <a:pt x="27908" y="100775"/>
                        <a:pt x="28670" y="100013"/>
                      </a:cubicBezTo>
                      <a:lnTo>
                        <a:pt x="28480" y="100013"/>
                      </a:lnTo>
                      <a:cubicBezTo>
                        <a:pt x="28480" y="100013"/>
                        <a:pt x="28765" y="100679"/>
                        <a:pt x="29051" y="101156"/>
                      </a:cubicBezTo>
                      <a:cubicBezTo>
                        <a:pt x="29528" y="101537"/>
                        <a:pt x="29718" y="101822"/>
                        <a:pt x="29718" y="102013"/>
                      </a:cubicBezTo>
                      <a:cubicBezTo>
                        <a:pt x="29718" y="102299"/>
                        <a:pt x="29718" y="102489"/>
                        <a:pt x="29242" y="102679"/>
                      </a:cubicBezTo>
                      <a:lnTo>
                        <a:pt x="27718" y="102679"/>
                      </a:lnTo>
                      <a:close/>
                      <a:moveTo>
                        <a:pt x="28956" y="99631"/>
                      </a:moveTo>
                      <a:cubicBezTo>
                        <a:pt x="28956" y="99631"/>
                        <a:pt x="28670" y="99917"/>
                        <a:pt x="28670" y="100013"/>
                      </a:cubicBezTo>
                      <a:cubicBezTo>
                        <a:pt x="28670" y="100013"/>
                        <a:pt x="28670" y="99822"/>
                        <a:pt x="28956" y="99631"/>
                      </a:cubicBezTo>
                      <a:close/>
                      <a:moveTo>
                        <a:pt x="29242" y="97060"/>
                      </a:moveTo>
                      <a:cubicBezTo>
                        <a:pt x="29242" y="97060"/>
                        <a:pt x="30004" y="97346"/>
                        <a:pt x="30385" y="97727"/>
                      </a:cubicBezTo>
                      <a:cubicBezTo>
                        <a:pt x="30956" y="98203"/>
                        <a:pt x="31147" y="98393"/>
                        <a:pt x="31147" y="98489"/>
                      </a:cubicBezTo>
                      <a:cubicBezTo>
                        <a:pt x="30766" y="98584"/>
                        <a:pt x="29813" y="98965"/>
                        <a:pt x="28861" y="99536"/>
                      </a:cubicBezTo>
                      <a:cubicBezTo>
                        <a:pt x="29528" y="98584"/>
                        <a:pt x="29623" y="97822"/>
                        <a:pt x="29146" y="96965"/>
                      </a:cubicBezTo>
                      <a:close/>
                      <a:moveTo>
                        <a:pt x="32385" y="85725"/>
                      </a:moveTo>
                      <a:lnTo>
                        <a:pt x="32385" y="84677"/>
                      </a:lnTo>
                      <a:lnTo>
                        <a:pt x="29242" y="83153"/>
                      </a:lnTo>
                      <a:lnTo>
                        <a:pt x="32385" y="85725"/>
                      </a:lnTo>
                      <a:close/>
                      <a:moveTo>
                        <a:pt x="34862" y="89916"/>
                      </a:moveTo>
                      <a:cubicBezTo>
                        <a:pt x="34862" y="89916"/>
                        <a:pt x="35052" y="89916"/>
                        <a:pt x="36100" y="90202"/>
                      </a:cubicBezTo>
                      <a:cubicBezTo>
                        <a:pt x="36576" y="90297"/>
                        <a:pt x="37052" y="90011"/>
                        <a:pt x="37243" y="89440"/>
                      </a:cubicBezTo>
                      <a:cubicBezTo>
                        <a:pt x="36290" y="89059"/>
                        <a:pt x="35528" y="89249"/>
                        <a:pt x="34862" y="90011"/>
                      </a:cubicBezTo>
                      <a:cubicBezTo>
                        <a:pt x="34480" y="90011"/>
                        <a:pt x="34480" y="90106"/>
                        <a:pt x="34480" y="90392"/>
                      </a:cubicBezTo>
                      <a:lnTo>
                        <a:pt x="33242" y="91440"/>
                      </a:lnTo>
                      <a:lnTo>
                        <a:pt x="34480" y="91440"/>
                      </a:lnTo>
                      <a:cubicBezTo>
                        <a:pt x="34480" y="91440"/>
                        <a:pt x="34290" y="90678"/>
                        <a:pt x="34480" y="90392"/>
                      </a:cubicBezTo>
                      <a:lnTo>
                        <a:pt x="34862" y="90011"/>
                      </a:lnTo>
                      <a:close/>
                      <a:moveTo>
                        <a:pt x="35528" y="39338"/>
                      </a:moveTo>
                      <a:cubicBezTo>
                        <a:pt x="35528" y="39338"/>
                        <a:pt x="36100" y="38481"/>
                        <a:pt x="35814" y="38195"/>
                      </a:cubicBezTo>
                      <a:lnTo>
                        <a:pt x="36290" y="37243"/>
                      </a:lnTo>
                      <a:cubicBezTo>
                        <a:pt x="35814" y="36767"/>
                        <a:pt x="35528" y="36481"/>
                        <a:pt x="34862" y="36100"/>
                      </a:cubicBezTo>
                      <a:cubicBezTo>
                        <a:pt x="34290" y="35814"/>
                        <a:pt x="33909" y="35719"/>
                        <a:pt x="33719" y="35719"/>
                      </a:cubicBezTo>
                      <a:cubicBezTo>
                        <a:pt x="35052" y="36481"/>
                        <a:pt x="35814" y="37148"/>
                        <a:pt x="35814" y="38100"/>
                      </a:cubicBezTo>
                      <a:lnTo>
                        <a:pt x="35528" y="39243"/>
                      </a:lnTo>
                      <a:close/>
                      <a:moveTo>
                        <a:pt x="44672" y="31528"/>
                      </a:moveTo>
                      <a:lnTo>
                        <a:pt x="44672" y="31147"/>
                      </a:lnTo>
                      <a:cubicBezTo>
                        <a:pt x="44291" y="28861"/>
                        <a:pt x="42672" y="27623"/>
                        <a:pt x="39719" y="27623"/>
                      </a:cubicBezTo>
                      <a:cubicBezTo>
                        <a:pt x="37624" y="27623"/>
                        <a:pt x="35719" y="28289"/>
                        <a:pt x="34385" y="29527"/>
                      </a:cubicBezTo>
                      <a:cubicBezTo>
                        <a:pt x="34766" y="29718"/>
                        <a:pt x="35242" y="30575"/>
                        <a:pt x="35719" y="32099"/>
                      </a:cubicBezTo>
                      <a:cubicBezTo>
                        <a:pt x="36195" y="33623"/>
                        <a:pt x="37052" y="34290"/>
                        <a:pt x="38290" y="34004"/>
                      </a:cubicBezTo>
                      <a:lnTo>
                        <a:pt x="38290" y="33623"/>
                      </a:lnTo>
                      <a:cubicBezTo>
                        <a:pt x="38290" y="33623"/>
                        <a:pt x="38862" y="32385"/>
                        <a:pt x="39338" y="30671"/>
                      </a:cubicBezTo>
                      <a:cubicBezTo>
                        <a:pt x="39433" y="29242"/>
                        <a:pt x="40100" y="28480"/>
                        <a:pt x="40862" y="28480"/>
                      </a:cubicBezTo>
                      <a:cubicBezTo>
                        <a:pt x="41148" y="28480"/>
                        <a:pt x="41720" y="28670"/>
                        <a:pt x="41910" y="28956"/>
                      </a:cubicBezTo>
                      <a:lnTo>
                        <a:pt x="41910" y="29908"/>
                      </a:lnTo>
                      <a:cubicBezTo>
                        <a:pt x="41910" y="29908"/>
                        <a:pt x="42386" y="29908"/>
                        <a:pt x="42672" y="29908"/>
                      </a:cubicBezTo>
                      <a:cubicBezTo>
                        <a:pt x="42958" y="29908"/>
                        <a:pt x="43529" y="30480"/>
                        <a:pt x="44577" y="31433"/>
                      </a:cubicBezTo>
                      <a:close/>
                      <a:moveTo>
                        <a:pt x="36290" y="74295"/>
                      </a:moveTo>
                      <a:cubicBezTo>
                        <a:pt x="35528" y="74295"/>
                        <a:pt x="34957" y="74104"/>
                        <a:pt x="34862" y="73914"/>
                      </a:cubicBezTo>
                      <a:lnTo>
                        <a:pt x="35814" y="75343"/>
                      </a:lnTo>
                      <a:cubicBezTo>
                        <a:pt x="35814" y="75343"/>
                        <a:pt x="36386" y="74676"/>
                        <a:pt x="36290" y="74295"/>
                      </a:cubicBezTo>
                      <a:close/>
                      <a:moveTo>
                        <a:pt x="37243" y="32956"/>
                      </a:moveTo>
                      <a:lnTo>
                        <a:pt x="36862" y="32576"/>
                      </a:lnTo>
                      <a:lnTo>
                        <a:pt x="37909" y="32576"/>
                      </a:lnTo>
                      <a:cubicBezTo>
                        <a:pt x="37909" y="32576"/>
                        <a:pt x="37719" y="32766"/>
                        <a:pt x="37243" y="32956"/>
                      </a:cubicBezTo>
                      <a:close/>
                      <a:moveTo>
                        <a:pt x="37909" y="32576"/>
                      </a:moveTo>
                      <a:cubicBezTo>
                        <a:pt x="37909" y="32576"/>
                        <a:pt x="38386" y="32385"/>
                        <a:pt x="38386" y="32576"/>
                      </a:cubicBezTo>
                      <a:lnTo>
                        <a:pt x="37909" y="32576"/>
                      </a:lnTo>
                      <a:close/>
                      <a:moveTo>
                        <a:pt x="38862" y="98108"/>
                      </a:moveTo>
                      <a:lnTo>
                        <a:pt x="39910" y="97060"/>
                      </a:lnTo>
                      <a:cubicBezTo>
                        <a:pt x="39910" y="97060"/>
                        <a:pt x="39148" y="96488"/>
                        <a:pt x="38862" y="96488"/>
                      </a:cubicBezTo>
                      <a:lnTo>
                        <a:pt x="38862" y="98108"/>
                      </a:lnTo>
                      <a:close/>
                      <a:moveTo>
                        <a:pt x="40481" y="34481"/>
                      </a:moveTo>
                      <a:cubicBezTo>
                        <a:pt x="40672" y="34004"/>
                        <a:pt x="40481" y="33338"/>
                        <a:pt x="39910" y="32576"/>
                      </a:cubicBezTo>
                      <a:lnTo>
                        <a:pt x="39910" y="35147"/>
                      </a:lnTo>
                      <a:lnTo>
                        <a:pt x="40481" y="34481"/>
                      </a:lnTo>
                      <a:close/>
                      <a:moveTo>
                        <a:pt x="42481" y="106680"/>
                      </a:moveTo>
                      <a:lnTo>
                        <a:pt x="42005" y="106299"/>
                      </a:lnTo>
                      <a:lnTo>
                        <a:pt x="43244" y="106299"/>
                      </a:lnTo>
                      <a:cubicBezTo>
                        <a:pt x="42672" y="106585"/>
                        <a:pt x="42481" y="106680"/>
                        <a:pt x="42481" y="106680"/>
                      </a:cubicBezTo>
                      <a:close/>
                      <a:moveTo>
                        <a:pt x="55340" y="95631"/>
                      </a:moveTo>
                      <a:lnTo>
                        <a:pt x="55912" y="94964"/>
                      </a:lnTo>
                      <a:lnTo>
                        <a:pt x="55340" y="93440"/>
                      </a:lnTo>
                      <a:lnTo>
                        <a:pt x="55340" y="95536"/>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 name="Google Shape;1020;p99"/>
                <p:cNvSpPr/>
                <p:nvPr/>
              </p:nvSpPr>
              <p:spPr>
                <a:xfrm>
                  <a:off x="6610920" y="1286256"/>
                  <a:ext cx="95532" cy="107822"/>
                </a:xfrm>
                <a:custGeom>
                  <a:avLst/>
                  <a:gdLst/>
                  <a:ahLst/>
                  <a:cxnLst/>
                  <a:rect l="l" t="t" r="r" b="b"/>
                  <a:pathLst>
                    <a:path w="95532" h="107822" extrusionOk="0">
                      <a:moveTo>
                        <a:pt x="0" y="60293"/>
                      </a:moveTo>
                      <a:lnTo>
                        <a:pt x="476" y="58102"/>
                      </a:lnTo>
                      <a:lnTo>
                        <a:pt x="1143" y="58102"/>
                      </a:lnTo>
                      <a:lnTo>
                        <a:pt x="95" y="60293"/>
                      </a:lnTo>
                      <a:close/>
                      <a:moveTo>
                        <a:pt x="2477" y="59150"/>
                      </a:moveTo>
                      <a:lnTo>
                        <a:pt x="2477" y="57150"/>
                      </a:lnTo>
                      <a:lnTo>
                        <a:pt x="4667" y="58102"/>
                      </a:lnTo>
                      <a:lnTo>
                        <a:pt x="2477" y="59150"/>
                      </a:lnTo>
                      <a:close/>
                      <a:moveTo>
                        <a:pt x="9335" y="59722"/>
                      </a:moveTo>
                      <a:cubicBezTo>
                        <a:pt x="9335" y="59722"/>
                        <a:pt x="9906" y="59722"/>
                        <a:pt x="10192" y="60103"/>
                      </a:cubicBezTo>
                      <a:cubicBezTo>
                        <a:pt x="10382" y="60388"/>
                        <a:pt x="10763" y="60674"/>
                        <a:pt x="10859" y="60674"/>
                      </a:cubicBezTo>
                      <a:lnTo>
                        <a:pt x="10859" y="61722"/>
                      </a:lnTo>
                      <a:lnTo>
                        <a:pt x="9239" y="59722"/>
                      </a:lnTo>
                      <a:close/>
                      <a:moveTo>
                        <a:pt x="9906" y="48958"/>
                      </a:moveTo>
                      <a:lnTo>
                        <a:pt x="10954" y="48958"/>
                      </a:lnTo>
                      <a:cubicBezTo>
                        <a:pt x="10954" y="48958"/>
                        <a:pt x="10763" y="50102"/>
                        <a:pt x="9906" y="51054"/>
                      </a:cubicBezTo>
                      <a:lnTo>
                        <a:pt x="9906" y="48958"/>
                      </a:lnTo>
                      <a:close/>
                      <a:moveTo>
                        <a:pt x="13430" y="85534"/>
                      </a:moveTo>
                      <a:lnTo>
                        <a:pt x="12763" y="82963"/>
                      </a:lnTo>
                      <a:lnTo>
                        <a:pt x="13430" y="83820"/>
                      </a:lnTo>
                      <a:lnTo>
                        <a:pt x="13430" y="85534"/>
                      </a:lnTo>
                      <a:close/>
                      <a:moveTo>
                        <a:pt x="18383" y="38100"/>
                      </a:moveTo>
                      <a:cubicBezTo>
                        <a:pt x="18860" y="37433"/>
                        <a:pt x="19336" y="37433"/>
                        <a:pt x="20003" y="38100"/>
                      </a:cubicBezTo>
                      <a:lnTo>
                        <a:pt x="18383" y="38100"/>
                      </a:lnTo>
                      <a:close/>
                      <a:moveTo>
                        <a:pt x="18383" y="87535"/>
                      </a:moveTo>
                      <a:lnTo>
                        <a:pt x="18955" y="86963"/>
                      </a:lnTo>
                      <a:lnTo>
                        <a:pt x="19526" y="87535"/>
                      </a:lnTo>
                      <a:lnTo>
                        <a:pt x="18383" y="87535"/>
                      </a:lnTo>
                      <a:close/>
                      <a:moveTo>
                        <a:pt x="20003" y="38100"/>
                      </a:moveTo>
                      <a:cubicBezTo>
                        <a:pt x="20003" y="38100"/>
                        <a:pt x="20384" y="38290"/>
                        <a:pt x="20574" y="38576"/>
                      </a:cubicBezTo>
                      <a:lnTo>
                        <a:pt x="20003" y="38100"/>
                      </a:lnTo>
                      <a:close/>
                      <a:moveTo>
                        <a:pt x="94679" y="52197"/>
                      </a:moveTo>
                      <a:cubicBezTo>
                        <a:pt x="95060" y="55531"/>
                        <a:pt x="95250" y="62008"/>
                        <a:pt x="95060" y="71628"/>
                      </a:cubicBezTo>
                      <a:lnTo>
                        <a:pt x="94679" y="104489"/>
                      </a:lnTo>
                      <a:cubicBezTo>
                        <a:pt x="92869" y="106585"/>
                        <a:pt x="90297" y="107823"/>
                        <a:pt x="87154" y="107823"/>
                      </a:cubicBezTo>
                      <a:cubicBezTo>
                        <a:pt x="85915" y="107823"/>
                        <a:pt x="83820" y="107537"/>
                        <a:pt x="81153" y="107156"/>
                      </a:cubicBezTo>
                      <a:cubicBezTo>
                        <a:pt x="78581" y="106680"/>
                        <a:pt x="76676" y="106490"/>
                        <a:pt x="75247" y="106680"/>
                      </a:cubicBezTo>
                      <a:cubicBezTo>
                        <a:pt x="74486" y="106299"/>
                        <a:pt x="74295" y="105632"/>
                        <a:pt x="74295" y="104775"/>
                      </a:cubicBezTo>
                      <a:cubicBezTo>
                        <a:pt x="74295" y="104489"/>
                        <a:pt x="74486" y="104013"/>
                        <a:pt x="74581" y="103251"/>
                      </a:cubicBezTo>
                      <a:cubicBezTo>
                        <a:pt x="74581" y="102584"/>
                        <a:pt x="74676" y="102108"/>
                        <a:pt x="74676" y="101727"/>
                      </a:cubicBezTo>
                      <a:cubicBezTo>
                        <a:pt x="74676" y="101441"/>
                        <a:pt x="74676" y="101251"/>
                        <a:pt x="74581" y="100965"/>
                      </a:cubicBezTo>
                      <a:cubicBezTo>
                        <a:pt x="74581" y="81725"/>
                        <a:pt x="74581" y="70199"/>
                        <a:pt x="74200" y="66484"/>
                      </a:cubicBezTo>
                      <a:cubicBezTo>
                        <a:pt x="73247" y="66580"/>
                        <a:pt x="72390" y="66580"/>
                        <a:pt x="71152" y="66580"/>
                      </a:cubicBezTo>
                      <a:cubicBezTo>
                        <a:pt x="69818" y="66580"/>
                        <a:pt x="67913" y="66484"/>
                        <a:pt x="65151" y="66294"/>
                      </a:cubicBezTo>
                      <a:cubicBezTo>
                        <a:pt x="62389" y="66104"/>
                        <a:pt x="60388" y="65913"/>
                        <a:pt x="58864" y="65913"/>
                      </a:cubicBezTo>
                      <a:cubicBezTo>
                        <a:pt x="56388" y="65913"/>
                        <a:pt x="54102" y="66294"/>
                        <a:pt x="52197" y="66961"/>
                      </a:cubicBezTo>
                      <a:cubicBezTo>
                        <a:pt x="52006" y="66770"/>
                        <a:pt x="51054" y="66675"/>
                        <a:pt x="49721" y="66484"/>
                      </a:cubicBezTo>
                      <a:cubicBezTo>
                        <a:pt x="48578" y="66294"/>
                        <a:pt x="47720" y="66008"/>
                        <a:pt x="47339" y="65437"/>
                      </a:cubicBezTo>
                      <a:cubicBezTo>
                        <a:pt x="46101" y="66294"/>
                        <a:pt x="45244" y="67818"/>
                        <a:pt x="44672" y="69913"/>
                      </a:cubicBezTo>
                      <a:cubicBezTo>
                        <a:pt x="43910" y="72390"/>
                        <a:pt x="43244" y="74009"/>
                        <a:pt x="42863" y="74676"/>
                      </a:cubicBezTo>
                      <a:cubicBezTo>
                        <a:pt x="43815" y="74962"/>
                        <a:pt x="44291" y="75533"/>
                        <a:pt x="44291" y="76295"/>
                      </a:cubicBezTo>
                      <a:cubicBezTo>
                        <a:pt x="44291" y="76486"/>
                        <a:pt x="44291" y="76771"/>
                        <a:pt x="44196" y="77152"/>
                      </a:cubicBezTo>
                      <a:cubicBezTo>
                        <a:pt x="44005" y="77533"/>
                        <a:pt x="44005" y="77915"/>
                        <a:pt x="44005" y="78010"/>
                      </a:cubicBezTo>
                      <a:cubicBezTo>
                        <a:pt x="44005" y="78581"/>
                        <a:pt x="44577" y="78772"/>
                        <a:pt x="45625" y="78772"/>
                      </a:cubicBezTo>
                      <a:cubicBezTo>
                        <a:pt x="44482" y="78962"/>
                        <a:pt x="43720" y="79915"/>
                        <a:pt x="43720" y="81629"/>
                      </a:cubicBezTo>
                      <a:lnTo>
                        <a:pt x="43720" y="85630"/>
                      </a:lnTo>
                      <a:lnTo>
                        <a:pt x="44768" y="86582"/>
                      </a:lnTo>
                      <a:cubicBezTo>
                        <a:pt x="44005" y="86582"/>
                        <a:pt x="43910" y="87058"/>
                        <a:pt x="43910" y="88106"/>
                      </a:cubicBezTo>
                      <a:cubicBezTo>
                        <a:pt x="43910" y="88963"/>
                        <a:pt x="43815" y="89630"/>
                        <a:pt x="43339" y="89821"/>
                      </a:cubicBezTo>
                      <a:cubicBezTo>
                        <a:pt x="43148" y="90488"/>
                        <a:pt x="43053" y="91154"/>
                        <a:pt x="43053" y="92011"/>
                      </a:cubicBezTo>
                      <a:cubicBezTo>
                        <a:pt x="43053" y="92773"/>
                        <a:pt x="43053" y="93917"/>
                        <a:pt x="43434" y="95440"/>
                      </a:cubicBezTo>
                      <a:cubicBezTo>
                        <a:pt x="43815" y="96965"/>
                        <a:pt x="43910" y="98107"/>
                        <a:pt x="43910" y="98774"/>
                      </a:cubicBezTo>
                      <a:cubicBezTo>
                        <a:pt x="43910" y="100679"/>
                        <a:pt x="43148" y="102298"/>
                        <a:pt x="41910" y="103632"/>
                      </a:cubicBezTo>
                      <a:cubicBezTo>
                        <a:pt x="42196" y="105346"/>
                        <a:pt x="41434" y="106394"/>
                        <a:pt x="39529" y="106490"/>
                      </a:cubicBezTo>
                      <a:cubicBezTo>
                        <a:pt x="38195" y="106680"/>
                        <a:pt x="36671" y="106871"/>
                        <a:pt x="35243" y="107156"/>
                      </a:cubicBezTo>
                      <a:cubicBezTo>
                        <a:pt x="33719" y="107252"/>
                        <a:pt x="32480" y="107442"/>
                        <a:pt x="31432" y="107442"/>
                      </a:cubicBezTo>
                      <a:cubicBezTo>
                        <a:pt x="28194" y="107442"/>
                        <a:pt x="25432" y="106394"/>
                        <a:pt x="23146" y="104584"/>
                      </a:cubicBezTo>
                      <a:cubicBezTo>
                        <a:pt x="23241" y="104013"/>
                        <a:pt x="23431" y="103346"/>
                        <a:pt x="23431" y="102584"/>
                      </a:cubicBezTo>
                      <a:cubicBezTo>
                        <a:pt x="23431" y="101822"/>
                        <a:pt x="23336" y="100870"/>
                        <a:pt x="23146" y="99631"/>
                      </a:cubicBezTo>
                      <a:cubicBezTo>
                        <a:pt x="22955" y="98298"/>
                        <a:pt x="22765" y="97441"/>
                        <a:pt x="22765" y="96774"/>
                      </a:cubicBezTo>
                      <a:cubicBezTo>
                        <a:pt x="22765" y="95536"/>
                        <a:pt x="23146" y="94393"/>
                        <a:pt x="23813" y="93440"/>
                      </a:cubicBezTo>
                      <a:cubicBezTo>
                        <a:pt x="24003" y="93059"/>
                        <a:pt x="24384" y="92488"/>
                        <a:pt x="24384" y="91821"/>
                      </a:cubicBezTo>
                      <a:cubicBezTo>
                        <a:pt x="24384" y="90964"/>
                        <a:pt x="23908" y="89821"/>
                        <a:pt x="23431" y="88202"/>
                      </a:cubicBezTo>
                      <a:cubicBezTo>
                        <a:pt x="22955" y="86677"/>
                        <a:pt x="22670" y="85439"/>
                        <a:pt x="22670" y="84868"/>
                      </a:cubicBezTo>
                      <a:cubicBezTo>
                        <a:pt x="22670" y="83439"/>
                        <a:pt x="23622" y="82582"/>
                        <a:pt x="25337" y="82391"/>
                      </a:cubicBezTo>
                      <a:cubicBezTo>
                        <a:pt x="25337" y="82201"/>
                        <a:pt x="24765" y="82010"/>
                        <a:pt x="23908" y="82010"/>
                      </a:cubicBezTo>
                      <a:lnTo>
                        <a:pt x="23908" y="76581"/>
                      </a:lnTo>
                      <a:cubicBezTo>
                        <a:pt x="23908" y="74390"/>
                        <a:pt x="23622" y="72485"/>
                        <a:pt x="22860" y="71152"/>
                      </a:cubicBezTo>
                      <a:lnTo>
                        <a:pt x="20764" y="71152"/>
                      </a:lnTo>
                      <a:cubicBezTo>
                        <a:pt x="20764" y="70294"/>
                        <a:pt x="20955" y="70104"/>
                        <a:pt x="21622" y="70199"/>
                      </a:cubicBezTo>
                      <a:cubicBezTo>
                        <a:pt x="22384" y="70390"/>
                        <a:pt x="22860" y="70390"/>
                        <a:pt x="22860" y="70199"/>
                      </a:cubicBezTo>
                      <a:lnTo>
                        <a:pt x="21812" y="66484"/>
                      </a:lnTo>
                      <a:cubicBezTo>
                        <a:pt x="21812" y="66484"/>
                        <a:pt x="22479" y="66008"/>
                        <a:pt x="23527" y="65913"/>
                      </a:cubicBezTo>
                      <a:cubicBezTo>
                        <a:pt x="24194" y="65913"/>
                        <a:pt x="24479" y="65342"/>
                        <a:pt x="24479" y="64294"/>
                      </a:cubicBezTo>
                      <a:lnTo>
                        <a:pt x="23336" y="63246"/>
                      </a:lnTo>
                      <a:cubicBezTo>
                        <a:pt x="23908" y="63056"/>
                        <a:pt x="24194" y="63246"/>
                        <a:pt x="24765" y="63627"/>
                      </a:cubicBezTo>
                      <a:cubicBezTo>
                        <a:pt x="25146" y="64103"/>
                        <a:pt x="25527" y="64579"/>
                        <a:pt x="25908" y="65056"/>
                      </a:cubicBezTo>
                      <a:cubicBezTo>
                        <a:pt x="26861" y="64008"/>
                        <a:pt x="27242" y="63436"/>
                        <a:pt x="27051" y="62865"/>
                      </a:cubicBezTo>
                      <a:lnTo>
                        <a:pt x="25432" y="61436"/>
                      </a:lnTo>
                      <a:cubicBezTo>
                        <a:pt x="25432" y="61436"/>
                        <a:pt x="25146" y="61913"/>
                        <a:pt x="24860" y="61913"/>
                      </a:cubicBezTo>
                      <a:cubicBezTo>
                        <a:pt x="24575" y="61913"/>
                        <a:pt x="24098" y="61722"/>
                        <a:pt x="24003" y="61436"/>
                      </a:cubicBezTo>
                      <a:lnTo>
                        <a:pt x="22479" y="59817"/>
                      </a:lnTo>
                      <a:cubicBezTo>
                        <a:pt x="23431" y="59817"/>
                        <a:pt x="24003" y="59436"/>
                        <a:pt x="24003" y="58769"/>
                      </a:cubicBezTo>
                      <a:cubicBezTo>
                        <a:pt x="24003" y="57721"/>
                        <a:pt x="24194" y="56959"/>
                        <a:pt x="24575" y="56579"/>
                      </a:cubicBezTo>
                      <a:lnTo>
                        <a:pt x="25908" y="58198"/>
                      </a:lnTo>
                      <a:lnTo>
                        <a:pt x="26861" y="57436"/>
                      </a:lnTo>
                      <a:cubicBezTo>
                        <a:pt x="26861" y="57912"/>
                        <a:pt x="26861" y="58102"/>
                        <a:pt x="27051" y="58198"/>
                      </a:cubicBezTo>
                      <a:cubicBezTo>
                        <a:pt x="27242" y="57912"/>
                        <a:pt x="27813" y="57626"/>
                        <a:pt x="28670" y="57817"/>
                      </a:cubicBezTo>
                      <a:cubicBezTo>
                        <a:pt x="29813" y="57912"/>
                        <a:pt x="30385" y="57912"/>
                        <a:pt x="30671" y="57817"/>
                      </a:cubicBezTo>
                      <a:cubicBezTo>
                        <a:pt x="31147" y="57721"/>
                        <a:pt x="31432" y="57150"/>
                        <a:pt x="31147" y="56198"/>
                      </a:cubicBezTo>
                      <a:lnTo>
                        <a:pt x="34385" y="58198"/>
                      </a:lnTo>
                      <a:cubicBezTo>
                        <a:pt x="34385" y="58198"/>
                        <a:pt x="34957" y="57626"/>
                        <a:pt x="34957" y="57055"/>
                      </a:cubicBezTo>
                      <a:lnTo>
                        <a:pt x="34957" y="55626"/>
                      </a:lnTo>
                      <a:cubicBezTo>
                        <a:pt x="35623" y="56007"/>
                        <a:pt x="36100" y="56293"/>
                        <a:pt x="36481" y="56293"/>
                      </a:cubicBezTo>
                      <a:cubicBezTo>
                        <a:pt x="37052" y="56293"/>
                        <a:pt x="37529" y="56007"/>
                        <a:pt x="38100" y="55626"/>
                      </a:cubicBezTo>
                      <a:cubicBezTo>
                        <a:pt x="37814" y="55435"/>
                        <a:pt x="37052" y="55054"/>
                        <a:pt x="35814" y="54388"/>
                      </a:cubicBezTo>
                      <a:cubicBezTo>
                        <a:pt x="34957" y="53721"/>
                        <a:pt x="34100" y="53435"/>
                        <a:pt x="33528" y="53435"/>
                      </a:cubicBezTo>
                      <a:cubicBezTo>
                        <a:pt x="33052" y="53435"/>
                        <a:pt x="32671" y="53435"/>
                        <a:pt x="32290" y="53626"/>
                      </a:cubicBezTo>
                      <a:cubicBezTo>
                        <a:pt x="31528" y="53816"/>
                        <a:pt x="31147" y="53340"/>
                        <a:pt x="30671" y="52197"/>
                      </a:cubicBezTo>
                      <a:cubicBezTo>
                        <a:pt x="30194" y="51054"/>
                        <a:pt x="29813" y="50482"/>
                        <a:pt x="29528" y="50482"/>
                      </a:cubicBezTo>
                      <a:cubicBezTo>
                        <a:pt x="29146" y="50482"/>
                        <a:pt x="28765" y="50863"/>
                        <a:pt x="28194" y="51530"/>
                      </a:cubicBezTo>
                      <a:lnTo>
                        <a:pt x="28765" y="52197"/>
                      </a:lnTo>
                      <a:lnTo>
                        <a:pt x="27813" y="52959"/>
                      </a:lnTo>
                      <a:cubicBezTo>
                        <a:pt x="27813" y="52959"/>
                        <a:pt x="28480" y="53626"/>
                        <a:pt x="29432" y="53626"/>
                      </a:cubicBezTo>
                      <a:lnTo>
                        <a:pt x="29432" y="54864"/>
                      </a:lnTo>
                      <a:cubicBezTo>
                        <a:pt x="28765" y="54483"/>
                        <a:pt x="28004" y="54292"/>
                        <a:pt x="26956" y="54197"/>
                      </a:cubicBezTo>
                      <a:cubicBezTo>
                        <a:pt x="25718" y="54007"/>
                        <a:pt x="24765" y="54197"/>
                        <a:pt x="24098" y="54769"/>
                      </a:cubicBezTo>
                      <a:lnTo>
                        <a:pt x="23051" y="54769"/>
                      </a:lnTo>
                      <a:lnTo>
                        <a:pt x="23051" y="47054"/>
                      </a:lnTo>
                      <a:lnTo>
                        <a:pt x="24670" y="48482"/>
                      </a:lnTo>
                      <a:cubicBezTo>
                        <a:pt x="24670" y="48482"/>
                        <a:pt x="25146" y="48006"/>
                        <a:pt x="25146" y="47530"/>
                      </a:cubicBezTo>
                      <a:lnTo>
                        <a:pt x="25146" y="46292"/>
                      </a:lnTo>
                      <a:cubicBezTo>
                        <a:pt x="25146" y="46292"/>
                        <a:pt x="24289" y="45910"/>
                        <a:pt x="23431" y="45910"/>
                      </a:cubicBezTo>
                      <a:cubicBezTo>
                        <a:pt x="23051" y="44386"/>
                        <a:pt x="22670" y="42672"/>
                        <a:pt x="22670" y="40767"/>
                      </a:cubicBezTo>
                      <a:cubicBezTo>
                        <a:pt x="22670" y="39052"/>
                        <a:pt x="23051" y="36385"/>
                        <a:pt x="23431" y="32766"/>
                      </a:cubicBezTo>
                      <a:cubicBezTo>
                        <a:pt x="23908" y="29146"/>
                        <a:pt x="24098" y="26479"/>
                        <a:pt x="24098" y="24575"/>
                      </a:cubicBezTo>
                      <a:cubicBezTo>
                        <a:pt x="24098" y="21907"/>
                        <a:pt x="23813" y="19621"/>
                        <a:pt x="23051" y="17621"/>
                      </a:cubicBezTo>
                      <a:lnTo>
                        <a:pt x="23051" y="8192"/>
                      </a:lnTo>
                      <a:cubicBezTo>
                        <a:pt x="23241" y="4477"/>
                        <a:pt x="24670" y="2096"/>
                        <a:pt x="27146" y="1143"/>
                      </a:cubicBezTo>
                      <a:lnTo>
                        <a:pt x="38576" y="1810"/>
                      </a:lnTo>
                      <a:lnTo>
                        <a:pt x="38576" y="3238"/>
                      </a:lnTo>
                      <a:lnTo>
                        <a:pt x="41434" y="2191"/>
                      </a:lnTo>
                      <a:cubicBezTo>
                        <a:pt x="43244" y="4096"/>
                        <a:pt x="44196" y="6858"/>
                        <a:pt x="44196" y="10763"/>
                      </a:cubicBezTo>
                      <a:cubicBezTo>
                        <a:pt x="44196" y="15621"/>
                        <a:pt x="44196" y="18669"/>
                        <a:pt x="44672" y="19907"/>
                      </a:cubicBezTo>
                      <a:lnTo>
                        <a:pt x="43244" y="20193"/>
                      </a:lnTo>
                      <a:cubicBezTo>
                        <a:pt x="43244" y="20193"/>
                        <a:pt x="42958" y="20765"/>
                        <a:pt x="42958" y="21146"/>
                      </a:cubicBezTo>
                      <a:cubicBezTo>
                        <a:pt x="42958" y="21527"/>
                        <a:pt x="43148" y="21907"/>
                        <a:pt x="43339" y="22384"/>
                      </a:cubicBezTo>
                      <a:cubicBezTo>
                        <a:pt x="43720" y="22860"/>
                        <a:pt x="44005" y="23241"/>
                        <a:pt x="44005" y="23431"/>
                      </a:cubicBezTo>
                      <a:cubicBezTo>
                        <a:pt x="44005" y="23813"/>
                        <a:pt x="43434" y="24098"/>
                        <a:pt x="42481" y="24384"/>
                      </a:cubicBezTo>
                      <a:cubicBezTo>
                        <a:pt x="43720" y="24384"/>
                        <a:pt x="44101" y="25432"/>
                        <a:pt x="43244" y="27527"/>
                      </a:cubicBezTo>
                      <a:lnTo>
                        <a:pt x="38862" y="30099"/>
                      </a:lnTo>
                      <a:lnTo>
                        <a:pt x="42577" y="32575"/>
                      </a:lnTo>
                      <a:cubicBezTo>
                        <a:pt x="42577" y="32575"/>
                        <a:pt x="42196" y="32956"/>
                        <a:pt x="41720" y="33433"/>
                      </a:cubicBezTo>
                      <a:cubicBezTo>
                        <a:pt x="41243" y="33909"/>
                        <a:pt x="41148" y="34290"/>
                        <a:pt x="41148" y="34576"/>
                      </a:cubicBezTo>
                      <a:cubicBezTo>
                        <a:pt x="41148" y="35052"/>
                        <a:pt x="41720" y="35147"/>
                        <a:pt x="42196" y="35147"/>
                      </a:cubicBezTo>
                      <a:cubicBezTo>
                        <a:pt x="42767" y="35242"/>
                        <a:pt x="43148" y="35242"/>
                        <a:pt x="43244" y="35242"/>
                      </a:cubicBezTo>
                      <a:lnTo>
                        <a:pt x="44005" y="33433"/>
                      </a:lnTo>
                      <a:cubicBezTo>
                        <a:pt x="45148" y="34195"/>
                        <a:pt x="45720" y="35242"/>
                        <a:pt x="45720" y="36671"/>
                      </a:cubicBezTo>
                      <a:cubicBezTo>
                        <a:pt x="45720" y="37052"/>
                        <a:pt x="45720" y="37719"/>
                        <a:pt x="45434" y="38671"/>
                      </a:cubicBezTo>
                      <a:cubicBezTo>
                        <a:pt x="45148" y="39624"/>
                        <a:pt x="45148" y="40291"/>
                        <a:pt x="45148" y="40672"/>
                      </a:cubicBezTo>
                      <a:cubicBezTo>
                        <a:pt x="45148" y="42291"/>
                        <a:pt x="46387" y="43148"/>
                        <a:pt x="48863" y="43339"/>
                      </a:cubicBezTo>
                      <a:cubicBezTo>
                        <a:pt x="50102" y="43148"/>
                        <a:pt x="51435" y="43053"/>
                        <a:pt x="52864" y="43053"/>
                      </a:cubicBezTo>
                      <a:cubicBezTo>
                        <a:pt x="54102" y="43053"/>
                        <a:pt x="56197" y="43148"/>
                        <a:pt x="59150" y="43434"/>
                      </a:cubicBezTo>
                      <a:cubicBezTo>
                        <a:pt x="62008" y="43625"/>
                        <a:pt x="64008" y="43815"/>
                        <a:pt x="65342" y="43815"/>
                      </a:cubicBezTo>
                      <a:cubicBezTo>
                        <a:pt x="69247" y="43815"/>
                        <a:pt x="72485" y="42958"/>
                        <a:pt x="74962" y="41148"/>
                      </a:cubicBezTo>
                      <a:cubicBezTo>
                        <a:pt x="75057" y="42196"/>
                        <a:pt x="75057" y="38576"/>
                        <a:pt x="75057" y="30290"/>
                      </a:cubicBezTo>
                      <a:cubicBezTo>
                        <a:pt x="75057" y="25813"/>
                        <a:pt x="74676" y="22384"/>
                        <a:pt x="73819" y="20002"/>
                      </a:cubicBezTo>
                      <a:cubicBezTo>
                        <a:pt x="74581" y="19240"/>
                        <a:pt x="74867" y="18002"/>
                        <a:pt x="74867" y="16192"/>
                      </a:cubicBezTo>
                      <a:cubicBezTo>
                        <a:pt x="74867" y="14383"/>
                        <a:pt x="75247" y="13144"/>
                        <a:pt x="76010" y="12192"/>
                      </a:cubicBezTo>
                      <a:cubicBezTo>
                        <a:pt x="74867" y="9144"/>
                        <a:pt x="74200" y="6001"/>
                        <a:pt x="74581" y="2953"/>
                      </a:cubicBezTo>
                      <a:cubicBezTo>
                        <a:pt x="76010" y="952"/>
                        <a:pt x="78391" y="0"/>
                        <a:pt x="81534" y="0"/>
                      </a:cubicBezTo>
                      <a:cubicBezTo>
                        <a:pt x="82582" y="0"/>
                        <a:pt x="84106" y="95"/>
                        <a:pt x="86296" y="286"/>
                      </a:cubicBezTo>
                      <a:cubicBezTo>
                        <a:pt x="88582" y="571"/>
                        <a:pt x="90297" y="667"/>
                        <a:pt x="91345" y="667"/>
                      </a:cubicBezTo>
                      <a:cubicBezTo>
                        <a:pt x="92297" y="667"/>
                        <a:pt x="93250" y="667"/>
                        <a:pt x="94012" y="476"/>
                      </a:cubicBezTo>
                      <a:lnTo>
                        <a:pt x="95440" y="3524"/>
                      </a:lnTo>
                      <a:cubicBezTo>
                        <a:pt x="95631" y="14954"/>
                        <a:pt x="95536" y="31052"/>
                        <a:pt x="95060" y="51911"/>
                      </a:cubicBezTo>
                      <a:close/>
                      <a:moveTo>
                        <a:pt x="27718" y="69628"/>
                      </a:moveTo>
                      <a:cubicBezTo>
                        <a:pt x="27337" y="69152"/>
                        <a:pt x="27146" y="68961"/>
                        <a:pt x="26479" y="69152"/>
                      </a:cubicBezTo>
                      <a:cubicBezTo>
                        <a:pt x="26003" y="69342"/>
                        <a:pt x="25527" y="69818"/>
                        <a:pt x="25051" y="70199"/>
                      </a:cubicBezTo>
                      <a:lnTo>
                        <a:pt x="27622" y="69628"/>
                      </a:lnTo>
                      <a:close/>
                      <a:moveTo>
                        <a:pt x="25622" y="55626"/>
                      </a:moveTo>
                      <a:cubicBezTo>
                        <a:pt x="26575" y="55626"/>
                        <a:pt x="26765" y="56198"/>
                        <a:pt x="26765" y="57245"/>
                      </a:cubicBezTo>
                      <a:cubicBezTo>
                        <a:pt x="26003" y="56198"/>
                        <a:pt x="25622" y="55721"/>
                        <a:pt x="25622" y="55626"/>
                      </a:cubicBezTo>
                      <a:close/>
                      <a:moveTo>
                        <a:pt x="25622" y="60769"/>
                      </a:moveTo>
                      <a:lnTo>
                        <a:pt x="27718" y="62484"/>
                      </a:lnTo>
                      <a:lnTo>
                        <a:pt x="27718" y="61436"/>
                      </a:lnTo>
                      <a:cubicBezTo>
                        <a:pt x="27718" y="61436"/>
                        <a:pt x="27337" y="60769"/>
                        <a:pt x="26861" y="60769"/>
                      </a:cubicBezTo>
                      <a:lnTo>
                        <a:pt x="25527" y="60769"/>
                      </a:lnTo>
                      <a:close/>
                      <a:moveTo>
                        <a:pt x="26765" y="57245"/>
                      </a:moveTo>
                      <a:lnTo>
                        <a:pt x="26765" y="57245"/>
                      </a:lnTo>
                      <a:lnTo>
                        <a:pt x="26575" y="57436"/>
                      </a:lnTo>
                      <a:cubicBezTo>
                        <a:pt x="26575" y="57436"/>
                        <a:pt x="26575" y="57340"/>
                        <a:pt x="26765" y="57245"/>
                      </a:cubicBezTo>
                      <a:close/>
                      <a:moveTo>
                        <a:pt x="29051" y="74676"/>
                      </a:moveTo>
                      <a:lnTo>
                        <a:pt x="29051" y="74295"/>
                      </a:lnTo>
                      <a:lnTo>
                        <a:pt x="27432" y="74295"/>
                      </a:lnTo>
                      <a:lnTo>
                        <a:pt x="29051" y="74676"/>
                      </a:lnTo>
                      <a:close/>
                      <a:moveTo>
                        <a:pt x="29051" y="54959"/>
                      </a:moveTo>
                      <a:cubicBezTo>
                        <a:pt x="29051" y="54959"/>
                        <a:pt x="29146" y="55245"/>
                        <a:pt x="29051" y="55245"/>
                      </a:cubicBezTo>
                      <a:lnTo>
                        <a:pt x="29051" y="54959"/>
                      </a:lnTo>
                      <a:close/>
                      <a:moveTo>
                        <a:pt x="30956" y="89154"/>
                      </a:moveTo>
                      <a:lnTo>
                        <a:pt x="32576" y="89154"/>
                      </a:lnTo>
                      <a:cubicBezTo>
                        <a:pt x="32290" y="88582"/>
                        <a:pt x="31813" y="88582"/>
                        <a:pt x="30956" y="89154"/>
                      </a:cubicBezTo>
                      <a:lnTo>
                        <a:pt x="30194" y="89154"/>
                      </a:lnTo>
                      <a:cubicBezTo>
                        <a:pt x="30194" y="89154"/>
                        <a:pt x="30575" y="89344"/>
                        <a:pt x="30956" y="89154"/>
                      </a:cubicBezTo>
                      <a:close/>
                      <a:moveTo>
                        <a:pt x="30766" y="33623"/>
                      </a:moveTo>
                      <a:lnTo>
                        <a:pt x="30766" y="32671"/>
                      </a:lnTo>
                      <a:cubicBezTo>
                        <a:pt x="30766" y="32671"/>
                        <a:pt x="30480" y="32956"/>
                        <a:pt x="30194" y="33242"/>
                      </a:cubicBezTo>
                      <a:cubicBezTo>
                        <a:pt x="30480" y="33338"/>
                        <a:pt x="30766" y="33433"/>
                        <a:pt x="30766" y="33623"/>
                      </a:cubicBezTo>
                      <a:close/>
                      <a:moveTo>
                        <a:pt x="38481" y="56674"/>
                      </a:moveTo>
                      <a:lnTo>
                        <a:pt x="39243" y="56293"/>
                      </a:lnTo>
                      <a:lnTo>
                        <a:pt x="37624" y="56674"/>
                      </a:lnTo>
                      <a:lnTo>
                        <a:pt x="38481" y="56674"/>
                      </a:lnTo>
                      <a:close/>
                      <a:moveTo>
                        <a:pt x="38195" y="10001"/>
                      </a:moveTo>
                      <a:lnTo>
                        <a:pt x="38195" y="12097"/>
                      </a:lnTo>
                      <a:lnTo>
                        <a:pt x="39624" y="12097"/>
                      </a:lnTo>
                      <a:cubicBezTo>
                        <a:pt x="39624" y="12097"/>
                        <a:pt x="39243" y="11716"/>
                        <a:pt x="39243" y="11144"/>
                      </a:cubicBezTo>
                      <a:lnTo>
                        <a:pt x="39243" y="9906"/>
                      </a:lnTo>
                      <a:lnTo>
                        <a:pt x="38290" y="9906"/>
                      </a:lnTo>
                      <a:close/>
                      <a:moveTo>
                        <a:pt x="40291" y="103061"/>
                      </a:moveTo>
                      <a:lnTo>
                        <a:pt x="40291" y="101156"/>
                      </a:lnTo>
                      <a:lnTo>
                        <a:pt x="39624" y="101156"/>
                      </a:lnTo>
                      <a:lnTo>
                        <a:pt x="39624" y="103061"/>
                      </a:lnTo>
                      <a:lnTo>
                        <a:pt x="40291" y="103061"/>
                      </a:lnTo>
                      <a:close/>
                      <a:moveTo>
                        <a:pt x="47435" y="84011"/>
                      </a:moveTo>
                      <a:lnTo>
                        <a:pt x="47435" y="82201"/>
                      </a:lnTo>
                      <a:lnTo>
                        <a:pt x="48006" y="82201"/>
                      </a:lnTo>
                      <a:lnTo>
                        <a:pt x="48006" y="84011"/>
                      </a:lnTo>
                      <a:lnTo>
                        <a:pt x="47435" y="84011"/>
                      </a:lnTo>
                      <a:close/>
                      <a:moveTo>
                        <a:pt x="53530" y="68104"/>
                      </a:moveTo>
                      <a:lnTo>
                        <a:pt x="52102" y="67151"/>
                      </a:lnTo>
                      <a:lnTo>
                        <a:pt x="52292" y="67151"/>
                      </a:lnTo>
                      <a:cubicBezTo>
                        <a:pt x="52864" y="67151"/>
                        <a:pt x="53340" y="67627"/>
                        <a:pt x="53530" y="68104"/>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 name="Google Shape;1021;p99"/>
                <p:cNvSpPr/>
                <p:nvPr/>
              </p:nvSpPr>
              <p:spPr>
                <a:xfrm>
                  <a:off x="6717886" y="1268825"/>
                  <a:ext cx="104489" cy="125444"/>
                </a:xfrm>
                <a:custGeom>
                  <a:avLst/>
                  <a:gdLst/>
                  <a:ahLst/>
                  <a:cxnLst/>
                  <a:rect l="l" t="t" r="r" b="b"/>
                  <a:pathLst>
                    <a:path w="104489" h="125444" extrusionOk="0">
                      <a:moveTo>
                        <a:pt x="81724" y="102203"/>
                      </a:moveTo>
                      <a:cubicBezTo>
                        <a:pt x="81248" y="103537"/>
                        <a:pt x="81153" y="104775"/>
                        <a:pt x="81153" y="105918"/>
                      </a:cubicBezTo>
                      <a:cubicBezTo>
                        <a:pt x="81153" y="107633"/>
                        <a:pt x="81534" y="109728"/>
                        <a:pt x="82487" y="112014"/>
                      </a:cubicBezTo>
                      <a:cubicBezTo>
                        <a:pt x="83629" y="114871"/>
                        <a:pt x="84487" y="116777"/>
                        <a:pt x="84677" y="117539"/>
                      </a:cubicBezTo>
                      <a:cubicBezTo>
                        <a:pt x="84963" y="118110"/>
                        <a:pt x="85154" y="118586"/>
                        <a:pt x="85154" y="119253"/>
                      </a:cubicBezTo>
                      <a:cubicBezTo>
                        <a:pt x="85154" y="119825"/>
                        <a:pt x="84772" y="120587"/>
                        <a:pt x="84010" y="121444"/>
                      </a:cubicBezTo>
                      <a:cubicBezTo>
                        <a:pt x="82867" y="122777"/>
                        <a:pt x="82391" y="123635"/>
                        <a:pt x="82105" y="123825"/>
                      </a:cubicBezTo>
                      <a:cubicBezTo>
                        <a:pt x="81153" y="123635"/>
                        <a:pt x="80200" y="123635"/>
                        <a:pt x="79248" y="123635"/>
                      </a:cubicBezTo>
                      <a:cubicBezTo>
                        <a:pt x="78105" y="123635"/>
                        <a:pt x="76486" y="123635"/>
                        <a:pt x="74390" y="123920"/>
                      </a:cubicBezTo>
                      <a:cubicBezTo>
                        <a:pt x="72390" y="124111"/>
                        <a:pt x="70771" y="124206"/>
                        <a:pt x="69628" y="124206"/>
                      </a:cubicBezTo>
                      <a:cubicBezTo>
                        <a:pt x="65913" y="124206"/>
                        <a:pt x="63246" y="123158"/>
                        <a:pt x="61627" y="120777"/>
                      </a:cubicBezTo>
                      <a:cubicBezTo>
                        <a:pt x="62198" y="119634"/>
                        <a:pt x="62484" y="118586"/>
                        <a:pt x="62484" y="117539"/>
                      </a:cubicBezTo>
                      <a:cubicBezTo>
                        <a:pt x="62484" y="116205"/>
                        <a:pt x="61627" y="114491"/>
                        <a:pt x="60198" y="112776"/>
                      </a:cubicBezTo>
                      <a:cubicBezTo>
                        <a:pt x="58007" y="110395"/>
                        <a:pt x="56959" y="108775"/>
                        <a:pt x="56388" y="108014"/>
                      </a:cubicBezTo>
                      <a:cubicBezTo>
                        <a:pt x="56102" y="107823"/>
                        <a:pt x="55435" y="107728"/>
                        <a:pt x="54959" y="107728"/>
                      </a:cubicBezTo>
                      <a:cubicBezTo>
                        <a:pt x="54292" y="107728"/>
                        <a:pt x="52959" y="107823"/>
                        <a:pt x="51340" y="108299"/>
                      </a:cubicBezTo>
                      <a:cubicBezTo>
                        <a:pt x="49721" y="108775"/>
                        <a:pt x="48482" y="108966"/>
                        <a:pt x="47625" y="108966"/>
                      </a:cubicBezTo>
                      <a:cubicBezTo>
                        <a:pt x="45910" y="108966"/>
                        <a:pt x="44767" y="108204"/>
                        <a:pt x="44196" y="106585"/>
                      </a:cubicBezTo>
                      <a:lnTo>
                        <a:pt x="43243" y="106585"/>
                      </a:lnTo>
                      <a:cubicBezTo>
                        <a:pt x="43243" y="105918"/>
                        <a:pt x="43053" y="105156"/>
                        <a:pt x="42863" y="104108"/>
                      </a:cubicBezTo>
                      <a:cubicBezTo>
                        <a:pt x="42481" y="103156"/>
                        <a:pt x="42481" y="102394"/>
                        <a:pt x="42481" y="102108"/>
                      </a:cubicBezTo>
                      <a:cubicBezTo>
                        <a:pt x="42481" y="101346"/>
                        <a:pt x="42672" y="100870"/>
                        <a:pt x="43243" y="100394"/>
                      </a:cubicBezTo>
                      <a:cubicBezTo>
                        <a:pt x="42767" y="99727"/>
                        <a:pt x="42481" y="99060"/>
                        <a:pt x="42481" y="98489"/>
                      </a:cubicBezTo>
                      <a:cubicBezTo>
                        <a:pt x="42481" y="97917"/>
                        <a:pt x="42863" y="97155"/>
                        <a:pt x="43243" y="96107"/>
                      </a:cubicBezTo>
                      <a:cubicBezTo>
                        <a:pt x="43529" y="95060"/>
                        <a:pt x="43815" y="94298"/>
                        <a:pt x="43815" y="93726"/>
                      </a:cubicBezTo>
                      <a:cubicBezTo>
                        <a:pt x="43815" y="93440"/>
                        <a:pt x="43815" y="93059"/>
                        <a:pt x="43529" y="92583"/>
                      </a:cubicBezTo>
                      <a:cubicBezTo>
                        <a:pt x="44387" y="91250"/>
                        <a:pt x="46672" y="90583"/>
                        <a:pt x="50578" y="90392"/>
                      </a:cubicBezTo>
                      <a:cubicBezTo>
                        <a:pt x="54197" y="90392"/>
                        <a:pt x="56007" y="89725"/>
                        <a:pt x="56007" y="88583"/>
                      </a:cubicBezTo>
                      <a:cubicBezTo>
                        <a:pt x="56007" y="87916"/>
                        <a:pt x="55435" y="86773"/>
                        <a:pt x="54483" y="85249"/>
                      </a:cubicBezTo>
                      <a:lnTo>
                        <a:pt x="56293" y="85249"/>
                      </a:lnTo>
                      <a:cubicBezTo>
                        <a:pt x="56293" y="86011"/>
                        <a:pt x="56483" y="86868"/>
                        <a:pt x="57055" y="87821"/>
                      </a:cubicBezTo>
                      <a:cubicBezTo>
                        <a:pt x="57245" y="87535"/>
                        <a:pt x="57436" y="86773"/>
                        <a:pt x="57626" y="85630"/>
                      </a:cubicBezTo>
                      <a:cubicBezTo>
                        <a:pt x="57626" y="84773"/>
                        <a:pt x="58103" y="84296"/>
                        <a:pt x="59055" y="84201"/>
                      </a:cubicBezTo>
                      <a:lnTo>
                        <a:pt x="57436" y="82582"/>
                      </a:lnTo>
                      <a:lnTo>
                        <a:pt x="59055" y="82201"/>
                      </a:lnTo>
                      <a:lnTo>
                        <a:pt x="57912" y="81248"/>
                      </a:lnTo>
                      <a:cubicBezTo>
                        <a:pt x="57912" y="81248"/>
                        <a:pt x="58293" y="81534"/>
                        <a:pt x="58483" y="81534"/>
                      </a:cubicBezTo>
                      <a:cubicBezTo>
                        <a:pt x="58864" y="81534"/>
                        <a:pt x="59436" y="81344"/>
                        <a:pt x="60007" y="80867"/>
                      </a:cubicBezTo>
                      <a:cubicBezTo>
                        <a:pt x="60674" y="80486"/>
                        <a:pt x="61150" y="80200"/>
                        <a:pt x="61436" y="80200"/>
                      </a:cubicBezTo>
                      <a:cubicBezTo>
                        <a:pt x="61913" y="80200"/>
                        <a:pt x="62198" y="80772"/>
                        <a:pt x="62198" y="81629"/>
                      </a:cubicBezTo>
                      <a:cubicBezTo>
                        <a:pt x="62008" y="81629"/>
                        <a:pt x="61055" y="82010"/>
                        <a:pt x="59055" y="82677"/>
                      </a:cubicBezTo>
                      <a:cubicBezTo>
                        <a:pt x="59055" y="82772"/>
                        <a:pt x="59817" y="83248"/>
                        <a:pt x="61150" y="84011"/>
                      </a:cubicBezTo>
                      <a:cubicBezTo>
                        <a:pt x="62008" y="84487"/>
                        <a:pt x="62389" y="85058"/>
                        <a:pt x="62389" y="85630"/>
                      </a:cubicBezTo>
                      <a:cubicBezTo>
                        <a:pt x="62389" y="85916"/>
                        <a:pt x="62389" y="86106"/>
                        <a:pt x="62198" y="86392"/>
                      </a:cubicBezTo>
                      <a:cubicBezTo>
                        <a:pt x="62674" y="86106"/>
                        <a:pt x="62960" y="85630"/>
                        <a:pt x="63151" y="84868"/>
                      </a:cubicBezTo>
                      <a:cubicBezTo>
                        <a:pt x="63341" y="84201"/>
                        <a:pt x="63246" y="83629"/>
                        <a:pt x="63055" y="83248"/>
                      </a:cubicBezTo>
                      <a:lnTo>
                        <a:pt x="64770" y="81629"/>
                      </a:lnTo>
                      <a:lnTo>
                        <a:pt x="61150" y="78296"/>
                      </a:lnTo>
                      <a:lnTo>
                        <a:pt x="61627" y="77629"/>
                      </a:lnTo>
                      <a:cubicBezTo>
                        <a:pt x="61627" y="77629"/>
                        <a:pt x="61055" y="77057"/>
                        <a:pt x="60579" y="77057"/>
                      </a:cubicBezTo>
                      <a:cubicBezTo>
                        <a:pt x="60388" y="77057"/>
                        <a:pt x="60103" y="77343"/>
                        <a:pt x="59531" y="77819"/>
                      </a:cubicBezTo>
                      <a:cubicBezTo>
                        <a:pt x="58960" y="78200"/>
                        <a:pt x="58483" y="78391"/>
                        <a:pt x="57912" y="78296"/>
                      </a:cubicBezTo>
                      <a:cubicBezTo>
                        <a:pt x="57626" y="78105"/>
                        <a:pt x="56483" y="78105"/>
                        <a:pt x="54292" y="78105"/>
                      </a:cubicBezTo>
                      <a:cubicBezTo>
                        <a:pt x="53149" y="78105"/>
                        <a:pt x="52388" y="77343"/>
                        <a:pt x="52388" y="75629"/>
                      </a:cubicBezTo>
                      <a:cubicBezTo>
                        <a:pt x="51625" y="75343"/>
                        <a:pt x="51340" y="74867"/>
                        <a:pt x="51340" y="74009"/>
                      </a:cubicBezTo>
                      <a:cubicBezTo>
                        <a:pt x="51340" y="73628"/>
                        <a:pt x="51340" y="73152"/>
                        <a:pt x="51625" y="72295"/>
                      </a:cubicBezTo>
                      <a:cubicBezTo>
                        <a:pt x="51625" y="71533"/>
                        <a:pt x="51816" y="70866"/>
                        <a:pt x="51816" y="70390"/>
                      </a:cubicBezTo>
                      <a:cubicBezTo>
                        <a:pt x="51816" y="69247"/>
                        <a:pt x="51149" y="68580"/>
                        <a:pt x="49816" y="68390"/>
                      </a:cubicBezTo>
                      <a:cubicBezTo>
                        <a:pt x="49530" y="67913"/>
                        <a:pt x="49435" y="67437"/>
                        <a:pt x="49435" y="66770"/>
                      </a:cubicBezTo>
                      <a:cubicBezTo>
                        <a:pt x="49435" y="66485"/>
                        <a:pt x="49435" y="66104"/>
                        <a:pt x="49435" y="65437"/>
                      </a:cubicBezTo>
                      <a:cubicBezTo>
                        <a:pt x="49435" y="64865"/>
                        <a:pt x="49721" y="64484"/>
                        <a:pt x="49721" y="64198"/>
                      </a:cubicBezTo>
                      <a:cubicBezTo>
                        <a:pt x="49721" y="63341"/>
                        <a:pt x="49149" y="62579"/>
                        <a:pt x="48387" y="62103"/>
                      </a:cubicBezTo>
                      <a:lnTo>
                        <a:pt x="46863" y="61722"/>
                      </a:lnTo>
                      <a:cubicBezTo>
                        <a:pt x="47625" y="60769"/>
                        <a:pt x="47911" y="59912"/>
                        <a:pt x="47911" y="58960"/>
                      </a:cubicBezTo>
                      <a:cubicBezTo>
                        <a:pt x="47911" y="58007"/>
                        <a:pt x="47720" y="56864"/>
                        <a:pt x="47054" y="55531"/>
                      </a:cubicBezTo>
                      <a:cubicBezTo>
                        <a:pt x="46387" y="54578"/>
                        <a:pt x="46006" y="53626"/>
                        <a:pt x="45339" y="52578"/>
                      </a:cubicBezTo>
                      <a:cubicBezTo>
                        <a:pt x="45910" y="52292"/>
                        <a:pt x="46101" y="51911"/>
                        <a:pt x="46101" y="51244"/>
                      </a:cubicBezTo>
                      <a:cubicBezTo>
                        <a:pt x="46291" y="50673"/>
                        <a:pt x="46006" y="50197"/>
                        <a:pt x="45339" y="49911"/>
                      </a:cubicBezTo>
                      <a:lnTo>
                        <a:pt x="43339" y="50387"/>
                      </a:lnTo>
                      <a:lnTo>
                        <a:pt x="42767" y="46673"/>
                      </a:lnTo>
                      <a:cubicBezTo>
                        <a:pt x="42100" y="46863"/>
                        <a:pt x="41624" y="47339"/>
                        <a:pt x="41529" y="48196"/>
                      </a:cubicBezTo>
                      <a:cubicBezTo>
                        <a:pt x="41529" y="49054"/>
                        <a:pt x="41053" y="49721"/>
                        <a:pt x="40100" y="49911"/>
                      </a:cubicBezTo>
                      <a:cubicBezTo>
                        <a:pt x="40386" y="50483"/>
                        <a:pt x="40481" y="50959"/>
                        <a:pt x="40481" y="51435"/>
                      </a:cubicBezTo>
                      <a:cubicBezTo>
                        <a:pt x="40481" y="52292"/>
                        <a:pt x="40100" y="53340"/>
                        <a:pt x="39338" y="54769"/>
                      </a:cubicBezTo>
                      <a:cubicBezTo>
                        <a:pt x="38576" y="56198"/>
                        <a:pt x="38290" y="57626"/>
                        <a:pt x="38290" y="59246"/>
                      </a:cubicBezTo>
                      <a:cubicBezTo>
                        <a:pt x="36957" y="59912"/>
                        <a:pt x="36195" y="61055"/>
                        <a:pt x="36100" y="62865"/>
                      </a:cubicBezTo>
                      <a:cubicBezTo>
                        <a:pt x="35814" y="65246"/>
                        <a:pt x="35623" y="66580"/>
                        <a:pt x="35338" y="66866"/>
                      </a:cubicBezTo>
                      <a:cubicBezTo>
                        <a:pt x="34957" y="66866"/>
                        <a:pt x="34385" y="67342"/>
                        <a:pt x="33623" y="68675"/>
                      </a:cubicBezTo>
                      <a:cubicBezTo>
                        <a:pt x="32861" y="70390"/>
                        <a:pt x="32004" y="71533"/>
                        <a:pt x="31242" y="72009"/>
                      </a:cubicBezTo>
                      <a:cubicBezTo>
                        <a:pt x="31242" y="72200"/>
                        <a:pt x="31528" y="72676"/>
                        <a:pt x="32195" y="73438"/>
                      </a:cubicBezTo>
                      <a:lnTo>
                        <a:pt x="33147" y="72295"/>
                      </a:lnTo>
                      <a:cubicBezTo>
                        <a:pt x="33147" y="72295"/>
                        <a:pt x="33433" y="72581"/>
                        <a:pt x="33433" y="72676"/>
                      </a:cubicBezTo>
                      <a:cubicBezTo>
                        <a:pt x="33433" y="72962"/>
                        <a:pt x="33147" y="73438"/>
                        <a:pt x="32861" y="74200"/>
                      </a:cubicBezTo>
                      <a:cubicBezTo>
                        <a:pt x="32480" y="74867"/>
                        <a:pt x="32195" y="75343"/>
                        <a:pt x="32195" y="75533"/>
                      </a:cubicBezTo>
                      <a:cubicBezTo>
                        <a:pt x="31432" y="76486"/>
                        <a:pt x="31242" y="77057"/>
                        <a:pt x="31242" y="77152"/>
                      </a:cubicBezTo>
                      <a:lnTo>
                        <a:pt x="32195" y="78296"/>
                      </a:lnTo>
                      <a:cubicBezTo>
                        <a:pt x="32480" y="77819"/>
                        <a:pt x="32766" y="77629"/>
                        <a:pt x="33147" y="77629"/>
                      </a:cubicBezTo>
                      <a:lnTo>
                        <a:pt x="33147" y="78772"/>
                      </a:lnTo>
                      <a:cubicBezTo>
                        <a:pt x="33147" y="78772"/>
                        <a:pt x="32480" y="78486"/>
                        <a:pt x="32195" y="78486"/>
                      </a:cubicBezTo>
                      <a:cubicBezTo>
                        <a:pt x="31432" y="78486"/>
                        <a:pt x="31051" y="79439"/>
                        <a:pt x="30575" y="81153"/>
                      </a:cubicBezTo>
                      <a:cubicBezTo>
                        <a:pt x="30194" y="83248"/>
                        <a:pt x="29623" y="84487"/>
                        <a:pt x="28956" y="84963"/>
                      </a:cubicBezTo>
                      <a:cubicBezTo>
                        <a:pt x="29528" y="85344"/>
                        <a:pt x="29813" y="86392"/>
                        <a:pt x="30099" y="87821"/>
                      </a:cubicBezTo>
                      <a:cubicBezTo>
                        <a:pt x="30385" y="89344"/>
                        <a:pt x="31147" y="90297"/>
                        <a:pt x="32099" y="90488"/>
                      </a:cubicBezTo>
                      <a:cubicBezTo>
                        <a:pt x="32671" y="90202"/>
                        <a:pt x="33909" y="90011"/>
                        <a:pt x="35909" y="90202"/>
                      </a:cubicBezTo>
                      <a:cubicBezTo>
                        <a:pt x="37529" y="90202"/>
                        <a:pt x="38576" y="89916"/>
                        <a:pt x="38862" y="89535"/>
                      </a:cubicBezTo>
                      <a:cubicBezTo>
                        <a:pt x="38862" y="90488"/>
                        <a:pt x="39338" y="92678"/>
                        <a:pt x="39624" y="95917"/>
                      </a:cubicBezTo>
                      <a:cubicBezTo>
                        <a:pt x="40100" y="98489"/>
                        <a:pt x="40386" y="100584"/>
                        <a:pt x="40386" y="102203"/>
                      </a:cubicBezTo>
                      <a:cubicBezTo>
                        <a:pt x="40386" y="104585"/>
                        <a:pt x="39910" y="107061"/>
                        <a:pt x="39338" y="109252"/>
                      </a:cubicBezTo>
                      <a:cubicBezTo>
                        <a:pt x="38005" y="109633"/>
                        <a:pt x="35909" y="109823"/>
                        <a:pt x="32956" y="109633"/>
                      </a:cubicBezTo>
                      <a:cubicBezTo>
                        <a:pt x="30099" y="109633"/>
                        <a:pt x="28004" y="109919"/>
                        <a:pt x="26384" y="110681"/>
                      </a:cubicBezTo>
                      <a:lnTo>
                        <a:pt x="27146" y="111062"/>
                      </a:lnTo>
                      <a:cubicBezTo>
                        <a:pt x="25051" y="111538"/>
                        <a:pt x="23813" y="113157"/>
                        <a:pt x="23431" y="115729"/>
                      </a:cubicBezTo>
                      <a:cubicBezTo>
                        <a:pt x="23146" y="117919"/>
                        <a:pt x="23050" y="120015"/>
                        <a:pt x="22670" y="122015"/>
                      </a:cubicBezTo>
                      <a:cubicBezTo>
                        <a:pt x="22098" y="124111"/>
                        <a:pt x="20288" y="124968"/>
                        <a:pt x="17240" y="124682"/>
                      </a:cubicBezTo>
                      <a:cubicBezTo>
                        <a:pt x="17050" y="125158"/>
                        <a:pt x="16573" y="125444"/>
                        <a:pt x="16097" y="125444"/>
                      </a:cubicBezTo>
                      <a:cubicBezTo>
                        <a:pt x="15812" y="125444"/>
                        <a:pt x="15240" y="125158"/>
                        <a:pt x="14288" y="124682"/>
                      </a:cubicBezTo>
                      <a:cubicBezTo>
                        <a:pt x="13335" y="124301"/>
                        <a:pt x="12859" y="124016"/>
                        <a:pt x="12478" y="124016"/>
                      </a:cubicBezTo>
                      <a:cubicBezTo>
                        <a:pt x="12097" y="124016"/>
                        <a:pt x="11525" y="124016"/>
                        <a:pt x="10858" y="124016"/>
                      </a:cubicBezTo>
                      <a:cubicBezTo>
                        <a:pt x="10096" y="124016"/>
                        <a:pt x="9334" y="124111"/>
                        <a:pt x="8001" y="124301"/>
                      </a:cubicBezTo>
                      <a:cubicBezTo>
                        <a:pt x="6858" y="124492"/>
                        <a:pt x="5905" y="124587"/>
                        <a:pt x="5239" y="124587"/>
                      </a:cubicBezTo>
                      <a:cubicBezTo>
                        <a:pt x="2476" y="124587"/>
                        <a:pt x="857" y="123730"/>
                        <a:pt x="286" y="121920"/>
                      </a:cubicBezTo>
                      <a:cubicBezTo>
                        <a:pt x="95" y="121063"/>
                        <a:pt x="0" y="120301"/>
                        <a:pt x="0" y="119729"/>
                      </a:cubicBezTo>
                      <a:cubicBezTo>
                        <a:pt x="0" y="118681"/>
                        <a:pt x="381" y="117158"/>
                        <a:pt x="1238" y="115348"/>
                      </a:cubicBezTo>
                      <a:cubicBezTo>
                        <a:pt x="2191" y="113538"/>
                        <a:pt x="2476" y="111919"/>
                        <a:pt x="2191" y="110490"/>
                      </a:cubicBezTo>
                      <a:cubicBezTo>
                        <a:pt x="3810" y="110109"/>
                        <a:pt x="4572" y="109156"/>
                        <a:pt x="4572" y="107442"/>
                      </a:cubicBezTo>
                      <a:cubicBezTo>
                        <a:pt x="4572" y="107252"/>
                        <a:pt x="4572" y="106775"/>
                        <a:pt x="4286" y="106299"/>
                      </a:cubicBezTo>
                      <a:lnTo>
                        <a:pt x="4286" y="104870"/>
                      </a:lnTo>
                      <a:cubicBezTo>
                        <a:pt x="4286" y="104013"/>
                        <a:pt x="4572" y="103251"/>
                        <a:pt x="4858" y="102775"/>
                      </a:cubicBezTo>
                      <a:cubicBezTo>
                        <a:pt x="6191" y="102298"/>
                        <a:pt x="7048" y="101251"/>
                        <a:pt x="7048" y="99822"/>
                      </a:cubicBezTo>
                      <a:cubicBezTo>
                        <a:pt x="7048" y="99346"/>
                        <a:pt x="6858" y="98584"/>
                        <a:pt x="6667" y="97631"/>
                      </a:cubicBezTo>
                      <a:cubicBezTo>
                        <a:pt x="6477" y="96679"/>
                        <a:pt x="6477" y="95917"/>
                        <a:pt x="6477" y="95345"/>
                      </a:cubicBezTo>
                      <a:cubicBezTo>
                        <a:pt x="6477" y="93917"/>
                        <a:pt x="7144" y="92773"/>
                        <a:pt x="8477" y="92107"/>
                      </a:cubicBezTo>
                      <a:cubicBezTo>
                        <a:pt x="8477" y="91440"/>
                        <a:pt x="8191" y="90869"/>
                        <a:pt x="8191" y="90297"/>
                      </a:cubicBezTo>
                      <a:cubicBezTo>
                        <a:pt x="8191" y="89154"/>
                        <a:pt x="8858" y="87630"/>
                        <a:pt x="9906" y="86011"/>
                      </a:cubicBezTo>
                      <a:cubicBezTo>
                        <a:pt x="11049" y="84296"/>
                        <a:pt x="11430" y="82963"/>
                        <a:pt x="11430" y="82106"/>
                      </a:cubicBezTo>
                      <a:cubicBezTo>
                        <a:pt x="11430" y="81344"/>
                        <a:pt x="11335" y="80391"/>
                        <a:pt x="10668" y="79534"/>
                      </a:cubicBezTo>
                      <a:cubicBezTo>
                        <a:pt x="12287" y="77724"/>
                        <a:pt x="13240" y="75057"/>
                        <a:pt x="13906" y="71628"/>
                      </a:cubicBezTo>
                      <a:cubicBezTo>
                        <a:pt x="14192" y="68961"/>
                        <a:pt x="14573" y="66294"/>
                        <a:pt x="14859" y="63627"/>
                      </a:cubicBezTo>
                      <a:cubicBezTo>
                        <a:pt x="16192" y="62960"/>
                        <a:pt x="17145" y="61436"/>
                        <a:pt x="17431" y="58960"/>
                      </a:cubicBezTo>
                      <a:cubicBezTo>
                        <a:pt x="17907" y="56388"/>
                        <a:pt x="18669" y="54673"/>
                        <a:pt x="19812" y="54007"/>
                      </a:cubicBezTo>
                      <a:cubicBezTo>
                        <a:pt x="19621" y="53150"/>
                        <a:pt x="19336" y="52292"/>
                        <a:pt x="19336" y="51340"/>
                      </a:cubicBezTo>
                      <a:cubicBezTo>
                        <a:pt x="19336" y="50483"/>
                        <a:pt x="19526" y="49340"/>
                        <a:pt x="19717" y="47911"/>
                      </a:cubicBezTo>
                      <a:cubicBezTo>
                        <a:pt x="20098" y="46482"/>
                        <a:pt x="20193" y="45529"/>
                        <a:pt x="20193" y="45244"/>
                      </a:cubicBezTo>
                      <a:cubicBezTo>
                        <a:pt x="21241" y="44672"/>
                        <a:pt x="21812" y="43815"/>
                        <a:pt x="21812" y="42767"/>
                      </a:cubicBezTo>
                      <a:lnTo>
                        <a:pt x="21812" y="41148"/>
                      </a:lnTo>
                      <a:cubicBezTo>
                        <a:pt x="21812" y="39719"/>
                        <a:pt x="22574" y="38671"/>
                        <a:pt x="24003" y="37814"/>
                      </a:cubicBezTo>
                      <a:cubicBezTo>
                        <a:pt x="23241" y="36481"/>
                        <a:pt x="23241" y="34385"/>
                        <a:pt x="24003" y="31242"/>
                      </a:cubicBezTo>
                      <a:cubicBezTo>
                        <a:pt x="26003" y="30861"/>
                        <a:pt x="26765" y="29432"/>
                        <a:pt x="26384" y="27051"/>
                      </a:cubicBezTo>
                      <a:cubicBezTo>
                        <a:pt x="25908" y="24289"/>
                        <a:pt x="25908" y="22574"/>
                        <a:pt x="26479" y="22003"/>
                      </a:cubicBezTo>
                      <a:cubicBezTo>
                        <a:pt x="29051" y="19145"/>
                        <a:pt x="31051" y="17717"/>
                        <a:pt x="32480" y="17717"/>
                      </a:cubicBezTo>
                      <a:cubicBezTo>
                        <a:pt x="33528" y="17717"/>
                        <a:pt x="34480" y="18193"/>
                        <a:pt x="35242" y="19336"/>
                      </a:cubicBezTo>
                      <a:cubicBezTo>
                        <a:pt x="35623" y="19241"/>
                        <a:pt x="35623" y="18669"/>
                        <a:pt x="35623" y="17907"/>
                      </a:cubicBezTo>
                      <a:cubicBezTo>
                        <a:pt x="35909" y="17621"/>
                        <a:pt x="36100" y="17621"/>
                        <a:pt x="36671" y="17621"/>
                      </a:cubicBezTo>
                      <a:cubicBezTo>
                        <a:pt x="36957" y="17621"/>
                        <a:pt x="37529" y="17621"/>
                        <a:pt x="38290" y="17907"/>
                      </a:cubicBezTo>
                      <a:cubicBezTo>
                        <a:pt x="39338" y="18098"/>
                        <a:pt x="39814" y="18193"/>
                        <a:pt x="40196" y="18193"/>
                      </a:cubicBezTo>
                      <a:cubicBezTo>
                        <a:pt x="41243" y="18193"/>
                        <a:pt x="42005" y="17717"/>
                        <a:pt x="42481" y="16669"/>
                      </a:cubicBezTo>
                      <a:cubicBezTo>
                        <a:pt x="42863" y="17050"/>
                        <a:pt x="43815" y="17717"/>
                        <a:pt x="45148" y="18574"/>
                      </a:cubicBezTo>
                      <a:cubicBezTo>
                        <a:pt x="45529" y="17907"/>
                        <a:pt x="46101" y="17526"/>
                        <a:pt x="46863" y="17526"/>
                      </a:cubicBezTo>
                      <a:cubicBezTo>
                        <a:pt x="47149" y="17526"/>
                        <a:pt x="47911" y="17621"/>
                        <a:pt x="48958" y="17907"/>
                      </a:cubicBezTo>
                      <a:cubicBezTo>
                        <a:pt x="50006" y="18288"/>
                        <a:pt x="50863" y="18383"/>
                        <a:pt x="51435" y="18383"/>
                      </a:cubicBezTo>
                      <a:cubicBezTo>
                        <a:pt x="51911" y="18383"/>
                        <a:pt x="52197" y="18383"/>
                        <a:pt x="52673" y="18098"/>
                      </a:cubicBezTo>
                      <a:cubicBezTo>
                        <a:pt x="53816" y="18860"/>
                        <a:pt x="54959" y="19621"/>
                        <a:pt x="56102" y="20383"/>
                      </a:cubicBezTo>
                      <a:cubicBezTo>
                        <a:pt x="57245" y="21146"/>
                        <a:pt x="57817" y="22193"/>
                        <a:pt x="57817" y="23622"/>
                      </a:cubicBezTo>
                      <a:cubicBezTo>
                        <a:pt x="57817" y="23908"/>
                        <a:pt x="57817" y="24384"/>
                        <a:pt x="57817" y="24860"/>
                      </a:cubicBezTo>
                      <a:lnTo>
                        <a:pt x="60007" y="24479"/>
                      </a:lnTo>
                      <a:cubicBezTo>
                        <a:pt x="59722" y="25527"/>
                        <a:pt x="59436" y="26765"/>
                        <a:pt x="59436" y="28194"/>
                      </a:cubicBezTo>
                      <a:cubicBezTo>
                        <a:pt x="59436" y="30766"/>
                        <a:pt x="60484" y="33814"/>
                        <a:pt x="62484" y="37243"/>
                      </a:cubicBezTo>
                      <a:lnTo>
                        <a:pt x="60007" y="38386"/>
                      </a:lnTo>
                      <a:lnTo>
                        <a:pt x="62484" y="39338"/>
                      </a:lnTo>
                      <a:cubicBezTo>
                        <a:pt x="62484" y="39338"/>
                        <a:pt x="61531" y="39624"/>
                        <a:pt x="60484" y="40386"/>
                      </a:cubicBezTo>
                      <a:lnTo>
                        <a:pt x="60484" y="40958"/>
                      </a:lnTo>
                      <a:cubicBezTo>
                        <a:pt x="61055" y="40672"/>
                        <a:pt x="62389" y="40958"/>
                        <a:pt x="64008" y="41529"/>
                      </a:cubicBezTo>
                      <a:lnTo>
                        <a:pt x="62103" y="44482"/>
                      </a:lnTo>
                      <a:cubicBezTo>
                        <a:pt x="64198" y="46863"/>
                        <a:pt x="66104" y="48101"/>
                        <a:pt x="67628" y="48101"/>
                      </a:cubicBezTo>
                      <a:lnTo>
                        <a:pt x="67628" y="49149"/>
                      </a:lnTo>
                      <a:cubicBezTo>
                        <a:pt x="66961" y="48292"/>
                        <a:pt x="66389" y="47911"/>
                        <a:pt x="66199" y="48101"/>
                      </a:cubicBezTo>
                      <a:cubicBezTo>
                        <a:pt x="65818" y="49340"/>
                        <a:pt x="65532" y="50673"/>
                        <a:pt x="65532" y="52102"/>
                      </a:cubicBezTo>
                      <a:cubicBezTo>
                        <a:pt x="65532" y="54959"/>
                        <a:pt x="66294" y="57150"/>
                        <a:pt x="67532" y="58769"/>
                      </a:cubicBezTo>
                      <a:cubicBezTo>
                        <a:pt x="67056" y="59150"/>
                        <a:pt x="66865" y="59436"/>
                        <a:pt x="66865" y="59912"/>
                      </a:cubicBezTo>
                      <a:cubicBezTo>
                        <a:pt x="66865" y="60198"/>
                        <a:pt x="67437" y="60769"/>
                        <a:pt x="68008" y="61246"/>
                      </a:cubicBezTo>
                      <a:cubicBezTo>
                        <a:pt x="68675" y="61817"/>
                        <a:pt x="69151" y="62484"/>
                        <a:pt x="69151" y="62865"/>
                      </a:cubicBezTo>
                      <a:cubicBezTo>
                        <a:pt x="69151" y="63151"/>
                        <a:pt x="68866" y="63437"/>
                        <a:pt x="68675" y="63818"/>
                      </a:cubicBezTo>
                      <a:lnTo>
                        <a:pt x="70199" y="64484"/>
                      </a:lnTo>
                      <a:cubicBezTo>
                        <a:pt x="71152" y="69628"/>
                        <a:pt x="71723" y="72581"/>
                        <a:pt x="71818" y="73723"/>
                      </a:cubicBezTo>
                      <a:cubicBezTo>
                        <a:pt x="72866" y="77152"/>
                        <a:pt x="73723" y="80105"/>
                        <a:pt x="75247" y="82487"/>
                      </a:cubicBezTo>
                      <a:cubicBezTo>
                        <a:pt x="74200" y="84296"/>
                        <a:pt x="74581" y="85630"/>
                        <a:pt x="76295" y="86582"/>
                      </a:cubicBezTo>
                      <a:cubicBezTo>
                        <a:pt x="76105" y="91059"/>
                        <a:pt x="76867" y="94107"/>
                        <a:pt x="78296" y="95821"/>
                      </a:cubicBezTo>
                      <a:cubicBezTo>
                        <a:pt x="78296" y="100108"/>
                        <a:pt x="79343" y="102203"/>
                        <a:pt x="81629" y="102394"/>
                      </a:cubicBezTo>
                      <a:close/>
                      <a:moveTo>
                        <a:pt x="4286" y="19050"/>
                      </a:moveTo>
                      <a:lnTo>
                        <a:pt x="3238" y="20098"/>
                      </a:lnTo>
                      <a:lnTo>
                        <a:pt x="1810" y="18288"/>
                      </a:lnTo>
                      <a:lnTo>
                        <a:pt x="4286" y="18955"/>
                      </a:lnTo>
                      <a:close/>
                      <a:moveTo>
                        <a:pt x="6667" y="39052"/>
                      </a:moveTo>
                      <a:lnTo>
                        <a:pt x="7525" y="41624"/>
                      </a:lnTo>
                      <a:lnTo>
                        <a:pt x="5524" y="44768"/>
                      </a:lnTo>
                      <a:lnTo>
                        <a:pt x="6763" y="39052"/>
                      </a:lnTo>
                      <a:close/>
                      <a:moveTo>
                        <a:pt x="8287" y="27242"/>
                      </a:moveTo>
                      <a:cubicBezTo>
                        <a:pt x="8287" y="27242"/>
                        <a:pt x="7715" y="27623"/>
                        <a:pt x="7048" y="28289"/>
                      </a:cubicBezTo>
                      <a:lnTo>
                        <a:pt x="6667" y="26765"/>
                      </a:lnTo>
                      <a:lnTo>
                        <a:pt x="8287" y="27242"/>
                      </a:lnTo>
                      <a:close/>
                      <a:moveTo>
                        <a:pt x="19717" y="29908"/>
                      </a:moveTo>
                      <a:cubicBezTo>
                        <a:pt x="19240" y="28480"/>
                        <a:pt x="17907" y="28004"/>
                        <a:pt x="16097" y="28289"/>
                      </a:cubicBezTo>
                      <a:lnTo>
                        <a:pt x="15716" y="28861"/>
                      </a:lnTo>
                      <a:cubicBezTo>
                        <a:pt x="15716" y="28004"/>
                        <a:pt x="16097" y="27527"/>
                        <a:pt x="16478" y="27527"/>
                      </a:cubicBezTo>
                      <a:cubicBezTo>
                        <a:pt x="16478" y="27527"/>
                        <a:pt x="17050" y="27623"/>
                        <a:pt x="17907" y="28004"/>
                      </a:cubicBezTo>
                      <a:cubicBezTo>
                        <a:pt x="18764" y="28004"/>
                        <a:pt x="19336" y="28004"/>
                        <a:pt x="19621" y="28004"/>
                      </a:cubicBezTo>
                      <a:lnTo>
                        <a:pt x="19621" y="29908"/>
                      </a:lnTo>
                      <a:close/>
                      <a:moveTo>
                        <a:pt x="17621" y="73152"/>
                      </a:moveTo>
                      <a:lnTo>
                        <a:pt x="17621" y="70675"/>
                      </a:lnTo>
                      <a:lnTo>
                        <a:pt x="17240" y="70675"/>
                      </a:lnTo>
                      <a:lnTo>
                        <a:pt x="17240" y="73152"/>
                      </a:lnTo>
                      <a:lnTo>
                        <a:pt x="17621" y="73152"/>
                      </a:lnTo>
                      <a:close/>
                      <a:moveTo>
                        <a:pt x="25051" y="32004"/>
                      </a:moveTo>
                      <a:lnTo>
                        <a:pt x="27908" y="30385"/>
                      </a:lnTo>
                      <a:lnTo>
                        <a:pt x="27337" y="28766"/>
                      </a:lnTo>
                      <a:lnTo>
                        <a:pt x="24955" y="32004"/>
                      </a:lnTo>
                      <a:close/>
                      <a:moveTo>
                        <a:pt x="27908" y="50483"/>
                      </a:moveTo>
                      <a:lnTo>
                        <a:pt x="30385" y="51149"/>
                      </a:lnTo>
                      <a:lnTo>
                        <a:pt x="30004" y="50483"/>
                      </a:lnTo>
                      <a:lnTo>
                        <a:pt x="27908" y="50483"/>
                      </a:lnTo>
                      <a:close/>
                      <a:moveTo>
                        <a:pt x="30004" y="47911"/>
                      </a:moveTo>
                      <a:lnTo>
                        <a:pt x="31147" y="47339"/>
                      </a:lnTo>
                      <a:lnTo>
                        <a:pt x="30004" y="46292"/>
                      </a:lnTo>
                      <a:lnTo>
                        <a:pt x="30004" y="47911"/>
                      </a:lnTo>
                      <a:close/>
                      <a:moveTo>
                        <a:pt x="31147" y="25813"/>
                      </a:moveTo>
                      <a:lnTo>
                        <a:pt x="32766" y="25337"/>
                      </a:lnTo>
                      <a:lnTo>
                        <a:pt x="30480" y="24765"/>
                      </a:lnTo>
                      <a:lnTo>
                        <a:pt x="31242" y="25813"/>
                      </a:lnTo>
                      <a:close/>
                      <a:moveTo>
                        <a:pt x="31528" y="9239"/>
                      </a:moveTo>
                      <a:lnTo>
                        <a:pt x="32099" y="10858"/>
                      </a:lnTo>
                      <a:lnTo>
                        <a:pt x="31147" y="10858"/>
                      </a:lnTo>
                      <a:lnTo>
                        <a:pt x="31528" y="9239"/>
                      </a:lnTo>
                      <a:close/>
                      <a:moveTo>
                        <a:pt x="36385" y="5715"/>
                      </a:moveTo>
                      <a:cubicBezTo>
                        <a:pt x="35528" y="5429"/>
                        <a:pt x="35242" y="4763"/>
                        <a:pt x="35242" y="4096"/>
                      </a:cubicBezTo>
                      <a:lnTo>
                        <a:pt x="35242" y="2191"/>
                      </a:lnTo>
                      <a:lnTo>
                        <a:pt x="38957" y="0"/>
                      </a:lnTo>
                      <a:cubicBezTo>
                        <a:pt x="38957" y="0"/>
                        <a:pt x="38290" y="762"/>
                        <a:pt x="37529" y="1333"/>
                      </a:cubicBezTo>
                      <a:cubicBezTo>
                        <a:pt x="36576" y="1810"/>
                        <a:pt x="36100" y="2286"/>
                        <a:pt x="36100" y="2667"/>
                      </a:cubicBezTo>
                      <a:cubicBezTo>
                        <a:pt x="36100" y="2953"/>
                        <a:pt x="36290" y="3334"/>
                        <a:pt x="36766" y="3810"/>
                      </a:cubicBezTo>
                      <a:cubicBezTo>
                        <a:pt x="36766" y="4286"/>
                        <a:pt x="36766" y="4953"/>
                        <a:pt x="36481" y="5810"/>
                      </a:cubicBezTo>
                      <a:close/>
                      <a:moveTo>
                        <a:pt x="39814" y="12478"/>
                      </a:moveTo>
                      <a:lnTo>
                        <a:pt x="40862" y="12478"/>
                      </a:lnTo>
                      <a:lnTo>
                        <a:pt x="39338" y="15145"/>
                      </a:lnTo>
                      <a:lnTo>
                        <a:pt x="39814" y="12478"/>
                      </a:lnTo>
                      <a:close/>
                      <a:moveTo>
                        <a:pt x="39814" y="30956"/>
                      </a:moveTo>
                      <a:lnTo>
                        <a:pt x="39814" y="29337"/>
                      </a:lnTo>
                      <a:lnTo>
                        <a:pt x="39338" y="29337"/>
                      </a:lnTo>
                      <a:lnTo>
                        <a:pt x="39338" y="30956"/>
                      </a:lnTo>
                      <a:lnTo>
                        <a:pt x="39814" y="30956"/>
                      </a:lnTo>
                      <a:close/>
                      <a:moveTo>
                        <a:pt x="46577" y="10192"/>
                      </a:moveTo>
                      <a:lnTo>
                        <a:pt x="46577" y="12383"/>
                      </a:lnTo>
                      <a:lnTo>
                        <a:pt x="45053" y="8763"/>
                      </a:lnTo>
                      <a:cubicBezTo>
                        <a:pt x="46101" y="8763"/>
                        <a:pt x="46577" y="9239"/>
                        <a:pt x="46577" y="10192"/>
                      </a:cubicBezTo>
                      <a:close/>
                      <a:moveTo>
                        <a:pt x="49149" y="29813"/>
                      </a:moveTo>
                      <a:lnTo>
                        <a:pt x="52197" y="28766"/>
                      </a:lnTo>
                      <a:lnTo>
                        <a:pt x="50578" y="28766"/>
                      </a:lnTo>
                      <a:lnTo>
                        <a:pt x="49149" y="29813"/>
                      </a:lnTo>
                      <a:close/>
                      <a:moveTo>
                        <a:pt x="49149" y="40100"/>
                      </a:moveTo>
                      <a:lnTo>
                        <a:pt x="49530" y="38481"/>
                      </a:lnTo>
                      <a:lnTo>
                        <a:pt x="49149" y="38100"/>
                      </a:lnTo>
                      <a:lnTo>
                        <a:pt x="49149" y="40100"/>
                      </a:lnTo>
                      <a:close/>
                      <a:moveTo>
                        <a:pt x="53626" y="82296"/>
                      </a:moveTo>
                      <a:cubicBezTo>
                        <a:pt x="53626" y="82296"/>
                        <a:pt x="54007" y="82487"/>
                        <a:pt x="54673" y="82677"/>
                      </a:cubicBezTo>
                      <a:lnTo>
                        <a:pt x="55054" y="82296"/>
                      </a:lnTo>
                      <a:lnTo>
                        <a:pt x="53530" y="80867"/>
                      </a:lnTo>
                      <a:lnTo>
                        <a:pt x="55721" y="81725"/>
                      </a:lnTo>
                      <a:cubicBezTo>
                        <a:pt x="54483" y="82868"/>
                        <a:pt x="53816" y="83344"/>
                        <a:pt x="53530" y="83344"/>
                      </a:cubicBezTo>
                      <a:lnTo>
                        <a:pt x="53530" y="82296"/>
                      </a:lnTo>
                      <a:close/>
                      <a:moveTo>
                        <a:pt x="57626" y="56579"/>
                      </a:moveTo>
                      <a:cubicBezTo>
                        <a:pt x="58579" y="56102"/>
                        <a:pt x="58960" y="55245"/>
                        <a:pt x="58769" y="53912"/>
                      </a:cubicBezTo>
                      <a:cubicBezTo>
                        <a:pt x="57340" y="54293"/>
                        <a:pt x="56769" y="55054"/>
                        <a:pt x="56769" y="56102"/>
                      </a:cubicBezTo>
                      <a:cubicBezTo>
                        <a:pt x="57055" y="56483"/>
                        <a:pt x="57340" y="56674"/>
                        <a:pt x="57626" y="56579"/>
                      </a:cubicBezTo>
                      <a:close/>
                      <a:moveTo>
                        <a:pt x="58769" y="36385"/>
                      </a:moveTo>
                      <a:lnTo>
                        <a:pt x="57150" y="36385"/>
                      </a:lnTo>
                      <a:lnTo>
                        <a:pt x="57531" y="40100"/>
                      </a:lnTo>
                      <a:lnTo>
                        <a:pt x="58674" y="36385"/>
                      </a:lnTo>
                      <a:close/>
                      <a:moveTo>
                        <a:pt x="58769" y="49911"/>
                      </a:moveTo>
                      <a:cubicBezTo>
                        <a:pt x="58769" y="49911"/>
                        <a:pt x="58483" y="49340"/>
                        <a:pt x="58483" y="48958"/>
                      </a:cubicBezTo>
                      <a:cubicBezTo>
                        <a:pt x="58483" y="48292"/>
                        <a:pt x="58960" y="48006"/>
                        <a:pt x="59912" y="48006"/>
                      </a:cubicBezTo>
                      <a:lnTo>
                        <a:pt x="60770" y="47816"/>
                      </a:lnTo>
                      <a:lnTo>
                        <a:pt x="60770" y="47244"/>
                      </a:lnTo>
                      <a:cubicBezTo>
                        <a:pt x="60770" y="47244"/>
                        <a:pt x="60198" y="47054"/>
                        <a:pt x="60007" y="47054"/>
                      </a:cubicBezTo>
                      <a:cubicBezTo>
                        <a:pt x="59436" y="47054"/>
                        <a:pt x="58864" y="47435"/>
                        <a:pt x="58293" y="48101"/>
                      </a:cubicBezTo>
                      <a:cubicBezTo>
                        <a:pt x="57626" y="48673"/>
                        <a:pt x="57531" y="49244"/>
                        <a:pt x="57531" y="49911"/>
                      </a:cubicBezTo>
                      <a:lnTo>
                        <a:pt x="58674" y="49911"/>
                      </a:lnTo>
                      <a:close/>
                      <a:moveTo>
                        <a:pt x="59246" y="72390"/>
                      </a:moveTo>
                      <a:cubicBezTo>
                        <a:pt x="59246" y="72390"/>
                        <a:pt x="59626" y="72009"/>
                        <a:pt x="59817" y="71342"/>
                      </a:cubicBezTo>
                      <a:cubicBezTo>
                        <a:pt x="59246" y="71247"/>
                        <a:pt x="58960" y="71342"/>
                        <a:pt x="58769" y="71723"/>
                      </a:cubicBezTo>
                      <a:cubicBezTo>
                        <a:pt x="58769" y="72104"/>
                        <a:pt x="58483" y="72295"/>
                        <a:pt x="58198" y="72295"/>
                      </a:cubicBezTo>
                      <a:lnTo>
                        <a:pt x="59246" y="72295"/>
                      </a:lnTo>
                      <a:close/>
                      <a:moveTo>
                        <a:pt x="59817" y="15431"/>
                      </a:moveTo>
                      <a:lnTo>
                        <a:pt x="60865" y="14288"/>
                      </a:lnTo>
                      <a:lnTo>
                        <a:pt x="59246" y="12764"/>
                      </a:lnTo>
                      <a:lnTo>
                        <a:pt x="60293" y="11811"/>
                      </a:lnTo>
                      <a:lnTo>
                        <a:pt x="61913" y="14954"/>
                      </a:lnTo>
                      <a:lnTo>
                        <a:pt x="59817" y="15335"/>
                      </a:lnTo>
                      <a:close/>
                      <a:moveTo>
                        <a:pt x="66389" y="80772"/>
                      </a:moveTo>
                      <a:lnTo>
                        <a:pt x="66389" y="79058"/>
                      </a:lnTo>
                      <a:cubicBezTo>
                        <a:pt x="66389" y="79058"/>
                        <a:pt x="66199" y="79343"/>
                        <a:pt x="65341" y="79724"/>
                      </a:cubicBezTo>
                      <a:cubicBezTo>
                        <a:pt x="65056" y="79629"/>
                        <a:pt x="64770" y="79248"/>
                        <a:pt x="64484" y="78867"/>
                      </a:cubicBezTo>
                      <a:cubicBezTo>
                        <a:pt x="64198" y="78486"/>
                        <a:pt x="63817" y="78200"/>
                        <a:pt x="63722" y="78200"/>
                      </a:cubicBezTo>
                      <a:cubicBezTo>
                        <a:pt x="63437" y="78200"/>
                        <a:pt x="63055" y="78391"/>
                        <a:pt x="62770" y="78772"/>
                      </a:cubicBezTo>
                      <a:lnTo>
                        <a:pt x="66389" y="80867"/>
                      </a:lnTo>
                      <a:close/>
                      <a:moveTo>
                        <a:pt x="69532" y="80105"/>
                      </a:moveTo>
                      <a:cubicBezTo>
                        <a:pt x="69532" y="80105"/>
                        <a:pt x="69818" y="80105"/>
                        <a:pt x="69532" y="79819"/>
                      </a:cubicBezTo>
                      <a:lnTo>
                        <a:pt x="69056" y="76486"/>
                      </a:lnTo>
                      <a:cubicBezTo>
                        <a:pt x="69056" y="76486"/>
                        <a:pt x="68580" y="77248"/>
                        <a:pt x="68580" y="77533"/>
                      </a:cubicBezTo>
                      <a:cubicBezTo>
                        <a:pt x="68580" y="77248"/>
                        <a:pt x="68961" y="78010"/>
                        <a:pt x="69532" y="79819"/>
                      </a:cubicBezTo>
                      <a:lnTo>
                        <a:pt x="69532" y="80105"/>
                      </a:lnTo>
                      <a:close/>
                      <a:moveTo>
                        <a:pt x="75533" y="286"/>
                      </a:moveTo>
                      <a:lnTo>
                        <a:pt x="75533" y="1524"/>
                      </a:lnTo>
                      <a:lnTo>
                        <a:pt x="73723" y="1524"/>
                      </a:lnTo>
                      <a:lnTo>
                        <a:pt x="75533" y="286"/>
                      </a:lnTo>
                      <a:close/>
                      <a:moveTo>
                        <a:pt x="76676" y="21717"/>
                      </a:moveTo>
                      <a:lnTo>
                        <a:pt x="75247" y="23241"/>
                      </a:lnTo>
                      <a:lnTo>
                        <a:pt x="76676" y="21050"/>
                      </a:lnTo>
                      <a:lnTo>
                        <a:pt x="76676" y="21717"/>
                      </a:lnTo>
                      <a:close/>
                      <a:moveTo>
                        <a:pt x="84487" y="45244"/>
                      </a:moveTo>
                      <a:lnTo>
                        <a:pt x="83248" y="46292"/>
                      </a:lnTo>
                      <a:lnTo>
                        <a:pt x="82487" y="46292"/>
                      </a:lnTo>
                      <a:lnTo>
                        <a:pt x="84391" y="45244"/>
                      </a:lnTo>
                      <a:close/>
                      <a:moveTo>
                        <a:pt x="84010" y="22860"/>
                      </a:moveTo>
                      <a:cubicBezTo>
                        <a:pt x="84010" y="22860"/>
                        <a:pt x="83725" y="22860"/>
                        <a:pt x="83439" y="22193"/>
                      </a:cubicBezTo>
                      <a:cubicBezTo>
                        <a:pt x="83439" y="21431"/>
                        <a:pt x="83248" y="21146"/>
                        <a:pt x="83248" y="21146"/>
                      </a:cubicBezTo>
                      <a:lnTo>
                        <a:pt x="83915" y="21146"/>
                      </a:lnTo>
                      <a:lnTo>
                        <a:pt x="83915" y="22955"/>
                      </a:lnTo>
                      <a:close/>
                      <a:moveTo>
                        <a:pt x="103441" y="11906"/>
                      </a:moveTo>
                      <a:cubicBezTo>
                        <a:pt x="103441" y="11906"/>
                        <a:pt x="103441" y="11144"/>
                        <a:pt x="103632" y="10763"/>
                      </a:cubicBezTo>
                      <a:cubicBezTo>
                        <a:pt x="103918" y="10382"/>
                        <a:pt x="104299" y="10192"/>
                        <a:pt x="104489" y="10287"/>
                      </a:cubicBezTo>
                      <a:lnTo>
                        <a:pt x="104489" y="12002"/>
                      </a:lnTo>
                      <a:lnTo>
                        <a:pt x="103441" y="12002"/>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 name="Google Shape;1022;p99"/>
                <p:cNvSpPr/>
                <p:nvPr/>
              </p:nvSpPr>
              <p:spPr>
                <a:xfrm>
                  <a:off x="6807802" y="1286065"/>
                  <a:ext cx="94297" cy="107537"/>
                </a:xfrm>
                <a:custGeom>
                  <a:avLst/>
                  <a:gdLst/>
                  <a:ahLst/>
                  <a:cxnLst/>
                  <a:rect l="l" t="t" r="r" b="b"/>
                  <a:pathLst>
                    <a:path w="94297" h="107537" extrusionOk="0">
                      <a:moveTo>
                        <a:pt x="76486" y="28766"/>
                      </a:moveTo>
                      <a:cubicBezTo>
                        <a:pt x="76486" y="28766"/>
                        <a:pt x="76867" y="29432"/>
                        <a:pt x="77438" y="29432"/>
                      </a:cubicBezTo>
                      <a:lnTo>
                        <a:pt x="78486" y="29432"/>
                      </a:lnTo>
                      <a:cubicBezTo>
                        <a:pt x="77343" y="32385"/>
                        <a:pt x="77057" y="36005"/>
                        <a:pt x="78105" y="40481"/>
                      </a:cubicBezTo>
                      <a:cubicBezTo>
                        <a:pt x="77819" y="41434"/>
                        <a:pt x="76867" y="42958"/>
                        <a:pt x="75438" y="45149"/>
                      </a:cubicBezTo>
                      <a:lnTo>
                        <a:pt x="76581" y="46196"/>
                      </a:lnTo>
                      <a:cubicBezTo>
                        <a:pt x="76200" y="46863"/>
                        <a:pt x="75247" y="47435"/>
                        <a:pt x="73723" y="47911"/>
                      </a:cubicBezTo>
                      <a:cubicBezTo>
                        <a:pt x="72199" y="48387"/>
                        <a:pt x="71247" y="49054"/>
                        <a:pt x="70675" y="49816"/>
                      </a:cubicBezTo>
                      <a:lnTo>
                        <a:pt x="73247" y="50197"/>
                      </a:lnTo>
                      <a:cubicBezTo>
                        <a:pt x="71247" y="53531"/>
                        <a:pt x="67532" y="57436"/>
                        <a:pt x="62198" y="61913"/>
                      </a:cubicBezTo>
                      <a:lnTo>
                        <a:pt x="60007" y="61913"/>
                      </a:lnTo>
                      <a:lnTo>
                        <a:pt x="60007" y="63341"/>
                      </a:lnTo>
                      <a:cubicBezTo>
                        <a:pt x="60007" y="63341"/>
                        <a:pt x="59626" y="62960"/>
                        <a:pt x="59246" y="62960"/>
                      </a:cubicBezTo>
                      <a:cubicBezTo>
                        <a:pt x="58674" y="63056"/>
                        <a:pt x="58198" y="63056"/>
                        <a:pt x="57912" y="62960"/>
                      </a:cubicBezTo>
                      <a:lnTo>
                        <a:pt x="57531" y="63341"/>
                      </a:lnTo>
                      <a:cubicBezTo>
                        <a:pt x="58674" y="63722"/>
                        <a:pt x="59722" y="64960"/>
                        <a:pt x="60198" y="67056"/>
                      </a:cubicBezTo>
                      <a:cubicBezTo>
                        <a:pt x="60769" y="69056"/>
                        <a:pt x="61341" y="70104"/>
                        <a:pt x="62198" y="70295"/>
                      </a:cubicBezTo>
                      <a:cubicBezTo>
                        <a:pt x="61913" y="72009"/>
                        <a:pt x="62674" y="73819"/>
                        <a:pt x="64198" y="75724"/>
                      </a:cubicBezTo>
                      <a:cubicBezTo>
                        <a:pt x="66008" y="77819"/>
                        <a:pt x="67056" y="79629"/>
                        <a:pt x="67342" y="81058"/>
                      </a:cubicBezTo>
                      <a:cubicBezTo>
                        <a:pt x="66865" y="82010"/>
                        <a:pt x="65722" y="82296"/>
                        <a:pt x="64008" y="81915"/>
                      </a:cubicBezTo>
                      <a:cubicBezTo>
                        <a:pt x="62389" y="81439"/>
                        <a:pt x="61531" y="81534"/>
                        <a:pt x="61531" y="82106"/>
                      </a:cubicBezTo>
                      <a:cubicBezTo>
                        <a:pt x="61531" y="82487"/>
                        <a:pt x="61817" y="83153"/>
                        <a:pt x="62103" y="83915"/>
                      </a:cubicBezTo>
                      <a:lnTo>
                        <a:pt x="64103" y="83534"/>
                      </a:lnTo>
                      <a:cubicBezTo>
                        <a:pt x="64103" y="83534"/>
                        <a:pt x="63913" y="84582"/>
                        <a:pt x="63055" y="85725"/>
                      </a:cubicBezTo>
                      <a:lnTo>
                        <a:pt x="64579" y="87154"/>
                      </a:lnTo>
                      <a:cubicBezTo>
                        <a:pt x="64579" y="87154"/>
                        <a:pt x="65246" y="86201"/>
                        <a:pt x="65722" y="85058"/>
                      </a:cubicBezTo>
                      <a:lnTo>
                        <a:pt x="66294" y="87630"/>
                      </a:lnTo>
                      <a:cubicBezTo>
                        <a:pt x="67437" y="87249"/>
                        <a:pt x="68008" y="86011"/>
                        <a:pt x="67723" y="84011"/>
                      </a:cubicBezTo>
                      <a:cubicBezTo>
                        <a:pt x="69056" y="84677"/>
                        <a:pt x="70009" y="85916"/>
                        <a:pt x="70580" y="87821"/>
                      </a:cubicBezTo>
                      <a:cubicBezTo>
                        <a:pt x="71438" y="89726"/>
                        <a:pt x="72199" y="90869"/>
                        <a:pt x="73152" y="91250"/>
                      </a:cubicBezTo>
                      <a:cubicBezTo>
                        <a:pt x="72866" y="92012"/>
                        <a:pt x="72866" y="92774"/>
                        <a:pt x="72866" y="93440"/>
                      </a:cubicBezTo>
                      <a:cubicBezTo>
                        <a:pt x="72866" y="94774"/>
                        <a:pt x="73533" y="96488"/>
                        <a:pt x="74866" y="98679"/>
                      </a:cubicBezTo>
                      <a:cubicBezTo>
                        <a:pt x="76105" y="100870"/>
                        <a:pt x="76962" y="102299"/>
                        <a:pt x="76962" y="103251"/>
                      </a:cubicBezTo>
                      <a:cubicBezTo>
                        <a:pt x="76962" y="104489"/>
                        <a:pt x="76295" y="105632"/>
                        <a:pt x="75057" y="106680"/>
                      </a:cubicBezTo>
                      <a:cubicBezTo>
                        <a:pt x="73914" y="106680"/>
                        <a:pt x="72104" y="106871"/>
                        <a:pt x="69628" y="107156"/>
                      </a:cubicBezTo>
                      <a:cubicBezTo>
                        <a:pt x="67151" y="107442"/>
                        <a:pt x="65246" y="107537"/>
                        <a:pt x="64008" y="107537"/>
                      </a:cubicBezTo>
                      <a:cubicBezTo>
                        <a:pt x="60198" y="107537"/>
                        <a:pt x="57055" y="106394"/>
                        <a:pt x="54864" y="104204"/>
                      </a:cubicBezTo>
                      <a:lnTo>
                        <a:pt x="54483" y="104966"/>
                      </a:lnTo>
                      <a:cubicBezTo>
                        <a:pt x="54007" y="103632"/>
                        <a:pt x="53435" y="102203"/>
                        <a:pt x="52864" y="100965"/>
                      </a:cubicBezTo>
                      <a:cubicBezTo>
                        <a:pt x="52102" y="99155"/>
                        <a:pt x="50959" y="98108"/>
                        <a:pt x="49721" y="97727"/>
                      </a:cubicBezTo>
                      <a:cubicBezTo>
                        <a:pt x="49911" y="97155"/>
                        <a:pt x="50101" y="96584"/>
                        <a:pt x="50101" y="96203"/>
                      </a:cubicBezTo>
                      <a:cubicBezTo>
                        <a:pt x="50101" y="95155"/>
                        <a:pt x="49339" y="94298"/>
                        <a:pt x="48101" y="93250"/>
                      </a:cubicBezTo>
                      <a:cubicBezTo>
                        <a:pt x="46863" y="92297"/>
                        <a:pt x="46101" y="91440"/>
                        <a:pt x="46101" y="90488"/>
                      </a:cubicBezTo>
                      <a:cubicBezTo>
                        <a:pt x="46101" y="89821"/>
                        <a:pt x="46291" y="89154"/>
                        <a:pt x="46768" y="88487"/>
                      </a:cubicBezTo>
                      <a:cubicBezTo>
                        <a:pt x="45815" y="87154"/>
                        <a:pt x="44672" y="84773"/>
                        <a:pt x="43529" y="81153"/>
                      </a:cubicBezTo>
                      <a:cubicBezTo>
                        <a:pt x="42386" y="78010"/>
                        <a:pt x="41148" y="75724"/>
                        <a:pt x="39529" y="74200"/>
                      </a:cubicBezTo>
                      <a:cubicBezTo>
                        <a:pt x="39529" y="71819"/>
                        <a:pt x="38481" y="69056"/>
                        <a:pt x="36385" y="65818"/>
                      </a:cubicBezTo>
                      <a:lnTo>
                        <a:pt x="32385" y="65342"/>
                      </a:lnTo>
                      <a:lnTo>
                        <a:pt x="32766" y="64960"/>
                      </a:lnTo>
                      <a:cubicBezTo>
                        <a:pt x="32766" y="64960"/>
                        <a:pt x="32194" y="64199"/>
                        <a:pt x="31718" y="64199"/>
                      </a:cubicBezTo>
                      <a:lnTo>
                        <a:pt x="30194" y="65818"/>
                      </a:lnTo>
                      <a:cubicBezTo>
                        <a:pt x="30194" y="65818"/>
                        <a:pt x="28765" y="66104"/>
                        <a:pt x="27241" y="66485"/>
                      </a:cubicBezTo>
                      <a:cubicBezTo>
                        <a:pt x="25622" y="66961"/>
                        <a:pt x="24384" y="67247"/>
                        <a:pt x="23622" y="67247"/>
                      </a:cubicBezTo>
                      <a:cubicBezTo>
                        <a:pt x="22955" y="67247"/>
                        <a:pt x="22479" y="66961"/>
                        <a:pt x="22003" y="66770"/>
                      </a:cubicBezTo>
                      <a:cubicBezTo>
                        <a:pt x="22003" y="66961"/>
                        <a:pt x="22003" y="67151"/>
                        <a:pt x="22003" y="67342"/>
                      </a:cubicBezTo>
                      <a:cubicBezTo>
                        <a:pt x="22003" y="67532"/>
                        <a:pt x="22003" y="67818"/>
                        <a:pt x="22384" y="68009"/>
                      </a:cubicBezTo>
                      <a:cubicBezTo>
                        <a:pt x="22574" y="68199"/>
                        <a:pt x="22669" y="68390"/>
                        <a:pt x="22669" y="68485"/>
                      </a:cubicBezTo>
                      <a:cubicBezTo>
                        <a:pt x="22669" y="68675"/>
                        <a:pt x="22384" y="68961"/>
                        <a:pt x="21526" y="69437"/>
                      </a:cubicBezTo>
                      <a:lnTo>
                        <a:pt x="22098" y="77724"/>
                      </a:lnTo>
                      <a:lnTo>
                        <a:pt x="21050" y="78677"/>
                      </a:lnTo>
                      <a:cubicBezTo>
                        <a:pt x="21812" y="81248"/>
                        <a:pt x="22098" y="84963"/>
                        <a:pt x="22098" y="89535"/>
                      </a:cubicBezTo>
                      <a:cubicBezTo>
                        <a:pt x="22098" y="89916"/>
                        <a:pt x="22098" y="90869"/>
                        <a:pt x="21622" y="92393"/>
                      </a:cubicBezTo>
                      <a:cubicBezTo>
                        <a:pt x="21241" y="93821"/>
                        <a:pt x="21050" y="94964"/>
                        <a:pt x="21050" y="95822"/>
                      </a:cubicBezTo>
                      <a:cubicBezTo>
                        <a:pt x="21050" y="97346"/>
                        <a:pt x="21526" y="98298"/>
                        <a:pt x="22574" y="99155"/>
                      </a:cubicBezTo>
                      <a:cubicBezTo>
                        <a:pt x="22003" y="99632"/>
                        <a:pt x="21622" y="100489"/>
                        <a:pt x="21622" y="101727"/>
                      </a:cubicBezTo>
                      <a:lnTo>
                        <a:pt x="21622" y="103061"/>
                      </a:lnTo>
                      <a:cubicBezTo>
                        <a:pt x="21812" y="103632"/>
                        <a:pt x="21812" y="104013"/>
                        <a:pt x="21812" y="104204"/>
                      </a:cubicBezTo>
                      <a:cubicBezTo>
                        <a:pt x="21812" y="105918"/>
                        <a:pt x="20860" y="106585"/>
                        <a:pt x="18955" y="106394"/>
                      </a:cubicBezTo>
                      <a:lnTo>
                        <a:pt x="19717" y="106871"/>
                      </a:lnTo>
                      <a:cubicBezTo>
                        <a:pt x="18193" y="107537"/>
                        <a:pt x="16478" y="107633"/>
                        <a:pt x="14192" y="107252"/>
                      </a:cubicBezTo>
                      <a:cubicBezTo>
                        <a:pt x="11906" y="106871"/>
                        <a:pt x="10477" y="106871"/>
                        <a:pt x="9811" y="107537"/>
                      </a:cubicBezTo>
                      <a:cubicBezTo>
                        <a:pt x="6763" y="107156"/>
                        <a:pt x="3810" y="106394"/>
                        <a:pt x="1048" y="104966"/>
                      </a:cubicBezTo>
                      <a:cubicBezTo>
                        <a:pt x="1238" y="98108"/>
                        <a:pt x="1048" y="87725"/>
                        <a:pt x="571" y="73628"/>
                      </a:cubicBezTo>
                      <a:lnTo>
                        <a:pt x="95" y="73628"/>
                      </a:lnTo>
                      <a:cubicBezTo>
                        <a:pt x="571" y="72581"/>
                        <a:pt x="1048" y="71438"/>
                        <a:pt x="1048" y="70009"/>
                      </a:cubicBezTo>
                      <a:cubicBezTo>
                        <a:pt x="1048" y="69533"/>
                        <a:pt x="1048" y="68580"/>
                        <a:pt x="762" y="67342"/>
                      </a:cubicBezTo>
                      <a:cubicBezTo>
                        <a:pt x="571" y="66008"/>
                        <a:pt x="476" y="65056"/>
                        <a:pt x="476" y="64389"/>
                      </a:cubicBezTo>
                      <a:cubicBezTo>
                        <a:pt x="476" y="62770"/>
                        <a:pt x="952" y="61341"/>
                        <a:pt x="1714" y="60008"/>
                      </a:cubicBezTo>
                      <a:cubicBezTo>
                        <a:pt x="1238" y="55340"/>
                        <a:pt x="952" y="49149"/>
                        <a:pt x="952" y="41053"/>
                      </a:cubicBezTo>
                      <a:lnTo>
                        <a:pt x="952" y="21527"/>
                      </a:lnTo>
                      <a:cubicBezTo>
                        <a:pt x="476" y="21241"/>
                        <a:pt x="190" y="20860"/>
                        <a:pt x="190" y="20384"/>
                      </a:cubicBezTo>
                      <a:cubicBezTo>
                        <a:pt x="190" y="20098"/>
                        <a:pt x="476" y="19622"/>
                        <a:pt x="952" y="18764"/>
                      </a:cubicBezTo>
                      <a:cubicBezTo>
                        <a:pt x="1429" y="18002"/>
                        <a:pt x="1714" y="17335"/>
                        <a:pt x="1714" y="16955"/>
                      </a:cubicBezTo>
                      <a:cubicBezTo>
                        <a:pt x="476" y="16002"/>
                        <a:pt x="0" y="14859"/>
                        <a:pt x="0" y="13621"/>
                      </a:cubicBezTo>
                      <a:cubicBezTo>
                        <a:pt x="0" y="12859"/>
                        <a:pt x="381" y="11525"/>
                        <a:pt x="952" y="9620"/>
                      </a:cubicBezTo>
                      <a:cubicBezTo>
                        <a:pt x="1524" y="7715"/>
                        <a:pt x="1714" y="6287"/>
                        <a:pt x="1714" y="5239"/>
                      </a:cubicBezTo>
                      <a:lnTo>
                        <a:pt x="7144" y="572"/>
                      </a:lnTo>
                      <a:lnTo>
                        <a:pt x="30671" y="0"/>
                      </a:lnTo>
                      <a:cubicBezTo>
                        <a:pt x="30671" y="0"/>
                        <a:pt x="32099" y="1429"/>
                        <a:pt x="33909" y="2953"/>
                      </a:cubicBezTo>
                      <a:cubicBezTo>
                        <a:pt x="35052" y="4096"/>
                        <a:pt x="35909" y="5429"/>
                        <a:pt x="36385" y="6668"/>
                      </a:cubicBezTo>
                      <a:cubicBezTo>
                        <a:pt x="36385" y="6287"/>
                        <a:pt x="36290" y="5810"/>
                        <a:pt x="36290" y="5429"/>
                      </a:cubicBezTo>
                      <a:cubicBezTo>
                        <a:pt x="36290" y="4286"/>
                        <a:pt x="36957" y="3334"/>
                        <a:pt x="38481" y="2572"/>
                      </a:cubicBezTo>
                      <a:cubicBezTo>
                        <a:pt x="40100" y="1715"/>
                        <a:pt x="41148" y="953"/>
                        <a:pt x="41624" y="476"/>
                      </a:cubicBezTo>
                      <a:cubicBezTo>
                        <a:pt x="42100" y="286"/>
                        <a:pt x="42767" y="667"/>
                        <a:pt x="43529" y="1524"/>
                      </a:cubicBezTo>
                      <a:cubicBezTo>
                        <a:pt x="43720" y="1524"/>
                        <a:pt x="44101" y="1429"/>
                        <a:pt x="44482" y="1429"/>
                      </a:cubicBezTo>
                      <a:cubicBezTo>
                        <a:pt x="45053" y="1429"/>
                        <a:pt x="46101" y="1810"/>
                        <a:pt x="47339" y="2572"/>
                      </a:cubicBezTo>
                      <a:cubicBezTo>
                        <a:pt x="48768" y="3429"/>
                        <a:pt x="49911" y="3715"/>
                        <a:pt x="50673" y="3620"/>
                      </a:cubicBezTo>
                      <a:lnTo>
                        <a:pt x="55245" y="3620"/>
                      </a:lnTo>
                      <a:cubicBezTo>
                        <a:pt x="55054" y="5048"/>
                        <a:pt x="55435" y="5810"/>
                        <a:pt x="56674" y="5810"/>
                      </a:cubicBezTo>
                      <a:cubicBezTo>
                        <a:pt x="56674" y="5810"/>
                        <a:pt x="56959" y="5810"/>
                        <a:pt x="57340" y="5620"/>
                      </a:cubicBezTo>
                      <a:lnTo>
                        <a:pt x="58198" y="5620"/>
                      </a:lnTo>
                      <a:cubicBezTo>
                        <a:pt x="59436" y="5620"/>
                        <a:pt x="60103" y="6191"/>
                        <a:pt x="60198" y="7239"/>
                      </a:cubicBezTo>
                      <a:lnTo>
                        <a:pt x="63437" y="7239"/>
                      </a:lnTo>
                      <a:cubicBezTo>
                        <a:pt x="65437" y="9049"/>
                        <a:pt x="67342" y="10954"/>
                        <a:pt x="69342" y="12859"/>
                      </a:cubicBezTo>
                      <a:cubicBezTo>
                        <a:pt x="71628" y="15240"/>
                        <a:pt x="72866" y="17240"/>
                        <a:pt x="73057" y="19336"/>
                      </a:cubicBezTo>
                      <a:cubicBezTo>
                        <a:pt x="74390" y="20098"/>
                        <a:pt x="75247" y="21336"/>
                        <a:pt x="75819" y="22955"/>
                      </a:cubicBezTo>
                      <a:cubicBezTo>
                        <a:pt x="76390" y="25337"/>
                        <a:pt x="76962" y="26956"/>
                        <a:pt x="77438" y="27623"/>
                      </a:cubicBezTo>
                      <a:lnTo>
                        <a:pt x="76486" y="28670"/>
                      </a:lnTo>
                      <a:close/>
                      <a:moveTo>
                        <a:pt x="12478" y="33814"/>
                      </a:moveTo>
                      <a:lnTo>
                        <a:pt x="12478" y="30861"/>
                      </a:lnTo>
                      <a:lnTo>
                        <a:pt x="11906" y="30861"/>
                      </a:lnTo>
                      <a:lnTo>
                        <a:pt x="11906" y="33814"/>
                      </a:lnTo>
                      <a:lnTo>
                        <a:pt x="12478" y="33814"/>
                      </a:lnTo>
                      <a:close/>
                      <a:moveTo>
                        <a:pt x="16097" y="15907"/>
                      </a:moveTo>
                      <a:cubicBezTo>
                        <a:pt x="16097" y="15907"/>
                        <a:pt x="16097" y="14764"/>
                        <a:pt x="16288" y="13811"/>
                      </a:cubicBezTo>
                      <a:cubicBezTo>
                        <a:pt x="16573" y="12954"/>
                        <a:pt x="16669" y="12287"/>
                        <a:pt x="16669" y="12097"/>
                      </a:cubicBezTo>
                      <a:cubicBezTo>
                        <a:pt x="16669" y="11049"/>
                        <a:pt x="16097" y="10287"/>
                        <a:pt x="15145" y="10001"/>
                      </a:cubicBezTo>
                      <a:lnTo>
                        <a:pt x="16669" y="8382"/>
                      </a:lnTo>
                      <a:cubicBezTo>
                        <a:pt x="16669" y="8382"/>
                        <a:pt x="16669" y="8001"/>
                        <a:pt x="16669" y="7906"/>
                      </a:cubicBezTo>
                      <a:cubicBezTo>
                        <a:pt x="15430" y="8763"/>
                        <a:pt x="14859" y="9620"/>
                        <a:pt x="14859" y="10478"/>
                      </a:cubicBezTo>
                      <a:cubicBezTo>
                        <a:pt x="14859" y="10954"/>
                        <a:pt x="15430" y="12097"/>
                        <a:pt x="16192" y="14002"/>
                      </a:cubicBezTo>
                      <a:cubicBezTo>
                        <a:pt x="15621" y="14097"/>
                        <a:pt x="15335" y="14383"/>
                        <a:pt x="15145" y="14954"/>
                      </a:cubicBezTo>
                      <a:cubicBezTo>
                        <a:pt x="15145" y="15526"/>
                        <a:pt x="14764" y="15907"/>
                        <a:pt x="14573" y="16097"/>
                      </a:cubicBezTo>
                      <a:lnTo>
                        <a:pt x="16192" y="16097"/>
                      </a:lnTo>
                      <a:close/>
                      <a:moveTo>
                        <a:pt x="21526" y="12859"/>
                      </a:moveTo>
                      <a:lnTo>
                        <a:pt x="23717" y="14288"/>
                      </a:lnTo>
                      <a:lnTo>
                        <a:pt x="23717" y="14478"/>
                      </a:lnTo>
                      <a:lnTo>
                        <a:pt x="22574" y="15526"/>
                      </a:lnTo>
                      <a:lnTo>
                        <a:pt x="23717" y="15526"/>
                      </a:lnTo>
                      <a:lnTo>
                        <a:pt x="23717" y="8192"/>
                      </a:lnTo>
                      <a:cubicBezTo>
                        <a:pt x="23717" y="8192"/>
                        <a:pt x="23050" y="8858"/>
                        <a:pt x="22384" y="9239"/>
                      </a:cubicBezTo>
                      <a:cubicBezTo>
                        <a:pt x="22384" y="9049"/>
                        <a:pt x="22003" y="8858"/>
                        <a:pt x="21526" y="8858"/>
                      </a:cubicBezTo>
                      <a:cubicBezTo>
                        <a:pt x="21812" y="9144"/>
                        <a:pt x="22003" y="9239"/>
                        <a:pt x="22384" y="9239"/>
                      </a:cubicBezTo>
                      <a:cubicBezTo>
                        <a:pt x="22384" y="9620"/>
                        <a:pt x="22384" y="10192"/>
                        <a:pt x="22003" y="11049"/>
                      </a:cubicBezTo>
                      <a:cubicBezTo>
                        <a:pt x="22003" y="10954"/>
                        <a:pt x="22003" y="10859"/>
                        <a:pt x="22003" y="10763"/>
                      </a:cubicBezTo>
                      <a:cubicBezTo>
                        <a:pt x="22384" y="10763"/>
                        <a:pt x="22765" y="11049"/>
                        <a:pt x="22955" y="11525"/>
                      </a:cubicBezTo>
                      <a:lnTo>
                        <a:pt x="21336" y="12954"/>
                      </a:lnTo>
                      <a:close/>
                      <a:moveTo>
                        <a:pt x="55245" y="35338"/>
                      </a:moveTo>
                      <a:cubicBezTo>
                        <a:pt x="55435" y="34862"/>
                        <a:pt x="55626" y="34481"/>
                        <a:pt x="55626" y="34195"/>
                      </a:cubicBezTo>
                      <a:cubicBezTo>
                        <a:pt x="55626" y="33623"/>
                        <a:pt x="55054" y="32957"/>
                        <a:pt x="54388" y="32385"/>
                      </a:cubicBezTo>
                      <a:cubicBezTo>
                        <a:pt x="53530" y="31718"/>
                        <a:pt x="53054" y="31242"/>
                        <a:pt x="52864" y="30861"/>
                      </a:cubicBezTo>
                      <a:cubicBezTo>
                        <a:pt x="53245" y="30290"/>
                        <a:pt x="53435" y="29813"/>
                        <a:pt x="53435" y="29432"/>
                      </a:cubicBezTo>
                      <a:cubicBezTo>
                        <a:pt x="53435" y="28670"/>
                        <a:pt x="52673" y="28004"/>
                        <a:pt x="51435" y="27146"/>
                      </a:cubicBezTo>
                      <a:cubicBezTo>
                        <a:pt x="50101" y="26289"/>
                        <a:pt x="49339" y="25718"/>
                        <a:pt x="49244" y="25337"/>
                      </a:cubicBezTo>
                      <a:cubicBezTo>
                        <a:pt x="48768" y="24860"/>
                        <a:pt x="48196" y="24575"/>
                        <a:pt x="47625" y="24575"/>
                      </a:cubicBezTo>
                      <a:cubicBezTo>
                        <a:pt x="47339" y="24575"/>
                        <a:pt x="47054" y="24575"/>
                        <a:pt x="46482" y="24765"/>
                      </a:cubicBezTo>
                      <a:cubicBezTo>
                        <a:pt x="45720" y="24956"/>
                        <a:pt x="45434" y="25051"/>
                        <a:pt x="45053" y="25051"/>
                      </a:cubicBezTo>
                      <a:cubicBezTo>
                        <a:pt x="44387" y="25051"/>
                        <a:pt x="43720" y="24479"/>
                        <a:pt x="43529" y="23622"/>
                      </a:cubicBezTo>
                      <a:lnTo>
                        <a:pt x="44482" y="22860"/>
                      </a:lnTo>
                      <a:cubicBezTo>
                        <a:pt x="42767" y="22670"/>
                        <a:pt x="41815" y="23336"/>
                        <a:pt x="41624" y="24860"/>
                      </a:cubicBezTo>
                      <a:cubicBezTo>
                        <a:pt x="41338" y="27051"/>
                        <a:pt x="41053" y="28289"/>
                        <a:pt x="40576" y="28956"/>
                      </a:cubicBezTo>
                      <a:cubicBezTo>
                        <a:pt x="40005" y="27242"/>
                        <a:pt x="39529" y="25527"/>
                        <a:pt x="39052" y="23813"/>
                      </a:cubicBezTo>
                      <a:cubicBezTo>
                        <a:pt x="38576" y="22098"/>
                        <a:pt x="37243" y="20669"/>
                        <a:pt x="35338" y="19717"/>
                      </a:cubicBezTo>
                      <a:cubicBezTo>
                        <a:pt x="35147" y="21527"/>
                        <a:pt x="33909" y="22384"/>
                        <a:pt x="32194" y="22384"/>
                      </a:cubicBezTo>
                      <a:cubicBezTo>
                        <a:pt x="31813" y="22384"/>
                        <a:pt x="30956" y="22384"/>
                        <a:pt x="30004" y="22289"/>
                      </a:cubicBezTo>
                      <a:cubicBezTo>
                        <a:pt x="28956" y="22193"/>
                        <a:pt x="28194" y="22098"/>
                        <a:pt x="27718" y="22098"/>
                      </a:cubicBezTo>
                      <a:cubicBezTo>
                        <a:pt x="27146" y="22098"/>
                        <a:pt x="26670" y="22098"/>
                        <a:pt x="26289" y="22289"/>
                      </a:cubicBezTo>
                      <a:cubicBezTo>
                        <a:pt x="23622" y="23908"/>
                        <a:pt x="22384" y="26670"/>
                        <a:pt x="22384" y="30575"/>
                      </a:cubicBezTo>
                      <a:cubicBezTo>
                        <a:pt x="22384" y="31242"/>
                        <a:pt x="22384" y="32385"/>
                        <a:pt x="22574" y="34100"/>
                      </a:cubicBezTo>
                      <a:cubicBezTo>
                        <a:pt x="22669" y="35719"/>
                        <a:pt x="22669" y="36957"/>
                        <a:pt x="22669" y="37814"/>
                      </a:cubicBezTo>
                      <a:cubicBezTo>
                        <a:pt x="22669" y="39624"/>
                        <a:pt x="22384" y="41053"/>
                        <a:pt x="22098" y="42386"/>
                      </a:cubicBezTo>
                      <a:cubicBezTo>
                        <a:pt x="22098" y="43434"/>
                        <a:pt x="23050" y="44006"/>
                        <a:pt x="24574" y="43910"/>
                      </a:cubicBezTo>
                      <a:cubicBezTo>
                        <a:pt x="26194" y="43815"/>
                        <a:pt x="27051" y="44291"/>
                        <a:pt x="27432" y="45530"/>
                      </a:cubicBezTo>
                      <a:cubicBezTo>
                        <a:pt x="28194" y="45815"/>
                        <a:pt x="29527" y="46006"/>
                        <a:pt x="31623" y="45910"/>
                      </a:cubicBezTo>
                      <a:cubicBezTo>
                        <a:pt x="33338" y="45910"/>
                        <a:pt x="34671" y="46482"/>
                        <a:pt x="35338" y="47625"/>
                      </a:cubicBezTo>
                      <a:cubicBezTo>
                        <a:pt x="36004" y="46482"/>
                        <a:pt x="36957" y="45720"/>
                        <a:pt x="38005" y="45530"/>
                      </a:cubicBezTo>
                      <a:lnTo>
                        <a:pt x="41338" y="45530"/>
                      </a:lnTo>
                      <a:cubicBezTo>
                        <a:pt x="42291" y="45339"/>
                        <a:pt x="43148" y="44863"/>
                        <a:pt x="43529" y="44006"/>
                      </a:cubicBezTo>
                      <a:cubicBezTo>
                        <a:pt x="46768" y="44291"/>
                        <a:pt x="50292" y="42386"/>
                        <a:pt x="54483" y="38195"/>
                      </a:cubicBezTo>
                      <a:lnTo>
                        <a:pt x="52292" y="37338"/>
                      </a:lnTo>
                      <a:lnTo>
                        <a:pt x="55245" y="35624"/>
                      </a:lnTo>
                      <a:close/>
                      <a:moveTo>
                        <a:pt x="52864" y="14478"/>
                      </a:moveTo>
                      <a:cubicBezTo>
                        <a:pt x="52864" y="14478"/>
                        <a:pt x="52483" y="13907"/>
                        <a:pt x="52102" y="13907"/>
                      </a:cubicBezTo>
                      <a:cubicBezTo>
                        <a:pt x="51244" y="13907"/>
                        <a:pt x="50959" y="14288"/>
                        <a:pt x="50959" y="14859"/>
                      </a:cubicBezTo>
                      <a:cubicBezTo>
                        <a:pt x="50959" y="14954"/>
                        <a:pt x="50959" y="14954"/>
                        <a:pt x="51244" y="14954"/>
                      </a:cubicBezTo>
                      <a:lnTo>
                        <a:pt x="52864" y="14478"/>
                      </a:lnTo>
                      <a:close/>
                      <a:moveTo>
                        <a:pt x="58483" y="8192"/>
                      </a:moveTo>
                      <a:lnTo>
                        <a:pt x="58483" y="7430"/>
                      </a:lnTo>
                      <a:cubicBezTo>
                        <a:pt x="58483" y="7430"/>
                        <a:pt x="57055" y="7810"/>
                        <a:pt x="55245" y="7810"/>
                      </a:cubicBezTo>
                      <a:lnTo>
                        <a:pt x="58483" y="8192"/>
                      </a:lnTo>
                      <a:close/>
                      <a:moveTo>
                        <a:pt x="55245" y="30956"/>
                      </a:moveTo>
                      <a:lnTo>
                        <a:pt x="57436" y="30956"/>
                      </a:lnTo>
                      <a:cubicBezTo>
                        <a:pt x="56483" y="30099"/>
                        <a:pt x="55816" y="29718"/>
                        <a:pt x="55245" y="29813"/>
                      </a:cubicBezTo>
                      <a:lnTo>
                        <a:pt x="55245" y="30956"/>
                      </a:lnTo>
                      <a:close/>
                      <a:moveTo>
                        <a:pt x="59531" y="37338"/>
                      </a:moveTo>
                      <a:lnTo>
                        <a:pt x="60960" y="35909"/>
                      </a:lnTo>
                      <a:lnTo>
                        <a:pt x="60293" y="35909"/>
                      </a:lnTo>
                      <a:lnTo>
                        <a:pt x="59531" y="37338"/>
                      </a:lnTo>
                      <a:close/>
                      <a:moveTo>
                        <a:pt x="63532" y="37719"/>
                      </a:moveTo>
                      <a:cubicBezTo>
                        <a:pt x="63532" y="37719"/>
                        <a:pt x="63151" y="37052"/>
                        <a:pt x="63151" y="36576"/>
                      </a:cubicBezTo>
                      <a:cubicBezTo>
                        <a:pt x="63151" y="35052"/>
                        <a:pt x="63817" y="33909"/>
                        <a:pt x="65246" y="33052"/>
                      </a:cubicBezTo>
                      <a:cubicBezTo>
                        <a:pt x="64865" y="32766"/>
                        <a:pt x="64579" y="32576"/>
                        <a:pt x="64198" y="32576"/>
                      </a:cubicBezTo>
                      <a:cubicBezTo>
                        <a:pt x="64198" y="32576"/>
                        <a:pt x="63055" y="33242"/>
                        <a:pt x="61055" y="34481"/>
                      </a:cubicBezTo>
                      <a:cubicBezTo>
                        <a:pt x="62293" y="34862"/>
                        <a:pt x="63055" y="35528"/>
                        <a:pt x="63055" y="36385"/>
                      </a:cubicBezTo>
                      <a:cubicBezTo>
                        <a:pt x="63055" y="36767"/>
                        <a:pt x="62865" y="37243"/>
                        <a:pt x="62484" y="37910"/>
                      </a:cubicBezTo>
                      <a:cubicBezTo>
                        <a:pt x="62198" y="38576"/>
                        <a:pt x="62008" y="39053"/>
                        <a:pt x="62008" y="39338"/>
                      </a:cubicBezTo>
                      <a:cubicBezTo>
                        <a:pt x="62008" y="39910"/>
                        <a:pt x="62770" y="40005"/>
                        <a:pt x="64008" y="39910"/>
                      </a:cubicBezTo>
                      <a:cubicBezTo>
                        <a:pt x="64008" y="38672"/>
                        <a:pt x="63817" y="37910"/>
                        <a:pt x="63437" y="37624"/>
                      </a:cubicBezTo>
                      <a:close/>
                      <a:moveTo>
                        <a:pt x="67627" y="44101"/>
                      </a:moveTo>
                      <a:lnTo>
                        <a:pt x="68008" y="43720"/>
                      </a:lnTo>
                      <a:lnTo>
                        <a:pt x="67246" y="42672"/>
                      </a:lnTo>
                      <a:lnTo>
                        <a:pt x="67627" y="44101"/>
                      </a:lnTo>
                      <a:close/>
                      <a:moveTo>
                        <a:pt x="70294" y="34862"/>
                      </a:moveTo>
                      <a:lnTo>
                        <a:pt x="71818" y="35909"/>
                      </a:lnTo>
                      <a:cubicBezTo>
                        <a:pt x="71438" y="35338"/>
                        <a:pt x="71247" y="34957"/>
                        <a:pt x="71438" y="34862"/>
                      </a:cubicBezTo>
                      <a:lnTo>
                        <a:pt x="70390" y="34862"/>
                      </a:lnTo>
                      <a:close/>
                      <a:moveTo>
                        <a:pt x="70580" y="18479"/>
                      </a:moveTo>
                      <a:lnTo>
                        <a:pt x="70580" y="19526"/>
                      </a:lnTo>
                      <a:lnTo>
                        <a:pt x="71818" y="18479"/>
                      </a:lnTo>
                      <a:lnTo>
                        <a:pt x="70580" y="18479"/>
                      </a:lnTo>
                      <a:close/>
                      <a:moveTo>
                        <a:pt x="71818" y="30385"/>
                      </a:moveTo>
                      <a:lnTo>
                        <a:pt x="74295" y="27813"/>
                      </a:lnTo>
                      <a:lnTo>
                        <a:pt x="72866" y="27813"/>
                      </a:lnTo>
                      <a:lnTo>
                        <a:pt x="71818" y="30385"/>
                      </a:lnTo>
                      <a:close/>
                      <a:moveTo>
                        <a:pt x="72866" y="42101"/>
                      </a:moveTo>
                      <a:lnTo>
                        <a:pt x="74295" y="41529"/>
                      </a:lnTo>
                      <a:cubicBezTo>
                        <a:pt x="74295" y="41529"/>
                        <a:pt x="73723" y="41053"/>
                        <a:pt x="72866" y="41053"/>
                      </a:cubicBezTo>
                      <a:lnTo>
                        <a:pt x="72866" y="42101"/>
                      </a:lnTo>
                      <a:close/>
                      <a:moveTo>
                        <a:pt x="75914" y="16955"/>
                      </a:moveTo>
                      <a:cubicBezTo>
                        <a:pt x="75914" y="16955"/>
                        <a:pt x="76676" y="17050"/>
                        <a:pt x="77057" y="17621"/>
                      </a:cubicBezTo>
                      <a:lnTo>
                        <a:pt x="75914" y="16955"/>
                      </a:lnTo>
                      <a:close/>
                      <a:moveTo>
                        <a:pt x="77819" y="18193"/>
                      </a:moveTo>
                      <a:cubicBezTo>
                        <a:pt x="77819" y="18193"/>
                        <a:pt x="77438" y="18002"/>
                        <a:pt x="77057" y="17621"/>
                      </a:cubicBezTo>
                      <a:lnTo>
                        <a:pt x="77819" y="18193"/>
                      </a:lnTo>
                      <a:close/>
                      <a:moveTo>
                        <a:pt x="78391" y="18479"/>
                      </a:moveTo>
                      <a:lnTo>
                        <a:pt x="77819" y="18193"/>
                      </a:lnTo>
                      <a:cubicBezTo>
                        <a:pt x="77819" y="18193"/>
                        <a:pt x="78391" y="18098"/>
                        <a:pt x="78391" y="18098"/>
                      </a:cubicBezTo>
                      <a:lnTo>
                        <a:pt x="78391" y="18574"/>
                      </a:lnTo>
                      <a:close/>
                      <a:moveTo>
                        <a:pt x="80296" y="12192"/>
                      </a:moveTo>
                      <a:cubicBezTo>
                        <a:pt x="80296" y="12192"/>
                        <a:pt x="79629" y="12097"/>
                        <a:pt x="79153" y="12002"/>
                      </a:cubicBezTo>
                      <a:cubicBezTo>
                        <a:pt x="78676" y="12002"/>
                        <a:pt x="78296" y="11811"/>
                        <a:pt x="78296" y="11716"/>
                      </a:cubicBezTo>
                      <a:cubicBezTo>
                        <a:pt x="78296" y="11525"/>
                        <a:pt x="78486" y="11049"/>
                        <a:pt x="78772" y="10763"/>
                      </a:cubicBezTo>
                      <a:lnTo>
                        <a:pt x="80200" y="12287"/>
                      </a:lnTo>
                      <a:close/>
                      <a:moveTo>
                        <a:pt x="80391" y="31909"/>
                      </a:moveTo>
                      <a:lnTo>
                        <a:pt x="78772" y="30956"/>
                      </a:lnTo>
                      <a:lnTo>
                        <a:pt x="80391" y="30956"/>
                      </a:lnTo>
                      <a:lnTo>
                        <a:pt x="80391" y="31909"/>
                      </a:lnTo>
                      <a:close/>
                      <a:moveTo>
                        <a:pt x="80296" y="12192"/>
                      </a:moveTo>
                      <a:lnTo>
                        <a:pt x="80296" y="12192"/>
                      </a:lnTo>
                      <a:close/>
                      <a:moveTo>
                        <a:pt x="81439" y="23146"/>
                      </a:moveTo>
                      <a:lnTo>
                        <a:pt x="81915" y="21622"/>
                      </a:lnTo>
                      <a:lnTo>
                        <a:pt x="85154" y="22765"/>
                      </a:lnTo>
                      <a:cubicBezTo>
                        <a:pt x="84391" y="22765"/>
                        <a:pt x="83725" y="23336"/>
                        <a:pt x="83248" y="24384"/>
                      </a:cubicBezTo>
                      <a:cubicBezTo>
                        <a:pt x="83058" y="24384"/>
                        <a:pt x="82487" y="24003"/>
                        <a:pt x="81439" y="23146"/>
                      </a:cubicBezTo>
                      <a:close/>
                      <a:moveTo>
                        <a:pt x="85058" y="9239"/>
                      </a:moveTo>
                      <a:cubicBezTo>
                        <a:pt x="85058" y="9239"/>
                        <a:pt x="84677" y="10001"/>
                        <a:pt x="83915" y="10001"/>
                      </a:cubicBezTo>
                      <a:lnTo>
                        <a:pt x="82582" y="10001"/>
                      </a:lnTo>
                      <a:lnTo>
                        <a:pt x="82867" y="8954"/>
                      </a:lnTo>
                      <a:cubicBezTo>
                        <a:pt x="82867" y="8954"/>
                        <a:pt x="83915" y="9335"/>
                        <a:pt x="85058" y="9335"/>
                      </a:cubicBezTo>
                      <a:close/>
                      <a:moveTo>
                        <a:pt x="84487" y="13335"/>
                      </a:moveTo>
                      <a:lnTo>
                        <a:pt x="84487" y="12478"/>
                      </a:lnTo>
                      <a:cubicBezTo>
                        <a:pt x="86392" y="12859"/>
                        <a:pt x="87821" y="13049"/>
                        <a:pt x="88487" y="12859"/>
                      </a:cubicBezTo>
                      <a:lnTo>
                        <a:pt x="88487" y="13907"/>
                      </a:lnTo>
                      <a:lnTo>
                        <a:pt x="84487" y="13240"/>
                      </a:lnTo>
                      <a:close/>
                      <a:moveTo>
                        <a:pt x="89059" y="33433"/>
                      </a:moveTo>
                      <a:lnTo>
                        <a:pt x="88011" y="33433"/>
                      </a:lnTo>
                      <a:lnTo>
                        <a:pt x="88773" y="32099"/>
                      </a:lnTo>
                      <a:cubicBezTo>
                        <a:pt x="88773" y="32099"/>
                        <a:pt x="88963" y="32671"/>
                        <a:pt x="88963" y="33433"/>
                      </a:cubicBezTo>
                      <a:close/>
                      <a:moveTo>
                        <a:pt x="88487" y="31909"/>
                      </a:moveTo>
                      <a:cubicBezTo>
                        <a:pt x="88487" y="31909"/>
                        <a:pt x="88773" y="31528"/>
                        <a:pt x="89059" y="31337"/>
                      </a:cubicBezTo>
                      <a:lnTo>
                        <a:pt x="88868" y="32099"/>
                      </a:lnTo>
                      <a:cubicBezTo>
                        <a:pt x="88868" y="32099"/>
                        <a:pt x="88582" y="31909"/>
                        <a:pt x="88582" y="31909"/>
                      </a:cubicBezTo>
                      <a:close/>
                      <a:moveTo>
                        <a:pt x="89059" y="31337"/>
                      </a:moveTo>
                      <a:lnTo>
                        <a:pt x="89535" y="30385"/>
                      </a:lnTo>
                      <a:cubicBezTo>
                        <a:pt x="89535" y="30385"/>
                        <a:pt x="89535" y="30956"/>
                        <a:pt x="89059" y="31337"/>
                      </a:cubicBezTo>
                      <a:close/>
                      <a:moveTo>
                        <a:pt x="91154" y="3143"/>
                      </a:moveTo>
                      <a:lnTo>
                        <a:pt x="92107" y="4191"/>
                      </a:lnTo>
                      <a:lnTo>
                        <a:pt x="90106" y="4191"/>
                      </a:lnTo>
                      <a:lnTo>
                        <a:pt x="91154" y="3143"/>
                      </a:lnTo>
                      <a:close/>
                      <a:moveTo>
                        <a:pt x="91726" y="17621"/>
                      </a:moveTo>
                      <a:lnTo>
                        <a:pt x="94297" y="20193"/>
                      </a:lnTo>
                      <a:cubicBezTo>
                        <a:pt x="92297" y="19622"/>
                        <a:pt x="91440" y="19050"/>
                        <a:pt x="91440" y="18669"/>
                      </a:cubicBezTo>
                      <a:cubicBezTo>
                        <a:pt x="91440" y="18479"/>
                        <a:pt x="91440" y="18098"/>
                        <a:pt x="91726" y="17621"/>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 name="Google Shape;1023;p99"/>
                <p:cNvSpPr/>
                <p:nvPr/>
              </p:nvSpPr>
              <p:spPr>
                <a:xfrm>
                  <a:off x="6894765" y="1285779"/>
                  <a:ext cx="82772" cy="108394"/>
                </a:xfrm>
                <a:custGeom>
                  <a:avLst/>
                  <a:gdLst/>
                  <a:ahLst/>
                  <a:cxnLst/>
                  <a:rect l="l" t="t" r="r" b="b"/>
                  <a:pathLst>
                    <a:path w="82772" h="108394" extrusionOk="0">
                      <a:moveTo>
                        <a:pt x="73057" y="86677"/>
                      </a:moveTo>
                      <a:cubicBezTo>
                        <a:pt x="74867" y="87916"/>
                        <a:pt x="75819" y="89726"/>
                        <a:pt x="76010" y="92393"/>
                      </a:cubicBezTo>
                      <a:cubicBezTo>
                        <a:pt x="76010" y="94679"/>
                        <a:pt x="76105" y="96965"/>
                        <a:pt x="76105" y="99155"/>
                      </a:cubicBezTo>
                      <a:cubicBezTo>
                        <a:pt x="76105" y="100394"/>
                        <a:pt x="76391" y="101441"/>
                        <a:pt x="76581" y="102394"/>
                      </a:cubicBezTo>
                      <a:cubicBezTo>
                        <a:pt x="74105" y="106490"/>
                        <a:pt x="69914" y="108395"/>
                        <a:pt x="63913" y="108395"/>
                      </a:cubicBezTo>
                      <a:cubicBezTo>
                        <a:pt x="62294" y="108395"/>
                        <a:pt x="59627" y="108204"/>
                        <a:pt x="56102" y="107918"/>
                      </a:cubicBezTo>
                      <a:cubicBezTo>
                        <a:pt x="52388" y="107537"/>
                        <a:pt x="49816" y="107347"/>
                        <a:pt x="48006" y="107347"/>
                      </a:cubicBezTo>
                      <a:cubicBezTo>
                        <a:pt x="46196" y="107347"/>
                        <a:pt x="44482" y="107442"/>
                        <a:pt x="43053" y="107633"/>
                      </a:cubicBezTo>
                      <a:lnTo>
                        <a:pt x="12668" y="107633"/>
                      </a:lnTo>
                      <a:lnTo>
                        <a:pt x="12668" y="107252"/>
                      </a:lnTo>
                      <a:cubicBezTo>
                        <a:pt x="11621" y="106680"/>
                        <a:pt x="9811" y="106490"/>
                        <a:pt x="7049" y="106966"/>
                      </a:cubicBezTo>
                      <a:cubicBezTo>
                        <a:pt x="4477" y="107442"/>
                        <a:pt x="2477" y="107156"/>
                        <a:pt x="1048" y="106204"/>
                      </a:cubicBezTo>
                      <a:cubicBezTo>
                        <a:pt x="1524" y="93536"/>
                        <a:pt x="1715" y="80963"/>
                        <a:pt x="1715" y="68390"/>
                      </a:cubicBezTo>
                      <a:cubicBezTo>
                        <a:pt x="1715" y="55817"/>
                        <a:pt x="1524" y="43339"/>
                        <a:pt x="1048" y="30671"/>
                      </a:cubicBezTo>
                      <a:cubicBezTo>
                        <a:pt x="1524" y="30956"/>
                        <a:pt x="1810" y="31147"/>
                        <a:pt x="2096" y="31052"/>
                      </a:cubicBezTo>
                      <a:lnTo>
                        <a:pt x="2477" y="30671"/>
                      </a:lnTo>
                      <a:cubicBezTo>
                        <a:pt x="2477" y="30099"/>
                        <a:pt x="2286" y="29718"/>
                        <a:pt x="1810" y="29527"/>
                      </a:cubicBezTo>
                      <a:cubicBezTo>
                        <a:pt x="1334" y="29337"/>
                        <a:pt x="1048" y="29147"/>
                        <a:pt x="1048" y="29147"/>
                      </a:cubicBezTo>
                      <a:cubicBezTo>
                        <a:pt x="1048" y="28956"/>
                        <a:pt x="1143" y="28575"/>
                        <a:pt x="1715" y="28099"/>
                      </a:cubicBezTo>
                      <a:cubicBezTo>
                        <a:pt x="1715" y="28956"/>
                        <a:pt x="1715" y="29337"/>
                        <a:pt x="2096" y="29623"/>
                      </a:cubicBezTo>
                      <a:cubicBezTo>
                        <a:pt x="2858" y="29623"/>
                        <a:pt x="3334" y="29051"/>
                        <a:pt x="2762" y="28099"/>
                      </a:cubicBezTo>
                      <a:cubicBezTo>
                        <a:pt x="2477" y="27146"/>
                        <a:pt x="2477" y="26575"/>
                        <a:pt x="3143" y="26289"/>
                      </a:cubicBezTo>
                      <a:cubicBezTo>
                        <a:pt x="3048" y="26479"/>
                        <a:pt x="3048" y="26670"/>
                        <a:pt x="3048" y="26956"/>
                      </a:cubicBezTo>
                      <a:cubicBezTo>
                        <a:pt x="3048" y="27337"/>
                        <a:pt x="3239" y="27718"/>
                        <a:pt x="3715" y="28099"/>
                      </a:cubicBezTo>
                      <a:cubicBezTo>
                        <a:pt x="4191" y="28480"/>
                        <a:pt x="4477" y="28766"/>
                        <a:pt x="4572" y="28956"/>
                      </a:cubicBezTo>
                      <a:lnTo>
                        <a:pt x="6668" y="28480"/>
                      </a:lnTo>
                      <a:lnTo>
                        <a:pt x="4572" y="27051"/>
                      </a:lnTo>
                      <a:lnTo>
                        <a:pt x="6668" y="26003"/>
                      </a:lnTo>
                      <a:cubicBezTo>
                        <a:pt x="6668" y="26003"/>
                        <a:pt x="6001" y="25432"/>
                        <a:pt x="5239" y="24384"/>
                      </a:cubicBezTo>
                      <a:cubicBezTo>
                        <a:pt x="4477" y="23813"/>
                        <a:pt x="3905" y="23431"/>
                        <a:pt x="3334" y="23431"/>
                      </a:cubicBezTo>
                      <a:cubicBezTo>
                        <a:pt x="2858" y="23431"/>
                        <a:pt x="2477" y="23813"/>
                        <a:pt x="2096" y="24575"/>
                      </a:cubicBezTo>
                      <a:cubicBezTo>
                        <a:pt x="1524" y="24194"/>
                        <a:pt x="1048" y="23813"/>
                        <a:pt x="1048" y="23431"/>
                      </a:cubicBezTo>
                      <a:cubicBezTo>
                        <a:pt x="1048" y="23336"/>
                        <a:pt x="1524" y="22860"/>
                        <a:pt x="2191" y="22384"/>
                      </a:cubicBezTo>
                      <a:cubicBezTo>
                        <a:pt x="2858" y="21717"/>
                        <a:pt x="3239" y="21241"/>
                        <a:pt x="3143" y="20860"/>
                      </a:cubicBezTo>
                      <a:lnTo>
                        <a:pt x="4191" y="22003"/>
                      </a:lnTo>
                      <a:lnTo>
                        <a:pt x="4858" y="21241"/>
                      </a:lnTo>
                      <a:cubicBezTo>
                        <a:pt x="4858" y="21241"/>
                        <a:pt x="5429" y="21527"/>
                        <a:pt x="5810" y="21527"/>
                      </a:cubicBezTo>
                      <a:cubicBezTo>
                        <a:pt x="6191" y="21527"/>
                        <a:pt x="6953" y="21336"/>
                        <a:pt x="7906" y="20860"/>
                      </a:cubicBezTo>
                      <a:cubicBezTo>
                        <a:pt x="8858" y="20383"/>
                        <a:pt x="9525" y="20193"/>
                        <a:pt x="10001" y="20193"/>
                      </a:cubicBezTo>
                      <a:cubicBezTo>
                        <a:pt x="10478" y="20193"/>
                        <a:pt x="10954" y="20479"/>
                        <a:pt x="11240" y="20860"/>
                      </a:cubicBezTo>
                      <a:lnTo>
                        <a:pt x="12002" y="20479"/>
                      </a:lnTo>
                      <a:cubicBezTo>
                        <a:pt x="11811" y="19622"/>
                        <a:pt x="11430" y="19145"/>
                        <a:pt x="10383" y="18860"/>
                      </a:cubicBezTo>
                      <a:cubicBezTo>
                        <a:pt x="9525" y="18574"/>
                        <a:pt x="9049" y="18193"/>
                        <a:pt x="8763" y="18002"/>
                      </a:cubicBezTo>
                      <a:cubicBezTo>
                        <a:pt x="7334" y="17907"/>
                        <a:pt x="5620" y="17907"/>
                        <a:pt x="3715" y="18002"/>
                      </a:cubicBezTo>
                      <a:cubicBezTo>
                        <a:pt x="3429" y="18479"/>
                        <a:pt x="3239" y="18669"/>
                        <a:pt x="3143" y="18669"/>
                      </a:cubicBezTo>
                      <a:cubicBezTo>
                        <a:pt x="2667" y="18383"/>
                        <a:pt x="2572" y="18288"/>
                        <a:pt x="2286" y="18288"/>
                      </a:cubicBezTo>
                      <a:cubicBezTo>
                        <a:pt x="2191" y="18288"/>
                        <a:pt x="1810" y="18288"/>
                        <a:pt x="1810" y="18479"/>
                      </a:cubicBezTo>
                      <a:lnTo>
                        <a:pt x="762" y="14478"/>
                      </a:lnTo>
                      <a:cubicBezTo>
                        <a:pt x="1429" y="14478"/>
                        <a:pt x="1905" y="14288"/>
                        <a:pt x="2191" y="13811"/>
                      </a:cubicBezTo>
                      <a:cubicBezTo>
                        <a:pt x="2191" y="12954"/>
                        <a:pt x="1810" y="12764"/>
                        <a:pt x="1143" y="13145"/>
                      </a:cubicBezTo>
                      <a:cubicBezTo>
                        <a:pt x="572" y="13526"/>
                        <a:pt x="95" y="13430"/>
                        <a:pt x="0" y="12859"/>
                      </a:cubicBezTo>
                      <a:lnTo>
                        <a:pt x="1143" y="11811"/>
                      </a:lnTo>
                      <a:lnTo>
                        <a:pt x="2191" y="12859"/>
                      </a:lnTo>
                      <a:cubicBezTo>
                        <a:pt x="2191" y="12859"/>
                        <a:pt x="2572" y="11811"/>
                        <a:pt x="2572" y="10287"/>
                      </a:cubicBezTo>
                      <a:cubicBezTo>
                        <a:pt x="2572" y="10668"/>
                        <a:pt x="2858" y="10954"/>
                        <a:pt x="3239" y="11144"/>
                      </a:cubicBezTo>
                      <a:cubicBezTo>
                        <a:pt x="4001" y="10477"/>
                        <a:pt x="4286" y="10001"/>
                        <a:pt x="4286" y="9716"/>
                      </a:cubicBezTo>
                      <a:cubicBezTo>
                        <a:pt x="4286" y="9335"/>
                        <a:pt x="3715" y="8668"/>
                        <a:pt x="2572" y="7810"/>
                      </a:cubicBezTo>
                      <a:cubicBezTo>
                        <a:pt x="1238" y="6953"/>
                        <a:pt x="762" y="6191"/>
                        <a:pt x="762" y="5429"/>
                      </a:cubicBezTo>
                      <a:cubicBezTo>
                        <a:pt x="762" y="4858"/>
                        <a:pt x="1143" y="4191"/>
                        <a:pt x="1810" y="3429"/>
                      </a:cubicBezTo>
                      <a:lnTo>
                        <a:pt x="4286" y="762"/>
                      </a:lnTo>
                      <a:cubicBezTo>
                        <a:pt x="8763" y="191"/>
                        <a:pt x="13621" y="0"/>
                        <a:pt x="18860" y="0"/>
                      </a:cubicBezTo>
                      <a:cubicBezTo>
                        <a:pt x="23622" y="0"/>
                        <a:pt x="31147" y="286"/>
                        <a:pt x="40862" y="952"/>
                      </a:cubicBezTo>
                      <a:cubicBezTo>
                        <a:pt x="50768" y="1429"/>
                        <a:pt x="58008" y="1715"/>
                        <a:pt x="62960" y="1715"/>
                      </a:cubicBezTo>
                      <a:cubicBezTo>
                        <a:pt x="66485" y="1715"/>
                        <a:pt x="69914" y="1619"/>
                        <a:pt x="73152" y="1429"/>
                      </a:cubicBezTo>
                      <a:cubicBezTo>
                        <a:pt x="75152" y="2953"/>
                        <a:pt x="76200" y="5239"/>
                        <a:pt x="76200" y="7906"/>
                      </a:cubicBezTo>
                      <a:cubicBezTo>
                        <a:pt x="76200" y="8668"/>
                        <a:pt x="76105" y="10001"/>
                        <a:pt x="75724" y="12002"/>
                      </a:cubicBezTo>
                      <a:cubicBezTo>
                        <a:pt x="75438" y="13906"/>
                        <a:pt x="75438" y="15431"/>
                        <a:pt x="75438" y="16574"/>
                      </a:cubicBezTo>
                      <a:cubicBezTo>
                        <a:pt x="75438" y="17717"/>
                        <a:pt x="75438" y="18669"/>
                        <a:pt x="75629" y="19526"/>
                      </a:cubicBezTo>
                      <a:cubicBezTo>
                        <a:pt x="75629" y="20955"/>
                        <a:pt x="74581" y="21622"/>
                        <a:pt x="72866" y="21622"/>
                      </a:cubicBezTo>
                      <a:cubicBezTo>
                        <a:pt x="72581" y="21622"/>
                        <a:pt x="72295" y="21622"/>
                        <a:pt x="71438" y="21527"/>
                      </a:cubicBezTo>
                      <a:lnTo>
                        <a:pt x="70199" y="21527"/>
                      </a:lnTo>
                      <a:cubicBezTo>
                        <a:pt x="69056" y="21527"/>
                        <a:pt x="68294" y="21717"/>
                        <a:pt x="67723" y="22098"/>
                      </a:cubicBezTo>
                      <a:lnTo>
                        <a:pt x="64866" y="22098"/>
                      </a:lnTo>
                      <a:lnTo>
                        <a:pt x="64866" y="21527"/>
                      </a:lnTo>
                      <a:cubicBezTo>
                        <a:pt x="60674" y="21908"/>
                        <a:pt x="56102" y="22098"/>
                        <a:pt x="50864" y="22098"/>
                      </a:cubicBezTo>
                      <a:cubicBezTo>
                        <a:pt x="47720" y="22098"/>
                        <a:pt x="43053" y="22098"/>
                        <a:pt x="36957" y="22098"/>
                      </a:cubicBezTo>
                      <a:lnTo>
                        <a:pt x="22860" y="22098"/>
                      </a:lnTo>
                      <a:cubicBezTo>
                        <a:pt x="22289" y="23622"/>
                        <a:pt x="22003" y="25432"/>
                        <a:pt x="22003" y="27527"/>
                      </a:cubicBezTo>
                      <a:cubicBezTo>
                        <a:pt x="22003" y="28099"/>
                        <a:pt x="22003" y="29051"/>
                        <a:pt x="22003" y="30290"/>
                      </a:cubicBezTo>
                      <a:lnTo>
                        <a:pt x="22003" y="33147"/>
                      </a:lnTo>
                      <a:cubicBezTo>
                        <a:pt x="22003" y="35147"/>
                        <a:pt x="21717" y="36957"/>
                        <a:pt x="21336" y="38576"/>
                      </a:cubicBezTo>
                      <a:cubicBezTo>
                        <a:pt x="21622" y="39815"/>
                        <a:pt x="21812" y="41053"/>
                        <a:pt x="22003" y="42291"/>
                      </a:cubicBezTo>
                      <a:cubicBezTo>
                        <a:pt x="22384" y="43910"/>
                        <a:pt x="23146" y="44672"/>
                        <a:pt x="24384" y="44672"/>
                      </a:cubicBezTo>
                      <a:cubicBezTo>
                        <a:pt x="24860" y="44672"/>
                        <a:pt x="25241" y="44672"/>
                        <a:pt x="25527" y="44482"/>
                      </a:cubicBezTo>
                      <a:cubicBezTo>
                        <a:pt x="25813" y="44577"/>
                        <a:pt x="26099" y="44672"/>
                        <a:pt x="26480" y="44672"/>
                      </a:cubicBezTo>
                      <a:cubicBezTo>
                        <a:pt x="26766" y="44672"/>
                        <a:pt x="27337" y="44577"/>
                        <a:pt x="28004" y="44387"/>
                      </a:cubicBezTo>
                      <a:cubicBezTo>
                        <a:pt x="28766" y="44196"/>
                        <a:pt x="29242" y="44196"/>
                        <a:pt x="29528" y="44196"/>
                      </a:cubicBezTo>
                      <a:cubicBezTo>
                        <a:pt x="30290" y="44196"/>
                        <a:pt x="30956" y="44482"/>
                        <a:pt x="31242" y="45339"/>
                      </a:cubicBezTo>
                      <a:cubicBezTo>
                        <a:pt x="33624" y="44577"/>
                        <a:pt x="36386" y="44196"/>
                        <a:pt x="39624" y="44196"/>
                      </a:cubicBezTo>
                      <a:cubicBezTo>
                        <a:pt x="41243" y="44196"/>
                        <a:pt x="43529" y="44196"/>
                        <a:pt x="46673" y="44482"/>
                      </a:cubicBezTo>
                      <a:cubicBezTo>
                        <a:pt x="49721" y="44768"/>
                        <a:pt x="52007" y="44768"/>
                        <a:pt x="53531" y="44768"/>
                      </a:cubicBezTo>
                      <a:cubicBezTo>
                        <a:pt x="55055" y="44768"/>
                        <a:pt x="56388" y="44768"/>
                        <a:pt x="57722" y="44577"/>
                      </a:cubicBezTo>
                      <a:cubicBezTo>
                        <a:pt x="58388" y="46863"/>
                        <a:pt x="58674" y="49911"/>
                        <a:pt x="58484" y="53912"/>
                      </a:cubicBezTo>
                      <a:cubicBezTo>
                        <a:pt x="58484" y="58388"/>
                        <a:pt x="58484" y="61531"/>
                        <a:pt x="58865" y="63246"/>
                      </a:cubicBezTo>
                      <a:cubicBezTo>
                        <a:pt x="56960" y="64579"/>
                        <a:pt x="54388" y="65246"/>
                        <a:pt x="51245" y="65246"/>
                      </a:cubicBezTo>
                      <a:cubicBezTo>
                        <a:pt x="49816" y="65246"/>
                        <a:pt x="47911" y="65056"/>
                        <a:pt x="45149" y="64865"/>
                      </a:cubicBezTo>
                      <a:cubicBezTo>
                        <a:pt x="42577" y="64579"/>
                        <a:pt x="40386" y="64484"/>
                        <a:pt x="38958" y="64484"/>
                      </a:cubicBezTo>
                      <a:cubicBezTo>
                        <a:pt x="37814" y="64484"/>
                        <a:pt x="36481" y="64484"/>
                        <a:pt x="35243" y="64770"/>
                      </a:cubicBezTo>
                      <a:lnTo>
                        <a:pt x="35243" y="64103"/>
                      </a:lnTo>
                      <a:cubicBezTo>
                        <a:pt x="34671" y="64103"/>
                        <a:pt x="33242" y="64199"/>
                        <a:pt x="31147" y="64199"/>
                      </a:cubicBezTo>
                      <a:cubicBezTo>
                        <a:pt x="29718" y="64199"/>
                        <a:pt x="28480" y="64579"/>
                        <a:pt x="27146" y="65151"/>
                      </a:cubicBezTo>
                      <a:cubicBezTo>
                        <a:pt x="26575" y="64960"/>
                        <a:pt x="26099" y="64770"/>
                        <a:pt x="25432" y="64770"/>
                      </a:cubicBezTo>
                      <a:cubicBezTo>
                        <a:pt x="24289" y="64770"/>
                        <a:pt x="23622" y="64770"/>
                        <a:pt x="23432" y="64770"/>
                      </a:cubicBezTo>
                      <a:cubicBezTo>
                        <a:pt x="22098" y="65151"/>
                        <a:pt x="21336" y="66294"/>
                        <a:pt x="21336" y="68104"/>
                      </a:cubicBezTo>
                      <a:cubicBezTo>
                        <a:pt x="21336" y="69342"/>
                        <a:pt x="21622" y="70295"/>
                        <a:pt x="22003" y="70961"/>
                      </a:cubicBezTo>
                      <a:cubicBezTo>
                        <a:pt x="20003" y="70485"/>
                        <a:pt x="18383" y="70961"/>
                        <a:pt x="16764" y="72390"/>
                      </a:cubicBezTo>
                      <a:lnTo>
                        <a:pt x="20193" y="71819"/>
                      </a:lnTo>
                      <a:lnTo>
                        <a:pt x="19812" y="72390"/>
                      </a:lnTo>
                      <a:cubicBezTo>
                        <a:pt x="19812" y="72390"/>
                        <a:pt x="20193" y="72962"/>
                        <a:pt x="20384" y="72962"/>
                      </a:cubicBezTo>
                      <a:cubicBezTo>
                        <a:pt x="20384" y="72962"/>
                        <a:pt x="20765" y="72581"/>
                        <a:pt x="22003" y="71819"/>
                      </a:cubicBezTo>
                      <a:cubicBezTo>
                        <a:pt x="22003" y="71438"/>
                        <a:pt x="22003" y="74009"/>
                        <a:pt x="22003" y="79534"/>
                      </a:cubicBezTo>
                      <a:cubicBezTo>
                        <a:pt x="21812" y="82772"/>
                        <a:pt x="22384" y="85154"/>
                        <a:pt x="23527" y="86868"/>
                      </a:cubicBezTo>
                      <a:cubicBezTo>
                        <a:pt x="26861" y="87344"/>
                        <a:pt x="30385" y="87535"/>
                        <a:pt x="34195" y="87535"/>
                      </a:cubicBezTo>
                      <a:cubicBezTo>
                        <a:pt x="36862" y="87535"/>
                        <a:pt x="40862" y="87344"/>
                        <a:pt x="46196" y="86963"/>
                      </a:cubicBezTo>
                      <a:cubicBezTo>
                        <a:pt x="51435" y="86582"/>
                        <a:pt x="55436" y="86392"/>
                        <a:pt x="58103" y="86392"/>
                      </a:cubicBezTo>
                      <a:cubicBezTo>
                        <a:pt x="62103" y="86392"/>
                        <a:pt x="65818" y="86677"/>
                        <a:pt x="69342" y="87154"/>
                      </a:cubicBezTo>
                      <a:cubicBezTo>
                        <a:pt x="69914" y="85725"/>
                        <a:pt x="71057" y="85630"/>
                        <a:pt x="73057" y="86773"/>
                      </a:cubicBezTo>
                      <a:close/>
                      <a:moveTo>
                        <a:pt x="4096" y="19622"/>
                      </a:moveTo>
                      <a:lnTo>
                        <a:pt x="4858" y="20669"/>
                      </a:lnTo>
                      <a:lnTo>
                        <a:pt x="4858" y="20955"/>
                      </a:lnTo>
                      <a:cubicBezTo>
                        <a:pt x="4858" y="20955"/>
                        <a:pt x="4096" y="20193"/>
                        <a:pt x="4096" y="19526"/>
                      </a:cubicBezTo>
                      <a:close/>
                      <a:moveTo>
                        <a:pt x="31528" y="57817"/>
                      </a:moveTo>
                      <a:lnTo>
                        <a:pt x="29813" y="57817"/>
                      </a:lnTo>
                      <a:cubicBezTo>
                        <a:pt x="30099" y="58483"/>
                        <a:pt x="30575" y="58483"/>
                        <a:pt x="31528" y="57817"/>
                      </a:cubicBezTo>
                      <a:lnTo>
                        <a:pt x="32099" y="57817"/>
                      </a:lnTo>
                      <a:cubicBezTo>
                        <a:pt x="32099" y="57817"/>
                        <a:pt x="32290" y="58293"/>
                        <a:pt x="32290" y="58769"/>
                      </a:cubicBezTo>
                      <a:lnTo>
                        <a:pt x="34195" y="57817"/>
                      </a:lnTo>
                      <a:cubicBezTo>
                        <a:pt x="34576" y="58293"/>
                        <a:pt x="34766" y="58579"/>
                        <a:pt x="34766" y="58769"/>
                      </a:cubicBezTo>
                      <a:lnTo>
                        <a:pt x="36862" y="58769"/>
                      </a:lnTo>
                      <a:lnTo>
                        <a:pt x="36862" y="57817"/>
                      </a:lnTo>
                      <a:lnTo>
                        <a:pt x="32004" y="57817"/>
                      </a:lnTo>
                      <a:cubicBezTo>
                        <a:pt x="32004" y="57817"/>
                        <a:pt x="31528" y="57722"/>
                        <a:pt x="31433" y="57817"/>
                      </a:cubicBezTo>
                      <a:close/>
                      <a:moveTo>
                        <a:pt x="57436" y="7525"/>
                      </a:moveTo>
                      <a:lnTo>
                        <a:pt x="56293" y="6858"/>
                      </a:lnTo>
                      <a:lnTo>
                        <a:pt x="57436" y="8954"/>
                      </a:lnTo>
                      <a:lnTo>
                        <a:pt x="57436" y="7525"/>
                      </a:lnTo>
                      <a:close/>
                      <a:moveTo>
                        <a:pt x="82201" y="93917"/>
                      </a:moveTo>
                      <a:lnTo>
                        <a:pt x="82772" y="93917"/>
                      </a:lnTo>
                      <a:lnTo>
                        <a:pt x="81153" y="94774"/>
                      </a:lnTo>
                      <a:lnTo>
                        <a:pt x="82296" y="93917"/>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4" name="Google Shape;1024;p99"/>
              <p:cNvGrpSpPr/>
              <p:nvPr/>
            </p:nvGrpSpPr>
            <p:grpSpPr>
              <a:xfrm>
                <a:off x="13591597" y="4812221"/>
                <a:ext cx="547592" cy="154399"/>
                <a:chOff x="8338279" y="2530316"/>
                <a:chExt cx="547592" cy="154399"/>
              </a:xfrm>
            </p:grpSpPr>
            <p:sp>
              <p:nvSpPr>
                <p:cNvPr id="1025" name="Google Shape;1025;p99"/>
                <p:cNvSpPr/>
                <p:nvPr/>
              </p:nvSpPr>
              <p:spPr>
                <a:xfrm>
                  <a:off x="8338279" y="2553842"/>
                  <a:ext cx="114300" cy="123348"/>
                </a:xfrm>
                <a:custGeom>
                  <a:avLst/>
                  <a:gdLst/>
                  <a:ahLst/>
                  <a:cxnLst/>
                  <a:rect l="l" t="t" r="r" b="b"/>
                  <a:pathLst>
                    <a:path w="114300" h="123348" extrusionOk="0">
                      <a:moveTo>
                        <a:pt x="1715" y="85725"/>
                      </a:moveTo>
                      <a:cubicBezTo>
                        <a:pt x="1715" y="86773"/>
                        <a:pt x="1715" y="87249"/>
                        <a:pt x="2191" y="87249"/>
                      </a:cubicBezTo>
                      <a:cubicBezTo>
                        <a:pt x="2191" y="87249"/>
                        <a:pt x="2477" y="87249"/>
                        <a:pt x="2763" y="87058"/>
                      </a:cubicBezTo>
                      <a:cubicBezTo>
                        <a:pt x="3048" y="87058"/>
                        <a:pt x="3334" y="86963"/>
                        <a:pt x="3525" y="86963"/>
                      </a:cubicBezTo>
                      <a:cubicBezTo>
                        <a:pt x="3810" y="86963"/>
                        <a:pt x="4001" y="87154"/>
                        <a:pt x="4191" y="87535"/>
                      </a:cubicBezTo>
                      <a:cubicBezTo>
                        <a:pt x="1715" y="87535"/>
                        <a:pt x="381" y="87344"/>
                        <a:pt x="0" y="86963"/>
                      </a:cubicBezTo>
                      <a:lnTo>
                        <a:pt x="1715" y="85725"/>
                      </a:lnTo>
                      <a:close/>
                      <a:moveTo>
                        <a:pt x="4191" y="101346"/>
                      </a:moveTo>
                      <a:cubicBezTo>
                        <a:pt x="4382" y="100870"/>
                        <a:pt x="4858" y="100584"/>
                        <a:pt x="5429" y="100584"/>
                      </a:cubicBezTo>
                      <a:lnTo>
                        <a:pt x="7144" y="100584"/>
                      </a:lnTo>
                      <a:cubicBezTo>
                        <a:pt x="7144" y="101060"/>
                        <a:pt x="6668" y="101346"/>
                        <a:pt x="5906" y="101346"/>
                      </a:cubicBezTo>
                      <a:lnTo>
                        <a:pt x="4286" y="101346"/>
                      </a:lnTo>
                      <a:close/>
                      <a:moveTo>
                        <a:pt x="9430" y="109442"/>
                      </a:moveTo>
                      <a:lnTo>
                        <a:pt x="9430" y="107728"/>
                      </a:lnTo>
                      <a:lnTo>
                        <a:pt x="10669" y="107728"/>
                      </a:lnTo>
                      <a:lnTo>
                        <a:pt x="9430" y="109442"/>
                      </a:lnTo>
                      <a:close/>
                      <a:moveTo>
                        <a:pt x="16003" y="99346"/>
                      </a:moveTo>
                      <a:cubicBezTo>
                        <a:pt x="16479" y="99155"/>
                        <a:pt x="17240" y="99536"/>
                        <a:pt x="18288" y="100584"/>
                      </a:cubicBezTo>
                      <a:lnTo>
                        <a:pt x="17812" y="101346"/>
                      </a:lnTo>
                      <a:lnTo>
                        <a:pt x="16003" y="99346"/>
                      </a:lnTo>
                      <a:close/>
                      <a:moveTo>
                        <a:pt x="18288" y="109442"/>
                      </a:moveTo>
                      <a:cubicBezTo>
                        <a:pt x="18288" y="109442"/>
                        <a:pt x="18955" y="109061"/>
                        <a:pt x="19336" y="108490"/>
                      </a:cubicBezTo>
                      <a:cubicBezTo>
                        <a:pt x="19717" y="108014"/>
                        <a:pt x="20003" y="107728"/>
                        <a:pt x="20384" y="107728"/>
                      </a:cubicBezTo>
                      <a:cubicBezTo>
                        <a:pt x="20384" y="108109"/>
                        <a:pt x="20098" y="108680"/>
                        <a:pt x="19621" y="109442"/>
                      </a:cubicBezTo>
                      <a:lnTo>
                        <a:pt x="18384" y="109442"/>
                      </a:lnTo>
                      <a:close/>
                      <a:moveTo>
                        <a:pt x="21241" y="95726"/>
                      </a:moveTo>
                      <a:lnTo>
                        <a:pt x="20765" y="96965"/>
                      </a:lnTo>
                      <a:lnTo>
                        <a:pt x="19050" y="96965"/>
                      </a:lnTo>
                      <a:cubicBezTo>
                        <a:pt x="19527" y="95726"/>
                        <a:pt x="19908" y="95155"/>
                        <a:pt x="20288" y="95155"/>
                      </a:cubicBezTo>
                      <a:cubicBezTo>
                        <a:pt x="20574" y="95155"/>
                        <a:pt x="20860" y="95345"/>
                        <a:pt x="21146" y="95726"/>
                      </a:cubicBezTo>
                      <a:close/>
                      <a:moveTo>
                        <a:pt x="23622" y="85154"/>
                      </a:moveTo>
                      <a:lnTo>
                        <a:pt x="23622" y="86392"/>
                      </a:lnTo>
                      <a:lnTo>
                        <a:pt x="21241" y="84392"/>
                      </a:lnTo>
                      <a:cubicBezTo>
                        <a:pt x="21908" y="84201"/>
                        <a:pt x="22670" y="84392"/>
                        <a:pt x="23622" y="85154"/>
                      </a:cubicBezTo>
                      <a:close/>
                      <a:moveTo>
                        <a:pt x="21241" y="102870"/>
                      </a:moveTo>
                      <a:cubicBezTo>
                        <a:pt x="22098" y="102870"/>
                        <a:pt x="22479" y="103442"/>
                        <a:pt x="22479" y="104585"/>
                      </a:cubicBezTo>
                      <a:lnTo>
                        <a:pt x="21241" y="104585"/>
                      </a:lnTo>
                      <a:lnTo>
                        <a:pt x="21241" y="102870"/>
                      </a:lnTo>
                      <a:close/>
                      <a:moveTo>
                        <a:pt x="24194" y="115919"/>
                      </a:moveTo>
                      <a:lnTo>
                        <a:pt x="23718" y="115253"/>
                      </a:lnTo>
                      <a:lnTo>
                        <a:pt x="26194" y="113824"/>
                      </a:lnTo>
                      <a:lnTo>
                        <a:pt x="24194" y="115824"/>
                      </a:lnTo>
                      <a:close/>
                      <a:moveTo>
                        <a:pt x="114300" y="91535"/>
                      </a:moveTo>
                      <a:lnTo>
                        <a:pt x="108966" y="92297"/>
                      </a:lnTo>
                      <a:cubicBezTo>
                        <a:pt x="108966" y="92297"/>
                        <a:pt x="108776" y="92678"/>
                        <a:pt x="108776" y="92774"/>
                      </a:cubicBezTo>
                      <a:cubicBezTo>
                        <a:pt x="108776" y="93059"/>
                        <a:pt x="109252" y="93536"/>
                        <a:pt x="110014" y="94012"/>
                      </a:cubicBezTo>
                      <a:cubicBezTo>
                        <a:pt x="110871" y="94488"/>
                        <a:pt x="111347" y="95060"/>
                        <a:pt x="111347" y="95631"/>
                      </a:cubicBezTo>
                      <a:lnTo>
                        <a:pt x="112586" y="95631"/>
                      </a:lnTo>
                      <a:cubicBezTo>
                        <a:pt x="111919" y="98870"/>
                        <a:pt x="111443" y="102013"/>
                        <a:pt x="110871" y="105156"/>
                      </a:cubicBezTo>
                      <a:cubicBezTo>
                        <a:pt x="110109" y="108490"/>
                        <a:pt x="108109" y="110776"/>
                        <a:pt x="104870" y="111728"/>
                      </a:cubicBezTo>
                      <a:cubicBezTo>
                        <a:pt x="104394" y="109919"/>
                        <a:pt x="103156" y="109347"/>
                        <a:pt x="101251" y="110014"/>
                      </a:cubicBezTo>
                      <a:lnTo>
                        <a:pt x="100584" y="110490"/>
                      </a:lnTo>
                      <a:lnTo>
                        <a:pt x="102870" y="112871"/>
                      </a:lnTo>
                      <a:cubicBezTo>
                        <a:pt x="102013" y="112681"/>
                        <a:pt x="100965" y="112109"/>
                        <a:pt x="99822" y="111157"/>
                      </a:cubicBezTo>
                      <a:cubicBezTo>
                        <a:pt x="98679" y="110204"/>
                        <a:pt x="97822" y="109728"/>
                        <a:pt x="97155" y="109728"/>
                      </a:cubicBezTo>
                      <a:cubicBezTo>
                        <a:pt x="96488" y="109728"/>
                        <a:pt x="95631" y="110109"/>
                        <a:pt x="94774" y="110966"/>
                      </a:cubicBezTo>
                      <a:lnTo>
                        <a:pt x="96965" y="110966"/>
                      </a:lnTo>
                      <a:lnTo>
                        <a:pt x="96488" y="111728"/>
                      </a:lnTo>
                      <a:cubicBezTo>
                        <a:pt x="97727" y="112109"/>
                        <a:pt x="99346" y="113062"/>
                        <a:pt x="101251" y="114681"/>
                      </a:cubicBezTo>
                      <a:lnTo>
                        <a:pt x="96965" y="116491"/>
                      </a:lnTo>
                      <a:lnTo>
                        <a:pt x="97727" y="116967"/>
                      </a:lnTo>
                      <a:cubicBezTo>
                        <a:pt x="97727" y="116967"/>
                        <a:pt x="95917" y="117729"/>
                        <a:pt x="92869" y="119063"/>
                      </a:cubicBezTo>
                      <a:cubicBezTo>
                        <a:pt x="91250" y="119634"/>
                        <a:pt x="89726" y="119920"/>
                        <a:pt x="88202" y="119920"/>
                      </a:cubicBezTo>
                      <a:cubicBezTo>
                        <a:pt x="87440" y="119920"/>
                        <a:pt x="86678" y="119920"/>
                        <a:pt x="85916" y="119825"/>
                      </a:cubicBezTo>
                      <a:cubicBezTo>
                        <a:pt x="85440" y="121158"/>
                        <a:pt x="85249" y="122111"/>
                        <a:pt x="85440" y="122587"/>
                      </a:cubicBezTo>
                      <a:lnTo>
                        <a:pt x="62103" y="123349"/>
                      </a:lnTo>
                      <a:cubicBezTo>
                        <a:pt x="60198" y="121634"/>
                        <a:pt x="57341" y="120206"/>
                        <a:pt x="53340" y="118967"/>
                      </a:cubicBezTo>
                      <a:cubicBezTo>
                        <a:pt x="48959" y="117634"/>
                        <a:pt x="46197" y="116586"/>
                        <a:pt x="44958" y="115824"/>
                      </a:cubicBezTo>
                      <a:cubicBezTo>
                        <a:pt x="44482" y="115062"/>
                        <a:pt x="43529" y="114586"/>
                        <a:pt x="42291" y="114300"/>
                      </a:cubicBezTo>
                      <a:cubicBezTo>
                        <a:pt x="41053" y="114014"/>
                        <a:pt x="39720" y="113729"/>
                        <a:pt x="38577" y="113443"/>
                      </a:cubicBezTo>
                      <a:lnTo>
                        <a:pt x="40291" y="111824"/>
                      </a:lnTo>
                      <a:lnTo>
                        <a:pt x="38005" y="109347"/>
                      </a:lnTo>
                      <a:lnTo>
                        <a:pt x="37338" y="111062"/>
                      </a:lnTo>
                      <a:cubicBezTo>
                        <a:pt x="35338" y="110585"/>
                        <a:pt x="34195" y="108871"/>
                        <a:pt x="34004" y="106013"/>
                      </a:cubicBezTo>
                      <a:cubicBezTo>
                        <a:pt x="33909" y="103442"/>
                        <a:pt x="32481" y="102203"/>
                        <a:pt x="29719" y="102203"/>
                      </a:cubicBezTo>
                      <a:lnTo>
                        <a:pt x="27718" y="102203"/>
                      </a:lnTo>
                      <a:cubicBezTo>
                        <a:pt x="29433" y="102203"/>
                        <a:pt x="30290" y="101156"/>
                        <a:pt x="30290" y="99250"/>
                      </a:cubicBezTo>
                      <a:cubicBezTo>
                        <a:pt x="30290" y="98679"/>
                        <a:pt x="30099" y="98108"/>
                        <a:pt x="29813" y="97536"/>
                      </a:cubicBezTo>
                      <a:cubicBezTo>
                        <a:pt x="29528" y="97060"/>
                        <a:pt x="28385" y="96393"/>
                        <a:pt x="26575" y="95631"/>
                      </a:cubicBezTo>
                      <a:lnTo>
                        <a:pt x="26099" y="96107"/>
                      </a:lnTo>
                      <a:cubicBezTo>
                        <a:pt x="26099" y="96107"/>
                        <a:pt x="25813" y="96393"/>
                        <a:pt x="25622" y="96393"/>
                      </a:cubicBezTo>
                      <a:cubicBezTo>
                        <a:pt x="25241" y="96393"/>
                        <a:pt x="25051" y="96012"/>
                        <a:pt x="24765" y="95155"/>
                      </a:cubicBezTo>
                      <a:cubicBezTo>
                        <a:pt x="24575" y="94488"/>
                        <a:pt x="24575" y="93821"/>
                        <a:pt x="24765" y="93154"/>
                      </a:cubicBezTo>
                      <a:cubicBezTo>
                        <a:pt x="25813" y="92964"/>
                        <a:pt x="27432" y="91821"/>
                        <a:pt x="29433" y="89916"/>
                      </a:cubicBezTo>
                      <a:cubicBezTo>
                        <a:pt x="31242" y="88297"/>
                        <a:pt x="32766" y="87440"/>
                        <a:pt x="34004" y="87440"/>
                      </a:cubicBezTo>
                      <a:cubicBezTo>
                        <a:pt x="34576" y="87440"/>
                        <a:pt x="35243" y="87630"/>
                        <a:pt x="36005" y="87916"/>
                      </a:cubicBezTo>
                      <a:cubicBezTo>
                        <a:pt x="35624" y="87249"/>
                        <a:pt x="35529" y="86582"/>
                        <a:pt x="36005" y="86106"/>
                      </a:cubicBezTo>
                      <a:cubicBezTo>
                        <a:pt x="36386" y="85630"/>
                        <a:pt x="36005" y="84773"/>
                        <a:pt x="35053" y="83820"/>
                      </a:cubicBezTo>
                      <a:lnTo>
                        <a:pt x="40196" y="81344"/>
                      </a:lnTo>
                      <a:lnTo>
                        <a:pt x="38958" y="79629"/>
                      </a:lnTo>
                      <a:cubicBezTo>
                        <a:pt x="39720" y="79629"/>
                        <a:pt x="41148" y="79153"/>
                        <a:pt x="42958" y="78200"/>
                      </a:cubicBezTo>
                      <a:cubicBezTo>
                        <a:pt x="44768" y="77248"/>
                        <a:pt x="46006" y="76771"/>
                        <a:pt x="46577" y="76771"/>
                      </a:cubicBezTo>
                      <a:cubicBezTo>
                        <a:pt x="47625" y="76771"/>
                        <a:pt x="48292" y="77533"/>
                        <a:pt x="48578" y="79058"/>
                      </a:cubicBezTo>
                      <a:cubicBezTo>
                        <a:pt x="48292" y="82391"/>
                        <a:pt x="49530" y="85820"/>
                        <a:pt x="52293" y="89154"/>
                      </a:cubicBezTo>
                      <a:cubicBezTo>
                        <a:pt x="53626" y="90773"/>
                        <a:pt x="56388" y="93345"/>
                        <a:pt x="60389" y="96774"/>
                      </a:cubicBezTo>
                      <a:cubicBezTo>
                        <a:pt x="61056" y="98203"/>
                        <a:pt x="62008" y="98965"/>
                        <a:pt x="63437" y="98965"/>
                      </a:cubicBezTo>
                      <a:cubicBezTo>
                        <a:pt x="63818" y="98965"/>
                        <a:pt x="64484" y="98965"/>
                        <a:pt x="65342" y="98774"/>
                      </a:cubicBezTo>
                      <a:cubicBezTo>
                        <a:pt x="66199" y="98584"/>
                        <a:pt x="66866" y="98584"/>
                        <a:pt x="67246" y="98584"/>
                      </a:cubicBezTo>
                      <a:cubicBezTo>
                        <a:pt x="68199" y="98584"/>
                        <a:pt x="69056" y="98774"/>
                        <a:pt x="69914" y="99155"/>
                      </a:cubicBezTo>
                      <a:cubicBezTo>
                        <a:pt x="70771" y="99536"/>
                        <a:pt x="71628" y="99822"/>
                        <a:pt x="72676" y="99822"/>
                      </a:cubicBezTo>
                      <a:cubicBezTo>
                        <a:pt x="74486" y="99822"/>
                        <a:pt x="76677" y="98965"/>
                        <a:pt x="79153" y="97155"/>
                      </a:cubicBezTo>
                      <a:cubicBezTo>
                        <a:pt x="82772" y="94679"/>
                        <a:pt x="84963" y="93440"/>
                        <a:pt x="85440" y="93154"/>
                      </a:cubicBezTo>
                      <a:cubicBezTo>
                        <a:pt x="85916" y="92297"/>
                        <a:pt x="86202" y="91535"/>
                        <a:pt x="86202" y="90678"/>
                      </a:cubicBezTo>
                      <a:cubicBezTo>
                        <a:pt x="86202" y="89440"/>
                        <a:pt x="85535" y="87821"/>
                        <a:pt x="84106" y="85820"/>
                      </a:cubicBezTo>
                      <a:cubicBezTo>
                        <a:pt x="82678" y="83820"/>
                        <a:pt x="81915" y="82296"/>
                        <a:pt x="81725" y="81344"/>
                      </a:cubicBezTo>
                      <a:cubicBezTo>
                        <a:pt x="79248" y="80963"/>
                        <a:pt x="77724" y="79915"/>
                        <a:pt x="77438" y="78486"/>
                      </a:cubicBezTo>
                      <a:lnTo>
                        <a:pt x="78200" y="77819"/>
                      </a:lnTo>
                      <a:cubicBezTo>
                        <a:pt x="74962" y="76295"/>
                        <a:pt x="70390" y="73914"/>
                        <a:pt x="64580" y="70771"/>
                      </a:cubicBezTo>
                      <a:cubicBezTo>
                        <a:pt x="63913" y="71342"/>
                        <a:pt x="63341" y="71533"/>
                        <a:pt x="62675" y="71533"/>
                      </a:cubicBezTo>
                      <a:cubicBezTo>
                        <a:pt x="61913" y="71533"/>
                        <a:pt x="60865" y="70961"/>
                        <a:pt x="59627" y="69914"/>
                      </a:cubicBezTo>
                      <a:cubicBezTo>
                        <a:pt x="58388" y="68771"/>
                        <a:pt x="57436" y="68294"/>
                        <a:pt x="56674" y="68294"/>
                      </a:cubicBezTo>
                      <a:cubicBezTo>
                        <a:pt x="56388" y="68294"/>
                        <a:pt x="56102" y="68294"/>
                        <a:pt x="55817" y="68580"/>
                      </a:cubicBezTo>
                      <a:cubicBezTo>
                        <a:pt x="53245" y="67818"/>
                        <a:pt x="50673" y="65723"/>
                        <a:pt x="48102" y="62294"/>
                      </a:cubicBezTo>
                      <a:cubicBezTo>
                        <a:pt x="45244" y="58388"/>
                        <a:pt x="42863" y="55912"/>
                        <a:pt x="40958" y="54769"/>
                      </a:cubicBezTo>
                      <a:cubicBezTo>
                        <a:pt x="41148" y="53626"/>
                        <a:pt x="40672" y="52292"/>
                        <a:pt x="39434" y="50578"/>
                      </a:cubicBezTo>
                      <a:cubicBezTo>
                        <a:pt x="38195" y="48863"/>
                        <a:pt x="37719" y="47530"/>
                        <a:pt x="37910" y="46673"/>
                      </a:cubicBezTo>
                      <a:cubicBezTo>
                        <a:pt x="37148" y="45339"/>
                        <a:pt x="36767" y="42767"/>
                        <a:pt x="36481" y="38957"/>
                      </a:cubicBezTo>
                      <a:cubicBezTo>
                        <a:pt x="36290" y="35624"/>
                        <a:pt x="36100" y="32195"/>
                        <a:pt x="36005" y="28861"/>
                      </a:cubicBezTo>
                      <a:cubicBezTo>
                        <a:pt x="36862" y="28575"/>
                        <a:pt x="37243" y="28099"/>
                        <a:pt x="37243" y="27623"/>
                      </a:cubicBezTo>
                      <a:cubicBezTo>
                        <a:pt x="37243" y="27337"/>
                        <a:pt x="37052" y="26861"/>
                        <a:pt x="36672" y="26194"/>
                      </a:cubicBezTo>
                      <a:cubicBezTo>
                        <a:pt x="36195" y="25527"/>
                        <a:pt x="36005" y="25051"/>
                        <a:pt x="36005" y="24765"/>
                      </a:cubicBezTo>
                      <a:cubicBezTo>
                        <a:pt x="36481" y="23336"/>
                        <a:pt x="38291" y="21431"/>
                        <a:pt x="41243" y="18955"/>
                      </a:cubicBezTo>
                      <a:cubicBezTo>
                        <a:pt x="43720" y="16859"/>
                        <a:pt x="44958" y="14764"/>
                        <a:pt x="44958" y="12859"/>
                      </a:cubicBezTo>
                      <a:cubicBezTo>
                        <a:pt x="45339" y="12764"/>
                        <a:pt x="46101" y="12287"/>
                        <a:pt x="47054" y="11621"/>
                      </a:cubicBezTo>
                      <a:cubicBezTo>
                        <a:pt x="48006" y="10858"/>
                        <a:pt x="48673" y="10573"/>
                        <a:pt x="49054" y="10573"/>
                      </a:cubicBezTo>
                      <a:cubicBezTo>
                        <a:pt x="49435" y="10573"/>
                        <a:pt x="49625" y="10763"/>
                        <a:pt x="49816" y="11144"/>
                      </a:cubicBezTo>
                      <a:cubicBezTo>
                        <a:pt x="51721" y="8192"/>
                        <a:pt x="54864" y="5906"/>
                        <a:pt x="59150" y="4286"/>
                      </a:cubicBezTo>
                      <a:cubicBezTo>
                        <a:pt x="62865" y="3048"/>
                        <a:pt x="66675" y="1810"/>
                        <a:pt x="70485" y="571"/>
                      </a:cubicBezTo>
                      <a:cubicBezTo>
                        <a:pt x="71533" y="191"/>
                        <a:pt x="72676" y="0"/>
                        <a:pt x="73819" y="0"/>
                      </a:cubicBezTo>
                      <a:cubicBezTo>
                        <a:pt x="75438" y="0"/>
                        <a:pt x="77629" y="667"/>
                        <a:pt x="80391" y="1905"/>
                      </a:cubicBezTo>
                      <a:cubicBezTo>
                        <a:pt x="83249" y="3143"/>
                        <a:pt x="85440" y="3810"/>
                        <a:pt x="86963" y="3810"/>
                      </a:cubicBezTo>
                      <a:cubicBezTo>
                        <a:pt x="87725" y="3810"/>
                        <a:pt x="88392" y="3715"/>
                        <a:pt x="89154" y="3524"/>
                      </a:cubicBezTo>
                      <a:cubicBezTo>
                        <a:pt x="89821" y="4953"/>
                        <a:pt x="91154" y="5906"/>
                        <a:pt x="92964" y="6382"/>
                      </a:cubicBezTo>
                      <a:cubicBezTo>
                        <a:pt x="95345" y="7049"/>
                        <a:pt x="96774" y="7715"/>
                        <a:pt x="97536" y="8192"/>
                      </a:cubicBezTo>
                      <a:cubicBezTo>
                        <a:pt x="101061" y="8477"/>
                        <a:pt x="104109" y="12954"/>
                        <a:pt x="106871" y="21717"/>
                      </a:cubicBezTo>
                      <a:cubicBezTo>
                        <a:pt x="106775" y="22955"/>
                        <a:pt x="105823" y="24575"/>
                        <a:pt x="104204" y="26575"/>
                      </a:cubicBezTo>
                      <a:cubicBezTo>
                        <a:pt x="102489" y="28670"/>
                        <a:pt x="101728" y="30385"/>
                        <a:pt x="101822" y="31814"/>
                      </a:cubicBezTo>
                      <a:cubicBezTo>
                        <a:pt x="100679" y="31623"/>
                        <a:pt x="100108" y="32004"/>
                        <a:pt x="99918" y="33052"/>
                      </a:cubicBezTo>
                      <a:cubicBezTo>
                        <a:pt x="99918" y="34385"/>
                        <a:pt x="99536" y="35147"/>
                        <a:pt x="99156" y="35338"/>
                      </a:cubicBezTo>
                      <a:cubicBezTo>
                        <a:pt x="96298" y="36671"/>
                        <a:pt x="94298" y="37338"/>
                        <a:pt x="93155" y="37338"/>
                      </a:cubicBezTo>
                      <a:cubicBezTo>
                        <a:pt x="91536" y="37338"/>
                        <a:pt x="90011" y="36290"/>
                        <a:pt x="88583" y="34290"/>
                      </a:cubicBezTo>
                      <a:cubicBezTo>
                        <a:pt x="88488" y="32671"/>
                        <a:pt x="87440" y="31433"/>
                        <a:pt x="85440" y="30575"/>
                      </a:cubicBezTo>
                      <a:cubicBezTo>
                        <a:pt x="83249" y="29718"/>
                        <a:pt x="81915" y="28766"/>
                        <a:pt x="81439" y="27623"/>
                      </a:cubicBezTo>
                      <a:cubicBezTo>
                        <a:pt x="80868" y="27623"/>
                        <a:pt x="79248" y="26956"/>
                        <a:pt x="76677" y="25908"/>
                      </a:cubicBezTo>
                      <a:cubicBezTo>
                        <a:pt x="74676" y="25051"/>
                        <a:pt x="72962" y="24670"/>
                        <a:pt x="71819" y="24670"/>
                      </a:cubicBezTo>
                      <a:cubicBezTo>
                        <a:pt x="70104" y="24670"/>
                        <a:pt x="68580" y="25527"/>
                        <a:pt x="67342" y="27146"/>
                      </a:cubicBezTo>
                      <a:cubicBezTo>
                        <a:pt x="66961" y="27051"/>
                        <a:pt x="66580" y="26956"/>
                        <a:pt x="66294" y="26956"/>
                      </a:cubicBezTo>
                      <a:cubicBezTo>
                        <a:pt x="65437" y="26956"/>
                        <a:pt x="64199" y="27718"/>
                        <a:pt x="62484" y="29242"/>
                      </a:cubicBezTo>
                      <a:cubicBezTo>
                        <a:pt x="62961" y="30194"/>
                        <a:pt x="63246" y="30956"/>
                        <a:pt x="63246" y="31718"/>
                      </a:cubicBezTo>
                      <a:cubicBezTo>
                        <a:pt x="63246" y="32671"/>
                        <a:pt x="62579" y="33528"/>
                        <a:pt x="61151" y="34290"/>
                      </a:cubicBezTo>
                      <a:cubicBezTo>
                        <a:pt x="59722" y="35052"/>
                        <a:pt x="59150" y="35814"/>
                        <a:pt x="59150" y="36481"/>
                      </a:cubicBezTo>
                      <a:cubicBezTo>
                        <a:pt x="59150" y="37148"/>
                        <a:pt x="59436" y="37910"/>
                        <a:pt x="60198" y="38957"/>
                      </a:cubicBezTo>
                      <a:cubicBezTo>
                        <a:pt x="64484" y="45244"/>
                        <a:pt x="70961" y="49911"/>
                        <a:pt x="79629" y="53054"/>
                      </a:cubicBezTo>
                      <a:cubicBezTo>
                        <a:pt x="80772" y="53340"/>
                        <a:pt x="82391" y="54388"/>
                        <a:pt x="84392" y="56007"/>
                      </a:cubicBezTo>
                      <a:cubicBezTo>
                        <a:pt x="86487" y="57721"/>
                        <a:pt x="88297" y="58579"/>
                        <a:pt x="89726" y="58769"/>
                      </a:cubicBezTo>
                      <a:cubicBezTo>
                        <a:pt x="91154" y="58960"/>
                        <a:pt x="93155" y="60103"/>
                        <a:pt x="95727" y="62198"/>
                      </a:cubicBezTo>
                      <a:cubicBezTo>
                        <a:pt x="98013" y="64199"/>
                        <a:pt x="100108" y="65056"/>
                        <a:pt x="102108" y="64770"/>
                      </a:cubicBezTo>
                      <a:cubicBezTo>
                        <a:pt x="102108" y="65818"/>
                        <a:pt x="102299" y="66389"/>
                        <a:pt x="102584" y="66485"/>
                      </a:cubicBezTo>
                      <a:cubicBezTo>
                        <a:pt x="103537" y="66485"/>
                        <a:pt x="104204" y="67151"/>
                        <a:pt x="104680" y="68580"/>
                      </a:cubicBezTo>
                      <a:cubicBezTo>
                        <a:pt x="105061" y="70009"/>
                        <a:pt x="105823" y="70485"/>
                        <a:pt x="106775" y="70199"/>
                      </a:cubicBezTo>
                      <a:cubicBezTo>
                        <a:pt x="106966" y="70866"/>
                        <a:pt x="108300" y="72962"/>
                        <a:pt x="110776" y="76486"/>
                      </a:cubicBezTo>
                      <a:cubicBezTo>
                        <a:pt x="112586" y="79343"/>
                        <a:pt x="113538" y="81915"/>
                        <a:pt x="113538" y="84296"/>
                      </a:cubicBezTo>
                      <a:cubicBezTo>
                        <a:pt x="114015" y="84963"/>
                        <a:pt x="114300" y="85535"/>
                        <a:pt x="114300" y="86106"/>
                      </a:cubicBezTo>
                      <a:cubicBezTo>
                        <a:pt x="114300" y="86582"/>
                        <a:pt x="114015" y="87249"/>
                        <a:pt x="113538" y="88011"/>
                      </a:cubicBezTo>
                      <a:cubicBezTo>
                        <a:pt x="113062" y="88773"/>
                        <a:pt x="112776" y="89249"/>
                        <a:pt x="112776" y="89535"/>
                      </a:cubicBezTo>
                      <a:cubicBezTo>
                        <a:pt x="112776" y="90202"/>
                        <a:pt x="113252" y="90773"/>
                        <a:pt x="114015" y="91440"/>
                      </a:cubicBezTo>
                      <a:close/>
                      <a:moveTo>
                        <a:pt x="26194" y="95155"/>
                      </a:moveTo>
                      <a:lnTo>
                        <a:pt x="29719" y="93917"/>
                      </a:lnTo>
                      <a:lnTo>
                        <a:pt x="28004" y="93917"/>
                      </a:lnTo>
                      <a:lnTo>
                        <a:pt x="26194" y="95155"/>
                      </a:lnTo>
                      <a:close/>
                      <a:moveTo>
                        <a:pt x="27242" y="110014"/>
                      </a:moveTo>
                      <a:lnTo>
                        <a:pt x="28004" y="110014"/>
                      </a:lnTo>
                      <a:lnTo>
                        <a:pt x="29242" y="110966"/>
                      </a:lnTo>
                      <a:lnTo>
                        <a:pt x="27242" y="110014"/>
                      </a:lnTo>
                      <a:close/>
                      <a:moveTo>
                        <a:pt x="32100" y="118110"/>
                      </a:moveTo>
                      <a:cubicBezTo>
                        <a:pt x="31909" y="116967"/>
                        <a:pt x="32195" y="115919"/>
                        <a:pt x="33147" y="115062"/>
                      </a:cubicBezTo>
                      <a:lnTo>
                        <a:pt x="33147" y="115253"/>
                      </a:lnTo>
                      <a:cubicBezTo>
                        <a:pt x="33147" y="115253"/>
                        <a:pt x="33147" y="115919"/>
                        <a:pt x="33719" y="116396"/>
                      </a:cubicBezTo>
                      <a:cubicBezTo>
                        <a:pt x="34195" y="116872"/>
                        <a:pt x="34481" y="117158"/>
                        <a:pt x="34481" y="117348"/>
                      </a:cubicBezTo>
                      <a:cubicBezTo>
                        <a:pt x="34481" y="117634"/>
                        <a:pt x="34290" y="117920"/>
                        <a:pt x="33814" y="118110"/>
                      </a:cubicBezTo>
                      <a:lnTo>
                        <a:pt x="32195" y="118110"/>
                      </a:lnTo>
                      <a:close/>
                      <a:moveTo>
                        <a:pt x="33433" y="114586"/>
                      </a:moveTo>
                      <a:cubicBezTo>
                        <a:pt x="33433" y="114586"/>
                        <a:pt x="33147" y="114967"/>
                        <a:pt x="33147" y="115062"/>
                      </a:cubicBezTo>
                      <a:cubicBezTo>
                        <a:pt x="33147" y="114967"/>
                        <a:pt x="33243" y="114776"/>
                        <a:pt x="33433" y="114586"/>
                      </a:cubicBezTo>
                      <a:close/>
                      <a:moveTo>
                        <a:pt x="33719" y="111633"/>
                      </a:moveTo>
                      <a:cubicBezTo>
                        <a:pt x="33719" y="111633"/>
                        <a:pt x="34576" y="111919"/>
                        <a:pt x="35147" y="112395"/>
                      </a:cubicBezTo>
                      <a:cubicBezTo>
                        <a:pt x="35624" y="112871"/>
                        <a:pt x="36005" y="113157"/>
                        <a:pt x="36005" y="113348"/>
                      </a:cubicBezTo>
                      <a:cubicBezTo>
                        <a:pt x="35433" y="113443"/>
                        <a:pt x="34576" y="113919"/>
                        <a:pt x="33433" y="114586"/>
                      </a:cubicBezTo>
                      <a:cubicBezTo>
                        <a:pt x="34290" y="113538"/>
                        <a:pt x="34386" y="112586"/>
                        <a:pt x="33719" y="111633"/>
                      </a:cubicBezTo>
                      <a:close/>
                      <a:moveTo>
                        <a:pt x="37243" y="98584"/>
                      </a:moveTo>
                      <a:lnTo>
                        <a:pt x="37243" y="97346"/>
                      </a:lnTo>
                      <a:lnTo>
                        <a:pt x="33719" y="95441"/>
                      </a:lnTo>
                      <a:lnTo>
                        <a:pt x="37243" y="98489"/>
                      </a:lnTo>
                      <a:close/>
                      <a:moveTo>
                        <a:pt x="40196" y="103346"/>
                      </a:moveTo>
                      <a:cubicBezTo>
                        <a:pt x="40196" y="103346"/>
                        <a:pt x="40577" y="103442"/>
                        <a:pt x="41720" y="103632"/>
                      </a:cubicBezTo>
                      <a:cubicBezTo>
                        <a:pt x="42386" y="103632"/>
                        <a:pt x="42863" y="103442"/>
                        <a:pt x="43149" y="102679"/>
                      </a:cubicBezTo>
                      <a:cubicBezTo>
                        <a:pt x="41910" y="102299"/>
                        <a:pt x="40958" y="102489"/>
                        <a:pt x="40196" y="103251"/>
                      </a:cubicBezTo>
                      <a:cubicBezTo>
                        <a:pt x="39910" y="103251"/>
                        <a:pt x="39720" y="103442"/>
                        <a:pt x="39720" y="103727"/>
                      </a:cubicBezTo>
                      <a:lnTo>
                        <a:pt x="38481" y="104966"/>
                      </a:lnTo>
                      <a:lnTo>
                        <a:pt x="39720" y="104966"/>
                      </a:lnTo>
                      <a:cubicBezTo>
                        <a:pt x="39720" y="104489"/>
                        <a:pt x="39720" y="104013"/>
                        <a:pt x="39720" y="103727"/>
                      </a:cubicBezTo>
                      <a:lnTo>
                        <a:pt x="40196" y="103251"/>
                      </a:lnTo>
                      <a:close/>
                      <a:moveTo>
                        <a:pt x="40958" y="45244"/>
                      </a:moveTo>
                      <a:cubicBezTo>
                        <a:pt x="41434" y="44768"/>
                        <a:pt x="41625" y="44291"/>
                        <a:pt x="41434" y="43910"/>
                      </a:cubicBezTo>
                      <a:lnTo>
                        <a:pt x="41910" y="42863"/>
                      </a:lnTo>
                      <a:cubicBezTo>
                        <a:pt x="41529" y="42386"/>
                        <a:pt x="40958" y="41910"/>
                        <a:pt x="40291" y="41624"/>
                      </a:cubicBezTo>
                      <a:cubicBezTo>
                        <a:pt x="39624" y="41339"/>
                        <a:pt x="39148" y="41148"/>
                        <a:pt x="38958" y="41148"/>
                      </a:cubicBezTo>
                      <a:cubicBezTo>
                        <a:pt x="40577" y="42005"/>
                        <a:pt x="41434" y="42863"/>
                        <a:pt x="41434" y="43910"/>
                      </a:cubicBezTo>
                      <a:lnTo>
                        <a:pt x="40958" y="45244"/>
                      </a:lnTo>
                      <a:close/>
                      <a:moveTo>
                        <a:pt x="51531" y="36386"/>
                      </a:moveTo>
                      <a:lnTo>
                        <a:pt x="51531" y="35909"/>
                      </a:lnTo>
                      <a:cubicBezTo>
                        <a:pt x="51150" y="33242"/>
                        <a:pt x="49245" y="31909"/>
                        <a:pt x="46006" y="31909"/>
                      </a:cubicBezTo>
                      <a:cubicBezTo>
                        <a:pt x="43434" y="31909"/>
                        <a:pt x="41339" y="32671"/>
                        <a:pt x="39720" y="34004"/>
                      </a:cubicBezTo>
                      <a:cubicBezTo>
                        <a:pt x="40291" y="34195"/>
                        <a:pt x="40767" y="35243"/>
                        <a:pt x="41339" y="36957"/>
                      </a:cubicBezTo>
                      <a:cubicBezTo>
                        <a:pt x="41910" y="38767"/>
                        <a:pt x="42863" y="39529"/>
                        <a:pt x="44387" y="39148"/>
                      </a:cubicBezTo>
                      <a:lnTo>
                        <a:pt x="44387" y="38671"/>
                      </a:lnTo>
                      <a:cubicBezTo>
                        <a:pt x="44387" y="38671"/>
                        <a:pt x="45054" y="37243"/>
                        <a:pt x="45434" y="35338"/>
                      </a:cubicBezTo>
                      <a:cubicBezTo>
                        <a:pt x="45720" y="33719"/>
                        <a:pt x="46387" y="32861"/>
                        <a:pt x="47244" y="32861"/>
                      </a:cubicBezTo>
                      <a:cubicBezTo>
                        <a:pt x="47625" y="32861"/>
                        <a:pt x="48102" y="33052"/>
                        <a:pt x="48578" y="33338"/>
                      </a:cubicBezTo>
                      <a:lnTo>
                        <a:pt x="48578" y="34576"/>
                      </a:lnTo>
                      <a:cubicBezTo>
                        <a:pt x="48578" y="34576"/>
                        <a:pt x="49054" y="34385"/>
                        <a:pt x="49340" y="34385"/>
                      </a:cubicBezTo>
                      <a:cubicBezTo>
                        <a:pt x="49530" y="34385"/>
                        <a:pt x="50292" y="34957"/>
                        <a:pt x="51435" y="36195"/>
                      </a:cubicBezTo>
                      <a:close/>
                      <a:moveTo>
                        <a:pt x="41910" y="85439"/>
                      </a:moveTo>
                      <a:cubicBezTo>
                        <a:pt x="40958" y="85439"/>
                        <a:pt x="40386" y="85344"/>
                        <a:pt x="40196" y="85058"/>
                      </a:cubicBezTo>
                      <a:lnTo>
                        <a:pt x="41434" y="86678"/>
                      </a:lnTo>
                      <a:cubicBezTo>
                        <a:pt x="41910" y="86392"/>
                        <a:pt x="42101" y="85916"/>
                        <a:pt x="41910" y="85439"/>
                      </a:cubicBezTo>
                      <a:close/>
                      <a:moveTo>
                        <a:pt x="43149" y="38100"/>
                      </a:moveTo>
                      <a:lnTo>
                        <a:pt x="42672" y="37624"/>
                      </a:lnTo>
                      <a:lnTo>
                        <a:pt x="43911" y="37624"/>
                      </a:lnTo>
                      <a:cubicBezTo>
                        <a:pt x="43911" y="37624"/>
                        <a:pt x="43529" y="37910"/>
                        <a:pt x="43149" y="38100"/>
                      </a:cubicBezTo>
                      <a:close/>
                      <a:moveTo>
                        <a:pt x="43911" y="37624"/>
                      </a:moveTo>
                      <a:cubicBezTo>
                        <a:pt x="43911" y="37624"/>
                        <a:pt x="44291" y="37433"/>
                        <a:pt x="44387" y="37624"/>
                      </a:cubicBezTo>
                      <a:lnTo>
                        <a:pt x="43911" y="37624"/>
                      </a:lnTo>
                      <a:close/>
                      <a:moveTo>
                        <a:pt x="44958" y="112871"/>
                      </a:moveTo>
                      <a:lnTo>
                        <a:pt x="46197" y="111633"/>
                      </a:lnTo>
                      <a:cubicBezTo>
                        <a:pt x="45720" y="111157"/>
                        <a:pt x="45244" y="110871"/>
                        <a:pt x="44958" y="110871"/>
                      </a:cubicBezTo>
                      <a:lnTo>
                        <a:pt x="44958" y="112871"/>
                      </a:lnTo>
                      <a:close/>
                      <a:moveTo>
                        <a:pt x="46768" y="39815"/>
                      </a:moveTo>
                      <a:cubicBezTo>
                        <a:pt x="46959" y="39243"/>
                        <a:pt x="46768" y="38481"/>
                        <a:pt x="46197" y="37624"/>
                      </a:cubicBezTo>
                      <a:lnTo>
                        <a:pt x="46197" y="40481"/>
                      </a:lnTo>
                      <a:lnTo>
                        <a:pt x="46768" y="39719"/>
                      </a:lnTo>
                      <a:close/>
                      <a:moveTo>
                        <a:pt x="49054" y="122777"/>
                      </a:moveTo>
                      <a:lnTo>
                        <a:pt x="48578" y="122301"/>
                      </a:lnTo>
                      <a:lnTo>
                        <a:pt x="49816" y="122301"/>
                      </a:lnTo>
                      <a:cubicBezTo>
                        <a:pt x="49149" y="122587"/>
                        <a:pt x="48959" y="122777"/>
                        <a:pt x="49054" y="122777"/>
                      </a:cubicBezTo>
                      <a:close/>
                      <a:moveTo>
                        <a:pt x="63913" y="110014"/>
                      </a:moveTo>
                      <a:lnTo>
                        <a:pt x="64580" y="109252"/>
                      </a:lnTo>
                      <a:lnTo>
                        <a:pt x="63913" y="107537"/>
                      </a:lnTo>
                      <a:lnTo>
                        <a:pt x="63913" y="110014"/>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 name="Google Shape;1026;p99"/>
                <p:cNvSpPr/>
                <p:nvPr/>
              </p:nvSpPr>
              <p:spPr>
                <a:xfrm>
                  <a:off x="8451341" y="2553652"/>
                  <a:ext cx="96583" cy="131063"/>
                </a:xfrm>
                <a:custGeom>
                  <a:avLst/>
                  <a:gdLst/>
                  <a:ahLst/>
                  <a:cxnLst/>
                  <a:rect l="l" t="t" r="r" b="b"/>
                  <a:pathLst>
                    <a:path w="96583" h="131063" extrusionOk="0">
                      <a:moveTo>
                        <a:pt x="1809" y="131064"/>
                      </a:moveTo>
                      <a:lnTo>
                        <a:pt x="0" y="129826"/>
                      </a:lnTo>
                      <a:lnTo>
                        <a:pt x="1809" y="130302"/>
                      </a:lnTo>
                      <a:lnTo>
                        <a:pt x="1809" y="131064"/>
                      </a:lnTo>
                      <a:close/>
                      <a:moveTo>
                        <a:pt x="94392" y="50482"/>
                      </a:moveTo>
                      <a:cubicBezTo>
                        <a:pt x="94106" y="51625"/>
                        <a:pt x="94392" y="52768"/>
                        <a:pt x="95250" y="54007"/>
                      </a:cubicBezTo>
                      <a:cubicBezTo>
                        <a:pt x="96107" y="55245"/>
                        <a:pt x="96583" y="56007"/>
                        <a:pt x="96583" y="56388"/>
                      </a:cubicBezTo>
                      <a:cubicBezTo>
                        <a:pt x="96583" y="57150"/>
                        <a:pt x="96202" y="57912"/>
                        <a:pt x="95345" y="58864"/>
                      </a:cubicBezTo>
                      <a:cubicBezTo>
                        <a:pt x="95821" y="62960"/>
                        <a:pt x="96107" y="67342"/>
                        <a:pt x="96107" y="72009"/>
                      </a:cubicBezTo>
                      <a:cubicBezTo>
                        <a:pt x="96107" y="76676"/>
                        <a:pt x="95916" y="81058"/>
                        <a:pt x="95345" y="85344"/>
                      </a:cubicBezTo>
                      <a:cubicBezTo>
                        <a:pt x="93345" y="85915"/>
                        <a:pt x="92392" y="86868"/>
                        <a:pt x="92392" y="88201"/>
                      </a:cubicBezTo>
                      <a:cubicBezTo>
                        <a:pt x="92392" y="88582"/>
                        <a:pt x="92583" y="89344"/>
                        <a:pt x="92869" y="90297"/>
                      </a:cubicBezTo>
                      <a:cubicBezTo>
                        <a:pt x="93154" y="91345"/>
                        <a:pt x="93345" y="92107"/>
                        <a:pt x="93345" y="92773"/>
                      </a:cubicBezTo>
                      <a:cubicBezTo>
                        <a:pt x="93345" y="93345"/>
                        <a:pt x="93345" y="93726"/>
                        <a:pt x="93059" y="94202"/>
                      </a:cubicBezTo>
                      <a:lnTo>
                        <a:pt x="93630" y="98488"/>
                      </a:lnTo>
                      <a:cubicBezTo>
                        <a:pt x="92297" y="99250"/>
                        <a:pt x="91249" y="100584"/>
                        <a:pt x="90488" y="102584"/>
                      </a:cubicBezTo>
                      <a:cubicBezTo>
                        <a:pt x="89725" y="104584"/>
                        <a:pt x="89059" y="106489"/>
                        <a:pt x="88392" y="108299"/>
                      </a:cubicBezTo>
                      <a:cubicBezTo>
                        <a:pt x="86487" y="109061"/>
                        <a:pt x="83248" y="111347"/>
                        <a:pt x="78771" y="115062"/>
                      </a:cubicBezTo>
                      <a:lnTo>
                        <a:pt x="80390" y="116776"/>
                      </a:lnTo>
                      <a:cubicBezTo>
                        <a:pt x="74771" y="116967"/>
                        <a:pt x="70675" y="118396"/>
                        <a:pt x="68103" y="120872"/>
                      </a:cubicBezTo>
                      <a:cubicBezTo>
                        <a:pt x="67818" y="120872"/>
                        <a:pt x="67341" y="120682"/>
                        <a:pt x="66865" y="120682"/>
                      </a:cubicBezTo>
                      <a:cubicBezTo>
                        <a:pt x="66008" y="120682"/>
                        <a:pt x="65151" y="121063"/>
                        <a:pt x="64389" y="121825"/>
                      </a:cubicBezTo>
                      <a:cubicBezTo>
                        <a:pt x="63627" y="122587"/>
                        <a:pt x="63246" y="123444"/>
                        <a:pt x="63341" y="124396"/>
                      </a:cubicBezTo>
                      <a:cubicBezTo>
                        <a:pt x="62007" y="123634"/>
                        <a:pt x="60579" y="123158"/>
                        <a:pt x="58864" y="123158"/>
                      </a:cubicBezTo>
                      <a:lnTo>
                        <a:pt x="54007" y="123158"/>
                      </a:lnTo>
                      <a:cubicBezTo>
                        <a:pt x="54197" y="122396"/>
                        <a:pt x="53816" y="121920"/>
                        <a:pt x="53054" y="121444"/>
                      </a:cubicBezTo>
                      <a:cubicBezTo>
                        <a:pt x="52197" y="120967"/>
                        <a:pt x="51721" y="120586"/>
                        <a:pt x="51625" y="120110"/>
                      </a:cubicBezTo>
                      <a:cubicBezTo>
                        <a:pt x="50387" y="122015"/>
                        <a:pt x="48577" y="123158"/>
                        <a:pt x="46196" y="123349"/>
                      </a:cubicBezTo>
                      <a:cubicBezTo>
                        <a:pt x="45815" y="123444"/>
                        <a:pt x="43815" y="123349"/>
                        <a:pt x="40195" y="123158"/>
                      </a:cubicBezTo>
                      <a:cubicBezTo>
                        <a:pt x="37623" y="122110"/>
                        <a:pt x="35052" y="121063"/>
                        <a:pt x="32385" y="119920"/>
                      </a:cubicBezTo>
                      <a:cubicBezTo>
                        <a:pt x="29337" y="118586"/>
                        <a:pt x="26955" y="117157"/>
                        <a:pt x="25336" y="115538"/>
                      </a:cubicBezTo>
                      <a:cubicBezTo>
                        <a:pt x="24669" y="116205"/>
                        <a:pt x="23431" y="116110"/>
                        <a:pt x="21431" y="115062"/>
                      </a:cubicBezTo>
                      <a:cubicBezTo>
                        <a:pt x="19050" y="112014"/>
                        <a:pt x="16478" y="108871"/>
                        <a:pt x="13906" y="105727"/>
                      </a:cubicBezTo>
                      <a:cubicBezTo>
                        <a:pt x="11239" y="102108"/>
                        <a:pt x="9810" y="98679"/>
                        <a:pt x="9430" y="95536"/>
                      </a:cubicBezTo>
                      <a:cubicBezTo>
                        <a:pt x="8001" y="93821"/>
                        <a:pt x="7334" y="91249"/>
                        <a:pt x="7429" y="88011"/>
                      </a:cubicBezTo>
                      <a:cubicBezTo>
                        <a:pt x="7525" y="83248"/>
                        <a:pt x="7525" y="80581"/>
                        <a:pt x="7429" y="80010"/>
                      </a:cubicBezTo>
                      <a:cubicBezTo>
                        <a:pt x="7334" y="79248"/>
                        <a:pt x="7239" y="78581"/>
                        <a:pt x="7239" y="77724"/>
                      </a:cubicBezTo>
                      <a:cubicBezTo>
                        <a:pt x="7239" y="76581"/>
                        <a:pt x="7429" y="74867"/>
                        <a:pt x="7715" y="72580"/>
                      </a:cubicBezTo>
                      <a:cubicBezTo>
                        <a:pt x="8001" y="70294"/>
                        <a:pt x="8191" y="68485"/>
                        <a:pt x="8191" y="67246"/>
                      </a:cubicBezTo>
                      <a:cubicBezTo>
                        <a:pt x="8191" y="65056"/>
                        <a:pt x="7715" y="63246"/>
                        <a:pt x="6953" y="61722"/>
                      </a:cubicBezTo>
                      <a:cubicBezTo>
                        <a:pt x="8001" y="61341"/>
                        <a:pt x="8287" y="60579"/>
                        <a:pt x="7810" y="59436"/>
                      </a:cubicBezTo>
                      <a:cubicBezTo>
                        <a:pt x="7334" y="58293"/>
                        <a:pt x="7429" y="57531"/>
                        <a:pt x="8191" y="56959"/>
                      </a:cubicBezTo>
                      <a:cubicBezTo>
                        <a:pt x="7525" y="51911"/>
                        <a:pt x="7239" y="47720"/>
                        <a:pt x="7239" y="44386"/>
                      </a:cubicBezTo>
                      <a:cubicBezTo>
                        <a:pt x="7239" y="38386"/>
                        <a:pt x="8096" y="33242"/>
                        <a:pt x="9810" y="29051"/>
                      </a:cubicBezTo>
                      <a:cubicBezTo>
                        <a:pt x="10668" y="25527"/>
                        <a:pt x="11334" y="23241"/>
                        <a:pt x="11811" y="22193"/>
                      </a:cubicBezTo>
                      <a:cubicBezTo>
                        <a:pt x="13049" y="19717"/>
                        <a:pt x="14764" y="18288"/>
                        <a:pt x="17050" y="17717"/>
                      </a:cubicBezTo>
                      <a:cubicBezTo>
                        <a:pt x="18383" y="14192"/>
                        <a:pt x="21336" y="11049"/>
                        <a:pt x="26003" y="8382"/>
                      </a:cubicBezTo>
                      <a:lnTo>
                        <a:pt x="25241" y="7906"/>
                      </a:lnTo>
                      <a:cubicBezTo>
                        <a:pt x="26670" y="7620"/>
                        <a:pt x="28670" y="6477"/>
                        <a:pt x="31337" y="4477"/>
                      </a:cubicBezTo>
                      <a:cubicBezTo>
                        <a:pt x="33623" y="2857"/>
                        <a:pt x="35719" y="2096"/>
                        <a:pt x="37814" y="2286"/>
                      </a:cubicBezTo>
                      <a:cubicBezTo>
                        <a:pt x="37814" y="762"/>
                        <a:pt x="38481" y="0"/>
                        <a:pt x="39624" y="0"/>
                      </a:cubicBezTo>
                      <a:cubicBezTo>
                        <a:pt x="40005" y="0"/>
                        <a:pt x="40767" y="190"/>
                        <a:pt x="41910" y="381"/>
                      </a:cubicBezTo>
                      <a:cubicBezTo>
                        <a:pt x="43053" y="667"/>
                        <a:pt x="43815" y="762"/>
                        <a:pt x="44196" y="667"/>
                      </a:cubicBezTo>
                      <a:cubicBezTo>
                        <a:pt x="45815" y="3048"/>
                        <a:pt x="48006" y="4191"/>
                        <a:pt x="50578" y="4191"/>
                      </a:cubicBezTo>
                      <a:cubicBezTo>
                        <a:pt x="51815" y="4191"/>
                        <a:pt x="53816" y="3810"/>
                        <a:pt x="56769" y="2953"/>
                      </a:cubicBezTo>
                      <a:cubicBezTo>
                        <a:pt x="58864" y="3524"/>
                        <a:pt x="61626" y="3524"/>
                        <a:pt x="64865" y="2953"/>
                      </a:cubicBezTo>
                      <a:lnTo>
                        <a:pt x="64865" y="3524"/>
                      </a:lnTo>
                      <a:cubicBezTo>
                        <a:pt x="65817" y="3143"/>
                        <a:pt x="66675" y="2953"/>
                        <a:pt x="67627" y="2953"/>
                      </a:cubicBezTo>
                      <a:cubicBezTo>
                        <a:pt x="68961" y="2953"/>
                        <a:pt x="70580" y="3810"/>
                        <a:pt x="72675" y="5524"/>
                      </a:cubicBezTo>
                      <a:cubicBezTo>
                        <a:pt x="74771" y="7239"/>
                        <a:pt x="76485" y="8192"/>
                        <a:pt x="78009" y="8287"/>
                      </a:cubicBezTo>
                      <a:cubicBezTo>
                        <a:pt x="78391" y="9906"/>
                        <a:pt x="79724" y="11621"/>
                        <a:pt x="81915" y="13240"/>
                      </a:cubicBezTo>
                      <a:cubicBezTo>
                        <a:pt x="84105" y="14859"/>
                        <a:pt x="85344" y="16002"/>
                        <a:pt x="85630" y="16764"/>
                      </a:cubicBezTo>
                      <a:cubicBezTo>
                        <a:pt x="87153" y="16764"/>
                        <a:pt x="88106" y="17812"/>
                        <a:pt x="88392" y="20002"/>
                      </a:cubicBezTo>
                      <a:cubicBezTo>
                        <a:pt x="88678" y="22193"/>
                        <a:pt x="89535" y="23241"/>
                        <a:pt x="90964" y="23241"/>
                      </a:cubicBezTo>
                      <a:cubicBezTo>
                        <a:pt x="92107" y="24574"/>
                        <a:pt x="92678" y="26479"/>
                        <a:pt x="92678" y="28956"/>
                      </a:cubicBezTo>
                      <a:lnTo>
                        <a:pt x="92678" y="31147"/>
                      </a:lnTo>
                      <a:cubicBezTo>
                        <a:pt x="92678" y="32194"/>
                        <a:pt x="92583" y="32861"/>
                        <a:pt x="92583" y="33242"/>
                      </a:cubicBezTo>
                      <a:cubicBezTo>
                        <a:pt x="92583" y="36195"/>
                        <a:pt x="93630" y="38386"/>
                        <a:pt x="95726" y="39719"/>
                      </a:cubicBezTo>
                      <a:cubicBezTo>
                        <a:pt x="95345" y="40481"/>
                        <a:pt x="95155" y="41243"/>
                        <a:pt x="95155" y="42196"/>
                      </a:cubicBezTo>
                      <a:cubicBezTo>
                        <a:pt x="95155" y="43053"/>
                        <a:pt x="95345" y="44101"/>
                        <a:pt x="95726" y="45434"/>
                      </a:cubicBezTo>
                      <a:cubicBezTo>
                        <a:pt x="96107" y="46768"/>
                        <a:pt x="96298" y="47720"/>
                        <a:pt x="96298" y="48196"/>
                      </a:cubicBezTo>
                      <a:cubicBezTo>
                        <a:pt x="96298" y="49435"/>
                        <a:pt x="95535" y="50197"/>
                        <a:pt x="94012" y="50482"/>
                      </a:cubicBezTo>
                      <a:close/>
                      <a:moveTo>
                        <a:pt x="78295" y="58960"/>
                      </a:moveTo>
                      <a:cubicBezTo>
                        <a:pt x="78771" y="58960"/>
                        <a:pt x="81057" y="59722"/>
                        <a:pt x="85344" y="61150"/>
                      </a:cubicBezTo>
                      <a:lnTo>
                        <a:pt x="85344" y="57721"/>
                      </a:lnTo>
                      <a:cubicBezTo>
                        <a:pt x="82010" y="56483"/>
                        <a:pt x="80390" y="55912"/>
                        <a:pt x="80772" y="55912"/>
                      </a:cubicBezTo>
                      <a:cubicBezTo>
                        <a:pt x="80010" y="55912"/>
                        <a:pt x="79819" y="56483"/>
                        <a:pt x="80010" y="57721"/>
                      </a:cubicBezTo>
                      <a:lnTo>
                        <a:pt x="78295" y="55912"/>
                      </a:lnTo>
                      <a:lnTo>
                        <a:pt x="77533" y="56388"/>
                      </a:lnTo>
                      <a:cubicBezTo>
                        <a:pt x="76771" y="55245"/>
                        <a:pt x="75819" y="54388"/>
                        <a:pt x="74390" y="53816"/>
                      </a:cubicBezTo>
                      <a:cubicBezTo>
                        <a:pt x="72104" y="52959"/>
                        <a:pt x="70865" y="52483"/>
                        <a:pt x="70580" y="52292"/>
                      </a:cubicBezTo>
                      <a:cubicBezTo>
                        <a:pt x="71056" y="51816"/>
                        <a:pt x="71151" y="50959"/>
                        <a:pt x="71056" y="49816"/>
                      </a:cubicBezTo>
                      <a:lnTo>
                        <a:pt x="71056" y="47053"/>
                      </a:lnTo>
                      <a:cubicBezTo>
                        <a:pt x="70771" y="46577"/>
                        <a:pt x="69532" y="43910"/>
                        <a:pt x="67532" y="39148"/>
                      </a:cubicBezTo>
                      <a:cubicBezTo>
                        <a:pt x="66198" y="35909"/>
                        <a:pt x="64960" y="33814"/>
                        <a:pt x="63817" y="32861"/>
                      </a:cubicBezTo>
                      <a:lnTo>
                        <a:pt x="64579" y="32385"/>
                      </a:lnTo>
                      <a:cubicBezTo>
                        <a:pt x="63436" y="30956"/>
                        <a:pt x="61913" y="29908"/>
                        <a:pt x="60007" y="29337"/>
                      </a:cubicBezTo>
                      <a:cubicBezTo>
                        <a:pt x="58007" y="28765"/>
                        <a:pt x="56197" y="28194"/>
                        <a:pt x="54483" y="27622"/>
                      </a:cubicBezTo>
                      <a:cubicBezTo>
                        <a:pt x="54578" y="26003"/>
                        <a:pt x="53911" y="25146"/>
                        <a:pt x="52482" y="25146"/>
                      </a:cubicBezTo>
                      <a:cubicBezTo>
                        <a:pt x="50482" y="25146"/>
                        <a:pt x="49244" y="26003"/>
                        <a:pt x="48673" y="27622"/>
                      </a:cubicBezTo>
                      <a:cubicBezTo>
                        <a:pt x="47625" y="27718"/>
                        <a:pt x="46005" y="28384"/>
                        <a:pt x="44196" y="29623"/>
                      </a:cubicBezTo>
                      <a:cubicBezTo>
                        <a:pt x="42290" y="30861"/>
                        <a:pt x="40862" y="31337"/>
                        <a:pt x="39814" y="31147"/>
                      </a:cubicBezTo>
                      <a:cubicBezTo>
                        <a:pt x="37814" y="31718"/>
                        <a:pt x="36385" y="33433"/>
                        <a:pt x="35528" y="36195"/>
                      </a:cubicBezTo>
                      <a:cubicBezTo>
                        <a:pt x="34766" y="39243"/>
                        <a:pt x="33718" y="41148"/>
                        <a:pt x="32671" y="41719"/>
                      </a:cubicBezTo>
                      <a:cubicBezTo>
                        <a:pt x="32671" y="43243"/>
                        <a:pt x="32671" y="45244"/>
                        <a:pt x="32289" y="47815"/>
                      </a:cubicBezTo>
                      <a:cubicBezTo>
                        <a:pt x="32004" y="50387"/>
                        <a:pt x="31813" y="52197"/>
                        <a:pt x="31813" y="53245"/>
                      </a:cubicBezTo>
                      <a:cubicBezTo>
                        <a:pt x="31813" y="54959"/>
                        <a:pt x="32099" y="56483"/>
                        <a:pt x="32765" y="57817"/>
                      </a:cubicBezTo>
                      <a:cubicBezTo>
                        <a:pt x="31622" y="58674"/>
                        <a:pt x="31528" y="60293"/>
                        <a:pt x="32289" y="62674"/>
                      </a:cubicBezTo>
                      <a:cubicBezTo>
                        <a:pt x="32956" y="64770"/>
                        <a:pt x="32575" y="65913"/>
                        <a:pt x="31051" y="66008"/>
                      </a:cubicBezTo>
                      <a:cubicBezTo>
                        <a:pt x="32194" y="70961"/>
                        <a:pt x="32765" y="74676"/>
                        <a:pt x="32765" y="77152"/>
                      </a:cubicBezTo>
                      <a:cubicBezTo>
                        <a:pt x="32765" y="79057"/>
                        <a:pt x="32575" y="80772"/>
                        <a:pt x="32289" y="82486"/>
                      </a:cubicBezTo>
                      <a:cubicBezTo>
                        <a:pt x="32956" y="83153"/>
                        <a:pt x="34385" y="86106"/>
                        <a:pt x="36576" y="91345"/>
                      </a:cubicBezTo>
                      <a:cubicBezTo>
                        <a:pt x="38100" y="95250"/>
                        <a:pt x="40576" y="96964"/>
                        <a:pt x="44100" y="96583"/>
                      </a:cubicBezTo>
                      <a:cubicBezTo>
                        <a:pt x="44386" y="96679"/>
                        <a:pt x="44767" y="96583"/>
                        <a:pt x="45148" y="96107"/>
                      </a:cubicBezTo>
                      <a:cubicBezTo>
                        <a:pt x="45529" y="95726"/>
                        <a:pt x="45910" y="95536"/>
                        <a:pt x="46101" y="95536"/>
                      </a:cubicBezTo>
                      <a:cubicBezTo>
                        <a:pt x="46387" y="95536"/>
                        <a:pt x="46672" y="95726"/>
                        <a:pt x="47053" y="96107"/>
                      </a:cubicBezTo>
                      <a:lnTo>
                        <a:pt x="46387" y="96583"/>
                      </a:lnTo>
                      <a:cubicBezTo>
                        <a:pt x="46387" y="97155"/>
                        <a:pt x="46672" y="97631"/>
                        <a:pt x="47148" y="98012"/>
                      </a:cubicBezTo>
                      <a:lnTo>
                        <a:pt x="48196" y="99060"/>
                      </a:lnTo>
                      <a:cubicBezTo>
                        <a:pt x="48863" y="100013"/>
                        <a:pt x="49816" y="100489"/>
                        <a:pt x="50959" y="100489"/>
                      </a:cubicBezTo>
                      <a:cubicBezTo>
                        <a:pt x="52482" y="100489"/>
                        <a:pt x="53340" y="99822"/>
                        <a:pt x="53435" y="98679"/>
                      </a:cubicBezTo>
                      <a:cubicBezTo>
                        <a:pt x="54102" y="99250"/>
                        <a:pt x="54769" y="99631"/>
                        <a:pt x="55435" y="99631"/>
                      </a:cubicBezTo>
                      <a:cubicBezTo>
                        <a:pt x="56102" y="99631"/>
                        <a:pt x="56769" y="98965"/>
                        <a:pt x="57531" y="97631"/>
                      </a:cubicBezTo>
                      <a:cubicBezTo>
                        <a:pt x="58293" y="96298"/>
                        <a:pt x="58959" y="95631"/>
                        <a:pt x="59531" y="95631"/>
                      </a:cubicBezTo>
                      <a:cubicBezTo>
                        <a:pt x="60103" y="95631"/>
                        <a:pt x="60960" y="96012"/>
                        <a:pt x="61817" y="96679"/>
                      </a:cubicBezTo>
                      <a:cubicBezTo>
                        <a:pt x="62007" y="96298"/>
                        <a:pt x="62960" y="95631"/>
                        <a:pt x="64770" y="94869"/>
                      </a:cubicBezTo>
                      <a:cubicBezTo>
                        <a:pt x="66198" y="94202"/>
                        <a:pt x="66865" y="93345"/>
                        <a:pt x="66865" y="92202"/>
                      </a:cubicBezTo>
                      <a:cubicBezTo>
                        <a:pt x="66865" y="91821"/>
                        <a:pt x="66865" y="91249"/>
                        <a:pt x="66580" y="90678"/>
                      </a:cubicBezTo>
                      <a:cubicBezTo>
                        <a:pt x="68008" y="90011"/>
                        <a:pt x="68866" y="88392"/>
                        <a:pt x="69151" y="85915"/>
                      </a:cubicBezTo>
                      <a:cubicBezTo>
                        <a:pt x="69437" y="83439"/>
                        <a:pt x="70104" y="81915"/>
                        <a:pt x="71151" y="81343"/>
                      </a:cubicBezTo>
                      <a:lnTo>
                        <a:pt x="71151" y="71247"/>
                      </a:lnTo>
                      <a:cubicBezTo>
                        <a:pt x="71342" y="70580"/>
                        <a:pt x="71438" y="69723"/>
                        <a:pt x="71438" y="68771"/>
                      </a:cubicBezTo>
                      <a:cubicBezTo>
                        <a:pt x="71438" y="67818"/>
                        <a:pt x="71247" y="66484"/>
                        <a:pt x="70961" y="64770"/>
                      </a:cubicBezTo>
                      <a:cubicBezTo>
                        <a:pt x="70580" y="63055"/>
                        <a:pt x="70485" y="61817"/>
                        <a:pt x="70485" y="61055"/>
                      </a:cubicBezTo>
                      <a:cubicBezTo>
                        <a:pt x="70485" y="59912"/>
                        <a:pt x="70675" y="58960"/>
                        <a:pt x="71056" y="58102"/>
                      </a:cubicBezTo>
                      <a:cubicBezTo>
                        <a:pt x="70961" y="56959"/>
                        <a:pt x="71247" y="56293"/>
                        <a:pt x="72009" y="56102"/>
                      </a:cubicBezTo>
                      <a:cubicBezTo>
                        <a:pt x="72294" y="56102"/>
                        <a:pt x="73152" y="56197"/>
                        <a:pt x="74580" y="56388"/>
                      </a:cubicBezTo>
                      <a:cubicBezTo>
                        <a:pt x="75723" y="56578"/>
                        <a:pt x="76485" y="56578"/>
                        <a:pt x="77057" y="56197"/>
                      </a:cubicBezTo>
                      <a:cubicBezTo>
                        <a:pt x="78009" y="57150"/>
                        <a:pt x="78391" y="58007"/>
                        <a:pt x="78295" y="58864"/>
                      </a:cubicBezTo>
                      <a:close/>
                      <a:moveTo>
                        <a:pt x="91344" y="50482"/>
                      </a:moveTo>
                      <a:cubicBezTo>
                        <a:pt x="90582" y="50101"/>
                        <a:pt x="89725" y="49911"/>
                        <a:pt x="88868" y="49911"/>
                      </a:cubicBezTo>
                      <a:cubicBezTo>
                        <a:pt x="88392" y="49911"/>
                        <a:pt x="87534" y="50006"/>
                        <a:pt x="86391" y="50292"/>
                      </a:cubicBezTo>
                      <a:cubicBezTo>
                        <a:pt x="85344" y="50578"/>
                        <a:pt x="84296" y="50673"/>
                        <a:pt x="83534" y="50578"/>
                      </a:cubicBezTo>
                      <a:lnTo>
                        <a:pt x="87249" y="53054"/>
                      </a:lnTo>
                      <a:lnTo>
                        <a:pt x="87630" y="50578"/>
                      </a:lnTo>
                      <a:cubicBezTo>
                        <a:pt x="87630" y="50578"/>
                        <a:pt x="89059" y="50959"/>
                        <a:pt x="91344" y="51816"/>
                      </a:cubicBezTo>
                      <a:lnTo>
                        <a:pt x="91344" y="50578"/>
                      </a:lnTo>
                      <a:close/>
                      <a:moveTo>
                        <a:pt x="87630" y="88963"/>
                      </a:moveTo>
                      <a:cubicBezTo>
                        <a:pt x="87630" y="88963"/>
                        <a:pt x="88011" y="88773"/>
                        <a:pt x="88011" y="88678"/>
                      </a:cubicBezTo>
                      <a:cubicBezTo>
                        <a:pt x="88011" y="88678"/>
                        <a:pt x="87725" y="88392"/>
                        <a:pt x="87249" y="88106"/>
                      </a:cubicBezTo>
                      <a:cubicBezTo>
                        <a:pt x="86773" y="87821"/>
                        <a:pt x="86391" y="87630"/>
                        <a:pt x="86391" y="87439"/>
                      </a:cubicBezTo>
                      <a:cubicBezTo>
                        <a:pt x="86391" y="87249"/>
                        <a:pt x="86677" y="86963"/>
                        <a:pt x="87249" y="86677"/>
                      </a:cubicBezTo>
                      <a:cubicBezTo>
                        <a:pt x="86582" y="86487"/>
                        <a:pt x="86010" y="86487"/>
                        <a:pt x="85344" y="86868"/>
                      </a:cubicBezTo>
                      <a:cubicBezTo>
                        <a:pt x="84487" y="87439"/>
                        <a:pt x="83915" y="87725"/>
                        <a:pt x="83820" y="87725"/>
                      </a:cubicBezTo>
                      <a:cubicBezTo>
                        <a:pt x="84105" y="87725"/>
                        <a:pt x="85439" y="88106"/>
                        <a:pt x="87630" y="88963"/>
                      </a:cubicBezTo>
                      <a:close/>
                      <a:moveTo>
                        <a:pt x="91821" y="57721"/>
                      </a:moveTo>
                      <a:lnTo>
                        <a:pt x="93630" y="57721"/>
                      </a:lnTo>
                      <a:cubicBezTo>
                        <a:pt x="92773" y="57150"/>
                        <a:pt x="92107" y="57055"/>
                        <a:pt x="91821" y="57531"/>
                      </a:cubicBezTo>
                      <a:cubicBezTo>
                        <a:pt x="90678" y="57245"/>
                        <a:pt x="89059" y="56769"/>
                        <a:pt x="87058" y="56102"/>
                      </a:cubicBezTo>
                      <a:cubicBezTo>
                        <a:pt x="86868" y="55340"/>
                        <a:pt x="86296" y="55054"/>
                        <a:pt x="85344" y="55054"/>
                      </a:cubicBezTo>
                      <a:cubicBezTo>
                        <a:pt x="85725" y="55245"/>
                        <a:pt x="86296" y="55626"/>
                        <a:pt x="87058" y="56102"/>
                      </a:cubicBezTo>
                      <a:cubicBezTo>
                        <a:pt x="87058" y="56483"/>
                        <a:pt x="87249" y="57055"/>
                        <a:pt x="87249" y="57626"/>
                      </a:cubicBezTo>
                      <a:cubicBezTo>
                        <a:pt x="87058" y="58483"/>
                        <a:pt x="87058" y="58960"/>
                        <a:pt x="87249" y="58960"/>
                      </a:cubicBezTo>
                      <a:cubicBezTo>
                        <a:pt x="87249" y="59341"/>
                        <a:pt x="87344" y="59341"/>
                        <a:pt x="87630" y="59341"/>
                      </a:cubicBezTo>
                      <a:lnTo>
                        <a:pt x="89344" y="57626"/>
                      </a:lnTo>
                      <a:lnTo>
                        <a:pt x="90106" y="58102"/>
                      </a:lnTo>
                      <a:cubicBezTo>
                        <a:pt x="90106" y="58102"/>
                        <a:pt x="90106" y="58960"/>
                        <a:pt x="89821" y="59436"/>
                      </a:cubicBezTo>
                      <a:cubicBezTo>
                        <a:pt x="89439" y="59912"/>
                        <a:pt x="89344" y="60293"/>
                        <a:pt x="89344" y="60579"/>
                      </a:cubicBezTo>
                      <a:cubicBezTo>
                        <a:pt x="90297" y="60769"/>
                        <a:pt x="90868" y="60579"/>
                        <a:pt x="91059" y="59722"/>
                      </a:cubicBezTo>
                      <a:cubicBezTo>
                        <a:pt x="91344" y="58960"/>
                        <a:pt x="91535" y="58198"/>
                        <a:pt x="91725" y="57531"/>
                      </a:cubicBezTo>
                      <a:lnTo>
                        <a:pt x="91725" y="5772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 name="Google Shape;1027;p99"/>
                <p:cNvSpPr/>
                <p:nvPr/>
              </p:nvSpPr>
              <p:spPr>
                <a:xfrm>
                  <a:off x="8560402" y="2530316"/>
                  <a:ext cx="86963" cy="147161"/>
                </a:xfrm>
                <a:custGeom>
                  <a:avLst/>
                  <a:gdLst/>
                  <a:ahLst/>
                  <a:cxnLst/>
                  <a:rect l="l" t="t" r="r" b="b"/>
                  <a:pathLst>
                    <a:path w="86963" h="147161" extrusionOk="0">
                      <a:moveTo>
                        <a:pt x="83154" y="109823"/>
                      </a:moveTo>
                      <a:cubicBezTo>
                        <a:pt x="85725" y="110014"/>
                        <a:pt x="86868" y="111443"/>
                        <a:pt x="86773" y="113919"/>
                      </a:cubicBezTo>
                      <a:cubicBezTo>
                        <a:pt x="86583" y="118015"/>
                        <a:pt x="86487" y="120206"/>
                        <a:pt x="86583" y="120396"/>
                      </a:cubicBezTo>
                      <a:cubicBezTo>
                        <a:pt x="85344" y="122587"/>
                        <a:pt x="84106" y="124587"/>
                        <a:pt x="82868" y="126683"/>
                      </a:cubicBezTo>
                      <a:cubicBezTo>
                        <a:pt x="81344" y="128969"/>
                        <a:pt x="79534" y="130493"/>
                        <a:pt x="77629" y="131254"/>
                      </a:cubicBezTo>
                      <a:lnTo>
                        <a:pt x="78867" y="132207"/>
                      </a:lnTo>
                      <a:cubicBezTo>
                        <a:pt x="76581" y="134207"/>
                        <a:pt x="74390" y="136303"/>
                        <a:pt x="72104" y="138303"/>
                      </a:cubicBezTo>
                      <a:cubicBezTo>
                        <a:pt x="69438" y="140589"/>
                        <a:pt x="66770" y="141446"/>
                        <a:pt x="64008" y="141065"/>
                      </a:cubicBezTo>
                      <a:cubicBezTo>
                        <a:pt x="62961" y="143161"/>
                        <a:pt x="61056" y="144113"/>
                        <a:pt x="58198" y="144113"/>
                      </a:cubicBezTo>
                      <a:lnTo>
                        <a:pt x="56579" y="144113"/>
                      </a:lnTo>
                      <a:cubicBezTo>
                        <a:pt x="55817" y="144113"/>
                        <a:pt x="55340" y="143923"/>
                        <a:pt x="55055" y="143923"/>
                      </a:cubicBezTo>
                      <a:cubicBezTo>
                        <a:pt x="52102" y="143923"/>
                        <a:pt x="50006" y="144875"/>
                        <a:pt x="48768" y="146876"/>
                      </a:cubicBezTo>
                      <a:cubicBezTo>
                        <a:pt x="47149" y="147066"/>
                        <a:pt x="45625" y="147161"/>
                        <a:pt x="43911" y="147161"/>
                      </a:cubicBezTo>
                      <a:cubicBezTo>
                        <a:pt x="34766" y="147161"/>
                        <a:pt x="25241" y="143542"/>
                        <a:pt x="15430" y="136303"/>
                      </a:cubicBezTo>
                      <a:cubicBezTo>
                        <a:pt x="14383" y="136303"/>
                        <a:pt x="13145" y="135446"/>
                        <a:pt x="11716" y="133826"/>
                      </a:cubicBezTo>
                      <a:cubicBezTo>
                        <a:pt x="10763" y="132588"/>
                        <a:pt x="9620" y="131445"/>
                        <a:pt x="8477" y="130302"/>
                      </a:cubicBezTo>
                      <a:cubicBezTo>
                        <a:pt x="8573" y="128778"/>
                        <a:pt x="7620" y="127254"/>
                        <a:pt x="5525" y="125825"/>
                      </a:cubicBezTo>
                      <a:cubicBezTo>
                        <a:pt x="3429" y="124397"/>
                        <a:pt x="2381" y="123063"/>
                        <a:pt x="2381" y="121729"/>
                      </a:cubicBezTo>
                      <a:cubicBezTo>
                        <a:pt x="2381" y="121063"/>
                        <a:pt x="2572" y="120206"/>
                        <a:pt x="2953" y="119348"/>
                      </a:cubicBezTo>
                      <a:cubicBezTo>
                        <a:pt x="1620" y="118015"/>
                        <a:pt x="953" y="115824"/>
                        <a:pt x="953" y="112776"/>
                      </a:cubicBezTo>
                      <a:cubicBezTo>
                        <a:pt x="953" y="112109"/>
                        <a:pt x="953" y="110966"/>
                        <a:pt x="1048" y="109347"/>
                      </a:cubicBezTo>
                      <a:cubicBezTo>
                        <a:pt x="1048" y="107823"/>
                        <a:pt x="1238" y="106585"/>
                        <a:pt x="1238" y="105918"/>
                      </a:cubicBezTo>
                      <a:cubicBezTo>
                        <a:pt x="1238" y="103442"/>
                        <a:pt x="858" y="101632"/>
                        <a:pt x="0" y="100394"/>
                      </a:cubicBezTo>
                      <a:cubicBezTo>
                        <a:pt x="953" y="98489"/>
                        <a:pt x="1048" y="95726"/>
                        <a:pt x="477" y="92297"/>
                      </a:cubicBezTo>
                      <a:cubicBezTo>
                        <a:pt x="-190" y="88868"/>
                        <a:pt x="95" y="86011"/>
                        <a:pt x="1238" y="83820"/>
                      </a:cubicBezTo>
                      <a:cubicBezTo>
                        <a:pt x="1143" y="80391"/>
                        <a:pt x="1238" y="75438"/>
                        <a:pt x="1620" y="69152"/>
                      </a:cubicBezTo>
                      <a:cubicBezTo>
                        <a:pt x="953" y="67151"/>
                        <a:pt x="571" y="64961"/>
                        <a:pt x="571" y="62770"/>
                      </a:cubicBezTo>
                      <a:cubicBezTo>
                        <a:pt x="571" y="56102"/>
                        <a:pt x="5239" y="47530"/>
                        <a:pt x="14383" y="37243"/>
                      </a:cubicBezTo>
                      <a:lnTo>
                        <a:pt x="14859" y="38005"/>
                      </a:lnTo>
                      <a:cubicBezTo>
                        <a:pt x="15430" y="37529"/>
                        <a:pt x="15907" y="36576"/>
                        <a:pt x="16288" y="35338"/>
                      </a:cubicBezTo>
                      <a:cubicBezTo>
                        <a:pt x="16573" y="34100"/>
                        <a:pt x="17240" y="33338"/>
                        <a:pt x="18288" y="33052"/>
                      </a:cubicBezTo>
                      <a:lnTo>
                        <a:pt x="20764" y="33052"/>
                      </a:lnTo>
                      <a:lnTo>
                        <a:pt x="20764" y="33814"/>
                      </a:lnTo>
                      <a:cubicBezTo>
                        <a:pt x="20764" y="33814"/>
                        <a:pt x="21527" y="33242"/>
                        <a:pt x="22670" y="33242"/>
                      </a:cubicBezTo>
                      <a:cubicBezTo>
                        <a:pt x="23813" y="33242"/>
                        <a:pt x="24384" y="33242"/>
                        <a:pt x="24384" y="32861"/>
                      </a:cubicBezTo>
                      <a:cubicBezTo>
                        <a:pt x="24384" y="32576"/>
                        <a:pt x="24003" y="32099"/>
                        <a:pt x="23146" y="31337"/>
                      </a:cubicBezTo>
                      <a:cubicBezTo>
                        <a:pt x="24575" y="30194"/>
                        <a:pt x="26004" y="29147"/>
                        <a:pt x="27242" y="28099"/>
                      </a:cubicBezTo>
                      <a:cubicBezTo>
                        <a:pt x="28575" y="27051"/>
                        <a:pt x="30289" y="26575"/>
                        <a:pt x="32481" y="26575"/>
                      </a:cubicBezTo>
                      <a:cubicBezTo>
                        <a:pt x="32766" y="25718"/>
                        <a:pt x="33242" y="25337"/>
                        <a:pt x="33814" y="25337"/>
                      </a:cubicBezTo>
                      <a:cubicBezTo>
                        <a:pt x="34100" y="25337"/>
                        <a:pt x="34671" y="25527"/>
                        <a:pt x="35433" y="26003"/>
                      </a:cubicBezTo>
                      <a:cubicBezTo>
                        <a:pt x="36195" y="26479"/>
                        <a:pt x="36767" y="26670"/>
                        <a:pt x="37148" y="26575"/>
                      </a:cubicBezTo>
                      <a:cubicBezTo>
                        <a:pt x="36957" y="26289"/>
                        <a:pt x="36862" y="26003"/>
                        <a:pt x="36862" y="25813"/>
                      </a:cubicBezTo>
                      <a:cubicBezTo>
                        <a:pt x="36862" y="25337"/>
                        <a:pt x="37338" y="24670"/>
                        <a:pt x="38195" y="23908"/>
                      </a:cubicBezTo>
                      <a:cubicBezTo>
                        <a:pt x="39053" y="23146"/>
                        <a:pt x="39434" y="22574"/>
                        <a:pt x="39434" y="22193"/>
                      </a:cubicBezTo>
                      <a:cubicBezTo>
                        <a:pt x="39434" y="21717"/>
                        <a:pt x="39053" y="21241"/>
                        <a:pt x="38386" y="20860"/>
                      </a:cubicBezTo>
                      <a:cubicBezTo>
                        <a:pt x="38767" y="20860"/>
                        <a:pt x="39338" y="21622"/>
                        <a:pt x="40100" y="23336"/>
                      </a:cubicBezTo>
                      <a:lnTo>
                        <a:pt x="39624" y="23813"/>
                      </a:lnTo>
                      <a:cubicBezTo>
                        <a:pt x="40100" y="24384"/>
                        <a:pt x="41148" y="24479"/>
                        <a:pt x="42863" y="23908"/>
                      </a:cubicBezTo>
                      <a:cubicBezTo>
                        <a:pt x="44196" y="23527"/>
                        <a:pt x="45148" y="24003"/>
                        <a:pt x="45625" y="25432"/>
                      </a:cubicBezTo>
                      <a:cubicBezTo>
                        <a:pt x="46292" y="24670"/>
                        <a:pt x="46958" y="24384"/>
                        <a:pt x="47720" y="24384"/>
                      </a:cubicBezTo>
                      <a:cubicBezTo>
                        <a:pt x="48387" y="24384"/>
                        <a:pt x="49245" y="24860"/>
                        <a:pt x="50483" y="25813"/>
                      </a:cubicBezTo>
                      <a:cubicBezTo>
                        <a:pt x="51721" y="26765"/>
                        <a:pt x="52769" y="27242"/>
                        <a:pt x="53626" y="27242"/>
                      </a:cubicBezTo>
                      <a:cubicBezTo>
                        <a:pt x="54197" y="27242"/>
                        <a:pt x="54864" y="27051"/>
                        <a:pt x="55436" y="26575"/>
                      </a:cubicBezTo>
                      <a:cubicBezTo>
                        <a:pt x="55912" y="27432"/>
                        <a:pt x="56579" y="27908"/>
                        <a:pt x="57341" y="27908"/>
                      </a:cubicBezTo>
                      <a:cubicBezTo>
                        <a:pt x="57531" y="27908"/>
                        <a:pt x="58293" y="27623"/>
                        <a:pt x="59627" y="26956"/>
                      </a:cubicBezTo>
                      <a:lnTo>
                        <a:pt x="60389" y="30004"/>
                      </a:lnTo>
                      <a:cubicBezTo>
                        <a:pt x="60389" y="30004"/>
                        <a:pt x="61532" y="29718"/>
                        <a:pt x="63151" y="29242"/>
                      </a:cubicBezTo>
                      <a:cubicBezTo>
                        <a:pt x="64198" y="28766"/>
                        <a:pt x="65247" y="28766"/>
                        <a:pt x="66199" y="28956"/>
                      </a:cubicBezTo>
                      <a:cubicBezTo>
                        <a:pt x="66199" y="30575"/>
                        <a:pt x="67342" y="32195"/>
                        <a:pt x="69723" y="33719"/>
                      </a:cubicBezTo>
                      <a:cubicBezTo>
                        <a:pt x="70676" y="33338"/>
                        <a:pt x="71438" y="33147"/>
                        <a:pt x="72200" y="33147"/>
                      </a:cubicBezTo>
                      <a:cubicBezTo>
                        <a:pt x="73533" y="33147"/>
                        <a:pt x="74867" y="34671"/>
                        <a:pt x="76200" y="37719"/>
                      </a:cubicBezTo>
                      <a:cubicBezTo>
                        <a:pt x="77629" y="40767"/>
                        <a:pt x="79343" y="42482"/>
                        <a:pt x="81534" y="42672"/>
                      </a:cubicBezTo>
                      <a:cubicBezTo>
                        <a:pt x="81534" y="44577"/>
                        <a:pt x="82296" y="47054"/>
                        <a:pt x="84201" y="50102"/>
                      </a:cubicBezTo>
                      <a:cubicBezTo>
                        <a:pt x="86011" y="53150"/>
                        <a:pt x="86963" y="55626"/>
                        <a:pt x="86963" y="57722"/>
                      </a:cubicBezTo>
                      <a:cubicBezTo>
                        <a:pt x="86963" y="58960"/>
                        <a:pt x="86773" y="60198"/>
                        <a:pt x="86392" y="61532"/>
                      </a:cubicBezTo>
                      <a:cubicBezTo>
                        <a:pt x="84963" y="61627"/>
                        <a:pt x="83058" y="62484"/>
                        <a:pt x="80772" y="64199"/>
                      </a:cubicBezTo>
                      <a:cubicBezTo>
                        <a:pt x="78391" y="65818"/>
                        <a:pt x="76391" y="66580"/>
                        <a:pt x="74772" y="66580"/>
                      </a:cubicBezTo>
                      <a:cubicBezTo>
                        <a:pt x="74105" y="66580"/>
                        <a:pt x="73533" y="66580"/>
                        <a:pt x="72771" y="66294"/>
                      </a:cubicBezTo>
                      <a:cubicBezTo>
                        <a:pt x="72295" y="67437"/>
                        <a:pt x="71342" y="68008"/>
                        <a:pt x="69818" y="68104"/>
                      </a:cubicBezTo>
                      <a:cubicBezTo>
                        <a:pt x="67913" y="68199"/>
                        <a:pt x="66866" y="68580"/>
                        <a:pt x="66294" y="69152"/>
                      </a:cubicBezTo>
                      <a:cubicBezTo>
                        <a:pt x="63055" y="68008"/>
                        <a:pt x="60674" y="63532"/>
                        <a:pt x="59246" y="55626"/>
                      </a:cubicBezTo>
                      <a:cubicBezTo>
                        <a:pt x="55531" y="52769"/>
                        <a:pt x="53530" y="51245"/>
                        <a:pt x="53245" y="51245"/>
                      </a:cubicBezTo>
                      <a:cubicBezTo>
                        <a:pt x="51245" y="49911"/>
                        <a:pt x="49149" y="49244"/>
                        <a:pt x="47149" y="49244"/>
                      </a:cubicBezTo>
                      <a:cubicBezTo>
                        <a:pt x="46101" y="49244"/>
                        <a:pt x="45054" y="49340"/>
                        <a:pt x="43911" y="49721"/>
                      </a:cubicBezTo>
                      <a:cubicBezTo>
                        <a:pt x="34957" y="50768"/>
                        <a:pt x="29242" y="54293"/>
                        <a:pt x="26765" y="60293"/>
                      </a:cubicBezTo>
                      <a:cubicBezTo>
                        <a:pt x="25908" y="61151"/>
                        <a:pt x="25051" y="61532"/>
                        <a:pt x="24194" y="61532"/>
                      </a:cubicBezTo>
                      <a:cubicBezTo>
                        <a:pt x="23622" y="61532"/>
                        <a:pt x="22956" y="61436"/>
                        <a:pt x="22193" y="61151"/>
                      </a:cubicBezTo>
                      <a:cubicBezTo>
                        <a:pt x="21431" y="60865"/>
                        <a:pt x="20764" y="60770"/>
                        <a:pt x="20288" y="60770"/>
                      </a:cubicBezTo>
                      <a:lnTo>
                        <a:pt x="20764" y="62579"/>
                      </a:lnTo>
                      <a:cubicBezTo>
                        <a:pt x="20479" y="63246"/>
                        <a:pt x="20193" y="63532"/>
                        <a:pt x="19621" y="63532"/>
                      </a:cubicBezTo>
                      <a:cubicBezTo>
                        <a:pt x="19241" y="63532"/>
                        <a:pt x="18383" y="63151"/>
                        <a:pt x="17145" y="62484"/>
                      </a:cubicBezTo>
                      <a:cubicBezTo>
                        <a:pt x="15907" y="61817"/>
                        <a:pt x="14859" y="61436"/>
                        <a:pt x="14192" y="61436"/>
                      </a:cubicBezTo>
                      <a:cubicBezTo>
                        <a:pt x="13049" y="61436"/>
                        <a:pt x="12097" y="62103"/>
                        <a:pt x="11430" y="63437"/>
                      </a:cubicBezTo>
                      <a:cubicBezTo>
                        <a:pt x="12478" y="63722"/>
                        <a:pt x="13811" y="63913"/>
                        <a:pt x="15430" y="63913"/>
                      </a:cubicBezTo>
                      <a:lnTo>
                        <a:pt x="14478" y="65151"/>
                      </a:lnTo>
                      <a:cubicBezTo>
                        <a:pt x="14478" y="65151"/>
                        <a:pt x="15240" y="65723"/>
                        <a:pt x="15430" y="65627"/>
                      </a:cubicBezTo>
                      <a:lnTo>
                        <a:pt x="16669" y="64675"/>
                      </a:lnTo>
                      <a:cubicBezTo>
                        <a:pt x="16669" y="64675"/>
                        <a:pt x="17431" y="65532"/>
                        <a:pt x="18860" y="66485"/>
                      </a:cubicBezTo>
                      <a:cubicBezTo>
                        <a:pt x="20288" y="67342"/>
                        <a:pt x="21050" y="68294"/>
                        <a:pt x="21241" y="69342"/>
                      </a:cubicBezTo>
                      <a:cubicBezTo>
                        <a:pt x="21908" y="68961"/>
                        <a:pt x="22384" y="68390"/>
                        <a:pt x="22479" y="67818"/>
                      </a:cubicBezTo>
                      <a:lnTo>
                        <a:pt x="22479" y="66389"/>
                      </a:lnTo>
                      <a:cubicBezTo>
                        <a:pt x="22479" y="66389"/>
                        <a:pt x="23146" y="65723"/>
                        <a:pt x="24289" y="65627"/>
                      </a:cubicBezTo>
                      <a:cubicBezTo>
                        <a:pt x="24765" y="67247"/>
                        <a:pt x="25051" y="69437"/>
                        <a:pt x="25051" y="72104"/>
                      </a:cubicBezTo>
                      <a:cubicBezTo>
                        <a:pt x="24955" y="77057"/>
                        <a:pt x="24955" y="79343"/>
                        <a:pt x="24955" y="78677"/>
                      </a:cubicBezTo>
                      <a:cubicBezTo>
                        <a:pt x="23432" y="78962"/>
                        <a:pt x="22003" y="78391"/>
                        <a:pt x="20860" y="76962"/>
                      </a:cubicBezTo>
                      <a:lnTo>
                        <a:pt x="19621" y="78677"/>
                      </a:lnTo>
                      <a:cubicBezTo>
                        <a:pt x="19621" y="78677"/>
                        <a:pt x="18765" y="78105"/>
                        <a:pt x="18383" y="78200"/>
                      </a:cubicBezTo>
                      <a:lnTo>
                        <a:pt x="17907" y="78677"/>
                      </a:lnTo>
                      <a:cubicBezTo>
                        <a:pt x="18860" y="80201"/>
                        <a:pt x="20764" y="80772"/>
                        <a:pt x="23717" y="80391"/>
                      </a:cubicBezTo>
                      <a:cubicBezTo>
                        <a:pt x="23527" y="80867"/>
                        <a:pt x="23432" y="81439"/>
                        <a:pt x="23432" y="81915"/>
                      </a:cubicBezTo>
                      <a:cubicBezTo>
                        <a:pt x="23432" y="82487"/>
                        <a:pt x="23717" y="83439"/>
                        <a:pt x="24384" y="84582"/>
                      </a:cubicBezTo>
                      <a:cubicBezTo>
                        <a:pt x="25051" y="85725"/>
                        <a:pt x="25337" y="86678"/>
                        <a:pt x="25337" y="87440"/>
                      </a:cubicBezTo>
                      <a:cubicBezTo>
                        <a:pt x="25337" y="88011"/>
                        <a:pt x="25241" y="88678"/>
                        <a:pt x="25051" y="89249"/>
                      </a:cubicBezTo>
                      <a:cubicBezTo>
                        <a:pt x="24194" y="90107"/>
                        <a:pt x="23813" y="91059"/>
                        <a:pt x="23813" y="92202"/>
                      </a:cubicBezTo>
                      <a:cubicBezTo>
                        <a:pt x="23908" y="93917"/>
                        <a:pt x="23908" y="94964"/>
                        <a:pt x="23813" y="95250"/>
                      </a:cubicBezTo>
                      <a:cubicBezTo>
                        <a:pt x="23908" y="95631"/>
                        <a:pt x="24194" y="98298"/>
                        <a:pt x="24765" y="103251"/>
                      </a:cubicBezTo>
                      <a:cubicBezTo>
                        <a:pt x="25051" y="106966"/>
                        <a:pt x="26004" y="109538"/>
                        <a:pt x="27337" y="111252"/>
                      </a:cubicBezTo>
                      <a:cubicBezTo>
                        <a:pt x="27147" y="111824"/>
                        <a:pt x="27051" y="112395"/>
                        <a:pt x="27051" y="112776"/>
                      </a:cubicBezTo>
                      <a:cubicBezTo>
                        <a:pt x="27051" y="113538"/>
                        <a:pt x="27623" y="114205"/>
                        <a:pt x="28575" y="114967"/>
                      </a:cubicBezTo>
                      <a:cubicBezTo>
                        <a:pt x="29623" y="115633"/>
                        <a:pt x="30004" y="116586"/>
                        <a:pt x="29813" y="117729"/>
                      </a:cubicBezTo>
                      <a:cubicBezTo>
                        <a:pt x="31052" y="117634"/>
                        <a:pt x="32766" y="118110"/>
                        <a:pt x="34957" y="119158"/>
                      </a:cubicBezTo>
                      <a:cubicBezTo>
                        <a:pt x="37052" y="120206"/>
                        <a:pt x="38767" y="120777"/>
                        <a:pt x="40100" y="120777"/>
                      </a:cubicBezTo>
                      <a:cubicBezTo>
                        <a:pt x="40672" y="120777"/>
                        <a:pt x="41148" y="120777"/>
                        <a:pt x="41720" y="120587"/>
                      </a:cubicBezTo>
                      <a:cubicBezTo>
                        <a:pt x="42863" y="121729"/>
                        <a:pt x="44101" y="122301"/>
                        <a:pt x="45339" y="122301"/>
                      </a:cubicBezTo>
                      <a:cubicBezTo>
                        <a:pt x="46197" y="122301"/>
                        <a:pt x="47435" y="121920"/>
                        <a:pt x="49149" y="121158"/>
                      </a:cubicBezTo>
                      <a:cubicBezTo>
                        <a:pt x="50864" y="120396"/>
                        <a:pt x="52292" y="120015"/>
                        <a:pt x="53340" y="120015"/>
                      </a:cubicBezTo>
                      <a:cubicBezTo>
                        <a:pt x="53816" y="120015"/>
                        <a:pt x="54293" y="120015"/>
                        <a:pt x="54673" y="120110"/>
                      </a:cubicBezTo>
                      <a:cubicBezTo>
                        <a:pt x="55055" y="119063"/>
                        <a:pt x="56674" y="117348"/>
                        <a:pt x="59436" y="114776"/>
                      </a:cubicBezTo>
                      <a:cubicBezTo>
                        <a:pt x="61532" y="112871"/>
                        <a:pt x="62579" y="110871"/>
                        <a:pt x="62389" y="108776"/>
                      </a:cubicBezTo>
                      <a:lnTo>
                        <a:pt x="63532" y="107823"/>
                      </a:lnTo>
                      <a:lnTo>
                        <a:pt x="62770" y="107061"/>
                      </a:lnTo>
                      <a:cubicBezTo>
                        <a:pt x="64008" y="104680"/>
                        <a:pt x="65627" y="103537"/>
                        <a:pt x="67533" y="103537"/>
                      </a:cubicBezTo>
                      <a:cubicBezTo>
                        <a:pt x="68485" y="103537"/>
                        <a:pt x="69914" y="103918"/>
                        <a:pt x="71819" y="104680"/>
                      </a:cubicBezTo>
                      <a:cubicBezTo>
                        <a:pt x="73819" y="105442"/>
                        <a:pt x="75343" y="105918"/>
                        <a:pt x="76295" y="105918"/>
                      </a:cubicBezTo>
                      <a:cubicBezTo>
                        <a:pt x="76581" y="106966"/>
                        <a:pt x="77724" y="107633"/>
                        <a:pt x="79629" y="107918"/>
                      </a:cubicBezTo>
                      <a:cubicBezTo>
                        <a:pt x="81534" y="108204"/>
                        <a:pt x="82582" y="108966"/>
                        <a:pt x="82963" y="110109"/>
                      </a:cubicBezTo>
                      <a:close/>
                      <a:moveTo>
                        <a:pt x="15716" y="93821"/>
                      </a:moveTo>
                      <a:cubicBezTo>
                        <a:pt x="16479" y="94679"/>
                        <a:pt x="17336" y="95060"/>
                        <a:pt x="18193" y="95060"/>
                      </a:cubicBezTo>
                      <a:cubicBezTo>
                        <a:pt x="18574" y="95060"/>
                        <a:pt x="19717" y="94679"/>
                        <a:pt x="21527" y="93821"/>
                      </a:cubicBezTo>
                      <a:lnTo>
                        <a:pt x="19336" y="91535"/>
                      </a:lnTo>
                      <a:lnTo>
                        <a:pt x="20574" y="92774"/>
                      </a:lnTo>
                      <a:lnTo>
                        <a:pt x="19336" y="93821"/>
                      </a:lnTo>
                      <a:cubicBezTo>
                        <a:pt x="18383" y="93821"/>
                        <a:pt x="18002" y="93345"/>
                        <a:pt x="18098" y="92488"/>
                      </a:cubicBezTo>
                      <a:cubicBezTo>
                        <a:pt x="18098" y="91726"/>
                        <a:pt x="18002" y="91154"/>
                        <a:pt x="17717" y="90773"/>
                      </a:cubicBezTo>
                      <a:cubicBezTo>
                        <a:pt x="17717" y="90964"/>
                        <a:pt x="17145" y="91440"/>
                        <a:pt x="16193" y="92107"/>
                      </a:cubicBezTo>
                      <a:cubicBezTo>
                        <a:pt x="15716" y="92393"/>
                        <a:pt x="15526" y="92964"/>
                        <a:pt x="15716" y="93821"/>
                      </a:cubicBezTo>
                      <a:close/>
                      <a:moveTo>
                        <a:pt x="20574" y="26956"/>
                      </a:moveTo>
                      <a:cubicBezTo>
                        <a:pt x="20574" y="26956"/>
                        <a:pt x="20098" y="26956"/>
                        <a:pt x="19908" y="26670"/>
                      </a:cubicBezTo>
                      <a:cubicBezTo>
                        <a:pt x="19908" y="26289"/>
                        <a:pt x="20384" y="26099"/>
                        <a:pt x="21241" y="26099"/>
                      </a:cubicBezTo>
                      <a:cubicBezTo>
                        <a:pt x="21717" y="26099"/>
                        <a:pt x="22003" y="26289"/>
                        <a:pt x="22193" y="26575"/>
                      </a:cubicBezTo>
                      <a:lnTo>
                        <a:pt x="20479" y="27051"/>
                      </a:lnTo>
                      <a:close/>
                      <a:moveTo>
                        <a:pt x="22860" y="36671"/>
                      </a:moveTo>
                      <a:lnTo>
                        <a:pt x="22860" y="38767"/>
                      </a:lnTo>
                      <a:lnTo>
                        <a:pt x="23908" y="38767"/>
                      </a:lnTo>
                      <a:cubicBezTo>
                        <a:pt x="24289" y="38195"/>
                        <a:pt x="23908" y="37433"/>
                        <a:pt x="22860" y="36671"/>
                      </a:cubicBezTo>
                      <a:close/>
                      <a:moveTo>
                        <a:pt x="22860" y="63818"/>
                      </a:moveTo>
                      <a:lnTo>
                        <a:pt x="22860" y="62579"/>
                      </a:lnTo>
                      <a:lnTo>
                        <a:pt x="24575" y="62579"/>
                      </a:lnTo>
                      <a:lnTo>
                        <a:pt x="22860" y="63818"/>
                      </a:lnTo>
                      <a:close/>
                      <a:moveTo>
                        <a:pt x="34100" y="57341"/>
                      </a:moveTo>
                      <a:lnTo>
                        <a:pt x="32385" y="56579"/>
                      </a:lnTo>
                      <a:lnTo>
                        <a:pt x="33338" y="54483"/>
                      </a:lnTo>
                      <a:lnTo>
                        <a:pt x="34100" y="57341"/>
                      </a:lnTo>
                      <a:close/>
                      <a:moveTo>
                        <a:pt x="35338" y="48482"/>
                      </a:moveTo>
                      <a:cubicBezTo>
                        <a:pt x="34766" y="48292"/>
                        <a:pt x="33909" y="48673"/>
                        <a:pt x="32861" y="49721"/>
                      </a:cubicBezTo>
                      <a:lnTo>
                        <a:pt x="35338" y="50197"/>
                      </a:lnTo>
                      <a:lnTo>
                        <a:pt x="35338" y="48482"/>
                      </a:lnTo>
                      <a:close/>
                      <a:moveTo>
                        <a:pt x="40100" y="8763"/>
                      </a:moveTo>
                      <a:lnTo>
                        <a:pt x="40577" y="9335"/>
                      </a:lnTo>
                      <a:lnTo>
                        <a:pt x="36386" y="8763"/>
                      </a:lnTo>
                      <a:lnTo>
                        <a:pt x="40100" y="8763"/>
                      </a:lnTo>
                      <a:close/>
                      <a:moveTo>
                        <a:pt x="38577" y="52483"/>
                      </a:moveTo>
                      <a:cubicBezTo>
                        <a:pt x="38577" y="52483"/>
                        <a:pt x="39148" y="52769"/>
                        <a:pt x="39338" y="53245"/>
                      </a:cubicBezTo>
                      <a:lnTo>
                        <a:pt x="39338" y="54864"/>
                      </a:lnTo>
                      <a:cubicBezTo>
                        <a:pt x="39338" y="54864"/>
                        <a:pt x="38862" y="54293"/>
                        <a:pt x="38386" y="54293"/>
                      </a:cubicBezTo>
                      <a:lnTo>
                        <a:pt x="37148" y="54483"/>
                      </a:lnTo>
                      <a:cubicBezTo>
                        <a:pt x="37148" y="53150"/>
                        <a:pt x="37529" y="52483"/>
                        <a:pt x="38481" y="52483"/>
                      </a:cubicBezTo>
                      <a:close/>
                      <a:moveTo>
                        <a:pt x="39624" y="32957"/>
                      </a:moveTo>
                      <a:lnTo>
                        <a:pt x="38862" y="32480"/>
                      </a:lnTo>
                      <a:cubicBezTo>
                        <a:pt x="38862" y="32480"/>
                        <a:pt x="39338" y="32957"/>
                        <a:pt x="39624" y="32957"/>
                      </a:cubicBezTo>
                      <a:lnTo>
                        <a:pt x="40577" y="33719"/>
                      </a:lnTo>
                      <a:lnTo>
                        <a:pt x="40577" y="32957"/>
                      </a:lnTo>
                      <a:lnTo>
                        <a:pt x="39624" y="32957"/>
                      </a:lnTo>
                      <a:close/>
                      <a:moveTo>
                        <a:pt x="42196" y="58579"/>
                      </a:moveTo>
                      <a:lnTo>
                        <a:pt x="40005" y="58579"/>
                      </a:lnTo>
                      <a:lnTo>
                        <a:pt x="40005" y="56102"/>
                      </a:lnTo>
                      <a:lnTo>
                        <a:pt x="42196" y="58579"/>
                      </a:lnTo>
                      <a:close/>
                      <a:moveTo>
                        <a:pt x="42958" y="43053"/>
                      </a:moveTo>
                      <a:lnTo>
                        <a:pt x="40577" y="42577"/>
                      </a:lnTo>
                      <a:lnTo>
                        <a:pt x="40577" y="43053"/>
                      </a:lnTo>
                      <a:lnTo>
                        <a:pt x="42958" y="43053"/>
                      </a:lnTo>
                      <a:close/>
                      <a:moveTo>
                        <a:pt x="45339" y="8763"/>
                      </a:moveTo>
                      <a:lnTo>
                        <a:pt x="44863" y="10573"/>
                      </a:lnTo>
                      <a:lnTo>
                        <a:pt x="44196" y="10573"/>
                      </a:lnTo>
                      <a:lnTo>
                        <a:pt x="45339" y="8763"/>
                      </a:lnTo>
                      <a:close/>
                      <a:moveTo>
                        <a:pt x="46482" y="22384"/>
                      </a:moveTo>
                      <a:cubicBezTo>
                        <a:pt x="45339" y="22384"/>
                        <a:pt x="44768" y="22193"/>
                        <a:pt x="44768" y="21908"/>
                      </a:cubicBezTo>
                      <a:cubicBezTo>
                        <a:pt x="44768" y="21717"/>
                        <a:pt x="44958" y="21336"/>
                        <a:pt x="45339" y="20765"/>
                      </a:cubicBezTo>
                      <a:cubicBezTo>
                        <a:pt x="45720" y="20193"/>
                        <a:pt x="45815" y="19717"/>
                        <a:pt x="45720" y="19431"/>
                      </a:cubicBezTo>
                      <a:cubicBezTo>
                        <a:pt x="46101" y="19717"/>
                        <a:pt x="46673" y="20098"/>
                        <a:pt x="47149" y="20383"/>
                      </a:cubicBezTo>
                      <a:cubicBezTo>
                        <a:pt x="47244" y="20574"/>
                        <a:pt x="47149" y="21241"/>
                        <a:pt x="46482" y="22384"/>
                      </a:cubicBezTo>
                      <a:close/>
                      <a:moveTo>
                        <a:pt x="45720" y="19431"/>
                      </a:moveTo>
                      <a:cubicBezTo>
                        <a:pt x="45720" y="19431"/>
                        <a:pt x="45339" y="19050"/>
                        <a:pt x="45339" y="18860"/>
                      </a:cubicBezTo>
                      <a:cubicBezTo>
                        <a:pt x="45339" y="18860"/>
                        <a:pt x="45530" y="18860"/>
                        <a:pt x="45625" y="19050"/>
                      </a:cubicBezTo>
                      <a:cubicBezTo>
                        <a:pt x="45625" y="19241"/>
                        <a:pt x="45720" y="19336"/>
                        <a:pt x="45720" y="19431"/>
                      </a:cubicBezTo>
                      <a:close/>
                      <a:moveTo>
                        <a:pt x="46482" y="32957"/>
                      </a:moveTo>
                      <a:lnTo>
                        <a:pt x="46101" y="34195"/>
                      </a:lnTo>
                      <a:cubicBezTo>
                        <a:pt x="47340" y="34195"/>
                        <a:pt x="48292" y="34576"/>
                        <a:pt x="48959" y="35433"/>
                      </a:cubicBezTo>
                      <a:cubicBezTo>
                        <a:pt x="49245" y="34576"/>
                        <a:pt x="48959" y="34004"/>
                        <a:pt x="48006" y="33623"/>
                      </a:cubicBezTo>
                      <a:cubicBezTo>
                        <a:pt x="47054" y="33242"/>
                        <a:pt x="46577" y="33052"/>
                        <a:pt x="46387" y="32957"/>
                      </a:cubicBezTo>
                      <a:close/>
                      <a:moveTo>
                        <a:pt x="51911" y="16002"/>
                      </a:moveTo>
                      <a:lnTo>
                        <a:pt x="51911" y="17240"/>
                      </a:lnTo>
                      <a:lnTo>
                        <a:pt x="47720" y="16478"/>
                      </a:lnTo>
                      <a:lnTo>
                        <a:pt x="47720" y="15240"/>
                      </a:lnTo>
                      <a:cubicBezTo>
                        <a:pt x="48006" y="16097"/>
                        <a:pt x="48673" y="16574"/>
                        <a:pt x="49721" y="16574"/>
                      </a:cubicBezTo>
                      <a:cubicBezTo>
                        <a:pt x="50578" y="16669"/>
                        <a:pt x="51245" y="16574"/>
                        <a:pt x="51911" y="16002"/>
                      </a:cubicBezTo>
                      <a:close/>
                      <a:moveTo>
                        <a:pt x="52959" y="0"/>
                      </a:moveTo>
                      <a:lnTo>
                        <a:pt x="53626" y="3334"/>
                      </a:lnTo>
                      <a:lnTo>
                        <a:pt x="52959" y="476"/>
                      </a:lnTo>
                      <a:lnTo>
                        <a:pt x="52959" y="0"/>
                      </a:lnTo>
                      <a:close/>
                      <a:moveTo>
                        <a:pt x="55340" y="28956"/>
                      </a:moveTo>
                      <a:cubicBezTo>
                        <a:pt x="55340" y="28956"/>
                        <a:pt x="54673" y="29242"/>
                        <a:pt x="54007" y="29908"/>
                      </a:cubicBezTo>
                      <a:cubicBezTo>
                        <a:pt x="53340" y="30480"/>
                        <a:pt x="52959" y="31052"/>
                        <a:pt x="52959" y="31433"/>
                      </a:cubicBezTo>
                      <a:cubicBezTo>
                        <a:pt x="52959" y="32004"/>
                        <a:pt x="53340" y="32290"/>
                        <a:pt x="54102" y="32480"/>
                      </a:cubicBezTo>
                      <a:cubicBezTo>
                        <a:pt x="54102" y="32290"/>
                        <a:pt x="54102" y="31909"/>
                        <a:pt x="53626" y="31242"/>
                      </a:cubicBezTo>
                      <a:cubicBezTo>
                        <a:pt x="54769" y="30290"/>
                        <a:pt x="55531" y="29908"/>
                        <a:pt x="55912" y="30004"/>
                      </a:cubicBezTo>
                      <a:cubicBezTo>
                        <a:pt x="55436" y="29528"/>
                        <a:pt x="55150" y="29147"/>
                        <a:pt x="55340" y="28956"/>
                      </a:cubicBezTo>
                      <a:close/>
                      <a:moveTo>
                        <a:pt x="56769" y="23146"/>
                      </a:moveTo>
                      <a:lnTo>
                        <a:pt x="58484" y="23146"/>
                      </a:lnTo>
                      <a:lnTo>
                        <a:pt x="56769" y="24098"/>
                      </a:lnTo>
                      <a:lnTo>
                        <a:pt x="56769" y="23146"/>
                      </a:lnTo>
                      <a:close/>
                      <a:moveTo>
                        <a:pt x="62675" y="24956"/>
                      </a:moveTo>
                      <a:cubicBezTo>
                        <a:pt x="62675" y="24956"/>
                        <a:pt x="61913" y="24289"/>
                        <a:pt x="60865" y="23432"/>
                      </a:cubicBezTo>
                      <a:cubicBezTo>
                        <a:pt x="60198" y="22860"/>
                        <a:pt x="59722" y="22289"/>
                        <a:pt x="59722" y="21812"/>
                      </a:cubicBezTo>
                      <a:cubicBezTo>
                        <a:pt x="59722" y="21527"/>
                        <a:pt x="59817" y="21146"/>
                        <a:pt x="60103" y="20765"/>
                      </a:cubicBezTo>
                      <a:cubicBezTo>
                        <a:pt x="61436" y="20669"/>
                        <a:pt x="62103" y="21050"/>
                        <a:pt x="62294" y="22098"/>
                      </a:cubicBezTo>
                      <a:cubicBezTo>
                        <a:pt x="62484" y="23051"/>
                        <a:pt x="62579" y="24098"/>
                        <a:pt x="62675" y="25051"/>
                      </a:cubicBezTo>
                      <a:close/>
                      <a:moveTo>
                        <a:pt x="61341" y="42577"/>
                      </a:moveTo>
                      <a:lnTo>
                        <a:pt x="60103" y="41339"/>
                      </a:lnTo>
                      <a:lnTo>
                        <a:pt x="61341" y="43053"/>
                      </a:lnTo>
                      <a:lnTo>
                        <a:pt x="61341" y="42577"/>
                      </a:lnTo>
                      <a:close/>
                      <a:moveTo>
                        <a:pt x="62579" y="39529"/>
                      </a:moveTo>
                      <a:lnTo>
                        <a:pt x="62579" y="41339"/>
                      </a:lnTo>
                      <a:cubicBezTo>
                        <a:pt x="64008" y="41339"/>
                        <a:pt x="65247" y="40672"/>
                        <a:pt x="66390" y="39338"/>
                      </a:cubicBezTo>
                      <a:cubicBezTo>
                        <a:pt x="66675" y="39148"/>
                        <a:pt x="66961" y="38767"/>
                        <a:pt x="67342" y="38291"/>
                      </a:cubicBezTo>
                      <a:cubicBezTo>
                        <a:pt x="67056" y="38767"/>
                        <a:pt x="66770" y="39148"/>
                        <a:pt x="66390" y="39338"/>
                      </a:cubicBezTo>
                      <a:cubicBezTo>
                        <a:pt x="65437" y="39338"/>
                        <a:pt x="64198" y="39338"/>
                        <a:pt x="62579" y="39529"/>
                      </a:cubicBezTo>
                      <a:close/>
                      <a:moveTo>
                        <a:pt x="62675" y="24956"/>
                      </a:moveTo>
                      <a:cubicBezTo>
                        <a:pt x="62675" y="24956"/>
                        <a:pt x="62961" y="25718"/>
                        <a:pt x="62961" y="26003"/>
                      </a:cubicBezTo>
                      <a:cubicBezTo>
                        <a:pt x="62770" y="25622"/>
                        <a:pt x="62675" y="25241"/>
                        <a:pt x="62675" y="24956"/>
                      </a:cubicBezTo>
                      <a:close/>
                      <a:moveTo>
                        <a:pt x="69723" y="47625"/>
                      </a:moveTo>
                      <a:lnTo>
                        <a:pt x="69723" y="45529"/>
                      </a:lnTo>
                      <a:lnTo>
                        <a:pt x="67342" y="47244"/>
                      </a:lnTo>
                      <a:lnTo>
                        <a:pt x="69723" y="47625"/>
                      </a:lnTo>
                      <a:close/>
                      <a:moveTo>
                        <a:pt x="68961" y="38767"/>
                      </a:moveTo>
                      <a:cubicBezTo>
                        <a:pt x="68961" y="38767"/>
                        <a:pt x="69628" y="39529"/>
                        <a:pt x="69628" y="39815"/>
                      </a:cubicBezTo>
                      <a:cubicBezTo>
                        <a:pt x="69628" y="40100"/>
                        <a:pt x="69342" y="40481"/>
                        <a:pt x="68771" y="40862"/>
                      </a:cubicBezTo>
                      <a:cubicBezTo>
                        <a:pt x="68104" y="41243"/>
                        <a:pt x="67818" y="41529"/>
                        <a:pt x="67818" y="41624"/>
                      </a:cubicBezTo>
                      <a:cubicBezTo>
                        <a:pt x="67818" y="41910"/>
                        <a:pt x="68199" y="42291"/>
                        <a:pt x="68961" y="42577"/>
                      </a:cubicBezTo>
                      <a:cubicBezTo>
                        <a:pt x="69342" y="41529"/>
                        <a:pt x="69628" y="40481"/>
                        <a:pt x="70009" y="39433"/>
                      </a:cubicBezTo>
                      <a:cubicBezTo>
                        <a:pt x="70390" y="38386"/>
                        <a:pt x="71057" y="37814"/>
                        <a:pt x="71819" y="37814"/>
                      </a:cubicBezTo>
                      <a:lnTo>
                        <a:pt x="70581" y="36576"/>
                      </a:lnTo>
                      <a:lnTo>
                        <a:pt x="68866" y="38672"/>
                      </a:lnTo>
                      <a:close/>
                      <a:moveTo>
                        <a:pt x="70199" y="14288"/>
                      </a:moveTo>
                      <a:lnTo>
                        <a:pt x="70199" y="16478"/>
                      </a:lnTo>
                      <a:lnTo>
                        <a:pt x="69723" y="16478"/>
                      </a:lnTo>
                      <a:lnTo>
                        <a:pt x="69723" y="14288"/>
                      </a:lnTo>
                      <a:lnTo>
                        <a:pt x="70199" y="14288"/>
                      </a:lnTo>
                      <a:close/>
                      <a:moveTo>
                        <a:pt x="74962" y="11430"/>
                      </a:moveTo>
                      <a:cubicBezTo>
                        <a:pt x="74200" y="11716"/>
                        <a:pt x="73819" y="11906"/>
                        <a:pt x="73629" y="11906"/>
                      </a:cubicBezTo>
                      <a:lnTo>
                        <a:pt x="73629" y="10192"/>
                      </a:lnTo>
                      <a:lnTo>
                        <a:pt x="74962" y="11430"/>
                      </a:lnTo>
                      <a:close/>
                      <a:moveTo>
                        <a:pt x="77820" y="32576"/>
                      </a:moveTo>
                      <a:lnTo>
                        <a:pt x="77820" y="34290"/>
                      </a:lnTo>
                      <a:cubicBezTo>
                        <a:pt x="77153" y="34004"/>
                        <a:pt x="76867" y="33814"/>
                        <a:pt x="76771" y="33814"/>
                      </a:cubicBezTo>
                      <a:cubicBezTo>
                        <a:pt x="77438" y="33814"/>
                        <a:pt x="77820" y="33433"/>
                        <a:pt x="77820" y="32576"/>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 name="Google Shape;1028;p99"/>
                <p:cNvSpPr/>
                <p:nvPr/>
              </p:nvSpPr>
              <p:spPr>
                <a:xfrm>
                  <a:off x="8656605" y="2553842"/>
                  <a:ext cx="27432" cy="123920"/>
                </a:xfrm>
                <a:custGeom>
                  <a:avLst/>
                  <a:gdLst/>
                  <a:ahLst/>
                  <a:cxnLst/>
                  <a:rect l="l" t="t" r="r" b="b"/>
                  <a:pathLst>
                    <a:path w="27432" h="123920" extrusionOk="0">
                      <a:moveTo>
                        <a:pt x="25432" y="107728"/>
                      </a:moveTo>
                      <a:cubicBezTo>
                        <a:pt x="25527" y="110681"/>
                        <a:pt x="25432" y="112490"/>
                        <a:pt x="24955" y="113252"/>
                      </a:cubicBezTo>
                      <a:cubicBezTo>
                        <a:pt x="26003" y="117443"/>
                        <a:pt x="25812" y="120587"/>
                        <a:pt x="24384" y="122587"/>
                      </a:cubicBezTo>
                      <a:cubicBezTo>
                        <a:pt x="23431" y="123158"/>
                        <a:pt x="22288" y="123349"/>
                        <a:pt x="20860" y="123349"/>
                      </a:cubicBezTo>
                      <a:lnTo>
                        <a:pt x="16383" y="123349"/>
                      </a:lnTo>
                      <a:cubicBezTo>
                        <a:pt x="16383" y="121825"/>
                        <a:pt x="16193" y="120968"/>
                        <a:pt x="15907" y="120872"/>
                      </a:cubicBezTo>
                      <a:cubicBezTo>
                        <a:pt x="15907" y="122968"/>
                        <a:pt x="15144" y="123920"/>
                        <a:pt x="13621" y="123920"/>
                      </a:cubicBezTo>
                      <a:cubicBezTo>
                        <a:pt x="13145" y="123920"/>
                        <a:pt x="12192" y="123825"/>
                        <a:pt x="11049" y="123444"/>
                      </a:cubicBezTo>
                      <a:cubicBezTo>
                        <a:pt x="9810" y="123158"/>
                        <a:pt x="8954" y="122968"/>
                        <a:pt x="8382" y="122968"/>
                      </a:cubicBezTo>
                      <a:cubicBezTo>
                        <a:pt x="7811" y="122968"/>
                        <a:pt x="7334" y="123063"/>
                        <a:pt x="7048" y="123254"/>
                      </a:cubicBezTo>
                      <a:cubicBezTo>
                        <a:pt x="6668" y="122873"/>
                        <a:pt x="6191" y="122682"/>
                        <a:pt x="5810" y="122682"/>
                      </a:cubicBezTo>
                      <a:cubicBezTo>
                        <a:pt x="5524" y="122682"/>
                        <a:pt x="5143" y="122682"/>
                        <a:pt x="4667" y="122873"/>
                      </a:cubicBezTo>
                      <a:cubicBezTo>
                        <a:pt x="4191" y="123063"/>
                        <a:pt x="3810" y="123063"/>
                        <a:pt x="3620" y="123063"/>
                      </a:cubicBezTo>
                      <a:cubicBezTo>
                        <a:pt x="3048" y="123063"/>
                        <a:pt x="2667" y="122873"/>
                        <a:pt x="2286" y="122492"/>
                      </a:cubicBezTo>
                      <a:cubicBezTo>
                        <a:pt x="1238" y="117729"/>
                        <a:pt x="762" y="112586"/>
                        <a:pt x="762" y="107156"/>
                      </a:cubicBezTo>
                      <a:cubicBezTo>
                        <a:pt x="762" y="102870"/>
                        <a:pt x="1238" y="95917"/>
                        <a:pt x="2286" y="86392"/>
                      </a:cubicBezTo>
                      <a:cubicBezTo>
                        <a:pt x="1048" y="79248"/>
                        <a:pt x="762" y="67532"/>
                        <a:pt x="1524" y="51245"/>
                      </a:cubicBezTo>
                      <a:cubicBezTo>
                        <a:pt x="476" y="50197"/>
                        <a:pt x="0" y="49435"/>
                        <a:pt x="0" y="48768"/>
                      </a:cubicBezTo>
                      <a:cubicBezTo>
                        <a:pt x="0" y="48482"/>
                        <a:pt x="190" y="48006"/>
                        <a:pt x="667" y="47435"/>
                      </a:cubicBezTo>
                      <a:cubicBezTo>
                        <a:pt x="1143" y="46863"/>
                        <a:pt x="1333" y="46387"/>
                        <a:pt x="1333" y="45815"/>
                      </a:cubicBezTo>
                      <a:cubicBezTo>
                        <a:pt x="1333" y="45149"/>
                        <a:pt x="1048" y="44482"/>
                        <a:pt x="571" y="43529"/>
                      </a:cubicBezTo>
                      <a:cubicBezTo>
                        <a:pt x="1238" y="42863"/>
                        <a:pt x="1238" y="40958"/>
                        <a:pt x="571" y="37910"/>
                      </a:cubicBezTo>
                      <a:cubicBezTo>
                        <a:pt x="95" y="35243"/>
                        <a:pt x="857" y="33719"/>
                        <a:pt x="2857" y="33338"/>
                      </a:cubicBezTo>
                      <a:lnTo>
                        <a:pt x="571" y="29528"/>
                      </a:lnTo>
                      <a:cubicBezTo>
                        <a:pt x="1333" y="29051"/>
                        <a:pt x="1810" y="28099"/>
                        <a:pt x="1810" y="26956"/>
                      </a:cubicBezTo>
                      <a:cubicBezTo>
                        <a:pt x="1810" y="26099"/>
                        <a:pt x="1524" y="24670"/>
                        <a:pt x="1048" y="22670"/>
                      </a:cubicBezTo>
                      <a:cubicBezTo>
                        <a:pt x="571" y="20669"/>
                        <a:pt x="285" y="19145"/>
                        <a:pt x="285" y="18098"/>
                      </a:cubicBezTo>
                      <a:cubicBezTo>
                        <a:pt x="285" y="16669"/>
                        <a:pt x="667" y="15526"/>
                        <a:pt x="1524" y="14573"/>
                      </a:cubicBezTo>
                      <a:cubicBezTo>
                        <a:pt x="1238" y="11144"/>
                        <a:pt x="1048" y="9144"/>
                        <a:pt x="1048" y="8668"/>
                      </a:cubicBezTo>
                      <a:cubicBezTo>
                        <a:pt x="1048" y="4667"/>
                        <a:pt x="2477" y="2096"/>
                        <a:pt x="5334" y="1048"/>
                      </a:cubicBezTo>
                      <a:lnTo>
                        <a:pt x="8096" y="1048"/>
                      </a:lnTo>
                      <a:cubicBezTo>
                        <a:pt x="9144" y="1048"/>
                        <a:pt x="10763" y="857"/>
                        <a:pt x="13049" y="571"/>
                      </a:cubicBezTo>
                      <a:cubicBezTo>
                        <a:pt x="15335" y="191"/>
                        <a:pt x="16954" y="0"/>
                        <a:pt x="18097" y="0"/>
                      </a:cubicBezTo>
                      <a:cubicBezTo>
                        <a:pt x="21241" y="0"/>
                        <a:pt x="23526" y="1238"/>
                        <a:pt x="24955" y="3810"/>
                      </a:cubicBezTo>
                      <a:cubicBezTo>
                        <a:pt x="25146" y="12859"/>
                        <a:pt x="25146" y="26289"/>
                        <a:pt x="24955" y="44291"/>
                      </a:cubicBezTo>
                      <a:cubicBezTo>
                        <a:pt x="24955" y="44196"/>
                        <a:pt x="24384" y="44291"/>
                        <a:pt x="23622" y="44768"/>
                      </a:cubicBezTo>
                      <a:cubicBezTo>
                        <a:pt x="23431" y="45529"/>
                        <a:pt x="23813" y="46196"/>
                        <a:pt x="24765" y="46768"/>
                      </a:cubicBezTo>
                      <a:cubicBezTo>
                        <a:pt x="25718" y="47435"/>
                        <a:pt x="26194" y="47816"/>
                        <a:pt x="26194" y="48196"/>
                      </a:cubicBezTo>
                      <a:cubicBezTo>
                        <a:pt x="26194" y="48578"/>
                        <a:pt x="25812" y="49054"/>
                        <a:pt x="24955" y="49530"/>
                      </a:cubicBezTo>
                      <a:lnTo>
                        <a:pt x="23622" y="50768"/>
                      </a:lnTo>
                      <a:cubicBezTo>
                        <a:pt x="24860" y="52388"/>
                        <a:pt x="25432" y="54388"/>
                        <a:pt x="25432" y="56579"/>
                      </a:cubicBezTo>
                      <a:cubicBezTo>
                        <a:pt x="25432" y="57626"/>
                        <a:pt x="25241" y="59246"/>
                        <a:pt x="24860" y="61436"/>
                      </a:cubicBezTo>
                      <a:cubicBezTo>
                        <a:pt x="24574" y="63627"/>
                        <a:pt x="24384" y="65246"/>
                        <a:pt x="24384" y="66389"/>
                      </a:cubicBezTo>
                      <a:cubicBezTo>
                        <a:pt x="24384" y="67818"/>
                        <a:pt x="24574" y="69152"/>
                        <a:pt x="24955" y="70390"/>
                      </a:cubicBezTo>
                      <a:cubicBezTo>
                        <a:pt x="25146" y="77819"/>
                        <a:pt x="24955" y="88583"/>
                        <a:pt x="24384" y="102584"/>
                      </a:cubicBezTo>
                      <a:cubicBezTo>
                        <a:pt x="24574" y="103061"/>
                        <a:pt x="25051" y="103156"/>
                        <a:pt x="25812" y="103061"/>
                      </a:cubicBezTo>
                      <a:lnTo>
                        <a:pt x="27432" y="103061"/>
                      </a:lnTo>
                      <a:cubicBezTo>
                        <a:pt x="26098" y="103727"/>
                        <a:pt x="25432" y="105346"/>
                        <a:pt x="25432" y="107823"/>
                      </a:cubicBezTo>
                      <a:close/>
                      <a:moveTo>
                        <a:pt x="5334" y="30671"/>
                      </a:moveTo>
                      <a:cubicBezTo>
                        <a:pt x="5334" y="30671"/>
                        <a:pt x="4858" y="30956"/>
                        <a:pt x="4858" y="31147"/>
                      </a:cubicBezTo>
                      <a:cubicBezTo>
                        <a:pt x="4858" y="31528"/>
                        <a:pt x="5143" y="31909"/>
                        <a:pt x="5619" y="32195"/>
                      </a:cubicBezTo>
                      <a:cubicBezTo>
                        <a:pt x="6096" y="32480"/>
                        <a:pt x="6572" y="32575"/>
                        <a:pt x="7048" y="32385"/>
                      </a:cubicBezTo>
                      <a:cubicBezTo>
                        <a:pt x="6477" y="31623"/>
                        <a:pt x="6001" y="31147"/>
                        <a:pt x="5334" y="30671"/>
                      </a:cubicBezTo>
                      <a:close/>
                      <a:moveTo>
                        <a:pt x="5810" y="28099"/>
                      </a:moveTo>
                      <a:lnTo>
                        <a:pt x="7429" y="25622"/>
                      </a:lnTo>
                      <a:lnTo>
                        <a:pt x="5334" y="26384"/>
                      </a:lnTo>
                      <a:cubicBezTo>
                        <a:pt x="5334" y="26384"/>
                        <a:pt x="5810" y="27051"/>
                        <a:pt x="5810" y="28099"/>
                      </a:cubicBezTo>
                      <a:close/>
                      <a:moveTo>
                        <a:pt x="5334" y="110204"/>
                      </a:moveTo>
                      <a:lnTo>
                        <a:pt x="7429" y="110204"/>
                      </a:lnTo>
                      <a:cubicBezTo>
                        <a:pt x="7429" y="109728"/>
                        <a:pt x="7048" y="109442"/>
                        <a:pt x="6382" y="109442"/>
                      </a:cubicBezTo>
                      <a:cubicBezTo>
                        <a:pt x="5810" y="109442"/>
                        <a:pt x="5429" y="109728"/>
                        <a:pt x="5334" y="110204"/>
                      </a:cubicBezTo>
                      <a:close/>
                      <a:moveTo>
                        <a:pt x="23336" y="48482"/>
                      </a:moveTo>
                      <a:cubicBezTo>
                        <a:pt x="22764" y="49340"/>
                        <a:pt x="22860" y="49816"/>
                        <a:pt x="23622" y="50197"/>
                      </a:cubicBezTo>
                      <a:cubicBezTo>
                        <a:pt x="24574" y="49530"/>
                        <a:pt x="24955" y="48863"/>
                        <a:pt x="24955" y="48387"/>
                      </a:cubicBezTo>
                      <a:cubicBezTo>
                        <a:pt x="24955" y="48006"/>
                        <a:pt x="24384" y="47435"/>
                        <a:pt x="23146" y="46673"/>
                      </a:cubicBezTo>
                      <a:cubicBezTo>
                        <a:pt x="21907" y="45911"/>
                        <a:pt x="21336" y="45149"/>
                        <a:pt x="21527" y="44482"/>
                      </a:cubicBezTo>
                      <a:lnTo>
                        <a:pt x="20764" y="44958"/>
                      </a:lnTo>
                      <a:lnTo>
                        <a:pt x="22003" y="46196"/>
                      </a:lnTo>
                      <a:lnTo>
                        <a:pt x="20764" y="47435"/>
                      </a:lnTo>
                      <a:cubicBezTo>
                        <a:pt x="20764" y="47435"/>
                        <a:pt x="20002" y="46482"/>
                        <a:pt x="19526" y="45625"/>
                      </a:cubicBezTo>
                      <a:cubicBezTo>
                        <a:pt x="19145" y="44672"/>
                        <a:pt x="18574" y="44196"/>
                        <a:pt x="17812" y="44196"/>
                      </a:cubicBezTo>
                      <a:cubicBezTo>
                        <a:pt x="17526" y="44196"/>
                        <a:pt x="17050" y="44291"/>
                        <a:pt x="16478" y="44482"/>
                      </a:cubicBezTo>
                      <a:lnTo>
                        <a:pt x="18479" y="46673"/>
                      </a:lnTo>
                      <a:cubicBezTo>
                        <a:pt x="18002" y="47339"/>
                        <a:pt x="17145" y="47911"/>
                        <a:pt x="15811" y="48196"/>
                      </a:cubicBezTo>
                      <a:cubicBezTo>
                        <a:pt x="14192" y="48673"/>
                        <a:pt x="13239" y="48958"/>
                        <a:pt x="13049" y="49054"/>
                      </a:cubicBezTo>
                      <a:cubicBezTo>
                        <a:pt x="17050" y="50292"/>
                        <a:pt x="19526" y="49721"/>
                        <a:pt x="20193" y="47435"/>
                      </a:cubicBezTo>
                      <a:cubicBezTo>
                        <a:pt x="20860" y="48673"/>
                        <a:pt x="21241" y="49244"/>
                        <a:pt x="21431" y="49054"/>
                      </a:cubicBezTo>
                      <a:cubicBezTo>
                        <a:pt x="21336" y="48673"/>
                        <a:pt x="21621" y="48101"/>
                        <a:pt x="22288" y="47435"/>
                      </a:cubicBezTo>
                      <a:cubicBezTo>
                        <a:pt x="23431" y="47435"/>
                        <a:pt x="23717" y="47816"/>
                        <a:pt x="23241" y="48673"/>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 name="Google Shape;1029;p99"/>
                <p:cNvSpPr/>
                <p:nvPr/>
              </p:nvSpPr>
              <p:spPr>
                <a:xfrm>
                  <a:off x="8694800" y="2534507"/>
                  <a:ext cx="120681" cy="144113"/>
                </a:xfrm>
                <a:custGeom>
                  <a:avLst/>
                  <a:gdLst/>
                  <a:ahLst/>
                  <a:cxnLst/>
                  <a:rect l="l" t="t" r="r" b="b"/>
                  <a:pathLst>
                    <a:path w="120681" h="144113" extrusionOk="0">
                      <a:moveTo>
                        <a:pt x="94012" y="117538"/>
                      </a:moveTo>
                      <a:cubicBezTo>
                        <a:pt x="93535" y="119063"/>
                        <a:pt x="93345" y="120491"/>
                        <a:pt x="93345" y="121825"/>
                      </a:cubicBezTo>
                      <a:cubicBezTo>
                        <a:pt x="93345" y="123920"/>
                        <a:pt x="93821" y="126206"/>
                        <a:pt x="94869" y="128873"/>
                      </a:cubicBezTo>
                      <a:cubicBezTo>
                        <a:pt x="96298" y="132112"/>
                        <a:pt x="97155" y="134303"/>
                        <a:pt x="97345" y="135350"/>
                      </a:cubicBezTo>
                      <a:cubicBezTo>
                        <a:pt x="97917" y="135922"/>
                        <a:pt x="98107" y="136588"/>
                        <a:pt x="98107" y="137160"/>
                      </a:cubicBezTo>
                      <a:cubicBezTo>
                        <a:pt x="98107" y="137922"/>
                        <a:pt x="97631" y="138779"/>
                        <a:pt x="96774" y="139732"/>
                      </a:cubicBezTo>
                      <a:cubicBezTo>
                        <a:pt x="95440" y="141256"/>
                        <a:pt x="94679" y="142208"/>
                        <a:pt x="94488" y="142494"/>
                      </a:cubicBezTo>
                      <a:cubicBezTo>
                        <a:pt x="93440" y="142304"/>
                        <a:pt x="92297" y="142208"/>
                        <a:pt x="91059" y="142208"/>
                      </a:cubicBezTo>
                      <a:cubicBezTo>
                        <a:pt x="89821" y="142208"/>
                        <a:pt x="88011" y="142304"/>
                        <a:pt x="85534" y="142589"/>
                      </a:cubicBezTo>
                      <a:cubicBezTo>
                        <a:pt x="83153" y="142875"/>
                        <a:pt x="81248" y="142970"/>
                        <a:pt x="80200" y="142970"/>
                      </a:cubicBezTo>
                      <a:cubicBezTo>
                        <a:pt x="75914" y="142970"/>
                        <a:pt x="72771" y="141637"/>
                        <a:pt x="70771" y="138970"/>
                      </a:cubicBezTo>
                      <a:cubicBezTo>
                        <a:pt x="71438" y="137636"/>
                        <a:pt x="71723" y="136398"/>
                        <a:pt x="71723" y="135255"/>
                      </a:cubicBezTo>
                      <a:cubicBezTo>
                        <a:pt x="71723" y="133636"/>
                        <a:pt x="70866" y="131826"/>
                        <a:pt x="69151" y="129731"/>
                      </a:cubicBezTo>
                      <a:cubicBezTo>
                        <a:pt x="66675" y="126968"/>
                        <a:pt x="65246" y="125158"/>
                        <a:pt x="64865" y="124206"/>
                      </a:cubicBezTo>
                      <a:cubicBezTo>
                        <a:pt x="64294" y="124016"/>
                        <a:pt x="63722" y="123920"/>
                        <a:pt x="63150" y="123920"/>
                      </a:cubicBezTo>
                      <a:cubicBezTo>
                        <a:pt x="62293" y="123920"/>
                        <a:pt x="60960" y="124111"/>
                        <a:pt x="58960" y="124587"/>
                      </a:cubicBezTo>
                      <a:cubicBezTo>
                        <a:pt x="57055" y="125063"/>
                        <a:pt x="55626" y="125254"/>
                        <a:pt x="54864" y="125254"/>
                      </a:cubicBezTo>
                      <a:cubicBezTo>
                        <a:pt x="52864" y="125254"/>
                        <a:pt x="51530" y="124301"/>
                        <a:pt x="50863" y="122492"/>
                      </a:cubicBezTo>
                      <a:lnTo>
                        <a:pt x="49625" y="122492"/>
                      </a:lnTo>
                      <a:cubicBezTo>
                        <a:pt x="49625" y="121729"/>
                        <a:pt x="49530" y="120777"/>
                        <a:pt x="49244" y="119634"/>
                      </a:cubicBezTo>
                      <a:cubicBezTo>
                        <a:pt x="48863" y="118491"/>
                        <a:pt x="48768" y="117634"/>
                        <a:pt x="48768" y="117253"/>
                      </a:cubicBezTo>
                      <a:cubicBezTo>
                        <a:pt x="48768" y="116396"/>
                        <a:pt x="49053" y="115729"/>
                        <a:pt x="49625" y="115253"/>
                      </a:cubicBezTo>
                      <a:cubicBezTo>
                        <a:pt x="49149" y="114491"/>
                        <a:pt x="48863" y="113824"/>
                        <a:pt x="48863" y="113157"/>
                      </a:cubicBezTo>
                      <a:cubicBezTo>
                        <a:pt x="48863" y="112490"/>
                        <a:pt x="49149" y="111633"/>
                        <a:pt x="49625" y="110490"/>
                      </a:cubicBezTo>
                      <a:cubicBezTo>
                        <a:pt x="50196" y="109347"/>
                        <a:pt x="50387" y="108490"/>
                        <a:pt x="50387" y="107823"/>
                      </a:cubicBezTo>
                      <a:cubicBezTo>
                        <a:pt x="50387" y="107442"/>
                        <a:pt x="50387" y="106966"/>
                        <a:pt x="50101" y="106394"/>
                      </a:cubicBezTo>
                      <a:cubicBezTo>
                        <a:pt x="50959" y="104870"/>
                        <a:pt x="53721" y="104108"/>
                        <a:pt x="58198" y="103918"/>
                      </a:cubicBezTo>
                      <a:cubicBezTo>
                        <a:pt x="62293" y="103918"/>
                        <a:pt x="64294" y="103061"/>
                        <a:pt x="64294" y="101727"/>
                      </a:cubicBezTo>
                      <a:cubicBezTo>
                        <a:pt x="64294" y="100870"/>
                        <a:pt x="63722" y="99632"/>
                        <a:pt x="62674" y="98108"/>
                      </a:cubicBezTo>
                      <a:lnTo>
                        <a:pt x="64865" y="98108"/>
                      </a:lnTo>
                      <a:cubicBezTo>
                        <a:pt x="64675" y="98965"/>
                        <a:pt x="64865" y="99917"/>
                        <a:pt x="65627" y="100965"/>
                      </a:cubicBezTo>
                      <a:cubicBezTo>
                        <a:pt x="65913" y="100679"/>
                        <a:pt x="66104" y="99822"/>
                        <a:pt x="66294" y="98488"/>
                      </a:cubicBezTo>
                      <a:cubicBezTo>
                        <a:pt x="66294" y="97441"/>
                        <a:pt x="66960" y="96869"/>
                        <a:pt x="67913" y="96869"/>
                      </a:cubicBezTo>
                      <a:lnTo>
                        <a:pt x="66104" y="94964"/>
                      </a:lnTo>
                      <a:lnTo>
                        <a:pt x="67913" y="94488"/>
                      </a:lnTo>
                      <a:lnTo>
                        <a:pt x="66484" y="93250"/>
                      </a:lnTo>
                      <a:cubicBezTo>
                        <a:pt x="66484" y="93250"/>
                        <a:pt x="66960" y="93536"/>
                        <a:pt x="67246" y="93536"/>
                      </a:cubicBezTo>
                      <a:cubicBezTo>
                        <a:pt x="67627" y="93536"/>
                        <a:pt x="68199" y="93250"/>
                        <a:pt x="68961" y="92869"/>
                      </a:cubicBezTo>
                      <a:cubicBezTo>
                        <a:pt x="69722" y="92392"/>
                        <a:pt x="70294" y="92202"/>
                        <a:pt x="70580" y="92202"/>
                      </a:cubicBezTo>
                      <a:cubicBezTo>
                        <a:pt x="71056" y="92202"/>
                        <a:pt x="71342" y="92678"/>
                        <a:pt x="71438" y="93726"/>
                      </a:cubicBezTo>
                      <a:cubicBezTo>
                        <a:pt x="71151" y="93726"/>
                        <a:pt x="69913" y="94107"/>
                        <a:pt x="67723" y="94964"/>
                      </a:cubicBezTo>
                      <a:cubicBezTo>
                        <a:pt x="67723" y="95060"/>
                        <a:pt x="68675" y="95631"/>
                        <a:pt x="70199" y="96488"/>
                      </a:cubicBezTo>
                      <a:cubicBezTo>
                        <a:pt x="71151" y="97060"/>
                        <a:pt x="71532" y="97727"/>
                        <a:pt x="71532" y="98298"/>
                      </a:cubicBezTo>
                      <a:cubicBezTo>
                        <a:pt x="71532" y="98584"/>
                        <a:pt x="71532" y="98870"/>
                        <a:pt x="71438" y="99155"/>
                      </a:cubicBezTo>
                      <a:cubicBezTo>
                        <a:pt x="71914" y="98870"/>
                        <a:pt x="72294" y="98298"/>
                        <a:pt x="72485" y="97441"/>
                      </a:cubicBezTo>
                      <a:cubicBezTo>
                        <a:pt x="72675" y="96679"/>
                        <a:pt x="72580" y="96012"/>
                        <a:pt x="72294" y="95631"/>
                      </a:cubicBezTo>
                      <a:lnTo>
                        <a:pt x="74295" y="93631"/>
                      </a:lnTo>
                      <a:lnTo>
                        <a:pt x="70199" y="89821"/>
                      </a:lnTo>
                      <a:lnTo>
                        <a:pt x="70580" y="89059"/>
                      </a:lnTo>
                      <a:cubicBezTo>
                        <a:pt x="70580" y="89059"/>
                        <a:pt x="69913" y="88487"/>
                        <a:pt x="69532" y="88487"/>
                      </a:cubicBezTo>
                      <a:cubicBezTo>
                        <a:pt x="69342" y="88487"/>
                        <a:pt x="68866" y="88678"/>
                        <a:pt x="68294" y="89249"/>
                      </a:cubicBezTo>
                      <a:cubicBezTo>
                        <a:pt x="67627" y="89725"/>
                        <a:pt x="66960" y="90011"/>
                        <a:pt x="66294" y="89821"/>
                      </a:cubicBezTo>
                      <a:cubicBezTo>
                        <a:pt x="66104" y="89821"/>
                        <a:pt x="64770" y="89725"/>
                        <a:pt x="62293" y="89725"/>
                      </a:cubicBezTo>
                      <a:cubicBezTo>
                        <a:pt x="60864" y="89725"/>
                        <a:pt x="60103" y="88773"/>
                        <a:pt x="60007" y="86773"/>
                      </a:cubicBezTo>
                      <a:cubicBezTo>
                        <a:pt x="59245" y="86487"/>
                        <a:pt x="58769" y="85820"/>
                        <a:pt x="58769" y="84963"/>
                      </a:cubicBezTo>
                      <a:cubicBezTo>
                        <a:pt x="58769" y="84582"/>
                        <a:pt x="58769" y="83915"/>
                        <a:pt x="59055" y="82963"/>
                      </a:cubicBezTo>
                      <a:cubicBezTo>
                        <a:pt x="59245" y="82010"/>
                        <a:pt x="59436" y="81344"/>
                        <a:pt x="59436" y="80867"/>
                      </a:cubicBezTo>
                      <a:cubicBezTo>
                        <a:pt x="59436" y="79534"/>
                        <a:pt x="58578" y="78772"/>
                        <a:pt x="56959" y="78581"/>
                      </a:cubicBezTo>
                      <a:cubicBezTo>
                        <a:pt x="56673" y="78105"/>
                        <a:pt x="56483" y="77438"/>
                        <a:pt x="56483" y="76771"/>
                      </a:cubicBezTo>
                      <a:cubicBezTo>
                        <a:pt x="56483" y="76486"/>
                        <a:pt x="56483" y="76010"/>
                        <a:pt x="56673" y="75343"/>
                      </a:cubicBezTo>
                      <a:cubicBezTo>
                        <a:pt x="56769" y="74676"/>
                        <a:pt x="56864" y="74200"/>
                        <a:pt x="56864" y="73819"/>
                      </a:cubicBezTo>
                      <a:cubicBezTo>
                        <a:pt x="56864" y="72771"/>
                        <a:pt x="56388" y="72009"/>
                        <a:pt x="55340" y="71438"/>
                      </a:cubicBezTo>
                      <a:lnTo>
                        <a:pt x="53721" y="70961"/>
                      </a:lnTo>
                      <a:cubicBezTo>
                        <a:pt x="54483" y="69913"/>
                        <a:pt x="54864" y="68866"/>
                        <a:pt x="54864" y="67723"/>
                      </a:cubicBezTo>
                      <a:cubicBezTo>
                        <a:pt x="54864" y="66675"/>
                        <a:pt x="54578" y="65437"/>
                        <a:pt x="53816" y="63913"/>
                      </a:cubicBezTo>
                      <a:cubicBezTo>
                        <a:pt x="53149" y="62770"/>
                        <a:pt x="52578" y="61627"/>
                        <a:pt x="51911" y="60388"/>
                      </a:cubicBezTo>
                      <a:cubicBezTo>
                        <a:pt x="52482" y="60103"/>
                        <a:pt x="52768" y="59627"/>
                        <a:pt x="52864" y="59055"/>
                      </a:cubicBezTo>
                      <a:cubicBezTo>
                        <a:pt x="52959" y="58388"/>
                        <a:pt x="52673" y="57817"/>
                        <a:pt x="51911" y="57531"/>
                      </a:cubicBezTo>
                      <a:lnTo>
                        <a:pt x="49435" y="58007"/>
                      </a:lnTo>
                      <a:lnTo>
                        <a:pt x="48863" y="53721"/>
                      </a:lnTo>
                      <a:cubicBezTo>
                        <a:pt x="48006" y="53912"/>
                        <a:pt x="47625" y="54578"/>
                        <a:pt x="47530" y="55531"/>
                      </a:cubicBezTo>
                      <a:cubicBezTo>
                        <a:pt x="47530" y="56579"/>
                        <a:pt x="46958" y="57245"/>
                        <a:pt x="45910" y="57531"/>
                      </a:cubicBezTo>
                      <a:cubicBezTo>
                        <a:pt x="46101" y="58198"/>
                        <a:pt x="46196" y="58674"/>
                        <a:pt x="46196" y="59246"/>
                      </a:cubicBezTo>
                      <a:cubicBezTo>
                        <a:pt x="46196" y="60103"/>
                        <a:pt x="45815" y="61436"/>
                        <a:pt x="45053" y="63056"/>
                      </a:cubicBezTo>
                      <a:cubicBezTo>
                        <a:pt x="44196" y="64675"/>
                        <a:pt x="43815" y="66389"/>
                        <a:pt x="43910" y="68104"/>
                      </a:cubicBezTo>
                      <a:cubicBezTo>
                        <a:pt x="42386" y="68961"/>
                        <a:pt x="41529" y="70295"/>
                        <a:pt x="41338" y="72295"/>
                      </a:cubicBezTo>
                      <a:cubicBezTo>
                        <a:pt x="41053" y="75057"/>
                        <a:pt x="40767" y="76581"/>
                        <a:pt x="40576" y="76867"/>
                      </a:cubicBezTo>
                      <a:cubicBezTo>
                        <a:pt x="40100" y="76771"/>
                        <a:pt x="39433" y="77438"/>
                        <a:pt x="38576" y="79058"/>
                      </a:cubicBezTo>
                      <a:cubicBezTo>
                        <a:pt x="37719" y="80963"/>
                        <a:pt x="36766" y="82296"/>
                        <a:pt x="35814" y="82963"/>
                      </a:cubicBezTo>
                      <a:cubicBezTo>
                        <a:pt x="35814" y="83153"/>
                        <a:pt x="36195" y="83725"/>
                        <a:pt x="37052" y="84582"/>
                      </a:cubicBezTo>
                      <a:lnTo>
                        <a:pt x="38100" y="83344"/>
                      </a:lnTo>
                      <a:cubicBezTo>
                        <a:pt x="38100" y="83344"/>
                        <a:pt x="38385" y="83629"/>
                        <a:pt x="38385" y="83820"/>
                      </a:cubicBezTo>
                      <a:cubicBezTo>
                        <a:pt x="38385" y="84106"/>
                        <a:pt x="38195" y="84677"/>
                        <a:pt x="37719" y="85535"/>
                      </a:cubicBezTo>
                      <a:cubicBezTo>
                        <a:pt x="37242" y="86296"/>
                        <a:pt x="37052" y="86868"/>
                        <a:pt x="37052" y="87058"/>
                      </a:cubicBezTo>
                      <a:cubicBezTo>
                        <a:pt x="36195" y="88202"/>
                        <a:pt x="35814" y="88773"/>
                        <a:pt x="35814" y="88868"/>
                      </a:cubicBezTo>
                      <a:lnTo>
                        <a:pt x="37052" y="90107"/>
                      </a:lnTo>
                      <a:cubicBezTo>
                        <a:pt x="37338" y="89630"/>
                        <a:pt x="37719" y="89345"/>
                        <a:pt x="38100" y="89345"/>
                      </a:cubicBezTo>
                      <a:lnTo>
                        <a:pt x="38100" y="90583"/>
                      </a:lnTo>
                      <a:cubicBezTo>
                        <a:pt x="38100" y="90583"/>
                        <a:pt x="37338" y="90297"/>
                        <a:pt x="37052" y="90297"/>
                      </a:cubicBezTo>
                      <a:cubicBezTo>
                        <a:pt x="36195" y="90297"/>
                        <a:pt x="35623" y="91345"/>
                        <a:pt x="35242" y="93345"/>
                      </a:cubicBezTo>
                      <a:cubicBezTo>
                        <a:pt x="34671" y="95726"/>
                        <a:pt x="34099" y="97155"/>
                        <a:pt x="33338" y="97631"/>
                      </a:cubicBezTo>
                      <a:cubicBezTo>
                        <a:pt x="34004" y="98203"/>
                        <a:pt x="34480" y="99250"/>
                        <a:pt x="34766" y="100965"/>
                      </a:cubicBezTo>
                      <a:cubicBezTo>
                        <a:pt x="35052" y="102679"/>
                        <a:pt x="35814" y="103727"/>
                        <a:pt x="37052" y="104108"/>
                      </a:cubicBezTo>
                      <a:cubicBezTo>
                        <a:pt x="37719" y="103727"/>
                        <a:pt x="39052" y="103537"/>
                        <a:pt x="41338" y="103632"/>
                      </a:cubicBezTo>
                      <a:cubicBezTo>
                        <a:pt x="43243" y="103632"/>
                        <a:pt x="44386" y="103346"/>
                        <a:pt x="44672" y="102870"/>
                      </a:cubicBezTo>
                      <a:cubicBezTo>
                        <a:pt x="44767" y="104013"/>
                        <a:pt x="45148" y="106490"/>
                        <a:pt x="45815" y="110204"/>
                      </a:cubicBezTo>
                      <a:cubicBezTo>
                        <a:pt x="46291" y="113157"/>
                        <a:pt x="46577" y="115538"/>
                        <a:pt x="46577" y="117443"/>
                      </a:cubicBezTo>
                      <a:cubicBezTo>
                        <a:pt x="46577" y="120301"/>
                        <a:pt x="46101" y="123063"/>
                        <a:pt x="45148" y="125540"/>
                      </a:cubicBezTo>
                      <a:cubicBezTo>
                        <a:pt x="43719" y="125921"/>
                        <a:pt x="41338" y="126111"/>
                        <a:pt x="38100" y="126016"/>
                      </a:cubicBezTo>
                      <a:cubicBezTo>
                        <a:pt x="34766" y="125921"/>
                        <a:pt x="32194" y="126302"/>
                        <a:pt x="30480" y="127254"/>
                      </a:cubicBezTo>
                      <a:lnTo>
                        <a:pt x="31242" y="127730"/>
                      </a:lnTo>
                      <a:cubicBezTo>
                        <a:pt x="28765" y="128302"/>
                        <a:pt x="27431" y="130112"/>
                        <a:pt x="26955" y="133064"/>
                      </a:cubicBezTo>
                      <a:cubicBezTo>
                        <a:pt x="26765" y="135541"/>
                        <a:pt x="26479" y="137922"/>
                        <a:pt x="26194" y="140303"/>
                      </a:cubicBezTo>
                      <a:cubicBezTo>
                        <a:pt x="25527" y="142685"/>
                        <a:pt x="23431" y="143637"/>
                        <a:pt x="19907" y="143351"/>
                      </a:cubicBezTo>
                      <a:cubicBezTo>
                        <a:pt x="19621" y="143828"/>
                        <a:pt x="19145" y="144113"/>
                        <a:pt x="18669" y="144113"/>
                      </a:cubicBezTo>
                      <a:cubicBezTo>
                        <a:pt x="18288" y="144113"/>
                        <a:pt x="17526" y="143828"/>
                        <a:pt x="16669" y="143351"/>
                      </a:cubicBezTo>
                      <a:cubicBezTo>
                        <a:pt x="15716" y="142875"/>
                        <a:pt x="14954" y="142589"/>
                        <a:pt x="14478" y="142494"/>
                      </a:cubicBezTo>
                      <a:cubicBezTo>
                        <a:pt x="14001" y="142494"/>
                        <a:pt x="13430" y="142494"/>
                        <a:pt x="12572" y="142494"/>
                      </a:cubicBezTo>
                      <a:cubicBezTo>
                        <a:pt x="11811" y="142494"/>
                        <a:pt x="10763" y="142589"/>
                        <a:pt x="9334" y="142780"/>
                      </a:cubicBezTo>
                      <a:cubicBezTo>
                        <a:pt x="7905" y="142970"/>
                        <a:pt x="6858" y="143066"/>
                        <a:pt x="6191" y="143066"/>
                      </a:cubicBezTo>
                      <a:cubicBezTo>
                        <a:pt x="3047" y="143066"/>
                        <a:pt x="1143" y="142018"/>
                        <a:pt x="476" y="140017"/>
                      </a:cubicBezTo>
                      <a:cubicBezTo>
                        <a:pt x="190" y="139065"/>
                        <a:pt x="0" y="138208"/>
                        <a:pt x="0" y="137446"/>
                      </a:cubicBezTo>
                      <a:cubicBezTo>
                        <a:pt x="0" y="136208"/>
                        <a:pt x="476" y="134493"/>
                        <a:pt x="1524" y="132398"/>
                      </a:cubicBezTo>
                      <a:cubicBezTo>
                        <a:pt x="2571" y="130207"/>
                        <a:pt x="2857" y="128397"/>
                        <a:pt x="2571" y="126873"/>
                      </a:cubicBezTo>
                      <a:cubicBezTo>
                        <a:pt x="4286" y="126302"/>
                        <a:pt x="5143" y="125158"/>
                        <a:pt x="5143" y="123349"/>
                      </a:cubicBezTo>
                      <a:cubicBezTo>
                        <a:pt x="5143" y="123063"/>
                        <a:pt x="5143" y="122587"/>
                        <a:pt x="4953" y="121920"/>
                      </a:cubicBezTo>
                      <a:lnTo>
                        <a:pt x="4953" y="120396"/>
                      </a:lnTo>
                      <a:cubicBezTo>
                        <a:pt x="4953" y="119348"/>
                        <a:pt x="5143" y="118586"/>
                        <a:pt x="5619" y="117920"/>
                      </a:cubicBezTo>
                      <a:cubicBezTo>
                        <a:pt x="7239" y="117348"/>
                        <a:pt x="8096" y="116205"/>
                        <a:pt x="8096" y="114586"/>
                      </a:cubicBezTo>
                      <a:cubicBezTo>
                        <a:pt x="8096" y="114110"/>
                        <a:pt x="8096" y="113252"/>
                        <a:pt x="7810" y="112109"/>
                      </a:cubicBezTo>
                      <a:cubicBezTo>
                        <a:pt x="7620" y="110966"/>
                        <a:pt x="7525" y="110109"/>
                        <a:pt x="7525" y="109538"/>
                      </a:cubicBezTo>
                      <a:cubicBezTo>
                        <a:pt x="7525" y="107823"/>
                        <a:pt x="8287" y="106490"/>
                        <a:pt x="9810" y="105728"/>
                      </a:cubicBezTo>
                      <a:cubicBezTo>
                        <a:pt x="9620" y="105061"/>
                        <a:pt x="9525" y="104299"/>
                        <a:pt x="9525" y="103727"/>
                      </a:cubicBezTo>
                      <a:cubicBezTo>
                        <a:pt x="9525" y="102394"/>
                        <a:pt x="10096" y="100775"/>
                        <a:pt x="11430" y="98774"/>
                      </a:cubicBezTo>
                      <a:cubicBezTo>
                        <a:pt x="12572" y="96869"/>
                        <a:pt x="13239" y="95345"/>
                        <a:pt x="13239" y="94298"/>
                      </a:cubicBezTo>
                      <a:cubicBezTo>
                        <a:pt x="13239" y="93345"/>
                        <a:pt x="12954" y="92392"/>
                        <a:pt x="12382" y="91345"/>
                      </a:cubicBezTo>
                      <a:cubicBezTo>
                        <a:pt x="14097" y="89249"/>
                        <a:pt x="15240" y="86296"/>
                        <a:pt x="16002" y="82296"/>
                      </a:cubicBezTo>
                      <a:cubicBezTo>
                        <a:pt x="16383" y="79248"/>
                        <a:pt x="16764" y="76200"/>
                        <a:pt x="17145" y="73057"/>
                      </a:cubicBezTo>
                      <a:cubicBezTo>
                        <a:pt x="18764" y="72390"/>
                        <a:pt x="19812" y="70580"/>
                        <a:pt x="20288" y="67723"/>
                      </a:cubicBezTo>
                      <a:cubicBezTo>
                        <a:pt x="20764" y="64865"/>
                        <a:pt x="21621" y="62960"/>
                        <a:pt x="22955" y="62103"/>
                      </a:cubicBezTo>
                      <a:cubicBezTo>
                        <a:pt x="22574" y="61150"/>
                        <a:pt x="22384" y="60103"/>
                        <a:pt x="22384" y="59055"/>
                      </a:cubicBezTo>
                      <a:cubicBezTo>
                        <a:pt x="22384" y="58007"/>
                        <a:pt x="22574" y="56674"/>
                        <a:pt x="22860" y="55054"/>
                      </a:cubicBezTo>
                      <a:cubicBezTo>
                        <a:pt x="23241" y="53435"/>
                        <a:pt x="23431" y="52388"/>
                        <a:pt x="23431" y="52007"/>
                      </a:cubicBezTo>
                      <a:cubicBezTo>
                        <a:pt x="24669" y="51340"/>
                        <a:pt x="25241" y="50387"/>
                        <a:pt x="25241" y="49244"/>
                      </a:cubicBezTo>
                      <a:lnTo>
                        <a:pt x="25241" y="47435"/>
                      </a:lnTo>
                      <a:cubicBezTo>
                        <a:pt x="25241" y="45911"/>
                        <a:pt x="26098" y="44577"/>
                        <a:pt x="27717" y="43625"/>
                      </a:cubicBezTo>
                      <a:cubicBezTo>
                        <a:pt x="26860" y="42196"/>
                        <a:pt x="26860" y="39719"/>
                        <a:pt x="27717" y="36100"/>
                      </a:cubicBezTo>
                      <a:cubicBezTo>
                        <a:pt x="30003" y="35719"/>
                        <a:pt x="30956" y="34100"/>
                        <a:pt x="30480" y="31337"/>
                      </a:cubicBezTo>
                      <a:cubicBezTo>
                        <a:pt x="29813" y="28004"/>
                        <a:pt x="29908" y="26099"/>
                        <a:pt x="30575" y="25527"/>
                      </a:cubicBezTo>
                      <a:cubicBezTo>
                        <a:pt x="33432" y="22193"/>
                        <a:pt x="35719" y="20574"/>
                        <a:pt x="37529" y="20574"/>
                      </a:cubicBezTo>
                      <a:cubicBezTo>
                        <a:pt x="38766" y="20574"/>
                        <a:pt x="39814" y="21146"/>
                        <a:pt x="40767" y="22384"/>
                      </a:cubicBezTo>
                      <a:cubicBezTo>
                        <a:pt x="41053" y="22193"/>
                        <a:pt x="41243" y="21622"/>
                        <a:pt x="41243" y="20669"/>
                      </a:cubicBezTo>
                      <a:cubicBezTo>
                        <a:pt x="41529" y="20479"/>
                        <a:pt x="41910" y="20383"/>
                        <a:pt x="42291" y="20383"/>
                      </a:cubicBezTo>
                      <a:cubicBezTo>
                        <a:pt x="42672" y="20383"/>
                        <a:pt x="43434" y="20574"/>
                        <a:pt x="44386" y="20765"/>
                      </a:cubicBezTo>
                      <a:cubicBezTo>
                        <a:pt x="45339" y="21050"/>
                        <a:pt x="46005" y="21146"/>
                        <a:pt x="46481" y="21146"/>
                      </a:cubicBezTo>
                      <a:cubicBezTo>
                        <a:pt x="47720" y="21146"/>
                        <a:pt x="48577" y="20574"/>
                        <a:pt x="49053" y="19431"/>
                      </a:cubicBezTo>
                      <a:cubicBezTo>
                        <a:pt x="49530" y="19812"/>
                        <a:pt x="50578" y="20574"/>
                        <a:pt x="52101" y="21527"/>
                      </a:cubicBezTo>
                      <a:cubicBezTo>
                        <a:pt x="52578" y="20669"/>
                        <a:pt x="53149" y="20288"/>
                        <a:pt x="54007" y="20288"/>
                      </a:cubicBezTo>
                      <a:cubicBezTo>
                        <a:pt x="54483" y="20288"/>
                        <a:pt x="55340" y="20479"/>
                        <a:pt x="56483" y="20860"/>
                      </a:cubicBezTo>
                      <a:cubicBezTo>
                        <a:pt x="57626" y="21241"/>
                        <a:pt x="58578" y="21431"/>
                        <a:pt x="59341" y="21431"/>
                      </a:cubicBezTo>
                      <a:cubicBezTo>
                        <a:pt x="59817" y="21431"/>
                        <a:pt x="60293" y="21336"/>
                        <a:pt x="60769" y="21146"/>
                      </a:cubicBezTo>
                      <a:cubicBezTo>
                        <a:pt x="62103" y="22003"/>
                        <a:pt x="63436" y="22860"/>
                        <a:pt x="64770" y="23717"/>
                      </a:cubicBezTo>
                      <a:cubicBezTo>
                        <a:pt x="66008" y="24670"/>
                        <a:pt x="66770" y="25908"/>
                        <a:pt x="66770" y="27432"/>
                      </a:cubicBezTo>
                      <a:cubicBezTo>
                        <a:pt x="66770" y="27813"/>
                        <a:pt x="66770" y="28289"/>
                        <a:pt x="66580" y="28766"/>
                      </a:cubicBezTo>
                      <a:lnTo>
                        <a:pt x="69246" y="28289"/>
                      </a:lnTo>
                      <a:cubicBezTo>
                        <a:pt x="68866" y="29623"/>
                        <a:pt x="68580" y="31052"/>
                        <a:pt x="68580" y="32385"/>
                      </a:cubicBezTo>
                      <a:cubicBezTo>
                        <a:pt x="68580" y="35433"/>
                        <a:pt x="69722" y="38957"/>
                        <a:pt x="72104" y="42958"/>
                      </a:cubicBezTo>
                      <a:lnTo>
                        <a:pt x="69246" y="44196"/>
                      </a:lnTo>
                      <a:lnTo>
                        <a:pt x="72104" y="45244"/>
                      </a:lnTo>
                      <a:cubicBezTo>
                        <a:pt x="72104" y="45244"/>
                        <a:pt x="70866" y="45529"/>
                        <a:pt x="69628" y="46482"/>
                      </a:cubicBezTo>
                      <a:lnTo>
                        <a:pt x="69628" y="47149"/>
                      </a:lnTo>
                      <a:cubicBezTo>
                        <a:pt x="70485" y="46863"/>
                        <a:pt x="71818" y="47149"/>
                        <a:pt x="73723" y="47720"/>
                      </a:cubicBezTo>
                      <a:lnTo>
                        <a:pt x="71628" y="51054"/>
                      </a:lnTo>
                      <a:cubicBezTo>
                        <a:pt x="74009" y="53912"/>
                        <a:pt x="76105" y="55340"/>
                        <a:pt x="77914" y="55340"/>
                      </a:cubicBezTo>
                      <a:lnTo>
                        <a:pt x="77914" y="56579"/>
                      </a:lnTo>
                      <a:cubicBezTo>
                        <a:pt x="77152" y="55531"/>
                        <a:pt x="76581" y="55150"/>
                        <a:pt x="76200" y="55340"/>
                      </a:cubicBezTo>
                      <a:cubicBezTo>
                        <a:pt x="75723" y="56769"/>
                        <a:pt x="75533" y="58293"/>
                        <a:pt x="75533" y="59912"/>
                      </a:cubicBezTo>
                      <a:cubicBezTo>
                        <a:pt x="75533" y="63341"/>
                        <a:pt x="76295" y="65818"/>
                        <a:pt x="77914" y="67628"/>
                      </a:cubicBezTo>
                      <a:cubicBezTo>
                        <a:pt x="77533" y="68008"/>
                        <a:pt x="77248" y="68485"/>
                        <a:pt x="77248" y="68866"/>
                      </a:cubicBezTo>
                      <a:cubicBezTo>
                        <a:pt x="77248" y="69247"/>
                        <a:pt x="77628" y="69818"/>
                        <a:pt x="78391" y="70485"/>
                      </a:cubicBezTo>
                      <a:cubicBezTo>
                        <a:pt x="79153" y="71247"/>
                        <a:pt x="79534" y="71819"/>
                        <a:pt x="79534" y="72295"/>
                      </a:cubicBezTo>
                      <a:cubicBezTo>
                        <a:pt x="79534" y="72581"/>
                        <a:pt x="79343" y="72962"/>
                        <a:pt x="79153" y="73342"/>
                      </a:cubicBezTo>
                      <a:lnTo>
                        <a:pt x="80963" y="74104"/>
                      </a:lnTo>
                      <a:cubicBezTo>
                        <a:pt x="82010" y="79915"/>
                        <a:pt x="82677" y="83439"/>
                        <a:pt x="82962" y="84677"/>
                      </a:cubicBezTo>
                      <a:cubicBezTo>
                        <a:pt x="83820" y="88678"/>
                        <a:pt x="85154" y="92012"/>
                        <a:pt x="86773" y="94774"/>
                      </a:cubicBezTo>
                      <a:cubicBezTo>
                        <a:pt x="85534" y="96869"/>
                        <a:pt x="86010" y="98393"/>
                        <a:pt x="88011" y="99536"/>
                      </a:cubicBezTo>
                      <a:cubicBezTo>
                        <a:pt x="87820" y="104680"/>
                        <a:pt x="88487" y="108204"/>
                        <a:pt x="90297" y="110109"/>
                      </a:cubicBezTo>
                      <a:cubicBezTo>
                        <a:pt x="90297" y="114967"/>
                        <a:pt x="91535" y="117538"/>
                        <a:pt x="94012" y="117634"/>
                      </a:cubicBezTo>
                      <a:close/>
                      <a:moveTo>
                        <a:pt x="5239" y="22003"/>
                      </a:moveTo>
                      <a:lnTo>
                        <a:pt x="4000" y="23241"/>
                      </a:lnTo>
                      <a:lnTo>
                        <a:pt x="2381" y="21241"/>
                      </a:lnTo>
                      <a:lnTo>
                        <a:pt x="5239" y="22003"/>
                      </a:lnTo>
                      <a:close/>
                      <a:moveTo>
                        <a:pt x="7905" y="44958"/>
                      </a:moveTo>
                      <a:lnTo>
                        <a:pt x="8858" y="47816"/>
                      </a:lnTo>
                      <a:lnTo>
                        <a:pt x="6477" y="51530"/>
                      </a:lnTo>
                      <a:lnTo>
                        <a:pt x="7905" y="44958"/>
                      </a:lnTo>
                      <a:close/>
                      <a:moveTo>
                        <a:pt x="9906" y="31337"/>
                      </a:moveTo>
                      <a:cubicBezTo>
                        <a:pt x="9906" y="31337"/>
                        <a:pt x="9144" y="31718"/>
                        <a:pt x="8381" y="32575"/>
                      </a:cubicBezTo>
                      <a:lnTo>
                        <a:pt x="7905" y="30861"/>
                      </a:lnTo>
                      <a:lnTo>
                        <a:pt x="9906" y="31337"/>
                      </a:lnTo>
                      <a:close/>
                      <a:moveTo>
                        <a:pt x="23050" y="34385"/>
                      </a:moveTo>
                      <a:cubicBezTo>
                        <a:pt x="22288" y="32766"/>
                        <a:pt x="20955" y="32099"/>
                        <a:pt x="18859" y="32575"/>
                      </a:cubicBezTo>
                      <a:lnTo>
                        <a:pt x="18383" y="33147"/>
                      </a:lnTo>
                      <a:cubicBezTo>
                        <a:pt x="18383" y="32099"/>
                        <a:pt x="18669" y="31623"/>
                        <a:pt x="19335" y="31623"/>
                      </a:cubicBezTo>
                      <a:cubicBezTo>
                        <a:pt x="19335" y="31623"/>
                        <a:pt x="20002" y="31813"/>
                        <a:pt x="21050" y="32099"/>
                      </a:cubicBezTo>
                      <a:cubicBezTo>
                        <a:pt x="21812" y="32290"/>
                        <a:pt x="22479" y="32290"/>
                        <a:pt x="23050" y="32099"/>
                      </a:cubicBezTo>
                      <a:lnTo>
                        <a:pt x="23050" y="34385"/>
                      </a:lnTo>
                      <a:close/>
                      <a:moveTo>
                        <a:pt x="20574" y="84011"/>
                      </a:moveTo>
                      <a:lnTo>
                        <a:pt x="20574" y="81058"/>
                      </a:lnTo>
                      <a:lnTo>
                        <a:pt x="20098" y="81058"/>
                      </a:lnTo>
                      <a:lnTo>
                        <a:pt x="20098" y="84011"/>
                      </a:lnTo>
                      <a:lnTo>
                        <a:pt x="20574" y="84011"/>
                      </a:lnTo>
                      <a:close/>
                      <a:moveTo>
                        <a:pt x="28956" y="36767"/>
                      </a:moveTo>
                      <a:lnTo>
                        <a:pt x="32385" y="34957"/>
                      </a:lnTo>
                      <a:lnTo>
                        <a:pt x="31909" y="33052"/>
                      </a:lnTo>
                      <a:lnTo>
                        <a:pt x="28956" y="36767"/>
                      </a:lnTo>
                      <a:close/>
                      <a:moveTo>
                        <a:pt x="32385" y="57912"/>
                      </a:moveTo>
                      <a:lnTo>
                        <a:pt x="35337" y="58674"/>
                      </a:lnTo>
                      <a:lnTo>
                        <a:pt x="34861" y="57912"/>
                      </a:lnTo>
                      <a:lnTo>
                        <a:pt x="32385" y="57912"/>
                      </a:lnTo>
                      <a:close/>
                      <a:moveTo>
                        <a:pt x="34861" y="54959"/>
                      </a:moveTo>
                      <a:lnTo>
                        <a:pt x="36100" y="54388"/>
                      </a:lnTo>
                      <a:lnTo>
                        <a:pt x="34861" y="53150"/>
                      </a:lnTo>
                      <a:lnTo>
                        <a:pt x="34861" y="54959"/>
                      </a:lnTo>
                      <a:close/>
                      <a:moveTo>
                        <a:pt x="36100" y="29528"/>
                      </a:moveTo>
                      <a:lnTo>
                        <a:pt x="37909" y="29051"/>
                      </a:lnTo>
                      <a:lnTo>
                        <a:pt x="35337" y="28289"/>
                      </a:lnTo>
                      <a:lnTo>
                        <a:pt x="36100" y="29528"/>
                      </a:lnTo>
                      <a:close/>
                      <a:moveTo>
                        <a:pt x="36576" y="10573"/>
                      </a:moveTo>
                      <a:lnTo>
                        <a:pt x="37338" y="12383"/>
                      </a:lnTo>
                      <a:lnTo>
                        <a:pt x="36100" y="12383"/>
                      </a:lnTo>
                      <a:lnTo>
                        <a:pt x="36576" y="10573"/>
                      </a:lnTo>
                      <a:close/>
                      <a:moveTo>
                        <a:pt x="42100" y="6382"/>
                      </a:moveTo>
                      <a:cubicBezTo>
                        <a:pt x="41338" y="6096"/>
                        <a:pt x="40862" y="5429"/>
                        <a:pt x="40862" y="4572"/>
                      </a:cubicBezTo>
                      <a:lnTo>
                        <a:pt x="40862" y="2477"/>
                      </a:lnTo>
                      <a:lnTo>
                        <a:pt x="44958" y="0"/>
                      </a:lnTo>
                      <a:cubicBezTo>
                        <a:pt x="44958" y="0"/>
                        <a:pt x="44386" y="953"/>
                        <a:pt x="43339" y="1429"/>
                      </a:cubicBezTo>
                      <a:cubicBezTo>
                        <a:pt x="42291" y="2000"/>
                        <a:pt x="41719" y="2572"/>
                        <a:pt x="41719" y="3048"/>
                      </a:cubicBezTo>
                      <a:cubicBezTo>
                        <a:pt x="41719" y="3334"/>
                        <a:pt x="42005" y="3810"/>
                        <a:pt x="42481" y="4286"/>
                      </a:cubicBezTo>
                      <a:cubicBezTo>
                        <a:pt x="42672" y="4858"/>
                        <a:pt x="42481" y="5620"/>
                        <a:pt x="42005" y="6382"/>
                      </a:cubicBezTo>
                      <a:close/>
                      <a:moveTo>
                        <a:pt x="46291" y="14192"/>
                      </a:moveTo>
                      <a:lnTo>
                        <a:pt x="47339" y="14192"/>
                      </a:lnTo>
                      <a:lnTo>
                        <a:pt x="45434" y="17240"/>
                      </a:lnTo>
                      <a:lnTo>
                        <a:pt x="46196" y="14192"/>
                      </a:lnTo>
                      <a:close/>
                      <a:moveTo>
                        <a:pt x="46291" y="35433"/>
                      </a:moveTo>
                      <a:lnTo>
                        <a:pt x="46291" y="33623"/>
                      </a:lnTo>
                      <a:lnTo>
                        <a:pt x="45529" y="33623"/>
                      </a:lnTo>
                      <a:lnTo>
                        <a:pt x="45529" y="35433"/>
                      </a:lnTo>
                      <a:lnTo>
                        <a:pt x="46291" y="35433"/>
                      </a:lnTo>
                      <a:close/>
                      <a:moveTo>
                        <a:pt x="54007" y="11716"/>
                      </a:moveTo>
                      <a:lnTo>
                        <a:pt x="54007" y="14192"/>
                      </a:lnTo>
                      <a:lnTo>
                        <a:pt x="52292" y="10001"/>
                      </a:lnTo>
                      <a:cubicBezTo>
                        <a:pt x="53435" y="10001"/>
                        <a:pt x="54007" y="10573"/>
                        <a:pt x="54007" y="11716"/>
                      </a:cubicBezTo>
                      <a:close/>
                      <a:moveTo>
                        <a:pt x="56864" y="34290"/>
                      </a:moveTo>
                      <a:lnTo>
                        <a:pt x="60388" y="33052"/>
                      </a:lnTo>
                      <a:lnTo>
                        <a:pt x="58578" y="33052"/>
                      </a:lnTo>
                      <a:lnTo>
                        <a:pt x="56959" y="34290"/>
                      </a:lnTo>
                      <a:close/>
                      <a:moveTo>
                        <a:pt x="56864" y="46101"/>
                      </a:moveTo>
                      <a:lnTo>
                        <a:pt x="57340" y="44291"/>
                      </a:lnTo>
                      <a:lnTo>
                        <a:pt x="56864" y="43815"/>
                      </a:lnTo>
                      <a:lnTo>
                        <a:pt x="56864" y="46101"/>
                      </a:lnTo>
                      <a:close/>
                      <a:moveTo>
                        <a:pt x="62103" y="94583"/>
                      </a:moveTo>
                      <a:cubicBezTo>
                        <a:pt x="62103" y="94583"/>
                        <a:pt x="62579" y="94774"/>
                        <a:pt x="63341" y="95060"/>
                      </a:cubicBezTo>
                      <a:lnTo>
                        <a:pt x="63722" y="94583"/>
                      </a:lnTo>
                      <a:lnTo>
                        <a:pt x="62103" y="92869"/>
                      </a:lnTo>
                      <a:lnTo>
                        <a:pt x="64579" y="93821"/>
                      </a:lnTo>
                      <a:cubicBezTo>
                        <a:pt x="63246" y="95155"/>
                        <a:pt x="62389" y="95821"/>
                        <a:pt x="62103" y="95821"/>
                      </a:cubicBezTo>
                      <a:lnTo>
                        <a:pt x="62103" y="94583"/>
                      </a:lnTo>
                      <a:close/>
                      <a:moveTo>
                        <a:pt x="66675" y="65056"/>
                      </a:moveTo>
                      <a:cubicBezTo>
                        <a:pt x="67818" y="64484"/>
                        <a:pt x="68294" y="63532"/>
                        <a:pt x="68103" y="62103"/>
                      </a:cubicBezTo>
                      <a:cubicBezTo>
                        <a:pt x="66580" y="62484"/>
                        <a:pt x="65817" y="63341"/>
                        <a:pt x="65817" y="64579"/>
                      </a:cubicBezTo>
                      <a:cubicBezTo>
                        <a:pt x="66198" y="64961"/>
                        <a:pt x="66484" y="65151"/>
                        <a:pt x="66675" y="65056"/>
                      </a:cubicBezTo>
                      <a:close/>
                      <a:moveTo>
                        <a:pt x="68103" y="41910"/>
                      </a:moveTo>
                      <a:lnTo>
                        <a:pt x="66294" y="41910"/>
                      </a:lnTo>
                      <a:lnTo>
                        <a:pt x="66675" y="46196"/>
                      </a:lnTo>
                      <a:lnTo>
                        <a:pt x="68103" y="41910"/>
                      </a:lnTo>
                      <a:close/>
                      <a:moveTo>
                        <a:pt x="68103" y="57531"/>
                      </a:moveTo>
                      <a:cubicBezTo>
                        <a:pt x="68103" y="57531"/>
                        <a:pt x="67818" y="56769"/>
                        <a:pt x="67818" y="56483"/>
                      </a:cubicBezTo>
                      <a:cubicBezTo>
                        <a:pt x="67818" y="55626"/>
                        <a:pt x="68389" y="55245"/>
                        <a:pt x="69532" y="55245"/>
                      </a:cubicBezTo>
                      <a:lnTo>
                        <a:pt x="70580" y="55054"/>
                      </a:lnTo>
                      <a:lnTo>
                        <a:pt x="70580" y="54483"/>
                      </a:lnTo>
                      <a:cubicBezTo>
                        <a:pt x="70580" y="54483"/>
                        <a:pt x="69913" y="54292"/>
                        <a:pt x="69628" y="54292"/>
                      </a:cubicBezTo>
                      <a:cubicBezTo>
                        <a:pt x="68961" y="54292"/>
                        <a:pt x="68294" y="54674"/>
                        <a:pt x="67627" y="55340"/>
                      </a:cubicBezTo>
                      <a:cubicBezTo>
                        <a:pt x="67056" y="56007"/>
                        <a:pt x="66675" y="56769"/>
                        <a:pt x="66675" y="57436"/>
                      </a:cubicBezTo>
                      <a:lnTo>
                        <a:pt x="68103" y="57436"/>
                      </a:lnTo>
                      <a:close/>
                      <a:moveTo>
                        <a:pt x="68675" y="83249"/>
                      </a:moveTo>
                      <a:cubicBezTo>
                        <a:pt x="68675" y="83249"/>
                        <a:pt x="68866" y="82772"/>
                        <a:pt x="69342" y="82010"/>
                      </a:cubicBezTo>
                      <a:cubicBezTo>
                        <a:pt x="68675" y="82010"/>
                        <a:pt x="68294" y="82010"/>
                        <a:pt x="68199" y="82487"/>
                      </a:cubicBezTo>
                      <a:cubicBezTo>
                        <a:pt x="68008" y="82867"/>
                        <a:pt x="67818" y="83153"/>
                        <a:pt x="67532" y="83249"/>
                      </a:cubicBezTo>
                      <a:lnTo>
                        <a:pt x="68770" y="83249"/>
                      </a:lnTo>
                      <a:close/>
                      <a:moveTo>
                        <a:pt x="69342" y="17812"/>
                      </a:moveTo>
                      <a:lnTo>
                        <a:pt x="70580" y="16574"/>
                      </a:lnTo>
                      <a:lnTo>
                        <a:pt x="68675" y="14859"/>
                      </a:lnTo>
                      <a:lnTo>
                        <a:pt x="69722" y="13621"/>
                      </a:lnTo>
                      <a:lnTo>
                        <a:pt x="71723" y="17336"/>
                      </a:lnTo>
                      <a:lnTo>
                        <a:pt x="69246" y="17812"/>
                      </a:lnTo>
                      <a:close/>
                      <a:moveTo>
                        <a:pt x="76866" y="92869"/>
                      </a:moveTo>
                      <a:lnTo>
                        <a:pt x="76866" y="90869"/>
                      </a:lnTo>
                      <a:cubicBezTo>
                        <a:pt x="76866" y="90869"/>
                        <a:pt x="76676" y="91154"/>
                        <a:pt x="75629" y="91631"/>
                      </a:cubicBezTo>
                      <a:cubicBezTo>
                        <a:pt x="75247" y="91440"/>
                        <a:pt x="74962" y="91059"/>
                        <a:pt x="74580" y="90583"/>
                      </a:cubicBezTo>
                      <a:cubicBezTo>
                        <a:pt x="74200" y="90107"/>
                        <a:pt x="73914" y="89821"/>
                        <a:pt x="73819" y="89821"/>
                      </a:cubicBezTo>
                      <a:cubicBezTo>
                        <a:pt x="73437" y="89821"/>
                        <a:pt x="73152" y="90011"/>
                        <a:pt x="72675" y="90392"/>
                      </a:cubicBezTo>
                      <a:lnTo>
                        <a:pt x="76771" y="92774"/>
                      </a:lnTo>
                      <a:close/>
                      <a:moveTo>
                        <a:pt x="80581" y="92107"/>
                      </a:moveTo>
                      <a:cubicBezTo>
                        <a:pt x="80581" y="92107"/>
                        <a:pt x="80772" y="92012"/>
                        <a:pt x="80581" y="91821"/>
                      </a:cubicBezTo>
                      <a:lnTo>
                        <a:pt x="79914" y="88011"/>
                      </a:lnTo>
                      <a:cubicBezTo>
                        <a:pt x="79914" y="88011"/>
                        <a:pt x="79343" y="88868"/>
                        <a:pt x="79343" y="89249"/>
                      </a:cubicBezTo>
                      <a:cubicBezTo>
                        <a:pt x="79343" y="88963"/>
                        <a:pt x="79724" y="89821"/>
                        <a:pt x="80581" y="91821"/>
                      </a:cubicBezTo>
                      <a:lnTo>
                        <a:pt x="80581" y="92107"/>
                      </a:lnTo>
                      <a:close/>
                      <a:moveTo>
                        <a:pt x="87439" y="476"/>
                      </a:moveTo>
                      <a:lnTo>
                        <a:pt x="87439" y="1810"/>
                      </a:lnTo>
                      <a:lnTo>
                        <a:pt x="85344" y="1810"/>
                      </a:lnTo>
                      <a:lnTo>
                        <a:pt x="87439" y="476"/>
                      </a:lnTo>
                      <a:close/>
                      <a:moveTo>
                        <a:pt x="88678" y="24956"/>
                      </a:moveTo>
                      <a:lnTo>
                        <a:pt x="86963" y="26575"/>
                      </a:lnTo>
                      <a:lnTo>
                        <a:pt x="88678" y="24098"/>
                      </a:lnTo>
                      <a:lnTo>
                        <a:pt x="88678" y="24860"/>
                      </a:lnTo>
                      <a:close/>
                      <a:moveTo>
                        <a:pt x="97536" y="51911"/>
                      </a:moveTo>
                      <a:lnTo>
                        <a:pt x="96393" y="53150"/>
                      </a:lnTo>
                      <a:lnTo>
                        <a:pt x="95440" y="53150"/>
                      </a:lnTo>
                      <a:lnTo>
                        <a:pt x="97536" y="51911"/>
                      </a:lnTo>
                      <a:close/>
                      <a:moveTo>
                        <a:pt x="97155" y="26194"/>
                      </a:moveTo>
                      <a:cubicBezTo>
                        <a:pt x="97155" y="26194"/>
                        <a:pt x="96678" y="26099"/>
                        <a:pt x="96583" y="25337"/>
                      </a:cubicBezTo>
                      <a:cubicBezTo>
                        <a:pt x="96583" y="24575"/>
                        <a:pt x="96393" y="24194"/>
                        <a:pt x="96393" y="24194"/>
                      </a:cubicBezTo>
                      <a:lnTo>
                        <a:pt x="97155" y="24194"/>
                      </a:lnTo>
                      <a:lnTo>
                        <a:pt x="97155" y="26194"/>
                      </a:lnTo>
                      <a:close/>
                      <a:moveTo>
                        <a:pt x="119539" y="13621"/>
                      </a:moveTo>
                      <a:cubicBezTo>
                        <a:pt x="119539" y="13621"/>
                        <a:pt x="119539" y="12763"/>
                        <a:pt x="119729" y="12287"/>
                      </a:cubicBezTo>
                      <a:cubicBezTo>
                        <a:pt x="119919" y="11811"/>
                        <a:pt x="120300" y="11621"/>
                        <a:pt x="120682" y="11716"/>
                      </a:cubicBezTo>
                      <a:lnTo>
                        <a:pt x="120682" y="13525"/>
                      </a:lnTo>
                      <a:lnTo>
                        <a:pt x="119539" y="13525"/>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 name="Google Shape;1030;p99"/>
                <p:cNvSpPr/>
                <p:nvPr/>
              </p:nvSpPr>
              <p:spPr>
                <a:xfrm>
                  <a:off x="8757284" y="2552700"/>
                  <a:ext cx="128587" cy="125444"/>
                </a:xfrm>
                <a:custGeom>
                  <a:avLst/>
                  <a:gdLst/>
                  <a:ahLst/>
                  <a:cxnLst/>
                  <a:rect l="l" t="t" r="r" b="b"/>
                  <a:pathLst>
                    <a:path w="128587" h="125444" extrusionOk="0">
                      <a:moveTo>
                        <a:pt x="1333" y="67151"/>
                      </a:moveTo>
                      <a:cubicBezTo>
                        <a:pt x="1333" y="67151"/>
                        <a:pt x="1524" y="67437"/>
                        <a:pt x="2000" y="67818"/>
                      </a:cubicBezTo>
                      <a:cubicBezTo>
                        <a:pt x="2476" y="68199"/>
                        <a:pt x="2571" y="68485"/>
                        <a:pt x="2476" y="68771"/>
                      </a:cubicBezTo>
                      <a:lnTo>
                        <a:pt x="0" y="68771"/>
                      </a:lnTo>
                      <a:lnTo>
                        <a:pt x="1238" y="67056"/>
                      </a:lnTo>
                      <a:close/>
                      <a:moveTo>
                        <a:pt x="95" y="76009"/>
                      </a:moveTo>
                      <a:cubicBezTo>
                        <a:pt x="571" y="76867"/>
                        <a:pt x="1333" y="77438"/>
                        <a:pt x="2286" y="77724"/>
                      </a:cubicBezTo>
                      <a:lnTo>
                        <a:pt x="95" y="77724"/>
                      </a:lnTo>
                      <a:lnTo>
                        <a:pt x="95" y="76009"/>
                      </a:lnTo>
                      <a:close/>
                      <a:moveTo>
                        <a:pt x="571" y="84296"/>
                      </a:moveTo>
                      <a:lnTo>
                        <a:pt x="95" y="82487"/>
                      </a:lnTo>
                      <a:cubicBezTo>
                        <a:pt x="571" y="82582"/>
                        <a:pt x="1428" y="82963"/>
                        <a:pt x="2571" y="83725"/>
                      </a:cubicBezTo>
                      <a:lnTo>
                        <a:pt x="571" y="84392"/>
                      </a:lnTo>
                      <a:close/>
                      <a:moveTo>
                        <a:pt x="4286" y="77724"/>
                      </a:moveTo>
                      <a:cubicBezTo>
                        <a:pt x="3524" y="77724"/>
                        <a:pt x="2857" y="77724"/>
                        <a:pt x="2286" y="77724"/>
                      </a:cubicBezTo>
                      <a:lnTo>
                        <a:pt x="4286" y="77724"/>
                      </a:lnTo>
                      <a:close/>
                      <a:moveTo>
                        <a:pt x="3047" y="87344"/>
                      </a:moveTo>
                      <a:cubicBezTo>
                        <a:pt x="3047" y="87344"/>
                        <a:pt x="3810" y="87535"/>
                        <a:pt x="4667" y="88201"/>
                      </a:cubicBezTo>
                      <a:lnTo>
                        <a:pt x="4667" y="88963"/>
                      </a:lnTo>
                      <a:lnTo>
                        <a:pt x="3047" y="88963"/>
                      </a:lnTo>
                      <a:lnTo>
                        <a:pt x="3047" y="87249"/>
                      </a:lnTo>
                      <a:close/>
                      <a:moveTo>
                        <a:pt x="7144" y="65437"/>
                      </a:moveTo>
                      <a:cubicBezTo>
                        <a:pt x="7144" y="65437"/>
                        <a:pt x="7620" y="66580"/>
                        <a:pt x="7810" y="67532"/>
                      </a:cubicBezTo>
                      <a:cubicBezTo>
                        <a:pt x="6667" y="67532"/>
                        <a:pt x="6096" y="67437"/>
                        <a:pt x="6001" y="67056"/>
                      </a:cubicBezTo>
                      <a:lnTo>
                        <a:pt x="7144" y="65342"/>
                      </a:lnTo>
                      <a:close/>
                      <a:moveTo>
                        <a:pt x="6001" y="105537"/>
                      </a:moveTo>
                      <a:cubicBezTo>
                        <a:pt x="6001" y="105537"/>
                        <a:pt x="6762" y="105061"/>
                        <a:pt x="7810" y="105061"/>
                      </a:cubicBezTo>
                      <a:lnTo>
                        <a:pt x="7810" y="106013"/>
                      </a:lnTo>
                      <a:lnTo>
                        <a:pt x="6001" y="105537"/>
                      </a:lnTo>
                      <a:close/>
                      <a:moveTo>
                        <a:pt x="13145" y="85344"/>
                      </a:moveTo>
                      <a:cubicBezTo>
                        <a:pt x="13906" y="85058"/>
                        <a:pt x="14573" y="84772"/>
                        <a:pt x="15144" y="84582"/>
                      </a:cubicBezTo>
                      <a:cubicBezTo>
                        <a:pt x="16002" y="84296"/>
                        <a:pt x="16764" y="84392"/>
                        <a:pt x="17240" y="84868"/>
                      </a:cubicBezTo>
                      <a:lnTo>
                        <a:pt x="13049" y="85344"/>
                      </a:lnTo>
                      <a:close/>
                      <a:moveTo>
                        <a:pt x="16097" y="70009"/>
                      </a:moveTo>
                      <a:cubicBezTo>
                        <a:pt x="14764" y="66866"/>
                        <a:pt x="15240" y="64675"/>
                        <a:pt x="17335" y="63532"/>
                      </a:cubicBezTo>
                      <a:lnTo>
                        <a:pt x="18002" y="64103"/>
                      </a:lnTo>
                      <a:cubicBezTo>
                        <a:pt x="16764" y="64103"/>
                        <a:pt x="16097" y="64770"/>
                        <a:pt x="16002" y="66294"/>
                      </a:cubicBezTo>
                      <a:cubicBezTo>
                        <a:pt x="16097" y="67532"/>
                        <a:pt x="16192" y="68771"/>
                        <a:pt x="16192" y="70009"/>
                      </a:cubicBezTo>
                      <a:close/>
                      <a:moveTo>
                        <a:pt x="30956" y="77629"/>
                      </a:moveTo>
                      <a:cubicBezTo>
                        <a:pt x="30956" y="77629"/>
                        <a:pt x="30099" y="77629"/>
                        <a:pt x="29623" y="77057"/>
                      </a:cubicBezTo>
                      <a:cubicBezTo>
                        <a:pt x="29146" y="76581"/>
                        <a:pt x="28765" y="76295"/>
                        <a:pt x="28480" y="76295"/>
                      </a:cubicBezTo>
                      <a:cubicBezTo>
                        <a:pt x="28384" y="76295"/>
                        <a:pt x="28194" y="76295"/>
                        <a:pt x="28004" y="76486"/>
                      </a:cubicBezTo>
                      <a:cubicBezTo>
                        <a:pt x="29623" y="75247"/>
                        <a:pt x="30956" y="75152"/>
                        <a:pt x="32195" y="76009"/>
                      </a:cubicBezTo>
                      <a:cubicBezTo>
                        <a:pt x="32195" y="76391"/>
                        <a:pt x="32195" y="76771"/>
                        <a:pt x="31813" y="77057"/>
                      </a:cubicBezTo>
                      <a:cubicBezTo>
                        <a:pt x="31528" y="77343"/>
                        <a:pt x="31242" y="77533"/>
                        <a:pt x="30956" y="77724"/>
                      </a:cubicBezTo>
                      <a:close/>
                      <a:moveTo>
                        <a:pt x="29718" y="45720"/>
                      </a:moveTo>
                      <a:lnTo>
                        <a:pt x="29718" y="47530"/>
                      </a:lnTo>
                      <a:lnTo>
                        <a:pt x="29241" y="45720"/>
                      </a:lnTo>
                      <a:lnTo>
                        <a:pt x="29718" y="45720"/>
                      </a:lnTo>
                      <a:close/>
                      <a:moveTo>
                        <a:pt x="30480" y="59817"/>
                      </a:moveTo>
                      <a:cubicBezTo>
                        <a:pt x="31242" y="59817"/>
                        <a:pt x="31813" y="60008"/>
                        <a:pt x="32195" y="60579"/>
                      </a:cubicBezTo>
                      <a:cubicBezTo>
                        <a:pt x="32004" y="61055"/>
                        <a:pt x="31622" y="61150"/>
                        <a:pt x="31051" y="61055"/>
                      </a:cubicBezTo>
                      <a:lnTo>
                        <a:pt x="29623" y="61055"/>
                      </a:lnTo>
                      <a:cubicBezTo>
                        <a:pt x="29623" y="60293"/>
                        <a:pt x="29813" y="59912"/>
                        <a:pt x="30385" y="59817"/>
                      </a:cubicBezTo>
                      <a:close/>
                      <a:moveTo>
                        <a:pt x="30194" y="92488"/>
                      </a:moveTo>
                      <a:lnTo>
                        <a:pt x="30194" y="91916"/>
                      </a:lnTo>
                      <a:lnTo>
                        <a:pt x="32195" y="91916"/>
                      </a:lnTo>
                      <a:lnTo>
                        <a:pt x="30194" y="92488"/>
                      </a:lnTo>
                      <a:close/>
                      <a:moveTo>
                        <a:pt x="30956" y="84201"/>
                      </a:moveTo>
                      <a:lnTo>
                        <a:pt x="30956" y="82391"/>
                      </a:lnTo>
                      <a:lnTo>
                        <a:pt x="32575" y="84201"/>
                      </a:lnTo>
                      <a:lnTo>
                        <a:pt x="30956" y="84201"/>
                      </a:lnTo>
                      <a:close/>
                      <a:moveTo>
                        <a:pt x="32195" y="72866"/>
                      </a:moveTo>
                      <a:cubicBezTo>
                        <a:pt x="33051" y="72866"/>
                        <a:pt x="33623" y="73057"/>
                        <a:pt x="33814" y="73533"/>
                      </a:cubicBezTo>
                      <a:lnTo>
                        <a:pt x="32195" y="74771"/>
                      </a:lnTo>
                      <a:lnTo>
                        <a:pt x="32195" y="72962"/>
                      </a:lnTo>
                      <a:close/>
                      <a:moveTo>
                        <a:pt x="33814" y="67532"/>
                      </a:moveTo>
                      <a:cubicBezTo>
                        <a:pt x="34671" y="69151"/>
                        <a:pt x="34861" y="70199"/>
                        <a:pt x="34290" y="70485"/>
                      </a:cubicBezTo>
                      <a:lnTo>
                        <a:pt x="33814" y="70485"/>
                      </a:lnTo>
                      <a:lnTo>
                        <a:pt x="33814" y="67532"/>
                      </a:lnTo>
                      <a:close/>
                      <a:moveTo>
                        <a:pt x="34290" y="101441"/>
                      </a:moveTo>
                      <a:cubicBezTo>
                        <a:pt x="36480" y="101917"/>
                        <a:pt x="37719" y="101441"/>
                        <a:pt x="37909" y="99632"/>
                      </a:cubicBezTo>
                      <a:cubicBezTo>
                        <a:pt x="38005" y="100108"/>
                        <a:pt x="37623" y="100965"/>
                        <a:pt x="36671" y="102203"/>
                      </a:cubicBezTo>
                      <a:cubicBezTo>
                        <a:pt x="36004" y="102203"/>
                        <a:pt x="35242" y="102108"/>
                        <a:pt x="34290" y="101441"/>
                      </a:cubicBezTo>
                      <a:close/>
                      <a:moveTo>
                        <a:pt x="35052" y="64675"/>
                      </a:moveTo>
                      <a:cubicBezTo>
                        <a:pt x="35719" y="64389"/>
                        <a:pt x="36671" y="64675"/>
                        <a:pt x="37909" y="65437"/>
                      </a:cubicBezTo>
                      <a:lnTo>
                        <a:pt x="35052" y="65437"/>
                      </a:lnTo>
                      <a:lnTo>
                        <a:pt x="35052" y="64675"/>
                      </a:lnTo>
                      <a:close/>
                      <a:moveTo>
                        <a:pt x="37623" y="69628"/>
                      </a:moveTo>
                      <a:cubicBezTo>
                        <a:pt x="37623" y="69628"/>
                        <a:pt x="37242" y="69056"/>
                        <a:pt x="37338" y="68771"/>
                      </a:cubicBezTo>
                      <a:lnTo>
                        <a:pt x="37623" y="69628"/>
                      </a:lnTo>
                      <a:close/>
                      <a:moveTo>
                        <a:pt x="37623" y="69628"/>
                      </a:moveTo>
                      <a:lnTo>
                        <a:pt x="39148" y="71533"/>
                      </a:lnTo>
                      <a:cubicBezTo>
                        <a:pt x="39148" y="71533"/>
                        <a:pt x="38957" y="72104"/>
                        <a:pt x="38481" y="72390"/>
                      </a:cubicBezTo>
                      <a:lnTo>
                        <a:pt x="37623" y="69628"/>
                      </a:lnTo>
                      <a:close/>
                      <a:moveTo>
                        <a:pt x="107822" y="100108"/>
                      </a:moveTo>
                      <a:cubicBezTo>
                        <a:pt x="108585" y="100298"/>
                        <a:pt x="109632" y="100393"/>
                        <a:pt x="110776" y="100393"/>
                      </a:cubicBezTo>
                      <a:cubicBezTo>
                        <a:pt x="111537" y="100393"/>
                        <a:pt x="112966" y="100393"/>
                        <a:pt x="114871" y="100203"/>
                      </a:cubicBezTo>
                      <a:cubicBezTo>
                        <a:pt x="116681" y="100013"/>
                        <a:pt x="118110" y="100013"/>
                        <a:pt x="119063" y="100013"/>
                      </a:cubicBezTo>
                      <a:cubicBezTo>
                        <a:pt x="123730" y="100013"/>
                        <a:pt x="126968" y="101441"/>
                        <a:pt x="128588" y="104299"/>
                      </a:cubicBezTo>
                      <a:cubicBezTo>
                        <a:pt x="128397" y="107823"/>
                        <a:pt x="128206" y="111347"/>
                        <a:pt x="127921" y="114871"/>
                      </a:cubicBezTo>
                      <a:cubicBezTo>
                        <a:pt x="127539" y="119063"/>
                        <a:pt x="126301" y="122301"/>
                        <a:pt x="124396" y="124587"/>
                      </a:cubicBezTo>
                      <a:cubicBezTo>
                        <a:pt x="123539" y="125158"/>
                        <a:pt x="122777" y="125444"/>
                        <a:pt x="121920" y="125444"/>
                      </a:cubicBezTo>
                      <a:cubicBezTo>
                        <a:pt x="121062" y="125444"/>
                        <a:pt x="120015" y="125063"/>
                        <a:pt x="118681" y="124396"/>
                      </a:cubicBezTo>
                      <a:cubicBezTo>
                        <a:pt x="117253" y="123634"/>
                        <a:pt x="116110" y="123349"/>
                        <a:pt x="115348" y="123349"/>
                      </a:cubicBezTo>
                      <a:cubicBezTo>
                        <a:pt x="114490" y="123349"/>
                        <a:pt x="113538" y="123730"/>
                        <a:pt x="112585" y="124587"/>
                      </a:cubicBezTo>
                      <a:cubicBezTo>
                        <a:pt x="108775" y="124968"/>
                        <a:pt x="103822" y="125063"/>
                        <a:pt x="97631" y="124682"/>
                      </a:cubicBezTo>
                      <a:cubicBezTo>
                        <a:pt x="91535" y="124396"/>
                        <a:pt x="86582" y="124492"/>
                        <a:pt x="82962" y="124968"/>
                      </a:cubicBezTo>
                      <a:lnTo>
                        <a:pt x="82962" y="124682"/>
                      </a:lnTo>
                      <a:cubicBezTo>
                        <a:pt x="78867" y="124492"/>
                        <a:pt x="72961" y="124587"/>
                        <a:pt x="65151" y="124968"/>
                      </a:cubicBezTo>
                      <a:cubicBezTo>
                        <a:pt x="62484" y="124396"/>
                        <a:pt x="58960" y="124301"/>
                        <a:pt x="54387" y="124682"/>
                      </a:cubicBezTo>
                      <a:lnTo>
                        <a:pt x="41910" y="124682"/>
                      </a:lnTo>
                      <a:lnTo>
                        <a:pt x="41910" y="89440"/>
                      </a:lnTo>
                      <a:lnTo>
                        <a:pt x="43910" y="88201"/>
                      </a:lnTo>
                      <a:lnTo>
                        <a:pt x="39719" y="87725"/>
                      </a:lnTo>
                      <a:cubicBezTo>
                        <a:pt x="41147" y="87058"/>
                        <a:pt x="41910" y="85820"/>
                        <a:pt x="41910" y="84201"/>
                      </a:cubicBezTo>
                      <a:cubicBezTo>
                        <a:pt x="41910" y="83629"/>
                        <a:pt x="41814" y="82867"/>
                        <a:pt x="41529" y="81629"/>
                      </a:cubicBezTo>
                      <a:cubicBezTo>
                        <a:pt x="41338" y="80486"/>
                        <a:pt x="41243" y="79629"/>
                        <a:pt x="41243" y="79058"/>
                      </a:cubicBezTo>
                      <a:cubicBezTo>
                        <a:pt x="41243" y="78486"/>
                        <a:pt x="41243" y="77914"/>
                        <a:pt x="41434" y="77533"/>
                      </a:cubicBezTo>
                      <a:lnTo>
                        <a:pt x="39719" y="77533"/>
                      </a:lnTo>
                      <a:cubicBezTo>
                        <a:pt x="40671" y="77248"/>
                        <a:pt x="41814" y="76295"/>
                        <a:pt x="43148" y="74581"/>
                      </a:cubicBezTo>
                      <a:cubicBezTo>
                        <a:pt x="41720" y="73533"/>
                        <a:pt x="40957" y="72009"/>
                        <a:pt x="40957" y="70199"/>
                      </a:cubicBezTo>
                      <a:cubicBezTo>
                        <a:pt x="40957" y="69151"/>
                        <a:pt x="41338" y="67532"/>
                        <a:pt x="42005" y="65342"/>
                      </a:cubicBezTo>
                      <a:cubicBezTo>
                        <a:pt x="42767" y="63151"/>
                        <a:pt x="43148" y="61532"/>
                        <a:pt x="43148" y="60579"/>
                      </a:cubicBezTo>
                      <a:cubicBezTo>
                        <a:pt x="43434" y="60579"/>
                        <a:pt x="43624" y="60865"/>
                        <a:pt x="43624" y="61436"/>
                      </a:cubicBezTo>
                      <a:cubicBezTo>
                        <a:pt x="43624" y="62008"/>
                        <a:pt x="43815" y="62293"/>
                        <a:pt x="43910" y="62293"/>
                      </a:cubicBezTo>
                      <a:cubicBezTo>
                        <a:pt x="44196" y="62293"/>
                        <a:pt x="44577" y="62008"/>
                        <a:pt x="44958" y="61532"/>
                      </a:cubicBezTo>
                      <a:lnTo>
                        <a:pt x="47434" y="65818"/>
                      </a:lnTo>
                      <a:cubicBezTo>
                        <a:pt x="48196" y="64484"/>
                        <a:pt x="48291" y="62293"/>
                        <a:pt x="47910" y="59341"/>
                      </a:cubicBezTo>
                      <a:cubicBezTo>
                        <a:pt x="47434" y="58864"/>
                        <a:pt x="46577" y="58579"/>
                        <a:pt x="45434" y="58579"/>
                      </a:cubicBezTo>
                      <a:lnTo>
                        <a:pt x="43243" y="58579"/>
                      </a:lnTo>
                      <a:cubicBezTo>
                        <a:pt x="43243" y="58007"/>
                        <a:pt x="43053" y="57626"/>
                        <a:pt x="42576" y="57626"/>
                      </a:cubicBezTo>
                      <a:lnTo>
                        <a:pt x="46101" y="56864"/>
                      </a:lnTo>
                      <a:cubicBezTo>
                        <a:pt x="44291" y="56102"/>
                        <a:pt x="43148" y="54864"/>
                        <a:pt x="42767" y="53054"/>
                      </a:cubicBezTo>
                      <a:cubicBezTo>
                        <a:pt x="42767" y="51435"/>
                        <a:pt x="42767" y="49721"/>
                        <a:pt x="42576" y="48006"/>
                      </a:cubicBezTo>
                      <a:lnTo>
                        <a:pt x="43815" y="46768"/>
                      </a:lnTo>
                      <a:lnTo>
                        <a:pt x="40862" y="42767"/>
                      </a:lnTo>
                      <a:cubicBezTo>
                        <a:pt x="42100" y="36957"/>
                        <a:pt x="42767" y="33814"/>
                        <a:pt x="42767" y="33242"/>
                      </a:cubicBezTo>
                      <a:cubicBezTo>
                        <a:pt x="42767" y="31337"/>
                        <a:pt x="42291" y="29718"/>
                        <a:pt x="41338" y="28480"/>
                      </a:cubicBezTo>
                      <a:cubicBezTo>
                        <a:pt x="41434" y="28099"/>
                        <a:pt x="41720" y="23336"/>
                        <a:pt x="42100" y="14383"/>
                      </a:cubicBezTo>
                      <a:cubicBezTo>
                        <a:pt x="42386" y="8763"/>
                        <a:pt x="43529" y="4572"/>
                        <a:pt x="45625" y="1810"/>
                      </a:cubicBezTo>
                      <a:cubicBezTo>
                        <a:pt x="45148" y="1810"/>
                        <a:pt x="47815" y="1810"/>
                        <a:pt x="53911" y="1810"/>
                      </a:cubicBezTo>
                      <a:cubicBezTo>
                        <a:pt x="57150" y="1810"/>
                        <a:pt x="59721" y="1333"/>
                        <a:pt x="61531" y="0"/>
                      </a:cubicBezTo>
                      <a:cubicBezTo>
                        <a:pt x="64389" y="3238"/>
                        <a:pt x="65817" y="8572"/>
                        <a:pt x="65817" y="16097"/>
                      </a:cubicBezTo>
                      <a:lnTo>
                        <a:pt x="65817" y="28194"/>
                      </a:lnTo>
                      <a:cubicBezTo>
                        <a:pt x="65817" y="31528"/>
                        <a:pt x="66008" y="34385"/>
                        <a:pt x="66389" y="36576"/>
                      </a:cubicBezTo>
                      <a:cubicBezTo>
                        <a:pt x="65532" y="37052"/>
                        <a:pt x="65151" y="37909"/>
                        <a:pt x="65151" y="39053"/>
                      </a:cubicBezTo>
                      <a:cubicBezTo>
                        <a:pt x="65151" y="39529"/>
                        <a:pt x="65341" y="40386"/>
                        <a:pt x="65532" y="41434"/>
                      </a:cubicBezTo>
                      <a:cubicBezTo>
                        <a:pt x="65722" y="42386"/>
                        <a:pt x="65817" y="43148"/>
                        <a:pt x="65817" y="43529"/>
                      </a:cubicBezTo>
                      <a:cubicBezTo>
                        <a:pt x="65817" y="44005"/>
                        <a:pt x="65817" y="44482"/>
                        <a:pt x="65627" y="44767"/>
                      </a:cubicBezTo>
                      <a:lnTo>
                        <a:pt x="65151" y="44291"/>
                      </a:lnTo>
                      <a:cubicBezTo>
                        <a:pt x="65151" y="44958"/>
                        <a:pt x="65341" y="46006"/>
                        <a:pt x="65722" y="47720"/>
                      </a:cubicBezTo>
                      <a:cubicBezTo>
                        <a:pt x="66104" y="49339"/>
                        <a:pt x="66294" y="50578"/>
                        <a:pt x="66294" y="51435"/>
                      </a:cubicBezTo>
                      <a:cubicBezTo>
                        <a:pt x="66294" y="52578"/>
                        <a:pt x="66104" y="53626"/>
                        <a:pt x="65913" y="54483"/>
                      </a:cubicBezTo>
                      <a:lnTo>
                        <a:pt x="66960" y="56769"/>
                      </a:lnTo>
                      <a:lnTo>
                        <a:pt x="66484" y="56769"/>
                      </a:lnTo>
                      <a:cubicBezTo>
                        <a:pt x="66104" y="57531"/>
                        <a:pt x="65913" y="59246"/>
                        <a:pt x="65913" y="62103"/>
                      </a:cubicBezTo>
                      <a:cubicBezTo>
                        <a:pt x="65913" y="64389"/>
                        <a:pt x="65246" y="65913"/>
                        <a:pt x="64008" y="66866"/>
                      </a:cubicBezTo>
                      <a:cubicBezTo>
                        <a:pt x="64294" y="67151"/>
                        <a:pt x="64865" y="67342"/>
                        <a:pt x="65913" y="67342"/>
                      </a:cubicBezTo>
                      <a:cubicBezTo>
                        <a:pt x="66484" y="79058"/>
                        <a:pt x="66484" y="88678"/>
                        <a:pt x="65913" y="96012"/>
                      </a:cubicBezTo>
                      <a:cubicBezTo>
                        <a:pt x="65722" y="95536"/>
                        <a:pt x="65437" y="95250"/>
                        <a:pt x="64865" y="95250"/>
                      </a:cubicBezTo>
                      <a:lnTo>
                        <a:pt x="63436" y="95250"/>
                      </a:lnTo>
                      <a:cubicBezTo>
                        <a:pt x="63436" y="95250"/>
                        <a:pt x="63722" y="95821"/>
                        <a:pt x="63722" y="96203"/>
                      </a:cubicBezTo>
                      <a:cubicBezTo>
                        <a:pt x="63722" y="96679"/>
                        <a:pt x="63436" y="97346"/>
                        <a:pt x="62769" y="98012"/>
                      </a:cubicBezTo>
                      <a:cubicBezTo>
                        <a:pt x="62198" y="98774"/>
                        <a:pt x="61817" y="99346"/>
                        <a:pt x="61817" y="99727"/>
                      </a:cubicBezTo>
                      <a:cubicBezTo>
                        <a:pt x="61817" y="100203"/>
                        <a:pt x="62103" y="100775"/>
                        <a:pt x="62579" y="101251"/>
                      </a:cubicBezTo>
                      <a:cubicBezTo>
                        <a:pt x="63246" y="99250"/>
                        <a:pt x="64294" y="98203"/>
                        <a:pt x="65627" y="98203"/>
                      </a:cubicBezTo>
                      <a:cubicBezTo>
                        <a:pt x="66484" y="98203"/>
                        <a:pt x="68485" y="99250"/>
                        <a:pt x="71628" y="101251"/>
                      </a:cubicBezTo>
                      <a:cubicBezTo>
                        <a:pt x="71914" y="101346"/>
                        <a:pt x="72294" y="101251"/>
                        <a:pt x="72866" y="100679"/>
                      </a:cubicBezTo>
                      <a:lnTo>
                        <a:pt x="72866" y="99441"/>
                      </a:lnTo>
                      <a:cubicBezTo>
                        <a:pt x="73342" y="99822"/>
                        <a:pt x="74866" y="100013"/>
                        <a:pt x="77438" y="100013"/>
                      </a:cubicBezTo>
                      <a:lnTo>
                        <a:pt x="76962" y="100679"/>
                      </a:lnTo>
                      <a:cubicBezTo>
                        <a:pt x="77628" y="100965"/>
                        <a:pt x="78200" y="101155"/>
                        <a:pt x="78771" y="101155"/>
                      </a:cubicBezTo>
                      <a:cubicBezTo>
                        <a:pt x="79438" y="101155"/>
                        <a:pt x="80200" y="100870"/>
                        <a:pt x="81343" y="100298"/>
                      </a:cubicBezTo>
                      <a:cubicBezTo>
                        <a:pt x="82486" y="99727"/>
                        <a:pt x="83344" y="99441"/>
                        <a:pt x="83820" y="99441"/>
                      </a:cubicBezTo>
                      <a:cubicBezTo>
                        <a:pt x="84582" y="99441"/>
                        <a:pt x="85439" y="99822"/>
                        <a:pt x="86296" y="100679"/>
                      </a:cubicBezTo>
                      <a:cubicBezTo>
                        <a:pt x="88296" y="99822"/>
                        <a:pt x="90582" y="99441"/>
                        <a:pt x="93059" y="99441"/>
                      </a:cubicBezTo>
                      <a:cubicBezTo>
                        <a:pt x="94297" y="99441"/>
                        <a:pt x="96202" y="99632"/>
                        <a:pt x="98584" y="99917"/>
                      </a:cubicBezTo>
                      <a:cubicBezTo>
                        <a:pt x="101060" y="100203"/>
                        <a:pt x="102965" y="100393"/>
                        <a:pt x="104298" y="100393"/>
                      </a:cubicBezTo>
                      <a:cubicBezTo>
                        <a:pt x="105441" y="100393"/>
                        <a:pt x="106680" y="100298"/>
                        <a:pt x="107822" y="100108"/>
                      </a:cubicBezTo>
                      <a:close/>
                      <a:moveTo>
                        <a:pt x="41434" y="53340"/>
                      </a:moveTo>
                      <a:lnTo>
                        <a:pt x="41434" y="54578"/>
                      </a:lnTo>
                      <a:lnTo>
                        <a:pt x="39719" y="52768"/>
                      </a:lnTo>
                      <a:cubicBezTo>
                        <a:pt x="39719" y="52768"/>
                        <a:pt x="40671" y="52959"/>
                        <a:pt x="41434" y="53435"/>
                      </a:cubicBezTo>
                      <a:close/>
                      <a:moveTo>
                        <a:pt x="43243" y="58579"/>
                      </a:moveTo>
                      <a:cubicBezTo>
                        <a:pt x="43243" y="58579"/>
                        <a:pt x="43053" y="58864"/>
                        <a:pt x="43053" y="58579"/>
                      </a:cubicBezTo>
                      <a:lnTo>
                        <a:pt x="43243" y="58579"/>
                      </a:lnTo>
                      <a:close/>
                      <a:moveTo>
                        <a:pt x="44958" y="93059"/>
                      </a:moveTo>
                      <a:lnTo>
                        <a:pt x="43910" y="91821"/>
                      </a:lnTo>
                      <a:lnTo>
                        <a:pt x="45720" y="90202"/>
                      </a:lnTo>
                      <a:lnTo>
                        <a:pt x="44291" y="90202"/>
                      </a:lnTo>
                      <a:lnTo>
                        <a:pt x="44862" y="88201"/>
                      </a:lnTo>
                      <a:lnTo>
                        <a:pt x="43053" y="91250"/>
                      </a:lnTo>
                      <a:lnTo>
                        <a:pt x="43624" y="92678"/>
                      </a:lnTo>
                      <a:cubicBezTo>
                        <a:pt x="43815" y="93154"/>
                        <a:pt x="44196" y="93345"/>
                        <a:pt x="44862" y="93154"/>
                      </a:cubicBezTo>
                      <a:close/>
                      <a:moveTo>
                        <a:pt x="49149" y="96107"/>
                      </a:moveTo>
                      <a:lnTo>
                        <a:pt x="51625" y="95345"/>
                      </a:lnTo>
                      <a:lnTo>
                        <a:pt x="50006" y="95345"/>
                      </a:lnTo>
                      <a:lnTo>
                        <a:pt x="49244" y="96107"/>
                      </a:lnTo>
                      <a:close/>
                      <a:moveTo>
                        <a:pt x="56864" y="64579"/>
                      </a:moveTo>
                      <a:lnTo>
                        <a:pt x="58864" y="63437"/>
                      </a:lnTo>
                      <a:lnTo>
                        <a:pt x="57626" y="63437"/>
                      </a:lnTo>
                      <a:lnTo>
                        <a:pt x="56864" y="64579"/>
                      </a:lnTo>
                      <a:close/>
                      <a:moveTo>
                        <a:pt x="58864" y="44482"/>
                      </a:moveTo>
                      <a:lnTo>
                        <a:pt x="59245" y="42863"/>
                      </a:lnTo>
                      <a:lnTo>
                        <a:pt x="57531" y="42100"/>
                      </a:lnTo>
                      <a:lnTo>
                        <a:pt x="58769" y="44577"/>
                      </a:lnTo>
                      <a:close/>
                      <a:moveTo>
                        <a:pt x="79914" y="29337"/>
                      </a:moveTo>
                      <a:lnTo>
                        <a:pt x="79914" y="31433"/>
                      </a:lnTo>
                      <a:lnTo>
                        <a:pt x="79534" y="31433"/>
                      </a:lnTo>
                      <a:lnTo>
                        <a:pt x="79534" y="29337"/>
                      </a:lnTo>
                      <a:lnTo>
                        <a:pt x="79914" y="29337"/>
                      </a:lnTo>
                      <a:close/>
                      <a:moveTo>
                        <a:pt x="108871" y="105442"/>
                      </a:moveTo>
                      <a:lnTo>
                        <a:pt x="108871" y="103727"/>
                      </a:lnTo>
                      <a:lnTo>
                        <a:pt x="108299" y="102489"/>
                      </a:lnTo>
                      <a:lnTo>
                        <a:pt x="108871" y="105346"/>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31" name="Google Shape;1031;p99"/>
              <p:cNvGrpSpPr/>
              <p:nvPr/>
            </p:nvGrpSpPr>
            <p:grpSpPr>
              <a:xfrm>
                <a:off x="9007596" y="7585329"/>
                <a:ext cx="320992" cy="90582"/>
                <a:chOff x="3754278" y="5303424"/>
                <a:chExt cx="320992" cy="90582"/>
              </a:xfrm>
            </p:grpSpPr>
            <p:sp>
              <p:nvSpPr>
                <p:cNvPr id="1032" name="Google Shape;1032;p99"/>
                <p:cNvSpPr/>
                <p:nvPr/>
              </p:nvSpPr>
              <p:spPr>
                <a:xfrm>
                  <a:off x="3754278" y="5317235"/>
                  <a:ext cx="66865" cy="72294"/>
                </a:xfrm>
                <a:custGeom>
                  <a:avLst/>
                  <a:gdLst/>
                  <a:ahLst/>
                  <a:cxnLst/>
                  <a:rect l="l" t="t" r="r" b="b"/>
                  <a:pathLst>
                    <a:path w="66865" h="72294" extrusionOk="0">
                      <a:moveTo>
                        <a:pt x="857" y="50292"/>
                      </a:moveTo>
                      <a:cubicBezTo>
                        <a:pt x="857" y="50863"/>
                        <a:pt x="857" y="51245"/>
                        <a:pt x="1143" y="51245"/>
                      </a:cubicBezTo>
                      <a:cubicBezTo>
                        <a:pt x="1143" y="51245"/>
                        <a:pt x="1333" y="51245"/>
                        <a:pt x="1524" y="51245"/>
                      </a:cubicBezTo>
                      <a:cubicBezTo>
                        <a:pt x="1715" y="51245"/>
                        <a:pt x="1810" y="51245"/>
                        <a:pt x="2000" y="51245"/>
                      </a:cubicBezTo>
                      <a:cubicBezTo>
                        <a:pt x="2191" y="51245"/>
                        <a:pt x="2286" y="51340"/>
                        <a:pt x="2381" y="51626"/>
                      </a:cubicBezTo>
                      <a:cubicBezTo>
                        <a:pt x="953" y="51626"/>
                        <a:pt x="95" y="51530"/>
                        <a:pt x="0" y="51245"/>
                      </a:cubicBezTo>
                      <a:lnTo>
                        <a:pt x="953" y="50483"/>
                      </a:lnTo>
                      <a:close/>
                      <a:moveTo>
                        <a:pt x="2286" y="59436"/>
                      </a:moveTo>
                      <a:cubicBezTo>
                        <a:pt x="2286" y="59436"/>
                        <a:pt x="2667" y="58960"/>
                        <a:pt x="2953" y="58960"/>
                      </a:cubicBezTo>
                      <a:lnTo>
                        <a:pt x="3905" y="58960"/>
                      </a:lnTo>
                      <a:cubicBezTo>
                        <a:pt x="3905" y="58960"/>
                        <a:pt x="3620" y="59436"/>
                        <a:pt x="3143" y="59436"/>
                      </a:cubicBezTo>
                      <a:lnTo>
                        <a:pt x="2191" y="59436"/>
                      </a:lnTo>
                      <a:close/>
                      <a:moveTo>
                        <a:pt x="5334" y="64199"/>
                      </a:moveTo>
                      <a:lnTo>
                        <a:pt x="5334" y="63246"/>
                      </a:lnTo>
                      <a:lnTo>
                        <a:pt x="6001" y="63246"/>
                      </a:lnTo>
                      <a:lnTo>
                        <a:pt x="5334" y="64199"/>
                      </a:lnTo>
                      <a:close/>
                      <a:moveTo>
                        <a:pt x="9239" y="58293"/>
                      </a:moveTo>
                      <a:cubicBezTo>
                        <a:pt x="9239" y="58293"/>
                        <a:pt x="10001" y="58388"/>
                        <a:pt x="10573" y="59055"/>
                      </a:cubicBezTo>
                      <a:lnTo>
                        <a:pt x="10287" y="59531"/>
                      </a:lnTo>
                      <a:lnTo>
                        <a:pt x="9239" y="58388"/>
                      </a:lnTo>
                      <a:close/>
                      <a:moveTo>
                        <a:pt x="10573" y="64199"/>
                      </a:moveTo>
                      <a:cubicBezTo>
                        <a:pt x="10573" y="64199"/>
                        <a:pt x="10954" y="63913"/>
                        <a:pt x="11144" y="63627"/>
                      </a:cubicBezTo>
                      <a:cubicBezTo>
                        <a:pt x="11335" y="63341"/>
                        <a:pt x="11525" y="63246"/>
                        <a:pt x="11716" y="63246"/>
                      </a:cubicBezTo>
                      <a:cubicBezTo>
                        <a:pt x="11716" y="63437"/>
                        <a:pt x="11525" y="63818"/>
                        <a:pt x="11240" y="64199"/>
                      </a:cubicBezTo>
                      <a:lnTo>
                        <a:pt x="10478" y="64199"/>
                      </a:lnTo>
                      <a:close/>
                      <a:moveTo>
                        <a:pt x="12287" y="56198"/>
                      </a:moveTo>
                      <a:lnTo>
                        <a:pt x="12002" y="56864"/>
                      </a:lnTo>
                      <a:lnTo>
                        <a:pt x="11049" y="56864"/>
                      </a:lnTo>
                      <a:cubicBezTo>
                        <a:pt x="11335" y="56198"/>
                        <a:pt x="11525" y="55817"/>
                        <a:pt x="11811" y="55817"/>
                      </a:cubicBezTo>
                      <a:cubicBezTo>
                        <a:pt x="12002" y="55817"/>
                        <a:pt x="12192" y="55912"/>
                        <a:pt x="12287" y="56198"/>
                      </a:cubicBezTo>
                      <a:close/>
                      <a:moveTo>
                        <a:pt x="13716" y="50006"/>
                      </a:moveTo>
                      <a:lnTo>
                        <a:pt x="13716" y="50768"/>
                      </a:lnTo>
                      <a:lnTo>
                        <a:pt x="12287" y="49625"/>
                      </a:lnTo>
                      <a:cubicBezTo>
                        <a:pt x="12287" y="49625"/>
                        <a:pt x="13145" y="49625"/>
                        <a:pt x="13716" y="50102"/>
                      </a:cubicBezTo>
                      <a:close/>
                      <a:moveTo>
                        <a:pt x="12287" y="60388"/>
                      </a:moveTo>
                      <a:cubicBezTo>
                        <a:pt x="12764" y="60388"/>
                        <a:pt x="13049" y="60770"/>
                        <a:pt x="13049" y="61341"/>
                      </a:cubicBezTo>
                      <a:lnTo>
                        <a:pt x="12287" y="61341"/>
                      </a:lnTo>
                      <a:lnTo>
                        <a:pt x="12287" y="60388"/>
                      </a:lnTo>
                      <a:close/>
                      <a:moveTo>
                        <a:pt x="14002" y="68009"/>
                      </a:moveTo>
                      <a:lnTo>
                        <a:pt x="13716" y="67628"/>
                      </a:lnTo>
                      <a:lnTo>
                        <a:pt x="15145" y="66866"/>
                      </a:lnTo>
                      <a:lnTo>
                        <a:pt x="14002" y="68009"/>
                      </a:lnTo>
                      <a:close/>
                      <a:moveTo>
                        <a:pt x="66866" y="53721"/>
                      </a:moveTo>
                      <a:lnTo>
                        <a:pt x="63722" y="54197"/>
                      </a:lnTo>
                      <a:cubicBezTo>
                        <a:pt x="63722" y="54197"/>
                        <a:pt x="63722" y="54388"/>
                        <a:pt x="63722" y="54483"/>
                      </a:cubicBezTo>
                      <a:cubicBezTo>
                        <a:pt x="63722" y="54674"/>
                        <a:pt x="64008" y="54864"/>
                        <a:pt x="64484" y="55150"/>
                      </a:cubicBezTo>
                      <a:cubicBezTo>
                        <a:pt x="64961" y="55436"/>
                        <a:pt x="65246" y="55817"/>
                        <a:pt x="65246" y="56102"/>
                      </a:cubicBezTo>
                      <a:lnTo>
                        <a:pt x="66008" y="56102"/>
                      </a:lnTo>
                      <a:cubicBezTo>
                        <a:pt x="65627" y="58007"/>
                        <a:pt x="65342" y="59817"/>
                        <a:pt x="64961" y="61627"/>
                      </a:cubicBezTo>
                      <a:cubicBezTo>
                        <a:pt x="64484" y="63627"/>
                        <a:pt x="63341" y="64961"/>
                        <a:pt x="61436" y="65532"/>
                      </a:cubicBezTo>
                      <a:cubicBezTo>
                        <a:pt x="61151" y="64484"/>
                        <a:pt x="60484" y="64103"/>
                        <a:pt x="59341" y="64579"/>
                      </a:cubicBezTo>
                      <a:lnTo>
                        <a:pt x="58960" y="64865"/>
                      </a:lnTo>
                      <a:lnTo>
                        <a:pt x="60293" y="66294"/>
                      </a:lnTo>
                      <a:cubicBezTo>
                        <a:pt x="59722" y="66199"/>
                        <a:pt x="59150" y="65818"/>
                        <a:pt x="58483" y="65246"/>
                      </a:cubicBezTo>
                      <a:cubicBezTo>
                        <a:pt x="57817" y="64675"/>
                        <a:pt x="57341" y="64389"/>
                        <a:pt x="56960" y="64389"/>
                      </a:cubicBezTo>
                      <a:cubicBezTo>
                        <a:pt x="56579" y="64389"/>
                        <a:pt x="56102" y="64675"/>
                        <a:pt x="55531" y="65056"/>
                      </a:cubicBezTo>
                      <a:lnTo>
                        <a:pt x="56769" y="65056"/>
                      </a:lnTo>
                      <a:lnTo>
                        <a:pt x="56483" y="65532"/>
                      </a:lnTo>
                      <a:cubicBezTo>
                        <a:pt x="57245" y="65818"/>
                        <a:pt x="58103" y="66389"/>
                        <a:pt x="59341" y="67246"/>
                      </a:cubicBezTo>
                      <a:lnTo>
                        <a:pt x="56769" y="68294"/>
                      </a:lnTo>
                      <a:lnTo>
                        <a:pt x="57245" y="68580"/>
                      </a:lnTo>
                      <a:cubicBezTo>
                        <a:pt x="57245" y="68580"/>
                        <a:pt x="56102" y="69056"/>
                        <a:pt x="54388" y="69818"/>
                      </a:cubicBezTo>
                      <a:cubicBezTo>
                        <a:pt x="53435" y="70199"/>
                        <a:pt x="52483" y="70295"/>
                        <a:pt x="51626" y="70295"/>
                      </a:cubicBezTo>
                      <a:cubicBezTo>
                        <a:pt x="51149" y="70295"/>
                        <a:pt x="50768" y="70295"/>
                        <a:pt x="50292" y="70295"/>
                      </a:cubicBezTo>
                      <a:cubicBezTo>
                        <a:pt x="50006" y="71057"/>
                        <a:pt x="49911" y="71628"/>
                        <a:pt x="50006" y="71914"/>
                      </a:cubicBezTo>
                      <a:lnTo>
                        <a:pt x="36290" y="72295"/>
                      </a:lnTo>
                      <a:cubicBezTo>
                        <a:pt x="35243" y="71247"/>
                        <a:pt x="33528" y="70390"/>
                        <a:pt x="31147" y="69723"/>
                      </a:cubicBezTo>
                      <a:cubicBezTo>
                        <a:pt x="28575" y="68961"/>
                        <a:pt x="26956" y="68390"/>
                        <a:pt x="26194" y="67913"/>
                      </a:cubicBezTo>
                      <a:cubicBezTo>
                        <a:pt x="25908" y="67532"/>
                        <a:pt x="25337" y="67151"/>
                        <a:pt x="24575" y="66961"/>
                      </a:cubicBezTo>
                      <a:cubicBezTo>
                        <a:pt x="23813" y="66770"/>
                        <a:pt x="23051" y="66580"/>
                        <a:pt x="22384" y="66485"/>
                      </a:cubicBezTo>
                      <a:lnTo>
                        <a:pt x="23336" y="65532"/>
                      </a:lnTo>
                      <a:lnTo>
                        <a:pt x="22003" y="64103"/>
                      </a:lnTo>
                      <a:lnTo>
                        <a:pt x="21622" y="65056"/>
                      </a:lnTo>
                      <a:cubicBezTo>
                        <a:pt x="20383" y="64770"/>
                        <a:pt x="19812" y="63818"/>
                        <a:pt x="19622" y="62103"/>
                      </a:cubicBezTo>
                      <a:cubicBezTo>
                        <a:pt x="19622" y="60579"/>
                        <a:pt x="18764" y="59817"/>
                        <a:pt x="17145" y="59817"/>
                      </a:cubicBezTo>
                      <a:lnTo>
                        <a:pt x="16002" y="59817"/>
                      </a:lnTo>
                      <a:cubicBezTo>
                        <a:pt x="17050" y="59817"/>
                        <a:pt x="17526" y="59150"/>
                        <a:pt x="17526" y="58103"/>
                      </a:cubicBezTo>
                      <a:cubicBezTo>
                        <a:pt x="17526" y="57721"/>
                        <a:pt x="17526" y="57436"/>
                        <a:pt x="17240" y="57150"/>
                      </a:cubicBezTo>
                      <a:cubicBezTo>
                        <a:pt x="17050" y="56864"/>
                        <a:pt x="16383" y="56483"/>
                        <a:pt x="15335" y="56007"/>
                      </a:cubicBezTo>
                      <a:lnTo>
                        <a:pt x="15050" y="56293"/>
                      </a:lnTo>
                      <a:cubicBezTo>
                        <a:pt x="15050" y="56293"/>
                        <a:pt x="14859" y="56483"/>
                        <a:pt x="14764" y="56483"/>
                      </a:cubicBezTo>
                      <a:cubicBezTo>
                        <a:pt x="14573" y="56483"/>
                        <a:pt x="14478" y="56198"/>
                        <a:pt x="14288" y="55721"/>
                      </a:cubicBezTo>
                      <a:cubicBezTo>
                        <a:pt x="14192" y="55340"/>
                        <a:pt x="14192" y="54959"/>
                        <a:pt x="14288" y="54578"/>
                      </a:cubicBezTo>
                      <a:cubicBezTo>
                        <a:pt x="14954" y="54483"/>
                        <a:pt x="15812" y="53816"/>
                        <a:pt x="17050" y="52673"/>
                      </a:cubicBezTo>
                      <a:cubicBezTo>
                        <a:pt x="18098" y="51721"/>
                        <a:pt x="19050" y="51245"/>
                        <a:pt x="19717" y="51245"/>
                      </a:cubicBezTo>
                      <a:cubicBezTo>
                        <a:pt x="20098" y="51245"/>
                        <a:pt x="20479" y="51245"/>
                        <a:pt x="20860" y="51530"/>
                      </a:cubicBezTo>
                      <a:cubicBezTo>
                        <a:pt x="20669" y="51149"/>
                        <a:pt x="20574" y="50768"/>
                        <a:pt x="20860" y="50483"/>
                      </a:cubicBezTo>
                      <a:cubicBezTo>
                        <a:pt x="21050" y="50197"/>
                        <a:pt x="20860" y="49721"/>
                        <a:pt x="20288" y="49149"/>
                      </a:cubicBezTo>
                      <a:lnTo>
                        <a:pt x="23336" y="47720"/>
                      </a:lnTo>
                      <a:lnTo>
                        <a:pt x="22574" y="46768"/>
                      </a:lnTo>
                      <a:cubicBezTo>
                        <a:pt x="22574" y="46768"/>
                        <a:pt x="23813" y="46482"/>
                        <a:pt x="24956" y="45911"/>
                      </a:cubicBezTo>
                      <a:cubicBezTo>
                        <a:pt x="26003" y="45339"/>
                        <a:pt x="26765" y="45053"/>
                        <a:pt x="27146" y="45053"/>
                      </a:cubicBezTo>
                      <a:cubicBezTo>
                        <a:pt x="27718" y="45053"/>
                        <a:pt x="28099" y="45529"/>
                        <a:pt x="28289" y="46387"/>
                      </a:cubicBezTo>
                      <a:cubicBezTo>
                        <a:pt x="28099" y="48387"/>
                        <a:pt x="28861" y="50387"/>
                        <a:pt x="30480" y="52292"/>
                      </a:cubicBezTo>
                      <a:cubicBezTo>
                        <a:pt x="31242" y="53245"/>
                        <a:pt x="32861" y="54769"/>
                        <a:pt x="35243" y="56769"/>
                      </a:cubicBezTo>
                      <a:cubicBezTo>
                        <a:pt x="35624" y="57626"/>
                        <a:pt x="36195" y="58007"/>
                        <a:pt x="37052" y="58007"/>
                      </a:cubicBezTo>
                      <a:cubicBezTo>
                        <a:pt x="37338" y="58007"/>
                        <a:pt x="37719" y="58007"/>
                        <a:pt x="38195" y="57912"/>
                      </a:cubicBezTo>
                      <a:cubicBezTo>
                        <a:pt x="38672" y="57817"/>
                        <a:pt x="39053" y="57721"/>
                        <a:pt x="39338" y="57721"/>
                      </a:cubicBezTo>
                      <a:cubicBezTo>
                        <a:pt x="39910" y="57721"/>
                        <a:pt x="40386" y="57817"/>
                        <a:pt x="40862" y="58103"/>
                      </a:cubicBezTo>
                      <a:cubicBezTo>
                        <a:pt x="41339" y="58388"/>
                        <a:pt x="41910" y="58484"/>
                        <a:pt x="42482" y="58484"/>
                      </a:cubicBezTo>
                      <a:cubicBezTo>
                        <a:pt x="43529" y="58484"/>
                        <a:pt x="44863" y="57912"/>
                        <a:pt x="46292" y="56960"/>
                      </a:cubicBezTo>
                      <a:cubicBezTo>
                        <a:pt x="48482" y="55531"/>
                        <a:pt x="49625" y="54769"/>
                        <a:pt x="50006" y="54674"/>
                      </a:cubicBezTo>
                      <a:cubicBezTo>
                        <a:pt x="50292" y="54197"/>
                        <a:pt x="50483" y="53721"/>
                        <a:pt x="50483" y="53245"/>
                      </a:cubicBezTo>
                      <a:cubicBezTo>
                        <a:pt x="50483" y="52578"/>
                        <a:pt x="50102" y="51626"/>
                        <a:pt x="49244" y="50387"/>
                      </a:cubicBezTo>
                      <a:cubicBezTo>
                        <a:pt x="48387" y="49244"/>
                        <a:pt x="47911" y="48387"/>
                        <a:pt x="47816" y="47720"/>
                      </a:cubicBezTo>
                      <a:cubicBezTo>
                        <a:pt x="46387" y="47435"/>
                        <a:pt x="45529" y="46863"/>
                        <a:pt x="45339" y="46006"/>
                      </a:cubicBezTo>
                      <a:lnTo>
                        <a:pt x="45815" y="45625"/>
                      </a:lnTo>
                      <a:cubicBezTo>
                        <a:pt x="43910" y="44768"/>
                        <a:pt x="41243" y="43339"/>
                        <a:pt x="37814" y="41529"/>
                      </a:cubicBezTo>
                      <a:cubicBezTo>
                        <a:pt x="37433" y="41815"/>
                        <a:pt x="37052" y="42005"/>
                        <a:pt x="36671" y="42005"/>
                      </a:cubicBezTo>
                      <a:cubicBezTo>
                        <a:pt x="36195" y="42005"/>
                        <a:pt x="35624" y="41720"/>
                        <a:pt x="34862" y="41053"/>
                      </a:cubicBezTo>
                      <a:cubicBezTo>
                        <a:pt x="34195" y="40386"/>
                        <a:pt x="33623" y="40100"/>
                        <a:pt x="33147" y="40100"/>
                      </a:cubicBezTo>
                      <a:cubicBezTo>
                        <a:pt x="32957" y="40100"/>
                        <a:pt x="32766" y="40100"/>
                        <a:pt x="32576" y="40291"/>
                      </a:cubicBezTo>
                      <a:cubicBezTo>
                        <a:pt x="31052" y="39815"/>
                        <a:pt x="29623" y="38671"/>
                        <a:pt x="28099" y="36576"/>
                      </a:cubicBezTo>
                      <a:cubicBezTo>
                        <a:pt x="26384" y="34290"/>
                        <a:pt x="25051" y="32861"/>
                        <a:pt x="23908" y="32195"/>
                      </a:cubicBezTo>
                      <a:cubicBezTo>
                        <a:pt x="24003" y="31528"/>
                        <a:pt x="23717" y="30766"/>
                        <a:pt x="22955" y="29718"/>
                      </a:cubicBezTo>
                      <a:cubicBezTo>
                        <a:pt x="22289" y="28670"/>
                        <a:pt x="21908" y="27908"/>
                        <a:pt x="22098" y="27432"/>
                      </a:cubicBezTo>
                      <a:cubicBezTo>
                        <a:pt x="21622" y="26670"/>
                        <a:pt x="21431" y="25146"/>
                        <a:pt x="21241" y="22955"/>
                      </a:cubicBezTo>
                      <a:cubicBezTo>
                        <a:pt x="21146" y="20955"/>
                        <a:pt x="21050" y="19050"/>
                        <a:pt x="20955" y="17050"/>
                      </a:cubicBezTo>
                      <a:cubicBezTo>
                        <a:pt x="21431" y="16859"/>
                        <a:pt x="21717" y="16669"/>
                        <a:pt x="21717" y="16383"/>
                      </a:cubicBezTo>
                      <a:cubicBezTo>
                        <a:pt x="21717" y="16193"/>
                        <a:pt x="21622" y="15907"/>
                        <a:pt x="21336" y="15526"/>
                      </a:cubicBezTo>
                      <a:cubicBezTo>
                        <a:pt x="21050" y="15145"/>
                        <a:pt x="20955" y="14859"/>
                        <a:pt x="20955" y="14669"/>
                      </a:cubicBezTo>
                      <a:cubicBezTo>
                        <a:pt x="21241" y="13811"/>
                        <a:pt x="22289" y="12668"/>
                        <a:pt x="24003" y="11240"/>
                      </a:cubicBezTo>
                      <a:cubicBezTo>
                        <a:pt x="25432" y="10001"/>
                        <a:pt x="26194" y="8763"/>
                        <a:pt x="26194" y="7620"/>
                      </a:cubicBezTo>
                      <a:cubicBezTo>
                        <a:pt x="26479" y="7620"/>
                        <a:pt x="26861" y="7334"/>
                        <a:pt x="27432" y="6858"/>
                      </a:cubicBezTo>
                      <a:cubicBezTo>
                        <a:pt x="28004" y="6477"/>
                        <a:pt x="28385" y="6287"/>
                        <a:pt x="28575" y="6287"/>
                      </a:cubicBezTo>
                      <a:cubicBezTo>
                        <a:pt x="28766" y="6287"/>
                        <a:pt x="28956" y="6382"/>
                        <a:pt x="29051" y="6668"/>
                      </a:cubicBezTo>
                      <a:cubicBezTo>
                        <a:pt x="30194" y="4953"/>
                        <a:pt x="32004" y="3620"/>
                        <a:pt x="34576" y="2572"/>
                      </a:cubicBezTo>
                      <a:cubicBezTo>
                        <a:pt x="36767" y="1810"/>
                        <a:pt x="38957" y="1143"/>
                        <a:pt x="41243" y="381"/>
                      </a:cubicBezTo>
                      <a:cubicBezTo>
                        <a:pt x="41910" y="191"/>
                        <a:pt x="42577" y="0"/>
                        <a:pt x="43244" y="0"/>
                      </a:cubicBezTo>
                      <a:cubicBezTo>
                        <a:pt x="44196" y="0"/>
                        <a:pt x="45434" y="381"/>
                        <a:pt x="47054" y="1143"/>
                      </a:cubicBezTo>
                      <a:cubicBezTo>
                        <a:pt x="48673" y="1905"/>
                        <a:pt x="50006" y="2286"/>
                        <a:pt x="50959" y="2286"/>
                      </a:cubicBezTo>
                      <a:cubicBezTo>
                        <a:pt x="51435" y="2286"/>
                        <a:pt x="51816" y="2286"/>
                        <a:pt x="52292" y="2096"/>
                      </a:cubicBezTo>
                      <a:cubicBezTo>
                        <a:pt x="52673" y="2953"/>
                        <a:pt x="53435" y="3524"/>
                        <a:pt x="54483" y="3810"/>
                      </a:cubicBezTo>
                      <a:cubicBezTo>
                        <a:pt x="55817" y="4191"/>
                        <a:pt x="56769" y="4572"/>
                        <a:pt x="57150" y="4858"/>
                      </a:cubicBezTo>
                      <a:cubicBezTo>
                        <a:pt x="59150" y="5048"/>
                        <a:pt x="61055" y="7715"/>
                        <a:pt x="62675" y="12763"/>
                      </a:cubicBezTo>
                      <a:cubicBezTo>
                        <a:pt x="62675" y="13526"/>
                        <a:pt x="62103" y="14478"/>
                        <a:pt x="61055" y="15621"/>
                      </a:cubicBezTo>
                      <a:cubicBezTo>
                        <a:pt x="60103" y="16859"/>
                        <a:pt x="59627" y="17812"/>
                        <a:pt x="59627" y="18669"/>
                      </a:cubicBezTo>
                      <a:cubicBezTo>
                        <a:pt x="58960" y="18574"/>
                        <a:pt x="58579" y="18764"/>
                        <a:pt x="58579" y="19336"/>
                      </a:cubicBezTo>
                      <a:cubicBezTo>
                        <a:pt x="58579" y="20098"/>
                        <a:pt x="58388" y="20574"/>
                        <a:pt x="58103" y="20669"/>
                      </a:cubicBezTo>
                      <a:cubicBezTo>
                        <a:pt x="56483" y="21431"/>
                        <a:pt x="55245" y="21812"/>
                        <a:pt x="54578" y="21812"/>
                      </a:cubicBezTo>
                      <a:cubicBezTo>
                        <a:pt x="53626" y="21812"/>
                        <a:pt x="52673" y="21241"/>
                        <a:pt x="51911" y="20003"/>
                      </a:cubicBezTo>
                      <a:cubicBezTo>
                        <a:pt x="51911" y="19050"/>
                        <a:pt x="51245" y="18288"/>
                        <a:pt x="50102" y="17907"/>
                      </a:cubicBezTo>
                      <a:cubicBezTo>
                        <a:pt x="48768" y="17431"/>
                        <a:pt x="48006" y="16859"/>
                        <a:pt x="47720" y="16193"/>
                      </a:cubicBezTo>
                      <a:cubicBezTo>
                        <a:pt x="47339" y="16193"/>
                        <a:pt x="46482" y="15812"/>
                        <a:pt x="44958" y="15145"/>
                      </a:cubicBezTo>
                      <a:cubicBezTo>
                        <a:pt x="43815" y="14669"/>
                        <a:pt x="42767" y="14478"/>
                        <a:pt x="42101" y="14478"/>
                      </a:cubicBezTo>
                      <a:cubicBezTo>
                        <a:pt x="41053" y="14478"/>
                        <a:pt x="40196" y="14954"/>
                        <a:pt x="39433" y="15907"/>
                      </a:cubicBezTo>
                      <a:cubicBezTo>
                        <a:pt x="39148" y="15907"/>
                        <a:pt x="38957" y="15812"/>
                        <a:pt x="38767" y="15812"/>
                      </a:cubicBezTo>
                      <a:cubicBezTo>
                        <a:pt x="38291" y="15812"/>
                        <a:pt x="37529" y="16288"/>
                        <a:pt x="36481" y="17145"/>
                      </a:cubicBezTo>
                      <a:cubicBezTo>
                        <a:pt x="36767" y="17717"/>
                        <a:pt x="36957" y="18193"/>
                        <a:pt x="36957" y="18574"/>
                      </a:cubicBezTo>
                      <a:cubicBezTo>
                        <a:pt x="36957" y="19050"/>
                        <a:pt x="36576" y="19621"/>
                        <a:pt x="35719" y="20098"/>
                      </a:cubicBezTo>
                      <a:cubicBezTo>
                        <a:pt x="34862" y="20574"/>
                        <a:pt x="34481" y="20955"/>
                        <a:pt x="34481" y="21336"/>
                      </a:cubicBezTo>
                      <a:cubicBezTo>
                        <a:pt x="34481" y="21717"/>
                        <a:pt x="34671" y="22193"/>
                        <a:pt x="35052" y="22765"/>
                      </a:cubicBezTo>
                      <a:cubicBezTo>
                        <a:pt x="37529" y="26384"/>
                        <a:pt x="41339" y="29146"/>
                        <a:pt x="46482" y="31052"/>
                      </a:cubicBezTo>
                      <a:cubicBezTo>
                        <a:pt x="47149" y="31242"/>
                        <a:pt x="48101" y="31813"/>
                        <a:pt x="49340" y="32766"/>
                      </a:cubicBezTo>
                      <a:cubicBezTo>
                        <a:pt x="50578" y="33814"/>
                        <a:pt x="51626" y="34290"/>
                        <a:pt x="52483" y="34385"/>
                      </a:cubicBezTo>
                      <a:cubicBezTo>
                        <a:pt x="53340" y="34385"/>
                        <a:pt x="54483" y="35147"/>
                        <a:pt x="56007" y="36386"/>
                      </a:cubicBezTo>
                      <a:cubicBezTo>
                        <a:pt x="57341" y="37529"/>
                        <a:pt x="58579" y="38100"/>
                        <a:pt x="59722" y="37910"/>
                      </a:cubicBezTo>
                      <a:cubicBezTo>
                        <a:pt x="59722" y="38481"/>
                        <a:pt x="59722" y="38862"/>
                        <a:pt x="60008" y="38862"/>
                      </a:cubicBezTo>
                      <a:cubicBezTo>
                        <a:pt x="60579" y="38862"/>
                        <a:pt x="60960" y="39243"/>
                        <a:pt x="61246" y="40100"/>
                      </a:cubicBezTo>
                      <a:cubicBezTo>
                        <a:pt x="61532" y="40958"/>
                        <a:pt x="61913" y="41243"/>
                        <a:pt x="62484" y="41053"/>
                      </a:cubicBezTo>
                      <a:cubicBezTo>
                        <a:pt x="62579" y="41434"/>
                        <a:pt x="63341" y="42672"/>
                        <a:pt x="64770" y="44672"/>
                      </a:cubicBezTo>
                      <a:cubicBezTo>
                        <a:pt x="65818" y="46387"/>
                        <a:pt x="66389" y="47911"/>
                        <a:pt x="66389" y="49244"/>
                      </a:cubicBezTo>
                      <a:cubicBezTo>
                        <a:pt x="66675" y="49625"/>
                        <a:pt x="66866" y="49911"/>
                        <a:pt x="66866" y="50292"/>
                      </a:cubicBezTo>
                      <a:cubicBezTo>
                        <a:pt x="66866" y="50578"/>
                        <a:pt x="66675" y="50959"/>
                        <a:pt x="66389" y="51435"/>
                      </a:cubicBezTo>
                      <a:cubicBezTo>
                        <a:pt x="66104" y="51911"/>
                        <a:pt x="65913" y="52197"/>
                        <a:pt x="65913" y="52388"/>
                      </a:cubicBezTo>
                      <a:cubicBezTo>
                        <a:pt x="65913" y="52769"/>
                        <a:pt x="66199" y="53150"/>
                        <a:pt x="66675" y="53530"/>
                      </a:cubicBezTo>
                      <a:close/>
                      <a:moveTo>
                        <a:pt x="15240" y="55817"/>
                      </a:moveTo>
                      <a:lnTo>
                        <a:pt x="17336" y="55150"/>
                      </a:lnTo>
                      <a:lnTo>
                        <a:pt x="16383" y="55150"/>
                      </a:lnTo>
                      <a:lnTo>
                        <a:pt x="15335" y="55817"/>
                      </a:lnTo>
                      <a:close/>
                      <a:moveTo>
                        <a:pt x="15907" y="64579"/>
                      </a:moveTo>
                      <a:lnTo>
                        <a:pt x="16383" y="64579"/>
                      </a:lnTo>
                      <a:lnTo>
                        <a:pt x="17145" y="65056"/>
                      </a:lnTo>
                      <a:lnTo>
                        <a:pt x="16002" y="64579"/>
                      </a:lnTo>
                      <a:close/>
                      <a:moveTo>
                        <a:pt x="18764" y="69342"/>
                      </a:moveTo>
                      <a:cubicBezTo>
                        <a:pt x="18669" y="68675"/>
                        <a:pt x="18764" y="68104"/>
                        <a:pt x="19336" y="67532"/>
                      </a:cubicBezTo>
                      <a:lnTo>
                        <a:pt x="19336" y="67532"/>
                      </a:lnTo>
                      <a:cubicBezTo>
                        <a:pt x="19336" y="67532"/>
                        <a:pt x="19526" y="68009"/>
                        <a:pt x="19717" y="68294"/>
                      </a:cubicBezTo>
                      <a:cubicBezTo>
                        <a:pt x="20003" y="68580"/>
                        <a:pt x="20098" y="68771"/>
                        <a:pt x="20098" y="68866"/>
                      </a:cubicBezTo>
                      <a:cubicBezTo>
                        <a:pt x="20098" y="69056"/>
                        <a:pt x="20003" y="69247"/>
                        <a:pt x="19717" y="69342"/>
                      </a:cubicBezTo>
                      <a:lnTo>
                        <a:pt x="18764" y="69342"/>
                      </a:lnTo>
                      <a:close/>
                      <a:moveTo>
                        <a:pt x="19526" y="67342"/>
                      </a:moveTo>
                      <a:cubicBezTo>
                        <a:pt x="19526" y="67342"/>
                        <a:pt x="19336" y="67532"/>
                        <a:pt x="19336" y="67628"/>
                      </a:cubicBezTo>
                      <a:cubicBezTo>
                        <a:pt x="19336" y="67628"/>
                        <a:pt x="19336" y="67532"/>
                        <a:pt x="19526" y="67342"/>
                      </a:cubicBezTo>
                      <a:close/>
                      <a:moveTo>
                        <a:pt x="19717" y="65627"/>
                      </a:moveTo>
                      <a:cubicBezTo>
                        <a:pt x="19717" y="65627"/>
                        <a:pt x="20288" y="65818"/>
                        <a:pt x="20574" y="66104"/>
                      </a:cubicBezTo>
                      <a:cubicBezTo>
                        <a:pt x="20860" y="66389"/>
                        <a:pt x="21050" y="66580"/>
                        <a:pt x="21050" y="66580"/>
                      </a:cubicBezTo>
                      <a:cubicBezTo>
                        <a:pt x="20669" y="66580"/>
                        <a:pt x="20193" y="66866"/>
                        <a:pt x="19526" y="67342"/>
                      </a:cubicBezTo>
                      <a:cubicBezTo>
                        <a:pt x="20003" y="66770"/>
                        <a:pt x="20098" y="66199"/>
                        <a:pt x="19717" y="65627"/>
                      </a:cubicBezTo>
                      <a:close/>
                      <a:moveTo>
                        <a:pt x="21812" y="58007"/>
                      </a:moveTo>
                      <a:lnTo>
                        <a:pt x="21812" y="57245"/>
                      </a:lnTo>
                      <a:lnTo>
                        <a:pt x="19717" y="56102"/>
                      </a:lnTo>
                      <a:lnTo>
                        <a:pt x="21812" y="57912"/>
                      </a:lnTo>
                      <a:close/>
                      <a:moveTo>
                        <a:pt x="23527" y="60770"/>
                      </a:moveTo>
                      <a:cubicBezTo>
                        <a:pt x="23527" y="60770"/>
                        <a:pt x="23717" y="60770"/>
                        <a:pt x="24384" y="60960"/>
                      </a:cubicBezTo>
                      <a:cubicBezTo>
                        <a:pt x="24765" y="60960"/>
                        <a:pt x="25051" y="60865"/>
                        <a:pt x="25241" y="60388"/>
                      </a:cubicBezTo>
                      <a:cubicBezTo>
                        <a:pt x="24575" y="60103"/>
                        <a:pt x="24003" y="60293"/>
                        <a:pt x="23527" y="60770"/>
                      </a:cubicBezTo>
                      <a:cubicBezTo>
                        <a:pt x="23336" y="60770"/>
                        <a:pt x="23241" y="60770"/>
                        <a:pt x="23241" y="61055"/>
                      </a:cubicBezTo>
                      <a:lnTo>
                        <a:pt x="22574" y="61722"/>
                      </a:lnTo>
                      <a:lnTo>
                        <a:pt x="23241" y="61722"/>
                      </a:lnTo>
                      <a:cubicBezTo>
                        <a:pt x="23241" y="61722"/>
                        <a:pt x="23241" y="61246"/>
                        <a:pt x="23241" y="61055"/>
                      </a:cubicBezTo>
                      <a:lnTo>
                        <a:pt x="23527" y="60770"/>
                      </a:lnTo>
                      <a:close/>
                      <a:moveTo>
                        <a:pt x="24003" y="26765"/>
                      </a:moveTo>
                      <a:cubicBezTo>
                        <a:pt x="24003" y="26765"/>
                        <a:pt x="24384" y="26194"/>
                        <a:pt x="24289" y="25908"/>
                      </a:cubicBezTo>
                      <a:lnTo>
                        <a:pt x="24575" y="25241"/>
                      </a:lnTo>
                      <a:cubicBezTo>
                        <a:pt x="24575" y="25241"/>
                        <a:pt x="24003" y="24670"/>
                        <a:pt x="23622" y="24575"/>
                      </a:cubicBezTo>
                      <a:cubicBezTo>
                        <a:pt x="23241" y="24384"/>
                        <a:pt x="22955" y="24289"/>
                        <a:pt x="22860" y="24289"/>
                      </a:cubicBezTo>
                      <a:cubicBezTo>
                        <a:pt x="23813" y="24765"/>
                        <a:pt x="24289" y="25241"/>
                        <a:pt x="24289" y="25908"/>
                      </a:cubicBezTo>
                      <a:lnTo>
                        <a:pt x="24003" y="26765"/>
                      </a:lnTo>
                      <a:close/>
                      <a:moveTo>
                        <a:pt x="30194" y="21527"/>
                      </a:moveTo>
                      <a:lnTo>
                        <a:pt x="30194" y="21241"/>
                      </a:lnTo>
                      <a:cubicBezTo>
                        <a:pt x="30004" y="19717"/>
                        <a:pt x="28861" y="18955"/>
                        <a:pt x="26956" y="18955"/>
                      </a:cubicBezTo>
                      <a:cubicBezTo>
                        <a:pt x="25432" y="18955"/>
                        <a:pt x="24194" y="19336"/>
                        <a:pt x="23241" y="20193"/>
                      </a:cubicBezTo>
                      <a:cubicBezTo>
                        <a:pt x="23527" y="20288"/>
                        <a:pt x="23813" y="20955"/>
                        <a:pt x="24194" y="21908"/>
                      </a:cubicBezTo>
                      <a:cubicBezTo>
                        <a:pt x="24575" y="22955"/>
                        <a:pt x="25146" y="23432"/>
                        <a:pt x="26003" y="23241"/>
                      </a:cubicBezTo>
                      <a:lnTo>
                        <a:pt x="26003" y="22955"/>
                      </a:lnTo>
                      <a:cubicBezTo>
                        <a:pt x="26003" y="22955"/>
                        <a:pt x="26384" y="22098"/>
                        <a:pt x="26575" y="20955"/>
                      </a:cubicBezTo>
                      <a:cubicBezTo>
                        <a:pt x="26765" y="20003"/>
                        <a:pt x="27146" y="19526"/>
                        <a:pt x="27623" y="19526"/>
                      </a:cubicBezTo>
                      <a:cubicBezTo>
                        <a:pt x="27813" y="19526"/>
                        <a:pt x="28194" y="19526"/>
                        <a:pt x="28385" y="19812"/>
                      </a:cubicBezTo>
                      <a:lnTo>
                        <a:pt x="28385" y="20479"/>
                      </a:lnTo>
                      <a:cubicBezTo>
                        <a:pt x="28385" y="20479"/>
                        <a:pt x="28670" y="20479"/>
                        <a:pt x="28861" y="20479"/>
                      </a:cubicBezTo>
                      <a:cubicBezTo>
                        <a:pt x="28956" y="20479"/>
                        <a:pt x="29432" y="20860"/>
                        <a:pt x="30099" y="21527"/>
                      </a:cubicBezTo>
                      <a:close/>
                      <a:moveTo>
                        <a:pt x="24575" y="50292"/>
                      </a:moveTo>
                      <a:cubicBezTo>
                        <a:pt x="24003" y="50292"/>
                        <a:pt x="23717" y="50292"/>
                        <a:pt x="23527" y="50006"/>
                      </a:cubicBezTo>
                      <a:lnTo>
                        <a:pt x="24289" y="50959"/>
                      </a:lnTo>
                      <a:cubicBezTo>
                        <a:pt x="24289" y="50959"/>
                        <a:pt x="24670" y="50578"/>
                        <a:pt x="24575" y="50197"/>
                      </a:cubicBezTo>
                      <a:close/>
                      <a:moveTo>
                        <a:pt x="25241" y="22574"/>
                      </a:moveTo>
                      <a:lnTo>
                        <a:pt x="24956" y="22288"/>
                      </a:lnTo>
                      <a:lnTo>
                        <a:pt x="25718" y="22288"/>
                      </a:lnTo>
                      <a:cubicBezTo>
                        <a:pt x="25718" y="22288"/>
                        <a:pt x="25527" y="22479"/>
                        <a:pt x="25241" y="22574"/>
                      </a:cubicBezTo>
                      <a:close/>
                      <a:moveTo>
                        <a:pt x="25718" y="22288"/>
                      </a:moveTo>
                      <a:cubicBezTo>
                        <a:pt x="25718" y="22288"/>
                        <a:pt x="25908" y="22193"/>
                        <a:pt x="26003" y="22288"/>
                      </a:cubicBezTo>
                      <a:lnTo>
                        <a:pt x="25718" y="22288"/>
                      </a:lnTo>
                      <a:close/>
                      <a:moveTo>
                        <a:pt x="26384" y="66389"/>
                      </a:moveTo>
                      <a:lnTo>
                        <a:pt x="27146" y="65723"/>
                      </a:lnTo>
                      <a:cubicBezTo>
                        <a:pt x="27146" y="65723"/>
                        <a:pt x="26575" y="65246"/>
                        <a:pt x="26384" y="65246"/>
                      </a:cubicBezTo>
                      <a:lnTo>
                        <a:pt x="26384" y="66389"/>
                      </a:lnTo>
                      <a:close/>
                      <a:moveTo>
                        <a:pt x="27432" y="23527"/>
                      </a:moveTo>
                      <a:cubicBezTo>
                        <a:pt x="27432" y="23527"/>
                        <a:pt x="27432" y="22765"/>
                        <a:pt x="27051" y="22288"/>
                      </a:cubicBezTo>
                      <a:lnTo>
                        <a:pt x="27051" y="24003"/>
                      </a:lnTo>
                      <a:lnTo>
                        <a:pt x="27432" y="23527"/>
                      </a:lnTo>
                      <a:close/>
                      <a:moveTo>
                        <a:pt x="28766" y="72104"/>
                      </a:moveTo>
                      <a:lnTo>
                        <a:pt x="28480" y="71819"/>
                      </a:lnTo>
                      <a:lnTo>
                        <a:pt x="29242" y="71819"/>
                      </a:lnTo>
                      <a:cubicBezTo>
                        <a:pt x="29242" y="71819"/>
                        <a:pt x="28766" y="72104"/>
                        <a:pt x="28766" y="72104"/>
                      </a:cubicBezTo>
                      <a:close/>
                      <a:moveTo>
                        <a:pt x="37529" y="64675"/>
                      </a:moveTo>
                      <a:lnTo>
                        <a:pt x="37910" y="64199"/>
                      </a:lnTo>
                      <a:lnTo>
                        <a:pt x="37529" y="63246"/>
                      </a:lnTo>
                      <a:lnTo>
                        <a:pt x="37529" y="64675"/>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 name="Google Shape;1033;p99"/>
                <p:cNvSpPr/>
                <p:nvPr/>
              </p:nvSpPr>
              <p:spPr>
                <a:xfrm>
                  <a:off x="3820381" y="5317235"/>
                  <a:ext cx="56769" cy="76771"/>
                </a:xfrm>
                <a:custGeom>
                  <a:avLst/>
                  <a:gdLst/>
                  <a:ahLst/>
                  <a:cxnLst/>
                  <a:rect l="l" t="t" r="r" b="b"/>
                  <a:pathLst>
                    <a:path w="56769" h="76771" extrusionOk="0">
                      <a:moveTo>
                        <a:pt x="1048" y="76771"/>
                      </a:moveTo>
                      <a:lnTo>
                        <a:pt x="0" y="76010"/>
                      </a:lnTo>
                      <a:lnTo>
                        <a:pt x="1048" y="76295"/>
                      </a:lnTo>
                      <a:lnTo>
                        <a:pt x="1048" y="76771"/>
                      </a:lnTo>
                      <a:close/>
                      <a:moveTo>
                        <a:pt x="55340" y="29528"/>
                      </a:moveTo>
                      <a:cubicBezTo>
                        <a:pt x="55150" y="30194"/>
                        <a:pt x="55340" y="30861"/>
                        <a:pt x="55817" y="31623"/>
                      </a:cubicBezTo>
                      <a:cubicBezTo>
                        <a:pt x="56293" y="32290"/>
                        <a:pt x="56579" y="32861"/>
                        <a:pt x="56579" y="33052"/>
                      </a:cubicBezTo>
                      <a:cubicBezTo>
                        <a:pt x="56579" y="33433"/>
                        <a:pt x="56293" y="34004"/>
                        <a:pt x="55817" y="34480"/>
                      </a:cubicBezTo>
                      <a:cubicBezTo>
                        <a:pt x="56102" y="36862"/>
                        <a:pt x="56293" y="39434"/>
                        <a:pt x="56293" y="42196"/>
                      </a:cubicBezTo>
                      <a:cubicBezTo>
                        <a:pt x="56293" y="44958"/>
                        <a:pt x="56198" y="47530"/>
                        <a:pt x="55817" y="50006"/>
                      </a:cubicBezTo>
                      <a:cubicBezTo>
                        <a:pt x="54674" y="50387"/>
                        <a:pt x="54102" y="50959"/>
                        <a:pt x="54102" y="51721"/>
                      </a:cubicBezTo>
                      <a:cubicBezTo>
                        <a:pt x="54102" y="52007"/>
                        <a:pt x="54102" y="52388"/>
                        <a:pt x="54388" y="52959"/>
                      </a:cubicBezTo>
                      <a:cubicBezTo>
                        <a:pt x="54578" y="53626"/>
                        <a:pt x="54674" y="54102"/>
                        <a:pt x="54674" y="54388"/>
                      </a:cubicBezTo>
                      <a:cubicBezTo>
                        <a:pt x="54674" y="54674"/>
                        <a:pt x="54674" y="54959"/>
                        <a:pt x="54483" y="55245"/>
                      </a:cubicBezTo>
                      <a:lnTo>
                        <a:pt x="54864" y="57721"/>
                      </a:lnTo>
                      <a:cubicBezTo>
                        <a:pt x="54102" y="58103"/>
                        <a:pt x="53435" y="58960"/>
                        <a:pt x="53054" y="60103"/>
                      </a:cubicBezTo>
                      <a:cubicBezTo>
                        <a:pt x="52578" y="61246"/>
                        <a:pt x="52197" y="62389"/>
                        <a:pt x="51816" y="63532"/>
                      </a:cubicBezTo>
                      <a:cubicBezTo>
                        <a:pt x="50673" y="64008"/>
                        <a:pt x="48768" y="65342"/>
                        <a:pt x="46196" y="67437"/>
                      </a:cubicBezTo>
                      <a:lnTo>
                        <a:pt x="47149" y="68390"/>
                      </a:lnTo>
                      <a:cubicBezTo>
                        <a:pt x="43815" y="68485"/>
                        <a:pt x="41434" y="69342"/>
                        <a:pt x="39910" y="70866"/>
                      </a:cubicBezTo>
                      <a:cubicBezTo>
                        <a:pt x="39719" y="70866"/>
                        <a:pt x="39433" y="70771"/>
                        <a:pt x="39243" y="70771"/>
                      </a:cubicBezTo>
                      <a:cubicBezTo>
                        <a:pt x="38671" y="70771"/>
                        <a:pt x="38195" y="70961"/>
                        <a:pt x="37719" y="71438"/>
                      </a:cubicBezTo>
                      <a:cubicBezTo>
                        <a:pt x="37243" y="71914"/>
                        <a:pt x="37052" y="72390"/>
                        <a:pt x="37148" y="72962"/>
                      </a:cubicBezTo>
                      <a:cubicBezTo>
                        <a:pt x="36386" y="72485"/>
                        <a:pt x="35528" y="72200"/>
                        <a:pt x="34481" y="72200"/>
                      </a:cubicBezTo>
                      <a:lnTo>
                        <a:pt x="31623" y="72200"/>
                      </a:lnTo>
                      <a:cubicBezTo>
                        <a:pt x="31623" y="72200"/>
                        <a:pt x="31623" y="71438"/>
                        <a:pt x="31052" y="71247"/>
                      </a:cubicBezTo>
                      <a:cubicBezTo>
                        <a:pt x="30575" y="70961"/>
                        <a:pt x="30194" y="70771"/>
                        <a:pt x="30194" y="70390"/>
                      </a:cubicBezTo>
                      <a:cubicBezTo>
                        <a:pt x="29432" y="71533"/>
                        <a:pt x="28480" y="72200"/>
                        <a:pt x="27051" y="72295"/>
                      </a:cubicBezTo>
                      <a:cubicBezTo>
                        <a:pt x="26861" y="72295"/>
                        <a:pt x="25622" y="72295"/>
                        <a:pt x="23527" y="72200"/>
                      </a:cubicBezTo>
                      <a:cubicBezTo>
                        <a:pt x="22003" y="71628"/>
                        <a:pt x="20479" y="70961"/>
                        <a:pt x="18955" y="70295"/>
                      </a:cubicBezTo>
                      <a:cubicBezTo>
                        <a:pt x="17145" y="69533"/>
                        <a:pt x="15812" y="68675"/>
                        <a:pt x="14859" y="67723"/>
                      </a:cubicBezTo>
                      <a:cubicBezTo>
                        <a:pt x="14478" y="68104"/>
                        <a:pt x="13716" y="68104"/>
                        <a:pt x="12573" y="67437"/>
                      </a:cubicBezTo>
                      <a:cubicBezTo>
                        <a:pt x="11144" y="65627"/>
                        <a:pt x="9716" y="63818"/>
                        <a:pt x="8192" y="61913"/>
                      </a:cubicBezTo>
                      <a:cubicBezTo>
                        <a:pt x="6667" y="59817"/>
                        <a:pt x="5810" y="57721"/>
                        <a:pt x="5620" y="55912"/>
                      </a:cubicBezTo>
                      <a:cubicBezTo>
                        <a:pt x="4763" y="54864"/>
                        <a:pt x="4382" y="53435"/>
                        <a:pt x="4477" y="51530"/>
                      </a:cubicBezTo>
                      <a:cubicBezTo>
                        <a:pt x="4477" y="48768"/>
                        <a:pt x="4477" y="47149"/>
                        <a:pt x="4477" y="46863"/>
                      </a:cubicBezTo>
                      <a:cubicBezTo>
                        <a:pt x="4477" y="46387"/>
                        <a:pt x="4477" y="46006"/>
                        <a:pt x="4477" y="45529"/>
                      </a:cubicBezTo>
                      <a:cubicBezTo>
                        <a:pt x="4477" y="44863"/>
                        <a:pt x="4477" y="43910"/>
                        <a:pt x="4763" y="42577"/>
                      </a:cubicBezTo>
                      <a:cubicBezTo>
                        <a:pt x="4953" y="41243"/>
                        <a:pt x="5048" y="40196"/>
                        <a:pt x="5048" y="39434"/>
                      </a:cubicBezTo>
                      <a:cubicBezTo>
                        <a:pt x="5048" y="38195"/>
                        <a:pt x="4763" y="37148"/>
                        <a:pt x="4286" y="36195"/>
                      </a:cubicBezTo>
                      <a:cubicBezTo>
                        <a:pt x="4858" y="35909"/>
                        <a:pt x="5048" y="35528"/>
                        <a:pt x="4763" y="34862"/>
                      </a:cubicBezTo>
                      <a:cubicBezTo>
                        <a:pt x="4477" y="34195"/>
                        <a:pt x="4572" y="33719"/>
                        <a:pt x="4953" y="33433"/>
                      </a:cubicBezTo>
                      <a:cubicBezTo>
                        <a:pt x="4572" y="30480"/>
                        <a:pt x="4382" y="28004"/>
                        <a:pt x="4382" y="26003"/>
                      </a:cubicBezTo>
                      <a:cubicBezTo>
                        <a:pt x="4382" y="22479"/>
                        <a:pt x="4858" y="19431"/>
                        <a:pt x="5906" y="17050"/>
                      </a:cubicBezTo>
                      <a:cubicBezTo>
                        <a:pt x="6382" y="15050"/>
                        <a:pt x="6763" y="13621"/>
                        <a:pt x="7049" y="12954"/>
                      </a:cubicBezTo>
                      <a:cubicBezTo>
                        <a:pt x="7715" y="11525"/>
                        <a:pt x="8763" y="10668"/>
                        <a:pt x="10096" y="10382"/>
                      </a:cubicBezTo>
                      <a:cubicBezTo>
                        <a:pt x="10858" y="8287"/>
                        <a:pt x="12573" y="6477"/>
                        <a:pt x="15335" y="4858"/>
                      </a:cubicBezTo>
                      <a:lnTo>
                        <a:pt x="14859" y="4572"/>
                      </a:lnTo>
                      <a:cubicBezTo>
                        <a:pt x="15716" y="4382"/>
                        <a:pt x="16859" y="3715"/>
                        <a:pt x="18479" y="2572"/>
                      </a:cubicBezTo>
                      <a:cubicBezTo>
                        <a:pt x="19812" y="1619"/>
                        <a:pt x="21050" y="1238"/>
                        <a:pt x="22288" y="1334"/>
                      </a:cubicBezTo>
                      <a:cubicBezTo>
                        <a:pt x="22288" y="381"/>
                        <a:pt x="22670" y="0"/>
                        <a:pt x="23336" y="0"/>
                      </a:cubicBezTo>
                      <a:cubicBezTo>
                        <a:pt x="23622" y="0"/>
                        <a:pt x="24003" y="0"/>
                        <a:pt x="24670" y="191"/>
                      </a:cubicBezTo>
                      <a:cubicBezTo>
                        <a:pt x="25337" y="381"/>
                        <a:pt x="25813" y="381"/>
                        <a:pt x="26003" y="381"/>
                      </a:cubicBezTo>
                      <a:cubicBezTo>
                        <a:pt x="26956" y="1715"/>
                        <a:pt x="28194" y="2477"/>
                        <a:pt x="29813" y="2477"/>
                      </a:cubicBezTo>
                      <a:cubicBezTo>
                        <a:pt x="30575" y="2477"/>
                        <a:pt x="31718" y="2191"/>
                        <a:pt x="33433" y="1715"/>
                      </a:cubicBezTo>
                      <a:cubicBezTo>
                        <a:pt x="34671" y="2096"/>
                        <a:pt x="36290" y="2096"/>
                        <a:pt x="38195" y="1715"/>
                      </a:cubicBezTo>
                      <a:lnTo>
                        <a:pt x="38195" y="2096"/>
                      </a:lnTo>
                      <a:cubicBezTo>
                        <a:pt x="38767" y="1905"/>
                        <a:pt x="39243" y="1715"/>
                        <a:pt x="39815" y="1715"/>
                      </a:cubicBezTo>
                      <a:cubicBezTo>
                        <a:pt x="40577" y="1715"/>
                        <a:pt x="41529" y="2191"/>
                        <a:pt x="42767" y="3238"/>
                      </a:cubicBezTo>
                      <a:cubicBezTo>
                        <a:pt x="44006" y="4191"/>
                        <a:pt x="45053" y="4763"/>
                        <a:pt x="45911" y="4858"/>
                      </a:cubicBezTo>
                      <a:cubicBezTo>
                        <a:pt x="46101" y="5810"/>
                        <a:pt x="46863" y="6763"/>
                        <a:pt x="48196" y="7715"/>
                      </a:cubicBezTo>
                      <a:cubicBezTo>
                        <a:pt x="49435" y="8668"/>
                        <a:pt x="50197" y="9335"/>
                        <a:pt x="50387" y="9811"/>
                      </a:cubicBezTo>
                      <a:cubicBezTo>
                        <a:pt x="51245" y="9811"/>
                        <a:pt x="51816" y="10478"/>
                        <a:pt x="52007" y="11716"/>
                      </a:cubicBezTo>
                      <a:cubicBezTo>
                        <a:pt x="52197" y="12954"/>
                        <a:pt x="52673" y="13621"/>
                        <a:pt x="53531" y="13621"/>
                      </a:cubicBezTo>
                      <a:cubicBezTo>
                        <a:pt x="54197" y="14383"/>
                        <a:pt x="54483" y="15526"/>
                        <a:pt x="54483" y="16954"/>
                      </a:cubicBezTo>
                      <a:lnTo>
                        <a:pt x="54483" y="18193"/>
                      </a:lnTo>
                      <a:cubicBezTo>
                        <a:pt x="54483" y="18764"/>
                        <a:pt x="54483" y="19241"/>
                        <a:pt x="54483" y="19431"/>
                      </a:cubicBezTo>
                      <a:cubicBezTo>
                        <a:pt x="54483" y="21146"/>
                        <a:pt x="55150" y="22479"/>
                        <a:pt x="56388" y="23241"/>
                      </a:cubicBezTo>
                      <a:cubicBezTo>
                        <a:pt x="56198" y="23717"/>
                        <a:pt x="56007" y="24194"/>
                        <a:pt x="56007" y="24670"/>
                      </a:cubicBezTo>
                      <a:cubicBezTo>
                        <a:pt x="56007" y="25146"/>
                        <a:pt x="56102" y="25813"/>
                        <a:pt x="56388" y="26575"/>
                      </a:cubicBezTo>
                      <a:cubicBezTo>
                        <a:pt x="56674" y="27337"/>
                        <a:pt x="56769" y="27908"/>
                        <a:pt x="56769" y="28194"/>
                      </a:cubicBezTo>
                      <a:cubicBezTo>
                        <a:pt x="56769" y="28956"/>
                        <a:pt x="56293" y="29337"/>
                        <a:pt x="55436" y="29528"/>
                      </a:cubicBezTo>
                      <a:close/>
                      <a:moveTo>
                        <a:pt x="45911" y="34480"/>
                      </a:moveTo>
                      <a:cubicBezTo>
                        <a:pt x="45911" y="34480"/>
                        <a:pt x="47530" y="34862"/>
                        <a:pt x="50006" y="35719"/>
                      </a:cubicBezTo>
                      <a:lnTo>
                        <a:pt x="50006" y="33719"/>
                      </a:lnTo>
                      <a:cubicBezTo>
                        <a:pt x="48101" y="32957"/>
                        <a:pt x="47149" y="32671"/>
                        <a:pt x="47339" y="32671"/>
                      </a:cubicBezTo>
                      <a:cubicBezTo>
                        <a:pt x="46958" y="32671"/>
                        <a:pt x="46768" y="33052"/>
                        <a:pt x="46863" y="33719"/>
                      </a:cubicBezTo>
                      <a:lnTo>
                        <a:pt x="45911" y="32671"/>
                      </a:lnTo>
                      <a:lnTo>
                        <a:pt x="45434" y="32957"/>
                      </a:lnTo>
                      <a:cubicBezTo>
                        <a:pt x="44958" y="32290"/>
                        <a:pt x="44387" y="31813"/>
                        <a:pt x="43625" y="31433"/>
                      </a:cubicBezTo>
                      <a:cubicBezTo>
                        <a:pt x="42291" y="30956"/>
                        <a:pt x="41529" y="30671"/>
                        <a:pt x="41338" y="30575"/>
                      </a:cubicBezTo>
                      <a:cubicBezTo>
                        <a:pt x="41624" y="30290"/>
                        <a:pt x="41720" y="29813"/>
                        <a:pt x="41624" y="29146"/>
                      </a:cubicBezTo>
                      <a:lnTo>
                        <a:pt x="41624" y="27527"/>
                      </a:lnTo>
                      <a:cubicBezTo>
                        <a:pt x="41624" y="27527"/>
                        <a:pt x="40767" y="25718"/>
                        <a:pt x="39529" y="22860"/>
                      </a:cubicBezTo>
                      <a:cubicBezTo>
                        <a:pt x="38767" y="20955"/>
                        <a:pt x="38005" y="19717"/>
                        <a:pt x="37338" y="19145"/>
                      </a:cubicBezTo>
                      <a:lnTo>
                        <a:pt x="37814" y="18860"/>
                      </a:lnTo>
                      <a:cubicBezTo>
                        <a:pt x="37148" y="18002"/>
                        <a:pt x="36195" y="17431"/>
                        <a:pt x="35147" y="17050"/>
                      </a:cubicBezTo>
                      <a:cubicBezTo>
                        <a:pt x="34004" y="16669"/>
                        <a:pt x="32861" y="16383"/>
                        <a:pt x="31909" y="16002"/>
                      </a:cubicBezTo>
                      <a:cubicBezTo>
                        <a:pt x="31909" y="15050"/>
                        <a:pt x="31528" y="14573"/>
                        <a:pt x="30766" y="14573"/>
                      </a:cubicBezTo>
                      <a:cubicBezTo>
                        <a:pt x="29623" y="14573"/>
                        <a:pt x="28861" y="15050"/>
                        <a:pt x="28480" y="16002"/>
                      </a:cubicBezTo>
                      <a:cubicBezTo>
                        <a:pt x="27813" y="16002"/>
                        <a:pt x="26956" y="16478"/>
                        <a:pt x="25813" y="17145"/>
                      </a:cubicBezTo>
                      <a:cubicBezTo>
                        <a:pt x="24670" y="17907"/>
                        <a:pt x="23908" y="18193"/>
                        <a:pt x="23241" y="18098"/>
                      </a:cubicBezTo>
                      <a:cubicBezTo>
                        <a:pt x="22098" y="18479"/>
                        <a:pt x="21241" y="19431"/>
                        <a:pt x="20765" y="21050"/>
                      </a:cubicBezTo>
                      <a:cubicBezTo>
                        <a:pt x="20288" y="22860"/>
                        <a:pt x="19717" y="23908"/>
                        <a:pt x="19050" y="24289"/>
                      </a:cubicBezTo>
                      <a:cubicBezTo>
                        <a:pt x="19050" y="25146"/>
                        <a:pt x="19050" y="26384"/>
                        <a:pt x="18764" y="27908"/>
                      </a:cubicBezTo>
                      <a:cubicBezTo>
                        <a:pt x="18574" y="29432"/>
                        <a:pt x="18479" y="30480"/>
                        <a:pt x="18479" y="31052"/>
                      </a:cubicBezTo>
                      <a:cubicBezTo>
                        <a:pt x="18479" y="32099"/>
                        <a:pt x="18669" y="32957"/>
                        <a:pt x="19050" y="33719"/>
                      </a:cubicBezTo>
                      <a:cubicBezTo>
                        <a:pt x="18383" y="34195"/>
                        <a:pt x="18288" y="35147"/>
                        <a:pt x="18764" y="36576"/>
                      </a:cubicBezTo>
                      <a:cubicBezTo>
                        <a:pt x="19145" y="37719"/>
                        <a:pt x="18955" y="38481"/>
                        <a:pt x="18002" y="38576"/>
                      </a:cubicBezTo>
                      <a:cubicBezTo>
                        <a:pt x="18669" y="41434"/>
                        <a:pt x="19050" y="43625"/>
                        <a:pt x="19050" y="45149"/>
                      </a:cubicBezTo>
                      <a:cubicBezTo>
                        <a:pt x="19050" y="46196"/>
                        <a:pt x="19050" y="47244"/>
                        <a:pt x="18764" y="48292"/>
                      </a:cubicBezTo>
                      <a:cubicBezTo>
                        <a:pt x="19145" y="48673"/>
                        <a:pt x="20003" y="50387"/>
                        <a:pt x="21241" y="53530"/>
                      </a:cubicBezTo>
                      <a:cubicBezTo>
                        <a:pt x="22098" y="55817"/>
                        <a:pt x="23622" y="56864"/>
                        <a:pt x="25622" y="56579"/>
                      </a:cubicBezTo>
                      <a:cubicBezTo>
                        <a:pt x="25813" y="56579"/>
                        <a:pt x="26003" y="56579"/>
                        <a:pt x="26289" y="56293"/>
                      </a:cubicBezTo>
                      <a:cubicBezTo>
                        <a:pt x="26479" y="56102"/>
                        <a:pt x="26670" y="55912"/>
                        <a:pt x="26861" y="55912"/>
                      </a:cubicBezTo>
                      <a:cubicBezTo>
                        <a:pt x="27051" y="55912"/>
                        <a:pt x="27242" y="56007"/>
                        <a:pt x="27432" y="56293"/>
                      </a:cubicBezTo>
                      <a:lnTo>
                        <a:pt x="27051" y="56579"/>
                      </a:lnTo>
                      <a:cubicBezTo>
                        <a:pt x="27051" y="56579"/>
                        <a:pt x="27242" y="57150"/>
                        <a:pt x="27527" y="57436"/>
                      </a:cubicBezTo>
                      <a:lnTo>
                        <a:pt x="28194" y="58007"/>
                      </a:lnTo>
                      <a:cubicBezTo>
                        <a:pt x="28575" y="58579"/>
                        <a:pt x="29146" y="58865"/>
                        <a:pt x="29813" y="58865"/>
                      </a:cubicBezTo>
                      <a:cubicBezTo>
                        <a:pt x="30671" y="58865"/>
                        <a:pt x="31147" y="58484"/>
                        <a:pt x="31242" y="57817"/>
                      </a:cubicBezTo>
                      <a:cubicBezTo>
                        <a:pt x="31623" y="58198"/>
                        <a:pt x="32004" y="58388"/>
                        <a:pt x="32385" y="58388"/>
                      </a:cubicBezTo>
                      <a:cubicBezTo>
                        <a:pt x="32766" y="58388"/>
                        <a:pt x="33147" y="58007"/>
                        <a:pt x="33623" y="57245"/>
                      </a:cubicBezTo>
                      <a:cubicBezTo>
                        <a:pt x="34100" y="56483"/>
                        <a:pt x="34481" y="56102"/>
                        <a:pt x="34862" y="56102"/>
                      </a:cubicBezTo>
                      <a:cubicBezTo>
                        <a:pt x="35242" y="56102"/>
                        <a:pt x="35719" y="56293"/>
                        <a:pt x="36195" y="56674"/>
                      </a:cubicBezTo>
                      <a:cubicBezTo>
                        <a:pt x="36290" y="56483"/>
                        <a:pt x="36862" y="56102"/>
                        <a:pt x="37910" y="55626"/>
                      </a:cubicBezTo>
                      <a:cubicBezTo>
                        <a:pt x="38767" y="55245"/>
                        <a:pt x="39148" y="54769"/>
                        <a:pt x="39148" y="54102"/>
                      </a:cubicBezTo>
                      <a:cubicBezTo>
                        <a:pt x="39148" y="53816"/>
                        <a:pt x="39148" y="53530"/>
                        <a:pt x="38957" y="53245"/>
                      </a:cubicBezTo>
                      <a:cubicBezTo>
                        <a:pt x="39815" y="52864"/>
                        <a:pt x="40291" y="51911"/>
                        <a:pt x="40481" y="50483"/>
                      </a:cubicBezTo>
                      <a:cubicBezTo>
                        <a:pt x="40672" y="49054"/>
                        <a:pt x="41053" y="48101"/>
                        <a:pt x="41624" y="47720"/>
                      </a:cubicBezTo>
                      <a:lnTo>
                        <a:pt x="41624" y="41815"/>
                      </a:lnTo>
                      <a:cubicBezTo>
                        <a:pt x="41624" y="41815"/>
                        <a:pt x="41815" y="40958"/>
                        <a:pt x="41815" y="40386"/>
                      </a:cubicBezTo>
                      <a:cubicBezTo>
                        <a:pt x="41815" y="39815"/>
                        <a:pt x="41720" y="39053"/>
                        <a:pt x="41529" y="38005"/>
                      </a:cubicBezTo>
                      <a:cubicBezTo>
                        <a:pt x="41338" y="36957"/>
                        <a:pt x="41243" y="36290"/>
                        <a:pt x="41243" y="35814"/>
                      </a:cubicBezTo>
                      <a:cubicBezTo>
                        <a:pt x="41243" y="35147"/>
                        <a:pt x="41338" y="34576"/>
                        <a:pt x="41624" y="34100"/>
                      </a:cubicBezTo>
                      <a:cubicBezTo>
                        <a:pt x="41624" y="33433"/>
                        <a:pt x="41720" y="33052"/>
                        <a:pt x="42196" y="32957"/>
                      </a:cubicBezTo>
                      <a:cubicBezTo>
                        <a:pt x="42386" y="32957"/>
                        <a:pt x="42863" y="32957"/>
                        <a:pt x="43720" y="33147"/>
                      </a:cubicBezTo>
                      <a:cubicBezTo>
                        <a:pt x="44387" y="33242"/>
                        <a:pt x="44863" y="33147"/>
                        <a:pt x="45149" y="33147"/>
                      </a:cubicBezTo>
                      <a:cubicBezTo>
                        <a:pt x="45720" y="33719"/>
                        <a:pt x="45911" y="34195"/>
                        <a:pt x="45911" y="34671"/>
                      </a:cubicBezTo>
                      <a:close/>
                      <a:moveTo>
                        <a:pt x="53531" y="29528"/>
                      </a:moveTo>
                      <a:cubicBezTo>
                        <a:pt x="53531" y="29528"/>
                        <a:pt x="52578" y="29146"/>
                        <a:pt x="52102" y="29146"/>
                      </a:cubicBezTo>
                      <a:cubicBezTo>
                        <a:pt x="51816" y="29146"/>
                        <a:pt x="51340" y="29146"/>
                        <a:pt x="50673" y="29337"/>
                      </a:cubicBezTo>
                      <a:cubicBezTo>
                        <a:pt x="50006" y="29528"/>
                        <a:pt x="49435" y="29528"/>
                        <a:pt x="48958" y="29528"/>
                      </a:cubicBezTo>
                      <a:lnTo>
                        <a:pt x="51149" y="30956"/>
                      </a:lnTo>
                      <a:lnTo>
                        <a:pt x="51435" y="29528"/>
                      </a:lnTo>
                      <a:cubicBezTo>
                        <a:pt x="51435" y="29528"/>
                        <a:pt x="52292" y="29813"/>
                        <a:pt x="53626" y="30194"/>
                      </a:cubicBezTo>
                      <a:lnTo>
                        <a:pt x="53626" y="29528"/>
                      </a:lnTo>
                      <a:close/>
                      <a:moveTo>
                        <a:pt x="51340" y="52102"/>
                      </a:moveTo>
                      <a:cubicBezTo>
                        <a:pt x="51340" y="52102"/>
                        <a:pt x="51530" y="52007"/>
                        <a:pt x="51530" y="51911"/>
                      </a:cubicBezTo>
                      <a:cubicBezTo>
                        <a:pt x="51530" y="51911"/>
                        <a:pt x="51340" y="51721"/>
                        <a:pt x="51054" y="51626"/>
                      </a:cubicBezTo>
                      <a:cubicBezTo>
                        <a:pt x="50768" y="51530"/>
                        <a:pt x="50578" y="51340"/>
                        <a:pt x="50578" y="51245"/>
                      </a:cubicBezTo>
                      <a:cubicBezTo>
                        <a:pt x="50578" y="51149"/>
                        <a:pt x="50768" y="50959"/>
                        <a:pt x="51054" y="50863"/>
                      </a:cubicBezTo>
                      <a:cubicBezTo>
                        <a:pt x="50673" y="50768"/>
                        <a:pt x="50292" y="50863"/>
                        <a:pt x="49911" y="50959"/>
                      </a:cubicBezTo>
                      <a:cubicBezTo>
                        <a:pt x="49435" y="51245"/>
                        <a:pt x="49054" y="51435"/>
                        <a:pt x="49054" y="51435"/>
                      </a:cubicBezTo>
                      <a:cubicBezTo>
                        <a:pt x="49244" y="51435"/>
                        <a:pt x="50006" y="51721"/>
                        <a:pt x="51340" y="52197"/>
                      </a:cubicBezTo>
                      <a:close/>
                      <a:moveTo>
                        <a:pt x="53816" y="33719"/>
                      </a:moveTo>
                      <a:lnTo>
                        <a:pt x="54864" y="33719"/>
                      </a:lnTo>
                      <a:cubicBezTo>
                        <a:pt x="54388" y="33338"/>
                        <a:pt x="54007" y="33338"/>
                        <a:pt x="53816" y="33719"/>
                      </a:cubicBezTo>
                      <a:cubicBezTo>
                        <a:pt x="53150" y="33528"/>
                        <a:pt x="52197" y="33242"/>
                        <a:pt x="51054" y="32861"/>
                      </a:cubicBezTo>
                      <a:cubicBezTo>
                        <a:pt x="50959" y="32480"/>
                        <a:pt x="50578" y="32195"/>
                        <a:pt x="50102" y="32195"/>
                      </a:cubicBezTo>
                      <a:cubicBezTo>
                        <a:pt x="50387" y="32290"/>
                        <a:pt x="50673" y="32576"/>
                        <a:pt x="51054" y="32861"/>
                      </a:cubicBezTo>
                      <a:cubicBezTo>
                        <a:pt x="51054" y="33147"/>
                        <a:pt x="51149" y="33433"/>
                        <a:pt x="51149" y="33719"/>
                      </a:cubicBezTo>
                      <a:cubicBezTo>
                        <a:pt x="51149" y="34195"/>
                        <a:pt x="51149" y="34480"/>
                        <a:pt x="51149" y="34576"/>
                      </a:cubicBezTo>
                      <a:cubicBezTo>
                        <a:pt x="51149" y="34766"/>
                        <a:pt x="51149" y="34862"/>
                        <a:pt x="51435" y="34766"/>
                      </a:cubicBezTo>
                      <a:lnTo>
                        <a:pt x="52388" y="33719"/>
                      </a:lnTo>
                      <a:lnTo>
                        <a:pt x="52864" y="34004"/>
                      </a:lnTo>
                      <a:cubicBezTo>
                        <a:pt x="52864" y="34004"/>
                        <a:pt x="52864" y="34480"/>
                        <a:pt x="52673" y="34766"/>
                      </a:cubicBezTo>
                      <a:cubicBezTo>
                        <a:pt x="52483" y="35052"/>
                        <a:pt x="52388" y="35243"/>
                        <a:pt x="52388" y="35433"/>
                      </a:cubicBezTo>
                      <a:cubicBezTo>
                        <a:pt x="52959" y="35528"/>
                        <a:pt x="53245" y="35433"/>
                        <a:pt x="53435" y="34957"/>
                      </a:cubicBezTo>
                      <a:cubicBezTo>
                        <a:pt x="53626" y="34480"/>
                        <a:pt x="53721" y="34100"/>
                        <a:pt x="53816" y="33623"/>
                      </a:cubicBezTo>
                      <a:lnTo>
                        <a:pt x="53816" y="33623"/>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 name="Google Shape;1034;p99"/>
                <p:cNvSpPr/>
                <p:nvPr/>
              </p:nvSpPr>
              <p:spPr>
                <a:xfrm>
                  <a:off x="3884580" y="5303424"/>
                  <a:ext cx="51149" cy="86486"/>
                </a:xfrm>
                <a:custGeom>
                  <a:avLst/>
                  <a:gdLst/>
                  <a:ahLst/>
                  <a:cxnLst/>
                  <a:rect l="l" t="t" r="r" b="b"/>
                  <a:pathLst>
                    <a:path w="51149" h="86486" extrusionOk="0">
                      <a:moveTo>
                        <a:pt x="48482" y="64389"/>
                      </a:moveTo>
                      <a:cubicBezTo>
                        <a:pt x="50006" y="64484"/>
                        <a:pt x="50673" y="65341"/>
                        <a:pt x="50673" y="66770"/>
                      </a:cubicBezTo>
                      <a:cubicBezTo>
                        <a:pt x="50578" y="69151"/>
                        <a:pt x="50483" y="70390"/>
                        <a:pt x="50673" y="70580"/>
                      </a:cubicBezTo>
                      <a:cubicBezTo>
                        <a:pt x="49911" y="71818"/>
                        <a:pt x="49244" y="73057"/>
                        <a:pt x="48482" y="74295"/>
                      </a:cubicBezTo>
                      <a:cubicBezTo>
                        <a:pt x="47625" y="75629"/>
                        <a:pt x="46577" y="76486"/>
                        <a:pt x="45434" y="76962"/>
                      </a:cubicBezTo>
                      <a:lnTo>
                        <a:pt x="46196" y="77533"/>
                      </a:lnTo>
                      <a:cubicBezTo>
                        <a:pt x="44863" y="78676"/>
                        <a:pt x="43529" y="79915"/>
                        <a:pt x="42291" y="81153"/>
                      </a:cubicBezTo>
                      <a:cubicBezTo>
                        <a:pt x="40767" y="82487"/>
                        <a:pt x="39148" y="82963"/>
                        <a:pt x="37529" y="82772"/>
                      </a:cubicBezTo>
                      <a:cubicBezTo>
                        <a:pt x="36957" y="84010"/>
                        <a:pt x="35814" y="84582"/>
                        <a:pt x="34100" y="84582"/>
                      </a:cubicBezTo>
                      <a:lnTo>
                        <a:pt x="33147" y="84582"/>
                      </a:lnTo>
                      <a:cubicBezTo>
                        <a:pt x="33147" y="84582"/>
                        <a:pt x="32480" y="84582"/>
                        <a:pt x="32290" y="84582"/>
                      </a:cubicBezTo>
                      <a:cubicBezTo>
                        <a:pt x="30575" y="84582"/>
                        <a:pt x="29337" y="85154"/>
                        <a:pt x="28670" y="86296"/>
                      </a:cubicBezTo>
                      <a:cubicBezTo>
                        <a:pt x="27718" y="86392"/>
                        <a:pt x="26860" y="86487"/>
                        <a:pt x="25813" y="86487"/>
                      </a:cubicBezTo>
                      <a:cubicBezTo>
                        <a:pt x="20479" y="86487"/>
                        <a:pt x="14859" y="84391"/>
                        <a:pt x="9144" y="80105"/>
                      </a:cubicBezTo>
                      <a:cubicBezTo>
                        <a:pt x="8572" y="80105"/>
                        <a:pt x="7810" y="79534"/>
                        <a:pt x="6953" y="78676"/>
                      </a:cubicBezTo>
                      <a:cubicBezTo>
                        <a:pt x="6382" y="77914"/>
                        <a:pt x="5715" y="77248"/>
                        <a:pt x="5048" y="76581"/>
                      </a:cubicBezTo>
                      <a:cubicBezTo>
                        <a:pt x="5048" y="75629"/>
                        <a:pt x="4572" y="74771"/>
                        <a:pt x="3334" y="73914"/>
                      </a:cubicBezTo>
                      <a:cubicBezTo>
                        <a:pt x="2096" y="73057"/>
                        <a:pt x="1524" y="72295"/>
                        <a:pt x="1524" y="71533"/>
                      </a:cubicBezTo>
                      <a:cubicBezTo>
                        <a:pt x="1524" y="71152"/>
                        <a:pt x="1619" y="70675"/>
                        <a:pt x="1905" y="70104"/>
                      </a:cubicBezTo>
                      <a:cubicBezTo>
                        <a:pt x="1143" y="69342"/>
                        <a:pt x="762" y="68008"/>
                        <a:pt x="762" y="66199"/>
                      </a:cubicBezTo>
                      <a:cubicBezTo>
                        <a:pt x="762" y="65818"/>
                        <a:pt x="762" y="65151"/>
                        <a:pt x="762" y="64198"/>
                      </a:cubicBezTo>
                      <a:cubicBezTo>
                        <a:pt x="762" y="63246"/>
                        <a:pt x="762" y="62579"/>
                        <a:pt x="762" y="62198"/>
                      </a:cubicBezTo>
                      <a:cubicBezTo>
                        <a:pt x="762" y="60770"/>
                        <a:pt x="476" y="59722"/>
                        <a:pt x="0" y="58960"/>
                      </a:cubicBezTo>
                      <a:cubicBezTo>
                        <a:pt x="571" y="57817"/>
                        <a:pt x="667" y="56197"/>
                        <a:pt x="286" y="54197"/>
                      </a:cubicBezTo>
                      <a:cubicBezTo>
                        <a:pt x="-95" y="52197"/>
                        <a:pt x="95" y="50482"/>
                        <a:pt x="762" y="49244"/>
                      </a:cubicBezTo>
                      <a:cubicBezTo>
                        <a:pt x="762" y="47244"/>
                        <a:pt x="762" y="44291"/>
                        <a:pt x="1048" y="40672"/>
                      </a:cubicBezTo>
                      <a:cubicBezTo>
                        <a:pt x="667" y="39433"/>
                        <a:pt x="381" y="38195"/>
                        <a:pt x="381" y="36862"/>
                      </a:cubicBezTo>
                      <a:cubicBezTo>
                        <a:pt x="381" y="32956"/>
                        <a:pt x="3143" y="27908"/>
                        <a:pt x="8477" y="21907"/>
                      </a:cubicBezTo>
                      <a:lnTo>
                        <a:pt x="8763" y="22384"/>
                      </a:lnTo>
                      <a:cubicBezTo>
                        <a:pt x="8763" y="22384"/>
                        <a:pt x="9430" y="21622"/>
                        <a:pt x="9620" y="20860"/>
                      </a:cubicBezTo>
                      <a:cubicBezTo>
                        <a:pt x="9811" y="20098"/>
                        <a:pt x="10192" y="19717"/>
                        <a:pt x="10763" y="19526"/>
                      </a:cubicBezTo>
                      <a:lnTo>
                        <a:pt x="12192" y="19526"/>
                      </a:lnTo>
                      <a:lnTo>
                        <a:pt x="12192" y="20003"/>
                      </a:lnTo>
                      <a:cubicBezTo>
                        <a:pt x="12192" y="20003"/>
                        <a:pt x="12573" y="19621"/>
                        <a:pt x="13335" y="19717"/>
                      </a:cubicBezTo>
                      <a:cubicBezTo>
                        <a:pt x="14002" y="19717"/>
                        <a:pt x="14383" y="19717"/>
                        <a:pt x="14383" y="19526"/>
                      </a:cubicBezTo>
                      <a:cubicBezTo>
                        <a:pt x="14383" y="19336"/>
                        <a:pt x="14097" y="19050"/>
                        <a:pt x="13621" y="18669"/>
                      </a:cubicBezTo>
                      <a:cubicBezTo>
                        <a:pt x="14478" y="18002"/>
                        <a:pt x="15240" y="17335"/>
                        <a:pt x="16002" y="16764"/>
                      </a:cubicBezTo>
                      <a:cubicBezTo>
                        <a:pt x="16764" y="16192"/>
                        <a:pt x="17812" y="15907"/>
                        <a:pt x="19050" y="15907"/>
                      </a:cubicBezTo>
                      <a:cubicBezTo>
                        <a:pt x="19241" y="15430"/>
                        <a:pt x="19526" y="15145"/>
                        <a:pt x="19907" y="15145"/>
                      </a:cubicBezTo>
                      <a:cubicBezTo>
                        <a:pt x="20098" y="15145"/>
                        <a:pt x="20383" y="15240"/>
                        <a:pt x="20860" y="15526"/>
                      </a:cubicBezTo>
                      <a:cubicBezTo>
                        <a:pt x="21336" y="15812"/>
                        <a:pt x="21622" y="15907"/>
                        <a:pt x="21908" y="15812"/>
                      </a:cubicBezTo>
                      <a:cubicBezTo>
                        <a:pt x="21812" y="15621"/>
                        <a:pt x="21717" y="15430"/>
                        <a:pt x="21717" y="15335"/>
                      </a:cubicBezTo>
                      <a:cubicBezTo>
                        <a:pt x="21717" y="15049"/>
                        <a:pt x="22003" y="14668"/>
                        <a:pt x="22479" y="14192"/>
                      </a:cubicBezTo>
                      <a:cubicBezTo>
                        <a:pt x="22955" y="13716"/>
                        <a:pt x="23241" y="13430"/>
                        <a:pt x="23241" y="13145"/>
                      </a:cubicBezTo>
                      <a:cubicBezTo>
                        <a:pt x="23241" y="12859"/>
                        <a:pt x="23050" y="12573"/>
                        <a:pt x="22670" y="12382"/>
                      </a:cubicBezTo>
                      <a:cubicBezTo>
                        <a:pt x="22860" y="12382"/>
                        <a:pt x="23241" y="12859"/>
                        <a:pt x="23622" y="13811"/>
                      </a:cubicBezTo>
                      <a:lnTo>
                        <a:pt x="23336" y="14097"/>
                      </a:lnTo>
                      <a:cubicBezTo>
                        <a:pt x="23336" y="14097"/>
                        <a:pt x="24289" y="14478"/>
                        <a:pt x="25241" y="14097"/>
                      </a:cubicBezTo>
                      <a:cubicBezTo>
                        <a:pt x="26003" y="13906"/>
                        <a:pt x="26575" y="14097"/>
                        <a:pt x="26860" y="14954"/>
                      </a:cubicBezTo>
                      <a:cubicBezTo>
                        <a:pt x="27242" y="14573"/>
                        <a:pt x="27622" y="14288"/>
                        <a:pt x="28099" y="14288"/>
                      </a:cubicBezTo>
                      <a:cubicBezTo>
                        <a:pt x="28480" y="14288"/>
                        <a:pt x="29051" y="14573"/>
                        <a:pt x="29718" y="15145"/>
                      </a:cubicBezTo>
                      <a:cubicBezTo>
                        <a:pt x="30480" y="15716"/>
                        <a:pt x="31051" y="16002"/>
                        <a:pt x="31528" y="16002"/>
                      </a:cubicBezTo>
                      <a:cubicBezTo>
                        <a:pt x="31909" y="16002"/>
                        <a:pt x="32195" y="15907"/>
                        <a:pt x="32575" y="15621"/>
                      </a:cubicBezTo>
                      <a:cubicBezTo>
                        <a:pt x="32861" y="16097"/>
                        <a:pt x="33242" y="16383"/>
                        <a:pt x="33718" y="16383"/>
                      </a:cubicBezTo>
                      <a:cubicBezTo>
                        <a:pt x="33718" y="16383"/>
                        <a:pt x="34290" y="16192"/>
                        <a:pt x="35052" y="15812"/>
                      </a:cubicBezTo>
                      <a:lnTo>
                        <a:pt x="35528" y="17621"/>
                      </a:lnTo>
                      <a:cubicBezTo>
                        <a:pt x="35528" y="17621"/>
                        <a:pt x="36195" y="17431"/>
                        <a:pt x="37147" y="17145"/>
                      </a:cubicBezTo>
                      <a:cubicBezTo>
                        <a:pt x="37814" y="16859"/>
                        <a:pt x="38386" y="16859"/>
                        <a:pt x="38957" y="16954"/>
                      </a:cubicBezTo>
                      <a:cubicBezTo>
                        <a:pt x="38957" y="17907"/>
                        <a:pt x="39624" y="18859"/>
                        <a:pt x="41053" y="19717"/>
                      </a:cubicBezTo>
                      <a:cubicBezTo>
                        <a:pt x="41624" y="19431"/>
                        <a:pt x="42100" y="19336"/>
                        <a:pt x="42481" y="19336"/>
                      </a:cubicBezTo>
                      <a:cubicBezTo>
                        <a:pt x="43243" y="19336"/>
                        <a:pt x="44005" y="20193"/>
                        <a:pt x="44863" y="22003"/>
                      </a:cubicBezTo>
                      <a:cubicBezTo>
                        <a:pt x="45720" y="23813"/>
                        <a:pt x="46672" y="24765"/>
                        <a:pt x="48006" y="24860"/>
                      </a:cubicBezTo>
                      <a:cubicBezTo>
                        <a:pt x="48006" y="26003"/>
                        <a:pt x="48482" y="27432"/>
                        <a:pt x="49530" y="29146"/>
                      </a:cubicBezTo>
                      <a:cubicBezTo>
                        <a:pt x="50578" y="30956"/>
                        <a:pt x="51149" y="32385"/>
                        <a:pt x="51149" y="33623"/>
                      </a:cubicBezTo>
                      <a:cubicBezTo>
                        <a:pt x="51149" y="34290"/>
                        <a:pt x="51054" y="35052"/>
                        <a:pt x="50768" y="35814"/>
                      </a:cubicBezTo>
                      <a:cubicBezTo>
                        <a:pt x="49911" y="35814"/>
                        <a:pt x="48768" y="36385"/>
                        <a:pt x="47434" y="37338"/>
                      </a:cubicBezTo>
                      <a:cubicBezTo>
                        <a:pt x="46101" y="38290"/>
                        <a:pt x="44863" y="38767"/>
                        <a:pt x="43910" y="38767"/>
                      </a:cubicBezTo>
                      <a:cubicBezTo>
                        <a:pt x="43529" y="38767"/>
                        <a:pt x="43148" y="38767"/>
                        <a:pt x="42767" y="38576"/>
                      </a:cubicBezTo>
                      <a:cubicBezTo>
                        <a:pt x="42481" y="39243"/>
                        <a:pt x="41910" y="39624"/>
                        <a:pt x="41053" y="39624"/>
                      </a:cubicBezTo>
                      <a:cubicBezTo>
                        <a:pt x="40005" y="39624"/>
                        <a:pt x="39338" y="39910"/>
                        <a:pt x="38957" y="40291"/>
                      </a:cubicBezTo>
                      <a:cubicBezTo>
                        <a:pt x="37052" y="39624"/>
                        <a:pt x="35624" y="36957"/>
                        <a:pt x="34862" y="32385"/>
                      </a:cubicBezTo>
                      <a:cubicBezTo>
                        <a:pt x="32671" y="30671"/>
                        <a:pt x="31528" y="29813"/>
                        <a:pt x="31337" y="29813"/>
                      </a:cubicBezTo>
                      <a:cubicBezTo>
                        <a:pt x="30194" y="29051"/>
                        <a:pt x="28956" y="28670"/>
                        <a:pt x="27718" y="28670"/>
                      </a:cubicBezTo>
                      <a:cubicBezTo>
                        <a:pt x="27146" y="28670"/>
                        <a:pt x="26479" y="28670"/>
                        <a:pt x="25813" y="28956"/>
                      </a:cubicBezTo>
                      <a:cubicBezTo>
                        <a:pt x="20574" y="29528"/>
                        <a:pt x="17145" y="31623"/>
                        <a:pt x="15812" y="35147"/>
                      </a:cubicBezTo>
                      <a:cubicBezTo>
                        <a:pt x="15335" y="35623"/>
                        <a:pt x="14764" y="35909"/>
                        <a:pt x="14288" y="35909"/>
                      </a:cubicBezTo>
                      <a:cubicBezTo>
                        <a:pt x="14002" y="35909"/>
                        <a:pt x="13621" y="35909"/>
                        <a:pt x="13145" y="35719"/>
                      </a:cubicBezTo>
                      <a:cubicBezTo>
                        <a:pt x="12668" y="35528"/>
                        <a:pt x="12287" y="35528"/>
                        <a:pt x="12001" y="35528"/>
                      </a:cubicBezTo>
                      <a:lnTo>
                        <a:pt x="12287" y="36576"/>
                      </a:lnTo>
                      <a:cubicBezTo>
                        <a:pt x="12287" y="36576"/>
                        <a:pt x="11906" y="37147"/>
                        <a:pt x="11621" y="37147"/>
                      </a:cubicBezTo>
                      <a:cubicBezTo>
                        <a:pt x="11335" y="37147"/>
                        <a:pt x="10858" y="36957"/>
                        <a:pt x="10096" y="36576"/>
                      </a:cubicBezTo>
                      <a:cubicBezTo>
                        <a:pt x="9334" y="36195"/>
                        <a:pt x="8763" y="35909"/>
                        <a:pt x="8382" y="35909"/>
                      </a:cubicBezTo>
                      <a:cubicBezTo>
                        <a:pt x="7715" y="35909"/>
                        <a:pt x="7144" y="36290"/>
                        <a:pt x="6763" y="37052"/>
                      </a:cubicBezTo>
                      <a:cubicBezTo>
                        <a:pt x="7334" y="37243"/>
                        <a:pt x="8192" y="37338"/>
                        <a:pt x="9049" y="37338"/>
                      </a:cubicBezTo>
                      <a:lnTo>
                        <a:pt x="8477" y="38100"/>
                      </a:lnTo>
                      <a:cubicBezTo>
                        <a:pt x="8477" y="38100"/>
                        <a:pt x="8858" y="38386"/>
                        <a:pt x="9049" y="38386"/>
                      </a:cubicBezTo>
                      <a:lnTo>
                        <a:pt x="9811" y="37814"/>
                      </a:lnTo>
                      <a:cubicBezTo>
                        <a:pt x="9811" y="37814"/>
                        <a:pt x="10287" y="38386"/>
                        <a:pt x="11049" y="38862"/>
                      </a:cubicBezTo>
                      <a:cubicBezTo>
                        <a:pt x="11906" y="39338"/>
                        <a:pt x="12383" y="39910"/>
                        <a:pt x="12478" y="40576"/>
                      </a:cubicBezTo>
                      <a:cubicBezTo>
                        <a:pt x="12859" y="40291"/>
                        <a:pt x="13145" y="40005"/>
                        <a:pt x="13240" y="39719"/>
                      </a:cubicBezTo>
                      <a:lnTo>
                        <a:pt x="13240" y="38862"/>
                      </a:lnTo>
                      <a:cubicBezTo>
                        <a:pt x="13240" y="38862"/>
                        <a:pt x="13621" y="38481"/>
                        <a:pt x="14288" y="38481"/>
                      </a:cubicBezTo>
                      <a:cubicBezTo>
                        <a:pt x="14573" y="39433"/>
                        <a:pt x="14764" y="40672"/>
                        <a:pt x="14764" y="42291"/>
                      </a:cubicBezTo>
                      <a:cubicBezTo>
                        <a:pt x="14764" y="45244"/>
                        <a:pt x="14764" y="46482"/>
                        <a:pt x="14764" y="46101"/>
                      </a:cubicBezTo>
                      <a:cubicBezTo>
                        <a:pt x="13811" y="46291"/>
                        <a:pt x="13049" y="45910"/>
                        <a:pt x="12383" y="45148"/>
                      </a:cubicBezTo>
                      <a:lnTo>
                        <a:pt x="11621" y="46101"/>
                      </a:lnTo>
                      <a:cubicBezTo>
                        <a:pt x="11621" y="46101"/>
                        <a:pt x="11144" y="45815"/>
                        <a:pt x="10858" y="45815"/>
                      </a:cubicBezTo>
                      <a:lnTo>
                        <a:pt x="10573" y="46101"/>
                      </a:lnTo>
                      <a:cubicBezTo>
                        <a:pt x="11144" y="46958"/>
                        <a:pt x="12192" y="47339"/>
                        <a:pt x="14002" y="47149"/>
                      </a:cubicBezTo>
                      <a:cubicBezTo>
                        <a:pt x="13906" y="47434"/>
                        <a:pt x="13811" y="47720"/>
                        <a:pt x="13811" y="48006"/>
                      </a:cubicBezTo>
                      <a:cubicBezTo>
                        <a:pt x="13811" y="48387"/>
                        <a:pt x="14002" y="48863"/>
                        <a:pt x="14383" y="49530"/>
                      </a:cubicBezTo>
                      <a:cubicBezTo>
                        <a:pt x="14764" y="50197"/>
                        <a:pt x="14954" y="50768"/>
                        <a:pt x="14954" y="51245"/>
                      </a:cubicBezTo>
                      <a:cubicBezTo>
                        <a:pt x="14954" y="51625"/>
                        <a:pt x="14954" y="51911"/>
                        <a:pt x="14764" y="52292"/>
                      </a:cubicBezTo>
                      <a:cubicBezTo>
                        <a:pt x="14288" y="52768"/>
                        <a:pt x="14002" y="53340"/>
                        <a:pt x="14002" y="54007"/>
                      </a:cubicBezTo>
                      <a:cubicBezTo>
                        <a:pt x="14002" y="55054"/>
                        <a:pt x="14002" y="55626"/>
                        <a:pt x="14002" y="55816"/>
                      </a:cubicBezTo>
                      <a:cubicBezTo>
                        <a:pt x="14002" y="56007"/>
                        <a:pt x="14288" y="57626"/>
                        <a:pt x="14573" y="60484"/>
                      </a:cubicBezTo>
                      <a:cubicBezTo>
                        <a:pt x="14764" y="62674"/>
                        <a:pt x="15240" y="64198"/>
                        <a:pt x="16097" y="65151"/>
                      </a:cubicBezTo>
                      <a:cubicBezTo>
                        <a:pt x="16097" y="65532"/>
                        <a:pt x="15907" y="65818"/>
                        <a:pt x="15907" y="66008"/>
                      </a:cubicBezTo>
                      <a:cubicBezTo>
                        <a:pt x="15907" y="66484"/>
                        <a:pt x="16192" y="66865"/>
                        <a:pt x="16764" y="67246"/>
                      </a:cubicBezTo>
                      <a:cubicBezTo>
                        <a:pt x="17335" y="67628"/>
                        <a:pt x="17621" y="68199"/>
                        <a:pt x="17526" y="68866"/>
                      </a:cubicBezTo>
                      <a:cubicBezTo>
                        <a:pt x="18193" y="68866"/>
                        <a:pt x="19241" y="69056"/>
                        <a:pt x="20479" y="69723"/>
                      </a:cubicBezTo>
                      <a:cubicBezTo>
                        <a:pt x="21717" y="70390"/>
                        <a:pt x="22670" y="70675"/>
                        <a:pt x="23527" y="70675"/>
                      </a:cubicBezTo>
                      <a:cubicBezTo>
                        <a:pt x="23813" y="70675"/>
                        <a:pt x="24098" y="70675"/>
                        <a:pt x="24479" y="70675"/>
                      </a:cubicBezTo>
                      <a:cubicBezTo>
                        <a:pt x="25146" y="71342"/>
                        <a:pt x="25908" y="71628"/>
                        <a:pt x="26575" y="71628"/>
                      </a:cubicBezTo>
                      <a:cubicBezTo>
                        <a:pt x="27051" y="71628"/>
                        <a:pt x="27813" y="71342"/>
                        <a:pt x="28861" y="70961"/>
                      </a:cubicBezTo>
                      <a:cubicBezTo>
                        <a:pt x="29908" y="70485"/>
                        <a:pt x="30671" y="70295"/>
                        <a:pt x="31242" y="70295"/>
                      </a:cubicBezTo>
                      <a:cubicBezTo>
                        <a:pt x="31528" y="70295"/>
                        <a:pt x="31813" y="70295"/>
                        <a:pt x="32004" y="70295"/>
                      </a:cubicBezTo>
                      <a:cubicBezTo>
                        <a:pt x="32195" y="69723"/>
                        <a:pt x="33147" y="68675"/>
                        <a:pt x="34766" y="67151"/>
                      </a:cubicBezTo>
                      <a:cubicBezTo>
                        <a:pt x="36004" y="66008"/>
                        <a:pt x="36576" y="64865"/>
                        <a:pt x="36481" y="63627"/>
                      </a:cubicBezTo>
                      <a:lnTo>
                        <a:pt x="37147" y="63055"/>
                      </a:lnTo>
                      <a:lnTo>
                        <a:pt x="36671" y="62579"/>
                      </a:lnTo>
                      <a:cubicBezTo>
                        <a:pt x="37433" y="61246"/>
                        <a:pt x="38386" y="60484"/>
                        <a:pt x="39529" y="60484"/>
                      </a:cubicBezTo>
                      <a:cubicBezTo>
                        <a:pt x="40100" y="60484"/>
                        <a:pt x="40862" y="60674"/>
                        <a:pt x="42100" y="61150"/>
                      </a:cubicBezTo>
                      <a:cubicBezTo>
                        <a:pt x="43243" y="61627"/>
                        <a:pt x="44196" y="61817"/>
                        <a:pt x="44767" y="61817"/>
                      </a:cubicBezTo>
                      <a:cubicBezTo>
                        <a:pt x="44958" y="62389"/>
                        <a:pt x="45625" y="62865"/>
                        <a:pt x="46672" y="62960"/>
                      </a:cubicBezTo>
                      <a:cubicBezTo>
                        <a:pt x="47816" y="63151"/>
                        <a:pt x="48387" y="63532"/>
                        <a:pt x="48673" y="64198"/>
                      </a:cubicBezTo>
                      <a:close/>
                      <a:moveTo>
                        <a:pt x="8954" y="55054"/>
                      </a:moveTo>
                      <a:cubicBezTo>
                        <a:pt x="9430" y="55531"/>
                        <a:pt x="9906" y="55816"/>
                        <a:pt x="10382" y="55816"/>
                      </a:cubicBezTo>
                      <a:cubicBezTo>
                        <a:pt x="10573" y="55816"/>
                        <a:pt x="11239" y="55531"/>
                        <a:pt x="12383" y="55054"/>
                      </a:cubicBezTo>
                      <a:lnTo>
                        <a:pt x="11144" y="53721"/>
                      </a:lnTo>
                      <a:lnTo>
                        <a:pt x="11811" y="54483"/>
                      </a:lnTo>
                      <a:lnTo>
                        <a:pt x="11144" y="55054"/>
                      </a:lnTo>
                      <a:cubicBezTo>
                        <a:pt x="10573" y="55054"/>
                        <a:pt x="10382" y="54769"/>
                        <a:pt x="10382" y="54292"/>
                      </a:cubicBezTo>
                      <a:cubicBezTo>
                        <a:pt x="10382" y="53816"/>
                        <a:pt x="10382" y="53530"/>
                        <a:pt x="10096" y="53245"/>
                      </a:cubicBezTo>
                      <a:cubicBezTo>
                        <a:pt x="10096" y="53340"/>
                        <a:pt x="9716" y="53626"/>
                        <a:pt x="9239" y="54007"/>
                      </a:cubicBezTo>
                      <a:cubicBezTo>
                        <a:pt x="8954" y="54197"/>
                        <a:pt x="8858" y="54578"/>
                        <a:pt x="8954" y="55054"/>
                      </a:cubicBezTo>
                      <a:close/>
                      <a:moveTo>
                        <a:pt x="11811" y="15812"/>
                      </a:moveTo>
                      <a:cubicBezTo>
                        <a:pt x="11811" y="15812"/>
                        <a:pt x="11525" y="15812"/>
                        <a:pt x="11430" y="15621"/>
                      </a:cubicBezTo>
                      <a:cubicBezTo>
                        <a:pt x="11430" y="15430"/>
                        <a:pt x="11716" y="15240"/>
                        <a:pt x="12192" y="15240"/>
                      </a:cubicBezTo>
                      <a:cubicBezTo>
                        <a:pt x="12478" y="15240"/>
                        <a:pt x="12668" y="15335"/>
                        <a:pt x="12763" y="15526"/>
                      </a:cubicBezTo>
                      <a:lnTo>
                        <a:pt x="11716" y="15812"/>
                      </a:lnTo>
                      <a:close/>
                      <a:moveTo>
                        <a:pt x="13145" y="21526"/>
                      </a:moveTo>
                      <a:lnTo>
                        <a:pt x="13145" y="22765"/>
                      </a:lnTo>
                      <a:lnTo>
                        <a:pt x="13811" y="22765"/>
                      </a:lnTo>
                      <a:cubicBezTo>
                        <a:pt x="13811" y="22765"/>
                        <a:pt x="13811" y="22003"/>
                        <a:pt x="13145" y="21526"/>
                      </a:cubicBezTo>
                      <a:close/>
                      <a:moveTo>
                        <a:pt x="13145" y="37433"/>
                      </a:moveTo>
                      <a:lnTo>
                        <a:pt x="13145" y="36671"/>
                      </a:lnTo>
                      <a:lnTo>
                        <a:pt x="14097" y="36671"/>
                      </a:lnTo>
                      <a:lnTo>
                        <a:pt x="13145" y="37433"/>
                      </a:lnTo>
                      <a:close/>
                      <a:moveTo>
                        <a:pt x="19717" y="33623"/>
                      </a:moveTo>
                      <a:lnTo>
                        <a:pt x="18764" y="33147"/>
                      </a:lnTo>
                      <a:lnTo>
                        <a:pt x="19336" y="31909"/>
                      </a:lnTo>
                      <a:lnTo>
                        <a:pt x="19812" y="33623"/>
                      </a:lnTo>
                      <a:close/>
                      <a:moveTo>
                        <a:pt x="20383" y="28384"/>
                      </a:moveTo>
                      <a:cubicBezTo>
                        <a:pt x="20383" y="28384"/>
                        <a:pt x="19621" y="28480"/>
                        <a:pt x="18955" y="29051"/>
                      </a:cubicBezTo>
                      <a:lnTo>
                        <a:pt x="20383" y="29337"/>
                      </a:lnTo>
                      <a:lnTo>
                        <a:pt x="20383" y="28384"/>
                      </a:lnTo>
                      <a:close/>
                      <a:moveTo>
                        <a:pt x="23146" y="5143"/>
                      </a:moveTo>
                      <a:lnTo>
                        <a:pt x="23431" y="5524"/>
                      </a:lnTo>
                      <a:lnTo>
                        <a:pt x="21050" y="5143"/>
                      </a:lnTo>
                      <a:lnTo>
                        <a:pt x="23241" y="5143"/>
                      </a:lnTo>
                      <a:close/>
                      <a:moveTo>
                        <a:pt x="22288" y="30766"/>
                      </a:moveTo>
                      <a:cubicBezTo>
                        <a:pt x="22288" y="30766"/>
                        <a:pt x="22670" y="30956"/>
                        <a:pt x="22765" y="31242"/>
                      </a:cubicBezTo>
                      <a:lnTo>
                        <a:pt x="22765" y="32195"/>
                      </a:lnTo>
                      <a:cubicBezTo>
                        <a:pt x="22765" y="32195"/>
                        <a:pt x="22479" y="31813"/>
                        <a:pt x="22193" y="31813"/>
                      </a:cubicBezTo>
                      <a:lnTo>
                        <a:pt x="21526" y="31813"/>
                      </a:lnTo>
                      <a:cubicBezTo>
                        <a:pt x="21526" y="31147"/>
                        <a:pt x="21812" y="30766"/>
                        <a:pt x="22288" y="30766"/>
                      </a:cubicBezTo>
                      <a:close/>
                      <a:moveTo>
                        <a:pt x="22955" y="19336"/>
                      </a:moveTo>
                      <a:lnTo>
                        <a:pt x="22479" y="19050"/>
                      </a:lnTo>
                      <a:cubicBezTo>
                        <a:pt x="22479" y="19050"/>
                        <a:pt x="22765" y="19336"/>
                        <a:pt x="22955" y="19336"/>
                      </a:cubicBezTo>
                      <a:lnTo>
                        <a:pt x="23527" y="19812"/>
                      </a:lnTo>
                      <a:lnTo>
                        <a:pt x="23527" y="19336"/>
                      </a:lnTo>
                      <a:lnTo>
                        <a:pt x="22955" y="19336"/>
                      </a:lnTo>
                      <a:close/>
                      <a:moveTo>
                        <a:pt x="24479" y="34290"/>
                      </a:moveTo>
                      <a:lnTo>
                        <a:pt x="23241" y="34290"/>
                      </a:lnTo>
                      <a:lnTo>
                        <a:pt x="23241" y="32861"/>
                      </a:lnTo>
                      <a:lnTo>
                        <a:pt x="24479" y="34290"/>
                      </a:lnTo>
                      <a:close/>
                      <a:moveTo>
                        <a:pt x="24955" y="25241"/>
                      </a:moveTo>
                      <a:lnTo>
                        <a:pt x="23527" y="24955"/>
                      </a:lnTo>
                      <a:lnTo>
                        <a:pt x="23527" y="25241"/>
                      </a:lnTo>
                      <a:lnTo>
                        <a:pt x="24955" y="25241"/>
                      </a:lnTo>
                      <a:close/>
                      <a:moveTo>
                        <a:pt x="26289" y="5143"/>
                      </a:moveTo>
                      <a:lnTo>
                        <a:pt x="26003" y="6191"/>
                      </a:lnTo>
                      <a:lnTo>
                        <a:pt x="25622" y="6191"/>
                      </a:lnTo>
                      <a:lnTo>
                        <a:pt x="26289" y="5143"/>
                      </a:lnTo>
                      <a:close/>
                      <a:moveTo>
                        <a:pt x="26956" y="13145"/>
                      </a:moveTo>
                      <a:cubicBezTo>
                        <a:pt x="26289" y="13145"/>
                        <a:pt x="26003" y="13145"/>
                        <a:pt x="26003" y="12859"/>
                      </a:cubicBezTo>
                      <a:cubicBezTo>
                        <a:pt x="26003" y="12763"/>
                        <a:pt x="26099" y="12478"/>
                        <a:pt x="26289" y="12192"/>
                      </a:cubicBezTo>
                      <a:cubicBezTo>
                        <a:pt x="26479" y="11906"/>
                        <a:pt x="26575" y="11621"/>
                        <a:pt x="26479" y="11430"/>
                      </a:cubicBezTo>
                      <a:cubicBezTo>
                        <a:pt x="26765" y="11621"/>
                        <a:pt x="27051" y="11811"/>
                        <a:pt x="27337" y="12001"/>
                      </a:cubicBezTo>
                      <a:cubicBezTo>
                        <a:pt x="27337" y="12097"/>
                        <a:pt x="27337" y="12478"/>
                        <a:pt x="26956" y="13145"/>
                      </a:cubicBezTo>
                      <a:close/>
                      <a:moveTo>
                        <a:pt x="26479" y="11430"/>
                      </a:moveTo>
                      <a:cubicBezTo>
                        <a:pt x="26479" y="11430"/>
                        <a:pt x="26289" y="11239"/>
                        <a:pt x="26194" y="11049"/>
                      </a:cubicBezTo>
                      <a:cubicBezTo>
                        <a:pt x="26194" y="11049"/>
                        <a:pt x="26289" y="11049"/>
                        <a:pt x="26384" y="11144"/>
                      </a:cubicBezTo>
                      <a:cubicBezTo>
                        <a:pt x="26384" y="11144"/>
                        <a:pt x="26384" y="11335"/>
                        <a:pt x="26384" y="11335"/>
                      </a:cubicBezTo>
                      <a:close/>
                      <a:moveTo>
                        <a:pt x="26956" y="19336"/>
                      </a:moveTo>
                      <a:lnTo>
                        <a:pt x="26765" y="20098"/>
                      </a:lnTo>
                      <a:cubicBezTo>
                        <a:pt x="27432" y="20098"/>
                        <a:pt x="28004" y="20288"/>
                        <a:pt x="28480" y="20764"/>
                      </a:cubicBezTo>
                      <a:cubicBezTo>
                        <a:pt x="28670" y="20288"/>
                        <a:pt x="28480" y="19907"/>
                        <a:pt x="27908" y="19717"/>
                      </a:cubicBezTo>
                      <a:cubicBezTo>
                        <a:pt x="27337" y="19526"/>
                        <a:pt x="27051" y="19336"/>
                        <a:pt x="26956" y="19336"/>
                      </a:cubicBezTo>
                      <a:close/>
                      <a:moveTo>
                        <a:pt x="30099" y="9334"/>
                      </a:moveTo>
                      <a:lnTo>
                        <a:pt x="30099" y="10001"/>
                      </a:lnTo>
                      <a:lnTo>
                        <a:pt x="27718" y="9620"/>
                      </a:lnTo>
                      <a:lnTo>
                        <a:pt x="27718" y="8858"/>
                      </a:lnTo>
                      <a:cubicBezTo>
                        <a:pt x="27908" y="9334"/>
                        <a:pt x="28289" y="9620"/>
                        <a:pt x="28861" y="9620"/>
                      </a:cubicBezTo>
                      <a:cubicBezTo>
                        <a:pt x="29337" y="9620"/>
                        <a:pt x="29718" y="9620"/>
                        <a:pt x="30099" y="9239"/>
                      </a:cubicBezTo>
                      <a:close/>
                      <a:moveTo>
                        <a:pt x="30671" y="0"/>
                      </a:moveTo>
                      <a:lnTo>
                        <a:pt x="31051" y="2000"/>
                      </a:lnTo>
                      <a:lnTo>
                        <a:pt x="30671" y="286"/>
                      </a:lnTo>
                      <a:lnTo>
                        <a:pt x="30671" y="0"/>
                      </a:lnTo>
                      <a:close/>
                      <a:moveTo>
                        <a:pt x="32004" y="16954"/>
                      </a:moveTo>
                      <a:cubicBezTo>
                        <a:pt x="32004" y="16954"/>
                        <a:pt x="31623" y="17145"/>
                        <a:pt x="31242" y="17526"/>
                      </a:cubicBezTo>
                      <a:cubicBezTo>
                        <a:pt x="30861" y="17907"/>
                        <a:pt x="30671" y="18193"/>
                        <a:pt x="30671" y="18383"/>
                      </a:cubicBezTo>
                      <a:cubicBezTo>
                        <a:pt x="30671" y="18669"/>
                        <a:pt x="30861" y="18859"/>
                        <a:pt x="31337" y="18955"/>
                      </a:cubicBezTo>
                      <a:cubicBezTo>
                        <a:pt x="31337" y="18859"/>
                        <a:pt x="31337" y="18574"/>
                        <a:pt x="31051" y="18288"/>
                      </a:cubicBezTo>
                      <a:cubicBezTo>
                        <a:pt x="31718" y="17716"/>
                        <a:pt x="32195" y="17526"/>
                        <a:pt x="32385" y="17526"/>
                      </a:cubicBezTo>
                      <a:cubicBezTo>
                        <a:pt x="32099" y="17240"/>
                        <a:pt x="32004" y="16954"/>
                        <a:pt x="32004" y="16859"/>
                      </a:cubicBezTo>
                      <a:close/>
                      <a:moveTo>
                        <a:pt x="32861" y="13525"/>
                      </a:moveTo>
                      <a:lnTo>
                        <a:pt x="33909" y="13525"/>
                      </a:lnTo>
                      <a:lnTo>
                        <a:pt x="32861" y="14097"/>
                      </a:lnTo>
                      <a:lnTo>
                        <a:pt x="32861" y="13525"/>
                      </a:lnTo>
                      <a:close/>
                      <a:moveTo>
                        <a:pt x="36385" y="14573"/>
                      </a:moveTo>
                      <a:cubicBezTo>
                        <a:pt x="36385" y="14573"/>
                        <a:pt x="36004" y="14192"/>
                        <a:pt x="35338" y="13621"/>
                      </a:cubicBezTo>
                      <a:cubicBezTo>
                        <a:pt x="34957" y="13240"/>
                        <a:pt x="34671" y="12954"/>
                        <a:pt x="34671" y="12668"/>
                      </a:cubicBezTo>
                      <a:cubicBezTo>
                        <a:pt x="34671" y="12478"/>
                        <a:pt x="34671" y="12287"/>
                        <a:pt x="34862" y="12001"/>
                      </a:cubicBezTo>
                      <a:cubicBezTo>
                        <a:pt x="35624" y="12001"/>
                        <a:pt x="36004" y="12192"/>
                        <a:pt x="36100" y="12763"/>
                      </a:cubicBezTo>
                      <a:cubicBezTo>
                        <a:pt x="36100" y="13335"/>
                        <a:pt x="36290" y="13906"/>
                        <a:pt x="36290" y="14478"/>
                      </a:cubicBezTo>
                      <a:close/>
                      <a:moveTo>
                        <a:pt x="35624" y="24955"/>
                      </a:moveTo>
                      <a:lnTo>
                        <a:pt x="34862" y="24193"/>
                      </a:lnTo>
                      <a:lnTo>
                        <a:pt x="35624" y="25146"/>
                      </a:lnTo>
                      <a:lnTo>
                        <a:pt x="35624" y="24860"/>
                      </a:lnTo>
                      <a:close/>
                      <a:moveTo>
                        <a:pt x="36290" y="23146"/>
                      </a:moveTo>
                      <a:lnTo>
                        <a:pt x="36290" y="24193"/>
                      </a:lnTo>
                      <a:cubicBezTo>
                        <a:pt x="37147" y="24193"/>
                        <a:pt x="37909" y="23813"/>
                        <a:pt x="38576" y="23050"/>
                      </a:cubicBezTo>
                      <a:cubicBezTo>
                        <a:pt x="38767" y="22955"/>
                        <a:pt x="38957" y="22670"/>
                        <a:pt x="39148" y="22384"/>
                      </a:cubicBezTo>
                      <a:cubicBezTo>
                        <a:pt x="38957" y="22670"/>
                        <a:pt x="38767" y="22860"/>
                        <a:pt x="38576" y="23050"/>
                      </a:cubicBezTo>
                      <a:cubicBezTo>
                        <a:pt x="38005" y="23050"/>
                        <a:pt x="37243" y="23050"/>
                        <a:pt x="36290" y="23050"/>
                      </a:cubicBezTo>
                      <a:close/>
                      <a:moveTo>
                        <a:pt x="36290" y="14573"/>
                      </a:moveTo>
                      <a:cubicBezTo>
                        <a:pt x="36290" y="14573"/>
                        <a:pt x="36481" y="15049"/>
                        <a:pt x="36481" y="15145"/>
                      </a:cubicBezTo>
                      <a:cubicBezTo>
                        <a:pt x="36481" y="14954"/>
                        <a:pt x="36290" y="14668"/>
                        <a:pt x="36290" y="14573"/>
                      </a:cubicBezTo>
                      <a:close/>
                      <a:moveTo>
                        <a:pt x="40386" y="27813"/>
                      </a:moveTo>
                      <a:lnTo>
                        <a:pt x="40386" y="26575"/>
                      </a:lnTo>
                      <a:lnTo>
                        <a:pt x="38957" y="27622"/>
                      </a:lnTo>
                      <a:lnTo>
                        <a:pt x="40386" y="27908"/>
                      </a:lnTo>
                      <a:close/>
                      <a:moveTo>
                        <a:pt x="39910" y="22574"/>
                      </a:moveTo>
                      <a:cubicBezTo>
                        <a:pt x="39910" y="22574"/>
                        <a:pt x="40291" y="23050"/>
                        <a:pt x="40291" y="23241"/>
                      </a:cubicBezTo>
                      <a:cubicBezTo>
                        <a:pt x="40291" y="23431"/>
                        <a:pt x="40100" y="23622"/>
                        <a:pt x="39719" y="23813"/>
                      </a:cubicBezTo>
                      <a:cubicBezTo>
                        <a:pt x="39338" y="24098"/>
                        <a:pt x="39148" y="24193"/>
                        <a:pt x="39148" y="24289"/>
                      </a:cubicBezTo>
                      <a:cubicBezTo>
                        <a:pt x="39148" y="24479"/>
                        <a:pt x="39338" y="24670"/>
                        <a:pt x="39814" y="24860"/>
                      </a:cubicBezTo>
                      <a:cubicBezTo>
                        <a:pt x="40005" y="24289"/>
                        <a:pt x="40196" y="23622"/>
                        <a:pt x="40481" y="22955"/>
                      </a:cubicBezTo>
                      <a:cubicBezTo>
                        <a:pt x="40767" y="22288"/>
                        <a:pt x="41053" y="22003"/>
                        <a:pt x="41529" y="22003"/>
                      </a:cubicBezTo>
                      <a:lnTo>
                        <a:pt x="40767" y="21241"/>
                      </a:lnTo>
                      <a:lnTo>
                        <a:pt x="39814" y="22479"/>
                      </a:lnTo>
                      <a:close/>
                      <a:moveTo>
                        <a:pt x="40672" y="8191"/>
                      </a:moveTo>
                      <a:lnTo>
                        <a:pt x="40672" y="9430"/>
                      </a:lnTo>
                      <a:lnTo>
                        <a:pt x="40386" y="9430"/>
                      </a:lnTo>
                      <a:lnTo>
                        <a:pt x="40386" y="8191"/>
                      </a:lnTo>
                      <a:lnTo>
                        <a:pt x="40672" y="8191"/>
                      </a:lnTo>
                      <a:close/>
                      <a:moveTo>
                        <a:pt x="43434" y="6477"/>
                      </a:moveTo>
                      <a:cubicBezTo>
                        <a:pt x="43434" y="6477"/>
                        <a:pt x="42767" y="6763"/>
                        <a:pt x="42672" y="6763"/>
                      </a:cubicBezTo>
                      <a:lnTo>
                        <a:pt x="42672" y="5715"/>
                      </a:lnTo>
                      <a:lnTo>
                        <a:pt x="43434" y="6477"/>
                      </a:lnTo>
                      <a:close/>
                      <a:moveTo>
                        <a:pt x="45149" y="18859"/>
                      </a:moveTo>
                      <a:lnTo>
                        <a:pt x="45149" y="19907"/>
                      </a:lnTo>
                      <a:cubicBezTo>
                        <a:pt x="45149" y="19907"/>
                        <a:pt x="44577" y="19621"/>
                        <a:pt x="44577" y="19621"/>
                      </a:cubicBezTo>
                      <a:cubicBezTo>
                        <a:pt x="44958" y="19621"/>
                        <a:pt x="45149" y="19336"/>
                        <a:pt x="45149" y="18859"/>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 name="Google Shape;1035;p99"/>
                <p:cNvSpPr/>
                <p:nvPr/>
              </p:nvSpPr>
              <p:spPr>
                <a:xfrm>
                  <a:off x="3940873" y="5317331"/>
                  <a:ext cx="16001" cy="72675"/>
                </a:xfrm>
                <a:custGeom>
                  <a:avLst/>
                  <a:gdLst/>
                  <a:ahLst/>
                  <a:cxnLst/>
                  <a:rect l="l" t="t" r="r" b="b"/>
                  <a:pathLst>
                    <a:path w="16001" h="72675" extrusionOk="0">
                      <a:moveTo>
                        <a:pt x="14859" y="63055"/>
                      </a:moveTo>
                      <a:cubicBezTo>
                        <a:pt x="14859" y="64770"/>
                        <a:pt x="14859" y="65913"/>
                        <a:pt x="14573" y="66294"/>
                      </a:cubicBezTo>
                      <a:cubicBezTo>
                        <a:pt x="15240" y="68771"/>
                        <a:pt x="15050" y="70580"/>
                        <a:pt x="14288" y="71819"/>
                      </a:cubicBezTo>
                      <a:cubicBezTo>
                        <a:pt x="13716" y="72104"/>
                        <a:pt x="13049" y="72295"/>
                        <a:pt x="12192" y="72295"/>
                      </a:cubicBezTo>
                      <a:lnTo>
                        <a:pt x="9620" y="72295"/>
                      </a:lnTo>
                      <a:cubicBezTo>
                        <a:pt x="9620" y="71342"/>
                        <a:pt x="9620" y="70866"/>
                        <a:pt x="9334" y="70866"/>
                      </a:cubicBezTo>
                      <a:cubicBezTo>
                        <a:pt x="9334" y="72104"/>
                        <a:pt x="8858" y="72676"/>
                        <a:pt x="8001" y="72676"/>
                      </a:cubicBezTo>
                      <a:cubicBezTo>
                        <a:pt x="7715" y="72676"/>
                        <a:pt x="7144" y="72676"/>
                        <a:pt x="6477" y="72390"/>
                      </a:cubicBezTo>
                      <a:cubicBezTo>
                        <a:pt x="5810" y="72199"/>
                        <a:pt x="5239" y="72104"/>
                        <a:pt x="4953" y="72104"/>
                      </a:cubicBezTo>
                      <a:cubicBezTo>
                        <a:pt x="4667" y="72104"/>
                        <a:pt x="4381" y="72104"/>
                        <a:pt x="4191" y="72295"/>
                      </a:cubicBezTo>
                      <a:cubicBezTo>
                        <a:pt x="3905" y="72009"/>
                        <a:pt x="3715" y="71914"/>
                        <a:pt x="3429" y="71914"/>
                      </a:cubicBezTo>
                      <a:cubicBezTo>
                        <a:pt x="3238" y="71914"/>
                        <a:pt x="3048" y="71914"/>
                        <a:pt x="2762" y="72009"/>
                      </a:cubicBezTo>
                      <a:cubicBezTo>
                        <a:pt x="2476" y="72009"/>
                        <a:pt x="2286" y="72199"/>
                        <a:pt x="2191" y="72199"/>
                      </a:cubicBezTo>
                      <a:cubicBezTo>
                        <a:pt x="1905" y="72199"/>
                        <a:pt x="1619" y="72104"/>
                        <a:pt x="1429" y="71819"/>
                      </a:cubicBezTo>
                      <a:cubicBezTo>
                        <a:pt x="762" y="68961"/>
                        <a:pt x="476" y="66008"/>
                        <a:pt x="476" y="62865"/>
                      </a:cubicBezTo>
                      <a:cubicBezTo>
                        <a:pt x="476" y="60388"/>
                        <a:pt x="762" y="56293"/>
                        <a:pt x="1429" y="50673"/>
                      </a:cubicBezTo>
                      <a:cubicBezTo>
                        <a:pt x="667" y="46482"/>
                        <a:pt x="571" y="39624"/>
                        <a:pt x="952" y="30099"/>
                      </a:cubicBezTo>
                      <a:cubicBezTo>
                        <a:pt x="286" y="29528"/>
                        <a:pt x="0" y="29051"/>
                        <a:pt x="0" y="28670"/>
                      </a:cubicBezTo>
                      <a:cubicBezTo>
                        <a:pt x="0" y="28480"/>
                        <a:pt x="95" y="28194"/>
                        <a:pt x="381" y="27908"/>
                      </a:cubicBezTo>
                      <a:cubicBezTo>
                        <a:pt x="667" y="27527"/>
                        <a:pt x="762" y="27241"/>
                        <a:pt x="762" y="26956"/>
                      </a:cubicBezTo>
                      <a:cubicBezTo>
                        <a:pt x="762" y="26575"/>
                        <a:pt x="667" y="26194"/>
                        <a:pt x="286" y="25622"/>
                      </a:cubicBezTo>
                      <a:cubicBezTo>
                        <a:pt x="667" y="25241"/>
                        <a:pt x="667" y="24098"/>
                        <a:pt x="286" y="22288"/>
                      </a:cubicBezTo>
                      <a:cubicBezTo>
                        <a:pt x="0" y="20764"/>
                        <a:pt x="381" y="19812"/>
                        <a:pt x="1619" y="19621"/>
                      </a:cubicBezTo>
                      <a:lnTo>
                        <a:pt x="286" y="17431"/>
                      </a:lnTo>
                      <a:cubicBezTo>
                        <a:pt x="286" y="17431"/>
                        <a:pt x="1048" y="16669"/>
                        <a:pt x="1048" y="15907"/>
                      </a:cubicBezTo>
                      <a:cubicBezTo>
                        <a:pt x="1048" y="15430"/>
                        <a:pt x="857" y="14573"/>
                        <a:pt x="571" y="13430"/>
                      </a:cubicBezTo>
                      <a:cubicBezTo>
                        <a:pt x="286" y="12192"/>
                        <a:pt x="95" y="11335"/>
                        <a:pt x="95" y="10763"/>
                      </a:cubicBezTo>
                      <a:cubicBezTo>
                        <a:pt x="95" y="9906"/>
                        <a:pt x="381" y="9239"/>
                        <a:pt x="857" y="8668"/>
                      </a:cubicBezTo>
                      <a:cubicBezTo>
                        <a:pt x="667" y="6668"/>
                        <a:pt x="571" y="5429"/>
                        <a:pt x="571" y="5144"/>
                      </a:cubicBezTo>
                      <a:cubicBezTo>
                        <a:pt x="571" y="2857"/>
                        <a:pt x="1429" y="1334"/>
                        <a:pt x="3048" y="667"/>
                      </a:cubicBezTo>
                      <a:lnTo>
                        <a:pt x="4667" y="667"/>
                      </a:lnTo>
                      <a:cubicBezTo>
                        <a:pt x="5239" y="667"/>
                        <a:pt x="6191" y="571"/>
                        <a:pt x="7525" y="381"/>
                      </a:cubicBezTo>
                      <a:cubicBezTo>
                        <a:pt x="8858" y="95"/>
                        <a:pt x="9811" y="0"/>
                        <a:pt x="10477" y="0"/>
                      </a:cubicBezTo>
                      <a:cubicBezTo>
                        <a:pt x="12382" y="0"/>
                        <a:pt x="13716" y="762"/>
                        <a:pt x="14478" y="2286"/>
                      </a:cubicBezTo>
                      <a:cubicBezTo>
                        <a:pt x="14573" y="7525"/>
                        <a:pt x="14573" y="15430"/>
                        <a:pt x="14478" y="26003"/>
                      </a:cubicBezTo>
                      <a:cubicBezTo>
                        <a:pt x="14478" y="26003"/>
                        <a:pt x="14192" y="26003"/>
                        <a:pt x="13716" y="26289"/>
                      </a:cubicBezTo>
                      <a:cubicBezTo>
                        <a:pt x="13621" y="26670"/>
                        <a:pt x="13811" y="27146"/>
                        <a:pt x="14383" y="27432"/>
                      </a:cubicBezTo>
                      <a:cubicBezTo>
                        <a:pt x="14954" y="27813"/>
                        <a:pt x="15240" y="28004"/>
                        <a:pt x="15240" y="28289"/>
                      </a:cubicBezTo>
                      <a:cubicBezTo>
                        <a:pt x="15240" y="28575"/>
                        <a:pt x="14954" y="28765"/>
                        <a:pt x="14478" y="29051"/>
                      </a:cubicBezTo>
                      <a:lnTo>
                        <a:pt x="13716" y="29718"/>
                      </a:lnTo>
                      <a:cubicBezTo>
                        <a:pt x="14478" y="30671"/>
                        <a:pt x="14764" y="31813"/>
                        <a:pt x="14764" y="33147"/>
                      </a:cubicBezTo>
                      <a:cubicBezTo>
                        <a:pt x="14764" y="33719"/>
                        <a:pt x="14764" y="34671"/>
                        <a:pt x="14478" y="36004"/>
                      </a:cubicBezTo>
                      <a:cubicBezTo>
                        <a:pt x="14288" y="37243"/>
                        <a:pt x="14192" y="38290"/>
                        <a:pt x="14192" y="38862"/>
                      </a:cubicBezTo>
                      <a:cubicBezTo>
                        <a:pt x="14192" y="39719"/>
                        <a:pt x="14288" y="40481"/>
                        <a:pt x="14478" y="41243"/>
                      </a:cubicBezTo>
                      <a:cubicBezTo>
                        <a:pt x="14573" y="45625"/>
                        <a:pt x="14478" y="51911"/>
                        <a:pt x="14192" y="60103"/>
                      </a:cubicBezTo>
                      <a:cubicBezTo>
                        <a:pt x="14288" y="60388"/>
                        <a:pt x="14573" y="60388"/>
                        <a:pt x="15050" y="60388"/>
                      </a:cubicBezTo>
                      <a:lnTo>
                        <a:pt x="16002" y="60388"/>
                      </a:lnTo>
                      <a:cubicBezTo>
                        <a:pt x="15240" y="60770"/>
                        <a:pt x="14859" y="61722"/>
                        <a:pt x="14859" y="63151"/>
                      </a:cubicBezTo>
                      <a:close/>
                      <a:moveTo>
                        <a:pt x="3143" y="17812"/>
                      </a:moveTo>
                      <a:cubicBezTo>
                        <a:pt x="3143" y="17812"/>
                        <a:pt x="2857" y="18002"/>
                        <a:pt x="2857" y="18097"/>
                      </a:cubicBezTo>
                      <a:cubicBezTo>
                        <a:pt x="2857" y="18383"/>
                        <a:pt x="3048" y="18574"/>
                        <a:pt x="3334" y="18669"/>
                      </a:cubicBezTo>
                      <a:cubicBezTo>
                        <a:pt x="3619" y="18860"/>
                        <a:pt x="3905" y="18955"/>
                        <a:pt x="4191" y="18764"/>
                      </a:cubicBezTo>
                      <a:cubicBezTo>
                        <a:pt x="3905" y="18383"/>
                        <a:pt x="3524" y="18002"/>
                        <a:pt x="3238" y="17716"/>
                      </a:cubicBezTo>
                      <a:close/>
                      <a:moveTo>
                        <a:pt x="3429" y="16288"/>
                      </a:moveTo>
                      <a:lnTo>
                        <a:pt x="4381" y="14859"/>
                      </a:lnTo>
                      <a:lnTo>
                        <a:pt x="3143" y="15240"/>
                      </a:lnTo>
                      <a:cubicBezTo>
                        <a:pt x="3143" y="15240"/>
                        <a:pt x="3429" y="15621"/>
                        <a:pt x="3429" y="16288"/>
                      </a:cubicBezTo>
                      <a:close/>
                      <a:moveTo>
                        <a:pt x="3143" y="64484"/>
                      </a:moveTo>
                      <a:lnTo>
                        <a:pt x="4381" y="64484"/>
                      </a:lnTo>
                      <a:cubicBezTo>
                        <a:pt x="4381" y="64484"/>
                        <a:pt x="4096" y="64103"/>
                        <a:pt x="3810" y="64103"/>
                      </a:cubicBezTo>
                      <a:cubicBezTo>
                        <a:pt x="3524" y="64103"/>
                        <a:pt x="3238" y="64198"/>
                        <a:pt x="3143" y="64484"/>
                      </a:cubicBezTo>
                      <a:close/>
                      <a:moveTo>
                        <a:pt x="13716" y="28289"/>
                      </a:moveTo>
                      <a:cubicBezTo>
                        <a:pt x="13430" y="28765"/>
                        <a:pt x="13430" y="29051"/>
                        <a:pt x="13906" y="29242"/>
                      </a:cubicBezTo>
                      <a:cubicBezTo>
                        <a:pt x="14478" y="28861"/>
                        <a:pt x="14668" y="28480"/>
                        <a:pt x="14668" y="28194"/>
                      </a:cubicBezTo>
                      <a:cubicBezTo>
                        <a:pt x="14668" y="28004"/>
                        <a:pt x="14383" y="27622"/>
                        <a:pt x="13621" y="27146"/>
                      </a:cubicBezTo>
                      <a:cubicBezTo>
                        <a:pt x="12859" y="26670"/>
                        <a:pt x="12573" y="26289"/>
                        <a:pt x="12668" y="25813"/>
                      </a:cubicBezTo>
                      <a:lnTo>
                        <a:pt x="12192" y="26098"/>
                      </a:lnTo>
                      <a:lnTo>
                        <a:pt x="12954" y="26765"/>
                      </a:lnTo>
                      <a:lnTo>
                        <a:pt x="12192" y="27527"/>
                      </a:lnTo>
                      <a:cubicBezTo>
                        <a:pt x="12192" y="27527"/>
                        <a:pt x="11716" y="26956"/>
                        <a:pt x="11525" y="26479"/>
                      </a:cubicBezTo>
                      <a:cubicBezTo>
                        <a:pt x="11335" y="25908"/>
                        <a:pt x="10954" y="25622"/>
                        <a:pt x="10573" y="25622"/>
                      </a:cubicBezTo>
                      <a:cubicBezTo>
                        <a:pt x="10382" y="25622"/>
                        <a:pt x="10192" y="25622"/>
                        <a:pt x="9811" y="25813"/>
                      </a:cubicBezTo>
                      <a:lnTo>
                        <a:pt x="10954" y="27051"/>
                      </a:lnTo>
                      <a:cubicBezTo>
                        <a:pt x="10954" y="27051"/>
                        <a:pt x="10096" y="27718"/>
                        <a:pt x="9430" y="27908"/>
                      </a:cubicBezTo>
                      <a:cubicBezTo>
                        <a:pt x="8477" y="28194"/>
                        <a:pt x="7906" y="28385"/>
                        <a:pt x="7810" y="28385"/>
                      </a:cubicBezTo>
                      <a:cubicBezTo>
                        <a:pt x="10192" y="29146"/>
                        <a:pt x="11621" y="28861"/>
                        <a:pt x="12001" y="27432"/>
                      </a:cubicBezTo>
                      <a:cubicBezTo>
                        <a:pt x="12382" y="28194"/>
                        <a:pt x="12668" y="28480"/>
                        <a:pt x="12763" y="28385"/>
                      </a:cubicBezTo>
                      <a:cubicBezTo>
                        <a:pt x="12763" y="28194"/>
                        <a:pt x="12859" y="27813"/>
                        <a:pt x="13240" y="27432"/>
                      </a:cubicBezTo>
                      <a:cubicBezTo>
                        <a:pt x="13906" y="27432"/>
                        <a:pt x="14097" y="27718"/>
                        <a:pt x="13811" y="28194"/>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 name="Google Shape;1036;p99"/>
                <p:cNvSpPr/>
                <p:nvPr/>
              </p:nvSpPr>
              <p:spPr>
                <a:xfrm>
                  <a:off x="3963256" y="5305901"/>
                  <a:ext cx="70485" cy="84582"/>
                </a:xfrm>
                <a:custGeom>
                  <a:avLst/>
                  <a:gdLst/>
                  <a:ahLst/>
                  <a:cxnLst/>
                  <a:rect l="l" t="t" r="r" b="b"/>
                  <a:pathLst>
                    <a:path w="70485" h="84582" extrusionOk="0">
                      <a:moveTo>
                        <a:pt x="54959" y="68961"/>
                      </a:moveTo>
                      <a:cubicBezTo>
                        <a:pt x="54674" y="69818"/>
                        <a:pt x="54578" y="70676"/>
                        <a:pt x="54578" y="71438"/>
                      </a:cubicBezTo>
                      <a:cubicBezTo>
                        <a:pt x="54578" y="72676"/>
                        <a:pt x="54864" y="74009"/>
                        <a:pt x="55436" y="75629"/>
                      </a:cubicBezTo>
                      <a:cubicBezTo>
                        <a:pt x="56293" y="77534"/>
                        <a:pt x="56769" y="78772"/>
                        <a:pt x="56864" y="79439"/>
                      </a:cubicBezTo>
                      <a:cubicBezTo>
                        <a:pt x="57150" y="79820"/>
                        <a:pt x="57341" y="80201"/>
                        <a:pt x="57341" y="80486"/>
                      </a:cubicBezTo>
                      <a:cubicBezTo>
                        <a:pt x="57341" y="80963"/>
                        <a:pt x="57055" y="81439"/>
                        <a:pt x="56579" y="82010"/>
                      </a:cubicBezTo>
                      <a:cubicBezTo>
                        <a:pt x="55817" y="82963"/>
                        <a:pt x="55340" y="83439"/>
                        <a:pt x="55245" y="83629"/>
                      </a:cubicBezTo>
                      <a:cubicBezTo>
                        <a:pt x="54674" y="83534"/>
                        <a:pt x="54007" y="83439"/>
                        <a:pt x="53245" y="83439"/>
                      </a:cubicBezTo>
                      <a:cubicBezTo>
                        <a:pt x="52578" y="83439"/>
                        <a:pt x="51435" y="83439"/>
                        <a:pt x="50006" y="83629"/>
                      </a:cubicBezTo>
                      <a:cubicBezTo>
                        <a:pt x="48578" y="83820"/>
                        <a:pt x="47530" y="83915"/>
                        <a:pt x="46863" y="83915"/>
                      </a:cubicBezTo>
                      <a:cubicBezTo>
                        <a:pt x="44387" y="83915"/>
                        <a:pt x="42482" y="83153"/>
                        <a:pt x="41338" y="81534"/>
                      </a:cubicBezTo>
                      <a:cubicBezTo>
                        <a:pt x="41720" y="80772"/>
                        <a:pt x="41910" y="80010"/>
                        <a:pt x="41910" y="79439"/>
                      </a:cubicBezTo>
                      <a:cubicBezTo>
                        <a:pt x="41910" y="78486"/>
                        <a:pt x="41434" y="77438"/>
                        <a:pt x="40386" y="76200"/>
                      </a:cubicBezTo>
                      <a:cubicBezTo>
                        <a:pt x="38957" y="74581"/>
                        <a:pt x="38100" y="73533"/>
                        <a:pt x="37910" y="72962"/>
                      </a:cubicBezTo>
                      <a:cubicBezTo>
                        <a:pt x="37624" y="72866"/>
                        <a:pt x="37243" y="72771"/>
                        <a:pt x="36862" y="72771"/>
                      </a:cubicBezTo>
                      <a:cubicBezTo>
                        <a:pt x="36386" y="72771"/>
                        <a:pt x="35528" y="72866"/>
                        <a:pt x="34481" y="73152"/>
                      </a:cubicBezTo>
                      <a:cubicBezTo>
                        <a:pt x="33338" y="73438"/>
                        <a:pt x="32480" y="73533"/>
                        <a:pt x="32099" y="73533"/>
                      </a:cubicBezTo>
                      <a:cubicBezTo>
                        <a:pt x="30861" y="73533"/>
                        <a:pt x="30099" y="72962"/>
                        <a:pt x="29718" y="71914"/>
                      </a:cubicBezTo>
                      <a:lnTo>
                        <a:pt x="28956" y="71914"/>
                      </a:lnTo>
                      <a:cubicBezTo>
                        <a:pt x="28956" y="71914"/>
                        <a:pt x="28956" y="70961"/>
                        <a:pt x="28670" y="70199"/>
                      </a:cubicBezTo>
                      <a:cubicBezTo>
                        <a:pt x="28480" y="69533"/>
                        <a:pt x="28385" y="69056"/>
                        <a:pt x="28385" y="68771"/>
                      </a:cubicBezTo>
                      <a:cubicBezTo>
                        <a:pt x="28385" y="68294"/>
                        <a:pt x="28575" y="67913"/>
                        <a:pt x="28861" y="67628"/>
                      </a:cubicBezTo>
                      <a:cubicBezTo>
                        <a:pt x="28575" y="67246"/>
                        <a:pt x="28480" y="66770"/>
                        <a:pt x="28480" y="66389"/>
                      </a:cubicBezTo>
                      <a:cubicBezTo>
                        <a:pt x="28480" y="66008"/>
                        <a:pt x="28670" y="65532"/>
                        <a:pt x="28861" y="64770"/>
                      </a:cubicBezTo>
                      <a:cubicBezTo>
                        <a:pt x="29242" y="64103"/>
                        <a:pt x="29337" y="63627"/>
                        <a:pt x="29337" y="63246"/>
                      </a:cubicBezTo>
                      <a:cubicBezTo>
                        <a:pt x="29337" y="62960"/>
                        <a:pt x="29337" y="62770"/>
                        <a:pt x="29146" y="62389"/>
                      </a:cubicBezTo>
                      <a:cubicBezTo>
                        <a:pt x="29718" y="61532"/>
                        <a:pt x="31242" y="61055"/>
                        <a:pt x="33909" y="60960"/>
                      </a:cubicBezTo>
                      <a:cubicBezTo>
                        <a:pt x="36290" y="60960"/>
                        <a:pt x="37529" y="60484"/>
                        <a:pt x="37529" y="59722"/>
                      </a:cubicBezTo>
                      <a:cubicBezTo>
                        <a:pt x="37529" y="59246"/>
                        <a:pt x="37243" y="58484"/>
                        <a:pt x="36576" y="57531"/>
                      </a:cubicBezTo>
                      <a:lnTo>
                        <a:pt x="37814" y="57531"/>
                      </a:lnTo>
                      <a:cubicBezTo>
                        <a:pt x="37814" y="57531"/>
                        <a:pt x="37814" y="58579"/>
                        <a:pt x="38195" y="59246"/>
                      </a:cubicBezTo>
                      <a:cubicBezTo>
                        <a:pt x="38386" y="59055"/>
                        <a:pt x="38481" y="58579"/>
                        <a:pt x="38576" y="57817"/>
                      </a:cubicBezTo>
                      <a:cubicBezTo>
                        <a:pt x="38576" y="57245"/>
                        <a:pt x="38957" y="56864"/>
                        <a:pt x="39529" y="56864"/>
                      </a:cubicBezTo>
                      <a:lnTo>
                        <a:pt x="38481" y="55721"/>
                      </a:lnTo>
                      <a:lnTo>
                        <a:pt x="39529" y="55436"/>
                      </a:lnTo>
                      <a:lnTo>
                        <a:pt x="38671" y="54674"/>
                      </a:lnTo>
                      <a:cubicBezTo>
                        <a:pt x="38671" y="54674"/>
                        <a:pt x="38957" y="54864"/>
                        <a:pt x="39148" y="54864"/>
                      </a:cubicBezTo>
                      <a:cubicBezTo>
                        <a:pt x="39338" y="54864"/>
                        <a:pt x="39719" y="54674"/>
                        <a:pt x="40196" y="54483"/>
                      </a:cubicBezTo>
                      <a:cubicBezTo>
                        <a:pt x="40672" y="54197"/>
                        <a:pt x="40958" y="54102"/>
                        <a:pt x="41148" y="54102"/>
                      </a:cubicBezTo>
                      <a:cubicBezTo>
                        <a:pt x="41434" y="54102"/>
                        <a:pt x="41624" y="54388"/>
                        <a:pt x="41720" y="55054"/>
                      </a:cubicBezTo>
                      <a:cubicBezTo>
                        <a:pt x="41529" y="55054"/>
                        <a:pt x="40862" y="55245"/>
                        <a:pt x="39529" y="55721"/>
                      </a:cubicBezTo>
                      <a:cubicBezTo>
                        <a:pt x="39529" y="55721"/>
                        <a:pt x="40100" y="56102"/>
                        <a:pt x="40958" y="56579"/>
                      </a:cubicBezTo>
                      <a:cubicBezTo>
                        <a:pt x="41529" y="56960"/>
                        <a:pt x="41720" y="57341"/>
                        <a:pt x="41720" y="57721"/>
                      </a:cubicBezTo>
                      <a:cubicBezTo>
                        <a:pt x="41720" y="57912"/>
                        <a:pt x="41720" y="58103"/>
                        <a:pt x="41720" y="58198"/>
                      </a:cubicBezTo>
                      <a:cubicBezTo>
                        <a:pt x="42005" y="58008"/>
                        <a:pt x="42196" y="57721"/>
                        <a:pt x="42386" y="57245"/>
                      </a:cubicBezTo>
                      <a:cubicBezTo>
                        <a:pt x="42482" y="56769"/>
                        <a:pt x="42386" y="56388"/>
                        <a:pt x="42291" y="56198"/>
                      </a:cubicBezTo>
                      <a:lnTo>
                        <a:pt x="43434" y="55054"/>
                      </a:lnTo>
                      <a:lnTo>
                        <a:pt x="41053" y="52769"/>
                      </a:lnTo>
                      <a:lnTo>
                        <a:pt x="41338" y="52292"/>
                      </a:lnTo>
                      <a:cubicBezTo>
                        <a:pt x="41338" y="52292"/>
                        <a:pt x="40958" y="51911"/>
                        <a:pt x="40767" y="51911"/>
                      </a:cubicBezTo>
                      <a:cubicBezTo>
                        <a:pt x="40672" y="51911"/>
                        <a:pt x="40386" y="52102"/>
                        <a:pt x="40005" y="52388"/>
                      </a:cubicBezTo>
                      <a:cubicBezTo>
                        <a:pt x="39624" y="52673"/>
                        <a:pt x="39243" y="52864"/>
                        <a:pt x="38862" y="52769"/>
                      </a:cubicBezTo>
                      <a:cubicBezTo>
                        <a:pt x="38767" y="52769"/>
                        <a:pt x="38005" y="52769"/>
                        <a:pt x="36576" y="52769"/>
                      </a:cubicBezTo>
                      <a:cubicBezTo>
                        <a:pt x="35719" y="52769"/>
                        <a:pt x="35242" y="52197"/>
                        <a:pt x="35242" y="51054"/>
                      </a:cubicBezTo>
                      <a:cubicBezTo>
                        <a:pt x="34766" y="50864"/>
                        <a:pt x="34576" y="50483"/>
                        <a:pt x="34576" y="50006"/>
                      </a:cubicBezTo>
                      <a:cubicBezTo>
                        <a:pt x="34576" y="49721"/>
                        <a:pt x="34576" y="49340"/>
                        <a:pt x="34766" y="48863"/>
                      </a:cubicBezTo>
                      <a:cubicBezTo>
                        <a:pt x="34862" y="48292"/>
                        <a:pt x="34957" y="47911"/>
                        <a:pt x="34957" y="47625"/>
                      </a:cubicBezTo>
                      <a:cubicBezTo>
                        <a:pt x="34957" y="46863"/>
                        <a:pt x="34481" y="46387"/>
                        <a:pt x="33528" y="46292"/>
                      </a:cubicBezTo>
                      <a:cubicBezTo>
                        <a:pt x="33338" y="46006"/>
                        <a:pt x="33242" y="45625"/>
                        <a:pt x="33242" y="45244"/>
                      </a:cubicBezTo>
                      <a:cubicBezTo>
                        <a:pt x="33242" y="45053"/>
                        <a:pt x="33242" y="44768"/>
                        <a:pt x="33242" y="44387"/>
                      </a:cubicBezTo>
                      <a:cubicBezTo>
                        <a:pt x="33242" y="44006"/>
                        <a:pt x="33338" y="43720"/>
                        <a:pt x="33338" y="43529"/>
                      </a:cubicBezTo>
                      <a:cubicBezTo>
                        <a:pt x="33338" y="42958"/>
                        <a:pt x="33052" y="42482"/>
                        <a:pt x="32480" y="42101"/>
                      </a:cubicBezTo>
                      <a:lnTo>
                        <a:pt x="31528" y="41815"/>
                      </a:lnTo>
                      <a:cubicBezTo>
                        <a:pt x="32004" y="41243"/>
                        <a:pt x="32195" y="40672"/>
                        <a:pt x="32195" y="39910"/>
                      </a:cubicBezTo>
                      <a:cubicBezTo>
                        <a:pt x="32195" y="39338"/>
                        <a:pt x="32004" y="38576"/>
                        <a:pt x="31623" y="37719"/>
                      </a:cubicBezTo>
                      <a:cubicBezTo>
                        <a:pt x="31242" y="37052"/>
                        <a:pt x="30861" y="36386"/>
                        <a:pt x="30480" y="35624"/>
                      </a:cubicBezTo>
                      <a:cubicBezTo>
                        <a:pt x="30861" y="35433"/>
                        <a:pt x="30956" y="35147"/>
                        <a:pt x="31052" y="34862"/>
                      </a:cubicBezTo>
                      <a:cubicBezTo>
                        <a:pt x="31052" y="34481"/>
                        <a:pt x="30956" y="34195"/>
                        <a:pt x="30480" y="33909"/>
                      </a:cubicBezTo>
                      <a:lnTo>
                        <a:pt x="29051" y="34195"/>
                      </a:lnTo>
                      <a:lnTo>
                        <a:pt x="28766" y="31623"/>
                      </a:lnTo>
                      <a:cubicBezTo>
                        <a:pt x="28289" y="31718"/>
                        <a:pt x="28004" y="32099"/>
                        <a:pt x="28004" y="32671"/>
                      </a:cubicBezTo>
                      <a:cubicBezTo>
                        <a:pt x="28004" y="33242"/>
                        <a:pt x="27623" y="33719"/>
                        <a:pt x="27051" y="33814"/>
                      </a:cubicBezTo>
                      <a:cubicBezTo>
                        <a:pt x="27146" y="34195"/>
                        <a:pt x="27242" y="34481"/>
                        <a:pt x="27242" y="34862"/>
                      </a:cubicBezTo>
                      <a:cubicBezTo>
                        <a:pt x="27242" y="35338"/>
                        <a:pt x="26956" y="36100"/>
                        <a:pt x="26575" y="37148"/>
                      </a:cubicBezTo>
                      <a:cubicBezTo>
                        <a:pt x="26099" y="38100"/>
                        <a:pt x="25908" y="39053"/>
                        <a:pt x="25908" y="40100"/>
                      </a:cubicBezTo>
                      <a:cubicBezTo>
                        <a:pt x="25051" y="40577"/>
                        <a:pt x="24479" y="41434"/>
                        <a:pt x="24384" y="42577"/>
                      </a:cubicBezTo>
                      <a:cubicBezTo>
                        <a:pt x="24194" y="44196"/>
                        <a:pt x="24003" y="45149"/>
                        <a:pt x="23908" y="45244"/>
                      </a:cubicBezTo>
                      <a:cubicBezTo>
                        <a:pt x="23622" y="45244"/>
                        <a:pt x="23241" y="45625"/>
                        <a:pt x="22765" y="46482"/>
                      </a:cubicBezTo>
                      <a:cubicBezTo>
                        <a:pt x="22288" y="47625"/>
                        <a:pt x="21717" y="48387"/>
                        <a:pt x="21146" y="48768"/>
                      </a:cubicBezTo>
                      <a:cubicBezTo>
                        <a:pt x="21146" y="48863"/>
                        <a:pt x="21336" y="49149"/>
                        <a:pt x="21812" y="49721"/>
                      </a:cubicBezTo>
                      <a:lnTo>
                        <a:pt x="22479" y="49054"/>
                      </a:lnTo>
                      <a:cubicBezTo>
                        <a:pt x="22479" y="49054"/>
                        <a:pt x="22670" y="49244"/>
                        <a:pt x="22670" y="49340"/>
                      </a:cubicBezTo>
                      <a:cubicBezTo>
                        <a:pt x="22670" y="49530"/>
                        <a:pt x="22574" y="49816"/>
                        <a:pt x="22288" y="50292"/>
                      </a:cubicBezTo>
                      <a:cubicBezTo>
                        <a:pt x="22003" y="50768"/>
                        <a:pt x="21908" y="51054"/>
                        <a:pt x="21908" y="51149"/>
                      </a:cubicBezTo>
                      <a:cubicBezTo>
                        <a:pt x="21431" y="51816"/>
                        <a:pt x="21241" y="52197"/>
                        <a:pt x="21241" y="52197"/>
                      </a:cubicBezTo>
                      <a:lnTo>
                        <a:pt x="21908" y="52959"/>
                      </a:lnTo>
                      <a:cubicBezTo>
                        <a:pt x="21908" y="52959"/>
                        <a:pt x="22288" y="52483"/>
                        <a:pt x="22574" y="52483"/>
                      </a:cubicBezTo>
                      <a:lnTo>
                        <a:pt x="22574" y="53245"/>
                      </a:lnTo>
                      <a:cubicBezTo>
                        <a:pt x="22574" y="53245"/>
                        <a:pt x="22193" y="53054"/>
                        <a:pt x="21908" y="53054"/>
                      </a:cubicBezTo>
                      <a:cubicBezTo>
                        <a:pt x="21431" y="53054"/>
                        <a:pt x="21050" y="53626"/>
                        <a:pt x="20860" y="54864"/>
                      </a:cubicBezTo>
                      <a:cubicBezTo>
                        <a:pt x="20574" y="56198"/>
                        <a:pt x="20193" y="57055"/>
                        <a:pt x="19812" y="57341"/>
                      </a:cubicBezTo>
                      <a:cubicBezTo>
                        <a:pt x="20193" y="57626"/>
                        <a:pt x="20479" y="58293"/>
                        <a:pt x="20669" y="59246"/>
                      </a:cubicBezTo>
                      <a:cubicBezTo>
                        <a:pt x="20860" y="60198"/>
                        <a:pt x="21336" y="60865"/>
                        <a:pt x="22003" y="61055"/>
                      </a:cubicBezTo>
                      <a:cubicBezTo>
                        <a:pt x="22384" y="60865"/>
                        <a:pt x="23146" y="60674"/>
                        <a:pt x="24575" y="60770"/>
                      </a:cubicBezTo>
                      <a:cubicBezTo>
                        <a:pt x="25717" y="60770"/>
                        <a:pt x="26384" y="60579"/>
                        <a:pt x="26479" y="60389"/>
                      </a:cubicBezTo>
                      <a:cubicBezTo>
                        <a:pt x="26479" y="61055"/>
                        <a:pt x="26765" y="62484"/>
                        <a:pt x="27146" y="64675"/>
                      </a:cubicBezTo>
                      <a:cubicBezTo>
                        <a:pt x="27432" y="66389"/>
                        <a:pt x="27527" y="67818"/>
                        <a:pt x="27527" y="68866"/>
                      </a:cubicBezTo>
                      <a:cubicBezTo>
                        <a:pt x="27527" y="70580"/>
                        <a:pt x="27242" y="72200"/>
                        <a:pt x="26670" y="73628"/>
                      </a:cubicBezTo>
                      <a:cubicBezTo>
                        <a:pt x="25813" y="73819"/>
                        <a:pt x="24479" y="74009"/>
                        <a:pt x="22479" y="73914"/>
                      </a:cubicBezTo>
                      <a:cubicBezTo>
                        <a:pt x="20479" y="73914"/>
                        <a:pt x="19050" y="74104"/>
                        <a:pt x="18002" y="74676"/>
                      </a:cubicBezTo>
                      <a:lnTo>
                        <a:pt x="18383" y="74962"/>
                      </a:lnTo>
                      <a:cubicBezTo>
                        <a:pt x="16954" y="75343"/>
                        <a:pt x="16097" y="76391"/>
                        <a:pt x="15907" y="78105"/>
                      </a:cubicBezTo>
                      <a:cubicBezTo>
                        <a:pt x="15812" y="79534"/>
                        <a:pt x="15621" y="80963"/>
                        <a:pt x="15431" y="82296"/>
                      </a:cubicBezTo>
                      <a:cubicBezTo>
                        <a:pt x="15050" y="83629"/>
                        <a:pt x="13811" y="84296"/>
                        <a:pt x="11716" y="84106"/>
                      </a:cubicBezTo>
                      <a:cubicBezTo>
                        <a:pt x="11525" y="84392"/>
                        <a:pt x="11335" y="84582"/>
                        <a:pt x="10954" y="84582"/>
                      </a:cubicBezTo>
                      <a:cubicBezTo>
                        <a:pt x="10668" y="84582"/>
                        <a:pt x="10287" y="84392"/>
                        <a:pt x="9811" y="84106"/>
                      </a:cubicBezTo>
                      <a:cubicBezTo>
                        <a:pt x="9239" y="83820"/>
                        <a:pt x="8763" y="83629"/>
                        <a:pt x="8573" y="83629"/>
                      </a:cubicBezTo>
                      <a:cubicBezTo>
                        <a:pt x="8287" y="83629"/>
                        <a:pt x="7906" y="83629"/>
                        <a:pt x="7429" y="83629"/>
                      </a:cubicBezTo>
                      <a:cubicBezTo>
                        <a:pt x="7049" y="83629"/>
                        <a:pt x="6382" y="83629"/>
                        <a:pt x="5525" y="83820"/>
                      </a:cubicBezTo>
                      <a:cubicBezTo>
                        <a:pt x="4667" y="83820"/>
                        <a:pt x="4096" y="84011"/>
                        <a:pt x="3620" y="84011"/>
                      </a:cubicBezTo>
                      <a:cubicBezTo>
                        <a:pt x="1715" y="84011"/>
                        <a:pt x="667" y="83439"/>
                        <a:pt x="286" y="82201"/>
                      </a:cubicBezTo>
                      <a:cubicBezTo>
                        <a:pt x="95" y="81629"/>
                        <a:pt x="0" y="81153"/>
                        <a:pt x="0" y="80677"/>
                      </a:cubicBezTo>
                      <a:cubicBezTo>
                        <a:pt x="0" y="79915"/>
                        <a:pt x="286" y="78962"/>
                        <a:pt x="857" y="77724"/>
                      </a:cubicBezTo>
                      <a:cubicBezTo>
                        <a:pt x="1429" y="76486"/>
                        <a:pt x="1715" y="75438"/>
                        <a:pt x="1429" y="74486"/>
                      </a:cubicBezTo>
                      <a:cubicBezTo>
                        <a:pt x="2477" y="74200"/>
                        <a:pt x="2953" y="73533"/>
                        <a:pt x="2953" y="72390"/>
                      </a:cubicBezTo>
                      <a:cubicBezTo>
                        <a:pt x="2953" y="72200"/>
                        <a:pt x="2953" y="71914"/>
                        <a:pt x="2858" y="71533"/>
                      </a:cubicBezTo>
                      <a:lnTo>
                        <a:pt x="2858" y="70580"/>
                      </a:lnTo>
                      <a:cubicBezTo>
                        <a:pt x="2858" y="70009"/>
                        <a:pt x="2953" y="69533"/>
                        <a:pt x="3238" y="69152"/>
                      </a:cubicBezTo>
                      <a:cubicBezTo>
                        <a:pt x="4191" y="68771"/>
                        <a:pt x="4667" y="68104"/>
                        <a:pt x="4667" y="67151"/>
                      </a:cubicBezTo>
                      <a:cubicBezTo>
                        <a:pt x="4667" y="66866"/>
                        <a:pt x="4667" y="66389"/>
                        <a:pt x="4477" y="65723"/>
                      </a:cubicBezTo>
                      <a:cubicBezTo>
                        <a:pt x="4382" y="65056"/>
                        <a:pt x="4286" y="64579"/>
                        <a:pt x="4286" y="64199"/>
                      </a:cubicBezTo>
                      <a:cubicBezTo>
                        <a:pt x="4286" y="63151"/>
                        <a:pt x="4763" y="62389"/>
                        <a:pt x="5620" y="62008"/>
                      </a:cubicBezTo>
                      <a:cubicBezTo>
                        <a:pt x="5525" y="61627"/>
                        <a:pt x="5429" y="61151"/>
                        <a:pt x="5429" y="60865"/>
                      </a:cubicBezTo>
                      <a:cubicBezTo>
                        <a:pt x="5429" y="60103"/>
                        <a:pt x="5810" y="59150"/>
                        <a:pt x="6477" y="58008"/>
                      </a:cubicBezTo>
                      <a:cubicBezTo>
                        <a:pt x="7144" y="56864"/>
                        <a:pt x="7525" y="56007"/>
                        <a:pt x="7525" y="55340"/>
                      </a:cubicBezTo>
                      <a:cubicBezTo>
                        <a:pt x="7525" y="54769"/>
                        <a:pt x="7334" y="54197"/>
                        <a:pt x="6953" y="53626"/>
                      </a:cubicBezTo>
                      <a:cubicBezTo>
                        <a:pt x="8001" y="52483"/>
                        <a:pt x="8668" y="50673"/>
                        <a:pt x="9049" y="48292"/>
                      </a:cubicBezTo>
                      <a:cubicBezTo>
                        <a:pt x="9239" y="46482"/>
                        <a:pt x="9525" y="44672"/>
                        <a:pt x="9716" y="42863"/>
                      </a:cubicBezTo>
                      <a:cubicBezTo>
                        <a:pt x="10668" y="42482"/>
                        <a:pt x="11335" y="41434"/>
                        <a:pt x="11525" y="39719"/>
                      </a:cubicBezTo>
                      <a:cubicBezTo>
                        <a:pt x="11811" y="38100"/>
                        <a:pt x="12287" y="36957"/>
                        <a:pt x="13145" y="36386"/>
                      </a:cubicBezTo>
                      <a:cubicBezTo>
                        <a:pt x="12859" y="35814"/>
                        <a:pt x="12763" y="35243"/>
                        <a:pt x="12763" y="34576"/>
                      </a:cubicBezTo>
                      <a:cubicBezTo>
                        <a:pt x="12763" y="34004"/>
                        <a:pt x="12859" y="33242"/>
                        <a:pt x="13049" y="32195"/>
                      </a:cubicBezTo>
                      <a:cubicBezTo>
                        <a:pt x="13240" y="31242"/>
                        <a:pt x="13335" y="30671"/>
                        <a:pt x="13335" y="30385"/>
                      </a:cubicBezTo>
                      <a:cubicBezTo>
                        <a:pt x="14097" y="30004"/>
                        <a:pt x="14383" y="29433"/>
                        <a:pt x="14383" y="28766"/>
                      </a:cubicBezTo>
                      <a:lnTo>
                        <a:pt x="14383" y="27718"/>
                      </a:lnTo>
                      <a:cubicBezTo>
                        <a:pt x="14383" y="26765"/>
                        <a:pt x="14859" y="26099"/>
                        <a:pt x="15907" y="25432"/>
                      </a:cubicBezTo>
                      <a:cubicBezTo>
                        <a:pt x="15431" y="24575"/>
                        <a:pt x="15431" y="23146"/>
                        <a:pt x="15907" y="21050"/>
                      </a:cubicBezTo>
                      <a:cubicBezTo>
                        <a:pt x="17240" y="20765"/>
                        <a:pt x="17812" y="19908"/>
                        <a:pt x="17526" y="18288"/>
                      </a:cubicBezTo>
                      <a:cubicBezTo>
                        <a:pt x="17145" y="16383"/>
                        <a:pt x="17145" y="15240"/>
                        <a:pt x="17526" y="14859"/>
                      </a:cubicBezTo>
                      <a:cubicBezTo>
                        <a:pt x="19241" y="12954"/>
                        <a:pt x="20574" y="12002"/>
                        <a:pt x="21622" y="12002"/>
                      </a:cubicBezTo>
                      <a:cubicBezTo>
                        <a:pt x="22288" y="12002"/>
                        <a:pt x="22955" y="12383"/>
                        <a:pt x="23527" y="13145"/>
                      </a:cubicBezTo>
                      <a:cubicBezTo>
                        <a:pt x="23717" y="13049"/>
                        <a:pt x="23813" y="12668"/>
                        <a:pt x="23813" y="12097"/>
                      </a:cubicBezTo>
                      <a:cubicBezTo>
                        <a:pt x="24003" y="12002"/>
                        <a:pt x="24194" y="11906"/>
                        <a:pt x="24479" y="11906"/>
                      </a:cubicBezTo>
                      <a:cubicBezTo>
                        <a:pt x="24765" y="11906"/>
                        <a:pt x="25146" y="11906"/>
                        <a:pt x="25717" y="12097"/>
                      </a:cubicBezTo>
                      <a:cubicBezTo>
                        <a:pt x="26289" y="12287"/>
                        <a:pt x="26670" y="12383"/>
                        <a:pt x="26956" y="12383"/>
                      </a:cubicBezTo>
                      <a:cubicBezTo>
                        <a:pt x="27718" y="12383"/>
                        <a:pt x="28194" y="12097"/>
                        <a:pt x="28480" y="11430"/>
                      </a:cubicBezTo>
                      <a:cubicBezTo>
                        <a:pt x="28766" y="11621"/>
                        <a:pt x="29337" y="12097"/>
                        <a:pt x="30290" y="12668"/>
                      </a:cubicBezTo>
                      <a:cubicBezTo>
                        <a:pt x="30575" y="12192"/>
                        <a:pt x="30956" y="11906"/>
                        <a:pt x="31433" y="11906"/>
                      </a:cubicBezTo>
                      <a:cubicBezTo>
                        <a:pt x="31718" y="11906"/>
                        <a:pt x="32195" y="12002"/>
                        <a:pt x="32861" y="12287"/>
                      </a:cubicBezTo>
                      <a:cubicBezTo>
                        <a:pt x="33528" y="12478"/>
                        <a:pt x="34100" y="12573"/>
                        <a:pt x="34481" y="12573"/>
                      </a:cubicBezTo>
                      <a:cubicBezTo>
                        <a:pt x="34766" y="12573"/>
                        <a:pt x="35052" y="12573"/>
                        <a:pt x="35338" y="12383"/>
                      </a:cubicBezTo>
                      <a:cubicBezTo>
                        <a:pt x="36100" y="12859"/>
                        <a:pt x="36862" y="13335"/>
                        <a:pt x="37719" y="13907"/>
                      </a:cubicBezTo>
                      <a:cubicBezTo>
                        <a:pt x="38481" y="14478"/>
                        <a:pt x="38862" y="15145"/>
                        <a:pt x="38862" y="16097"/>
                      </a:cubicBezTo>
                      <a:cubicBezTo>
                        <a:pt x="38862" y="16288"/>
                        <a:pt x="38862" y="16574"/>
                        <a:pt x="38862" y="16859"/>
                      </a:cubicBezTo>
                      <a:lnTo>
                        <a:pt x="40386" y="16574"/>
                      </a:lnTo>
                      <a:cubicBezTo>
                        <a:pt x="40100" y="17336"/>
                        <a:pt x="40005" y="18193"/>
                        <a:pt x="40005" y="19050"/>
                      </a:cubicBezTo>
                      <a:cubicBezTo>
                        <a:pt x="40005" y="20860"/>
                        <a:pt x="40672" y="22955"/>
                        <a:pt x="42100" y="25241"/>
                      </a:cubicBezTo>
                      <a:lnTo>
                        <a:pt x="40386" y="25908"/>
                      </a:lnTo>
                      <a:lnTo>
                        <a:pt x="42100" y="26575"/>
                      </a:lnTo>
                      <a:cubicBezTo>
                        <a:pt x="42100" y="26575"/>
                        <a:pt x="41338" y="26765"/>
                        <a:pt x="40672" y="27242"/>
                      </a:cubicBezTo>
                      <a:lnTo>
                        <a:pt x="40672" y="27623"/>
                      </a:lnTo>
                      <a:cubicBezTo>
                        <a:pt x="41148" y="27432"/>
                        <a:pt x="42005" y="27623"/>
                        <a:pt x="43053" y="28004"/>
                      </a:cubicBezTo>
                      <a:lnTo>
                        <a:pt x="41815" y="30004"/>
                      </a:lnTo>
                      <a:cubicBezTo>
                        <a:pt x="43148" y="31718"/>
                        <a:pt x="44387" y="32576"/>
                        <a:pt x="45529" y="32576"/>
                      </a:cubicBezTo>
                      <a:lnTo>
                        <a:pt x="45529" y="33338"/>
                      </a:lnTo>
                      <a:cubicBezTo>
                        <a:pt x="45149" y="32766"/>
                        <a:pt x="44767" y="32480"/>
                        <a:pt x="44577" y="32576"/>
                      </a:cubicBezTo>
                      <a:cubicBezTo>
                        <a:pt x="44291" y="33433"/>
                        <a:pt x="44196" y="34290"/>
                        <a:pt x="44196" y="35243"/>
                      </a:cubicBezTo>
                      <a:cubicBezTo>
                        <a:pt x="44196" y="37243"/>
                        <a:pt x="44672" y="38767"/>
                        <a:pt x="45529" y="39719"/>
                      </a:cubicBezTo>
                      <a:cubicBezTo>
                        <a:pt x="45339" y="40005"/>
                        <a:pt x="45149" y="40196"/>
                        <a:pt x="45149" y="40481"/>
                      </a:cubicBezTo>
                      <a:cubicBezTo>
                        <a:pt x="45149" y="40767"/>
                        <a:pt x="45339" y="41053"/>
                        <a:pt x="45815" y="41434"/>
                      </a:cubicBezTo>
                      <a:cubicBezTo>
                        <a:pt x="46292" y="41815"/>
                        <a:pt x="46482" y="42196"/>
                        <a:pt x="46482" y="42482"/>
                      </a:cubicBezTo>
                      <a:cubicBezTo>
                        <a:pt x="46482" y="42672"/>
                        <a:pt x="46482" y="42863"/>
                        <a:pt x="46196" y="43053"/>
                      </a:cubicBezTo>
                      <a:lnTo>
                        <a:pt x="47244" y="43529"/>
                      </a:lnTo>
                      <a:cubicBezTo>
                        <a:pt x="47816" y="46958"/>
                        <a:pt x="48196" y="49054"/>
                        <a:pt x="48387" y="49721"/>
                      </a:cubicBezTo>
                      <a:cubicBezTo>
                        <a:pt x="48863" y="52102"/>
                        <a:pt x="49721" y="54007"/>
                        <a:pt x="50578" y="55626"/>
                      </a:cubicBezTo>
                      <a:cubicBezTo>
                        <a:pt x="49816" y="56864"/>
                        <a:pt x="50102" y="57721"/>
                        <a:pt x="51340" y="58388"/>
                      </a:cubicBezTo>
                      <a:cubicBezTo>
                        <a:pt x="51245" y="61341"/>
                        <a:pt x="51625" y="63437"/>
                        <a:pt x="52673" y="64579"/>
                      </a:cubicBezTo>
                      <a:cubicBezTo>
                        <a:pt x="52673" y="67437"/>
                        <a:pt x="53435" y="68961"/>
                        <a:pt x="54864" y="68961"/>
                      </a:cubicBezTo>
                      <a:close/>
                      <a:moveTo>
                        <a:pt x="2953" y="12954"/>
                      </a:moveTo>
                      <a:lnTo>
                        <a:pt x="2191" y="13621"/>
                      </a:lnTo>
                      <a:lnTo>
                        <a:pt x="1238" y="12478"/>
                      </a:lnTo>
                      <a:lnTo>
                        <a:pt x="2953" y="12954"/>
                      </a:lnTo>
                      <a:close/>
                      <a:moveTo>
                        <a:pt x="4477" y="26384"/>
                      </a:moveTo>
                      <a:lnTo>
                        <a:pt x="5048" y="28099"/>
                      </a:lnTo>
                      <a:lnTo>
                        <a:pt x="3620" y="30290"/>
                      </a:lnTo>
                      <a:lnTo>
                        <a:pt x="4477" y="26384"/>
                      </a:lnTo>
                      <a:close/>
                      <a:moveTo>
                        <a:pt x="5620" y="18383"/>
                      </a:moveTo>
                      <a:cubicBezTo>
                        <a:pt x="5620" y="18383"/>
                        <a:pt x="5239" y="18669"/>
                        <a:pt x="4763" y="19145"/>
                      </a:cubicBezTo>
                      <a:lnTo>
                        <a:pt x="4477" y="18098"/>
                      </a:lnTo>
                      <a:lnTo>
                        <a:pt x="5620" y="18383"/>
                      </a:lnTo>
                      <a:close/>
                      <a:moveTo>
                        <a:pt x="13335" y="20193"/>
                      </a:moveTo>
                      <a:cubicBezTo>
                        <a:pt x="12859" y="19241"/>
                        <a:pt x="12097" y="18860"/>
                        <a:pt x="10858" y="19145"/>
                      </a:cubicBezTo>
                      <a:lnTo>
                        <a:pt x="10573" y="19526"/>
                      </a:lnTo>
                      <a:cubicBezTo>
                        <a:pt x="10573" y="18955"/>
                        <a:pt x="10763" y="18669"/>
                        <a:pt x="11144" y="18669"/>
                      </a:cubicBezTo>
                      <a:cubicBezTo>
                        <a:pt x="11144" y="18669"/>
                        <a:pt x="11525" y="18669"/>
                        <a:pt x="12192" y="18955"/>
                      </a:cubicBezTo>
                      <a:cubicBezTo>
                        <a:pt x="12668" y="19050"/>
                        <a:pt x="13049" y="19050"/>
                        <a:pt x="13335" y="18955"/>
                      </a:cubicBezTo>
                      <a:lnTo>
                        <a:pt x="13335" y="20288"/>
                      </a:lnTo>
                      <a:close/>
                      <a:moveTo>
                        <a:pt x="11906" y="49340"/>
                      </a:moveTo>
                      <a:lnTo>
                        <a:pt x="11906" y="47625"/>
                      </a:lnTo>
                      <a:lnTo>
                        <a:pt x="11621" y="47625"/>
                      </a:lnTo>
                      <a:lnTo>
                        <a:pt x="11621" y="49340"/>
                      </a:lnTo>
                      <a:lnTo>
                        <a:pt x="11906" y="49340"/>
                      </a:lnTo>
                      <a:close/>
                      <a:moveTo>
                        <a:pt x="16859" y="21622"/>
                      </a:moveTo>
                      <a:lnTo>
                        <a:pt x="18860" y="20574"/>
                      </a:lnTo>
                      <a:lnTo>
                        <a:pt x="18574" y="19431"/>
                      </a:lnTo>
                      <a:lnTo>
                        <a:pt x="16859" y="21622"/>
                      </a:lnTo>
                      <a:close/>
                      <a:moveTo>
                        <a:pt x="18860" y="34004"/>
                      </a:moveTo>
                      <a:lnTo>
                        <a:pt x="20574" y="34385"/>
                      </a:lnTo>
                      <a:lnTo>
                        <a:pt x="20288" y="34004"/>
                      </a:lnTo>
                      <a:lnTo>
                        <a:pt x="18860" y="34004"/>
                      </a:lnTo>
                      <a:close/>
                      <a:moveTo>
                        <a:pt x="20288" y="32290"/>
                      </a:moveTo>
                      <a:lnTo>
                        <a:pt x="21050" y="31909"/>
                      </a:lnTo>
                      <a:lnTo>
                        <a:pt x="20288" y="31242"/>
                      </a:lnTo>
                      <a:lnTo>
                        <a:pt x="20288" y="32290"/>
                      </a:lnTo>
                      <a:close/>
                      <a:moveTo>
                        <a:pt x="21050" y="17336"/>
                      </a:moveTo>
                      <a:lnTo>
                        <a:pt x="22098" y="17050"/>
                      </a:lnTo>
                      <a:lnTo>
                        <a:pt x="20574" y="16574"/>
                      </a:lnTo>
                      <a:lnTo>
                        <a:pt x="21050" y="17240"/>
                      </a:lnTo>
                      <a:close/>
                      <a:moveTo>
                        <a:pt x="21336" y="6191"/>
                      </a:moveTo>
                      <a:lnTo>
                        <a:pt x="21812" y="7239"/>
                      </a:lnTo>
                      <a:lnTo>
                        <a:pt x="21146" y="7239"/>
                      </a:lnTo>
                      <a:lnTo>
                        <a:pt x="21431" y="6191"/>
                      </a:lnTo>
                      <a:close/>
                      <a:moveTo>
                        <a:pt x="24575" y="3715"/>
                      </a:moveTo>
                      <a:cubicBezTo>
                        <a:pt x="24575" y="3715"/>
                        <a:pt x="23908" y="3143"/>
                        <a:pt x="23908" y="2667"/>
                      </a:cubicBezTo>
                      <a:lnTo>
                        <a:pt x="23908" y="1429"/>
                      </a:lnTo>
                      <a:lnTo>
                        <a:pt x="26289" y="0"/>
                      </a:lnTo>
                      <a:cubicBezTo>
                        <a:pt x="26289" y="0"/>
                        <a:pt x="26003" y="571"/>
                        <a:pt x="25337" y="858"/>
                      </a:cubicBezTo>
                      <a:cubicBezTo>
                        <a:pt x="24765" y="1143"/>
                        <a:pt x="24384" y="1524"/>
                        <a:pt x="24384" y="1810"/>
                      </a:cubicBezTo>
                      <a:cubicBezTo>
                        <a:pt x="24384" y="2000"/>
                        <a:pt x="24575" y="2191"/>
                        <a:pt x="24860" y="2572"/>
                      </a:cubicBezTo>
                      <a:cubicBezTo>
                        <a:pt x="24956" y="2953"/>
                        <a:pt x="24860" y="3334"/>
                        <a:pt x="24575" y="3810"/>
                      </a:cubicBezTo>
                      <a:close/>
                      <a:moveTo>
                        <a:pt x="26956" y="8287"/>
                      </a:moveTo>
                      <a:lnTo>
                        <a:pt x="27623" y="8287"/>
                      </a:lnTo>
                      <a:lnTo>
                        <a:pt x="26479" y="10096"/>
                      </a:lnTo>
                      <a:lnTo>
                        <a:pt x="26956" y="8287"/>
                      </a:lnTo>
                      <a:close/>
                      <a:moveTo>
                        <a:pt x="26956" y="20765"/>
                      </a:moveTo>
                      <a:lnTo>
                        <a:pt x="26956" y="19717"/>
                      </a:lnTo>
                      <a:lnTo>
                        <a:pt x="26479" y="19717"/>
                      </a:lnTo>
                      <a:lnTo>
                        <a:pt x="26479" y="20765"/>
                      </a:lnTo>
                      <a:lnTo>
                        <a:pt x="26956" y="20765"/>
                      </a:lnTo>
                      <a:close/>
                      <a:moveTo>
                        <a:pt x="31433" y="6858"/>
                      </a:moveTo>
                      <a:lnTo>
                        <a:pt x="31433" y="8287"/>
                      </a:lnTo>
                      <a:lnTo>
                        <a:pt x="30385" y="5810"/>
                      </a:lnTo>
                      <a:cubicBezTo>
                        <a:pt x="31052" y="5810"/>
                        <a:pt x="31433" y="6191"/>
                        <a:pt x="31433" y="6763"/>
                      </a:cubicBezTo>
                      <a:close/>
                      <a:moveTo>
                        <a:pt x="33147" y="20098"/>
                      </a:moveTo>
                      <a:lnTo>
                        <a:pt x="35242" y="19336"/>
                      </a:lnTo>
                      <a:lnTo>
                        <a:pt x="34195" y="19336"/>
                      </a:lnTo>
                      <a:lnTo>
                        <a:pt x="33242" y="20098"/>
                      </a:lnTo>
                      <a:close/>
                      <a:moveTo>
                        <a:pt x="33147" y="26956"/>
                      </a:moveTo>
                      <a:lnTo>
                        <a:pt x="33433" y="25813"/>
                      </a:lnTo>
                      <a:lnTo>
                        <a:pt x="33147" y="25527"/>
                      </a:lnTo>
                      <a:lnTo>
                        <a:pt x="33147" y="26861"/>
                      </a:lnTo>
                      <a:close/>
                      <a:moveTo>
                        <a:pt x="36195" y="55340"/>
                      </a:moveTo>
                      <a:cubicBezTo>
                        <a:pt x="36195" y="55340"/>
                        <a:pt x="36481" y="55340"/>
                        <a:pt x="36957" y="55626"/>
                      </a:cubicBezTo>
                      <a:lnTo>
                        <a:pt x="37243" y="55340"/>
                      </a:lnTo>
                      <a:lnTo>
                        <a:pt x="36290" y="54293"/>
                      </a:lnTo>
                      <a:lnTo>
                        <a:pt x="37719" y="54864"/>
                      </a:lnTo>
                      <a:cubicBezTo>
                        <a:pt x="36957" y="55626"/>
                        <a:pt x="36481" y="56007"/>
                        <a:pt x="36290" y="56007"/>
                      </a:cubicBezTo>
                      <a:lnTo>
                        <a:pt x="36290" y="55245"/>
                      </a:lnTo>
                      <a:close/>
                      <a:moveTo>
                        <a:pt x="38862" y="38005"/>
                      </a:moveTo>
                      <a:cubicBezTo>
                        <a:pt x="39529" y="37719"/>
                        <a:pt x="39815" y="37148"/>
                        <a:pt x="39719" y="36290"/>
                      </a:cubicBezTo>
                      <a:cubicBezTo>
                        <a:pt x="38862" y="36576"/>
                        <a:pt x="38386" y="37052"/>
                        <a:pt x="38386" y="37719"/>
                      </a:cubicBezTo>
                      <a:cubicBezTo>
                        <a:pt x="38576" y="37910"/>
                        <a:pt x="38767" y="38100"/>
                        <a:pt x="38862" y="38005"/>
                      </a:cubicBezTo>
                      <a:close/>
                      <a:moveTo>
                        <a:pt x="39719" y="24479"/>
                      </a:moveTo>
                      <a:lnTo>
                        <a:pt x="38671" y="24479"/>
                      </a:lnTo>
                      <a:lnTo>
                        <a:pt x="38957" y="26956"/>
                      </a:lnTo>
                      <a:lnTo>
                        <a:pt x="39815" y="24479"/>
                      </a:lnTo>
                      <a:close/>
                      <a:moveTo>
                        <a:pt x="39719" y="33623"/>
                      </a:moveTo>
                      <a:cubicBezTo>
                        <a:pt x="39719" y="33623"/>
                        <a:pt x="39529" y="33147"/>
                        <a:pt x="39529" y="33052"/>
                      </a:cubicBezTo>
                      <a:cubicBezTo>
                        <a:pt x="39529" y="32576"/>
                        <a:pt x="39910" y="32290"/>
                        <a:pt x="40577" y="32290"/>
                      </a:cubicBezTo>
                      <a:lnTo>
                        <a:pt x="41243" y="32290"/>
                      </a:lnTo>
                      <a:lnTo>
                        <a:pt x="41243" y="31814"/>
                      </a:lnTo>
                      <a:cubicBezTo>
                        <a:pt x="41243" y="31814"/>
                        <a:pt x="40862" y="31814"/>
                        <a:pt x="40672" y="31814"/>
                      </a:cubicBezTo>
                      <a:cubicBezTo>
                        <a:pt x="40291" y="31814"/>
                        <a:pt x="39910" y="32004"/>
                        <a:pt x="39529" y="32480"/>
                      </a:cubicBezTo>
                      <a:cubicBezTo>
                        <a:pt x="39148" y="32861"/>
                        <a:pt x="38957" y="33338"/>
                        <a:pt x="38957" y="33719"/>
                      </a:cubicBezTo>
                      <a:lnTo>
                        <a:pt x="39815" y="33719"/>
                      </a:lnTo>
                      <a:close/>
                      <a:moveTo>
                        <a:pt x="40100" y="48768"/>
                      </a:moveTo>
                      <a:cubicBezTo>
                        <a:pt x="40100" y="48768"/>
                        <a:pt x="40196" y="48483"/>
                        <a:pt x="40481" y="48006"/>
                      </a:cubicBezTo>
                      <a:cubicBezTo>
                        <a:pt x="40100" y="48006"/>
                        <a:pt x="39910" y="48006"/>
                        <a:pt x="39815" y="48292"/>
                      </a:cubicBezTo>
                      <a:cubicBezTo>
                        <a:pt x="39719" y="48483"/>
                        <a:pt x="39529" y="48673"/>
                        <a:pt x="39433" y="48768"/>
                      </a:cubicBezTo>
                      <a:lnTo>
                        <a:pt x="40196" y="48768"/>
                      </a:lnTo>
                      <a:close/>
                      <a:moveTo>
                        <a:pt x="40481" y="10383"/>
                      </a:moveTo>
                      <a:lnTo>
                        <a:pt x="41243" y="9716"/>
                      </a:lnTo>
                      <a:lnTo>
                        <a:pt x="40196" y="8668"/>
                      </a:lnTo>
                      <a:lnTo>
                        <a:pt x="40767" y="7906"/>
                      </a:lnTo>
                      <a:lnTo>
                        <a:pt x="41910" y="10096"/>
                      </a:lnTo>
                      <a:lnTo>
                        <a:pt x="40481" y="10383"/>
                      </a:lnTo>
                      <a:close/>
                      <a:moveTo>
                        <a:pt x="44863" y="54388"/>
                      </a:moveTo>
                      <a:lnTo>
                        <a:pt x="44863" y="53245"/>
                      </a:lnTo>
                      <a:cubicBezTo>
                        <a:pt x="44863" y="53245"/>
                        <a:pt x="44767" y="53435"/>
                        <a:pt x="44196" y="53721"/>
                      </a:cubicBezTo>
                      <a:cubicBezTo>
                        <a:pt x="44006" y="53626"/>
                        <a:pt x="43815" y="53340"/>
                        <a:pt x="43625" y="53054"/>
                      </a:cubicBezTo>
                      <a:cubicBezTo>
                        <a:pt x="43339" y="52769"/>
                        <a:pt x="43244" y="52578"/>
                        <a:pt x="43148" y="52578"/>
                      </a:cubicBezTo>
                      <a:cubicBezTo>
                        <a:pt x="42958" y="52578"/>
                        <a:pt x="42767" y="52673"/>
                        <a:pt x="42482" y="52959"/>
                      </a:cubicBezTo>
                      <a:lnTo>
                        <a:pt x="44958" y="54388"/>
                      </a:lnTo>
                      <a:close/>
                      <a:moveTo>
                        <a:pt x="47054" y="53912"/>
                      </a:moveTo>
                      <a:cubicBezTo>
                        <a:pt x="47054" y="53912"/>
                        <a:pt x="47054" y="53912"/>
                        <a:pt x="47054" y="53721"/>
                      </a:cubicBezTo>
                      <a:lnTo>
                        <a:pt x="46673" y="51530"/>
                      </a:lnTo>
                      <a:cubicBezTo>
                        <a:pt x="46673" y="51530"/>
                        <a:pt x="46292" y="52007"/>
                        <a:pt x="46292" y="52197"/>
                      </a:cubicBezTo>
                      <a:cubicBezTo>
                        <a:pt x="46292" y="52007"/>
                        <a:pt x="46482" y="52578"/>
                        <a:pt x="47054" y="53721"/>
                      </a:cubicBezTo>
                      <a:lnTo>
                        <a:pt x="47054" y="53912"/>
                      </a:lnTo>
                      <a:close/>
                      <a:moveTo>
                        <a:pt x="51054" y="191"/>
                      </a:moveTo>
                      <a:lnTo>
                        <a:pt x="51054" y="953"/>
                      </a:lnTo>
                      <a:lnTo>
                        <a:pt x="49816" y="953"/>
                      </a:lnTo>
                      <a:lnTo>
                        <a:pt x="51054" y="191"/>
                      </a:lnTo>
                      <a:close/>
                      <a:moveTo>
                        <a:pt x="51816" y="14573"/>
                      </a:moveTo>
                      <a:lnTo>
                        <a:pt x="50863" y="15526"/>
                      </a:lnTo>
                      <a:lnTo>
                        <a:pt x="51816" y="14097"/>
                      </a:lnTo>
                      <a:lnTo>
                        <a:pt x="51816" y="14573"/>
                      </a:lnTo>
                      <a:close/>
                      <a:moveTo>
                        <a:pt x="56960" y="30385"/>
                      </a:moveTo>
                      <a:lnTo>
                        <a:pt x="56293" y="31147"/>
                      </a:lnTo>
                      <a:lnTo>
                        <a:pt x="55721" y="31147"/>
                      </a:lnTo>
                      <a:lnTo>
                        <a:pt x="56960" y="30385"/>
                      </a:lnTo>
                      <a:close/>
                      <a:moveTo>
                        <a:pt x="56674" y="15335"/>
                      </a:moveTo>
                      <a:cubicBezTo>
                        <a:pt x="56674" y="15335"/>
                        <a:pt x="56388" y="15335"/>
                        <a:pt x="56388" y="14859"/>
                      </a:cubicBezTo>
                      <a:cubicBezTo>
                        <a:pt x="56388" y="14383"/>
                        <a:pt x="56388" y="14192"/>
                        <a:pt x="56293" y="14192"/>
                      </a:cubicBezTo>
                      <a:lnTo>
                        <a:pt x="56769" y="14192"/>
                      </a:lnTo>
                      <a:lnTo>
                        <a:pt x="56769" y="15335"/>
                      </a:lnTo>
                      <a:close/>
                      <a:moveTo>
                        <a:pt x="69818" y="7906"/>
                      </a:moveTo>
                      <a:cubicBezTo>
                        <a:pt x="69818" y="7906"/>
                        <a:pt x="69818" y="7429"/>
                        <a:pt x="69913" y="7144"/>
                      </a:cubicBezTo>
                      <a:cubicBezTo>
                        <a:pt x="70009" y="6858"/>
                        <a:pt x="70199" y="6763"/>
                        <a:pt x="70485" y="6858"/>
                      </a:cubicBezTo>
                      <a:lnTo>
                        <a:pt x="70485" y="7906"/>
                      </a:lnTo>
                      <a:lnTo>
                        <a:pt x="69818" y="7906"/>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 name="Google Shape;1037;p99"/>
                <p:cNvSpPr/>
                <p:nvPr/>
              </p:nvSpPr>
              <p:spPr>
                <a:xfrm>
                  <a:off x="3999832" y="5317045"/>
                  <a:ext cx="75438" cy="73437"/>
                </a:xfrm>
                <a:custGeom>
                  <a:avLst/>
                  <a:gdLst/>
                  <a:ahLst/>
                  <a:cxnLst/>
                  <a:rect l="l" t="t" r="r" b="b"/>
                  <a:pathLst>
                    <a:path w="75438" h="73437" extrusionOk="0">
                      <a:moveTo>
                        <a:pt x="762" y="38957"/>
                      </a:moveTo>
                      <a:cubicBezTo>
                        <a:pt x="762" y="38957"/>
                        <a:pt x="857" y="39148"/>
                        <a:pt x="1143" y="39338"/>
                      </a:cubicBezTo>
                      <a:cubicBezTo>
                        <a:pt x="1429" y="39529"/>
                        <a:pt x="1524" y="39719"/>
                        <a:pt x="1429" y="39910"/>
                      </a:cubicBezTo>
                      <a:lnTo>
                        <a:pt x="0" y="39910"/>
                      </a:lnTo>
                      <a:lnTo>
                        <a:pt x="762" y="38957"/>
                      </a:lnTo>
                      <a:close/>
                      <a:moveTo>
                        <a:pt x="0" y="44196"/>
                      </a:moveTo>
                      <a:cubicBezTo>
                        <a:pt x="0" y="44196"/>
                        <a:pt x="762" y="44958"/>
                        <a:pt x="1238" y="45148"/>
                      </a:cubicBezTo>
                      <a:lnTo>
                        <a:pt x="0" y="45148"/>
                      </a:lnTo>
                      <a:lnTo>
                        <a:pt x="0" y="44196"/>
                      </a:lnTo>
                      <a:close/>
                      <a:moveTo>
                        <a:pt x="286" y="49054"/>
                      </a:moveTo>
                      <a:lnTo>
                        <a:pt x="0" y="48006"/>
                      </a:lnTo>
                      <a:cubicBezTo>
                        <a:pt x="0" y="48006"/>
                        <a:pt x="762" y="48292"/>
                        <a:pt x="1429" y="48768"/>
                      </a:cubicBezTo>
                      <a:lnTo>
                        <a:pt x="286" y="49149"/>
                      </a:lnTo>
                      <a:close/>
                      <a:moveTo>
                        <a:pt x="2477" y="45244"/>
                      </a:moveTo>
                      <a:cubicBezTo>
                        <a:pt x="2477" y="45244"/>
                        <a:pt x="1715" y="45244"/>
                        <a:pt x="1334" y="45244"/>
                      </a:cubicBezTo>
                      <a:lnTo>
                        <a:pt x="2477" y="45244"/>
                      </a:lnTo>
                      <a:close/>
                      <a:moveTo>
                        <a:pt x="1810" y="50863"/>
                      </a:moveTo>
                      <a:cubicBezTo>
                        <a:pt x="1810" y="50863"/>
                        <a:pt x="2286" y="50959"/>
                        <a:pt x="2762" y="51340"/>
                      </a:cubicBezTo>
                      <a:lnTo>
                        <a:pt x="2762" y="51816"/>
                      </a:lnTo>
                      <a:lnTo>
                        <a:pt x="1810" y="51816"/>
                      </a:lnTo>
                      <a:lnTo>
                        <a:pt x="1810" y="50863"/>
                      </a:lnTo>
                      <a:close/>
                      <a:moveTo>
                        <a:pt x="4191" y="38005"/>
                      </a:moveTo>
                      <a:cubicBezTo>
                        <a:pt x="4191" y="38005"/>
                        <a:pt x="4477" y="38671"/>
                        <a:pt x="4572" y="39243"/>
                      </a:cubicBezTo>
                      <a:cubicBezTo>
                        <a:pt x="3905" y="39243"/>
                        <a:pt x="3524" y="39243"/>
                        <a:pt x="3524" y="38957"/>
                      </a:cubicBezTo>
                      <a:lnTo>
                        <a:pt x="4191" y="38005"/>
                      </a:lnTo>
                      <a:close/>
                      <a:moveTo>
                        <a:pt x="3524" y="61531"/>
                      </a:moveTo>
                      <a:cubicBezTo>
                        <a:pt x="3524" y="61531"/>
                        <a:pt x="3905" y="61246"/>
                        <a:pt x="4572" y="61246"/>
                      </a:cubicBezTo>
                      <a:lnTo>
                        <a:pt x="4572" y="61817"/>
                      </a:lnTo>
                      <a:lnTo>
                        <a:pt x="3524" y="61531"/>
                      </a:lnTo>
                      <a:close/>
                      <a:moveTo>
                        <a:pt x="7715" y="49625"/>
                      </a:moveTo>
                      <a:cubicBezTo>
                        <a:pt x="7715" y="49625"/>
                        <a:pt x="8573" y="49339"/>
                        <a:pt x="8858" y="49244"/>
                      </a:cubicBezTo>
                      <a:cubicBezTo>
                        <a:pt x="9430" y="49054"/>
                        <a:pt x="9811" y="49149"/>
                        <a:pt x="10097" y="49435"/>
                      </a:cubicBezTo>
                      <a:lnTo>
                        <a:pt x="7620" y="49721"/>
                      </a:lnTo>
                      <a:close/>
                      <a:moveTo>
                        <a:pt x="9430" y="40672"/>
                      </a:moveTo>
                      <a:cubicBezTo>
                        <a:pt x="8668" y="38767"/>
                        <a:pt x="8858" y="37529"/>
                        <a:pt x="10192" y="36862"/>
                      </a:cubicBezTo>
                      <a:lnTo>
                        <a:pt x="10573" y="37243"/>
                      </a:lnTo>
                      <a:cubicBezTo>
                        <a:pt x="9811" y="37243"/>
                        <a:pt x="9430" y="37624"/>
                        <a:pt x="9430" y="38481"/>
                      </a:cubicBezTo>
                      <a:cubicBezTo>
                        <a:pt x="9430" y="39243"/>
                        <a:pt x="9430" y="39910"/>
                        <a:pt x="9430" y="40672"/>
                      </a:cubicBezTo>
                      <a:close/>
                      <a:moveTo>
                        <a:pt x="18193" y="45148"/>
                      </a:moveTo>
                      <a:cubicBezTo>
                        <a:pt x="18193" y="45148"/>
                        <a:pt x="17717" y="45148"/>
                        <a:pt x="17431" y="44768"/>
                      </a:cubicBezTo>
                      <a:cubicBezTo>
                        <a:pt x="17145" y="44482"/>
                        <a:pt x="16955" y="44291"/>
                        <a:pt x="16764" y="44291"/>
                      </a:cubicBezTo>
                      <a:cubicBezTo>
                        <a:pt x="16764" y="44291"/>
                        <a:pt x="16574" y="44291"/>
                        <a:pt x="16478" y="44387"/>
                      </a:cubicBezTo>
                      <a:cubicBezTo>
                        <a:pt x="17431" y="43624"/>
                        <a:pt x="18193" y="43529"/>
                        <a:pt x="18860" y="44101"/>
                      </a:cubicBezTo>
                      <a:cubicBezTo>
                        <a:pt x="18860" y="44291"/>
                        <a:pt x="18860" y="44482"/>
                        <a:pt x="18669" y="44672"/>
                      </a:cubicBezTo>
                      <a:cubicBezTo>
                        <a:pt x="18479" y="44863"/>
                        <a:pt x="18288" y="44958"/>
                        <a:pt x="18098" y="45053"/>
                      </a:cubicBezTo>
                      <a:close/>
                      <a:moveTo>
                        <a:pt x="17431" y="26479"/>
                      </a:moveTo>
                      <a:lnTo>
                        <a:pt x="17431" y="27527"/>
                      </a:lnTo>
                      <a:lnTo>
                        <a:pt x="17145" y="26479"/>
                      </a:lnTo>
                      <a:lnTo>
                        <a:pt x="17431" y="26479"/>
                      </a:lnTo>
                      <a:close/>
                      <a:moveTo>
                        <a:pt x="17907" y="34766"/>
                      </a:moveTo>
                      <a:cubicBezTo>
                        <a:pt x="17907" y="34766"/>
                        <a:pt x="18669" y="34766"/>
                        <a:pt x="18955" y="35243"/>
                      </a:cubicBezTo>
                      <a:cubicBezTo>
                        <a:pt x="18860" y="35528"/>
                        <a:pt x="18574" y="35623"/>
                        <a:pt x="18288" y="35528"/>
                      </a:cubicBezTo>
                      <a:lnTo>
                        <a:pt x="17431" y="35528"/>
                      </a:lnTo>
                      <a:cubicBezTo>
                        <a:pt x="17431" y="35528"/>
                        <a:pt x="17526" y="34862"/>
                        <a:pt x="17907" y="34766"/>
                      </a:cubicBezTo>
                      <a:close/>
                      <a:moveTo>
                        <a:pt x="17717" y="53912"/>
                      </a:moveTo>
                      <a:lnTo>
                        <a:pt x="17717" y="53530"/>
                      </a:lnTo>
                      <a:lnTo>
                        <a:pt x="18860" y="53530"/>
                      </a:lnTo>
                      <a:lnTo>
                        <a:pt x="17717" y="53912"/>
                      </a:lnTo>
                      <a:close/>
                      <a:moveTo>
                        <a:pt x="18193" y="49054"/>
                      </a:moveTo>
                      <a:lnTo>
                        <a:pt x="18193" y="48006"/>
                      </a:lnTo>
                      <a:lnTo>
                        <a:pt x="19145" y="49054"/>
                      </a:lnTo>
                      <a:lnTo>
                        <a:pt x="18193" y="49054"/>
                      </a:lnTo>
                      <a:close/>
                      <a:moveTo>
                        <a:pt x="18955" y="42386"/>
                      </a:moveTo>
                      <a:cubicBezTo>
                        <a:pt x="19431" y="42386"/>
                        <a:pt x="19812" y="42481"/>
                        <a:pt x="19907" y="42767"/>
                      </a:cubicBezTo>
                      <a:lnTo>
                        <a:pt x="18955" y="43434"/>
                      </a:lnTo>
                      <a:lnTo>
                        <a:pt x="18955" y="42386"/>
                      </a:lnTo>
                      <a:close/>
                      <a:moveTo>
                        <a:pt x="19907" y="39243"/>
                      </a:moveTo>
                      <a:cubicBezTo>
                        <a:pt x="20384" y="40196"/>
                        <a:pt x="20479" y="40767"/>
                        <a:pt x="20193" y="40957"/>
                      </a:cubicBezTo>
                      <a:lnTo>
                        <a:pt x="19907" y="40957"/>
                      </a:lnTo>
                      <a:lnTo>
                        <a:pt x="19907" y="39243"/>
                      </a:lnTo>
                      <a:close/>
                      <a:moveTo>
                        <a:pt x="20193" y="59150"/>
                      </a:moveTo>
                      <a:cubicBezTo>
                        <a:pt x="21527" y="59436"/>
                        <a:pt x="22193" y="59150"/>
                        <a:pt x="22289" y="58103"/>
                      </a:cubicBezTo>
                      <a:cubicBezTo>
                        <a:pt x="22289" y="58388"/>
                        <a:pt x="22098" y="58864"/>
                        <a:pt x="21527" y="59627"/>
                      </a:cubicBezTo>
                      <a:cubicBezTo>
                        <a:pt x="21146" y="59627"/>
                        <a:pt x="20669" y="59627"/>
                        <a:pt x="20098" y="59150"/>
                      </a:cubicBezTo>
                      <a:close/>
                      <a:moveTo>
                        <a:pt x="20669" y="37624"/>
                      </a:moveTo>
                      <a:cubicBezTo>
                        <a:pt x="20669" y="37624"/>
                        <a:pt x="21622" y="37624"/>
                        <a:pt x="22384" y="38005"/>
                      </a:cubicBezTo>
                      <a:lnTo>
                        <a:pt x="20669" y="38005"/>
                      </a:lnTo>
                      <a:lnTo>
                        <a:pt x="20669" y="37624"/>
                      </a:lnTo>
                      <a:close/>
                      <a:moveTo>
                        <a:pt x="22193" y="40577"/>
                      </a:moveTo>
                      <a:cubicBezTo>
                        <a:pt x="22193" y="40577"/>
                        <a:pt x="22003" y="40196"/>
                        <a:pt x="22003" y="40100"/>
                      </a:cubicBezTo>
                      <a:lnTo>
                        <a:pt x="22193" y="40577"/>
                      </a:lnTo>
                      <a:close/>
                      <a:moveTo>
                        <a:pt x="22193" y="40577"/>
                      </a:moveTo>
                      <a:lnTo>
                        <a:pt x="23051" y="41720"/>
                      </a:lnTo>
                      <a:cubicBezTo>
                        <a:pt x="23051" y="41720"/>
                        <a:pt x="22955" y="42101"/>
                        <a:pt x="22670" y="42196"/>
                      </a:cubicBezTo>
                      <a:lnTo>
                        <a:pt x="22098" y="40577"/>
                      </a:lnTo>
                      <a:close/>
                      <a:moveTo>
                        <a:pt x="63341" y="58483"/>
                      </a:moveTo>
                      <a:cubicBezTo>
                        <a:pt x="63341" y="58483"/>
                        <a:pt x="64389" y="58674"/>
                        <a:pt x="65056" y="58674"/>
                      </a:cubicBezTo>
                      <a:cubicBezTo>
                        <a:pt x="65532" y="58674"/>
                        <a:pt x="66294" y="58674"/>
                        <a:pt x="67437" y="58579"/>
                      </a:cubicBezTo>
                      <a:cubicBezTo>
                        <a:pt x="68580" y="58579"/>
                        <a:pt x="69342" y="58483"/>
                        <a:pt x="69914" y="58483"/>
                      </a:cubicBezTo>
                      <a:cubicBezTo>
                        <a:pt x="72676" y="58483"/>
                        <a:pt x="74486" y="59341"/>
                        <a:pt x="75438" y="61055"/>
                      </a:cubicBezTo>
                      <a:cubicBezTo>
                        <a:pt x="75343" y="63151"/>
                        <a:pt x="75248" y="65151"/>
                        <a:pt x="75057" y="67246"/>
                      </a:cubicBezTo>
                      <a:cubicBezTo>
                        <a:pt x="74771" y="69723"/>
                        <a:pt x="74105" y="71628"/>
                        <a:pt x="72962" y="72866"/>
                      </a:cubicBezTo>
                      <a:cubicBezTo>
                        <a:pt x="72485" y="73247"/>
                        <a:pt x="72009" y="73438"/>
                        <a:pt x="71533" y="73438"/>
                      </a:cubicBezTo>
                      <a:cubicBezTo>
                        <a:pt x="71057" y="73438"/>
                        <a:pt x="70390" y="73247"/>
                        <a:pt x="69628" y="72866"/>
                      </a:cubicBezTo>
                      <a:cubicBezTo>
                        <a:pt x="68771" y="72485"/>
                        <a:pt x="68199" y="72199"/>
                        <a:pt x="67628" y="72199"/>
                      </a:cubicBezTo>
                      <a:cubicBezTo>
                        <a:pt x="67151" y="72199"/>
                        <a:pt x="66580" y="72485"/>
                        <a:pt x="66008" y="72866"/>
                      </a:cubicBezTo>
                      <a:cubicBezTo>
                        <a:pt x="63818" y="73152"/>
                        <a:pt x="60865" y="73152"/>
                        <a:pt x="57245" y="72866"/>
                      </a:cubicBezTo>
                      <a:cubicBezTo>
                        <a:pt x="53626" y="72676"/>
                        <a:pt x="50768" y="72771"/>
                        <a:pt x="48673" y="73057"/>
                      </a:cubicBezTo>
                      <a:lnTo>
                        <a:pt x="48673" y="72866"/>
                      </a:lnTo>
                      <a:cubicBezTo>
                        <a:pt x="46292" y="72771"/>
                        <a:pt x="42767" y="72866"/>
                        <a:pt x="38195" y="73057"/>
                      </a:cubicBezTo>
                      <a:cubicBezTo>
                        <a:pt x="36671" y="72676"/>
                        <a:pt x="34576" y="72676"/>
                        <a:pt x="31909" y="72866"/>
                      </a:cubicBezTo>
                      <a:lnTo>
                        <a:pt x="24575" y="72866"/>
                      </a:lnTo>
                      <a:lnTo>
                        <a:pt x="24575" y="52197"/>
                      </a:lnTo>
                      <a:lnTo>
                        <a:pt x="25718" y="51435"/>
                      </a:lnTo>
                      <a:lnTo>
                        <a:pt x="23241" y="51149"/>
                      </a:lnTo>
                      <a:cubicBezTo>
                        <a:pt x="24098" y="50768"/>
                        <a:pt x="24479" y="50006"/>
                        <a:pt x="24479" y="49054"/>
                      </a:cubicBezTo>
                      <a:cubicBezTo>
                        <a:pt x="24479" y="48768"/>
                        <a:pt x="24479" y="48292"/>
                        <a:pt x="24289" y="47530"/>
                      </a:cubicBezTo>
                      <a:cubicBezTo>
                        <a:pt x="24194" y="46863"/>
                        <a:pt x="24098" y="46387"/>
                        <a:pt x="24098" y="46101"/>
                      </a:cubicBezTo>
                      <a:cubicBezTo>
                        <a:pt x="24098" y="45720"/>
                        <a:pt x="24098" y="45434"/>
                        <a:pt x="24194" y="45244"/>
                      </a:cubicBezTo>
                      <a:lnTo>
                        <a:pt x="23146" y="45244"/>
                      </a:lnTo>
                      <a:cubicBezTo>
                        <a:pt x="23717" y="45053"/>
                        <a:pt x="24384" y="44482"/>
                        <a:pt x="25146" y="43529"/>
                      </a:cubicBezTo>
                      <a:cubicBezTo>
                        <a:pt x="24289" y="42863"/>
                        <a:pt x="23908" y="42005"/>
                        <a:pt x="23908" y="40957"/>
                      </a:cubicBezTo>
                      <a:cubicBezTo>
                        <a:pt x="23908" y="40386"/>
                        <a:pt x="24098" y="39338"/>
                        <a:pt x="24479" y="38100"/>
                      </a:cubicBezTo>
                      <a:cubicBezTo>
                        <a:pt x="24956" y="36766"/>
                        <a:pt x="25146" y="35909"/>
                        <a:pt x="25146" y="35338"/>
                      </a:cubicBezTo>
                      <a:cubicBezTo>
                        <a:pt x="25337" y="35338"/>
                        <a:pt x="25432" y="35528"/>
                        <a:pt x="25432" y="35814"/>
                      </a:cubicBezTo>
                      <a:cubicBezTo>
                        <a:pt x="25432" y="36195"/>
                        <a:pt x="25432" y="36290"/>
                        <a:pt x="25622" y="36290"/>
                      </a:cubicBezTo>
                      <a:cubicBezTo>
                        <a:pt x="25718" y="36290"/>
                        <a:pt x="26003" y="36100"/>
                        <a:pt x="26194" y="35909"/>
                      </a:cubicBezTo>
                      <a:lnTo>
                        <a:pt x="27623" y="38386"/>
                      </a:lnTo>
                      <a:cubicBezTo>
                        <a:pt x="28004" y="37624"/>
                        <a:pt x="28099" y="36386"/>
                        <a:pt x="27908" y="34576"/>
                      </a:cubicBezTo>
                      <a:cubicBezTo>
                        <a:pt x="27623" y="34290"/>
                        <a:pt x="27146" y="34099"/>
                        <a:pt x="26480" y="34099"/>
                      </a:cubicBezTo>
                      <a:lnTo>
                        <a:pt x="25241" y="34099"/>
                      </a:lnTo>
                      <a:cubicBezTo>
                        <a:pt x="25241" y="34099"/>
                        <a:pt x="25146" y="33623"/>
                        <a:pt x="24860" y="33623"/>
                      </a:cubicBezTo>
                      <a:lnTo>
                        <a:pt x="26956" y="33147"/>
                      </a:lnTo>
                      <a:cubicBezTo>
                        <a:pt x="25908" y="32766"/>
                        <a:pt x="25241" y="32004"/>
                        <a:pt x="24956" y="30956"/>
                      </a:cubicBezTo>
                      <a:cubicBezTo>
                        <a:pt x="24956" y="30004"/>
                        <a:pt x="24956" y="29051"/>
                        <a:pt x="24860" y="28004"/>
                      </a:cubicBezTo>
                      <a:lnTo>
                        <a:pt x="25622" y="27337"/>
                      </a:lnTo>
                      <a:lnTo>
                        <a:pt x="23908" y="24955"/>
                      </a:lnTo>
                      <a:cubicBezTo>
                        <a:pt x="24575" y="21527"/>
                        <a:pt x="24956" y="19717"/>
                        <a:pt x="24956" y="19431"/>
                      </a:cubicBezTo>
                      <a:cubicBezTo>
                        <a:pt x="24956" y="18288"/>
                        <a:pt x="24670" y="17431"/>
                        <a:pt x="24098" y="16669"/>
                      </a:cubicBezTo>
                      <a:cubicBezTo>
                        <a:pt x="24098" y="16383"/>
                        <a:pt x="24289" y="13716"/>
                        <a:pt x="24575" y="8382"/>
                      </a:cubicBezTo>
                      <a:cubicBezTo>
                        <a:pt x="24765" y="5048"/>
                        <a:pt x="25432" y="2667"/>
                        <a:pt x="26575" y="1048"/>
                      </a:cubicBezTo>
                      <a:cubicBezTo>
                        <a:pt x="26289" y="1048"/>
                        <a:pt x="27908" y="1048"/>
                        <a:pt x="31433" y="1048"/>
                      </a:cubicBezTo>
                      <a:cubicBezTo>
                        <a:pt x="33338" y="1048"/>
                        <a:pt x="34862" y="762"/>
                        <a:pt x="35909" y="0"/>
                      </a:cubicBezTo>
                      <a:cubicBezTo>
                        <a:pt x="37529" y="1905"/>
                        <a:pt x="38386" y="5048"/>
                        <a:pt x="38386" y="9430"/>
                      </a:cubicBezTo>
                      <a:lnTo>
                        <a:pt x="38386" y="16573"/>
                      </a:lnTo>
                      <a:cubicBezTo>
                        <a:pt x="38386" y="18574"/>
                        <a:pt x="38481" y="20193"/>
                        <a:pt x="38767" y="21527"/>
                      </a:cubicBezTo>
                      <a:cubicBezTo>
                        <a:pt x="38291" y="21812"/>
                        <a:pt x="38005" y="22288"/>
                        <a:pt x="38005" y="22955"/>
                      </a:cubicBezTo>
                      <a:cubicBezTo>
                        <a:pt x="38005" y="23241"/>
                        <a:pt x="38005" y="23717"/>
                        <a:pt x="38195" y="24289"/>
                      </a:cubicBezTo>
                      <a:cubicBezTo>
                        <a:pt x="38195" y="24860"/>
                        <a:pt x="38386" y="25337"/>
                        <a:pt x="38386" y="25527"/>
                      </a:cubicBezTo>
                      <a:cubicBezTo>
                        <a:pt x="38386" y="25813"/>
                        <a:pt x="38386" y="26098"/>
                        <a:pt x="38291" y="26289"/>
                      </a:cubicBezTo>
                      <a:lnTo>
                        <a:pt x="38005" y="26003"/>
                      </a:lnTo>
                      <a:cubicBezTo>
                        <a:pt x="38005" y="26003"/>
                        <a:pt x="38100" y="27051"/>
                        <a:pt x="38291" y="28004"/>
                      </a:cubicBezTo>
                      <a:cubicBezTo>
                        <a:pt x="38481" y="28956"/>
                        <a:pt x="38576" y="29718"/>
                        <a:pt x="38576" y="30099"/>
                      </a:cubicBezTo>
                      <a:cubicBezTo>
                        <a:pt x="38576" y="30766"/>
                        <a:pt x="38576" y="31337"/>
                        <a:pt x="38291" y="31909"/>
                      </a:cubicBezTo>
                      <a:lnTo>
                        <a:pt x="38862" y="33242"/>
                      </a:lnTo>
                      <a:lnTo>
                        <a:pt x="38576" y="33242"/>
                      </a:lnTo>
                      <a:cubicBezTo>
                        <a:pt x="38576" y="33242"/>
                        <a:pt x="38195" y="34766"/>
                        <a:pt x="38195" y="36386"/>
                      </a:cubicBezTo>
                      <a:cubicBezTo>
                        <a:pt x="38195" y="37719"/>
                        <a:pt x="37814" y="38671"/>
                        <a:pt x="37052" y="39148"/>
                      </a:cubicBezTo>
                      <a:cubicBezTo>
                        <a:pt x="37243" y="39338"/>
                        <a:pt x="37529" y="39433"/>
                        <a:pt x="38195" y="39433"/>
                      </a:cubicBezTo>
                      <a:cubicBezTo>
                        <a:pt x="38576" y="46291"/>
                        <a:pt x="38576" y="51911"/>
                        <a:pt x="38195" y="56293"/>
                      </a:cubicBezTo>
                      <a:cubicBezTo>
                        <a:pt x="38100" y="56007"/>
                        <a:pt x="37910" y="55816"/>
                        <a:pt x="37624" y="55816"/>
                      </a:cubicBezTo>
                      <a:lnTo>
                        <a:pt x="36767" y="55816"/>
                      </a:lnTo>
                      <a:cubicBezTo>
                        <a:pt x="36767" y="55816"/>
                        <a:pt x="36957" y="56197"/>
                        <a:pt x="36957" y="56388"/>
                      </a:cubicBezTo>
                      <a:cubicBezTo>
                        <a:pt x="36957" y="56674"/>
                        <a:pt x="36767" y="57055"/>
                        <a:pt x="36386" y="57436"/>
                      </a:cubicBezTo>
                      <a:cubicBezTo>
                        <a:pt x="36005" y="57912"/>
                        <a:pt x="35909" y="58198"/>
                        <a:pt x="35909" y="58483"/>
                      </a:cubicBezTo>
                      <a:cubicBezTo>
                        <a:pt x="35909" y="58769"/>
                        <a:pt x="36005" y="59055"/>
                        <a:pt x="36386" y="59436"/>
                      </a:cubicBezTo>
                      <a:cubicBezTo>
                        <a:pt x="36767" y="58198"/>
                        <a:pt x="37433" y="57626"/>
                        <a:pt x="38100" y="57626"/>
                      </a:cubicBezTo>
                      <a:cubicBezTo>
                        <a:pt x="38576" y="57626"/>
                        <a:pt x="39719" y="58198"/>
                        <a:pt x="41624" y="59436"/>
                      </a:cubicBezTo>
                      <a:cubicBezTo>
                        <a:pt x="41815" y="59436"/>
                        <a:pt x="42005" y="59436"/>
                        <a:pt x="42386" y="59055"/>
                      </a:cubicBezTo>
                      <a:lnTo>
                        <a:pt x="42386" y="58293"/>
                      </a:lnTo>
                      <a:cubicBezTo>
                        <a:pt x="42386" y="58293"/>
                        <a:pt x="43529" y="58674"/>
                        <a:pt x="45053" y="58674"/>
                      </a:cubicBezTo>
                      <a:lnTo>
                        <a:pt x="44768" y="59055"/>
                      </a:lnTo>
                      <a:cubicBezTo>
                        <a:pt x="44768" y="59055"/>
                        <a:pt x="45530" y="59341"/>
                        <a:pt x="45815" y="59341"/>
                      </a:cubicBezTo>
                      <a:cubicBezTo>
                        <a:pt x="46196" y="59341"/>
                        <a:pt x="46673" y="59150"/>
                        <a:pt x="47339" y="58864"/>
                      </a:cubicBezTo>
                      <a:cubicBezTo>
                        <a:pt x="48006" y="58483"/>
                        <a:pt x="48482" y="58388"/>
                        <a:pt x="48768" y="58388"/>
                      </a:cubicBezTo>
                      <a:cubicBezTo>
                        <a:pt x="49244" y="58388"/>
                        <a:pt x="49721" y="58674"/>
                        <a:pt x="50197" y="59150"/>
                      </a:cubicBezTo>
                      <a:cubicBezTo>
                        <a:pt x="51435" y="58674"/>
                        <a:pt x="52673" y="58388"/>
                        <a:pt x="54102" y="58388"/>
                      </a:cubicBezTo>
                      <a:cubicBezTo>
                        <a:pt x="54864" y="58388"/>
                        <a:pt x="55912" y="58388"/>
                        <a:pt x="57341" y="58674"/>
                      </a:cubicBezTo>
                      <a:cubicBezTo>
                        <a:pt x="58865" y="58864"/>
                        <a:pt x="59912" y="58960"/>
                        <a:pt x="60674" y="58960"/>
                      </a:cubicBezTo>
                      <a:cubicBezTo>
                        <a:pt x="61341" y="58960"/>
                        <a:pt x="62103" y="58960"/>
                        <a:pt x="62770" y="58769"/>
                      </a:cubicBezTo>
                      <a:close/>
                      <a:moveTo>
                        <a:pt x="24384" y="31052"/>
                      </a:moveTo>
                      <a:lnTo>
                        <a:pt x="24384" y="31718"/>
                      </a:lnTo>
                      <a:lnTo>
                        <a:pt x="23336" y="30671"/>
                      </a:lnTo>
                      <a:cubicBezTo>
                        <a:pt x="23336" y="30671"/>
                        <a:pt x="23908" y="30766"/>
                        <a:pt x="24384" y="31052"/>
                      </a:cubicBezTo>
                      <a:close/>
                      <a:moveTo>
                        <a:pt x="25432" y="34099"/>
                      </a:moveTo>
                      <a:cubicBezTo>
                        <a:pt x="25432" y="34099"/>
                        <a:pt x="25432" y="34290"/>
                        <a:pt x="25432" y="34099"/>
                      </a:cubicBezTo>
                      <a:lnTo>
                        <a:pt x="25432" y="34099"/>
                      </a:lnTo>
                      <a:close/>
                      <a:moveTo>
                        <a:pt x="26384" y="54293"/>
                      </a:moveTo>
                      <a:lnTo>
                        <a:pt x="25813" y="53530"/>
                      </a:lnTo>
                      <a:lnTo>
                        <a:pt x="26861" y="52578"/>
                      </a:lnTo>
                      <a:lnTo>
                        <a:pt x="26003" y="52578"/>
                      </a:lnTo>
                      <a:lnTo>
                        <a:pt x="26384" y="51435"/>
                      </a:lnTo>
                      <a:lnTo>
                        <a:pt x="25337" y="53245"/>
                      </a:lnTo>
                      <a:lnTo>
                        <a:pt x="25718" y="54102"/>
                      </a:lnTo>
                      <a:cubicBezTo>
                        <a:pt x="25718" y="54102"/>
                        <a:pt x="26099" y="54483"/>
                        <a:pt x="26480" y="54388"/>
                      </a:cubicBezTo>
                      <a:close/>
                      <a:moveTo>
                        <a:pt x="28766" y="56102"/>
                      </a:moveTo>
                      <a:lnTo>
                        <a:pt x="30194" y="55626"/>
                      </a:lnTo>
                      <a:lnTo>
                        <a:pt x="29242" y="55626"/>
                      </a:lnTo>
                      <a:lnTo>
                        <a:pt x="28766" y="56102"/>
                      </a:lnTo>
                      <a:close/>
                      <a:moveTo>
                        <a:pt x="33242" y="37624"/>
                      </a:moveTo>
                      <a:lnTo>
                        <a:pt x="34385" y="36957"/>
                      </a:lnTo>
                      <a:lnTo>
                        <a:pt x="33623" y="36957"/>
                      </a:lnTo>
                      <a:lnTo>
                        <a:pt x="33147" y="37624"/>
                      </a:lnTo>
                      <a:close/>
                      <a:moveTo>
                        <a:pt x="34385" y="25813"/>
                      </a:moveTo>
                      <a:lnTo>
                        <a:pt x="34671" y="24860"/>
                      </a:lnTo>
                      <a:lnTo>
                        <a:pt x="33719" y="24384"/>
                      </a:lnTo>
                      <a:lnTo>
                        <a:pt x="34481" y="25813"/>
                      </a:lnTo>
                      <a:close/>
                      <a:moveTo>
                        <a:pt x="46768" y="16954"/>
                      </a:moveTo>
                      <a:lnTo>
                        <a:pt x="46768" y="18193"/>
                      </a:lnTo>
                      <a:lnTo>
                        <a:pt x="46482" y="18193"/>
                      </a:lnTo>
                      <a:lnTo>
                        <a:pt x="46482" y="16954"/>
                      </a:lnTo>
                      <a:lnTo>
                        <a:pt x="46768" y="16954"/>
                      </a:lnTo>
                      <a:close/>
                      <a:moveTo>
                        <a:pt x="63722" y="61627"/>
                      </a:moveTo>
                      <a:lnTo>
                        <a:pt x="63722" y="60674"/>
                      </a:lnTo>
                      <a:lnTo>
                        <a:pt x="63341" y="59912"/>
                      </a:lnTo>
                      <a:lnTo>
                        <a:pt x="63722" y="61627"/>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38" name="Google Shape;1038;p99"/>
              <p:cNvGrpSpPr/>
              <p:nvPr/>
            </p:nvGrpSpPr>
            <p:grpSpPr>
              <a:xfrm>
                <a:off x="10806582" y="6481382"/>
                <a:ext cx="923449" cy="260317"/>
                <a:chOff x="5553264" y="4199477"/>
                <a:chExt cx="923449" cy="260317"/>
              </a:xfrm>
            </p:grpSpPr>
            <p:sp>
              <p:nvSpPr>
                <p:cNvPr id="1039" name="Google Shape;1039;p99"/>
                <p:cNvSpPr/>
                <p:nvPr/>
              </p:nvSpPr>
              <p:spPr>
                <a:xfrm>
                  <a:off x="5553264" y="4239767"/>
                  <a:ext cx="192976" cy="208025"/>
                </a:xfrm>
                <a:custGeom>
                  <a:avLst/>
                  <a:gdLst/>
                  <a:ahLst/>
                  <a:cxnLst/>
                  <a:rect l="l" t="t" r="r" b="b"/>
                  <a:pathLst>
                    <a:path w="192976" h="208025" extrusionOk="0">
                      <a:moveTo>
                        <a:pt x="2858" y="144113"/>
                      </a:moveTo>
                      <a:cubicBezTo>
                        <a:pt x="2667" y="145828"/>
                        <a:pt x="2858" y="146685"/>
                        <a:pt x="3620" y="146685"/>
                      </a:cubicBezTo>
                      <a:cubicBezTo>
                        <a:pt x="3715" y="146685"/>
                        <a:pt x="4096" y="146685"/>
                        <a:pt x="4667" y="146399"/>
                      </a:cubicBezTo>
                      <a:cubicBezTo>
                        <a:pt x="5144" y="146209"/>
                        <a:pt x="5620" y="146209"/>
                        <a:pt x="5906" y="146209"/>
                      </a:cubicBezTo>
                      <a:cubicBezTo>
                        <a:pt x="6382" y="146209"/>
                        <a:pt x="6763" y="146590"/>
                        <a:pt x="6953" y="147256"/>
                      </a:cubicBezTo>
                      <a:cubicBezTo>
                        <a:pt x="2858" y="147256"/>
                        <a:pt x="476" y="146971"/>
                        <a:pt x="0" y="146209"/>
                      </a:cubicBezTo>
                      <a:lnTo>
                        <a:pt x="2858" y="144113"/>
                      </a:lnTo>
                      <a:close/>
                      <a:moveTo>
                        <a:pt x="6953" y="170497"/>
                      </a:moveTo>
                      <a:cubicBezTo>
                        <a:pt x="7334" y="169640"/>
                        <a:pt x="8001" y="169259"/>
                        <a:pt x="8954" y="169259"/>
                      </a:cubicBezTo>
                      <a:lnTo>
                        <a:pt x="11811" y="169259"/>
                      </a:lnTo>
                      <a:cubicBezTo>
                        <a:pt x="11621" y="170117"/>
                        <a:pt x="10954" y="170497"/>
                        <a:pt x="9716" y="170497"/>
                      </a:cubicBezTo>
                      <a:lnTo>
                        <a:pt x="6858" y="170497"/>
                      </a:lnTo>
                      <a:close/>
                      <a:moveTo>
                        <a:pt x="15716" y="184213"/>
                      </a:moveTo>
                      <a:lnTo>
                        <a:pt x="15716" y="181356"/>
                      </a:lnTo>
                      <a:lnTo>
                        <a:pt x="17812" y="181356"/>
                      </a:lnTo>
                      <a:lnTo>
                        <a:pt x="15716" y="184213"/>
                      </a:lnTo>
                      <a:close/>
                      <a:moveTo>
                        <a:pt x="26861" y="167164"/>
                      </a:moveTo>
                      <a:cubicBezTo>
                        <a:pt x="27718" y="166783"/>
                        <a:pt x="28956" y="167545"/>
                        <a:pt x="30766" y="169259"/>
                      </a:cubicBezTo>
                      <a:lnTo>
                        <a:pt x="30004" y="170497"/>
                      </a:lnTo>
                      <a:lnTo>
                        <a:pt x="26956" y="167164"/>
                      </a:lnTo>
                      <a:close/>
                      <a:moveTo>
                        <a:pt x="30766" y="184213"/>
                      </a:moveTo>
                      <a:cubicBezTo>
                        <a:pt x="31242" y="184023"/>
                        <a:pt x="31909" y="183547"/>
                        <a:pt x="32480" y="182689"/>
                      </a:cubicBezTo>
                      <a:cubicBezTo>
                        <a:pt x="33052" y="181832"/>
                        <a:pt x="33623" y="181451"/>
                        <a:pt x="34195" y="181451"/>
                      </a:cubicBezTo>
                      <a:cubicBezTo>
                        <a:pt x="34195" y="182118"/>
                        <a:pt x="33814" y="183071"/>
                        <a:pt x="32861" y="184309"/>
                      </a:cubicBezTo>
                      <a:lnTo>
                        <a:pt x="30766" y="184309"/>
                      </a:lnTo>
                      <a:close/>
                      <a:moveTo>
                        <a:pt x="35624" y="161163"/>
                      </a:moveTo>
                      <a:lnTo>
                        <a:pt x="34862" y="163259"/>
                      </a:lnTo>
                      <a:lnTo>
                        <a:pt x="32004" y="163259"/>
                      </a:lnTo>
                      <a:cubicBezTo>
                        <a:pt x="32766" y="161163"/>
                        <a:pt x="33433" y="160211"/>
                        <a:pt x="34100" y="160211"/>
                      </a:cubicBezTo>
                      <a:cubicBezTo>
                        <a:pt x="34576" y="160211"/>
                        <a:pt x="35052" y="160592"/>
                        <a:pt x="35624" y="161163"/>
                      </a:cubicBezTo>
                      <a:close/>
                      <a:moveTo>
                        <a:pt x="39719" y="143446"/>
                      </a:moveTo>
                      <a:lnTo>
                        <a:pt x="39719" y="145542"/>
                      </a:lnTo>
                      <a:lnTo>
                        <a:pt x="35624" y="142113"/>
                      </a:lnTo>
                      <a:cubicBezTo>
                        <a:pt x="36671" y="141732"/>
                        <a:pt x="38005" y="142208"/>
                        <a:pt x="39719" y="143446"/>
                      </a:cubicBezTo>
                      <a:close/>
                      <a:moveTo>
                        <a:pt x="35624" y="173355"/>
                      </a:moveTo>
                      <a:cubicBezTo>
                        <a:pt x="37052" y="173355"/>
                        <a:pt x="37719" y="174308"/>
                        <a:pt x="37719" y="176213"/>
                      </a:cubicBezTo>
                      <a:lnTo>
                        <a:pt x="35624" y="176213"/>
                      </a:lnTo>
                      <a:lnTo>
                        <a:pt x="35624" y="173355"/>
                      </a:lnTo>
                      <a:close/>
                      <a:moveTo>
                        <a:pt x="40577" y="195358"/>
                      </a:moveTo>
                      <a:lnTo>
                        <a:pt x="39719" y="194310"/>
                      </a:lnTo>
                      <a:lnTo>
                        <a:pt x="43910" y="191929"/>
                      </a:lnTo>
                      <a:lnTo>
                        <a:pt x="40577" y="195358"/>
                      </a:lnTo>
                      <a:close/>
                      <a:moveTo>
                        <a:pt x="192596" y="154210"/>
                      </a:moveTo>
                      <a:lnTo>
                        <a:pt x="183547" y="155448"/>
                      </a:lnTo>
                      <a:cubicBezTo>
                        <a:pt x="183547" y="155448"/>
                        <a:pt x="183261" y="156020"/>
                        <a:pt x="183261" y="156210"/>
                      </a:cubicBezTo>
                      <a:cubicBezTo>
                        <a:pt x="183261" y="156686"/>
                        <a:pt x="183928" y="157448"/>
                        <a:pt x="185452" y="158305"/>
                      </a:cubicBezTo>
                      <a:cubicBezTo>
                        <a:pt x="186976" y="159163"/>
                        <a:pt x="187643" y="160115"/>
                        <a:pt x="187643" y="161068"/>
                      </a:cubicBezTo>
                      <a:lnTo>
                        <a:pt x="189738" y="161068"/>
                      </a:lnTo>
                      <a:cubicBezTo>
                        <a:pt x="188690" y="166497"/>
                        <a:pt x="187833" y="171831"/>
                        <a:pt x="186881" y="177165"/>
                      </a:cubicBezTo>
                      <a:cubicBezTo>
                        <a:pt x="185547" y="182880"/>
                        <a:pt x="182118" y="186595"/>
                        <a:pt x="176784" y="188309"/>
                      </a:cubicBezTo>
                      <a:cubicBezTo>
                        <a:pt x="175927" y="185166"/>
                        <a:pt x="173927" y="184213"/>
                        <a:pt x="170688" y="185452"/>
                      </a:cubicBezTo>
                      <a:lnTo>
                        <a:pt x="169640" y="186214"/>
                      </a:lnTo>
                      <a:lnTo>
                        <a:pt x="173546" y="190310"/>
                      </a:lnTo>
                      <a:cubicBezTo>
                        <a:pt x="172021" y="190024"/>
                        <a:pt x="170307" y="188976"/>
                        <a:pt x="168402" y="187357"/>
                      </a:cubicBezTo>
                      <a:cubicBezTo>
                        <a:pt x="166497" y="185738"/>
                        <a:pt x="164973" y="184880"/>
                        <a:pt x="163925" y="184880"/>
                      </a:cubicBezTo>
                      <a:cubicBezTo>
                        <a:pt x="162878" y="184880"/>
                        <a:pt x="161354" y="185642"/>
                        <a:pt x="159829" y="186976"/>
                      </a:cubicBezTo>
                      <a:lnTo>
                        <a:pt x="163449" y="186976"/>
                      </a:lnTo>
                      <a:lnTo>
                        <a:pt x="162592" y="188309"/>
                      </a:lnTo>
                      <a:cubicBezTo>
                        <a:pt x="164687" y="188976"/>
                        <a:pt x="167354" y="190595"/>
                        <a:pt x="170688" y="193167"/>
                      </a:cubicBezTo>
                      <a:lnTo>
                        <a:pt x="163449" y="196310"/>
                      </a:lnTo>
                      <a:lnTo>
                        <a:pt x="164783" y="197168"/>
                      </a:lnTo>
                      <a:cubicBezTo>
                        <a:pt x="164783" y="197168"/>
                        <a:pt x="161639" y="198501"/>
                        <a:pt x="156496" y="200787"/>
                      </a:cubicBezTo>
                      <a:cubicBezTo>
                        <a:pt x="153734" y="201835"/>
                        <a:pt x="151162" y="202311"/>
                        <a:pt x="148685" y="202311"/>
                      </a:cubicBezTo>
                      <a:cubicBezTo>
                        <a:pt x="147447" y="202311"/>
                        <a:pt x="146209" y="202311"/>
                        <a:pt x="144780" y="202121"/>
                      </a:cubicBezTo>
                      <a:cubicBezTo>
                        <a:pt x="143923" y="204406"/>
                        <a:pt x="143637" y="205930"/>
                        <a:pt x="144018" y="206788"/>
                      </a:cubicBezTo>
                      <a:lnTo>
                        <a:pt x="104680" y="208026"/>
                      </a:lnTo>
                      <a:cubicBezTo>
                        <a:pt x="101537" y="205073"/>
                        <a:pt x="96679" y="202692"/>
                        <a:pt x="89916" y="200596"/>
                      </a:cubicBezTo>
                      <a:cubicBezTo>
                        <a:pt x="82487" y="198406"/>
                        <a:pt x="77819" y="196596"/>
                        <a:pt x="75724" y="195358"/>
                      </a:cubicBezTo>
                      <a:cubicBezTo>
                        <a:pt x="74962" y="194120"/>
                        <a:pt x="73343" y="193262"/>
                        <a:pt x="71247" y="192691"/>
                      </a:cubicBezTo>
                      <a:cubicBezTo>
                        <a:pt x="69056" y="192214"/>
                        <a:pt x="66961" y="191738"/>
                        <a:pt x="64961" y="191167"/>
                      </a:cubicBezTo>
                      <a:lnTo>
                        <a:pt x="67818" y="188404"/>
                      </a:lnTo>
                      <a:lnTo>
                        <a:pt x="63913" y="184213"/>
                      </a:lnTo>
                      <a:lnTo>
                        <a:pt x="62770" y="187071"/>
                      </a:lnTo>
                      <a:cubicBezTo>
                        <a:pt x="59341" y="186214"/>
                        <a:pt x="57436" y="183356"/>
                        <a:pt x="57150" y="178594"/>
                      </a:cubicBezTo>
                      <a:cubicBezTo>
                        <a:pt x="56960" y="174308"/>
                        <a:pt x="54578" y="172117"/>
                        <a:pt x="49911" y="172117"/>
                      </a:cubicBezTo>
                      <a:lnTo>
                        <a:pt x="46577" y="172117"/>
                      </a:lnTo>
                      <a:cubicBezTo>
                        <a:pt x="49530" y="171926"/>
                        <a:pt x="50959" y="170307"/>
                        <a:pt x="50959" y="167259"/>
                      </a:cubicBezTo>
                      <a:cubicBezTo>
                        <a:pt x="50959" y="166211"/>
                        <a:pt x="50673" y="165259"/>
                        <a:pt x="50102" y="164402"/>
                      </a:cubicBezTo>
                      <a:cubicBezTo>
                        <a:pt x="49625" y="163544"/>
                        <a:pt x="47720" y="162496"/>
                        <a:pt x="44672" y="161258"/>
                      </a:cubicBezTo>
                      <a:lnTo>
                        <a:pt x="43910" y="162020"/>
                      </a:lnTo>
                      <a:cubicBezTo>
                        <a:pt x="43910" y="162020"/>
                        <a:pt x="43434" y="162592"/>
                        <a:pt x="43148" y="162592"/>
                      </a:cubicBezTo>
                      <a:cubicBezTo>
                        <a:pt x="42577" y="162592"/>
                        <a:pt x="42196" y="161925"/>
                        <a:pt x="41720" y="160496"/>
                      </a:cubicBezTo>
                      <a:cubicBezTo>
                        <a:pt x="41434" y="159353"/>
                        <a:pt x="41434" y="158210"/>
                        <a:pt x="41720" y="157163"/>
                      </a:cubicBezTo>
                      <a:cubicBezTo>
                        <a:pt x="43529" y="156781"/>
                        <a:pt x="46196" y="154972"/>
                        <a:pt x="49530" y="151733"/>
                      </a:cubicBezTo>
                      <a:cubicBezTo>
                        <a:pt x="52578" y="148971"/>
                        <a:pt x="55150" y="147638"/>
                        <a:pt x="57245" y="147638"/>
                      </a:cubicBezTo>
                      <a:cubicBezTo>
                        <a:pt x="58293" y="147638"/>
                        <a:pt x="59341" y="147923"/>
                        <a:pt x="60579" y="148400"/>
                      </a:cubicBezTo>
                      <a:cubicBezTo>
                        <a:pt x="59912" y="147256"/>
                        <a:pt x="59817" y="146209"/>
                        <a:pt x="60484" y="145352"/>
                      </a:cubicBezTo>
                      <a:cubicBezTo>
                        <a:pt x="61055" y="144494"/>
                        <a:pt x="60484" y="143161"/>
                        <a:pt x="58865" y="141446"/>
                      </a:cubicBezTo>
                      <a:lnTo>
                        <a:pt x="67628" y="137351"/>
                      </a:lnTo>
                      <a:lnTo>
                        <a:pt x="65532" y="134493"/>
                      </a:lnTo>
                      <a:cubicBezTo>
                        <a:pt x="66866" y="134493"/>
                        <a:pt x="69152" y="133731"/>
                        <a:pt x="72295" y="132017"/>
                      </a:cubicBezTo>
                      <a:cubicBezTo>
                        <a:pt x="75343" y="130397"/>
                        <a:pt x="77438" y="129540"/>
                        <a:pt x="78486" y="129540"/>
                      </a:cubicBezTo>
                      <a:cubicBezTo>
                        <a:pt x="80201" y="129540"/>
                        <a:pt x="81344" y="130873"/>
                        <a:pt x="81820" y="133445"/>
                      </a:cubicBezTo>
                      <a:cubicBezTo>
                        <a:pt x="81344" y="139160"/>
                        <a:pt x="83344" y="144780"/>
                        <a:pt x="88011" y="150495"/>
                      </a:cubicBezTo>
                      <a:cubicBezTo>
                        <a:pt x="90297" y="153257"/>
                        <a:pt x="94869" y="157639"/>
                        <a:pt x="101727" y="163449"/>
                      </a:cubicBezTo>
                      <a:cubicBezTo>
                        <a:pt x="102775" y="165926"/>
                        <a:pt x="104489" y="167164"/>
                        <a:pt x="106871" y="167164"/>
                      </a:cubicBezTo>
                      <a:cubicBezTo>
                        <a:pt x="107537" y="167164"/>
                        <a:pt x="108680" y="166973"/>
                        <a:pt x="110109" y="166783"/>
                      </a:cubicBezTo>
                      <a:cubicBezTo>
                        <a:pt x="111538" y="166497"/>
                        <a:pt x="112681" y="166402"/>
                        <a:pt x="113348" y="166402"/>
                      </a:cubicBezTo>
                      <a:cubicBezTo>
                        <a:pt x="114871" y="166402"/>
                        <a:pt x="116396" y="166783"/>
                        <a:pt x="117824" y="167450"/>
                      </a:cubicBezTo>
                      <a:cubicBezTo>
                        <a:pt x="119158" y="168116"/>
                        <a:pt x="120682" y="168497"/>
                        <a:pt x="122396" y="168497"/>
                      </a:cubicBezTo>
                      <a:cubicBezTo>
                        <a:pt x="125444" y="168497"/>
                        <a:pt x="129064" y="166973"/>
                        <a:pt x="133255" y="164116"/>
                      </a:cubicBezTo>
                      <a:cubicBezTo>
                        <a:pt x="139446" y="160020"/>
                        <a:pt x="142970" y="157734"/>
                        <a:pt x="143828" y="157448"/>
                      </a:cubicBezTo>
                      <a:cubicBezTo>
                        <a:pt x="144685" y="156020"/>
                        <a:pt x="145066" y="154686"/>
                        <a:pt x="145066" y="153257"/>
                      </a:cubicBezTo>
                      <a:cubicBezTo>
                        <a:pt x="145066" y="151257"/>
                        <a:pt x="143923" y="148495"/>
                        <a:pt x="141542" y="145161"/>
                      </a:cubicBezTo>
                      <a:cubicBezTo>
                        <a:pt x="139160" y="141827"/>
                        <a:pt x="137827" y="139255"/>
                        <a:pt x="137541" y="137541"/>
                      </a:cubicBezTo>
                      <a:cubicBezTo>
                        <a:pt x="133350" y="136779"/>
                        <a:pt x="130874" y="135160"/>
                        <a:pt x="130302" y="132588"/>
                      </a:cubicBezTo>
                      <a:lnTo>
                        <a:pt x="131636" y="131540"/>
                      </a:lnTo>
                      <a:cubicBezTo>
                        <a:pt x="126111" y="128969"/>
                        <a:pt x="118491" y="124968"/>
                        <a:pt x="108680" y="119634"/>
                      </a:cubicBezTo>
                      <a:cubicBezTo>
                        <a:pt x="107633" y="120587"/>
                        <a:pt x="106585" y="120872"/>
                        <a:pt x="105537" y="120872"/>
                      </a:cubicBezTo>
                      <a:cubicBezTo>
                        <a:pt x="104204" y="120872"/>
                        <a:pt x="102489" y="120015"/>
                        <a:pt x="100394" y="118110"/>
                      </a:cubicBezTo>
                      <a:cubicBezTo>
                        <a:pt x="98393" y="116205"/>
                        <a:pt x="96679" y="115253"/>
                        <a:pt x="95441" y="115253"/>
                      </a:cubicBezTo>
                      <a:cubicBezTo>
                        <a:pt x="94964" y="115253"/>
                        <a:pt x="94488" y="115253"/>
                        <a:pt x="93917" y="115729"/>
                      </a:cubicBezTo>
                      <a:cubicBezTo>
                        <a:pt x="89535" y="114491"/>
                        <a:pt x="85249" y="110966"/>
                        <a:pt x="80963" y="105061"/>
                      </a:cubicBezTo>
                      <a:cubicBezTo>
                        <a:pt x="76105" y="98488"/>
                        <a:pt x="72104" y="94297"/>
                        <a:pt x="68866" y="92393"/>
                      </a:cubicBezTo>
                      <a:cubicBezTo>
                        <a:pt x="69152" y="90488"/>
                        <a:pt x="68390" y="88106"/>
                        <a:pt x="66199" y="85344"/>
                      </a:cubicBezTo>
                      <a:cubicBezTo>
                        <a:pt x="64103" y="82487"/>
                        <a:pt x="63341" y="80201"/>
                        <a:pt x="63722" y="78772"/>
                      </a:cubicBezTo>
                      <a:cubicBezTo>
                        <a:pt x="62484" y="76486"/>
                        <a:pt x="61722" y="72200"/>
                        <a:pt x="61341" y="65818"/>
                      </a:cubicBezTo>
                      <a:cubicBezTo>
                        <a:pt x="60960" y="60198"/>
                        <a:pt x="60770" y="54483"/>
                        <a:pt x="60579" y="48768"/>
                      </a:cubicBezTo>
                      <a:cubicBezTo>
                        <a:pt x="62008" y="48292"/>
                        <a:pt x="62675" y="47625"/>
                        <a:pt x="62675" y="46672"/>
                      </a:cubicBezTo>
                      <a:cubicBezTo>
                        <a:pt x="62675" y="46196"/>
                        <a:pt x="62294" y="45339"/>
                        <a:pt x="61627" y="44196"/>
                      </a:cubicBezTo>
                      <a:cubicBezTo>
                        <a:pt x="60865" y="43053"/>
                        <a:pt x="60579" y="42291"/>
                        <a:pt x="60579" y="41720"/>
                      </a:cubicBezTo>
                      <a:cubicBezTo>
                        <a:pt x="61436" y="39243"/>
                        <a:pt x="64389" y="36004"/>
                        <a:pt x="69342" y="31909"/>
                      </a:cubicBezTo>
                      <a:cubicBezTo>
                        <a:pt x="73533" y="28289"/>
                        <a:pt x="75533" y="24765"/>
                        <a:pt x="75533" y="21622"/>
                      </a:cubicBezTo>
                      <a:cubicBezTo>
                        <a:pt x="76200" y="21431"/>
                        <a:pt x="77343" y="20764"/>
                        <a:pt x="79058" y="19526"/>
                      </a:cubicBezTo>
                      <a:cubicBezTo>
                        <a:pt x="80677" y="18288"/>
                        <a:pt x="81820" y="17717"/>
                        <a:pt x="82487" y="17717"/>
                      </a:cubicBezTo>
                      <a:cubicBezTo>
                        <a:pt x="83058" y="17717"/>
                        <a:pt x="83534" y="18097"/>
                        <a:pt x="83820" y="18764"/>
                      </a:cubicBezTo>
                      <a:cubicBezTo>
                        <a:pt x="87059" y="13716"/>
                        <a:pt x="92393" y="9906"/>
                        <a:pt x="99632" y="7144"/>
                      </a:cubicBezTo>
                      <a:cubicBezTo>
                        <a:pt x="106013" y="5048"/>
                        <a:pt x="112300" y="3048"/>
                        <a:pt x="118777" y="953"/>
                      </a:cubicBezTo>
                      <a:cubicBezTo>
                        <a:pt x="120587" y="286"/>
                        <a:pt x="122492" y="0"/>
                        <a:pt x="124396" y="0"/>
                      </a:cubicBezTo>
                      <a:cubicBezTo>
                        <a:pt x="127159" y="0"/>
                        <a:pt x="130778" y="1143"/>
                        <a:pt x="135446" y="3238"/>
                      </a:cubicBezTo>
                      <a:cubicBezTo>
                        <a:pt x="140208" y="5429"/>
                        <a:pt x="143923" y="6477"/>
                        <a:pt x="146590" y="6477"/>
                      </a:cubicBezTo>
                      <a:cubicBezTo>
                        <a:pt x="147828" y="6477"/>
                        <a:pt x="149066" y="6287"/>
                        <a:pt x="150304" y="6001"/>
                      </a:cubicBezTo>
                      <a:cubicBezTo>
                        <a:pt x="151448" y="8382"/>
                        <a:pt x="153638" y="10001"/>
                        <a:pt x="156686" y="10859"/>
                      </a:cubicBezTo>
                      <a:cubicBezTo>
                        <a:pt x="160592" y="12002"/>
                        <a:pt x="163163" y="13145"/>
                        <a:pt x="164402" y="13906"/>
                      </a:cubicBezTo>
                      <a:cubicBezTo>
                        <a:pt x="170307" y="14383"/>
                        <a:pt x="175546" y="22003"/>
                        <a:pt x="180213" y="36671"/>
                      </a:cubicBezTo>
                      <a:cubicBezTo>
                        <a:pt x="180023" y="38767"/>
                        <a:pt x="178499" y="41529"/>
                        <a:pt x="175641" y="44958"/>
                      </a:cubicBezTo>
                      <a:cubicBezTo>
                        <a:pt x="172784" y="48387"/>
                        <a:pt x="171450" y="51340"/>
                        <a:pt x="171641" y="53721"/>
                      </a:cubicBezTo>
                      <a:cubicBezTo>
                        <a:pt x="169736" y="53340"/>
                        <a:pt x="168688" y="54102"/>
                        <a:pt x="168497" y="55817"/>
                      </a:cubicBezTo>
                      <a:cubicBezTo>
                        <a:pt x="168307" y="58007"/>
                        <a:pt x="167926" y="59436"/>
                        <a:pt x="167259" y="59627"/>
                      </a:cubicBezTo>
                      <a:cubicBezTo>
                        <a:pt x="162496" y="61913"/>
                        <a:pt x="159068" y="63055"/>
                        <a:pt x="157163" y="63055"/>
                      </a:cubicBezTo>
                      <a:cubicBezTo>
                        <a:pt x="154496" y="63055"/>
                        <a:pt x="151829" y="61341"/>
                        <a:pt x="149447" y="57912"/>
                      </a:cubicBezTo>
                      <a:cubicBezTo>
                        <a:pt x="149257" y="55150"/>
                        <a:pt x="147542" y="53150"/>
                        <a:pt x="144209" y="51721"/>
                      </a:cubicBezTo>
                      <a:cubicBezTo>
                        <a:pt x="140494" y="50292"/>
                        <a:pt x="138208" y="48673"/>
                        <a:pt x="137446" y="46768"/>
                      </a:cubicBezTo>
                      <a:cubicBezTo>
                        <a:pt x="136493" y="46672"/>
                        <a:pt x="133731" y="45720"/>
                        <a:pt x="129445" y="43910"/>
                      </a:cubicBezTo>
                      <a:cubicBezTo>
                        <a:pt x="126016" y="42577"/>
                        <a:pt x="123254" y="41910"/>
                        <a:pt x="121253" y="41910"/>
                      </a:cubicBezTo>
                      <a:cubicBezTo>
                        <a:pt x="118301" y="41910"/>
                        <a:pt x="115729" y="43244"/>
                        <a:pt x="113729" y="46101"/>
                      </a:cubicBezTo>
                      <a:cubicBezTo>
                        <a:pt x="113062" y="45911"/>
                        <a:pt x="112395" y="45815"/>
                        <a:pt x="111919" y="45815"/>
                      </a:cubicBezTo>
                      <a:cubicBezTo>
                        <a:pt x="110490" y="45815"/>
                        <a:pt x="108395" y="47149"/>
                        <a:pt x="105442" y="49721"/>
                      </a:cubicBezTo>
                      <a:cubicBezTo>
                        <a:pt x="106299" y="51245"/>
                        <a:pt x="106775" y="52673"/>
                        <a:pt x="106775" y="53816"/>
                      </a:cubicBezTo>
                      <a:cubicBezTo>
                        <a:pt x="106775" y="55436"/>
                        <a:pt x="105632" y="56769"/>
                        <a:pt x="103251" y="58103"/>
                      </a:cubicBezTo>
                      <a:cubicBezTo>
                        <a:pt x="100870" y="59341"/>
                        <a:pt x="99822" y="60674"/>
                        <a:pt x="99822" y="61817"/>
                      </a:cubicBezTo>
                      <a:cubicBezTo>
                        <a:pt x="99822" y="62865"/>
                        <a:pt x="100298" y="64198"/>
                        <a:pt x="101537" y="65913"/>
                      </a:cubicBezTo>
                      <a:cubicBezTo>
                        <a:pt x="108680" y="76486"/>
                        <a:pt x="119729" y="84392"/>
                        <a:pt x="134398" y="89726"/>
                      </a:cubicBezTo>
                      <a:cubicBezTo>
                        <a:pt x="136303" y="90202"/>
                        <a:pt x="138970" y="91916"/>
                        <a:pt x="142494" y="94774"/>
                      </a:cubicBezTo>
                      <a:cubicBezTo>
                        <a:pt x="146113" y="97631"/>
                        <a:pt x="149066" y="99155"/>
                        <a:pt x="151543" y="99441"/>
                      </a:cubicBezTo>
                      <a:cubicBezTo>
                        <a:pt x="153924" y="99727"/>
                        <a:pt x="157258" y="101727"/>
                        <a:pt x="161639" y="105251"/>
                      </a:cubicBezTo>
                      <a:cubicBezTo>
                        <a:pt x="165450" y="108680"/>
                        <a:pt x="168974" y="110109"/>
                        <a:pt x="172403" y="109633"/>
                      </a:cubicBezTo>
                      <a:cubicBezTo>
                        <a:pt x="172403" y="111347"/>
                        <a:pt x="172688" y="112395"/>
                        <a:pt x="173260" y="112490"/>
                      </a:cubicBezTo>
                      <a:cubicBezTo>
                        <a:pt x="174784" y="112490"/>
                        <a:pt x="176022" y="113633"/>
                        <a:pt x="176784" y="116014"/>
                      </a:cubicBezTo>
                      <a:cubicBezTo>
                        <a:pt x="177451" y="118396"/>
                        <a:pt x="178594" y="119253"/>
                        <a:pt x="180308" y="118777"/>
                      </a:cubicBezTo>
                      <a:cubicBezTo>
                        <a:pt x="180594" y="119920"/>
                        <a:pt x="182880" y="123444"/>
                        <a:pt x="186976" y="129350"/>
                      </a:cubicBezTo>
                      <a:cubicBezTo>
                        <a:pt x="190119" y="134207"/>
                        <a:pt x="191643" y="138589"/>
                        <a:pt x="191643" y="142494"/>
                      </a:cubicBezTo>
                      <a:cubicBezTo>
                        <a:pt x="192500" y="143542"/>
                        <a:pt x="192977" y="144494"/>
                        <a:pt x="192977" y="145637"/>
                      </a:cubicBezTo>
                      <a:cubicBezTo>
                        <a:pt x="192977" y="146495"/>
                        <a:pt x="192500" y="147542"/>
                        <a:pt x="191643" y="148876"/>
                      </a:cubicBezTo>
                      <a:cubicBezTo>
                        <a:pt x="190786" y="150114"/>
                        <a:pt x="190310" y="150971"/>
                        <a:pt x="190310" y="151543"/>
                      </a:cubicBezTo>
                      <a:cubicBezTo>
                        <a:pt x="190310" y="152591"/>
                        <a:pt x="191071" y="153638"/>
                        <a:pt x="192405" y="154686"/>
                      </a:cubicBezTo>
                      <a:close/>
                      <a:moveTo>
                        <a:pt x="44006" y="160401"/>
                      </a:moveTo>
                      <a:lnTo>
                        <a:pt x="50006" y="158401"/>
                      </a:lnTo>
                      <a:lnTo>
                        <a:pt x="47149" y="158401"/>
                      </a:lnTo>
                      <a:lnTo>
                        <a:pt x="44006" y="160401"/>
                      </a:lnTo>
                      <a:close/>
                      <a:moveTo>
                        <a:pt x="45815" y="185452"/>
                      </a:moveTo>
                      <a:lnTo>
                        <a:pt x="47054" y="185452"/>
                      </a:lnTo>
                      <a:lnTo>
                        <a:pt x="49149" y="186976"/>
                      </a:lnTo>
                      <a:lnTo>
                        <a:pt x="45815" y="185452"/>
                      </a:lnTo>
                      <a:close/>
                      <a:moveTo>
                        <a:pt x="54102" y="199168"/>
                      </a:moveTo>
                      <a:cubicBezTo>
                        <a:pt x="53816" y="197263"/>
                        <a:pt x="54293" y="195548"/>
                        <a:pt x="55912" y="194024"/>
                      </a:cubicBezTo>
                      <a:lnTo>
                        <a:pt x="55721" y="194310"/>
                      </a:lnTo>
                      <a:cubicBezTo>
                        <a:pt x="55721" y="194786"/>
                        <a:pt x="56102" y="195453"/>
                        <a:pt x="56864" y="196215"/>
                      </a:cubicBezTo>
                      <a:cubicBezTo>
                        <a:pt x="57626" y="196977"/>
                        <a:pt x="58103" y="197548"/>
                        <a:pt x="58103" y="197929"/>
                      </a:cubicBezTo>
                      <a:cubicBezTo>
                        <a:pt x="58103" y="198406"/>
                        <a:pt x="57721" y="198882"/>
                        <a:pt x="56960" y="199168"/>
                      </a:cubicBezTo>
                      <a:lnTo>
                        <a:pt x="54102" y="199168"/>
                      </a:lnTo>
                      <a:close/>
                      <a:moveTo>
                        <a:pt x="56388" y="193262"/>
                      </a:moveTo>
                      <a:cubicBezTo>
                        <a:pt x="56388" y="193262"/>
                        <a:pt x="55912" y="193929"/>
                        <a:pt x="55912" y="194120"/>
                      </a:cubicBezTo>
                      <a:cubicBezTo>
                        <a:pt x="55912" y="193929"/>
                        <a:pt x="56102" y="193643"/>
                        <a:pt x="56388" y="193262"/>
                      </a:cubicBezTo>
                      <a:close/>
                      <a:moveTo>
                        <a:pt x="56864" y="188404"/>
                      </a:moveTo>
                      <a:cubicBezTo>
                        <a:pt x="57626" y="188404"/>
                        <a:pt x="58388" y="188786"/>
                        <a:pt x="59246" y="189738"/>
                      </a:cubicBezTo>
                      <a:cubicBezTo>
                        <a:pt x="60103" y="190691"/>
                        <a:pt x="60579" y="191071"/>
                        <a:pt x="60770" y="191262"/>
                      </a:cubicBezTo>
                      <a:cubicBezTo>
                        <a:pt x="59722" y="191453"/>
                        <a:pt x="58293" y="192119"/>
                        <a:pt x="56388" y="193262"/>
                      </a:cubicBezTo>
                      <a:cubicBezTo>
                        <a:pt x="57721" y="191548"/>
                        <a:pt x="58007" y="189929"/>
                        <a:pt x="56864" y="188404"/>
                      </a:cubicBezTo>
                      <a:close/>
                      <a:moveTo>
                        <a:pt x="62770" y="166402"/>
                      </a:moveTo>
                      <a:lnTo>
                        <a:pt x="62770" y="164306"/>
                      </a:lnTo>
                      <a:lnTo>
                        <a:pt x="56864" y="161163"/>
                      </a:lnTo>
                      <a:lnTo>
                        <a:pt x="62770" y="166402"/>
                      </a:lnTo>
                      <a:close/>
                      <a:moveTo>
                        <a:pt x="67723" y="174403"/>
                      </a:moveTo>
                      <a:cubicBezTo>
                        <a:pt x="67723" y="174403"/>
                        <a:pt x="68390" y="174593"/>
                        <a:pt x="70199" y="174974"/>
                      </a:cubicBezTo>
                      <a:cubicBezTo>
                        <a:pt x="71342" y="174974"/>
                        <a:pt x="72104" y="174593"/>
                        <a:pt x="72676" y="173355"/>
                      </a:cubicBezTo>
                      <a:cubicBezTo>
                        <a:pt x="70580" y="172688"/>
                        <a:pt x="68961" y="172974"/>
                        <a:pt x="67723" y="174403"/>
                      </a:cubicBezTo>
                      <a:cubicBezTo>
                        <a:pt x="67151" y="174403"/>
                        <a:pt x="66866" y="174688"/>
                        <a:pt x="66866" y="175165"/>
                      </a:cubicBezTo>
                      <a:lnTo>
                        <a:pt x="64865" y="177260"/>
                      </a:lnTo>
                      <a:lnTo>
                        <a:pt x="66866" y="177260"/>
                      </a:lnTo>
                      <a:cubicBezTo>
                        <a:pt x="66770" y="176403"/>
                        <a:pt x="66770" y="175736"/>
                        <a:pt x="66866" y="175165"/>
                      </a:cubicBezTo>
                      <a:lnTo>
                        <a:pt x="67723" y="174403"/>
                      </a:lnTo>
                      <a:close/>
                      <a:moveTo>
                        <a:pt x="68961" y="76486"/>
                      </a:moveTo>
                      <a:cubicBezTo>
                        <a:pt x="69818" y="75629"/>
                        <a:pt x="70104" y="74867"/>
                        <a:pt x="69723" y="74200"/>
                      </a:cubicBezTo>
                      <a:lnTo>
                        <a:pt x="70485" y="72390"/>
                      </a:lnTo>
                      <a:cubicBezTo>
                        <a:pt x="69818" y="71533"/>
                        <a:pt x="68866" y="70771"/>
                        <a:pt x="67723" y="70295"/>
                      </a:cubicBezTo>
                      <a:cubicBezTo>
                        <a:pt x="66675" y="69818"/>
                        <a:pt x="65913" y="69533"/>
                        <a:pt x="65532" y="69533"/>
                      </a:cubicBezTo>
                      <a:cubicBezTo>
                        <a:pt x="68390" y="70961"/>
                        <a:pt x="69723" y="72390"/>
                        <a:pt x="69723" y="74200"/>
                      </a:cubicBezTo>
                      <a:lnTo>
                        <a:pt x="68961" y="76486"/>
                      </a:lnTo>
                      <a:close/>
                      <a:moveTo>
                        <a:pt x="86773" y="61531"/>
                      </a:moveTo>
                      <a:lnTo>
                        <a:pt x="86773" y="60674"/>
                      </a:lnTo>
                      <a:cubicBezTo>
                        <a:pt x="86106" y="56197"/>
                        <a:pt x="82963" y="54007"/>
                        <a:pt x="77534" y="54007"/>
                      </a:cubicBezTo>
                      <a:cubicBezTo>
                        <a:pt x="73247" y="54007"/>
                        <a:pt x="69723" y="55245"/>
                        <a:pt x="66961" y="57626"/>
                      </a:cubicBezTo>
                      <a:cubicBezTo>
                        <a:pt x="67818" y="58007"/>
                        <a:pt x="68675" y="59722"/>
                        <a:pt x="69628" y="62675"/>
                      </a:cubicBezTo>
                      <a:cubicBezTo>
                        <a:pt x="70676" y="65722"/>
                        <a:pt x="72295" y="66961"/>
                        <a:pt x="74771" y="66389"/>
                      </a:cubicBezTo>
                      <a:lnTo>
                        <a:pt x="74771" y="65627"/>
                      </a:lnTo>
                      <a:cubicBezTo>
                        <a:pt x="75343" y="65151"/>
                        <a:pt x="75819" y="63246"/>
                        <a:pt x="76486" y="60008"/>
                      </a:cubicBezTo>
                      <a:cubicBezTo>
                        <a:pt x="76962" y="57341"/>
                        <a:pt x="78010" y="55817"/>
                        <a:pt x="79629" y="55817"/>
                      </a:cubicBezTo>
                      <a:cubicBezTo>
                        <a:pt x="80296" y="55817"/>
                        <a:pt x="81153" y="56102"/>
                        <a:pt x="81915" y="56579"/>
                      </a:cubicBezTo>
                      <a:lnTo>
                        <a:pt x="81915" y="58674"/>
                      </a:lnTo>
                      <a:cubicBezTo>
                        <a:pt x="81915" y="58674"/>
                        <a:pt x="82677" y="58388"/>
                        <a:pt x="83249" y="58388"/>
                      </a:cubicBezTo>
                      <a:cubicBezTo>
                        <a:pt x="83629" y="58388"/>
                        <a:pt x="84868" y="59341"/>
                        <a:pt x="86868" y="61531"/>
                      </a:cubicBezTo>
                      <a:close/>
                      <a:moveTo>
                        <a:pt x="70580" y="144209"/>
                      </a:moveTo>
                      <a:cubicBezTo>
                        <a:pt x="68961" y="144209"/>
                        <a:pt x="68009" y="144018"/>
                        <a:pt x="67723" y="143542"/>
                      </a:cubicBezTo>
                      <a:lnTo>
                        <a:pt x="69818" y="146304"/>
                      </a:lnTo>
                      <a:cubicBezTo>
                        <a:pt x="70676" y="145733"/>
                        <a:pt x="70866" y="145066"/>
                        <a:pt x="70580" y="144209"/>
                      </a:cubicBezTo>
                      <a:close/>
                      <a:moveTo>
                        <a:pt x="72676" y="64389"/>
                      </a:moveTo>
                      <a:lnTo>
                        <a:pt x="71819" y="63532"/>
                      </a:lnTo>
                      <a:lnTo>
                        <a:pt x="73914" y="63532"/>
                      </a:lnTo>
                      <a:cubicBezTo>
                        <a:pt x="73914" y="63532"/>
                        <a:pt x="73343" y="64008"/>
                        <a:pt x="72676" y="64389"/>
                      </a:cubicBezTo>
                      <a:close/>
                      <a:moveTo>
                        <a:pt x="73914" y="63532"/>
                      </a:moveTo>
                      <a:cubicBezTo>
                        <a:pt x="73914" y="63532"/>
                        <a:pt x="74486" y="63151"/>
                        <a:pt x="74676" y="63532"/>
                      </a:cubicBezTo>
                      <a:lnTo>
                        <a:pt x="73914" y="63532"/>
                      </a:lnTo>
                      <a:close/>
                      <a:moveTo>
                        <a:pt x="75724" y="190405"/>
                      </a:moveTo>
                      <a:lnTo>
                        <a:pt x="77819" y="188404"/>
                      </a:lnTo>
                      <a:cubicBezTo>
                        <a:pt x="76962" y="187547"/>
                        <a:pt x="76200" y="187071"/>
                        <a:pt x="75724" y="187071"/>
                      </a:cubicBezTo>
                      <a:lnTo>
                        <a:pt x="75724" y="190405"/>
                      </a:lnTo>
                      <a:close/>
                      <a:moveTo>
                        <a:pt x="78867" y="67151"/>
                      </a:moveTo>
                      <a:cubicBezTo>
                        <a:pt x="79248" y="66104"/>
                        <a:pt x="78867" y="64961"/>
                        <a:pt x="77819" y="63532"/>
                      </a:cubicBezTo>
                      <a:lnTo>
                        <a:pt x="77819" y="68485"/>
                      </a:lnTo>
                      <a:lnTo>
                        <a:pt x="78867" y="67246"/>
                      </a:lnTo>
                      <a:close/>
                      <a:moveTo>
                        <a:pt x="82677" y="206978"/>
                      </a:moveTo>
                      <a:lnTo>
                        <a:pt x="81915" y="206216"/>
                      </a:lnTo>
                      <a:lnTo>
                        <a:pt x="84011" y="206216"/>
                      </a:lnTo>
                      <a:cubicBezTo>
                        <a:pt x="82963" y="206788"/>
                        <a:pt x="82487" y="206978"/>
                        <a:pt x="82677" y="206978"/>
                      </a:cubicBezTo>
                      <a:close/>
                      <a:moveTo>
                        <a:pt x="107823" y="185547"/>
                      </a:moveTo>
                      <a:lnTo>
                        <a:pt x="108871" y="184309"/>
                      </a:lnTo>
                      <a:lnTo>
                        <a:pt x="107823" y="181451"/>
                      </a:lnTo>
                      <a:lnTo>
                        <a:pt x="107823" y="185547"/>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 name="Google Shape;1040;p99"/>
                <p:cNvSpPr/>
                <p:nvPr/>
              </p:nvSpPr>
              <p:spPr>
                <a:xfrm>
                  <a:off x="5743669" y="4238910"/>
                  <a:ext cx="162972" cy="220884"/>
                </a:xfrm>
                <a:custGeom>
                  <a:avLst/>
                  <a:gdLst/>
                  <a:ahLst/>
                  <a:cxnLst/>
                  <a:rect l="l" t="t" r="r" b="b"/>
                  <a:pathLst>
                    <a:path w="162972" h="220884" extrusionOk="0">
                      <a:moveTo>
                        <a:pt x="3143" y="220885"/>
                      </a:moveTo>
                      <a:lnTo>
                        <a:pt x="0" y="218789"/>
                      </a:lnTo>
                      <a:lnTo>
                        <a:pt x="3143" y="219551"/>
                      </a:lnTo>
                      <a:lnTo>
                        <a:pt x="3143" y="220885"/>
                      </a:lnTo>
                      <a:close/>
                      <a:moveTo>
                        <a:pt x="159258" y="84963"/>
                      </a:moveTo>
                      <a:cubicBezTo>
                        <a:pt x="158687" y="86868"/>
                        <a:pt x="159163" y="88868"/>
                        <a:pt x="160591" y="90869"/>
                      </a:cubicBezTo>
                      <a:cubicBezTo>
                        <a:pt x="162115" y="92869"/>
                        <a:pt x="162877" y="94297"/>
                        <a:pt x="162877" y="94964"/>
                      </a:cubicBezTo>
                      <a:cubicBezTo>
                        <a:pt x="162877" y="96203"/>
                        <a:pt x="162211" y="97536"/>
                        <a:pt x="160782" y="99155"/>
                      </a:cubicBezTo>
                      <a:cubicBezTo>
                        <a:pt x="161639" y="106013"/>
                        <a:pt x="162020" y="113443"/>
                        <a:pt x="162020" y="121348"/>
                      </a:cubicBezTo>
                      <a:cubicBezTo>
                        <a:pt x="162020" y="129254"/>
                        <a:pt x="161639" y="136588"/>
                        <a:pt x="160782" y="143923"/>
                      </a:cubicBezTo>
                      <a:cubicBezTo>
                        <a:pt x="157448" y="144875"/>
                        <a:pt x="155829" y="146590"/>
                        <a:pt x="155829" y="148780"/>
                      </a:cubicBezTo>
                      <a:cubicBezTo>
                        <a:pt x="155829" y="149447"/>
                        <a:pt x="156115" y="150686"/>
                        <a:pt x="156686" y="152400"/>
                      </a:cubicBezTo>
                      <a:cubicBezTo>
                        <a:pt x="157163" y="154114"/>
                        <a:pt x="157448" y="155543"/>
                        <a:pt x="157448" y="156496"/>
                      </a:cubicBezTo>
                      <a:cubicBezTo>
                        <a:pt x="157448" y="157448"/>
                        <a:pt x="157353" y="158210"/>
                        <a:pt x="156877" y="158877"/>
                      </a:cubicBezTo>
                      <a:lnTo>
                        <a:pt x="157924" y="166116"/>
                      </a:lnTo>
                      <a:cubicBezTo>
                        <a:pt x="155734" y="167354"/>
                        <a:pt x="153924" y="169640"/>
                        <a:pt x="152590" y="172974"/>
                      </a:cubicBezTo>
                      <a:cubicBezTo>
                        <a:pt x="151352" y="176308"/>
                        <a:pt x="150114" y="179546"/>
                        <a:pt x="149066" y="182689"/>
                      </a:cubicBezTo>
                      <a:cubicBezTo>
                        <a:pt x="145828" y="184023"/>
                        <a:pt x="140398" y="187833"/>
                        <a:pt x="132874" y="194024"/>
                      </a:cubicBezTo>
                      <a:lnTo>
                        <a:pt x="135636" y="196882"/>
                      </a:lnTo>
                      <a:cubicBezTo>
                        <a:pt x="126206" y="197263"/>
                        <a:pt x="119158" y="199549"/>
                        <a:pt x="114871" y="203835"/>
                      </a:cubicBezTo>
                      <a:cubicBezTo>
                        <a:pt x="114300" y="203740"/>
                        <a:pt x="113538" y="203549"/>
                        <a:pt x="112871" y="203549"/>
                      </a:cubicBezTo>
                      <a:cubicBezTo>
                        <a:pt x="111347" y="203549"/>
                        <a:pt x="109918" y="204216"/>
                        <a:pt x="108680" y="205549"/>
                      </a:cubicBezTo>
                      <a:cubicBezTo>
                        <a:pt x="107442" y="206788"/>
                        <a:pt x="106871" y="208312"/>
                        <a:pt x="106966" y="209836"/>
                      </a:cubicBezTo>
                      <a:cubicBezTo>
                        <a:pt x="104775" y="208502"/>
                        <a:pt x="102298" y="207740"/>
                        <a:pt x="99441" y="207740"/>
                      </a:cubicBezTo>
                      <a:lnTo>
                        <a:pt x="91249" y="207740"/>
                      </a:lnTo>
                      <a:cubicBezTo>
                        <a:pt x="91630" y="206502"/>
                        <a:pt x="90964" y="205645"/>
                        <a:pt x="89630" y="204883"/>
                      </a:cubicBezTo>
                      <a:cubicBezTo>
                        <a:pt x="88106" y="204121"/>
                        <a:pt x="87344" y="203454"/>
                        <a:pt x="87154" y="202597"/>
                      </a:cubicBezTo>
                      <a:cubicBezTo>
                        <a:pt x="85058" y="205835"/>
                        <a:pt x="82105" y="207645"/>
                        <a:pt x="78105" y="208026"/>
                      </a:cubicBezTo>
                      <a:cubicBezTo>
                        <a:pt x="77438" y="208217"/>
                        <a:pt x="74104" y="208026"/>
                        <a:pt x="68008" y="207740"/>
                      </a:cubicBezTo>
                      <a:cubicBezTo>
                        <a:pt x="63722" y="206026"/>
                        <a:pt x="59341" y="204121"/>
                        <a:pt x="54864" y="202311"/>
                      </a:cubicBezTo>
                      <a:cubicBezTo>
                        <a:pt x="49721" y="200120"/>
                        <a:pt x="45720" y="197548"/>
                        <a:pt x="42958" y="194786"/>
                      </a:cubicBezTo>
                      <a:cubicBezTo>
                        <a:pt x="41815" y="195929"/>
                        <a:pt x="39719" y="195644"/>
                        <a:pt x="36385" y="193929"/>
                      </a:cubicBezTo>
                      <a:cubicBezTo>
                        <a:pt x="32385" y="188786"/>
                        <a:pt x="28099" y="183547"/>
                        <a:pt x="23813" y="178213"/>
                      </a:cubicBezTo>
                      <a:cubicBezTo>
                        <a:pt x="19336" y="172021"/>
                        <a:pt x="16859" y="166306"/>
                        <a:pt x="16288" y="160972"/>
                      </a:cubicBezTo>
                      <a:cubicBezTo>
                        <a:pt x="13906" y="158020"/>
                        <a:pt x="12763" y="153829"/>
                        <a:pt x="12954" y="148304"/>
                      </a:cubicBezTo>
                      <a:cubicBezTo>
                        <a:pt x="13145" y="140208"/>
                        <a:pt x="13145" y="135731"/>
                        <a:pt x="12954" y="134874"/>
                      </a:cubicBezTo>
                      <a:cubicBezTo>
                        <a:pt x="12668" y="133636"/>
                        <a:pt x="12668" y="132397"/>
                        <a:pt x="12668" y="130969"/>
                      </a:cubicBezTo>
                      <a:cubicBezTo>
                        <a:pt x="12668" y="129064"/>
                        <a:pt x="12954" y="126206"/>
                        <a:pt x="13430" y="122301"/>
                      </a:cubicBezTo>
                      <a:cubicBezTo>
                        <a:pt x="14002" y="118396"/>
                        <a:pt x="14192" y="115443"/>
                        <a:pt x="14192" y="113347"/>
                      </a:cubicBezTo>
                      <a:cubicBezTo>
                        <a:pt x="14192" y="109728"/>
                        <a:pt x="13430" y="106585"/>
                        <a:pt x="12097" y="104013"/>
                      </a:cubicBezTo>
                      <a:cubicBezTo>
                        <a:pt x="13811" y="103346"/>
                        <a:pt x="14288" y="102013"/>
                        <a:pt x="13525" y="100108"/>
                      </a:cubicBezTo>
                      <a:cubicBezTo>
                        <a:pt x="12763" y="98203"/>
                        <a:pt x="12954" y="96869"/>
                        <a:pt x="14192" y="96012"/>
                      </a:cubicBezTo>
                      <a:cubicBezTo>
                        <a:pt x="13145" y="87535"/>
                        <a:pt x="12573" y="80486"/>
                        <a:pt x="12573" y="74771"/>
                      </a:cubicBezTo>
                      <a:cubicBezTo>
                        <a:pt x="12573" y="64579"/>
                        <a:pt x="14002" y="56007"/>
                        <a:pt x="16954" y="48959"/>
                      </a:cubicBezTo>
                      <a:cubicBezTo>
                        <a:pt x="18383" y="43053"/>
                        <a:pt x="19431" y="39243"/>
                        <a:pt x="20288" y="37338"/>
                      </a:cubicBezTo>
                      <a:cubicBezTo>
                        <a:pt x="22384" y="33147"/>
                        <a:pt x="25337" y="30671"/>
                        <a:pt x="29051" y="29813"/>
                      </a:cubicBezTo>
                      <a:cubicBezTo>
                        <a:pt x="31242" y="23813"/>
                        <a:pt x="36290" y="18574"/>
                        <a:pt x="44101" y="14002"/>
                      </a:cubicBezTo>
                      <a:lnTo>
                        <a:pt x="42863" y="13240"/>
                      </a:lnTo>
                      <a:cubicBezTo>
                        <a:pt x="45244" y="12668"/>
                        <a:pt x="48673" y="10763"/>
                        <a:pt x="53149" y="7525"/>
                      </a:cubicBezTo>
                      <a:cubicBezTo>
                        <a:pt x="56959" y="4763"/>
                        <a:pt x="60579" y="3620"/>
                        <a:pt x="64008" y="3905"/>
                      </a:cubicBezTo>
                      <a:cubicBezTo>
                        <a:pt x="64008" y="1334"/>
                        <a:pt x="65056" y="0"/>
                        <a:pt x="67056" y="0"/>
                      </a:cubicBezTo>
                      <a:cubicBezTo>
                        <a:pt x="67723" y="0"/>
                        <a:pt x="69056" y="286"/>
                        <a:pt x="70961" y="571"/>
                      </a:cubicBezTo>
                      <a:cubicBezTo>
                        <a:pt x="72866" y="1048"/>
                        <a:pt x="74104" y="1143"/>
                        <a:pt x="74866" y="953"/>
                      </a:cubicBezTo>
                      <a:cubicBezTo>
                        <a:pt x="77629" y="4953"/>
                        <a:pt x="81248" y="6858"/>
                        <a:pt x="85725" y="6858"/>
                      </a:cubicBezTo>
                      <a:cubicBezTo>
                        <a:pt x="87821" y="6858"/>
                        <a:pt x="91154" y="6191"/>
                        <a:pt x="96107" y="4763"/>
                      </a:cubicBezTo>
                      <a:cubicBezTo>
                        <a:pt x="99727" y="5810"/>
                        <a:pt x="104299" y="5810"/>
                        <a:pt x="109728" y="4763"/>
                      </a:cubicBezTo>
                      <a:lnTo>
                        <a:pt x="109728" y="5810"/>
                      </a:lnTo>
                      <a:cubicBezTo>
                        <a:pt x="111347" y="5144"/>
                        <a:pt x="112871" y="4763"/>
                        <a:pt x="114395" y="4763"/>
                      </a:cubicBezTo>
                      <a:cubicBezTo>
                        <a:pt x="116681" y="4763"/>
                        <a:pt x="119443" y="6191"/>
                        <a:pt x="122968" y="9049"/>
                      </a:cubicBezTo>
                      <a:cubicBezTo>
                        <a:pt x="126397" y="11906"/>
                        <a:pt x="129349" y="13430"/>
                        <a:pt x="132016" y="13716"/>
                      </a:cubicBezTo>
                      <a:cubicBezTo>
                        <a:pt x="132683" y="16478"/>
                        <a:pt x="134874" y="19240"/>
                        <a:pt x="138589" y="22003"/>
                      </a:cubicBezTo>
                      <a:cubicBezTo>
                        <a:pt x="142208" y="24765"/>
                        <a:pt x="144399" y="26765"/>
                        <a:pt x="144875" y="27908"/>
                      </a:cubicBezTo>
                      <a:cubicBezTo>
                        <a:pt x="147447" y="27908"/>
                        <a:pt x="148971" y="29718"/>
                        <a:pt x="149542" y="33338"/>
                      </a:cubicBezTo>
                      <a:cubicBezTo>
                        <a:pt x="150019" y="36957"/>
                        <a:pt x="151543" y="38767"/>
                        <a:pt x="153924" y="38767"/>
                      </a:cubicBezTo>
                      <a:cubicBezTo>
                        <a:pt x="155924" y="40957"/>
                        <a:pt x="156781" y="44101"/>
                        <a:pt x="156781" y="48292"/>
                      </a:cubicBezTo>
                      <a:lnTo>
                        <a:pt x="156781" y="51911"/>
                      </a:lnTo>
                      <a:cubicBezTo>
                        <a:pt x="156686" y="53626"/>
                        <a:pt x="156591" y="54769"/>
                        <a:pt x="156591" y="55436"/>
                      </a:cubicBezTo>
                      <a:cubicBezTo>
                        <a:pt x="156591" y="60484"/>
                        <a:pt x="158401" y="64103"/>
                        <a:pt x="161925" y="66294"/>
                      </a:cubicBezTo>
                      <a:cubicBezTo>
                        <a:pt x="161258" y="67532"/>
                        <a:pt x="160972" y="68961"/>
                        <a:pt x="160972" y="70485"/>
                      </a:cubicBezTo>
                      <a:cubicBezTo>
                        <a:pt x="160972" y="71914"/>
                        <a:pt x="161258" y="73723"/>
                        <a:pt x="161925" y="75914"/>
                      </a:cubicBezTo>
                      <a:cubicBezTo>
                        <a:pt x="162687" y="78105"/>
                        <a:pt x="162973" y="79724"/>
                        <a:pt x="162973" y="80581"/>
                      </a:cubicBezTo>
                      <a:cubicBezTo>
                        <a:pt x="162973" y="82582"/>
                        <a:pt x="161734" y="83915"/>
                        <a:pt x="159163" y="84487"/>
                      </a:cubicBezTo>
                      <a:close/>
                      <a:moveTo>
                        <a:pt x="132112" y="99155"/>
                      </a:moveTo>
                      <a:cubicBezTo>
                        <a:pt x="132874" y="99155"/>
                        <a:pt x="136874" y="100394"/>
                        <a:pt x="143923" y="102775"/>
                      </a:cubicBezTo>
                      <a:lnTo>
                        <a:pt x="143923" y="97060"/>
                      </a:lnTo>
                      <a:cubicBezTo>
                        <a:pt x="138303" y="94964"/>
                        <a:pt x="135636" y="94012"/>
                        <a:pt x="136207" y="94012"/>
                      </a:cubicBezTo>
                      <a:cubicBezTo>
                        <a:pt x="134969" y="94012"/>
                        <a:pt x="134588" y="94964"/>
                        <a:pt x="134874" y="97060"/>
                      </a:cubicBezTo>
                      <a:lnTo>
                        <a:pt x="132016" y="94012"/>
                      </a:lnTo>
                      <a:lnTo>
                        <a:pt x="130778" y="94774"/>
                      </a:lnTo>
                      <a:cubicBezTo>
                        <a:pt x="129540" y="92869"/>
                        <a:pt x="127825" y="91440"/>
                        <a:pt x="125539" y="90392"/>
                      </a:cubicBezTo>
                      <a:cubicBezTo>
                        <a:pt x="121729" y="88963"/>
                        <a:pt x="119634" y="88202"/>
                        <a:pt x="119063" y="87821"/>
                      </a:cubicBezTo>
                      <a:cubicBezTo>
                        <a:pt x="119824" y="86963"/>
                        <a:pt x="120015" y="85535"/>
                        <a:pt x="119920" y="83629"/>
                      </a:cubicBezTo>
                      <a:lnTo>
                        <a:pt x="119920" y="78962"/>
                      </a:lnTo>
                      <a:cubicBezTo>
                        <a:pt x="119348" y="78105"/>
                        <a:pt x="117348" y="73628"/>
                        <a:pt x="114014" y="65532"/>
                      </a:cubicBezTo>
                      <a:cubicBezTo>
                        <a:pt x="111728" y="60007"/>
                        <a:pt x="109633" y="56483"/>
                        <a:pt x="107728" y="54959"/>
                      </a:cubicBezTo>
                      <a:lnTo>
                        <a:pt x="109061" y="54197"/>
                      </a:lnTo>
                      <a:cubicBezTo>
                        <a:pt x="107156" y="51816"/>
                        <a:pt x="104584" y="50102"/>
                        <a:pt x="101251" y="49054"/>
                      </a:cubicBezTo>
                      <a:cubicBezTo>
                        <a:pt x="97917" y="48006"/>
                        <a:pt x="94869" y="47054"/>
                        <a:pt x="91916" y="46196"/>
                      </a:cubicBezTo>
                      <a:cubicBezTo>
                        <a:pt x="92107" y="43434"/>
                        <a:pt x="90964" y="42005"/>
                        <a:pt x="88582" y="42005"/>
                      </a:cubicBezTo>
                      <a:cubicBezTo>
                        <a:pt x="85249" y="42005"/>
                        <a:pt x="83153" y="43434"/>
                        <a:pt x="82105" y="46196"/>
                      </a:cubicBezTo>
                      <a:cubicBezTo>
                        <a:pt x="80296" y="46387"/>
                        <a:pt x="77629" y="47530"/>
                        <a:pt x="74485" y="49530"/>
                      </a:cubicBezTo>
                      <a:cubicBezTo>
                        <a:pt x="71247" y="51530"/>
                        <a:pt x="68866" y="52483"/>
                        <a:pt x="67056" y="52102"/>
                      </a:cubicBezTo>
                      <a:cubicBezTo>
                        <a:pt x="63627" y="53149"/>
                        <a:pt x="61246" y="55912"/>
                        <a:pt x="59817" y="60579"/>
                      </a:cubicBezTo>
                      <a:cubicBezTo>
                        <a:pt x="58483" y="65722"/>
                        <a:pt x="56769" y="68866"/>
                        <a:pt x="54959" y="69913"/>
                      </a:cubicBezTo>
                      <a:cubicBezTo>
                        <a:pt x="55054" y="72485"/>
                        <a:pt x="54959" y="75914"/>
                        <a:pt x="54197" y="80201"/>
                      </a:cubicBezTo>
                      <a:cubicBezTo>
                        <a:pt x="53721" y="84582"/>
                        <a:pt x="53340" y="87535"/>
                        <a:pt x="53340" y="89249"/>
                      </a:cubicBezTo>
                      <a:cubicBezTo>
                        <a:pt x="53340" y="92202"/>
                        <a:pt x="53816" y="94774"/>
                        <a:pt x="54959" y="96964"/>
                      </a:cubicBezTo>
                      <a:cubicBezTo>
                        <a:pt x="53054" y="98298"/>
                        <a:pt x="52768" y="101060"/>
                        <a:pt x="54197" y="105251"/>
                      </a:cubicBezTo>
                      <a:cubicBezTo>
                        <a:pt x="55340" y="108680"/>
                        <a:pt x="54673" y="110585"/>
                        <a:pt x="52102" y="110966"/>
                      </a:cubicBezTo>
                      <a:cubicBezTo>
                        <a:pt x="53912" y="119253"/>
                        <a:pt x="54959" y="125635"/>
                        <a:pt x="54959" y="129826"/>
                      </a:cubicBezTo>
                      <a:cubicBezTo>
                        <a:pt x="54959" y="132969"/>
                        <a:pt x="54673" y="135922"/>
                        <a:pt x="54197" y="138874"/>
                      </a:cubicBezTo>
                      <a:cubicBezTo>
                        <a:pt x="55340" y="140018"/>
                        <a:pt x="57817" y="144971"/>
                        <a:pt x="61436" y="153924"/>
                      </a:cubicBezTo>
                      <a:cubicBezTo>
                        <a:pt x="64008" y="160496"/>
                        <a:pt x="68199" y="163449"/>
                        <a:pt x="74104" y="162687"/>
                      </a:cubicBezTo>
                      <a:cubicBezTo>
                        <a:pt x="74581" y="162878"/>
                        <a:pt x="75247" y="162687"/>
                        <a:pt x="75914" y="161925"/>
                      </a:cubicBezTo>
                      <a:cubicBezTo>
                        <a:pt x="76581" y="161354"/>
                        <a:pt x="77152" y="160972"/>
                        <a:pt x="77533" y="160972"/>
                      </a:cubicBezTo>
                      <a:cubicBezTo>
                        <a:pt x="78010" y="160972"/>
                        <a:pt x="78581" y="161354"/>
                        <a:pt x="79057" y="161925"/>
                      </a:cubicBezTo>
                      <a:lnTo>
                        <a:pt x="77914" y="162687"/>
                      </a:lnTo>
                      <a:cubicBezTo>
                        <a:pt x="77914" y="163639"/>
                        <a:pt x="78391" y="164402"/>
                        <a:pt x="79248" y="165068"/>
                      </a:cubicBezTo>
                      <a:lnTo>
                        <a:pt x="81058" y="166878"/>
                      </a:lnTo>
                      <a:cubicBezTo>
                        <a:pt x="82201" y="168402"/>
                        <a:pt x="83725" y="169259"/>
                        <a:pt x="85725" y="169259"/>
                      </a:cubicBezTo>
                      <a:cubicBezTo>
                        <a:pt x="88297" y="169259"/>
                        <a:pt x="89630" y="168116"/>
                        <a:pt x="89916" y="166116"/>
                      </a:cubicBezTo>
                      <a:cubicBezTo>
                        <a:pt x="91059" y="167164"/>
                        <a:pt x="92202" y="167735"/>
                        <a:pt x="93250" y="167735"/>
                      </a:cubicBezTo>
                      <a:cubicBezTo>
                        <a:pt x="94297" y="167735"/>
                        <a:pt x="95536" y="166592"/>
                        <a:pt x="96774" y="164306"/>
                      </a:cubicBezTo>
                      <a:cubicBezTo>
                        <a:pt x="98012" y="162115"/>
                        <a:pt x="99155" y="160972"/>
                        <a:pt x="100203" y="160972"/>
                      </a:cubicBezTo>
                      <a:cubicBezTo>
                        <a:pt x="101251" y="160972"/>
                        <a:pt x="102584" y="161544"/>
                        <a:pt x="104013" y="162687"/>
                      </a:cubicBezTo>
                      <a:cubicBezTo>
                        <a:pt x="104394" y="162020"/>
                        <a:pt x="106013" y="160972"/>
                        <a:pt x="109061" y="159639"/>
                      </a:cubicBezTo>
                      <a:cubicBezTo>
                        <a:pt x="111442" y="158591"/>
                        <a:pt x="112585" y="157067"/>
                        <a:pt x="112585" y="155162"/>
                      </a:cubicBezTo>
                      <a:cubicBezTo>
                        <a:pt x="112585" y="154496"/>
                        <a:pt x="112490" y="153543"/>
                        <a:pt x="112109" y="152590"/>
                      </a:cubicBezTo>
                      <a:cubicBezTo>
                        <a:pt x="114490" y="151447"/>
                        <a:pt x="116014" y="148780"/>
                        <a:pt x="116491" y="144589"/>
                      </a:cubicBezTo>
                      <a:cubicBezTo>
                        <a:pt x="117062" y="140494"/>
                        <a:pt x="118110" y="137827"/>
                        <a:pt x="119920" y="136779"/>
                      </a:cubicBezTo>
                      <a:lnTo>
                        <a:pt x="119920" y="119729"/>
                      </a:lnTo>
                      <a:cubicBezTo>
                        <a:pt x="120205" y="118586"/>
                        <a:pt x="120491" y="117157"/>
                        <a:pt x="120491" y="115634"/>
                      </a:cubicBezTo>
                      <a:cubicBezTo>
                        <a:pt x="120491" y="114014"/>
                        <a:pt x="120110" y="111823"/>
                        <a:pt x="119729" y="108871"/>
                      </a:cubicBezTo>
                      <a:cubicBezTo>
                        <a:pt x="119158" y="105918"/>
                        <a:pt x="118967" y="103822"/>
                        <a:pt x="118967" y="102679"/>
                      </a:cubicBezTo>
                      <a:cubicBezTo>
                        <a:pt x="118967" y="100774"/>
                        <a:pt x="119253" y="99155"/>
                        <a:pt x="120015" y="97727"/>
                      </a:cubicBezTo>
                      <a:cubicBezTo>
                        <a:pt x="119824" y="95821"/>
                        <a:pt x="120301" y="94679"/>
                        <a:pt x="121539" y="94393"/>
                      </a:cubicBezTo>
                      <a:cubicBezTo>
                        <a:pt x="122015" y="94393"/>
                        <a:pt x="123444" y="94583"/>
                        <a:pt x="125921" y="94869"/>
                      </a:cubicBezTo>
                      <a:cubicBezTo>
                        <a:pt x="127921" y="95250"/>
                        <a:pt x="129159" y="95155"/>
                        <a:pt x="130016" y="94583"/>
                      </a:cubicBezTo>
                      <a:cubicBezTo>
                        <a:pt x="131540" y="96107"/>
                        <a:pt x="132207" y="97631"/>
                        <a:pt x="132112" y="98965"/>
                      </a:cubicBezTo>
                      <a:close/>
                      <a:moveTo>
                        <a:pt x="154019" y="84963"/>
                      </a:moveTo>
                      <a:cubicBezTo>
                        <a:pt x="152686" y="84296"/>
                        <a:pt x="151257" y="83915"/>
                        <a:pt x="149923" y="83915"/>
                      </a:cubicBezTo>
                      <a:cubicBezTo>
                        <a:pt x="149066" y="83915"/>
                        <a:pt x="147638" y="84106"/>
                        <a:pt x="145732" y="84487"/>
                      </a:cubicBezTo>
                      <a:cubicBezTo>
                        <a:pt x="143923" y="84963"/>
                        <a:pt x="142208" y="85058"/>
                        <a:pt x="140875" y="84868"/>
                      </a:cubicBezTo>
                      <a:lnTo>
                        <a:pt x="147066" y="89059"/>
                      </a:lnTo>
                      <a:lnTo>
                        <a:pt x="147733" y="84868"/>
                      </a:lnTo>
                      <a:cubicBezTo>
                        <a:pt x="147733" y="84868"/>
                        <a:pt x="150114" y="85535"/>
                        <a:pt x="153924" y="86963"/>
                      </a:cubicBezTo>
                      <a:lnTo>
                        <a:pt x="153924" y="84868"/>
                      </a:lnTo>
                      <a:close/>
                      <a:moveTo>
                        <a:pt x="147828" y="149828"/>
                      </a:moveTo>
                      <a:cubicBezTo>
                        <a:pt x="147828" y="149828"/>
                        <a:pt x="148399" y="149447"/>
                        <a:pt x="148399" y="149257"/>
                      </a:cubicBezTo>
                      <a:cubicBezTo>
                        <a:pt x="148399" y="149162"/>
                        <a:pt x="147923" y="148876"/>
                        <a:pt x="147161" y="148399"/>
                      </a:cubicBezTo>
                      <a:cubicBezTo>
                        <a:pt x="146304" y="148019"/>
                        <a:pt x="145828" y="147542"/>
                        <a:pt x="145828" y="147256"/>
                      </a:cubicBezTo>
                      <a:cubicBezTo>
                        <a:pt x="145828" y="146971"/>
                        <a:pt x="146304" y="146495"/>
                        <a:pt x="147161" y="146018"/>
                      </a:cubicBezTo>
                      <a:cubicBezTo>
                        <a:pt x="146018" y="145637"/>
                        <a:pt x="144971" y="145732"/>
                        <a:pt x="144018" y="146304"/>
                      </a:cubicBezTo>
                      <a:cubicBezTo>
                        <a:pt x="142494" y="147256"/>
                        <a:pt x="141637" y="147828"/>
                        <a:pt x="141446" y="147828"/>
                      </a:cubicBezTo>
                      <a:cubicBezTo>
                        <a:pt x="142018" y="147828"/>
                        <a:pt x="144113" y="148495"/>
                        <a:pt x="147923" y="149923"/>
                      </a:cubicBezTo>
                      <a:close/>
                      <a:moveTo>
                        <a:pt x="154876" y="97060"/>
                      </a:moveTo>
                      <a:lnTo>
                        <a:pt x="157924" y="97060"/>
                      </a:lnTo>
                      <a:cubicBezTo>
                        <a:pt x="156400" y="96107"/>
                        <a:pt x="155353" y="95917"/>
                        <a:pt x="154876" y="96774"/>
                      </a:cubicBezTo>
                      <a:cubicBezTo>
                        <a:pt x="152971" y="96203"/>
                        <a:pt x="150209" y="95440"/>
                        <a:pt x="146875" y="94488"/>
                      </a:cubicBezTo>
                      <a:cubicBezTo>
                        <a:pt x="146590" y="93250"/>
                        <a:pt x="145637" y="92678"/>
                        <a:pt x="144018" y="92678"/>
                      </a:cubicBezTo>
                      <a:cubicBezTo>
                        <a:pt x="144685" y="93059"/>
                        <a:pt x="145637" y="93631"/>
                        <a:pt x="146875" y="94488"/>
                      </a:cubicBezTo>
                      <a:cubicBezTo>
                        <a:pt x="147066" y="95155"/>
                        <a:pt x="147161" y="96107"/>
                        <a:pt x="147161" y="97060"/>
                      </a:cubicBezTo>
                      <a:cubicBezTo>
                        <a:pt x="146971" y="98393"/>
                        <a:pt x="146971" y="99251"/>
                        <a:pt x="147161" y="99346"/>
                      </a:cubicBezTo>
                      <a:cubicBezTo>
                        <a:pt x="147161" y="99917"/>
                        <a:pt x="147352" y="100013"/>
                        <a:pt x="147828" y="99917"/>
                      </a:cubicBezTo>
                      <a:lnTo>
                        <a:pt x="150685" y="97060"/>
                      </a:lnTo>
                      <a:lnTo>
                        <a:pt x="151924" y="97822"/>
                      </a:lnTo>
                      <a:cubicBezTo>
                        <a:pt x="152114" y="98488"/>
                        <a:pt x="151924" y="99251"/>
                        <a:pt x="151447" y="100013"/>
                      </a:cubicBezTo>
                      <a:cubicBezTo>
                        <a:pt x="150876" y="100774"/>
                        <a:pt x="150685" y="101441"/>
                        <a:pt x="150685" y="102013"/>
                      </a:cubicBezTo>
                      <a:cubicBezTo>
                        <a:pt x="152209" y="102298"/>
                        <a:pt x="153257" y="101822"/>
                        <a:pt x="153638" y="100584"/>
                      </a:cubicBezTo>
                      <a:cubicBezTo>
                        <a:pt x="154019" y="99346"/>
                        <a:pt x="154496" y="98012"/>
                        <a:pt x="154781" y="96869"/>
                      </a:cubicBezTo>
                      <a:lnTo>
                        <a:pt x="154781" y="97155"/>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 name="Google Shape;1041;p99"/>
                <p:cNvSpPr/>
                <p:nvPr/>
              </p:nvSpPr>
              <p:spPr>
                <a:xfrm>
                  <a:off x="5928359" y="4199477"/>
                  <a:ext cx="146399" cy="248126"/>
                </a:xfrm>
                <a:custGeom>
                  <a:avLst/>
                  <a:gdLst/>
                  <a:ahLst/>
                  <a:cxnLst/>
                  <a:rect l="l" t="t" r="r" b="b"/>
                  <a:pathLst>
                    <a:path w="146399" h="248126" extrusionOk="0">
                      <a:moveTo>
                        <a:pt x="139446" y="185166"/>
                      </a:moveTo>
                      <a:cubicBezTo>
                        <a:pt x="143732" y="185547"/>
                        <a:pt x="145733" y="187833"/>
                        <a:pt x="145637" y="192119"/>
                      </a:cubicBezTo>
                      <a:cubicBezTo>
                        <a:pt x="145256" y="198977"/>
                        <a:pt x="145161" y="202597"/>
                        <a:pt x="145352" y="202978"/>
                      </a:cubicBezTo>
                      <a:cubicBezTo>
                        <a:pt x="143351" y="206597"/>
                        <a:pt x="141161" y="210121"/>
                        <a:pt x="139160" y="213550"/>
                      </a:cubicBezTo>
                      <a:cubicBezTo>
                        <a:pt x="136588" y="217360"/>
                        <a:pt x="133636" y="219932"/>
                        <a:pt x="130397" y="221361"/>
                      </a:cubicBezTo>
                      <a:lnTo>
                        <a:pt x="132493" y="222885"/>
                      </a:lnTo>
                      <a:cubicBezTo>
                        <a:pt x="128683" y="226314"/>
                        <a:pt x="124873" y="229743"/>
                        <a:pt x="121158" y="233267"/>
                      </a:cubicBezTo>
                      <a:cubicBezTo>
                        <a:pt x="116681" y="236982"/>
                        <a:pt x="112109" y="238601"/>
                        <a:pt x="107442" y="237839"/>
                      </a:cubicBezTo>
                      <a:cubicBezTo>
                        <a:pt x="105728" y="241363"/>
                        <a:pt x="102394" y="242983"/>
                        <a:pt x="97727" y="242983"/>
                      </a:cubicBezTo>
                      <a:lnTo>
                        <a:pt x="95060" y="242983"/>
                      </a:lnTo>
                      <a:cubicBezTo>
                        <a:pt x="93821" y="242792"/>
                        <a:pt x="93059" y="242697"/>
                        <a:pt x="92488" y="242697"/>
                      </a:cubicBezTo>
                      <a:cubicBezTo>
                        <a:pt x="87439" y="242697"/>
                        <a:pt x="83915" y="244411"/>
                        <a:pt x="81915" y="247650"/>
                      </a:cubicBezTo>
                      <a:cubicBezTo>
                        <a:pt x="79248" y="247936"/>
                        <a:pt x="76676" y="248126"/>
                        <a:pt x="73819" y="248126"/>
                      </a:cubicBezTo>
                      <a:cubicBezTo>
                        <a:pt x="58484" y="248126"/>
                        <a:pt x="42386" y="242030"/>
                        <a:pt x="25813" y="229838"/>
                      </a:cubicBezTo>
                      <a:cubicBezTo>
                        <a:pt x="24098" y="229648"/>
                        <a:pt x="22003" y="228314"/>
                        <a:pt x="19526" y="225742"/>
                      </a:cubicBezTo>
                      <a:cubicBezTo>
                        <a:pt x="17907" y="223647"/>
                        <a:pt x="16002" y="221742"/>
                        <a:pt x="14097" y="219837"/>
                      </a:cubicBezTo>
                      <a:cubicBezTo>
                        <a:pt x="14288" y="217265"/>
                        <a:pt x="12668" y="214693"/>
                        <a:pt x="9049" y="212312"/>
                      </a:cubicBezTo>
                      <a:cubicBezTo>
                        <a:pt x="5525" y="209931"/>
                        <a:pt x="3810" y="207550"/>
                        <a:pt x="3810" y="205359"/>
                      </a:cubicBezTo>
                      <a:cubicBezTo>
                        <a:pt x="3810" y="204216"/>
                        <a:pt x="4096" y="202787"/>
                        <a:pt x="4858" y="201263"/>
                      </a:cubicBezTo>
                      <a:cubicBezTo>
                        <a:pt x="2572" y="198977"/>
                        <a:pt x="1524" y="195263"/>
                        <a:pt x="1524" y="190119"/>
                      </a:cubicBezTo>
                      <a:cubicBezTo>
                        <a:pt x="1524" y="188976"/>
                        <a:pt x="1524" y="186976"/>
                        <a:pt x="1810" y="184309"/>
                      </a:cubicBezTo>
                      <a:cubicBezTo>
                        <a:pt x="1905" y="181737"/>
                        <a:pt x="2096" y="179737"/>
                        <a:pt x="2096" y="178498"/>
                      </a:cubicBezTo>
                      <a:cubicBezTo>
                        <a:pt x="2096" y="174307"/>
                        <a:pt x="1334" y="171259"/>
                        <a:pt x="0" y="169164"/>
                      </a:cubicBezTo>
                      <a:cubicBezTo>
                        <a:pt x="1524" y="165925"/>
                        <a:pt x="1810" y="161353"/>
                        <a:pt x="762" y="155543"/>
                      </a:cubicBezTo>
                      <a:cubicBezTo>
                        <a:pt x="-286" y="149733"/>
                        <a:pt x="95" y="144970"/>
                        <a:pt x="2000" y="141351"/>
                      </a:cubicBezTo>
                      <a:cubicBezTo>
                        <a:pt x="1810" y="135541"/>
                        <a:pt x="2096" y="127254"/>
                        <a:pt x="2667" y="116586"/>
                      </a:cubicBezTo>
                      <a:cubicBezTo>
                        <a:pt x="1524" y="113157"/>
                        <a:pt x="857" y="109538"/>
                        <a:pt x="857" y="105727"/>
                      </a:cubicBezTo>
                      <a:cubicBezTo>
                        <a:pt x="857" y="94392"/>
                        <a:pt x="8668" y="80010"/>
                        <a:pt x="24098" y="62579"/>
                      </a:cubicBezTo>
                      <a:lnTo>
                        <a:pt x="24955" y="63913"/>
                      </a:lnTo>
                      <a:cubicBezTo>
                        <a:pt x="26003" y="63055"/>
                        <a:pt x="26765" y="61531"/>
                        <a:pt x="27337" y="59531"/>
                      </a:cubicBezTo>
                      <a:cubicBezTo>
                        <a:pt x="27813" y="57436"/>
                        <a:pt x="28956" y="56197"/>
                        <a:pt x="30671" y="55626"/>
                      </a:cubicBezTo>
                      <a:lnTo>
                        <a:pt x="34862" y="55626"/>
                      </a:lnTo>
                      <a:lnTo>
                        <a:pt x="34862" y="56959"/>
                      </a:lnTo>
                      <a:cubicBezTo>
                        <a:pt x="34957" y="56292"/>
                        <a:pt x="36100" y="56007"/>
                        <a:pt x="38100" y="56007"/>
                      </a:cubicBezTo>
                      <a:cubicBezTo>
                        <a:pt x="40100" y="56102"/>
                        <a:pt x="41053" y="56007"/>
                        <a:pt x="41053" y="55435"/>
                      </a:cubicBezTo>
                      <a:cubicBezTo>
                        <a:pt x="41053" y="54864"/>
                        <a:pt x="40386" y="54102"/>
                        <a:pt x="38957" y="52864"/>
                      </a:cubicBezTo>
                      <a:cubicBezTo>
                        <a:pt x="41338" y="50959"/>
                        <a:pt x="43720" y="49149"/>
                        <a:pt x="45911" y="47434"/>
                      </a:cubicBezTo>
                      <a:cubicBezTo>
                        <a:pt x="48101" y="45720"/>
                        <a:pt x="51149" y="44863"/>
                        <a:pt x="54674" y="44863"/>
                      </a:cubicBezTo>
                      <a:cubicBezTo>
                        <a:pt x="55150" y="43529"/>
                        <a:pt x="55912" y="42767"/>
                        <a:pt x="56960" y="42767"/>
                      </a:cubicBezTo>
                      <a:cubicBezTo>
                        <a:pt x="57436" y="42767"/>
                        <a:pt x="58388" y="43148"/>
                        <a:pt x="59627" y="43910"/>
                      </a:cubicBezTo>
                      <a:cubicBezTo>
                        <a:pt x="60865" y="44672"/>
                        <a:pt x="61913" y="45053"/>
                        <a:pt x="62579" y="44863"/>
                      </a:cubicBezTo>
                      <a:cubicBezTo>
                        <a:pt x="62294" y="44386"/>
                        <a:pt x="62008" y="43910"/>
                        <a:pt x="62008" y="43529"/>
                      </a:cubicBezTo>
                      <a:cubicBezTo>
                        <a:pt x="62008" y="42672"/>
                        <a:pt x="62770" y="41624"/>
                        <a:pt x="64294" y="40291"/>
                      </a:cubicBezTo>
                      <a:cubicBezTo>
                        <a:pt x="65722" y="39052"/>
                        <a:pt x="66485" y="38005"/>
                        <a:pt x="66485" y="37338"/>
                      </a:cubicBezTo>
                      <a:cubicBezTo>
                        <a:pt x="66485" y="36481"/>
                        <a:pt x="65913" y="35719"/>
                        <a:pt x="64675" y="35052"/>
                      </a:cubicBezTo>
                      <a:cubicBezTo>
                        <a:pt x="65342" y="35052"/>
                        <a:pt x="66294" y="36385"/>
                        <a:pt x="67532" y="39148"/>
                      </a:cubicBezTo>
                      <a:lnTo>
                        <a:pt x="66770" y="39909"/>
                      </a:lnTo>
                      <a:cubicBezTo>
                        <a:pt x="67628" y="40862"/>
                        <a:pt x="69437" y="41053"/>
                        <a:pt x="72200" y="40195"/>
                      </a:cubicBezTo>
                      <a:cubicBezTo>
                        <a:pt x="74390" y="39529"/>
                        <a:pt x="76010" y="40386"/>
                        <a:pt x="76962" y="42767"/>
                      </a:cubicBezTo>
                      <a:cubicBezTo>
                        <a:pt x="78105" y="41624"/>
                        <a:pt x="79248" y="40957"/>
                        <a:pt x="80486" y="40957"/>
                      </a:cubicBezTo>
                      <a:cubicBezTo>
                        <a:pt x="81629" y="40957"/>
                        <a:pt x="83058" y="41815"/>
                        <a:pt x="85154" y="43434"/>
                      </a:cubicBezTo>
                      <a:cubicBezTo>
                        <a:pt x="87249" y="45053"/>
                        <a:pt x="88963" y="45910"/>
                        <a:pt x="90392" y="45910"/>
                      </a:cubicBezTo>
                      <a:cubicBezTo>
                        <a:pt x="91345" y="45910"/>
                        <a:pt x="92393" y="45529"/>
                        <a:pt x="93440" y="44863"/>
                      </a:cubicBezTo>
                      <a:cubicBezTo>
                        <a:pt x="94297" y="46387"/>
                        <a:pt x="95441" y="47149"/>
                        <a:pt x="96584" y="47149"/>
                      </a:cubicBezTo>
                      <a:cubicBezTo>
                        <a:pt x="96869" y="47149"/>
                        <a:pt x="98203" y="46672"/>
                        <a:pt x="100489" y="45625"/>
                      </a:cubicBezTo>
                      <a:lnTo>
                        <a:pt x="101727" y="50863"/>
                      </a:lnTo>
                      <a:cubicBezTo>
                        <a:pt x="101727" y="50863"/>
                        <a:pt x="103537" y="50482"/>
                        <a:pt x="106394" y="49625"/>
                      </a:cubicBezTo>
                      <a:cubicBezTo>
                        <a:pt x="108204" y="48863"/>
                        <a:pt x="110014" y="48768"/>
                        <a:pt x="111538" y="49054"/>
                      </a:cubicBezTo>
                      <a:cubicBezTo>
                        <a:pt x="111538" y="51816"/>
                        <a:pt x="113538" y="54483"/>
                        <a:pt x="117538" y="57055"/>
                      </a:cubicBezTo>
                      <a:cubicBezTo>
                        <a:pt x="119063" y="56388"/>
                        <a:pt x="120396" y="56007"/>
                        <a:pt x="121634" y="56007"/>
                      </a:cubicBezTo>
                      <a:cubicBezTo>
                        <a:pt x="123825" y="56007"/>
                        <a:pt x="126206" y="58579"/>
                        <a:pt x="128397" y="63722"/>
                      </a:cubicBezTo>
                      <a:cubicBezTo>
                        <a:pt x="130778" y="68866"/>
                        <a:pt x="133731" y="71723"/>
                        <a:pt x="137351" y="72009"/>
                      </a:cubicBezTo>
                      <a:cubicBezTo>
                        <a:pt x="137160" y="75247"/>
                        <a:pt x="138684" y="79438"/>
                        <a:pt x="141732" y="84487"/>
                      </a:cubicBezTo>
                      <a:cubicBezTo>
                        <a:pt x="144780" y="89630"/>
                        <a:pt x="146399" y="93916"/>
                        <a:pt x="146399" y="97345"/>
                      </a:cubicBezTo>
                      <a:cubicBezTo>
                        <a:pt x="146399" y="99441"/>
                        <a:pt x="146018" y="101536"/>
                        <a:pt x="145352" y="103822"/>
                      </a:cubicBezTo>
                      <a:cubicBezTo>
                        <a:pt x="142875" y="104013"/>
                        <a:pt x="139732" y="105442"/>
                        <a:pt x="135827" y="108299"/>
                      </a:cubicBezTo>
                      <a:cubicBezTo>
                        <a:pt x="131921" y="111061"/>
                        <a:pt x="128492" y="112395"/>
                        <a:pt x="125730" y="112395"/>
                      </a:cubicBezTo>
                      <a:cubicBezTo>
                        <a:pt x="124682" y="112395"/>
                        <a:pt x="123635" y="112300"/>
                        <a:pt x="122396" y="111919"/>
                      </a:cubicBezTo>
                      <a:cubicBezTo>
                        <a:pt x="121634" y="113824"/>
                        <a:pt x="120015" y="114871"/>
                        <a:pt x="117538" y="115062"/>
                      </a:cubicBezTo>
                      <a:cubicBezTo>
                        <a:pt x="114395" y="115252"/>
                        <a:pt x="112490" y="115919"/>
                        <a:pt x="111538" y="116872"/>
                      </a:cubicBezTo>
                      <a:cubicBezTo>
                        <a:pt x="106013" y="114967"/>
                        <a:pt x="102108" y="107442"/>
                        <a:pt x="99727" y="94107"/>
                      </a:cubicBezTo>
                      <a:cubicBezTo>
                        <a:pt x="93536" y="89249"/>
                        <a:pt x="90106" y="86773"/>
                        <a:pt x="89630" y="86582"/>
                      </a:cubicBezTo>
                      <a:cubicBezTo>
                        <a:pt x="86201" y="84391"/>
                        <a:pt x="82772" y="83248"/>
                        <a:pt x="79248" y="83248"/>
                      </a:cubicBezTo>
                      <a:cubicBezTo>
                        <a:pt x="77534" y="83248"/>
                        <a:pt x="75724" y="83439"/>
                        <a:pt x="73724" y="84010"/>
                      </a:cubicBezTo>
                      <a:cubicBezTo>
                        <a:pt x="58674" y="85725"/>
                        <a:pt x="48863" y="91726"/>
                        <a:pt x="44863" y="101917"/>
                      </a:cubicBezTo>
                      <a:cubicBezTo>
                        <a:pt x="43434" y="103251"/>
                        <a:pt x="42005" y="103917"/>
                        <a:pt x="40481" y="103917"/>
                      </a:cubicBezTo>
                      <a:cubicBezTo>
                        <a:pt x="39529" y="103917"/>
                        <a:pt x="38481" y="103727"/>
                        <a:pt x="37052" y="103251"/>
                      </a:cubicBezTo>
                      <a:cubicBezTo>
                        <a:pt x="35719" y="102870"/>
                        <a:pt x="34576" y="102679"/>
                        <a:pt x="33909" y="102679"/>
                      </a:cubicBezTo>
                      <a:lnTo>
                        <a:pt x="34766" y="105727"/>
                      </a:lnTo>
                      <a:cubicBezTo>
                        <a:pt x="34385" y="106775"/>
                        <a:pt x="33814" y="107347"/>
                        <a:pt x="32861" y="107347"/>
                      </a:cubicBezTo>
                      <a:cubicBezTo>
                        <a:pt x="32195" y="107347"/>
                        <a:pt x="30766" y="106680"/>
                        <a:pt x="28575" y="105537"/>
                      </a:cubicBezTo>
                      <a:cubicBezTo>
                        <a:pt x="26479" y="104394"/>
                        <a:pt x="24765" y="103727"/>
                        <a:pt x="23527" y="103727"/>
                      </a:cubicBezTo>
                      <a:cubicBezTo>
                        <a:pt x="21717" y="103727"/>
                        <a:pt x="20098" y="104870"/>
                        <a:pt x="18955" y="107061"/>
                      </a:cubicBezTo>
                      <a:cubicBezTo>
                        <a:pt x="20669" y="107537"/>
                        <a:pt x="22955" y="107823"/>
                        <a:pt x="25622" y="107823"/>
                      </a:cubicBezTo>
                      <a:lnTo>
                        <a:pt x="24003" y="109823"/>
                      </a:lnTo>
                      <a:cubicBezTo>
                        <a:pt x="24765" y="110585"/>
                        <a:pt x="25241" y="110776"/>
                        <a:pt x="25622" y="110585"/>
                      </a:cubicBezTo>
                      <a:lnTo>
                        <a:pt x="27622" y="109061"/>
                      </a:lnTo>
                      <a:cubicBezTo>
                        <a:pt x="27622" y="109538"/>
                        <a:pt x="28861" y="110585"/>
                        <a:pt x="31337" y="112014"/>
                      </a:cubicBezTo>
                      <a:cubicBezTo>
                        <a:pt x="33719" y="113442"/>
                        <a:pt x="35052" y="115062"/>
                        <a:pt x="35433" y="116776"/>
                      </a:cubicBezTo>
                      <a:cubicBezTo>
                        <a:pt x="36576" y="116109"/>
                        <a:pt x="37338" y="115252"/>
                        <a:pt x="37529" y="114205"/>
                      </a:cubicBezTo>
                      <a:lnTo>
                        <a:pt x="37529" y="111823"/>
                      </a:lnTo>
                      <a:cubicBezTo>
                        <a:pt x="37719" y="111157"/>
                        <a:pt x="38671" y="110776"/>
                        <a:pt x="40672" y="110585"/>
                      </a:cubicBezTo>
                      <a:cubicBezTo>
                        <a:pt x="41529" y="113347"/>
                        <a:pt x="41910" y="116967"/>
                        <a:pt x="41910" y="121444"/>
                      </a:cubicBezTo>
                      <a:cubicBezTo>
                        <a:pt x="41720" y="129826"/>
                        <a:pt x="41720" y="133636"/>
                        <a:pt x="41720" y="132493"/>
                      </a:cubicBezTo>
                      <a:cubicBezTo>
                        <a:pt x="39053" y="133064"/>
                        <a:pt x="36767" y="132112"/>
                        <a:pt x="34766" y="129730"/>
                      </a:cubicBezTo>
                      <a:lnTo>
                        <a:pt x="32671" y="132493"/>
                      </a:lnTo>
                      <a:cubicBezTo>
                        <a:pt x="32004" y="131826"/>
                        <a:pt x="31242" y="131635"/>
                        <a:pt x="30671" y="131731"/>
                      </a:cubicBezTo>
                      <a:lnTo>
                        <a:pt x="29909" y="132493"/>
                      </a:lnTo>
                      <a:cubicBezTo>
                        <a:pt x="31528" y="135064"/>
                        <a:pt x="34671" y="136017"/>
                        <a:pt x="39719" y="135350"/>
                      </a:cubicBezTo>
                      <a:cubicBezTo>
                        <a:pt x="39434" y="136207"/>
                        <a:pt x="39148" y="137065"/>
                        <a:pt x="39148" y="137922"/>
                      </a:cubicBezTo>
                      <a:cubicBezTo>
                        <a:pt x="39148" y="138970"/>
                        <a:pt x="39719" y="140494"/>
                        <a:pt x="40767" y="142494"/>
                      </a:cubicBezTo>
                      <a:cubicBezTo>
                        <a:pt x="41815" y="144494"/>
                        <a:pt x="42386" y="146113"/>
                        <a:pt x="42386" y="147256"/>
                      </a:cubicBezTo>
                      <a:cubicBezTo>
                        <a:pt x="42386" y="148304"/>
                        <a:pt x="42196" y="149257"/>
                        <a:pt x="41815" y="150400"/>
                      </a:cubicBezTo>
                      <a:cubicBezTo>
                        <a:pt x="40386" y="151733"/>
                        <a:pt x="39719" y="153352"/>
                        <a:pt x="39719" y="155353"/>
                      </a:cubicBezTo>
                      <a:cubicBezTo>
                        <a:pt x="39910" y="158305"/>
                        <a:pt x="39910" y="160020"/>
                        <a:pt x="39719" y="160496"/>
                      </a:cubicBezTo>
                      <a:cubicBezTo>
                        <a:pt x="39910" y="161163"/>
                        <a:pt x="40386" y="165735"/>
                        <a:pt x="41338" y="173926"/>
                      </a:cubicBezTo>
                      <a:cubicBezTo>
                        <a:pt x="41815" y="180118"/>
                        <a:pt x="43339" y="184594"/>
                        <a:pt x="45625" y="187357"/>
                      </a:cubicBezTo>
                      <a:cubicBezTo>
                        <a:pt x="45339" y="188404"/>
                        <a:pt x="45149" y="189262"/>
                        <a:pt x="45149" y="189928"/>
                      </a:cubicBezTo>
                      <a:cubicBezTo>
                        <a:pt x="45149" y="191167"/>
                        <a:pt x="46006" y="192309"/>
                        <a:pt x="47720" y="193548"/>
                      </a:cubicBezTo>
                      <a:cubicBezTo>
                        <a:pt x="49435" y="194786"/>
                        <a:pt x="50197" y="196310"/>
                        <a:pt x="49816" y="198215"/>
                      </a:cubicBezTo>
                      <a:cubicBezTo>
                        <a:pt x="51816" y="198025"/>
                        <a:pt x="54674" y="198882"/>
                        <a:pt x="58388" y="200692"/>
                      </a:cubicBezTo>
                      <a:cubicBezTo>
                        <a:pt x="62008" y="202501"/>
                        <a:pt x="64865" y="203454"/>
                        <a:pt x="67056" y="203454"/>
                      </a:cubicBezTo>
                      <a:cubicBezTo>
                        <a:pt x="68009" y="203454"/>
                        <a:pt x="68771" y="203454"/>
                        <a:pt x="69723" y="203168"/>
                      </a:cubicBezTo>
                      <a:cubicBezTo>
                        <a:pt x="71628" y="205073"/>
                        <a:pt x="73724" y="206026"/>
                        <a:pt x="75914" y="206026"/>
                      </a:cubicBezTo>
                      <a:cubicBezTo>
                        <a:pt x="77343" y="206026"/>
                        <a:pt x="79343" y="205359"/>
                        <a:pt x="82391" y="204025"/>
                      </a:cubicBezTo>
                      <a:cubicBezTo>
                        <a:pt x="85344" y="202692"/>
                        <a:pt x="87630" y="202120"/>
                        <a:pt x="89440" y="202120"/>
                      </a:cubicBezTo>
                      <a:cubicBezTo>
                        <a:pt x="90297" y="202120"/>
                        <a:pt x="91059" y="202120"/>
                        <a:pt x="91726" y="202311"/>
                      </a:cubicBezTo>
                      <a:cubicBezTo>
                        <a:pt x="92297" y="200596"/>
                        <a:pt x="95060" y="197644"/>
                        <a:pt x="99727" y="193262"/>
                      </a:cubicBezTo>
                      <a:cubicBezTo>
                        <a:pt x="103346" y="190024"/>
                        <a:pt x="104966" y="186690"/>
                        <a:pt x="104680" y="183261"/>
                      </a:cubicBezTo>
                      <a:lnTo>
                        <a:pt x="106680" y="181737"/>
                      </a:lnTo>
                      <a:lnTo>
                        <a:pt x="105442" y="180403"/>
                      </a:lnTo>
                      <a:cubicBezTo>
                        <a:pt x="107537" y="176403"/>
                        <a:pt x="110204" y="174498"/>
                        <a:pt x="113538" y="174498"/>
                      </a:cubicBezTo>
                      <a:cubicBezTo>
                        <a:pt x="115062" y="174498"/>
                        <a:pt x="117538" y="175069"/>
                        <a:pt x="120872" y="176403"/>
                      </a:cubicBezTo>
                      <a:cubicBezTo>
                        <a:pt x="124301" y="177736"/>
                        <a:pt x="126873" y="178403"/>
                        <a:pt x="128492" y="178403"/>
                      </a:cubicBezTo>
                      <a:cubicBezTo>
                        <a:pt x="129064" y="180118"/>
                        <a:pt x="130874" y="181261"/>
                        <a:pt x="134112" y="181737"/>
                      </a:cubicBezTo>
                      <a:cubicBezTo>
                        <a:pt x="137351" y="182308"/>
                        <a:pt x="139160" y="183451"/>
                        <a:pt x="139732" y="185356"/>
                      </a:cubicBezTo>
                      <a:close/>
                      <a:moveTo>
                        <a:pt x="25718" y="158210"/>
                      </a:moveTo>
                      <a:cubicBezTo>
                        <a:pt x="27051" y="159639"/>
                        <a:pt x="28480" y="160306"/>
                        <a:pt x="29909" y="160306"/>
                      </a:cubicBezTo>
                      <a:cubicBezTo>
                        <a:pt x="30575" y="160306"/>
                        <a:pt x="32480" y="159639"/>
                        <a:pt x="35624" y="158210"/>
                      </a:cubicBezTo>
                      <a:lnTo>
                        <a:pt x="32004" y="154400"/>
                      </a:lnTo>
                      <a:lnTo>
                        <a:pt x="34100" y="156400"/>
                      </a:lnTo>
                      <a:lnTo>
                        <a:pt x="32004" y="158210"/>
                      </a:lnTo>
                      <a:cubicBezTo>
                        <a:pt x="30480" y="158210"/>
                        <a:pt x="29813" y="157353"/>
                        <a:pt x="29813" y="156019"/>
                      </a:cubicBezTo>
                      <a:cubicBezTo>
                        <a:pt x="29813" y="154686"/>
                        <a:pt x="29623" y="153733"/>
                        <a:pt x="29146" y="153067"/>
                      </a:cubicBezTo>
                      <a:cubicBezTo>
                        <a:pt x="29051" y="153448"/>
                        <a:pt x="28194" y="154114"/>
                        <a:pt x="26575" y="155353"/>
                      </a:cubicBezTo>
                      <a:cubicBezTo>
                        <a:pt x="25718" y="155924"/>
                        <a:pt x="25432" y="156876"/>
                        <a:pt x="25813" y="158210"/>
                      </a:cubicBezTo>
                      <a:close/>
                      <a:moveTo>
                        <a:pt x="34004" y="45529"/>
                      </a:moveTo>
                      <a:cubicBezTo>
                        <a:pt x="33433" y="45529"/>
                        <a:pt x="33147" y="45434"/>
                        <a:pt x="32956" y="45053"/>
                      </a:cubicBezTo>
                      <a:cubicBezTo>
                        <a:pt x="32956" y="44386"/>
                        <a:pt x="33719" y="44005"/>
                        <a:pt x="35338" y="44005"/>
                      </a:cubicBezTo>
                      <a:cubicBezTo>
                        <a:pt x="36100" y="44005"/>
                        <a:pt x="36576" y="44291"/>
                        <a:pt x="36957" y="44767"/>
                      </a:cubicBezTo>
                      <a:lnTo>
                        <a:pt x="34100" y="45529"/>
                      </a:lnTo>
                      <a:close/>
                      <a:moveTo>
                        <a:pt x="37910" y="61817"/>
                      </a:moveTo>
                      <a:lnTo>
                        <a:pt x="37910" y="65437"/>
                      </a:lnTo>
                      <a:lnTo>
                        <a:pt x="39719" y="65437"/>
                      </a:lnTo>
                      <a:cubicBezTo>
                        <a:pt x="40386" y="64484"/>
                        <a:pt x="39719" y="63246"/>
                        <a:pt x="37910" y="61817"/>
                      </a:cubicBezTo>
                      <a:close/>
                      <a:moveTo>
                        <a:pt x="37910" y="107537"/>
                      </a:moveTo>
                      <a:lnTo>
                        <a:pt x="37910" y="105442"/>
                      </a:lnTo>
                      <a:lnTo>
                        <a:pt x="40767" y="105442"/>
                      </a:lnTo>
                      <a:lnTo>
                        <a:pt x="37910" y="107537"/>
                      </a:lnTo>
                      <a:close/>
                      <a:moveTo>
                        <a:pt x="56769" y="96679"/>
                      </a:moveTo>
                      <a:lnTo>
                        <a:pt x="53912" y="95345"/>
                      </a:lnTo>
                      <a:lnTo>
                        <a:pt x="55531" y="91821"/>
                      </a:lnTo>
                      <a:lnTo>
                        <a:pt x="56769" y="96679"/>
                      </a:lnTo>
                      <a:close/>
                      <a:moveTo>
                        <a:pt x="58769" y="81724"/>
                      </a:moveTo>
                      <a:cubicBezTo>
                        <a:pt x="57721" y="81343"/>
                        <a:pt x="56388" y="82105"/>
                        <a:pt x="54674" y="83725"/>
                      </a:cubicBezTo>
                      <a:lnTo>
                        <a:pt x="58769" y="84487"/>
                      </a:lnTo>
                      <a:lnTo>
                        <a:pt x="58769" y="81629"/>
                      </a:lnTo>
                      <a:close/>
                      <a:moveTo>
                        <a:pt x="66770" y="14764"/>
                      </a:moveTo>
                      <a:lnTo>
                        <a:pt x="67532" y="15811"/>
                      </a:lnTo>
                      <a:lnTo>
                        <a:pt x="60484" y="14764"/>
                      </a:lnTo>
                      <a:lnTo>
                        <a:pt x="66675" y="14764"/>
                      </a:lnTo>
                      <a:close/>
                      <a:moveTo>
                        <a:pt x="64199" y="88392"/>
                      </a:moveTo>
                      <a:cubicBezTo>
                        <a:pt x="64675" y="88392"/>
                        <a:pt x="65151" y="88773"/>
                        <a:pt x="65532" y="89630"/>
                      </a:cubicBezTo>
                      <a:lnTo>
                        <a:pt x="65532" y="92488"/>
                      </a:lnTo>
                      <a:cubicBezTo>
                        <a:pt x="65342" y="91821"/>
                        <a:pt x="64770" y="91440"/>
                        <a:pt x="63913" y="91440"/>
                      </a:cubicBezTo>
                      <a:lnTo>
                        <a:pt x="61913" y="91726"/>
                      </a:lnTo>
                      <a:cubicBezTo>
                        <a:pt x="61913" y="89440"/>
                        <a:pt x="62675" y="88392"/>
                        <a:pt x="64199" y="88392"/>
                      </a:cubicBezTo>
                      <a:close/>
                      <a:moveTo>
                        <a:pt x="66008" y="55531"/>
                      </a:moveTo>
                      <a:lnTo>
                        <a:pt x="64675" y="54769"/>
                      </a:lnTo>
                      <a:cubicBezTo>
                        <a:pt x="65056" y="55340"/>
                        <a:pt x="65437" y="55531"/>
                        <a:pt x="66008" y="55531"/>
                      </a:cubicBezTo>
                      <a:lnTo>
                        <a:pt x="67532" y="56864"/>
                      </a:lnTo>
                      <a:lnTo>
                        <a:pt x="67532" y="55531"/>
                      </a:lnTo>
                      <a:lnTo>
                        <a:pt x="66008" y="55531"/>
                      </a:lnTo>
                      <a:close/>
                      <a:moveTo>
                        <a:pt x="70390" y="98774"/>
                      </a:moveTo>
                      <a:lnTo>
                        <a:pt x="66770" y="98774"/>
                      </a:lnTo>
                      <a:lnTo>
                        <a:pt x="66770" y="94583"/>
                      </a:lnTo>
                      <a:lnTo>
                        <a:pt x="70390" y="98774"/>
                      </a:lnTo>
                      <a:close/>
                      <a:moveTo>
                        <a:pt x="71628" y="72676"/>
                      </a:moveTo>
                      <a:lnTo>
                        <a:pt x="67532" y="71914"/>
                      </a:lnTo>
                      <a:lnTo>
                        <a:pt x="67532" y="72676"/>
                      </a:lnTo>
                      <a:lnTo>
                        <a:pt x="71628" y="72676"/>
                      </a:lnTo>
                      <a:close/>
                      <a:moveTo>
                        <a:pt x="75533" y="14859"/>
                      </a:moveTo>
                      <a:lnTo>
                        <a:pt x="74771" y="17907"/>
                      </a:lnTo>
                      <a:lnTo>
                        <a:pt x="73628" y="17907"/>
                      </a:lnTo>
                      <a:lnTo>
                        <a:pt x="75533" y="14859"/>
                      </a:lnTo>
                      <a:close/>
                      <a:moveTo>
                        <a:pt x="77534" y="37814"/>
                      </a:moveTo>
                      <a:cubicBezTo>
                        <a:pt x="75629" y="37814"/>
                        <a:pt x="74771" y="37528"/>
                        <a:pt x="74771" y="37052"/>
                      </a:cubicBezTo>
                      <a:cubicBezTo>
                        <a:pt x="74771" y="36671"/>
                        <a:pt x="75057" y="36004"/>
                        <a:pt x="75629" y="35052"/>
                      </a:cubicBezTo>
                      <a:cubicBezTo>
                        <a:pt x="76200" y="34099"/>
                        <a:pt x="76486" y="33338"/>
                        <a:pt x="76200" y="32861"/>
                      </a:cubicBezTo>
                      <a:cubicBezTo>
                        <a:pt x="76962" y="33338"/>
                        <a:pt x="77724" y="33909"/>
                        <a:pt x="78581" y="34385"/>
                      </a:cubicBezTo>
                      <a:cubicBezTo>
                        <a:pt x="78772" y="34766"/>
                        <a:pt x="78391" y="35909"/>
                        <a:pt x="77534" y="37719"/>
                      </a:cubicBezTo>
                      <a:close/>
                      <a:moveTo>
                        <a:pt x="76200" y="32861"/>
                      </a:moveTo>
                      <a:cubicBezTo>
                        <a:pt x="76200" y="32861"/>
                        <a:pt x="75629" y="32194"/>
                        <a:pt x="75533" y="31813"/>
                      </a:cubicBezTo>
                      <a:cubicBezTo>
                        <a:pt x="75629" y="31813"/>
                        <a:pt x="75914" y="31909"/>
                        <a:pt x="76010" y="32194"/>
                      </a:cubicBezTo>
                      <a:cubicBezTo>
                        <a:pt x="76105" y="32480"/>
                        <a:pt x="76200" y="32671"/>
                        <a:pt x="76200" y="32861"/>
                      </a:cubicBezTo>
                      <a:close/>
                      <a:moveTo>
                        <a:pt x="77534" y="55626"/>
                      </a:moveTo>
                      <a:lnTo>
                        <a:pt x="76867" y="57721"/>
                      </a:lnTo>
                      <a:cubicBezTo>
                        <a:pt x="78867" y="57721"/>
                        <a:pt x="80486" y="58388"/>
                        <a:pt x="81725" y="59817"/>
                      </a:cubicBezTo>
                      <a:cubicBezTo>
                        <a:pt x="82201" y="58483"/>
                        <a:pt x="81725" y="57531"/>
                        <a:pt x="80201" y="56864"/>
                      </a:cubicBezTo>
                      <a:cubicBezTo>
                        <a:pt x="78581" y="56292"/>
                        <a:pt x="77724" y="55912"/>
                        <a:pt x="77534" y="55721"/>
                      </a:cubicBezTo>
                      <a:close/>
                      <a:moveTo>
                        <a:pt x="86678" y="26956"/>
                      </a:moveTo>
                      <a:lnTo>
                        <a:pt x="86678" y="28956"/>
                      </a:lnTo>
                      <a:lnTo>
                        <a:pt x="79724" y="27717"/>
                      </a:lnTo>
                      <a:lnTo>
                        <a:pt x="79724" y="25622"/>
                      </a:lnTo>
                      <a:cubicBezTo>
                        <a:pt x="80296" y="27146"/>
                        <a:pt x="81248" y="27908"/>
                        <a:pt x="83058" y="27908"/>
                      </a:cubicBezTo>
                      <a:cubicBezTo>
                        <a:pt x="84487" y="28194"/>
                        <a:pt x="85630" y="27717"/>
                        <a:pt x="86678" y="26956"/>
                      </a:cubicBezTo>
                      <a:close/>
                      <a:moveTo>
                        <a:pt x="88392" y="0"/>
                      </a:moveTo>
                      <a:lnTo>
                        <a:pt x="89440" y="5715"/>
                      </a:lnTo>
                      <a:lnTo>
                        <a:pt x="88392" y="857"/>
                      </a:lnTo>
                      <a:lnTo>
                        <a:pt x="88392" y="0"/>
                      </a:lnTo>
                      <a:close/>
                      <a:moveTo>
                        <a:pt x="92297" y="48863"/>
                      </a:moveTo>
                      <a:cubicBezTo>
                        <a:pt x="92297" y="48863"/>
                        <a:pt x="91250" y="49434"/>
                        <a:pt x="90106" y="50482"/>
                      </a:cubicBezTo>
                      <a:cubicBezTo>
                        <a:pt x="88963" y="51530"/>
                        <a:pt x="88392" y="52388"/>
                        <a:pt x="88392" y="53054"/>
                      </a:cubicBezTo>
                      <a:cubicBezTo>
                        <a:pt x="88392" y="53911"/>
                        <a:pt x="89059" y="54483"/>
                        <a:pt x="90297" y="54864"/>
                      </a:cubicBezTo>
                      <a:cubicBezTo>
                        <a:pt x="90392" y="54483"/>
                        <a:pt x="90202" y="53816"/>
                        <a:pt x="89440" y="52768"/>
                      </a:cubicBezTo>
                      <a:cubicBezTo>
                        <a:pt x="91345" y="51244"/>
                        <a:pt x="92583" y="50482"/>
                        <a:pt x="93345" y="50673"/>
                      </a:cubicBezTo>
                      <a:cubicBezTo>
                        <a:pt x="92488" y="49816"/>
                        <a:pt x="92107" y="49149"/>
                        <a:pt x="92297" y="48863"/>
                      </a:cubicBezTo>
                      <a:close/>
                      <a:moveTo>
                        <a:pt x="94679" y="39052"/>
                      </a:moveTo>
                      <a:lnTo>
                        <a:pt x="97536" y="39052"/>
                      </a:lnTo>
                      <a:lnTo>
                        <a:pt x="94679" y="40576"/>
                      </a:lnTo>
                      <a:lnTo>
                        <a:pt x="94679" y="39052"/>
                      </a:lnTo>
                      <a:close/>
                      <a:moveTo>
                        <a:pt x="104680" y="42100"/>
                      </a:moveTo>
                      <a:cubicBezTo>
                        <a:pt x="104680" y="42100"/>
                        <a:pt x="103442" y="40957"/>
                        <a:pt x="101632" y="39529"/>
                      </a:cubicBezTo>
                      <a:cubicBezTo>
                        <a:pt x="100489" y="38481"/>
                        <a:pt x="99727" y="37528"/>
                        <a:pt x="99727" y="36671"/>
                      </a:cubicBezTo>
                      <a:cubicBezTo>
                        <a:pt x="99727" y="36195"/>
                        <a:pt x="100013" y="35528"/>
                        <a:pt x="100298" y="34861"/>
                      </a:cubicBezTo>
                      <a:cubicBezTo>
                        <a:pt x="102489" y="34671"/>
                        <a:pt x="103727" y="35338"/>
                        <a:pt x="104013" y="37052"/>
                      </a:cubicBezTo>
                      <a:cubicBezTo>
                        <a:pt x="104299" y="38671"/>
                        <a:pt x="104489" y="40386"/>
                        <a:pt x="104585" y="42100"/>
                      </a:cubicBezTo>
                      <a:close/>
                      <a:moveTo>
                        <a:pt x="102394" y="71818"/>
                      </a:moveTo>
                      <a:lnTo>
                        <a:pt x="100298" y="69723"/>
                      </a:lnTo>
                      <a:lnTo>
                        <a:pt x="102394" y="72580"/>
                      </a:lnTo>
                      <a:lnTo>
                        <a:pt x="102394" y="71818"/>
                      </a:lnTo>
                      <a:close/>
                      <a:moveTo>
                        <a:pt x="104489" y="66675"/>
                      </a:moveTo>
                      <a:lnTo>
                        <a:pt x="104489" y="69723"/>
                      </a:lnTo>
                      <a:cubicBezTo>
                        <a:pt x="106871" y="69723"/>
                        <a:pt x="109061" y="68675"/>
                        <a:pt x="110966" y="66389"/>
                      </a:cubicBezTo>
                      <a:cubicBezTo>
                        <a:pt x="111443" y="66008"/>
                        <a:pt x="111919" y="65437"/>
                        <a:pt x="112490" y="64579"/>
                      </a:cubicBezTo>
                      <a:cubicBezTo>
                        <a:pt x="112109" y="65437"/>
                        <a:pt x="111538" y="66103"/>
                        <a:pt x="110966" y="66389"/>
                      </a:cubicBezTo>
                      <a:cubicBezTo>
                        <a:pt x="109347" y="66199"/>
                        <a:pt x="107252" y="66389"/>
                        <a:pt x="104489" y="66675"/>
                      </a:cubicBezTo>
                      <a:close/>
                      <a:moveTo>
                        <a:pt x="104680" y="42100"/>
                      </a:moveTo>
                      <a:cubicBezTo>
                        <a:pt x="105061" y="42767"/>
                        <a:pt x="105156" y="43339"/>
                        <a:pt x="105156" y="43910"/>
                      </a:cubicBezTo>
                      <a:cubicBezTo>
                        <a:pt x="104870" y="43243"/>
                        <a:pt x="104680" y="42672"/>
                        <a:pt x="104680" y="42100"/>
                      </a:cubicBezTo>
                      <a:close/>
                      <a:moveTo>
                        <a:pt x="116586" y="80391"/>
                      </a:moveTo>
                      <a:lnTo>
                        <a:pt x="116586" y="76771"/>
                      </a:lnTo>
                      <a:lnTo>
                        <a:pt x="112586" y="79629"/>
                      </a:lnTo>
                      <a:lnTo>
                        <a:pt x="116586" y="80391"/>
                      </a:lnTo>
                      <a:close/>
                      <a:moveTo>
                        <a:pt x="115348" y="65341"/>
                      </a:moveTo>
                      <a:cubicBezTo>
                        <a:pt x="116110" y="66008"/>
                        <a:pt x="116396" y="66675"/>
                        <a:pt x="116396" y="67151"/>
                      </a:cubicBezTo>
                      <a:cubicBezTo>
                        <a:pt x="116396" y="67723"/>
                        <a:pt x="115919" y="68294"/>
                        <a:pt x="114871" y="68961"/>
                      </a:cubicBezTo>
                      <a:cubicBezTo>
                        <a:pt x="113824" y="69628"/>
                        <a:pt x="113347" y="70104"/>
                        <a:pt x="113347" y="70199"/>
                      </a:cubicBezTo>
                      <a:cubicBezTo>
                        <a:pt x="113347" y="70771"/>
                        <a:pt x="114014" y="71247"/>
                        <a:pt x="115348" y="71818"/>
                      </a:cubicBezTo>
                      <a:cubicBezTo>
                        <a:pt x="115919" y="70104"/>
                        <a:pt x="116491" y="68294"/>
                        <a:pt x="117158" y="66484"/>
                      </a:cubicBezTo>
                      <a:cubicBezTo>
                        <a:pt x="117920" y="64675"/>
                        <a:pt x="118872" y="63817"/>
                        <a:pt x="120301" y="63817"/>
                      </a:cubicBezTo>
                      <a:lnTo>
                        <a:pt x="118205" y="61722"/>
                      </a:lnTo>
                      <a:lnTo>
                        <a:pt x="115348" y="65341"/>
                      </a:lnTo>
                      <a:close/>
                      <a:moveTo>
                        <a:pt x="117443" y="24003"/>
                      </a:moveTo>
                      <a:lnTo>
                        <a:pt x="117443" y="27622"/>
                      </a:lnTo>
                      <a:lnTo>
                        <a:pt x="116586" y="27622"/>
                      </a:lnTo>
                      <a:lnTo>
                        <a:pt x="116586" y="24003"/>
                      </a:lnTo>
                      <a:lnTo>
                        <a:pt x="117443" y="24003"/>
                      </a:lnTo>
                      <a:close/>
                      <a:moveTo>
                        <a:pt x="125444" y="19050"/>
                      </a:moveTo>
                      <a:cubicBezTo>
                        <a:pt x="124206" y="19526"/>
                        <a:pt x="123444" y="19812"/>
                        <a:pt x="123158" y="19812"/>
                      </a:cubicBezTo>
                      <a:lnTo>
                        <a:pt x="123158" y="16954"/>
                      </a:lnTo>
                      <a:lnTo>
                        <a:pt x="125444" y="19050"/>
                      </a:lnTo>
                      <a:close/>
                      <a:moveTo>
                        <a:pt x="130302" y="54673"/>
                      </a:moveTo>
                      <a:lnTo>
                        <a:pt x="130302" y="57531"/>
                      </a:lnTo>
                      <a:cubicBezTo>
                        <a:pt x="129254" y="57055"/>
                        <a:pt x="128683" y="56769"/>
                        <a:pt x="128492" y="56769"/>
                      </a:cubicBezTo>
                      <a:cubicBezTo>
                        <a:pt x="129635" y="56769"/>
                        <a:pt x="130302" y="56102"/>
                        <a:pt x="130302" y="54769"/>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 name="Google Shape;1042;p99"/>
                <p:cNvSpPr/>
                <p:nvPr/>
              </p:nvSpPr>
              <p:spPr>
                <a:xfrm>
                  <a:off x="6090189" y="4239101"/>
                  <a:ext cx="46196" cy="208978"/>
                </a:xfrm>
                <a:custGeom>
                  <a:avLst/>
                  <a:gdLst/>
                  <a:ahLst/>
                  <a:cxnLst/>
                  <a:rect l="l" t="t" r="r" b="b"/>
                  <a:pathLst>
                    <a:path w="46196" h="208978" extrusionOk="0">
                      <a:moveTo>
                        <a:pt x="42672" y="181737"/>
                      </a:moveTo>
                      <a:cubicBezTo>
                        <a:pt x="42863" y="186690"/>
                        <a:pt x="42672" y="189833"/>
                        <a:pt x="41910" y="190976"/>
                      </a:cubicBezTo>
                      <a:cubicBezTo>
                        <a:pt x="43720" y="198025"/>
                        <a:pt x="43434" y="203264"/>
                        <a:pt x="40957" y="206693"/>
                      </a:cubicBezTo>
                      <a:cubicBezTo>
                        <a:pt x="39338" y="207645"/>
                        <a:pt x="37433" y="208026"/>
                        <a:pt x="34957" y="208026"/>
                      </a:cubicBezTo>
                      <a:lnTo>
                        <a:pt x="27527" y="208026"/>
                      </a:lnTo>
                      <a:cubicBezTo>
                        <a:pt x="27527" y="205359"/>
                        <a:pt x="27241" y="204026"/>
                        <a:pt x="26765" y="203835"/>
                      </a:cubicBezTo>
                      <a:cubicBezTo>
                        <a:pt x="26765" y="207264"/>
                        <a:pt x="25527" y="208979"/>
                        <a:pt x="22860" y="208979"/>
                      </a:cubicBezTo>
                      <a:cubicBezTo>
                        <a:pt x="22003" y="208979"/>
                        <a:pt x="20479" y="208693"/>
                        <a:pt x="18478" y="208217"/>
                      </a:cubicBezTo>
                      <a:cubicBezTo>
                        <a:pt x="16478" y="207740"/>
                        <a:pt x="14954" y="207454"/>
                        <a:pt x="14097" y="207454"/>
                      </a:cubicBezTo>
                      <a:cubicBezTo>
                        <a:pt x="13144" y="207454"/>
                        <a:pt x="12382" y="207645"/>
                        <a:pt x="11811" y="208026"/>
                      </a:cubicBezTo>
                      <a:cubicBezTo>
                        <a:pt x="11144" y="207359"/>
                        <a:pt x="10382" y="206978"/>
                        <a:pt x="9715" y="206978"/>
                      </a:cubicBezTo>
                      <a:cubicBezTo>
                        <a:pt x="9144" y="206978"/>
                        <a:pt x="8572" y="207074"/>
                        <a:pt x="7810" y="207359"/>
                      </a:cubicBezTo>
                      <a:cubicBezTo>
                        <a:pt x="6953" y="207645"/>
                        <a:pt x="6382" y="207740"/>
                        <a:pt x="6096" y="207740"/>
                      </a:cubicBezTo>
                      <a:cubicBezTo>
                        <a:pt x="5239" y="207740"/>
                        <a:pt x="4476" y="207359"/>
                        <a:pt x="3810" y="206693"/>
                      </a:cubicBezTo>
                      <a:cubicBezTo>
                        <a:pt x="2000" y="198596"/>
                        <a:pt x="1143" y="190024"/>
                        <a:pt x="1143" y="180880"/>
                      </a:cubicBezTo>
                      <a:cubicBezTo>
                        <a:pt x="1143" y="173736"/>
                        <a:pt x="2000" y="162020"/>
                        <a:pt x="3810" y="145828"/>
                      </a:cubicBezTo>
                      <a:cubicBezTo>
                        <a:pt x="1714" y="133731"/>
                        <a:pt x="1238" y="114014"/>
                        <a:pt x="2572" y="86583"/>
                      </a:cubicBezTo>
                      <a:cubicBezTo>
                        <a:pt x="762" y="84868"/>
                        <a:pt x="0" y="83534"/>
                        <a:pt x="0" y="82391"/>
                      </a:cubicBezTo>
                      <a:cubicBezTo>
                        <a:pt x="0" y="81915"/>
                        <a:pt x="381" y="81153"/>
                        <a:pt x="1143" y="80201"/>
                      </a:cubicBezTo>
                      <a:cubicBezTo>
                        <a:pt x="2000" y="79248"/>
                        <a:pt x="2286" y="78391"/>
                        <a:pt x="2286" y="77534"/>
                      </a:cubicBezTo>
                      <a:cubicBezTo>
                        <a:pt x="2286" y="76486"/>
                        <a:pt x="1905" y="75248"/>
                        <a:pt x="1048" y="73628"/>
                      </a:cubicBezTo>
                      <a:cubicBezTo>
                        <a:pt x="2095" y="72485"/>
                        <a:pt x="2095" y="69247"/>
                        <a:pt x="1048" y="64103"/>
                      </a:cubicBezTo>
                      <a:cubicBezTo>
                        <a:pt x="190" y="59627"/>
                        <a:pt x="1429" y="57055"/>
                        <a:pt x="4953" y="56388"/>
                      </a:cubicBezTo>
                      <a:lnTo>
                        <a:pt x="1048" y="50006"/>
                      </a:lnTo>
                      <a:cubicBezTo>
                        <a:pt x="2381" y="49149"/>
                        <a:pt x="3143" y="47720"/>
                        <a:pt x="3143" y="45625"/>
                      </a:cubicBezTo>
                      <a:cubicBezTo>
                        <a:pt x="3143" y="44291"/>
                        <a:pt x="2667" y="41815"/>
                        <a:pt x="1905" y="38386"/>
                      </a:cubicBezTo>
                      <a:cubicBezTo>
                        <a:pt x="1048" y="34957"/>
                        <a:pt x="571" y="32385"/>
                        <a:pt x="571" y="30671"/>
                      </a:cubicBezTo>
                      <a:cubicBezTo>
                        <a:pt x="571" y="28289"/>
                        <a:pt x="1238" y="26384"/>
                        <a:pt x="2667" y="24765"/>
                      </a:cubicBezTo>
                      <a:cubicBezTo>
                        <a:pt x="2095" y="18955"/>
                        <a:pt x="1809" y="15621"/>
                        <a:pt x="1809" y="14764"/>
                      </a:cubicBezTo>
                      <a:cubicBezTo>
                        <a:pt x="1809" y="8096"/>
                        <a:pt x="4191" y="3810"/>
                        <a:pt x="9049" y="1810"/>
                      </a:cubicBezTo>
                      <a:lnTo>
                        <a:pt x="13716" y="1810"/>
                      </a:lnTo>
                      <a:cubicBezTo>
                        <a:pt x="15430" y="1810"/>
                        <a:pt x="18192" y="1524"/>
                        <a:pt x="22003" y="953"/>
                      </a:cubicBezTo>
                      <a:cubicBezTo>
                        <a:pt x="25813" y="286"/>
                        <a:pt x="28575" y="0"/>
                        <a:pt x="30480" y="0"/>
                      </a:cubicBezTo>
                      <a:cubicBezTo>
                        <a:pt x="35814" y="0"/>
                        <a:pt x="39719" y="2191"/>
                        <a:pt x="42005" y="6477"/>
                      </a:cubicBezTo>
                      <a:cubicBezTo>
                        <a:pt x="42386" y="21717"/>
                        <a:pt x="42386" y="44387"/>
                        <a:pt x="42005" y="74771"/>
                      </a:cubicBezTo>
                      <a:cubicBezTo>
                        <a:pt x="41910" y="74581"/>
                        <a:pt x="41053" y="74771"/>
                        <a:pt x="39719" y="75533"/>
                      </a:cubicBezTo>
                      <a:cubicBezTo>
                        <a:pt x="39338" y="76771"/>
                        <a:pt x="40100" y="77819"/>
                        <a:pt x="41719" y="78867"/>
                      </a:cubicBezTo>
                      <a:cubicBezTo>
                        <a:pt x="43339" y="79915"/>
                        <a:pt x="44196" y="80677"/>
                        <a:pt x="44196" y="81248"/>
                      </a:cubicBezTo>
                      <a:cubicBezTo>
                        <a:pt x="44196" y="81915"/>
                        <a:pt x="43529" y="82677"/>
                        <a:pt x="42100" y="83534"/>
                      </a:cubicBezTo>
                      <a:lnTo>
                        <a:pt x="39814" y="85630"/>
                      </a:lnTo>
                      <a:cubicBezTo>
                        <a:pt x="41910" y="88392"/>
                        <a:pt x="42863" y="91726"/>
                        <a:pt x="42863" y="95441"/>
                      </a:cubicBezTo>
                      <a:cubicBezTo>
                        <a:pt x="42863" y="97155"/>
                        <a:pt x="42576" y="99917"/>
                        <a:pt x="41910" y="103632"/>
                      </a:cubicBezTo>
                      <a:cubicBezTo>
                        <a:pt x="41434" y="107347"/>
                        <a:pt x="41053" y="110109"/>
                        <a:pt x="41053" y="112014"/>
                      </a:cubicBezTo>
                      <a:cubicBezTo>
                        <a:pt x="41053" y="114395"/>
                        <a:pt x="41338" y="116681"/>
                        <a:pt x="42005" y="118682"/>
                      </a:cubicBezTo>
                      <a:cubicBezTo>
                        <a:pt x="42386" y="131254"/>
                        <a:pt x="42005" y="149352"/>
                        <a:pt x="41053" y="172974"/>
                      </a:cubicBezTo>
                      <a:cubicBezTo>
                        <a:pt x="41338" y="173736"/>
                        <a:pt x="42100" y="173927"/>
                        <a:pt x="43434" y="173831"/>
                      </a:cubicBezTo>
                      <a:lnTo>
                        <a:pt x="46196" y="173831"/>
                      </a:lnTo>
                      <a:cubicBezTo>
                        <a:pt x="43910" y="174975"/>
                        <a:pt x="42767" y="177641"/>
                        <a:pt x="42767" y="181833"/>
                      </a:cubicBezTo>
                      <a:close/>
                      <a:moveTo>
                        <a:pt x="8858" y="51721"/>
                      </a:moveTo>
                      <a:cubicBezTo>
                        <a:pt x="8858" y="51721"/>
                        <a:pt x="8096" y="52102"/>
                        <a:pt x="8096" y="52483"/>
                      </a:cubicBezTo>
                      <a:cubicBezTo>
                        <a:pt x="8096" y="53150"/>
                        <a:pt x="8572" y="53721"/>
                        <a:pt x="9430" y="54293"/>
                      </a:cubicBezTo>
                      <a:cubicBezTo>
                        <a:pt x="10287" y="54769"/>
                        <a:pt x="11144" y="54959"/>
                        <a:pt x="11811" y="54578"/>
                      </a:cubicBezTo>
                      <a:cubicBezTo>
                        <a:pt x="10858" y="53435"/>
                        <a:pt x="10001" y="52388"/>
                        <a:pt x="8953" y="51721"/>
                      </a:cubicBezTo>
                      <a:close/>
                      <a:moveTo>
                        <a:pt x="9715" y="47339"/>
                      </a:moveTo>
                      <a:lnTo>
                        <a:pt x="12478" y="43148"/>
                      </a:lnTo>
                      <a:lnTo>
                        <a:pt x="8858" y="44482"/>
                      </a:lnTo>
                      <a:cubicBezTo>
                        <a:pt x="9334" y="44672"/>
                        <a:pt x="9715" y="45625"/>
                        <a:pt x="9715" y="47339"/>
                      </a:cubicBezTo>
                      <a:close/>
                      <a:moveTo>
                        <a:pt x="8858" y="185833"/>
                      </a:moveTo>
                      <a:lnTo>
                        <a:pt x="12478" y="185833"/>
                      </a:lnTo>
                      <a:cubicBezTo>
                        <a:pt x="12382" y="184976"/>
                        <a:pt x="11716" y="184595"/>
                        <a:pt x="10668" y="184595"/>
                      </a:cubicBezTo>
                      <a:cubicBezTo>
                        <a:pt x="9715" y="184595"/>
                        <a:pt x="9049" y="184976"/>
                        <a:pt x="8858" y="185833"/>
                      </a:cubicBezTo>
                      <a:close/>
                      <a:moveTo>
                        <a:pt x="39148" y="81725"/>
                      </a:moveTo>
                      <a:cubicBezTo>
                        <a:pt x="38195" y="83058"/>
                        <a:pt x="38386" y="84011"/>
                        <a:pt x="39624" y="84487"/>
                      </a:cubicBezTo>
                      <a:cubicBezTo>
                        <a:pt x="41243" y="83344"/>
                        <a:pt x="41910" y="82296"/>
                        <a:pt x="41910" y="81439"/>
                      </a:cubicBezTo>
                      <a:cubicBezTo>
                        <a:pt x="41910" y="80772"/>
                        <a:pt x="40957" y="79724"/>
                        <a:pt x="38862" y="78486"/>
                      </a:cubicBezTo>
                      <a:cubicBezTo>
                        <a:pt x="36766" y="77248"/>
                        <a:pt x="35814" y="75914"/>
                        <a:pt x="36100" y="74771"/>
                      </a:cubicBezTo>
                      <a:lnTo>
                        <a:pt x="34766" y="75533"/>
                      </a:lnTo>
                      <a:lnTo>
                        <a:pt x="36862" y="77629"/>
                      </a:lnTo>
                      <a:lnTo>
                        <a:pt x="34766" y="79724"/>
                      </a:lnTo>
                      <a:cubicBezTo>
                        <a:pt x="34099" y="79248"/>
                        <a:pt x="33433" y="78105"/>
                        <a:pt x="32766" y="76581"/>
                      </a:cubicBezTo>
                      <a:cubicBezTo>
                        <a:pt x="32099" y="74962"/>
                        <a:pt x="31147" y="74200"/>
                        <a:pt x="29908" y="74200"/>
                      </a:cubicBezTo>
                      <a:cubicBezTo>
                        <a:pt x="29432" y="74200"/>
                        <a:pt x="28670" y="74390"/>
                        <a:pt x="27622" y="74771"/>
                      </a:cubicBezTo>
                      <a:lnTo>
                        <a:pt x="31051" y="78391"/>
                      </a:lnTo>
                      <a:cubicBezTo>
                        <a:pt x="30194" y="79534"/>
                        <a:pt x="28765" y="80391"/>
                        <a:pt x="26575" y="80963"/>
                      </a:cubicBezTo>
                      <a:cubicBezTo>
                        <a:pt x="23813" y="81820"/>
                        <a:pt x="22288" y="82296"/>
                        <a:pt x="22003" y="82487"/>
                      </a:cubicBezTo>
                      <a:cubicBezTo>
                        <a:pt x="28861" y="84582"/>
                        <a:pt x="32956" y="83629"/>
                        <a:pt x="34099" y="79724"/>
                      </a:cubicBezTo>
                      <a:cubicBezTo>
                        <a:pt x="35147" y="81820"/>
                        <a:pt x="35909" y="82677"/>
                        <a:pt x="36195" y="82487"/>
                      </a:cubicBezTo>
                      <a:cubicBezTo>
                        <a:pt x="36004" y="81820"/>
                        <a:pt x="36481" y="80867"/>
                        <a:pt x="37719" y="79724"/>
                      </a:cubicBezTo>
                      <a:cubicBezTo>
                        <a:pt x="39624" y="79724"/>
                        <a:pt x="40100" y="80391"/>
                        <a:pt x="39338" y="81820"/>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 name="Google Shape;1043;p99"/>
                <p:cNvSpPr/>
                <p:nvPr/>
              </p:nvSpPr>
              <p:spPr>
                <a:xfrm>
                  <a:off x="6154768" y="4206811"/>
                  <a:ext cx="202406" cy="242601"/>
                </a:xfrm>
                <a:custGeom>
                  <a:avLst/>
                  <a:gdLst/>
                  <a:ahLst/>
                  <a:cxnLst/>
                  <a:rect l="l" t="t" r="r" b="b"/>
                  <a:pathLst>
                    <a:path w="202406" h="242601" extrusionOk="0">
                      <a:moveTo>
                        <a:pt x="158115" y="198025"/>
                      </a:moveTo>
                      <a:cubicBezTo>
                        <a:pt x="157353" y="200596"/>
                        <a:pt x="157067" y="202978"/>
                        <a:pt x="157067" y="205264"/>
                      </a:cubicBezTo>
                      <a:cubicBezTo>
                        <a:pt x="157067" y="208788"/>
                        <a:pt x="157924" y="212693"/>
                        <a:pt x="159639" y="217170"/>
                      </a:cubicBezTo>
                      <a:cubicBezTo>
                        <a:pt x="162115" y="222695"/>
                        <a:pt x="163449" y="226314"/>
                        <a:pt x="163734" y="228029"/>
                      </a:cubicBezTo>
                      <a:cubicBezTo>
                        <a:pt x="164592" y="229076"/>
                        <a:pt x="165068" y="230124"/>
                        <a:pt x="165068" y="231077"/>
                      </a:cubicBezTo>
                      <a:cubicBezTo>
                        <a:pt x="165068" y="232315"/>
                        <a:pt x="164306" y="233744"/>
                        <a:pt x="162782" y="235458"/>
                      </a:cubicBezTo>
                      <a:cubicBezTo>
                        <a:pt x="160496" y="238030"/>
                        <a:pt x="159163" y="239649"/>
                        <a:pt x="158877" y="240125"/>
                      </a:cubicBezTo>
                      <a:cubicBezTo>
                        <a:pt x="157163" y="239744"/>
                        <a:pt x="155257" y="239554"/>
                        <a:pt x="153162" y="239554"/>
                      </a:cubicBezTo>
                      <a:cubicBezTo>
                        <a:pt x="151162" y="239554"/>
                        <a:pt x="148018" y="239744"/>
                        <a:pt x="143827" y="240221"/>
                      </a:cubicBezTo>
                      <a:cubicBezTo>
                        <a:pt x="139827" y="240697"/>
                        <a:pt x="136684" y="240887"/>
                        <a:pt x="134874" y="240887"/>
                      </a:cubicBezTo>
                      <a:cubicBezTo>
                        <a:pt x="127635" y="240887"/>
                        <a:pt x="122301" y="238601"/>
                        <a:pt x="119063" y="234124"/>
                      </a:cubicBezTo>
                      <a:cubicBezTo>
                        <a:pt x="120205" y="231838"/>
                        <a:pt x="120682" y="229838"/>
                        <a:pt x="120682" y="227933"/>
                      </a:cubicBezTo>
                      <a:cubicBezTo>
                        <a:pt x="120682" y="225171"/>
                        <a:pt x="119253" y="222123"/>
                        <a:pt x="116300" y="218599"/>
                      </a:cubicBezTo>
                      <a:cubicBezTo>
                        <a:pt x="112109" y="213931"/>
                        <a:pt x="109728" y="210883"/>
                        <a:pt x="109156" y="209264"/>
                      </a:cubicBezTo>
                      <a:cubicBezTo>
                        <a:pt x="108299" y="208883"/>
                        <a:pt x="107347" y="208788"/>
                        <a:pt x="106299" y="208788"/>
                      </a:cubicBezTo>
                      <a:cubicBezTo>
                        <a:pt x="104870" y="208788"/>
                        <a:pt x="102584" y="209169"/>
                        <a:pt x="99250" y="209931"/>
                      </a:cubicBezTo>
                      <a:cubicBezTo>
                        <a:pt x="96012" y="210693"/>
                        <a:pt x="93726" y="211074"/>
                        <a:pt x="92297" y="211074"/>
                      </a:cubicBezTo>
                      <a:cubicBezTo>
                        <a:pt x="88868" y="211074"/>
                        <a:pt x="86582" y="209550"/>
                        <a:pt x="85630" y="206407"/>
                      </a:cubicBezTo>
                      <a:lnTo>
                        <a:pt x="83439" y="206407"/>
                      </a:lnTo>
                      <a:cubicBezTo>
                        <a:pt x="83439" y="205169"/>
                        <a:pt x="83248" y="203549"/>
                        <a:pt x="82772" y="201644"/>
                      </a:cubicBezTo>
                      <a:cubicBezTo>
                        <a:pt x="82201" y="199644"/>
                        <a:pt x="82010" y="198311"/>
                        <a:pt x="82010" y="197644"/>
                      </a:cubicBezTo>
                      <a:cubicBezTo>
                        <a:pt x="82010" y="196310"/>
                        <a:pt x="82486" y="195167"/>
                        <a:pt x="83534" y="194310"/>
                      </a:cubicBezTo>
                      <a:cubicBezTo>
                        <a:pt x="82772" y="193072"/>
                        <a:pt x="82296" y="191929"/>
                        <a:pt x="82296" y="190690"/>
                      </a:cubicBezTo>
                      <a:cubicBezTo>
                        <a:pt x="82296" y="189643"/>
                        <a:pt x="82772" y="188119"/>
                        <a:pt x="83534" y="186119"/>
                      </a:cubicBezTo>
                      <a:cubicBezTo>
                        <a:pt x="84487" y="184213"/>
                        <a:pt x="84867" y="182689"/>
                        <a:pt x="84867" y="181642"/>
                      </a:cubicBezTo>
                      <a:cubicBezTo>
                        <a:pt x="84867" y="180880"/>
                        <a:pt x="84677" y="180213"/>
                        <a:pt x="84391" y="179261"/>
                      </a:cubicBezTo>
                      <a:cubicBezTo>
                        <a:pt x="85915" y="176689"/>
                        <a:pt x="90488" y="175355"/>
                        <a:pt x="98107" y="175165"/>
                      </a:cubicBezTo>
                      <a:cubicBezTo>
                        <a:pt x="104965" y="174974"/>
                        <a:pt x="108394" y="173831"/>
                        <a:pt x="108394" y="171545"/>
                      </a:cubicBezTo>
                      <a:cubicBezTo>
                        <a:pt x="108394" y="170212"/>
                        <a:pt x="107442" y="168116"/>
                        <a:pt x="105632" y="165354"/>
                      </a:cubicBezTo>
                      <a:lnTo>
                        <a:pt x="109347" y="165354"/>
                      </a:lnTo>
                      <a:cubicBezTo>
                        <a:pt x="109061" y="166688"/>
                        <a:pt x="109538" y="168307"/>
                        <a:pt x="110585" y="170212"/>
                      </a:cubicBezTo>
                      <a:cubicBezTo>
                        <a:pt x="111061" y="169736"/>
                        <a:pt x="111442" y="168307"/>
                        <a:pt x="111633" y="166116"/>
                      </a:cubicBezTo>
                      <a:cubicBezTo>
                        <a:pt x="111633" y="164402"/>
                        <a:pt x="112776" y="163449"/>
                        <a:pt x="114395" y="163354"/>
                      </a:cubicBezTo>
                      <a:lnTo>
                        <a:pt x="111252" y="160211"/>
                      </a:lnTo>
                      <a:lnTo>
                        <a:pt x="114395" y="159448"/>
                      </a:lnTo>
                      <a:lnTo>
                        <a:pt x="112014" y="157353"/>
                      </a:lnTo>
                      <a:cubicBezTo>
                        <a:pt x="112014" y="157353"/>
                        <a:pt x="112871" y="157829"/>
                        <a:pt x="113347" y="157829"/>
                      </a:cubicBezTo>
                      <a:cubicBezTo>
                        <a:pt x="114014" y="157829"/>
                        <a:pt x="115062" y="157448"/>
                        <a:pt x="116300" y="156686"/>
                      </a:cubicBezTo>
                      <a:cubicBezTo>
                        <a:pt x="117538" y="155829"/>
                        <a:pt x="118586" y="155448"/>
                        <a:pt x="119063" y="155448"/>
                      </a:cubicBezTo>
                      <a:cubicBezTo>
                        <a:pt x="119920" y="155448"/>
                        <a:pt x="120396" y="156305"/>
                        <a:pt x="120586" y="158115"/>
                      </a:cubicBezTo>
                      <a:cubicBezTo>
                        <a:pt x="120110" y="158115"/>
                        <a:pt x="118015" y="158782"/>
                        <a:pt x="114395" y="160115"/>
                      </a:cubicBezTo>
                      <a:cubicBezTo>
                        <a:pt x="114490" y="160306"/>
                        <a:pt x="116014" y="161163"/>
                        <a:pt x="118586" y="162782"/>
                      </a:cubicBezTo>
                      <a:cubicBezTo>
                        <a:pt x="120110" y="163830"/>
                        <a:pt x="120872" y="164878"/>
                        <a:pt x="120872" y="165925"/>
                      </a:cubicBezTo>
                      <a:cubicBezTo>
                        <a:pt x="120872" y="166402"/>
                        <a:pt x="120872" y="166973"/>
                        <a:pt x="120586" y="167449"/>
                      </a:cubicBezTo>
                      <a:cubicBezTo>
                        <a:pt x="121444" y="166973"/>
                        <a:pt x="122110" y="166021"/>
                        <a:pt x="122396" y="164592"/>
                      </a:cubicBezTo>
                      <a:cubicBezTo>
                        <a:pt x="122682" y="163258"/>
                        <a:pt x="122587" y="162211"/>
                        <a:pt x="122110" y="161544"/>
                      </a:cubicBezTo>
                      <a:lnTo>
                        <a:pt x="125444" y="158210"/>
                      </a:lnTo>
                      <a:lnTo>
                        <a:pt x="118491" y="151733"/>
                      </a:lnTo>
                      <a:lnTo>
                        <a:pt x="119158" y="150400"/>
                      </a:lnTo>
                      <a:cubicBezTo>
                        <a:pt x="118681" y="149733"/>
                        <a:pt x="118110" y="149447"/>
                        <a:pt x="117348" y="149447"/>
                      </a:cubicBezTo>
                      <a:cubicBezTo>
                        <a:pt x="117062" y="149447"/>
                        <a:pt x="116300" y="149828"/>
                        <a:pt x="115157" y="150686"/>
                      </a:cubicBezTo>
                      <a:cubicBezTo>
                        <a:pt x="114014" y="151543"/>
                        <a:pt x="112966" y="151924"/>
                        <a:pt x="111823" y="151733"/>
                      </a:cubicBezTo>
                      <a:cubicBezTo>
                        <a:pt x="111442" y="151543"/>
                        <a:pt x="109252" y="151447"/>
                        <a:pt x="105156" y="151447"/>
                      </a:cubicBezTo>
                      <a:cubicBezTo>
                        <a:pt x="102679" y="151447"/>
                        <a:pt x="101441" y="149733"/>
                        <a:pt x="101251" y="146495"/>
                      </a:cubicBezTo>
                      <a:cubicBezTo>
                        <a:pt x="99917" y="146018"/>
                        <a:pt x="99250" y="144971"/>
                        <a:pt x="99250" y="143446"/>
                      </a:cubicBezTo>
                      <a:cubicBezTo>
                        <a:pt x="99250" y="142780"/>
                        <a:pt x="99346" y="141637"/>
                        <a:pt x="99727" y="140113"/>
                      </a:cubicBezTo>
                      <a:cubicBezTo>
                        <a:pt x="100108" y="138589"/>
                        <a:pt x="100298" y="137350"/>
                        <a:pt x="100298" y="136493"/>
                      </a:cubicBezTo>
                      <a:cubicBezTo>
                        <a:pt x="100298" y="134207"/>
                        <a:pt x="98869" y="132969"/>
                        <a:pt x="96107" y="132588"/>
                      </a:cubicBezTo>
                      <a:cubicBezTo>
                        <a:pt x="95631" y="131731"/>
                        <a:pt x="95345" y="130683"/>
                        <a:pt x="95345" y="129445"/>
                      </a:cubicBezTo>
                      <a:cubicBezTo>
                        <a:pt x="95345" y="128969"/>
                        <a:pt x="95440" y="128111"/>
                        <a:pt x="95631" y="127063"/>
                      </a:cubicBezTo>
                      <a:cubicBezTo>
                        <a:pt x="95821" y="125921"/>
                        <a:pt x="95917" y="125063"/>
                        <a:pt x="95917" y="124587"/>
                      </a:cubicBezTo>
                      <a:cubicBezTo>
                        <a:pt x="95917" y="122872"/>
                        <a:pt x="95059" y="121539"/>
                        <a:pt x="93345" y="120491"/>
                      </a:cubicBezTo>
                      <a:lnTo>
                        <a:pt x="90488" y="119634"/>
                      </a:lnTo>
                      <a:cubicBezTo>
                        <a:pt x="91821" y="117920"/>
                        <a:pt x="92488" y="116205"/>
                        <a:pt x="92488" y="114205"/>
                      </a:cubicBezTo>
                      <a:cubicBezTo>
                        <a:pt x="92488" y="112490"/>
                        <a:pt x="91916" y="110299"/>
                        <a:pt x="90773" y="107728"/>
                      </a:cubicBezTo>
                      <a:cubicBezTo>
                        <a:pt x="89630" y="105823"/>
                        <a:pt x="88678" y="103822"/>
                        <a:pt x="87534" y="101727"/>
                      </a:cubicBezTo>
                      <a:cubicBezTo>
                        <a:pt x="88487" y="101251"/>
                        <a:pt x="88963" y="100394"/>
                        <a:pt x="89154" y="99441"/>
                      </a:cubicBezTo>
                      <a:cubicBezTo>
                        <a:pt x="89344" y="98298"/>
                        <a:pt x="88773" y="97346"/>
                        <a:pt x="87534" y="96869"/>
                      </a:cubicBezTo>
                      <a:lnTo>
                        <a:pt x="83344" y="97631"/>
                      </a:lnTo>
                      <a:lnTo>
                        <a:pt x="82391" y="90392"/>
                      </a:lnTo>
                      <a:cubicBezTo>
                        <a:pt x="80963" y="90773"/>
                        <a:pt x="80296" y="91821"/>
                        <a:pt x="80200" y="93440"/>
                      </a:cubicBezTo>
                      <a:cubicBezTo>
                        <a:pt x="80105" y="95250"/>
                        <a:pt x="79153" y="96298"/>
                        <a:pt x="77438" y="96774"/>
                      </a:cubicBezTo>
                      <a:cubicBezTo>
                        <a:pt x="77724" y="97822"/>
                        <a:pt x="77914" y="98774"/>
                        <a:pt x="77914" y="99631"/>
                      </a:cubicBezTo>
                      <a:cubicBezTo>
                        <a:pt x="77914" y="101155"/>
                        <a:pt x="77248" y="103346"/>
                        <a:pt x="75914" y="106108"/>
                      </a:cubicBezTo>
                      <a:cubicBezTo>
                        <a:pt x="74485" y="108871"/>
                        <a:pt x="73914" y="111633"/>
                        <a:pt x="74009" y="114586"/>
                      </a:cubicBezTo>
                      <a:cubicBezTo>
                        <a:pt x="71438" y="116014"/>
                        <a:pt x="70009" y="118300"/>
                        <a:pt x="69723" y="121634"/>
                      </a:cubicBezTo>
                      <a:cubicBezTo>
                        <a:pt x="69151" y="126302"/>
                        <a:pt x="68771" y="128873"/>
                        <a:pt x="68484" y="129349"/>
                      </a:cubicBezTo>
                      <a:cubicBezTo>
                        <a:pt x="67627" y="129159"/>
                        <a:pt x="66484" y="130397"/>
                        <a:pt x="65056" y="132969"/>
                      </a:cubicBezTo>
                      <a:cubicBezTo>
                        <a:pt x="63532" y="136207"/>
                        <a:pt x="62008" y="138398"/>
                        <a:pt x="60484" y="139541"/>
                      </a:cubicBezTo>
                      <a:cubicBezTo>
                        <a:pt x="60484" y="139827"/>
                        <a:pt x="61150" y="140779"/>
                        <a:pt x="62484" y="142304"/>
                      </a:cubicBezTo>
                      <a:lnTo>
                        <a:pt x="64294" y="140303"/>
                      </a:lnTo>
                      <a:cubicBezTo>
                        <a:pt x="64294" y="140303"/>
                        <a:pt x="64770" y="140684"/>
                        <a:pt x="64770" y="141065"/>
                      </a:cubicBezTo>
                      <a:cubicBezTo>
                        <a:pt x="64770" y="141541"/>
                        <a:pt x="64389" y="142494"/>
                        <a:pt x="63627" y="143923"/>
                      </a:cubicBezTo>
                      <a:cubicBezTo>
                        <a:pt x="62865" y="145256"/>
                        <a:pt x="62484" y="146209"/>
                        <a:pt x="62484" y="146495"/>
                      </a:cubicBezTo>
                      <a:cubicBezTo>
                        <a:pt x="61055" y="148399"/>
                        <a:pt x="60484" y="149447"/>
                        <a:pt x="60484" y="149638"/>
                      </a:cubicBezTo>
                      <a:lnTo>
                        <a:pt x="62484" y="151638"/>
                      </a:lnTo>
                      <a:cubicBezTo>
                        <a:pt x="62960" y="150781"/>
                        <a:pt x="63532" y="150304"/>
                        <a:pt x="64294" y="150304"/>
                      </a:cubicBezTo>
                      <a:lnTo>
                        <a:pt x="64294" y="152400"/>
                      </a:lnTo>
                      <a:cubicBezTo>
                        <a:pt x="63627" y="152019"/>
                        <a:pt x="63055" y="151924"/>
                        <a:pt x="62484" y="151924"/>
                      </a:cubicBezTo>
                      <a:cubicBezTo>
                        <a:pt x="61055" y="151924"/>
                        <a:pt x="60007" y="153638"/>
                        <a:pt x="59341" y="157067"/>
                      </a:cubicBezTo>
                      <a:cubicBezTo>
                        <a:pt x="58388" y="160972"/>
                        <a:pt x="57436" y="163449"/>
                        <a:pt x="56197" y="164306"/>
                      </a:cubicBezTo>
                      <a:cubicBezTo>
                        <a:pt x="57245" y="165163"/>
                        <a:pt x="58102" y="166973"/>
                        <a:pt x="58579" y="169831"/>
                      </a:cubicBezTo>
                      <a:cubicBezTo>
                        <a:pt x="59055" y="172688"/>
                        <a:pt x="60388" y="174498"/>
                        <a:pt x="62484" y="175165"/>
                      </a:cubicBezTo>
                      <a:cubicBezTo>
                        <a:pt x="63532" y="174498"/>
                        <a:pt x="65913" y="174212"/>
                        <a:pt x="69723" y="174403"/>
                      </a:cubicBezTo>
                      <a:cubicBezTo>
                        <a:pt x="72961" y="174403"/>
                        <a:pt x="74866" y="173927"/>
                        <a:pt x="75342" y="173164"/>
                      </a:cubicBezTo>
                      <a:cubicBezTo>
                        <a:pt x="75533" y="175070"/>
                        <a:pt x="76105" y="179165"/>
                        <a:pt x="77248" y="185547"/>
                      </a:cubicBezTo>
                      <a:cubicBezTo>
                        <a:pt x="78105" y="190595"/>
                        <a:pt x="78486" y="194596"/>
                        <a:pt x="78486" y="197644"/>
                      </a:cubicBezTo>
                      <a:cubicBezTo>
                        <a:pt x="78486" y="202502"/>
                        <a:pt x="77724" y="207073"/>
                        <a:pt x="76105" y="211360"/>
                      </a:cubicBezTo>
                      <a:cubicBezTo>
                        <a:pt x="73628" y="212027"/>
                        <a:pt x="69723" y="212407"/>
                        <a:pt x="64198" y="212122"/>
                      </a:cubicBezTo>
                      <a:cubicBezTo>
                        <a:pt x="58579" y="211931"/>
                        <a:pt x="54292" y="212598"/>
                        <a:pt x="51340" y="214217"/>
                      </a:cubicBezTo>
                      <a:lnTo>
                        <a:pt x="52578" y="214979"/>
                      </a:lnTo>
                      <a:cubicBezTo>
                        <a:pt x="48482" y="216027"/>
                        <a:pt x="46101" y="219075"/>
                        <a:pt x="45434" y="224028"/>
                      </a:cubicBezTo>
                      <a:cubicBezTo>
                        <a:pt x="45053" y="228219"/>
                        <a:pt x="44672" y="232220"/>
                        <a:pt x="44196" y="236220"/>
                      </a:cubicBezTo>
                      <a:cubicBezTo>
                        <a:pt x="43053" y="240221"/>
                        <a:pt x="39433" y="241935"/>
                        <a:pt x="33623" y="241363"/>
                      </a:cubicBezTo>
                      <a:cubicBezTo>
                        <a:pt x="33052" y="242221"/>
                        <a:pt x="32385" y="242602"/>
                        <a:pt x="31528" y="242602"/>
                      </a:cubicBezTo>
                      <a:cubicBezTo>
                        <a:pt x="30766" y="242602"/>
                        <a:pt x="29718" y="242221"/>
                        <a:pt x="28099" y="241363"/>
                      </a:cubicBezTo>
                      <a:cubicBezTo>
                        <a:pt x="26479" y="240602"/>
                        <a:pt x="25146" y="240030"/>
                        <a:pt x="24479" y="239935"/>
                      </a:cubicBezTo>
                      <a:cubicBezTo>
                        <a:pt x="23622" y="239935"/>
                        <a:pt x="22669" y="239744"/>
                        <a:pt x="21241" y="239744"/>
                      </a:cubicBezTo>
                      <a:cubicBezTo>
                        <a:pt x="20098" y="239744"/>
                        <a:pt x="18192" y="239935"/>
                        <a:pt x="15811" y="240316"/>
                      </a:cubicBezTo>
                      <a:cubicBezTo>
                        <a:pt x="13430" y="240602"/>
                        <a:pt x="11621" y="240792"/>
                        <a:pt x="10382" y="240792"/>
                      </a:cubicBezTo>
                      <a:cubicBezTo>
                        <a:pt x="4953" y="240792"/>
                        <a:pt x="1809" y="239078"/>
                        <a:pt x="762" y="235648"/>
                      </a:cubicBezTo>
                      <a:cubicBezTo>
                        <a:pt x="286" y="234124"/>
                        <a:pt x="0" y="232600"/>
                        <a:pt x="0" y="231267"/>
                      </a:cubicBezTo>
                      <a:cubicBezTo>
                        <a:pt x="0" y="229171"/>
                        <a:pt x="857" y="226314"/>
                        <a:pt x="2572" y="222695"/>
                      </a:cubicBezTo>
                      <a:cubicBezTo>
                        <a:pt x="4286" y="219075"/>
                        <a:pt x="4858" y="215932"/>
                        <a:pt x="4381" y="213360"/>
                      </a:cubicBezTo>
                      <a:cubicBezTo>
                        <a:pt x="7334" y="212503"/>
                        <a:pt x="8763" y="210503"/>
                        <a:pt x="8763" y="207359"/>
                      </a:cubicBezTo>
                      <a:cubicBezTo>
                        <a:pt x="8763" y="206883"/>
                        <a:pt x="8572" y="206026"/>
                        <a:pt x="8382" y="205073"/>
                      </a:cubicBezTo>
                      <a:lnTo>
                        <a:pt x="8382" y="202502"/>
                      </a:lnTo>
                      <a:cubicBezTo>
                        <a:pt x="8382" y="200787"/>
                        <a:pt x="8763" y="199358"/>
                        <a:pt x="9430" y="198311"/>
                      </a:cubicBezTo>
                      <a:cubicBezTo>
                        <a:pt x="12192" y="197263"/>
                        <a:pt x="13525" y="195358"/>
                        <a:pt x="13525" y="192596"/>
                      </a:cubicBezTo>
                      <a:cubicBezTo>
                        <a:pt x="13525" y="191738"/>
                        <a:pt x="13335" y="190310"/>
                        <a:pt x="13049" y="188404"/>
                      </a:cubicBezTo>
                      <a:cubicBezTo>
                        <a:pt x="12668" y="186499"/>
                        <a:pt x="12478" y="184975"/>
                        <a:pt x="12478" y="184023"/>
                      </a:cubicBezTo>
                      <a:cubicBezTo>
                        <a:pt x="12478" y="181070"/>
                        <a:pt x="13716" y="178879"/>
                        <a:pt x="16383" y="177546"/>
                      </a:cubicBezTo>
                      <a:cubicBezTo>
                        <a:pt x="16002" y="176403"/>
                        <a:pt x="15811" y="175260"/>
                        <a:pt x="15811" y="174212"/>
                      </a:cubicBezTo>
                      <a:cubicBezTo>
                        <a:pt x="15811" y="171926"/>
                        <a:pt x="16859" y="169164"/>
                        <a:pt x="18955" y="165925"/>
                      </a:cubicBezTo>
                      <a:cubicBezTo>
                        <a:pt x="20955" y="162592"/>
                        <a:pt x="22003" y="160115"/>
                        <a:pt x="22003" y="158401"/>
                      </a:cubicBezTo>
                      <a:cubicBezTo>
                        <a:pt x="22003" y="156877"/>
                        <a:pt x="21526" y="155257"/>
                        <a:pt x="20479" y="153448"/>
                      </a:cubicBezTo>
                      <a:cubicBezTo>
                        <a:pt x="23431" y="150019"/>
                        <a:pt x="25432" y="144875"/>
                        <a:pt x="26670" y="138208"/>
                      </a:cubicBezTo>
                      <a:cubicBezTo>
                        <a:pt x="27337" y="133064"/>
                        <a:pt x="28003" y="127825"/>
                        <a:pt x="28480" y="122682"/>
                      </a:cubicBezTo>
                      <a:cubicBezTo>
                        <a:pt x="31242" y="121539"/>
                        <a:pt x="32956" y="118491"/>
                        <a:pt x="33814" y="113633"/>
                      </a:cubicBezTo>
                      <a:cubicBezTo>
                        <a:pt x="34576" y="108871"/>
                        <a:pt x="36100" y="105632"/>
                        <a:pt x="38386" y="104108"/>
                      </a:cubicBezTo>
                      <a:cubicBezTo>
                        <a:pt x="37719" y="102584"/>
                        <a:pt x="37338" y="100774"/>
                        <a:pt x="37338" y="98965"/>
                      </a:cubicBezTo>
                      <a:cubicBezTo>
                        <a:pt x="37338" y="97250"/>
                        <a:pt x="37624" y="94964"/>
                        <a:pt x="38195" y="92202"/>
                      </a:cubicBezTo>
                      <a:cubicBezTo>
                        <a:pt x="38862" y="89440"/>
                        <a:pt x="39148" y="87725"/>
                        <a:pt x="39148" y="87058"/>
                      </a:cubicBezTo>
                      <a:cubicBezTo>
                        <a:pt x="41243" y="85915"/>
                        <a:pt x="42196" y="84296"/>
                        <a:pt x="42196" y="82391"/>
                      </a:cubicBezTo>
                      <a:lnTo>
                        <a:pt x="42196" y="79343"/>
                      </a:lnTo>
                      <a:cubicBezTo>
                        <a:pt x="42196" y="76676"/>
                        <a:pt x="43624" y="74581"/>
                        <a:pt x="46387" y="72866"/>
                      </a:cubicBezTo>
                      <a:cubicBezTo>
                        <a:pt x="44958" y="70485"/>
                        <a:pt x="44958" y="66199"/>
                        <a:pt x="46387" y="60198"/>
                      </a:cubicBezTo>
                      <a:cubicBezTo>
                        <a:pt x="50292" y="59531"/>
                        <a:pt x="51911" y="56864"/>
                        <a:pt x="51054" y="52197"/>
                      </a:cubicBezTo>
                      <a:cubicBezTo>
                        <a:pt x="50006" y="46672"/>
                        <a:pt x="50101" y="43434"/>
                        <a:pt x="51244" y="42386"/>
                      </a:cubicBezTo>
                      <a:cubicBezTo>
                        <a:pt x="56102" y="36862"/>
                        <a:pt x="59912" y="34099"/>
                        <a:pt x="62960" y="34099"/>
                      </a:cubicBezTo>
                      <a:cubicBezTo>
                        <a:pt x="65056" y="34099"/>
                        <a:pt x="66865" y="35147"/>
                        <a:pt x="68389" y="37243"/>
                      </a:cubicBezTo>
                      <a:cubicBezTo>
                        <a:pt x="68866" y="36862"/>
                        <a:pt x="69151" y="36004"/>
                        <a:pt x="69151" y="34385"/>
                      </a:cubicBezTo>
                      <a:cubicBezTo>
                        <a:pt x="69723" y="34004"/>
                        <a:pt x="70294" y="33814"/>
                        <a:pt x="70961" y="33814"/>
                      </a:cubicBezTo>
                      <a:cubicBezTo>
                        <a:pt x="71628" y="33814"/>
                        <a:pt x="72866" y="34099"/>
                        <a:pt x="74390" y="34480"/>
                      </a:cubicBezTo>
                      <a:cubicBezTo>
                        <a:pt x="76009" y="34862"/>
                        <a:pt x="77248" y="35147"/>
                        <a:pt x="77914" y="35147"/>
                      </a:cubicBezTo>
                      <a:cubicBezTo>
                        <a:pt x="80010" y="35147"/>
                        <a:pt x="81439" y="34195"/>
                        <a:pt x="82296" y="32290"/>
                      </a:cubicBezTo>
                      <a:cubicBezTo>
                        <a:pt x="83153" y="32956"/>
                        <a:pt x="84867" y="34195"/>
                        <a:pt x="87439" y="35909"/>
                      </a:cubicBezTo>
                      <a:cubicBezTo>
                        <a:pt x="88201" y="34480"/>
                        <a:pt x="89249" y="33814"/>
                        <a:pt x="90678" y="33814"/>
                      </a:cubicBezTo>
                      <a:cubicBezTo>
                        <a:pt x="91535" y="33814"/>
                        <a:pt x="92869" y="34195"/>
                        <a:pt x="94869" y="34766"/>
                      </a:cubicBezTo>
                      <a:cubicBezTo>
                        <a:pt x="96774" y="35338"/>
                        <a:pt x="98393" y="35623"/>
                        <a:pt x="99631" y="35623"/>
                      </a:cubicBezTo>
                      <a:cubicBezTo>
                        <a:pt x="100489" y="35623"/>
                        <a:pt x="101251" y="35433"/>
                        <a:pt x="102013" y="35147"/>
                      </a:cubicBezTo>
                      <a:cubicBezTo>
                        <a:pt x="104203" y="36576"/>
                        <a:pt x="106489" y="38005"/>
                        <a:pt x="108775" y="39529"/>
                      </a:cubicBezTo>
                      <a:cubicBezTo>
                        <a:pt x="110966" y="41148"/>
                        <a:pt x="112109" y="43148"/>
                        <a:pt x="112109" y="45720"/>
                      </a:cubicBezTo>
                      <a:cubicBezTo>
                        <a:pt x="112109" y="46387"/>
                        <a:pt x="112014" y="47149"/>
                        <a:pt x="111823" y="48006"/>
                      </a:cubicBezTo>
                      <a:lnTo>
                        <a:pt x="116300" y="47244"/>
                      </a:lnTo>
                      <a:cubicBezTo>
                        <a:pt x="115633" y="49530"/>
                        <a:pt x="115252" y="51816"/>
                        <a:pt x="115252" y="54197"/>
                      </a:cubicBezTo>
                      <a:cubicBezTo>
                        <a:pt x="115252" y="59341"/>
                        <a:pt x="117253" y="65341"/>
                        <a:pt x="121158" y="72104"/>
                      </a:cubicBezTo>
                      <a:lnTo>
                        <a:pt x="116300" y="74104"/>
                      </a:lnTo>
                      <a:lnTo>
                        <a:pt x="121158" y="75914"/>
                      </a:lnTo>
                      <a:cubicBezTo>
                        <a:pt x="120491" y="75724"/>
                        <a:pt x="119063" y="76390"/>
                        <a:pt x="116967" y="77914"/>
                      </a:cubicBezTo>
                      <a:lnTo>
                        <a:pt x="116967" y="78962"/>
                      </a:lnTo>
                      <a:cubicBezTo>
                        <a:pt x="118396" y="78486"/>
                        <a:pt x="120682" y="78772"/>
                        <a:pt x="123920" y="80010"/>
                      </a:cubicBezTo>
                      <a:lnTo>
                        <a:pt x="120396" y="85725"/>
                      </a:lnTo>
                      <a:cubicBezTo>
                        <a:pt x="124301" y="90583"/>
                        <a:pt x="127921" y="92964"/>
                        <a:pt x="130969" y="92964"/>
                      </a:cubicBezTo>
                      <a:lnTo>
                        <a:pt x="130969" y="95060"/>
                      </a:lnTo>
                      <a:cubicBezTo>
                        <a:pt x="129730" y="93250"/>
                        <a:pt x="128778" y="92583"/>
                        <a:pt x="128111" y="92964"/>
                      </a:cubicBezTo>
                      <a:cubicBezTo>
                        <a:pt x="127349" y="95345"/>
                        <a:pt x="127063" y="98012"/>
                        <a:pt x="127063" y="100679"/>
                      </a:cubicBezTo>
                      <a:cubicBezTo>
                        <a:pt x="127063" y="106394"/>
                        <a:pt x="128302" y="110680"/>
                        <a:pt x="130969" y="113633"/>
                      </a:cubicBezTo>
                      <a:cubicBezTo>
                        <a:pt x="130302" y="114300"/>
                        <a:pt x="129921" y="114967"/>
                        <a:pt x="129921" y="115729"/>
                      </a:cubicBezTo>
                      <a:cubicBezTo>
                        <a:pt x="129921" y="116396"/>
                        <a:pt x="130588" y="117348"/>
                        <a:pt x="131826" y="118491"/>
                      </a:cubicBezTo>
                      <a:cubicBezTo>
                        <a:pt x="133159" y="119729"/>
                        <a:pt x="133826" y="120682"/>
                        <a:pt x="133826" y="121634"/>
                      </a:cubicBezTo>
                      <a:cubicBezTo>
                        <a:pt x="133826" y="122206"/>
                        <a:pt x="133540" y="122682"/>
                        <a:pt x="133159" y="123444"/>
                      </a:cubicBezTo>
                      <a:lnTo>
                        <a:pt x="136207" y="124682"/>
                      </a:lnTo>
                      <a:cubicBezTo>
                        <a:pt x="137922" y="134588"/>
                        <a:pt x="139065" y="140494"/>
                        <a:pt x="139541" y="142494"/>
                      </a:cubicBezTo>
                      <a:cubicBezTo>
                        <a:pt x="141065" y="149257"/>
                        <a:pt x="143256" y="154877"/>
                        <a:pt x="145923" y="159544"/>
                      </a:cubicBezTo>
                      <a:cubicBezTo>
                        <a:pt x="143827" y="163068"/>
                        <a:pt x="144589" y="165640"/>
                        <a:pt x="148018" y="167545"/>
                      </a:cubicBezTo>
                      <a:cubicBezTo>
                        <a:pt x="147638" y="176117"/>
                        <a:pt x="148876" y="182118"/>
                        <a:pt x="151924" y="185356"/>
                      </a:cubicBezTo>
                      <a:cubicBezTo>
                        <a:pt x="151924" y="193643"/>
                        <a:pt x="154019" y="197834"/>
                        <a:pt x="158210" y="198025"/>
                      </a:cubicBezTo>
                      <a:close/>
                      <a:moveTo>
                        <a:pt x="8382" y="37052"/>
                      </a:moveTo>
                      <a:lnTo>
                        <a:pt x="6286" y="39053"/>
                      </a:lnTo>
                      <a:lnTo>
                        <a:pt x="3524" y="35719"/>
                      </a:lnTo>
                      <a:lnTo>
                        <a:pt x="8382" y="36957"/>
                      </a:lnTo>
                      <a:close/>
                      <a:moveTo>
                        <a:pt x="12859" y="75819"/>
                      </a:moveTo>
                      <a:lnTo>
                        <a:pt x="14383" y="80772"/>
                      </a:lnTo>
                      <a:lnTo>
                        <a:pt x="10382" y="86963"/>
                      </a:lnTo>
                      <a:lnTo>
                        <a:pt x="12763" y="75819"/>
                      </a:lnTo>
                      <a:close/>
                      <a:moveTo>
                        <a:pt x="16192" y="52864"/>
                      </a:moveTo>
                      <a:cubicBezTo>
                        <a:pt x="16192" y="52864"/>
                        <a:pt x="14954" y="53530"/>
                        <a:pt x="13621" y="54959"/>
                      </a:cubicBezTo>
                      <a:lnTo>
                        <a:pt x="12859" y="52102"/>
                      </a:lnTo>
                      <a:lnTo>
                        <a:pt x="16192" y="52959"/>
                      </a:lnTo>
                      <a:close/>
                      <a:moveTo>
                        <a:pt x="38386" y="58007"/>
                      </a:moveTo>
                      <a:cubicBezTo>
                        <a:pt x="37147" y="55245"/>
                        <a:pt x="34861" y="54197"/>
                        <a:pt x="31337" y="54959"/>
                      </a:cubicBezTo>
                      <a:lnTo>
                        <a:pt x="30575" y="55912"/>
                      </a:lnTo>
                      <a:cubicBezTo>
                        <a:pt x="30575" y="54197"/>
                        <a:pt x="31051" y="53340"/>
                        <a:pt x="32099" y="53340"/>
                      </a:cubicBezTo>
                      <a:cubicBezTo>
                        <a:pt x="32290" y="53340"/>
                        <a:pt x="33242" y="53626"/>
                        <a:pt x="34957" y="54102"/>
                      </a:cubicBezTo>
                      <a:cubicBezTo>
                        <a:pt x="36290" y="54483"/>
                        <a:pt x="37433" y="54483"/>
                        <a:pt x="38290" y="54102"/>
                      </a:cubicBezTo>
                      <a:lnTo>
                        <a:pt x="38290" y="58007"/>
                      </a:lnTo>
                      <a:close/>
                      <a:moveTo>
                        <a:pt x="34290" y="141732"/>
                      </a:moveTo>
                      <a:lnTo>
                        <a:pt x="34290" y="136779"/>
                      </a:lnTo>
                      <a:lnTo>
                        <a:pt x="33528" y="136779"/>
                      </a:lnTo>
                      <a:lnTo>
                        <a:pt x="33528" y="141732"/>
                      </a:lnTo>
                      <a:lnTo>
                        <a:pt x="34290" y="141732"/>
                      </a:lnTo>
                      <a:close/>
                      <a:moveTo>
                        <a:pt x="48387" y="62103"/>
                      </a:moveTo>
                      <a:lnTo>
                        <a:pt x="54102" y="59055"/>
                      </a:lnTo>
                      <a:lnTo>
                        <a:pt x="53340" y="55912"/>
                      </a:lnTo>
                      <a:lnTo>
                        <a:pt x="48387" y="62103"/>
                      </a:lnTo>
                      <a:close/>
                      <a:moveTo>
                        <a:pt x="54102" y="97822"/>
                      </a:moveTo>
                      <a:lnTo>
                        <a:pt x="59055" y="99060"/>
                      </a:lnTo>
                      <a:lnTo>
                        <a:pt x="58293" y="97822"/>
                      </a:lnTo>
                      <a:lnTo>
                        <a:pt x="54197" y="97822"/>
                      </a:lnTo>
                      <a:close/>
                      <a:moveTo>
                        <a:pt x="58198" y="92869"/>
                      </a:moveTo>
                      <a:lnTo>
                        <a:pt x="60293" y="91821"/>
                      </a:lnTo>
                      <a:lnTo>
                        <a:pt x="58198" y="89725"/>
                      </a:lnTo>
                      <a:lnTo>
                        <a:pt x="58198" y="92869"/>
                      </a:lnTo>
                      <a:close/>
                      <a:moveTo>
                        <a:pt x="60293" y="50006"/>
                      </a:moveTo>
                      <a:lnTo>
                        <a:pt x="63341" y="49244"/>
                      </a:lnTo>
                      <a:lnTo>
                        <a:pt x="58959" y="48006"/>
                      </a:lnTo>
                      <a:lnTo>
                        <a:pt x="60293" y="50102"/>
                      </a:lnTo>
                      <a:close/>
                      <a:moveTo>
                        <a:pt x="61055" y="18002"/>
                      </a:moveTo>
                      <a:lnTo>
                        <a:pt x="62293" y="21050"/>
                      </a:lnTo>
                      <a:lnTo>
                        <a:pt x="60293" y="21050"/>
                      </a:lnTo>
                      <a:lnTo>
                        <a:pt x="61055" y="18002"/>
                      </a:lnTo>
                      <a:close/>
                      <a:moveTo>
                        <a:pt x="70294" y="10954"/>
                      </a:moveTo>
                      <a:cubicBezTo>
                        <a:pt x="68961" y="10478"/>
                        <a:pt x="68294" y="9335"/>
                        <a:pt x="68294" y="7811"/>
                      </a:cubicBezTo>
                      <a:lnTo>
                        <a:pt x="68294" y="4191"/>
                      </a:lnTo>
                      <a:lnTo>
                        <a:pt x="75152" y="0"/>
                      </a:lnTo>
                      <a:cubicBezTo>
                        <a:pt x="75152" y="667"/>
                        <a:pt x="74295" y="1524"/>
                        <a:pt x="72485" y="2477"/>
                      </a:cubicBezTo>
                      <a:cubicBezTo>
                        <a:pt x="70675" y="3429"/>
                        <a:pt x="69723" y="4286"/>
                        <a:pt x="69723" y="5144"/>
                      </a:cubicBezTo>
                      <a:cubicBezTo>
                        <a:pt x="69723" y="5620"/>
                        <a:pt x="70199" y="6382"/>
                        <a:pt x="71056" y="7239"/>
                      </a:cubicBezTo>
                      <a:cubicBezTo>
                        <a:pt x="71342" y="8287"/>
                        <a:pt x="71056" y="9525"/>
                        <a:pt x="70294" y="10858"/>
                      </a:cubicBezTo>
                      <a:close/>
                      <a:moveTo>
                        <a:pt x="77248" y="24194"/>
                      </a:moveTo>
                      <a:lnTo>
                        <a:pt x="79057" y="24194"/>
                      </a:lnTo>
                      <a:lnTo>
                        <a:pt x="75914" y="29432"/>
                      </a:lnTo>
                      <a:lnTo>
                        <a:pt x="77248" y="24194"/>
                      </a:lnTo>
                      <a:close/>
                      <a:moveTo>
                        <a:pt x="77248" y="60103"/>
                      </a:moveTo>
                      <a:lnTo>
                        <a:pt x="77248" y="57055"/>
                      </a:lnTo>
                      <a:lnTo>
                        <a:pt x="75914" y="57055"/>
                      </a:lnTo>
                      <a:lnTo>
                        <a:pt x="75914" y="60103"/>
                      </a:lnTo>
                      <a:lnTo>
                        <a:pt x="77248" y="60103"/>
                      </a:lnTo>
                      <a:close/>
                      <a:moveTo>
                        <a:pt x="90202" y="20098"/>
                      </a:moveTo>
                      <a:lnTo>
                        <a:pt x="90202" y="24194"/>
                      </a:lnTo>
                      <a:lnTo>
                        <a:pt x="87249" y="17145"/>
                      </a:lnTo>
                      <a:cubicBezTo>
                        <a:pt x="89249" y="17145"/>
                        <a:pt x="90202" y="18097"/>
                        <a:pt x="90202" y="20003"/>
                      </a:cubicBezTo>
                      <a:close/>
                      <a:moveTo>
                        <a:pt x="95059" y="58103"/>
                      </a:moveTo>
                      <a:lnTo>
                        <a:pt x="100965" y="56007"/>
                      </a:lnTo>
                      <a:lnTo>
                        <a:pt x="97917" y="56007"/>
                      </a:lnTo>
                      <a:lnTo>
                        <a:pt x="95155" y="58103"/>
                      </a:lnTo>
                      <a:close/>
                      <a:moveTo>
                        <a:pt x="95059" y="77914"/>
                      </a:moveTo>
                      <a:lnTo>
                        <a:pt x="95821" y="74771"/>
                      </a:lnTo>
                      <a:lnTo>
                        <a:pt x="95059" y="74009"/>
                      </a:lnTo>
                      <a:lnTo>
                        <a:pt x="95059" y="77819"/>
                      </a:lnTo>
                      <a:close/>
                      <a:moveTo>
                        <a:pt x="103822" y="159639"/>
                      </a:moveTo>
                      <a:cubicBezTo>
                        <a:pt x="103822" y="159639"/>
                        <a:pt x="104680" y="159925"/>
                        <a:pt x="105918" y="160401"/>
                      </a:cubicBezTo>
                      <a:lnTo>
                        <a:pt x="106584" y="159639"/>
                      </a:lnTo>
                      <a:lnTo>
                        <a:pt x="103822" y="156781"/>
                      </a:lnTo>
                      <a:lnTo>
                        <a:pt x="107918" y="158401"/>
                      </a:lnTo>
                      <a:cubicBezTo>
                        <a:pt x="105632" y="160687"/>
                        <a:pt x="104299" y="161735"/>
                        <a:pt x="103822" y="161735"/>
                      </a:cubicBezTo>
                      <a:lnTo>
                        <a:pt x="103822" y="159639"/>
                      </a:lnTo>
                      <a:close/>
                      <a:moveTo>
                        <a:pt x="111538" y="109823"/>
                      </a:moveTo>
                      <a:cubicBezTo>
                        <a:pt x="113442" y="108966"/>
                        <a:pt x="114205" y="107252"/>
                        <a:pt x="113919" y="104870"/>
                      </a:cubicBezTo>
                      <a:cubicBezTo>
                        <a:pt x="111347" y="105632"/>
                        <a:pt x="110014" y="106966"/>
                        <a:pt x="110014" y="109061"/>
                      </a:cubicBezTo>
                      <a:cubicBezTo>
                        <a:pt x="110680" y="109728"/>
                        <a:pt x="111157" y="110014"/>
                        <a:pt x="111538" y="109823"/>
                      </a:cubicBezTo>
                      <a:close/>
                      <a:moveTo>
                        <a:pt x="113919" y="70771"/>
                      </a:moveTo>
                      <a:lnTo>
                        <a:pt x="110776" y="70771"/>
                      </a:lnTo>
                      <a:lnTo>
                        <a:pt x="111538" y="77914"/>
                      </a:lnTo>
                      <a:lnTo>
                        <a:pt x="113919" y="70771"/>
                      </a:lnTo>
                      <a:close/>
                      <a:moveTo>
                        <a:pt x="113919" y="97060"/>
                      </a:moveTo>
                      <a:cubicBezTo>
                        <a:pt x="113538" y="96393"/>
                        <a:pt x="113347" y="95821"/>
                        <a:pt x="113347" y="95250"/>
                      </a:cubicBezTo>
                      <a:cubicBezTo>
                        <a:pt x="113347" y="93821"/>
                        <a:pt x="114395" y="93154"/>
                        <a:pt x="116205" y="93154"/>
                      </a:cubicBezTo>
                      <a:lnTo>
                        <a:pt x="118015" y="92869"/>
                      </a:lnTo>
                      <a:lnTo>
                        <a:pt x="118015" y="91821"/>
                      </a:lnTo>
                      <a:cubicBezTo>
                        <a:pt x="117443" y="91630"/>
                        <a:pt x="116967" y="91535"/>
                        <a:pt x="116396" y="91535"/>
                      </a:cubicBezTo>
                      <a:cubicBezTo>
                        <a:pt x="115252" y="91535"/>
                        <a:pt x="114109" y="92107"/>
                        <a:pt x="113062" y="93345"/>
                      </a:cubicBezTo>
                      <a:cubicBezTo>
                        <a:pt x="112014" y="94488"/>
                        <a:pt x="111442" y="95726"/>
                        <a:pt x="111442" y="96964"/>
                      </a:cubicBezTo>
                      <a:lnTo>
                        <a:pt x="113824" y="96964"/>
                      </a:lnTo>
                      <a:close/>
                      <a:moveTo>
                        <a:pt x="114871" y="140494"/>
                      </a:moveTo>
                      <a:cubicBezTo>
                        <a:pt x="114871" y="140494"/>
                        <a:pt x="115252" y="139637"/>
                        <a:pt x="115919" y="138398"/>
                      </a:cubicBezTo>
                      <a:cubicBezTo>
                        <a:pt x="114871" y="138208"/>
                        <a:pt x="114205" y="138398"/>
                        <a:pt x="114014" y="139160"/>
                      </a:cubicBezTo>
                      <a:cubicBezTo>
                        <a:pt x="113728" y="139827"/>
                        <a:pt x="113347" y="140303"/>
                        <a:pt x="112871" y="140494"/>
                      </a:cubicBezTo>
                      <a:lnTo>
                        <a:pt x="114871" y="140494"/>
                      </a:lnTo>
                      <a:close/>
                      <a:moveTo>
                        <a:pt x="115919" y="30099"/>
                      </a:moveTo>
                      <a:lnTo>
                        <a:pt x="118015" y="28004"/>
                      </a:lnTo>
                      <a:lnTo>
                        <a:pt x="114871" y="25146"/>
                      </a:lnTo>
                      <a:lnTo>
                        <a:pt x="116681" y="23050"/>
                      </a:lnTo>
                      <a:lnTo>
                        <a:pt x="120110" y="29337"/>
                      </a:lnTo>
                      <a:lnTo>
                        <a:pt x="116014" y="30099"/>
                      </a:lnTo>
                      <a:close/>
                      <a:moveTo>
                        <a:pt x="128588" y="156686"/>
                      </a:moveTo>
                      <a:lnTo>
                        <a:pt x="128588" y="153353"/>
                      </a:lnTo>
                      <a:cubicBezTo>
                        <a:pt x="128588" y="153353"/>
                        <a:pt x="128206" y="153733"/>
                        <a:pt x="126587" y="154686"/>
                      </a:cubicBezTo>
                      <a:cubicBezTo>
                        <a:pt x="126016" y="154305"/>
                        <a:pt x="125539" y="153733"/>
                        <a:pt x="124873" y="152876"/>
                      </a:cubicBezTo>
                      <a:cubicBezTo>
                        <a:pt x="124206" y="152019"/>
                        <a:pt x="123825" y="151638"/>
                        <a:pt x="123444" y="151638"/>
                      </a:cubicBezTo>
                      <a:cubicBezTo>
                        <a:pt x="122872" y="151638"/>
                        <a:pt x="122301" y="152019"/>
                        <a:pt x="121539" y="152686"/>
                      </a:cubicBezTo>
                      <a:lnTo>
                        <a:pt x="128492" y="156781"/>
                      </a:lnTo>
                      <a:close/>
                      <a:moveTo>
                        <a:pt x="134874" y="155448"/>
                      </a:moveTo>
                      <a:cubicBezTo>
                        <a:pt x="134874" y="155448"/>
                        <a:pt x="135159" y="155257"/>
                        <a:pt x="134874" y="154972"/>
                      </a:cubicBezTo>
                      <a:lnTo>
                        <a:pt x="133826" y="148590"/>
                      </a:lnTo>
                      <a:cubicBezTo>
                        <a:pt x="133159" y="149257"/>
                        <a:pt x="132874" y="149923"/>
                        <a:pt x="132874" y="150590"/>
                      </a:cubicBezTo>
                      <a:cubicBezTo>
                        <a:pt x="132874" y="150114"/>
                        <a:pt x="133445" y="151638"/>
                        <a:pt x="134874" y="154972"/>
                      </a:cubicBezTo>
                      <a:lnTo>
                        <a:pt x="134874" y="155448"/>
                      </a:lnTo>
                      <a:close/>
                      <a:moveTo>
                        <a:pt x="146399" y="953"/>
                      </a:moveTo>
                      <a:lnTo>
                        <a:pt x="146399" y="3238"/>
                      </a:lnTo>
                      <a:lnTo>
                        <a:pt x="142875" y="3238"/>
                      </a:lnTo>
                      <a:lnTo>
                        <a:pt x="146399" y="953"/>
                      </a:lnTo>
                      <a:close/>
                      <a:moveTo>
                        <a:pt x="148495" y="42291"/>
                      </a:moveTo>
                      <a:lnTo>
                        <a:pt x="145637" y="45053"/>
                      </a:lnTo>
                      <a:lnTo>
                        <a:pt x="148495" y="40957"/>
                      </a:lnTo>
                      <a:lnTo>
                        <a:pt x="148495" y="42196"/>
                      </a:lnTo>
                      <a:close/>
                      <a:moveTo>
                        <a:pt x="163449" y="87725"/>
                      </a:moveTo>
                      <a:lnTo>
                        <a:pt x="161449" y="89821"/>
                      </a:lnTo>
                      <a:lnTo>
                        <a:pt x="159829" y="89821"/>
                      </a:lnTo>
                      <a:lnTo>
                        <a:pt x="163449" y="87725"/>
                      </a:lnTo>
                      <a:close/>
                      <a:moveTo>
                        <a:pt x="162687" y="44387"/>
                      </a:moveTo>
                      <a:cubicBezTo>
                        <a:pt x="162211" y="44672"/>
                        <a:pt x="161830" y="44196"/>
                        <a:pt x="161734" y="42958"/>
                      </a:cubicBezTo>
                      <a:cubicBezTo>
                        <a:pt x="161734" y="41720"/>
                        <a:pt x="161449" y="41053"/>
                        <a:pt x="161353" y="41053"/>
                      </a:cubicBezTo>
                      <a:lnTo>
                        <a:pt x="162592" y="41053"/>
                      </a:lnTo>
                      <a:lnTo>
                        <a:pt x="162592" y="44387"/>
                      </a:lnTo>
                      <a:close/>
                      <a:moveTo>
                        <a:pt x="200406" y="23146"/>
                      </a:moveTo>
                      <a:cubicBezTo>
                        <a:pt x="200215" y="22479"/>
                        <a:pt x="200311" y="21812"/>
                        <a:pt x="200787" y="20955"/>
                      </a:cubicBezTo>
                      <a:cubicBezTo>
                        <a:pt x="201168" y="20193"/>
                        <a:pt x="201739" y="19907"/>
                        <a:pt x="202406" y="20098"/>
                      </a:cubicBezTo>
                      <a:lnTo>
                        <a:pt x="202406" y="23146"/>
                      </a:lnTo>
                      <a:lnTo>
                        <a:pt x="200406" y="23146"/>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 name="Google Shape;1044;p99"/>
                <p:cNvSpPr/>
                <p:nvPr/>
              </p:nvSpPr>
              <p:spPr>
                <a:xfrm>
                  <a:off x="6259829" y="4238148"/>
                  <a:ext cx="216884" cy="210978"/>
                </a:xfrm>
                <a:custGeom>
                  <a:avLst/>
                  <a:gdLst/>
                  <a:ahLst/>
                  <a:cxnLst/>
                  <a:rect l="l" t="t" r="r" b="b"/>
                  <a:pathLst>
                    <a:path w="216884" h="210978" extrusionOk="0">
                      <a:moveTo>
                        <a:pt x="2096" y="112395"/>
                      </a:moveTo>
                      <a:cubicBezTo>
                        <a:pt x="2096" y="112395"/>
                        <a:pt x="2381" y="112966"/>
                        <a:pt x="3238" y="113538"/>
                      </a:cubicBezTo>
                      <a:cubicBezTo>
                        <a:pt x="4000" y="114205"/>
                        <a:pt x="4286" y="114681"/>
                        <a:pt x="4096" y="115252"/>
                      </a:cubicBezTo>
                      <a:lnTo>
                        <a:pt x="0" y="115252"/>
                      </a:lnTo>
                      <a:lnTo>
                        <a:pt x="2096" y="112395"/>
                      </a:lnTo>
                      <a:close/>
                      <a:moveTo>
                        <a:pt x="0" y="127444"/>
                      </a:moveTo>
                      <a:cubicBezTo>
                        <a:pt x="857" y="128778"/>
                        <a:pt x="2096" y="129730"/>
                        <a:pt x="3619" y="130302"/>
                      </a:cubicBezTo>
                      <a:lnTo>
                        <a:pt x="0" y="130302"/>
                      </a:lnTo>
                      <a:lnTo>
                        <a:pt x="0" y="127444"/>
                      </a:lnTo>
                      <a:close/>
                      <a:moveTo>
                        <a:pt x="857" y="141351"/>
                      </a:moveTo>
                      <a:lnTo>
                        <a:pt x="0" y="138303"/>
                      </a:lnTo>
                      <a:cubicBezTo>
                        <a:pt x="857" y="138493"/>
                        <a:pt x="2286" y="139160"/>
                        <a:pt x="4096" y="140303"/>
                      </a:cubicBezTo>
                      <a:lnTo>
                        <a:pt x="762" y="141351"/>
                      </a:lnTo>
                      <a:close/>
                      <a:moveTo>
                        <a:pt x="7048" y="130207"/>
                      </a:moveTo>
                      <a:cubicBezTo>
                        <a:pt x="5810" y="130397"/>
                        <a:pt x="4667" y="130397"/>
                        <a:pt x="3619" y="130207"/>
                      </a:cubicBezTo>
                      <a:lnTo>
                        <a:pt x="7048" y="130207"/>
                      </a:lnTo>
                      <a:close/>
                      <a:moveTo>
                        <a:pt x="4953" y="146494"/>
                      </a:moveTo>
                      <a:cubicBezTo>
                        <a:pt x="4953" y="146494"/>
                        <a:pt x="6382" y="146875"/>
                        <a:pt x="7715" y="148018"/>
                      </a:cubicBezTo>
                      <a:lnTo>
                        <a:pt x="7715" y="149352"/>
                      </a:lnTo>
                      <a:lnTo>
                        <a:pt x="4953" y="149352"/>
                      </a:lnTo>
                      <a:lnTo>
                        <a:pt x="4953" y="146494"/>
                      </a:lnTo>
                      <a:close/>
                      <a:moveTo>
                        <a:pt x="11906" y="109538"/>
                      </a:moveTo>
                      <a:cubicBezTo>
                        <a:pt x="12478" y="110204"/>
                        <a:pt x="12763" y="111442"/>
                        <a:pt x="12954" y="113157"/>
                      </a:cubicBezTo>
                      <a:cubicBezTo>
                        <a:pt x="11144" y="113157"/>
                        <a:pt x="10096" y="112966"/>
                        <a:pt x="9906" y="112395"/>
                      </a:cubicBezTo>
                      <a:lnTo>
                        <a:pt x="11906" y="109633"/>
                      </a:lnTo>
                      <a:close/>
                      <a:moveTo>
                        <a:pt x="9906" y="177260"/>
                      </a:moveTo>
                      <a:cubicBezTo>
                        <a:pt x="10096" y="176784"/>
                        <a:pt x="11144" y="176498"/>
                        <a:pt x="12954" y="176498"/>
                      </a:cubicBezTo>
                      <a:lnTo>
                        <a:pt x="12954" y="178022"/>
                      </a:lnTo>
                      <a:lnTo>
                        <a:pt x="9906" y="177260"/>
                      </a:lnTo>
                      <a:close/>
                      <a:moveTo>
                        <a:pt x="22003" y="143161"/>
                      </a:moveTo>
                      <a:cubicBezTo>
                        <a:pt x="23241" y="142684"/>
                        <a:pt x="24384" y="142208"/>
                        <a:pt x="25432" y="141922"/>
                      </a:cubicBezTo>
                      <a:cubicBezTo>
                        <a:pt x="26956" y="141446"/>
                        <a:pt x="28194" y="141637"/>
                        <a:pt x="29051" y="142494"/>
                      </a:cubicBezTo>
                      <a:lnTo>
                        <a:pt x="22003" y="143256"/>
                      </a:lnTo>
                      <a:close/>
                      <a:moveTo>
                        <a:pt x="26956" y="117348"/>
                      </a:moveTo>
                      <a:cubicBezTo>
                        <a:pt x="24765" y="112014"/>
                        <a:pt x="25432" y="108394"/>
                        <a:pt x="29051" y="106489"/>
                      </a:cubicBezTo>
                      <a:lnTo>
                        <a:pt x="30099" y="107537"/>
                      </a:lnTo>
                      <a:cubicBezTo>
                        <a:pt x="28099" y="107537"/>
                        <a:pt x="26956" y="108680"/>
                        <a:pt x="26670" y="111157"/>
                      </a:cubicBezTo>
                      <a:cubicBezTo>
                        <a:pt x="26860" y="113157"/>
                        <a:pt x="26956" y="115348"/>
                        <a:pt x="26956" y="117348"/>
                      </a:cubicBezTo>
                      <a:close/>
                      <a:moveTo>
                        <a:pt x="52102" y="130302"/>
                      </a:moveTo>
                      <a:cubicBezTo>
                        <a:pt x="51435" y="130492"/>
                        <a:pt x="50578" y="130111"/>
                        <a:pt x="49911" y="129254"/>
                      </a:cubicBezTo>
                      <a:cubicBezTo>
                        <a:pt x="49149" y="128397"/>
                        <a:pt x="48482" y="127921"/>
                        <a:pt x="48006" y="127921"/>
                      </a:cubicBezTo>
                      <a:cubicBezTo>
                        <a:pt x="47815" y="127921"/>
                        <a:pt x="47530" y="128016"/>
                        <a:pt x="47244" y="128206"/>
                      </a:cubicBezTo>
                      <a:cubicBezTo>
                        <a:pt x="50006" y="126111"/>
                        <a:pt x="52292" y="125921"/>
                        <a:pt x="54197" y="127444"/>
                      </a:cubicBezTo>
                      <a:cubicBezTo>
                        <a:pt x="54292" y="128111"/>
                        <a:pt x="54197" y="128683"/>
                        <a:pt x="53626" y="129159"/>
                      </a:cubicBezTo>
                      <a:cubicBezTo>
                        <a:pt x="53149" y="129540"/>
                        <a:pt x="52673" y="129921"/>
                        <a:pt x="52102" y="130302"/>
                      </a:cubicBezTo>
                      <a:close/>
                      <a:moveTo>
                        <a:pt x="50006" y="76581"/>
                      </a:moveTo>
                      <a:lnTo>
                        <a:pt x="50006" y="79724"/>
                      </a:lnTo>
                      <a:lnTo>
                        <a:pt x="49244" y="76581"/>
                      </a:lnTo>
                      <a:lnTo>
                        <a:pt x="50006" y="76581"/>
                      </a:lnTo>
                      <a:close/>
                      <a:moveTo>
                        <a:pt x="51340" y="100298"/>
                      </a:moveTo>
                      <a:cubicBezTo>
                        <a:pt x="52578" y="100203"/>
                        <a:pt x="53530" y="100584"/>
                        <a:pt x="54197" y="101536"/>
                      </a:cubicBezTo>
                      <a:cubicBezTo>
                        <a:pt x="53816" y="102298"/>
                        <a:pt x="53245" y="102489"/>
                        <a:pt x="52292" y="102394"/>
                      </a:cubicBezTo>
                      <a:lnTo>
                        <a:pt x="49911" y="102394"/>
                      </a:lnTo>
                      <a:cubicBezTo>
                        <a:pt x="49911" y="101155"/>
                        <a:pt x="50197" y="100489"/>
                        <a:pt x="51244" y="100298"/>
                      </a:cubicBezTo>
                      <a:close/>
                      <a:moveTo>
                        <a:pt x="50863" y="155353"/>
                      </a:moveTo>
                      <a:lnTo>
                        <a:pt x="50863" y="154305"/>
                      </a:lnTo>
                      <a:lnTo>
                        <a:pt x="54292" y="154305"/>
                      </a:lnTo>
                      <a:lnTo>
                        <a:pt x="50863" y="155353"/>
                      </a:lnTo>
                      <a:close/>
                      <a:moveTo>
                        <a:pt x="52197" y="141446"/>
                      </a:moveTo>
                      <a:lnTo>
                        <a:pt x="52197" y="138398"/>
                      </a:lnTo>
                      <a:lnTo>
                        <a:pt x="54959" y="141446"/>
                      </a:lnTo>
                      <a:lnTo>
                        <a:pt x="52197" y="141446"/>
                      </a:lnTo>
                      <a:close/>
                      <a:moveTo>
                        <a:pt x="54292" y="122301"/>
                      </a:moveTo>
                      <a:cubicBezTo>
                        <a:pt x="55816" y="122301"/>
                        <a:pt x="56769" y="122682"/>
                        <a:pt x="57055" y="123444"/>
                      </a:cubicBezTo>
                      <a:lnTo>
                        <a:pt x="54292" y="125444"/>
                      </a:lnTo>
                      <a:lnTo>
                        <a:pt x="54292" y="122301"/>
                      </a:lnTo>
                      <a:close/>
                      <a:moveTo>
                        <a:pt x="57055" y="113252"/>
                      </a:moveTo>
                      <a:cubicBezTo>
                        <a:pt x="58483" y="116014"/>
                        <a:pt x="58769" y="117729"/>
                        <a:pt x="57912" y="118205"/>
                      </a:cubicBezTo>
                      <a:lnTo>
                        <a:pt x="57055" y="118205"/>
                      </a:lnTo>
                      <a:lnTo>
                        <a:pt x="57055" y="113252"/>
                      </a:lnTo>
                      <a:close/>
                      <a:moveTo>
                        <a:pt x="57912" y="170402"/>
                      </a:moveTo>
                      <a:cubicBezTo>
                        <a:pt x="61722" y="171259"/>
                        <a:pt x="63722" y="170212"/>
                        <a:pt x="64103" y="167354"/>
                      </a:cubicBezTo>
                      <a:cubicBezTo>
                        <a:pt x="64294" y="168211"/>
                        <a:pt x="63627" y="169640"/>
                        <a:pt x="62008" y="171736"/>
                      </a:cubicBezTo>
                      <a:cubicBezTo>
                        <a:pt x="60960" y="171926"/>
                        <a:pt x="59626" y="171450"/>
                        <a:pt x="57912" y="170402"/>
                      </a:cubicBezTo>
                      <a:close/>
                      <a:moveTo>
                        <a:pt x="59150" y="108490"/>
                      </a:moveTo>
                      <a:cubicBezTo>
                        <a:pt x="60293" y="108109"/>
                        <a:pt x="62008" y="108490"/>
                        <a:pt x="64008" y="109728"/>
                      </a:cubicBezTo>
                      <a:lnTo>
                        <a:pt x="59150" y="109728"/>
                      </a:lnTo>
                      <a:lnTo>
                        <a:pt x="59150" y="108490"/>
                      </a:lnTo>
                      <a:close/>
                      <a:moveTo>
                        <a:pt x="63532" y="116872"/>
                      </a:moveTo>
                      <a:cubicBezTo>
                        <a:pt x="63532" y="116872"/>
                        <a:pt x="62865" y="115919"/>
                        <a:pt x="63055" y="115348"/>
                      </a:cubicBezTo>
                      <a:lnTo>
                        <a:pt x="63532" y="116872"/>
                      </a:lnTo>
                      <a:close/>
                      <a:moveTo>
                        <a:pt x="63532" y="116872"/>
                      </a:moveTo>
                      <a:lnTo>
                        <a:pt x="66104" y="120110"/>
                      </a:lnTo>
                      <a:cubicBezTo>
                        <a:pt x="66104" y="120110"/>
                        <a:pt x="65817" y="121063"/>
                        <a:pt x="65056" y="121634"/>
                      </a:cubicBezTo>
                      <a:lnTo>
                        <a:pt x="63532" y="116967"/>
                      </a:lnTo>
                      <a:close/>
                      <a:moveTo>
                        <a:pt x="181927" y="168307"/>
                      </a:moveTo>
                      <a:cubicBezTo>
                        <a:pt x="183261" y="168688"/>
                        <a:pt x="184975" y="168878"/>
                        <a:pt x="186880" y="168878"/>
                      </a:cubicBezTo>
                      <a:cubicBezTo>
                        <a:pt x="188214" y="168878"/>
                        <a:pt x="190500" y="168783"/>
                        <a:pt x="193738" y="168497"/>
                      </a:cubicBezTo>
                      <a:cubicBezTo>
                        <a:pt x="196882" y="168307"/>
                        <a:pt x="199263" y="168116"/>
                        <a:pt x="200882" y="168116"/>
                      </a:cubicBezTo>
                      <a:cubicBezTo>
                        <a:pt x="208788" y="168116"/>
                        <a:pt x="214122" y="170497"/>
                        <a:pt x="216884" y="175355"/>
                      </a:cubicBezTo>
                      <a:cubicBezTo>
                        <a:pt x="216503" y="181356"/>
                        <a:pt x="216217" y="187261"/>
                        <a:pt x="215836" y="193167"/>
                      </a:cubicBezTo>
                      <a:cubicBezTo>
                        <a:pt x="215170" y="200215"/>
                        <a:pt x="213169" y="205645"/>
                        <a:pt x="209931" y="209455"/>
                      </a:cubicBezTo>
                      <a:cubicBezTo>
                        <a:pt x="208502" y="210502"/>
                        <a:pt x="207169" y="210979"/>
                        <a:pt x="205740" y="210979"/>
                      </a:cubicBezTo>
                      <a:cubicBezTo>
                        <a:pt x="204311" y="210979"/>
                        <a:pt x="202501" y="210407"/>
                        <a:pt x="200215" y="209169"/>
                      </a:cubicBezTo>
                      <a:cubicBezTo>
                        <a:pt x="197834" y="207931"/>
                        <a:pt x="195929" y="207359"/>
                        <a:pt x="194596" y="207359"/>
                      </a:cubicBezTo>
                      <a:cubicBezTo>
                        <a:pt x="193072" y="207359"/>
                        <a:pt x="191548" y="208026"/>
                        <a:pt x="189929" y="209359"/>
                      </a:cubicBezTo>
                      <a:cubicBezTo>
                        <a:pt x="183547" y="210026"/>
                        <a:pt x="175165" y="210121"/>
                        <a:pt x="164782" y="209645"/>
                      </a:cubicBezTo>
                      <a:cubicBezTo>
                        <a:pt x="154400" y="209169"/>
                        <a:pt x="146113" y="209359"/>
                        <a:pt x="140113" y="210121"/>
                      </a:cubicBezTo>
                      <a:lnTo>
                        <a:pt x="140113" y="209645"/>
                      </a:lnTo>
                      <a:cubicBezTo>
                        <a:pt x="133255" y="209359"/>
                        <a:pt x="123254" y="209455"/>
                        <a:pt x="110109" y="210121"/>
                      </a:cubicBezTo>
                      <a:cubicBezTo>
                        <a:pt x="105632" y="209074"/>
                        <a:pt x="99631" y="208979"/>
                        <a:pt x="92011" y="209645"/>
                      </a:cubicBezTo>
                      <a:lnTo>
                        <a:pt x="70866" y="209645"/>
                      </a:lnTo>
                      <a:lnTo>
                        <a:pt x="70866" y="150304"/>
                      </a:lnTo>
                      <a:lnTo>
                        <a:pt x="74200" y="148209"/>
                      </a:lnTo>
                      <a:lnTo>
                        <a:pt x="67151" y="147447"/>
                      </a:lnTo>
                      <a:cubicBezTo>
                        <a:pt x="69628" y="146304"/>
                        <a:pt x="70866" y="144304"/>
                        <a:pt x="70866" y="141541"/>
                      </a:cubicBezTo>
                      <a:cubicBezTo>
                        <a:pt x="70866" y="140684"/>
                        <a:pt x="70675" y="139255"/>
                        <a:pt x="70294" y="137255"/>
                      </a:cubicBezTo>
                      <a:cubicBezTo>
                        <a:pt x="70009" y="135350"/>
                        <a:pt x="69818" y="133826"/>
                        <a:pt x="69818" y="132969"/>
                      </a:cubicBezTo>
                      <a:cubicBezTo>
                        <a:pt x="69818" y="131921"/>
                        <a:pt x="69913" y="131064"/>
                        <a:pt x="70104" y="130397"/>
                      </a:cubicBezTo>
                      <a:lnTo>
                        <a:pt x="67246" y="130397"/>
                      </a:lnTo>
                      <a:cubicBezTo>
                        <a:pt x="68771" y="129921"/>
                        <a:pt x="70675" y="128206"/>
                        <a:pt x="72961" y="125444"/>
                      </a:cubicBezTo>
                      <a:cubicBezTo>
                        <a:pt x="70580" y="123634"/>
                        <a:pt x="69342" y="121063"/>
                        <a:pt x="69342" y="118015"/>
                      </a:cubicBezTo>
                      <a:cubicBezTo>
                        <a:pt x="69342" y="116300"/>
                        <a:pt x="69913" y="113538"/>
                        <a:pt x="71056" y="109728"/>
                      </a:cubicBezTo>
                      <a:cubicBezTo>
                        <a:pt x="72295" y="106013"/>
                        <a:pt x="72961" y="103251"/>
                        <a:pt x="72961" y="101727"/>
                      </a:cubicBezTo>
                      <a:cubicBezTo>
                        <a:pt x="73533" y="101727"/>
                        <a:pt x="73819" y="102203"/>
                        <a:pt x="73819" y="103156"/>
                      </a:cubicBezTo>
                      <a:cubicBezTo>
                        <a:pt x="73914" y="104108"/>
                        <a:pt x="74104" y="104584"/>
                        <a:pt x="74295" y="104584"/>
                      </a:cubicBezTo>
                      <a:cubicBezTo>
                        <a:pt x="74771" y="104584"/>
                        <a:pt x="75438" y="104108"/>
                        <a:pt x="76105" y="103346"/>
                      </a:cubicBezTo>
                      <a:lnTo>
                        <a:pt x="80200" y="110585"/>
                      </a:lnTo>
                      <a:cubicBezTo>
                        <a:pt x="81439" y="108299"/>
                        <a:pt x="81724" y="104680"/>
                        <a:pt x="80963" y="99727"/>
                      </a:cubicBezTo>
                      <a:cubicBezTo>
                        <a:pt x="80105" y="98869"/>
                        <a:pt x="78676" y="98393"/>
                        <a:pt x="76771" y="98393"/>
                      </a:cubicBezTo>
                      <a:lnTo>
                        <a:pt x="73152" y="98393"/>
                      </a:lnTo>
                      <a:cubicBezTo>
                        <a:pt x="73152" y="97346"/>
                        <a:pt x="72866" y="96869"/>
                        <a:pt x="72009" y="96869"/>
                      </a:cubicBezTo>
                      <a:lnTo>
                        <a:pt x="78010" y="95631"/>
                      </a:lnTo>
                      <a:cubicBezTo>
                        <a:pt x="74866" y="94392"/>
                        <a:pt x="72961" y="92297"/>
                        <a:pt x="72390" y="89249"/>
                      </a:cubicBezTo>
                      <a:cubicBezTo>
                        <a:pt x="72390" y="86487"/>
                        <a:pt x="72295" y="83629"/>
                        <a:pt x="72009" y="80772"/>
                      </a:cubicBezTo>
                      <a:lnTo>
                        <a:pt x="74200" y="78676"/>
                      </a:lnTo>
                      <a:lnTo>
                        <a:pt x="69247" y="71914"/>
                      </a:lnTo>
                      <a:cubicBezTo>
                        <a:pt x="71342" y="62103"/>
                        <a:pt x="72390" y="56769"/>
                        <a:pt x="72390" y="55912"/>
                      </a:cubicBezTo>
                      <a:cubicBezTo>
                        <a:pt x="72390" y="52673"/>
                        <a:pt x="71628" y="50006"/>
                        <a:pt x="70009" y="47911"/>
                      </a:cubicBezTo>
                      <a:cubicBezTo>
                        <a:pt x="70199" y="47244"/>
                        <a:pt x="70580" y="39338"/>
                        <a:pt x="71247" y="24193"/>
                      </a:cubicBezTo>
                      <a:cubicBezTo>
                        <a:pt x="71818" y="14764"/>
                        <a:pt x="73723" y="7715"/>
                        <a:pt x="77152" y="3048"/>
                      </a:cubicBezTo>
                      <a:cubicBezTo>
                        <a:pt x="76295" y="3048"/>
                        <a:pt x="80867" y="3048"/>
                        <a:pt x="91059" y="3048"/>
                      </a:cubicBezTo>
                      <a:cubicBezTo>
                        <a:pt x="96488" y="3238"/>
                        <a:pt x="100774" y="2191"/>
                        <a:pt x="104013" y="0"/>
                      </a:cubicBezTo>
                      <a:cubicBezTo>
                        <a:pt x="108775" y="5429"/>
                        <a:pt x="111157" y="14573"/>
                        <a:pt x="111157" y="27146"/>
                      </a:cubicBezTo>
                      <a:lnTo>
                        <a:pt x="111157" y="47625"/>
                      </a:lnTo>
                      <a:cubicBezTo>
                        <a:pt x="111157" y="53340"/>
                        <a:pt x="111442" y="58102"/>
                        <a:pt x="112109" y="61817"/>
                      </a:cubicBezTo>
                      <a:cubicBezTo>
                        <a:pt x="110680" y="62674"/>
                        <a:pt x="110014" y="64008"/>
                        <a:pt x="110014" y="65913"/>
                      </a:cubicBezTo>
                      <a:cubicBezTo>
                        <a:pt x="110014" y="66770"/>
                        <a:pt x="110299" y="68104"/>
                        <a:pt x="110585" y="69818"/>
                      </a:cubicBezTo>
                      <a:cubicBezTo>
                        <a:pt x="110871" y="71533"/>
                        <a:pt x="111157" y="72676"/>
                        <a:pt x="111157" y="73342"/>
                      </a:cubicBezTo>
                      <a:cubicBezTo>
                        <a:pt x="111157" y="74200"/>
                        <a:pt x="111061" y="74962"/>
                        <a:pt x="110776" y="75438"/>
                      </a:cubicBezTo>
                      <a:lnTo>
                        <a:pt x="110014" y="74676"/>
                      </a:lnTo>
                      <a:cubicBezTo>
                        <a:pt x="110014" y="75724"/>
                        <a:pt x="110299" y="77629"/>
                        <a:pt x="110871" y="80391"/>
                      </a:cubicBezTo>
                      <a:cubicBezTo>
                        <a:pt x="111442" y="83153"/>
                        <a:pt x="111823" y="85249"/>
                        <a:pt x="111823" y="86582"/>
                      </a:cubicBezTo>
                      <a:cubicBezTo>
                        <a:pt x="111823" y="88487"/>
                        <a:pt x="111538" y="90202"/>
                        <a:pt x="111061" y="91726"/>
                      </a:cubicBezTo>
                      <a:lnTo>
                        <a:pt x="112776" y="95631"/>
                      </a:lnTo>
                      <a:lnTo>
                        <a:pt x="112014" y="95631"/>
                      </a:lnTo>
                      <a:cubicBezTo>
                        <a:pt x="111347" y="96869"/>
                        <a:pt x="111061" y="99822"/>
                        <a:pt x="111061" y="104680"/>
                      </a:cubicBezTo>
                      <a:cubicBezTo>
                        <a:pt x="111061" y="108490"/>
                        <a:pt x="109918" y="111157"/>
                        <a:pt x="107918" y="112681"/>
                      </a:cubicBezTo>
                      <a:cubicBezTo>
                        <a:pt x="108394" y="113252"/>
                        <a:pt x="109347" y="113442"/>
                        <a:pt x="111061" y="113442"/>
                      </a:cubicBezTo>
                      <a:cubicBezTo>
                        <a:pt x="112014" y="133255"/>
                        <a:pt x="112014" y="149447"/>
                        <a:pt x="111061" y="161830"/>
                      </a:cubicBezTo>
                      <a:cubicBezTo>
                        <a:pt x="110776" y="160972"/>
                        <a:pt x="110299" y="160496"/>
                        <a:pt x="109347" y="160496"/>
                      </a:cubicBezTo>
                      <a:lnTo>
                        <a:pt x="106871" y="160496"/>
                      </a:lnTo>
                      <a:cubicBezTo>
                        <a:pt x="107251" y="161068"/>
                        <a:pt x="107347" y="161544"/>
                        <a:pt x="107347" y="162115"/>
                      </a:cubicBezTo>
                      <a:cubicBezTo>
                        <a:pt x="107347" y="162973"/>
                        <a:pt x="106871" y="164021"/>
                        <a:pt x="105823" y="165163"/>
                      </a:cubicBezTo>
                      <a:cubicBezTo>
                        <a:pt x="104775" y="166402"/>
                        <a:pt x="104299" y="167354"/>
                        <a:pt x="104299" y="168021"/>
                      </a:cubicBezTo>
                      <a:cubicBezTo>
                        <a:pt x="104299" y="168878"/>
                        <a:pt x="104775" y="169735"/>
                        <a:pt x="105632" y="170593"/>
                      </a:cubicBezTo>
                      <a:cubicBezTo>
                        <a:pt x="106775" y="167164"/>
                        <a:pt x="108490" y="165449"/>
                        <a:pt x="110680" y="165449"/>
                      </a:cubicBezTo>
                      <a:cubicBezTo>
                        <a:pt x="112109" y="165449"/>
                        <a:pt x="115443" y="167164"/>
                        <a:pt x="120872" y="170593"/>
                      </a:cubicBezTo>
                      <a:cubicBezTo>
                        <a:pt x="121348" y="170783"/>
                        <a:pt x="122015" y="170402"/>
                        <a:pt x="122967" y="169545"/>
                      </a:cubicBezTo>
                      <a:lnTo>
                        <a:pt x="122967" y="167449"/>
                      </a:lnTo>
                      <a:cubicBezTo>
                        <a:pt x="123825" y="168116"/>
                        <a:pt x="126397" y="168402"/>
                        <a:pt x="130778" y="168402"/>
                      </a:cubicBezTo>
                      <a:lnTo>
                        <a:pt x="130016" y="169450"/>
                      </a:lnTo>
                      <a:cubicBezTo>
                        <a:pt x="131064" y="170021"/>
                        <a:pt x="132112" y="170212"/>
                        <a:pt x="133064" y="170212"/>
                      </a:cubicBezTo>
                      <a:cubicBezTo>
                        <a:pt x="134207" y="170212"/>
                        <a:pt x="135541" y="169735"/>
                        <a:pt x="137446" y="168783"/>
                      </a:cubicBezTo>
                      <a:cubicBezTo>
                        <a:pt x="139351" y="167830"/>
                        <a:pt x="140779" y="167354"/>
                        <a:pt x="141637" y="167354"/>
                      </a:cubicBezTo>
                      <a:cubicBezTo>
                        <a:pt x="143065" y="167354"/>
                        <a:pt x="144399" y="168021"/>
                        <a:pt x="145828" y="169450"/>
                      </a:cubicBezTo>
                      <a:cubicBezTo>
                        <a:pt x="149257" y="168021"/>
                        <a:pt x="152971" y="167354"/>
                        <a:pt x="157163" y="167354"/>
                      </a:cubicBezTo>
                      <a:cubicBezTo>
                        <a:pt x="159258" y="167354"/>
                        <a:pt x="162401" y="167640"/>
                        <a:pt x="166402" y="168116"/>
                      </a:cubicBezTo>
                      <a:cubicBezTo>
                        <a:pt x="170593" y="168592"/>
                        <a:pt x="173831" y="168878"/>
                        <a:pt x="176022" y="168878"/>
                      </a:cubicBezTo>
                      <a:cubicBezTo>
                        <a:pt x="178022" y="168878"/>
                        <a:pt x="180022" y="168688"/>
                        <a:pt x="181927" y="168307"/>
                      </a:cubicBezTo>
                      <a:close/>
                      <a:moveTo>
                        <a:pt x="70009" y="89535"/>
                      </a:moveTo>
                      <a:lnTo>
                        <a:pt x="70009" y="91535"/>
                      </a:lnTo>
                      <a:lnTo>
                        <a:pt x="67151" y="88392"/>
                      </a:lnTo>
                      <a:cubicBezTo>
                        <a:pt x="67818" y="88392"/>
                        <a:pt x="68771" y="88773"/>
                        <a:pt x="70009" y="89440"/>
                      </a:cubicBezTo>
                      <a:close/>
                      <a:moveTo>
                        <a:pt x="73152" y="98298"/>
                      </a:moveTo>
                      <a:cubicBezTo>
                        <a:pt x="72961" y="98774"/>
                        <a:pt x="72866" y="98774"/>
                        <a:pt x="72866" y="98298"/>
                      </a:cubicBezTo>
                      <a:lnTo>
                        <a:pt x="73152" y="98298"/>
                      </a:lnTo>
                      <a:close/>
                      <a:moveTo>
                        <a:pt x="76009" y="156496"/>
                      </a:moveTo>
                      <a:lnTo>
                        <a:pt x="74200" y="154400"/>
                      </a:lnTo>
                      <a:lnTo>
                        <a:pt x="77343" y="151638"/>
                      </a:lnTo>
                      <a:lnTo>
                        <a:pt x="74962" y="151638"/>
                      </a:lnTo>
                      <a:lnTo>
                        <a:pt x="76009" y="148209"/>
                      </a:lnTo>
                      <a:lnTo>
                        <a:pt x="72866" y="153352"/>
                      </a:lnTo>
                      <a:lnTo>
                        <a:pt x="73914" y="155638"/>
                      </a:lnTo>
                      <a:cubicBezTo>
                        <a:pt x="74295" y="156496"/>
                        <a:pt x="74962" y="156781"/>
                        <a:pt x="76009" y="156400"/>
                      </a:cubicBezTo>
                      <a:close/>
                      <a:moveTo>
                        <a:pt x="83058" y="161639"/>
                      </a:moveTo>
                      <a:lnTo>
                        <a:pt x="87154" y="160306"/>
                      </a:lnTo>
                      <a:lnTo>
                        <a:pt x="84296" y="160306"/>
                      </a:lnTo>
                      <a:lnTo>
                        <a:pt x="83058" y="161639"/>
                      </a:lnTo>
                      <a:close/>
                      <a:moveTo>
                        <a:pt x="96012" y="108490"/>
                      </a:moveTo>
                      <a:lnTo>
                        <a:pt x="99346" y="106585"/>
                      </a:lnTo>
                      <a:lnTo>
                        <a:pt x="97250" y="106585"/>
                      </a:lnTo>
                      <a:lnTo>
                        <a:pt x="96012" y="108490"/>
                      </a:lnTo>
                      <a:close/>
                      <a:moveTo>
                        <a:pt x="99346" y="74581"/>
                      </a:moveTo>
                      <a:lnTo>
                        <a:pt x="100013" y="71723"/>
                      </a:lnTo>
                      <a:lnTo>
                        <a:pt x="97155" y="70485"/>
                      </a:lnTo>
                      <a:lnTo>
                        <a:pt x="99250" y="74581"/>
                      </a:lnTo>
                      <a:close/>
                      <a:moveTo>
                        <a:pt x="134969" y="49054"/>
                      </a:moveTo>
                      <a:lnTo>
                        <a:pt x="134969" y="52578"/>
                      </a:lnTo>
                      <a:lnTo>
                        <a:pt x="134302" y="52578"/>
                      </a:lnTo>
                      <a:lnTo>
                        <a:pt x="134302" y="49054"/>
                      </a:lnTo>
                      <a:lnTo>
                        <a:pt x="134969" y="49054"/>
                      </a:lnTo>
                      <a:close/>
                      <a:moveTo>
                        <a:pt x="183832" y="177451"/>
                      </a:moveTo>
                      <a:lnTo>
                        <a:pt x="183832" y="174593"/>
                      </a:lnTo>
                      <a:lnTo>
                        <a:pt x="182785" y="172498"/>
                      </a:lnTo>
                      <a:lnTo>
                        <a:pt x="183832" y="177355"/>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5" name="Google Shape;1045;p99"/>
              <p:cNvGrpSpPr/>
              <p:nvPr/>
            </p:nvGrpSpPr>
            <p:grpSpPr>
              <a:xfrm>
                <a:off x="13568071" y="4677442"/>
                <a:ext cx="487393" cy="143065"/>
                <a:chOff x="8314753" y="2395537"/>
                <a:chExt cx="487393" cy="143065"/>
              </a:xfrm>
            </p:grpSpPr>
            <p:sp>
              <p:nvSpPr>
                <p:cNvPr id="1046" name="Google Shape;1046;p99"/>
                <p:cNvSpPr/>
                <p:nvPr/>
              </p:nvSpPr>
              <p:spPr>
                <a:xfrm>
                  <a:off x="8314753" y="2396205"/>
                  <a:ext cx="82772" cy="123728"/>
                </a:xfrm>
                <a:custGeom>
                  <a:avLst/>
                  <a:gdLst/>
                  <a:ahLst/>
                  <a:cxnLst/>
                  <a:rect l="l" t="t" r="r" b="b"/>
                  <a:pathLst>
                    <a:path w="82772" h="123728" extrusionOk="0">
                      <a:moveTo>
                        <a:pt x="81534" y="4475"/>
                      </a:moveTo>
                      <a:lnTo>
                        <a:pt x="82772" y="26192"/>
                      </a:lnTo>
                      <a:cubicBezTo>
                        <a:pt x="80200" y="27049"/>
                        <a:pt x="76771" y="27240"/>
                        <a:pt x="72390" y="26764"/>
                      </a:cubicBezTo>
                      <a:cubicBezTo>
                        <a:pt x="67246" y="26287"/>
                        <a:pt x="63722" y="26097"/>
                        <a:pt x="62103" y="26287"/>
                      </a:cubicBezTo>
                      <a:cubicBezTo>
                        <a:pt x="58388" y="26859"/>
                        <a:pt x="55531" y="28573"/>
                        <a:pt x="53245" y="31526"/>
                      </a:cubicBezTo>
                      <a:cubicBezTo>
                        <a:pt x="53435" y="32193"/>
                        <a:pt x="53530" y="33050"/>
                        <a:pt x="53530" y="33812"/>
                      </a:cubicBezTo>
                      <a:cubicBezTo>
                        <a:pt x="53530" y="34574"/>
                        <a:pt x="53340" y="35812"/>
                        <a:pt x="53054" y="37432"/>
                      </a:cubicBezTo>
                      <a:cubicBezTo>
                        <a:pt x="52768" y="39051"/>
                        <a:pt x="52578" y="40194"/>
                        <a:pt x="52578" y="41051"/>
                      </a:cubicBezTo>
                      <a:cubicBezTo>
                        <a:pt x="52578" y="42289"/>
                        <a:pt x="52768" y="43432"/>
                        <a:pt x="53245" y="44575"/>
                      </a:cubicBezTo>
                      <a:cubicBezTo>
                        <a:pt x="53530" y="45147"/>
                        <a:pt x="53721" y="45718"/>
                        <a:pt x="53721" y="46195"/>
                      </a:cubicBezTo>
                      <a:cubicBezTo>
                        <a:pt x="53721" y="46957"/>
                        <a:pt x="53530" y="47719"/>
                        <a:pt x="53150" y="48671"/>
                      </a:cubicBezTo>
                      <a:cubicBezTo>
                        <a:pt x="52768" y="49624"/>
                        <a:pt x="52483" y="50290"/>
                        <a:pt x="52483" y="50671"/>
                      </a:cubicBezTo>
                      <a:cubicBezTo>
                        <a:pt x="52483" y="51338"/>
                        <a:pt x="52768" y="51814"/>
                        <a:pt x="53340" y="52386"/>
                      </a:cubicBezTo>
                      <a:lnTo>
                        <a:pt x="52864" y="59244"/>
                      </a:lnTo>
                      <a:cubicBezTo>
                        <a:pt x="52768" y="58387"/>
                        <a:pt x="52197" y="57910"/>
                        <a:pt x="51149" y="57720"/>
                      </a:cubicBezTo>
                      <a:cubicBezTo>
                        <a:pt x="49720" y="57339"/>
                        <a:pt x="48863" y="57053"/>
                        <a:pt x="48673" y="56958"/>
                      </a:cubicBezTo>
                      <a:cubicBezTo>
                        <a:pt x="48292" y="57244"/>
                        <a:pt x="48196" y="57625"/>
                        <a:pt x="48196" y="58101"/>
                      </a:cubicBezTo>
                      <a:cubicBezTo>
                        <a:pt x="48292" y="58577"/>
                        <a:pt x="48196" y="59053"/>
                        <a:pt x="48101" y="59434"/>
                      </a:cubicBezTo>
                      <a:cubicBezTo>
                        <a:pt x="48673" y="59149"/>
                        <a:pt x="49244" y="58958"/>
                        <a:pt x="49625" y="58958"/>
                      </a:cubicBezTo>
                      <a:cubicBezTo>
                        <a:pt x="50387" y="58958"/>
                        <a:pt x="50864" y="59720"/>
                        <a:pt x="51340" y="61339"/>
                      </a:cubicBezTo>
                      <a:cubicBezTo>
                        <a:pt x="51721" y="63244"/>
                        <a:pt x="52101" y="64387"/>
                        <a:pt x="52388" y="64673"/>
                      </a:cubicBezTo>
                      <a:lnTo>
                        <a:pt x="51625" y="64673"/>
                      </a:lnTo>
                      <a:cubicBezTo>
                        <a:pt x="52864" y="68007"/>
                        <a:pt x="53530" y="72769"/>
                        <a:pt x="53626" y="78770"/>
                      </a:cubicBezTo>
                      <a:cubicBezTo>
                        <a:pt x="53530" y="83628"/>
                        <a:pt x="53435" y="88486"/>
                        <a:pt x="53435" y="93343"/>
                      </a:cubicBezTo>
                      <a:cubicBezTo>
                        <a:pt x="53530" y="96201"/>
                        <a:pt x="53721" y="98773"/>
                        <a:pt x="54102" y="100963"/>
                      </a:cubicBezTo>
                      <a:cubicBezTo>
                        <a:pt x="54197" y="100963"/>
                        <a:pt x="54578" y="101154"/>
                        <a:pt x="55245" y="101535"/>
                      </a:cubicBezTo>
                      <a:cubicBezTo>
                        <a:pt x="55912" y="101916"/>
                        <a:pt x="56483" y="102011"/>
                        <a:pt x="57055" y="101821"/>
                      </a:cubicBezTo>
                      <a:cubicBezTo>
                        <a:pt x="56292" y="103345"/>
                        <a:pt x="55912" y="107250"/>
                        <a:pt x="55721" y="113632"/>
                      </a:cubicBezTo>
                      <a:cubicBezTo>
                        <a:pt x="55626" y="117061"/>
                        <a:pt x="54578" y="119537"/>
                        <a:pt x="52483" y="120775"/>
                      </a:cubicBezTo>
                      <a:cubicBezTo>
                        <a:pt x="52768" y="120966"/>
                        <a:pt x="52959" y="121537"/>
                        <a:pt x="52959" y="122490"/>
                      </a:cubicBezTo>
                      <a:cubicBezTo>
                        <a:pt x="51816" y="122490"/>
                        <a:pt x="48292" y="122490"/>
                        <a:pt x="42576" y="122490"/>
                      </a:cubicBezTo>
                      <a:cubicBezTo>
                        <a:pt x="38291" y="122395"/>
                        <a:pt x="34861" y="122776"/>
                        <a:pt x="32290" y="123728"/>
                      </a:cubicBezTo>
                      <a:cubicBezTo>
                        <a:pt x="30099" y="121918"/>
                        <a:pt x="29051" y="119156"/>
                        <a:pt x="29051" y="115441"/>
                      </a:cubicBezTo>
                      <a:cubicBezTo>
                        <a:pt x="29051" y="112298"/>
                        <a:pt x="29146" y="109155"/>
                        <a:pt x="29146" y="106012"/>
                      </a:cubicBezTo>
                      <a:cubicBezTo>
                        <a:pt x="29718" y="94296"/>
                        <a:pt x="29909" y="82008"/>
                        <a:pt x="29909" y="69245"/>
                      </a:cubicBezTo>
                      <a:cubicBezTo>
                        <a:pt x="29909" y="56482"/>
                        <a:pt x="29623" y="43432"/>
                        <a:pt x="29146" y="29812"/>
                      </a:cubicBezTo>
                      <a:cubicBezTo>
                        <a:pt x="28575" y="27716"/>
                        <a:pt x="26956" y="26573"/>
                        <a:pt x="24289" y="26573"/>
                      </a:cubicBezTo>
                      <a:cubicBezTo>
                        <a:pt x="23813" y="26573"/>
                        <a:pt x="23050" y="26573"/>
                        <a:pt x="22098" y="26668"/>
                      </a:cubicBezTo>
                      <a:lnTo>
                        <a:pt x="20098" y="26668"/>
                      </a:lnTo>
                      <a:cubicBezTo>
                        <a:pt x="18764" y="26668"/>
                        <a:pt x="17621" y="26478"/>
                        <a:pt x="16859" y="26097"/>
                      </a:cubicBezTo>
                      <a:cubicBezTo>
                        <a:pt x="17812" y="26192"/>
                        <a:pt x="14764" y="26192"/>
                        <a:pt x="7715" y="26192"/>
                      </a:cubicBezTo>
                      <a:cubicBezTo>
                        <a:pt x="4572" y="26192"/>
                        <a:pt x="2000" y="25430"/>
                        <a:pt x="0" y="23716"/>
                      </a:cubicBezTo>
                      <a:lnTo>
                        <a:pt x="0" y="2284"/>
                      </a:lnTo>
                      <a:cubicBezTo>
                        <a:pt x="476" y="2761"/>
                        <a:pt x="1143" y="3046"/>
                        <a:pt x="1810" y="3046"/>
                      </a:cubicBezTo>
                      <a:cubicBezTo>
                        <a:pt x="3048" y="3046"/>
                        <a:pt x="4286" y="2189"/>
                        <a:pt x="5525" y="570"/>
                      </a:cubicBezTo>
                      <a:cubicBezTo>
                        <a:pt x="11811" y="189"/>
                        <a:pt x="20955" y="94"/>
                        <a:pt x="33147" y="379"/>
                      </a:cubicBezTo>
                      <a:cubicBezTo>
                        <a:pt x="45339" y="665"/>
                        <a:pt x="54769" y="570"/>
                        <a:pt x="61246" y="94"/>
                      </a:cubicBezTo>
                      <a:cubicBezTo>
                        <a:pt x="61626" y="760"/>
                        <a:pt x="62008" y="1046"/>
                        <a:pt x="62675" y="1046"/>
                      </a:cubicBezTo>
                      <a:cubicBezTo>
                        <a:pt x="63055" y="1046"/>
                        <a:pt x="63722" y="856"/>
                        <a:pt x="64389" y="570"/>
                      </a:cubicBezTo>
                      <a:cubicBezTo>
                        <a:pt x="65056" y="284"/>
                        <a:pt x="65627" y="94"/>
                        <a:pt x="65913" y="94"/>
                      </a:cubicBezTo>
                      <a:cubicBezTo>
                        <a:pt x="67151" y="856"/>
                        <a:pt x="70295" y="856"/>
                        <a:pt x="75533" y="94"/>
                      </a:cubicBezTo>
                      <a:cubicBezTo>
                        <a:pt x="79439" y="-383"/>
                        <a:pt x="81439" y="951"/>
                        <a:pt x="81629" y="4285"/>
                      </a:cubicBezTo>
                      <a:close/>
                      <a:moveTo>
                        <a:pt x="12954" y="9237"/>
                      </a:moveTo>
                      <a:cubicBezTo>
                        <a:pt x="14001" y="7618"/>
                        <a:pt x="15335" y="6761"/>
                        <a:pt x="16954" y="6761"/>
                      </a:cubicBezTo>
                      <a:cubicBezTo>
                        <a:pt x="17621" y="6761"/>
                        <a:pt x="18669" y="6856"/>
                        <a:pt x="20002" y="7237"/>
                      </a:cubicBezTo>
                      <a:cubicBezTo>
                        <a:pt x="21336" y="7523"/>
                        <a:pt x="22479" y="7714"/>
                        <a:pt x="23241" y="7714"/>
                      </a:cubicBezTo>
                      <a:cubicBezTo>
                        <a:pt x="24003" y="7714"/>
                        <a:pt x="24860" y="7618"/>
                        <a:pt x="25527" y="7428"/>
                      </a:cubicBezTo>
                      <a:lnTo>
                        <a:pt x="23050" y="4951"/>
                      </a:lnTo>
                      <a:cubicBezTo>
                        <a:pt x="22193" y="4951"/>
                        <a:pt x="21717" y="4570"/>
                        <a:pt x="21907" y="3713"/>
                      </a:cubicBezTo>
                      <a:cubicBezTo>
                        <a:pt x="22098" y="2665"/>
                        <a:pt x="22098" y="2094"/>
                        <a:pt x="21907" y="1999"/>
                      </a:cubicBezTo>
                      <a:cubicBezTo>
                        <a:pt x="21622" y="2570"/>
                        <a:pt x="21241" y="2951"/>
                        <a:pt x="20860" y="3046"/>
                      </a:cubicBezTo>
                      <a:cubicBezTo>
                        <a:pt x="20574" y="3046"/>
                        <a:pt x="20384" y="2951"/>
                        <a:pt x="20098" y="2951"/>
                      </a:cubicBezTo>
                      <a:cubicBezTo>
                        <a:pt x="19908" y="3046"/>
                        <a:pt x="19908" y="3523"/>
                        <a:pt x="20098" y="4475"/>
                      </a:cubicBezTo>
                      <a:cubicBezTo>
                        <a:pt x="18859" y="5237"/>
                        <a:pt x="17240" y="5808"/>
                        <a:pt x="15335" y="5999"/>
                      </a:cubicBezTo>
                      <a:cubicBezTo>
                        <a:pt x="12954" y="6190"/>
                        <a:pt x="11430" y="6475"/>
                        <a:pt x="10763" y="6761"/>
                      </a:cubicBezTo>
                      <a:lnTo>
                        <a:pt x="13811" y="6761"/>
                      </a:lnTo>
                      <a:cubicBezTo>
                        <a:pt x="13240" y="7618"/>
                        <a:pt x="12573" y="8285"/>
                        <a:pt x="12002" y="8571"/>
                      </a:cubicBezTo>
                      <a:cubicBezTo>
                        <a:pt x="12002" y="8571"/>
                        <a:pt x="11811" y="8571"/>
                        <a:pt x="11811" y="8380"/>
                      </a:cubicBezTo>
                      <a:cubicBezTo>
                        <a:pt x="11620" y="8476"/>
                        <a:pt x="11430" y="8666"/>
                        <a:pt x="11144" y="8857"/>
                      </a:cubicBezTo>
                      <a:cubicBezTo>
                        <a:pt x="10573" y="9047"/>
                        <a:pt x="10096" y="9142"/>
                        <a:pt x="9716" y="9142"/>
                      </a:cubicBezTo>
                      <a:cubicBezTo>
                        <a:pt x="9334" y="8952"/>
                        <a:pt x="8763" y="8952"/>
                        <a:pt x="8096" y="9142"/>
                      </a:cubicBezTo>
                      <a:cubicBezTo>
                        <a:pt x="5905" y="8952"/>
                        <a:pt x="4382" y="8952"/>
                        <a:pt x="3620" y="9142"/>
                      </a:cubicBezTo>
                      <a:lnTo>
                        <a:pt x="3620" y="8380"/>
                      </a:lnTo>
                      <a:lnTo>
                        <a:pt x="1810" y="10381"/>
                      </a:lnTo>
                      <a:cubicBezTo>
                        <a:pt x="1810" y="10381"/>
                        <a:pt x="2857" y="10666"/>
                        <a:pt x="3429" y="10666"/>
                      </a:cubicBezTo>
                      <a:cubicBezTo>
                        <a:pt x="3715" y="10666"/>
                        <a:pt x="5239" y="10190"/>
                        <a:pt x="8096" y="9142"/>
                      </a:cubicBezTo>
                      <a:lnTo>
                        <a:pt x="9716" y="9142"/>
                      </a:lnTo>
                      <a:cubicBezTo>
                        <a:pt x="9716" y="9142"/>
                        <a:pt x="10287" y="9619"/>
                        <a:pt x="10477" y="10000"/>
                      </a:cubicBezTo>
                      <a:cubicBezTo>
                        <a:pt x="10668" y="10381"/>
                        <a:pt x="10859" y="10762"/>
                        <a:pt x="11049" y="11333"/>
                      </a:cubicBezTo>
                      <a:cubicBezTo>
                        <a:pt x="11049" y="11047"/>
                        <a:pt x="10763" y="10666"/>
                        <a:pt x="10573" y="10190"/>
                      </a:cubicBezTo>
                      <a:cubicBezTo>
                        <a:pt x="10573" y="9619"/>
                        <a:pt x="10763" y="9142"/>
                        <a:pt x="11049" y="8857"/>
                      </a:cubicBezTo>
                      <a:cubicBezTo>
                        <a:pt x="11239" y="8857"/>
                        <a:pt x="11525" y="8857"/>
                        <a:pt x="11811" y="8571"/>
                      </a:cubicBezTo>
                      <a:cubicBezTo>
                        <a:pt x="12478" y="9619"/>
                        <a:pt x="12859" y="10190"/>
                        <a:pt x="12859" y="10381"/>
                      </a:cubicBezTo>
                      <a:lnTo>
                        <a:pt x="17050" y="9619"/>
                      </a:lnTo>
                      <a:lnTo>
                        <a:pt x="12859" y="9142"/>
                      </a:lnTo>
                      <a:close/>
                      <a:moveTo>
                        <a:pt x="9906" y="16286"/>
                      </a:moveTo>
                      <a:lnTo>
                        <a:pt x="12382" y="15048"/>
                      </a:lnTo>
                      <a:lnTo>
                        <a:pt x="11144" y="15048"/>
                      </a:lnTo>
                      <a:lnTo>
                        <a:pt x="9906" y="16286"/>
                      </a:lnTo>
                      <a:close/>
                      <a:moveTo>
                        <a:pt x="28860" y="4475"/>
                      </a:moveTo>
                      <a:lnTo>
                        <a:pt x="30766" y="2475"/>
                      </a:lnTo>
                      <a:cubicBezTo>
                        <a:pt x="30099" y="2380"/>
                        <a:pt x="29337" y="2094"/>
                        <a:pt x="28480" y="1522"/>
                      </a:cubicBezTo>
                      <a:lnTo>
                        <a:pt x="26479" y="4475"/>
                      </a:lnTo>
                      <a:lnTo>
                        <a:pt x="24289" y="3237"/>
                      </a:lnTo>
                      <a:lnTo>
                        <a:pt x="27241" y="6190"/>
                      </a:lnTo>
                      <a:cubicBezTo>
                        <a:pt x="27241" y="4189"/>
                        <a:pt x="27623" y="2951"/>
                        <a:pt x="28384" y="2475"/>
                      </a:cubicBezTo>
                      <a:cubicBezTo>
                        <a:pt x="28670" y="2665"/>
                        <a:pt x="28860" y="3332"/>
                        <a:pt x="28860" y="4475"/>
                      </a:cubicBezTo>
                      <a:close/>
                      <a:moveTo>
                        <a:pt x="34861" y="65911"/>
                      </a:moveTo>
                      <a:cubicBezTo>
                        <a:pt x="36671" y="66102"/>
                        <a:pt x="37529" y="65911"/>
                        <a:pt x="37338" y="65435"/>
                      </a:cubicBezTo>
                      <a:cubicBezTo>
                        <a:pt x="36957" y="65245"/>
                        <a:pt x="36100" y="65435"/>
                        <a:pt x="34861" y="65911"/>
                      </a:cubicBezTo>
                      <a:cubicBezTo>
                        <a:pt x="34385" y="65721"/>
                        <a:pt x="33909" y="65721"/>
                        <a:pt x="33623" y="65911"/>
                      </a:cubicBezTo>
                      <a:cubicBezTo>
                        <a:pt x="34195" y="66102"/>
                        <a:pt x="34576" y="66102"/>
                        <a:pt x="34861" y="65911"/>
                      </a:cubicBezTo>
                      <a:close/>
                      <a:moveTo>
                        <a:pt x="50959" y="63435"/>
                      </a:moveTo>
                      <a:cubicBezTo>
                        <a:pt x="49816" y="62578"/>
                        <a:pt x="48196" y="62197"/>
                        <a:pt x="46006" y="62197"/>
                      </a:cubicBezTo>
                      <a:cubicBezTo>
                        <a:pt x="43529" y="62197"/>
                        <a:pt x="41720" y="62101"/>
                        <a:pt x="40862" y="61720"/>
                      </a:cubicBezTo>
                      <a:lnTo>
                        <a:pt x="45053" y="64197"/>
                      </a:lnTo>
                      <a:cubicBezTo>
                        <a:pt x="44482" y="64483"/>
                        <a:pt x="44291" y="64864"/>
                        <a:pt x="44291" y="65435"/>
                      </a:cubicBezTo>
                      <a:lnTo>
                        <a:pt x="45529" y="65435"/>
                      </a:lnTo>
                      <a:cubicBezTo>
                        <a:pt x="45529" y="65435"/>
                        <a:pt x="46101" y="65911"/>
                        <a:pt x="46101" y="66102"/>
                      </a:cubicBezTo>
                      <a:cubicBezTo>
                        <a:pt x="46101" y="66197"/>
                        <a:pt x="46006" y="66483"/>
                        <a:pt x="45625" y="67054"/>
                      </a:cubicBezTo>
                      <a:cubicBezTo>
                        <a:pt x="45339" y="67531"/>
                        <a:pt x="45244" y="68007"/>
                        <a:pt x="45529" y="68483"/>
                      </a:cubicBezTo>
                      <a:lnTo>
                        <a:pt x="48006" y="68483"/>
                      </a:lnTo>
                      <a:cubicBezTo>
                        <a:pt x="46767" y="67245"/>
                        <a:pt x="46101" y="66387"/>
                        <a:pt x="46101" y="65816"/>
                      </a:cubicBezTo>
                      <a:cubicBezTo>
                        <a:pt x="46101" y="65435"/>
                        <a:pt x="46387" y="65054"/>
                        <a:pt x="46958" y="64864"/>
                      </a:cubicBezTo>
                      <a:cubicBezTo>
                        <a:pt x="47530" y="64578"/>
                        <a:pt x="48196" y="64292"/>
                        <a:pt x="48959" y="64006"/>
                      </a:cubicBezTo>
                      <a:cubicBezTo>
                        <a:pt x="49720" y="63911"/>
                        <a:pt x="50292" y="64102"/>
                        <a:pt x="50959" y="64768"/>
                      </a:cubicBezTo>
                      <a:lnTo>
                        <a:pt x="50959" y="63530"/>
                      </a:lnTo>
                      <a:close/>
                      <a:moveTo>
                        <a:pt x="45053" y="52862"/>
                      </a:moveTo>
                      <a:cubicBezTo>
                        <a:pt x="45625" y="53719"/>
                        <a:pt x="46387" y="54100"/>
                        <a:pt x="47530" y="54100"/>
                      </a:cubicBezTo>
                      <a:cubicBezTo>
                        <a:pt x="49054" y="54100"/>
                        <a:pt x="50387" y="53529"/>
                        <a:pt x="51530" y="52481"/>
                      </a:cubicBezTo>
                      <a:lnTo>
                        <a:pt x="49244" y="51719"/>
                      </a:lnTo>
                      <a:cubicBezTo>
                        <a:pt x="49244" y="52957"/>
                        <a:pt x="48863" y="53624"/>
                        <a:pt x="48483" y="53624"/>
                      </a:cubicBezTo>
                      <a:cubicBezTo>
                        <a:pt x="48387" y="53624"/>
                        <a:pt x="47910" y="53243"/>
                        <a:pt x="47149" y="52576"/>
                      </a:cubicBezTo>
                      <a:cubicBezTo>
                        <a:pt x="46387" y="51814"/>
                        <a:pt x="45720" y="51624"/>
                        <a:pt x="45148" y="51814"/>
                      </a:cubicBezTo>
                      <a:lnTo>
                        <a:pt x="45148" y="53053"/>
                      </a:lnTo>
                      <a:close/>
                      <a:moveTo>
                        <a:pt x="50673" y="67435"/>
                      </a:moveTo>
                      <a:lnTo>
                        <a:pt x="50959" y="67626"/>
                      </a:lnTo>
                      <a:lnTo>
                        <a:pt x="50673" y="67435"/>
                      </a:lnTo>
                      <a:lnTo>
                        <a:pt x="47910" y="65435"/>
                      </a:lnTo>
                      <a:cubicBezTo>
                        <a:pt x="47625" y="66387"/>
                        <a:pt x="47910" y="66959"/>
                        <a:pt x="48768" y="67150"/>
                      </a:cubicBezTo>
                      <a:cubicBezTo>
                        <a:pt x="49435" y="67150"/>
                        <a:pt x="50006" y="67340"/>
                        <a:pt x="50673" y="67435"/>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 name="Google Shape;1047;p99"/>
                <p:cNvSpPr/>
                <p:nvPr/>
              </p:nvSpPr>
              <p:spPr>
                <a:xfrm>
                  <a:off x="8404288" y="2395918"/>
                  <a:ext cx="108108" cy="123729"/>
                </a:xfrm>
                <a:custGeom>
                  <a:avLst/>
                  <a:gdLst/>
                  <a:ahLst/>
                  <a:cxnLst/>
                  <a:rect l="l" t="t" r="r" b="b"/>
                  <a:pathLst>
                    <a:path w="108108" h="123729" extrusionOk="0">
                      <a:moveTo>
                        <a:pt x="87630" y="32957"/>
                      </a:moveTo>
                      <a:cubicBezTo>
                        <a:pt x="87820" y="33433"/>
                        <a:pt x="88201" y="33719"/>
                        <a:pt x="88678" y="33719"/>
                      </a:cubicBezTo>
                      <a:lnTo>
                        <a:pt x="89916" y="33719"/>
                      </a:lnTo>
                      <a:cubicBezTo>
                        <a:pt x="88678" y="37052"/>
                        <a:pt x="88487" y="41339"/>
                        <a:pt x="89439" y="46482"/>
                      </a:cubicBezTo>
                      <a:cubicBezTo>
                        <a:pt x="89154" y="47625"/>
                        <a:pt x="88106" y="49340"/>
                        <a:pt x="86391" y="51816"/>
                      </a:cubicBezTo>
                      <a:lnTo>
                        <a:pt x="87630" y="53054"/>
                      </a:lnTo>
                      <a:cubicBezTo>
                        <a:pt x="87153" y="53912"/>
                        <a:pt x="86106" y="54578"/>
                        <a:pt x="84391" y="55055"/>
                      </a:cubicBezTo>
                      <a:cubicBezTo>
                        <a:pt x="82677" y="55531"/>
                        <a:pt x="81534" y="56293"/>
                        <a:pt x="81057" y="57150"/>
                      </a:cubicBezTo>
                      <a:lnTo>
                        <a:pt x="83915" y="57626"/>
                      </a:lnTo>
                      <a:cubicBezTo>
                        <a:pt x="81534" y="61436"/>
                        <a:pt x="77343" y="65913"/>
                        <a:pt x="71247" y="71152"/>
                      </a:cubicBezTo>
                      <a:lnTo>
                        <a:pt x="68770" y="71152"/>
                      </a:lnTo>
                      <a:lnTo>
                        <a:pt x="68770" y="72866"/>
                      </a:lnTo>
                      <a:cubicBezTo>
                        <a:pt x="68770" y="72866"/>
                        <a:pt x="68294" y="72390"/>
                        <a:pt x="67913" y="72390"/>
                      </a:cubicBezTo>
                      <a:cubicBezTo>
                        <a:pt x="67056" y="72485"/>
                        <a:pt x="66580" y="72485"/>
                        <a:pt x="66389" y="72390"/>
                      </a:cubicBezTo>
                      <a:lnTo>
                        <a:pt x="65913" y="72866"/>
                      </a:lnTo>
                      <a:cubicBezTo>
                        <a:pt x="67341" y="73247"/>
                        <a:pt x="68389" y="74676"/>
                        <a:pt x="68961" y="77057"/>
                      </a:cubicBezTo>
                      <a:cubicBezTo>
                        <a:pt x="69532" y="79439"/>
                        <a:pt x="70294" y="80677"/>
                        <a:pt x="71247" y="80867"/>
                      </a:cubicBezTo>
                      <a:cubicBezTo>
                        <a:pt x="70961" y="82868"/>
                        <a:pt x="71723" y="84868"/>
                        <a:pt x="73533" y="87058"/>
                      </a:cubicBezTo>
                      <a:cubicBezTo>
                        <a:pt x="75723" y="89535"/>
                        <a:pt x="76866" y="91535"/>
                        <a:pt x="77152" y="93155"/>
                      </a:cubicBezTo>
                      <a:cubicBezTo>
                        <a:pt x="76581" y="94298"/>
                        <a:pt x="75342" y="94583"/>
                        <a:pt x="73342" y="94202"/>
                      </a:cubicBezTo>
                      <a:cubicBezTo>
                        <a:pt x="71438" y="93726"/>
                        <a:pt x="70485" y="93821"/>
                        <a:pt x="70485" y="94393"/>
                      </a:cubicBezTo>
                      <a:cubicBezTo>
                        <a:pt x="70485" y="94869"/>
                        <a:pt x="70675" y="95631"/>
                        <a:pt x="71151" y="96583"/>
                      </a:cubicBezTo>
                      <a:lnTo>
                        <a:pt x="73437" y="96107"/>
                      </a:lnTo>
                      <a:cubicBezTo>
                        <a:pt x="73437" y="96107"/>
                        <a:pt x="73152" y="97346"/>
                        <a:pt x="72199" y="98584"/>
                      </a:cubicBezTo>
                      <a:lnTo>
                        <a:pt x="74009" y="100298"/>
                      </a:lnTo>
                      <a:cubicBezTo>
                        <a:pt x="74009" y="100298"/>
                        <a:pt x="74676" y="99155"/>
                        <a:pt x="75056" y="97822"/>
                      </a:cubicBezTo>
                      <a:lnTo>
                        <a:pt x="75819" y="100679"/>
                      </a:lnTo>
                      <a:cubicBezTo>
                        <a:pt x="77152" y="100298"/>
                        <a:pt x="77724" y="98870"/>
                        <a:pt x="77533" y="96583"/>
                      </a:cubicBezTo>
                      <a:cubicBezTo>
                        <a:pt x="78867" y="97250"/>
                        <a:pt x="80010" y="98774"/>
                        <a:pt x="80867" y="100965"/>
                      </a:cubicBezTo>
                      <a:cubicBezTo>
                        <a:pt x="81629" y="103156"/>
                        <a:pt x="82677" y="104489"/>
                        <a:pt x="83725" y="104966"/>
                      </a:cubicBezTo>
                      <a:cubicBezTo>
                        <a:pt x="83439" y="105823"/>
                        <a:pt x="83248" y="106585"/>
                        <a:pt x="83248" y="107442"/>
                      </a:cubicBezTo>
                      <a:cubicBezTo>
                        <a:pt x="83248" y="108966"/>
                        <a:pt x="84010" y="110966"/>
                        <a:pt x="85630" y="113538"/>
                      </a:cubicBezTo>
                      <a:cubicBezTo>
                        <a:pt x="87153" y="116015"/>
                        <a:pt x="88011" y="117729"/>
                        <a:pt x="88011" y="118777"/>
                      </a:cubicBezTo>
                      <a:cubicBezTo>
                        <a:pt x="88011" y="120206"/>
                        <a:pt x="87249" y="121539"/>
                        <a:pt x="85725" y="122777"/>
                      </a:cubicBezTo>
                      <a:cubicBezTo>
                        <a:pt x="84487" y="122777"/>
                        <a:pt x="82486" y="122968"/>
                        <a:pt x="79629" y="123254"/>
                      </a:cubicBezTo>
                      <a:cubicBezTo>
                        <a:pt x="76771" y="123539"/>
                        <a:pt x="74580" y="123730"/>
                        <a:pt x="73152" y="123730"/>
                      </a:cubicBezTo>
                      <a:cubicBezTo>
                        <a:pt x="68675" y="123730"/>
                        <a:pt x="65151" y="122492"/>
                        <a:pt x="62769" y="120015"/>
                      </a:cubicBezTo>
                      <a:lnTo>
                        <a:pt x="62293" y="120777"/>
                      </a:lnTo>
                      <a:cubicBezTo>
                        <a:pt x="61626" y="119253"/>
                        <a:pt x="61055" y="117729"/>
                        <a:pt x="60388" y="116205"/>
                      </a:cubicBezTo>
                      <a:cubicBezTo>
                        <a:pt x="59531" y="114205"/>
                        <a:pt x="58293" y="112967"/>
                        <a:pt x="56769" y="112490"/>
                      </a:cubicBezTo>
                      <a:cubicBezTo>
                        <a:pt x="57055" y="111728"/>
                        <a:pt x="57245" y="111157"/>
                        <a:pt x="57245" y="110681"/>
                      </a:cubicBezTo>
                      <a:cubicBezTo>
                        <a:pt x="57245" y="109538"/>
                        <a:pt x="56483" y="108490"/>
                        <a:pt x="55054" y="107347"/>
                      </a:cubicBezTo>
                      <a:cubicBezTo>
                        <a:pt x="53625" y="106299"/>
                        <a:pt x="52864" y="105251"/>
                        <a:pt x="52864" y="104204"/>
                      </a:cubicBezTo>
                      <a:cubicBezTo>
                        <a:pt x="52864" y="103537"/>
                        <a:pt x="53054" y="102775"/>
                        <a:pt x="53435" y="101918"/>
                      </a:cubicBezTo>
                      <a:cubicBezTo>
                        <a:pt x="52388" y="100489"/>
                        <a:pt x="51244" y="97727"/>
                        <a:pt x="49816" y="93536"/>
                      </a:cubicBezTo>
                      <a:cubicBezTo>
                        <a:pt x="48673" y="89916"/>
                        <a:pt x="47054" y="87249"/>
                        <a:pt x="45244" y="85535"/>
                      </a:cubicBezTo>
                      <a:cubicBezTo>
                        <a:pt x="45244" y="82868"/>
                        <a:pt x="44100" y="79724"/>
                        <a:pt x="41719" y="76010"/>
                      </a:cubicBezTo>
                      <a:lnTo>
                        <a:pt x="37147" y="75438"/>
                      </a:lnTo>
                      <a:lnTo>
                        <a:pt x="37623" y="74962"/>
                      </a:lnTo>
                      <a:cubicBezTo>
                        <a:pt x="37338" y="74486"/>
                        <a:pt x="36862" y="74200"/>
                        <a:pt x="36385" y="74200"/>
                      </a:cubicBezTo>
                      <a:lnTo>
                        <a:pt x="34766" y="76010"/>
                      </a:lnTo>
                      <a:cubicBezTo>
                        <a:pt x="34194" y="76010"/>
                        <a:pt x="33051" y="76295"/>
                        <a:pt x="31242" y="76772"/>
                      </a:cubicBezTo>
                      <a:cubicBezTo>
                        <a:pt x="29432" y="77248"/>
                        <a:pt x="28098" y="77533"/>
                        <a:pt x="27146" y="77533"/>
                      </a:cubicBezTo>
                      <a:cubicBezTo>
                        <a:pt x="26384" y="77533"/>
                        <a:pt x="25812" y="77343"/>
                        <a:pt x="25336" y="77153"/>
                      </a:cubicBezTo>
                      <a:cubicBezTo>
                        <a:pt x="25336" y="77343"/>
                        <a:pt x="25241" y="77533"/>
                        <a:pt x="25241" y="77724"/>
                      </a:cubicBezTo>
                      <a:cubicBezTo>
                        <a:pt x="25241" y="78010"/>
                        <a:pt x="25336" y="78296"/>
                        <a:pt x="25622" y="78581"/>
                      </a:cubicBezTo>
                      <a:cubicBezTo>
                        <a:pt x="25908" y="78867"/>
                        <a:pt x="26003" y="78962"/>
                        <a:pt x="26003" y="79058"/>
                      </a:cubicBezTo>
                      <a:cubicBezTo>
                        <a:pt x="26003" y="79248"/>
                        <a:pt x="25622" y="79629"/>
                        <a:pt x="24669" y="80105"/>
                      </a:cubicBezTo>
                      <a:lnTo>
                        <a:pt x="25432" y="89630"/>
                      </a:lnTo>
                      <a:lnTo>
                        <a:pt x="24193" y="90678"/>
                      </a:lnTo>
                      <a:cubicBezTo>
                        <a:pt x="25050" y="93631"/>
                        <a:pt x="25432" y="97727"/>
                        <a:pt x="25432" y="103061"/>
                      </a:cubicBezTo>
                      <a:cubicBezTo>
                        <a:pt x="25432" y="103537"/>
                        <a:pt x="25241" y="104680"/>
                        <a:pt x="24765" y="106394"/>
                      </a:cubicBezTo>
                      <a:cubicBezTo>
                        <a:pt x="24289" y="108109"/>
                        <a:pt x="24098" y="109347"/>
                        <a:pt x="24098" y="110300"/>
                      </a:cubicBezTo>
                      <a:cubicBezTo>
                        <a:pt x="24098" y="111919"/>
                        <a:pt x="24669" y="113252"/>
                        <a:pt x="25908" y="114110"/>
                      </a:cubicBezTo>
                      <a:cubicBezTo>
                        <a:pt x="25146" y="114586"/>
                        <a:pt x="24860" y="115538"/>
                        <a:pt x="24860" y="116967"/>
                      </a:cubicBezTo>
                      <a:lnTo>
                        <a:pt x="24860" y="118491"/>
                      </a:lnTo>
                      <a:cubicBezTo>
                        <a:pt x="24860" y="119158"/>
                        <a:pt x="24955" y="119539"/>
                        <a:pt x="24955" y="119920"/>
                      </a:cubicBezTo>
                      <a:cubicBezTo>
                        <a:pt x="24955" y="121825"/>
                        <a:pt x="23907" y="122682"/>
                        <a:pt x="21717" y="122396"/>
                      </a:cubicBezTo>
                      <a:lnTo>
                        <a:pt x="22479" y="123063"/>
                      </a:lnTo>
                      <a:cubicBezTo>
                        <a:pt x="20860" y="123730"/>
                        <a:pt x="18764" y="123920"/>
                        <a:pt x="16192" y="123444"/>
                      </a:cubicBezTo>
                      <a:cubicBezTo>
                        <a:pt x="13621" y="122968"/>
                        <a:pt x="11906" y="123063"/>
                        <a:pt x="11144" y="123635"/>
                      </a:cubicBezTo>
                      <a:cubicBezTo>
                        <a:pt x="7715" y="123254"/>
                        <a:pt x="4381" y="122206"/>
                        <a:pt x="1238" y="120682"/>
                      </a:cubicBezTo>
                      <a:cubicBezTo>
                        <a:pt x="1428" y="112871"/>
                        <a:pt x="1238" y="100870"/>
                        <a:pt x="762" y="84677"/>
                      </a:cubicBezTo>
                      <a:lnTo>
                        <a:pt x="0" y="84677"/>
                      </a:lnTo>
                      <a:cubicBezTo>
                        <a:pt x="762" y="83534"/>
                        <a:pt x="1238" y="82106"/>
                        <a:pt x="1238" y="80486"/>
                      </a:cubicBezTo>
                      <a:cubicBezTo>
                        <a:pt x="1238" y="79915"/>
                        <a:pt x="1143" y="78867"/>
                        <a:pt x="857" y="77343"/>
                      </a:cubicBezTo>
                      <a:cubicBezTo>
                        <a:pt x="666" y="75914"/>
                        <a:pt x="571" y="74676"/>
                        <a:pt x="571" y="73914"/>
                      </a:cubicBezTo>
                      <a:cubicBezTo>
                        <a:pt x="571" y="72104"/>
                        <a:pt x="1048" y="70485"/>
                        <a:pt x="1905" y="69056"/>
                      </a:cubicBezTo>
                      <a:cubicBezTo>
                        <a:pt x="1428" y="63722"/>
                        <a:pt x="1143" y="56483"/>
                        <a:pt x="1143" y="47244"/>
                      </a:cubicBezTo>
                      <a:lnTo>
                        <a:pt x="1143" y="24860"/>
                      </a:lnTo>
                      <a:cubicBezTo>
                        <a:pt x="476" y="24479"/>
                        <a:pt x="190" y="24003"/>
                        <a:pt x="190" y="23527"/>
                      </a:cubicBezTo>
                      <a:cubicBezTo>
                        <a:pt x="190" y="23241"/>
                        <a:pt x="476" y="22574"/>
                        <a:pt x="1048" y="21717"/>
                      </a:cubicBezTo>
                      <a:cubicBezTo>
                        <a:pt x="1619" y="20765"/>
                        <a:pt x="1905" y="20098"/>
                        <a:pt x="1905" y="19526"/>
                      </a:cubicBezTo>
                      <a:cubicBezTo>
                        <a:pt x="666" y="18383"/>
                        <a:pt x="95" y="17145"/>
                        <a:pt x="95" y="15716"/>
                      </a:cubicBezTo>
                      <a:cubicBezTo>
                        <a:pt x="95" y="14764"/>
                        <a:pt x="476" y="13240"/>
                        <a:pt x="1238" y="11049"/>
                      </a:cubicBezTo>
                      <a:cubicBezTo>
                        <a:pt x="1905" y="8954"/>
                        <a:pt x="2191" y="7239"/>
                        <a:pt x="2000" y="6001"/>
                      </a:cubicBezTo>
                      <a:lnTo>
                        <a:pt x="8287" y="572"/>
                      </a:lnTo>
                      <a:lnTo>
                        <a:pt x="35242" y="0"/>
                      </a:lnTo>
                      <a:cubicBezTo>
                        <a:pt x="35623" y="476"/>
                        <a:pt x="36862" y="1619"/>
                        <a:pt x="38862" y="3334"/>
                      </a:cubicBezTo>
                      <a:cubicBezTo>
                        <a:pt x="40291" y="4667"/>
                        <a:pt x="41338" y="6096"/>
                        <a:pt x="41814" y="7620"/>
                      </a:cubicBezTo>
                      <a:cubicBezTo>
                        <a:pt x="41814" y="7144"/>
                        <a:pt x="41719" y="6668"/>
                        <a:pt x="41719" y="6287"/>
                      </a:cubicBezTo>
                      <a:cubicBezTo>
                        <a:pt x="41719" y="4953"/>
                        <a:pt x="42481" y="3905"/>
                        <a:pt x="44100" y="3048"/>
                      </a:cubicBezTo>
                      <a:cubicBezTo>
                        <a:pt x="46101" y="2000"/>
                        <a:pt x="47339" y="1238"/>
                        <a:pt x="47815" y="572"/>
                      </a:cubicBezTo>
                      <a:cubicBezTo>
                        <a:pt x="48387" y="381"/>
                        <a:pt x="49149" y="762"/>
                        <a:pt x="49911" y="1810"/>
                      </a:cubicBezTo>
                      <a:cubicBezTo>
                        <a:pt x="50292" y="1810"/>
                        <a:pt x="50578" y="1619"/>
                        <a:pt x="51054" y="1619"/>
                      </a:cubicBezTo>
                      <a:cubicBezTo>
                        <a:pt x="51721" y="1619"/>
                        <a:pt x="52864" y="2096"/>
                        <a:pt x="54483" y="3048"/>
                      </a:cubicBezTo>
                      <a:cubicBezTo>
                        <a:pt x="56006" y="4001"/>
                        <a:pt x="57340" y="4382"/>
                        <a:pt x="58198" y="4286"/>
                      </a:cubicBezTo>
                      <a:lnTo>
                        <a:pt x="63436" y="4286"/>
                      </a:lnTo>
                      <a:cubicBezTo>
                        <a:pt x="63150" y="5906"/>
                        <a:pt x="63722" y="6763"/>
                        <a:pt x="65151" y="6763"/>
                      </a:cubicBezTo>
                      <a:cubicBezTo>
                        <a:pt x="65151" y="6763"/>
                        <a:pt x="65531" y="6763"/>
                        <a:pt x="65913" y="6572"/>
                      </a:cubicBezTo>
                      <a:lnTo>
                        <a:pt x="67056" y="6572"/>
                      </a:lnTo>
                      <a:cubicBezTo>
                        <a:pt x="68389" y="6572"/>
                        <a:pt x="69151" y="7144"/>
                        <a:pt x="69342" y="8382"/>
                      </a:cubicBezTo>
                      <a:lnTo>
                        <a:pt x="72961" y="8382"/>
                      </a:lnTo>
                      <a:cubicBezTo>
                        <a:pt x="75247" y="10478"/>
                        <a:pt x="77438" y="12668"/>
                        <a:pt x="79724" y="14859"/>
                      </a:cubicBezTo>
                      <a:cubicBezTo>
                        <a:pt x="82391" y="17526"/>
                        <a:pt x="83820" y="20003"/>
                        <a:pt x="84010" y="22384"/>
                      </a:cubicBezTo>
                      <a:cubicBezTo>
                        <a:pt x="85534" y="23241"/>
                        <a:pt x="86582" y="24575"/>
                        <a:pt x="87058" y="26575"/>
                      </a:cubicBezTo>
                      <a:cubicBezTo>
                        <a:pt x="87820" y="29337"/>
                        <a:pt x="88392" y="31147"/>
                        <a:pt x="88868" y="31909"/>
                      </a:cubicBezTo>
                      <a:lnTo>
                        <a:pt x="87725" y="32957"/>
                      </a:lnTo>
                      <a:close/>
                      <a:moveTo>
                        <a:pt x="14192" y="38767"/>
                      </a:moveTo>
                      <a:lnTo>
                        <a:pt x="14192" y="35433"/>
                      </a:lnTo>
                      <a:lnTo>
                        <a:pt x="13525" y="35433"/>
                      </a:lnTo>
                      <a:lnTo>
                        <a:pt x="13525" y="38767"/>
                      </a:lnTo>
                      <a:lnTo>
                        <a:pt x="14192" y="38767"/>
                      </a:lnTo>
                      <a:close/>
                      <a:moveTo>
                        <a:pt x="18288" y="18193"/>
                      </a:moveTo>
                      <a:cubicBezTo>
                        <a:pt x="18192" y="17717"/>
                        <a:pt x="18288" y="16859"/>
                        <a:pt x="18479" y="15812"/>
                      </a:cubicBezTo>
                      <a:cubicBezTo>
                        <a:pt x="18764" y="14669"/>
                        <a:pt x="18859" y="14002"/>
                        <a:pt x="18859" y="13811"/>
                      </a:cubicBezTo>
                      <a:cubicBezTo>
                        <a:pt x="18859" y="12573"/>
                        <a:pt x="18288" y="11716"/>
                        <a:pt x="17050" y="11335"/>
                      </a:cubicBezTo>
                      <a:lnTo>
                        <a:pt x="18859" y="9525"/>
                      </a:lnTo>
                      <a:cubicBezTo>
                        <a:pt x="18859" y="9525"/>
                        <a:pt x="18859" y="9144"/>
                        <a:pt x="18669" y="8954"/>
                      </a:cubicBezTo>
                      <a:cubicBezTo>
                        <a:pt x="17430" y="10001"/>
                        <a:pt x="16859" y="10954"/>
                        <a:pt x="16859" y="12002"/>
                      </a:cubicBezTo>
                      <a:cubicBezTo>
                        <a:pt x="16859" y="12478"/>
                        <a:pt x="17335" y="13907"/>
                        <a:pt x="18288" y="16002"/>
                      </a:cubicBezTo>
                      <a:cubicBezTo>
                        <a:pt x="17621" y="16097"/>
                        <a:pt x="17335" y="16478"/>
                        <a:pt x="17145" y="17050"/>
                      </a:cubicBezTo>
                      <a:cubicBezTo>
                        <a:pt x="17050" y="17717"/>
                        <a:pt x="16764" y="18098"/>
                        <a:pt x="16478" y="18288"/>
                      </a:cubicBezTo>
                      <a:lnTo>
                        <a:pt x="18288" y="18288"/>
                      </a:lnTo>
                      <a:close/>
                      <a:moveTo>
                        <a:pt x="24574" y="14669"/>
                      </a:moveTo>
                      <a:lnTo>
                        <a:pt x="27051" y="16383"/>
                      </a:lnTo>
                      <a:lnTo>
                        <a:pt x="27051" y="16574"/>
                      </a:lnTo>
                      <a:lnTo>
                        <a:pt x="25812" y="17812"/>
                      </a:lnTo>
                      <a:lnTo>
                        <a:pt x="27051" y="17812"/>
                      </a:lnTo>
                      <a:lnTo>
                        <a:pt x="27051" y="9430"/>
                      </a:lnTo>
                      <a:cubicBezTo>
                        <a:pt x="27051" y="9430"/>
                        <a:pt x="26194" y="10192"/>
                        <a:pt x="25527" y="10668"/>
                      </a:cubicBezTo>
                      <a:cubicBezTo>
                        <a:pt x="25527" y="10382"/>
                        <a:pt x="25241" y="10192"/>
                        <a:pt x="24574" y="10192"/>
                      </a:cubicBezTo>
                      <a:cubicBezTo>
                        <a:pt x="24860" y="10573"/>
                        <a:pt x="25241" y="10763"/>
                        <a:pt x="25527" y="10668"/>
                      </a:cubicBezTo>
                      <a:cubicBezTo>
                        <a:pt x="25717" y="11144"/>
                        <a:pt x="25527" y="11811"/>
                        <a:pt x="25241" y="12668"/>
                      </a:cubicBezTo>
                      <a:cubicBezTo>
                        <a:pt x="25241" y="12573"/>
                        <a:pt x="25241" y="12478"/>
                        <a:pt x="25336" y="12383"/>
                      </a:cubicBezTo>
                      <a:cubicBezTo>
                        <a:pt x="25717" y="12383"/>
                        <a:pt x="26098" y="12668"/>
                        <a:pt x="26384" y="13145"/>
                      </a:cubicBezTo>
                      <a:lnTo>
                        <a:pt x="24574" y="14859"/>
                      </a:lnTo>
                      <a:close/>
                      <a:moveTo>
                        <a:pt x="63341" y="40386"/>
                      </a:moveTo>
                      <a:cubicBezTo>
                        <a:pt x="63532" y="39815"/>
                        <a:pt x="63627" y="39433"/>
                        <a:pt x="63627" y="39148"/>
                      </a:cubicBezTo>
                      <a:cubicBezTo>
                        <a:pt x="63627" y="38481"/>
                        <a:pt x="63150" y="37719"/>
                        <a:pt x="62198" y="37052"/>
                      </a:cubicBezTo>
                      <a:cubicBezTo>
                        <a:pt x="61246" y="36386"/>
                        <a:pt x="60674" y="35814"/>
                        <a:pt x="60484" y="35433"/>
                      </a:cubicBezTo>
                      <a:cubicBezTo>
                        <a:pt x="60960" y="34766"/>
                        <a:pt x="61150" y="34195"/>
                        <a:pt x="61150" y="33719"/>
                      </a:cubicBezTo>
                      <a:cubicBezTo>
                        <a:pt x="61150" y="32957"/>
                        <a:pt x="60388" y="32004"/>
                        <a:pt x="58960" y="31147"/>
                      </a:cubicBezTo>
                      <a:cubicBezTo>
                        <a:pt x="57435" y="30290"/>
                        <a:pt x="56673" y="29528"/>
                        <a:pt x="56483" y="29051"/>
                      </a:cubicBezTo>
                      <a:cubicBezTo>
                        <a:pt x="55912" y="28480"/>
                        <a:pt x="55340" y="28289"/>
                        <a:pt x="54673" y="28289"/>
                      </a:cubicBezTo>
                      <a:cubicBezTo>
                        <a:pt x="54387" y="28289"/>
                        <a:pt x="53816" y="28289"/>
                        <a:pt x="53244" y="28480"/>
                      </a:cubicBezTo>
                      <a:cubicBezTo>
                        <a:pt x="52578" y="28670"/>
                        <a:pt x="52101" y="28670"/>
                        <a:pt x="51816" y="28670"/>
                      </a:cubicBezTo>
                      <a:cubicBezTo>
                        <a:pt x="50863" y="28670"/>
                        <a:pt x="50292" y="28099"/>
                        <a:pt x="49911" y="26956"/>
                      </a:cubicBezTo>
                      <a:lnTo>
                        <a:pt x="51149" y="26003"/>
                      </a:lnTo>
                      <a:cubicBezTo>
                        <a:pt x="49149" y="25813"/>
                        <a:pt x="48006" y="26575"/>
                        <a:pt x="47815" y="28289"/>
                      </a:cubicBezTo>
                      <a:cubicBezTo>
                        <a:pt x="47530" y="30766"/>
                        <a:pt x="47054" y="32290"/>
                        <a:pt x="46577" y="32861"/>
                      </a:cubicBezTo>
                      <a:cubicBezTo>
                        <a:pt x="45910" y="30956"/>
                        <a:pt x="45339" y="28956"/>
                        <a:pt x="44767" y="26956"/>
                      </a:cubicBezTo>
                      <a:cubicBezTo>
                        <a:pt x="44196" y="24956"/>
                        <a:pt x="42767" y="23432"/>
                        <a:pt x="40671" y="22289"/>
                      </a:cubicBezTo>
                      <a:cubicBezTo>
                        <a:pt x="40386" y="24384"/>
                        <a:pt x="39148" y="25337"/>
                        <a:pt x="36956" y="25337"/>
                      </a:cubicBezTo>
                      <a:cubicBezTo>
                        <a:pt x="36480" y="25337"/>
                        <a:pt x="35623" y="25337"/>
                        <a:pt x="34480" y="25146"/>
                      </a:cubicBezTo>
                      <a:cubicBezTo>
                        <a:pt x="33338" y="25146"/>
                        <a:pt x="32480" y="25051"/>
                        <a:pt x="31909" y="25051"/>
                      </a:cubicBezTo>
                      <a:cubicBezTo>
                        <a:pt x="31337" y="25051"/>
                        <a:pt x="30670" y="25051"/>
                        <a:pt x="30194" y="25146"/>
                      </a:cubicBezTo>
                      <a:cubicBezTo>
                        <a:pt x="27241" y="26956"/>
                        <a:pt x="25717" y="30099"/>
                        <a:pt x="25717" y="34671"/>
                      </a:cubicBezTo>
                      <a:cubicBezTo>
                        <a:pt x="25717" y="35528"/>
                        <a:pt x="25717" y="36862"/>
                        <a:pt x="25908" y="38767"/>
                      </a:cubicBezTo>
                      <a:cubicBezTo>
                        <a:pt x="25908" y="40672"/>
                        <a:pt x="26098" y="42101"/>
                        <a:pt x="26098" y="42958"/>
                      </a:cubicBezTo>
                      <a:cubicBezTo>
                        <a:pt x="26098" y="45053"/>
                        <a:pt x="25908" y="46768"/>
                        <a:pt x="25432" y="48197"/>
                      </a:cubicBezTo>
                      <a:cubicBezTo>
                        <a:pt x="25527" y="49435"/>
                        <a:pt x="26479" y="50006"/>
                        <a:pt x="28194" y="49911"/>
                      </a:cubicBezTo>
                      <a:cubicBezTo>
                        <a:pt x="29908" y="49816"/>
                        <a:pt x="30956" y="50387"/>
                        <a:pt x="31432" y="51721"/>
                      </a:cubicBezTo>
                      <a:cubicBezTo>
                        <a:pt x="32099" y="52102"/>
                        <a:pt x="33814" y="52292"/>
                        <a:pt x="36385" y="52197"/>
                      </a:cubicBezTo>
                      <a:cubicBezTo>
                        <a:pt x="38385" y="52197"/>
                        <a:pt x="39814" y="52864"/>
                        <a:pt x="40671" y="54197"/>
                      </a:cubicBezTo>
                      <a:cubicBezTo>
                        <a:pt x="41434" y="52769"/>
                        <a:pt x="42386" y="51911"/>
                        <a:pt x="43719" y="51721"/>
                      </a:cubicBezTo>
                      <a:lnTo>
                        <a:pt x="47530" y="51721"/>
                      </a:lnTo>
                      <a:cubicBezTo>
                        <a:pt x="48673" y="51530"/>
                        <a:pt x="49530" y="50959"/>
                        <a:pt x="50006" y="50006"/>
                      </a:cubicBezTo>
                      <a:cubicBezTo>
                        <a:pt x="53625" y="50387"/>
                        <a:pt x="57816" y="48197"/>
                        <a:pt x="62579" y="43244"/>
                      </a:cubicBezTo>
                      <a:lnTo>
                        <a:pt x="60103" y="42291"/>
                      </a:lnTo>
                      <a:lnTo>
                        <a:pt x="63436" y="40291"/>
                      </a:lnTo>
                      <a:close/>
                      <a:moveTo>
                        <a:pt x="60579" y="16478"/>
                      </a:moveTo>
                      <a:cubicBezTo>
                        <a:pt x="60579" y="16478"/>
                        <a:pt x="60197" y="15812"/>
                        <a:pt x="59817" y="15812"/>
                      </a:cubicBezTo>
                      <a:cubicBezTo>
                        <a:pt x="58864" y="15812"/>
                        <a:pt x="58483" y="16193"/>
                        <a:pt x="58483" y="16859"/>
                      </a:cubicBezTo>
                      <a:cubicBezTo>
                        <a:pt x="58483" y="16955"/>
                        <a:pt x="58483" y="17050"/>
                        <a:pt x="58769" y="17050"/>
                      </a:cubicBezTo>
                      <a:lnTo>
                        <a:pt x="60579" y="16478"/>
                      </a:lnTo>
                      <a:close/>
                      <a:moveTo>
                        <a:pt x="67056" y="9239"/>
                      </a:moveTo>
                      <a:lnTo>
                        <a:pt x="67056" y="8382"/>
                      </a:lnTo>
                      <a:cubicBezTo>
                        <a:pt x="67056" y="8382"/>
                        <a:pt x="65341" y="8858"/>
                        <a:pt x="63341" y="8858"/>
                      </a:cubicBezTo>
                      <a:lnTo>
                        <a:pt x="67056" y="9335"/>
                      </a:lnTo>
                      <a:close/>
                      <a:moveTo>
                        <a:pt x="63341" y="35338"/>
                      </a:moveTo>
                      <a:lnTo>
                        <a:pt x="65817" y="35338"/>
                      </a:lnTo>
                      <a:cubicBezTo>
                        <a:pt x="64770" y="34290"/>
                        <a:pt x="64008" y="33909"/>
                        <a:pt x="63341" y="34100"/>
                      </a:cubicBezTo>
                      <a:lnTo>
                        <a:pt x="63341" y="35338"/>
                      </a:lnTo>
                      <a:close/>
                      <a:moveTo>
                        <a:pt x="68199" y="42863"/>
                      </a:moveTo>
                      <a:lnTo>
                        <a:pt x="69818" y="41148"/>
                      </a:lnTo>
                      <a:lnTo>
                        <a:pt x="69056" y="41148"/>
                      </a:lnTo>
                      <a:lnTo>
                        <a:pt x="68103" y="42863"/>
                      </a:lnTo>
                      <a:close/>
                      <a:moveTo>
                        <a:pt x="72866" y="43148"/>
                      </a:moveTo>
                      <a:cubicBezTo>
                        <a:pt x="72866" y="43148"/>
                        <a:pt x="72390" y="42386"/>
                        <a:pt x="72390" y="41720"/>
                      </a:cubicBezTo>
                      <a:cubicBezTo>
                        <a:pt x="72390" y="40005"/>
                        <a:pt x="73152" y="38672"/>
                        <a:pt x="74676" y="37719"/>
                      </a:cubicBezTo>
                      <a:cubicBezTo>
                        <a:pt x="74295" y="37433"/>
                        <a:pt x="74009" y="37243"/>
                        <a:pt x="73533" y="37243"/>
                      </a:cubicBezTo>
                      <a:cubicBezTo>
                        <a:pt x="73533" y="37243"/>
                        <a:pt x="72199" y="38005"/>
                        <a:pt x="69818" y="39433"/>
                      </a:cubicBezTo>
                      <a:cubicBezTo>
                        <a:pt x="71342" y="39815"/>
                        <a:pt x="72199" y="40577"/>
                        <a:pt x="72199" y="41529"/>
                      </a:cubicBezTo>
                      <a:cubicBezTo>
                        <a:pt x="72199" y="41910"/>
                        <a:pt x="72009" y="42577"/>
                        <a:pt x="71628" y="43339"/>
                      </a:cubicBezTo>
                      <a:cubicBezTo>
                        <a:pt x="71247" y="44101"/>
                        <a:pt x="71056" y="44672"/>
                        <a:pt x="71056" y="44958"/>
                      </a:cubicBezTo>
                      <a:cubicBezTo>
                        <a:pt x="71056" y="45530"/>
                        <a:pt x="71818" y="45815"/>
                        <a:pt x="73342" y="45720"/>
                      </a:cubicBezTo>
                      <a:cubicBezTo>
                        <a:pt x="73342" y="44291"/>
                        <a:pt x="73152" y="43434"/>
                        <a:pt x="72771" y="43148"/>
                      </a:cubicBezTo>
                      <a:close/>
                      <a:moveTo>
                        <a:pt x="77628" y="50483"/>
                      </a:moveTo>
                      <a:lnTo>
                        <a:pt x="78105" y="50006"/>
                      </a:lnTo>
                      <a:lnTo>
                        <a:pt x="77152" y="48768"/>
                      </a:lnTo>
                      <a:lnTo>
                        <a:pt x="77628" y="50483"/>
                      </a:lnTo>
                      <a:close/>
                      <a:moveTo>
                        <a:pt x="80486" y="39910"/>
                      </a:moveTo>
                      <a:lnTo>
                        <a:pt x="82105" y="41148"/>
                      </a:lnTo>
                      <a:cubicBezTo>
                        <a:pt x="81724" y="40481"/>
                        <a:pt x="81629" y="40005"/>
                        <a:pt x="81724" y="39910"/>
                      </a:cubicBezTo>
                      <a:lnTo>
                        <a:pt x="80486" y="39910"/>
                      </a:lnTo>
                      <a:close/>
                      <a:moveTo>
                        <a:pt x="80963" y="21050"/>
                      </a:moveTo>
                      <a:lnTo>
                        <a:pt x="80963" y="22289"/>
                      </a:lnTo>
                      <a:lnTo>
                        <a:pt x="82105" y="21050"/>
                      </a:lnTo>
                      <a:lnTo>
                        <a:pt x="80963" y="21050"/>
                      </a:lnTo>
                      <a:close/>
                      <a:moveTo>
                        <a:pt x="82105" y="34671"/>
                      </a:moveTo>
                      <a:lnTo>
                        <a:pt x="85058" y="31718"/>
                      </a:lnTo>
                      <a:lnTo>
                        <a:pt x="83344" y="31718"/>
                      </a:lnTo>
                      <a:lnTo>
                        <a:pt x="82105" y="34671"/>
                      </a:lnTo>
                      <a:close/>
                      <a:moveTo>
                        <a:pt x="83344" y="48101"/>
                      </a:moveTo>
                      <a:lnTo>
                        <a:pt x="85058" y="47530"/>
                      </a:lnTo>
                      <a:cubicBezTo>
                        <a:pt x="85058" y="47530"/>
                        <a:pt x="84391" y="46863"/>
                        <a:pt x="83344" y="46863"/>
                      </a:cubicBezTo>
                      <a:lnTo>
                        <a:pt x="83344" y="48101"/>
                      </a:lnTo>
                      <a:close/>
                      <a:moveTo>
                        <a:pt x="86868" y="19336"/>
                      </a:moveTo>
                      <a:cubicBezTo>
                        <a:pt x="86868" y="19336"/>
                        <a:pt x="87630" y="19526"/>
                        <a:pt x="88296" y="20098"/>
                      </a:cubicBezTo>
                      <a:lnTo>
                        <a:pt x="86868" y="19336"/>
                      </a:lnTo>
                      <a:close/>
                      <a:moveTo>
                        <a:pt x="89249" y="20765"/>
                      </a:moveTo>
                      <a:cubicBezTo>
                        <a:pt x="89249" y="20765"/>
                        <a:pt x="88678" y="20574"/>
                        <a:pt x="88296" y="20098"/>
                      </a:cubicBezTo>
                      <a:lnTo>
                        <a:pt x="89249" y="20765"/>
                      </a:lnTo>
                      <a:close/>
                      <a:moveTo>
                        <a:pt x="89821" y="21050"/>
                      </a:moveTo>
                      <a:lnTo>
                        <a:pt x="89249" y="20765"/>
                      </a:lnTo>
                      <a:cubicBezTo>
                        <a:pt x="89725" y="20669"/>
                        <a:pt x="89916" y="20574"/>
                        <a:pt x="89821" y="20574"/>
                      </a:cubicBezTo>
                      <a:lnTo>
                        <a:pt x="89821" y="21050"/>
                      </a:lnTo>
                      <a:close/>
                      <a:moveTo>
                        <a:pt x="92011" y="13907"/>
                      </a:moveTo>
                      <a:cubicBezTo>
                        <a:pt x="92011" y="13907"/>
                        <a:pt x="91440" y="13716"/>
                        <a:pt x="90773" y="13621"/>
                      </a:cubicBezTo>
                      <a:cubicBezTo>
                        <a:pt x="90106" y="13621"/>
                        <a:pt x="89821" y="13430"/>
                        <a:pt x="89821" y="13240"/>
                      </a:cubicBezTo>
                      <a:cubicBezTo>
                        <a:pt x="89821" y="12954"/>
                        <a:pt x="90106" y="12573"/>
                        <a:pt x="90488" y="12192"/>
                      </a:cubicBezTo>
                      <a:lnTo>
                        <a:pt x="92011" y="13907"/>
                      </a:lnTo>
                      <a:close/>
                      <a:moveTo>
                        <a:pt x="92297" y="36576"/>
                      </a:moveTo>
                      <a:lnTo>
                        <a:pt x="90392" y="35338"/>
                      </a:lnTo>
                      <a:lnTo>
                        <a:pt x="92297" y="35338"/>
                      </a:lnTo>
                      <a:lnTo>
                        <a:pt x="92297" y="36576"/>
                      </a:lnTo>
                      <a:close/>
                      <a:moveTo>
                        <a:pt x="92011" y="13907"/>
                      </a:moveTo>
                      <a:lnTo>
                        <a:pt x="92297" y="14192"/>
                      </a:lnTo>
                      <a:lnTo>
                        <a:pt x="92011" y="13907"/>
                      </a:lnTo>
                      <a:close/>
                      <a:moveTo>
                        <a:pt x="93535" y="26480"/>
                      </a:moveTo>
                      <a:lnTo>
                        <a:pt x="94012" y="24765"/>
                      </a:lnTo>
                      <a:lnTo>
                        <a:pt x="97726" y="26003"/>
                      </a:lnTo>
                      <a:cubicBezTo>
                        <a:pt x="96869" y="26099"/>
                        <a:pt x="96107" y="26765"/>
                        <a:pt x="95631" y="27813"/>
                      </a:cubicBezTo>
                      <a:cubicBezTo>
                        <a:pt x="95345" y="27813"/>
                        <a:pt x="94773" y="27337"/>
                        <a:pt x="93630" y="26384"/>
                      </a:cubicBezTo>
                      <a:close/>
                      <a:moveTo>
                        <a:pt x="97631" y="10478"/>
                      </a:moveTo>
                      <a:cubicBezTo>
                        <a:pt x="97536" y="11049"/>
                        <a:pt x="97155" y="11240"/>
                        <a:pt x="96393" y="11240"/>
                      </a:cubicBezTo>
                      <a:lnTo>
                        <a:pt x="94773" y="11240"/>
                      </a:lnTo>
                      <a:lnTo>
                        <a:pt x="95250" y="10001"/>
                      </a:lnTo>
                      <a:cubicBezTo>
                        <a:pt x="95250" y="10001"/>
                        <a:pt x="96488" y="10478"/>
                        <a:pt x="97726" y="10478"/>
                      </a:cubicBezTo>
                      <a:close/>
                      <a:moveTo>
                        <a:pt x="96869" y="15050"/>
                      </a:moveTo>
                      <a:lnTo>
                        <a:pt x="96869" y="14097"/>
                      </a:lnTo>
                      <a:cubicBezTo>
                        <a:pt x="99060" y="14478"/>
                        <a:pt x="100679" y="14669"/>
                        <a:pt x="101536" y="14573"/>
                      </a:cubicBezTo>
                      <a:lnTo>
                        <a:pt x="101536" y="15812"/>
                      </a:lnTo>
                      <a:lnTo>
                        <a:pt x="96869" y="15050"/>
                      </a:lnTo>
                      <a:close/>
                      <a:moveTo>
                        <a:pt x="102203" y="38195"/>
                      </a:moveTo>
                      <a:lnTo>
                        <a:pt x="100965" y="38195"/>
                      </a:lnTo>
                      <a:lnTo>
                        <a:pt x="101917" y="36671"/>
                      </a:lnTo>
                      <a:cubicBezTo>
                        <a:pt x="101917" y="36671"/>
                        <a:pt x="102203" y="37338"/>
                        <a:pt x="102203" y="38195"/>
                      </a:cubicBezTo>
                      <a:close/>
                      <a:moveTo>
                        <a:pt x="101632" y="36481"/>
                      </a:moveTo>
                      <a:cubicBezTo>
                        <a:pt x="101632" y="36481"/>
                        <a:pt x="101917" y="36005"/>
                        <a:pt x="102203" y="35719"/>
                      </a:cubicBezTo>
                      <a:lnTo>
                        <a:pt x="101917" y="36671"/>
                      </a:lnTo>
                      <a:cubicBezTo>
                        <a:pt x="101917" y="36671"/>
                        <a:pt x="101727" y="36481"/>
                        <a:pt x="101632" y="36481"/>
                      </a:cubicBezTo>
                      <a:close/>
                      <a:moveTo>
                        <a:pt x="102203" y="35719"/>
                      </a:moveTo>
                      <a:lnTo>
                        <a:pt x="102679" y="34671"/>
                      </a:lnTo>
                      <a:cubicBezTo>
                        <a:pt x="102679" y="34671"/>
                        <a:pt x="102679" y="35338"/>
                        <a:pt x="102203" y="35719"/>
                      </a:cubicBezTo>
                      <a:close/>
                      <a:moveTo>
                        <a:pt x="104489" y="3334"/>
                      </a:moveTo>
                      <a:lnTo>
                        <a:pt x="105727" y="4572"/>
                      </a:lnTo>
                      <a:lnTo>
                        <a:pt x="103441" y="4572"/>
                      </a:lnTo>
                      <a:lnTo>
                        <a:pt x="104489" y="3334"/>
                      </a:lnTo>
                      <a:close/>
                      <a:moveTo>
                        <a:pt x="105251" y="20003"/>
                      </a:moveTo>
                      <a:lnTo>
                        <a:pt x="108109" y="22955"/>
                      </a:lnTo>
                      <a:cubicBezTo>
                        <a:pt x="105823" y="22289"/>
                        <a:pt x="104775" y="21622"/>
                        <a:pt x="104775" y="21241"/>
                      </a:cubicBezTo>
                      <a:cubicBezTo>
                        <a:pt x="104775" y="20955"/>
                        <a:pt x="104965" y="20479"/>
                        <a:pt x="105251" y="20003"/>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 name="Google Shape;1048;p99"/>
                <p:cNvSpPr/>
                <p:nvPr/>
              </p:nvSpPr>
              <p:spPr>
                <a:xfrm>
                  <a:off x="8503919" y="2395823"/>
                  <a:ext cx="95154" cy="124206"/>
                </a:xfrm>
                <a:custGeom>
                  <a:avLst/>
                  <a:gdLst/>
                  <a:ahLst/>
                  <a:cxnLst/>
                  <a:rect l="l" t="t" r="r" b="b"/>
                  <a:pathLst>
                    <a:path w="95154" h="124206" extrusionOk="0">
                      <a:moveTo>
                        <a:pt x="83915" y="99250"/>
                      </a:moveTo>
                      <a:cubicBezTo>
                        <a:pt x="86011" y="100584"/>
                        <a:pt x="87154" y="102775"/>
                        <a:pt x="87344" y="105823"/>
                      </a:cubicBezTo>
                      <a:cubicBezTo>
                        <a:pt x="87344" y="108490"/>
                        <a:pt x="87535" y="111062"/>
                        <a:pt x="87535" y="113633"/>
                      </a:cubicBezTo>
                      <a:cubicBezTo>
                        <a:pt x="87535" y="115062"/>
                        <a:pt x="87821" y="116300"/>
                        <a:pt x="88106" y="117348"/>
                      </a:cubicBezTo>
                      <a:cubicBezTo>
                        <a:pt x="85249" y="121920"/>
                        <a:pt x="80486" y="124206"/>
                        <a:pt x="73723" y="124206"/>
                      </a:cubicBezTo>
                      <a:cubicBezTo>
                        <a:pt x="71819" y="124206"/>
                        <a:pt x="68771" y="124016"/>
                        <a:pt x="64580" y="123634"/>
                      </a:cubicBezTo>
                      <a:cubicBezTo>
                        <a:pt x="60389" y="123254"/>
                        <a:pt x="57341" y="123063"/>
                        <a:pt x="55340" y="123063"/>
                      </a:cubicBezTo>
                      <a:cubicBezTo>
                        <a:pt x="53150" y="123063"/>
                        <a:pt x="51245" y="123063"/>
                        <a:pt x="49625" y="123349"/>
                      </a:cubicBezTo>
                      <a:lnTo>
                        <a:pt x="14669" y="123349"/>
                      </a:lnTo>
                      <a:lnTo>
                        <a:pt x="14669" y="122872"/>
                      </a:lnTo>
                      <a:cubicBezTo>
                        <a:pt x="13525" y="122206"/>
                        <a:pt x="11335" y="122015"/>
                        <a:pt x="8287" y="122587"/>
                      </a:cubicBezTo>
                      <a:cubicBezTo>
                        <a:pt x="5239" y="123063"/>
                        <a:pt x="2857" y="122777"/>
                        <a:pt x="1143" y="121634"/>
                      </a:cubicBezTo>
                      <a:cubicBezTo>
                        <a:pt x="1714" y="106966"/>
                        <a:pt x="1905" y="92583"/>
                        <a:pt x="1905" y="78296"/>
                      </a:cubicBezTo>
                      <a:cubicBezTo>
                        <a:pt x="1905" y="64008"/>
                        <a:pt x="1619" y="49530"/>
                        <a:pt x="1143" y="34957"/>
                      </a:cubicBezTo>
                      <a:cubicBezTo>
                        <a:pt x="1714" y="35338"/>
                        <a:pt x="2191" y="35528"/>
                        <a:pt x="2381" y="35433"/>
                      </a:cubicBezTo>
                      <a:lnTo>
                        <a:pt x="2857" y="34957"/>
                      </a:lnTo>
                      <a:cubicBezTo>
                        <a:pt x="2953" y="34290"/>
                        <a:pt x="2763" y="33909"/>
                        <a:pt x="2096" y="33623"/>
                      </a:cubicBezTo>
                      <a:cubicBezTo>
                        <a:pt x="1524" y="33338"/>
                        <a:pt x="1143" y="33147"/>
                        <a:pt x="1143" y="33052"/>
                      </a:cubicBezTo>
                      <a:cubicBezTo>
                        <a:pt x="1143" y="32861"/>
                        <a:pt x="1429" y="32480"/>
                        <a:pt x="1905" y="32004"/>
                      </a:cubicBezTo>
                      <a:cubicBezTo>
                        <a:pt x="1905" y="32957"/>
                        <a:pt x="2096" y="33528"/>
                        <a:pt x="2381" y="33719"/>
                      </a:cubicBezTo>
                      <a:cubicBezTo>
                        <a:pt x="3429" y="33623"/>
                        <a:pt x="3715" y="33052"/>
                        <a:pt x="3239" y="32004"/>
                      </a:cubicBezTo>
                      <a:cubicBezTo>
                        <a:pt x="2763" y="30861"/>
                        <a:pt x="2857" y="30290"/>
                        <a:pt x="3620" y="30099"/>
                      </a:cubicBezTo>
                      <a:cubicBezTo>
                        <a:pt x="3620" y="30290"/>
                        <a:pt x="3429" y="30480"/>
                        <a:pt x="3429" y="30671"/>
                      </a:cubicBezTo>
                      <a:cubicBezTo>
                        <a:pt x="3429" y="31051"/>
                        <a:pt x="3715" y="31528"/>
                        <a:pt x="4286" y="32004"/>
                      </a:cubicBezTo>
                      <a:cubicBezTo>
                        <a:pt x="4858" y="32480"/>
                        <a:pt x="5239" y="32766"/>
                        <a:pt x="5239" y="32957"/>
                      </a:cubicBezTo>
                      <a:lnTo>
                        <a:pt x="7715" y="32480"/>
                      </a:lnTo>
                      <a:lnTo>
                        <a:pt x="5239" y="30766"/>
                      </a:lnTo>
                      <a:lnTo>
                        <a:pt x="7715" y="29528"/>
                      </a:lnTo>
                      <a:cubicBezTo>
                        <a:pt x="7715" y="29528"/>
                        <a:pt x="6954" y="28861"/>
                        <a:pt x="5905" y="27718"/>
                      </a:cubicBezTo>
                      <a:cubicBezTo>
                        <a:pt x="5049" y="26956"/>
                        <a:pt x="4382" y="26670"/>
                        <a:pt x="3906" y="26670"/>
                      </a:cubicBezTo>
                      <a:cubicBezTo>
                        <a:pt x="3239" y="26670"/>
                        <a:pt x="2763" y="27051"/>
                        <a:pt x="2286" y="27908"/>
                      </a:cubicBezTo>
                      <a:cubicBezTo>
                        <a:pt x="1619" y="27527"/>
                        <a:pt x="1238" y="27051"/>
                        <a:pt x="1238" y="26670"/>
                      </a:cubicBezTo>
                      <a:cubicBezTo>
                        <a:pt x="1238" y="26479"/>
                        <a:pt x="1619" y="26003"/>
                        <a:pt x="2477" y="25337"/>
                      </a:cubicBezTo>
                      <a:cubicBezTo>
                        <a:pt x="3334" y="24670"/>
                        <a:pt x="3620" y="24098"/>
                        <a:pt x="3524" y="23622"/>
                      </a:cubicBezTo>
                      <a:lnTo>
                        <a:pt x="4763" y="24860"/>
                      </a:lnTo>
                      <a:lnTo>
                        <a:pt x="5525" y="24003"/>
                      </a:lnTo>
                      <a:cubicBezTo>
                        <a:pt x="5525" y="24003"/>
                        <a:pt x="6287" y="24479"/>
                        <a:pt x="6668" y="24479"/>
                      </a:cubicBezTo>
                      <a:cubicBezTo>
                        <a:pt x="7144" y="24479"/>
                        <a:pt x="8001" y="24194"/>
                        <a:pt x="9049" y="23717"/>
                      </a:cubicBezTo>
                      <a:cubicBezTo>
                        <a:pt x="10096" y="23241"/>
                        <a:pt x="10954" y="22955"/>
                        <a:pt x="11430" y="22955"/>
                      </a:cubicBezTo>
                      <a:cubicBezTo>
                        <a:pt x="12097" y="22955"/>
                        <a:pt x="12573" y="23241"/>
                        <a:pt x="12954" y="23717"/>
                      </a:cubicBezTo>
                      <a:lnTo>
                        <a:pt x="13716" y="23241"/>
                      </a:lnTo>
                      <a:cubicBezTo>
                        <a:pt x="13716" y="22288"/>
                        <a:pt x="13049" y="21622"/>
                        <a:pt x="12002" y="21336"/>
                      </a:cubicBezTo>
                      <a:cubicBezTo>
                        <a:pt x="10954" y="20955"/>
                        <a:pt x="10287" y="20669"/>
                        <a:pt x="10096" y="20383"/>
                      </a:cubicBezTo>
                      <a:cubicBezTo>
                        <a:pt x="8477" y="20288"/>
                        <a:pt x="6477" y="20288"/>
                        <a:pt x="4096" y="20383"/>
                      </a:cubicBezTo>
                      <a:cubicBezTo>
                        <a:pt x="3906" y="20860"/>
                        <a:pt x="3715" y="21146"/>
                        <a:pt x="3524" y="21146"/>
                      </a:cubicBezTo>
                      <a:cubicBezTo>
                        <a:pt x="3143" y="20860"/>
                        <a:pt x="2763" y="20669"/>
                        <a:pt x="2572" y="20669"/>
                      </a:cubicBezTo>
                      <a:cubicBezTo>
                        <a:pt x="2381" y="20669"/>
                        <a:pt x="2191" y="20669"/>
                        <a:pt x="1905" y="20860"/>
                      </a:cubicBezTo>
                      <a:lnTo>
                        <a:pt x="762" y="16192"/>
                      </a:lnTo>
                      <a:cubicBezTo>
                        <a:pt x="1524" y="16192"/>
                        <a:pt x="2096" y="15907"/>
                        <a:pt x="2381" y="15430"/>
                      </a:cubicBezTo>
                      <a:cubicBezTo>
                        <a:pt x="2381" y="14478"/>
                        <a:pt x="2000" y="14288"/>
                        <a:pt x="1238" y="14669"/>
                      </a:cubicBezTo>
                      <a:cubicBezTo>
                        <a:pt x="476" y="15050"/>
                        <a:pt x="95" y="14954"/>
                        <a:pt x="0" y="14383"/>
                      </a:cubicBezTo>
                      <a:lnTo>
                        <a:pt x="1143" y="13145"/>
                      </a:lnTo>
                      <a:lnTo>
                        <a:pt x="2381" y="14383"/>
                      </a:lnTo>
                      <a:cubicBezTo>
                        <a:pt x="2381" y="14383"/>
                        <a:pt x="2857" y="13145"/>
                        <a:pt x="2857" y="11525"/>
                      </a:cubicBezTo>
                      <a:cubicBezTo>
                        <a:pt x="2857" y="11906"/>
                        <a:pt x="3143" y="12287"/>
                        <a:pt x="3620" y="12478"/>
                      </a:cubicBezTo>
                      <a:cubicBezTo>
                        <a:pt x="4477" y="11906"/>
                        <a:pt x="4858" y="11335"/>
                        <a:pt x="4858" y="10954"/>
                      </a:cubicBezTo>
                      <a:cubicBezTo>
                        <a:pt x="4858" y="10478"/>
                        <a:pt x="4096" y="9716"/>
                        <a:pt x="2763" y="8763"/>
                      </a:cubicBezTo>
                      <a:cubicBezTo>
                        <a:pt x="1429" y="7811"/>
                        <a:pt x="762" y="6953"/>
                        <a:pt x="762" y="6096"/>
                      </a:cubicBezTo>
                      <a:cubicBezTo>
                        <a:pt x="762" y="5334"/>
                        <a:pt x="1143" y="4667"/>
                        <a:pt x="1905" y="3810"/>
                      </a:cubicBezTo>
                      <a:lnTo>
                        <a:pt x="4858" y="762"/>
                      </a:lnTo>
                      <a:cubicBezTo>
                        <a:pt x="10096" y="286"/>
                        <a:pt x="15621" y="0"/>
                        <a:pt x="21527" y="0"/>
                      </a:cubicBezTo>
                      <a:cubicBezTo>
                        <a:pt x="27147" y="0"/>
                        <a:pt x="35623" y="286"/>
                        <a:pt x="46863" y="857"/>
                      </a:cubicBezTo>
                      <a:cubicBezTo>
                        <a:pt x="58103" y="1429"/>
                        <a:pt x="66580" y="1810"/>
                        <a:pt x="72295" y="1810"/>
                      </a:cubicBezTo>
                      <a:cubicBezTo>
                        <a:pt x="76391" y="1810"/>
                        <a:pt x="80296" y="1810"/>
                        <a:pt x="83915" y="1524"/>
                      </a:cubicBezTo>
                      <a:cubicBezTo>
                        <a:pt x="86296" y="3334"/>
                        <a:pt x="87535" y="5810"/>
                        <a:pt x="87535" y="8858"/>
                      </a:cubicBezTo>
                      <a:cubicBezTo>
                        <a:pt x="87535" y="9716"/>
                        <a:pt x="87344" y="11335"/>
                        <a:pt x="87059" y="13621"/>
                      </a:cubicBezTo>
                      <a:cubicBezTo>
                        <a:pt x="86678" y="15812"/>
                        <a:pt x="86583" y="17621"/>
                        <a:pt x="86583" y="18859"/>
                      </a:cubicBezTo>
                      <a:cubicBezTo>
                        <a:pt x="86583" y="20098"/>
                        <a:pt x="86678" y="21241"/>
                        <a:pt x="86963" y="22288"/>
                      </a:cubicBezTo>
                      <a:cubicBezTo>
                        <a:pt x="86963" y="23908"/>
                        <a:pt x="85916" y="24765"/>
                        <a:pt x="83915" y="24765"/>
                      </a:cubicBezTo>
                      <a:cubicBezTo>
                        <a:pt x="83630" y="24765"/>
                        <a:pt x="83058" y="24765"/>
                        <a:pt x="82391" y="24575"/>
                      </a:cubicBezTo>
                      <a:lnTo>
                        <a:pt x="80867" y="24575"/>
                      </a:lnTo>
                      <a:cubicBezTo>
                        <a:pt x="79629" y="24575"/>
                        <a:pt x="78677" y="24765"/>
                        <a:pt x="78105" y="25146"/>
                      </a:cubicBezTo>
                      <a:lnTo>
                        <a:pt x="74772" y="25146"/>
                      </a:lnTo>
                      <a:lnTo>
                        <a:pt x="74772" y="24575"/>
                      </a:lnTo>
                      <a:cubicBezTo>
                        <a:pt x="70009" y="24955"/>
                        <a:pt x="64770" y="25146"/>
                        <a:pt x="58864" y="25146"/>
                      </a:cubicBezTo>
                      <a:cubicBezTo>
                        <a:pt x="55150" y="25241"/>
                        <a:pt x="49816" y="25241"/>
                        <a:pt x="42767" y="25146"/>
                      </a:cubicBezTo>
                      <a:lnTo>
                        <a:pt x="26670" y="25146"/>
                      </a:lnTo>
                      <a:cubicBezTo>
                        <a:pt x="26004" y="27051"/>
                        <a:pt x="25622" y="29146"/>
                        <a:pt x="25622" y="31433"/>
                      </a:cubicBezTo>
                      <a:cubicBezTo>
                        <a:pt x="25622" y="32195"/>
                        <a:pt x="25622" y="33242"/>
                        <a:pt x="25718" y="34671"/>
                      </a:cubicBezTo>
                      <a:lnTo>
                        <a:pt x="25718" y="38005"/>
                      </a:lnTo>
                      <a:cubicBezTo>
                        <a:pt x="25718" y="40291"/>
                        <a:pt x="25527" y="42291"/>
                        <a:pt x="24955" y="44101"/>
                      </a:cubicBezTo>
                      <a:cubicBezTo>
                        <a:pt x="25241" y="45529"/>
                        <a:pt x="25527" y="46958"/>
                        <a:pt x="25718" y="48387"/>
                      </a:cubicBezTo>
                      <a:cubicBezTo>
                        <a:pt x="26194" y="50197"/>
                        <a:pt x="27147" y="51149"/>
                        <a:pt x="28480" y="51149"/>
                      </a:cubicBezTo>
                      <a:cubicBezTo>
                        <a:pt x="28861" y="51149"/>
                        <a:pt x="29337" y="51149"/>
                        <a:pt x="29718" y="50959"/>
                      </a:cubicBezTo>
                      <a:cubicBezTo>
                        <a:pt x="30099" y="50959"/>
                        <a:pt x="30385" y="51149"/>
                        <a:pt x="30766" y="51149"/>
                      </a:cubicBezTo>
                      <a:cubicBezTo>
                        <a:pt x="31147" y="51149"/>
                        <a:pt x="31814" y="51054"/>
                        <a:pt x="32671" y="50863"/>
                      </a:cubicBezTo>
                      <a:cubicBezTo>
                        <a:pt x="33433" y="50673"/>
                        <a:pt x="34004" y="50578"/>
                        <a:pt x="34290" y="50578"/>
                      </a:cubicBezTo>
                      <a:cubicBezTo>
                        <a:pt x="35147" y="50578"/>
                        <a:pt x="35814" y="50959"/>
                        <a:pt x="36290" y="51816"/>
                      </a:cubicBezTo>
                      <a:cubicBezTo>
                        <a:pt x="39053" y="51054"/>
                        <a:pt x="42291" y="50578"/>
                        <a:pt x="45911" y="50578"/>
                      </a:cubicBezTo>
                      <a:cubicBezTo>
                        <a:pt x="47816" y="50578"/>
                        <a:pt x="50482" y="50673"/>
                        <a:pt x="54007" y="50959"/>
                      </a:cubicBezTo>
                      <a:cubicBezTo>
                        <a:pt x="57531" y="51245"/>
                        <a:pt x="60103" y="51340"/>
                        <a:pt x="61817" y="51340"/>
                      </a:cubicBezTo>
                      <a:cubicBezTo>
                        <a:pt x="63532" y="51340"/>
                        <a:pt x="65247" y="51245"/>
                        <a:pt x="66770" y="51054"/>
                      </a:cubicBezTo>
                      <a:cubicBezTo>
                        <a:pt x="67533" y="53626"/>
                        <a:pt x="67818" y="57150"/>
                        <a:pt x="67723" y="61817"/>
                      </a:cubicBezTo>
                      <a:cubicBezTo>
                        <a:pt x="67723" y="67056"/>
                        <a:pt x="67723" y="70580"/>
                        <a:pt x="68104" y="72485"/>
                      </a:cubicBezTo>
                      <a:cubicBezTo>
                        <a:pt x="65913" y="74009"/>
                        <a:pt x="63055" y="74771"/>
                        <a:pt x="59341" y="74771"/>
                      </a:cubicBezTo>
                      <a:cubicBezTo>
                        <a:pt x="57817" y="74771"/>
                        <a:pt x="55531" y="74581"/>
                        <a:pt x="52388" y="74295"/>
                      </a:cubicBezTo>
                      <a:cubicBezTo>
                        <a:pt x="49244" y="74009"/>
                        <a:pt x="46958" y="73819"/>
                        <a:pt x="45244" y="73819"/>
                      </a:cubicBezTo>
                      <a:cubicBezTo>
                        <a:pt x="43720" y="73819"/>
                        <a:pt x="42291" y="73914"/>
                        <a:pt x="40957" y="74104"/>
                      </a:cubicBezTo>
                      <a:lnTo>
                        <a:pt x="40957" y="73342"/>
                      </a:lnTo>
                      <a:cubicBezTo>
                        <a:pt x="40291" y="73342"/>
                        <a:pt x="38671" y="73438"/>
                        <a:pt x="36195" y="73438"/>
                      </a:cubicBezTo>
                      <a:cubicBezTo>
                        <a:pt x="34576" y="73438"/>
                        <a:pt x="33052" y="73819"/>
                        <a:pt x="31623" y="74486"/>
                      </a:cubicBezTo>
                      <a:cubicBezTo>
                        <a:pt x="31052" y="74200"/>
                        <a:pt x="30480" y="74009"/>
                        <a:pt x="29623" y="74009"/>
                      </a:cubicBezTo>
                      <a:cubicBezTo>
                        <a:pt x="28480" y="74104"/>
                        <a:pt x="27718" y="74104"/>
                        <a:pt x="27527" y="74009"/>
                      </a:cubicBezTo>
                      <a:cubicBezTo>
                        <a:pt x="25908" y="74486"/>
                        <a:pt x="25146" y="75819"/>
                        <a:pt x="25146" y="77819"/>
                      </a:cubicBezTo>
                      <a:cubicBezTo>
                        <a:pt x="25146" y="79248"/>
                        <a:pt x="25337" y="80391"/>
                        <a:pt x="25908" y="81153"/>
                      </a:cubicBezTo>
                      <a:cubicBezTo>
                        <a:pt x="23622" y="80486"/>
                        <a:pt x="21622" y="81153"/>
                        <a:pt x="19908" y="82867"/>
                      </a:cubicBezTo>
                      <a:lnTo>
                        <a:pt x="23908" y="82105"/>
                      </a:lnTo>
                      <a:lnTo>
                        <a:pt x="23432" y="82867"/>
                      </a:lnTo>
                      <a:cubicBezTo>
                        <a:pt x="23432" y="82867"/>
                        <a:pt x="23908" y="83534"/>
                        <a:pt x="24194" y="83534"/>
                      </a:cubicBezTo>
                      <a:cubicBezTo>
                        <a:pt x="24003" y="83534"/>
                        <a:pt x="24575" y="83058"/>
                        <a:pt x="25908" y="82105"/>
                      </a:cubicBezTo>
                      <a:cubicBezTo>
                        <a:pt x="25908" y="81725"/>
                        <a:pt x="25908" y="84677"/>
                        <a:pt x="25813" y="90964"/>
                      </a:cubicBezTo>
                      <a:cubicBezTo>
                        <a:pt x="25813" y="94679"/>
                        <a:pt x="26289" y="97441"/>
                        <a:pt x="27623" y="99441"/>
                      </a:cubicBezTo>
                      <a:cubicBezTo>
                        <a:pt x="31432" y="99917"/>
                        <a:pt x="35433" y="100203"/>
                        <a:pt x="39624" y="100203"/>
                      </a:cubicBezTo>
                      <a:cubicBezTo>
                        <a:pt x="42767" y="100203"/>
                        <a:pt x="47435" y="100013"/>
                        <a:pt x="53530" y="99536"/>
                      </a:cubicBezTo>
                      <a:cubicBezTo>
                        <a:pt x="59531" y="99155"/>
                        <a:pt x="64198" y="98965"/>
                        <a:pt x="67246" y="98965"/>
                      </a:cubicBezTo>
                      <a:cubicBezTo>
                        <a:pt x="71819" y="98965"/>
                        <a:pt x="76105" y="99250"/>
                        <a:pt x="80106" y="99917"/>
                      </a:cubicBezTo>
                      <a:cubicBezTo>
                        <a:pt x="80867" y="98298"/>
                        <a:pt x="82201" y="98108"/>
                        <a:pt x="84391" y="99441"/>
                      </a:cubicBezTo>
                      <a:close/>
                      <a:moveTo>
                        <a:pt x="4858" y="22288"/>
                      </a:moveTo>
                      <a:lnTo>
                        <a:pt x="5810" y="23527"/>
                      </a:lnTo>
                      <a:lnTo>
                        <a:pt x="5620" y="23813"/>
                      </a:lnTo>
                      <a:cubicBezTo>
                        <a:pt x="5620" y="23813"/>
                        <a:pt x="4953" y="22860"/>
                        <a:pt x="4858" y="22288"/>
                      </a:cubicBezTo>
                      <a:close/>
                      <a:moveTo>
                        <a:pt x="36290" y="66104"/>
                      </a:moveTo>
                      <a:lnTo>
                        <a:pt x="34480" y="66104"/>
                      </a:lnTo>
                      <a:cubicBezTo>
                        <a:pt x="34766" y="66866"/>
                        <a:pt x="35433" y="66866"/>
                        <a:pt x="36290" y="66104"/>
                      </a:cubicBezTo>
                      <a:lnTo>
                        <a:pt x="37052" y="66104"/>
                      </a:lnTo>
                      <a:cubicBezTo>
                        <a:pt x="37052" y="66104"/>
                        <a:pt x="37338" y="66675"/>
                        <a:pt x="37338" y="67246"/>
                      </a:cubicBezTo>
                      <a:lnTo>
                        <a:pt x="39529" y="66104"/>
                      </a:lnTo>
                      <a:cubicBezTo>
                        <a:pt x="40005" y="66675"/>
                        <a:pt x="40291" y="66961"/>
                        <a:pt x="40291" y="67246"/>
                      </a:cubicBezTo>
                      <a:lnTo>
                        <a:pt x="42577" y="67246"/>
                      </a:lnTo>
                      <a:lnTo>
                        <a:pt x="42577" y="66104"/>
                      </a:lnTo>
                      <a:lnTo>
                        <a:pt x="37052" y="66104"/>
                      </a:lnTo>
                      <a:cubicBezTo>
                        <a:pt x="37052" y="66104"/>
                        <a:pt x="36672" y="65913"/>
                        <a:pt x="36290" y="66104"/>
                      </a:cubicBezTo>
                      <a:close/>
                      <a:moveTo>
                        <a:pt x="66199" y="8382"/>
                      </a:moveTo>
                      <a:lnTo>
                        <a:pt x="64961" y="7620"/>
                      </a:lnTo>
                      <a:lnTo>
                        <a:pt x="66199" y="10096"/>
                      </a:lnTo>
                      <a:lnTo>
                        <a:pt x="66199" y="8382"/>
                      </a:lnTo>
                      <a:close/>
                      <a:moveTo>
                        <a:pt x="94488" y="107537"/>
                      </a:moveTo>
                      <a:lnTo>
                        <a:pt x="95155" y="107537"/>
                      </a:lnTo>
                      <a:lnTo>
                        <a:pt x="93345" y="108585"/>
                      </a:lnTo>
                      <a:lnTo>
                        <a:pt x="94583" y="107537"/>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 name="Google Shape;1049;p99"/>
                <p:cNvSpPr/>
                <p:nvPr/>
              </p:nvSpPr>
              <p:spPr>
                <a:xfrm>
                  <a:off x="8598407" y="2396108"/>
                  <a:ext cx="87249" cy="129254"/>
                </a:xfrm>
                <a:custGeom>
                  <a:avLst/>
                  <a:gdLst/>
                  <a:ahLst/>
                  <a:cxnLst/>
                  <a:rect l="l" t="t" r="r" b="b"/>
                  <a:pathLst>
                    <a:path w="87249" h="129254" extrusionOk="0">
                      <a:moveTo>
                        <a:pt x="87059" y="87344"/>
                      </a:moveTo>
                      <a:cubicBezTo>
                        <a:pt x="86297" y="87630"/>
                        <a:pt x="85916" y="88106"/>
                        <a:pt x="85916" y="88583"/>
                      </a:cubicBezTo>
                      <a:cubicBezTo>
                        <a:pt x="85916" y="88106"/>
                        <a:pt x="86297" y="88868"/>
                        <a:pt x="87059" y="90869"/>
                      </a:cubicBezTo>
                      <a:cubicBezTo>
                        <a:pt x="86011" y="92774"/>
                        <a:pt x="85535" y="95250"/>
                        <a:pt x="85535" y="98203"/>
                      </a:cubicBezTo>
                      <a:cubicBezTo>
                        <a:pt x="85535" y="99822"/>
                        <a:pt x="85820" y="102394"/>
                        <a:pt x="86202" y="105823"/>
                      </a:cubicBezTo>
                      <a:cubicBezTo>
                        <a:pt x="86583" y="109252"/>
                        <a:pt x="86869" y="111633"/>
                        <a:pt x="86869" y="113062"/>
                      </a:cubicBezTo>
                      <a:cubicBezTo>
                        <a:pt x="86869" y="119729"/>
                        <a:pt x="83249" y="123349"/>
                        <a:pt x="76200" y="124111"/>
                      </a:cubicBezTo>
                      <a:cubicBezTo>
                        <a:pt x="75248" y="123158"/>
                        <a:pt x="74295" y="122777"/>
                        <a:pt x="73247" y="122777"/>
                      </a:cubicBezTo>
                      <a:cubicBezTo>
                        <a:pt x="72771" y="122777"/>
                        <a:pt x="72010" y="122873"/>
                        <a:pt x="71152" y="123158"/>
                      </a:cubicBezTo>
                      <a:cubicBezTo>
                        <a:pt x="70295" y="123444"/>
                        <a:pt x="69723" y="123634"/>
                        <a:pt x="69342" y="123634"/>
                      </a:cubicBezTo>
                      <a:cubicBezTo>
                        <a:pt x="68295" y="123634"/>
                        <a:pt x="67628" y="123158"/>
                        <a:pt x="67152" y="122111"/>
                      </a:cubicBezTo>
                      <a:lnTo>
                        <a:pt x="65532" y="121634"/>
                      </a:lnTo>
                      <a:lnTo>
                        <a:pt x="66294" y="121158"/>
                      </a:lnTo>
                      <a:cubicBezTo>
                        <a:pt x="64675" y="120872"/>
                        <a:pt x="63056" y="119444"/>
                        <a:pt x="61532" y="116967"/>
                      </a:cubicBezTo>
                      <a:cubicBezTo>
                        <a:pt x="59913" y="114491"/>
                        <a:pt x="58294" y="113062"/>
                        <a:pt x="56674" y="112776"/>
                      </a:cubicBezTo>
                      <a:cubicBezTo>
                        <a:pt x="56769" y="112395"/>
                        <a:pt x="56769" y="111919"/>
                        <a:pt x="56674" y="111442"/>
                      </a:cubicBezTo>
                      <a:cubicBezTo>
                        <a:pt x="56484" y="110776"/>
                        <a:pt x="56388" y="110490"/>
                        <a:pt x="56388" y="110395"/>
                      </a:cubicBezTo>
                      <a:cubicBezTo>
                        <a:pt x="56388" y="109919"/>
                        <a:pt x="56769" y="109538"/>
                        <a:pt x="57436" y="109252"/>
                      </a:cubicBezTo>
                      <a:cubicBezTo>
                        <a:pt x="55817" y="108109"/>
                        <a:pt x="54103" y="105823"/>
                        <a:pt x="52483" y="102299"/>
                      </a:cubicBezTo>
                      <a:cubicBezTo>
                        <a:pt x="50864" y="98774"/>
                        <a:pt x="49245" y="96488"/>
                        <a:pt x="47816" y="95536"/>
                      </a:cubicBezTo>
                      <a:cubicBezTo>
                        <a:pt x="47340" y="92583"/>
                        <a:pt x="46006" y="89154"/>
                        <a:pt x="43625" y="85249"/>
                      </a:cubicBezTo>
                      <a:cubicBezTo>
                        <a:pt x="40005" y="79629"/>
                        <a:pt x="38100" y="76581"/>
                        <a:pt x="37910" y="76009"/>
                      </a:cubicBezTo>
                      <a:cubicBezTo>
                        <a:pt x="38005" y="75057"/>
                        <a:pt x="37624" y="73914"/>
                        <a:pt x="36862" y="72485"/>
                      </a:cubicBezTo>
                      <a:cubicBezTo>
                        <a:pt x="36005" y="71057"/>
                        <a:pt x="35529" y="70009"/>
                        <a:pt x="35529" y="69247"/>
                      </a:cubicBezTo>
                      <a:cubicBezTo>
                        <a:pt x="35529" y="68866"/>
                        <a:pt x="35719" y="68390"/>
                        <a:pt x="36005" y="67818"/>
                      </a:cubicBezTo>
                      <a:cubicBezTo>
                        <a:pt x="35433" y="68008"/>
                        <a:pt x="35053" y="68104"/>
                        <a:pt x="34671" y="68104"/>
                      </a:cubicBezTo>
                      <a:cubicBezTo>
                        <a:pt x="33243" y="68104"/>
                        <a:pt x="32004" y="66484"/>
                        <a:pt x="31052" y="63437"/>
                      </a:cubicBezTo>
                      <a:cubicBezTo>
                        <a:pt x="30004" y="60293"/>
                        <a:pt x="28480" y="58769"/>
                        <a:pt x="26384" y="58769"/>
                      </a:cubicBezTo>
                      <a:cubicBezTo>
                        <a:pt x="26004" y="58769"/>
                        <a:pt x="25528" y="58769"/>
                        <a:pt x="25051" y="58865"/>
                      </a:cubicBezTo>
                      <a:cubicBezTo>
                        <a:pt x="25528" y="61627"/>
                        <a:pt x="25813" y="64675"/>
                        <a:pt x="25813" y="68008"/>
                      </a:cubicBezTo>
                      <a:cubicBezTo>
                        <a:pt x="25813" y="70771"/>
                        <a:pt x="25528" y="74867"/>
                        <a:pt x="25051" y="80296"/>
                      </a:cubicBezTo>
                      <a:cubicBezTo>
                        <a:pt x="24575" y="85725"/>
                        <a:pt x="24289" y="89821"/>
                        <a:pt x="24289" y="92488"/>
                      </a:cubicBezTo>
                      <a:cubicBezTo>
                        <a:pt x="24289" y="97631"/>
                        <a:pt x="24956" y="102108"/>
                        <a:pt x="26289" y="106108"/>
                      </a:cubicBezTo>
                      <a:cubicBezTo>
                        <a:pt x="24956" y="106966"/>
                        <a:pt x="24289" y="108109"/>
                        <a:pt x="24289" y="109633"/>
                      </a:cubicBezTo>
                      <a:cubicBezTo>
                        <a:pt x="24289" y="110490"/>
                        <a:pt x="24479" y="111633"/>
                        <a:pt x="24861" y="113157"/>
                      </a:cubicBezTo>
                      <a:cubicBezTo>
                        <a:pt x="25241" y="114681"/>
                        <a:pt x="25528" y="115824"/>
                        <a:pt x="25528" y="116586"/>
                      </a:cubicBezTo>
                      <a:cubicBezTo>
                        <a:pt x="25528" y="118110"/>
                        <a:pt x="24765" y="119158"/>
                        <a:pt x="23241" y="119825"/>
                      </a:cubicBezTo>
                      <a:cubicBezTo>
                        <a:pt x="23241" y="121158"/>
                        <a:pt x="22860" y="122111"/>
                        <a:pt x="22003" y="122777"/>
                      </a:cubicBezTo>
                      <a:lnTo>
                        <a:pt x="5906" y="122111"/>
                      </a:lnTo>
                      <a:cubicBezTo>
                        <a:pt x="5906" y="121444"/>
                        <a:pt x="5715" y="121063"/>
                        <a:pt x="5429" y="121063"/>
                      </a:cubicBezTo>
                      <a:cubicBezTo>
                        <a:pt x="5335" y="121063"/>
                        <a:pt x="5049" y="121253"/>
                        <a:pt x="4668" y="121444"/>
                      </a:cubicBezTo>
                      <a:cubicBezTo>
                        <a:pt x="4286" y="121729"/>
                        <a:pt x="3906" y="121825"/>
                        <a:pt x="3715" y="121825"/>
                      </a:cubicBezTo>
                      <a:cubicBezTo>
                        <a:pt x="3334" y="121825"/>
                        <a:pt x="3143" y="121634"/>
                        <a:pt x="2953" y="121253"/>
                      </a:cubicBezTo>
                      <a:cubicBezTo>
                        <a:pt x="1429" y="120205"/>
                        <a:pt x="572" y="118967"/>
                        <a:pt x="572" y="117443"/>
                      </a:cubicBezTo>
                      <a:cubicBezTo>
                        <a:pt x="572" y="116681"/>
                        <a:pt x="858" y="115443"/>
                        <a:pt x="1429" y="113729"/>
                      </a:cubicBezTo>
                      <a:cubicBezTo>
                        <a:pt x="2000" y="111919"/>
                        <a:pt x="2286" y="110490"/>
                        <a:pt x="2286" y="109538"/>
                      </a:cubicBezTo>
                      <a:cubicBezTo>
                        <a:pt x="2286" y="108585"/>
                        <a:pt x="2096" y="107728"/>
                        <a:pt x="1715" y="106966"/>
                      </a:cubicBezTo>
                      <a:cubicBezTo>
                        <a:pt x="1334" y="104299"/>
                        <a:pt x="1144" y="99536"/>
                        <a:pt x="1238" y="92678"/>
                      </a:cubicBezTo>
                      <a:cubicBezTo>
                        <a:pt x="1238" y="86678"/>
                        <a:pt x="953" y="81915"/>
                        <a:pt x="0" y="78581"/>
                      </a:cubicBezTo>
                      <a:cubicBezTo>
                        <a:pt x="858" y="77533"/>
                        <a:pt x="1238" y="76009"/>
                        <a:pt x="1238" y="74295"/>
                      </a:cubicBezTo>
                      <a:cubicBezTo>
                        <a:pt x="1238" y="73533"/>
                        <a:pt x="1144" y="72485"/>
                        <a:pt x="953" y="70961"/>
                      </a:cubicBezTo>
                      <a:cubicBezTo>
                        <a:pt x="762" y="69533"/>
                        <a:pt x="667" y="68390"/>
                        <a:pt x="667" y="67723"/>
                      </a:cubicBezTo>
                      <a:cubicBezTo>
                        <a:pt x="667" y="65723"/>
                        <a:pt x="1334" y="64008"/>
                        <a:pt x="2572" y="62675"/>
                      </a:cubicBezTo>
                      <a:cubicBezTo>
                        <a:pt x="1048" y="56769"/>
                        <a:pt x="381" y="50006"/>
                        <a:pt x="572" y="42482"/>
                      </a:cubicBezTo>
                      <a:lnTo>
                        <a:pt x="1334" y="42482"/>
                      </a:lnTo>
                      <a:cubicBezTo>
                        <a:pt x="1144" y="41720"/>
                        <a:pt x="1048" y="40672"/>
                        <a:pt x="1048" y="39624"/>
                      </a:cubicBezTo>
                      <a:cubicBezTo>
                        <a:pt x="1048" y="38576"/>
                        <a:pt x="1144" y="37052"/>
                        <a:pt x="1429" y="34862"/>
                      </a:cubicBezTo>
                      <a:cubicBezTo>
                        <a:pt x="1715" y="32671"/>
                        <a:pt x="1810" y="31052"/>
                        <a:pt x="1810" y="29908"/>
                      </a:cubicBezTo>
                      <a:cubicBezTo>
                        <a:pt x="1810" y="27623"/>
                        <a:pt x="1429" y="25717"/>
                        <a:pt x="572" y="24098"/>
                      </a:cubicBezTo>
                      <a:cubicBezTo>
                        <a:pt x="1810" y="24003"/>
                        <a:pt x="3143" y="23432"/>
                        <a:pt x="4572" y="22574"/>
                      </a:cubicBezTo>
                      <a:cubicBezTo>
                        <a:pt x="4668" y="22860"/>
                        <a:pt x="5144" y="23050"/>
                        <a:pt x="5906" y="23146"/>
                      </a:cubicBezTo>
                      <a:cubicBezTo>
                        <a:pt x="6763" y="23146"/>
                        <a:pt x="7334" y="23336"/>
                        <a:pt x="7716" y="23622"/>
                      </a:cubicBezTo>
                      <a:lnTo>
                        <a:pt x="8954" y="22003"/>
                      </a:lnTo>
                      <a:cubicBezTo>
                        <a:pt x="8668" y="22860"/>
                        <a:pt x="8763" y="23622"/>
                        <a:pt x="9335" y="24479"/>
                      </a:cubicBezTo>
                      <a:cubicBezTo>
                        <a:pt x="9811" y="25337"/>
                        <a:pt x="10573" y="25622"/>
                        <a:pt x="11525" y="25337"/>
                      </a:cubicBezTo>
                      <a:cubicBezTo>
                        <a:pt x="12478" y="24289"/>
                        <a:pt x="12859" y="23432"/>
                        <a:pt x="12859" y="22574"/>
                      </a:cubicBezTo>
                      <a:cubicBezTo>
                        <a:pt x="12859" y="21146"/>
                        <a:pt x="11240" y="19812"/>
                        <a:pt x="8097" y="18574"/>
                      </a:cubicBezTo>
                      <a:cubicBezTo>
                        <a:pt x="4858" y="17336"/>
                        <a:pt x="3239" y="16478"/>
                        <a:pt x="3048" y="16002"/>
                      </a:cubicBezTo>
                      <a:cubicBezTo>
                        <a:pt x="3429" y="16097"/>
                        <a:pt x="3906" y="16192"/>
                        <a:pt x="4286" y="16192"/>
                      </a:cubicBezTo>
                      <a:cubicBezTo>
                        <a:pt x="5144" y="16192"/>
                        <a:pt x="7239" y="15335"/>
                        <a:pt x="10669" y="13621"/>
                      </a:cubicBezTo>
                      <a:cubicBezTo>
                        <a:pt x="10383" y="13049"/>
                        <a:pt x="10002" y="12668"/>
                        <a:pt x="9620" y="12668"/>
                      </a:cubicBezTo>
                      <a:cubicBezTo>
                        <a:pt x="9430" y="12668"/>
                        <a:pt x="9049" y="12859"/>
                        <a:pt x="8573" y="13145"/>
                      </a:cubicBezTo>
                      <a:cubicBezTo>
                        <a:pt x="8097" y="13430"/>
                        <a:pt x="7716" y="13621"/>
                        <a:pt x="7430" y="13621"/>
                      </a:cubicBezTo>
                      <a:cubicBezTo>
                        <a:pt x="7716" y="13430"/>
                        <a:pt x="7811" y="12859"/>
                        <a:pt x="7811" y="11906"/>
                      </a:cubicBezTo>
                      <a:cubicBezTo>
                        <a:pt x="5049" y="10192"/>
                        <a:pt x="2953" y="9620"/>
                        <a:pt x="1429" y="10192"/>
                      </a:cubicBezTo>
                      <a:lnTo>
                        <a:pt x="1429" y="2953"/>
                      </a:lnTo>
                      <a:lnTo>
                        <a:pt x="27337" y="2191"/>
                      </a:lnTo>
                      <a:cubicBezTo>
                        <a:pt x="28670" y="4858"/>
                        <a:pt x="29909" y="7525"/>
                        <a:pt x="31242" y="10192"/>
                      </a:cubicBezTo>
                      <a:cubicBezTo>
                        <a:pt x="32481" y="12954"/>
                        <a:pt x="33052" y="15907"/>
                        <a:pt x="32766" y="19050"/>
                      </a:cubicBezTo>
                      <a:cubicBezTo>
                        <a:pt x="33528" y="18193"/>
                        <a:pt x="34100" y="17812"/>
                        <a:pt x="34671" y="17812"/>
                      </a:cubicBezTo>
                      <a:cubicBezTo>
                        <a:pt x="35053" y="17812"/>
                        <a:pt x="35529" y="18383"/>
                        <a:pt x="36005" y="19621"/>
                      </a:cubicBezTo>
                      <a:cubicBezTo>
                        <a:pt x="36481" y="20765"/>
                        <a:pt x="37052" y="21622"/>
                        <a:pt x="37529" y="22003"/>
                      </a:cubicBezTo>
                      <a:cubicBezTo>
                        <a:pt x="37243" y="22765"/>
                        <a:pt x="37243" y="23336"/>
                        <a:pt x="37243" y="24003"/>
                      </a:cubicBezTo>
                      <a:cubicBezTo>
                        <a:pt x="37243" y="25337"/>
                        <a:pt x="38195" y="26956"/>
                        <a:pt x="40196" y="28670"/>
                      </a:cubicBezTo>
                      <a:cubicBezTo>
                        <a:pt x="42101" y="30480"/>
                        <a:pt x="43053" y="32195"/>
                        <a:pt x="42958" y="33814"/>
                      </a:cubicBezTo>
                      <a:cubicBezTo>
                        <a:pt x="43339" y="34671"/>
                        <a:pt x="45339" y="38386"/>
                        <a:pt x="48959" y="45053"/>
                      </a:cubicBezTo>
                      <a:cubicBezTo>
                        <a:pt x="48959" y="47816"/>
                        <a:pt x="49340" y="49625"/>
                        <a:pt x="50197" y="50387"/>
                      </a:cubicBezTo>
                      <a:cubicBezTo>
                        <a:pt x="50578" y="50197"/>
                        <a:pt x="50959" y="50102"/>
                        <a:pt x="51245" y="50102"/>
                      </a:cubicBezTo>
                      <a:cubicBezTo>
                        <a:pt x="51721" y="50102"/>
                        <a:pt x="52102" y="50578"/>
                        <a:pt x="52102" y="51340"/>
                      </a:cubicBezTo>
                      <a:cubicBezTo>
                        <a:pt x="52197" y="52483"/>
                        <a:pt x="52293" y="53150"/>
                        <a:pt x="52483" y="53340"/>
                      </a:cubicBezTo>
                      <a:cubicBezTo>
                        <a:pt x="53054" y="53721"/>
                        <a:pt x="54103" y="55245"/>
                        <a:pt x="55722" y="57912"/>
                      </a:cubicBezTo>
                      <a:cubicBezTo>
                        <a:pt x="56960" y="59817"/>
                        <a:pt x="58388" y="60865"/>
                        <a:pt x="60198" y="60960"/>
                      </a:cubicBezTo>
                      <a:cubicBezTo>
                        <a:pt x="60008" y="61627"/>
                        <a:pt x="60389" y="62484"/>
                        <a:pt x="61341" y="63246"/>
                      </a:cubicBezTo>
                      <a:lnTo>
                        <a:pt x="63056" y="61341"/>
                      </a:lnTo>
                      <a:lnTo>
                        <a:pt x="62579" y="39433"/>
                      </a:lnTo>
                      <a:cubicBezTo>
                        <a:pt x="63246" y="38957"/>
                        <a:pt x="63628" y="38386"/>
                        <a:pt x="63628" y="37909"/>
                      </a:cubicBezTo>
                      <a:cubicBezTo>
                        <a:pt x="63628" y="37433"/>
                        <a:pt x="63341" y="36862"/>
                        <a:pt x="62579" y="35909"/>
                      </a:cubicBezTo>
                      <a:cubicBezTo>
                        <a:pt x="61913" y="34957"/>
                        <a:pt x="61627" y="34290"/>
                        <a:pt x="61627" y="33719"/>
                      </a:cubicBezTo>
                      <a:cubicBezTo>
                        <a:pt x="61627" y="33052"/>
                        <a:pt x="62103" y="32385"/>
                        <a:pt x="62961" y="31718"/>
                      </a:cubicBezTo>
                      <a:cubicBezTo>
                        <a:pt x="62103" y="29432"/>
                        <a:pt x="61722" y="27051"/>
                        <a:pt x="61722" y="24479"/>
                      </a:cubicBezTo>
                      <a:cubicBezTo>
                        <a:pt x="61722" y="22574"/>
                        <a:pt x="62008" y="20003"/>
                        <a:pt x="62485" y="16669"/>
                      </a:cubicBezTo>
                      <a:cubicBezTo>
                        <a:pt x="62961" y="13335"/>
                        <a:pt x="63246" y="10858"/>
                        <a:pt x="63246" y="9334"/>
                      </a:cubicBezTo>
                      <a:cubicBezTo>
                        <a:pt x="63246" y="8096"/>
                        <a:pt x="63246" y="6953"/>
                        <a:pt x="62961" y="5810"/>
                      </a:cubicBezTo>
                      <a:cubicBezTo>
                        <a:pt x="64104" y="5810"/>
                        <a:pt x="65151" y="4763"/>
                        <a:pt x="66199" y="2572"/>
                      </a:cubicBezTo>
                      <a:cubicBezTo>
                        <a:pt x="67056" y="667"/>
                        <a:pt x="68390" y="0"/>
                        <a:pt x="70009" y="381"/>
                      </a:cubicBezTo>
                      <a:lnTo>
                        <a:pt x="72581" y="381"/>
                      </a:lnTo>
                      <a:cubicBezTo>
                        <a:pt x="73629" y="381"/>
                        <a:pt x="75057" y="381"/>
                        <a:pt x="76867" y="191"/>
                      </a:cubicBezTo>
                      <a:cubicBezTo>
                        <a:pt x="78677" y="0"/>
                        <a:pt x="80106" y="0"/>
                        <a:pt x="80963" y="0"/>
                      </a:cubicBezTo>
                      <a:cubicBezTo>
                        <a:pt x="82963" y="0"/>
                        <a:pt x="84677" y="571"/>
                        <a:pt x="86011" y="1810"/>
                      </a:cubicBezTo>
                      <a:cubicBezTo>
                        <a:pt x="86583" y="8763"/>
                        <a:pt x="86963" y="17336"/>
                        <a:pt x="86963" y="27432"/>
                      </a:cubicBezTo>
                      <a:cubicBezTo>
                        <a:pt x="86963" y="31528"/>
                        <a:pt x="86963" y="37814"/>
                        <a:pt x="86773" y="46292"/>
                      </a:cubicBezTo>
                      <a:cubicBezTo>
                        <a:pt x="86678" y="54769"/>
                        <a:pt x="86583" y="61055"/>
                        <a:pt x="86583" y="65246"/>
                      </a:cubicBezTo>
                      <a:cubicBezTo>
                        <a:pt x="86583" y="73914"/>
                        <a:pt x="86773" y="81439"/>
                        <a:pt x="87249" y="87630"/>
                      </a:cubicBezTo>
                      <a:close/>
                      <a:moveTo>
                        <a:pt x="1238" y="17621"/>
                      </a:moveTo>
                      <a:lnTo>
                        <a:pt x="2953" y="19336"/>
                      </a:lnTo>
                      <a:lnTo>
                        <a:pt x="2953" y="21050"/>
                      </a:lnTo>
                      <a:lnTo>
                        <a:pt x="1238" y="17621"/>
                      </a:lnTo>
                      <a:close/>
                      <a:moveTo>
                        <a:pt x="4096" y="21050"/>
                      </a:moveTo>
                      <a:cubicBezTo>
                        <a:pt x="4096" y="21050"/>
                        <a:pt x="4382" y="21908"/>
                        <a:pt x="4382" y="22384"/>
                      </a:cubicBezTo>
                      <a:cubicBezTo>
                        <a:pt x="4191" y="22003"/>
                        <a:pt x="4096" y="21527"/>
                        <a:pt x="4096" y="21050"/>
                      </a:cubicBezTo>
                      <a:close/>
                      <a:moveTo>
                        <a:pt x="6382" y="19336"/>
                      </a:moveTo>
                      <a:lnTo>
                        <a:pt x="6382" y="21050"/>
                      </a:lnTo>
                      <a:lnTo>
                        <a:pt x="4572" y="18859"/>
                      </a:lnTo>
                      <a:lnTo>
                        <a:pt x="6382" y="19336"/>
                      </a:lnTo>
                      <a:close/>
                      <a:moveTo>
                        <a:pt x="5335" y="12859"/>
                      </a:moveTo>
                      <a:cubicBezTo>
                        <a:pt x="6382" y="12859"/>
                        <a:pt x="6954" y="13049"/>
                        <a:pt x="7239" y="13335"/>
                      </a:cubicBezTo>
                      <a:lnTo>
                        <a:pt x="6478" y="13811"/>
                      </a:lnTo>
                      <a:lnTo>
                        <a:pt x="5429" y="12859"/>
                      </a:lnTo>
                      <a:close/>
                      <a:moveTo>
                        <a:pt x="13050" y="13335"/>
                      </a:moveTo>
                      <a:lnTo>
                        <a:pt x="12764" y="13049"/>
                      </a:lnTo>
                      <a:lnTo>
                        <a:pt x="11525" y="11049"/>
                      </a:lnTo>
                      <a:cubicBezTo>
                        <a:pt x="11145" y="10382"/>
                        <a:pt x="10383" y="10001"/>
                        <a:pt x="9335" y="10001"/>
                      </a:cubicBezTo>
                      <a:cubicBezTo>
                        <a:pt x="9716" y="10192"/>
                        <a:pt x="10954" y="11240"/>
                        <a:pt x="12764" y="13049"/>
                      </a:cubicBezTo>
                      <a:lnTo>
                        <a:pt x="13050" y="13335"/>
                      </a:lnTo>
                      <a:close/>
                      <a:moveTo>
                        <a:pt x="14860" y="21717"/>
                      </a:moveTo>
                      <a:lnTo>
                        <a:pt x="17241" y="21717"/>
                      </a:lnTo>
                      <a:cubicBezTo>
                        <a:pt x="16669" y="21431"/>
                        <a:pt x="15812" y="21431"/>
                        <a:pt x="14860" y="21717"/>
                      </a:cubicBezTo>
                      <a:lnTo>
                        <a:pt x="13526" y="21717"/>
                      </a:lnTo>
                      <a:lnTo>
                        <a:pt x="14002" y="22955"/>
                      </a:lnTo>
                      <a:cubicBezTo>
                        <a:pt x="14002" y="22955"/>
                        <a:pt x="14097" y="23432"/>
                        <a:pt x="14288" y="23908"/>
                      </a:cubicBezTo>
                      <a:lnTo>
                        <a:pt x="14002" y="22955"/>
                      </a:lnTo>
                      <a:cubicBezTo>
                        <a:pt x="14002" y="22288"/>
                        <a:pt x="14288" y="21908"/>
                        <a:pt x="14860" y="21717"/>
                      </a:cubicBezTo>
                      <a:close/>
                      <a:moveTo>
                        <a:pt x="17241" y="94488"/>
                      </a:moveTo>
                      <a:lnTo>
                        <a:pt x="17241" y="90392"/>
                      </a:lnTo>
                      <a:lnTo>
                        <a:pt x="16669" y="90392"/>
                      </a:lnTo>
                      <a:lnTo>
                        <a:pt x="16669" y="94488"/>
                      </a:lnTo>
                      <a:lnTo>
                        <a:pt x="17241" y="94488"/>
                      </a:lnTo>
                      <a:close/>
                      <a:moveTo>
                        <a:pt x="19812" y="23813"/>
                      </a:moveTo>
                      <a:cubicBezTo>
                        <a:pt x="19812" y="23813"/>
                        <a:pt x="20288" y="24289"/>
                        <a:pt x="20670" y="24575"/>
                      </a:cubicBezTo>
                      <a:lnTo>
                        <a:pt x="19812" y="23813"/>
                      </a:lnTo>
                      <a:cubicBezTo>
                        <a:pt x="19812" y="23146"/>
                        <a:pt x="19622" y="22193"/>
                        <a:pt x="19050" y="20860"/>
                      </a:cubicBezTo>
                      <a:cubicBezTo>
                        <a:pt x="18479" y="21336"/>
                        <a:pt x="18288" y="21717"/>
                        <a:pt x="18288" y="22098"/>
                      </a:cubicBezTo>
                      <a:cubicBezTo>
                        <a:pt x="18288" y="22670"/>
                        <a:pt x="18860" y="23146"/>
                        <a:pt x="19812" y="23813"/>
                      </a:cubicBezTo>
                      <a:close/>
                      <a:moveTo>
                        <a:pt x="20288" y="28099"/>
                      </a:moveTo>
                      <a:lnTo>
                        <a:pt x="23146" y="28099"/>
                      </a:lnTo>
                      <a:lnTo>
                        <a:pt x="21146" y="26384"/>
                      </a:lnTo>
                      <a:lnTo>
                        <a:pt x="20288" y="28099"/>
                      </a:lnTo>
                      <a:close/>
                      <a:moveTo>
                        <a:pt x="48578" y="122682"/>
                      </a:moveTo>
                      <a:cubicBezTo>
                        <a:pt x="49340" y="122492"/>
                        <a:pt x="50102" y="122682"/>
                        <a:pt x="50864" y="123158"/>
                      </a:cubicBezTo>
                      <a:lnTo>
                        <a:pt x="49054" y="124492"/>
                      </a:lnTo>
                      <a:lnTo>
                        <a:pt x="48578" y="122682"/>
                      </a:lnTo>
                      <a:close/>
                      <a:moveTo>
                        <a:pt x="60960" y="129254"/>
                      </a:moveTo>
                      <a:lnTo>
                        <a:pt x="60960" y="126968"/>
                      </a:lnTo>
                      <a:lnTo>
                        <a:pt x="61627" y="126968"/>
                      </a:lnTo>
                      <a:cubicBezTo>
                        <a:pt x="61722" y="127540"/>
                        <a:pt x="61627" y="128302"/>
                        <a:pt x="60960" y="129254"/>
                      </a:cubicBezTo>
                      <a:close/>
                      <a:moveTo>
                        <a:pt x="66770" y="103823"/>
                      </a:moveTo>
                      <a:cubicBezTo>
                        <a:pt x="65627" y="104489"/>
                        <a:pt x="65056" y="105061"/>
                        <a:pt x="65056" y="105632"/>
                      </a:cubicBezTo>
                      <a:cubicBezTo>
                        <a:pt x="65056" y="106108"/>
                        <a:pt x="65342" y="106680"/>
                        <a:pt x="66009" y="107537"/>
                      </a:cubicBezTo>
                      <a:cubicBezTo>
                        <a:pt x="66580" y="108395"/>
                        <a:pt x="66866" y="109061"/>
                        <a:pt x="66866" y="109442"/>
                      </a:cubicBezTo>
                      <a:lnTo>
                        <a:pt x="66866" y="109728"/>
                      </a:lnTo>
                      <a:cubicBezTo>
                        <a:pt x="66866" y="109728"/>
                        <a:pt x="66675" y="110109"/>
                        <a:pt x="66675" y="110204"/>
                      </a:cubicBezTo>
                      <a:cubicBezTo>
                        <a:pt x="66675" y="110014"/>
                        <a:pt x="66866" y="109728"/>
                        <a:pt x="66961" y="109347"/>
                      </a:cubicBezTo>
                      <a:cubicBezTo>
                        <a:pt x="66961" y="108966"/>
                        <a:pt x="67152" y="108490"/>
                        <a:pt x="67437" y="107728"/>
                      </a:cubicBezTo>
                      <a:cubicBezTo>
                        <a:pt x="67723" y="106966"/>
                        <a:pt x="67913" y="106490"/>
                        <a:pt x="67913" y="106108"/>
                      </a:cubicBezTo>
                      <a:cubicBezTo>
                        <a:pt x="67913" y="105442"/>
                        <a:pt x="67437" y="104680"/>
                        <a:pt x="66675" y="103823"/>
                      </a:cubicBezTo>
                      <a:close/>
                      <a:moveTo>
                        <a:pt x="66770" y="117348"/>
                      </a:moveTo>
                      <a:cubicBezTo>
                        <a:pt x="67819" y="116491"/>
                        <a:pt x="68199" y="115824"/>
                        <a:pt x="68009" y="115253"/>
                      </a:cubicBezTo>
                      <a:cubicBezTo>
                        <a:pt x="67819" y="114491"/>
                        <a:pt x="67437" y="114300"/>
                        <a:pt x="66770" y="114491"/>
                      </a:cubicBezTo>
                      <a:cubicBezTo>
                        <a:pt x="66199" y="115062"/>
                        <a:pt x="66009" y="115729"/>
                        <a:pt x="66199" y="116300"/>
                      </a:cubicBezTo>
                      <a:cubicBezTo>
                        <a:pt x="66580" y="117348"/>
                        <a:pt x="66770" y="117729"/>
                        <a:pt x="66770" y="117538"/>
                      </a:cubicBezTo>
                      <a:lnTo>
                        <a:pt x="67152" y="118015"/>
                      </a:lnTo>
                      <a:cubicBezTo>
                        <a:pt x="67723" y="118491"/>
                        <a:pt x="67913" y="118967"/>
                        <a:pt x="67913" y="119253"/>
                      </a:cubicBezTo>
                      <a:cubicBezTo>
                        <a:pt x="67913" y="118967"/>
                        <a:pt x="67913" y="118586"/>
                        <a:pt x="67437" y="118205"/>
                      </a:cubicBezTo>
                      <a:cubicBezTo>
                        <a:pt x="67056" y="117824"/>
                        <a:pt x="66770" y="117538"/>
                        <a:pt x="66675" y="117348"/>
                      </a:cubicBezTo>
                      <a:close/>
                      <a:moveTo>
                        <a:pt x="79820" y="38767"/>
                      </a:moveTo>
                      <a:lnTo>
                        <a:pt x="82868" y="40481"/>
                      </a:lnTo>
                      <a:lnTo>
                        <a:pt x="81249" y="38386"/>
                      </a:lnTo>
                      <a:lnTo>
                        <a:pt x="82106" y="37148"/>
                      </a:lnTo>
                      <a:lnTo>
                        <a:pt x="76200" y="34671"/>
                      </a:lnTo>
                      <a:cubicBezTo>
                        <a:pt x="76962" y="34957"/>
                        <a:pt x="77438" y="35433"/>
                        <a:pt x="77438" y="36100"/>
                      </a:cubicBezTo>
                      <a:cubicBezTo>
                        <a:pt x="77438" y="36767"/>
                        <a:pt x="77058" y="37243"/>
                        <a:pt x="76200" y="37624"/>
                      </a:cubicBezTo>
                      <a:cubicBezTo>
                        <a:pt x="75819" y="36862"/>
                        <a:pt x="75438" y="36576"/>
                        <a:pt x="74962" y="36576"/>
                      </a:cubicBezTo>
                      <a:cubicBezTo>
                        <a:pt x="74676" y="36576"/>
                        <a:pt x="74200" y="36671"/>
                        <a:pt x="73629" y="36862"/>
                      </a:cubicBezTo>
                      <a:cubicBezTo>
                        <a:pt x="72962" y="37052"/>
                        <a:pt x="72581" y="37148"/>
                        <a:pt x="72200" y="37148"/>
                      </a:cubicBezTo>
                      <a:cubicBezTo>
                        <a:pt x="71819" y="37148"/>
                        <a:pt x="71438" y="36957"/>
                        <a:pt x="71152" y="36671"/>
                      </a:cubicBezTo>
                      <a:lnTo>
                        <a:pt x="71628" y="35909"/>
                      </a:lnTo>
                      <a:lnTo>
                        <a:pt x="66485" y="37148"/>
                      </a:lnTo>
                      <a:lnTo>
                        <a:pt x="69342" y="37148"/>
                      </a:lnTo>
                      <a:cubicBezTo>
                        <a:pt x="70390" y="37052"/>
                        <a:pt x="71247" y="37529"/>
                        <a:pt x="71914" y="38481"/>
                      </a:cubicBezTo>
                      <a:cubicBezTo>
                        <a:pt x="72581" y="39433"/>
                        <a:pt x="72962" y="40386"/>
                        <a:pt x="72962" y="41148"/>
                      </a:cubicBezTo>
                      <a:lnTo>
                        <a:pt x="73343" y="40481"/>
                      </a:lnTo>
                      <a:cubicBezTo>
                        <a:pt x="73343" y="40481"/>
                        <a:pt x="74105" y="40481"/>
                        <a:pt x="74391" y="40767"/>
                      </a:cubicBezTo>
                      <a:cubicBezTo>
                        <a:pt x="74867" y="41338"/>
                        <a:pt x="75152" y="41624"/>
                        <a:pt x="75343" y="41624"/>
                      </a:cubicBezTo>
                      <a:lnTo>
                        <a:pt x="75343" y="39338"/>
                      </a:lnTo>
                      <a:cubicBezTo>
                        <a:pt x="75152" y="38481"/>
                        <a:pt x="75534" y="37814"/>
                        <a:pt x="76295" y="37529"/>
                      </a:cubicBezTo>
                      <a:cubicBezTo>
                        <a:pt x="76962" y="38005"/>
                        <a:pt x="77438" y="38291"/>
                        <a:pt x="77534" y="38291"/>
                      </a:cubicBezTo>
                      <a:cubicBezTo>
                        <a:pt x="77534" y="37243"/>
                        <a:pt x="77820" y="36671"/>
                        <a:pt x="78296" y="36576"/>
                      </a:cubicBezTo>
                      <a:cubicBezTo>
                        <a:pt x="78677" y="36386"/>
                        <a:pt x="79439" y="36671"/>
                        <a:pt x="80582" y="37529"/>
                      </a:cubicBezTo>
                      <a:cubicBezTo>
                        <a:pt x="80677" y="37814"/>
                        <a:pt x="80486" y="38195"/>
                        <a:pt x="80010" y="38767"/>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 name="Google Shape;1050;p99"/>
                <p:cNvSpPr/>
                <p:nvPr/>
              </p:nvSpPr>
              <p:spPr>
                <a:xfrm>
                  <a:off x="8697848" y="2395537"/>
                  <a:ext cx="104298" cy="143065"/>
                </a:xfrm>
                <a:custGeom>
                  <a:avLst/>
                  <a:gdLst/>
                  <a:ahLst/>
                  <a:cxnLst/>
                  <a:rect l="l" t="t" r="r" b="b"/>
                  <a:pathLst>
                    <a:path w="104298" h="143065" extrusionOk="0">
                      <a:moveTo>
                        <a:pt x="88488" y="69151"/>
                      </a:moveTo>
                      <a:cubicBezTo>
                        <a:pt x="88583" y="68675"/>
                        <a:pt x="88488" y="68294"/>
                        <a:pt x="87916" y="67913"/>
                      </a:cubicBezTo>
                      <a:lnTo>
                        <a:pt x="87440" y="67913"/>
                      </a:lnTo>
                      <a:cubicBezTo>
                        <a:pt x="87440" y="67913"/>
                        <a:pt x="87725" y="68485"/>
                        <a:pt x="87725" y="68771"/>
                      </a:cubicBezTo>
                      <a:cubicBezTo>
                        <a:pt x="87725" y="69151"/>
                        <a:pt x="87440" y="69913"/>
                        <a:pt x="86869" y="70771"/>
                      </a:cubicBezTo>
                      <a:cubicBezTo>
                        <a:pt x="86296" y="71628"/>
                        <a:pt x="86011" y="72390"/>
                        <a:pt x="86011" y="72866"/>
                      </a:cubicBezTo>
                      <a:cubicBezTo>
                        <a:pt x="86011" y="73628"/>
                        <a:pt x="86392" y="74295"/>
                        <a:pt x="87345" y="74867"/>
                      </a:cubicBezTo>
                      <a:cubicBezTo>
                        <a:pt x="87345" y="75057"/>
                        <a:pt x="87059" y="75533"/>
                        <a:pt x="86583" y="76391"/>
                      </a:cubicBezTo>
                      <a:cubicBezTo>
                        <a:pt x="86106" y="77153"/>
                        <a:pt x="85916" y="77819"/>
                        <a:pt x="86106" y="78486"/>
                      </a:cubicBezTo>
                      <a:lnTo>
                        <a:pt x="86583" y="78962"/>
                      </a:lnTo>
                      <a:cubicBezTo>
                        <a:pt x="86106" y="79534"/>
                        <a:pt x="85344" y="79724"/>
                        <a:pt x="84392" y="79724"/>
                      </a:cubicBezTo>
                      <a:lnTo>
                        <a:pt x="82011" y="79724"/>
                      </a:lnTo>
                      <a:cubicBezTo>
                        <a:pt x="81629" y="79248"/>
                        <a:pt x="81344" y="78772"/>
                        <a:pt x="81058" y="78200"/>
                      </a:cubicBezTo>
                      <a:cubicBezTo>
                        <a:pt x="80772" y="77819"/>
                        <a:pt x="80296" y="77629"/>
                        <a:pt x="79534" y="77819"/>
                      </a:cubicBezTo>
                      <a:cubicBezTo>
                        <a:pt x="78677" y="78676"/>
                        <a:pt x="78296" y="79248"/>
                        <a:pt x="78296" y="79820"/>
                      </a:cubicBezTo>
                      <a:cubicBezTo>
                        <a:pt x="78296" y="80391"/>
                        <a:pt x="79248" y="80677"/>
                        <a:pt x="81153" y="80963"/>
                      </a:cubicBezTo>
                      <a:cubicBezTo>
                        <a:pt x="83058" y="81248"/>
                        <a:pt x="84106" y="81820"/>
                        <a:pt x="84392" y="82582"/>
                      </a:cubicBezTo>
                      <a:lnTo>
                        <a:pt x="86106" y="80867"/>
                      </a:lnTo>
                      <a:lnTo>
                        <a:pt x="85344" y="89725"/>
                      </a:lnTo>
                      <a:cubicBezTo>
                        <a:pt x="85344" y="88583"/>
                        <a:pt x="85154" y="87916"/>
                        <a:pt x="84868" y="87725"/>
                      </a:cubicBezTo>
                      <a:cubicBezTo>
                        <a:pt x="84868" y="87725"/>
                        <a:pt x="84392" y="88201"/>
                        <a:pt x="83154" y="88963"/>
                      </a:cubicBezTo>
                      <a:cubicBezTo>
                        <a:pt x="83820" y="89630"/>
                        <a:pt x="85249" y="92392"/>
                        <a:pt x="87345" y="97250"/>
                      </a:cubicBezTo>
                      <a:cubicBezTo>
                        <a:pt x="86773" y="97250"/>
                        <a:pt x="85916" y="96583"/>
                        <a:pt x="84868" y="95536"/>
                      </a:cubicBezTo>
                      <a:cubicBezTo>
                        <a:pt x="84868" y="97060"/>
                        <a:pt x="85059" y="98679"/>
                        <a:pt x="85249" y="100298"/>
                      </a:cubicBezTo>
                      <a:cubicBezTo>
                        <a:pt x="85344" y="101917"/>
                        <a:pt x="85820" y="103442"/>
                        <a:pt x="86583" y="104870"/>
                      </a:cubicBezTo>
                      <a:cubicBezTo>
                        <a:pt x="85535" y="106489"/>
                        <a:pt x="84582" y="106680"/>
                        <a:pt x="83534" y="105442"/>
                      </a:cubicBezTo>
                      <a:cubicBezTo>
                        <a:pt x="82772" y="104584"/>
                        <a:pt x="82296" y="105156"/>
                        <a:pt x="82011" y="107251"/>
                      </a:cubicBezTo>
                      <a:cubicBezTo>
                        <a:pt x="82201" y="107918"/>
                        <a:pt x="82582" y="108395"/>
                        <a:pt x="83344" y="108490"/>
                      </a:cubicBezTo>
                      <a:cubicBezTo>
                        <a:pt x="84011" y="108585"/>
                        <a:pt x="84297" y="108680"/>
                        <a:pt x="84297" y="108775"/>
                      </a:cubicBezTo>
                      <a:cubicBezTo>
                        <a:pt x="84297" y="108966"/>
                        <a:pt x="84106" y="109442"/>
                        <a:pt x="83630" y="110109"/>
                      </a:cubicBezTo>
                      <a:cubicBezTo>
                        <a:pt x="81249" y="110966"/>
                        <a:pt x="79725" y="112490"/>
                        <a:pt x="79058" y="114491"/>
                      </a:cubicBezTo>
                      <a:cubicBezTo>
                        <a:pt x="78296" y="116491"/>
                        <a:pt x="76771" y="118015"/>
                        <a:pt x="74295" y="119063"/>
                      </a:cubicBezTo>
                      <a:cubicBezTo>
                        <a:pt x="73819" y="119634"/>
                        <a:pt x="73057" y="120205"/>
                        <a:pt x="71914" y="120777"/>
                      </a:cubicBezTo>
                      <a:cubicBezTo>
                        <a:pt x="70771" y="121349"/>
                        <a:pt x="69723" y="121444"/>
                        <a:pt x="68866" y="121253"/>
                      </a:cubicBezTo>
                      <a:lnTo>
                        <a:pt x="66580" y="124206"/>
                      </a:lnTo>
                      <a:lnTo>
                        <a:pt x="67056" y="124968"/>
                      </a:lnTo>
                      <a:cubicBezTo>
                        <a:pt x="63913" y="123730"/>
                        <a:pt x="60389" y="123063"/>
                        <a:pt x="56674" y="122968"/>
                      </a:cubicBezTo>
                      <a:lnTo>
                        <a:pt x="52864" y="122968"/>
                      </a:lnTo>
                      <a:cubicBezTo>
                        <a:pt x="50292" y="122968"/>
                        <a:pt x="48006" y="122777"/>
                        <a:pt x="45911" y="122492"/>
                      </a:cubicBezTo>
                      <a:cubicBezTo>
                        <a:pt x="45054" y="120872"/>
                        <a:pt x="44196" y="120015"/>
                        <a:pt x="43149" y="120015"/>
                      </a:cubicBezTo>
                      <a:cubicBezTo>
                        <a:pt x="42386" y="120015"/>
                        <a:pt x="41339" y="120491"/>
                        <a:pt x="39910" y="121444"/>
                      </a:cubicBezTo>
                      <a:cubicBezTo>
                        <a:pt x="38481" y="122396"/>
                        <a:pt x="37338" y="122872"/>
                        <a:pt x="36481" y="122872"/>
                      </a:cubicBezTo>
                      <a:cubicBezTo>
                        <a:pt x="36005" y="122872"/>
                        <a:pt x="35719" y="122872"/>
                        <a:pt x="35433" y="122682"/>
                      </a:cubicBezTo>
                      <a:cubicBezTo>
                        <a:pt x="18002" y="122682"/>
                        <a:pt x="7334" y="122492"/>
                        <a:pt x="3334" y="122206"/>
                      </a:cubicBezTo>
                      <a:cubicBezTo>
                        <a:pt x="1810" y="120587"/>
                        <a:pt x="1144" y="117729"/>
                        <a:pt x="1144" y="113824"/>
                      </a:cubicBezTo>
                      <a:lnTo>
                        <a:pt x="1144" y="108109"/>
                      </a:lnTo>
                      <a:cubicBezTo>
                        <a:pt x="1144" y="105346"/>
                        <a:pt x="762" y="103346"/>
                        <a:pt x="0" y="102013"/>
                      </a:cubicBezTo>
                      <a:cubicBezTo>
                        <a:pt x="1144" y="98108"/>
                        <a:pt x="1715" y="93726"/>
                        <a:pt x="1715" y="88678"/>
                      </a:cubicBezTo>
                      <a:cubicBezTo>
                        <a:pt x="1715" y="86106"/>
                        <a:pt x="1524" y="81439"/>
                        <a:pt x="953" y="74581"/>
                      </a:cubicBezTo>
                      <a:cubicBezTo>
                        <a:pt x="477" y="68675"/>
                        <a:pt x="286" y="64008"/>
                        <a:pt x="571" y="60674"/>
                      </a:cubicBezTo>
                      <a:lnTo>
                        <a:pt x="571" y="58674"/>
                      </a:lnTo>
                      <a:cubicBezTo>
                        <a:pt x="571" y="57721"/>
                        <a:pt x="953" y="56769"/>
                        <a:pt x="1810" y="56102"/>
                      </a:cubicBezTo>
                      <a:cubicBezTo>
                        <a:pt x="1715" y="54959"/>
                        <a:pt x="1715" y="53721"/>
                        <a:pt x="1715" y="52388"/>
                      </a:cubicBezTo>
                      <a:cubicBezTo>
                        <a:pt x="1715" y="51054"/>
                        <a:pt x="1715" y="49149"/>
                        <a:pt x="2000" y="46672"/>
                      </a:cubicBezTo>
                      <a:cubicBezTo>
                        <a:pt x="2096" y="44196"/>
                        <a:pt x="2191" y="42386"/>
                        <a:pt x="2191" y="41434"/>
                      </a:cubicBezTo>
                      <a:cubicBezTo>
                        <a:pt x="2191" y="38767"/>
                        <a:pt x="1905" y="36767"/>
                        <a:pt x="1048" y="35433"/>
                      </a:cubicBezTo>
                      <a:cubicBezTo>
                        <a:pt x="667" y="33528"/>
                        <a:pt x="477" y="31337"/>
                        <a:pt x="477" y="29051"/>
                      </a:cubicBezTo>
                      <a:cubicBezTo>
                        <a:pt x="477" y="26765"/>
                        <a:pt x="762" y="23336"/>
                        <a:pt x="1238" y="18574"/>
                      </a:cubicBezTo>
                      <a:cubicBezTo>
                        <a:pt x="1810" y="13811"/>
                        <a:pt x="2096" y="10192"/>
                        <a:pt x="2096" y="7620"/>
                      </a:cubicBezTo>
                      <a:cubicBezTo>
                        <a:pt x="2096" y="6001"/>
                        <a:pt x="2096" y="4477"/>
                        <a:pt x="1810" y="3048"/>
                      </a:cubicBezTo>
                      <a:cubicBezTo>
                        <a:pt x="2953" y="2096"/>
                        <a:pt x="5906" y="1143"/>
                        <a:pt x="10669" y="0"/>
                      </a:cubicBezTo>
                      <a:lnTo>
                        <a:pt x="37243" y="762"/>
                      </a:lnTo>
                      <a:cubicBezTo>
                        <a:pt x="38958" y="1333"/>
                        <a:pt x="39815" y="3048"/>
                        <a:pt x="39720" y="5715"/>
                      </a:cubicBezTo>
                      <a:cubicBezTo>
                        <a:pt x="39624" y="8858"/>
                        <a:pt x="39815" y="10763"/>
                        <a:pt x="40386" y="11430"/>
                      </a:cubicBezTo>
                      <a:cubicBezTo>
                        <a:pt x="41529" y="11811"/>
                        <a:pt x="42577" y="11049"/>
                        <a:pt x="43339" y="8954"/>
                      </a:cubicBezTo>
                      <a:cubicBezTo>
                        <a:pt x="43339" y="8668"/>
                        <a:pt x="43244" y="8001"/>
                        <a:pt x="42863" y="6953"/>
                      </a:cubicBezTo>
                      <a:cubicBezTo>
                        <a:pt x="42482" y="5905"/>
                        <a:pt x="42482" y="5143"/>
                        <a:pt x="42482" y="4667"/>
                      </a:cubicBezTo>
                      <a:cubicBezTo>
                        <a:pt x="42482" y="3334"/>
                        <a:pt x="43339" y="2572"/>
                        <a:pt x="45054" y="2476"/>
                      </a:cubicBezTo>
                      <a:cubicBezTo>
                        <a:pt x="45434" y="2858"/>
                        <a:pt x="45911" y="3048"/>
                        <a:pt x="46292" y="3048"/>
                      </a:cubicBezTo>
                      <a:cubicBezTo>
                        <a:pt x="47435" y="3048"/>
                        <a:pt x="48196" y="2286"/>
                        <a:pt x="48578" y="762"/>
                      </a:cubicBezTo>
                      <a:lnTo>
                        <a:pt x="70009" y="1238"/>
                      </a:lnTo>
                      <a:cubicBezTo>
                        <a:pt x="70390" y="2286"/>
                        <a:pt x="71057" y="2762"/>
                        <a:pt x="71914" y="2572"/>
                      </a:cubicBezTo>
                      <a:cubicBezTo>
                        <a:pt x="72771" y="2572"/>
                        <a:pt x="73438" y="2572"/>
                        <a:pt x="73819" y="3048"/>
                      </a:cubicBezTo>
                      <a:cubicBezTo>
                        <a:pt x="77058" y="4096"/>
                        <a:pt x="79725" y="6096"/>
                        <a:pt x="81820" y="9239"/>
                      </a:cubicBezTo>
                      <a:cubicBezTo>
                        <a:pt x="83439" y="11906"/>
                        <a:pt x="85154" y="14573"/>
                        <a:pt x="86869" y="17336"/>
                      </a:cubicBezTo>
                      <a:cubicBezTo>
                        <a:pt x="86011" y="20098"/>
                        <a:pt x="85630" y="23146"/>
                        <a:pt x="85630" y="26384"/>
                      </a:cubicBezTo>
                      <a:cubicBezTo>
                        <a:pt x="85630" y="29242"/>
                        <a:pt x="86106" y="33623"/>
                        <a:pt x="87154" y="39529"/>
                      </a:cubicBezTo>
                      <a:cubicBezTo>
                        <a:pt x="88202" y="45434"/>
                        <a:pt x="88678" y="49816"/>
                        <a:pt x="88678" y="52959"/>
                      </a:cubicBezTo>
                      <a:cubicBezTo>
                        <a:pt x="88678" y="56102"/>
                        <a:pt x="88297" y="58864"/>
                        <a:pt x="87630" y="61722"/>
                      </a:cubicBezTo>
                      <a:lnTo>
                        <a:pt x="89916" y="62960"/>
                      </a:lnTo>
                      <a:cubicBezTo>
                        <a:pt x="89250" y="62960"/>
                        <a:pt x="88202" y="63627"/>
                        <a:pt x="86869" y="64579"/>
                      </a:cubicBezTo>
                      <a:cubicBezTo>
                        <a:pt x="86678" y="64961"/>
                        <a:pt x="86583" y="65342"/>
                        <a:pt x="86583" y="65722"/>
                      </a:cubicBezTo>
                      <a:cubicBezTo>
                        <a:pt x="86583" y="66294"/>
                        <a:pt x="87059" y="66770"/>
                        <a:pt x="88106" y="67056"/>
                      </a:cubicBezTo>
                      <a:cubicBezTo>
                        <a:pt x="89154" y="67342"/>
                        <a:pt x="89726" y="67532"/>
                        <a:pt x="89916" y="67723"/>
                      </a:cubicBezTo>
                      <a:lnTo>
                        <a:pt x="88678" y="68961"/>
                      </a:lnTo>
                      <a:close/>
                      <a:moveTo>
                        <a:pt x="9430" y="41624"/>
                      </a:moveTo>
                      <a:cubicBezTo>
                        <a:pt x="10287" y="40958"/>
                        <a:pt x="10859" y="40672"/>
                        <a:pt x="11049" y="40767"/>
                      </a:cubicBezTo>
                      <a:cubicBezTo>
                        <a:pt x="10763" y="40481"/>
                        <a:pt x="10573" y="40005"/>
                        <a:pt x="10573" y="39433"/>
                      </a:cubicBezTo>
                      <a:cubicBezTo>
                        <a:pt x="10669" y="38576"/>
                        <a:pt x="10669" y="38195"/>
                        <a:pt x="10573" y="37909"/>
                      </a:cubicBezTo>
                      <a:cubicBezTo>
                        <a:pt x="9811" y="38481"/>
                        <a:pt x="9430" y="39719"/>
                        <a:pt x="9430" y="41624"/>
                      </a:cubicBezTo>
                      <a:close/>
                      <a:moveTo>
                        <a:pt x="82106" y="83344"/>
                      </a:moveTo>
                      <a:cubicBezTo>
                        <a:pt x="80486" y="82296"/>
                        <a:pt x="78867" y="81248"/>
                        <a:pt x="77344" y="80296"/>
                      </a:cubicBezTo>
                      <a:cubicBezTo>
                        <a:pt x="75248" y="79058"/>
                        <a:pt x="73533" y="78676"/>
                        <a:pt x="71914" y="79058"/>
                      </a:cubicBezTo>
                      <a:cubicBezTo>
                        <a:pt x="71247" y="78010"/>
                        <a:pt x="69628" y="77248"/>
                        <a:pt x="67152" y="77057"/>
                      </a:cubicBezTo>
                      <a:cubicBezTo>
                        <a:pt x="64580" y="76867"/>
                        <a:pt x="62865" y="75914"/>
                        <a:pt x="61913" y="74295"/>
                      </a:cubicBezTo>
                      <a:lnTo>
                        <a:pt x="63056" y="73057"/>
                      </a:lnTo>
                      <a:lnTo>
                        <a:pt x="61341" y="71342"/>
                      </a:lnTo>
                      <a:cubicBezTo>
                        <a:pt x="61341" y="66866"/>
                        <a:pt x="61341" y="62293"/>
                        <a:pt x="61532" y="57721"/>
                      </a:cubicBezTo>
                      <a:cubicBezTo>
                        <a:pt x="61532" y="52388"/>
                        <a:pt x="61913" y="47816"/>
                        <a:pt x="62579" y="44291"/>
                      </a:cubicBezTo>
                      <a:cubicBezTo>
                        <a:pt x="62103" y="43434"/>
                        <a:pt x="61913" y="42386"/>
                        <a:pt x="61913" y="41053"/>
                      </a:cubicBezTo>
                      <a:cubicBezTo>
                        <a:pt x="61913" y="39814"/>
                        <a:pt x="62103" y="38767"/>
                        <a:pt x="62579" y="38005"/>
                      </a:cubicBezTo>
                      <a:cubicBezTo>
                        <a:pt x="62579" y="36671"/>
                        <a:pt x="63818" y="36386"/>
                        <a:pt x="65913" y="37052"/>
                      </a:cubicBezTo>
                      <a:lnTo>
                        <a:pt x="65913" y="37243"/>
                      </a:lnTo>
                      <a:cubicBezTo>
                        <a:pt x="65913" y="37243"/>
                        <a:pt x="66104" y="37243"/>
                        <a:pt x="65913" y="37052"/>
                      </a:cubicBezTo>
                      <a:lnTo>
                        <a:pt x="67152" y="35338"/>
                      </a:lnTo>
                      <a:cubicBezTo>
                        <a:pt x="66866" y="34576"/>
                        <a:pt x="66294" y="34480"/>
                        <a:pt x="65437" y="35052"/>
                      </a:cubicBezTo>
                      <a:cubicBezTo>
                        <a:pt x="64675" y="35528"/>
                        <a:pt x="64199" y="35242"/>
                        <a:pt x="64199" y="34100"/>
                      </a:cubicBezTo>
                      <a:lnTo>
                        <a:pt x="61818" y="34862"/>
                      </a:lnTo>
                      <a:cubicBezTo>
                        <a:pt x="61818" y="30956"/>
                        <a:pt x="61627" y="28766"/>
                        <a:pt x="61246" y="28289"/>
                      </a:cubicBezTo>
                      <a:cubicBezTo>
                        <a:pt x="57245" y="25813"/>
                        <a:pt x="52864" y="24575"/>
                        <a:pt x="47911" y="24575"/>
                      </a:cubicBezTo>
                      <a:cubicBezTo>
                        <a:pt x="47054" y="24575"/>
                        <a:pt x="46101" y="24575"/>
                        <a:pt x="45149" y="24765"/>
                      </a:cubicBezTo>
                      <a:cubicBezTo>
                        <a:pt x="43149" y="24384"/>
                        <a:pt x="42196" y="22955"/>
                        <a:pt x="42196" y="20669"/>
                      </a:cubicBezTo>
                      <a:lnTo>
                        <a:pt x="42196" y="18859"/>
                      </a:lnTo>
                      <a:cubicBezTo>
                        <a:pt x="42386" y="18002"/>
                        <a:pt x="42386" y="17336"/>
                        <a:pt x="42386" y="16859"/>
                      </a:cubicBezTo>
                      <a:cubicBezTo>
                        <a:pt x="42386" y="15716"/>
                        <a:pt x="42196" y="14859"/>
                        <a:pt x="41720" y="14288"/>
                      </a:cubicBezTo>
                      <a:cubicBezTo>
                        <a:pt x="41053" y="15335"/>
                        <a:pt x="40577" y="17145"/>
                        <a:pt x="40196" y="19621"/>
                      </a:cubicBezTo>
                      <a:cubicBezTo>
                        <a:pt x="39910" y="22098"/>
                        <a:pt x="39434" y="24003"/>
                        <a:pt x="38862" y="25432"/>
                      </a:cubicBezTo>
                      <a:cubicBezTo>
                        <a:pt x="36767" y="25527"/>
                        <a:pt x="33909" y="25432"/>
                        <a:pt x="30385" y="24860"/>
                      </a:cubicBezTo>
                      <a:cubicBezTo>
                        <a:pt x="26861" y="24384"/>
                        <a:pt x="25051" y="25813"/>
                        <a:pt x="25051" y="29337"/>
                      </a:cubicBezTo>
                      <a:cubicBezTo>
                        <a:pt x="25051" y="30194"/>
                        <a:pt x="25146" y="31337"/>
                        <a:pt x="25432" y="32957"/>
                      </a:cubicBezTo>
                      <a:cubicBezTo>
                        <a:pt x="25718" y="34576"/>
                        <a:pt x="25813" y="35624"/>
                        <a:pt x="25813" y="36004"/>
                      </a:cubicBezTo>
                      <a:cubicBezTo>
                        <a:pt x="25051" y="37433"/>
                        <a:pt x="24670" y="38576"/>
                        <a:pt x="24670" y="39529"/>
                      </a:cubicBezTo>
                      <a:cubicBezTo>
                        <a:pt x="24670" y="40481"/>
                        <a:pt x="25051" y="41148"/>
                        <a:pt x="25813" y="41815"/>
                      </a:cubicBezTo>
                      <a:cubicBezTo>
                        <a:pt x="24670" y="42196"/>
                        <a:pt x="24194" y="43053"/>
                        <a:pt x="24194" y="44387"/>
                      </a:cubicBezTo>
                      <a:lnTo>
                        <a:pt x="24003" y="47720"/>
                      </a:lnTo>
                      <a:cubicBezTo>
                        <a:pt x="23146" y="47244"/>
                        <a:pt x="22670" y="46101"/>
                        <a:pt x="22765" y="44387"/>
                      </a:cubicBezTo>
                      <a:cubicBezTo>
                        <a:pt x="22860" y="42672"/>
                        <a:pt x="22765" y="41434"/>
                        <a:pt x="22289" y="40862"/>
                      </a:cubicBezTo>
                      <a:cubicBezTo>
                        <a:pt x="21241" y="40291"/>
                        <a:pt x="19145" y="40100"/>
                        <a:pt x="15716" y="40100"/>
                      </a:cubicBezTo>
                      <a:lnTo>
                        <a:pt x="20670" y="44863"/>
                      </a:lnTo>
                      <a:cubicBezTo>
                        <a:pt x="21813" y="44577"/>
                        <a:pt x="22384" y="44863"/>
                        <a:pt x="22384" y="45911"/>
                      </a:cubicBezTo>
                      <a:lnTo>
                        <a:pt x="22384" y="46958"/>
                      </a:lnTo>
                      <a:cubicBezTo>
                        <a:pt x="22289" y="47530"/>
                        <a:pt x="22193" y="47911"/>
                        <a:pt x="22193" y="48196"/>
                      </a:cubicBezTo>
                      <a:cubicBezTo>
                        <a:pt x="22193" y="49054"/>
                        <a:pt x="22479" y="49721"/>
                        <a:pt x="22860" y="50197"/>
                      </a:cubicBezTo>
                      <a:lnTo>
                        <a:pt x="23622" y="49435"/>
                      </a:lnTo>
                      <a:cubicBezTo>
                        <a:pt x="25241" y="50387"/>
                        <a:pt x="26099" y="52292"/>
                        <a:pt x="26099" y="55245"/>
                      </a:cubicBezTo>
                      <a:lnTo>
                        <a:pt x="25908" y="62008"/>
                      </a:lnTo>
                      <a:cubicBezTo>
                        <a:pt x="25908" y="63532"/>
                        <a:pt x="25813" y="65151"/>
                        <a:pt x="25813" y="67056"/>
                      </a:cubicBezTo>
                      <a:cubicBezTo>
                        <a:pt x="25813" y="68961"/>
                        <a:pt x="25813" y="71628"/>
                        <a:pt x="26099" y="75438"/>
                      </a:cubicBezTo>
                      <a:cubicBezTo>
                        <a:pt x="26289" y="79153"/>
                        <a:pt x="26384" y="81915"/>
                        <a:pt x="26384" y="83820"/>
                      </a:cubicBezTo>
                      <a:cubicBezTo>
                        <a:pt x="26384" y="87439"/>
                        <a:pt x="26004" y="90773"/>
                        <a:pt x="25337" y="93726"/>
                      </a:cubicBezTo>
                      <a:cubicBezTo>
                        <a:pt x="24956" y="94393"/>
                        <a:pt x="25337" y="95441"/>
                        <a:pt x="26289" y="96679"/>
                      </a:cubicBezTo>
                      <a:cubicBezTo>
                        <a:pt x="27242" y="97917"/>
                        <a:pt x="27718" y="98679"/>
                        <a:pt x="27718" y="99155"/>
                      </a:cubicBezTo>
                      <a:cubicBezTo>
                        <a:pt x="27718" y="99632"/>
                        <a:pt x="27051" y="100108"/>
                        <a:pt x="25813" y="100489"/>
                      </a:cubicBezTo>
                      <a:cubicBezTo>
                        <a:pt x="27051" y="100489"/>
                        <a:pt x="28004" y="100108"/>
                        <a:pt x="28766" y="99250"/>
                      </a:cubicBezTo>
                      <a:cubicBezTo>
                        <a:pt x="29337" y="99250"/>
                        <a:pt x="30385" y="99250"/>
                        <a:pt x="31814" y="99060"/>
                      </a:cubicBezTo>
                      <a:cubicBezTo>
                        <a:pt x="33243" y="98870"/>
                        <a:pt x="34290" y="98870"/>
                        <a:pt x="35053" y="98870"/>
                      </a:cubicBezTo>
                      <a:cubicBezTo>
                        <a:pt x="37434" y="98870"/>
                        <a:pt x="39148" y="99536"/>
                        <a:pt x="40100" y="100965"/>
                      </a:cubicBezTo>
                      <a:cubicBezTo>
                        <a:pt x="39148" y="102108"/>
                        <a:pt x="39338" y="103061"/>
                        <a:pt x="40577" y="103918"/>
                      </a:cubicBezTo>
                      <a:cubicBezTo>
                        <a:pt x="40196" y="105632"/>
                        <a:pt x="40100" y="109347"/>
                        <a:pt x="40100" y="115253"/>
                      </a:cubicBezTo>
                      <a:cubicBezTo>
                        <a:pt x="39338" y="115253"/>
                        <a:pt x="38862" y="114871"/>
                        <a:pt x="38481" y="114014"/>
                      </a:cubicBezTo>
                      <a:cubicBezTo>
                        <a:pt x="38100" y="113252"/>
                        <a:pt x="37624" y="112776"/>
                        <a:pt x="37052" y="112776"/>
                      </a:cubicBezTo>
                      <a:cubicBezTo>
                        <a:pt x="37243" y="113729"/>
                        <a:pt x="38100" y="114681"/>
                        <a:pt x="39529" y="115633"/>
                      </a:cubicBezTo>
                      <a:cubicBezTo>
                        <a:pt x="40958" y="116586"/>
                        <a:pt x="41720" y="117443"/>
                        <a:pt x="41720" y="118300"/>
                      </a:cubicBezTo>
                      <a:cubicBezTo>
                        <a:pt x="41720" y="118777"/>
                        <a:pt x="41625" y="119348"/>
                        <a:pt x="41243" y="119920"/>
                      </a:cubicBezTo>
                      <a:cubicBezTo>
                        <a:pt x="42196" y="119348"/>
                        <a:pt x="43149" y="118682"/>
                        <a:pt x="44196" y="118110"/>
                      </a:cubicBezTo>
                      <a:lnTo>
                        <a:pt x="43434" y="118110"/>
                      </a:lnTo>
                      <a:cubicBezTo>
                        <a:pt x="42863" y="115443"/>
                        <a:pt x="41815" y="111062"/>
                        <a:pt x="40577" y="105061"/>
                      </a:cubicBezTo>
                      <a:cubicBezTo>
                        <a:pt x="41243" y="102775"/>
                        <a:pt x="42958" y="100965"/>
                        <a:pt x="45434" y="99536"/>
                      </a:cubicBezTo>
                      <a:cubicBezTo>
                        <a:pt x="46197" y="99250"/>
                        <a:pt x="48387" y="98298"/>
                        <a:pt x="52293" y="96774"/>
                      </a:cubicBezTo>
                      <a:cubicBezTo>
                        <a:pt x="52674" y="97346"/>
                        <a:pt x="52864" y="97822"/>
                        <a:pt x="52769" y="98012"/>
                      </a:cubicBezTo>
                      <a:lnTo>
                        <a:pt x="57055" y="98679"/>
                      </a:lnTo>
                      <a:cubicBezTo>
                        <a:pt x="57245" y="97631"/>
                        <a:pt x="57245" y="96869"/>
                        <a:pt x="56865" y="96107"/>
                      </a:cubicBezTo>
                      <a:cubicBezTo>
                        <a:pt x="56579" y="95441"/>
                        <a:pt x="56484" y="94869"/>
                        <a:pt x="56484" y="94488"/>
                      </a:cubicBezTo>
                      <a:cubicBezTo>
                        <a:pt x="57245" y="93536"/>
                        <a:pt x="58674" y="92297"/>
                        <a:pt x="60770" y="90773"/>
                      </a:cubicBezTo>
                      <a:lnTo>
                        <a:pt x="60770" y="93250"/>
                      </a:lnTo>
                      <a:cubicBezTo>
                        <a:pt x="61913" y="92774"/>
                        <a:pt x="62484" y="92107"/>
                        <a:pt x="62484" y="91250"/>
                      </a:cubicBezTo>
                      <a:cubicBezTo>
                        <a:pt x="62484" y="90773"/>
                        <a:pt x="62199" y="90202"/>
                        <a:pt x="61818" y="89345"/>
                      </a:cubicBezTo>
                      <a:cubicBezTo>
                        <a:pt x="61341" y="88487"/>
                        <a:pt x="61151" y="87916"/>
                        <a:pt x="61151" y="87725"/>
                      </a:cubicBezTo>
                      <a:cubicBezTo>
                        <a:pt x="61151" y="87344"/>
                        <a:pt x="61341" y="87058"/>
                        <a:pt x="61818" y="86868"/>
                      </a:cubicBezTo>
                      <a:lnTo>
                        <a:pt x="60865" y="82677"/>
                      </a:lnTo>
                      <a:cubicBezTo>
                        <a:pt x="60293" y="82487"/>
                        <a:pt x="59436" y="82677"/>
                        <a:pt x="58388" y="83153"/>
                      </a:cubicBezTo>
                      <a:cubicBezTo>
                        <a:pt x="56865" y="81820"/>
                        <a:pt x="56198" y="80677"/>
                        <a:pt x="56579" y="79820"/>
                      </a:cubicBezTo>
                      <a:cubicBezTo>
                        <a:pt x="56579" y="79534"/>
                        <a:pt x="57245" y="79248"/>
                        <a:pt x="58388" y="79058"/>
                      </a:cubicBezTo>
                      <a:cubicBezTo>
                        <a:pt x="58674" y="80010"/>
                        <a:pt x="58865" y="80391"/>
                        <a:pt x="58865" y="80296"/>
                      </a:cubicBezTo>
                      <a:cubicBezTo>
                        <a:pt x="62389" y="80010"/>
                        <a:pt x="65437" y="80582"/>
                        <a:pt x="67723" y="82010"/>
                      </a:cubicBezTo>
                      <a:cubicBezTo>
                        <a:pt x="67913" y="82296"/>
                        <a:pt x="67913" y="82677"/>
                        <a:pt x="67913" y="82963"/>
                      </a:cubicBezTo>
                      <a:cubicBezTo>
                        <a:pt x="67913" y="83344"/>
                        <a:pt x="67533" y="83629"/>
                        <a:pt x="66770" y="83915"/>
                      </a:cubicBezTo>
                      <a:cubicBezTo>
                        <a:pt x="66009" y="84106"/>
                        <a:pt x="65627" y="84296"/>
                        <a:pt x="65342" y="84487"/>
                      </a:cubicBezTo>
                      <a:lnTo>
                        <a:pt x="67628" y="84487"/>
                      </a:lnTo>
                      <a:cubicBezTo>
                        <a:pt x="68199" y="84772"/>
                        <a:pt x="68390" y="85344"/>
                        <a:pt x="68390" y="86201"/>
                      </a:cubicBezTo>
                      <a:cubicBezTo>
                        <a:pt x="69247" y="85249"/>
                        <a:pt x="69818" y="84868"/>
                        <a:pt x="70390" y="84868"/>
                      </a:cubicBezTo>
                      <a:cubicBezTo>
                        <a:pt x="70771" y="84868"/>
                        <a:pt x="71152" y="85534"/>
                        <a:pt x="71628" y="86868"/>
                      </a:cubicBezTo>
                      <a:cubicBezTo>
                        <a:pt x="72104" y="88297"/>
                        <a:pt x="72676" y="89059"/>
                        <a:pt x="73438" y="89249"/>
                      </a:cubicBezTo>
                      <a:lnTo>
                        <a:pt x="73438" y="84487"/>
                      </a:lnTo>
                      <a:cubicBezTo>
                        <a:pt x="73438" y="84487"/>
                        <a:pt x="74295" y="85154"/>
                        <a:pt x="74676" y="85154"/>
                      </a:cubicBezTo>
                      <a:cubicBezTo>
                        <a:pt x="75057" y="85154"/>
                        <a:pt x="75724" y="84868"/>
                        <a:pt x="76486" y="84487"/>
                      </a:cubicBezTo>
                      <a:cubicBezTo>
                        <a:pt x="77248" y="84106"/>
                        <a:pt x="77915" y="83915"/>
                        <a:pt x="78296" y="84011"/>
                      </a:cubicBezTo>
                      <a:cubicBezTo>
                        <a:pt x="78677" y="84296"/>
                        <a:pt x="78963" y="84677"/>
                        <a:pt x="78963" y="85154"/>
                      </a:cubicBezTo>
                      <a:cubicBezTo>
                        <a:pt x="78963" y="85439"/>
                        <a:pt x="78581" y="85916"/>
                        <a:pt x="78010" y="86487"/>
                      </a:cubicBezTo>
                      <a:cubicBezTo>
                        <a:pt x="77438" y="87058"/>
                        <a:pt x="77153" y="87630"/>
                        <a:pt x="77153" y="88011"/>
                      </a:cubicBezTo>
                      <a:lnTo>
                        <a:pt x="78963" y="88011"/>
                      </a:lnTo>
                      <a:lnTo>
                        <a:pt x="79343" y="82772"/>
                      </a:lnTo>
                      <a:lnTo>
                        <a:pt x="81344" y="84487"/>
                      </a:lnTo>
                      <a:cubicBezTo>
                        <a:pt x="81344" y="84487"/>
                        <a:pt x="81534" y="83725"/>
                        <a:pt x="81820" y="83439"/>
                      </a:cubicBezTo>
                      <a:cubicBezTo>
                        <a:pt x="82106" y="83439"/>
                        <a:pt x="82391" y="83629"/>
                        <a:pt x="82868" y="83915"/>
                      </a:cubicBezTo>
                      <a:cubicBezTo>
                        <a:pt x="83439" y="84487"/>
                        <a:pt x="83630" y="84582"/>
                        <a:pt x="83439" y="84011"/>
                      </a:cubicBezTo>
                      <a:cubicBezTo>
                        <a:pt x="83344" y="84011"/>
                        <a:pt x="83249" y="84011"/>
                        <a:pt x="83154" y="83915"/>
                      </a:cubicBezTo>
                      <a:lnTo>
                        <a:pt x="82868" y="83915"/>
                      </a:lnTo>
                      <a:cubicBezTo>
                        <a:pt x="82296" y="83344"/>
                        <a:pt x="81915" y="83249"/>
                        <a:pt x="81820" y="83439"/>
                      </a:cubicBezTo>
                      <a:close/>
                      <a:moveTo>
                        <a:pt x="44387" y="99250"/>
                      </a:moveTo>
                      <a:lnTo>
                        <a:pt x="44387" y="98012"/>
                      </a:lnTo>
                      <a:lnTo>
                        <a:pt x="45339" y="98012"/>
                      </a:lnTo>
                      <a:lnTo>
                        <a:pt x="44387" y="99250"/>
                      </a:lnTo>
                      <a:close/>
                      <a:moveTo>
                        <a:pt x="47911" y="113538"/>
                      </a:moveTo>
                      <a:lnTo>
                        <a:pt x="47911" y="112300"/>
                      </a:lnTo>
                      <a:cubicBezTo>
                        <a:pt x="47911" y="112300"/>
                        <a:pt x="46863" y="111824"/>
                        <a:pt x="46006" y="111538"/>
                      </a:cubicBezTo>
                      <a:cubicBezTo>
                        <a:pt x="45720" y="112204"/>
                        <a:pt x="46006" y="112681"/>
                        <a:pt x="46292" y="113157"/>
                      </a:cubicBezTo>
                      <a:cubicBezTo>
                        <a:pt x="46673" y="113633"/>
                        <a:pt x="47244" y="113729"/>
                        <a:pt x="47911" y="113538"/>
                      </a:cubicBezTo>
                      <a:close/>
                      <a:moveTo>
                        <a:pt x="48387" y="121158"/>
                      </a:moveTo>
                      <a:lnTo>
                        <a:pt x="49530" y="119920"/>
                      </a:lnTo>
                      <a:lnTo>
                        <a:pt x="48387" y="118586"/>
                      </a:lnTo>
                      <a:lnTo>
                        <a:pt x="48387" y="121158"/>
                      </a:lnTo>
                      <a:close/>
                      <a:moveTo>
                        <a:pt x="54197" y="116872"/>
                      </a:moveTo>
                      <a:cubicBezTo>
                        <a:pt x="54388" y="115443"/>
                        <a:pt x="54197" y="114776"/>
                        <a:pt x="53436" y="114776"/>
                      </a:cubicBezTo>
                      <a:cubicBezTo>
                        <a:pt x="52959" y="114776"/>
                        <a:pt x="52102" y="115062"/>
                        <a:pt x="51054" y="115824"/>
                      </a:cubicBezTo>
                      <a:cubicBezTo>
                        <a:pt x="49911" y="116586"/>
                        <a:pt x="49245" y="116872"/>
                        <a:pt x="49149" y="116872"/>
                      </a:cubicBezTo>
                      <a:cubicBezTo>
                        <a:pt x="49721" y="117348"/>
                        <a:pt x="50102" y="117634"/>
                        <a:pt x="50578" y="117634"/>
                      </a:cubicBezTo>
                      <a:cubicBezTo>
                        <a:pt x="50864" y="117634"/>
                        <a:pt x="51340" y="117348"/>
                        <a:pt x="51816" y="116967"/>
                      </a:cubicBezTo>
                      <a:cubicBezTo>
                        <a:pt x="52293" y="116491"/>
                        <a:pt x="52674" y="116300"/>
                        <a:pt x="53054" y="116300"/>
                      </a:cubicBezTo>
                      <a:cubicBezTo>
                        <a:pt x="53436" y="116300"/>
                        <a:pt x="53912" y="116491"/>
                        <a:pt x="54293" y="116967"/>
                      </a:cubicBezTo>
                      <a:close/>
                      <a:moveTo>
                        <a:pt x="52483" y="93250"/>
                      </a:moveTo>
                      <a:cubicBezTo>
                        <a:pt x="51054" y="92012"/>
                        <a:pt x="50864" y="91059"/>
                        <a:pt x="52007" y="90392"/>
                      </a:cubicBezTo>
                      <a:lnTo>
                        <a:pt x="53721" y="92869"/>
                      </a:lnTo>
                      <a:cubicBezTo>
                        <a:pt x="53721" y="92869"/>
                        <a:pt x="53054" y="92869"/>
                        <a:pt x="52483" y="93250"/>
                      </a:cubicBezTo>
                      <a:close/>
                      <a:moveTo>
                        <a:pt x="57817" y="131159"/>
                      </a:moveTo>
                      <a:cubicBezTo>
                        <a:pt x="57341" y="130588"/>
                        <a:pt x="57055" y="130207"/>
                        <a:pt x="57055" y="129730"/>
                      </a:cubicBezTo>
                      <a:cubicBezTo>
                        <a:pt x="57055" y="129254"/>
                        <a:pt x="57721" y="128778"/>
                        <a:pt x="58960" y="128207"/>
                      </a:cubicBezTo>
                      <a:cubicBezTo>
                        <a:pt x="60198" y="127730"/>
                        <a:pt x="61056" y="127254"/>
                        <a:pt x="61341" y="126968"/>
                      </a:cubicBezTo>
                      <a:cubicBezTo>
                        <a:pt x="61341" y="127349"/>
                        <a:pt x="60675" y="127825"/>
                        <a:pt x="59722" y="128302"/>
                      </a:cubicBezTo>
                      <a:cubicBezTo>
                        <a:pt x="58674" y="128778"/>
                        <a:pt x="58198" y="129350"/>
                        <a:pt x="58198" y="129826"/>
                      </a:cubicBezTo>
                      <a:cubicBezTo>
                        <a:pt x="58198" y="130112"/>
                        <a:pt x="58484" y="130492"/>
                        <a:pt x="58960" y="131064"/>
                      </a:cubicBezTo>
                      <a:lnTo>
                        <a:pt x="57817" y="131064"/>
                      </a:lnTo>
                      <a:close/>
                      <a:moveTo>
                        <a:pt x="62579" y="78010"/>
                      </a:moveTo>
                      <a:cubicBezTo>
                        <a:pt x="63628" y="78010"/>
                        <a:pt x="64199" y="78200"/>
                        <a:pt x="64294" y="78581"/>
                      </a:cubicBezTo>
                      <a:lnTo>
                        <a:pt x="63056" y="79058"/>
                      </a:lnTo>
                      <a:lnTo>
                        <a:pt x="62579" y="78010"/>
                      </a:lnTo>
                      <a:close/>
                      <a:moveTo>
                        <a:pt x="63818" y="105632"/>
                      </a:moveTo>
                      <a:lnTo>
                        <a:pt x="67723" y="105156"/>
                      </a:lnTo>
                      <a:lnTo>
                        <a:pt x="67723" y="103918"/>
                      </a:lnTo>
                      <a:cubicBezTo>
                        <a:pt x="67723" y="102013"/>
                        <a:pt x="68104" y="100870"/>
                        <a:pt x="68961" y="100584"/>
                      </a:cubicBezTo>
                      <a:lnTo>
                        <a:pt x="66675" y="99822"/>
                      </a:lnTo>
                      <a:cubicBezTo>
                        <a:pt x="66580" y="100775"/>
                        <a:pt x="66390" y="102108"/>
                        <a:pt x="66199" y="103918"/>
                      </a:cubicBezTo>
                      <a:cubicBezTo>
                        <a:pt x="66104" y="104870"/>
                        <a:pt x="65247" y="105442"/>
                        <a:pt x="63722" y="105632"/>
                      </a:cubicBezTo>
                      <a:close/>
                      <a:moveTo>
                        <a:pt x="65913" y="113633"/>
                      </a:moveTo>
                      <a:lnTo>
                        <a:pt x="65913" y="110585"/>
                      </a:lnTo>
                      <a:lnTo>
                        <a:pt x="65437" y="110585"/>
                      </a:lnTo>
                      <a:lnTo>
                        <a:pt x="65437" y="113633"/>
                      </a:lnTo>
                      <a:lnTo>
                        <a:pt x="65913" y="113633"/>
                      </a:lnTo>
                      <a:close/>
                      <a:moveTo>
                        <a:pt x="70200" y="62579"/>
                      </a:moveTo>
                      <a:lnTo>
                        <a:pt x="66675" y="62198"/>
                      </a:lnTo>
                      <a:lnTo>
                        <a:pt x="65913" y="64294"/>
                      </a:lnTo>
                      <a:cubicBezTo>
                        <a:pt x="67437" y="65532"/>
                        <a:pt x="68675" y="66199"/>
                        <a:pt x="69723" y="66199"/>
                      </a:cubicBezTo>
                      <a:cubicBezTo>
                        <a:pt x="70390" y="66199"/>
                        <a:pt x="70961" y="66008"/>
                        <a:pt x="71438" y="65532"/>
                      </a:cubicBezTo>
                      <a:cubicBezTo>
                        <a:pt x="69056" y="66008"/>
                        <a:pt x="67913" y="65532"/>
                        <a:pt x="67723" y="63817"/>
                      </a:cubicBezTo>
                      <a:lnTo>
                        <a:pt x="70200" y="62579"/>
                      </a:lnTo>
                      <a:close/>
                      <a:moveTo>
                        <a:pt x="65913" y="87439"/>
                      </a:moveTo>
                      <a:lnTo>
                        <a:pt x="67152" y="87439"/>
                      </a:lnTo>
                      <a:lnTo>
                        <a:pt x="67152" y="86201"/>
                      </a:lnTo>
                      <a:lnTo>
                        <a:pt x="65913" y="86201"/>
                      </a:lnTo>
                      <a:lnTo>
                        <a:pt x="65913" y="87439"/>
                      </a:lnTo>
                      <a:close/>
                      <a:moveTo>
                        <a:pt x="69723" y="119443"/>
                      </a:moveTo>
                      <a:cubicBezTo>
                        <a:pt x="70200" y="118491"/>
                        <a:pt x="71247" y="117348"/>
                        <a:pt x="72676" y="115729"/>
                      </a:cubicBezTo>
                      <a:lnTo>
                        <a:pt x="71914" y="115253"/>
                      </a:lnTo>
                      <a:lnTo>
                        <a:pt x="70676" y="115729"/>
                      </a:lnTo>
                      <a:lnTo>
                        <a:pt x="70200" y="113633"/>
                      </a:lnTo>
                      <a:cubicBezTo>
                        <a:pt x="68295" y="114586"/>
                        <a:pt x="67437" y="115729"/>
                        <a:pt x="67723" y="116967"/>
                      </a:cubicBezTo>
                      <a:lnTo>
                        <a:pt x="69723" y="116491"/>
                      </a:lnTo>
                      <a:lnTo>
                        <a:pt x="69723" y="119443"/>
                      </a:lnTo>
                      <a:close/>
                      <a:moveTo>
                        <a:pt x="69723" y="110490"/>
                      </a:moveTo>
                      <a:lnTo>
                        <a:pt x="70581" y="106871"/>
                      </a:lnTo>
                      <a:lnTo>
                        <a:pt x="70104" y="106871"/>
                      </a:lnTo>
                      <a:lnTo>
                        <a:pt x="69628" y="110490"/>
                      </a:lnTo>
                      <a:close/>
                      <a:moveTo>
                        <a:pt x="73057" y="74295"/>
                      </a:moveTo>
                      <a:cubicBezTo>
                        <a:pt x="73057" y="74295"/>
                        <a:pt x="72390" y="73819"/>
                        <a:pt x="71343" y="73819"/>
                      </a:cubicBezTo>
                      <a:lnTo>
                        <a:pt x="71343" y="75533"/>
                      </a:lnTo>
                      <a:lnTo>
                        <a:pt x="72581" y="75533"/>
                      </a:lnTo>
                      <a:cubicBezTo>
                        <a:pt x="72581" y="75533"/>
                        <a:pt x="73153" y="74676"/>
                        <a:pt x="73057" y="74295"/>
                      </a:cubicBezTo>
                      <a:close/>
                      <a:moveTo>
                        <a:pt x="74772" y="49435"/>
                      </a:moveTo>
                      <a:cubicBezTo>
                        <a:pt x="75248" y="49911"/>
                        <a:pt x="75534" y="50292"/>
                        <a:pt x="75534" y="50673"/>
                      </a:cubicBezTo>
                      <a:cubicBezTo>
                        <a:pt x="75534" y="51816"/>
                        <a:pt x="74867" y="52388"/>
                        <a:pt x="73533" y="52388"/>
                      </a:cubicBezTo>
                      <a:lnTo>
                        <a:pt x="74772" y="52388"/>
                      </a:lnTo>
                      <a:cubicBezTo>
                        <a:pt x="74772" y="52388"/>
                        <a:pt x="75438" y="51530"/>
                        <a:pt x="75724" y="51149"/>
                      </a:cubicBezTo>
                      <a:cubicBezTo>
                        <a:pt x="76105" y="50673"/>
                        <a:pt x="76200" y="50101"/>
                        <a:pt x="76010" y="49530"/>
                      </a:cubicBezTo>
                      <a:lnTo>
                        <a:pt x="74772" y="49530"/>
                      </a:lnTo>
                      <a:close/>
                      <a:moveTo>
                        <a:pt x="77820" y="74295"/>
                      </a:moveTo>
                      <a:cubicBezTo>
                        <a:pt x="77820" y="74295"/>
                        <a:pt x="76581" y="73438"/>
                        <a:pt x="74772" y="72676"/>
                      </a:cubicBezTo>
                      <a:lnTo>
                        <a:pt x="74295" y="73914"/>
                      </a:lnTo>
                      <a:lnTo>
                        <a:pt x="77820" y="74390"/>
                      </a:lnTo>
                      <a:close/>
                      <a:moveTo>
                        <a:pt x="75534" y="16574"/>
                      </a:moveTo>
                      <a:lnTo>
                        <a:pt x="75534" y="17812"/>
                      </a:lnTo>
                      <a:lnTo>
                        <a:pt x="77248" y="17336"/>
                      </a:lnTo>
                      <a:cubicBezTo>
                        <a:pt x="76962" y="16859"/>
                        <a:pt x="76391" y="16574"/>
                        <a:pt x="75534" y="16574"/>
                      </a:cubicBezTo>
                      <a:close/>
                      <a:moveTo>
                        <a:pt x="76581" y="92107"/>
                      </a:moveTo>
                      <a:lnTo>
                        <a:pt x="80677" y="91630"/>
                      </a:lnTo>
                      <a:cubicBezTo>
                        <a:pt x="80010" y="91154"/>
                        <a:pt x="79153" y="90868"/>
                        <a:pt x="78200" y="90868"/>
                      </a:cubicBezTo>
                      <a:cubicBezTo>
                        <a:pt x="77248" y="90868"/>
                        <a:pt x="76677" y="91154"/>
                        <a:pt x="76581" y="92107"/>
                      </a:cubicBezTo>
                      <a:close/>
                      <a:moveTo>
                        <a:pt x="80677" y="49530"/>
                      </a:moveTo>
                      <a:lnTo>
                        <a:pt x="83154" y="52007"/>
                      </a:lnTo>
                      <a:lnTo>
                        <a:pt x="83154" y="50768"/>
                      </a:lnTo>
                      <a:cubicBezTo>
                        <a:pt x="81725" y="49911"/>
                        <a:pt x="80868" y="49530"/>
                        <a:pt x="80677" y="49530"/>
                      </a:cubicBezTo>
                      <a:close/>
                      <a:moveTo>
                        <a:pt x="83630" y="64961"/>
                      </a:moveTo>
                      <a:lnTo>
                        <a:pt x="85344" y="63341"/>
                      </a:lnTo>
                      <a:cubicBezTo>
                        <a:pt x="84868" y="62770"/>
                        <a:pt x="83630" y="62198"/>
                        <a:pt x="81534" y="61341"/>
                      </a:cubicBezTo>
                      <a:lnTo>
                        <a:pt x="83630" y="64961"/>
                      </a:lnTo>
                      <a:close/>
                      <a:moveTo>
                        <a:pt x="84392" y="73819"/>
                      </a:moveTo>
                      <a:lnTo>
                        <a:pt x="84392" y="71342"/>
                      </a:lnTo>
                      <a:lnTo>
                        <a:pt x="83630" y="71342"/>
                      </a:lnTo>
                      <a:lnTo>
                        <a:pt x="83630" y="73819"/>
                      </a:lnTo>
                      <a:lnTo>
                        <a:pt x="84392" y="73819"/>
                      </a:lnTo>
                      <a:close/>
                      <a:moveTo>
                        <a:pt x="85344" y="140017"/>
                      </a:moveTo>
                      <a:cubicBezTo>
                        <a:pt x="86583" y="140589"/>
                        <a:pt x="86963" y="141351"/>
                        <a:pt x="86583" y="142304"/>
                      </a:cubicBezTo>
                      <a:lnTo>
                        <a:pt x="86106" y="143066"/>
                      </a:lnTo>
                      <a:cubicBezTo>
                        <a:pt x="86106" y="143066"/>
                        <a:pt x="85344" y="142304"/>
                        <a:pt x="85344" y="141827"/>
                      </a:cubicBezTo>
                      <a:lnTo>
                        <a:pt x="85344" y="140017"/>
                      </a:lnTo>
                      <a:close/>
                      <a:moveTo>
                        <a:pt x="88392" y="121158"/>
                      </a:moveTo>
                      <a:cubicBezTo>
                        <a:pt x="89250" y="120967"/>
                        <a:pt x="90202" y="121158"/>
                        <a:pt x="91345" y="121634"/>
                      </a:cubicBezTo>
                      <a:cubicBezTo>
                        <a:pt x="91631" y="122396"/>
                        <a:pt x="91536" y="122872"/>
                        <a:pt x="90869" y="123158"/>
                      </a:cubicBezTo>
                      <a:cubicBezTo>
                        <a:pt x="90202" y="123444"/>
                        <a:pt x="89631" y="123730"/>
                        <a:pt x="88964" y="124111"/>
                      </a:cubicBezTo>
                      <a:lnTo>
                        <a:pt x="88297" y="124111"/>
                      </a:lnTo>
                      <a:lnTo>
                        <a:pt x="88297" y="121158"/>
                      </a:lnTo>
                      <a:close/>
                      <a:moveTo>
                        <a:pt x="89059" y="94488"/>
                      </a:moveTo>
                      <a:cubicBezTo>
                        <a:pt x="89440" y="93631"/>
                        <a:pt x="89916" y="93250"/>
                        <a:pt x="90393" y="93250"/>
                      </a:cubicBezTo>
                      <a:cubicBezTo>
                        <a:pt x="90393" y="93345"/>
                        <a:pt x="90107" y="93536"/>
                        <a:pt x="89821" y="93917"/>
                      </a:cubicBezTo>
                      <a:cubicBezTo>
                        <a:pt x="89535" y="94202"/>
                        <a:pt x="89250" y="94393"/>
                        <a:pt x="89059" y="94583"/>
                      </a:cubicBezTo>
                      <a:close/>
                      <a:moveTo>
                        <a:pt x="92583" y="93250"/>
                      </a:moveTo>
                      <a:cubicBezTo>
                        <a:pt x="92583" y="93250"/>
                        <a:pt x="93059" y="93440"/>
                        <a:pt x="93822" y="93726"/>
                      </a:cubicBezTo>
                      <a:cubicBezTo>
                        <a:pt x="93345" y="94012"/>
                        <a:pt x="92679" y="94012"/>
                        <a:pt x="92012" y="93726"/>
                      </a:cubicBezTo>
                      <a:cubicBezTo>
                        <a:pt x="91154" y="93440"/>
                        <a:pt x="90583" y="93250"/>
                        <a:pt x="90393" y="93250"/>
                      </a:cubicBezTo>
                      <a:cubicBezTo>
                        <a:pt x="91250" y="92488"/>
                        <a:pt x="92012" y="92488"/>
                        <a:pt x="92583" y="93250"/>
                      </a:cubicBezTo>
                      <a:close/>
                      <a:moveTo>
                        <a:pt x="93345" y="83915"/>
                      </a:moveTo>
                      <a:lnTo>
                        <a:pt x="93345" y="84868"/>
                      </a:lnTo>
                      <a:lnTo>
                        <a:pt x="91345" y="83915"/>
                      </a:lnTo>
                      <a:lnTo>
                        <a:pt x="93345" y="83915"/>
                      </a:lnTo>
                      <a:close/>
                      <a:moveTo>
                        <a:pt x="102204" y="76771"/>
                      </a:moveTo>
                      <a:lnTo>
                        <a:pt x="104299" y="79058"/>
                      </a:lnTo>
                      <a:lnTo>
                        <a:pt x="101441" y="78581"/>
                      </a:lnTo>
                      <a:lnTo>
                        <a:pt x="102204" y="76771"/>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1" name="Google Shape;1051;p99"/>
              <p:cNvGrpSpPr/>
              <p:nvPr/>
            </p:nvGrpSpPr>
            <p:grpSpPr>
              <a:xfrm>
                <a:off x="13591788" y="4954905"/>
                <a:ext cx="572166" cy="191834"/>
                <a:chOff x="8338470" y="2673000"/>
                <a:chExt cx="572166" cy="191834"/>
              </a:xfrm>
            </p:grpSpPr>
            <p:sp>
              <p:nvSpPr>
                <p:cNvPr id="1052" name="Google Shape;1052;p99"/>
                <p:cNvSpPr/>
                <p:nvPr/>
              </p:nvSpPr>
              <p:spPr>
                <a:xfrm>
                  <a:off x="8338470" y="2682490"/>
                  <a:ext cx="141351" cy="160150"/>
                </a:xfrm>
                <a:custGeom>
                  <a:avLst/>
                  <a:gdLst/>
                  <a:ahLst/>
                  <a:cxnLst/>
                  <a:rect l="l" t="t" r="r" b="b"/>
                  <a:pathLst>
                    <a:path w="141351" h="160150" extrusionOk="0">
                      <a:moveTo>
                        <a:pt x="571" y="68044"/>
                      </a:moveTo>
                      <a:lnTo>
                        <a:pt x="0" y="65282"/>
                      </a:lnTo>
                      <a:lnTo>
                        <a:pt x="1429" y="67282"/>
                      </a:lnTo>
                      <a:lnTo>
                        <a:pt x="476" y="68044"/>
                      </a:lnTo>
                      <a:close/>
                      <a:moveTo>
                        <a:pt x="11049" y="88904"/>
                      </a:moveTo>
                      <a:cubicBezTo>
                        <a:pt x="11049" y="88904"/>
                        <a:pt x="12192" y="89190"/>
                        <a:pt x="13240" y="89761"/>
                      </a:cubicBezTo>
                      <a:lnTo>
                        <a:pt x="11049" y="91190"/>
                      </a:lnTo>
                      <a:lnTo>
                        <a:pt x="11049" y="88809"/>
                      </a:lnTo>
                      <a:close/>
                      <a:moveTo>
                        <a:pt x="15907" y="39660"/>
                      </a:moveTo>
                      <a:cubicBezTo>
                        <a:pt x="15335" y="40231"/>
                        <a:pt x="14859" y="40517"/>
                        <a:pt x="14478" y="40517"/>
                      </a:cubicBezTo>
                      <a:cubicBezTo>
                        <a:pt x="14097" y="40517"/>
                        <a:pt x="13811" y="40041"/>
                        <a:pt x="13621" y="39088"/>
                      </a:cubicBezTo>
                      <a:lnTo>
                        <a:pt x="13240" y="36897"/>
                      </a:lnTo>
                      <a:lnTo>
                        <a:pt x="15907" y="39660"/>
                      </a:lnTo>
                      <a:close/>
                      <a:moveTo>
                        <a:pt x="18765" y="43946"/>
                      </a:moveTo>
                      <a:lnTo>
                        <a:pt x="19336" y="40517"/>
                      </a:lnTo>
                      <a:lnTo>
                        <a:pt x="21336" y="43946"/>
                      </a:lnTo>
                      <a:lnTo>
                        <a:pt x="18765" y="43946"/>
                      </a:lnTo>
                      <a:close/>
                      <a:moveTo>
                        <a:pt x="23622" y="35469"/>
                      </a:moveTo>
                      <a:cubicBezTo>
                        <a:pt x="23527" y="34516"/>
                        <a:pt x="22765" y="33754"/>
                        <a:pt x="21336" y="33278"/>
                      </a:cubicBezTo>
                      <a:cubicBezTo>
                        <a:pt x="19908" y="32802"/>
                        <a:pt x="19241" y="32040"/>
                        <a:pt x="19336" y="31087"/>
                      </a:cubicBezTo>
                      <a:cubicBezTo>
                        <a:pt x="20193" y="30897"/>
                        <a:pt x="20955" y="31087"/>
                        <a:pt x="21622" y="32040"/>
                      </a:cubicBezTo>
                      <a:cubicBezTo>
                        <a:pt x="22860" y="33373"/>
                        <a:pt x="23527" y="34040"/>
                        <a:pt x="23622" y="34040"/>
                      </a:cubicBezTo>
                      <a:lnTo>
                        <a:pt x="23622" y="35469"/>
                      </a:lnTo>
                      <a:close/>
                      <a:moveTo>
                        <a:pt x="24765" y="42517"/>
                      </a:moveTo>
                      <a:lnTo>
                        <a:pt x="22765" y="42517"/>
                      </a:lnTo>
                      <a:cubicBezTo>
                        <a:pt x="22574" y="41946"/>
                        <a:pt x="22860" y="41469"/>
                        <a:pt x="23622" y="41088"/>
                      </a:cubicBezTo>
                      <a:cubicBezTo>
                        <a:pt x="24289" y="40707"/>
                        <a:pt x="24575" y="40898"/>
                        <a:pt x="24765" y="41565"/>
                      </a:cubicBezTo>
                      <a:lnTo>
                        <a:pt x="24765" y="42517"/>
                      </a:lnTo>
                      <a:close/>
                      <a:moveTo>
                        <a:pt x="22765" y="104239"/>
                      </a:moveTo>
                      <a:lnTo>
                        <a:pt x="24193" y="102239"/>
                      </a:lnTo>
                      <a:cubicBezTo>
                        <a:pt x="24193" y="103477"/>
                        <a:pt x="24003" y="104144"/>
                        <a:pt x="23622" y="104239"/>
                      </a:cubicBezTo>
                      <a:lnTo>
                        <a:pt x="22765" y="104239"/>
                      </a:lnTo>
                      <a:close/>
                      <a:moveTo>
                        <a:pt x="23622" y="95190"/>
                      </a:moveTo>
                      <a:cubicBezTo>
                        <a:pt x="23432" y="94238"/>
                        <a:pt x="24289" y="93762"/>
                        <a:pt x="26098" y="93762"/>
                      </a:cubicBezTo>
                      <a:cubicBezTo>
                        <a:pt x="26384" y="94428"/>
                        <a:pt x="26194" y="94809"/>
                        <a:pt x="25622" y="95190"/>
                      </a:cubicBezTo>
                      <a:lnTo>
                        <a:pt x="23622" y="95190"/>
                      </a:lnTo>
                      <a:close/>
                      <a:moveTo>
                        <a:pt x="139637" y="139005"/>
                      </a:moveTo>
                      <a:cubicBezTo>
                        <a:pt x="138779" y="141577"/>
                        <a:pt x="139065" y="147864"/>
                        <a:pt x="140589" y="157865"/>
                      </a:cubicBezTo>
                      <a:cubicBezTo>
                        <a:pt x="140018" y="159294"/>
                        <a:pt x="138970" y="160056"/>
                        <a:pt x="137636" y="160056"/>
                      </a:cubicBezTo>
                      <a:cubicBezTo>
                        <a:pt x="136874" y="160056"/>
                        <a:pt x="135922" y="159865"/>
                        <a:pt x="134398" y="159389"/>
                      </a:cubicBezTo>
                      <a:cubicBezTo>
                        <a:pt x="132969" y="158913"/>
                        <a:pt x="131922" y="158627"/>
                        <a:pt x="131159" y="158627"/>
                      </a:cubicBezTo>
                      <a:cubicBezTo>
                        <a:pt x="128778" y="159198"/>
                        <a:pt x="125825" y="159580"/>
                        <a:pt x="122301" y="159580"/>
                      </a:cubicBezTo>
                      <a:cubicBezTo>
                        <a:pt x="118777" y="159580"/>
                        <a:pt x="115538" y="159294"/>
                        <a:pt x="112681" y="158627"/>
                      </a:cubicBezTo>
                      <a:cubicBezTo>
                        <a:pt x="109918" y="153007"/>
                        <a:pt x="108490" y="147768"/>
                        <a:pt x="108490" y="142911"/>
                      </a:cubicBezTo>
                      <a:cubicBezTo>
                        <a:pt x="108490" y="140244"/>
                        <a:pt x="108966" y="137863"/>
                        <a:pt x="109728" y="135672"/>
                      </a:cubicBezTo>
                      <a:lnTo>
                        <a:pt x="110300" y="135672"/>
                      </a:lnTo>
                      <a:cubicBezTo>
                        <a:pt x="108490" y="134338"/>
                        <a:pt x="108014" y="131385"/>
                        <a:pt x="108871" y="126813"/>
                      </a:cubicBezTo>
                      <a:cubicBezTo>
                        <a:pt x="109728" y="122242"/>
                        <a:pt x="109538" y="119193"/>
                        <a:pt x="108299" y="117765"/>
                      </a:cubicBezTo>
                      <a:cubicBezTo>
                        <a:pt x="108871" y="115479"/>
                        <a:pt x="109157" y="111955"/>
                        <a:pt x="109061" y="107192"/>
                      </a:cubicBezTo>
                      <a:cubicBezTo>
                        <a:pt x="108871" y="102430"/>
                        <a:pt x="109061" y="98905"/>
                        <a:pt x="109728" y="96810"/>
                      </a:cubicBezTo>
                      <a:cubicBezTo>
                        <a:pt x="108585" y="96334"/>
                        <a:pt x="107632" y="96143"/>
                        <a:pt x="106871" y="96143"/>
                      </a:cubicBezTo>
                      <a:cubicBezTo>
                        <a:pt x="104299" y="96143"/>
                        <a:pt x="102108" y="98619"/>
                        <a:pt x="100013" y="103572"/>
                      </a:cubicBezTo>
                      <a:cubicBezTo>
                        <a:pt x="97346" y="109573"/>
                        <a:pt x="95345" y="113193"/>
                        <a:pt x="93822" y="114431"/>
                      </a:cubicBezTo>
                      <a:cubicBezTo>
                        <a:pt x="93536" y="114907"/>
                        <a:pt x="93440" y="115384"/>
                        <a:pt x="93440" y="115860"/>
                      </a:cubicBezTo>
                      <a:cubicBezTo>
                        <a:pt x="93440" y="116336"/>
                        <a:pt x="93726" y="116907"/>
                        <a:pt x="94202" y="117765"/>
                      </a:cubicBezTo>
                      <a:cubicBezTo>
                        <a:pt x="94679" y="118527"/>
                        <a:pt x="94965" y="119098"/>
                        <a:pt x="94965" y="119479"/>
                      </a:cubicBezTo>
                      <a:cubicBezTo>
                        <a:pt x="94965" y="119955"/>
                        <a:pt x="94679" y="120527"/>
                        <a:pt x="93916" y="121289"/>
                      </a:cubicBezTo>
                      <a:cubicBezTo>
                        <a:pt x="91440" y="122527"/>
                        <a:pt x="89821" y="123670"/>
                        <a:pt x="88868" y="124718"/>
                      </a:cubicBezTo>
                      <a:cubicBezTo>
                        <a:pt x="89725" y="125194"/>
                        <a:pt x="90202" y="125385"/>
                        <a:pt x="90297" y="125289"/>
                      </a:cubicBezTo>
                      <a:cubicBezTo>
                        <a:pt x="89821" y="126337"/>
                        <a:pt x="88487" y="127766"/>
                        <a:pt x="86487" y="129385"/>
                      </a:cubicBezTo>
                      <a:cubicBezTo>
                        <a:pt x="84106" y="131576"/>
                        <a:pt x="82582" y="133005"/>
                        <a:pt x="82010" y="133767"/>
                      </a:cubicBezTo>
                      <a:cubicBezTo>
                        <a:pt x="80200" y="132909"/>
                        <a:pt x="78677" y="130719"/>
                        <a:pt x="77343" y="127194"/>
                      </a:cubicBezTo>
                      <a:cubicBezTo>
                        <a:pt x="76009" y="123670"/>
                        <a:pt x="74105" y="121384"/>
                        <a:pt x="71533" y="120432"/>
                      </a:cubicBezTo>
                      <a:cubicBezTo>
                        <a:pt x="71914" y="119574"/>
                        <a:pt x="72104" y="118717"/>
                        <a:pt x="72104" y="117860"/>
                      </a:cubicBezTo>
                      <a:cubicBezTo>
                        <a:pt x="72104" y="116336"/>
                        <a:pt x="71247" y="114336"/>
                        <a:pt x="69532" y="111859"/>
                      </a:cubicBezTo>
                      <a:cubicBezTo>
                        <a:pt x="67628" y="108811"/>
                        <a:pt x="66484" y="106811"/>
                        <a:pt x="66104" y="105859"/>
                      </a:cubicBezTo>
                      <a:lnTo>
                        <a:pt x="67533" y="103001"/>
                      </a:lnTo>
                      <a:lnTo>
                        <a:pt x="60484" y="100429"/>
                      </a:lnTo>
                      <a:cubicBezTo>
                        <a:pt x="60484" y="100429"/>
                        <a:pt x="61246" y="99667"/>
                        <a:pt x="61722" y="99667"/>
                      </a:cubicBezTo>
                      <a:cubicBezTo>
                        <a:pt x="62389" y="99667"/>
                        <a:pt x="63341" y="100429"/>
                        <a:pt x="64580" y="101858"/>
                      </a:cubicBezTo>
                      <a:cubicBezTo>
                        <a:pt x="64580" y="97191"/>
                        <a:pt x="62484" y="93381"/>
                        <a:pt x="58484" y="90428"/>
                      </a:cubicBezTo>
                      <a:cubicBezTo>
                        <a:pt x="57245" y="91666"/>
                        <a:pt x="56674" y="93952"/>
                        <a:pt x="56769" y="97286"/>
                      </a:cubicBezTo>
                      <a:cubicBezTo>
                        <a:pt x="56769" y="100715"/>
                        <a:pt x="56293" y="102906"/>
                        <a:pt x="55055" y="103858"/>
                      </a:cubicBezTo>
                      <a:lnTo>
                        <a:pt x="54102" y="103001"/>
                      </a:lnTo>
                      <a:lnTo>
                        <a:pt x="53530" y="103858"/>
                      </a:lnTo>
                      <a:cubicBezTo>
                        <a:pt x="55436" y="105192"/>
                        <a:pt x="56483" y="107382"/>
                        <a:pt x="56483" y="110526"/>
                      </a:cubicBezTo>
                      <a:cubicBezTo>
                        <a:pt x="56483" y="111002"/>
                        <a:pt x="56483" y="111859"/>
                        <a:pt x="56293" y="113097"/>
                      </a:cubicBezTo>
                      <a:lnTo>
                        <a:pt x="56293" y="115479"/>
                      </a:lnTo>
                      <a:cubicBezTo>
                        <a:pt x="56293" y="117288"/>
                        <a:pt x="56579" y="118717"/>
                        <a:pt x="57055" y="119765"/>
                      </a:cubicBezTo>
                      <a:cubicBezTo>
                        <a:pt x="56579" y="121384"/>
                        <a:pt x="56293" y="123765"/>
                        <a:pt x="56293" y="127004"/>
                      </a:cubicBezTo>
                      <a:cubicBezTo>
                        <a:pt x="56293" y="130242"/>
                        <a:pt x="56007" y="132719"/>
                        <a:pt x="55626" y="134243"/>
                      </a:cubicBezTo>
                      <a:cubicBezTo>
                        <a:pt x="55722" y="135100"/>
                        <a:pt x="55912" y="136529"/>
                        <a:pt x="56293" y="138624"/>
                      </a:cubicBezTo>
                      <a:cubicBezTo>
                        <a:pt x="56674" y="140720"/>
                        <a:pt x="56865" y="142149"/>
                        <a:pt x="56865" y="143197"/>
                      </a:cubicBezTo>
                      <a:cubicBezTo>
                        <a:pt x="56865" y="144435"/>
                        <a:pt x="56579" y="145482"/>
                        <a:pt x="56102" y="146244"/>
                      </a:cubicBezTo>
                      <a:lnTo>
                        <a:pt x="57531" y="147673"/>
                      </a:lnTo>
                      <a:lnTo>
                        <a:pt x="56102" y="147673"/>
                      </a:lnTo>
                      <a:cubicBezTo>
                        <a:pt x="56293" y="148530"/>
                        <a:pt x="56293" y="149388"/>
                        <a:pt x="56293" y="150340"/>
                      </a:cubicBezTo>
                      <a:cubicBezTo>
                        <a:pt x="56293" y="155293"/>
                        <a:pt x="54388" y="158532"/>
                        <a:pt x="50673" y="160151"/>
                      </a:cubicBezTo>
                      <a:cubicBezTo>
                        <a:pt x="46768" y="159770"/>
                        <a:pt x="42767" y="159484"/>
                        <a:pt x="38767" y="159198"/>
                      </a:cubicBezTo>
                      <a:cubicBezTo>
                        <a:pt x="33718" y="158722"/>
                        <a:pt x="30004" y="157389"/>
                        <a:pt x="27718" y="155007"/>
                      </a:cubicBezTo>
                      <a:cubicBezTo>
                        <a:pt x="27908" y="146721"/>
                        <a:pt x="27718" y="133576"/>
                        <a:pt x="27241" y="115574"/>
                      </a:cubicBezTo>
                      <a:lnTo>
                        <a:pt x="29242" y="113383"/>
                      </a:lnTo>
                      <a:cubicBezTo>
                        <a:pt x="28290" y="112526"/>
                        <a:pt x="27813" y="111478"/>
                        <a:pt x="27813" y="109954"/>
                      </a:cubicBezTo>
                      <a:cubicBezTo>
                        <a:pt x="27813" y="109383"/>
                        <a:pt x="28004" y="108335"/>
                        <a:pt x="28290" y="106906"/>
                      </a:cubicBezTo>
                      <a:cubicBezTo>
                        <a:pt x="28575" y="105477"/>
                        <a:pt x="28766" y="104430"/>
                        <a:pt x="28766" y="103858"/>
                      </a:cubicBezTo>
                      <a:cubicBezTo>
                        <a:pt x="28766" y="102430"/>
                        <a:pt x="28290" y="101286"/>
                        <a:pt x="27337" y="100429"/>
                      </a:cubicBezTo>
                      <a:lnTo>
                        <a:pt x="27813" y="84522"/>
                      </a:lnTo>
                      <a:cubicBezTo>
                        <a:pt x="28670" y="83951"/>
                        <a:pt x="29051" y="83094"/>
                        <a:pt x="29051" y="81951"/>
                      </a:cubicBezTo>
                      <a:cubicBezTo>
                        <a:pt x="29051" y="81093"/>
                        <a:pt x="28670" y="79760"/>
                        <a:pt x="27813" y="77855"/>
                      </a:cubicBezTo>
                      <a:cubicBezTo>
                        <a:pt x="26956" y="75950"/>
                        <a:pt x="26480" y="74712"/>
                        <a:pt x="26384" y="73950"/>
                      </a:cubicBezTo>
                      <a:cubicBezTo>
                        <a:pt x="27527" y="72045"/>
                        <a:pt x="28004" y="69663"/>
                        <a:pt x="28004" y="66901"/>
                      </a:cubicBezTo>
                      <a:cubicBezTo>
                        <a:pt x="28004" y="62043"/>
                        <a:pt x="27813" y="59472"/>
                        <a:pt x="27813" y="59091"/>
                      </a:cubicBezTo>
                      <a:cubicBezTo>
                        <a:pt x="29146" y="59091"/>
                        <a:pt x="29813" y="58900"/>
                        <a:pt x="30004" y="58614"/>
                      </a:cubicBezTo>
                      <a:cubicBezTo>
                        <a:pt x="30004" y="57852"/>
                        <a:pt x="29813" y="57471"/>
                        <a:pt x="29433" y="57376"/>
                      </a:cubicBezTo>
                      <a:lnTo>
                        <a:pt x="28194" y="57567"/>
                      </a:lnTo>
                      <a:cubicBezTo>
                        <a:pt x="27718" y="57662"/>
                        <a:pt x="27432" y="57567"/>
                        <a:pt x="27337" y="57186"/>
                      </a:cubicBezTo>
                      <a:cubicBezTo>
                        <a:pt x="27432" y="55947"/>
                        <a:pt x="28004" y="55662"/>
                        <a:pt x="29146" y="56138"/>
                      </a:cubicBezTo>
                      <a:cubicBezTo>
                        <a:pt x="30289" y="56709"/>
                        <a:pt x="31052" y="56519"/>
                        <a:pt x="31528" y="55662"/>
                      </a:cubicBezTo>
                      <a:lnTo>
                        <a:pt x="32099" y="58043"/>
                      </a:lnTo>
                      <a:cubicBezTo>
                        <a:pt x="32481" y="57567"/>
                        <a:pt x="32766" y="57376"/>
                        <a:pt x="33147" y="57376"/>
                      </a:cubicBezTo>
                      <a:cubicBezTo>
                        <a:pt x="33338" y="57376"/>
                        <a:pt x="33528" y="57376"/>
                        <a:pt x="33814" y="57662"/>
                      </a:cubicBezTo>
                      <a:cubicBezTo>
                        <a:pt x="34100" y="57852"/>
                        <a:pt x="34290" y="57948"/>
                        <a:pt x="34385" y="57948"/>
                      </a:cubicBezTo>
                      <a:cubicBezTo>
                        <a:pt x="34671" y="57948"/>
                        <a:pt x="34766" y="57567"/>
                        <a:pt x="34957" y="56709"/>
                      </a:cubicBezTo>
                      <a:lnTo>
                        <a:pt x="33528" y="55281"/>
                      </a:lnTo>
                      <a:cubicBezTo>
                        <a:pt x="34195" y="55376"/>
                        <a:pt x="34862" y="55852"/>
                        <a:pt x="35719" y="56709"/>
                      </a:cubicBezTo>
                      <a:cubicBezTo>
                        <a:pt x="36481" y="57567"/>
                        <a:pt x="37338" y="58043"/>
                        <a:pt x="37909" y="58138"/>
                      </a:cubicBezTo>
                      <a:cubicBezTo>
                        <a:pt x="37909" y="57852"/>
                        <a:pt x="38100" y="57567"/>
                        <a:pt x="38576" y="57090"/>
                      </a:cubicBezTo>
                      <a:cubicBezTo>
                        <a:pt x="38958" y="56614"/>
                        <a:pt x="39148" y="56138"/>
                        <a:pt x="39053" y="55852"/>
                      </a:cubicBezTo>
                      <a:lnTo>
                        <a:pt x="38291" y="55662"/>
                      </a:lnTo>
                      <a:cubicBezTo>
                        <a:pt x="38291" y="55662"/>
                        <a:pt x="39338" y="54995"/>
                        <a:pt x="40100" y="54138"/>
                      </a:cubicBezTo>
                      <a:cubicBezTo>
                        <a:pt x="40862" y="53185"/>
                        <a:pt x="41434" y="52709"/>
                        <a:pt x="42100" y="52709"/>
                      </a:cubicBezTo>
                      <a:cubicBezTo>
                        <a:pt x="42482" y="52709"/>
                        <a:pt x="42863" y="52899"/>
                        <a:pt x="43339" y="53280"/>
                      </a:cubicBezTo>
                      <a:lnTo>
                        <a:pt x="41910" y="51661"/>
                      </a:lnTo>
                      <a:cubicBezTo>
                        <a:pt x="42672" y="51280"/>
                        <a:pt x="42767" y="50804"/>
                        <a:pt x="42386" y="50232"/>
                      </a:cubicBezTo>
                      <a:cubicBezTo>
                        <a:pt x="41434" y="50423"/>
                        <a:pt x="40481" y="50423"/>
                        <a:pt x="39529" y="50423"/>
                      </a:cubicBezTo>
                      <a:cubicBezTo>
                        <a:pt x="38195" y="50423"/>
                        <a:pt x="36672" y="50137"/>
                        <a:pt x="34862" y="49661"/>
                      </a:cubicBezTo>
                      <a:cubicBezTo>
                        <a:pt x="32481" y="48899"/>
                        <a:pt x="30671" y="48423"/>
                        <a:pt x="29433" y="48232"/>
                      </a:cubicBezTo>
                      <a:lnTo>
                        <a:pt x="30861" y="51661"/>
                      </a:lnTo>
                      <a:lnTo>
                        <a:pt x="27432" y="51661"/>
                      </a:lnTo>
                      <a:lnTo>
                        <a:pt x="29433" y="51090"/>
                      </a:lnTo>
                      <a:cubicBezTo>
                        <a:pt x="28956" y="49756"/>
                        <a:pt x="28670" y="48042"/>
                        <a:pt x="28670" y="45851"/>
                      </a:cubicBezTo>
                      <a:cubicBezTo>
                        <a:pt x="28670" y="43660"/>
                        <a:pt x="28384" y="42136"/>
                        <a:pt x="28004" y="41374"/>
                      </a:cubicBezTo>
                      <a:cubicBezTo>
                        <a:pt x="27432" y="39469"/>
                        <a:pt x="28099" y="38231"/>
                        <a:pt x="30194" y="37755"/>
                      </a:cubicBezTo>
                      <a:cubicBezTo>
                        <a:pt x="28384" y="35755"/>
                        <a:pt x="27527" y="33373"/>
                        <a:pt x="27527" y="30325"/>
                      </a:cubicBezTo>
                      <a:cubicBezTo>
                        <a:pt x="27527" y="28992"/>
                        <a:pt x="27718" y="26801"/>
                        <a:pt x="28194" y="23848"/>
                      </a:cubicBezTo>
                      <a:cubicBezTo>
                        <a:pt x="28670" y="20800"/>
                        <a:pt x="28861" y="18514"/>
                        <a:pt x="28766" y="16990"/>
                      </a:cubicBezTo>
                      <a:cubicBezTo>
                        <a:pt x="33528" y="15657"/>
                        <a:pt x="39148" y="14990"/>
                        <a:pt x="45434" y="14990"/>
                      </a:cubicBezTo>
                      <a:cubicBezTo>
                        <a:pt x="48196" y="14990"/>
                        <a:pt x="50578" y="15180"/>
                        <a:pt x="52483" y="15561"/>
                      </a:cubicBezTo>
                      <a:lnTo>
                        <a:pt x="57912" y="19943"/>
                      </a:lnTo>
                      <a:lnTo>
                        <a:pt x="57341" y="20514"/>
                      </a:lnTo>
                      <a:cubicBezTo>
                        <a:pt x="58864" y="21276"/>
                        <a:pt x="60103" y="22896"/>
                        <a:pt x="60960" y="25372"/>
                      </a:cubicBezTo>
                      <a:lnTo>
                        <a:pt x="62865" y="31563"/>
                      </a:lnTo>
                      <a:cubicBezTo>
                        <a:pt x="65437" y="33278"/>
                        <a:pt x="67342" y="37183"/>
                        <a:pt x="68771" y="43279"/>
                      </a:cubicBezTo>
                      <a:cubicBezTo>
                        <a:pt x="70104" y="49375"/>
                        <a:pt x="72390" y="53471"/>
                        <a:pt x="75438" y="55376"/>
                      </a:cubicBezTo>
                      <a:cubicBezTo>
                        <a:pt x="76581" y="58138"/>
                        <a:pt x="78105" y="62520"/>
                        <a:pt x="79724" y="68425"/>
                      </a:cubicBezTo>
                      <a:cubicBezTo>
                        <a:pt x="80582" y="68425"/>
                        <a:pt x="80963" y="68616"/>
                        <a:pt x="80963" y="68997"/>
                      </a:cubicBezTo>
                      <a:cubicBezTo>
                        <a:pt x="80963" y="69282"/>
                        <a:pt x="80772" y="69568"/>
                        <a:pt x="80486" y="69949"/>
                      </a:cubicBezTo>
                      <a:cubicBezTo>
                        <a:pt x="80200" y="70426"/>
                        <a:pt x="80010" y="70711"/>
                        <a:pt x="80010" y="70902"/>
                      </a:cubicBezTo>
                      <a:cubicBezTo>
                        <a:pt x="80010" y="71283"/>
                        <a:pt x="80296" y="71568"/>
                        <a:pt x="80677" y="71854"/>
                      </a:cubicBezTo>
                      <a:cubicBezTo>
                        <a:pt x="84106" y="69092"/>
                        <a:pt x="86106" y="67377"/>
                        <a:pt x="86678" y="66806"/>
                      </a:cubicBezTo>
                      <a:cubicBezTo>
                        <a:pt x="88487" y="65092"/>
                        <a:pt x="90011" y="63186"/>
                        <a:pt x="91250" y="60805"/>
                      </a:cubicBezTo>
                      <a:lnTo>
                        <a:pt x="88487" y="59376"/>
                      </a:lnTo>
                      <a:cubicBezTo>
                        <a:pt x="88487" y="58805"/>
                        <a:pt x="89535" y="58234"/>
                        <a:pt x="91440" y="57757"/>
                      </a:cubicBezTo>
                      <a:cubicBezTo>
                        <a:pt x="93440" y="57281"/>
                        <a:pt x="94488" y="56233"/>
                        <a:pt x="94583" y="54709"/>
                      </a:cubicBezTo>
                      <a:cubicBezTo>
                        <a:pt x="93916" y="53947"/>
                        <a:pt x="93631" y="53280"/>
                        <a:pt x="93631" y="52518"/>
                      </a:cubicBezTo>
                      <a:cubicBezTo>
                        <a:pt x="93631" y="51661"/>
                        <a:pt x="94488" y="50423"/>
                        <a:pt x="96203" y="48804"/>
                      </a:cubicBezTo>
                      <a:cubicBezTo>
                        <a:pt x="97822" y="47184"/>
                        <a:pt x="98774" y="45851"/>
                        <a:pt x="98870" y="44898"/>
                      </a:cubicBezTo>
                      <a:lnTo>
                        <a:pt x="98012" y="44327"/>
                      </a:lnTo>
                      <a:cubicBezTo>
                        <a:pt x="98965" y="43470"/>
                        <a:pt x="99917" y="42041"/>
                        <a:pt x="100965" y="40041"/>
                      </a:cubicBezTo>
                      <a:cubicBezTo>
                        <a:pt x="100203" y="39660"/>
                        <a:pt x="99822" y="39184"/>
                        <a:pt x="99822" y="38612"/>
                      </a:cubicBezTo>
                      <a:cubicBezTo>
                        <a:pt x="99822" y="38326"/>
                        <a:pt x="100013" y="37945"/>
                        <a:pt x="100393" y="37183"/>
                      </a:cubicBezTo>
                      <a:cubicBezTo>
                        <a:pt x="100775" y="36517"/>
                        <a:pt x="100965" y="36135"/>
                        <a:pt x="100965" y="35850"/>
                      </a:cubicBezTo>
                      <a:cubicBezTo>
                        <a:pt x="101346" y="36135"/>
                        <a:pt x="101822" y="36231"/>
                        <a:pt x="102203" y="36231"/>
                      </a:cubicBezTo>
                      <a:cubicBezTo>
                        <a:pt x="102870" y="36231"/>
                        <a:pt x="103441" y="35278"/>
                        <a:pt x="103918" y="33468"/>
                      </a:cubicBezTo>
                      <a:cubicBezTo>
                        <a:pt x="104299" y="31659"/>
                        <a:pt x="105251" y="30611"/>
                        <a:pt x="106585" y="30421"/>
                      </a:cubicBezTo>
                      <a:cubicBezTo>
                        <a:pt x="106299" y="29944"/>
                        <a:pt x="106204" y="29373"/>
                        <a:pt x="106204" y="28801"/>
                      </a:cubicBezTo>
                      <a:cubicBezTo>
                        <a:pt x="106204" y="27372"/>
                        <a:pt x="107347" y="25372"/>
                        <a:pt x="109442" y="22705"/>
                      </a:cubicBezTo>
                      <a:lnTo>
                        <a:pt x="108014" y="21276"/>
                      </a:lnTo>
                      <a:cubicBezTo>
                        <a:pt x="108395" y="20514"/>
                        <a:pt x="108585" y="20134"/>
                        <a:pt x="108585" y="20038"/>
                      </a:cubicBezTo>
                      <a:cubicBezTo>
                        <a:pt x="109347" y="20896"/>
                        <a:pt x="110014" y="21276"/>
                        <a:pt x="110776" y="21276"/>
                      </a:cubicBezTo>
                      <a:cubicBezTo>
                        <a:pt x="111443" y="21276"/>
                        <a:pt x="112586" y="20229"/>
                        <a:pt x="114109" y="18133"/>
                      </a:cubicBezTo>
                      <a:cubicBezTo>
                        <a:pt x="115634" y="16038"/>
                        <a:pt x="117062" y="14990"/>
                        <a:pt x="118396" y="15180"/>
                      </a:cubicBezTo>
                      <a:cubicBezTo>
                        <a:pt x="127635" y="14704"/>
                        <a:pt x="134684" y="15561"/>
                        <a:pt x="139351" y="17657"/>
                      </a:cubicBezTo>
                      <a:cubicBezTo>
                        <a:pt x="140303" y="23848"/>
                        <a:pt x="140684" y="28134"/>
                        <a:pt x="140684" y="30516"/>
                      </a:cubicBezTo>
                      <a:cubicBezTo>
                        <a:pt x="140684" y="33849"/>
                        <a:pt x="140303" y="37088"/>
                        <a:pt x="139351" y="40136"/>
                      </a:cubicBezTo>
                      <a:lnTo>
                        <a:pt x="141351" y="41565"/>
                      </a:lnTo>
                      <a:cubicBezTo>
                        <a:pt x="140303" y="54233"/>
                        <a:pt x="139732" y="70330"/>
                        <a:pt x="139922" y="89856"/>
                      </a:cubicBezTo>
                      <a:lnTo>
                        <a:pt x="139922" y="139386"/>
                      </a:lnTo>
                      <a:close/>
                      <a:moveTo>
                        <a:pt x="34671" y="66806"/>
                      </a:moveTo>
                      <a:lnTo>
                        <a:pt x="34671" y="65377"/>
                      </a:lnTo>
                      <a:lnTo>
                        <a:pt x="31814" y="66806"/>
                      </a:lnTo>
                      <a:lnTo>
                        <a:pt x="34671" y="66806"/>
                      </a:lnTo>
                      <a:close/>
                      <a:moveTo>
                        <a:pt x="37909" y="55471"/>
                      </a:moveTo>
                      <a:cubicBezTo>
                        <a:pt x="37433" y="55471"/>
                        <a:pt x="36957" y="55281"/>
                        <a:pt x="36672" y="55090"/>
                      </a:cubicBezTo>
                      <a:lnTo>
                        <a:pt x="37909" y="55471"/>
                      </a:lnTo>
                      <a:close/>
                      <a:moveTo>
                        <a:pt x="38671" y="19657"/>
                      </a:moveTo>
                      <a:lnTo>
                        <a:pt x="38100" y="22324"/>
                      </a:lnTo>
                      <a:lnTo>
                        <a:pt x="39529" y="22324"/>
                      </a:lnTo>
                      <a:lnTo>
                        <a:pt x="38671" y="19657"/>
                      </a:lnTo>
                      <a:close/>
                      <a:moveTo>
                        <a:pt x="43529" y="28515"/>
                      </a:moveTo>
                      <a:cubicBezTo>
                        <a:pt x="43529" y="28515"/>
                        <a:pt x="44101" y="28325"/>
                        <a:pt x="44387" y="27753"/>
                      </a:cubicBezTo>
                      <a:cubicBezTo>
                        <a:pt x="44005" y="28134"/>
                        <a:pt x="43720" y="28325"/>
                        <a:pt x="43529" y="28515"/>
                      </a:cubicBezTo>
                      <a:cubicBezTo>
                        <a:pt x="43149" y="28515"/>
                        <a:pt x="42672" y="28325"/>
                        <a:pt x="41910" y="27849"/>
                      </a:cubicBezTo>
                      <a:cubicBezTo>
                        <a:pt x="41243" y="27372"/>
                        <a:pt x="40767" y="27182"/>
                        <a:pt x="40386" y="27182"/>
                      </a:cubicBezTo>
                      <a:cubicBezTo>
                        <a:pt x="40005" y="27182"/>
                        <a:pt x="39719" y="27372"/>
                        <a:pt x="39434" y="27753"/>
                      </a:cubicBezTo>
                      <a:cubicBezTo>
                        <a:pt x="40767" y="28896"/>
                        <a:pt x="42100" y="29087"/>
                        <a:pt x="43434" y="28515"/>
                      </a:cubicBezTo>
                      <a:close/>
                      <a:moveTo>
                        <a:pt x="53435" y="59091"/>
                      </a:moveTo>
                      <a:cubicBezTo>
                        <a:pt x="53435" y="59091"/>
                        <a:pt x="54007" y="58329"/>
                        <a:pt x="54007" y="57090"/>
                      </a:cubicBezTo>
                      <a:cubicBezTo>
                        <a:pt x="52959" y="56043"/>
                        <a:pt x="52292" y="55567"/>
                        <a:pt x="52007" y="55662"/>
                      </a:cubicBezTo>
                      <a:cubicBezTo>
                        <a:pt x="51531" y="56043"/>
                        <a:pt x="51245" y="56424"/>
                        <a:pt x="51245" y="56900"/>
                      </a:cubicBezTo>
                      <a:cubicBezTo>
                        <a:pt x="51245" y="58329"/>
                        <a:pt x="52007" y="59091"/>
                        <a:pt x="53435" y="59091"/>
                      </a:cubicBezTo>
                      <a:close/>
                      <a:moveTo>
                        <a:pt x="53435" y="24420"/>
                      </a:moveTo>
                      <a:cubicBezTo>
                        <a:pt x="52674" y="24705"/>
                        <a:pt x="52292" y="25182"/>
                        <a:pt x="52007" y="26039"/>
                      </a:cubicBezTo>
                      <a:cubicBezTo>
                        <a:pt x="51625" y="26896"/>
                        <a:pt x="51625" y="27468"/>
                        <a:pt x="52007" y="27849"/>
                      </a:cubicBezTo>
                      <a:lnTo>
                        <a:pt x="53435" y="24420"/>
                      </a:lnTo>
                      <a:close/>
                      <a:moveTo>
                        <a:pt x="54007" y="37088"/>
                      </a:moveTo>
                      <a:cubicBezTo>
                        <a:pt x="54959" y="35755"/>
                        <a:pt x="55531" y="35088"/>
                        <a:pt x="55531" y="34897"/>
                      </a:cubicBezTo>
                      <a:lnTo>
                        <a:pt x="54007" y="34897"/>
                      </a:lnTo>
                      <a:lnTo>
                        <a:pt x="54007" y="37088"/>
                      </a:lnTo>
                      <a:close/>
                      <a:moveTo>
                        <a:pt x="58769" y="16800"/>
                      </a:moveTo>
                      <a:cubicBezTo>
                        <a:pt x="58769" y="16800"/>
                        <a:pt x="58008" y="16895"/>
                        <a:pt x="57531" y="16800"/>
                      </a:cubicBezTo>
                      <a:lnTo>
                        <a:pt x="58769" y="16800"/>
                      </a:lnTo>
                      <a:close/>
                      <a:moveTo>
                        <a:pt x="58769" y="16800"/>
                      </a:moveTo>
                      <a:lnTo>
                        <a:pt x="60389" y="16228"/>
                      </a:lnTo>
                      <a:cubicBezTo>
                        <a:pt x="60389" y="16228"/>
                        <a:pt x="59817" y="16800"/>
                        <a:pt x="58769" y="16800"/>
                      </a:cubicBezTo>
                      <a:close/>
                      <a:moveTo>
                        <a:pt x="61817" y="87856"/>
                      </a:moveTo>
                      <a:lnTo>
                        <a:pt x="66008" y="86332"/>
                      </a:lnTo>
                      <a:lnTo>
                        <a:pt x="62579" y="86332"/>
                      </a:lnTo>
                      <a:lnTo>
                        <a:pt x="61913" y="87856"/>
                      </a:lnTo>
                      <a:close/>
                      <a:moveTo>
                        <a:pt x="63627" y="798"/>
                      </a:moveTo>
                      <a:cubicBezTo>
                        <a:pt x="63627" y="798"/>
                        <a:pt x="62960" y="893"/>
                        <a:pt x="62484" y="798"/>
                      </a:cubicBezTo>
                      <a:lnTo>
                        <a:pt x="63627" y="798"/>
                      </a:lnTo>
                      <a:close/>
                      <a:moveTo>
                        <a:pt x="63627" y="798"/>
                      </a:moveTo>
                      <a:cubicBezTo>
                        <a:pt x="63627" y="798"/>
                        <a:pt x="64103" y="607"/>
                        <a:pt x="64484" y="321"/>
                      </a:cubicBezTo>
                      <a:cubicBezTo>
                        <a:pt x="64961" y="36"/>
                        <a:pt x="65341" y="-60"/>
                        <a:pt x="65627" y="36"/>
                      </a:cubicBezTo>
                      <a:cubicBezTo>
                        <a:pt x="66008" y="36"/>
                        <a:pt x="66294" y="226"/>
                        <a:pt x="66484" y="798"/>
                      </a:cubicBezTo>
                      <a:lnTo>
                        <a:pt x="63627" y="798"/>
                      </a:lnTo>
                      <a:close/>
                      <a:moveTo>
                        <a:pt x="68961" y="101763"/>
                      </a:moveTo>
                      <a:lnTo>
                        <a:pt x="68961" y="99381"/>
                      </a:lnTo>
                      <a:lnTo>
                        <a:pt x="67437" y="99381"/>
                      </a:lnTo>
                      <a:lnTo>
                        <a:pt x="68961" y="101763"/>
                      </a:lnTo>
                      <a:close/>
                      <a:moveTo>
                        <a:pt x="71438" y="102334"/>
                      </a:moveTo>
                      <a:cubicBezTo>
                        <a:pt x="72866" y="102810"/>
                        <a:pt x="73819" y="102334"/>
                        <a:pt x="74295" y="100905"/>
                      </a:cubicBezTo>
                      <a:cubicBezTo>
                        <a:pt x="73247" y="100905"/>
                        <a:pt x="72580" y="100715"/>
                        <a:pt x="72295" y="100334"/>
                      </a:cubicBezTo>
                      <a:lnTo>
                        <a:pt x="72866" y="99477"/>
                      </a:lnTo>
                      <a:lnTo>
                        <a:pt x="71438" y="99477"/>
                      </a:lnTo>
                      <a:lnTo>
                        <a:pt x="71438" y="102430"/>
                      </a:lnTo>
                      <a:close/>
                      <a:moveTo>
                        <a:pt x="78486" y="50042"/>
                      </a:moveTo>
                      <a:cubicBezTo>
                        <a:pt x="77914" y="50042"/>
                        <a:pt x="77248" y="49661"/>
                        <a:pt x="76391" y="48804"/>
                      </a:cubicBezTo>
                      <a:cubicBezTo>
                        <a:pt x="75629" y="47946"/>
                        <a:pt x="74962" y="47565"/>
                        <a:pt x="74295" y="47565"/>
                      </a:cubicBezTo>
                      <a:lnTo>
                        <a:pt x="78486" y="46137"/>
                      </a:lnTo>
                      <a:lnTo>
                        <a:pt x="78486" y="50137"/>
                      </a:lnTo>
                      <a:close/>
                      <a:moveTo>
                        <a:pt x="77058" y="88999"/>
                      </a:moveTo>
                      <a:cubicBezTo>
                        <a:pt x="77058" y="88999"/>
                        <a:pt x="76486" y="88428"/>
                        <a:pt x="76295" y="88428"/>
                      </a:cubicBezTo>
                      <a:cubicBezTo>
                        <a:pt x="76295" y="87951"/>
                        <a:pt x="76676" y="87094"/>
                        <a:pt x="77629" y="85856"/>
                      </a:cubicBezTo>
                      <a:cubicBezTo>
                        <a:pt x="78677" y="84618"/>
                        <a:pt x="79248" y="83856"/>
                        <a:pt x="79343" y="83475"/>
                      </a:cubicBezTo>
                      <a:cubicBezTo>
                        <a:pt x="78010" y="83475"/>
                        <a:pt x="77058" y="83951"/>
                        <a:pt x="76391" y="84999"/>
                      </a:cubicBezTo>
                      <a:cubicBezTo>
                        <a:pt x="75724" y="86047"/>
                        <a:pt x="75533" y="87189"/>
                        <a:pt x="75819" y="88332"/>
                      </a:cubicBezTo>
                      <a:cubicBezTo>
                        <a:pt x="76105" y="88047"/>
                        <a:pt x="76200" y="88047"/>
                        <a:pt x="76295" y="88332"/>
                      </a:cubicBezTo>
                      <a:cubicBezTo>
                        <a:pt x="76295" y="88523"/>
                        <a:pt x="76581" y="88713"/>
                        <a:pt x="77058" y="88904"/>
                      </a:cubicBezTo>
                      <a:close/>
                      <a:moveTo>
                        <a:pt x="78486" y="42613"/>
                      </a:moveTo>
                      <a:cubicBezTo>
                        <a:pt x="77914" y="42898"/>
                        <a:pt x="77343" y="42613"/>
                        <a:pt x="76771" y="42136"/>
                      </a:cubicBezTo>
                      <a:cubicBezTo>
                        <a:pt x="76200" y="41660"/>
                        <a:pt x="76200" y="41088"/>
                        <a:pt x="76486" y="40612"/>
                      </a:cubicBezTo>
                      <a:lnTo>
                        <a:pt x="78486" y="40612"/>
                      </a:lnTo>
                      <a:lnTo>
                        <a:pt x="78486" y="42613"/>
                      </a:lnTo>
                      <a:close/>
                      <a:moveTo>
                        <a:pt x="84868" y="53661"/>
                      </a:moveTo>
                      <a:cubicBezTo>
                        <a:pt x="82487" y="54519"/>
                        <a:pt x="80772" y="54519"/>
                        <a:pt x="79915" y="53661"/>
                      </a:cubicBezTo>
                      <a:lnTo>
                        <a:pt x="81439" y="51471"/>
                      </a:lnTo>
                      <a:lnTo>
                        <a:pt x="84868" y="53661"/>
                      </a:lnTo>
                      <a:close/>
                      <a:moveTo>
                        <a:pt x="82868" y="39184"/>
                      </a:moveTo>
                      <a:cubicBezTo>
                        <a:pt x="82868" y="39184"/>
                        <a:pt x="81820" y="39755"/>
                        <a:pt x="80486" y="39755"/>
                      </a:cubicBezTo>
                      <a:lnTo>
                        <a:pt x="80486" y="36993"/>
                      </a:lnTo>
                      <a:lnTo>
                        <a:pt x="82868" y="39184"/>
                      </a:lnTo>
                      <a:close/>
                      <a:moveTo>
                        <a:pt x="82487" y="79379"/>
                      </a:moveTo>
                      <a:lnTo>
                        <a:pt x="86296" y="79379"/>
                      </a:lnTo>
                      <a:cubicBezTo>
                        <a:pt x="86296" y="78141"/>
                        <a:pt x="86011" y="77569"/>
                        <a:pt x="85534" y="77569"/>
                      </a:cubicBezTo>
                      <a:cubicBezTo>
                        <a:pt x="85630" y="77569"/>
                        <a:pt x="84582" y="78141"/>
                        <a:pt x="82391" y="79379"/>
                      </a:cubicBezTo>
                      <a:lnTo>
                        <a:pt x="81343" y="79379"/>
                      </a:lnTo>
                      <a:cubicBezTo>
                        <a:pt x="81534" y="79855"/>
                        <a:pt x="81915" y="79855"/>
                        <a:pt x="82391" y="79379"/>
                      </a:cubicBezTo>
                      <a:close/>
                      <a:moveTo>
                        <a:pt x="81439" y="100905"/>
                      </a:moveTo>
                      <a:cubicBezTo>
                        <a:pt x="82201" y="101001"/>
                        <a:pt x="82772" y="100524"/>
                        <a:pt x="83439" y="99381"/>
                      </a:cubicBezTo>
                      <a:cubicBezTo>
                        <a:pt x="84011" y="98238"/>
                        <a:pt x="84201" y="97381"/>
                        <a:pt x="83915" y="96714"/>
                      </a:cubicBezTo>
                      <a:cubicBezTo>
                        <a:pt x="83153" y="96810"/>
                        <a:pt x="82677" y="97476"/>
                        <a:pt x="82391" y="98619"/>
                      </a:cubicBezTo>
                      <a:cubicBezTo>
                        <a:pt x="82105" y="99763"/>
                        <a:pt x="81725" y="100524"/>
                        <a:pt x="81439" y="100905"/>
                      </a:cubicBezTo>
                      <a:close/>
                      <a:moveTo>
                        <a:pt x="84868" y="33564"/>
                      </a:moveTo>
                      <a:lnTo>
                        <a:pt x="82868" y="34802"/>
                      </a:lnTo>
                      <a:lnTo>
                        <a:pt x="81915" y="33564"/>
                      </a:lnTo>
                      <a:lnTo>
                        <a:pt x="84773" y="33564"/>
                      </a:lnTo>
                      <a:close/>
                      <a:moveTo>
                        <a:pt x="86868" y="23753"/>
                      </a:moveTo>
                      <a:lnTo>
                        <a:pt x="86868" y="24324"/>
                      </a:lnTo>
                      <a:lnTo>
                        <a:pt x="84868" y="21562"/>
                      </a:lnTo>
                      <a:lnTo>
                        <a:pt x="86868" y="23753"/>
                      </a:lnTo>
                      <a:close/>
                      <a:moveTo>
                        <a:pt x="86868" y="74997"/>
                      </a:moveTo>
                      <a:lnTo>
                        <a:pt x="86868" y="73950"/>
                      </a:lnTo>
                      <a:cubicBezTo>
                        <a:pt x="86487" y="73283"/>
                        <a:pt x="85820" y="73092"/>
                        <a:pt x="84868" y="73092"/>
                      </a:cubicBezTo>
                      <a:lnTo>
                        <a:pt x="86868" y="75093"/>
                      </a:lnTo>
                      <a:close/>
                      <a:moveTo>
                        <a:pt x="92488" y="49471"/>
                      </a:moveTo>
                      <a:lnTo>
                        <a:pt x="91821" y="50042"/>
                      </a:lnTo>
                      <a:lnTo>
                        <a:pt x="90392" y="46613"/>
                      </a:lnTo>
                      <a:lnTo>
                        <a:pt x="92583" y="49471"/>
                      </a:lnTo>
                      <a:close/>
                      <a:moveTo>
                        <a:pt x="92488" y="74997"/>
                      </a:moveTo>
                      <a:cubicBezTo>
                        <a:pt x="92964" y="74997"/>
                        <a:pt x="94107" y="75283"/>
                        <a:pt x="95917" y="75950"/>
                      </a:cubicBezTo>
                      <a:lnTo>
                        <a:pt x="95345" y="73950"/>
                      </a:lnTo>
                      <a:lnTo>
                        <a:pt x="92393" y="74997"/>
                      </a:lnTo>
                      <a:close/>
                      <a:moveTo>
                        <a:pt x="97441" y="40612"/>
                      </a:moveTo>
                      <a:lnTo>
                        <a:pt x="96869" y="41184"/>
                      </a:lnTo>
                      <a:lnTo>
                        <a:pt x="94583" y="39184"/>
                      </a:lnTo>
                      <a:cubicBezTo>
                        <a:pt x="95345" y="39184"/>
                        <a:pt x="96298" y="39660"/>
                        <a:pt x="97536" y="40612"/>
                      </a:cubicBezTo>
                      <a:close/>
                      <a:moveTo>
                        <a:pt x="98012" y="66139"/>
                      </a:moveTo>
                      <a:lnTo>
                        <a:pt x="98012" y="65377"/>
                      </a:lnTo>
                      <a:lnTo>
                        <a:pt x="96012" y="68139"/>
                      </a:lnTo>
                      <a:lnTo>
                        <a:pt x="98012" y="66139"/>
                      </a:lnTo>
                      <a:close/>
                      <a:moveTo>
                        <a:pt x="101441" y="46042"/>
                      </a:moveTo>
                      <a:lnTo>
                        <a:pt x="101441" y="44613"/>
                      </a:lnTo>
                      <a:lnTo>
                        <a:pt x="100299" y="47470"/>
                      </a:lnTo>
                      <a:lnTo>
                        <a:pt x="101441" y="46042"/>
                      </a:lnTo>
                      <a:close/>
                      <a:moveTo>
                        <a:pt x="107918" y="41660"/>
                      </a:moveTo>
                      <a:lnTo>
                        <a:pt x="109347" y="41660"/>
                      </a:lnTo>
                      <a:cubicBezTo>
                        <a:pt x="108585" y="40136"/>
                        <a:pt x="107442" y="38898"/>
                        <a:pt x="105728" y="38231"/>
                      </a:cubicBezTo>
                      <a:lnTo>
                        <a:pt x="108395" y="41088"/>
                      </a:lnTo>
                      <a:lnTo>
                        <a:pt x="107823" y="41565"/>
                      </a:lnTo>
                      <a:close/>
                      <a:moveTo>
                        <a:pt x="105728" y="74997"/>
                      </a:moveTo>
                      <a:lnTo>
                        <a:pt x="107918" y="72997"/>
                      </a:lnTo>
                      <a:lnTo>
                        <a:pt x="105728" y="72997"/>
                      </a:lnTo>
                      <a:lnTo>
                        <a:pt x="105728" y="74997"/>
                      </a:lnTo>
                      <a:close/>
                      <a:moveTo>
                        <a:pt x="113348" y="56519"/>
                      </a:moveTo>
                      <a:cubicBezTo>
                        <a:pt x="114395" y="56424"/>
                        <a:pt x="115443" y="56233"/>
                        <a:pt x="116491" y="56138"/>
                      </a:cubicBezTo>
                      <a:cubicBezTo>
                        <a:pt x="117539" y="56043"/>
                        <a:pt x="118300" y="55185"/>
                        <a:pt x="118777" y="53566"/>
                      </a:cubicBezTo>
                      <a:cubicBezTo>
                        <a:pt x="118586" y="53852"/>
                        <a:pt x="116777" y="54805"/>
                        <a:pt x="113348" y="56424"/>
                      </a:cubicBezTo>
                      <a:close/>
                      <a:moveTo>
                        <a:pt x="119729" y="21562"/>
                      </a:moveTo>
                      <a:lnTo>
                        <a:pt x="122491" y="22324"/>
                      </a:lnTo>
                      <a:cubicBezTo>
                        <a:pt x="121539" y="20610"/>
                        <a:pt x="121063" y="19752"/>
                        <a:pt x="121063" y="19657"/>
                      </a:cubicBezTo>
                      <a:lnTo>
                        <a:pt x="119825" y="21657"/>
                      </a:lnTo>
                      <a:close/>
                      <a:moveTo>
                        <a:pt x="120301" y="6417"/>
                      </a:moveTo>
                      <a:lnTo>
                        <a:pt x="121920" y="5655"/>
                      </a:lnTo>
                      <a:cubicBezTo>
                        <a:pt x="122491" y="5465"/>
                        <a:pt x="122968" y="5655"/>
                        <a:pt x="123349" y="6417"/>
                      </a:cubicBezTo>
                      <a:lnTo>
                        <a:pt x="120301" y="6417"/>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 name="Google Shape;1053;p99"/>
                <p:cNvSpPr/>
                <p:nvPr/>
              </p:nvSpPr>
              <p:spPr>
                <a:xfrm>
                  <a:off x="8494680" y="2695860"/>
                  <a:ext cx="112394" cy="147256"/>
                </a:xfrm>
                <a:custGeom>
                  <a:avLst/>
                  <a:gdLst/>
                  <a:ahLst/>
                  <a:cxnLst/>
                  <a:rect l="l" t="t" r="r" b="b"/>
                  <a:pathLst>
                    <a:path w="112394" h="147256" extrusionOk="0">
                      <a:moveTo>
                        <a:pt x="99250" y="117634"/>
                      </a:moveTo>
                      <a:cubicBezTo>
                        <a:pt x="101632" y="119158"/>
                        <a:pt x="102965" y="121825"/>
                        <a:pt x="103251" y="125444"/>
                      </a:cubicBezTo>
                      <a:cubicBezTo>
                        <a:pt x="103251" y="128588"/>
                        <a:pt x="103441" y="131636"/>
                        <a:pt x="103441" y="134684"/>
                      </a:cubicBezTo>
                      <a:cubicBezTo>
                        <a:pt x="103537" y="136398"/>
                        <a:pt x="103822" y="137827"/>
                        <a:pt x="104204" y="139065"/>
                      </a:cubicBezTo>
                      <a:cubicBezTo>
                        <a:pt x="100869" y="144494"/>
                        <a:pt x="95155" y="147257"/>
                        <a:pt x="87249" y="147257"/>
                      </a:cubicBezTo>
                      <a:cubicBezTo>
                        <a:pt x="84867" y="147257"/>
                        <a:pt x="81343" y="146971"/>
                        <a:pt x="76485" y="146590"/>
                      </a:cubicBezTo>
                      <a:cubicBezTo>
                        <a:pt x="71628" y="146113"/>
                        <a:pt x="67913" y="145828"/>
                        <a:pt x="65532" y="145828"/>
                      </a:cubicBezTo>
                      <a:cubicBezTo>
                        <a:pt x="62960" y="145828"/>
                        <a:pt x="60770" y="146018"/>
                        <a:pt x="58769" y="146209"/>
                      </a:cubicBezTo>
                      <a:lnTo>
                        <a:pt x="17526" y="146209"/>
                      </a:lnTo>
                      <a:lnTo>
                        <a:pt x="17526" y="145637"/>
                      </a:lnTo>
                      <a:cubicBezTo>
                        <a:pt x="16097" y="144780"/>
                        <a:pt x="13525" y="144685"/>
                        <a:pt x="9906" y="145256"/>
                      </a:cubicBezTo>
                      <a:cubicBezTo>
                        <a:pt x="6286" y="145828"/>
                        <a:pt x="3524" y="145542"/>
                        <a:pt x="1619" y="144209"/>
                      </a:cubicBezTo>
                      <a:cubicBezTo>
                        <a:pt x="2191" y="126968"/>
                        <a:pt x="2477" y="109919"/>
                        <a:pt x="2477" y="92964"/>
                      </a:cubicBezTo>
                      <a:cubicBezTo>
                        <a:pt x="2477" y="76009"/>
                        <a:pt x="2095" y="59055"/>
                        <a:pt x="1619" y="41720"/>
                      </a:cubicBezTo>
                      <a:cubicBezTo>
                        <a:pt x="2381" y="42196"/>
                        <a:pt x="2857" y="42386"/>
                        <a:pt x="3048" y="42291"/>
                      </a:cubicBezTo>
                      <a:lnTo>
                        <a:pt x="3524" y="41720"/>
                      </a:lnTo>
                      <a:cubicBezTo>
                        <a:pt x="3714" y="41053"/>
                        <a:pt x="3334" y="40481"/>
                        <a:pt x="2667" y="40196"/>
                      </a:cubicBezTo>
                      <a:cubicBezTo>
                        <a:pt x="1905" y="39910"/>
                        <a:pt x="1619" y="39719"/>
                        <a:pt x="1619" y="39529"/>
                      </a:cubicBezTo>
                      <a:cubicBezTo>
                        <a:pt x="1619" y="39338"/>
                        <a:pt x="1905" y="38862"/>
                        <a:pt x="2477" y="38291"/>
                      </a:cubicBezTo>
                      <a:cubicBezTo>
                        <a:pt x="2477" y="39338"/>
                        <a:pt x="2667" y="40005"/>
                        <a:pt x="3048" y="40291"/>
                      </a:cubicBezTo>
                      <a:cubicBezTo>
                        <a:pt x="4191" y="40196"/>
                        <a:pt x="4572" y="39433"/>
                        <a:pt x="4000" y="38195"/>
                      </a:cubicBezTo>
                      <a:cubicBezTo>
                        <a:pt x="3429" y="36957"/>
                        <a:pt x="3620" y="36195"/>
                        <a:pt x="4476" y="35909"/>
                      </a:cubicBezTo>
                      <a:cubicBezTo>
                        <a:pt x="4286" y="36195"/>
                        <a:pt x="4286" y="36386"/>
                        <a:pt x="4286" y="36576"/>
                      </a:cubicBezTo>
                      <a:cubicBezTo>
                        <a:pt x="4286" y="37052"/>
                        <a:pt x="4572" y="37624"/>
                        <a:pt x="5239" y="38100"/>
                      </a:cubicBezTo>
                      <a:cubicBezTo>
                        <a:pt x="5905" y="38671"/>
                        <a:pt x="6286" y="39053"/>
                        <a:pt x="6477" y="39243"/>
                      </a:cubicBezTo>
                      <a:lnTo>
                        <a:pt x="9334" y="38671"/>
                      </a:lnTo>
                      <a:lnTo>
                        <a:pt x="6477" y="36671"/>
                      </a:lnTo>
                      <a:lnTo>
                        <a:pt x="9334" y="35242"/>
                      </a:lnTo>
                      <a:lnTo>
                        <a:pt x="7144" y="33052"/>
                      </a:lnTo>
                      <a:cubicBezTo>
                        <a:pt x="6191" y="32195"/>
                        <a:pt x="5334" y="31813"/>
                        <a:pt x="4763" y="31813"/>
                      </a:cubicBezTo>
                      <a:cubicBezTo>
                        <a:pt x="4096" y="31813"/>
                        <a:pt x="3429" y="32290"/>
                        <a:pt x="3048" y="33242"/>
                      </a:cubicBezTo>
                      <a:cubicBezTo>
                        <a:pt x="2191" y="32766"/>
                        <a:pt x="1714" y="32290"/>
                        <a:pt x="1714" y="31813"/>
                      </a:cubicBezTo>
                      <a:cubicBezTo>
                        <a:pt x="1714" y="31528"/>
                        <a:pt x="2191" y="31051"/>
                        <a:pt x="3238" y="30290"/>
                      </a:cubicBezTo>
                      <a:cubicBezTo>
                        <a:pt x="4191" y="29528"/>
                        <a:pt x="4572" y="28861"/>
                        <a:pt x="4476" y="28194"/>
                      </a:cubicBezTo>
                      <a:lnTo>
                        <a:pt x="5905" y="29623"/>
                      </a:lnTo>
                      <a:lnTo>
                        <a:pt x="6762" y="28575"/>
                      </a:lnTo>
                      <a:cubicBezTo>
                        <a:pt x="6762" y="28575"/>
                        <a:pt x="7525" y="29051"/>
                        <a:pt x="8001" y="29051"/>
                      </a:cubicBezTo>
                      <a:cubicBezTo>
                        <a:pt x="8572" y="29051"/>
                        <a:pt x="9525" y="28766"/>
                        <a:pt x="10763" y="28099"/>
                      </a:cubicBezTo>
                      <a:cubicBezTo>
                        <a:pt x="12002" y="27527"/>
                        <a:pt x="12954" y="27242"/>
                        <a:pt x="13525" y="27242"/>
                      </a:cubicBezTo>
                      <a:cubicBezTo>
                        <a:pt x="14288" y="27242"/>
                        <a:pt x="14859" y="27527"/>
                        <a:pt x="15335" y="28099"/>
                      </a:cubicBezTo>
                      <a:lnTo>
                        <a:pt x="16287" y="27622"/>
                      </a:lnTo>
                      <a:cubicBezTo>
                        <a:pt x="16097" y="26479"/>
                        <a:pt x="15430" y="25813"/>
                        <a:pt x="14192" y="25337"/>
                      </a:cubicBezTo>
                      <a:cubicBezTo>
                        <a:pt x="12954" y="24955"/>
                        <a:pt x="12192" y="24575"/>
                        <a:pt x="12002" y="24194"/>
                      </a:cubicBezTo>
                      <a:cubicBezTo>
                        <a:pt x="10001" y="24098"/>
                        <a:pt x="7715" y="24098"/>
                        <a:pt x="4858" y="24194"/>
                      </a:cubicBezTo>
                      <a:cubicBezTo>
                        <a:pt x="4667" y="24765"/>
                        <a:pt x="4381" y="25051"/>
                        <a:pt x="4191" y="25051"/>
                      </a:cubicBezTo>
                      <a:cubicBezTo>
                        <a:pt x="3714" y="24670"/>
                        <a:pt x="3334" y="24479"/>
                        <a:pt x="3143" y="24479"/>
                      </a:cubicBezTo>
                      <a:cubicBezTo>
                        <a:pt x="2857" y="24479"/>
                        <a:pt x="2667" y="24479"/>
                        <a:pt x="2381" y="24670"/>
                      </a:cubicBezTo>
                      <a:lnTo>
                        <a:pt x="952" y="19241"/>
                      </a:lnTo>
                      <a:cubicBezTo>
                        <a:pt x="1905" y="19241"/>
                        <a:pt x="2571" y="18955"/>
                        <a:pt x="2953" y="18288"/>
                      </a:cubicBezTo>
                      <a:cubicBezTo>
                        <a:pt x="2953" y="17240"/>
                        <a:pt x="2477" y="16954"/>
                        <a:pt x="1524" y="17431"/>
                      </a:cubicBezTo>
                      <a:cubicBezTo>
                        <a:pt x="667" y="17907"/>
                        <a:pt x="95" y="17812"/>
                        <a:pt x="0" y="17050"/>
                      </a:cubicBezTo>
                      <a:lnTo>
                        <a:pt x="1524" y="15621"/>
                      </a:lnTo>
                      <a:lnTo>
                        <a:pt x="2953" y="17050"/>
                      </a:lnTo>
                      <a:cubicBezTo>
                        <a:pt x="2953" y="17050"/>
                        <a:pt x="3429" y="15526"/>
                        <a:pt x="3429" y="13621"/>
                      </a:cubicBezTo>
                      <a:cubicBezTo>
                        <a:pt x="3429" y="14097"/>
                        <a:pt x="3810" y="14478"/>
                        <a:pt x="4381" y="14764"/>
                      </a:cubicBezTo>
                      <a:cubicBezTo>
                        <a:pt x="5334" y="14002"/>
                        <a:pt x="5810" y="13430"/>
                        <a:pt x="5810" y="12954"/>
                      </a:cubicBezTo>
                      <a:cubicBezTo>
                        <a:pt x="5810" y="12383"/>
                        <a:pt x="4953" y="11525"/>
                        <a:pt x="3334" y="10382"/>
                      </a:cubicBezTo>
                      <a:cubicBezTo>
                        <a:pt x="1714" y="9239"/>
                        <a:pt x="857" y="8192"/>
                        <a:pt x="857" y="7239"/>
                      </a:cubicBezTo>
                      <a:cubicBezTo>
                        <a:pt x="857" y="6382"/>
                        <a:pt x="1333" y="5525"/>
                        <a:pt x="2286" y="4572"/>
                      </a:cubicBezTo>
                      <a:lnTo>
                        <a:pt x="5715" y="953"/>
                      </a:lnTo>
                      <a:cubicBezTo>
                        <a:pt x="11906" y="286"/>
                        <a:pt x="18383" y="0"/>
                        <a:pt x="25432" y="0"/>
                      </a:cubicBezTo>
                      <a:cubicBezTo>
                        <a:pt x="32480" y="0"/>
                        <a:pt x="42005" y="381"/>
                        <a:pt x="55340" y="1143"/>
                      </a:cubicBezTo>
                      <a:cubicBezTo>
                        <a:pt x="68580" y="1810"/>
                        <a:pt x="78677" y="2191"/>
                        <a:pt x="85344" y="2191"/>
                      </a:cubicBezTo>
                      <a:cubicBezTo>
                        <a:pt x="90201" y="2191"/>
                        <a:pt x="94774" y="2096"/>
                        <a:pt x="99155" y="1810"/>
                      </a:cubicBezTo>
                      <a:cubicBezTo>
                        <a:pt x="101918" y="4000"/>
                        <a:pt x="103346" y="6858"/>
                        <a:pt x="103346" y="10478"/>
                      </a:cubicBezTo>
                      <a:cubicBezTo>
                        <a:pt x="103346" y="11525"/>
                        <a:pt x="103155" y="13430"/>
                        <a:pt x="102775" y="16097"/>
                      </a:cubicBezTo>
                      <a:cubicBezTo>
                        <a:pt x="102394" y="18764"/>
                        <a:pt x="102298" y="20765"/>
                        <a:pt x="102298" y="22193"/>
                      </a:cubicBezTo>
                      <a:cubicBezTo>
                        <a:pt x="102298" y="23622"/>
                        <a:pt x="102489" y="24955"/>
                        <a:pt x="102679" y="26194"/>
                      </a:cubicBezTo>
                      <a:cubicBezTo>
                        <a:pt x="102679" y="28099"/>
                        <a:pt x="101441" y="29051"/>
                        <a:pt x="99060" y="29051"/>
                      </a:cubicBezTo>
                      <a:cubicBezTo>
                        <a:pt x="98679" y="29051"/>
                        <a:pt x="98107" y="29051"/>
                        <a:pt x="97250" y="28861"/>
                      </a:cubicBezTo>
                      <a:lnTo>
                        <a:pt x="95440" y="28861"/>
                      </a:lnTo>
                      <a:cubicBezTo>
                        <a:pt x="94012" y="28861"/>
                        <a:pt x="92964" y="29051"/>
                        <a:pt x="92202" y="29528"/>
                      </a:cubicBezTo>
                      <a:lnTo>
                        <a:pt x="88202" y="29528"/>
                      </a:lnTo>
                      <a:lnTo>
                        <a:pt x="88202" y="28861"/>
                      </a:lnTo>
                      <a:cubicBezTo>
                        <a:pt x="82677" y="29337"/>
                        <a:pt x="76390" y="29528"/>
                        <a:pt x="69437" y="29528"/>
                      </a:cubicBezTo>
                      <a:cubicBezTo>
                        <a:pt x="65055" y="29623"/>
                        <a:pt x="58769" y="29623"/>
                        <a:pt x="50387" y="29528"/>
                      </a:cubicBezTo>
                      <a:lnTo>
                        <a:pt x="31432" y="29528"/>
                      </a:lnTo>
                      <a:cubicBezTo>
                        <a:pt x="30575" y="31718"/>
                        <a:pt x="30194" y="34195"/>
                        <a:pt x="30194" y="36957"/>
                      </a:cubicBezTo>
                      <a:cubicBezTo>
                        <a:pt x="30194" y="37814"/>
                        <a:pt x="30194" y="39053"/>
                        <a:pt x="30385" y="40767"/>
                      </a:cubicBezTo>
                      <a:lnTo>
                        <a:pt x="30385" y="44767"/>
                      </a:lnTo>
                      <a:cubicBezTo>
                        <a:pt x="30385" y="47434"/>
                        <a:pt x="30099" y="49816"/>
                        <a:pt x="29527" y="52007"/>
                      </a:cubicBezTo>
                      <a:cubicBezTo>
                        <a:pt x="29908" y="53721"/>
                        <a:pt x="30194" y="55436"/>
                        <a:pt x="30385" y="57055"/>
                      </a:cubicBezTo>
                      <a:cubicBezTo>
                        <a:pt x="31052" y="59246"/>
                        <a:pt x="32099" y="60293"/>
                        <a:pt x="33718" y="60293"/>
                      </a:cubicBezTo>
                      <a:cubicBezTo>
                        <a:pt x="34194" y="60293"/>
                        <a:pt x="34671" y="60293"/>
                        <a:pt x="35147" y="60103"/>
                      </a:cubicBezTo>
                      <a:cubicBezTo>
                        <a:pt x="35528" y="60198"/>
                        <a:pt x="35909" y="60293"/>
                        <a:pt x="36386" y="60293"/>
                      </a:cubicBezTo>
                      <a:cubicBezTo>
                        <a:pt x="36862" y="60293"/>
                        <a:pt x="37624" y="60198"/>
                        <a:pt x="38576" y="60008"/>
                      </a:cubicBezTo>
                      <a:cubicBezTo>
                        <a:pt x="39528" y="59722"/>
                        <a:pt x="40195" y="59626"/>
                        <a:pt x="40577" y="59626"/>
                      </a:cubicBezTo>
                      <a:cubicBezTo>
                        <a:pt x="41529" y="59626"/>
                        <a:pt x="42291" y="60103"/>
                        <a:pt x="42958" y="61055"/>
                      </a:cubicBezTo>
                      <a:cubicBezTo>
                        <a:pt x="46196" y="60103"/>
                        <a:pt x="50102" y="59626"/>
                        <a:pt x="54387" y="59626"/>
                      </a:cubicBezTo>
                      <a:cubicBezTo>
                        <a:pt x="56579" y="59626"/>
                        <a:pt x="59721" y="59817"/>
                        <a:pt x="63912" y="60103"/>
                      </a:cubicBezTo>
                      <a:cubicBezTo>
                        <a:pt x="68103" y="60388"/>
                        <a:pt x="71151" y="60579"/>
                        <a:pt x="73247" y="60579"/>
                      </a:cubicBezTo>
                      <a:cubicBezTo>
                        <a:pt x="75342" y="60579"/>
                        <a:pt x="77248" y="60484"/>
                        <a:pt x="79057" y="60198"/>
                      </a:cubicBezTo>
                      <a:cubicBezTo>
                        <a:pt x="79914" y="63246"/>
                        <a:pt x="80296" y="67437"/>
                        <a:pt x="80200" y="72866"/>
                      </a:cubicBezTo>
                      <a:cubicBezTo>
                        <a:pt x="80105" y="79058"/>
                        <a:pt x="80200" y="83249"/>
                        <a:pt x="80581" y="85534"/>
                      </a:cubicBezTo>
                      <a:cubicBezTo>
                        <a:pt x="78105" y="87344"/>
                        <a:pt x="74676" y="88297"/>
                        <a:pt x="70295" y="88297"/>
                      </a:cubicBezTo>
                      <a:cubicBezTo>
                        <a:pt x="68485" y="88297"/>
                        <a:pt x="65722" y="88106"/>
                        <a:pt x="62103" y="87725"/>
                      </a:cubicBezTo>
                      <a:cubicBezTo>
                        <a:pt x="58388" y="87344"/>
                        <a:pt x="55626" y="87154"/>
                        <a:pt x="53721" y="87154"/>
                      </a:cubicBezTo>
                      <a:cubicBezTo>
                        <a:pt x="51911" y="87154"/>
                        <a:pt x="50196" y="87249"/>
                        <a:pt x="48673" y="87535"/>
                      </a:cubicBezTo>
                      <a:lnTo>
                        <a:pt x="48673" y="86582"/>
                      </a:lnTo>
                      <a:cubicBezTo>
                        <a:pt x="47815" y="86678"/>
                        <a:pt x="46005" y="86773"/>
                        <a:pt x="43148" y="86773"/>
                      </a:cubicBezTo>
                      <a:cubicBezTo>
                        <a:pt x="41148" y="86773"/>
                        <a:pt x="39433" y="87154"/>
                        <a:pt x="37719" y="88011"/>
                      </a:cubicBezTo>
                      <a:cubicBezTo>
                        <a:pt x="37052" y="87630"/>
                        <a:pt x="36290" y="87535"/>
                        <a:pt x="35337" y="87535"/>
                      </a:cubicBezTo>
                      <a:cubicBezTo>
                        <a:pt x="33909" y="87630"/>
                        <a:pt x="33051" y="87630"/>
                        <a:pt x="32766" y="87535"/>
                      </a:cubicBezTo>
                      <a:cubicBezTo>
                        <a:pt x="30861" y="88106"/>
                        <a:pt x="29908" y="89630"/>
                        <a:pt x="29908" y="92012"/>
                      </a:cubicBezTo>
                      <a:cubicBezTo>
                        <a:pt x="29908" y="93726"/>
                        <a:pt x="30194" y="95059"/>
                        <a:pt x="30766" y="96012"/>
                      </a:cubicBezTo>
                      <a:cubicBezTo>
                        <a:pt x="28099" y="95250"/>
                        <a:pt x="25812" y="96012"/>
                        <a:pt x="23717" y="98012"/>
                      </a:cubicBezTo>
                      <a:lnTo>
                        <a:pt x="28480" y="97155"/>
                      </a:lnTo>
                      <a:lnTo>
                        <a:pt x="27908" y="98012"/>
                      </a:lnTo>
                      <a:cubicBezTo>
                        <a:pt x="27908" y="98012"/>
                        <a:pt x="28480" y="98679"/>
                        <a:pt x="28860" y="98679"/>
                      </a:cubicBezTo>
                      <a:cubicBezTo>
                        <a:pt x="28575" y="98679"/>
                        <a:pt x="29337" y="98108"/>
                        <a:pt x="30861" y="97060"/>
                      </a:cubicBezTo>
                      <a:cubicBezTo>
                        <a:pt x="30861" y="96583"/>
                        <a:pt x="30861" y="100013"/>
                        <a:pt x="30670" y="107537"/>
                      </a:cubicBezTo>
                      <a:cubicBezTo>
                        <a:pt x="30575" y="111919"/>
                        <a:pt x="31242" y="115157"/>
                        <a:pt x="32861" y="117538"/>
                      </a:cubicBezTo>
                      <a:cubicBezTo>
                        <a:pt x="37338" y="118110"/>
                        <a:pt x="42005" y="118396"/>
                        <a:pt x="46958" y="118396"/>
                      </a:cubicBezTo>
                      <a:cubicBezTo>
                        <a:pt x="50673" y="118396"/>
                        <a:pt x="56102" y="118110"/>
                        <a:pt x="63341" y="117634"/>
                      </a:cubicBezTo>
                      <a:cubicBezTo>
                        <a:pt x="70485" y="117158"/>
                        <a:pt x="75914" y="116967"/>
                        <a:pt x="79534" y="116967"/>
                      </a:cubicBezTo>
                      <a:cubicBezTo>
                        <a:pt x="84963" y="116967"/>
                        <a:pt x="90011" y="117253"/>
                        <a:pt x="94774" y="118015"/>
                      </a:cubicBezTo>
                      <a:cubicBezTo>
                        <a:pt x="95535" y="116110"/>
                        <a:pt x="97250" y="115919"/>
                        <a:pt x="99822" y="117443"/>
                      </a:cubicBezTo>
                      <a:close/>
                      <a:moveTo>
                        <a:pt x="5905" y="26765"/>
                      </a:moveTo>
                      <a:lnTo>
                        <a:pt x="6953" y="28194"/>
                      </a:lnTo>
                      <a:lnTo>
                        <a:pt x="6762" y="28575"/>
                      </a:lnTo>
                      <a:cubicBezTo>
                        <a:pt x="6286" y="28099"/>
                        <a:pt x="6001" y="27527"/>
                        <a:pt x="5905" y="26765"/>
                      </a:cubicBezTo>
                      <a:close/>
                      <a:moveTo>
                        <a:pt x="42958" y="78581"/>
                      </a:moveTo>
                      <a:lnTo>
                        <a:pt x="40767" y="78581"/>
                      </a:lnTo>
                      <a:cubicBezTo>
                        <a:pt x="41148" y="79438"/>
                        <a:pt x="41814" y="79438"/>
                        <a:pt x="42958" y="78581"/>
                      </a:cubicBezTo>
                      <a:lnTo>
                        <a:pt x="43910" y="78581"/>
                      </a:lnTo>
                      <a:cubicBezTo>
                        <a:pt x="43910" y="78581"/>
                        <a:pt x="44291" y="79248"/>
                        <a:pt x="44291" y="79820"/>
                      </a:cubicBezTo>
                      <a:lnTo>
                        <a:pt x="46863" y="78581"/>
                      </a:lnTo>
                      <a:cubicBezTo>
                        <a:pt x="47434" y="79153"/>
                        <a:pt x="47720" y="79629"/>
                        <a:pt x="47720" y="79820"/>
                      </a:cubicBezTo>
                      <a:lnTo>
                        <a:pt x="50482" y="79820"/>
                      </a:lnTo>
                      <a:lnTo>
                        <a:pt x="50482" y="78581"/>
                      </a:lnTo>
                      <a:lnTo>
                        <a:pt x="44005" y="78581"/>
                      </a:lnTo>
                      <a:cubicBezTo>
                        <a:pt x="44005" y="78581"/>
                        <a:pt x="43434" y="78296"/>
                        <a:pt x="43053" y="78581"/>
                      </a:cubicBezTo>
                      <a:close/>
                      <a:moveTo>
                        <a:pt x="78295" y="10382"/>
                      </a:moveTo>
                      <a:lnTo>
                        <a:pt x="76867" y="9525"/>
                      </a:lnTo>
                      <a:lnTo>
                        <a:pt x="78295" y="12383"/>
                      </a:lnTo>
                      <a:lnTo>
                        <a:pt x="78295" y="10382"/>
                      </a:lnTo>
                      <a:close/>
                      <a:moveTo>
                        <a:pt x="111728" y="127445"/>
                      </a:moveTo>
                      <a:lnTo>
                        <a:pt x="112395" y="127445"/>
                      </a:lnTo>
                      <a:lnTo>
                        <a:pt x="110204" y="128683"/>
                      </a:lnTo>
                      <a:lnTo>
                        <a:pt x="111633" y="127445"/>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 name="Google Shape;1054;p99"/>
                <p:cNvSpPr/>
                <p:nvPr/>
              </p:nvSpPr>
              <p:spPr>
                <a:xfrm>
                  <a:off x="8606408" y="2696432"/>
                  <a:ext cx="123158" cy="168402"/>
                </a:xfrm>
                <a:custGeom>
                  <a:avLst/>
                  <a:gdLst/>
                  <a:ahLst/>
                  <a:cxnLst/>
                  <a:rect l="l" t="t" r="r" b="b"/>
                  <a:pathLst>
                    <a:path w="123158" h="168402" extrusionOk="0">
                      <a:moveTo>
                        <a:pt x="104204" y="81248"/>
                      </a:moveTo>
                      <a:cubicBezTo>
                        <a:pt x="104299" y="80677"/>
                        <a:pt x="104013" y="80200"/>
                        <a:pt x="103441" y="79820"/>
                      </a:cubicBezTo>
                      <a:lnTo>
                        <a:pt x="102965" y="79820"/>
                      </a:lnTo>
                      <a:cubicBezTo>
                        <a:pt x="102965" y="79820"/>
                        <a:pt x="103346" y="80582"/>
                        <a:pt x="103346" y="80867"/>
                      </a:cubicBezTo>
                      <a:cubicBezTo>
                        <a:pt x="103346" y="81344"/>
                        <a:pt x="103061" y="82106"/>
                        <a:pt x="102298" y="83249"/>
                      </a:cubicBezTo>
                      <a:cubicBezTo>
                        <a:pt x="101632" y="84392"/>
                        <a:pt x="101346" y="85154"/>
                        <a:pt x="101346" y="85820"/>
                      </a:cubicBezTo>
                      <a:cubicBezTo>
                        <a:pt x="101346" y="86678"/>
                        <a:pt x="101918" y="87440"/>
                        <a:pt x="102965" y="88202"/>
                      </a:cubicBezTo>
                      <a:cubicBezTo>
                        <a:pt x="102965" y="88392"/>
                        <a:pt x="102680" y="89059"/>
                        <a:pt x="102013" y="89916"/>
                      </a:cubicBezTo>
                      <a:cubicBezTo>
                        <a:pt x="101441" y="90773"/>
                        <a:pt x="101251" y="91631"/>
                        <a:pt x="101536" y="92392"/>
                      </a:cubicBezTo>
                      <a:lnTo>
                        <a:pt x="102013" y="92964"/>
                      </a:lnTo>
                      <a:cubicBezTo>
                        <a:pt x="101441" y="93536"/>
                        <a:pt x="100584" y="93917"/>
                        <a:pt x="99536" y="93917"/>
                      </a:cubicBezTo>
                      <a:lnTo>
                        <a:pt x="96584" y="93917"/>
                      </a:lnTo>
                      <a:cubicBezTo>
                        <a:pt x="96202" y="93345"/>
                        <a:pt x="95821" y="92678"/>
                        <a:pt x="95536" y="92202"/>
                      </a:cubicBezTo>
                      <a:cubicBezTo>
                        <a:pt x="95155" y="91631"/>
                        <a:pt x="94583" y="91535"/>
                        <a:pt x="93726" y="91726"/>
                      </a:cubicBezTo>
                      <a:cubicBezTo>
                        <a:pt x="92773" y="92678"/>
                        <a:pt x="92297" y="93536"/>
                        <a:pt x="92297" y="94107"/>
                      </a:cubicBezTo>
                      <a:cubicBezTo>
                        <a:pt x="92297" y="94679"/>
                        <a:pt x="93345" y="95155"/>
                        <a:pt x="95631" y="95441"/>
                      </a:cubicBezTo>
                      <a:cubicBezTo>
                        <a:pt x="97822" y="95726"/>
                        <a:pt x="99155" y="96393"/>
                        <a:pt x="99536" y="97346"/>
                      </a:cubicBezTo>
                      <a:lnTo>
                        <a:pt x="101536" y="95345"/>
                      </a:lnTo>
                      <a:lnTo>
                        <a:pt x="100584" y="105823"/>
                      </a:lnTo>
                      <a:cubicBezTo>
                        <a:pt x="100584" y="104489"/>
                        <a:pt x="100393" y="103727"/>
                        <a:pt x="100108" y="103442"/>
                      </a:cubicBezTo>
                      <a:cubicBezTo>
                        <a:pt x="100203" y="103442"/>
                        <a:pt x="99632" y="103918"/>
                        <a:pt x="98107" y="104870"/>
                      </a:cubicBezTo>
                      <a:cubicBezTo>
                        <a:pt x="98965" y="105728"/>
                        <a:pt x="100584" y="108966"/>
                        <a:pt x="102965" y="114681"/>
                      </a:cubicBezTo>
                      <a:cubicBezTo>
                        <a:pt x="102203" y="114491"/>
                        <a:pt x="101251" y="113919"/>
                        <a:pt x="100108" y="112681"/>
                      </a:cubicBezTo>
                      <a:cubicBezTo>
                        <a:pt x="100203" y="114491"/>
                        <a:pt x="100393" y="116396"/>
                        <a:pt x="100584" y="118300"/>
                      </a:cubicBezTo>
                      <a:cubicBezTo>
                        <a:pt x="100775" y="120206"/>
                        <a:pt x="101251" y="122015"/>
                        <a:pt x="102108" y="123730"/>
                      </a:cubicBezTo>
                      <a:cubicBezTo>
                        <a:pt x="100965" y="125635"/>
                        <a:pt x="99727" y="125921"/>
                        <a:pt x="98489" y="124492"/>
                      </a:cubicBezTo>
                      <a:cubicBezTo>
                        <a:pt x="97631" y="123444"/>
                        <a:pt x="97060" y="124111"/>
                        <a:pt x="96679" y="126683"/>
                      </a:cubicBezTo>
                      <a:cubicBezTo>
                        <a:pt x="96964" y="127540"/>
                        <a:pt x="97441" y="128016"/>
                        <a:pt x="98203" y="128111"/>
                      </a:cubicBezTo>
                      <a:cubicBezTo>
                        <a:pt x="98965" y="128207"/>
                        <a:pt x="99346" y="128302"/>
                        <a:pt x="99346" y="128492"/>
                      </a:cubicBezTo>
                      <a:cubicBezTo>
                        <a:pt x="99346" y="128778"/>
                        <a:pt x="99155" y="129254"/>
                        <a:pt x="98679" y="130112"/>
                      </a:cubicBezTo>
                      <a:cubicBezTo>
                        <a:pt x="95917" y="131254"/>
                        <a:pt x="94107" y="132969"/>
                        <a:pt x="93250" y="135255"/>
                      </a:cubicBezTo>
                      <a:cubicBezTo>
                        <a:pt x="92393" y="137636"/>
                        <a:pt x="90583" y="139351"/>
                        <a:pt x="87630" y="140589"/>
                      </a:cubicBezTo>
                      <a:cubicBezTo>
                        <a:pt x="87154" y="141351"/>
                        <a:pt x="86296" y="142018"/>
                        <a:pt x="84867" y="142685"/>
                      </a:cubicBezTo>
                      <a:cubicBezTo>
                        <a:pt x="83439" y="143351"/>
                        <a:pt x="82296" y="143542"/>
                        <a:pt x="81343" y="143351"/>
                      </a:cubicBezTo>
                      <a:lnTo>
                        <a:pt x="78677" y="146780"/>
                      </a:lnTo>
                      <a:lnTo>
                        <a:pt x="79248" y="147638"/>
                      </a:lnTo>
                      <a:cubicBezTo>
                        <a:pt x="75438" y="146209"/>
                        <a:pt x="71342" y="145447"/>
                        <a:pt x="66961" y="145256"/>
                      </a:cubicBezTo>
                      <a:lnTo>
                        <a:pt x="62484" y="145256"/>
                      </a:lnTo>
                      <a:cubicBezTo>
                        <a:pt x="59436" y="145256"/>
                        <a:pt x="56769" y="145066"/>
                        <a:pt x="54293" y="144685"/>
                      </a:cubicBezTo>
                      <a:cubicBezTo>
                        <a:pt x="53340" y="142780"/>
                        <a:pt x="52197" y="141827"/>
                        <a:pt x="51054" y="141827"/>
                      </a:cubicBezTo>
                      <a:cubicBezTo>
                        <a:pt x="50197" y="141827"/>
                        <a:pt x="48959" y="142399"/>
                        <a:pt x="47244" y="143542"/>
                      </a:cubicBezTo>
                      <a:cubicBezTo>
                        <a:pt x="45530" y="144685"/>
                        <a:pt x="44196" y="145256"/>
                        <a:pt x="43053" y="145256"/>
                      </a:cubicBezTo>
                      <a:cubicBezTo>
                        <a:pt x="42577" y="145256"/>
                        <a:pt x="42196" y="145256"/>
                        <a:pt x="41815" y="145066"/>
                      </a:cubicBezTo>
                      <a:cubicBezTo>
                        <a:pt x="21241" y="145066"/>
                        <a:pt x="8667" y="144875"/>
                        <a:pt x="4000" y="144494"/>
                      </a:cubicBezTo>
                      <a:cubicBezTo>
                        <a:pt x="2191" y="142589"/>
                        <a:pt x="1238" y="139256"/>
                        <a:pt x="1238" y="134588"/>
                      </a:cubicBezTo>
                      <a:lnTo>
                        <a:pt x="1238" y="127921"/>
                      </a:lnTo>
                      <a:cubicBezTo>
                        <a:pt x="1238" y="124682"/>
                        <a:pt x="858" y="122206"/>
                        <a:pt x="0" y="120682"/>
                      </a:cubicBezTo>
                      <a:cubicBezTo>
                        <a:pt x="1334" y="116110"/>
                        <a:pt x="2000" y="110871"/>
                        <a:pt x="2000" y="104966"/>
                      </a:cubicBezTo>
                      <a:cubicBezTo>
                        <a:pt x="2000" y="102013"/>
                        <a:pt x="1714" y="96393"/>
                        <a:pt x="1143" y="88392"/>
                      </a:cubicBezTo>
                      <a:cubicBezTo>
                        <a:pt x="571" y="81439"/>
                        <a:pt x="381" y="75914"/>
                        <a:pt x="571" y="71914"/>
                      </a:cubicBezTo>
                      <a:lnTo>
                        <a:pt x="571" y="69533"/>
                      </a:lnTo>
                      <a:cubicBezTo>
                        <a:pt x="571" y="68294"/>
                        <a:pt x="1048" y="67342"/>
                        <a:pt x="2000" y="66485"/>
                      </a:cubicBezTo>
                      <a:cubicBezTo>
                        <a:pt x="1905" y="65151"/>
                        <a:pt x="1905" y="63722"/>
                        <a:pt x="1905" y="62103"/>
                      </a:cubicBezTo>
                      <a:cubicBezTo>
                        <a:pt x="1905" y="60484"/>
                        <a:pt x="1905" y="58293"/>
                        <a:pt x="2191" y="55340"/>
                      </a:cubicBezTo>
                      <a:cubicBezTo>
                        <a:pt x="2286" y="52388"/>
                        <a:pt x="2477" y="50292"/>
                        <a:pt x="2477" y="49054"/>
                      </a:cubicBezTo>
                      <a:cubicBezTo>
                        <a:pt x="2477" y="45911"/>
                        <a:pt x="2000" y="43529"/>
                        <a:pt x="1238" y="42005"/>
                      </a:cubicBezTo>
                      <a:cubicBezTo>
                        <a:pt x="762" y="39719"/>
                        <a:pt x="571" y="37148"/>
                        <a:pt x="571" y="34385"/>
                      </a:cubicBezTo>
                      <a:cubicBezTo>
                        <a:pt x="571" y="31623"/>
                        <a:pt x="858" y="27623"/>
                        <a:pt x="1524" y="22003"/>
                      </a:cubicBezTo>
                      <a:cubicBezTo>
                        <a:pt x="2191" y="16383"/>
                        <a:pt x="2572" y="12097"/>
                        <a:pt x="2572" y="9049"/>
                      </a:cubicBezTo>
                      <a:cubicBezTo>
                        <a:pt x="2572" y="7144"/>
                        <a:pt x="2477" y="5334"/>
                        <a:pt x="2191" y="3620"/>
                      </a:cubicBezTo>
                      <a:cubicBezTo>
                        <a:pt x="3524" y="2572"/>
                        <a:pt x="7048" y="1333"/>
                        <a:pt x="12668" y="0"/>
                      </a:cubicBezTo>
                      <a:lnTo>
                        <a:pt x="44005" y="953"/>
                      </a:lnTo>
                      <a:cubicBezTo>
                        <a:pt x="46006" y="1715"/>
                        <a:pt x="46958" y="3620"/>
                        <a:pt x="46863" y="6763"/>
                      </a:cubicBezTo>
                      <a:cubicBezTo>
                        <a:pt x="46767" y="10478"/>
                        <a:pt x="46958" y="12763"/>
                        <a:pt x="47530" y="13430"/>
                      </a:cubicBezTo>
                      <a:cubicBezTo>
                        <a:pt x="48959" y="13907"/>
                        <a:pt x="50102" y="12954"/>
                        <a:pt x="50959" y="10478"/>
                      </a:cubicBezTo>
                      <a:cubicBezTo>
                        <a:pt x="50959" y="10096"/>
                        <a:pt x="50768" y="9335"/>
                        <a:pt x="50387" y="8096"/>
                      </a:cubicBezTo>
                      <a:cubicBezTo>
                        <a:pt x="50006" y="6858"/>
                        <a:pt x="49911" y="6001"/>
                        <a:pt x="49911" y="5334"/>
                      </a:cubicBezTo>
                      <a:cubicBezTo>
                        <a:pt x="49911" y="3810"/>
                        <a:pt x="50959" y="2953"/>
                        <a:pt x="52959" y="2762"/>
                      </a:cubicBezTo>
                      <a:cubicBezTo>
                        <a:pt x="53435" y="3238"/>
                        <a:pt x="53911" y="3429"/>
                        <a:pt x="54388" y="3429"/>
                      </a:cubicBezTo>
                      <a:cubicBezTo>
                        <a:pt x="55721" y="3429"/>
                        <a:pt x="56579" y="2572"/>
                        <a:pt x="57150" y="762"/>
                      </a:cubicBezTo>
                      <a:lnTo>
                        <a:pt x="82391" y="1333"/>
                      </a:lnTo>
                      <a:cubicBezTo>
                        <a:pt x="82868" y="2572"/>
                        <a:pt x="83630" y="3048"/>
                        <a:pt x="84677" y="2953"/>
                      </a:cubicBezTo>
                      <a:cubicBezTo>
                        <a:pt x="85725" y="2858"/>
                        <a:pt x="86487" y="2953"/>
                        <a:pt x="86963" y="3429"/>
                      </a:cubicBezTo>
                      <a:cubicBezTo>
                        <a:pt x="90774" y="4667"/>
                        <a:pt x="93916" y="7049"/>
                        <a:pt x="96393" y="10668"/>
                      </a:cubicBezTo>
                      <a:cubicBezTo>
                        <a:pt x="98298" y="13811"/>
                        <a:pt x="100299" y="17050"/>
                        <a:pt x="102298" y="20288"/>
                      </a:cubicBezTo>
                      <a:cubicBezTo>
                        <a:pt x="101346" y="23527"/>
                        <a:pt x="100870" y="27146"/>
                        <a:pt x="100870" y="30956"/>
                      </a:cubicBezTo>
                      <a:cubicBezTo>
                        <a:pt x="100870" y="34385"/>
                        <a:pt x="101536" y="39529"/>
                        <a:pt x="102775" y="46387"/>
                      </a:cubicBezTo>
                      <a:cubicBezTo>
                        <a:pt x="103917" y="53340"/>
                        <a:pt x="104584" y="58674"/>
                        <a:pt x="104584" y="62198"/>
                      </a:cubicBezTo>
                      <a:cubicBezTo>
                        <a:pt x="104584" y="65723"/>
                        <a:pt x="104204" y="69247"/>
                        <a:pt x="103346" y="72581"/>
                      </a:cubicBezTo>
                      <a:lnTo>
                        <a:pt x="106109" y="74009"/>
                      </a:lnTo>
                      <a:cubicBezTo>
                        <a:pt x="105251" y="74104"/>
                        <a:pt x="104013" y="74771"/>
                        <a:pt x="102489" y="76010"/>
                      </a:cubicBezTo>
                      <a:cubicBezTo>
                        <a:pt x="102298" y="76486"/>
                        <a:pt x="102203" y="76867"/>
                        <a:pt x="102203" y="77248"/>
                      </a:cubicBezTo>
                      <a:cubicBezTo>
                        <a:pt x="102203" y="78010"/>
                        <a:pt x="102775" y="78486"/>
                        <a:pt x="103917" y="78772"/>
                      </a:cubicBezTo>
                      <a:cubicBezTo>
                        <a:pt x="105156" y="79058"/>
                        <a:pt x="105823" y="79343"/>
                        <a:pt x="106109" y="79629"/>
                      </a:cubicBezTo>
                      <a:lnTo>
                        <a:pt x="104680" y="81058"/>
                      </a:lnTo>
                      <a:close/>
                      <a:moveTo>
                        <a:pt x="10859" y="48673"/>
                      </a:moveTo>
                      <a:cubicBezTo>
                        <a:pt x="11811" y="47816"/>
                        <a:pt x="12478" y="47530"/>
                        <a:pt x="12859" y="47625"/>
                      </a:cubicBezTo>
                      <a:cubicBezTo>
                        <a:pt x="12478" y="47244"/>
                        <a:pt x="12287" y="46768"/>
                        <a:pt x="12287" y="46006"/>
                      </a:cubicBezTo>
                      <a:cubicBezTo>
                        <a:pt x="12382" y="45053"/>
                        <a:pt x="12382" y="44482"/>
                        <a:pt x="12287" y="44291"/>
                      </a:cubicBezTo>
                      <a:cubicBezTo>
                        <a:pt x="11335" y="44958"/>
                        <a:pt x="10859" y="46482"/>
                        <a:pt x="10859" y="48673"/>
                      </a:cubicBezTo>
                      <a:close/>
                      <a:moveTo>
                        <a:pt x="96584" y="97917"/>
                      </a:moveTo>
                      <a:cubicBezTo>
                        <a:pt x="94679" y="96679"/>
                        <a:pt x="92773" y="95536"/>
                        <a:pt x="90964" y="94298"/>
                      </a:cubicBezTo>
                      <a:cubicBezTo>
                        <a:pt x="88487" y="92869"/>
                        <a:pt x="86392" y="92392"/>
                        <a:pt x="84582" y="92869"/>
                      </a:cubicBezTo>
                      <a:cubicBezTo>
                        <a:pt x="83820" y="91535"/>
                        <a:pt x="81820" y="90773"/>
                        <a:pt x="78867" y="90488"/>
                      </a:cubicBezTo>
                      <a:cubicBezTo>
                        <a:pt x="75915" y="90297"/>
                        <a:pt x="73819" y="89154"/>
                        <a:pt x="72676" y="87249"/>
                      </a:cubicBezTo>
                      <a:lnTo>
                        <a:pt x="74105" y="85820"/>
                      </a:lnTo>
                      <a:lnTo>
                        <a:pt x="72104" y="83820"/>
                      </a:lnTo>
                      <a:cubicBezTo>
                        <a:pt x="72104" y="78486"/>
                        <a:pt x="72104" y="73152"/>
                        <a:pt x="72295" y="67723"/>
                      </a:cubicBezTo>
                      <a:cubicBezTo>
                        <a:pt x="72295" y="61341"/>
                        <a:pt x="72676" y="56007"/>
                        <a:pt x="73533" y="51816"/>
                      </a:cubicBezTo>
                      <a:cubicBezTo>
                        <a:pt x="73057" y="50863"/>
                        <a:pt x="72771" y="49530"/>
                        <a:pt x="72771" y="48006"/>
                      </a:cubicBezTo>
                      <a:cubicBezTo>
                        <a:pt x="72771" y="46577"/>
                        <a:pt x="72961" y="45339"/>
                        <a:pt x="73533" y="44387"/>
                      </a:cubicBezTo>
                      <a:cubicBezTo>
                        <a:pt x="73628" y="42863"/>
                        <a:pt x="74962" y="42482"/>
                        <a:pt x="77534" y="43339"/>
                      </a:cubicBezTo>
                      <a:lnTo>
                        <a:pt x="77534" y="43529"/>
                      </a:lnTo>
                      <a:cubicBezTo>
                        <a:pt x="77534" y="43529"/>
                        <a:pt x="77819" y="43529"/>
                        <a:pt x="77534" y="43339"/>
                      </a:cubicBezTo>
                      <a:lnTo>
                        <a:pt x="79057" y="41338"/>
                      </a:lnTo>
                      <a:cubicBezTo>
                        <a:pt x="78677" y="40481"/>
                        <a:pt x="78010" y="40386"/>
                        <a:pt x="77058" y="40958"/>
                      </a:cubicBezTo>
                      <a:cubicBezTo>
                        <a:pt x="76105" y="41624"/>
                        <a:pt x="75629" y="41243"/>
                        <a:pt x="75629" y="39910"/>
                      </a:cubicBezTo>
                      <a:lnTo>
                        <a:pt x="72771" y="40767"/>
                      </a:lnTo>
                      <a:cubicBezTo>
                        <a:pt x="72771" y="36195"/>
                        <a:pt x="72580" y="33623"/>
                        <a:pt x="72200" y="33052"/>
                      </a:cubicBezTo>
                      <a:cubicBezTo>
                        <a:pt x="67533" y="30099"/>
                        <a:pt x="62293" y="28670"/>
                        <a:pt x="56483" y="28670"/>
                      </a:cubicBezTo>
                      <a:cubicBezTo>
                        <a:pt x="55436" y="28670"/>
                        <a:pt x="54293" y="28670"/>
                        <a:pt x="53245" y="28861"/>
                      </a:cubicBezTo>
                      <a:cubicBezTo>
                        <a:pt x="50959" y="28385"/>
                        <a:pt x="49816" y="26765"/>
                        <a:pt x="49816" y="24003"/>
                      </a:cubicBezTo>
                      <a:lnTo>
                        <a:pt x="49816" y="21812"/>
                      </a:lnTo>
                      <a:cubicBezTo>
                        <a:pt x="50006" y="20765"/>
                        <a:pt x="50006" y="20003"/>
                        <a:pt x="50006" y="19526"/>
                      </a:cubicBezTo>
                      <a:cubicBezTo>
                        <a:pt x="50006" y="18193"/>
                        <a:pt x="49721" y="17145"/>
                        <a:pt x="49244" y="16478"/>
                      </a:cubicBezTo>
                      <a:cubicBezTo>
                        <a:pt x="48387" y="17812"/>
                        <a:pt x="47816" y="19907"/>
                        <a:pt x="47434" y="22765"/>
                      </a:cubicBezTo>
                      <a:cubicBezTo>
                        <a:pt x="47054" y="25622"/>
                        <a:pt x="46577" y="28004"/>
                        <a:pt x="45815" y="29623"/>
                      </a:cubicBezTo>
                      <a:cubicBezTo>
                        <a:pt x="43339" y="29718"/>
                        <a:pt x="40005" y="29528"/>
                        <a:pt x="35909" y="28861"/>
                      </a:cubicBezTo>
                      <a:cubicBezTo>
                        <a:pt x="31718" y="28289"/>
                        <a:pt x="29527" y="30004"/>
                        <a:pt x="29527" y="34100"/>
                      </a:cubicBezTo>
                      <a:cubicBezTo>
                        <a:pt x="29527" y="35052"/>
                        <a:pt x="29718" y="36481"/>
                        <a:pt x="30004" y="38386"/>
                      </a:cubicBezTo>
                      <a:cubicBezTo>
                        <a:pt x="30289" y="40291"/>
                        <a:pt x="30480" y="41529"/>
                        <a:pt x="30480" y="42005"/>
                      </a:cubicBezTo>
                      <a:cubicBezTo>
                        <a:pt x="29527" y="43720"/>
                        <a:pt x="29051" y="45053"/>
                        <a:pt x="29051" y="46196"/>
                      </a:cubicBezTo>
                      <a:cubicBezTo>
                        <a:pt x="29051" y="47339"/>
                        <a:pt x="29527" y="48196"/>
                        <a:pt x="30480" y="48863"/>
                      </a:cubicBezTo>
                      <a:cubicBezTo>
                        <a:pt x="29146" y="49340"/>
                        <a:pt x="28480" y="50387"/>
                        <a:pt x="28480" y="51911"/>
                      </a:cubicBezTo>
                      <a:lnTo>
                        <a:pt x="28290" y="55912"/>
                      </a:lnTo>
                      <a:cubicBezTo>
                        <a:pt x="27241" y="55340"/>
                        <a:pt x="26765" y="54007"/>
                        <a:pt x="26861" y="51911"/>
                      </a:cubicBezTo>
                      <a:cubicBezTo>
                        <a:pt x="27051" y="49816"/>
                        <a:pt x="26861" y="48482"/>
                        <a:pt x="26384" y="47720"/>
                      </a:cubicBezTo>
                      <a:cubicBezTo>
                        <a:pt x="25146" y="47149"/>
                        <a:pt x="22574" y="46863"/>
                        <a:pt x="18574" y="46863"/>
                      </a:cubicBezTo>
                      <a:lnTo>
                        <a:pt x="24384" y="52483"/>
                      </a:lnTo>
                      <a:cubicBezTo>
                        <a:pt x="25718" y="52102"/>
                        <a:pt x="26384" y="52483"/>
                        <a:pt x="26384" y="53721"/>
                      </a:cubicBezTo>
                      <a:lnTo>
                        <a:pt x="26384" y="54959"/>
                      </a:lnTo>
                      <a:cubicBezTo>
                        <a:pt x="26289" y="55531"/>
                        <a:pt x="26194" y="56007"/>
                        <a:pt x="26194" y="56388"/>
                      </a:cubicBezTo>
                      <a:cubicBezTo>
                        <a:pt x="26194" y="57341"/>
                        <a:pt x="26384" y="58103"/>
                        <a:pt x="26861" y="58769"/>
                      </a:cubicBezTo>
                      <a:lnTo>
                        <a:pt x="27813" y="57817"/>
                      </a:lnTo>
                      <a:cubicBezTo>
                        <a:pt x="29718" y="58960"/>
                        <a:pt x="30766" y="61246"/>
                        <a:pt x="30766" y="64675"/>
                      </a:cubicBezTo>
                      <a:lnTo>
                        <a:pt x="30480" y="72676"/>
                      </a:lnTo>
                      <a:cubicBezTo>
                        <a:pt x="30385" y="74486"/>
                        <a:pt x="30385" y="76486"/>
                        <a:pt x="30385" y="78677"/>
                      </a:cubicBezTo>
                      <a:cubicBezTo>
                        <a:pt x="30385" y="80867"/>
                        <a:pt x="30385" y="84106"/>
                        <a:pt x="30766" y="88487"/>
                      </a:cubicBezTo>
                      <a:cubicBezTo>
                        <a:pt x="30956" y="92869"/>
                        <a:pt x="31147" y="96203"/>
                        <a:pt x="31147" y="98393"/>
                      </a:cubicBezTo>
                      <a:cubicBezTo>
                        <a:pt x="31147" y="102775"/>
                        <a:pt x="30671" y="106680"/>
                        <a:pt x="29909" y="110109"/>
                      </a:cubicBezTo>
                      <a:cubicBezTo>
                        <a:pt x="29527" y="110966"/>
                        <a:pt x="29909" y="112109"/>
                        <a:pt x="31052" y="113538"/>
                      </a:cubicBezTo>
                      <a:cubicBezTo>
                        <a:pt x="32195" y="114967"/>
                        <a:pt x="32766" y="115919"/>
                        <a:pt x="32766" y="116491"/>
                      </a:cubicBezTo>
                      <a:cubicBezTo>
                        <a:pt x="32766" y="117062"/>
                        <a:pt x="32004" y="117634"/>
                        <a:pt x="30575" y="118110"/>
                      </a:cubicBezTo>
                      <a:cubicBezTo>
                        <a:pt x="32099" y="118110"/>
                        <a:pt x="33147" y="117634"/>
                        <a:pt x="34004" y="116681"/>
                      </a:cubicBezTo>
                      <a:cubicBezTo>
                        <a:pt x="34766" y="116681"/>
                        <a:pt x="36005" y="116681"/>
                        <a:pt x="37624" y="116396"/>
                      </a:cubicBezTo>
                      <a:cubicBezTo>
                        <a:pt x="39338" y="116205"/>
                        <a:pt x="40577" y="116110"/>
                        <a:pt x="41434" y="116110"/>
                      </a:cubicBezTo>
                      <a:cubicBezTo>
                        <a:pt x="44386" y="116110"/>
                        <a:pt x="46291" y="116967"/>
                        <a:pt x="47434" y="118586"/>
                      </a:cubicBezTo>
                      <a:cubicBezTo>
                        <a:pt x="46291" y="119920"/>
                        <a:pt x="46577" y="121063"/>
                        <a:pt x="48006" y="122015"/>
                      </a:cubicBezTo>
                      <a:cubicBezTo>
                        <a:pt x="47625" y="123920"/>
                        <a:pt x="47434" y="128397"/>
                        <a:pt x="47434" y="135446"/>
                      </a:cubicBezTo>
                      <a:cubicBezTo>
                        <a:pt x="46577" y="135446"/>
                        <a:pt x="45911" y="134969"/>
                        <a:pt x="45530" y="134017"/>
                      </a:cubicBezTo>
                      <a:cubicBezTo>
                        <a:pt x="45148" y="133064"/>
                        <a:pt x="44482" y="132588"/>
                        <a:pt x="43815" y="132588"/>
                      </a:cubicBezTo>
                      <a:cubicBezTo>
                        <a:pt x="44005" y="133636"/>
                        <a:pt x="45053" y="134779"/>
                        <a:pt x="46767" y="135922"/>
                      </a:cubicBezTo>
                      <a:cubicBezTo>
                        <a:pt x="48483" y="137065"/>
                        <a:pt x="49339" y="138113"/>
                        <a:pt x="49339" y="139160"/>
                      </a:cubicBezTo>
                      <a:cubicBezTo>
                        <a:pt x="49339" y="139732"/>
                        <a:pt x="49149" y="140399"/>
                        <a:pt x="48768" y="141161"/>
                      </a:cubicBezTo>
                      <a:cubicBezTo>
                        <a:pt x="49816" y="140399"/>
                        <a:pt x="51054" y="139732"/>
                        <a:pt x="52197" y="138970"/>
                      </a:cubicBezTo>
                      <a:lnTo>
                        <a:pt x="51340" y="138970"/>
                      </a:lnTo>
                      <a:cubicBezTo>
                        <a:pt x="50578" y="135827"/>
                        <a:pt x="49435" y="130683"/>
                        <a:pt x="47911" y="123635"/>
                      </a:cubicBezTo>
                      <a:cubicBezTo>
                        <a:pt x="48768" y="120967"/>
                        <a:pt x="50673" y="118872"/>
                        <a:pt x="53721" y="117158"/>
                      </a:cubicBezTo>
                      <a:cubicBezTo>
                        <a:pt x="54578" y="116777"/>
                        <a:pt x="57245" y="115729"/>
                        <a:pt x="61817" y="113919"/>
                      </a:cubicBezTo>
                      <a:cubicBezTo>
                        <a:pt x="62293" y="114681"/>
                        <a:pt x="62484" y="115157"/>
                        <a:pt x="62389" y="115348"/>
                      </a:cubicBezTo>
                      <a:lnTo>
                        <a:pt x="67437" y="116110"/>
                      </a:lnTo>
                      <a:cubicBezTo>
                        <a:pt x="67723" y="114871"/>
                        <a:pt x="67627" y="113919"/>
                        <a:pt x="67246" y="113157"/>
                      </a:cubicBezTo>
                      <a:cubicBezTo>
                        <a:pt x="66866" y="112395"/>
                        <a:pt x="66675" y="111728"/>
                        <a:pt x="66675" y="111252"/>
                      </a:cubicBezTo>
                      <a:cubicBezTo>
                        <a:pt x="67627" y="110204"/>
                        <a:pt x="69342" y="108680"/>
                        <a:pt x="71724" y="106871"/>
                      </a:cubicBezTo>
                      <a:lnTo>
                        <a:pt x="71724" y="109728"/>
                      </a:lnTo>
                      <a:cubicBezTo>
                        <a:pt x="73057" y="109157"/>
                        <a:pt x="73723" y="108395"/>
                        <a:pt x="73723" y="107347"/>
                      </a:cubicBezTo>
                      <a:cubicBezTo>
                        <a:pt x="73723" y="106871"/>
                        <a:pt x="73438" y="106108"/>
                        <a:pt x="72866" y="105156"/>
                      </a:cubicBezTo>
                      <a:cubicBezTo>
                        <a:pt x="72295" y="104108"/>
                        <a:pt x="72009" y="103537"/>
                        <a:pt x="72009" y="103251"/>
                      </a:cubicBezTo>
                      <a:cubicBezTo>
                        <a:pt x="72009" y="102775"/>
                        <a:pt x="72200" y="102394"/>
                        <a:pt x="72771" y="102108"/>
                      </a:cubicBezTo>
                      <a:lnTo>
                        <a:pt x="71628" y="97250"/>
                      </a:lnTo>
                      <a:cubicBezTo>
                        <a:pt x="70866" y="96965"/>
                        <a:pt x="69914" y="97250"/>
                        <a:pt x="68771" y="97822"/>
                      </a:cubicBezTo>
                      <a:cubicBezTo>
                        <a:pt x="66961" y="96298"/>
                        <a:pt x="66199" y="94964"/>
                        <a:pt x="66580" y="93917"/>
                      </a:cubicBezTo>
                      <a:cubicBezTo>
                        <a:pt x="66675" y="93536"/>
                        <a:pt x="67437" y="93250"/>
                        <a:pt x="68771" y="92964"/>
                      </a:cubicBezTo>
                      <a:cubicBezTo>
                        <a:pt x="69152" y="94012"/>
                        <a:pt x="69342" y="94583"/>
                        <a:pt x="69342" y="94393"/>
                      </a:cubicBezTo>
                      <a:cubicBezTo>
                        <a:pt x="73533" y="94012"/>
                        <a:pt x="77058" y="94679"/>
                        <a:pt x="79820" y="96393"/>
                      </a:cubicBezTo>
                      <a:cubicBezTo>
                        <a:pt x="79915" y="96774"/>
                        <a:pt x="80010" y="97060"/>
                        <a:pt x="80010" y="97441"/>
                      </a:cubicBezTo>
                      <a:cubicBezTo>
                        <a:pt x="80010" y="97917"/>
                        <a:pt x="79629" y="98298"/>
                        <a:pt x="78772" y="98488"/>
                      </a:cubicBezTo>
                      <a:cubicBezTo>
                        <a:pt x="77914" y="98679"/>
                        <a:pt x="77343" y="98965"/>
                        <a:pt x="77152" y="99250"/>
                      </a:cubicBezTo>
                      <a:lnTo>
                        <a:pt x="79820" y="99250"/>
                      </a:lnTo>
                      <a:cubicBezTo>
                        <a:pt x="80391" y="99632"/>
                        <a:pt x="80772" y="100298"/>
                        <a:pt x="80772" y="101251"/>
                      </a:cubicBezTo>
                      <a:cubicBezTo>
                        <a:pt x="81725" y="100203"/>
                        <a:pt x="82486" y="99632"/>
                        <a:pt x="83153" y="99632"/>
                      </a:cubicBezTo>
                      <a:cubicBezTo>
                        <a:pt x="83630" y="99632"/>
                        <a:pt x="84201" y="100489"/>
                        <a:pt x="84677" y="102108"/>
                      </a:cubicBezTo>
                      <a:cubicBezTo>
                        <a:pt x="85249" y="103727"/>
                        <a:pt x="85916" y="104680"/>
                        <a:pt x="86773" y="104870"/>
                      </a:cubicBezTo>
                      <a:lnTo>
                        <a:pt x="86773" y="99250"/>
                      </a:lnTo>
                      <a:cubicBezTo>
                        <a:pt x="86773" y="99250"/>
                        <a:pt x="87725" y="100013"/>
                        <a:pt x="88202" y="100013"/>
                      </a:cubicBezTo>
                      <a:cubicBezTo>
                        <a:pt x="88678" y="100013"/>
                        <a:pt x="89440" y="99727"/>
                        <a:pt x="90392" y="99250"/>
                      </a:cubicBezTo>
                      <a:cubicBezTo>
                        <a:pt x="91345" y="98774"/>
                        <a:pt x="92107" y="98584"/>
                        <a:pt x="92488" y="98679"/>
                      </a:cubicBezTo>
                      <a:cubicBezTo>
                        <a:pt x="92964" y="99060"/>
                        <a:pt x="93250" y="99441"/>
                        <a:pt x="93250" y="99917"/>
                      </a:cubicBezTo>
                      <a:cubicBezTo>
                        <a:pt x="93250" y="100298"/>
                        <a:pt x="92869" y="100775"/>
                        <a:pt x="92202" y="101537"/>
                      </a:cubicBezTo>
                      <a:cubicBezTo>
                        <a:pt x="91440" y="102299"/>
                        <a:pt x="91154" y="102870"/>
                        <a:pt x="91154" y="103346"/>
                      </a:cubicBezTo>
                      <a:lnTo>
                        <a:pt x="93345" y="103346"/>
                      </a:lnTo>
                      <a:lnTo>
                        <a:pt x="93916" y="97155"/>
                      </a:lnTo>
                      <a:lnTo>
                        <a:pt x="96298" y="99155"/>
                      </a:lnTo>
                      <a:cubicBezTo>
                        <a:pt x="96298" y="98679"/>
                        <a:pt x="96488" y="98203"/>
                        <a:pt x="96869" y="97917"/>
                      </a:cubicBezTo>
                      <a:cubicBezTo>
                        <a:pt x="97250" y="98012"/>
                        <a:pt x="97631" y="98203"/>
                        <a:pt x="98203" y="98393"/>
                      </a:cubicBezTo>
                      <a:cubicBezTo>
                        <a:pt x="98965" y="99155"/>
                        <a:pt x="99155" y="99155"/>
                        <a:pt x="98965" y="98584"/>
                      </a:cubicBezTo>
                      <a:cubicBezTo>
                        <a:pt x="98870" y="98584"/>
                        <a:pt x="98679" y="98584"/>
                        <a:pt x="98584" y="98393"/>
                      </a:cubicBezTo>
                      <a:lnTo>
                        <a:pt x="98203" y="98393"/>
                      </a:lnTo>
                      <a:cubicBezTo>
                        <a:pt x="97536" y="97822"/>
                        <a:pt x="97155" y="97631"/>
                        <a:pt x="96869" y="97917"/>
                      </a:cubicBezTo>
                      <a:close/>
                      <a:moveTo>
                        <a:pt x="52102" y="116681"/>
                      </a:moveTo>
                      <a:lnTo>
                        <a:pt x="52102" y="115253"/>
                      </a:lnTo>
                      <a:lnTo>
                        <a:pt x="53150" y="115253"/>
                      </a:lnTo>
                      <a:lnTo>
                        <a:pt x="52102" y="116681"/>
                      </a:lnTo>
                      <a:close/>
                      <a:moveTo>
                        <a:pt x="56292" y="133541"/>
                      </a:moveTo>
                      <a:lnTo>
                        <a:pt x="56292" y="132112"/>
                      </a:lnTo>
                      <a:cubicBezTo>
                        <a:pt x="55816" y="131826"/>
                        <a:pt x="55055" y="131540"/>
                        <a:pt x="54102" y="131159"/>
                      </a:cubicBezTo>
                      <a:cubicBezTo>
                        <a:pt x="53816" y="131921"/>
                        <a:pt x="54007" y="132493"/>
                        <a:pt x="54388" y="133064"/>
                      </a:cubicBezTo>
                      <a:cubicBezTo>
                        <a:pt x="54864" y="133636"/>
                        <a:pt x="55531" y="133826"/>
                        <a:pt x="56292" y="133541"/>
                      </a:cubicBezTo>
                      <a:close/>
                      <a:moveTo>
                        <a:pt x="56865" y="142589"/>
                      </a:moveTo>
                      <a:lnTo>
                        <a:pt x="58293" y="141161"/>
                      </a:lnTo>
                      <a:lnTo>
                        <a:pt x="56865" y="139541"/>
                      </a:lnTo>
                      <a:lnTo>
                        <a:pt x="56865" y="142589"/>
                      </a:lnTo>
                      <a:close/>
                      <a:moveTo>
                        <a:pt x="63722" y="137541"/>
                      </a:moveTo>
                      <a:cubicBezTo>
                        <a:pt x="63913" y="135827"/>
                        <a:pt x="63722" y="134969"/>
                        <a:pt x="62865" y="134969"/>
                      </a:cubicBezTo>
                      <a:cubicBezTo>
                        <a:pt x="62199" y="134969"/>
                        <a:pt x="61246" y="135350"/>
                        <a:pt x="60007" y="136208"/>
                      </a:cubicBezTo>
                      <a:cubicBezTo>
                        <a:pt x="58674" y="137065"/>
                        <a:pt x="57912" y="137446"/>
                        <a:pt x="57817" y="137446"/>
                      </a:cubicBezTo>
                      <a:cubicBezTo>
                        <a:pt x="58484" y="138017"/>
                        <a:pt x="58960" y="138303"/>
                        <a:pt x="59436" y="138303"/>
                      </a:cubicBezTo>
                      <a:cubicBezTo>
                        <a:pt x="59817" y="138303"/>
                        <a:pt x="60293" y="138017"/>
                        <a:pt x="60865" y="137446"/>
                      </a:cubicBezTo>
                      <a:cubicBezTo>
                        <a:pt x="61436" y="136874"/>
                        <a:pt x="61913" y="136684"/>
                        <a:pt x="62293" y="136684"/>
                      </a:cubicBezTo>
                      <a:cubicBezTo>
                        <a:pt x="62770" y="136684"/>
                        <a:pt x="63246" y="136874"/>
                        <a:pt x="63722" y="137446"/>
                      </a:cubicBezTo>
                      <a:close/>
                      <a:moveTo>
                        <a:pt x="61722" y="109633"/>
                      </a:moveTo>
                      <a:cubicBezTo>
                        <a:pt x="60007" y="108204"/>
                        <a:pt x="59817" y="107061"/>
                        <a:pt x="61150" y="106204"/>
                      </a:cubicBezTo>
                      <a:lnTo>
                        <a:pt x="63151" y="109061"/>
                      </a:lnTo>
                      <a:cubicBezTo>
                        <a:pt x="63151" y="109061"/>
                        <a:pt x="62293" y="109061"/>
                        <a:pt x="61722" y="109538"/>
                      </a:cubicBezTo>
                      <a:close/>
                      <a:moveTo>
                        <a:pt x="68104" y="154305"/>
                      </a:moveTo>
                      <a:cubicBezTo>
                        <a:pt x="67437" y="153734"/>
                        <a:pt x="67151" y="153162"/>
                        <a:pt x="67151" y="152686"/>
                      </a:cubicBezTo>
                      <a:cubicBezTo>
                        <a:pt x="67151" y="152114"/>
                        <a:pt x="67913" y="151448"/>
                        <a:pt x="69437" y="150876"/>
                      </a:cubicBezTo>
                      <a:cubicBezTo>
                        <a:pt x="70866" y="150209"/>
                        <a:pt x="71818" y="149733"/>
                        <a:pt x="72200" y="149447"/>
                      </a:cubicBezTo>
                      <a:cubicBezTo>
                        <a:pt x="72104" y="149924"/>
                        <a:pt x="71438" y="150495"/>
                        <a:pt x="70199" y="151067"/>
                      </a:cubicBezTo>
                      <a:cubicBezTo>
                        <a:pt x="69056" y="151638"/>
                        <a:pt x="68389" y="152305"/>
                        <a:pt x="68389" y="152876"/>
                      </a:cubicBezTo>
                      <a:cubicBezTo>
                        <a:pt x="68389" y="153257"/>
                        <a:pt x="68675" y="153734"/>
                        <a:pt x="69342" y="154305"/>
                      </a:cubicBezTo>
                      <a:lnTo>
                        <a:pt x="68104" y="154305"/>
                      </a:lnTo>
                      <a:close/>
                      <a:moveTo>
                        <a:pt x="73723" y="91535"/>
                      </a:moveTo>
                      <a:cubicBezTo>
                        <a:pt x="74962" y="91535"/>
                        <a:pt x="75629" y="91821"/>
                        <a:pt x="75724" y="92297"/>
                      </a:cubicBezTo>
                      <a:lnTo>
                        <a:pt x="74295" y="92869"/>
                      </a:lnTo>
                      <a:lnTo>
                        <a:pt x="73723" y="91631"/>
                      </a:lnTo>
                      <a:close/>
                      <a:moveTo>
                        <a:pt x="75152" y="124111"/>
                      </a:moveTo>
                      <a:lnTo>
                        <a:pt x="79915" y="123539"/>
                      </a:lnTo>
                      <a:lnTo>
                        <a:pt x="79915" y="122111"/>
                      </a:lnTo>
                      <a:cubicBezTo>
                        <a:pt x="79915" y="119825"/>
                        <a:pt x="80391" y="118491"/>
                        <a:pt x="81343" y="118110"/>
                      </a:cubicBezTo>
                      <a:lnTo>
                        <a:pt x="78677" y="117253"/>
                      </a:lnTo>
                      <a:cubicBezTo>
                        <a:pt x="78486" y="118300"/>
                        <a:pt x="78391" y="119920"/>
                        <a:pt x="78105" y="122111"/>
                      </a:cubicBezTo>
                      <a:cubicBezTo>
                        <a:pt x="78010" y="123254"/>
                        <a:pt x="77058" y="123825"/>
                        <a:pt x="75248" y="124111"/>
                      </a:cubicBezTo>
                      <a:close/>
                      <a:moveTo>
                        <a:pt x="77724" y="133541"/>
                      </a:moveTo>
                      <a:lnTo>
                        <a:pt x="77724" y="129921"/>
                      </a:lnTo>
                      <a:lnTo>
                        <a:pt x="77248" y="129921"/>
                      </a:lnTo>
                      <a:lnTo>
                        <a:pt x="77248" y="133541"/>
                      </a:lnTo>
                      <a:lnTo>
                        <a:pt x="77724" y="133541"/>
                      </a:lnTo>
                      <a:close/>
                      <a:moveTo>
                        <a:pt x="82772" y="73247"/>
                      </a:moveTo>
                      <a:lnTo>
                        <a:pt x="78677" y="72676"/>
                      </a:lnTo>
                      <a:lnTo>
                        <a:pt x="77724" y="75248"/>
                      </a:lnTo>
                      <a:cubicBezTo>
                        <a:pt x="79534" y="76676"/>
                        <a:pt x="81058" y="77438"/>
                        <a:pt x="82201" y="77438"/>
                      </a:cubicBezTo>
                      <a:cubicBezTo>
                        <a:pt x="82963" y="77438"/>
                        <a:pt x="83630" y="77153"/>
                        <a:pt x="84201" y="76676"/>
                      </a:cubicBezTo>
                      <a:cubicBezTo>
                        <a:pt x="81439" y="77343"/>
                        <a:pt x="80010" y="76676"/>
                        <a:pt x="79915" y="74676"/>
                      </a:cubicBezTo>
                      <a:lnTo>
                        <a:pt x="82772" y="73247"/>
                      </a:lnTo>
                      <a:close/>
                      <a:moveTo>
                        <a:pt x="77724" y="102584"/>
                      </a:moveTo>
                      <a:lnTo>
                        <a:pt x="79248" y="102584"/>
                      </a:lnTo>
                      <a:lnTo>
                        <a:pt x="79248" y="101156"/>
                      </a:lnTo>
                      <a:lnTo>
                        <a:pt x="77724" y="101156"/>
                      </a:lnTo>
                      <a:lnTo>
                        <a:pt x="77724" y="102584"/>
                      </a:lnTo>
                      <a:close/>
                      <a:moveTo>
                        <a:pt x="82201" y="140399"/>
                      </a:moveTo>
                      <a:cubicBezTo>
                        <a:pt x="82772" y="139256"/>
                        <a:pt x="84011" y="137827"/>
                        <a:pt x="85725" y="136017"/>
                      </a:cubicBezTo>
                      <a:lnTo>
                        <a:pt x="84773" y="135446"/>
                      </a:lnTo>
                      <a:lnTo>
                        <a:pt x="83344" y="136017"/>
                      </a:lnTo>
                      <a:lnTo>
                        <a:pt x="82772" y="133541"/>
                      </a:lnTo>
                      <a:cubicBezTo>
                        <a:pt x="80486" y="134779"/>
                        <a:pt x="79534" y="136017"/>
                        <a:pt x="79915" y="137541"/>
                      </a:cubicBezTo>
                      <a:lnTo>
                        <a:pt x="82201" y="136970"/>
                      </a:lnTo>
                      <a:lnTo>
                        <a:pt x="82201" y="140399"/>
                      </a:lnTo>
                      <a:close/>
                      <a:moveTo>
                        <a:pt x="82201" y="129921"/>
                      </a:moveTo>
                      <a:lnTo>
                        <a:pt x="83344" y="125635"/>
                      </a:lnTo>
                      <a:lnTo>
                        <a:pt x="82772" y="125635"/>
                      </a:lnTo>
                      <a:lnTo>
                        <a:pt x="82201" y="129921"/>
                      </a:lnTo>
                      <a:close/>
                      <a:moveTo>
                        <a:pt x="86201" y="87249"/>
                      </a:moveTo>
                      <a:cubicBezTo>
                        <a:pt x="86201" y="87249"/>
                        <a:pt x="85440" y="86678"/>
                        <a:pt x="84201" y="86678"/>
                      </a:cubicBezTo>
                      <a:lnTo>
                        <a:pt x="84201" y="88678"/>
                      </a:lnTo>
                      <a:lnTo>
                        <a:pt x="85725" y="88678"/>
                      </a:lnTo>
                      <a:cubicBezTo>
                        <a:pt x="85725" y="88678"/>
                        <a:pt x="86392" y="87725"/>
                        <a:pt x="86296" y="87249"/>
                      </a:cubicBezTo>
                      <a:close/>
                      <a:moveTo>
                        <a:pt x="88202" y="57912"/>
                      </a:moveTo>
                      <a:cubicBezTo>
                        <a:pt x="88773" y="58388"/>
                        <a:pt x="89059" y="58865"/>
                        <a:pt x="89059" y="59341"/>
                      </a:cubicBezTo>
                      <a:cubicBezTo>
                        <a:pt x="89059" y="60674"/>
                        <a:pt x="88297" y="61341"/>
                        <a:pt x="86773" y="61341"/>
                      </a:cubicBezTo>
                      <a:lnTo>
                        <a:pt x="88202" y="61341"/>
                      </a:lnTo>
                      <a:cubicBezTo>
                        <a:pt x="88582" y="60865"/>
                        <a:pt x="88964" y="60293"/>
                        <a:pt x="89345" y="59817"/>
                      </a:cubicBezTo>
                      <a:cubicBezTo>
                        <a:pt x="89821" y="59246"/>
                        <a:pt x="89821" y="58579"/>
                        <a:pt x="89630" y="57912"/>
                      </a:cubicBezTo>
                      <a:lnTo>
                        <a:pt x="88202" y="57912"/>
                      </a:lnTo>
                      <a:close/>
                      <a:moveTo>
                        <a:pt x="91821" y="87249"/>
                      </a:moveTo>
                      <a:cubicBezTo>
                        <a:pt x="91821" y="87249"/>
                        <a:pt x="90392" y="86201"/>
                        <a:pt x="88202" y="85249"/>
                      </a:cubicBezTo>
                      <a:lnTo>
                        <a:pt x="87630" y="86678"/>
                      </a:lnTo>
                      <a:lnTo>
                        <a:pt x="91821" y="87249"/>
                      </a:lnTo>
                      <a:close/>
                      <a:moveTo>
                        <a:pt x="89059" y="19050"/>
                      </a:moveTo>
                      <a:lnTo>
                        <a:pt x="89059" y="20479"/>
                      </a:lnTo>
                      <a:lnTo>
                        <a:pt x="91059" y="19907"/>
                      </a:lnTo>
                      <a:cubicBezTo>
                        <a:pt x="90678" y="19336"/>
                        <a:pt x="90011" y="19050"/>
                        <a:pt x="89059" y="19050"/>
                      </a:cubicBezTo>
                      <a:close/>
                      <a:moveTo>
                        <a:pt x="90297" y="108204"/>
                      </a:moveTo>
                      <a:lnTo>
                        <a:pt x="95250" y="107633"/>
                      </a:lnTo>
                      <a:cubicBezTo>
                        <a:pt x="94392" y="107061"/>
                        <a:pt x="93440" y="106680"/>
                        <a:pt x="92393" y="106680"/>
                      </a:cubicBezTo>
                      <a:cubicBezTo>
                        <a:pt x="91154" y="106585"/>
                        <a:pt x="90488" y="107061"/>
                        <a:pt x="90392" y="108109"/>
                      </a:cubicBezTo>
                      <a:close/>
                      <a:moveTo>
                        <a:pt x="95250" y="57912"/>
                      </a:moveTo>
                      <a:lnTo>
                        <a:pt x="98107" y="60865"/>
                      </a:lnTo>
                      <a:lnTo>
                        <a:pt x="98107" y="59436"/>
                      </a:lnTo>
                      <a:cubicBezTo>
                        <a:pt x="96393" y="58483"/>
                        <a:pt x="95441" y="58007"/>
                        <a:pt x="95250" y="58007"/>
                      </a:cubicBezTo>
                      <a:close/>
                      <a:moveTo>
                        <a:pt x="98679" y="76200"/>
                      </a:moveTo>
                      <a:lnTo>
                        <a:pt x="100679" y="74200"/>
                      </a:lnTo>
                      <a:cubicBezTo>
                        <a:pt x="100203" y="73628"/>
                        <a:pt x="98679" y="72771"/>
                        <a:pt x="96202" y="71819"/>
                      </a:cubicBezTo>
                      <a:lnTo>
                        <a:pt x="98774" y="76200"/>
                      </a:lnTo>
                      <a:close/>
                      <a:moveTo>
                        <a:pt x="99632" y="86678"/>
                      </a:moveTo>
                      <a:lnTo>
                        <a:pt x="99632" y="83820"/>
                      </a:lnTo>
                      <a:lnTo>
                        <a:pt x="98679" y="83820"/>
                      </a:lnTo>
                      <a:lnTo>
                        <a:pt x="98679" y="86678"/>
                      </a:lnTo>
                      <a:lnTo>
                        <a:pt x="99632" y="86678"/>
                      </a:lnTo>
                      <a:close/>
                      <a:moveTo>
                        <a:pt x="100679" y="164783"/>
                      </a:moveTo>
                      <a:cubicBezTo>
                        <a:pt x="102108" y="165545"/>
                        <a:pt x="102584" y="166402"/>
                        <a:pt x="102108" y="167450"/>
                      </a:cubicBezTo>
                      <a:lnTo>
                        <a:pt x="101632" y="168402"/>
                      </a:lnTo>
                      <a:cubicBezTo>
                        <a:pt x="101060" y="168021"/>
                        <a:pt x="100679" y="167545"/>
                        <a:pt x="100679" y="166973"/>
                      </a:cubicBezTo>
                      <a:lnTo>
                        <a:pt x="100679" y="164783"/>
                      </a:lnTo>
                      <a:close/>
                      <a:moveTo>
                        <a:pt x="104299" y="142494"/>
                      </a:moveTo>
                      <a:cubicBezTo>
                        <a:pt x="105251" y="142304"/>
                        <a:pt x="106394" y="142494"/>
                        <a:pt x="107728" y="143066"/>
                      </a:cubicBezTo>
                      <a:cubicBezTo>
                        <a:pt x="108109" y="143923"/>
                        <a:pt x="107918" y="144494"/>
                        <a:pt x="107156" y="144875"/>
                      </a:cubicBezTo>
                      <a:cubicBezTo>
                        <a:pt x="106394" y="145256"/>
                        <a:pt x="105727" y="145637"/>
                        <a:pt x="104966" y="145923"/>
                      </a:cubicBezTo>
                      <a:lnTo>
                        <a:pt x="104204" y="145923"/>
                      </a:lnTo>
                      <a:lnTo>
                        <a:pt x="104204" y="142494"/>
                      </a:lnTo>
                      <a:close/>
                      <a:moveTo>
                        <a:pt x="105061" y="111062"/>
                      </a:moveTo>
                      <a:cubicBezTo>
                        <a:pt x="105537" y="110109"/>
                        <a:pt x="106109" y="109538"/>
                        <a:pt x="106680" y="109538"/>
                      </a:cubicBezTo>
                      <a:cubicBezTo>
                        <a:pt x="106680" y="109728"/>
                        <a:pt x="106299" y="109919"/>
                        <a:pt x="106013" y="110300"/>
                      </a:cubicBezTo>
                      <a:cubicBezTo>
                        <a:pt x="105633" y="110681"/>
                        <a:pt x="105346" y="110871"/>
                        <a:pt x="105061" y="111062"/>
                      </a:cubicBezTo>
                      <a:close/>
                      <a:moveTo>
                        <a:pt x="109157" y="109538"/>
                      </a:moveTo>
                      <a:cubicBezTo>
                        <a:pt x="109157" y="109538"/>
                        <a:pt x="109728" y="109728"/>
                        <a:pt x="110585" y="110109"/>
                      </a:cubicBezTo>
                      <a:cubicBezTo>
                        <a:pt x="110014" y="110490"/>
                        <a:pt x="109252" y="110490"/>
                        <a:pt x="108490" y="110109"/>
                      </a:cubicBezTo>
                      <a:cubicBezTo>
                        <a:pt x="107537" y="109728"/>
                        <a:pt x="106871" y="109538"/>
                        <a:pt x="106680" y="109538"/>
                      </a:cubicBezTo>
                      <a:cubicBezTo>
                        <a:pt x="107632" y="108585"/>
                        <a:pt x="108490" y="108585"/>
                        <a:pt x="109157" y="109538"/>
                      </a:cubicBezTo>
                      <a:close/>
                      <a:moveTo>
                        <a:pt x="110109" y="98488"/>
                      </a:moveTo>
                      <a:lnTo>
                        <a:pt x="110109" y="99536"/>
                      </a:lnTo>
                      <a:lnTo>
                        <a:pt x="107728" y="98488"/>
                      </a:lnTo>
                      <a:lnTo>
                        <a:pt x="110109" y="98488"/>
                      </a:lnTo>
                      <a:close/>
                      <a:moveTo>
                        <a:pt x="120586" y="90011"/>
                      </a:moveTo>
                      <a:lnTo>
                        <a:pt x="123158" y="92678"/>
                      </a:lnTo>
                      <a:lnTo>
                        <a:pt x="119729" y="92107"/>
                      </a:lnTo>
                      <a:lnTo>
                        <a:pt x="120682" y="89916"/>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 name="Google Shape;1055;p99"/>
                <p:cNvSpPr/>
                <p:nvPr/>
              </p:nvSpPr>
              <p:spPr>
                <a:xfrm>
                  <a:off x="8723280" y="2695575"/>
                  <a:ext cx="32479" cy="146399"/>
                </a:xfrm>
                <a:custGeom>
                  <a:avLst/>
                  <a:gdLst/>
                  <a:ahLst/>
                  <a:cxnLst/>
                  <a:rect l="l" t="t" r="r" b="b"/>
                  <a:pathLst>
                    <a:path w="32479" h="146399" extrusionOk="0">
                      <a:moveTo>
                        <a:pt x="29908" y="127159"/>
                      </a:moveTo>
                      <a:cubicBezTo>
                        <a:pt x="30003" y="130683"/>
                        <a:pt x="29908" y="132874"/>
                        <a:pt x="29337" y="133731"/>
                      </a:cubicBezTo>
                      <a:cubicBezTo>
                        <a:pt x="30575" y="138684"/>
                        <a:pt x="30289" y="142304"/>
                        <a:pt x="28575" y="144780"/>
                      </a:cubicBezTo>
                      <a:cubicBezTo>
                        <a:pt x="27527" y="145447"/>
                        <a:pt x="26098" y="145637"/>
                        <a:pt x="24384" y="145637"/>
                      </a:cubicBezTo>
                      <a:lnTo>
                        <a:pt x="19145" y="145637"/>
                      </a:lnTo>
                      <a:cubicBezTo>
                        <a:pt x="19145" y="143828"/>
                        <a:pt x="18955" y="142875"/>
                        <a:pt x="18574" y="142780"/>
                      </a:cubicBezTo>
                      <a:cubicBezTo>
                        <a:pt x="18574" y="145161"/>
                        <a:pt x="17716" y="146399"/>
                        <a:pt x="15907" y="146399"/>
                      </a:cubicBezTo>
                      <a:cubicBezTo>
                        <a:pt x="15240" y="146399"/>
                        <a:pt x="14288" y="146209"/>
                        <a:pt x="12859" y="145828"/>
                      </a:cubicBezTo>
                      <a:cubicBezTo>
                        <a:pt x="11430" y="145447"/>
                        <a:pt x="10382" y="145256"/>
                        <a:pt x="9810" y="145256"/>
                      </a:cubicBezTo>
                      <a:cubicBezTo>
                        <a:pt x="9144" y="145256"/>
                        <a:pt x="8572" y="145351"/>
                        <a:pt x="8191" y="145637"/>
                      </a:cubicBezTo>
                      <a:cubicBezTo>
                        <a:pt x="7715" y="145161"/>
                        <a:pt x="7239" y="144875"/>
                        <a:pt x="6762" y="144875"/>
                      </a:cubicBezTo>
                      <a:cubicBezTo>
                        <a:pt x="6382" y="144875"/>
                        <a:pt x="6001" y="144971"/>
                        <a:pt x="5429" y="145161"/>
                      </a:cubicBezTo>
                      <a:cubicBezTo>
                        <a:pt x="4858" y="145351"/>
                        <a:pt x="4476" y="145447"/>
                        <a:pt x="4286" y="145447"/>
                      </a:cubicBezTo>
                      <a:cubicBezTo>
                        <a:pt x="3714" y="145447"/>
                        <a:pt x="3143" y="145256"/>
                        <a:pt x="2667" y="144780"/>
                      </a:cubicBezTo>
                      <a:cubicBezTo>
                        <a:pt x="1428" y="139160"/>
                        <a:pt x="857" y="133064"/>
                        <a:pt x="857" y="126778"/>
                      </a:cubicBezTo>
                      <a:cubicBezTo>
                        <a:pt x="857" y="121729"/>
                        <a:pt x="1428" y="113538"/>
                        <a:pt x="2667" y="102203"/>
                      </a:cubicBezTo>
                      <a:cubicBezTo>
                        <a:pt x="1238" y="93821"/>
                        <a:pt x="857" y="79915"/>
                        <a:pt x="1810" y="60674"/>
                      </a:cubicBezTo>
                      <a:cubicBezTo>
                        <a:pt x="571" y="59436"/>
                        <a:pt x="0" y="58483"/>
                        <a:pt x="0" y="57817"/>
                      </a:cubicBezTo>
                      <a:cubicBezTo>
                        <a:pt x="0" y="57436"/>
                        <a:pt x="285" y="56959"/>
                        <a:pt x="857" y="56293"/>
                      </a:cubicBezTo>
                      <a:cubicBezTo>
                        <a:pt x="1333" y="55626"/>
                        <a:pt x="1619" y="54959"/>
                        <a:pt x="1619" y="54388"/>
                      </a:cubicBezTo>
                      <a:cubicBezTo>
                        <a:pt x="1619" y="53626"/>
                        <a:pt x="1333" y="52768"/>
                        <a:pt x="762" y="51721"/>
                      </a:cubicBezTo>
                      <a:cubicBezTo>
                        <a:pt x="1524" y="50863"/>
                        <a:pt x="1524" y="48673"/>
                        <a:pt x="762" y="45053"/>
                      </a:cubicBezTo>
                      <a:cubicBezTo>
                        <a:pt x="190" y="41910"/>
                        <a:pt x="1048" y="40100"/>
                        <a:pt x="3524" y="39624"/>
                      </a:cubicBezTo>
                      <a:lnTo>
                        <a:pt x="762" y="35147"/>
                      </a:lnTo>
                      <a:cubicBezTo>
                        <a:pt x="1714" y="34576"/>
                        <a:pt x="2191" y="33528"/>
                        <a:pt x="2191" y="32099"/>
                      </a:cubicBezTo>
                      <a:cubicBezTo>
                        <a:pt x="2191" y="31147"/>
                        <a:pt x="1905" y="29432"/>
                        <a:pt x="1238" y="27051"/>
                      </a:cubicBezTo>
                      <a:cubicBezTo>
                        <a:pt x="571" y="24670"/>
                        <a:pt x="285" y="22860"/>
                        <a:pt x="285" y="21622"/>
                      </a:cubicBezTo>
                      <a:cubicBezTo>
                        <a:pt x="285" y="19907"/>
                        <a:pt x="762" y="18574"/>
                        <a:pt x="1810" y="17431"/>
                      </a:cubicBezTo>
                      <a:cubicBezTo>
                        <a:pt x="1428" y="13335"/>
                        <a:pt x="1238" y="10954"/>
                        <a:pt x="1238" y="10382"/>
                      </a:cubicBezTo>
                      <a:cubicBezTo>
                        <a:pt x="1238" y="5620"/>
                        <a:pt x="2953" y="2667"/>
                        <a:pt x="6382" y="1333"/>
                      </a:cubicBezTo>
                      <a:lnTo>
                        <a:pt x="9620" y="1333"/>
                      </a:lnTo>
                      <a:cubicBezTo>
                        <a:pt x="10858" y="1333"/>
                        <a:pt x="12763" y="1143"/>
                        <a:pt x="15430" y="667"/>
                      </a:cubicBezTo>
                      <a:cubicBezTo>
                        <a:pt x="18097" y="191"/>
                        <a:pt x="20098" y="0"/>
                        <a:pt x="21336" y="0"/>
                      </a:cubicBezTo>
                      <a:cubicBezTo>
                        <a:pt x="25146" y="0"/>
                        <a:pt x="27813" y="1524"/>
                        <a:pt x="29527" y="4477"/>
                      </a:cubicBezTo>
                      <a:cubicBezTo>
                        <a:pt x="29718" y="15145"/>
                        <a:pt x="29718" y="31051"/>
                        <a:pt x="29527" y="52292"/>
                      </a:cubicBezTo>
                      <a:cubicBezTo>
                        <a:pt x="29432" y="52197"/>
                        <a:pt x="28860" y="52292"/>
                        <a:pt x="27908" y="52864"/>
                      </a:cubicBezTo>
                      <a:cubicBezTo>
                        <a:pt x="27622" y="53721"/>
                        <a:pt x="28099" y="54483"/>
                        <a:pt x="29242" y="55245"/>
                      </a:cubicBezTo>
                      <a:cubicBezTo>
                        <a:pt x="30385" y="56007"/>
                        <a:pt x="30956" y="56483"/>
                        <a:pt x="30956" y="56959"/>
                      </a:cubicBezTo>
                      <a:cubicBezTo>
                        <a:pt x="30956" y="57436"/>
                        <a:pt x="30480" y="57912"/>
                        <a:pt x="29527" y="58579"/>
                      </a:cubicBezTo>
                      <a:lnTo>
                        <a:pt x="27908" y="60008"/>
                      </a:lnTo>
                      <a:cubicBezTo>
                        <a:pt x="29337" y="61913"/>
                        <a:pt x="30099" y="64199"/>
                        <a:pt x="30099" y="66866"/>
                      </a:cubicBezTo>
                      <a:cubicBezTo>
                        <a:pt x="30099" y="68104"/>
                        <a:pt x="29908" y="70009"/>
                        <a:pt x="29527" y="72580"/>
                      </a:cubicBezTo>
                      <a:cubicBezTo>
                        <a:pt x="29146" y="75152"/>
                        <a:pt x="28860" y="77153"/>
                        <a:pt x="28860" y="78486"/>
                      </a:cubicBezTo>
                      <a:cubicBezTo>
                        <a:pt x="28860" y="80200"/>
                        <a:pt x="29146" y="81725"/>
                        <a:pt x="29623" y="83249"/>
                      </a:cubicBezTo>
                      <a:cubicBezTo>
                        <a:pt x="29813" y="92012"/>
                        <a:pt x="29623" y="104680"/>
                        <a:pt x="28860" y="121253"/>
                      </a:cubicBezTo>
                      <a:cubicBezTo>
                        <a:pt x="29146" y="121729"/>
                        <a:pt x="29623" y="121920"/>
                        <a:pt x="30480" y="121825"/>
                      </a:cubicBezTo>
                      <a:lnTo>
                        <a:pt x="32480" y="121825"/>
                      </a:lnTo>
                      <a:cubicBezTo>
                        <a:pt x="30861" y="122682"/>
                        <a:pt x="30099" y="124587"/>
                        <a:pt x="30099" y="127445"/>
                      </a:cubicBezTo>
                      <a:close/>
                      <a:moveTo>
                        <a:pt x="6191" y="36195"/>
                      </a:moveTo>
                      <a:cubicBezTo>
                        <a:pt x="6191" y="36195"/>
                        <a:pt x="5619" y="36481"/>
                        <a:pt x="5619" y="36767"/>
                      </a:cubicBezTo>
                      <a:cubicBezTo>
                        <a:pt x="5619" y="37243"/>
                        <a:pt x="5905" y="37719"/>
                        <a:pt x="6572" y="38005"/>
                      </a:cubicBezTo>
                      <a:cubicBezTo>
                        <a:pt x="7144" y="38386"/>
                        <a:pt x="7715" y="38481"/>
                        <a:pt x="8191" y="38195"/>
                      </a:cubicBezTo>
                      <a:cubicBezTo>
                        <a:pt x="7620" y="37338"/>
                        <a:pt x="6953" y="36671"/>
                        <a:pt x="6191" y="36195"/>
                      </a:cubicBezTo>
                      <a:close/>
                      <a:moveTo>
                        <a:pt x="6668" y="33147"/>
                      </a:moveTo>
                      <a:lnTo>
                        <a:pt x="8667" y="30289"/>
                      </a:lnTo>
                      <a:lnTo>
                        <a:pt x="6191" y="31242"/>
                      </a:lnTo>
                      <a:cubicBezTo>
                        <a:pt x="6191" y="31242"/>
                        <a:pt x="6668" y="32004"/>
                        <a:pt x="6668" y="33242"/>
                      </a:cubicBezTo>
                      <a:close/>
                      <a:moveTo>
                        <a:pt x="6191" y="130112"/>
                      </a:moveTo>
                      <a:lnTo>
                        <a:pt x="8667" y="130112"/>
                      </a:lnTo>
                      <a:cubicBezTo>
                        <a:pt x="8667" y="129540"/>
                        <a:pt x="8096" y="129159"/>
                        <a:pt x="7429" y="129159"/>
                      </a:cubicBezTo>
                      <a:cubicBezTo>
                        <a:pt x="6668" y="129159"/>
                        <a:pt x="6286" y="129445"/>
                        <a:pt x="6191" y="130112"/>
                      </a:cubicBezTo>
                      <a:close/>
                      <a:moveTo>
                        <a:pt x="27337" y="57150"/>
                      </a:moveTo>
                      <a:cubicBezTo>
                        <a:pt x="26765" y="58103"/>
                        <a:pt x="26861" y="58769"/>
                        <a:pt x="27717" y="59150"/>
                      </a:cubicBezTo>
                      <a:cubicBezTo>
                        <a:pt x="28765" y="58293"/>
                        <a:pt x="29337" y="57626"/>
                        <a:pt x="29337" y="56959"/>
                      </a:cubicBezTo>
                      <a:cubicBezTo>
                        <a:pt x="29337" y="56483"/>
                        <a:pt x="28575" y="55817"/>
                        <a:pt x="27146" y="54864"/>
                      </a:cubicBezTo>
                      <a:cubicBezTo>
                        <a:pt x="25718" y="54007"/>
                        <a:pt x="25051" y="53054"/>
                        <a:pt x="25146" y="52197"/>
                      </a:cubicBezTo>
                      <a:lnTo>
                        <a:pt x="24289" y="52768"/>
                      </a:lnTo>
                      <a:lnTo>
                        <a:pt x="25718" y="54197"/>
                      </a:lnTo>
                      <a:lnTo>
                        <a:pt x="24289" y="55626"/>
                      </a:lnTo>
                      <a:cubicBezTo>
                        <a:pt x="23717" y="55245"/>
                        <a:pt x="23241" y="54483"/>
                        <a:pt x="22764" y="53435"/>
                      </a:cubicBezTo>
                      <a:cubicBezTo>
                        <a:pt x="22288" y="52292"/>
                        <a:pt x="21621" y="51816"/>
                        <a:pt x="20764" y="51816"/>
                      </a:cubicBezTo>
                      <a:cubicBezTo>
                        <a:pt x="20383" y="51816"/>
                        <a:pt x="19907" y="51911"/>
                        <a:pt x="19145" y="52197"/>
                      </a:cubicBezTo>
                      <a:lnTo>
                        <a:pt x="21431" y="54674"/>
                      </a:lnTo>
                      <a:cubicBezTo>
                        <a:pt x="20860" y="55531"/>
                        <a:pt x="19812" y="56197"/>
                        <a:pt x="18383" y="56483"/>
                      </a:cubicBezTo>
                      <a:cubicBezTo>
                        <a:pt x="16478" y="57055"/>
                        <a:pt x="15335" y="57436"/>
                        <a:pt x="15144" y="57531"/>
                      </a:cubicBezTo>
                      <a:cubicBezTo>
                        <a:pt x="19907" y="58960"/>
                        <a:pt x="22764" y="58293"/>
                        <a:pt x="23622" y="55531"/>
                      </a:cubicBezTo>
                      <a:cubicBezTo>
                        <a:pt x="24289" y="56959"/>
                        <a:pt x="24860" y="57626"/>
                        <a:pt x="25146" y="57531"/>
                      </a:cubicBezTo>
                      <a:cubicBezTo>
                        <a:pt x="25051" y="57055"/>
                        <a:pt x="25432" y="56388"/>
                        <a:pt x="26194" y="55531"/>
                      </a:cubicBezTo>
                      <a:cubicBezTo>
                        <a:pt x="27527" y="55531"/>
                        <a:pt x="27813" y="56007"/>
                        <a:pt x="27241" y="56959"/>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 name="Google Shape;1056;p99"/>
                <p:cNvSpPr/>
                <p:nvPr/>
              </p:nvSpPr>
              <p:spPr>
                <a:xfrm>
                  <a:off x="8768524" y="2673000"/>
                  <a:ext cx="142112" cy="169830"/>
                </a:xfrm>
                <a:custGeom>
                  <a:avLst/>
                  <a:gdLst/>
                  <a:ahLst/>
                  <a:cxnLst/>
                  <a:rect l="l" t="t" r="r" b="b"/>
                  <a:pathLst>
                    <a:path w="142112" h="169830" extrusionOk="0">
                      <a:moveTo>
                        <a:pt x="110585" y="138493"/>
                      </a:moveTo>
                      <a:cubicBezTo>
                        <a:pt x="110109" y="140303"/>
                        <a:pt x="109823" y="142018"/>
                        <a:pt x="109823" y="143542"/>
                      </a:cubicBezTo>
                      <a:cubicBezTo>
                        <a:pt x="109823" y="146018"/>
                        <a:pt x="110490" y="148780"/>
                        <a:pt x="111633" y="151924"/>
                      </a:cubicBezTo>
                      <a:cubicBezTo>
                        <a:pt x="113347" y="155734"/>
                        <a:pt x="114300" y="158305"/>
                        <a:pt x="114490" y="159544"/>
                      </a:cubicBezTo>
                      <a:cubicBezTo>
                        <a:pt x="115062" y="160306"/>
                        <a:pt x="115348" y="160972"/>
                        <a:pt x="115348" y="161734"/>
                      </a:cubicBezTo>
                      <a:cubicBezTo>
                        <a:pt x="115348" y="162592"/>
                        <a:pt x="114776" y="163639"/>
                        <a:pt x="113729" y="164782"/>
                      </a:cubicBezTo>
                      <a:cubicBezTo>
                        <a:pt x="112204" y="166592"/>
                        <a:pt x="111347" y="167640"/>
                        <a:pt x="111061" y="168021"/>
                      </a:cubicBezTo>
                      <a:cubicBezTo>
                        <a:pt x="109823" y="167830"/>
                        <a:pt x="108489" y="167735"/>
                        <a:pt x="107061" y="167735"/>
                      </a:cubicBezTo>
                      <a:cubicBezTo>
                        <a:pt x="105632" y="167735"/>
                        <a:pt x="103441" y="167830"/>
                        <a:pt x="100489" y="168211"/>
                      </a:cubicBezTo>
                      <a:cubicBezTo>
                        <a:pt x="97631" y="168497"/>
                        <a:pt x="95535" y="168688"/>
                        <a:pt x="94202" y="168688"/>
                      </a:cubicBezTo>
                      <a:cubicBezTo>
                        <a:pt x="89059" y="168688"/>
                        <a:pt x="85439" y="167164"/>
                        <a:pt x="83153" y="164021"/>
                      </a:cubicBezTo>
                      <a:cubicBezTo>
                        <a:pt x="83915" y="162496"/>
                        <a:pt x="84201" y="160972"/>
                        <a:pt x="84201" y="159639"/>
                      </a:cubicBezTo>
                      <a:cubicBezTo>
                        <a:pt x="84201" y="157734"/>
                        <a:pt x="83153" y="155543"/>
                        <a:pt x="81153" y="153162"/>
                      </a:cubicBezTo>
                      <a:cubicBezTo>
                        <a:pt x="78200" y="149923"/>
                        <a:pt x="76581" y="147733"/>
                        <a:pt x="76105" y="146685"/>
                      </a:cubicBezTo>
                      <a:cubicBezTo>
                        <a:pt x="75438" y="146399"/>
                        <a:pt x="74866" y="146304"/>
                        <a:pt x="74104" y="146304"/>
                      </a:cubicBezTo>
                      <a:cubicBezTo>
                        <a:pt x="73152" y="146304"/>
                        <a:pt x="71533" y="146590"/>
                        <a:pt x="69246" y="147066"/>
                      </a:cubicBezTo>
                      <a:cubicBezTo>
                        <a:pt x="66960" y="147638"/>
                        <a:pt x="65246" y="147923"/>
                        <a:pt x="64389" y="147923"/>
                      </a:cubicBezTo>
                      <a:cubicBezTo>
                        <a:pt x="62008" y="147923"/>
                        <a:pt x="60388" y="146875"/>
                        <a:pt x="59627" y="144685"/>
                      </a:cubicBezTo>
                      <a:lnTo>
                        <a:pt x="58198" y="144685"/>
                      </a:lnTo>
                      <a:cubicBezTo>
                        <a:pt x="58198" y="143827"/>
                        <a:pt x="58007" y="142684"/>
                        <a:pt x="57721" y="141351"/>
                      </a:cubicBezTo>
                      <a:cubicBezTo>
                        <a:pt x="57340" y="139922"/>
                        <a:pt x="57150" y="139065"/>
                        <a:pt x="57150" y="138589"/>
                      </a:cubicBezTo>
                      <a:cubicBezTo>
                        <a:pt x="57150" y="137636"/>
                        <a:pt x="57531" y="136874"/>
                        <a:pt x="58293" y="136207"/>
                      </a:cubicBezTo>
                      <a:cubicBezTo>
                        <a:pt x="57721" y="135350"/>
                        <a:pt x="57340" y="134588"/>
                        <a:pt x="57340" y="133731"/>
                      </a:cubicBezTo>
                      <a:cubicBezTo>
                        <a:pt x="57340" y="132969"/>
                        <a:pt x="57626" y="131921"/>
                        <a:pt x="58293" y="130588"/>
                      </a:cubicBezTo>
                      <a:cubicBezTo>
                        <a:pt x="58864" y="129159"/>
                        <a:pt x="59150" y="128111"/>
                        <a:pt x="59150" y="127349"/>
                      </a:cubicBezTo>
                      <a:cubicBezTo>
                        <a:pt x="59150" y="126873"/>
                        <a:pt x="59150" y="126301"/>
                        <a:pt x="58864" y="125730"/>
                      </a:cubicBezTo>
                      <a:cubicBezTo>
                        <a:pt x="59912" y="123920"/>
                        <a:pt x="63151" y="122968"/>
                        <a:pt x="68485" y="122872"/>
                      </a:cubicBezTo>
                      <a:cubicBezTo>
                        <a:pt x="73343" y="122777"/>
                        <a:pt x="75724" y="121920"/>
                        <a:pt x="75724" y="120301"/>
                      </a:cubicBezTo>
                      <a:cubicBezTo>
                        <a:pt x="75724" y="119348"/>
                        <a:pt x="75057" y="117919"/>
                        <a:pt x="73723" y="115919"/>
                      </a:cubicBezTo>
                      <a:lnTo>
                        <a:pt x="76295" y="115919"/>
                      </a:lnTo>
                      <a:cubicBezTo>
                        <a:pt x="76200" y="116872"/>
                        <a:pt x="76485" y="118015"/>
                        <a:pt x="77248" y="119348"/>
                      </a:cubicBezTo>
                      <a:cubicBezTo>
                        <a:pt x="77628" y="119063"/>
                        <a:pt x="77819" y="118015"/>
                        <a:pt x="78010" y="116491"/>
                      </a:cubicBezTo>
                      <a:cubicBezTo>
                        <a:pt x="78010" y="115348"/>
                        <a:pt x="78771" y="114586"/>
                        <a:pt x="80010" y="114490"/>
                      </a:cubicBezTo>
                      <a:lnTo>
                        <a:pt x="77819" y="112300"/>
                      </a:lnTo>
                      <a:lnTo>
                        <a:pt x="80010" y="111728"/>
                      </a:lnTo>
                      <a:lnTo>
                        <a:pt x="78391" y="110300"/>
                      </a:lnTo>
                      <a:cubicBezTo>
                        <a:pt x="78391" y="110300"/>
                        <a:pt x="78962" y="110680"/>
                        <a:pt x="79248" y="110680"/>
                      </a:cubicBezTo>
                      <a:cubicBezTo>
                        <a:pt x="79724" y="110680"/>
                        <a:pt x="80486" y="110395"/>
                        <a:pt x="81343" y="109823"/>
                      </a:cubicBezTo>
                      <a:cubicBezTo>
                        <a:pt x="82296" y="109252"/>
                        <a:pt x="82868" y="108966"/>
                        <a:pt x="83248" y="108966"/>
                      </a:cubicBezTo>
                      <a:cubicBezTo>
                        <a:pt x="83820" y="108966"/>
                        <a:pt x="84201" y="109538"/>
                        <a:pt x="84296" y="110776"/>
                      </a:cubicBezTo>
                      <a:cubicBezTo>
                        <a:pt x="83915" y="110776"/>
                        <a:pt x="82486" y="111252"/>
                        <a:pt x="80010" y="112204"/>
                      </a:cubicBezTo>
                      <a:cubicBezTo>
                        <a:pt x="80105" y="112395"/>
                        <a:pt x="81058" y="112967"/>
                        <a:pt x="82868" y="114014"/>
                      </a:cubicBezTo>
                      <a:cubicBezTo>
                        <a:pt x="83915" y="114776"/>
                        <a:pt x="84487" y="115443"/>
                        <a:pt x="84487" y="116205"/>
                      </a:cubicBezTo>
                      <a:cubicBezTo>
                        <a:pt x="84487" y="116586"/>
                        <a:pt x="84487" y="116967"/>
                        <a:pt x="84296" y="117348"/>
                      </a:cubicBezTo>
                      <a:cubicBezTo>
                        <a:pt x="84963" y="116967"/>
                        <a:pt x="85344" y="116300"/>
                        <a:pt x="85630" y="115348"/>
                      </a:cubicBezTo>
                      <a:cubicBezTo>
                        <a:pt x="85820" y="114395"/>
                        <a:pt x="85820" y="113633"/>
                        <a:pt x="85439" y="113157"/>
                      </a:cubicBezTo>
                      <a:lnTo>
                        <a:pt x="87725" y="110776"/>
                      </a:lnTo>
                      <a:lnTo>
                        <a:pt x="82868" y="106204"/>
                      </a:lnTo>
                      <a:lnTo>
                        <a:pt x="83439" y="105346"/>
                      </a:lnTo>
                      <a:cubicBezTo>
                        <a:pt x="83058" y="104870"/>
                        <a:pt x="82677" y="104584"/>
                        <a:pt x="82201" y="104584"/>
                      </a:cubicBezTo>
                      <a:cubicBezTo>
                        <a:pt x="82010" y="104584"/>
                        <a:pt x="81439" y="104870"/>
                        <a:pt x="80676" y="105537"/>
                      </a:cubicBezTo>
                      <a:cubicBezTo>
                        <a:pt x="79820" y="106108"/>
                        <a:pt x="79057" y="106394"/>
                        <a:pt x="78391" y="106204"/>
                      </a:cubicBezTo>
                      <a:cubicBezTo>
                        <a:pt x="78105" y="106108"/>
                        <a:pt x="76581" y="106013"/>
                        <a:pt x="73723" y="106013"/>
                      </a:cubicBezTo>
                      <a:cubicBezTo>
                        <a:pt x="72009" y="106013"/>
                        <a:pt x="71056" y="104870"/>
                        <a:pt x="70961" y="102584"/>
                      </a:cubicBezTo>
                      <a:cubicBezTo>
                        <a:pt x="70009" y="102203"/>
                        <a:pt x="69532" y="101536"/>
                        <a:pt x="69532" y="100393"/>
                      </a:cubicBezTo>
                      <a:cubicBezTo>
                        <a:pt x="69532" y="99917"/>
                        <a:pt x="69532" y="99155"/>
                        <a:pt x="69913" y="98012"/>
                      </a:cubicBezTo>
                      <a:cubicBezTo>
                        <a:pt x="70199" y="96964"/>
                        <a:pt x="70295" y="96107"/>
                        <a:pt x="70295" y="95536"/>
                      </a:cubicBezTo>
                      <a:cubicBezTo>
                        <a:pt x="70295" y="93917"/>
                        <a:pt x="69246" y="93059"/>
                        <a:pt x="67342" y="92773"/>
                      </a:cubicBezTo>
                      <a:cubicBezTo>
                        <a:pt x="67056" y="92107"/>
                        <a:pt x="66865" y="91440"/>
                        <a:pt x="66865" y="90583"/>
                      </a:cubicBezTo>
                      <a:cubicBezTo>
                        <a:pt x="66865" y="90202"/>
                        <a:pt x="66865" y="89630"/>
                        <a:pt x="67056" y="88868"/>
                      </a:cubicBezTo>
                      <a:cubicBezTo>
                        <a:pt x="67056" y="88106"/>
                        <a:pt x="67151" y="87535"/>
                        <a:pt x="67151" y="87154"/>
                      </a:cubicBezTo>
                      <a:cubicBezTo>
                        <a:pt x="67151" y="85915"/>
                        <a:pt x="66580" y="84963"/>
                        <a:pt x="65341" y="84296"/>
                      </a:cubicBezTo>
                      <a:lnTo>
                        <a:pt x="63341" y="83725"/>
                      </a:lnTo>
                      <a:cubicBezTo>
                        <a:pt x="64294" y="82486"/>
                        <a:pt x="64865" y="81248"/>
                        <a:pt x="64865" y="79915"/>
                      </a:cubicBezTo>
                      <a:cubicBezTo>
                        <a:pt x="64865" y="78676"/>
                        <a:pt x="64389" y="77152"/>
                        <a:pt x="63627" y="75343"/>
                      </a:cubicBezTo>
                      <a:cubicBezTo>
                        <a:pt x="62865" y="74009"/>
                        <a:pt x="62198" y="72580"/>
                        <a:pt x="61436" y="71152"/>
                      </a:cubicBezTo>
                      <a:cubicBezTo>
                        <a:pt x="62103" y="70771"/>
                        <a:pt x="62389" y="70294"/>
                        <a:pt x="62579" y="69532"/>
                      </a:cubicBezTo>
                      <a:cubicBezTo>
                        <a:pt x="62579" y="68675"/>
                        <a:pt x="62293" y="68008"/>
                        <a:pt x="61436" y="67723"/>
                      </a:cubicBezTo>
                      <a:lnTo>
                        <a:pt x="58578" y="68294"/>
                      </a:lnTo>
                      <a:lnTo>
                        <a:pt x="57912" y="63246"/>
                      </a:lnTo>
                      <a:cubicBezTo>
                        <a:pt x="56959" y="63532"/>
                        <a:pt x="56388" y="64198"/>
                        <a:pt x="56388" y="65437"/>
                      </a:cubicBezTo>
                      <a:cubicBezTo>
                        <a:pt x="56292" y="66580"/>
                        <a:pt x="55721" y="67437"/>
                        <a:pt x="54483" y="67818"/>
                      </a:cubicBezTo>
                      <a:cubicBezTo>
                        <a:pt x="54769" y="68485"/>
                        <a:pt x="54769" y="69247"/>
                        <a:pt x="54769" y="69818"/>
                      </a:cubicBezTo>
                      <a:cubicBezTo>
                        <a:pt x="54769" y="70866"/>
                        <a:pt x="54387" y="72390"/>
                        <a:pt x="53340" y="74295"/>
                      </a:cubicBezTo>
                      <a:cubicBezTo>
                        <a:pt x="52388" y="76200"/>
                        <a:pt x="51911" y="78200"/>
                        <a:pt x="52101" y="80200"/>
                      </a:cubicBezTo>
                      <a:cubicBezTo>
                        <a:pt x="50292" y="81153"/>
                        <a:pt x="49244" y="82867"/>
                        <a:pt x="48958" y="85154"/>
                      </a:cubicBezTo>
                      <a:cubicBezTo>
                        <a:pt x="48577" y="88392"/>
                        <a:pt x="48292" y="90202"/>
                        <a:pt x="48101" y="90583"/>
                      </a:cubicBezTo>
                      <a:cubicBezTo>
                        <a:pt x="47530" y="90488"/>
                        <a:pt x="46672" y="91345"/>
                        <a:pt x="45720" y="93154"/>
                      </a:cubicBezTo>
                      <a:cubicBezTo>
                        <a:pt x="44672" y="95440"/>
                        <a:pt x="43529" y="96964"/>
                        <a:pt x="42481" y="97631"/>
                      </a:cubicBezTo>
                      <a:cubicBezTo>
                        <a:pt x="42481" y="97917"/>
                        <a:pt x="42958" y="98584"/>
                        <a:pt x="43910" y="99631"/>
                      </a:cubicBezTo>
                      <a:lnTo>
                        <a:pt x="45148" y="98107"/>
                      </a:lnTo>
                      <a:cubicBezTo>
                        <a:pt x="45148" y="98107"/>
                        <a:pt x="45529" y="98393"/>
                        <a:pt x="45529" y="98679"/>
                      </a:cubicBezTo>
                      <a:cubicBezTo>
                        <a:pt x="45529" y="99060"/>
                        <a:pt x="45244" y="99727"/>
                        <a:pt x="44672" y="100679"/>
                      </a:cubicBezTo>
                      <a:cubicBezTo>
                        <a:pt x="44101" y="101632"/>
                        <a:pt x="43815" y="102203"/>
                        <a:pt x="43815" y="102489"/>
                      </a:cubicBezTo>
                      <a:cubicBezTo>
                        <a:pt x="42863" y="103822"/>
                        <a:pt x="42386" y="104584"/>
                        <a:pt x="42386" y="104680"/>
                      </a:cubicBezTo>
                      <a:lnTo>
                        <a:pt x="43815" y="106108"/>
                      </a:lnTo>
                      <a:cubicBezTo>
                        <a:pt x="44196" y="105442"/>
                        <a:pt x="44577" y="105251"/>
                        <a:pt x="45053" y="105251"/>
                      </a:cubicBezTo>
                      <a:lnTo>
                        <a:pt x="45053" y="106680"/>
                      </a:lnTo>
                      <a:cubicBezTo>
                        <a:pt x="45053" y="106680"/>
                        <a:pt x="44196" y="106299"/>
                        <a:pt x="43815" y="106299"/>
                      </a:cubicBezTo>
                      <a:cubicBezTo>
                        <a:pt x="42863" y="106299"/>
                        <a:pt x="42196" y="107537"/>
                        <a:pt x="41720" y="109918"/>
                      </a:cubicBezTo>
                      <a:cubicBezTo>
                        <a:pt x="41053" y="112681"/>
                        <a:pt x="40386" y="114395"/>
                        <a:pt x="39528" y="114967"/>
                      </a:cubicBezTo>
                      <a:cubicBezTo>
                        <a:pt x="40195" y="115538"/>
                        <a:pt x="40862" y="116872"/>
                        <a:pt x="41148" y="118872"/>
                      </a:cubicBezTo>
                      <a:cubicBezTo>
                        <a:pt x="41529" y="120872"/>
                        <a:pt x="42386" y="122110"/>
                        <a:pt x="43815" y="122587"/>
                      </a:cubicBezTo>
                      <a:cubicBezTo>
                        <a:pt x="44577" y="122110"/>
                        <a:pt x="46291" y="121920"/>
                        <a:pt x="48863" y="122015"/>
                      </a:cubicBezTo>
                      <a:cubicBezTo>
                        <a:pt x="51149" y="122015"/>
                        <a:pt x="52483" y="121729"/>
                        <a:pt x="52864" y="121063"/>
                      </a:cubicBezTo>
                      <a:cubicBezTo>
                        <a:pt x="52959" y="122396"/>
                        <a:pt x="53435" y="125349"/>
                        <a:pt x="54102" y="129730"/>
                      </a:cubicBezTo>
                      <a:cubicBezTo>
                        <a:pt x="54769" y="133255"/>
                        <a:pt x="55054" y="136017"/>
                        <a:pt x="55054" y="138208"/>
                      </a:cubicBezTo>
                      <a:cubicBezTo>
                        <a:pt x="55054" y="141542"/>
                        <a:pt x="54483" y="144780"/>
                        <a:pt x="53435" y="147828"/>
                      </a:cubicBezTo>
                      <a:cubicBezTo>
                        <a:pt x="51721" y="148304"/>
                        <a:pt x="48863" y="148495"/>
                        <a:pt x="45053" y="148400"/>
                      </a:cubicBezTo>
                      <a:cubicBezTo>
                        <a:pt x="41148" y="148304"/>
                        <a:pt x="38100" y="148780"/>
                        <a:pt x="36100" y="149828"/>
                      </a:cubicBezTo>
                      <a:lnTo>
                        <a:pt x="36957" y="150304"/>
                      </a:lnTo>
                      <a:cubicBezTo>
                        <a:pt x="34099" y="151067"/>
                        <a:pt x="32385" y="153162"/>
                        <a:pt x="31909" y="156686"/>
                      </a:cubicBezTo>
                      <a:cubicBezTo>
                        <a:pt x="31623" y="159544"/>
                        <a:pt x="31337" y="162401"/>
                        <a:pt x="30956" y="165259"/>
                      </a:cubicBezTo>
                      <a:cubicBezTo>
                        <a:pt x="30099" y="168021"/>
                        <a:pt x="27622" y="169259"/>
                        <a:pt x="23526" y="168878"/>
                      </a:cubicBezTo>
                      <a:cubicBezTo>
                        <a:pt x="23146" y="169450"/>
                        <a:pt x="22670" y="169831"/>
                        <a:pt x="22098" y="169831"/>
                      </a:cubicBezTo>
                      <a:cubicBezTo>
                        <a:pt x="21621" y="169831"/>
                        <a:pt x="20860" y="169545"/>
                        <a:pt x="19717" y="168878"/>
                      </a:cubicBezTo>
                      <a:cubicBezTo>
                        <a:pt x="18574" y="168307"/>
                        <a:pt x="17716" y="167926"/>
                        <a:pt x="17145" y="167926"/>
                      </a:cubicBezTo>
                      <a:cubicBezTo>
                        <a:pt x="16573" y="167926"/>
                        <a:pt x="15811" y="167830"/>
                        <a:pt x="14859" y="167830"/>
                      </a:cubicBezTo>
                      <a:cubicBezTo>
                        <a:pt x="13906" y="167830"/>
                        <a:pt x="12763" y="167926"/>
                        <a:pt x="11049" y="168211"/>
                      </a:cubicBezTo>
                      <a:cubicBezTo>
                        <a:pt x="9430" y="168497"/>
                        <a:pt x="8096" y="168592"/>
                        <a:pt x="7239" y="168592"/>
                      </a:cubicBezTo>
                      <a:cubicBezTo>
                        <a:pt x="3524" y="168592"/>
                        <a:pt x="1238" y="167450"/>
                        <a:pt x="571" y="164973"/>
                      </a:cubicBezTo>
                      <a:cubicBezTo>
                        <a:pt x="190" y="163925"/>
                        <a:pt x="0" y="162877"/>
                        <a:pt x="0" y="161925"/>
                      </a:cubicBezTo>
                      <a:cubicBezTo>
                        <a:pt x="0" y="160496"/>
                        <a:pt x="667" y="158496"/>
                        <a:pt x="1905" y="155924"/>
                      </a:cubicBezTo>
                      <a:cubicBezTo>
                        <a:pt x="3048" y="153448"/>
                        <a:pt x="3524" y="151162"/>
                        <a:pt x="3143" y="149352"/>
                      </a:cubicBezTo>
                      <a:cubicBezTo>
                        <a:pt x="5143" y="148780"/>
                        <a:pt x="6191" y="147352"/>
                        <a:pt x="6191" y="145161"/>
                      </a:cubicBezTo>
                      <a:cubicBezTo>
                        <a:pt x="6191" y="144780"/>
                        <a:pt x="6191" y="144209"/>
                        <a:pt x="6001" y="143542"/>
                      </a:cubicBezTo>
                      <a:lnTo>
                        <a:pt x="6001" y="141732"/>
                      </a:lnTo>
                      <a:cubicBezTo>
                        <a:pt x="6001" y="140589"/>
                        <a:pt x="6286" y="139541"/>
                        <a:pt x="6762" y="138875"/>
                      </a:cubicBezTo>
                      <a:cubicBezTo>
                        <a:pt x="8667" y="138113"/>
                        <a:pt x="9620" y="136779"/>
                        <a:pt x="9620" y="134874"/>
                      </a:cubicBezTo>
                      <a:cubicBezTo>
                        <a:pt x="9620" y="134302"/>
                        <a:pt x="9525" y="133350"/>
                        <a:pt x="9239" y="132017"/>
                      </a:cubicBezTo>
                      <a:cubicBezTo>
                        <a:pt x="8954" y="130683"/>
                        <a:pt x="8858" y="129635"/>
                        <a:pt x="8858" y="128968"/>
                      </a:cubicBezTo>
                      <a:cubicBezTo>
                        <a:pt x="8858" y="126873"/>
                        <a:pt x="9715" y="125444"/>
                        <a:pt x="11620" y="124396"/>
                      </a:cubicBezTo>
                      <a:cubicBezTo>
                        <a:pt x="11335" y="123539"/>
                        <a:pt x="11239" y="122777"/>
                        <a:pt x="11239" y="122015"/>
                      </a:cubicBezTo>
                      <a:cubicBezTo>
                        <a:pt x="11239" y="120491"/>
                        <a:pt x="12002" y="118491"/>
                        <a:pt x="13430" y="116205"/>
                      </a:cubicBezTo>
                      <a:cubicBezTo>
                        <a:pt x="14859" y="113919"/>
                        <a:pt x="15621" y="112204"/>
                        <a:pt x="15621" y="110966"/>
                      </a:cubicBezTo>
                      <a:cubicBezTo>
                        <a:pt x="15621" y="109823"/>
                        <a:pt x="15240" y="108680"/>
                        <a:pt x="14478" y="107537"/>
                      </a:cubicBezTo>
                      <a:cubicBezTo>
                        <a:pt x="16573" y="105156"/>
                        <a:pt x="18002" y="101536"/>
                        <a:pt x="18859" y="96869"/>
                      </a:cubicBezTo>
                      <a:cubicBezTo>
                        <a:pt x="19335" y="93250"/>
                        <a:pt x="19812" y="89630"/>
                        <a:pt x="20098" y="86011"/>
                      </a:cubicBezTo>
                      <a:cubicBezTo>
                        <a:pt x="22003" y="85154"/>
                        <a:pt x="23336" y="83058"/>
                        <a:pt x="23813" y="79629"/>
                      </a:cubicBezTo>
                      <a:cubicBezTo>
                        <a:pt x="24384" y="76295"/>
                        <a:pt x="25432" y="74009"/>
                        <a:pt x="26955" y="72961"/>
                      </a:cubicBezTo>
                      <a:cubicBezTo>
                        <a:pt x="26575" y="71914"/>
                        <a:pt x="26289" y="70675"/>
                        <a:pt x="26289" y="69342"/>
                      </a:cubicBezTo>
                      <a:cubicBezTo>
                        <a:pt x="26289" y="68104"/>
                        <a:pt x="26479" y="66580"/>
                        <a:pt x="26861" y="64579"/>
                      </a:cubicBezTo>
                      <a:cubicBezTo>
                        <a:pt x="27241" y="62675"/>
                        <a:pt x="27527" y="61436"/>
                        <a:pt x="27527" y="60960"/>
                      </a:cubicBezTo>
                      <a:cubicBezTo>
                        <a:pt x="28956" y="60103"/>
                        <a:pt x="29623" y="58960"/>
                        <a:pt x="29623" y="57626"/>
                      </a:cubicBezTo>
                      <a:lnTo>
                        <a:pt x="29623" y="55435"/>
                      </a:lnTo>
                      <a:cubicBezTo>
                        <a:pt x="29623" y="53626"/>
                        <a:pt x="30670" y="52102"/>
                        <a:pt x="32480" y="50863"/>
                      </a:cubicBezTo>
                      <a:cubicBezTo>
                        <a:pt x="31432" y="49244"/>
                        <a:pt x="31432" y="46196"/>
                        <a:pt x="32480" y="42005"/>
                      </a:cubicBezTo>
                      <a:cubicBezTo>
                        <a:pt x="35243" y="41529"/>
                        <a:pt x="36386" y="39624"/>
                        <a:pt x="35719" y="36385"/>
                      </a:cubicBezTo>
                      <a:cubicBezTo>
                        <a:pt x="34957" y="32480"/>
                        <a:pt x="35052" y="30194"/>
                        <a:pt x="35909" y="29527"/>
                      </a:cubicBezTo>
                      <a:cubicBezTo>
                        <a:pt x="39338" y="25622"/>
                        <a:pt x="42005" y="23717"/>
                        <a:pt x="44005" y="23717"/>
                      </a:cubicBezTo>
                      <a:cubicBezTo>
                        <a:pt x="45434" y="23717"/>
                        <a:pt x="46767" y="24384"/>
                        <a:pt x="47815" y="25908"/>
                      </a:cubicBezTo>
                      <a:cubicBezTo>
                        <a:pt x="48196" y="25717"/>
                        <a:pt x="48387" y="24955"/>
                        <a:pt x="48387" y="23908"/>
                      </a:cubicBezTo>
                      <a:cubicBezTo>
                        <a:pt x="48768" y="23622"/>
                        <a:pt x="49244" y="23527"/>
                        <a:pt x="49625" y="23527"/>
                      </a:cubicBezTo>
                      <a:cubicBezTo>
                        <a:pt x="50102" y="23527"/>
                        <a:pt x="50959" y="23717"/>
                        <a:pt x="52101" y="24003"/>
                      </a:cubicBezTo>
                      <a:cubicBezTo>
                        <a:pt x="53244" y="24289"/>
                        <a:pt x="54102" y="24479"/>
                        <a:pt x="54483" y="24479"/>
                      </a:cubicBezTo>
                      <a:cubicBezTo>
                        <a:pt x="55912" y="24479"/>
                        <a:pt x="56959" y="23813"/>
                        <a:pt x="57626" y="22479"/>
                      </a:cubicBezTo>
                      <a:cubicBezTo>
                        <a:pt x="58198" y="22955"/>
                        <a:pt x="59341" y="23813"/>
                        <a:pt x="61246" y="24955"/>
                      </a:cubicBezTo>
                      <a:cubicBezTo>
                        <a:pt x="61722" y="24003"/>
                        <a:pt x="62484" y="23527"/>
                        <a:pt x="63436" y="23527"/>
                      </a:cubicBezTo>
                      <a:cubicBezTo>
                        <a:pt x="64008" y="23527"/>
                        <a:pt x="64961" y="23717"/>
                        <a:pt x="66389" y="24193"/>
                      </a:cubicBezTo>
                      <a:cubicBezTo>
                        <a:pt x="67818" y="24575"/>
                        <a:pt x="68866" y="24860"/>
                        <a:pt x="69723" y="24860"/>
                      </a:cubicBezTo>
                      <a:cubicBezTo>
                        <a:pt x="70389" y="24860"/>
                        <a:pt x="70866" y="24765"/>
                        <a:pt x="71342" y="24479"/>
                      </a:cubicBezTo>
                      <a:cubicBezTo>
                        <a:pt x="72866" y="25432"/>
                        <a:pt x="74486" y="26479"/>
                        <a:pt x="76105" y="27527"/>
                      </a:cubicBezTo>
                      <a:cubicBezTo>
                        <a:pt x="77724" y="28575"/>
                        <a:pt x="78486" y="30099"/>
                        <a:pt x="78486" y="31909"/>
                      </a:cubicBezTo>
                      <a:cubicBezTo>
                        <a:pt x="78486" y="32385"/>
                        <a:pt x="78486" y="32956"/>
                        <a:pt x="78295" y="33528"/>
                      </a:cubicBezTo>
                      <a:lnTo>
                        <a:pt x="81343" y="32956"/>
                      </a:lnTo>
                      <a:cubicBezTo>
                        <a:pt x="80867" y="34576"/>
                        <a:pt x="80581" y="36100"/>
                        <a:pt x="80581" y="37814"/>
                      </a:cubicBezTo>
                      <a:cubicBezTo>
                        <a:pt x="80581" y="41434"/>
                        <a:pt x="82010" y="45529"/>
                        <a:pt x="84772" y="50292"/>
                      </a:cubicBezTo>
                      <a:lnTo>
                        <a:pt x="81343" y="51721"/>
                      </a:lnTo>
                      <a:lnTo>
                        <a:pt x="84772" y="52959"/>
                      </a:lnTo>
                      <a:cubicBezTo>
                        <a:pt x="84772" y="52959"/>
                        <a:pt x="83344" y="53340"/>
                        <a:pt x="81915" y="54388"/>
                      </a:cubicBezTo>
                      <a:lnTo>
                        <a:pt x="81915" y="55054"/>
                      </a:lnTo>
                      <a:cubicBezTo>
                        <a:pt x="82868" y="54673"/>
                        <a:pt x="84487" y="54959"/>
                        <a:pt x="86868" y="55817"/>
                      </a:cubicBezTo>
                      <a:lnTo>
                        <a:pt x="84296" y="59817"/>
                      </a:lnTo>
                      <a:cubicBezTo>
                        <a:pt x="87058" y="63246"/>
                        <a:pt x="89535" y="64865"/>
                        <a:pt x="91726" y="64865"/>
                      </a:cubicBezTo>
                      <a:lnTo>
                        <a:pt x="91726" y="66294"/>
                      </a:lnTo>
                      <a:cubicBezTo>
                        <a:pt x="90868" y="65056"/>
                        <a:pt x="90201" y="64579"/>
                        <a:pt x="89725" y="64865"/>
                      </a:cubicBezTo>
                      <a:cubicBezTo>
                        <a:pt x="89249" y="66484"/>
                        <a:pt x="88963" y="68389"/>
                        <a:pt x="88963" y="70294"/>
                      </a:cubicBezTo>
                      <a:cubicBezTo>
                        <a:pt x="88963" y="74295"/>
                        <a:pt x="89821" y="77248"/>
                        <a:pt x="91630" y="79343"/>
                      </a:cubicBezTo>
                      <a:cubicBezTo>
                        <a:pt x="91154" y="79819"/>
                        <a:pt x="90868" y="80296"/>
                        <a:pt x="90868" y="80772"/>
                      </a:cubicBezTo>
                      <a:cubicBezTo>
                        <a:pt x="90868" y="81248"/>
                        <a:pt x="91344" y="81915"/>
                        <a:pt x="92202" y="82772"/>
                      </a:cubicBezTo>
                      <a:cubicBezTo>
                        <a:pt x="93059" y="83629"/>
                        <a:pt x="93536" y="84296"/>
                        <a:pt x="93536" y="84963"/>
                      </a:cubicBezTo>
                      <a:cubicBezTo>
                        <a:pt x="93536" y="85344"/>
                        <a:pt x="93345" y="85725"/>
                        <a:pt x="93059" y="86201"/>
                      </a:cubicBezTo>
                      <a:lnTo>
                        <a:pt x="95250" y="87154"/>
                      </a:lnTo>
                      <a:cubicBezTo>
                        <a:pt x="96488" y="94012"/>
                        <a:pt x="97250" y="98203"/>
                        <a:pt x="97631" y="99631"/>
                      </a:cubicBezTo>
                      <a:cubicBezTo>
                        <a:pt x="98679" y="104299"/>
                        <a:pt x="100203" y="108299"/>
                        <a:pt x="102108" y="111538"/>
                      </a:cubicBezTo>
                      <a:cubicBezTo>
                        <a:pt x="100679" y="113919"/>
                        <a:pt x="101155" y="115824"/>
                        <a:pt x="103537" y="117157"/>
                      </a:cubicBezTo>
                      <a:cubicBezTo>
                        <a:pt x="103251" y="123158"/>
                        <a:pt x="104204" y="127349"/>
                        <a:pt x="106299" y="129635"/>
                      </a:cubicBezTo>
                      <a:cubicBezTo>
                        <a:pt x="106299" y="135446"/>
                        <a:pt x="107728" y="138398"/>
                        <a:pt x="110680" y="138493"/>
                      </a:cubicBezTo>
                      <a:close/>
                      <a:moveTo>
                        <a:pt x="5810" y="25813"/>
                      </a:moveTo>
                      <a:lnTo>
                        <a:pt x="4381" y="27242"/>
                      </a:lnTo>
                      <a:lnTo>
                        <a:pt x="2381" y="24860"/>
                      </a:lnTo>
                      <a:lnTo>
                        <a:pt x="5810" y="25813"/>
                      </a:lnTo>
                      <a:close/>
                      <a:moveTo>
                        <a:pt x="8858" y="52959"/>
                      </a:moveTo>
                      <a:lnTo>
                        <a:pt x="10001" y="56388"/>
                      </a:lnTo>
                      <a:lnTo>
                        <a:pt x="7239" y="60769"/>
                      </a:lnTo>
                      <a:lnTo>
                        <a:pt x="8858" y="52959"/>
                      </a:lnTo>
                      <a:close/>
                      <a:moveTo>
                        <a:pt x="11239" y="36862"/>
                      </a:moveTo>
                      <a:cubicBezTo>
                        <a:pt x="11239" y="36862"/>
                        <a:pt x="10382" y="37338"/>
                        <a:pt x="9430" y="38290"/>
                      </a:cubicBezTo>
                      <a:lnTo>
                        <a:pt x="8858" y="36290"/>
                      </a:lnTo>
                      <a:lnTo>
                        <a:pt x="11239" y="36862"/>
                      </a:lnTo>
                      <a:close/>
                      <a:moveTo>
                        <a:pt x="26765" y="40481"/>
                      </a:moveTo>
                      <a:cubicBezTo>
                        <a:pt x="25908" y="38576"/>
                        <a:pt x="24384" y="37814"/>
                        <a:pt x="21907" y="38386"/>
                      </a:cubicBezTo>
                      <a:lnTo>
                        <a:pt x="21336" y="39052"/>
                      </a:lnTo>
                      <a:cubicBezTo>
                        <a:pt x="21336" y="37814"/>
                        <a:pt x="21717" y="37243"/>
                        <a:pt x="22384" y="37243"/>
                      </a:cubicBezTo>
                      <a:cubicBezTo>
                        <a:pt x="22574" y="37243"/>
                        <a:pt x="23146" y="37433"/>
                        <a:pt x="24384" y="37814"/>
                      </a:cubicBezTo>
                      <a:cubicBezTo>
                        <a:pt x="25336" y="38005"/>
                        <a:pt x="26098" y="38005"/>
                        <a:pt x="26670" y="37814"/>
                      </a:cubicBezTo>
                      <a:lnTo>
                        <a:pt x="26670" y="40481"/>
                      </a:lnTo>
                      <a:close/>
                      <a:moveTo>
                        <a:pt x="23908" y="99155"/>
                      </a:moveTo>
                      <a:lnTo>
                        <a:pt x="23908" y="95726"/>
                      </a:lnTo>
                      <a:lnTo>
                        <a:pt x="23336" y="95726"/>
                      </a:lnTo>
                      <a:lnTo>
                        <a:pt x="23336" y="99155"/>
                      </a:lnTo>
                      <a:lnTo>
                        <a:pt x="23908" y="99155"/>
                      </a:lnTo>
                      <a:close/>
                      <a:moveTo>
                        <a:pt x="33909" y="43434"/>
                      </a:moveTo>
                      <a:lnTo>
                        <a:pt x="37909" y="41243"/>
                      </a:lnTo>
                      <a:lnTo>
                        <a:pt x="37338" y="39052"/>
                      </a:lnTo>
                      <a:lnTo>
                        <a:pt x="33909" y="43434"/>
                      </a:lnTo>
                      <a:close/>
                      <a:moveTo>
                        <a:pt x="37909" y="68389"/>
                      </a:moveTo>
                      <a:lnTo>
                        <a:pt x="41338" y="69342"/>
                      </a:lnTo>
                      <a:lnTo>
                        <a:pt x="40767" y="68389"/>
                      </a:lnTo>
                      <a:lnTo>
                        <a:pt x="37909" y="68389"/>
                      </a:lnTo>
                      <a:close/>
                      <a:moveTo>
                        <a:pt x="40767" y="64960"/>
                      </a:moveTo>
                      <a:lnTo>
                        <a:pt x="42196" y="64198"/>
                      </a:lnTo>
                      <a:lnTo>
                        <a:pt x="40767" y="62770"/>
                      </a:lnTo>
                      <a:lnTo>
                        <a:pt x="40767" y="64960"/>
                      </a:lnTo>
                      <a:close/>
                      <a:moveTo>
                        <a:pt x="42196" y="34861"/>
                      </a:moveTo>
                      <a:lnTo>
                        <a:pt x="44386" y="34290"/>
                      </a:lnTo>
                      <a:lnTo>
                        <a:pt x="41338" y="33433"/>
                      </a:lnTo>
                      <a:lnTo>
                        <a:pt x="42196" y="34861"/>
                      </a:lnTo>
                      <a:close/>
                      <a:moveTo>
                        <a:pt x="42767" y="12478"/>
                      </a:moveTo>
                      <a:lnTo>
                        <a:pt x="43624" y="14668"/>
                      </a:lnTo>
                      <a:lnTo>
                        <a:pt x="42196" y="14668"/>
                      </a:lnTo>
                      <a:lnTo>
                        <a:pt x="42767" y="12478"/>
                      </a:lnTo>
                      <a:close/>
                      <a:moveTo>
                        <a:pt x="49339" y="7620"/>
                      </a:moveTo>
                      <a:cubicBezTo>
                        <a:pt x="48387" y="7239"/>
                        <a:pt x="47910" y="6572"/>
                        <a:pt x="47910" y="5429"/>
                      </a:cubicBezTo>
                      <a:lnTo>
                        <a:pt x="47910" y="2953"/>
                      </a:lnTo>
                      <a:lnTo>
                        <a:pt x="52768" y="0"/>
                      </a:lnTo>
                      <a:cubicBezTo>
                        <a:pt x="52768" y="476"/>
                        <a:pt x="52197" y="1048"/>
                        <a:pt x="50863" y="1714"/>
                      </a:cubicBezTo>
                      <a:cubicBezTo>
                        <a:pt x="49625" y="2381"/>
                        <a:pt x="48958" y="2953"/>
                        <a:pt x="48958" y="3619"/>
                      </a:cubicBezTo>
                      <a:cubicBezTo>
                        <a:pt x="48958" y="4000"/>
                        <a:pt x="49244" y="4477"/>
                        <a:pt x="49816" y="5048"/>
                      </a:cubicBezTo>
                      <a:cubicBezTo>
                        <a:pt x="50102" y="5715"/>
                        <a:pt x="49816" y="6572"/>
                        <a:pt x="49244" y="7620"/>
                      </a:cubicBezTo>
                      <a:close/>
                      <a:moveTo>
                        <a:pt x="54197" y="16859"/>
                      </a:moveTo>
                      <a:lnTo>
                        <a:pt x="55436" y="16859"/>
                      </a:lnTo>
                      <a:lnTo>
                        <a:pt x="53244" y="20479"/>
                      </a:lnTo>
                      <a:lnTo>
                        <a:pt x="54102" y="16859"/>
                      </a:lnTo>
                      <a:close/>
                      <a:moveTo>
                        <a:pt x="54197" y="42005"/>
                      </a:moveTo>
                      <a:lnTo>
                        <a:pt x="54197" y="39814"/>
                      </a:lnTo>
                      <a:lnTo>
                        <a:pt x="53340" y="39814"/>
                      </a:lnTo>
                      <a:lnTo>
                        <a:pt x="53340" y="42005"/>
                      </a:lnTo>
                      <a:lnTo>
                        <a:pt x="54197" y="42005"/>
                      </a:lnTo>
                      <a:close/>
                      <a:moveTo>
                        <a:pt x="63246" y="14002"/>
                      </a:moveTo>
                      <a:lnTo>
                        <a:pt x="63246" y="16954"/>
                      </a:lnTo>
                      <a:lnTo>
                        <a:pt x="61246" y="12097"/>
                      </a:lnTo>
                      <a:cubicBezTo>
                        <a:pt x="62579" y="12097"/>
                        <a:pt x="63246" y="12763"/>
                        <a:pt x="63246" y="14097"/>
                      </a:cubicBezTo>
                      <a:close/>
                      <a:moveTo>
                        <a:pt x="66770" y="40576"/>
                      </a:moveTo>
                      <a:lnTo>
                        <a:pt x="70866" y="39148"/>
                      </a:lnTo>
                      <a:lnTo>
                        <a:pt x="68675" y="39148"/>
                      </a:lnTo>
                      <a:lnTo>
                        <a:pt x="66675" y="40576"/>
                      </a:lnTo>
                      <a:close/>
                      <a:moveTo>
                        <a:pt x="66770" y="54578"/>
                      </a:moveTo>
                      <a:lnTo>
                        <a:pt x="67246" y="52388"/>
                      </a:lnTo>
                      <a:lnTo>
                        <a:pt x="66770" y="51816"/>
                      </a:lnTo>
                      <a:lnTo>
                        <a:pt x="66770" y="54483"/>
                      </a:lnTo>
                      <a:close/>
                      <a:moveTo>
                        <a:pt x="72866" y="111728"/>
                      </a:moveTo>
                      <a:cubicBezTo>
                        <a:pt x="72866" y="111728"/>
                        <a:pt x="73437" y="111919"/>
                        <a:pt x="74295" y="112300"/>
                      </a:cubicBezTo>
                      <a:lnTo>
                        <a:pt x="74866" y="111728"/>
                      </a:lnTo>
                      <a:lnTo>
                        <a:pt x="72866" y="109728"/>
                      </a:lnTo>
                      <a:lnTo>
                        <a:pt x="75724" y="110776"/>
                      </a:lnTo>
                      <a:cubicBezTo>
                        <a:pt x="74200" y="112395"/>
                        <a:pt x="73247" y="113157"/>
                        <a:pt x="72866" y="113157"/>
                      </a:cubicBezTo>
                      <a:lnTo>
                        <a:pt x="72866" y="111728"/>
                      </a:lnTo>
                      <a:close/>
                      <a:moveTo>
                        <a:pt x="78295" y="76771"/>
                      </a:moveTo>
                      <a:cubicBezTo>
                        <a:pt x="79629" y="76200"/>
                        <a:pt x="80200" y="75057"/>
                        <a:pt x="79914" y="73342"/>
                      </a:cubicBezTo>
                      <a:cubicBezTo>
                        <a:pt x="78105" y="73819"/>
                        <a:pt x="77248" y="74867"/>
                        <a:pt x="77248" y="76295"/>
                      </a:cubicBezTo>
                      <a:cubicBezTo>
                        <a:pt x="77724" y="76771"/>
                        <a:pt x="78105" y="76962"/>
                        <a:pt x="78391" y="76771"/>
                      </a:cubicBezTo>
                      <a:close/>
                      <a:moveTo>
                        <a:pt x="79914" y="49435"/>
                      </a:moveTo>
                      <a:lnTo>
                        <a:pt x="77724" y="49435"/>
                      </a:lnTo>
                      <a:lnTo>
                        <a:pt x="78295" y="54483"/>
                      </a:lnTo>
                      <a:lnTo>
                        <a:pt x="79914" y="49435"/>
                      </a:lnTo>
                      <a:close/>
                      <a:moveTo>
                        <a:pt x="79914" y="67913"/>
                      </a:moveTo>
                      <a:cubicBezTo>
                        <a:pt x="79914" y="67913"/>
                        <a:pt x="79534" y="66961"/>
                        <a:pt x="79534" y="66675"/>
                      </a:cubicBezTo>
                      <a:cubicBezTo>
                        <a:pt x="79534" y="65722"/>
                        <a:pt x="80200" y="65246"/>
                        <a:pt x="81534" y="65246"/>
                      </a:cubicBezTo>
                      <a:lnTo>
                        <a:pt x="82772" y="65056"/>
                      </a:lnTo>
                      <a:lnTo>
                        <a:pt x="82772" y="64294"/>
                      </a:lnTo>
                      <a:cubicBezTo>
                        <a:pt x="82772" y="64294"/>
                        <a:pt x="82010" y="64103"/>
                        <a:pt x="81629" y="64103"/>
                      </a:cubicBezTo>
                      <a:cubicBezTo>
                        <a:pt x="80772" y="64103"/>
                        <a:pt x="80010" y="64484"/>
                        <a:pt x="79248" y="65342"/>
                      </a:cubicBezTo>
                      <a:cubicBezTo>
                        <a:pt x="78486" y="66199"/>
                        <a:pt x="78200" y="67056"/>
                        <a:pt x="78200" y="67913"/>
                      </a:cubicBezTo>
                      <a:lnTo>
                        <a:pt x="79820" y="67913"/>
                      </a:lnTo>
                      <a:close/>
                      <a:moveTo>
                        <a:pt x="80676" y="98298"/>
                      </a:moveTo>
                      <a:cubicBezTo>
                        <a:pt x="80676" y="98298"/>
                        <a:pt x="80963" y="97726"/>
                        <a:pt x="81439" y="96869"/>
                      </a:cubicBezTo>
                      <a:cubicBezTo>
                        <a:pt x="80676" y="96774"/>
                        <a:pt x="80296" y="96869"/>
                        <a:pt x="80105" y="97441"/>
                      </a:cubicBezTo>
                      <a:cubicBezTo>
                        <a:pt x="79914" y="97917"/>
                        <a:pt x="79629" y="98203"/>
                        <a:pt x="79248" y="98298"/>
                      </a:cubicBezTo>
                      <a:lnTo>
                        <a:pt x="80676" y="98298"/>
                      </a:lnTo>
                      <a:close/>
                      <a:moveTo>
                        <a:pt x="81439" y="21050"/>
                      </a:moveTo>
                      <a:lnTo>
                        <a:pt x="82868" y="19621"/>
                      </a:lnTo>
                      <a:lnTo>
                        <a:pt x="80676" y="17621"/>
                      </a:lnTo>
                      <a:lnTo>
                        <a:pt x="81915" y="16192"/>
                      </a:lnTo>
                      <a:lnTo>
                        <a:pt x="84296" y="20479"/>
                      </a:lnTo>
                      <a:lnTo>
                        <a:pt x="81439" y="21050"/>
                      </a:lnTo>
                      <a:close/>
                      <a:moveTo>
                        <a:pt x="90297" y="109728"/>
                      </a:moveTo>
                      <a:lnTo>
                        <a:pt x="90297" y="107347"/>
                      </a:lnTo>
                      <a:cubicBezTo>
                        <a:pt x="90297" y="107347"/>
                        <a:pt x="90106" y="107632"/>
                        <a:pt x="88868" y="108299"/>
                      </a:cubicBezTo>
                      <a:cubicBezTo>
                        <a:pt x="88487" y="108013"/>
                        <a:pt x="88106" y="107632"/>
                        <a:pt x="87725" y="106966"/>
                      </a:cubicBezTo>
                      <a:cubicBezTo>
                        <a:pt x="87249" y="106394"/>
                        <a:pt x="86963" y="106108"/>
                        <a:pt x="86677" y="106108"/>
                      </a:cubicBezTo>
                      <a:cubicBezTo>
                        <a:pt x="86296" y="106108"/>
                        <a:pt x="85915" y="106394"/>
                        <a:pt x="85439" y="106775"/>
                      </a:cubicBezTo>
                      <a:lnTo>
                        <a:pt x="90297" y="109728"/>
                      </a:lnTo>
                      <a:close/>
                      <a:moveTo>
                        <a:pt x="94679" y="108775"/>
                      </a:moveTo>
                      <a:cubicBezTo>
                        <a:pt x="94679" y="108775"/>
                        <a:pt x="94964" y="108680"/>
                        <a:pt x="94679" y="108394"/>
                      </a:cubicBezTo>
                      <a:lnTo>
                        <a:pt x="93916" y="103918"/>
                      </a:lnTo>
                      <a:cubicBezTo>
                        <a:pt x="93440" y="104394"/>
                        <a:pt x="93250" y="104870"/>
                        <a:pt x="93250" y="105346"/>
                      </a:cubicBezTo>
                      <a:cubicBezTo>
                        <a:pt x="93250" y="104965"/>
                        <a:pt x="93726" y="106013"/>
                        <a:pt x="94679" y="108394"/>
                      </a:cubicBezTo>
                      <a:lnTo>
                        <a:pt x="94679" y="108775"/>
                      </a:lnTo>
                      <a:close/>
                      <a:moveTo>
                        <a:pt x="102870" y="571"/>
                      </a:moveTo>
                      <a:lnTo>
                        <a:pt x="102870" y="2191"/>
                      </a:lnTo>
                      <a:lnTo>
                        <a:pt x="100298" y="2191"/>
                      </a:lnTo>
                      <a:lnTo>
                        <a:pt x="102870" y="571"/>
                      </a:lnTo>
                      <a:close/>
                      <a:moveTo>
                        <a:pt x="104299" y="29527"/>
                      </a:moveTo>
                      <a:lnTo>
                        <a:pt x="102298" y="31528"/>
                      </a:lnTo>
                      <a:lnTo>
                        <a:pt x="104299" y="28575"/>
                      </a:lnTo>
                      <a:lnTo>
                        <a:pt x="104299" y="29527"/>
                      </a:lnTo>
                      <a:close/>
                      <a:moveTo>
                        <a:pt x="114776" y="61341"/>
                      </a:moveTo>
                      <a:lnTo>
                        <a:pt x="113347" y="62770"/>
                      </a:lnTo>
                      <a:lnTo>
                        <a:pt x="112300" y="62770"/>
                      </a:lnTo>
                      <a:lnTo>
                        <a:pt x="114871" y="61341"/>
                      </a:lnTo>
                      <a:close/>
                      <a:moveTo>
                        <a:pt x="114300" y="30956"/>
                      </a:moveTo>
                      <a:cubicBezTo>
                        <a:pt x="114300" y="30956"/>
                        <a:pt x="113729" y="30956"/>
                        <a:pt x="113633" y="30004"/>
                      </a:cubicBezTo>
                      <a:cubicBezTo>
                        <a:pt x="113633" y="29146"/>
                        <a:pt x="113442" y="28670"/>
                        <a:pt x="113347" y="28670"/>
                      </a:cubicBezTo>
                      <a:lnTo>
                        <a:pt x="114300" y="28670"/>
                      </a:lnTo>
                      <a:lnTo>
                        <a:pt x="114300" y="31051"/>
                      </a:lnTo>
                      <a:close/>
                      <a:moveTo>
                        <a:pt x="140684" y="16097"/>
                      </a:moveTo>
                      <a:cubicBezTo>
                        <a:pt x="140589" y="15621"/>
                        <a:pt x="140684" y="15050"/>
                        <a:pt x="140970" y="14573"/>
                      </a:cubicBezTo>
                      <a:cubicBezTo>
                        <a:pt x="141255" y="14002"/>
                        <a:pt x="141637" y="13811"/>
                        <a:pt x="142113" y="13906"/>
                      </a:cubicBezTo>
                      <a:lnTo>
                        <a:pt x="142113" y="16097"/>
                      </a:lnTo>
                      <a:lnTo>
                        <a:pt x="140684" y="16097"/>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7" name="Google Shape;1057;p99"/>
              <p:cNvGrpSpPr/>
              <p:nvPr/>
            </p:nvGrpSpPr>
            <p:grpSpPr>
              <a:xfrm>
                <a:off x="11679835" y="6503480"/>
                <a:ext cx="457199" cy="153542"/>
                <a:chOff x="6426517" y="4221575"/>
                <a:chExt cx="457199" cy="153542"/>
              </a:xfrm>
            </p:grpSpPr>
            <p:sp>
              <p:nvSpPr>
                <p:cNvPr id="1058" name="Google Shape;1058;p99"/>
                <p:cNvSpPr/>
                <p:nvPr/>
              </p:nvSpPr>
              <p:spPr>
                <a:xfrm>
                  <a:off x="6426517" y="4229233"/>
                  <a:ext cx="112490" cy="128072"/>
                </a:xfrm>
                <a:custGeom>
                  <a:avLst/>
                  <a:gdLst/>
                  <a:ahLst/>
                  <a:cxnLst/>
                  <a:rect l="l" t="t" r="r" b="b"/>
                  <a:pathLst>
                    <a:path w="112490" h="128072" extrusionOk="0">
                      <a:moveTo>
                        <a:pt x="476" y="54349"/>
                      </a:moveTo>
                      <a:lnTo>
                        <a:pt x="0" y="52159"/>
                      </a:lnTo>
                      <a:lnTo>
                        <a:pt x="1143" y="53778"/>
                      </a:lnTo>
                      <a:lnTo>
                        <a:pt x="381" y="54349"/>
                      </a:lnTo>
                      <a:close/>
                      <a:moveTo>
                        <a:pt x="8858" y="71018"/>
                      </a:moveTo>
                      <a:cubicBezTo>
                        <a:pt x="8858" y="71018"/>
                        <a:pt x="9811" y="71304"/>
                        <a:pt x="10573" y="71685"/>
                      </a:cubicBezTo>
                      <a:lnTo>
                        <a:pt x="8858" y="72828"/>
                      </a:lnTo>
                      <a:lnTo>
                        <a:pt x="8858" y="70923"/>
                      </a:lnTo>
                      <a:close/>
                      <a:moveTo>
                        <a:pt x="12763" y="31680"/>
                      </a:moveTo>
                      <a:cubicBezTo>
                        <a:pt x="12287" y="32156"/>
                        <a:pt x="11906" y="32347"/>
                        <a:pt x="11621" y="32347"/>
                      </a:cubicBezTo>
                      <a:cubicBezTo>
                        <a:pt x="11335" y="32347"/>
                        <a:pt x="11144" y="31966"/>
                        <a:pt x="10954" y="31204"/>
                      </a:cubicBezTo>
                      <a:lnTo>
                        <a:pt x="10668" y="29489"/>
                      </a:lnTo>
                      <a:lnTo>
                        <a:pt x="12763" y="31680"/>
                      </a:lnTo>
                      <a:close/>
                      <a:moveTo>
                        <a:pt x="15049" y="35109"/>
                      </a:moveTo>
                      <a:lnTo>
                        <a:pt x="15430" y="32347"/>
                      </a:lnTo>
                      <a:lnTo>
                        <a:pt x="17050" y="35109"/>
                      </a:lnTo>
                      <a:lnTo>
                        <a:pt x="15049" y="35109"/>
                      </a:lnTo>
                      <a:close/>
                      <a:moveTo>
                        <a:pt x="18955" y="28346"/>
                      </a:moveTo>
                      <a:cubicBezTo>
                        <a:pt x="18955" y="27584"/>
                        <a:pt x="18288" y="27013"/>
                        <a:pt x="17145" y="26632"/>
                      </a:cubicBezTo>
                      <a:cubicBezTo>
                        <a:pt x="16002" y="26251"/>
                        <a:pt x="15430" y="25679"/>
                        <a:pt x="15526" y="24917"/>
                      </a:cubicBezTo>
                      <a:cubicBezTo>
                        <a:pt x="16192" y="24727"/>
                        <a:pt x="16859" y="24917"/>
                        <a:pt x="17431" y="25679"/>
                      </a:cubicBezTo>
                      <a:cubicBezTo>
                        <a:pt x="18383" y="26727"/>
                        <a:pt x="18955" y="27203"/>
                        <a:pt x="19050" y="27203"/>
                      </a:cubicBezTo>
                      <a:lnTo>
                        <a:pt x="19050" y="28346"/>
                      </a:lnTo>
                      <a:close/>
                      <a:moveTo>
                        <a:pt x="19812" y="33966"/>
                      </a:moveTo>
                      <a:lnTo>
                        <a:pt x="18192" y="33966"/>
                      </a:lnTo>
                      <a:cubicBezTo>
                        <a:pt x="18192" y="33966"/>
                        <a:pt x="18288" y="33109"/>
                        <a:pt x="18859" y="32823"/>
                      </a:cubicBezTo>
                      <a:cubicBezTo>
                        <a:pt x="19431" y="32537"/>
                        <a:pt x="19621" y="32632"/>
                        <a:pt x="19717" y="33204"/>
                      </a:cubicBezTo>
                      <a:lnTo>
                        <a:pt x="19717" y="33871"/>
                      </a:lnTo>
                      <a:close/>
                      <a:moveTo>
                        <a:pt x="18192" y="83306"/>
                      </a:moveTo>
                      <a:lnTo>
                        <a:pt x="19336" y="81686"/>
                      </a:lnTo>
                      <a:cubicBezTo>
                        <a:pt x="19336" y="82639"/>
                        <a:pt x="19145" y="83210"/>
                        <a:pt x="18859" y="83306"/>
                      </a:cubicBezTo>
                      <a:lnTo>
                        <a:pt x="18192" y="83306"/>
                      </a:lnTo>
                      <a:close/>
                      <a:moveTo>
                        <a:pt x="18859" y="76066"/>
                      </a:moveTo>
                      <a:cubicBezTo>
                        <a:pt x="18669" y="75305"/>
                        <a:pt x="19431" y="74923"/>
                        <a:pt x="20860" y="74923"/>
                      </a:cubicBezTo>
                      <a:cubicBezTo>
                        <a:pt x="21146" y="75400"/>
                        <a:pt x="20860" y="75781"/>
                        <a:pt x="20479" y="76066"/>
                      </a:cubicBezTo>
                      <a:lnTo>
                        <a:pt x="18859" y="76066"/>
                      </a:lnTo>
                      <a:close/>
                      <a:moveTo>
                        <a:pt x="111538" y="111118"/>
                      </a:moveTo>
                      <a:cubicBezTo>
                        <a:pt x="110871" y="113119"/>
                        <a:pt x="111061" y="118167"/>
                        <a:pt x="112300" y="126168"/>
                      </a:cubicBezTo>
                      <a:cubicBezTo>
                        <a:pt x="111823" y="127311"/>
                        <a:pt x="111061" y="127882"/>
                        <a:pt x="109918" y="127882"/>
                      </a:cubicBezTo>
                      <a:cubicBezTo>
                        <a:pt x="109347" y="127882"/>
                        <a:pt x="108490" y="127692"/>
                        <a:pt x="107347" y="127311"/>
                      </a:cubicBezTo>
                      <a:cubicBezTo>
                        <a:pt x="106204" y="126930"/>
                        <a:pt x="105346" y="126739"/>
                        <a:pt x="104775" y="126739"/>
                      </a:cubicBezTo>
                      <a:cubicBezTo>
                        <a:pt x="102870" y="127216"/>
                        <a:pt x="100489" y="127501"/>
                        <a:pt x="97726" y="127501"/>
                      </a:cubicBezTo>
                      <a:cubicBezTo>
                        <a:pt x="94964" y="127501"/>
                        <a:pt x="92297" y="127216"/>
                        <a:pt x="90011" y="126739"/>
                      </a:cubicBezTo>
                      <a:cubicBezTo>
                        <a:pt x="87821" y="122263"/>
                        <a:pt x="86677" y="118072"/>
                        <a:pt x="86677" y="114166"/>
                      </a:cubicBezTo>
                      <a:cubicBezTo>
                        <a:pt x="86677" y="112071"/>
                        <a:pt x="87058" y="110166"/>
                        <a:pt x="87725" y="108356"/>
                      </a:cubicBezTo>
                      <a:lnTo>
                        <a:pt x="88201" y="108356"/>
                      </a:lnTo>
                      <a:cubicBezTo>
                        <a:pt x="86773" y="107308"/>
                        <a:pt x="86392" y="104927"/>
                        <a:pt x="87058" y="101308"/>
                      </a:cubicBezTo>
                      <a:cubicBezTo>
                        <a:pt x="87725" y="97593"/>
                        <a:pt x="87535" y="95212"/>
                        <a:pt x="86582" y="94069"/>
                      </a:cubicBezTo>
                      <a:cubicBezTo>
                        <a:pt x="87058" y="92259"/>
                        <a:pt x="87249" y="89401"/>
                        <a:pt x="87154" y="85591"/>
                      </a:cubicBezTo>
                      <a:cubicBezTo>
                        <a:pt x="87058" y="81781"/>
                        <a:pt x="87154" y="79019"/>
                        <a:pt x="87725" y="77305"/>
                      </a:cubicBezTo>
                      <a:cubicBezTo>
                        <a:pt x="86868" y="76924"/>
                        <a:pt x="86106" y="76733"/>
                        <a:pt x="85439" y="76733"/>
                      </a:cubicBezTo>
                      <a:cubicBezTo>
                        <a:pt x="83439" y="76733"/>
                        <a:pt x="81629" y="78733"/>
                        <a:pt x="79915" y="82639"/>
                      </a:cubicBezTo>
                      <a:cubicBezTo>
                        <a:pt x="77819" y="87497"/>
                        <a:pt x="76200" y="90354"/>
                        <a:pt x="74962" y="91306"/>
                      </a:cubicBezTo>
                      <a:cubicBezTo>
                        <a:pt x="74771" y="91688"/>
                        <a:pt x="74676" y="92068"/>
                        <a:pt x="74676" y="92449"/>
                      </a:cubicBezTo>
                      <a:cubicBezTo>
                        <a:pt x="74676" y="92831"/>
                        <a:pt x="74866" y="93307"/>
                        <a:pt x="75247" y="93973"/>
                      </a:cubicBezTo>
                      <a:cubicBezTo>
                        <a:pt x="75629" y="94640"/>
                        <a:pt x="75819" y="95021"/>
                        <a:pt x="75819" y="95307"/>
                      </a:cubicBezTo>
                      <a:cubicBezTo>
                        <a:pt x="75819" y="95688"/>
                        <a:pt x="75533" y="96164"/>
                        <a:pt x="74962" y="96736"/>
                      </a:cubicBezTo>
                      <a:cubicBezTo>
                        <a:pt x="72961" y="97688"/>
                        <a:pt x="71723" y="98641"/>
                        <a:pt x="70866" y="99498"/>
                      </a:cubicBezTo>
                      <a:cubicBezTo>
                        <a:pt x="71533" y="99879"/>
                        <a:pt x="71914" y="100069"/>
                        <a:pt x="72009" y="99879"/>
                      </a:cubicBezTo>
                      <a:cubicBezTo>
                        <a:pt x="71628" y="100736"/>
                        <a:pt x="70580" y="101879"/>
                        <a:pt x="68961" y="103213"/>
                      </a:cubicBezTo>
                      <a:cubicBezTo>
                        <a:pt x="67056" y="104927"/>
                        <a:pt x="65817" y="106070"/>
                        <a:pt x="65341" y="106737"/>
                      </a:cubicBezTo>
                      <a:cubicBezTo>
                        <a:pt x="63913" y="106070"/>
                        <a:pt x="62674" y="104260"/>
                        <a:pt x="61531" y="101498"/>
                      </a:cubicBezTo>
                      <a:cubicBezTo>
                        <a:pt x="60484" y="98641"/>
                        <a:pt x="58960" y="96831"/>
                        <a:pt x="56864" y="96069"/>
                      </a:cubicBezTo>
                      <a:cubicBezTo>
                        <a:pt x="57150" y="95402"/>
                        <a:pt x="57245" y="94735"/>
                        <a:pt x="57245" y="94069"/>
                      </a:cubicBezTo>
                      <a:cubicBezTo>
                        <a:pt x="57245" y="92831"/>
                        <a:pt x="56579" y="91211"/>
                        <a:pt x="55245" y="89306"/>
                      </a:cubicBezTo>
                      <a:cubicBezTo>
                        <a:pt x="53721" y="86925"/>
                        <a:pt x="52768" y="85306"/>
                        <a:pt x="52483" y="84544"/>
                      </a:cubicBezTo>
                      <a:lnTo>
                        <a:pt x="53626" y="82258"/>
                      </a:lnTo>
                      <a:lnTo>
                        <a:pt x="48006" y="80257"/>
                      </a:lnTo>
                      <a:cubicBezTo>
                        <a:pt x="48006" y="80257"/>
                        <a:pt x="48577" y="79686"/>
                        <a:pt x="48958" y="79686"/>
                      </a:cubicBezTo>
                      <a:cubicBezTo>
                        <a:pt x="49530" y="79686"/>
                        <a:pt x="50292" y="80257"/>
                        <a:pt x="51244" y="81496"/>
                      </a:cubicBezTo>
                      <a:cubicBezTo>
                        <a:pt x="51244" y="77781"/>
                        <a:pt x="49625" y="74733"/>
                        <a:pt x="46291" y="72352"/>
                      </a:cubicBezTo>
                      <a:cubicBezTo>
                        <a:pt x="45339" y="73304"/>
                        <a:pt x="44863" y="75114"/>
                        <a:pt x="44958" y="77876"/>
                      </a:cubicBezTo>
                      <a:cubicBezTo>
                        <a:pt x="44958" y="80543"/>
                        <a:pt x="44577" y="82353"/>
                        <a:pt x="43624" y="83115"/>
                      </a:cubicBezTo>
                      <a:lnTo>
                        <a:pt x="42863" y="82353"/>
                      </a:lnTo>
                      <a:lnTo>
                        <a:pt x="42386" y="83115"/>
                      </a:lnTo>
                      <a:cubicBezTo>
                        <a:pt x="43910" y="84163"/>
                        <a:pt x="44672" y="85973"/>
                        <a:pt x="44672" y="88449"/>
                      </a:cubicBezTo>
                      <a:cubicBezTo>
                        <a:pt x="44672" y="88830"/>
                        <a:pt x="44672" y="89497"/>
                        <a:pt x="44577" y="90449"/>
                      </a:cubicBezTo>
                      <a:lnTo>
                        <a:pt x="44577" y="92354"/>
                      </a:lnTo>
                      <a:cubicBezTo>
                        <a:pt x="44577" y="93783"/>
                        <a:pt x="44767" y="95021"/>
                        <a:pt x="45148" y="95783"/>
                      </a:cubicBezTo>
                      <a:cubicBezTo>
                        <a:pt x="44767" y="97022"/>
                        <a:pt x="44577" y="98926"/>
                        <a:pt x="44577" y="101593"/>
                      </a:cubicBezTo>
                      <a:cubicBezTo>
                        <a:pt x="44577" y="104260"/>
                        <a:pt x="44386" y="106165"/>
                        <a:pt x="44005" y="107404"/>
                      </a:cubicBezTo>
                      <a:cubicBezTo>
                        <a:pt x="44005" y="108070"/>
                        <a:pt x="44291" y="109214"/>
                        <a:pt x="44577" y="110833"/>
                      </a:cubicBezTo>
                      <a:cubicBezTo>
                        <a:pt x="44863" y="112452"/>
                        <a:pt x="45053" y="113690"/>
                        <a:pt x="45053" y="114452"/>
                      </a:cubicBezTo>
                      <a:cubicBezTo>
                        <a:pt x="45053" y="115405"/>
                        <a:pt x="44863" y="116262"/>
                        <a:pt x="44482" y="116929"/>
                      </a:cubicBezTo>
                      <a:lnTo>
                        <a:pt x="45625" y="118072"/>
                      </a:lnTo>
                      <a:lnTo>
                        <a:pt x="44482" y="118072"/>
                      </a:lnTo>
                      <a:cubicBezTo>
                        <a:pt x="44577" y="118739"/>
                        <a:pt x="44672" y="119405"/>
                        <a:pt x="44672" y="120263"/>
                      </a:cubicBezTo>
                      <a:cubicBezTo>
                        <a:pt x="44672" y="124263"/>
                        <a:pt x="43148" y="126835"/>
                        <a:pt x="40196" y="128073"/>
                      </a:cubicBezTo>
                      <a:cubicBezTo>
                        <a:pt x="37052" y="127787"/>
                        <a:pt x="33814" y="127501"/>
                        <a:pt x="30671" y="127311"/>
                      </a:cubicBezTo>
                      <a:cubicBezTo>
                        <a:pt x="26575" y="126930"/>
                        <a:pt x="23717" y="125787"/>
                        <a:pt x="21812" y="123977"/>
                      </a:cubicBezTo>
                      <a:cubicBezTo>
                        <a:pt x="22003" y="117310"/>
                        <a:pt x="21812" y="106832"/>
                        <a:pt x="21431" y="92449"/>
                      </a:cubicBezTo>
                      <a:lnTo>
                        <a:pt x="23050" y="90735"/>
                      </a:lnTo>
                      <a:cubicBezTo>
                        <a:pt x="22288" y="90068"/>
                        <a:pt x="21907" y="89211"/>
                        <a:pt x="21907" y="87973"/>
                      </a:cubicBezTo>
                      <a:cubicBezTo>
                        <a:pt x="21907" y="87497"/>
                        <a:pt x="22003" y="86734"/>
                        <a:pt x="22288" y="85496"/>
                      </a:cubicBezTo>
                      <a:cubicBezTo>
                        <a:pt x="22479" y="84353"/>
                        <a:pt x="22669" y="83496"/>
                        <a:pt x="22669" y="83020"/>
                      </a:cubicBezTo>
                      <a:cubicBezTo>
                        <a:pt x="22669" y="81877"/>
                        <a:pt x="22288" y="80924"/>
                        <a:pt x="21526" y="80257"/>
                      </a:cubicBezTo>
                      <a:lnTo>
                        <a:pt x="21907" y="67494"/>
                      </a:lnTo>
                      <a:cubicBezTo>
                        <a:pt x="22574" y="67018"/>
                        <a:pt x="22955" y="66351"/>
                        <a:pt x="22955" y="65494"/>
                      </a:cubicBezTo>
                      <a:cubicBezTo>
                        <a:pt x="22955" y="64827"/>
                        <a:pt x="22669" y="63684"/>
                        <a:pt x="21907" y="62255"/>
                      </a:cubicBezTo>
                      <a:cubicBezTo>
                        <a:pt x="21241" y="60731"/>
                        <a:pt x="20860" y="59779"/>
                        <a:pt x="20764" y="59112"/>
                      </a:cubicBezTo>
                      <a:cubicBezTo>
                        <a:pt x="21622" y="57588"/>
                        <a:pt x="22098" y="55683"/>
                        <a:pt x="22098" y="53492"/>
                      </a:cubicBezTo>
                      <a:cubicBezTo>
                        <a:pt x="22098" y="49682"/>
                        <a:pt x="22003" y="47587"/>
                        <a:pt x="22003" y="47301"/>
                      </a:cubicBezTo>
                      <a:cubicBezTo>
                        <a:pt x="23050" y="47301"/>
                        <a:pt x="23622" y="47206"/>
                        <a:pt x="23717" y="46920"/>
                      </a:cubicBezTo>
                      <a:cubicBezTo>
                        <a:pt x="23717" y="46348"/>
                        <a:pt x="23527" y="45967"/>
                        <a:pt x="23336" y="45872"/>
                      </a:cubicBezTo>
                      <a:lnTo>
                        <a:pt x="22288" y="45872"/>
                      </a:lnTo>
                      <a:cubicBezTo>
                        <a:pt x="22288" y="45872"/>
                        <a:pt x="21622" y="45967"/>
                        <a:pt x="21526" y="45682"/>
                      </a:cubicBezTo>
                      <a:cubicBezTo>
                        <a:pt x="21526" y="44634"/>
                        <a:pt x="22098" y="44443"/>
                        <a:pt x="22955" y="44824"/>
                      </a:cubicBezTo>
                      <a:cubicBezTo>
                        <a:pt x="23813" y="45301"/>
                        <a:pt x="24479" y="45110"/>
                        <a:pt x="24860" y="44443"/>
                      </a:cubicBezTo>
                      <a:lnTo>
                        <a:pt x="25336" y="46348"/>
                      </a:lnTo>
                      <a:cubicBezTo>
                        <a:pt x="25336" y="46348"/>
                        <a:pt x="25908" y="45777"/>
                        <a:pt x="26194" y="45777"/>
                      </a:cubicBezTo>
                      <a:cubicBezTo>
                        <a:pt x="26289" y="45777"/>
                        <a:pt x="26479" y="45777"/>
                        <a:pt x="26670" y="45967"/>
                      </a:cubicBezTo>
                      <a:cubicBezTo>
                        <a:pt x="26860" y="46158"/>
                        <a:pt x="27051" y="46158"/>
                        <a:pt x="27146" y="46158"/>
                      </a:cubicBezTo>
                      <a:cubicBezTo>
                        <a:pt x="27337" y="46158"/>
                        <a:pt x="27527" y="45872"/>
                        <a:pt x="27622" y="45110"/>
                      </a:cubicBezTo>
                      <a:lnTo>
                        <a:pt x="26479" y="43967"/>
                      </a:lnTo>
                      <a:cubicBezTo>
                        <a:pt x="26956" y="43967"/>
                        <a:pt x="27527" y="44443"/>
                        <a:pt x="28194" y="45110"/>
                      </a:cubicBezTo>
                      <a:cubicBezTo>
                        <a:pt x="28861" y="45777"/>
                        <a:pt x="29432" y="46158"/>
                        <a:pt x="29908" y="46253"/>
                      </a:cubicBezTo>
                      <a:cubicBezTo>
                        <a:pt x="29908" y="46063"/>
                        <a:pt x="30099" y="45777"/>
                        <a:pt x="30385" y="45396"/>
                      </a:cubicBezTo>
                      <a:cubicBezTo>
                        <a:pt x="30671" y="45015"/>
                        <a:pt x="30861" y="44729"/>
                        <a:pt x="30766" y="44348"/>
                      </a:cubicBezTo>
                      <a:lnTo>
                        <a:pt x="30194" y="44348"/>
                      </a:lnTo>
                      <a:cubicBezTo>
                        <a:pt x="30194" y="44348"/>
                        <a:pt x="31051" y="43681"/>
                        <a:pt x="31623" y="43015"/>
                      </a:cubicBezTo>
                      <a:cubicBezTo>
                        <a:pt x="32194" y="42253"/>
                        <a:pt x="32766" y="41872"/>
                        <a:pt x="33242" y="41872"/>
                      </a:cubicBezTo>
                      <a:cubicBezTo>
                        <a:pt x="33528" y="41872"/>
                        <a:pt x="33909" y="41967"/>
                        <a:pt x="34290" y="42253"/>
                      </a:cubicBezTo>
                      <a:lnTo>
                        <a:pt x="33147" y="40919"/>
                      </a:lnTo>
                      <a:cubicBezTo>
                        <a:pt x="33718" y="40633"/>
                        <a:pt x="33814" y="40252"/>
                        <a:pt x="33528" y="39776"/>
                      </a:cubicBezTo>
                      <a:cubicBezTo>
                        <a:pt x="32766" y="39872"/>
                        <a:pt x="32004" y="39967"/>
                        <a:pt x="31242" y="39967"/>
                      </a:cubicBezTo>
                      <a:cubicBezTo>
                        <a:pt x="30194" y="39967"/>
                        <a:pt x="28956" y="39776"/>
                        <a:pt x="27527" y="39395"/>
                      </a:cubicBezTo>
                      <a:cubicBezTo>
                        <a:pt x="25622" y="38824"/>
                        <a:pt x="24193" y="38443"/>
                        <a:pt x="23146" y="38252"/>
                      </a:cubicBezTo>
                      <a:lnTo>
                        <a:pt x="24289" y="41014"/>
                      </a:lnTo>
                      <a:lnTo>
                        <a:pt x="21526" y="41014"/>
                      </a:lnTo>
                      <a:lnTo>
                        <a:pt x="23146" y="40633"/>
                      </a:lnTo>
                      <a:cubicBezTo>
                        <a:pt x="22765" y="39586"/>
                        <a:pt x="22574" y="38157"/>
                        <a:pt x="22479" y="36442"/>
                      </a:cubicBezTo>
                      <a:cubicBezTo>
                        <a:pt x="22479" y="34728"/>
                        <a:pt x="22288" y="33490"/>
                        <a:pt x="22003" y="32823"/>
                      </a:cubicBezTo>
                      <a:cubicBezTo>
                        <a:pt x="21526" y="31299"/>
                        <a:pt x="22003" y="30347"/>
                        <a:pt x="23717" y="29965"/>
                      </a:cubicBezTo>
                      <a:cubicBezTo>
                        <a:pt x="22288" y="28441"/>
                        <a:pt x="21526" y="26441"/>
                        <a:pt x="21526" y="24060"/>
                      </a:cubicBezTo>
                      <a:cubicBezTo>
                        <a:pt x="21526" y="23012"/>
                        <a:pt x="21717" y="21298"/>
                        <a:pt x="22098" y="18821"/>
                      </a:cubicBezTo>
                      <a:cubicBezTo>
                        <a:pt x="22479" y="16440"/>
                        <a:pt x="22669" y="14535"/>
                        <a:pt x="22574" y="13297"/>
                      </a:cubicBezTo>
                      <a:cubicBezTo>
                        <a:pt x="26384" y="12249"/>
                        <a:pt x="30861" y="11677"/>
                        <a:pt x="35814" y="11677"/>
                      </a:cubicBezTo>
                      <a:cubicBezTo>
                        <a:pt x="38005" y="11677"/>
                        <a:pt x="39910" y="11773"/>
                        <a:pt x="41434" y="12058"/>
                      </a:cubicBezTo>
                      <a:lnTo>
                        <a:pt x="45720" y="15583"/>
                      </a:lnTo>
                      <a:lnTo>
                        <a:pt x="45339" y="15964"/>
                      </a:lnTo>
                      <a:cubicBezTo>
                        <a:pt x="46577" y="16535"/>
                        <a:pt x="47530" y="17869"/>
                        <a:pt x="48196" y="19869"/>
                      </a:cubicBezTo>
                      <a:lnTo>
                        <a:pt x="49721" y="24822"/>
                      </a:lnTo>
                      <a:cubicBezTo>
                        <a:pt x="51816" y="26156"/>
                        <a:pt x="53340" y="29299"/>
                        <a:pt x="54483" y="34252"/>
                      </a:cubicBezTo>
                      <a:cubicBezTo>
                        <a:pt x="55531" y="39109"/>
                        <a:pt x="57340" y="42443"/>
                        <a:pt x="59817" y="43967"/>
                      </a:cubicBezTo>
                      <a:cubicBezTo>
                        <a:pt x="60674" y="46158"/>
                        <a:pt x="61913" y="49682"/>
                        <a:pt x="63246" y="54445"/>
                      </a:cubicBezTo>
                      <a:cubicBezTo>
                        <a:pt x="63913" y="54445"/>
                        <a:pt x="64294" y="54540"/>
                        <a:pt x="64294" y="54826"/>
                      </a:cubicBezTo>
                      <a:cubicBezTo>
                        <a:pt x="64294" y="55016"/>
                        <a:pt x="64198" y="55302"/>
                        <a:pt x="63913" y="55588"/>
                      </a:cubicBezTo>
                      <a:cubicBezTo>
                        <a:pt x="63627" y="55969"/>
                        <a:pt x="63532" y="56159"/>
                        <a:pt x="63532" y="56350"/>
                      </a:cubicBezTo>
                      <a:cubicBezTo>
                        <a:pt x="63532" y="56635"/>
                        <a:pt x="63722" y="56826"/>
                        <a:pt x="64103" y="57112"/>
                      </a:cubicBezTo>
                      <a:cubicBezTo>
                        <a:pt x="66865" y="54921"/>
                        <a:pt x="68389" y="53588"/>
                        <a:pt x="68866" y="53111"/>
                      </a:cubicBezTo>
                      <a:cubicBezTo>
                        <a:pt x="70294" y="51778"/>
                        <a:pt x="71533" y="50158"/>
                        <a:pt x="72485" y="48349"/>
                      </a:cubicBezTo>
                      <a:lnTo>
                        <a:pt x="70294" y="47206"/>
                      </a:lnTo>
                      <a:cubicBezTo>
                        <a:pt x="70294" y="46730"/>
                        <a:pt x="71152" y="46253"/>
                        <a:pt x="72676" y="45967"/>
                      </a:cubicBezTo>
                      <a:cubicBezTo>
                        <a:pt x="74295" y="45586"/>
                        <a:pt x="75057" y="44729"/>
                        <a:pt x="75247" y="43491"/>
                      </a:cubicBezTo>
                      <a:cubicBezTo>
                        <a:pt x="74771" y="42919"/>
                        <a:pt x="74485" y="42348"/>
                        <a:pt x="74485" y="41776"/>
                      </a:cubicBezTo>
                      <a:cubicBezTo>
                        <a:pt x="74485" y="41110"/>
                        <a:pt x="75152" y="40062"/>
                        <a:pt x="76486" y="38824"/>
                      </a:cubicBezTo>
                      <a:cubicBezTo>
                        <a:pt x="77819" y="37490"/>
                        <a:pt x="78581" y="36538"/>
                        <a:pt x="78676" y="35681"/>
                      </a:cubicBezTo>
                      <a:lnTo>
                        <a:pt x="78010" y="35204"/>
                      </a:lnTo>
                      <a:cubicBezTo>
                        <a:pt x="78772" y="34538"/>
                        <a:pt x="79534" y="33394"/>
                        <a:pt x="80296" y="31775"/>
                      </a:cubicBezTo>
                      <a:cubicBezTo>
                        <a:pt x="79724" y="31489"/>
                        <a:pt x="79343" y="31108"/>
                        <a:pt x="79343" y="30632"/>
                      </a:cubicBezTo>
                      <a:cubicBezTo>
                        <a:pt x="79343" y="30442"/>
                        <a:pt x="79534" y="30061"/>
                        <a:pt x="79819" y="29489"/>
                      </a:cubicBezTo>
                      <a:cubicBezTo>
                        <a:pt x="80105" y="29013"/>
                        <a:pt x="80296" y="28632"/>
                        <a:pt x="80296" y="28441"/>
                      </a:cubicBezTo>
                      <a:cubicBezTo>
                        <a:pt x="80581" y="28632"/>
                        <a:pt x="80963" y="28727"/>
                        <a:pt x="81248" y="28727"/>
                      </a:cubicBezTo>
                      <a:cubicBezTo>
                        <a:pt x="81820" y="28727"/>
                        <a:pt x="82296" y="27965"/>
                        <a:pt x="82582" y="26536"/>
                      </a:cubicBezTo>
                      <a:cubicBezTo>
                        <a:pt x="82963" y="25108"/>
                        <a:pt x="83629" y="24250"/>
                        <a:pt x="84677" y="24060"/>
                      </a:cubicBezTo>
                      <a:cubicBezTo>
                        <a:pt x="84487" y="23679"/>
                        <a:pt x="84391" y="23203"/>
                        <a:pt x="84391" y="22726"/>
                      </a:cubicBezTo>
                      <a:cubicBezTo>
                        <a:pt x="84391" y="21583"/>
                        <a:pt x="85249" y="19964"/>
                        <a:pt x="86963" y="17773"/>
                      </a:cubicBezTo>
                      <a:lnTo>
                        <a:pt x="85820" y="16631"/>
                      </a:lnTo>
                      <a:cubicBezTo>
                        <a:pt x="86106" y="16059"/>
                        <a:pt x="86296" y="15678"/>
                        <a:pt x="86296" y="15583"/>
                      </a:cubicBezTo>
                      <a:cubicBezTo>
                        <a:pt x="86868" y="16249"/>
                        <a:pt x="87439" y="16631"/>
                        <a:pt x="88011" y="16631"/>
                      </a:cubicBezTo>
                      <a:cubicBezTo>
                        <a:pt x="88582" y="16631"/>
                        <a:pt x="89440" y="15773"/>
                        <a:pt x="90678" y="14059"/>
                      </a:cubicBezTo>
                      <a:cubicBezTo>
                        <a:pt x="91916" y="12344"/>
                        <a:pt x="93059" y="11582"/>
                        <a:pt x="94107" y="11677"/>
                      </a:cubicBezTo>
                      <a:cubicBezTo>
                        <a:pt x="101536" y="11297"/>
                        <a:pt x="107156" y="11963"/>
                        <a:pt x="110871" y="13678"/>
                      </a:cubicBezTo>
                      <a:cubicBezTo>
                        <a:pt x="111633" y="18631"/>
                        <a:pt x="111919" y="22060"/>
                        <a:pt x="111919" y="23965"/>
                      </a:cubicBezTo>
                      <a:cubicBezTo>
                        <a:pt x="111919" y="26632"/>
                        <a:pt x="111633" y="29203"/>
                        <a:pt x="110871" y="31585"/>
                      </a:cubicBezTo>
                      <a:lnTo>
                        <a:pt x="112490" y="32728"/>
                      </a:lnTo>
                      <a:cubicBezTo>
                        <a:pt x="111633" y="42824"/>
                        <a:pt x="111252" y="55778"/>
                        <a:pt x="111347" y="71399"/>
                      </a:cubicBezTo>
                      <a:lnTo>
                        <a:pt x="111347" y="111023"/>
                      </a:lnTo>
                      <a:close/>
                      <a:moveTo>
                        <a:pt x="27622" y="53397"/>
                      </a:moveTo>
                      <a:lnTo>
                        <a:pt x="27622" y="52254"/>
                      </a:lnTo>
                      <a:lnTo>
                        <a:pt x="25336" y="53397"/>
                      </a:lnTo>
                      <a:lnTo>
                        <a:pt x="27622" y="53397"/>
                      </a:lnTo>
                      <a:close/>
                      <a:moveTo>
                        <a:pt x="30194" y="44348"/>
                      </a:moveTo>
                      <a:cubicBezTo>
                        <a:pt x="30194" y="44348"/>
                        <a:pt x="29432" y="44253"/>
                        <a:pt x="29146" y="44063"/>
                      </a:cubicBezTo>
                      <a:lnTo>
                        <a:pt x="30194" y="44348"/>
                      </a:lnTo>
                      <a:close/>
                      <a:moveTo>
                        <a:pt x="30766" y="15678"/>
                      </a:moveTo>
                      <a:lnTo>
                        <a:pt x="30289" y="17773"/>
                      </a:lnTo>
                      <a:lnTo>
                        <a:pt x="31432" y="17773"/>
                      </a:lnTo>
                      <a:lnTo>
                        <a:pt x="30766" y="15678"/>
                      </a:lnTo>
                      <a:close/>
                      <a:moveTo>
                        <a:pt x="34671" y="22726"/>
                      </a:moveTo>
                      <a:cubicBezTo>
                        <a:pt x="34671" y="22726"/>
                        <a:pt x="35147" y="22536"/>
                        <a:pt x="35338" y="22155"/>
                      </a:cubicBezTo>
                      <a:cubicBezTo>
                        <a:pt x="35052" y="22441"/>
                        <a:pt x="34861" y="22631"/>
                        <a:pt x="34671" y="22726"/>
                      </a:cubicBezTo>
                      <a:cubicBezTo>
                        <a:pt x="34385" y="22726"/>
                        <a:pt x="34004" y="22536"/>
                        <a:pt x="33433" y="22250"/>
                      </a:cubicBezTo>
                      <a:cubicBezTo>
                        <a:pt x="32861" y="21869"/>
                        <a:pt x="32480" y="21774"/>
                        <a:pt x="32290" y="21774"/>
                      </a:cubicBezTo>
                      <a:cubicBezTo>
                        <a:pt x="32004" y="21774"/>
                        <a:pt x="31718" y="21964"/>
                        <a:pt x="31528" y="22155"/>
                      </a:cubicBezTo>
                      <a:cubicBezTo>
                        <a:pt x="32575" y="23012"/>
                        <a:pt x="33718" y="23203"/>
                        <a:pt x="34766" y="22726"/>
                      </a:cubicBezTo>
                      <a:close/>
                      <a:moveTo>
                        <a:pt x="42577" y="47110"/>
                      </a:moveTo>
                      <a:cubicBezTo>
                        <a:pt x="42577" y="47110"/>
                        <a:pt x="43053" y="46539"/>
                        <a:pt x="43053" y="45586"/>
                      </a:cubicBezTo>
                      <a:cubicBezTo>
                        <a:pt x="42196" y="44729"/>
                        <a:pt x="41719" y="44348"/>
                        <a:pt x="41529" y="44443"/>
                      </a:cubicBezTo>
                      <a:cubicBezTo>
                        <a:pt x="41148" y="44729"/>
                        <a:pt x="40957" y="45015"/>
                        <a:pt x="40957" y="45491"/>
                      </a:cubicBezTo>
                      <a:cubicBezTo>
                        <a:pt x="40957" y="46634"/>
                        <a:pt x="41529" y="47206"/>
                        <a:pt x="42672" y="47206"/>
                      </a:cubicBezTo>
                      <a:close/>
                      <a:moveTo>
                        <a:pt x="42577" y="19393"/>
                      </a:moveTo>
                      <a:cubicBezTo>
                        <a:pt x="42005" y="19583"/>
                        <a:pt x="41624" y="20059"/>
                        <a:pt x="41434" y="20631"/>
                      </a:cubicBezTo>
                      <a:cubicBezTo>
                        <a:pt x="41148" y="21298"/>
                        <a:pt x="41148" y="21774"/>
                        <a:pt x="41434" y="22060"/>
                      </a:cubicBezTo>
                      <a:lnTo>
                        <a:pt x="42577" y="19298"/>
                      </a:lnTo>
                      <a:close/>
                      <a:moveTo>
                        <a:pt x="43053" y="29489"/>
                      </a:moveTo>
                      <a:cubicBezTo>
                        <a:pt x="43815" y="28441"/>
                        <a:pt x="44291" y="27870"/>
                        <a:pt x="44291" y="27775"/>
                      </a:cubicBezTo>
                      <a:lnTo>
                        <a:pt x="43053" y="27775"/>
                      </a:lnTo>
                      <a:lnTo>
                        <a:pt x="43053" y="29489"/>
                      </a:lnTo>
                      <a:close/>
                      <a:moveTo>
                        <a:pt x="46863" y="13297"/>
                      </a:moveTo>
                      <a:cubicBezTo>
                        <a:pt x="46863" y="13297"/>
                        <a:pt x="46196" y="13297"/>
                        <a:pt x="45815" y="13297"/>
                      </a:cubicBezTo>
                      <a:lnTo>
                        <a:pt x="46863" y="13297"/>
                      </a:lnTo>
                      <a:close/>
                      <a:moveTo>
                        <a:pt x="46863" y="13297"/>
                      </a:moveTo>
                      <a:lnTo>
                        <a:pt x="48196" y="12916"/>
                      </a:lnTo>
                      <a:cubicBezTo>
                        <a:pt x="48196" y="12916"/>
                        <a:pt x="47720" y="13297"/>
                        <a:pt x="46863" y="13297"/>
                      </a:cubicBezTo>
                      <a:close/>
                      <a:moveTo>
                        <a:pt x="49339" y="70161"/>
                      </a:moveTo>
                      <a:lnTo>
                        <a:pt x="52673" y="69018"/>
                      </a:lnTo>
                      <a:lnTo>
                        <a:pt x="49911" y="69018"/>
                      </a:lnTo>
                      <a:lnTo>
                        <a:pt x="49339" y="70161"/>
                      </a:lnTo>
                      <a:close/>
                      <a:moveTo>
                        <a:pt x="50768" y="628"/>
                      </a:moveTo>
                      <a:cubicBezTo>
                        <a:pt x="50768" y="628"/>
                        <a:pt x="50197" y="628"/>
                        <a:pt x="49911" y="628"/>
                      </a:cubicBezTo>
                      <a:lnTo>
                        <a:pt x="50768" y="628"/>
                      </a:lnTo>
                      <a:close/>
                      <a:moveTo>
                        <a:pt x="50768" y="628"/>
                      </a:moveTo>
                      <a:cubicBezTo>
                        <a:pt x="50768" y="628"/>
                        <a:pt x="51149" y="533"/>
                        <a:pt x="51530" y="248"/>
                      </a:cubicBezTo>
                      <a:cubicBezTo>
                        <a:pt x="51911" y="-38"/>
                        <a:pt x="52197" y="-38"/>
                        <a:pt x="52388" y="57"/>
                      </a:cubicBezTo>
                      <a:cubicBezTo>
                        <a:pt x="52673" y="57"/>
                        <a:pt x="52864" y="248"/>
                        <a:pt x="53054" y="628"/>
                      </a:cubicBezTo>
                      <a:lnTo>
                        <a:pt x="50768" y="628"/>
                      </a:lnTo>
                      <a:close/>
                      <a:moveTo>
                        <a:pt x="54959" y="81305"/>
                      </a:moveTo>
                      <a:lnTo>
                        <a:pt x="54959" y="79400"/>
                      </a:lnTo>
                      <a:lnTo>
                        <a:pt x="53816" y="79400"/>
                      </a:lnTo>
                      <a:lnTo>
                        <a:pt x="54959" y="81305"/>
                      </a:lnTo>
                      <a:close/>
                      <a:moveTo>
                        <a:pt x="56959" y="81686"/>
                      </a:moveTo>
                      <a:cubicBezTo>
                        <a:pt x="58102" y="82067"/>
                        <a:pt x="58864" y="81686"/>
                        <a:pt x="59246" y="80543"/>
                      </a:cubicBezTo>
                      <a:cubicBezTo>
                        <a:pt x="58388" y="80543"/>
                        <a:pt x="57912" y="80353"/>
                        <a:pt x="57626" y="80067"/>
                      </a:cubicBezTo>
                      <a:lnTo>
                        <a:pt x="58102" y="79400"/>
                      </a:lnTo>
                      <a:lnTo>
                        <a:pt x="56959" y="79400"/>
                      </a:lnTo>
                      <a:lnTo>
                        <a:pt x="56959" y="81686"/>
                      </a:lnTo>
                      <a:close/>
                      <a:moveTo>
                        <a:pt x="62579" y="39872"/>
                      </a:moveTo>
                      <a:cubicBezTo>
                        <a:pt x="62579" y="39872"/>
                        <a:pt x="61627" y="39490"/>
                        <a:pt x="60960" y="38824"/>
                      </a:cubicBezTo>
                      <a:cubicBezTo>
                        <a:pt x="60388" y="38157"/>
                        <a:pt x="59817" y="37871"/>
                        <a:pt x="59341" y="37871"/>
                      </a:cubicBezTo>
                      <a:lnTo>
                        <a:pt x="62674" y="36728"/>
                      </a:lnTo>
                      <a:lnTo>
                        <a:pt x="62674" y="39872"/>
                      </a:lnTo>
                      <a:close/>
                      <a:moveTo>
                        <a:pt x="61436" y="71018"/>
                      </a:moveTo>
                      <a:cubicBezTo>
                        <a:pt x="61436" y="71018"/>
                        <a:pt x="60960" y="70542"/>
                        <a:pt x="60865" y="70542"/>
                      </a:cubicBezTo>
                      <a:cubicBezTo>
                        <a:pt x="60865" y="70161"/>
                        <a:pt x="61150" y="69399"/>
                        <a:pt x="62008" y="68447"/>
                      </a:cubicBezTo>
                      <a:cubicBezTo>
                        <a:pt x="62770" y="67494"/>
                        <a:pt x="63246" y="66923"/>
                        <a:pt x="63341" y="66541"/>
                      </a:cubicBezTo>
                      <a:cubicBezTo>
                        <a:pt x="62293" y="66541"/>
                        <a:pt x="61531" y="66923"/>
                        <a:pt x="60960" y="67780"/>
                      </a:cubicBezTo>
                      <a:cubicBezTo>
                        <a:pt x="60388" y="68637"/>
                        <a:pt x="60293" y="69494"/>
                        <a:pt x="60484" y="70447"/>
                      </a:cubicBezTo>
                      <a:cubicBezTo>
                        <a:pt x="60674" y="70256"/>
                        <a:pt x="60769" y="70256"/>
                        <a:pt x="60865" y="70447"/>
                      </a:cubicBezTo>
                      <a:cubicBezTo>
                        <a:pt x="60865" y="70637"/>
                        <a:pt x="61055" y="70732"/>
                        <a:pt x="61436" y="70923"/>
                      </a:cubicBezTo>
                      <a:close/>
                      <a:moveTo>
                        <a:pt x="62579" y="33966"/>
                      </a:moveTo>
                      <a:cubicBezTo>
                        <a:pt x="62579" y="33966"/>
                        <a:pt x="61627" y="33966"/>
                        <a:pt x="61246" y="33585"/>
                      </a:cubicBezTo>
                      <a:cubicBezTo>
                        <a:pt x="60865" y="33204"/>
                        <a:pt x="60769" y="32823"/>
                        <a:pt x="61055" y="32347"/>
                      </a:cubicBezTo>
                      <a:lnTo>
                        <a:pt x="62674" y="32347"/>
                      </a:lnTo>
                      <a:lnTo>
                        <a:pt x="62674" y="33966"/>
                      </a:lnTo>
                      <a:close/>
                      <a:moveTo>
                        <a:pt x="67723" y="42824"/>
                      </a:moveTo>
                      <a:cubicBezTo>
                        <a:pt x="65817" y="43491"/>
                        <a:pt x="64484" y="43491"/>
                        <a:pt x="63817" y="42824"/>
                      </a:cubicBezTo>
                      <a:lnTo>
                        <a:pt x="64960" y="41110"/>
                      </a:lnTo>
                      <a:lnTo>
                        <a:pt x="67723" y="42824"/>
                      </a:lnTo>
                      <a:close/>
                      <a:moveTo>
                        <a:pt x="66104" y="31299"/>
                      </a:moveTo>
                      <a:cubicBezTo>
                        <a:pt x="66104" y="31299"/>
                        <a:pt x="65246" y="31775"/>
                        <a:pt x="64198" y="31775"/>
                      </a:cubicBezTo>
                      <a:lnTo>
                        <a:pt x="64198" y="29584"/>
                      </a:lnTo>
                      <a:lnTo>
                        <a:pt x="66104" y="31299"/>
                      </a:lnTo>
                      <a:close/>
                      <a:moveTo>
                        <a:pt x="65817" y="63398"/>
                      </a:moveTo>
                      <a:lnTo>
                        <a:pt x="68866" y="63398"/>
                      </a:lnTo>
                      <a:cubicBezTo>
                        <a:pt x="68866" y="62446"/>
                        <a:pt x="68675" y="61969"/>
                        <a:pt x="68294" y="61969"/>
                      </a:cubicBezTo>
                      <a:cubicBezTo>
                        <a:pt x="68294" y="61969"/>
                        <a:pt x="67532" y="62446"/>
                        <a:pt x="65817" y="63398"/>
                      </a:cubicBezTo>
                      <a:lnTo>
                        <a:pt x="64960" y="63398"/>
                      </a:lnTo>
                      <a:cubicBezTo>
                        <a:pt x="64960" y="63398"/>
                        <a:pt x="65437" y="63779"/>
                        <a:pt x="65817" y="63398"/>
                      </a:cubicBezTo>
                      <a:close/>
                      <a:moveTo>
                        <a:pt x="64960" y="80639"/>
                      </a:moveTo>
                      <a:cubicBezTo>
                        <a:pt x="65532" y="80639"/>
                        <a:pt x="66104" y="80353"/>
                        <a:pt x="66580" y="79400"/>
                      </a:cubicBezTo>
                      <a:cubicBezTo>
                        <a:pt x="67056" y="78448"/>
                        <a:pt x="67151" y="77781"/>
                        <a:pt x="66961" y="77305"/>
                      </a:cubicBezTo>
                      <a:cubicBezTo>
                        <a:pt x="66389" y="77305"/>
                        <a:pt x="66008" y="77876"/>
                        <a:pt x="65722" y="78829"/>
                      </a:cubicBezTo>
                      <a:cubicBezTo>
                        <a:pt x="65532" y="79781"/>
                        <a:pt x="65151" y="80353"/>
                        <a:pt x="64960" y="80639"/>
                      </a:cubicBezTo>
                      <a:close/>
                      <a:moveTo>
                        <a:pt x="67723" y="26822"/>
                      </a:moveTo>
                      <a:lnTo>
                        <a:pt x="66104" y="27870"/>
                      </a:lnTo>
                      <a:lnTo>
                        <a:pt x="65341" y="26822"/>
                      </a:lnTo>
                      <a:lnTo>
                        <a:pt x="67627" y="26822"/>
                      </a:lnTo>
                      <a:close/>
                      <a:moveTo>
                        <a:pt x="69342" y="19012"/>
                      </a:moveTo>
                      <a:lnTo>
                        <a:pt x="69342" y="19393"/>
                      </a:lnTo>
                      <a:lnTo>
                        <a:pt x="67723" y="17202"/>
                      </a:lnTo>
                      <a:lnTo>
                        <a:pt x="69342" y="18916"/>
                      </a:lnTo>
                      <a:close/>
                      <a:moveTo>
                        <a:pt x="69342" y="59969"/>
                      </a:moveTo>
                      <a:lnTo>
                        <a:pt x="69342" y="59112"/>
                      </a:lnTo>
                      <a:cubicBezTo>
                        <a:pt x="69056" y="58636"/>
                        <a:pt x="68485" y="58445"/>
                        <a:pt x="67723" y="58445"/>
                      </a:cubicBezTo>
                      <a:lnTo>
                        <a:pt x="69342" y="60064"/>
                      </a:lnTo>
                      <a:close/>
                      <a:moveTo>
                        <a:pt x="73819" y="39586"/>
                      </a:moveTo>
                      <a:lnTo>
                        <a:pt x="73247" y="40062"/>
                      </a:lnTo>
                      <a:lnTo>
                        <a:pt x="72104" y="37300"/>
                      </a:lnTo>
                      <a:lnTo>
                        <a:pt x="73819" y="39586"/>
                      </a:lnTo>
                      <a:close/>
                      <a:moveTo>
                        <a:pt x="73819" y="59969"/>
                      </a:moveTo>
                      <a:cubicBezTo>
                        <a:pt x="73819" y="59969"/>
                        <a:pt x="75152" y="60255"/>
                        <a:pt x="76581" y="60731"/>
                      </a:cubicBezTo>
                      <a:lnTo>
                        <a:pt x="76105" y="59112"/>
                      </a:lnTo>
                      <a:lnTo>
                        <a:pt x="73819" y="59969"/>
                      </a:lnTo>
                      <a:close/>
                      <a:moveTo>
                        <a:pt x="77724" y="32442"/>
                      </a:moveTo>
                      <a:lnTo>
                        <a:pt x="77248" y="32918"/>
                      </a:lnTo>
                      <a:lnTo>
                        <a:pt x="75438" y="31299"/>
                      </a:lnTo>
                      <a:cubicBezTo>
                        <a:pt x="76009" y="31299"/>
                        <a:pt x="76771" y="31680"/>
                        <a:pt x="77819" y="32442"/>
                      </a:cubicBezTo>
                      <a:close/>
                      <a:moveTo>
                        <a:pt x="78200" y="52825"/>
                      </a:moveTo>
                      <a:lnTo>
                        <a:pt x="78200" y="52254"/>
                      </a:lnTo>
                      <a:lnTo>
                        <a:pt x="76581" y="54445"/>
                      </a:lnTo>
                      <a:lnTo>
                        <a:pt x="78200" y="52825"/>
                      </a:lnTo>
                      <a:close/>
                      <a:moveTo>
                        <a:pt x="80963" y="36823"/>
                      </a:moveTo>
                      <a:lnTo>
                        <a:pt x="80963" y="35681"/>
                      </a:lnTo>
                      <a:lnTo>
                        <a:pt x="80010" y="37966"/>
                      </a:lnTo>
                      <a:lnTo>
                        <a:pt x="80963" y="36823"/>
                      </a:lnTo>
                      <a:close/>
                      <a:moveTo>
                        <a:pt x="86106" y="33299"/>
                      </a:moveTo>
                      <a:lnTo>
                        <a:pt x="87249" y="33299"/>
                      </a:lnTo>
                      <a:cubicBezTo>
                        <a:pt x="86677" y="32061"/>
                        <a:pt x="85725" y="31108"/>
                        <a:pt x="84391" y="30537"/>
                      </a:cubicBezTo>
                      <a:lnTo>
                        <a:pt x="86582" y="32823"/>
                      </a:lnTo>
                      <a:lnTo>
                        <a:pt x="86106" y="33204"/>
                      </a:lnTo>
                      <a:close/>
                      <a:moveTo>
                        <a:pt x="84391" y="59874"/>
                      </a:moveTo>
                      <a:lnTo>
                        <a:pt x="86106" y="58255"/>
                      </a:lnTo>
                      <a:lnTo>
                        <a:pt x="84391" y="58255"/>
                      </a:lnTo>
                      <a:lnTo>
                        <a:pt x="84391" y="59874"/>
                      </a:lnTo>
                      <a:close/>
                      <a:moveTo>
                        <a:pt x="90488" y="45110"/>
                      </a:moveTo>
                      <a:cubicBezTo>
                        <a:pt x="91345" y="45015"/>
                        <a:pt x="92202" y="44920"/>
                        <a:pt x="92964" y="44824"/>
                      </a:cubicBezTo>
                      <a:cubicBezTo>
                        <a:pt x="93821" y="44729"/>
                        <a:pt x="94392" y="44063"/>
                        <a:pt x="94774" y="42824"/>
                      </a:cubicBezTo>
                      <a:cubicBezTo>
                        <a:pt x="94583" y="43015"/>
                        <a:pt x="93154" y="43777"/>
                        <a:pt x="90488" y="45110"/>
                      </a:cubicBezTo>
                      <a:close/>
                      <a:moveTo>
                        <a:pt x="95536" y="17202"/>
                      </a:moveTo>
                      <a:lnTo>
                        <a:pt x="97726" y="17773"/>
                      </a:lnTo>
                      <a:cubicBezTo>
                        <a:pt x="96964" y="16440"/>
                        <a:pt x="96583" y="15678"/>
                        <a:pt x="96583" y="15678"/>
                      </a:cubicBezTo>
                      <a:lnTo>
                        <a:pt x="95536" y="17297"/>
                      </a:lnTo>
                      <a:close/>
                      <a:moveTo>
                        <a:pt x="96012" y="5010"/>
                      </a:moveTo>
                      <a:lnTo>
                        <a:pt x="97346" y="4439"/>
                      </a:lnTo>
                      <a:cubicBezTo>
                        <a:pt x="97346" y="4439"/>
                        <a:pt x="98203" y="4439"/>
                        <a:pt x="98488" y="5010"/>
                      </a:cubicBezTo>
                      <a:lnTo>
                        <a:pt x="96012" y="5010"/>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 name="Google Shape;1059;p99"/>
                <p:cNvSpPr/>
                <p:nvPr/>
              </p:nvSpPr>
              <p:spPr>
                <a:xfrm>
                  <a:off x="6551485" y="4239863"/>
                  <a:ext cx="89916" cy="117633"/>
                </a:xfrm>
                <a:custGeom>
                  <a:avLst/>
                  <a:gdLst/>
                  <a:ahLst/>
                  <a:cxnLst/>
                  <a:rect l="l" t="t" r="r" b="b"/>
                  <a:pathLst>
                    <a:path w="89916" h="117633" extrusionOk="0">
                      <a:moveTo>
                        <a:pt x="79343" y="94107"/>
                      </a:moveTo>
                      <a:cubicBezTo>
                        <a:pt x="81343" y="95345"/>
                        <a:pt x="82391" y="97441"/>
                        <a:pt x="82582" y="100298"/>
                      </a:cubicBezTo>
                      <a:cubicBezTo>
                        <a:pt x="82582" y="102775"/>
                        <a:pt x="82677" y="105251"/>
                        <a:pt x="82677" y="107632"/>
                      </a:cubicBezTo>
                      <a:cubicBezTo>
                        <a:pt x="82772" y="108966"/>
                        <a:pt x="82963" y="110204"/>
                        <a:pt x="83248" y="111157"/>
                      </a:cubicBezTo>
                      <a:cubicBezTo>
                        <a:pt x="80581" y="115538"/>
                        <a:pt x="76009" y="117634"/>
                        <a:pt x="69723" y="117634"/>
                      </a:cubicBezTo>
                      <a:cubicBezTo>
                        <a:pt x="67818" y="117634"/>
                        <a:pt x="65056" y="117443"/>
                        <a:pt x="61055" y="117062"/>
                      </a:cubicBezTo>
                      <a:cubicBezTo>
                        <a:pt x="57150" y="116681"/>
                        <a:pt x="54197" y="116491"/>
                        <a:pt x="52292" y="116491"/>
                      </a:cubicBezTo>
                      <a:cubicBezTo>
                        <a:pt x="50292" y="116491"/>
                        <a:pt x="48482" y="116586"/>
                        <a:pt x="46958" y="116777"/>
                      </a:cubicBezTo>
                      <a:lnTo>
                        <a:pt x="14002" y="116777"/>
                      </a:lnTo>
                      <a:lnTo>
                        <a:pt x="14002" y="116300"/>
                      </a:lnTo>
                      <a:cubicBezTo>
                        <a:pt x="12859" y="115633"/>
                        <a:pt x="10763" y="115538"/>
                        <a:pt x="7906" y="116014"/>
                      </a:cubicBezTo>
                      <a:cubicBezTo>
                        <a:pt x="5048" y="116491"/>
                        <a:pt x="2762" y="116205"/>
                        <a:pt x="1238" y="115157"/>
                      </a:cubicBezTo>
                      <a:cubicBezTo>
                        <a:pt x="1619" y="101346"/>
                        <a:pt x="2000" y="87725"/>
                        <a:pt x="2000" y="74200"/>
                      </a:cubicBezTo>
                      <a:cubicBezTo>
                        <a:pt x="2000" y="60674"/>
                        <a:pt x="1714" y="47054"/>
                        <a:pt x="1238" y="33242"/>
                      </a:cubicBezTo>
                      <a:cubicBezTo>
                        <a:pt x="1810" y="33623"/>
                        <a:pt x="2191" y="33719"/>
                        <a:pt x="2381" y="33719"/>
                      </a:cubicBezTo>
                      <a:lnTo>
                        <a:pt x="2762" y="33242"/>
                      </a:lnTo>
                      <a:cubicBezTo>
                        <a:pt x="2857" y="32671"/>
                        <a:pt x="2667" y="32195"/>
                        <a:pt x="2000" y="32004"/>
                      </a:cubicBezTo>
                      <a:cubicBezTo>
                        <a:pt x="1429" y="31718"/>
                        <a:pt x="1143" y="31623"/>
                        <a:pt x="1143" y="31528"/>
                      </a:cubicBezTo>
                      <a:cubicBezTo>
                        <a:pt x="1143" y="31337"/>
                        <a:pt x="1333" y="30956"/>
                        <a:pt x="1905" y="30480"/>
                      </a:cubicBezTo>
                      <a:cubicBezTo>
                        <a:pt x="1905" y="31337"/>
                        <a:pt x="2000" y="31909"/>
                        <a:pt x="2286" y="32099"/>
                      </a:cubicBezTo>
                      <a:cubicBezTo>
                        <a:pt x="3238" y="32099"/>
                        <a:pt x="3429" y="31432"/>
                        <a:pt x="3048" y="30480"/>
                      </a:cubicBezTo>
                      <a:cubicBezTo>
                        <a:pt x="2667" y="29432"/>
                        <a:pt x="2762" y="28861"/>
                        <a:pt x="3429" y="28670"/>
                      </a:cubicBezTo>
                      <a:cubicBezTo>
                        <a:pt x="3334" y="28861"/>
                        <a:pt x="3238" y="29051"/>
                        <a:pt x="3238" y="29242"/>
                      </a:cubicBezTo>
                      <a:cubicBezTo>
                        <a:pt x="3238" y="29623"/>
                        <a:pt x="3524" y="30004"/>
                        <a:pt x="4000" y="30480"/>
                      </a:cubicBezTo>
                      <a:cubicBezTo>
                        <a:pt x="4477" y="30956"/>
                        <a:pt x="4858" y="31242"/>
                        <a:pt x="4953" y="31432"/>
                      </a:cubicBezTo>
                      <a:lnTo>
                        <a:pt x="7239" y="31052"/>
                      </a:lnTo>
                      <a:lnTo>
                        <a:pt x="4953" y="29432"/>
                      </a:lnTo>
                      <a:lnTo>
                        <a:pt x="7239" y="28289"/>
                      </a:lnTo>
                      <a:cubicBezTo>
                        <a:pt x="7239" y="28289"/>
                        <a:pt x="6572" y="27622"/>
                        <a:pt x="5524" y="26575"/>
                      </a:cubicBezTo>
                      <a:cubicBezTo>
                        <a:pt x="4763" y="25908"/>
                        <a:pt x="4096" y="25527"/>
                        <a:pt x="3620" y="25527"/>
                      </a:cubicBezTo>
                      <a:cubicBezTo>
                        <a:pt x="3048" y="25527"/>
                        <a:pt x="2572" y="25908"/>
                        <a:pt x="2191" y="26670"/>
                      </a:cubicBezTo>
                      <a:cubicBezTo>
                        <a:pt x="1429" y="26289"/>
                        <a:pt x="1143" y="25908"/>
                        <a:pt x="1143" y="25527"/>
                      </a:cubicBezTo>
                      <a:cubicBezTo>
                        <a:pt x="1143" y="25337"/>
                        <a:pt x="1524" y="24955"/>
                        <a:pt x="2381" y="24289"/>
                      </a:cubicBezTo>
                      <a:cubicBezTo>
                        <a:pt x="3143" y="23622"/>
                        <a:pt x="3429" y="23146"/>
                        <a:pt x="3429" y="22574"/>
                      </a:cubicBezTo>
                      <a:lnTo>
                        <a:pt x="4572" y="23717"/>
                      </a:lnTo>
                      <a:lnTo>
                        <a:pt x="5334" y="22860"/>
                      </a:lnTo>
                      <a:cubicBezTo>
                        <a:pt x="5334" y="22860"/>
                        <a:pt x="5905" y="23241"/>
                        <a:pt x="6382" y="23241"/>
                      </a:cubicBezTo>
                      <a:cubicBezTo>
                        <a:pt x="6858" y="23241"/>
                        <a:pt x="7620" y="23050"/>
                        <a:pt x="8668" y="22574"/>
                      </a:cubicBezTo>
                      <a:cubicBezTo>
                        <a:pt x="9715" y="22098"/>
                        <a:pt x="10382" y="21907"/>
                        <a:pt x="10954" y="21907"/>
                      </a:cubicBezTo>
                      <a:cubicBezTo>
                        <a:pt x="11525" y="21907"/>
                        <a:pt x="12001" y="22193"/>
                        <a:pt x="12382" y="22574"/>
                      </a:cubicBezTo>
                      <a:lnTo>
                        <a:pt x="13145" y="22193"/>
                      </a:lnTo>
                      <a:cubicBezTo>
                        <a:pt x="13049" y="21336"/>
                        <a:pt x="12478" y="20764"/>
                        <a:pt x="11430" y="20383"/>
                      </a:cubicBezTo>
                      <a:cubicBezTo>
                        <a:pt x="10382" y="20098"/>
                        <a:pt x="9811" y="19717"/>
                        <a:pt x="9620" y="19431"/>
                      </a:cubicBezTo>
                      <a:cubicBezTo>
                        <a:pt x="8096" y="19431"/>
                        <a:pt x="6191" y="19431"/>
                        <a:pt x="3905" y="19431"/>
                      </a:cubicBezTo>
                      <a:cubicBezTo>
                        <a:pt x="3810" y="19907"/>
                        <a:pt x="3524" y="20193"/>
                        <a:pt x="3334" y="20193"/>
                      </a:cubicBezTo>
                      <a:cubicBezTo>
                        <a:pt x="2953" y="19907"/>
                        <a:pt x="2667" y="19812"/>
                        <a:pt x="2476" y="19812"/>
                      </a:cubicBezTo>
                      <a:cubicBezTo>
                        <a:pt x="2286" y="19812"/>
                        <a:pt x="2096" y="19812"/>
                        <a:pt x="1905" y="20003"/>
                      </a:cubicBezTo>
                      <a:lnTo>
                        <a:pt x="762" y="15621"/>
                      </a:lnTo>
                      <a:cubicBezTo>
                        <a:pt x="1524" y="15621"/>
                        <a:pt x="2000" y="15335"/>
                        <a:pt x="2381" y="14859"/>
                      </a:cubicBezTo>
                      <a:cubicBezTo>
                        <a:pt x="2381" y="14002"/>
                        <a:pt x="2000" y="13811"/>
                        <a:pt x="1238" y="14097"/>
                      </a:cubicBezTo>
                      <a:cubicBezTo>
                        <a:pt x="571" y="14478"/>
                        <a:pt x="95" y="14383"/>
                        <a:pt x="0" y="13811"/>
                      </a:cubicBezTo>
                      <a:lnTo>
                        <a:pt x="1238" y="12668"/>
                      </a:lnTo>
                      <a:lnTo>
                        <a:pt x="2381" y="13811"/>
                      </a:lnTo>
                      <a:cubicBezTo>
                        <a:pt x="2381" y="13811"/>
                        <a:pt x="2762" y="12573"/>
                        <a:pt x="2762" y="11049"/>
                      </a:cubicBezTo>
                      <a:cubicBezTo>
                        <a:pt x="2762" y="11430"/>
                        <a:pt x="3048" y="11716"/>
                        <a:pt x="3524" y="11906"/>
                      </a:cubicBezTo>
                      <a:cubicBezTo>
                        <a:pt x="4286" y="11335"/>
                        <a:pt x="4667" y="10858"/>
                        <a:pt x="4667" y="10478"/>
                      </a:cubicBezTo>
                      <a:cubicBezTo>
                        <a:pt x="4667" y="10001"/>
                        <a:pt x="4000" y="9334"/>
                        <a:pt x="2762" y="8382"/>
                      </a:cubicBezTo>
                      <a:cubicBezTo>
                        <a:pt x="1429" y="7429"/>
                        <a:pt x="762" y="6572"/>
                        <a:pt x="762" y="5810"/>
                      </a:cubicBezTo>
                      <a:cubicBezTo>
                        <a:pt x="762" y="5144"/>
                        <a:pt x="1143" y="4381"/>
                        <a:pt x="1905" y="3620"/>
                      </a:cubicBezTo>
                      <a:lnTo>
                        <a:pt x="4667" y="762"/>
                      </a:lnTo>
                      <a:cubicBezTo>
                        <a:pt x="9620" y="286"/>
                        <a:pt x="14764" y="0"/>
                        <a:pt x="20383" y="0"/>
                      </a:cubicBezTo>
                      <a:cubicBezTo>
                        <a:pt x="26003" y="0"/>
                        <a:pt x="33718" y="286"/>
                        <a:pt x="44291" y="857"/>
                      </a:cubicBezTo>
                      <a:cubicBezTo>
                        <a:pt x="54864" y="1429"/>
                        <a:pt x="62865" y="1714"/>
                        <a:pt x="68294" y="1714"/>
                      </a:cubicBezTo>
                      <a:cubicBezTo>
                        <a:pt x="72104" y="1714"/>
                        <a:pt x="75819" y="1714"/>
                        <a:pt x="79248" y="1429"/>
                      </a:cubicBezTo>
                      <a:cubicBezTo>
                        <a:pt x="81439" y="3143"/>
                        <a:pt x="82582" y="5524"/>
                        <a:pt x="82582" y="8382"/>
                      </a:cubicBezTo>
                      <a:cubicBezTo>
                        <a:pt x="82582" y="9239"/>
                        <a:pt x="82487" y="10763"/>
                        <a:pt x="82201" y="12859"/>
                      </a:cubicBezTo>
                      <a:cubicBezTo>
                        <a:pt x="81915" y="14954"/>
                        <a:pt x="81724" y="16669"/>
                        <a:pt x="81724" y="17812"/>
                      </a:cubicBezTo>
                      <a:cubicBezTo>
                        <a:pt x="81724" y="18955"/>
                        <a:pt x="81820" y="20003"/>
                        <a:pt x="82010" y="21050"/>
                      </a:cubicBezTo>
                      <a:cubicBezTo>
                        <a:pt x="82010" y="22574"/>
                        <a:pt x="81058" y="23336"/>
                        <a:pt x="79057" y="23336"/>
                      </a:cubicBezTo>
                      <a:cubicBezTo>
                        <a:pt x="78772" y="23336"/>
                        <a:pt x="78296" y="23336"/>
                        <a:pt x="77629" y="23241"/>
                      </a:cubicBezTo>
                      <a:lnTo>
                        <a:pt x="76200" y="23241"/>
                      </a:lnTo>
                      <a:cubicBezTo>
                        <a:pt x="75057" y="23241"/>
                        <a:pt x="74200" y="23431"/>
                        <a:pt x="73628" y="23813"/>
                      </a:cubicBezTo>
                      <a:lnTo>
                        <a:pt x="70485" y="23813"/>
                      </a:lnTo>
                      <a:lnTo>
                        <a:pt x="70485" y="23241"/>
                      </a:lnTo>
                      <a:cubicBezTo>
                        <a:pt x="66008" y="23622"/>
                        <a:pt x="61055" y="23813"/>
                        <a:pt x="55436" y="23813"/>
                      </a:cubicBezTo>
                      <a:cubicBezTo>
                        <a:pt x="52006" y="23813"/>
                        <a:pt x="46863" y="23813"/>
                        <a:pt x="40196" y="23813"/>
                      </a:cubicBezTo>
                      <a:lnTo>
                        <a:pt x="25051" y="23813"/>
                      </a:lnTo>
                      <a:cubicBezTo>
                        <a:pt x="24384" y="25527"/>
                        <a:pt x="24003" y="27527"/>
                        <a:pt x="24003" y="29718"/>
                      </a:cubicBezTo>
                      <a:cubicBezTo>
                        <a:pt x="24003" y="30385"/>
                        <a:pt x="24003" y="31432"/>
                        <a:pt x="24098" y="32766"/>
                      </a:cubicBezTo>
                      <a:lnTo>
                        <a:pt x="24098" y="35909"/>
                      </a:lnTo>
                      <a:cubicBezTo>
                        <a:pt x="24098" y="38005"/>
                        <a:pt x="23908" y="39910"/>
                        <a:pt x="23431" y="41720"/>
                      </a:cubicBezTo>
                      <a:cubicBezTo>
                        <a:pt x="23717" y="43053"/>
                        <a:pt x="24003" y="44482"/>
                        <a:pt x="24098" y="45815"/>
                      </a:cubicBezTo>
                      <a:cubicBezTo>
                        <a:pt x="24574" y="47530"/>
                        <a:pt x="25432" y="48387"/>
                        <a:pt x="26765" y="48387"/>
                      </a:cubicBezTo>
                      <a:cubicBezTo>
                        <a:pt x="27146" y="48387"/>
                        <a:pt x="27527" y="48387"/>
                        <a:pt x="27908" y="48196"/>
                      </a:cubicBezTo>
                      <a:cubicBezTo>
                        <a:pt x="28194" y="48292"/>
                        <a:pt x="28575" y="48387"/>
                        <a:pt x="28956" y="48387"/>
                      </a:cubicBezTo>
                      <a:cubicBezTo>
                        <a:pt x="29337" y="48387"/>
                        <a:pt x="29908" y="48387"/>
                        <a:pt x="30671" y="48101"/>
                      </a:cubicBezTo>
                      <a:cubicBezTo>
                        <a:pt x="31432" y="47815"/>
                        <a:pt x="31909" y="47815"/>
                        <a:pt x="32290" y="47815"/>
                      </a:cubicBezTo>
                      <a:cubicBezTo>
                        <a:pt x="33052" y="47815"/>
                        <a:pt x="33718" y="48196"/>
                        <a:pt x="34195" y="48958"/>
                      </a:cubicBezTo>
                      <a:cubicBezTo>
                        <a:pt x="36766" y="48196"/>
                        <a:pt x="39814" y="47815"/>
                        <a:pt x="43339" y="47815"/>
                      </a:cubicBezTo>
                      <a:cubicBezTo>
                        <a:pt x="45053" y="47815"/>
                        <a:pt x="47625" y="47911"/>
                        <a:pt x="50959" y="48196"/>
                      </a:cubicBezTo>
                      <a:cubicBezTo>
                        <a:pt x="54292" y="48482"/>
                        <a:pt x="56769" y="48578"/>
                        <a:pt x="58388" y="48578"/>
                      </a:cubicBezTo>
                      <a:cubicBezTo>
                        <a:pt x="60007" y="48578"/>
                        <a:pt x="61627" y="48578"/>
                        <a:pt x="63055" y="48292"/>
                      </a:cubicBezTo>
                      <a:cubicBezTo>
                        <a:pt x="63722" y="50673"/>
                        <a:pt x="64008" y="54102"/>
                        <a:pt x="63913" y="58388"/>
                      </a:cubicBezTo>
                      <a:cubicBezTo>
                        <a:pt x="63817" y="63341"/>
                        <a:pt x="63913" y="66675"/>
                        <a:pt x="64198" y="68485"/>
                      </a:cubicBezTo>
                      <a:cubicBezTo>
                        <a:pt x="62198" y="69913"/>
                        <a:pt x="59436" y="70675"/>
                        <a:pt x="55912" y="70675"/>
                      </a:cubicBezTo>
                      <a:cubicBezTo>
                        <a:pt x="54483" y="70675"/>
                        <a:pt x="52292" y="70485"/>
                        <a:pt x="49339" y="70295"/>
                      </a:cubicBezTo>
                      <a:cubicBezTo>
                        <a:pt x="46387" y="70009"/>
                        <a:pt x="44196" y="69818"/>
                        <a:pt x="42577" y="69818"/>
                      </a:cubicBezTo>
                      <a:cubicBezTo>
                        <a:pt x="40957" y="69818"/>
                        <a:pt x="39814" y="69818"/>
                        <a:pt x="38576" y="70104"/>
                      </a:cubicBezTo>
                      <a:lnTo>
                        <a:pt x="38576" y="69342"/>
                      </a:lnTo>
                      <a:cubicBezTo>
                        <a:pt x="37814" y="69437"/>
                        <a:pt x="36386" y="69532"/>
                        <a:pt x="34099" y="69532"/>
                      </a:cubicBezTo>
                      <a:cubicBezTo>
                        <a:pt x="32575" y="69532"/>
                        <a:pt x="31147" y="69913"/>
                        <a:pt x="29718" y="70580"/>
                      </a:cubicBezTo>
                      <a:cubicBezTo>
                        <a:pt x="29242" y="70295"/>
                        <a:pt x="28575" y="70199"/>
                        <a:pt x="27813" y="70199"/>
                      </a:cubicBezTo>
                      <a:cubicBezTo>
                        <a:pt x="26670" y="70295"/>
                        <a:pt x="26003" y="70295"/>
                        <a:pt x="25813" y="70199"/>
                      </a:cubicBezTo>
                      <a:cubicBezTo>
                        <a:pt x="24289" y="70675"/>
                        <a:pt x="23527" y="71914"/>
                        <a:pt x="23527" y="73819"/>
                      </a:cubicBezTo>
                      <a:cubicBezTo>
                        <a:pt x="23527" y="75152"/>
                        <a:pt x="23717" y="76200"/>
                        <a:pt x="24193" y="77057"/>
                      </a:cubicBezTo>
                      <a:cubicBezTo>
                        <a:pt x="22098" y="76486"/>
                        <a:pt x="20193" y="77057"/>
                        <a:pt x="18574" y="78581"/>
                      </a:cubicBezTo>
                      <a:lnTo>
                        <a:pt x="22384" y="77914"/>
                      </a:lnTo>
                      <a:lnTo>
                        <a:pt x="21907" y="78581"/>
                      </a:lnTo>
                      <a:cubicBezTo>
                        <a:pt x="21907" y="78581"/>
                        <a:pt x="22384" y="79153"/>
                        <a:pt x="22670" y="79153"/>
                      </a:cubicBezTo>
                      <a:cubicBezTo>
                        <a:pt x="22479" y="79153"/>
                        <a:pt x="23050" y="78772"/>
                        <a:pt x="24289" y="77914"/>
                      </a:cubicBezTo>
                      <a:cubicBezTo>
                        <a:pt x="24289" y="77533"/>
                        <a:pt x="24289" y="80296"/>
                        <a:pt x="24193" y="86296"/>
                      </a:cubicBezTo>
                      <a:cubicBezTo>
                        <a:pt x="24098" y="89725"/>
                        <a:pt x="24670" y="92392"/>
                        <a:pt x="25908" y="94202"/>
                      </a:cubicBezTo>
                      <a:cubicBezTo>
                        <a:pt x="29432" y="94679"/>
                        <a:pt x="33242" y="94964"/>
                        <a:pt x="37243" y="94964"/>
                      </a:cubicBezTo>
                      <a:cubicBezTo>
                        <a:pt x="40196" y="94964"/>
                        <a:pt x="44577" y="94774"/>
                        <a:pt x="50292" y="94393"/>
                      </a:cubicBezTo>
                      <a:cubicBezTo>
                        <a:pt x="56007" y="94012"/>
                        <a:pt x="60293" y="93821"/>
                        <a:pt x="63246" y="93821"/>
                      </a:cubicBezTo>
                      <a:cubicBezTo>
                        <a:pt x="67532" y="93821"/>
                        <a:pt x="71628" y="94107"/>
                        <a:pt x="75438" y="94679"/>
                      </a:cubicBezTo>
                      <a:cubicBezTo>
                        <a:pt x="76105" y="93154"/>
                        <a:pt x="77438" y="92964"/>
                        <a:pt x="79438" y="94202"/>
                      </a:cubicBezTo>
                      <a:close/>
                      <a:moveTo>
                        <a:pt x="4763" y="21527"/>
                      </a:moveTo>
                      <a:lnTo>
                        <a:pt x="5620" y="22670"/>
                      </a:lnTo>
                      <a:lnTo>
                        <a:pt x="5429" y="22955"/>
                      </a:lnTo>
                      <a:cubicBezTo>
                        <a:pt x="5429" y="22955"/>
                        <a:pt x="4858" y="22098"/>
                        <a:pt x="4667" y="21527"/>
                      </a:cubicBezTo>
                      <a:close/>
                      <a:moveTo>
                        <a:pt x="34385" y="62865"/>
                      </a:moveTo>
                      <a:lnTo>
                        <a:pt x="32671" y="62865"/>
                      </a:lnTo>
                      <a:cubicBezTo>
                        <a:pt x="32956" y="63532"/>
                        <a:pt x="33528" y="63532"/>
                        <a:pt x="34385" y="62865"/>
                      </a:cubicBezTo>
                      <a:lnTo>
                        <a:pt x="35147" y="62865"/>
                      </a:lnTo>
                      <a:cubicBezTo>
                        <a:pt x="35147" y="62865"/>
                        <a:pt x="35433" y="63437"/>
                        <a:pt x="35433" y="63913"/>
                      </a:cubicBezTo>
                      <a:lnTo>
                        <a:pt x="37433" y="62865"/>
                      </a:lnTo>
                      <a:cubicBezTo>
                        <a:pt x="37909" y="63341"/>
                        <a:pt x="38100" y="63722"/>
                        <a:pt x="38100" y="63913"/>
                      </a:cubicBezTo>
                      <a:lnTo>
                        <a:pt x="40291" y="63913"/>
                      </a:lnTo>
                      <a:lnTo>
                        <a:pt x="40291" y="62865"/>
                      </a:lnTo>
                      <a:lnTo>
                        <a:pt x="35147" y="62865"/>
                      </a:lnTo>
                      <a:cubicBezTo>
                        <a:pt x="35147" y="62865"/>
                        <a:pt x="34671" y="62674"/>
                        <a:pt x="34385" y="62865"/>
                      </a:cubicBezTo>
                      <a:close/>
                      <a:moveTo>
                        <a:pt x="62579" y="8382"/>
                      </a:moveTo>
                      <a:lnTo>
                        <a:pt x="61436" y="7715"/>
                      </a:lnTo>
                      <a:lnTo>
                        <a:pt x="62579" y="10001"/>
                      </a:lnTo>
                      <a:lnTo>
                        <a:pt x="62579" y="8382"/>
                      </a:lnTo>
                      <a:close/>
                      <a:moveTo>
                        <a:pt x="89345" y="101917"/>
                      </a:moveTo>
                      <a:lnTo>
                        <a:pt x="89916" y="101917"/>
                      </a:lnTo>
                      <a:lnTo>
                        <a:pt x="88201" y="102965"/>
                      </a:lnTo>
                      <a:lnTo>
                        <a:pt x="89345" y="101917"/>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 name="Google Shape;1060;p99"/>
                <p:cNvSpPr/>
                <p:nvPr/>
              </p:nvSpPr>
              <p:spPr>
                <a:xfrm>
                  <a:off x="6640829" y="4239958"/>
                  <a:ext cx="98393" cy="135159"/>
                </a:xfrm>
                <a:custGeom>
                  <a:avLst/>
                  <a:gdLst/>
                  <a:ahLst/>
                  <a:cxnLst/>
                  <a:rect l="l" t="t" r="r" b="b"/>
                  <a:pathLst>
                    <a:path w="98393" h="135159" extrusionOk="0">
                      <a:moveTo>
                        <a:pt x="83248" y="65341"/>
                      </a:moveTo>
                      <a:cubicBezTo>
                        <a:pt x="83248" y="65341"/>
                        <a:pt x="83153" y="64484"/>
                        <a:pt x="82677" y="64198"/>
                      </a:cubicBezTo>
                      <a:lnTo>
                        <a:pt x="82296" y="64198"/>
                      </a:lnTo>
                      <a:cubicBezTo>
                        <a:pt x="82296" y="64198"/>
                        <a:pt x="82582" y="64770"/>
                        <a:pt x="82582" y="65056"/>
                      </a:cubicBezTo>
                      <a:cubicBezTo>
                        <a:pt x="82582" y="65437"/>
                        <a:pt x="82296" y="66103"/>
                        <a:pt x="81724" y="66961"/>
                      </a:cubicBezTo>
                      <a:cubicBezTo>
                        <a:pt x="81248" y="67818"/>
                        <a:pt x="80963" y="68484"/>
                        <a:pt x="80963" y="68961"/>
                      </a:cubicBezTo>
                      <a:cubicBezTo>
                        <a:pt x="80963" y="69628"/>
                        <a:pt x="81439" y="70294"/>
                        <a:pt x="82296" y="70866"/>
                      </a:cubicBezTo>
                      <a:cubicBezTo>
                        <a:pt x="82296" y="71056"/>
                        <a:pt x="82010" y="71533"/>
                        <a:pt x="81534" y="72199"/>
                      </a:cubicBezTo>
                      <a:cubicBezTo>
                        <a:pt x="81058" y="72961"/>
                        <a:pt x="80963" y="73533"/>
                        <a:pt x="81153" y="74200"/>
                      </a:cubicBezTo>
                      <a:lnTo>
                        <a:pt x="81534" y="74581"/>
                      </a:lnTo>
                      <a:cubicBezTo>
                        <a:pt x="81058" y="75057"/>
                        <a:pt x="80391" y="75342"/>
                        <a:pt x="79534" y="75342"/>
                      </a:cubicBezTo>
                      <a:lnTo>
                        <a:pt x="77152" y="75342"/>
                      </a:lnTo>
                      <a:cubicBezTo>
                        <a:pt x="76867" y="74866"/>
                        <a:pt x="76581" y="74390"/>
                        <a:pt x="76295" y="73914"/>
                      </a:cubicBezTo>
                      <a:cubicBezTo>
                        <a:pt x="76009" y="73533"/>
                        <a:pt x="75533" y="73342"/>
                        <a:pt x="74866" y="73533"/>
                      </a:cubicBezTo>
                      <a:cubicBezTo>
                        <a:pt x="74104" y="74295"/>
                        <a:pt x="73723" y="74962"/>
                        <a:pt x="73723" y="75438"/>
                      </a:cubicBezTo>
                      <a:cubicBezTo>
                        <a:pt x="73723" y="75914"/>
                        <a:pt x="74581" y="76295"/>
                        <a:pt x="76390" y="76581"/>
                      </a:cubicBezTo>
                      <a:cubicBezTo>
                        <a:pt x="78200" y="76867"/>
                        <a:pt x="79153" y="77343"/>
                        <a:pt x="79534" y="78105"/>
                      </a:cubicBezTo>
                      <a:lnTo>
                        <a:pt x="81153" y="76486"/>
                      </a:lnTo>
                      <a:lnTo>
                        <a:pt x="80391" y="84867"/>
                      </a:lnTo>
                      <a:cubicBezTo>
                        <a:pt x="80391" y="83820"/>
                        <a:pt x="80200" y="83153"/>
                        <a:pt x="80010" y="82963"/>
                      </a:cubicBezTo>
                      <a:cubicBezTo>
                        <a:pt x="80010" y="82963"/>
                        <a:pt x="79629" y="83344"/>
                        <a:pt x="78391" y="84106"/>
                      </a:cubicBezTo>
                      <a:cubicBezTo>
                        <a:pt x="79057" y="84772"/>
                        <a:pt x="80391" y="87344"/>
                        <a:pt x="82296" y="91916"/>
                      </a:cubicBezTo>
                      <a:cubicBezTo>
                        <a:pt x="81724" y="91821"/>
                        <a:pt x="80963" y="91249"/>
                        <a:pt x="80010" y="90297"/>
                      </a:cubicBezTo>
                      <a:cubicBezTo>
                        <a:pt x="80010" y="91726"/>
                        <a:pt x="80200" y="93250"/>
                        <a:pt x="80391" y="94774"/>
                      </a:cubicBezTo>
                      <a:cubicBezTo>
                        <a:pt x="80581" y="96298"/>
                        <a:pt x="80963" y="97726"/>
                        <a:pt x="81629" y="99155"/>
                      </a:cubicBezTo>
                      <a:cubicBezTo>
                        <a:pt x="80677" y="100679"/>
                        <a:pt x="79724" y="100870"/>
                        <a:pt x="78772" y="99726"/>
                      </a:cubicBezTo>
                      <a:cubicBezTo>
                        <a:pt x="78105" y="98869"/>
                        <a:pt x="77629" y="99441"/>
                        <a:pt x="77343" y="101441"/>
                      </a:cubicBezTo>
                      <a:cubicBezTo>
                        <a:pt x="77629" y="102108"/>
                        <a:pt x="78010" y="102489"/>
                        <a:pt x="78581" y="102584"/>
                      </a:cubicBezTo>
                      <a:cubicBezTo>
                        <a:pt x="79248" y="102584"/>
                        <a:pt x="79438" y="102775"/>
                        <a:pt x="79438" y="102870"/>
                      </a:cubicBezTo>
                      <a:cubicBezTo>
                        <a:pt x="79438" y="103060"/>
                        <a:pt x="79248" y="103441"/>
                        <a:pt x="78867" y="104203"/>
                      </a:cubicBezTo>
                      <a:cubicBezTo>
                        <a:pt x="76581" y="105061"/>
                        <a:pt x="75247" y="106489"/>
                        <a:pt x="74485" y="108299"/>
                      </a:cubicBezTo>
                      <a:cubicBezTo>
                        <a:pt x="73819" y="110204"/>
                        <a:pt x="72295" y="111633"/>
                        <a:pt x="70009" y="112585"/>
                      </a:cubicBezTo>
                      <a:cubicBezTo>
                        <a:pt x="69628" y="113157"/>
                        <a:pt x="68866" y="113728"/>
                        <a:pt x="67818" y="114205"/>
                      </a:cubicBezTo>
                      <a:cubicBezTo>
                        <a:pt x="66675" y="114776"/>
                        <a:pt x="65817" y="114871"/>
                        <a:pt x="64960" y="114681"/>
                      </a:cubicBezTo>
                      <a:lnTo>
                        <a:pt x="62770" y="117443"/>
                      </a:lnTo>
                      <a:lnTo>
                        <a:pt x="63246" y="118205"/>
                      </a:lnTo>
                      <a:cubicBezTo>
                        <a:pt x="60198" y="117062"/>
                        <a:pt x="56959" y="116395"/>
                        <a:pt x="53435" y="116300"/>
                      </a:cubicBezTo>
                      <a:lnTo>
                        <a:pt x="49816" y="116300"/>
                      </a:lnTo>
                      <a:cubicBezTo>
                        <a:pt x="47339" y="116300"/>
                        <a:pt x="45244" y="116109"/>
                        <a:pt x="43339" y="115824"/>
                      </a:cubicBezTo>
                      <a:cubicBezTo>
                        <a:pt x="42577" y="114300"/>
                        <a:pt x="41719" y="113538"/>
                        <a:pt x="40767" y="113538"/>
                      </a:cubicBezTo>
                      <a:cubicBezTo>
                        <a:pt x="40100" y="113538"/>
                        <a:pt x="39052" y="114014"/>
                        <a:pt x="37719" y="114871"/>
                      </a:cubicBezTo>
                      <a:cubicBezTo>
                        <a:pt x="36385" y="115824"/>
                        <a:pt x="35242" y="116205"/>
                        <a:pt x="34385" y="116205"/>
                      </a:cubicBezTo>
                      <a:cubicBezTo>
                        <a:pt x="34004" y="116205"/>
                        <a:pt x="33623" y="116205"/>
                        <a:pt x="33433" y="116014"/>
                      </a:cubicBezTo>
                      <a:cubicBezTo>
                        <a:pt x="17050" y="116014"/>
                        <a:pt x="6953" y="115919"/>
                        <a:pt x="3143" y="115538"/>
                      </a:cubicBezTo>
                      <a:cubicBezTo>
                        <a:pt x="1714" y="114014"/>
                        <a:pt x="952" y="111347"/>
                        <a:pt x="952" y="107632"/>
                      </a:cubicBezTo>
                      <a:lnTo>
                        <a:pt x="952" y="102298"/>
                      </a:lnTo>
                      <a:cubicBezTo>
                        <a:pt x="952" y="99631"/>
                        <a:pt x="667" y="97726"/>
                        <a:pt x="0" y="96488"/>
                      </a:cubicBezTo>
                      <a:cubicBezTo>
                        <a:pt x="1048" y="92869"/>
                        <a:pt x="1524" y="88678"/>
                        <a:pt x="1524" y="83915"/>
                      </a:cubicBezTo>
                      <a:cubicBezTo>
                        <a:pt x="1524" y="81534"/>
                        <a:pt x="1238" y="77152"/>
                        <a:pt x="762" y="70675"/>
                      </a:cubicBezTo>
                      <a:cubicBezTo>
                        <a:pt x="286" y="65056"/>
                        <a:pt x="95" y="60674"/>
                        <a:pt x="286" y="57531"/>
                      </a:cubicBezTo>
                      <a:lnTo>
                        <a:pt x="286" y="55626"/>
                      </a:lnTo>
                      <a:cubicBezTo>
                        <a:pt x="286" y="54673"/>
                        <a:pt x="667" y="53911"/>
                        <a:pt x="1429" y="53149"/>
                      </a:cubicBezTo>
                      <a:cubicBezTo>
                        <a:pt x="1429" y="52101"/>
                        <a:pt x="1333" y="50959"/>
                        <a:pt x="1333" y="49625"/>
                      </a:cubicBezTo>
                      <a:cubicBezTo>
                        <a:pt x="1333" y="48292"/>
                        <a:pt x="1333" y="46577"/>
                        <a:pt x="1524" y="44196"/>
                      </a:cubicBezTo>
                      <a:cubicBezTo>
                        <a:pt x="1619" y="41815"/>
                        <a:pt x="1714" y="40195"/>
                        <a:pt x="1714" y="39148"/>
                      </a:cubicBezTo>
                      <a:cubicBezTo>
                        <a:pt x="1714" y="36671"/>
                        <a:pt x="1333" y="34766"/>
                        <a:pt x="667" y="33528"/>
                      </a:cubicBezTo>
                      <a:cubicBezTo>
                        <a:pt x="286" y="31718"/>
                        <a:pt x="95" y="29623"/>
                        <a:pt x="95" y="27432"/>
                      </a:cubicBezTo>
                      <a:cubicBezTo>
                        <a:pt x="95" y="25241"/>
                        <a:pt x="286" y="22003"/>
                        <a:pt x="857" y="17526"/>
                      </a:cubicBezTo>
                      <a:cubicBezTo>
                        <a:pt x="1429" y="13049"/>
                        <a:pt x="1714" y="9620"/>
                        <a:pt x="1714" y="7144"/>
                      </a:cubicBezTo>
                      <a:cubicBezTo>
                        <a:pt x="1714" y="5620"/>
                        <a:pt x="1619" y="4191"/>
                        <a:pt x="1429" y="2857"/>
                      </a:cubicBezTo>
                      <a:cubicBezTo>
                        <a:pt x="2476" y="2000"/>
                        <a:pt x="5239" y="1048"/>
                        <a:pt x="9811" y="0"/>
                      </a:cubicBezTo>
                      <a:lnTo>
                        <a:pt x="34861" y="762"/>
                      </a:lnTo>
                      <a:cubicBezTo>
                        <a:pt x="36481" y="1333"/>
                        <a:pt x="37242" y="2857"/>
                        <a:pt x="37147" y="5429"/>
                      </a:cubicBezTo>
                      <a:cubicBezTo>
                        <a:pt x="37052" y="8382"/>
                        <a:pt x="37147" y="10192"/>
                        <a:pt x="37719" y="10763"/>
                      </a:cubicBezTo>
                      <a:cubicBezTo>
                        <a:pt x="38862" y="11144"/>
                        <a:pt x="39814" y="10382"/>
                        <a:pt x="40481" y="8477"/>
                      </a:cubicBezTo>
                      <a:cubicBezTo>
                        <a:pt x="40481" y="8191"/>
                        <a:pt x="40291" y="7525"/>
                        <a:pt x="40005" y="6572"/>
                      </a:cubicBezTo>
                      <a:cubicBezTo>
                        <a:pt x="39719" y="5620"/>
                        <a:pt x="39624" y="4858"/>
                        <a:pt x="39624" y="4381"/>
                      </a:cubicBezTo>
                      <a:cubicBezTo>
                        <a:pt x="39624" y="3143"/>
                        <a:pt x="40386" y="2476"/>
                        <a:pt x="42100" y="2381"/>
                      </a:cubicBezTo>
                      <a:cubicBezTo>
                        <a:pt x="42481" y="2762"/>
                        <a:pt x="42863" y="2953"/>
                        <a:pt x="43243" y="2953"/>
                      </a:cubicBezTo>
                      <a:cubicBezTo>
                        <a:pt x="44291" y="2953"/>
                        <a:pt x="44958" y="2191"/>
                        <a:pt x="45434" y="762"/>
                      </a:cubicBezTo>
                      <a:lnTo>
                        <a:pt x="65627" y="1238"/>
                      </a:lnTo>
                      <a:cubicBezTo>
                        <a:pt x="66008" y="2191"/>
                        <a:pt x="66675" y="2667"/>
                        <a:pt x="67437" y="2572"/>
                      </a:cubicBezTo>
                      <a:cubicBezTo>
                        <a:pt x="68294" y="2572"/>
                        <a:pt x="68866" y="2572"/>
                        <a:pt x="69247" y="2953"/>
                      </a:cubicBezTo>
                      <a:cubicBezTo>
                        <a:pt x="72295" y="3905"/>
                        <a:pt x="74866" y="5810"/>
                        <a:pt x="76771" y="8763"/>
                      </a:cubicBezTo>
                      <a:cubicBezTo>
                        <a:pt x="78296" y="11239"/>
                        <a:pt x="79915" y="13811"/>
                        <a:pt x="81534" y="16383"/>
                      </a:cubicBezTo>
                      <a:cubicBezTo>
                        <a:pt x="80772" y="18955"/>
                        <a:pt x="80391" y="21812"/>
                        <a:pt x="80391" y="24955"/>
                      </a:cubicBezTo>
                      <a:cubicBezTo>
                        <a:pt x="80391" y="27622"/>
                        <a:pt x="80867" y="31813"/>
                        <a:pt x="81820" y="37338"/>
                      </a:cubicBezTo>
                      <a:cubicBezTo>
                        <a:pt x="82772" y="42958"/>
                        <a:pt x="83248" y="47149"/>
                        <a:pt x="83248" y="50006"/>
                      </a:cubicBezTo>
                      <a:cubicBezTo>
                        <a:pt x="83248" y="52864"/>
                        <a:pt x="82867" y="55626"/>
                        <a:pt x="82201" y="58293"/>
                      </a:cubicBezTo>
                      <a:lnTo>
                        <a:pt x="84391" y="59436"/>
                      </a:lnTo>
                      <a:cubicBezTo>
                        <a:pt x="83629" y="59436"/>
                        <a:pt x="82772" y="60103"/>
                        <a:pt x="81439" y="61055"/>
                      </a:cubicBezTo>
                      <a:cubicBezTo>
                        <a:pt x="81248" y="61436"/>
                        <a:pt x="81153" y="61722"/>
                        <a:pt x="81153" y="62103"/>
                      </a:cubicBezTo>
                      <a:cubicBezTo>
                        <a:pt x="81153" y="62674"/>
                        <a:pt x="81629" y="63055"/>
                        <a:pt x="82582" y="63341"/>
                      </a:cubicBezTo>
                      <a:cubicBezTo>
                        <a:pt x="83534" y="63627"/>
                        <a:pt x="84106" y="63817"/>
                        <a:pt x="84391" y="64008"/>
                      </a:cubicBezTo>
                      <a:lnTo>
                        <a:pt x="83248" y="65151"/>
                      </a:lnTo>
                      <a:close/>
                      <a:moveTo>
                        <a:pt x="8572" y="39338"/>
                      </a:moveTo>
                      <a:cubicBezTo>
                        <a:pt x="9334" y="38671"/>
                        <a:pt x="9906" y="38386"/>
                        <a:pt x="10192" y="38481"/>
                      </a:cubicBezTo>
                      <a:cubicBezTo>
                        <a:pt x="9906" y="38195"/>
                        <a:pt x="9715" y="37814"/>
                        <a:pt x="9715" y="37242"/>
                      </a:cubicBezTo>
                      <a:cubicBezTo>
                        <a:pt x="9811" y="36481"/>
                        <a:pt x="9811" y="36004"/>
                        <a:pt x="9715" y="35814"/>
                      </a:cubicBezTo>
                      <a:cubicBezTo>
                        <a:pt x="8954" y="36385"/>
                        <a:pt x="8572" y="37528"/>
                        <a:pt x="8572" y="39338"/>
                      </a:cubicBezTo>
                      <a:close/>
                      <a:moveTo>
                        <a:pt x="77152" y="78676"/>
                      </a:moveTo>
                      <a:cubicBezTo>
                        <a:pt x="75629" y="77724"/>
                        <a:pt x="74104" y="76771"/>
                        <a:pt x="72676" y="75819"/>
                      </a:cubicBezTo>
                      <a:cubicBezTo>
                        <a:pt x="70675" y="74676"/>
                        <a:pt x="69056" y="74295"/>
                        <a:pt x="67627" y="74676"/>
                      </a:cubicBezTo>
                      <a:cubicBezTo>
                        <a:pt x="66961" y="73628"/>
                        <a:pt x="65437" y="72961"/>
                        <a:pt x="63055" y="72771"/>
                      </a:cubicBezTo>
                      <a:cubicBezTo>
                        <a:pt x="60674" y="72580"/>
                        <a:pt x="59055" y="71723"/>
                        <a:pt x="58102" y="70199"/>
                      </a:cubicBezTo>
                      <a:lnTo>
                        <a:pt x="59246" y="69056"/>
                      </a:lnTo>
                      <a:lnTo>
                        <a:pt x="57721" y="67532"/>
                      </a:lnTo>
                      <a:cubicBezTo>
                        <a:pt x="57721" y="63246"/>
                        <a:pt x="57721" y="58959"/>
                        <a:pt x="57817" y="54673"/>
                      </a:cubicBezTo>
                      <a:cubicBezTo>
                        <a:pt x="57817" y="49530"/>
                        <a:pt x="58198" y="45339"/>
                        <a:pt x="58864" y="41910"/>
                      </a:cubicBezTo>
                      <a:cubicBezTo>
                        <a:pt x="58483" y="41148"/>
                        <a:pt x="58293" y="40100"/>
                        <a:pt x="58293" y="38862"/>
                      </a:cubicBezTo>
                      <a:cubicBezTo>
                        <a:pt x="58293" y="37719"/>
                        <a:pt x="58483" y="36766"/>
                        <a:pt x="58864" y="36004"/>
                      </a:cubicBezTo>
                      <a:cubicBezTo>
                        <a:pt x="58864" y="34766"/>
                        <a:pt x="60007" y="34480"/>
                        <a:pt x="62008" y="35147"/>
                      </a:cubicBezTo>
                      <a:lnTo>
                        <a:pt x="62008" y="35147"/>
                      </a:lnTo>
                      <a:cubicBezTo>
                        <a:pt x="62008" y="35147"/>
                        <a:pt x="62198" y="35338"/>
                        <a:pt x="62008" y="35147"/>
                      </a:cubicBezTo>
                      <a:lnTo>
                        <a:pt x="63151" y="33528"/>
                      </a:lnTo>
                      <a:cubicBezTo>
                        <a:pt x="62865" y="32861"/>
                        <a:pt x="62293" y="32766"/>
                        <a:pt x="61531" y="33242"/>
                      </a:cubicBezTo>
                      <a:cubicBezTo>
                        <a:pt x="60769" y="33718"/>
                        <a:pt x="60388" y="33433"/>
                        <a:pt x="60388" y="32385"/>
                      </a:cubicBezTo>
                      <a:lnTo>
                        <a:pt x="58102" y="33051"/>
                      </a:lnTo>
                      <a:cubicBezTo>
                        <a:pt x="58102" y="29432"/>
                        <a:pt x="58007" y="27337"/>
                        <a:pt x="57721" y="26860"/>
                      </a:cubicBezTo>
                      <a:cubicBezTo>
                        <a:pt x="53911" y="24574"/>
                        <a:pt x="49721" y="23336"/>
                        <a:pt x="45148" y="23336"/>
                      </a:cubicBezTo>
                      <a:cubicBezTo>
                        <a:pt x="44291" y="23336"/>
                        <a:pt x="43434" y="23336"/>
                        <a:pt x="42577" y="23526"/>
                      </a:cubicBezTo>
                      <a:cubicBezTo>
                        <a:pt x="40767" y="23146"/>
                        <a:pt x="39814" y="21812"/>
                        <a:pt x="39814" y="19621"/>
                      </a:cubicBezTo>
                      <a:lnTo>
                        <a:pt x="39814" y="17907"/>
                      </a:lnTo>
                      <a:cubicBezTo>
                        <a:pt x="39910" y="17050"/>
                        <a:pt x="40005" y="16383"/>
                        <a:pt x="40005" y="16097"/>
                      </a:cubicBezTo>
                      <a:cubicBezTo>
                        <a:pt x="40005" y="14954"/>
                        <a:pt x="39814" y="14192"/>
                        <a:pt x="39433" y="13621"/>
                      </a:cubicBezTo>
                      <a:cubicBezTo>
                        <a:pt x="38767" y="14668"/>
                        <a:pt x="38290" y="16383"/>
                        <a:pt x="38005" y="18669"/>
                      </a:cubicBezTo>
                      <a:cubicBezTo>
                        <a:pt x="37719" y="20955"/>
                        <a:pt x="37338" y="22860"/>
                        <a:pt x="36671" y="24193"/>
                      </a:cubicBezTo>
                      <a:cubicBezTo>
                        <a:pt x="34671" y="24193"/>
                        <a:pt x="32004" y="24193"/>
                        <a:pt x="28765" y="23622"/>
                      </a:cubicBezTo>
                      <a:cubicBezTo>
                        <a:pt x="25432" y="23146"/>
                        <a:pt x="23717" y="24479"/>
                        <a:pt x="23717" y="27813"/>
                      </a:cubicBezTo>
                      <a:cubicBezTo>
                        <a:pt x="23717" y="28575"/>
                        <a:pt x="23813" y="29718"/>
                        <a:pt x="24098" y="31242"/>
                      </a:cubicBezTo>
                      <a:cubicBezTo>
                        <a:pt x="24384" y="32766"/>
                        <a:pt x="24479" y="33814"/>
                        <a:pt x="24479" y="34195"/>
                      </a:cubicBezTo>
                      <a:cubicBezTo>
                        <a:pt x="23717" y="35528"/>
                        <a:pt x="23336" y="36671"/>
                        <a:pt x="23336" y="37528"/>
                      </a:cubicBezTo>
                      <a:cubicBezTo>
                        <a:pt x="23336" y="38386"/>
                        <a:pt x="23717" y="39148"/>
                        <a:pt x="24479" y="39624"/>
                      </a:cubicBezTo>
                      <a:cubicBezTo>
                        <a:pt x="23431" y="40005"/>
                        <a:pt x="22860" y="40862"/>
                        <a:pt x="22860" y="42100"/>
                      </a:cubicBezTo>
                      <a:lnTo>
                        <a:pt x="22860" y="45339"/>
                      </a:lnTo>
                      <a:cubicBezTo>
                        <a:pt x="21907" y="44863"/>
                        <a:pt x="21526" y="43815"/>
                        <a:pt x="21526" y="42100"/>
                      </a:cubicBezTo>
                      <a:cubicBezTo>
                        <a:pt x="21622" y="40481"/>
                        <a:pt x="21526" y="39338"/>
                        <a:pt x="21146" y="38767"/>
                      </a:cubicBezTo>
                      <a:cubicBezTo>
                        <a:pt x="20193" y="38290"/>
                        <a:pt x="18097" y="38005"/>
                        <a:pt x="14859" y="38005"/>
                      </a:cubicBezTo>
                      <a:lnTo>
                        <a:pt x="19526" y="42481"/>
                      </a:lnTo>
                      <a:cubicBezTo>
                        <a:pt x="20574" y="42196"/>
                        <a:pt x="21146" y="42481"/>
                        <a:pt x="21146" y="43434"/>
                      </a:cubicBezTo>
                      <a:lnTo>
                        <a:pt x="21146" y="44482"/>
                      </a:lnTo>
                      <a:cubicBezTo>
                        <a:pt x="21146" y="44482"/>
                        <a:pt x="21050" y="45339"/>
                        <a:pt x="21050" y="45625"/>
                      </a:cubicBezTo>
                      <a:cubicBezTo>
                        <a:pt x="21050" y="46387"/>
                        <a:pt x="21241" y="46958"/>
                        <a:pt x="21622" y="47530"/>
                      </a:cubicBezTo>
                      <a:lnTo>
                        <a:pt x="22384" y="46767"/>
                      </a:lnTo>
                      <a:cubicBezTo>
                        <a:pt x="23908" y="47625"/>
                        <a:pt x="24765" y="49530"/>
                        <a:pt x="24765" y="52292"/>
                      </a:cubicBezTo>
                      <a:lnTo>
                        <a:pt x="24574" y="58674"/>
                      </a:lnTo>
                      <a:cubicBezTo>
                        <a:pt x="24479" y="60103"/>
                        <a:pt x="24479" y="61722"/>
                        <a:pt x="24479" y="63436"/>
                      </a:cubicBezTo>
                      <a:cubicBezTo>
                        <a:pt x="24479" y="65151"/>
                        <a:pt x="24479" y="67818"/>
                        <a:pt x="24765" y="71342"/>
                      </a:cubicBezTo>
                      <a:cubicBezTo>
                        <a:pt x="24860" y="74866"/>
                        <a:pt x="25051" y="77533"/>
                        <a:pt x="25051" y="79248"/>
                      </a:cubicBezTo>
                      <a:cubicBezTo>
                        <a:pt x="25051" y="82772"/>
                        <a:pt x="24670" y="85915"/>
                        <a:pt x="24003" y="88678"/>
                      </a:cubicBezTo>
                      <a:cubicBezTo>
                        <a:pt x="23717" y="89344"/>
                        <a:pt x="24003" y="90297"/>
                        <a:pt x="24955" y="91440"/>
                      </a:cubicBezTo>
                      <a:cubicBezTo>
                        <a:pt x="25813" y="92583"/>
                        <a:pt x="26384" y="93345"/>
                        <a:pt x="26384" y="93821"/>
                      </a:cubicBezTo>
                      <a:cubicBezTo>
                        <a:pt x="26384" y="94297"/>
                        <a:pt x="25813" y="94678"/>
                        <a:pt x="24574" y="95059"/>
                      </a:cubicBezTo>
                      <a:cubicBezTo>
                        <a:pt x="25717" y="95059"/>
                        <a:pt x="26670" y="94678"/>
                        <a:pt x="27337" y="93916"/>
                      </a:cubicBezTo>
                      <a:cubicBezTo>
                        <a:pt x="27908" y="93916"/>
                        <a:pt x="28861" y="93916"/>
                        <a:pt x="30194" y="93726"/>
                      </a:cubicBezTo>
                      <a:cubicBezTo>
                        <a:pt x="31528" y="93631"/>
                        <a:pt x="32575" y="93535"/>
                        <a:pt x="33242" y="93535"/>
                      </a:cubicBezTo>
                      <a:cubicBezTo>
                        <a:pt x="35623" y="93535"/>
                        <a:pt x="37147" y="94202"/>
                        <a:pt x="38005" y="95536"/>
                      </a:cubicBezTo>
                      <a:cubicBezTo>
                        <a:pt x="37147" y="96583"/>
                        <a:pt x="37338" y="97536"/>
                        <a:pt x="38386" y="98298"/>
                      </a:cubicBezTo>
                      <a:cubicBezTo>
                        <a:pt x="38100" y="99822"/>
                        <a:pt x="38005" y="103441"/>
                        <a:pt x="38005" y="108966"/>
                      </a:cubicBezTo>
                      <a:cubicBezTo>
                        <a:pt x="37338" y="108966"/>
                        <a:pt x="36862" y="108585"/>
                        <a:pt x="36481" y="107823"/>
                      </a:cubicBezTo>
                      <a:cubicBezTo>
                        <a:pt x="36100" y="107061"/>
                        <a:pt x="35623" y="106680"/>
                        <a:pt x="35147" y="106680"/>
                      </a:cubicBezTo>
                      <a:cubicBezTo>
                        <a:pt x="35338" y="107537"/>
                        <a:pt x="36100" y="108490"/>
                        <a:pt x="37529" y="109347"/>
                      </a:cubicBezTo>
                      <a:cubicBezTo>
                        <a:pt x="38957" y="110299"/>
                        <a:pt x="39624" y="111157"/>
                        <a:pt x="39624" y="111919"/>
                      </a:cubicBezTo>
                      <a:cubicBezTo>
                        <a:pt x="39624" y="112395"/>
                        <a:pt x="39529" y="112871"/>
                        <a:pt x="39148" y="113442"/>
                      </a:cubicBezTo>
                      <a:cubicBezTo>
                        <a:pt x="40005" y="112871"/>
                        <a:pt x="40957" y="112300"/>
                        <a:pt x="41910" y="111728"/>
                      </a:cubicBezTo>
                      <a:lnTo>
                        <a:pt x="41148" y="111728"/>
                      </a:lnTo>
                      <a:cubicBezTo>
                        <a:pt x="40576" y="109251"/>
                        <a:pt x="39624" y="105061"/>
                        <a:pt x="38386" y="99441"/>
                      </a:cubicBezTo>
                      <a:cubicBezTo>
                        <a:pt x="39052" y="97250"/>
                        <a:pt x="40576" y="95536"/>
                        <a:pt x="43053" y="94202"/>
                      </a:cubicBezTo>
                      <a:cubicBezTo>
                        <a:pt x="43720" y="93916"/>
                        <a:pt x="45910" y="93059"/>
                        <a:pt x="49530" y="91535"/>
                      </a:cubicBezTo>
                      <a:cubicBezTo>
                        <a:pt x="49911" y="92107"/>
                        <a:pt x="50101" y="92583"/>
                        <a:pt x="50006" y="92678"/>
                      </a:cubicBezTo>
                      <a:lnTo>
                        <a:pt x="54007" y="93250"/>
                      </a:lnTo>
                      <a:cubicBezTo>
                        <a:pt x="54197" y="92297"/>
                        <a:pt x="54197" y="91535"/>
                        <a:pt x="53911" y="90868"/>
                      </a:cubicBezTo>
                      <a:cubicBezTo>
                        <a:pt x="53626" y="90201"/>
                        <a:pt x="53435" y="89725"/>
                        <a:pt x="53435" y="89344"/>
                      </a:cubicBezTo>
                      <a:cubicBezTo>
                        <a:pt x="54197" y="88487"/>
                        <a:pt x="55626" y="87344"/>
                        <a:pt x="57531" y="85820"/>
                      </a:cubicBezTo>
                      <a:lnTo>
                        <a:pt x="57531" y="88106"/>
                      </a:lnTo>
                      <a:cubicBezTo>
                        <a:pt x="58579" y="87630"/>
                        <a:pt x="59150" y="87058"/>
                        <a:pt x="59150" y="86201"/>
                      </a:cubicBezTo>
                      <a:cubicBezTo>
                        <a:pt x="59150" y="85820"/>
                        <a:pt x="58960" y="85249"/>
                        <a:pt x="58483" y="84391"/>
                      </a:cubicBezTo>
                      <a:cubicBezTo>
                        <a:pt x="58007" y="83534"/>
                        <a:pt x="57817" y="83058"/>
                        <a:pt x="57817" y="82867"/>
                      </a:cubicBezTo>
                      <a:cubicBezTo>
                        <a:pt x="57817" y="82486"/>
                        <a:pt x="58007" y="82201"/>
                        <a:pt x="58388" y="82010"/>
                      </a:cubicBezTo>
                      <a:lnTo>
                        <a:pt x="57531" y="78105"/>
                      </a:lnTo>
                      <a:cubicBezTo>
                        <a:pt x="56959" y="77914"/>
                        <a:pt x="56197" y="78105"/>
                        <a:pt x="55245" y="78581"/>
                      </a:cubicBezTo>
                      <a:cubicBezTo>
                        <a:pt x="53816" y="77343"/>
                        <a:pt x="53149" y="76295"/>
                        <a:pt x="53530" y="75438"/>
                      </a:cubicBezTo>
                      <a:cubicBezTo>
                        <a:pt x="53530" y="75152"/>
                        <a:pt x="54197" y="74866"/>
                        <a:pt x="55245" y="74676"/>
                      </a:cubicBezTo>
                      <a:cubicBezTo>
                        <a:pt x="55531" y="75533"/>
                        <a:pt x="55721" y="75914"/>
                        <a:pt x="55721" y="75819"/>
                      </a:cubicBezTo>
                      <a:cubicBezTo>
                        <a:pt x="59055" y="75533"/>
                        <a:pt x="61913" y="76105"/>
                        <a:pt x="64103" y="77438"/>
                      </a:cubicBezTo>
                      <a:cubicBezTo>
                        <a:pt x="64103" y="77724"/>
                        <a:pt x="64294" y="78009"/>
                        <a:pt x="64294" y="78295"/>
                      </a:cubicBezTo>
                      <a:cubicBezTo>
                        <a:pt x="64294" y="78676"/>
                        <a:pt x="63913" y="78962"/>
                        <a:pt x="63246" y="79153"/>
                      </a:cubicBezTo>
                      <a:cubicBezTo>
                        <a:pt x="62579" y="79343"/>
                        <a:pt x="62103" y="79534"/>
                        <a:pt x="61913" y="79724"/>
                      </a:cubicBezTo>
                      <a:lnTo>
                        <a:pt x="64103" y="79724"/>
                      </a:lnTo>
                      <a:cubicBezTo>
                        <a:pt x="64579" y="80010"/>
                        <a:pt x="64865" y="80486"/>
                        <a:pt x="64865" y="81343"/>
                      </a:cubicBezTo>
                      <a:cubicBezTo>
                        <a:pt x="65627" y="80486"/>
                        <a:pt x="66199" y="80010"/>
                        <a:pt x="66770" y="80010"/>
                      </a:cubicBezTo>
                      <a:cubicBezTo>
                        <a:pt x="67151" y="80010"/>
                        <a:pt x="67532" y="80676"/>
                        <a:pt x="68008" y="82010"/>
                      </a:cubicBezTo>
                      <a:cubicBezTo>
                        <a:pt x="68389" y="83344"/>
                        <a:pt x="68961" y="84010"/>
                        <a:pt x="69723" y="84201"/>
                      </a:cubicBezTo>
                      <a:lnTo>
                        <a:pt x="69723" y="79724"/>
                      </a:lnTo>
                      <a:cubicBezTo>
                        <a:pt x="69723" y="79724"/>
                        <a:pt x="70485" y="80296"/>
                        <a:pt x="70866" y="80296"/>
                      </a:cubicBezTo>
                      <a:cubicBezTo>
                        <a:pt x="71247" y="80296"/>
                        <a:pt x="71818" y="80105"/>
                        <a:pt x="72580" y="79724"/>
                      </a:cubicBezTo>
                      <a:cubicBezTo>
                        <a:pt x="73342" y="79343"/>
                        <a:pt x="73914" y="79153"/>
                        <a:pt x="74295" y="79248"/>
                      </a:cubicBezTo>
                      <a:cubicBezTo>
                        <a:pt x="74676" y="79534"/>
                        <a:pt x="74866" y="79819"/>
                        <a:pt x="74866" y="80296"/>
                      </a:cubicBezTo>
                      <a:cubicBezTo>
                        <a:pt x="74866" y="80581"/>
                        <a:pt x="74581" y="81058"/>
                        <a:pt x="74009" y="81629"/>
                      </a:cubicBezTo>
                      <a:cubicBezTo>
                        <a:pt x="73438" y="82201"/>
                        <a:pt x="73152" y="82677"/>
                        <a:pt x="73152" y="83058"/>
                      </a:cubicBezTo>
                      <a:lnTo>
                        <a:pt x="74866" y="83058"/>
                      </a:lnTo>
                      <a:lnTo>
                        <a:pt x="75342" y="78105"/>
                      </a:lnTo>
                      <a:lnTo>
                        <a:pt x="77248" y="79724"/>
                      </a:lnTo>
                      <a:cubicBezTo>
                        <a:pt x="77248" y="79724"/>
                        <a:pt x="77438" y="78962"/>
                        <a:pt x="77629" y="78676"/>
                      </a:cubicBezTo>
                      <a:cubicBezTo>
                        <a:pt x="77914" y="78676"/>
                        <a:pt x="78296" y="78867"/>
                        <a:pt x="78676" y="79057"/>
                      </a:cubicBezTo>
                      <a:cubicBezTo>
                        <a:pt x="79248" y="79629"/>
                        <a:pt x="79438" y="79724"/>
                        <a:pt x="79248" y="79248"/>
                      </a:cubicBezTo>
                      <a:cubicBezTo>
                        <a:pt x="79153" y="79248"/>
                        <a:pt x="79057" y="79248"/>
                        <a:pt x="78962" y="79057"/>
                      </a:cubicBezTo>
                      <a:lnTo>
                        <a:pt x="78676" y="79057"/>
                      </a:lnTo>
                      <a:cubicBezTo>
                        <a:pt x="78200" y="78581"/>
                        <a:pt x="77914" y="78486"/>
                        <a:pt x="77629" y="78676"/>
                      </a:cubicBezTo>
                      <a:close/>
                      <a:moveTo>
                        <a:pt x="41624" y="93726"/>
                      </a:moveTo>
                      <a:lnTo>
                        <a:pt x="41624" y="92583"/>
                      </a:lnTo>
                      <a:lnTo>
                        <a:pt x="42481" y="92583"/>
                      </a:lnTo>
                      <a:lnTo>
                        <a:pt x="41624" y="93726"/>
                      </a:lnTo>
                      <a:close/>
                      <a:moveTo>
                        <a:pt x="44958" y="107156"/>
                      </a:moveTo>
                      <a:lnTo>
                        <a:pt x="44958" y="106013"/>
                      </a:lnTo>
                      <a:cubicBezTo>
                        <a:pt x="44958" y="106013"/>
                        <a:pt x="44005" y="105632"/>
                        <a:pt x="43243" y="105251"/>
                      </a:cubicBezTo>
                      <a:cubicBezTo>
                        <a:pt x="43053" y="105823"/>
                        <a:pt x="43148" y="106394"/>
                        <a:pt x="43529" y="106775"/>
                      </a:cubicBezTo>
                      <a:cubicBezTo>
                        <a:pt x="43910" y="107251"/>
                        <a:pt x="44386" y="107347"/>
                        <a:pt x="45053" y="107156"/>
                      </a:cubicBezTo>
                      <a:close/>
                      <a:moveTo>
                        <a:pt x="45339" y="114395"/>
                      </a:moveTo>
                      <a:lnTo>
                        <a:pt x="46482" y="113252"/>
                      </a:lnTo>
                      <a:lnTo>
                        <a:pt x="45339" y="111919"/>
                      </a:lnTo>
                      <a:lnTo>
                        <a:pt x="45339" y="114395"/>
                      </a:lnTo>
                      <a:close/>
                      <a:moveTo>
                        <a:pt x="50863" y="110395"/>
                      </a:moveTo>
                      <a:cubicBezTo>
                        <a:pt x="51054" y="109061"/>
                        <a:pt x="50863" y="108394"/>
                        <a:pt x="50101" y="108394"/>
                      </a:cubicBezTo>
                      <a:cubicBezTo>
                        <a:pt x="49625" y="108394"/>
                        <a:pt x="48863" y="108680"/>
                        <a:pt x="47720" y="109347"/>
                      </a:cubicBezTo>
                      <a:cubicBezTo>
                        <a:pt x="46672" y="110014"/>
                        <a:pt x="46101" y="110395"/>
                        <a:pt x="46006" y="110395"/>
                      </a:cubicBezTo>
                      <a:cubicBezTo>
                        <a:pt x="46482" y="110871"/>
                        <a:pt x="46958" y="111061"/>
                        <a:pt x="47339" y="111061"/>
                      </a:cubicBezTo>
                      <a:cubicBezTo>
                        <a:pt x="47625" y="111061"/>
                        <a:pt x="48006" y="110871"/>
                        <a:pt x="48482" y="110395"/>
                      </a:cubicBezTo>
                      <a:cubicBezTo>
                        <a:pt x="48958" y="109918"/>
                        <a:pt x="49339" y="109728"/>
                        <a:pt x="49625" y="109728"/>
                      </a:cubicBezTo>
                      <a:cubicBezTo>
                        <a:pt x="50006" y="109728"/>
                        <a:pt x="50387" y="109918"/>
                        <a:pt x="50768" y="110299"/>
                      </a:cubicBezTo>
                      <a:close/>
                      <a:moveTo>
                        <a:pt x="49244" y="88106"/>
                      </a:moveTo>
                      <a:cubicBezTo>
                        <a:pt x="47911" y="86963"/>
                        <a:pt x="47720" y="86106"/>
                        <a:pt x="48768" y="85344"/>
                      </a:cubicBezTo>
                      <a:lnTo>
                        <a:pt x="50387" y="87630"/>
                      </a:lnTo>
                      <a:cubicBezTo>
                        <a:pt x="50387" y="87630"/>
                        <a:pt x="49721" y="87630"/>
                        <a:pt x="49244" y="88011"/>
                      </a:cubicBezTo>
                      <a:close/>
                      <a:moveTo>
                        <a:pt x="54292" y="123825"/>
                      </a:moveTo>
                      <a:cubicBezTo>
                        <a:pt x="53816" y="123349"/>
                        <a:pt x="53530" y="122872"/>
                        <a:pt x="53530" y="122587"/>
                      </a:cubicBezTo>
                      <a:cubicBezTo>
                        <a:pt x="53530" y="122110"/>
                        <a:pt x="54102" y="121634"/>
                        <a:pt x="55340" y="121158"/>
                      </a:cubicBezTo>
                      <a:cubicBezTo>
                        <a:pt x="56483" y="120682"/>
                        <a:pt x="57245" y="120301"/>
                        <a:pt x="57531" y="120015"/>
                      </a:cubicBezTo>
                      <a:cubicBezTo>
                        <a:pt x="57436" y="120396"/>
                        <a:pt x="56864" y="120872"/>
                        <a:pt x="55912" y="121253"/>
                      </a:cubicBezTo>
                      <a:cubicBezTo>
                        <a:pt x="54959" y="121729"/>
                        <a:pt x="54483" y="122206"/>
                        <a:pt x="54483" y="122682"/>
                      </a:cubicBezTo>
                      <a:cubicBezTo>
                        <a:pt x="54483" y="122967"/>
                        <a:pt x="54769" y="123349"/>
                        <a:pt x="55245" y="123825"/>
                      </a:cubicBezTo>
                      <a:lnTo>
                        <a:pt x="54197" y="123825"/>
                      </a:lnTo>
                      <a:close/>
                      <a:moveTo>
                        <a:pt x="58769" y="73628"/>
                      </a:moveTo>
                      <a:cubicBezTo>
                        <a:pt x="59722" y="73628"/>
                        <a:pt x="60293" y="73819"/>
                        <a:pt x="60388" y="74200"/>
                      </a:cubicBezTo>
                      <a:lnTo>
                        <a:pt x="59246" y="74581"/>
                      </a:lnTo>
                      <a:lnTo>
                        <a:pt x="58864" y="73533"/>
                      </a:lnTo>
                      <a:close/>
                      <a:moveTo>
                        <a:pt x="59912" y="99631"/>
                      </a:moveTo>
                      <a:lnTo>
                        <a:pt x="63722" y="99250"/>
                      </a:lnTo>
                      <a:lnTo>
                        <a:pt x="63722" y="98107"/>
                      </a:lnTo>
                      <a:cubicBezTo>
                        <a:pt x="63722" y="96298"/>
                        <a:pt x="64103" y="95250"/>
                        <a:pt x="64865" y="94964"/>
                      </a:cubicBezTo>
                      <a:lnTo>
                        <a:pt x="62674" y="94202"/>
                      </a:lnTo>
                      <a:cubicBezTo>
                        <a:pt x="62579" y="95059"/>
                        <a:pt x="62389" y="96393"/>
                        <a:pt x="62198" y="98107"/>
                      </a:cubicBezTo>
                      <a:cubicBezTo>
                        <a:pt x="62198" y="98965"/>
                        <a:pt x="61341" y="99536"/>
                        <a:pt x="59912" y="99726"/>
                      </a:cubicBezTo>
                      <a:close/>
                      <a:moveTo>
                        <a:pt x="61913" y="107156"/>
                      </a:moveTo>
                      <a:lnTo>
                        <a:pt x="61913" y="104299"/>
                      </a:lnTo>
                      <a:lnTo>
                        <a:pt x="61531" y="104299"/>
                      </a:lnTo>
                      <a:lnTo>
                        <a:pt x="61531" y="107156"/>
                      </a:lnTo>
                      <a:lnTo>
                        <a:pt x="61913" y="107156"/>
                      </a:lnTo>
                      <a:close/>
                      <a:moveTo>
                        <a:pt x="66008" y="58959"/>
                      </a:moveTo>
                      <a:lnTo>
                        <a:pt x="62674" y="58579"/>
                      </a:lnTo>
                      <a:lnTo>
                        <a:pt x="61913" y="60579"/>
                      </a:lnTo>
                      <a:cubicBezTo>
                        <a:pt x="63341" y="61722"/>
                        <a:pt x="64579" y="62293"/>
                        <a:pt x="65532" y="62293"/>
                      </a:cubicBezTo>
                      <a:cubicBezTo>
                        <a:pt x="66104" y="62293"/>
                        <a:pt x="66675" y="62103"/>
                        <a:pt x="67151" y="61722"/>
                      </a:cubicBezTo>
                      <a:cubicBezTo>
                        <a:pt x="64960" y="62198"/>
                        <a:pt x="63817" y="61722"/>
                        <a:pt x="63722" y="60103"/>
                      </a:cubicBezTo>
                      <a:lnTo>
                        <a:pt x="66008" y="58959"/>
                      </a:lnTo>
                      <a:close/>
                      <a:moveTo>
                        <a:pt x="61913" y="82391"/>
                      </a:moveTo>
                      <a:lnTo>
                        <a:pt x="63055" y="82391"/>
                      </a:lnTo>
                      <a:lnTo>
                        <a:pt x="63055" y="81248"/>
                      </a:lnTo>
                      <a:lnTo>
                        <a:pt x="61913" y="81248"/>
                      </a:lnTo>
                      <a:lnTo>
                        <a:pt x="61913" y="82391"/>
                      </a:lnTo>
                      <a:close/>
                      <a:moveTo>
                        <a:pt x="65532" y="112585"/>
                      </a:moveTo>
                      <a:cubicBezTo>
                        <a:pt x="66008" y="111728"/>
                        <a:pt x="66961" y="110585"/>
                        <a:pt x="68294" y="109061"/>
                      </a:cubicBezTo>
                      <a:lnTo>
                        <a:pt x="67532" y="108680"/>
                      </a:lnTo>
                      <a:lnTo>
                        <a:pt x="66389" y="109061"/>
                      </a:lnTo>
                      <a:lnTo>
                        <a:pt x="65913" y="107061"/>
                      </a:lnTo>
                      <a:cubicBezTo>
                        <a:pt x="64103" y="108013"/>
                        <a:pt x="63341" y="109061"/>
                        <a:pt x="63627" y="110204"/>
                      </a:cubicBezTo>
                      <a:lnTo>
                        <a:pt x="65437" y="109728"/>
                      </a:lnTo>
                      <a:lnTo>
                        <a:pt x="65437" y="112490"/>
                      </a:lnTo>
                      <a:close/>
                      <a:moveTo>
                        <a:pt x="65532" y="104203"/>
                      </a:moveTo>
                      <a:lnTo>
                        <a:pt x="66389" y="100774"/>
                      </a:lnTo>
                      <a:lnTo>
                        <a:pt x="65913" y="100774"/>
                      </a:lnTo>
                      <a:lnTo>
                        <a:pt x="65437" y="104203"/>
                      </a:lnTo>
                      <a:close/>
                      <a:moveTo>
                        <a:pt x="68771" y="70104"/>
                      </a:moveTo>
                      <a:cubicBezTo>
                        <a:pt x="68771" y="70104"/>
                        <a:pt x="68199" y="69628"/>
                        <a:pt x="67151" y="69628"/>
                      </a:cubicBezTo>
                      <a:lnTo>
                        <a:pt x="67151" y="71151"/>
                      </a:lnTo>
                      <a:lnTo>
                        <a:pt x="68294" y="71151"/>
                      </a:lnTo>
                      <a:cubicBezTo>
                        <a:pt x="68294" y="71151"/>
                        <a:pt x="68771" y="70390"/>
                        <a:pt x="68771" y="70009"/>
                      </a:cubicBezTo>
                      <a:close/>
                      <a:moveTo>
                        <a:pt x="70390" y="46672"/>
                      </a:moveTo>
                      <a:cubicBezTo>
                        <a:pt x="70866" y="47053"/>
                        <a:pt x="71056" y="47434"/>
                        <a:pt x="71056" y="47815"/>
                      </a:cubicBezTo>
                      <a:cubicBezTo>
                        <a:pt x="71056" y="48863"/>
                        <a:pt x="70485" y="49434"/>
                        <a:pt x="69247" y="49434"/>
                      </a:cubicBezTo>
                      <a:lnTo>
                        <a:pt x="70390" y="49434"/>
                      </a:lnTo>
                      <a:cubicBezTo>
                        <a:pt x="70390" y="49434"/>
                        <a:pt x="70961" y="48577"/>
                        <a:pt x="71342" y="48196"/>
                      </a:cubicBezTo>
                      <a:cubicBezTo>
                        <a:pt x="71723" y="47720"/>
                        <a:pt x="71723" y="47244"/>
                        <a:pt x="71628" y="46672"/>
                      </a:cubicBezTo>
                      <a:lnTo>
                        <a:pt x="70485" y="46672"/>
                      </a:lnTo>
                      <a:close/>
                      <a:moveTo>
                        <a:pt x="73247" y="70104"/>
                      </a:moveTo>
                      <a:cubicBezTo>
                        <a:pt x="73247" y="70104"/>
                        <a:pt x="72104" y="69247"/>
                        <a:pt x="70390" y="68484"/>
                      </a:cubicBezTo>
                      <a:lnTo>
                        <a:pt x="69913" y="69628"/>
                      </a:lnTo>
                      <a:lnTo>
                        <a:pt x="73247" y="70104"/>
                      </a:lnTo>
                      <a:close/>
                      <a:moveTo>
                        <a:pt x="71056" y="15621"/>
                      </a:moveTo>
                      <a:lnTo>
                        <a:pt x="71056" y="16764"/>
                      </a:lnTo>
                      <a:lnTo>
                        <a:pt x="72676" y="16288"/>
                      </a:lnTo>
                      <a:cubicBezTo>
                        <a:pt x="72676" y="16288"/>
                        <a:pt x="71818" y="15621"/>
                        <a:pt x="71056" y="15621"/>
                      </a:cubicBezTo>
                      <a:close/>
                      <a:moveTo>
                        <a:pt x="72104" y="86868"/>
                      </a:moveTo>
                      <a:lnTo>
                        <a:pt x="76009" y="86392"/>
                      </a:lnTo>
                      <a:cubicBezTo>
                        <a:pt x="75247" y="85915"/>
                        <a:pt x="74485" y="85630"/>
                        <a:pt x="73723" y="85630"/>
                      </a:cubicBezTo>
                      <a:cubicBezTo>
                        <a:pt x="72676" y="85630"/>
                        <a:pt x="72199" y="85915"/>
                        <a:pt x="72104" y="86773"/>
                      </a:cubicBezTo>
                      <a:close/>
                      <a:moveTo>
                        <a:pt x="76009" y="46672"/>
                      </a:moveTo>
                      <a:lnTo>
                        <a:pt x="78296" y="49054"/>
                      </a:lnTo>
                      <a:lnTo>
                        <a:pt x="78296" y="47911"/>
                      </a:lnTo>
                      <a:cubicBezTo>
                        <a:pt x="76962" y="47149"/>
                        <a:pt x="76200" y="46767"/>
                        <a:pt x="76009" y="46767"/>
                      </a:cubicBezTo>
                      <a:close/>
                      <a:moveTo>
                        <a:pt x="78772" y="61341"/>
                      </a:moveTo>
                      <a:lnTo>
                        <a:pt x="80296" y="59722"/>
                      </a:lnTo>
                      <a:cubicBezTo>
                        <a:pt x="80296" y="59722"/>
                        <a:pt x="78772" y="58579"/>
                        <a:pt x="76676" y="57817"/>
                      </a:cubicBezTo>
                      <a:lnTo>
                        <a:pt x="78676" y="61341"/>
                      </a:lnTo>
                      <a:close/>
                      <a:moveTo>
                        <a:pt x="79534" y="69723"/>
                      </a:moveTo>
                      <a:lnTo>
                        <a:pt x="79534" y="67437"/>
                      </a:lnTo>
                      <a:lnTo>
                        <a:pt x="78772" y="67437"/>
                      </a:lnTo>
                      <a:lnTo>
                        <a:pt x="78772" y="69723"/>
                      </a:lnTo>
                      <a:lnTo>
                        <a:pt x="79534" y="69723"/>
                      </a:lnTo>
                      <a:close/>
                      <a:moveTo>
                        <a:pt x="80391" y="132207"/>
                      </a:moveTo>
                      <a:cubicBezTo>
                        <a:pt x="81534" y="132778"/>
                        <a:pt x="81915" y="133445"/>
                        <a:pt x="81534" y="134398"/>
                      </a:cubicBezTo>
                      <a:lnTo>
                        <a:pt x="81153" y="135159"/>
                      </a:lnTo>
                      <a:cubicBezTo>
                        <a:pt x="81153" y="135159"/>
                        <a:pt x="80391" y="134493"/>
                        <a:pt x="80391" y="134017"/>
                      </a:cubicBezTo>
                      <a:lnTo>
                        <a:pt x="80391" y="132302"/>
                      </a:lnTo>
                      <a:close/>
                      <a:moveTo>
                        <a:pt x="83344" y="114395"/>
                      </a:moveTo>
                      <a:cubicBezTo>
                        <a:pt x="84106" y="114205"/>
                        <a:pt x="85058" y="114395"/>
                        <a:pt x="86106" y="114871"/>
                      </a:cubicBezTo>
                      <a:cubicBezTo>
                        <a:pt x="86392" y="115538"/>
                        <a:pt x="86201" y="116014"/>
                        <a:pt x="85630" y="116300"/>
                      </a:cubicBezTo>
                      <a:cubicBezTo>
                        <a:pt x="85058" y="116586"/>
                        <a:pt x="84487" y="116872"/>
                        <a:pt x="83915" y="117157"/>
                      </a:cubicBezTo>
                      <a:lnTo>
                        <a:pt x="83344" y="117157"/>
                      </a:lnTo>
                      <a:lnTo>
                        <a:pt x="83344" y="114395"/>
                      </a:lnTo>
                      <a:close/>
                      <a:moveTo>
                        <a:pt x="83915" y="89249"/>
                      </a:moveTo>
                      <a:cubicBezTo>
                        <a:pt x="84296" y="88487"/>
                        <a:pt x="84772" y="88106"/>
                        <a:pt x="85154" y="88106"/>
                      </a:cubicBezTo>
                      <a:cubicBezTo>
                        <a:pt x="85154" y="88201"/>
                        <a:pt x="84867" y="88487"/>
                        <a:pt x="84582" y="88678"/>
                      </a:cubicBezTo>
                      <a:cubicBezTo>
                        <a:pt x="84296" y="88963"/>
                        <a:pt x="84106" y="89154"/>
                        <a:pt x="83820" y="89249"/>
                      </a:cubicBezTo>
                      <a:close/>
                      <a:moveTo>
                        <a:pt x="87249" y="88106"/>
                      </a:moveTo>
                      <a:cubicBezTo>
                        <a:pt x="87249" y="88106"/>
                        <a:pt x="87725" y="88297"/>
                        <a:pt x="88392" y="88582"/>
                      </a:cubicBezTo>
                      <a:cubicBezTo>
                        <a:pt x="87916" y="88868"/>
                        <a:pt x="87344" y="88868"/>
                        <a:pt x="86677" y="88582"/>
                      </a:cubicBezTo>
                      <a:cubicBezTo>
                        <a:pt x="85915" y="88297"/>
                        <a:pt x="85344" y="88106"/>
                        <a:pt x="85154" y="88106"/>
                      </a:cubicBezTo>
                      <a:cubicBezTo>
                        <a:pt x="85915" y="87344"/>
                        <a:pt x="86677" y="87344"/>
                        <a:pt x="87154" y="88106"/>
                      </a:cubicBezTo>
                      <a:close/>
                      <a:moveTo>
                        <a:pt x="88011" y="79343"/>
                      </a:moveTo>
                      <a:lnTo>
                        <a:pt x="88011" y="80200"/>
                      </a:lnTo>
                      <a:lnTo>
                        <a:pt x="86106" y="79343"/>
                      </a:lnTo>
                      <a:lnTo>
                        <a:pt x="88011" y="79343"/>
                      </a:lnTo>
                      <a:close/>
                      <a:moveTo>
                        <a:pt x="96393" y="72580"/>
                      </a:moveTo>
                      <a:lnTo>
                        <a:pt x="98393" y="74771"/>
                      </a:lnTo>
                      <a:lnTo>
                        <a:pt x="95631" y="74390"/>
                      </a:lnTo>
                      <a:lnTo>
                        <a:pt x="96393" y="72676"/>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 name="Google Shape;1061;p99"/>
                <p:cNvSpPr/>
                <p:nvPr/>
              </p:nvSpPr>
              <p:spPr>
                <a:xfrm>
                  <a:off x="6734079" y="4239672"/>
                  <a:ext cx="26098" cy="117062"/>
                </a:xfrm>
                <a:custGeom>
                  <a:avLst/>
                  <a:gdLst/>
                  <a:ahLst/>
                  <a:cxnLst/>
                  <a:rect l="l" t="t" r="r" b="b"/>
                  <a:pathLst>
                    <a:path w="26098" h="117062" extrusionOk="0">
                      <a:moveTo>
                        <a:pt x="24003" y="101632"/>
                      </a:moveTo>
                      <a:cubicBezTo>
                        <a:pt x="24098" y="104394"/>
                        <a:pt x="24003" y="106204"/>
                        <a:pt x="23622" y="106871"/>
                      </a:cubicBezTo>
                      <a:cubicBezTo>
                        <a:pt x="24575" y="110776"/>
                        <a:pt x="24384" y="113729"/>
                        <a:pt x="23051" y="115729"/>
                      </a:cubicBezTo>
                      <a:cubicBezTo>
                        <a:pt x="22193" y="116205"/>
                        <a:pt x="21050" y="116491"/>
                        <a:pt x="19717" y="116491"/>
                      </a:cubicBezTo>
                      <a:lnTo>
                        <a:pt x="15526" y="116491"/>
                      </a:lnTo>
                      <a:cubicBezTo>
                        <a:pt x="15526" y="115062"/>
                        <a:pt x="15335" y="114300"/>
                        <a:pt x="15050" y="114205"/>
                      </a:cubicBezTo>
                      <a:cubicBezTo>
                        <a:pt x="15050" y="116110"/>
                        <a:pt x="14383" y="117062"/>
                        <a:pt x="12859" y="117062"/>
                      </a:cubicBezTo>
                      <a:cubicBezTo>
                        <a:pt x="12383" y="117062"/>
                        <a:pt x="11525" y="116872"/>
                        <a:pt x="10382" y="116586"/>
                      </a:cubicBezTo>
                      <a:cubicBezTo>
                        <a:pt x="9239" y="116300"/>
                        <a:pt x="8382" y="116110"/>
                        <a:pt x="7906" y="116110"/>
                      </a:cubicBezTo>
                      <a:cubicBezTo>
                        <a:pt x="7334" y="116110"/>
                        <a:pt x="6858" y="116205"/>
                        <a:pt x="6572" y="116396"/>
                      </a:cubicBezTo>
                      <a:cubicBezTo>
                        <a:pt x="6191" y="116015"/>
                        <a:pt x="5810" y="115824"/>
                        <a:pt x="5429" y="115824"/>
                      </a:cubicBezTo>
                      <a:cubicBezTo>
                        <a:pt x="5144" y="115824"/>
                        <a:pt x="4858" y="115824"/>
                        <a:pt x="4382" y="116015"/>
                      </a:cubicBezTo>
                      <a:cubicBezTo>
                        <a:pt x="3905" y="116205"/>
                        <a:pt x="3620" y="116205"/>
                        <a:pt x="3429" y="116205"/>
                      </a:cubicBezTo>
                      <a:cubicBezTo>
                        <a:pt x="2953" y="116205"/>
                        <a:pt x="2477" y="116015"/>
                        <a:pt x="2096" y="115634"/>
                      </a:cubicBezTo>
                      <a:cubicBezTo>
                        <a:pt x="1143" y="111157"/>
                        <a:pt x="667" y="106299"/>
                        <a:pt x="667" y="101251"/>
                      </a:cubicBezTo>
                      <a:cubicBezTo>
                        <a:pt x="667" y="97155"/>
                        <a:pt x="1143" y="90678"/>
                        <a:pt x="2096" y="81629"/>
                      </a:cubicBezTo>
                      <a:cubicBezTo>
                        <a:pt x="953" y="74867"/>
                        <a:pt x="667" y="63818"/>
                        <a:pt x="1429" y="48483"/>
                      </a:cubicBezTo>
                      <a:cubicBezTo>
                        <a:pt x="381" y="47530"/>
                        <a:pt x="0" y="46768"/>
                        <a:pt x="0" y="46196"/>
                      </a:cubicBezTo>
                      <a:cubicBezTo>
                        <a:pt x="0" y="45911"/>
                        <a:pt x="191" y="45530"/>
                        <a:pt x="667" y="44958"/>
                      </a:cubicBezTo>
                      <a:cubicBezTo>
                        <a:pt x="1048" y="44387"/>
                        <a:pt x="1334" y="43910"/>
                        <a:pt x="1334" y="43434"/>
                      </a:cubicBezTo>
                      <a:cubicBezTo>
                        <a:pt x="1334" y="42863"/>
                        <a:pt x="1143" y="42196"/>
                        <a:pt x="667" y="41339"/>
                      </a:cubicBezTo>
                      <a:cubicBezTo>
                        <a:pt x="1238" y="40672"/>
                        <a:pt x="1238" y="38862"/>
                        <a:pt x="667" y="36005"/>
                      </a:cubicBezTo>
                      <a:cubicBezTo>
                        <a:pt x="191" y="33528"/>
                        <a:pt x="857" y="32099"/>
                        <a:pt x="2858" y="31623"/>
                      </a:cubicBezTo>
                      <a:lnTo>
                        <a:pt x="667" y="28004"/>
                      </a:lnTo>
                      <a:cubicBezTo>
                        <a:pt x="1429" y="27527"/>
                        <a:pt x="1810" y="26670"/>
                        <a:pt x="1810" y="25527"/>
                      </a:cubicBezTo>
                      <a:cubicBezTo>
                        <a:pt x="1810" y="24765"/>
                        <a:pt x="1524" y="23432"/>
                        <a:pt x="1048" y="21431"/>
                      </a:cubicBezTo>
                      <a:cubicBezTo>
                        <a:pt x="571" y="19526"/>
                        <a:pt x="286" y="18098"/>
                        <a:pt x="286" y="17145"/>
                      </a:cubicBezTo>
                      <a:cubicBezTo>
                        <a:pt x="286" y="15812"/>
                        <a:pt x="667" y="14669"/>
                        <a:pt x="1524" y="13811"/>
                      </a:cubicBezTo>
                      <a:cubicBezTo>
                        <a:pt x="1238" y="10573"/>
                        <a:pt x="1048" y="8668"/>
                        <a:pt x="1048" y="8192"/>
                      </a:cubicBezTo>
                      <a:cubicBezTo>
                        <a:pt x="1048" y="4382"/>
                        <a:pt x="2381" y="2000"/>
                        <a:pt x="5144" y="953"/>
                      </a:cubicBezTo>
                      <a:lnTo>
                        <a:pt x="7715" y="953"/>
                      </a:lnTo>
                      <a:cubicBezTo>
                        <a:pt x="8668" y="953"/>
                        <a:pt x="10192" y="762"/>
                        <a:pt x="12383" y="476"/>
                      </a:cubicBezTo>
                      <a:cubicBezTo>
                        <a:pt x="14478" y="95"/>
                        <a:pt x="16097" y="0"/>
                        <a:pt x="17145" y="0"/>
                      </a:cubicBezTo>
                      <a:cubicBezTo>
                        <a:pt x="20193" y="0"/>
                        <a:pt x="22288" y="1143"/>
                        <a:pt x="23622" y="3620"/>
                      </a:cubicBezTo>
                      <a:cubicBezTo>
                        <a:pt x="23813" y="12097"/>
                        <a:pt x="23813" y="24860"/>
                        <a:pt x="23622" y="41815"/>
                      </a:cubicBezTo>
                      <a:cubicBezTo>
                        <a:pt x="23622" y="41720"/>
                        <a:pt x="23146" y="41815"/>
                        <a:pt x="22384" y="42291"/>
                      </a:cubicBezTo>
                      <a:cubicBezTo>
                        <a:pt x="22193" y="42958"/>
                        <a:pt x="22574" y="43625"/>
                        <a:pt x="23432" y="44196"/>
                      </a:cubicBezTo>
                      <a:cubicBezTo>
                        <a:pt x="24384" y="44768"/>
                        <a:pt x="24860" y="45244"/>
                        <a:pt x="24860" y="45530"/>
                      </a:cubicBezTo>
                      <a:cubicBezTo>
                        <a:pt x="24860" y="45911"/>
                        <a:pt x="24479" y="46292"/>
                        <a:pt x="23717" y="46768"/>
                      </a:cubicBezTo>
                      <a:lnTo>
                        <a:pt x="22479" y="47911"/>
                      </a:lnTo>
                      <a:cubicBezTo>
                        <a:pt x="23622" y="49435"/>
                        <a:pt x="24194" y="51245"/>
                        <a:pt x="24194" y="53435"/>
                      </a:cubicBezTo>
                      <a:cubicBezTo>
                        <a:pt x="24194" y="54388"/>
                        <a:pt x="24003" y="55912"/>
                        <a:pt x="23717" y="58008"/>
                      </a:cubicBezTo>
                      <a:cubicBezTo>
                        <a:pt x="23336" y="60103"/>
                        <a:pt x="23241" y="61627"/>
                        <a:pt x="23241" y="62675"/>
                      </a:cubicBezTo>
                      <a:cubicBezTo>
                        <a:pt x="23241" y="64008"/>
                        <a:pt x="23432" y="65246"/>
                        <a:pt x="23813" y="66485"/>
                      </a:cubicBezTo>
                      <a:cubicBezTo>
                        <a:pt x="24003" y="73438"/>
                        <a:pt x="23813" y="83630"/>
                        <a:pt x="23241" y="96869"/>
                      </a:cubicBezTo>
                      <a:cubicBezTo>
                        <a:pt x="23432" y="97250"/>
                        <a:pt x="23813" y="97441"/>
                        <a:pt x="24479" y="97250"/>
                      </a:cubicBezTo>
                      <a:lnTo>
                        <a:pt x="26099" y="97250"/>
                      </a:lnTo>
                      <a:cubicBezTo>
                        <a:pt x="24860" y="97917"/>
                        <a:pt x="24194" y="99441"/>
                        <a:pt x="24194" y="101727"/>
                      </a:cubicBezTo>
                      <a:close/>
                      <a:moveTo>
                        <a:pt x="5144" y="28861"/>
                      </a:moveTo>
                      <a:cubicBezTo>
                        <a:pt x="5144" y="28861"/>
                        <a:pt x="4667" y="29147"/>
                        <a:pt x="4667" y="29242"/>
                      </a:cubicBezTo>
                      <a:cubicBezTo>
                        <a:pt x="4667" y="29623"/>
                        <a:pt x="4953" y="30004"/>
                        <a:pt x="5429" y="30290"/>
                      </a:cubicBezTo>
                      <a:cubicBezTo>
                        <a:pt x="5905" y="30575"/>
                        <a:pt x="6382" y="30671"/>
                        <a:pt x="6668" y="30480"/>
                      </a:cubicBezTo>
                      <a:cubicBezTo>
                        <a:pt x="6191" y="29813"/>
                        <a:pt x="5620" y="29242"/>
                        <a:pt x="5144" y="28861"/>
                      </a:cubicBezTo>
                      <a:close/>
                      <a:moveTo>
                        <a:pt x="5525" y="26384"/>
                      </a:moveTo>
                      <a:lnTo>
                        <a:pt x="7144" y="24099"/>
                      </a:lnTo>
                      <a:lnTo>
                        <a:pt x="5144" y="24860"/>
                      </a:lnTo>
                      <a:cubicBezTo>
                        <a:pt x="5144" y="24860"/>
                        <a:pt x="5525" y="25527"/>
                        <a:pt x="5525" y="26480"/>
                      </a:cubicBezTo>
                      <a:close/>
                      <a:moveTo>
                        <a:pt x="5144" y="103918"/>
                      </a:moveTo>
                      <a:lnTo>
                        <a:pt x="7144" y="103918"/>
                      </a:lnTo>
                      <a:cubicBezTo>
                        <a:pt x="7144" y="103442"/>
                        <a:pt x="6668" y="103156"/>
                        <a:pt x="6191" y="103156"/>
                      </a:cubicBezTo>
                      <a:cubicBezTo>
                        <a:pt x="5620" y="103156"/>
                        <a:pt x="5239" y="103442"/>
                        <a:pt x="5144" y="103918"/>
                      </a:cubicBezTo>
                      <a:close/>
                      <a:moveTo>
                        <a:pt x="22003" y="45625"/>
                      </a:moveTo>
                      <a:cubicBezTo>
                        <a:pt x="21527" y="46387"/>
                        <a:pt x="21622" y="46863"/>
                        <a:pt x="22288" y="47244"/>
                      </a:cubicBezTo>
                      <a:cubicBezTo>
                        <a:pt x="23146" y="46577"/>
                        <a:pt x="23527" y="46006"/>
                        <a:pt x="23527" y="45530"/>
                      </a:cubicBezTo>
                      <a:cubicBezTo>
                        <a:pt x="23527" y="45149"/>
                        <a:pt x="22955" y="44577"/>
                        <a:pt x="21812" y="43910"/>
                      </a:cubicBezTo>
                      <a:cubicBezTo>
                        <a:pt x="20669" y="43244"/>
                        <a:pt x="20098" y="42482"/>
                        <a:pt x="20193" y="41815"/>
                      </a:cubicBezTo>
                      <a:lnTo>
                        <a:pt x="19431" y="42291"/>
                      </a:lnTo>
                      <a:lnTo>
                        <a:pt x="20574" y="43434"/>
                      </a:lnTo>
                      <a:lnTo>
                        <a:pt x="19431" y="44577"/>
                      </a:lnTo>
                      <a:cubicBezTo>
                        <a:pt x="19431" y="44577"/>
                        <a:pt x="18574" y="43720"/>
                        <a:pt x="18288" y="42863"/>
                      </a:cubicBezTo>
                      <a:cubicBezTo>
                        <a:pt x="17907" y="42005"/>
                        <a:pt x="17336" y="41529"/>
                        <a:pt x="16669" y="41529"/>
                      </a:cubicBezTo>
                      <a:cubicBezTo>
                        <a:pt x="16383" y="41529"/>
                        <a:pt x="15907" y="41624"/>
                        <a:pt x="15335" y="41815"/>
                      </a:cubicBezTo>
                      <a:lnTo>
                        <a:pt x="17145" y="43815"/>
                      </a:lnTo>
                      <a:cubicBezTo>
                        <a:pt x="16669" y="44482"/>
                        <a:pt x="15907" y="44958"/>
                        <a:pt x="14669" y="45244"/>
                      </a:cubicBezTo>
                      <a:cubicBezTo>
                        <a:pt x="13145" y="45720"/>
                        <a:pt x="12287" y="46006"/>
                        <a:pt x="12097" y="46101"/>
                      </a:cubicBezTo>
                      <a:cubicBezTo>
                        <a:pt x="15907" y="47244"/>
                        <a:pt x="18193" y="46768"/>
                        <a:pt x="18860" y="44577"/>
                      </a:cubicBezTo>
                      <a:cubicBezTo>
                        <a:pt x="19431" y="45720"/>
                        <a:pt x="19812" y="46196"/>
                        <a:pt x="20003" y="46101"/>
                      </a:cubicBezTo>
                      <a:cubicBezTo>
                        <a:pt x="19907" y="45720"/>
                        <a:pt x="20193" y="45149"/>
                        <a:pt x="20860" y="44577"/>
                      </a:cubicBezTo>
                      <a:cubicBezTo>
                        <a:pt x="21908" y="44577"/>
                        <a:pt x="22193" y="44958"/>
                        <a:pt x="21717" y="45720"/>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 name="Google Shape;1062;p99"/>
                <p:cNvSpPr/>
                <p:nvPr/>
              </p:nvSpPr>
              <p:spPr>
                <a:xfrm>
                  <a:off x="6769321" y="4221575"/>
                  <a:ext cx="114395" cy="135540"/>
                </a:xfrm>
                <a:custGeom>
                  <a:avLst/>
                  <a:gdLst/>
                  <a:ahLst/>
                  <a:cxnLst/>
                  <a:rect l="l" t="t" r="r" b="b"/>
                  <a:pathLst>
                    <a:path w="114395" h="135540" extrusionOk="0">
                      <a:moveTo>
                        <a:pt x="89440" y="110776"/>
                      </a:moveTo>
                      <a:cubicBezTo>
                        <a:pt x="89059" y="112204"/>
                        <a:pt x="88868" y="113633"/>
                        <a:pt x="88868" y="114871"/>
                      </a:cubicBezTo>
                      <a:cubicBezTo>
                        <a:pt x="88868" y="116777"/>
                        <a:pt x="89345" y="119063"/>
                        <a:pt x="90297" y="121539"/>
                      </a:cubicBezTo>
                      <a:cubicBezTo>
                        <a:pt x="91630" y="124587"/>
                        <a:pt x="92393" y="126683"/>
                        <a:pt x="92583" y="127540"/>
                      </a:cubicBezTo>
                      <a:cubicBezTo>
                        <a:pt x="93059" y="128111"/>
                        <a:pt x="93250" y="128683"/>
                        <a:pt x="93250" y="129350"/>
                      </a:cubicBezTo>
                      <a:cubicBezTo>
                        <a:pt x="93250" y="130016"/>
                        <a:pt x="92869" y="130874"/>
                        <a:pt x="91916" y="131826"/>
                      </a:cubicBezTo>
                      <a:cubicBezTo>
                        <a:pt x="90678" y="133255"/>
                        <a:pt x="90011" y="134112"/>
                        <a:pt x="89821" y="134398"/>
                      </a:cubicBezTo>
                      <a:cubicBezTo>
                        <a:pt x="88868" y="134207"/>
                        <a:pt x="87725" y="134112"/>
                        <a:pt x="86582" y="134112"/>
                      </a:cubicBezTo>
                      <a:cubicBezTo>
                        <a:pt x="85439" y="134112"/>
                        <a:pt x="83629" y="134207"/>
                        <a:pt x="81344" y="134493"/>
                      </a:cubicBezTo>
                      <a:cubicBezTo>
                        <a:pt x="79057" y="134684"/>
                        <a:pt x="77343" y="134874"/>
                        <a:pt x="76295" y="134874"/>
                      </a:cubicBezTo>
                      <a:cubicBezTo>
                        <a:pt x="72199" y="134874"/>
                        <a:pt x="69247" y="133636"/>
                        <a:pt x="67437" y="131159"/>
                      </a:cubicBezTo>
                      <a:cubicBezTo>
                        <a:pt x="68008" y="129921"/>
                        <a:pt x="68294" y="128778"/>
                        <a:pt x="68294" y="127635"/>
                      </a:cubicBezTo>
                      <a:cubicBezTo>
                        <a:pt x="68294" y="126111"/>
                        <a:pt x="67437" y="124396"/>
                        <a:pt x="65913" y="122492"/>
                      </a:cubicBezTo>
                      <a:cubicBezTo>
                        <a:pt x="63532" y="119825"/>
                        <a:pt x="62294" y="118110"/>
                        <a:pt x="61817" y="117253"/>
                      </a:cubicBezTo>
                      <a:cubicBezTo>
                        <a:pt x="61341" y="117062"/>
                        <a:pt x="60770" y="116967"/>
                        <a:pt x="60198" y="116967"/>
                      </a:cubicBezTo>
                      <a:cubicBezTo>
                        <a:pt x="59436" y="116967"/>
                        <a:pt x="58103" y="117158"/>
                        <a:pt x="56293" y="117634"/>
                      </a:cubicBezTo>
                      <a:cubicBezTo>
                        <a:pt x="54483" y="118015"/>
                        <a:pt x="53149" y="118301"/>
                        <a:pt x="52388" y="118301"/>
                      </a:cubicBezTo>
                      <a:cubicBezTo>
                        <a:pt x="50482" y="118301"/>
                        <a:pt x="49149" y="117443"/>
                        <a:pt x="48578" y="115729"/>
                      </a:cubicBezTo>
                      <a:lnTo>
                        <a:pt x="47435" y="115729"/>
                      </a:lnTo>
                      <a:cubicBezTo>
                        <a:pt x="47435" y="115062"/>
                        <a:pt x="47244" y="114205"/>
                        <a:pt x="47054" y="113062"/>
                      </a:cubicBezTo>
                      <a:cubicBezTo>
                        <a:pt x="46672" y="111919"/>
                        <a:pt x="46577" y="111157"/>
                        <a:pt x="46577" y="110776"/>
                      </a:cubicBezTo>
                      <a:cubicBezTo>
                        <a:pt x="46577" y="110014"/>
                        <a:pt x="46958" y="109347"/>
                        <a:pt x="47435" y="108871"/>
                      </a:cubicBezTo>
                      <a:cubicBezTo>
                        <a:pt x="46958" y="108204"/>
                        <a:pt x="46672" y="107537"/>
                        <a:pt x="46672" y="106871"/>
                      </a:cubicBezTo>
                      <a:cubicBezTo>
                        <a:pt x="46672" y="106299"/>
                        <a:pt x="46958" y="105442"/>
                        <a:pt x="47435" y="104299"/>
                      </a:cubicBezTo>
                      <a:cubicBezTo>
                        <a:pt x="47911" y="103156"/>
                        <a:pt x="48101" y="102299"/>
                        <a:pt x="48101" y="101727"/>
                      </a:cubicBezTo>
                      <a:cubicBezTo>
                        <a:pt x="48101" y="101346"/>
                        <a:pt x="48101" y="100965"/>
                        <a:pt x="47815" y="100394"/>
                      </a:cubicBezTo>
                      <a:cubicBezTo>
                        <a:pt x="48673" y="98965"/>
                        <a:pt x="51245" y="98203"/>
                        <a:pt x="55436" y="98108"/>
                      </a:cubicBezTo>
                      <a:cubicBezTo>
                        <a:pt x="59341" y="98108"/>
                        <a:pt x="61150" y="97346"/>
                        <a:pt x="61150" y="96107"/>
                      </a:cubicBezTo>
                      <a:cubicBezTo>
                        <a:pt x="61150" y="95345"/>
                        <a:pt x="60674" y="94202"/>
                        <a:pt x="59531" y="92583"/>
                      </a:cubicBezTo>
                      <a:lnTo>
                        <a:pt x="61531" y="92583"/>
                      </a:lnTo>
                      <a:cubicBezTo>
                        <a:pt x="61531" y="93345"/>
                        <a:pt x="61627" y="94297"/>
                        <a:pt x="62198" y="95345"/>
                      </a:cubicBezTo>
                      <a:cubicBezTo>
                        <a:pt x="62484" y="95060"/>
                        <a:pt x="62674" y="94297"/>
                        <a:pt x="62770" y="93059"/>
                      </a:cubicBezTo>
                      <a:cubicBezTo>
                        <a:pt x="62770" y="92107"/>
                        <a:pt x="63341" y="91535"/>
                        <a:pt x="64294" y="91440"/>
                      </a:cubicBezTo>
                      <a:lnTo>
                        <a:pt x="62579" y="89630"/>
                      </a:lnTo>
                      <a:lnTo>
                        <a:pt x="64294" y="89249"/>
                      </a:lnTo>
                      <a:lnTo>
                        <a:pt x="63055" y="88106"/>
                      </a:lnTo>
                      <a:cubicBezTo>
                        <a:pt x="63055" y="88106"/>
                        <a:pt x="63532" y="88392"/>
                        <a:pt x="63722" y="88392"/>
                      </a:cubicBezTo>
                      <a:cubicBezTo>
                        <a:pt x="64103" y="88392"/>
                        <a:pt x="64675" y="88202"/>
                        <a:pt x="65341" y="87725"/>
                      </a:cubicBezTo>
                      <a:cubicBezTo>
                        <a:pt x="66104" y="87344"/>
                        <a:pt x="66580" y="87059"/>
                        <a:pt x="66865" y="87059"/>
                      </a:cubicBezTo>
                      <a:cubicBezTo>
                        <a:pt x="67342" y="87059"/>
                        <a:pt x="67628" y="87535"/>
                        <a:pt x="67723" y="88487"/>
                      </a:cubicBezTo>
                      <a:cubicBezTo>
                        <a:pt x="67437" y="88487"/>
                        <a:pt x="66294" y="88868"/>
                        <a:pt x="64294" y="89630"/>
                      </a:cubicBezTo>
                      <a:cubicBezTo>
                        <a:pt x="64389" y="89726"/>
                        <a:pt x="65151" y="90202"/>
                        <a:pt x="66675" y="91059"/>
                      </a:cubicBezTo>
                      <a:cubicBezTo>
                        <a:pt x="67532" y="91630"/>
                        <a:pt x="67913" y="92202"/>
                        <a:pt x="67913" y="92774"/>
                      </a:cubicBezTo>
                      <a:cubicBezTo>
                        <a:pt x="67913" y="93059"/>
                        <a:pt x="67913" y="93345"/>
                        <a:pt x="67723" y="93631"/>
                      </a:cubicBezTo>
                      <a:cubicBezTo>
                        <a:pt x="68199" y="93345"/>
                        <a:pt x="68580" y="92774"/>
                        <a:pt x="68771" y="92012"/>
                      </a:cubicBezTo>
                      <a:cubicBezTo>
                        <a:pt x="68961" y="91250"/>
                        <a:pt x="68866" y="90678"/>
                        <a:pt x="68580" y="90297"/>
                      </a:cubicBezTo>
                      <a:lnTo>
                        <a:pt x="70485" y="88392"/>
                      </a:lnTo>
                      <a:lnTo>
                        <a:pt x="66580" y="84772"/>
                      </a:lnTo>
                      <a:lnTo>
                        <a:pt x="66961" y="84011"/>
                      </a:lnTo>
                      <a:cubicBezTo>
                        <a:pt x="66961" y="84011"/>
                        <a:pt x="66389" y="83439"/>
                        <a:pt x="65913" y="83439"/>
                      </a:cubicBezTo>
                      <a:cubicBezTo>
                        <a:pt x="65722" y="83439"/>
                        <a:pt x="65341" y="83629"/>
                        <a:pt x="64675" y="84201"/>
                      </a:cubicBezTo>
                      <a:cubicBezTo>
                        <a:pt x="64008" y="84677"/>
                        <a:pt x="63437" y="84868"/>
                        <a:pt x="62865" y="84772"/>
                      </a:cubicBezTo>
                      <a:cubicBezTo>
                        <a:pt x="62674" y="84772"/>
                        <a:pt x="61436" y="84677"/>
                        <a:pt x="59150" y="84677"/>
                      </a:cubicBezTo>
                      <a:cubicBezTo>
                        <a:pt x="57817" y="84677"/>
                        <a:pt x="57055" y="83725"/>
                        <a:pt x="56960" y="81915"/>
                      </a:cubicBezTo>
                      <a:cubicBezTo>
                        <a:pt x="56197" y="81629"/>
                        <a:pt x="55816" y="81058"/>
                        <a:pt x="55816" y="80201"/>
                      </a:cubicBezTo>
                      <a:cubicBezTo>
                        <a:pt x="55816" y="79820"/>
                        <a:pt x="55816" y="79153"/>
                        <a:pt x="56102" y="78296"/>
                      </a:cubicBezTo>
                      <a:cubicBezTo>
                        <a:pt x="56388" y="77438"/>
                        <a:pt x="56388" y="76771"/>
                        <a:pt x="56388" y="76295"/>
                      </a:cubicBezTo>
                      <a:cubicBezTo>
                        <a:pt x="56388" y="75057"/>
                        <a:pt x="55531" y="74295"/>
                        <a:pt x="54007" y="74104"/>
                      </a:cubicBezTo>
                      <a:cubicBezTo>
                        <a:pt x="53721" y="73628"/>
                        <a:pt x="53626" y="73057"/>
                        <a:pt x="53626" y="72390"/>
                      </a:cubicBezTo>
                      <a:cubicBezTo>
                        <a:pt x="53626" y="72104"/>
                        <a:pt x="53626" y="71628"/>
                        <a:pt x="53721" y="71057"/>
                      </a:cubicBezTo>
                      <a:cubicBezTo>
                        <a:pt x="53721" y="70390"/>
                        <a:pt x="53816" y="70009"/>
                        <a:pt x="53816" y="69723"/>
                      </a:cubicBezTo>
                      <a:cubicBezTo>
                        <a:pt x="53816" y="68771"/>
                        <a:pt x="53340" y="68009"/>
                        <a:pt x="52388" y="67437"/>
                      </a:cubicBezTo>
                      <a:lnTo>
                        <a:pt x="50768" y="66961"/>
                      </a:lnTo>
                      <a:cubicBezTo>
                        <a:pt x="51530" y="66008"/>
                        <a:pt x="51911" y="64961"/>
                        <a:pt x="51911" y="63913"/>
                      </a:cubicBezTo>
                      <a:cubicBezTo>
                        <a:pt x="51911" y="62960"/>
                        <a:pt x="51530" y="61722"/>
                        <a:pt x="50959" y="60293"/>
                      </a:cubicBezTo>
                      <a:cubicBezTo>
                        <a:pt x="50387" y="59246"/>
                        <a:pt x="49816" y="58103"/>
                        <a:pt x="49149" y="56960"/>
                      </a:cubicBezTo>
                      <a:cubicBezTo>
                        <a:pt x="49625" y="56674"/>
                        <a:pt x="49911" y="56197"/>
                        <a:pt x="50102" y="55721"/>
                      </a:cubicBezTo>
                      <a:cubicBezTo>
                        <a:pt x="50102" y="55054"/>
                        <a:pt x="49911" y="54578"/>
                        <a:pt x="49149" y="54293"/>
                      </a:cubicBezTo>
                      <a:lnTo>
                        <a:pt x="46863" y="54769"/>
                      </a:lnTo>
                      <a:lnTo>
                        <a:pt x="46291" y="50673"/>
                      </a:lnTo>
                      <a:cubicBezTo>
                        <a:pt x="45529" y="50863"/>
                        <a:pt x="45148" y="51435"/>
                        <a:pt x="45053" y="52388"/>
                      </a:cubicBezTo>
                      <a:cubicBezTo>
                        <a:pt x="45053" y="53340"/>
                        <a:pt x="44482" y="54007"/>
                        <a:pt x="43529" y="54293"/>
                      </a:cubicBezTo>
                      <a:cubicBezTo>
                        <a:pt x="43720" y="54864"/>
                        <a:pt x="43815" y="55436"/>
                        <a:pt x="43815" y="55912"/>
                      </a:cubicBezTo>
                      <a:cubicBezTo>
                        <a:pt x="43815" y="56769"/>
                        <a:pt x="43529" y="57912"/>
                        <a:pt x="42672" y="59531"/>
                      </a:cubicBezTo>
                      <a:cubicBezTo>
                        <a:pt x="41910" y="61055"/>
                        <a:pt x="41529" y="62675"/>
                        <a:pt x="41624" y="64294"/>
                      </a:cubicBezTo>
                      <a:cubicBezTo>
                        <a:pt x="40196" y="65056"/>
                        <a:pt x="39338" y="66389"/>
                        <a:pt x="39148" y="68199"/>
                      </a:cubicBezTo>
                      <a:cubicBezTo>
                        <a:pt x="38862" y="70771"/>
                        <a:pt x="38576" y="72200"/>
                        <a:pt x="38386" y="72485"/>
                      </a:cubicBezTo>
                      <a:cubicBezTo>
                        <a:pt x="37910" y="72485"/>
                        <a:pt x="37243" y="73057"/>
                        <a:pt x="36481" y="74486"/>
                      </a:cubicBezTo>
                      <a:cubicBezTo>
                        <a:pt x="35623" y="76295"/>
                        <a:pt x="34671" y="77534"/>
                        <a:pt x="33909" y="78105"/>
                      </a:cubicBezTo>
                      <a:cubicBezTo>
                        <a:pt x="33909" y="78296"/>
                        <a:pt x="34290" y="78867"/>
                        <a:pt x="35052" y="79724"/>
                      </a:cubicBezTo>
                      <a:lnTo>
                        <a:pt x="36004" y="78581"/>
                      </a:lnTo>
                      <a:cubicBezTo>
                        <a:pt x="36004" y="78581"/>
                        <a:pt x="36290" y="78867"/>
                        <a:pt x="36290" y="79058"/>
                      </a:cubicBezTo>
                      <a:cubicBezTo>
                        <a:pt x="36290" y="79343"/>
                        <a:pt x="36100" y="79915"/>
                        <a:pt x="35623" y="80677"/>
                      </a:cubicBezTo>
                      <a:cubicBezTo>
                        <a:pt x="35147" y="81439"/>
                        <a:pt x="34957" y="81915"/>
                        <a:pt x="34957" y="82105"/>
                      </a:cubicBezTo>
                      <a:cubicBezTo>
                        <a:pt x="34195" y="83249"/>
                        <a:pt x="33814" y="83725"/>
                        <a:pt x="33814" y="83820"/>
                      </a:cubicBezTo>
                      <a:lnTo>
                        <a:pt x="34957" y="84963"/>
                      </a:lnTo>
                      <a:cubicBezTo>
                        <a:pt x="35243" y="84487"/>
                        <a:pt x="35623" y="84201"/>
                        <a:pt x="35909" y="84201"/>
                      </a:cubicBezTo>
                      <a:lnTo>
                        <a:pt x="35909" y="85344"/>
                      </a:lnTo>
                      <a:cubicBezTo>
                        <a:pt x="35909" y="85344"/>
                        <a:pt x="35147" y="85058"/>
                        <a:pt x="34957" y="85058"/>
                      </a:cubicBezTo>
                      <a:cubicBezTo>
                        <a:pt x="34195" y="85058"/>
                        <a:pt x="33623" y="86011"/>
                        <a:pt x="33242" y="87916"/>
                      </a:cubicBezTo>
                      <a:cubicBezTo>
                        <a:pt x="32766" y="90107"/>
                        <a:pt x="32195" y="91440"/>
                        <a:pt x="31528" y="91916"/>
                      </a:cubicBezTo>
                      <a:cubicBezTo>
                        <a:pt x="32099" y="92393"/>
                        <a:pt x="32575" y="93440"/>
                        <a:pt x="32861" y="95060"/>
                      </a:cubicBezTo>
                      <a:cubicBezTo>
                        <a:pt x="33147" y="96679"/>
                        <a:pt x="33814" y="97631"/>
                        <a:pt x="34957" y="98012"/>
                      </a:cubicBezTo>
                      <a:cubicBezTo>
                        <a:pt x="35528" y="97631"/>
                        <a:pt x="36862" y="97441"/>
                        <a:pt x="39053" y="97536"/>
                      </a:cubicBezTo>
                      <a:cubicBezTo>
                        <a:pt x="40862" y="97536"/>
                        <a:pt x="42005" y="97250"/>
                        <a:pt x="42196" y="96774"/>
                      </a:cubicBezTo>
                      <a:cubicBezTo>
                        <a:pt x="42291" y="97822"/>
                        <a:pt x="42672" y="100203"/>
                        <a:pt x="43148" y="103727"/>
                      </a:cubicBezTo>
                      <a:cubicBezTo>
                        <a:pt x="43624" y="106585"/>
                        <a:pt x="43910" y="108776"/>
                        <a:pt x="43910" y="110490"/>
                      </a:cubicBezTo>
                      <a:cubicBezTo>
                        <a:pt x="43910" y="113157"/>
                        <a:pt x="43529" y="115729"/>
                        <a:pt x="42672" y="118110"/>
                      </a:cubicBezTo>
                      <a:cubicBezTo>
                        <a:pt x="41338" y="118491"/>
                        <a:pt x="39053" y="118682"/>
                        <a:pt x="35909" y="118586"/>
                      </a:cubicBezTo>
                      <a:cubicBezTo>
                        <a:pt x="32766" y="118586"/>
                        <a:pt x="30385" y="118872"/>
                        <a:pt x="28765" y="119729"/>
                      </a:cubicBezTo>
                      <a:lnTo>
                        <a:pt x="29528" y="120110"/>
                      </a:lnTo>
                      <a:cubicBezTo>
                        <a:pt x="27241" y="120682"/>
                        <a:pt x="25813" y="122396"/>
                        <a:pt x="25527" y="125159"/>
                      </a:cubicBezTo>
                      <a:cubicBezTo>
                        <a:pt x="25241" y="127445"/>
                        <a:pt x="25051" y="129730"/>
                        <a:pt x="24765" y="131921"/>
                      </a:cubicBezTo>
                      <a:cubicBezTo>
                        <a:pt x="24098" y="134112"/>
                        <a:pt x="22098" y="135160"/>
                        <a:pt x="18860" y="134779"/>
                      </a:cubicBezTo>
                      <a:cubicBezTo>
                        <a:pt x="18574" y="135255"/>
                        <a:pt x="18193" y="135541"/>
                        <a:pt x="17716" y="135541"/>
                      </a:cubicBezTo>
                      <a:cubicBezTo>
                        <a:pt x="17336" y="135541"/>
                        <a:pt x="16669" y="135255"/>
                        <a:pt x="15716" y="134779"/>
                      </a:cubicBezTo>
                      <a:cubicBezTo>
                        <a:pt x="14764" y="134303"/>
                        <a:pt x="14097" y="134017"/>
                        <a:pt x="13716" y="134017"/>
                      </a:cubicBezTo>
                      <a:cubicBezTo>
                        <a:pt x="13335" y="134017"/>
                        <a:pt x="12668" y="134017"/>
                        <a:pt x="11906" y="134017"/>
                      </a:cubicBezTo>
                      <a:cubicBezTo>
                        <a:pt x="11144" y="134017"/>
                        <a:pt x="10192" y="134112"/>
                        <a:pt x="8858" y="134303"/>
                      </a:cubicBezTo>
                      <a:cubicBezTo>
                        <a:pt x="7525" y="134493"/>
                        <a:pt x="6477" y="134588"/>
                        <a:pt x="5810" y="134588"/>
                      </a:cubicBezTo>
                      <a:cubicBezTo>
                        <a:pt x="2857" y="134588"/>
                        <a:pt x="1048" y="133636"/>
                        <a:pt x="476" y="131636"/>
                      </a:cubicBezTo>
                      <a:cubicBezTo>
                        <a:pt x="190" y="130778"/>
                        <a:pt x="0" y="129921"/>
                        <a:pt x="0" y="129159"/>
                      </a:cubicBezTo>
                      <a:cubicBezTo>
                        <a:pt x="0" y="128016"/>
                        <a:pt x="476" y="126397"/>
                        <a:pt x="1429" y="124396"/>
                      </a:cubicBezTo>
                      <a:cubicBezTo>
                        <a:pt x="2381" y="122396"/>
                        <a:pt x="2762" y="120587"/>
                        <a:pt x="2477" y="119158"/>
                      </a:cubicBezTo>
                      <a:cubicBezTo>
                        <a:pt x="4096" y="118682"/>
                        <a:pt x="4953" y="117538"/>
                        <a:pt x="4953" y="115824"/>
                      </a:cubicBezTo>
                      <a:cubicBezTo>
                        <a:pt x="4953" y="115538"/>
                        <a:pt x="4953" y="115062"/>
                        <a:pt x="4763" y="114491"/>
                      </a:cubicBezTo>
                      <a:lnTo>
                        <a:pt x="4763" y="113062"/>
                      </a:lnTo>
                      <a:cubicBezTo>
                        <a:pt x="4763" y="112109"/>
                        <a:pt x="4953" y="111347"/>
                        <a:pt x="5334" y="110776"/>
                      </a:cubicBezTo>
                      <a:cubicBezTo>
                        <a:pt x="6858" y="110204"/>
                        <a:pt x="7620" y="109157"/>
                        <a:pt x="7620" y="107537"/>
                      </a:cubicBezTo>
                      <a:cubicBezTo>
                        <a:pt x="7620" y="107061"/>
                        <a:pt x="7525" y="106299"/>
                        <a:pt x="7334" y="105251"/>
                      </a:cubicBezTo>
                      <a:cubicBezTo>
                        <a:pt x="7144" y="104204"/>
                        <a:pt x="7048" y="103346"/>
                        <a:pt x="7048" y="102775"/>
                      </a:cubicBezTo>
                      <a:cubicBezTo>
                        <a:pt x="7048" y="101060"/>
                        <a:pt x="7811" y="99917"/>
                        <a:pt x="9239" y="99155"/>
                      </a:cubicBezTo>
                      <a:cubicBezTo>
                        <a:pt x="9049" y="98488"/>
                        <a:pt x="8954" y="97822"/>
                        <a:pt x="8954" y="97250"/>
                      </a:cubicBezTo>
                      <a:cubicBezTo>
                        <a:pt x="8954" y="96012"/>
                        <a:pt x="9525" y="94488"/>
                        <a:pt x="10668" y="92583"/>
                      </a:cubicBezTo>
                      <a:cubicBezTo>
                        <a:pt x="11811" y="90773"/>
                        <a:pt x="12382" y="89345"/>
                        <a:pt x="12382" y="88392"/>
                      </a:cubicBezTo>
                      <a:cubicBezTo>
                        <a:pt x="12382" y="87535"/>
                        <a:pt x="12097" y="86582"/>
                        <a:pt x="11525" y="85630"/>
                      </a:cubicBezTo>
                      <a:cubicBezTo>
                        <a:pt x="13240" y="83725"/>
                        <a:pt x="14383" y="80867"/>
                        <a:pt x="14954" y="77057"/>
                      </a:cubicBezTo>
                      <a:cubicBezTo>
                        <a:pt x="15430" y="74200"/>
                        <a:pt x="15716" y="71247"/>
                        <a:pt x="16002" y="68390"/>
                      </a:cubicBezTo>
                      <a:cubicBezTo>
                        <a:pt x="17526" y="67723"/>
                        <a:pt x="18574" y="66008"/>
                        <a:pt x="18955" y="63246"/>
                      </a:cubicBezTo>
                      <a:cubicBezTo>
                        <a:pt x="19431" y="60579"/>
                        <a:pt x="20193" y="58769"/>
                        <a:pt x="21431" y="57912"/>
                      </a:cubicBezTo>
                      <a:cubicBezTo>
                        <a:pt x="21050" y="57055"/>
                        <a:pt x="20860" y="56102"/>
                        <a:pt x="20860" y="55054"/>
                      </a:cubicBezTo>
                      <a:cubicBezTo>
                        <a:pt x="20860" y="54102"/>
                        <a:pt x="20955" y="52769"/>
                        <a:pt x="21336" y="51245"/>
                      </a:cubicBezTo>
                      <a:cubicBezTo>
                        <a:pt x="21622" y="49721"/>
                        <a:pt x="21812" y="48673"/>
                        <a:pt x="21812" y="48387"/>
                      </a:cubicBezTo>
                      <a:cubicBezTo>
                        <a:pt x="22955" y="47720"/>
                        <a:pt x="23527" y="46863"/>
                        <a:pt x="23527" y="45720"/>
                      </a:cubicBezTo>
                      <a:lnTo>
                        <a:pt x="23527" y="44005"/>
                      </a:lnTo>
                      <a:cubicBezTo>
                        <a:pt x="23527" y="42577"/>
                        <a:pt x="24289" y="41338"/>
                        <a:pt x="25813" y="40386"/>
                      </a:cubicBezTo>
                      <a:cubicBezTo>
                        <a:pt x="24955" y="39053"/>
                        <a:pt x="24955" y="36671"/>
                        <a:pt x="25813" y="33338"/>
                      </a:cubicBezTo>
                      <a:cubicBezTo>
                        <a:pt x="28004" y="32957"/>
                        <a:pt x="28861" y="31433"/>
                        <a:pt x="28385" y="28861"/>
                      </a:cubicBezTo>
                      <a:cubicBezTo>
                        <a:pt x="27813" y="25813"/>
                        <a:pt x="27813" y="23908"/>
                        <a:pt x="28480" y="23336"/>
                      </a:cubicBezTo>
                      <a:cubicBezTo>
                        <a:pt x="31147" y="20288"/>
                        <a:pt x="33338" y="18669"/>
                        <a:pt x="34957" y="18669"/>
                      </a:cubicBezTo>
                      <a:cubicBezTo>
                        <a:pt x="36100" y="18669"/>
                        <a:pt x="37147" y="19241"/>
                        <a:pt x="38005" y="20384"/>
                      </a:cubicBezTo>
                      <a:cubicBezTo>
                        <a:pt x="38290" y="20193"/>
                        <a:pt x="38386" y="19621"/>
                        <a:pt x="38386" y="18764"/>
                      </a:cubicBezTo>
                      <a:cubicBezTo>
                        <a:pt x="38671" y="18574"/>
                        <a:pt x="39053" y="18479"/>
                        <a:pt x="39338" y="18479"/>
                      </a:cubicBezTo>
                      <a:cubicBezTo>
                        <a:pt x="39719" y="18479"/>
                        <a:pt x="40386" y="18574"/>
                        <a:pt x="41338" y="18860"/>
                      </a:cubicBezTo>
                      <a:cubicBezTo>
                        <a:pt x="42291" y="19145"/>
                        <a:pt x="42958" y="19241"/>
                        <a:pt x="43244" y="19241"/>
                      </a:cubicBezTo>
                      <a:cubicBezTo>
                        <a:pt x="44387" y="19241"/>
                        <a:pt x="45244" y="18764"/>
                        <a:pt x="45720" y="17717"/>
                      </a:cubicBezTo>
                      <a:cubicBezTo>
                        <a:pt x="46196" y="18097"/>
                        <a:pt x="47149" y="18764"/>
                        <a:pt x="48578" y="19717"/>
                      </a:cubicBezTo>
                      <a:cubicBezTo>
                        <a:pt x="48958" y="18955"/>
                        <a:pt x="49530" y="18574"/>
                        <a:pt x="50387" y="18574"/>
                      </a:cubicBezTo>
                      <a:cubicBezTo>
                        <a:pt x="50863" y="18574"/>
                        <a:pt x="51625" y="18764"/>
                        <a:pt x="52769" y="19050"/>
                      </a:cubicBezTo>
                      <a:cubicBezTo>
                        <a:pt x="53912" y="19431"/>
                        <a:pt x="54769" y="19526"/>
                        <a:pt x="55436" y="19526"/>
                      </a:cubicBezTo>
                      <a:cubicBezTo>
                        <a:pt x="55912" y="19526"/>
                        <a:pt x="56293" y="19526"/>
                        <a:pt x="56674" y="19241"/>
                      </a:cubicBezTo>
                      <a:cubicBezTo>
                        <a:pt x="57912" y="20003"/>
                        <a:pt x="59150" y="20860"/>
                        <a:pt x="60484" y="21717"/>
                      </a:cubicBezTo>
                      <a:cubicBezTo>
                        <a:pt x="61722" y="22574"/>
                        <a:pt x="62389" y="23717"/>
                        <a:pt x="62389" y="25146"/>
                      </a:cubicBezTo>
                      <a:cubicBezTo>
                        <a:pt x="62389" y="25527"/>
                        <a:pt x="62389" y="26003"/>
                        <a:pt x="62294" y="26479"/>
                      </a:cubicBezTo>
                      <a:lnTo>
                        <a:pt x="64770" y="26003"/>
                      </a:lnTo>
                      <a:cubicBezTo>
                        <a:pt x="64389" y="27242"/>
                        <a:pt x="64198" y="28575"/>
                        <a:pt x="64198" y="29909"/>
                      </a:cubicBezTo>
                      <a:cubicBezTo>
                        <a:pt x="64198" y="32766"/>
                        <a:pt x="65341" y="36100"/>
                        <a:pt x="67532" y="39910"/>
                      </a:cubicBezTo>
                      <a:lnTo>
                        <a:pt x="64865" y="41053"/>
                      </a:lnTo>
                      <a:lnTo>
                        <a:pt x="67532" y="42101"/>
                      </a:lnTo>
                      <a:cubicBezTo>
                        <a:pt x="67532" y="42101"/>
                        <a:pt x="66389" y="42386"/>
                        <a:pt x="65246" y="43244"/>
                      </a:cubicBezTo>
                      <a:lnTo>
                        <a:pt x="65246" y="43815"/>
                      </a:lnTo>
                      <a:cubicBezTo>
                        <a:pt x="66008" y="43529"/>
                        <a:pt x="67342" y="43815"/>
                        <a:pt x="69152" y="44387"/>
                      </a:cubicBezTo>
                      <a:lnTo>
                        <a:pt x="67056" y="47530"/>
                      </a:lnTo>
                      <a:cubicBezTo>
                        <a:pt x="69247" y="50197"/>
                        <a:pt x="71247" y="51626"/>
                        <a:pt x="72962" y="51626"/>
                      </a:cubicBezTo>
                      <a:lnTo>
                        <a:pt x="72962" y="52769"/>
                      </a:lnTo>
                      <a:cubicBezTo>
                        <a:pt x="72295" y="51816"/>
                        <a:pt x="71819" y="51435"/>
                        <a:pt x="71438" y="51626"/>
                      </a:cubicBezTo>
                      <a:cubicBezTo>
                        <a:pt x="71056" y="52959"/>
                        <a:pt x="70866" y="54388"/>
                        <a:pt x="70866" y="55912"/>
                      </a:cubicBezTo>
                      <a:cubicBezTo>
                        <a:pt x="70866" y="59055"/>
                        <a:pt x="71533" y="61532"/>
                        <a:pt x="73057" y="63151"/>
                      </a:cubicBezTo>
                      <a:cubicBezTo>
                        <a:pt x="72676" y="63532"/>
                        <a:pt x="72485" y="63913"/>
                        <a:pt x="72485" y="64294"/>
                      </a:cubicBezTo>
                      <a:cubicBezTo>
                        <a:pt x="72485" y="64675"/>
                        <a:pt x="72866" y="65246"/>
                        <a:pt x="73628" y="65913"/>
                      </a:cubicBezTo>
                      <a:cubicBezTo>
                        <a:pt x="74295" y="66580"/>
                        <a:pt x="74676" y="67151"/>
                        <a:pt x="74676" y="67628"/>
                      </a:cubicBezTo>
                      <a:cubicBezTo>
                        <a:pt x="74676" y="67913"/>
                        <a:pt x="74581" y="68294"/>
                        <a:pt x="74295" y="68675"/>
                      </a:cubicBezTo>
                      <a:lnTo>
                        <a:pt x="76010" y="69437"/>
                      </a:lnTo>
                      <a:cubicBezTo>
                        <a:pt x="76962" y="74867"/>
                        <a:pt x="77629" y="78296"/>
                        <a:pt x="77914" y="79438"/>
                      </a:cubicBezTo>
                      <a:cubicBezTo>
                        <a:pt x="78772" y="83153"/>
                        <a:pt x="80010" y="86296"/>
                        <a:pt x="81534" y="88963"/>
                      </a:cubicBezTo>
                      <a:cubicBezTo>
                        <a:pt x="80391" y="90869"/>
                        <a:pt x="80772" y="92393"/>
                        <a:pt x="82677" y="93440"/>
                      </a:cubicBezTo>
                      <a:cubicBezTo>
                        <a:pt x="82487" y="98203"/>
                        <a:pt x="83248" y="101537"/>
                        <a:pt x="84868" y="103442"/>
                      </a:cubicBezTo>
                      <a:cubicBezTo>
                        <a:pt x="84868" y="108109"/>
                        <a:pt x="86011" y="110395"/>
                        <a:pt x="88392" y="110490"/>
                      </a:cubicBezTo>
                      <a:close/>
                      <a:moveTo>
                        <a:pt x="5620" y="20669"/>
                      </a:moveTo>
                      <a:lnTo>
                        <a:pt x="4477" y="21812"/>
                      </a:lnTo>
                      <a:lnTo>
                        <a:pt x="2857" y="19907"/>
                      </a:lnTo>
                      <a:lnTo>
                        <a:pt x="5620" y="20669"/>
                      </a:lnTo>
                      <a:close/>
                      <a:moveTo>
                        <a:pt x="8096" y="42386"/>
                      </a:moveTo>
                      <a:lnTo>
                        <a:pt x="8954" y="45149"/>
                      </a:lnTo>
                      <a:lnTo>
                        <a:pt x="6763" y="48673"/>
                      </a:lnTo>
                      <a:lnTo>
                        <a:pt x="8096" y="42482"/>
                      </a:lnTo>
                      <a:close/>
                      <a:moveTo>
                        <a:pt x="10001" y="29528"/>
                      </a:moveTo>
                      <a:cubicBezTo>
                        <a:pt x="10001" y="29528"/>
                        <a:pt x="9335" y="29909"/>
                        <a:pt x="8572" y="30671"/>
                      </a:cubicBezTo>
                      <a:lnTo>
                        <a:pt x="8096" y="29051"/>
                      </a:lnTo>
                      <a:lnTo>
                        <a:pt x="10001" y="29432"/>
                      </a:lnTo>
                      <a:close/>
                      <a:moveTo>
                        <a:pt x="22384" y="32385"/>
                      </a:moveTo>
                      <a:cubicBezTo>
                        <a:pt x="21717" y="30861"/>
                        <a:pt x="20479" y="30290"/>
                        <a:pt x="18479" y="30671"/>
                      </a:cubicBezTo>
                      <a:lnTo>
                        <a:pt x="18097" y="31242"/>
                      </a:lnTo>
                      <a:cubicBezTo>
                        <a:pt x="18097" y="30290"/>
                        <a:pt x="18383" y="29813"/>
                        <a:pt x="18955" y="29813"/>
                      </a:cubicBezTo>
                      <a:cubicBezTo>
                        <a:pt x="19050" y="29813"/>
                        <a:pt x="19526" y="30004"/>
                        <a:pt x="20574" y="30290"/>
                      </a:cubicBezTo>
                      <a:cubicBezTo>
                        <a:pt x="21336" y="30480"/>
                        <a:pt x="22003" y="30480"/>
                        <a:pt x="22384" y="30290"/>
                      </a:cubicBezTo>
                      <a:lnTo>
                        <a:pt x="22384" y="32385"/>
                      </a:lnTo>
                      <a:close/>
                      <a:moveTo>
                        <a:pt x="20098" y="79248"/>
                      </a:moveTo>
                      <a:lnTo>
                        <a:pt x="20098" y="76486"/>
                      </a:lnTo>
                      <a:lnTo>
                        <a:pt x="19621" y="76486"/>
                      </a:lnTo>
                      <a:lnTo>
                        <a:pt x="19621" y="79248"/>
                      </a:lnTo>
                      <a:lnTo>
                        <a:pt x="20098" y="79248"/>
                      </a:lnTo>
                      <a:close/>
                      <a:moveTo>
                        <a:pt x="28099" y="34671"/>
                      </a:moveTo>
                      <a:lnTo>
                        <a:pt x="31242" y="32957"/>
                      </a:lnTo>
                      <a:lnTo>
                        <a:pt x="30766" y="31242"/>
                      </a:lnTo>
                      <a:lnTo>
                        <a:pt x="28004" y="34671"/>
                      </a:lnTo>
                      <a:close/>
                      <a:moveTo>
                        <a:pt x="31242" y="54674"/>
                      </a:moveTo>
                      <a:lnTo>
                        <a:pt x="34004" y="55436"/>
                      </a:lnTo>
                      <a:lnTo>
                        <a:pt x="33528" y="54674"/>
                      </a:lnTo>
                      <a:lnTo>
                        <a:pt x="31242" y="54674"/>
                      </a:lnTo>
                      <a:close/>
                      <a:moveTo>
                        <a:pt x="33528" y="51911"/>
                      </a:moveTo>
                      <a:lnTo>
                        <a:pt x="34671" y="51340"/>
                      </a:lnTo>
                      <a:lnTo>
                        <a:pt x="33528" y="50197"/>
                      </a:lnTo>
                      <a:lnTo>
                        <a:pt x="33528" y="52007"/>
                      </a:lnTo>
                      <a:close/>
                      <a:moveTo>
                        <a:pt x="34671" y="27908"/>
                      </a:moveTo>
                      <a:lnTo>
                        <a:pt x="36386" y="27527"/>
                      </a:lnTo>
                      <a:lnTo>
                        <a:pt x="33909" y="26861"/>
                      </a:lnTo>
                      <a:lnTo>
                        <a:pt x="34576" y="28004"/>
                      </a:lnTo>
                      <a:close/>
                      <a:moveTo>
                        <a:pt x="35147" y="10001"/>
                      </a:moveTo>
                      <a:lnTo>
                        <a:pt x="35814" y="11716"/>
                      </a:lnTo>
                      <a:lnTo>
                        <a:pt x="34671" y="11716"/>
                      </a:lnTo>
                      <a:lnTo>
                        <a:pt x="35147" y="10001"/>
                      </a:lnTo>
                      <a:close/>
                      <a:moveTo>
                        <a:pt x="40386" y="6096"/>
                      </a:moveTo>
                      <a:cubicBezTo>
                        <a:pt x="39624" y="5810"/>
                        <a:pt x="39243" y="5239"/>
                        <a:pt x="39243" y="4382"/>
                      </a:cubicBezTo>
                      <a:lnTo>
                        <a:pt x="39243" y="2381"/>
                      </a:lnTo>
                      <a:lnTo>
                        <a:pt x="43148" y="0"/>
                      </a:lnTo>
                      <a:cubicBezTo>
                        <a:pt x="43148" y="0"/>
                        <a:pt x="42672" y="857"/>
                        <a:pt x="41624" y="1429"/>
                      </a:cubicBezTo>
                      <a:cubicBezTo>
                        <a:pt x="40577" y="1905"/>
                        <a:pt x="40100" y="2477"/>
                        <a:pt x="40100" y="2953"/>
                      </a:cubicBezTo>
                      <a:cubicBezTo>
                        <a:pt x="40100" y="3238"/>
                        <a:pt x="40291" y="3620"/>
                        <a:pt x="40767" y="4096"/>
                      </a:cubicBezTo>
                      <a:cubicBezTo>
                        <a:pt x="40957" y="4667"/>
                        <a:pt x="40767" y="5334"/>
                        <a:pt x="40291" y="6096"/>
                      </a:cubicBezTo>
                      <a:close/>
                      <a:moveTo>
                        <a:pt x="44291" y="13430"/>
                      </a:moveTo>
                      <a:lnTo>
                        <a:pt x="45244" y="13430"/>
                      </a:lnTo>
                      <a:lnTo>
                        <a:pt x="43529" y="16288"/>
                      </a:lnTo>
                      <a:lnTo>
                        <a:pt x="44291" y="13430"/>
                      </a:lnTo>
                      <a:close/>
                      <a:moveTo>
                        <a:pt x="44291" y="33528"/>
                      </a:moveTo>
                      <a:lnTo>
                        <a:pt x="44291" y="31813"/>
                      </a:lnTo>
                      <a:lnTo>
                        <a:pt x="43529" y="31813"/>
                      </a:lnTo>
                      <a:lnTo>
                        <a:pt x="43529" y="33528"/>
                      </a:lnTo>
                      <a:lnTo>
                        <a:pt x="44291" y="33528"/>
                      </a:lnTo>
                      <a:close/>
                      <a:moveTo>
                        <a:pt x="51530" y="11144"/>
                      </a:moveTo>
                      <a:lnTo>
                        <a:pt x="51530" y="13430"/>
                      </a:lnTo>
                      <a:lnTo>
                        <a:pt x="49911" y="9525"/>
                      </a:lnTo>
                      <a:cubicBezTo>
                        <a:pt x="50959" y="9525"/>
                        <a:pt x="51530" y="10001"/>
                        <a:pt x="51530" y="11144"/>
                      </a:cubicBezTo>
                      <a:close/>
                      <a:moveTo>
                        <a:pt x="54293" y="32385"/>
                      </a:moveTo>
                      <a:lnTo>
                        <a:pt x="57531" y="31242"/>
                      </a:lnTo>
                      <a:lnTo>
                        <a:pt x="55816" y="31242"/>
                      </a:lnTo>
                      <a:lnTo>
                        <a:pt x="54197" y="32385"/>
                      </a:lnTo>
                      <a:close/>
                      <a:moveTo>
                        <a:pt x="54293" y="43529"/>
                      </a:moveTo>
                      <a:lnTo>
                        <a:pt x="54673" y="41815"/>
                      </a:lnTo>
                      <a:lnTo>
                        <a:pt x="54293" y="41434"/>
                      </a:lnTo>
                      <a:lnTo>
                        <a:pt x="54293" y="43625"/>
                      </a:lnTo>
                      <a:close/>
                      <a:moveTo>
                        <a:pt x="59150" y="89249"/>
                      </a:moveTo>
                      <a:cubicBezTo>
                        <a:pt x="59150" y="89249"/>
                        <a:pt x="59627" y="89345"/>
                        <a:pt x="60293" y="89630"/>
                      </a:cubicBezTo>
                      <a:lnTo>
                        <a:pt x="60770" y="89249"/>
                      </a:lnTo>
                      <a:lnTo>
                        <a:pt x="59150" y="87630"/>
                      </a:lnTo>
                      <a:lnTo>
                        <a:pt x="61436" y="88487"/>
                      </a:lnTo>
                      <a:cubicBezTo>
                        <a:pt x="60198" y="89726"/>
                        <a:pt x="59436" y="90392"/>
                        <a:pt x="59150" y="90392"/>
                      </a:cubicBezTo>
                      <a:lnTo>
                        <a:pt x="59150" y="89249"/>
                      </a:lnTo>
                      <a:close/>
                      <a:moveTo>
                        <a:pt x="63532" y="61341"/>
                      </a:moveTo>
                      <a:cubicBezTo>
                        <a:pt x="64579" y="60865"/>
                        <a:pt x="65056" y="59912"/>
                        <a:pt x="64770" y="58579"/>
                      </a:cubicBezTo>
                      <a:cubicBezTo>
                        <a:pt x="63341" y="58960"/>
                        <a:pt x="62579" y="59722"/>
                        <a:pt x="62579" y="60960"/>
                      </a:cubicBezTo>
                      <a:cubicBezTo>
                        <a:pt x="62960" y="61341"/>
                        <a:pt x="63246" y="61436"/>
                        <a:pt x="63437" y="61341"/>
                      </a:cubicBezTo>
                      <a:close/>
                      <a:moveTo>
                        <a:pt x="64770" y="39529"/>
                      </a:moveTo>
                      <a:lnTo>
                        <a:pt x="63055" y="39529"/>
                      </a:lnTo>
                      <a:lnTo>
                        <a:pt x="63532" y="43625"/>
                      </a:lnTo>
                      <a:lnTo>
                        <a:pt x="64770" y="39529"/>
                      </a:lnTo>
                      <a:close/>
                      <a:moveTo>
                        <a:pt x="64770" y="54293"/>
                      </a:moveTo>
                      <a:cubicBezTo>
                        <a:pt x="64770" y="54293"/>
                        <a:pt x="64484" y="53530"/>
                        <a:pt x="64484" y="53245"/>
                      </a:cubicBezTo>
                      <a:cubicBezTo>
                        <a:pt x="64484" y="52483"/>
                        <a:pt x="64961" y="52102"/>
                        <a:pt x="66104" y="52102"/>
                      </a:cubicBezTo>
                      <a:lnTo>
                        <a:pt x="67151" y="52102"/>
                      </a:lnTo>
                      <a:lnTo>
                        <a:pt x="67151" y="51340"/>
                      </a:lnTo>
                      <a:cubicBezTo>
                        <a:pt x="67151" y="51340"/>
                        <a:pt x="66580" y="51245"/>
                        <a:pt x="66294" y="51245"/>
                      </a:cubicBezTo>
                      <a:cubicBezTo>
                        <a:pt x="65627" y="51245"/>
                        <a:pt x="64961" y="51530"/>
                        <a:pt x="64389" y="52197"/>
                      </a:cubicBezTo>
                      <a:cubicBezTo>
                        <a:pt x="63818" y="52864"/>
                        <a:pt x="63532" y="53530"/>
                        <a:pt x="63532" y="54293"/>
                      </a:cubicBezTo>
                      <a:lnTo>
                        <a:pt x="64770" y="54293"/>
                      </a:lnTo>
                      <a:close/>
                      <a:moveTo>
                        <a:pt x="65341" y="78581"/>
                      </a:moveTo>
                      <a:cubicBezTo>
                        <a:pt x="65341" y="78581"/>
                        <a:pt x="65532" y="78105"/>
                        <a:pt x="65913" y="77438"/>
                      </a:cubicBezTo>
                      <a:cubicBezTo>
                        <a:pt x="65341" y="77438"/>
                        <a:pt x="64961" y="77438"/>
                        <a:pt x="64865" y="77915"/>
                      </a:cubicBezTo>
                      <a:cubicBezTo>
                        <a:pt x="64675" y="78296"/>
                        <a:pt x="64484" y="78486"/>
                        <a:pt x="64198" y="78677"/>
                      </a:cubicBezTo>
                      <a:lnTo>
                        <a:pt x="65341" y="78677"/>
                      </a:lnTo>
                      <a:close/>
                      <a:moveTo>
                        <a:pt x="65913" y="16859"/>
                      </a:moveTo>
                      <a:lnTo>
                        <a:pt x="67056" y="15716"/>
                      </a:lnTo>
                      <a:lnTo>
                        <a:pt x="65341" y="14097"/>
                      </a:lnTo>
                      <a:lnTo>
                        <a:pt x="66389" y="12954"/>
                      </a:lnTo>
                      <a:lnTo>
                        <a:pt x="68294" y="16383"/>
                      </a:lnTo>
                      <a:lnTo>
                        <a:pt x="66008" y="16859"/>
                      </a:lnTo>
                      <a:close/>
                      <a:moveTo>
                        <a:pt x="72962" y="87725"/>
                      </a:moveTo>
                      <a:lnTo>
                        <a:pt x="72962" y="85820"/>
                      </a:lnTo>
                      <a:cubicBezTo>
                        <a:pt x="72962" y="85820"/>
                        <a:pt x="72771" y="86106"/>
                        <a:pt x="71819" y="86582"/>
                      </a:cubicBezTo>
                      <a:cubicBezTo>
                        <a:pt x="71533" y="86392"/>
                        <a:pt x="71247" y="86011"/>
                        <a:pt x="70866" y="85535"/>
                      </a:cubicBezTo>
                      <a:cubicBezTo>
                        <a:pt x="70485" y="85058"/>
                        <a:pt x="70199" y="84868"/>
                        <a:pt x="70009" y="84868"/>
                      </a:cubicBezTo>
                      <a:cubicBezTo>
                        <a:pt x="69723" y="84868"/>
                        <a:pt x="69437" y="85058"/>
                        <a:pt x="69056" y="85439"/>
                      </a:cubicBezTo>
                      <a:lnTo>
                        <a:pt x="72962" y="87725"/>
                      </a:lnTo>
                      <a:close/>
                      <a:moveTo>
                        <a:pt x="76486" y="86963"/>
                      </a:moveTo>
                      <a:cubicBezTo>
                        <a:pt x="76486" y="86963"/>
                        <a:pt x="76676" y="86963"/>
                        <a:pt x="76486" y="86678"/>
                      </a:cubicBezTo>
                      <a:lnTo>
                        <a:pt x="75914" y="83058"/>
                      </a:lnTo>
                      <a:cubicBezTo>
                        <a:pt x="75914" y="83058"/>
                        <a:pt x="75343" y="83820"/>
                        <a:pt x="75343" y="84201"/>
                      </a:cubicBezTo>
                      <a:cubicBezTo>
                        <a:pt x="75343" y="83915"/>
                        <a:pt x="75724" y="84772"/>
                        <a:pt x="76486" y="86678"/>
                      </a:cubicBezTo>
                      <a:lnTo>
                        <a:pt x="76486" y="86963"/>
                      </a:lnTo>
                      <a:close/>
                      <a:moveTo>
                        <a:pt x="82963" y="476"/>
                      </a:moveTo>
                      <a:lnTo>
                        <a:pt x="82963" y="1715"/>
                      </a:lnTo>
                      <a:lnTo>
                        <a:pt x="80963" y="1715"/>
                      </a:lnTo>
                      <a:lnTo>
                        <a:pt x="82963" y="476"/>
                      </a:lnTo>
                      <a:close/>
                      <a:moveTo>
                        <a:pt x="84106" y="23622"/>
                      </a:moveTo>
                      <a:lnTo>
                        <a:pt x="82487" y="25241"/>
                      </a:lnTo>
                      <a:lnTo>
                        <a:pt x="84106" y="22955"/>
                      </a:lnTo>
                      <a:lnTo>
                        <a:pt x="84106" y="23717"/>
                      </a:lnTo>
                      <a:close/>
                      <a:moveTo>
                        <a:pt x="92488" y="49054"/>
                      </a:moveTo>
                      <a:lnTo>
                        <a:pt x="91345" y="50197"/>
                      </a:lnTo>
                      <a:lnTo>
                        <a:pt x="90488" y="50197"/>
                      </a:lnTo>
                      <a:lnTo>
                        <a:pt x="92488" y="49054"/>
                      </a:lnTo>
                      <a:close/>
                      <a:moveTo>
                        <a:pt x="92107" y="24765"/>
                      </a:moveTo>
                      <a:cubicBezTo>
                        <a:pt x="92107" y="24765"/>
                        <a:pt x="91630" y="24765"/>
                        <a:pt x="91630" y="24003"/>
                      </a:cubicBezTo>
                      <a:cubicBezTo>
                        <a:pt x="91630" y="23241"/>
                        <a:pt x="91535" y="22860"/>
                        <a:pt x="91345" y="22860"/>
                      </a:cubicBezTo>
                      <a:lnTo>
                        <a:pt x="92107" y="22860"/>
                      </a:lnTo>
                      <a:lnTo>
                        <a:pt x="92107" y="24765"/>
                      </a:lnTo>
                      <a:close/>
                      <a:moveTo>
                        <a:pt x="113252" y="12954"/>
                      </a:moveTo>
                      <a:cubicBezTo>
                        <a:pt x="113252" y="12954"/>
                        <a:pt x="113252" y="12192"/>
                        <a:pt x="113443" y="11716"/>
                      </a:cubicBezTo>
                      <a:cubicBezTo>
                        <a:pt x="113633" y="11335"/>
                        <a:pt x="114014" y="11144"/>
                        <a:pt x="114395" y="11240"/>
                      </a:cubicBezTo>
                      <a:lnTo>
                        <a:pt x="114395" y="12954"/>
                      </a:lnTo>
                      <a:lnTo>
                        <a:pt x="113252" y="12954"/>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3" name="Google Shape;1063;p99"/>
              <p:cNvGrpSpPr/>
              <p:nvPr/>
            </p:nvGrpSpPr>
            <p:grpSpPr>
              <a:xfrm>
                <a:off x="8906631" y="4136041"/>
                <a:ext cx="1437417" cy="269081"/>
                <a:chOff x="3653313" y="1854136"/>
                <a:chExt cx="1437417" cy="269081"/>
              </a:xfrm>
            </p:grpSpPr>
            <p:sp>
              <p:nvSpPr>
                <p:cNvPr id="1064" name="Google Shape;1064;p99"/>
                <p:cNvSpPr/>
                <p:nvPr/>
              </p:nvSpPr>
              <p:spPr>
                <a:xfrm>
                  <a:off x="3653313" y="1882425"/>
                  <a:ext cx="173151" cy="203311"/>
                </a:xfrm>
                <a:custGeom>
                  <a:avLst/>
                  <a:gdLst/>
                  <a:ahLst/>
                  <a:cxnLst/>
                  <a:rect l="l" t="t" r="r" b="b"/>
                  <a:pathLst>
                    <a:path w="173151" h="203311" extrusionOk="0">
                      <a:moveTo>
                        <a:pt x="172974" y="148495"/>
                      </a:moveTo>
                      <a:cubicBezTo>
                        <a:pt x="173450" y="150685"/>
                        <a:pt x="172974" y="153543"/>
                        <a:pt x="171450" y="156877"/>
                      </a:cubicBezTo>
                      <a:lnTo>
                        <a:pt x="171450" y="153829"/>
                      </a:lnTo>
                      <a:cubicBezTo>
                        <a:pt x="170593" y="154114"/>
                        <a:pt x="169735" y="154210"/>
                        <a:pt x="168878" y="154210"/>
                      </a:cubicBezTo>
                      <a:cubicBezTo>
                        <a:pt x="167545" y="154210"/>
                        <a:pt x="165544" y="154019"/>
                        <a:pt x="163259" y="153448"/>
                      </a:cubicBezTo>
                      <a:cubicBezTo>
                        <a:pt x="160782" y="152971"/>
                        <a:pt x="158877" y="152686"/>
                        <a:pt x="157734" y="152686"/>
                      </a:cubicBezTo>
                      <a:cubicBezTo>
                        <a:pt x="155829" y="152686"/>
                        <a:pt x="154591" y="153067"/>
                        <a:pt x="153448" y="153829"/>
                      </a:cubicBezTo>
                      <a:lnTo>
                        <a:pt x="172974" y="163354"/>
                      </a:lnTo>
                      <a:cubicBezTo>
                        <a:pt x="167830" y="177641"/>
                        <a:pt x="158877" y="186404"/>
                        <a:pt x="145828" y="189738"/>
                      </a:cubicBezTo>
                      <a:cubicBezTo>
                        <a:pt x="145447" y="194119"/>
                        <a:pt x="142113" y="196405"/>
                        <a:pt x="136398" y="196882"/>
                      </a:cubicBezTo>
                      <a:cubicBezTo>
                        <a:pt x="130588" y="197263"/>
                        <a:pt x="127825" y="198310"/>
                        <a:pt x="127825" y="200120"/>
                      </a:cubicBezTo>
                      <a:cubicBezTo>
                        <a:pt x="127825" y="200882"/>
                        <a:pt x="128016" y="201739"/>
                        <a:pt x="128588" y="202787"/>
                      </a:cubicBezTo>
                      <a:cubicBezTo>
                        <a:pt x="125254" y="202787"/>
                        <a:pt x="119729" y="202978"/>
                        <a:pt x="112204" y="203168"/>
                      </a:cubicBezTo>
                      <a:cubicBezTo>
                        <a:pt x="105061" y="203359"/>
                        <a:pt x="99346" y="203359"/>
                        <a:pt x="95345" y="203168"/>
                      </a:cubicBezTo>
                      <a:cubicBezTo>
                        <a:pt x="89440" y="202882"/>
                        <a:pt x="83915" y="202025"/>
                        <a:pt x="78962" y="200406"/>
                      </a:cubicBezTo>
                      <a:cubicBezTo>
                        <a:pt x="78391" y="198215"/>
                        <a:pt x="76391" y="195072"/>
                        <a:pt x="73057" y="191167"/>
                      </a:cubicBezTo>
                      <a:cubicBezTo>
                        <a:pt x="70294" y="191738"/>
                        <a:pt x="68580" y="193643"/>
                        <a:pt x="67818" y="196786"/>
                      </a:cubicBezTo>
                      <a:cubicBezTo>
                        <a:pt x="66866" y="200692"/>
                        <a:pt x="66199" y="202882"/>
                        <a:pt x="66008" y="203168"/>
                      </a:cubicBezTo>
                      <a:lnTo>
                        <a:pt x="7239" y="203168"/>
                      </a:lnTo>
                      <a:cubicBezTo>
                        <a:pt x="3143" y="198025"/>
                        <a:pt x="1333" y="191643"/>
                        <a:pt x="1333" y="184118"/>
                      </a:cubicBezTo>
                      <a:cubicBezTo>
                        <a:pt x="1333" y="181546"/>
                        <a:pt x="1619" y="177355"/>
                        <a:pt x="2381" y="171640"/>
                      </a:cubicBezTo>
                      <a:cubicBezTo>
                        <a:pt x="3143" y="166021"/>
                        <a:pt x="3619" y="161639"/>
                        <a:pt x="3619" y="158877"/>
                      </a:cubicBezTo>
                      <a:cubicBezTo>
                        <a:pt x="3619" y="152686"/>
                        <a:pt x="2381" y="147256"/>
                        <a:pt x="95" y="142399"/>
                      </a:cubicBezTo>
                      <a:cubicBezTo>
                        <a:pt x="1143" y="139351"/>
                        <a:pt x="1524" y="134684"/>
                        <a:pt x="1524" y="128206"/>
                      </a:cubicBezTo>
                      <a:lnTo>
                        <a:pt x="1524" y="119825"/>
                      </a:lnTo>
                      <a:cubicBezTo>
                        <a:pt x="1238" y="115824"/>
                        <a:pt x="1238" y="112776"/>
                        <a:pt x="1238" y="111061"/>
                      </a:cubicBezTo>
                      <a:cubicBezTo>
                        <a:pt x="1238" y="99346"/>
                        <a:pt x="3143" y="91059"/>
                        <a:pt x="7144" y="86201"/>
                      </a:cubicBezTo>
                      <a:lnTo>
                        <a:pt x="1905" y="78581"/>
                      </a:lnTo>
                      <a:cubicBezTo>
                        <a:pt x="1143" y="76200"/>
                        <a:pt x="762" y="73723"/>
                        <a:pt x="762" y="70961"/>
                      </a:cubicBezTo>
                      <a:cubicBezTo>
                        <a:pt x="762" y="68199"/>
                        <a:pt x="1333" y="63532"/>
                        <a:pt x="2572" y="57055"/>
                      </a:cubicBezTo>
                      <a:cubicBezTo>
                        <a:pt x="3715" y="50578"/>
                        <a:pt x="4286" y="45720"/>
                        <a:pt x="4286" y="42386"/>
                      </a:cubicBezTo>
                      <a:cubicBezTo>
                        <a:pt x="4286" y="36481"/>
                        <a:pt x="2762" y="31718"/>
                        <a:pt x="0" y="27813"/>
                      </a:cubicBezTo>
                      <a:cubicBezTo>
                        <a:pt x="1714" y="25622"/>
                        <a:pt x="2762" y="22384"/>
                        <a:pt x="3048" y="18288"/>
                      </a:cubicBezTo>
                      <a:lnTo>
                        <a:pt x="3048" y="8382"/>
                      </a:lnTo>
                      <a:cubicBezTo>
                        <a:pt x="3524" y="4286"/>
                        <a:pt x="5620" y="1524"/>
                        <a:pt x="9144" y="0"/>
                      </a:cubicBezTo>
                      <a:cubicBezTo>
                        <a:pt x="14002" y="762"/>
                        <a:pt x="20860" y="1048"/>
                        <a:pt x="29432" y="1048"/>
                      </a:cubicBezTo>
                      <a:cubicBezTo>
                        <a:pt x="42672" y="286"/>
                        <a:pt x="49530" y="0"/>
                        <a:pt x="49625" y="0"/>
                      </a:cubicBezTo>
                      <a:cubicBezTo>
                        <a:pt x="59912" y="571"/>
                        <a:pt x="67723" y="2857"/>
                        <a:pt x="72962" y="6953"/>
                      </a:cubicBezTo>
                      <a:cubicBezTo>
                        <a:pt x="79819" y="2381"/>
                        <a:pt x="89725" y="0"/>
                        <a:pt x="102394" y="0"/>
                      </a:cubicBezTo>
                      <a:cubicBezTo>
                        <a:pt x="123825" y="0"/>
                        <a:pt x="133921" y="0"/>
                        <a:pt x="132588" y="0"/>
                      </a:cubicBezTo>
                      <a:lnTo>
                        <a:pt x="135731" y="0"/>
                      </a:lnTo>
                      <a:cubicBezTo>
                        <a:pt x="137255" y="3048"/>
                        <a:pt x="141446" y="5905"/>
                        <a:pt x="148495" y="8382"/>
                      </a:cubicBezTo>
                      <a:cubicBezTo>
                        <a:pt x="153257" y="10477"/>
                        <a:pt x="155448" y="15145"/>
                        <a:pt x="154876" y="22574"/>
                      </a:cubicBezTo>
                      <a:cubicBezTo>
                        <a:pt x="158972" y="25146"/>
                        <a:pt x="160972" y="30004"/>
                        <a:pt x="160972" y="37147"/>
                      </a:cubicBezTo>
                      <a:cubicBezTo>
                        <a:pt x="160972" y="40005"/>
                        <a:pt x="160687" y="44005"/>
                        <a:pt x="160020" y="49244"/>
                      </a:cubicBezTo>
                      <a:cubicBezTo>
                        <a:pt x="159353" y="54578"/>
                        <a:pt x="158972" y="58007"/>
                        <a:pt x="158972" y="59817"/>
                      </a:cubicBezTo>
                      <a:cubicBezTo>
                        <a:pt x="158972" y="61627"/>
                        <a:pt x="159163" y="63055"/>
                        <a:pt x="159353" y="64389"/>
                      </a:cubicBezTo>
                      <a:cubicBezTo>
                        <a:pt x="156210" y="67056"/>
                        <a:pt x="154686" y="70961"/>
                        <a:pt x="154781" y="76295"/>
                      </a:cubicBezTo>
                      <a:lnTo>
                        <a:pt x="154781" y="89725"/>
                      </a:lnTo>
                      <a:cubicBezTo>
                        <a:pt x="157639" y="90011"/>
                        <a:pt x="160306" y="92297"/>
                        <a:pt x="162687" y="96679"/>
                      </a:cubicBezTo>
                      <a:cubicBezTo>
                        <a:pt x="165068" y="101060"/>
                        <a:pt x="167450" y="103346"/>
                        <a:pt x="169831" y="103537"/>
                      </a:cubicBezTo>
                      <a:cubicBezTo>
                        <a:pt x="167164" y="105061"/>
                        <a:pt x="166021" y="107537"/>
                        <a:pt x="166783" y="110871"/>
                      </a:cubicBezTo>
                      <a:cubicBezTo>
                        <a:pt x="168307" y="112395"/>
                        <a:pt x="169831" y="113729"/>
                        <a:pt x="171259" y="115062"/>
                      </a:cubicBezTo>
                      <a:cubicBezTo>
                        <a:pt x="172974" y="117062"/>
                        <a:pt x="173546" y="119348"/>
                        <a:pt x="172784" y="121634"/>
                      </a:cubicBezTo>
                      <a:cubicBezTo>
                        <a:pt x="170212" y="118300"/>
                        <a:pt x="167164" y="116586"/>
                        <a:pt x="163639" y="116586"/>
                      </a:cubicBezTo>
                      <a:lnTo>
                        <a:pt x="160592" y="119729"/>
                      </a:lnTo>
                      <a:cubicBezTo>
                        <a:pt x="161449" y="119920"/>
                        <a:pt x="163163" y="120682"/>
                        <a:pt x="165544" y="121634"/>
                      </a:cubicBezTo>
                      <a:cubicBezTo>
                        <a:pt x="165544" y="122396"/>
                        <a:pt x="164783" y="122777"/>
                        <a:pt x="163163" y="122777"/>
                      </a:cubicBezTo>
                      <a:cubicBezTo>
                        <a:pt x="161068" y="122492"/>
                        <a:pt x="159925" y="122492"/>
                        <a:pt x="159258" y="122777"/>
                      </a:cubicBezTo>
                      <a:cubicBezTo>
                        <a:pt x="158782" y="122492"/>
                        <a:pt x="158210" y="121063"/>
                        <a:pt x="157448" y="118205"/>
                      </a:cubicBezTo>
                      <a:cubicBezTo>
                        <a:pt x="156591" y="116396"/>
                        <a:pt x="155258" y="115919"/>
                        <a:pt x="153162" y="116586"/>
                      </a:cubicBezTo>
                      <a:cubicBezTo>
                        <a:pt x="153734" y="119729"/>
                        <a:pt x="153162" y="121158"/>
                        <a:pt x="151638" y="121158"/>
                      </a:cubicBezTo>
                      <a:cubicBezTo>
                        <a:pt x="151067" y="121158"/>
                        <a:pt x="150209" y="120967"/>
                        <a:pt x="148495" y="120682"/>
                      </a:cubicBezTo>
                      <a:cubicBezTo>
                        <a:pt x="146971" y="120205"/>
                        <a:pt x="145637" y="120110"/>
                        <a:pt x="144685" y="120110"/>
                      </a:cubicBezTo>
                      <a:cubicBezTo>
                        <a:pt x="142589" y="120110"/>
                        <a:pt x="141065" y="120967"/>
                        <a:pt x="140017" y="122777"/>
                      </a:cubicBezTo>
                      <a:lnTo>
                        <a:pt x="143161" y="125730"/>
                      </a:lnTo>
                      <a:lnTo>
                        <a:pt x="144209" y="123825"/>
                      </a:lnTo>
                      <a:lnTo>
                        <a:pt x="148495" y="128873"/>
                      </a:lnTo>
                      <a:cubicBezTo>
                        <a:pt x="148495" y="128873"/>
                        <a:pt x="147352" y="129350"/>
                        <a:pt x="145447" y="130302"/>
                      </a:cubicBezTo>
                      <a:cubicBezTo>
                        <a:pt x="153067" y="133636"/>
                        <a:pt x="157448" y="135731"/>
                        <a:pt x="158496" y="136493"/>
                      </a:cubicBezTo>
                      <a:cubicBezTo>
                        <a:pt x="163830" y="139732"/>
                        <a:pt x="166592" y="143732"/>
                        <a:pt x="166592" y="148400"/>
                      </a:cubicBezTo>
                      <a:lnTo>
                        <a:pt x="172593" y="148400"/>
                      </a:lnTo>
                      <a:close/>
                      <a:moveTo>
                        <a:pt x="118015" y="144971"/>
                      </a:moveTo>
                      <a:cubicBezTo>
                        <a:pt x="119920" y="141351"/>
                        <a:pt x="119920" y="132588"/>
                        <a:pt x="118015" y="118586"/>
                      </a:cubicBezTo>
                      <a:cubicBezTo>
                        <a:pt x="114205" y="113729"/>
                        <a:pt x="108966" y="111157"/>
                        <a:pt x="102489" y="110966"/>
                      </a:cubicBezTo>
                      <a:lnTo>
                        <a:pt x="84963" y="110966"/>
                      </a:lnTo>
                      <a:cubicBezTo>
                        <a:pt x="82867" y="110776"/>
                        <a:pt x="80677" y="108775"/>
                        <a:pt x="78296" y="105061"/>
                      </a:cubicBezTo>
                      <a:cubicBezTo>
                        <a:pt x="75819" y="101346"/>
                        <a:pt x="72962" y="99917"/>
                        <a:pt x="69913" y="100679"/>
                      </a:cubicBezTo>
                      <a:cubicBezTo>
                        <a:pt x="69723" y="106013"/>
                        <a:pt x="65913" y="109252"/>
                        <a:pt x="58388" y="110490"/>
                      </a:cubicBezTo>
                      <a:cubicBezTo>
                        <a:pt x="50768" y="111728"/>
                        <a:pt x="47149" y="114300"/>
                        <a:pt x="47149" y="118681"/>
                      </a:cubicBezTo>
                      <a:cubicBezTo>
                        <a:pt x="47149" y="120301"/>
                        <a:pt x="47244" y="122110"/>
                        <a:pt x="47911" y="124015"/>
                      </a:cubicBezTo>
                      <a:lnTo>
                        <a:pt x="49054" y="124015"/>
                      </a:lnTo>
                      <a:cubicBezTo>
                        <a:pt x="49530" y="125825"/>
                        <a:pt x="50197" y="130778"/>
                        <a:pt x="50959" y="139065"/>
                      </a:cubicBezTo>
                      <a:cubicBezTo>
                        <a:pt x="50959" y="142304"/>
                        <a:pt x="48863" y="144018"/>
                        <a:pt x="44577" y="144018"/>
                      </a:cubicBezTo>
                      <a:lnTo>
                        <a:pt x="47816" y="146685"/>
                      </a:lnTo>
                      <a:cubicBezTo>
                        <a:pt x="46863" y="152590"/>
                        <a:pt x="49816" y="156781"/>
                        <a:pt x="56959" y="159734"/>
                      </a:cubicBezTo>
                      <a:cubicBezTo>
                        <a:pt x="65437" y="162782"/>
                        <a:pt x="70199" y="165830"/>
                        <a:pt x="71152" y="168878"/>
                      </a:cubicBezTo>
                      <a:cubicBezTo>
                        <a:pt x="74676" y="165068"/>
                        <a:pt x="82772" y="161925"/>
                        <a:pt x="95250" y="159353"/>
                      </a:cubicBezTo>
                      <a:cubicBezTo>
                        <a:pt x="106204" y="157067"/>
                        <a:pt x="113919" y="152400"/>
                        <a:pt x="118015" y="145161"/>
                      </a:cubicBezTo>
                      <a:close/>
                      <a:moveTo>
                        <a:pt x="45910" y="51244"/>
                      </a:moveTo>
                      <a:lnTo>
                        <a:pt x="46577" y="51244"/>
                      </a:lnTo>
                      <a:cubicBezTo>
                        <a:pt x="48006" y="52006"/>
                        <a:pt x="49625" y="53626"/>
                        <a:pt x="52006" y="55817"/>
                      </a:cubicBezTo>
                      <a:cubicBezTo>
                        <a:pt x="51435" y="57340"/>
                        <a:pt x="51244" y="58674"/>
                        <a:pt x="51244" y="59722"/>
                      </a:cubicBezTo>
                      <a:cubicBezTo>
                        <a:pt x="51244" y="63246"/>
                        <a:pt x="54197" y="65722"/>
                        <a:pt x="60008" y="67056"/>
                      </a:cubicBezTo>
                      <a:cubicBezTo>
                        <a:pt x="67246" y="68580"/>
                        <a:pt x="71533" y="70199"/>
                        <a:pt x="73057" y="72009"/>
                      </a:cubicBezTo>
                      <a:cubicBezTo>
                        <a:pt x="76962" y="68771"/>
                        <a:pt x="82487" y="66389"/>
                        <a:pt x="89344" y="64960"/>
                      </a:cubicBezTo>
                      <a:cubicBezTo>
                        <a:pt x="96393" y="63627"/>
                        <a:pt x="101822" y="60960"/>
                        <a:pt x="106013" y="57150"/>
                      </a:cubicBezTo>
                      <a:cubicBezTo>
                        <a:pt x="107061" y="48006"/>
                        <a:pt x="103346" y="43339"/>
                        <a:pt x="94869" y="43339"/>
                      </a:cubicBezTo>
                      <a:cubicBezTo>
                        <a:pt x="93821" y="43339"/>
                        <a:pt x="92488" y="43529"/>
                        <a:pt x="90678" y="43815"/>
                      </a:cubicBezTo>
                      <a:lnTo>
                        <a:pt x="86582" y="43815"/>
                      </a:lnTo>
                      <a:cubicBezTo>
                        <a:pt x="78105" y="43815"/>
                        <a:pt x="73628" y="40005"/>
                        <a:pt x="73057" y="32290"/>
                      </a:cubicBezTo>
                      <a:cubicBezTo>
                        <a:pt x="72390" y="37338"/>
                        <a:pt x="68961" y="40957"/>
                        <a:pt x="62770" y="42958"/>
                      </a:cubicBezTo>
                      <a:cubicBezTo>
                        <a:pt x="55150" y="45434"/>
                        <a:pt x="51340" y="46958"/>
                        <a:pt x="50959" y="47149"/>
                      </a:cubicBezTo>
                      <a:cubicBezTo>
                        <a:pt x="51435" y="47911"/>
                        <a:pt x="51625" y="48482"/>
                        <a:pt x="51625" y="48958"/>
                      </a:cubicBezTo>
                      <a:cubicBezTo>
                        <a:pt x="51625" y="51054"/>
                        <a:pt x="49721" y="51816"/>
                        <a:pt x="45910" y="51340"/>
                      </a:cubicBezTo>
                      <a:close/>
                      <a:moveTo>
                        <a:pt x="160782" y="131635"/>
                      </a:moveTo>
                      <a:cubicBezTo>
                        <a:pt x="162592" y="131159"/>
                        <a:pt x="164497" y="131731"/>
                        <a:pt x="166878" y="133540"/>
                      </a:cubicBezTo>
                      <a:lnTo>
                        <a:pt x="166878" y="134779"/>
                      </a:lnTo>
                      <a:lnTo>
                        <a:pt x="160782" y="131731"/>
                      </a:lnTo>
                      <a:close/>
                      <a:moveTo>
                        <a:pt x="171355" y="140779"/>
                      </a:moveTo>
                      <a:lnTo>
                        <a:pt x="169926" y="136588"/>
                      </a:lnTo>
                      <a:lnTo>
                        <a:pt x="172879" y="136588"/>
                      </a:lnTo>
                      <a:lnTo>
                        <a:pt x="171355" y="140779"/>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 name="Google Shape;1065;p99"/>
                <p:cNvSpPr/>
                <p:nvPr/>
              </p:nvSpPr>
              <p:spPr>
                <a:xfrm>
                  <a:off x="3853624" y="1881568"/>
                  <a:ext cx="220408" cy="241649"/>
                </a:xfrm>
                <a:custGeom>
                  <a:avLst/>
                  <a:gdLst/>
                  <a:ahLst/>
                  <a:cxnLst/>
                  <a:rect l="l" t="t" r="r" b="b"/>
                  <a:pathLst>
                    <a:path w="220408" h="241649" extrusionOk="0">
                      <a:moveTo>
                        <a:pt x="172212" y="133255"/>
                      </a:moveTo>
                      <a:cubicBezTo>
                        <a:pt x="169545" y="136493"/>
                        <a:pt x="168878" y="140875"/>
                        <a:pt x="169926" y="146114"/>
                      </a:cubicBezTo>
                      <a:cubicBezTo>
                        <a:pt x="171069" y="151352"/>
                        <a:pt x="170783" y="155448"/>
                        <a:pt x="169069" y="158591"/>
                      </a:cubicBezTo>
                      <a:cubicBezTo>
                        <a:pt x="168116" y="163830"/>
                        <a:pt x="164687" y="169164"/>
                        <a:pt x="158020" y="174403"/>
                      </a:cubicBezTo>
                      <a:cubicBezTo>
                        <a:pt x="151543" y="179546"/>
                        <a:pt x="148304" y="184023"/>
                        <a:pt x="148304" y="187643"/>
                      </a:cubicBezTo>
                      <a:cubicBezTo>
                        <a:pt x="148304" y="189357"/>
                        <a:pt x="148685" y="191167"/>
                        <a:pt x="149352" y="192977"/>
                      </a:cubicBezTo>
                      <a:lnTo>
                        <a:pt x="150971" y="192977"/>
                      </a:lnTo>
                      <a:lnTo>
                        <a:pt x="150971" y="194882"/>
                      </a:lnTo>
                      <a:cubicBezTo>
                        <a:pt x="148304" y="193072"/>
                        <a:pt x="143161" y="192500"/>
                        <a:pt x="135731" y="192977"/>
                      </a:cubicBezTo>
                      <a:cubicBezTo>
                        <a:pt x="133445" y="198311"/>
                        <a:pt x="129540" y="200978"/>
                        <a:pt x="124206" y="200978"/>
                      </a:cubicBezTo>
                      <a:cubicBezTo>
                        <a:pt x="122777" y="200978"/>
                        <a:pt x="120777" y="200692"/>
                        <a:pt x="118300" y="200216"/>
                      </a:cubicBezTo>
                      <a:cubicBezTo>
                        <a:pt x="114967" y="199644"/>
                        <a:pt x="112776" y="199454"/>
                        <a:pt x="112109" y="199454"/>
                      </a:cubicBezTo>
                      <a:cubicBezTo>
                        <a:pt x="112109" y="198311"/>
                        <a:pt x="111538" y="197263"/>
                        <a:pt x="110014" y="195929"/>
                      </a:cubicBezTo>
                      <a:cubicBezTo>
                        <a:pt x="108680" y="194691"/>
                        <a:pt x="107728" y="193643"/>
                        <a:pt x="107442" y="192881"/>
                      </a:cubicBezTo>
                      <a:cubicBezTo>
                        <a:pt x="108299" y="199168"/>
                        <a:pt x="104680" y="204883"/>
                        <a:pt x="96774" y="210122"/>
                      </a:cubicBezTo>
                      <a:lnTo>
                        <a:pt x="92583" y="205454"/>
                      </a:lnTo>
                      <a:cubicBezTo>
                        <a:pt x="91916" y="206407"/>
                        <a:pt x="90202" y="206978"/>
                        <a:pt x="87630" y="206978"/>
                      </a:cubicBezTo>
                      <a:lnTo>
                        <a:pt x="89630" y="205454"/>
                      </a:lnTo>
                      <a:cubicBezTo>
                        <a:pt x="88583" y="204502"/>
                        <a:pt x="87535" y="203930"/>
                        <a:pt x="86582" y="203930"/>
                      </a:cubicBezTo>
                      <a:cubicBezTo>
                        <a:pt x="85820" y="203930"/>
                        <a:pt x="84677" y="204311"/>
                        <a:pt x="83153" y="205169"/>
                      </a:cubicBezTo>
                      <a:cubicBezTo>
                        <a:pt x="81534" y="206026"/>
                        <a:pt x="80486" y="206693"/>
                        <a:pt x="79915" y="206978"/>
                      </a:cubicBezTo>
                      <a:lnTo>
                        <a:pt x="81820" y="205454"/>
                      </a:lnTo>
                      <a:cubicBezTo>
                        <a:pt x="79534" y="204502"/>
                        <a:pt x="75343" y="204026"/>
                        <a:pt x="68771" y="204311"/>
                      </a:cubicBezTo>
                      <a:cubicBezTo>
                        <a:pt x="63722" y="204311"/>
                        <a:pt x="59341" y="202692"/>
                        <a:pt x="55912" y="199358"/>
                      </a:cubicBezTo>
                      <a:cubicBezTo>
                        <a:pt x="45815" y="195739"/>
                        <a:pt x="33909" y="188309"/>
                        <a:pt x="20193" y="176689"/>
                      </a:cubicBezTo>
                      <a:cubicBezTo>
                        <a:pt x="21050" y="176498"/>
                        <a:pt x="21431" y="174974"/>
                        <a:pt x="21431" y="172212"/>
                      </a:cubicBezTo>
                      <a:cubicBezTo>
                        <a:pt x="17050" y="169831"/>
                        <a:pt x="13430" y="165259"/>
                        <a:pt x="10382" y="158401"/>
                      </a:cubicBezTo>
                      <a:cubicBezTo>
                        <a:pt x="6858" y="149828"/>
                        <a:pt x="4000" y="144494"/>
                        <a:pt x="1905" y="142304"/>
                      </a:cubicBezTo>
                      <a:lnTo>
                        <a:pt x="0" y="6096"/>
                      </a:lnTo>
                      <a:lnTo>
                        <a:pt x="4858" y="0"/>
                      </a:lnTo>
                      <a:cubicBezTo>
                        <a:pt x="12573" y="1524"/>
                        <a:pt x="26670" y="1524"/>
                        <a:pt x="47434" y="0"/>
                      </a:cubicBezTo>
                      <a:cubicBezTo>
                        <a:pt x="45053" y="1333"/>
                        <a:pt x="44005" y="2667"/>
                        <a:pt x="44005" y="4191"/>
                      </a:cubicBezTo>
                      <a:cubicBezTo>
                        <a:pt x="44005" y="5239"/>
                        <a:pt x="44767" y="6953"/>
                        <a:pt x="46482" y="9430"/>
                      </a:cubicBezTo>
                      <a:cubicBezTo>
                        <a:pt x="48292" y="11716"/>
                        <a:pt x="48863" y="13811"/>
                        <a:pt x="48673" y="15335"/>
                      </a:cubicBezTo>
                      <a:cubicBezTo>
                        <a:pt x="54007" y="17717"/>
                        <a:pt x="56674" y="22479"/>
                        <a:pt x="56674" y="29813"/>
                      </a:cubicBezTo>
                      <a:cubicBezTo>
                        <a:pt x="56674" y="32195"/>
                        <a:pt x="56388" y="35814"/>
                        <a:pt x="55817" y="40767"/>
                      </a:cubicBezTo>
                      <a:cubicBezTo>
                        <a:pt x="55150" y="45720"/>
                        <a:pt x="54769" y="49435"/>
                        <a:pt x="54769" y="51626"/>
                      </a:cubicBezTo>
                      <a:lnTo>
                        <a:pt x="51816" y="54769"/>
                      </a:lnTo>
                      <a:lnTo>
                        <a:pt x="56007" y="57817"/>
                      </a:lnTo>
                      <a:lnTo>
                        <a:pt x="57531" y="115253"/>
                      </a:lnTo>
                      <a:lnTo>
                        <a:pt x="52864" y="118301"/>
                      </a:lnTo>
                      <a:cubicBezTo>
                        <a:pt x="54102" y="120872"/>
                        <a:pt x="55531" y="127254"/>
                        <a:pt x="56674" y="137541"/>
                      </a:cubicBezTo>
                      <a:cubicBezTo>
                        <a:pt x="58007" y="146209"/>
                        <a:pt x="60388" y="152114"/>
                        <a:pt x="63532" y="155448"/>
                      </a:cubicBezTo>
                      <a:cubicBezTo>
                        <a:pt x="64484" y="156686"/>
                        <a:pt x="66199" y="157353"/>
                        <a:pt x="68580" y="157353"/>
                      </a:cubicBezTo>
                      <a:lnTo>
                        <a:pt x="74295" y="157353"/>
                      </a:lnTo>
                      <a:cubicBezTo>
                        <a:pt x="79438" y="163449"/>
                        <a:pt x="82296" y="169926"/>
                        <a:pt x="83153" y="176784"/>
                      </a:cubicBezTo>
                      <a:cubicBezTo>
                        <a:pt x="82010" y="169926"/>
                        <a:pt x="84296" y="165640"/>
                        <a:pt x="89916" y="164211"/>
                      </a:cubicBezTo>
                      <a:cubicBezTo>
                        <a:pt x="97060" y="162401"/>
                        <a:pt x="101251" y="160115"/>
                        <a:pt x="102584" y="157353"/>
                      </a:cubicBezTo>
                      <a:cubicBezTo>
                        <a:pt x="106299" y="157544"/>
                        <a:pt x="108966" y="156210"/>
                        <a:pt x="110300" y="153067"/>
                      </a:cubicBezTo>
                      <a:cubicBezTo>
                        <a:pt x="112014" y="149066"/>
                        <a:pt x="113633" y="146495"/>
                        <a:pt x="115252" y="145447"/>
                      </a:cubicBezTo>
                      <a:lnTo>
                        <a:pt x="125158" y="142399"/>
                      </a:lnTo>
                      <a:lnTo>
                        <a:pt x="119729" y="138875"/>
                      </a:lnTo>
                      <a:cubicBezTo>
                        <a:pt x="120587" y="109347"/>
                        <a:pt x="121063" y="65627"/>
                        <a:pt x="121063" y="7715"/>
                      </a:cubicBezTo>
                      <a:cubicBezTo>
                        <a:pt x="126397" y="2572"/>
                        <a:pt x="134398" y="0"/>
                        <a:pt x="145351" y="0"/>
                      </a:cubicBezTo>
                      <a:cubicBezTo>
                        <a:pt x="146209" y="0"/>
                        <a:pt x="153638" y="572"/>
                        <a:pt x="168116" y="1810"/>
                      </a:cubicBezTo>
                      <a:cubicBezTo>
                        <a:pt x="168116" y="7239"/>
                        <a:pt x="168402" y="14573"/>
                        <a:pt x="169354" y="23813"/>
                      </a:cubicBezTo>
                      <a:cubicBezTo>
                        <a:pt x="170212" y="33147"/>
                        <a:pt x="170688" y="40005"/>
                        <a:pt x="170688" y="44387"/>
                      </a:cubicBezTo>
                      <a:cubicBezTo>
                        <a:pt x="170688" y="50197"/>
                        <a:pt x="170117" y="55626"/>
                        <a:pt x="169164" y="60389"/>
                      </a:cubicBezTo>
                      <a:cubicBezTo>
                        <a:pt x="171641" y="61913"/>
                        <a:pt x="172974" y="63722"/>
                        <a:pt x="172974" y="65723"/>
                      </a:cubicBezTo>
                      <a:cubicBezTo>
                        <a:pt x="172974" y="67247"/>
                        <a:pt x="171736" y="69437"/>
                        <a:pt x="169164" y="72581"/>
                      </a:cubicBezTo>
                      <a:cubicBezTo>
                        <a:pt x="166497" y="75629"/>
                        <a:pt x="165163" y="78105"/>
                        <a:pt x="165163" y="79820"/>
                      </a:cubicBezTo>
                      <a:cubicBezTo>
                        <a:pt x="165163" y="81915"/>
                        <a:pt x="167068" y="84011"/>
                        <a:pt x="170688" y="86011"/>
                      </a:cubicBezTo>
                      <a:cubicBezTo>
                        <a:pt x="169640" y="88583"/>
                        <a:pt x="169164" y="91250"/>
                        <a:pt x="169164" y="94107"/>
                      </a:cubicBezTo>
                      <a:cubicBezTo>
                        <a:pt x="169164" y="96393"/>
                        <a:pt x="169640" y="99727"/>
                        <a:pt x="170497" y="104204"/>
                      </a:cubicBezTo>
                      <a:cubicBezTo>
                        <a:pt x="171355" y="108680"/>
                        <a:pt x="171736" y="111919"/>
                        <a:pt x="171736" y="113919"/>
                      </a:cubicBezTo>
                      <a:cubicBezTo>
                        <a:pt x="171736" y="118396"/>
                        <a:pt x="170497" y="122206"/>
                        <a:pt x="168021" y="125825"/>
                      </a:cubicBezTo>
                      <a:cubicBezTo>
                        <a:pt x="168021" y="129921"/>
                        <a:pt x="168116" y="132302"/>
                        <a:pt x="169069" y="133064"/>
                      </a:cubicBezTo>
                      <a:lnTo>
                        <a:pt x="172212" y="133064"/>
                      </a:lnTo>
                      <a:close/>
                      <a:moveTo>
                        <a:pt x="22479" y="93821"/>
                      </a:moveTo>
                      <a:lnTo>
                        <a:pt x="22479" y="82010"/>
                      </a:lnTo>
                      <a:lnTo>
                        <a:pt x="20098" y="82010"/>
                      </a:lnTo>
                      <a:cubicBezTo>
                        <a:pt x="19145" y="82010"/>
                        <a:pt x="18669" y="81439"/>
                        <a:pt x="18288" y="80486"/>
                      </a:cubicBezTo>
                      <a:cubicBezTo>
                        <a:pt x="17717" y="81725"/>
                        <a:pt x="16954" y="82963"/>
                        <a:pt x="15907" y="84296"/>
                      </a:cubicBezTo>
                      <a:cubicBezTo>
                        <a:pt x="14954" y="85630"/>
                        <a:pt x="14383" y="86487"/>
                        <a:pt x="14383" y="86963"/>
                      </a:cubicBezTo>
                      <a:cubicBezTo>
                        <a:pt x="14383" y="88011"/>
                        <a:pt x="15240" y="89249"/>
                        <a:pt x="17050" y="90678"/>
                      </a:cubicBezTo>
                      <a:cubicBezTo>
                        <a:pt x="17526" y="90297"/>
                        <a:pt x="17907" y="89726"/>
                        <a:pt x="18193" y="89249"/>
                      </a:cubicBezTo>
                      <a:cubicBezTo>
                        <a:pt x="17335" y="86678"/>
                        <a:pt x="17050" y="85344"/>
                        <a:pt x="17050" y="85058"/>
                      </a:cubicBezTo>
                      <a:cubicBezTo>
                        <a:pt x="17050" y="83249"/>
                        <a:pt x="18002" y="82296"/>
                        <a:pt x="19907" y="82010"/>
                      </a:cubicBezTo>
                      <a:lnTo>
                        <a:pt x="21146" y="82010"/>
                      </a:lnTo>
                      <a:lnTo>
                        <a:pt x="22288" y="93821"/>
                      </a:lnTo>
                      <a:close/>
                      <a:moveTo>
                        <a:pt x="40862" y="89249"/>
                      </a:moveTo>
                      <a:cubicBezTo>
                        <a:pt x="41434" y="89249"/>
                        <a:pt x="40862" y="88868"/>
                        <a:pt x="39624" y="88106"/>
                      </a:cubicBezTo>
                      <a:cubicBezTo>
                        <a:pt x="38291" y="87344"/>
                        <a:pt x="37719" y="84773"/>
                        <a:pt x="37719" y="80486"/>
                      </a:cubicBezTo>
                      <a:lnTo>
                        <a:pt x="39624" y="80486"/>
                      </a:lnTo>
                      <a:lnTo>
                        <a:pt x="39624" y="77343"/>
                      </a:lnTo>
                      <a:lnTo>
                        <a:pt x="32004" y="82010"/>
                      </a:lnTo>
                      <a:cubicBezTo>
                        <a:pt x="34576" y="83249"/>
                        <a:pt x="35242" y="85249"/>
                        <a:pt x="34385" y="88106"/>
                      </a:cubicBezTo>
                      <a:cubicBezTo>
                        <a:pt x="33623" y="88106"/>
                        <a:pt x="33147" y="88583"/>
                        <a:pt x="33147" y="89249"/>
                      </a:cubicBezTo>
                      <a:lnTo>
                        <a:pt x="34385" y="88106"/>
                      </a:lnTo>
                      <a:cubicBezTo>
                        <a:pt x="35052" y="87821"/>
                        <a:pt x="36862" y="88011"/>
                        <a:pt x="39719" y="88583"/>
                      </a:cubicBezTo>
                      <a:cubicBezTo>
                        <a:pt x="40291" y="89059"/>
                        <a:pt x="40672" y="89249"/>
                        <a:pt x="40958" y="89249"/>
                      </a:cubicBezTo>
                      <a:close/>
                      <a:moveTo>
                        <a:pt x="105537" y="185642"/>
                      </a:moveTo>
                      <a:lnTo>
                        <a:pt x="110204" y="191834"/>
                      </a:lnTo>
                      <a:lnTo>
                        <a:pt x="108680" y="185642"/>
                      </a:lnTo>
                      <a:lnTo>
                        <a:pt x="105632" y="185642"/>
                      </a:lnTo>
                      <a:close/>
                      <a:moveTo>
                        <a:pt x="115062" y="172403"/>
                      </a:moveTo>
                      <a:lnTo>
                        <a:pt x="115062" y="169355"/>
                      </a:lnTo>
                      <a:lnTo>
                        <a:pt x="113157" y="168116"/>
                      </a:lnTo>
                      <a:lnTo>
                        <a:pt x="115062" y="172403"/>
                      </a:lnTo>
                      <a:close/>
                      <a:moveTo>
                        <a:pt x="124587" y="218694"/>
                      </a:moveTo>
                      <a:cubicBezTo>
                        <a:pt x="124587" y="218694"/>
                        <a:pt x="123825" y="218408"/>
                        <a:pt x="123825" y="217932"/>
                      </a:cubicBezTo>
                      <a:lnTo>
                        <a:pt x="124587" y="218694"/>
                      </a:lnTo>
                      <a:close/>
                      <a:moveTo>
                        <a:pt x="124587" y="218694"/>
                      </a:moveTo>
                      <a:cubicBezTo>
                        <a:pt x="125063" y="218885"/>
                        <a:pt x="126587" y="219456"/>
                        <a:pt x="129159" y="220218"/>
                      </a:cubicBezTo>
                      <a:cubicBezTo>
                        <a:pt x="130969" y="220504"/>
                        <a:pt x="131921" y="221171"/>
                        <a:pt x="131921" y="222123"/>
                      </a:cubicBezTo>
                      <a:cubicBezTo>
                        <a:pt x="131921" y="222885"/>
                        <a:pt x="131254" y="223838"/>
                        <a:pt x="129921" y="225171"/>
                      </a:cubicBezTo>
                      <a:lnTo>
                        <a:pt x="124587" y="218694"/>
                      </a:lnTo>
                      <a:close/>
                      <a:moveTo>
                        <a:pt x="128111" y="175451"/>
                      </a:moveTo>
                      <a:lnTo>
                        <a:pt x="132588" y="175451"/>
                      </a:lnTo>
                      <a:cubicBezTo>
                        <a:pt x="131635" y="173927"/>
                        <a:pt x="131254" y="172879"/>
                        <a:pt x="131540" y="172498"/>
                      </a:cubicBezTo>
                      <a:lnTo>
                        <a:pt x="128111" y="172498"/>
                      </a:lnTo>
                      <a:lnTo>
                        <a:pt x="128111" y="175451"/>
                      </a:lnTo>
                      <a:close/>
                      <a:moveTo>
                        <a:pt x="129921" y="229743"/>
                      </a:moveTo>
                      <a:cubicBezTo>
                        <a:pt x="131540" y="229267"/>
                        <a:pt x="133541" y="230219"/>
                        <a:pt x="136112" y="232505"/>
                      </a:cubicBezTo>
                      <a:cubicBezTo>
                        <a:pt x="137255" y="233458"/>
                        <a:pt x="138684" y="234601"/>
                        <a:pt x="139922" y="235934"/>
                      </a:cubicBezTo>
                      <a:cubicBezTo>
                        <a:pt x="137922" y="235934"/>
                        <a:pt x="135826" y="234887"/>
                        <a:pt x="133636" y="232886"/>
                      </a:cubicBezTo>
                      <a:cubicBezTo>
                        <a:pt x="131635" y="230791"/>
                        <a:pt x="130207" y="229743"/>
                        <a:pt x="130016" y="229743"/>
                      </a:cubicBezTo>
                      <a:close/>
                      <a:moveTo>
                        <a:pt x="155258" y="29242"/>
                      </a:moveTo>
                      <a:cubicBezTo>
                        <a:pt x="154210" y="28766"/>
                        <a:pt x="153067" y="28861"/>
                        <a:pt x="152019" y="29623"/>
                      </a:cubicBezTo>
                      <a:cubicBezTo>
                        <a:pt x="150971" y="30385"/>
                        <a:pt x="150114" y="30575"/>
                        <a:pt x="149447" y="30385"/>
                      </a:cubicBezTo>
                      <a:cubicBezTo>
                        <a:pt x="150876" y="30861"/>
                        <a:pt x="152019" y="31147"/>
                        <a:pt x="153448" y="31147"/>
                      </a:cubicBezTo>
                      <a:cubicBezTo>
                        <a:pt x="156115" y="31147"/>
                        <a:pt x="156686" y="30575"/>
                        <a:pt x="155353" y="29242"/>
                      </a:cubicBezTo>
                      <a:close/>
                      <a:moveTo>
                        <a:pt x="155258" y="210312"/>
                      </a:moveTo>
                      <a:lnTo>
                        <a:pt x="155258" y="213360"/>
                      </a:lnTo>
                      <a:lnTo>
                        <a:pt x="149352" y="213360"/>
                      </a:lnTo>
                      <a:cubicBezTo>
                        <a:pt x="150019" y="212503"/>
                        <a:pt x="151924" y="211455"/>
                        <a:pt x="155258" y="210312"/>
                      </a:cubicBezTo>
                      <a:close/>
                      <a:moveTo>
                        <a:pt x="150971" y="154400"/>
                      </a:moveTo>
                      <a:cubicBezTo>
                        <a:pt x="154114" y="154400"/>
                        <a:pt x="157163" y="152876"/>
                        <a:pt x="160210" y="149828"/>
                      </a:cubicBezTo>
                      <a:cubicBezTo>
                        <a:pt x="158687" y="149066"/>
                        <a:pt x="157067" y="149638"/>
                        <a:pt x="155258" y="151543"/>
                      </a:cubicBezTo>
                      <a:cubicBezTo>
                        <a:pt x="153352" y="153543"/>
                        <a:pt x="152019" y="154400"/>
                        <a:pt x="150971" y="154400"/>
                      </a:cubicBezTo>
                      <a:close/>
                      <a:moveTo>
                        <a:pt x="155258" y="219075"/>
                      </a:moveTo>
                      <a:lnTo>
                        <a:pt x="157163" y="223266"/>
                      </a:lnTo>
                      <a:lnTo>
                        <a:pt x="152495" y="219075"/>
                      </a:lnTo>
                      <a:lnTo>
                        <a:pt x="155162" y="219075"/>
                      </a:lnTo>
                      <a:close/>
                      <a:moveTo>
                        <a:pt x="157163" y="236982"/>
                      </a:moveTo>
                      <a:cubicBezTo>
                        <a:pt x="156877" y="237839"/>
                        <a:pt x="157925" y="239363"/>
                        <a:pt x="160115" y="241649"/>
                      </a:cubicBezTo>
                      <a:lnTo>
                        <a:pt x="155162" y="241649"/>
                      </a:lnTo>
                      <a:lnTo>
                        <a:pt x="155162" y="236982"/>
                      </a:lnTo>
                      <a:lnTo>
                        <a:pt x="157067" y="236982"/>
                      </a:lnTo>
                      <a:close/>
                      <a:moveTo>
                        <a:pt x="161734" y="219075"/>
                      </a:moveTo>
                      <a:cubicBezTo>
                        <a:pt x="162211" y="220313"/>
                        <a:pt x="163259" y="220885"/>
                        <a:pt x="164783" y="220885"/>
                      </a:cubicBezTo>
                      <a:lnTo>
                        <a:pt x="164783" y="222123"/>
                      </a:lnTo>
                      <a:lnTo>
                        <a:pt x="160115" y="222123"/>
                      </a:lnTo>
                      <a:lnTo>
                        <a:pt x="161734" y="219075"/>
                      </a:lnTo>
                      <a:close/>
                      <a:moveTo>
                        <a:pt x="161734" y="202597"/>
                      </a:moveTo>
                      <a:cubicBezTo>
                        <a:pt x="164783" y="201073"/>
                        <a:pt x="166402" y="200311"/>
                        <a:pt x="166783" y="200311"/>
                      </a:cubicBezTo>
                      <a:cubicBezTo>
                        <a:pt x="167735" y="200311"/>
                        <a:pt x="168021" y="201454"/>
                        <a:pt x="168021" y="203740"/>
                      </a:cubicBezTo>
                      <a:cubicBezTo>
                        <a:pt x="166878" y="204978"/>
                        <a:pt x="165925" y="205645"/>
                        <a:pt x="164783" y="205645"/>
                      </a:cubicBezTo>
                      <a:lnTo>
                        <a:pt x="161734" y="202597"/>
                      </a:lnTo>
                      <a:close/>
                      <a:moveTo>
                        <a:pt x="162877" y="184690"/>
                      </a:moveTo>
                      <a:cubicBezTo>
                        <a:pt x="162877" y="184690"/>
                        <a:pt x="162401" y="184214"/>
                        <a:pt x="162401" y="183928"/>
                      </a:cubicBezTo>
                      <a:cubicBezTo>
                        <a:pt x="162401" y="181356"/>
                        <a:pt x="163830" y="180023"/>
                        <a:pt x="166783" y="180023"/>
                      </a:cubicBezTo>
                      <a:cubicBezTo>
                        <a:pt x="167450" y="180023"/>
                        <a:pt x="168116" y="180499"/>
                        <a:pt x="169069" y="181070"/>
                      </a:cubicBezTo>
                      <a:lnTo>
                        <a:pt x="162973" y="184595"/>
                      </a:lnTo>
                      <a:close/>
                      <a:moveTo>
                        <a:pt x="170497" y="174022"/>
                      </a:moveTo>
                      <a:cubicBezTo>
                        <a:pt x="173069" y="172974"/>
                        <a:pt x="174974" y="174403"/>
                        <a:pt x="176498" y="178308"/>
                      </a:cubicBezTo>
                      <a:cubicBezTo>
                        <a:pt x="173831" y="176498"/>
                        <a:pt x="172212" y="175546"/>
                        <a:pt x="172021" y="175546"/>
                      </a:cubicBezTo>
                      <a:lnTo>
                        <a:pt x="170402" y="177070"/>
                      </a:lnTo>
                      <a:lnTo>
                        <a:pt x="170402" y="174022"/>
                      </a:lnTo>
                      <a:close/>
                      <a:moveTo>
                        <a:pt x="188404" y="163259"/>
                      </a:moveTo>
                      <a:cubicBezTo>
                        <a:pt x="188119" y="164306"/>
                        <a:pt x="188785" y="165354"/>
                        <a:pt x="190309" y="166307"/>
                      </a:cubicBezTo>
                      <a:cubicBezTo>
                        <a:pt x="189643" y="167640"/>
                        <a:pt x="187928" y="168307"/>
                        <a:pt x="185452" y="168307"/>
                      </a:cubicBezTo>
                      <a:lnTo>
                        <a:pt x="188500" y="163259"/>
                      </a:lnTo>
                      <a:close/>
                      <a:moveTo>
                        <a:pt x="194881" y="185833"/>
                      </a:moveTo>
                      <a:lnTo>
                        <a:pt x="196025" y="183166"/>
                      </a:lnTo>
                      <a:lnTo>
                        <a:pt x="200216" y="183166"/>
                      </a:lnTo>
                      <a:lnTo>
                        <a:pt x="194881" y="185833"/>
                      </a:lnTo>
                      <a:close/>
                      <a:moveTo>
                        <a:pt x="202025" y="211550"/>
                      </a:moveTo>
                      <a:lnTo>
                        <a:pt x="205550" y="211550"/>
                      </a:lnTo>
                      <a:cubicBezTo>
                        <a:pt x="204025" y="214598"/>
                        <a:pt x="203263" y="216789"/>
                        <a:pt x="203263" y="218408"/>
                      </a:cubicBezTo>
                      <a:lnTo>
                        <a:pt x="202025" y="211550"/>
                      </a:lnTo>
                      <a:close/>
                      <a:moveTo>
                        <a:pt x="203263" y="218408"/>
                      </a:moveTo>
                      <a:lnTo>
                        <a:pt x="203549" y="219170"/>
                      </a:lnTo>
                      <a:cubicBezTo>
                        <a:pt x="203549" y="219170"/>
                        <a:pt x="203263" y="218694"/>
                        <a:pt x="203263" y="218408"/>
                      </a:cubicBezTo>
                      <a:close/>
                      <a:moveTo>
                        <a:pt x="203549" y="148114"/>
                      </a:moveTo>
                      <a:lnTo>
                        <a:pt x="203549" y="143828"/>
                      </a:lnTo>
                      <a:lnTo>
                        <a:pt x="205550" y="143828"/>
                      </a:lnTo>
                      <a:lnTo>
                        <a:pt x="205550" y="148114"/>
                      </a:lnTo>
                      <a:lnTo>
                        <a:pt x="203549" y="148114"/>
                      </a:lnTo>
                      <a:close/>
                      <a:moveTo>
                        <a:pt x="206788" y="225362"/>
                      </a:moveTo>
                      <a:lnTo>
                        <a:pt x="206788" y="221075"/>
                      </a:lnTo>
                      <a:lnTo>
                        <a:pt x="207835" y="221075"/>
                      </a:lnTo>
                      <a:lnTo>
                        <a:pt x="207835" y="225362"/>
                      </a:lnTo>
                      <a:lnTo>
                        <a:pt x="206788" y="225362"/>
                      </a:lnTo>
                      <a:close/>
                      <a:moveTo>
                        <a:pt x="212788" y="190881"/>
                      </a:moveTo>
                      <a:lnTo>
                        <a:pt x="220409" y="185928"/>
                      </a:lnTo>
                      <a:lnTo>
                        <a:pt x="220409" y="187928"/>
                      </a:lnTo>
                      <a:lnTo>
                        <a:pt x="212788" y="190881"/>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 name="Google Shape;1066;p99"/>
                <p:cNvSpPr/>
                <p:nvPr/>
              </p:nvSpPr>
              <p:spPr>
                <a:xfrm>
                  <a:off x="4053363" y="1881378"/>
                  <a:ext cx="179260" cy="237540"/>
                </a:xfrm>
                <a:custGeom>
                  <a:avLst/>
                  <a:gdLst/>
                  <a:ahLst/>
                  <a:cxnLst/>
                  <a:rect l="l" t="t" r="r" b="b"/>
                  <a:pathLst>
                    <a:path w="179260" h="237540" extrusionOk="0">
                      <a:moveTo>
                        <a:pt x="150971" y="110204"/>
                      </a:moveTo>
                      <a:cubicBezTo>
                        <a:pt x="151924" y="112490"/>
                        <a:pt x="154114" y="116396"/>
                        <a:pt x="157925" y="122110"/>
                      </a:cubicBezTo>
                      <a:cubicBezTo>
                        <a:pt x="160782" y="126873"/>
                        <a:pt x="162116" y="131064"/>
                        <a:pt x="162116" y="134398"/>
                      </a:cubicBezTo>
                      <a:cubicBezTo>
                        <a:pt x="162116" y="137160"/>
                        <a:pt x="161449" y="139922"/>
                        <a:pt x="160306" y="142780"/>
                      </a:cubicBezTo>
                      <a:cubicBezTo>
                        <a:pt x="161258" y="146113"/>
                        <a:pt x="161734" y="149828"/>
                        <a:pt x="161734" y="153829"/>
                      </a:cubicBezTo>
                      <a:cubicBezTo>
                        <a:pt x="161734" y="164021"/>
                        <a:pt x="159353" y="171164"/>
                        <a:pt x="154114" y="175260"/>
                      </a:cubicBezTo>
                      <a:cubicBezTo>
                        <a:pt x="154686" y="174308"/>
                        <a:pt x="154972" y="173260"/>
                        <a:pt x="154972" y="172212"/>
                      </a:cubicBezTo>
                      <a:cubicBezTo>
                        <a:pt x="154972" y="168116"/>
                        <a:pt x="152591" y="166021"/>
                        <a:pt x="148114" y="166021"/>
                      </a:cubicBezTo>
                      <a:cubicBezTo>
                        <a:pt x="146018" y="166021"/>
                        <a:pt x="144018" y="166592"/>
                        <a:pt x="142208" y="167640"/>
                      </a:cubicBezTo>
                      <a:lnTo>
                        <a:pt x="145351" y="170688"/>
                      </a:lnTo>
                      <a:cubicBezTo>
                        <a:pt x="143923" y="169926"/>
                        <a:pt x="142875" y="169640"/>
                        <a:pt x="141922" y="169640"/>
                      </a:cubicBezTo>
                      <a:cubicBezTo>
                        <a:pt x="140017" y="169640"/>
                        <a:pt x="138398" y="171069"/>
                        <a:pt x="136684" y="174022"/>
                      </a:cubicBezTo>
                      <a:cubicBezTo>
                        <a:pt x="135160" y="176879"/>
                        <a:pt x="133541" y="179832"/>
                        <a:pt x="131921" y="182499"/>
                      </a:cubicBezTo>
                      <a:lnTo>
                        <a:pt x="133541" y="184499"/>
                      </a:lnTo>
                      <a:cubicBezTo>
                        <a:pt x="131445" y="184023"/>
                        <a:pt x="128968" y="184499"/>
                        <a:pt x="126111" y="185642"/>
                      </a:cubicBezTo>
                      <a:lnTo>
                        <a:pt x="126111" y="188785"/>
                      </a:lnTo>
                      <a:cubicBezTo>
                        <a:pt x="125254" y="188023"/>
                        <a:pt x="124016" y="187166"/>
                        <a:pt x="122777" y="186309"/>
                      </a:cubicBezTo>
                      <a:cubicBezTo>
                        <a:pt x="121539" y="185452"/>
                        <a:pt x="120301" y="185261"/>
                        <a:pt x="119063" y="185738"/>
                      </a:cubicBezTo>
                      <a:cubicBezTo>
                        <a:pt x="120872" y="188595"/>
                        <a:pt x="123730" y="194119"/>
                        <a:pt x="127349" y="202501"/>
                      </a:cubicBezTo>
                      <a:cubicBezTo>
                        <a:pt x="114109" y="203644"/>
                        <a:pt x="102870" y="204121"/>
                        <a:pt x="93631" y="204121"/>
                      </a:cubicBezTo>
                      <a:cubicBezTo>
                        <a:pt x="84392" y="204121"/>
                        <a:pt x="73628" y="203644"/>
                        <a:pt x="60769" y="202501"/>
                      </a:cubicBezTo>
                      <a:cubicBezTo>
                        <a:pt x="60769" y="200596"/>
                        <a:pt x="59531" y="199072"/>
                        <a:pt x="56864" y="198025"/>
                      </a:cubicBezTo>
                      <a:cubicBezTo>
                        <a:pt x="54102" y="196977"/>
                        <a:pt x="52673" y="195739"/>
                        <a:pt x="52673" y="194215"/>
                      </a:cubicBezTo>
                      <a:cubicBezTo>
                        <a:pt x="52673" y="193643"/>
                        <a:pt x="52959" y="192976"/>
                        <a:pt x="53054" y="191929"/>
                      </a:cubicBezTo>
                      <a:cubicBezTo>
                        <a:pt x="50959" y="193262"/>
                        <a:pt x="48292" y="193834"/>
                        <a:pt x="45529" y="193834"/>
                      </a:cubicBezTo>
                      <a:cubicBezTo>
                        <a:pt x="40862" y="193834"/>
                        <a:pt x="31147" y="190119"/>
                        <a:pt x="16192" y="182689"/>
                      </a:cubicBezTo>
                      <a:lnTo>
                        <a:pt x="13049" y="175450"/>
                      </a:lnTo>
                      <a:lnTo>
                        <a:pt x="8858" y="176975"/>
                      </a:lnTo>
                      <a:lnTo>
                        <a:pt x="0" y="150495"/>
                      </a:lnTo>
                      <a:cubicBezTo>
                        <a:pt x="2953" y="147256"/>
                        <a:pt x="13430" y="137731"/>
                        <a:pt x="31051" y="121825"/>
                      </a:cubicBezTo>
                      <a:cubicBezTo>
                        <a:pt x="33338" y="121634"/>
                        <a:pt x="35242" y="122682"/>
                        <a:pt x="36671" y="125254"/>
                      </a:cubicBezTo>
                      <a:cubicBezTo>
                        <a:pt x="38481" y="128588"/>
                        <a:pt x="40005" y="130683"/>
                        <a:pt x="41338" y="131445"/>
                      </a:cubicBezTo>
                      <a:cubicBezTo>
                        <a:pt x="41719" y="134493"/>
                        <a:pt x="46101" y="142684"/>
                        <a:pt x="54483" y="155924"/>
                      </a:cubicBezTo>
                      <a:cubicBezTo>
                        <a:pt x="56483" y="155162"/>
                        <a:pt x="58198" y="154781"/>
                        <a:pt x="59817" y="154781"/>
                      </a:cubicBezTo>
                      <a:cubicBezTo>
                        <a:pt x="61913" y="154781"/>
                        <a:pt x="64579" y="156210"/>
                        <a:pt x="67532" y="159163"/>
                      </a:cubicBezTo>
                      <a:cubicBezTo>
                        <a:pt x="70294" y="162115"/>
                        <a:pt x="72676" y="163544"/>
                        <a:pt x="74676" y="163544"/>
                      </a:cubicBezTo>
                      <a:cubicBezTo>
                        <a:pt x="75629" y="163544"/>
                        <a:pt x="77057" y="163163"/>
                        <a:pt x="78486" y="162496"/>
                      </a:cubicBezTo>
                      <a:cubicBezTo>
                        <a:pt x="77629" y="164021"/>
                        <a:pt x="78772" y="165830"/>
                        <a:pt x="81534" y="167830"/>
                      </a:cubicBezTo>
                      <a:cubicBezTo>
                        <a:pt x="82391" y="160972"/>
                        <a:pt x="87821" y="156972"/>
                        <a:pt x="98012" y="155924"/>
                      </a:cubicBezTo>
                      <a:lnTo>
                        <a:pt x="104108" y="155924"/>
                      </a:lnTo>
                      <a:cubicBezTo>
                        <a:pt x="103632" y="157163"/>
                        <a:pt x="104108" y="158210"/>
                        <a:pt x="105251" y="159067"/>
                      </a:cubicBezTo>
                      <a:cubicBezTo>
                        <a:pt x="106966" y="157734"/>
                        <a:pt x="107823" y="156115"/>
                        <a:pt x="107823" y="154019"/>
                      </a:cubicBezTo>
                      <a:cubicBezTo>
                        <a:pt x="107823" y="153257"/>
                        <a:pt x="107633" y="152114"/>
                        <a:pt x="107347" y="150495"/>
                      </a:cubicBezTo>
                      <a:cubicBezTo>
                        <a:pt x="106966" y="149066"/>
                        <a:pt x="106775" y="147923"/>
                        <a:pt x="106775" y="147066"/>
                      </a:cubicBezTo>
                      <a:cubicBezTo>
                        <a:pt x="106775" y="145256"/>
                        <a:pt x="107251" y="143923"/>
                        <a:pt x="108394" y="142875"/>
                      </a:cubicBezTo>
                      <a:cubicBezTo>
                        <a:pt x="109442" y="140589"/>
                        <a:pt x="106775" y="136112"/>
                        <a:pt x="101155" y="129540"/>
                      </a:cubicBezTo>
                      <a:cubicBezTo>
                        <a:pt x="99250" y="130302"/>
                        <a:pt x="97822" y="130683"/>
                        <a:pt x="96393" y="130683"/>
                      </a:cubicBezTo>
                      <a:cubicBezTo>
                        <a:pt x="94297" y="130683"/>
                        <a:pt x="91916" y="128588"/>
                        <a:pt x="90011" y="124682"/>
                      </a:cubicBezTo>
                      <a:cubicBezTo>
                        <a:pt x="87916" y="120777"/>
                        <a:pt x="85916" y="118777"/>
                        <a:pt x="83915" y="118777"/>
                      </a:cubicBezTo>
                      <a:cubicBezTo>
                        <a:pt x="82296" y="118777"/>
                        <a:pt x="80391" y="119443"/>
                        <a:pt x="78391" y="120777"/>
                      </a:cubicBezTo>
                      <a:cubicBezTo>
                        <a:pt x="75819" y="118110"/>
                        <a:pt x="71914" y="116300"/>
                        <a:pt x="66104" y="114967"/>
                      </a:cubicBezTo>
                      <a:lnTo>
                        <a:pt x="52006" y="111633"/>
                      </a:lnTo>
                      <a:cubicBezTo>
                        <a:pt x="50197" y="106966"/>
                        <a:pt x="46672" y="104299"/>
                        <a:pt x="41338" y="103537"/>
                      </a:cubicBezTo>
                      <a:cubicBezTo>
                        <a:pt x="34957" y="102584"/>
                        <a:pt x="31051" y="100870"/>
                        <a:pt x="29432" y="98679"/>
                      </a:cubicBezTo>
                      <a:lnTo>
                        <a:pt x="26289" y="101632"/>
                      </a:lnTo>
                      <a:cubicBezTo>
                        <a:pt x="26003" y="100870"/>
                        <a:pt x="26003" y="100013"/>
                        <a:pt x="26003" y="98965"/>
                      </a:cubicBezTo>
                      <a:cubicBezTo>
                        <a:pt x="26003" y="97917"/>
                        <a:pt x="26194" y="96298"/>
                        <a:pt x="26479" y="94012"/>
                      </a:cubicBezTo>
                      <a:cubicBezTo>
                        <a:pt x="26860" y="91726"/>
                        <a:pt x="27051" y="89916"/>
                        <a:pt x="27051" y="88678"/>
                      </a:cubicBezTo>
                      <a:cubicBezTo>
                        <a:pt x="27051" y="85344"/>
                        <a:pt x="25813" y="82772"/>
                        <a:pt x="23241" y="81058"/>
                      </a:cubicBezTo>
                      <a:cubicBezTo>
                        <a:pt x="23813" y="80010"/>
                        <a:pt x="24193" y="78962"/>
                        <a:pt x="24955" y="77724"/>
                      </a:cubicBezTo>
                      <a:cubicBezTo>
                        <a:pt x="25622" y="76581"/>
                        <a:pt x="26575" y="76105"/>
                        <a:pt x="27718" y="76390"/>
                      </a:cubicBezTo>
                      <a:cubicBezTo>
                        <a:pt x="29337" y="77438"/>
                        <a:pt x="29527" y="78867"/>
                        <a:pt x="28861" y="80867"/>
                      </a:cubicBezTo>
                      <a:cubicBezTo>
                        <a:pt x="27908" y="82677"/>
                        <a:pt x="28670" y="84106"/>
                        <a:pt x="30956" y="84868"/>
                      </a:cubicBezTo>
                      <a:cubicBezTo>
                        <a:pt x="34290" y="82010"/>
                        <a:pt x="35814" y="79248"/>
                        <a:pt x="35814" y="76390"/>
                      </a:cubicBezTo>
                      <a:cubicBezTo>
                        <a:pt x="35814" y="75057"/>
                        <a:pt x="35147" y="74009"/>
                        <a:pt x="33814" y="73057"/>
                      </a:cubicBezTo>
                      <a:cubicBezTo>
                        <a:pt x="35433" y="72485"/>
                        <a:pt x="37147" y="71056"/>
                        <a:pt x="39148" y="68866"/>
                      </a:cubicBezTo>
                      <a:cubicBezTo>
                        <a:pt x="38767" y="67818"/>
                        <a:pt x="38005" y="67342"/>
                        <a:pt x="37052" y="67342"/>
                      </a:cubicBezTo>
                      <a:cubicBezTo>
                        <a:pt x="36481" y="67342"/>
                        <a:pt x="35433" y="67723"/>
                        <a:pt x="34195" y="68675"/>
                      </a:cubicBezTo>
                      <a:cubicBezTo>
                        <a:pt x="32766" y="69628"/>
                        <a:pt x="31623" y="70009"/>
                        <a:pt x="30956" y="70009"/>
                      </a:cubicBezTo>
                      <a:cubicBezTo>
                        <a:pt x="30956" y="69533"/>
                        <a:pt x="31242" y="68485"/>
                        <a:pt x="31909" y="66865"/>
                      </a:cubicBezTo>
                      <a:cubicBezTo>
                        <a:pt x="32480" y="65342"/>
                        <a:pt x="32766" y="64008"/>
                        <a:pt x="32766" y="62675"/>
                      </a:cubicBezTo>
                      <a:cubicBezTo>
                        <a:pt x="31813" y="63151"/>
                        <a:pt x="30956" y="63436"/>
                        <a:pt x="29718" y="63436"/>
                      </a:cubicBezTo>
                      <a:cubicBezTo>
                        <a:pt x="27622" y="63436"/>
                        <a:pt x="25622" y="61913"/>
                        <a:pt x="23717" y="58864"/>
                      </a:cubicBezTo>
                      <a:cubicBezTo>
                        <a:pt x="20860" y="55054"/>
                        <a:pt x="18955" y="52768"/>
                        <a:pt x="18002" y="52006"/>
                      </a:cubicBezTo>
                      <a:lnTo>
                        <a:pt x="18002" y="38957"/>
                      </a:lnTo>
                      <a:cubicBezTo>
                        <a:pt x="19717" y="37147"/>
                        <a:pt x="21812" y="33909"/>
                        <a:pt x="24193" y="29146"/>
                      </a:cubicBezTo>
                      <a:cubicBezTo>
                        <a:pt x="26575" y="24384"/>
                        <a:pt x="28289" y="21336"/>
                        <a:pt x="29337" y="19812"/>
                      </a:cubicBezTo>
                      <a:cubicBezTo>
                        <a:pt x="32575" y="18764"/>
                        <a:pt x="36481" y="15430"/>
                        <a:pt x="40767" y="9525"/>
                      </a:cubicBezTo>
                      <a:cubicBezTo>
                        <a:pt x="44005" y="4953"/>
                        <a:pt x="48196" y="2858"/>
                        <a:pt x="52959" y="3429"/>
                      </a:cubicBezTo>
                      <a:cubicBezTo>
                        <a:pt x="57436" y="1048"/>
                        <a:pt x="63341" y="95"/>
                        <a:pt x="70771" y="381"/>
                      </a:cubicBezTo>
                      <a:cubicBezTo>
                        <a:pt x="80200" y="571"/>
                        <a:pt x="86296" y="381"/>
                        <a:pt x="89059" y="0"/>
                      </a:cubicBezTo>
                      <a:lnTo>
                        <a:pt x="126111" y="1810"/>
                      </a:lnTo>
                      <a:cubicBezTo>
                        <a:pt x="132969" y="5525"/>
                        <a:pt x="137350" y="7810"/>
                        <a:pt x="138684" y="9144"/>
                      </a:cubicBezTo>
                      <a:cubicBezTo>
                        <a:pt x="142875" y="12097"/>
                        <a:pt x="145637" y="16097"/>
                        <a:pt x="146780" y="21050"/>
                      </a:cubicBezTo>
                      <a:cubicBezTo>
                        <a:pt x="148114" y="20479"/>
                        <a:pt x="149257" y="20860"/>
                        <a:pt x="150781" y="22003"/>
                      </a:cubicBezTo>
                      <a:cubicBezTo>
                        <a:pt x="151924" y="23146"/>
                        <a:pt x="153067" y="24384"/>
                        <a:pt x="154114" y="25622"/>
                      </a:cubicBezTo>
                      <a:cubicBezTo>
                        <a:pt x="150876" y="25622"/>
                        <a:pt x="149066" y="26289"/>
                        <a:pt x="149066" y="27527"/>
                      </a:cubicBezTo>
                      <a:cubicBezTo>
                        <a:pt x="149066" y="28004"/>
                        <a:pt x="149542" y="29051"/>
                        <a:pt x="150590" y="30480"/>
                      </a:cubicBezTo>
                      <a:cubicBezTo>
                        <a:pt x="151447" y="32099"/>
                        <a:pt x="151924" y="33338"/>
                        <a:pt x="151924" y="34290"/>
                      </a:cubicBezTo>
                      <a:cubicBezTo>
                        <a:pt x="151924" y="35433"/>
                        <a:pt x="151162" y="36385"/>
                        <a:pt x="149923" y="37433"/>
                      </a:cubicBezTo>
                      <a:cubicBezTo>
                        <a:pt x="148685" y="36862"/>
                        <a:pt x="147542" y="36576"/>
                        <a:pt x="146780" y="36576"/>
                      </a:cubicBezTo>
                      <a:cubicBezTo>
                        <a:pt x="145351" y="36576"/>
                        <a:pt x="144494" y="38386"/>
                        <a:pt x="144209" y="41624"/>
                      </a:cubicBezTo>
                      <a:cubicBezTo>
                        <a:pt x="143923" y="44958"/>
                        <a:pt x="143161" y="46958"/>
                        <a:pt x="142018" y="47625"/>
                      </a:cubicBezTo>
                      <a:cubicBezTo>
                        <a:pt x="141065" y="48292"/>
                        <a:pt x="138684" y="51054"/>
                        <a:pt x="135826" y="56007"/>
                      </a:cubicBezTo>
                      <a:cubicBezTo>
                        <a:pt x="132683" y="61055"/>
                        <a:pt x="130016" y="63436"/>
                        <a:pt x="127730" y="63436"/>
                      </a:cubicBezTo>
                      <a:cubicBezTo>
                        <a:pt x="125730" y="63436"/>
                        <a:pt x="123730" y="61817"/>
                        <a:pt x="121253" y="58483"/>
                      </a:cubicBezTo>
                      <a:cubicBezTo>
                        <a:pt x="115157" y="50101"/>
                        <a:pt x="108775" y="44672"/>
                        <a:pt x="102203" y="42386"/>
                      </a:cubicBezTo>
                      <a:lnTo>
                        <a:pt x="99060" y="37529"/>
                      </a:lnTo>
                      <a:cubicBezTo>
                        <a:pt x="92678" y="38481"/>
                        <a:pt x="86296" y="39433"/>
                        <a:pt x="79915" y="40196"/>
                      </a:cubicBezTo>
                      <a:cubicBezTo>
                        <a:pt x="72580" y="41719"/>
                        <a:pt x="67246" y="45720"/>
                        <a:pt x="63817" y="52102"/>
                      </a:cubicBezTo>
                      <a:cubicBezTo>
                        <a:pt x="63151" y="58198"/>
                        <a:pt x="64389" y="63055"/>
                        <a:pt x="67627" y="66675"/>
                      </a:cubicBezTo>
                      <a:cubicBezTo>
                        <a:pt x="69723" y="68961"/>
                        <a:pt x="73628" y="71533"/>
                        <a:pt x="79343" y="74295"/>
                      </a:cubicBezTo>
                      <a:cubicBezTo>
                        <a:pt x="85058" y="77152"/>
                        <a:pt x="89059" y="79629"/>
                        <a:pt x="91250" y="81915"/>
                      </a:cubicBezTo>
                      <a:lnTo>
                        <a:pt x="101060" y="81915"/>
                      </a:lnTo>
                      <a:cubicBezTo>
                        <a:pt x="104775" y="85439"/>
                        <a:pt x="110871" y="89725"/>
                        <a:pt x="118967" y="94488"/>
                      </a:cubicBezTo>
                      <a:cubicBezTo>
                        <a:pt x="120491" y="93726"/>
                        <a:pt x="121825" y="93345"/>
                        <a:pt x="123158" y="93345"/>
                      </a:cubicBezTo>
                      <a:cubicBezTo>
                        <a:pt x="125539" y="93345"/>
                        <a:pt x="128302" y="94679"/>
                        <a:pt x="131635" y="97346"/>
                      </a:cubicBezTo>
                      <a:cubicBezTo>
                        <a:pt x="134969" y="100108"/>
                        <a:pt x="137446" y="101536"/>
                        <a:pt x="139160" y="101727"/>
                      </a:cubicBezTo>
                      <a:cubicBezTo>
                        <a:pt x="138875" y="102013"/>
                        <a:pt x="138684" y="102394"/>
                        <a:pt x="138684" y="102870"/>
                      </a:cubicBezTo>
                      <a:cubicBezTo>
                        <a:pt x="138684" y="104204"/>
                        <a:pt x="139732" y="105727"/>
                        <a:pt x="141256" y="107633"/>
                      </a:cubicBezTo>
                      <a:cubicBezTo>
                        <a:pt x="142875" y="109538"/>
                        <a:pt x="144780" y="110585"/>
                        <a:pt x="146780" y="110585"/>
                      </a:cubicBezTo>
                      <a:lnTo>
                        <a:pt x="150971" y="110585"/>
                      </a:lnTo>
                      <a:close/>
                      <a:moveTo>
                        <a:pt x="20288" y="64294"/>
                      </a:moveTo>
                      <a:lnTo>
                        <a:pt x="17907" y="59341"/>
                      </a:lnTo>
                      <a:lnTo>
                        <a:pt x="22098" y="62389"/>
                      </a:lnTo>
                      <a:lnTo>
                        <a:pt x="20193" y="64294"/>
                      </a:lnTo>
                      <a:close/>
                      <a:moveTo>
                        <a:pt x="20288" y="76105"/>
                      </a:moveTo>
                      <a:lnTo>
                        <a:pt x="19050" y="74200"/>
                      </a:lnTo>
                      <a:cubicBezTo>
                        <a:pt x="20098" y="74200"/>
                        <a:pt x="21431" y="73628"/>
                        <a:pt x="22955" y="72485"/>
                      </a:cubicBezTo>
                      <a:cubicBezTo>
                        <a:pt x="24384" y="71342"/>
                        <a:pt x="25241" y="70771"/>
                        <a:pt x="25432" y="70771"/>
                      </a:cubicBezTo>
                      <a:cubicBezTo>
                        <a:pt x="25908" y="70771"/>
                        <a:pt x="26194" y="71056"/>
                        <a:pt x="26194" y="71533"/>
                      </a:cubicBezTo>
                      <a:cubicBezTo>
                        <a:pt x="25432" y="72580"/>
                        <a:pt x="24765" y="73533"/>
                        <a:pt x="23717" y="74581"/>
                      </a:cubicBezTo>
                      <a:cubicBezTo>
                        <a:pt x="22669" y="75629"/>
                        <a:pt x="21526" y="76105"/>
                        <a:pt x="20383" y="76105"/>
                      </a:cubicBezTo>
                      <a:close/>
                      <a:moveTo>
                        <a:pt x="22193" y="55054"/>
                      </a:moveTo>
                      <a:lnTo>
                        <a:pt x="26194" y="55054"/>
                      </a:lnTo>
                      <a:cubicBezTo>
                        <a:pt x="25432" y="53245"/>
                        <a:pt x="25241" y="52102"/>
                        <a:pt x="25241" y="51625"/>
                      </a:cubicBezTo>
                      <a:lnTo>
                        <a:pt x="22193" y="55054"/>
                      </a:lnTo>
                      <a:close/>
                      <a:moveTo>
                        <a:pt x="23241" y="80677"/>
                      </a:moveTo>
                      <a:cubicBezTo>
                        <a:pt x="22860" y="81153"/>
                        <a:pt x="22288" y="81058"/>
                        <a:pt x="22193" y="80200"/>
                      </a:cubicBezTo>
                      <a:lnTo>
                        <a:pt x="22955" y="80200"/>
                      </a:lnTo>
                      <a:cubicBezTo>
                        <a:pt x="22955" y="80200"/>
                        <a:pt x="22955" y="80677"/>
                        <a:pt x="23241" y="80677"/>
                      </a:cubicBezTo>
                      <a:close/>
                      <a:moveTo>
                        <a:pt x="94774" y="150209"/>
                      </a:moveTo>
                      <a:lnTo>
                        <a:pt x="94774" y="152590"/>
                      </a:lnTo>
                      <a:lnTo>
                        <a:pt x="84010" y="154496"/>
                      </a:lnTo>
                      <a:cubicBezTo>
                        <a:pt x="84582" y="152971"/>
                        <a:pt x="86011" y="151924"/>
                        <a:pt x="88297" y="151447"/>
                      </a:cubicBezTo>
                      <a:cubicBezTo>
                        <a:pt x="90583" y="150876"/>
                        <a:pt x="92678" y="150495"/>
                        <a:pt x="94774" y="150209"/>
                      </a:cubicBezTo>
                      <a:close/>
                      <a:moveTo>
                        <a:pt x="97917" y="217265"/>
                      </a:moveTo>
                      <a:cubicBezTo>
                        <a:pt x="98679" y="217742"/>
                        <a:pt x="99060" y="220123"/>
                        <a:pt x="99060" y="224504"/>
                      </a:cubicBezTo>
                      <a:lnTo>
                        <a:pt x="94774" y="224504"/>
                      </a:lnTo>
                      <a:lnTo>
                        <a:pt x="97917" y="217265"/>
                      </a:lnTo>
                      <a:close/>
                      <a:moveTo>
                        <a:pt x="102203" y="210693"/>
                      </a:moveTo>
                      <a:lnTo>
                        <a:pt x="102203" y="207740"/>
                      </a:lnTo>
                      <a:lnTo>
                        <a:pt x="106394" y="207740"/>
                      </a:lnTo>
                      <a:lnTo>
                        <a:pt x="106394" y="210693"/>
                      </a:lnTo>
                      <a:lnTo>
                        <a:pt x="102203" y="210693"/>
                      </a:lnTo>
                      <a:close/>
                      <a:moveTo>
                        <a:pt x="117062" y="141065"/>
                      </a:moveTo>
                      <a:cubicBezTo>
                        <a:pt x="117634" y="138779"/>
                        <a:pt x="117253" y="136303"/>
                        <a:pt x="116110" y="133445"/>
                      </a:cubicBezTo>
                      <a:lnTo>
                        <a:pt x="111347" y="141065"/>
                      </a:lnTo>
                      <a:lnTo>
                        <a:pt x="117062" y="141065"/>
                      </a:lnTo>
                      <a:close/>
                      <a:moveTo>
                        <a:pt x="121253" y="123444"/>
                      </a:moveTo>
                      <a:cubicBezTo>
                        <a:pt x="121825" y="125921"/>
                        <a:pt x="125921" y="127921"/>
                        <a:pt x="133541" y="129159"/>
                      </a:cubicBezTo>
                      <a:lnTo>
                        <a:pt x="121253" y="123444"/>
                      </a:lnTo>
                      <a:close/>
                      <a:moveTo>
                        <a:pt x="133541" y="232124"/>
                      </a:moveTo>
                      <a:cubicBezTo>
                        <a:pt x="133350" y="233172"/>
                        <a:pt x="133064" y="234029"/>
                        <a:pt x="132683" y="234791"/>
                      </a:cubicBezTo>
                      <a:cubicBezTo>
                        <a:pt x="131445" y="236887"/>
                        <a:pt x="130016" y="237839"/>
                        <a:pt x="128492" y="237458"/>
                      </a:cubicBezTo>
                      <a:cubicBezTo>
                        <a:pt x="126111" y="237458"/>
                        <a:pt x="124682" y="237077"/>
                        <a:pt x="124301" y="236315"/>
                      </a:cubicBezTo>
                      <a:lnTo>
                        <a:pt x="133445" y="232124"/>
                      </a:lnTo>
                      <a:close/>
                      <a:moveTo>
                        <a:pt x="130397" y="207645"/>
                      </a:moveTo>
                      <a:cubicBezTo>
                        <a:pt x="130969" y="208979"/>
                        <a:pt x="132493" y="209550"/>
                        <a:pt x="135160" y="209550"/>
                      </a:cubicBezTo>
                      <a:lnTo>
                        <a:pt x="127349" y="210598"/>
                      </a:lnTo>
                      <a:lnTo>
                        <a:pt x="130397" y="207645"/>
                      </a:lnTo>
                      <a:close/>
                      <a:moveTo>
                        <a:pt x="135160" y="139446"/>
                      </a:moveTo>
                      <a:cubicBezTo>
                        <a:pt x="137827" y="140303"/>
                        <a:pt x="140398" y="139255"/>
                        <a:pt x="142208" y="136493"/>
                      </a:cubicBezTo>
                      <a:cubicBezTo>
                        <a:pt x="141256" y="135160"/>
                        <a:pt x="139541" y="134874"/>
                        <a:pt x="137350" y="135350"/>
                      </a:cubicBezTo>
                      <a:cubicBezTo>
                        <a:pt x="135160" y="135826"/>
                        <a:pt x="134302" y="137255"/>
                        <a:pt x="135160" y="139446"/>
                      </a:cubicBezTo>
                      <a:close/>
                      <a:moveTo>
                        <a:pt x="142208" y="188500"/>
                      </a:moveTo>
                      <a:cubicBezTo>
                        <a:pt x="141542" y="186023"/>
                        <a:pt x="142494" y="184404"/>
                        <a:pt x="144971" y="183928"/>
                      </a:cubicBezTo>
                      <a:cubicBezTo>
                        <a:pt x="143923" y="184213"/>
                        <a:pt x="145637" y="184309"/>
                        <a:pt x="149923" y="184309"/>
                      </a:cubicBezTo>
                      <a:cubicBezTo>
                        <a:pt x="149733" y="184309"/>
                        <a:pt x="148780" y="185071"/>
                        <a:pt x="147447" y="186595"/>
                      </a:cubicBezTo>
                      <a:cubicBezTo>
                        <a:pt x="145923" y="188119"/>
                        <a:pt x="144780" y="188881"/>
                        <a:pt x="143732" y="188881"/>
                      </a:cubicBezTo>
                      <a:cubicBezTo>
                        <a:pt x="143256" y="188881"/>
                        <a:pt x="142684" y="188690"/>
                        <a:pt x="142113" y="188500"/>
                      </a:cubicBezTo>
                      <a:close/>
                      <a:moveTo>
                        <a:pt x="146780" y="116110"/>
                      </a:moveTo>
                      <a:cubicBezTo>
                        <a:pt x="146113" y="114586"/>
                        <a:pt x="145066" y="114014"/>
                        <a:pt x="143732" y="114586"/>
                      </a:cubicBezTo>
                      <a:cubicBezTo>
                        <a:pt x="142494" y="115062"/>
                        <a:pt x="141922" y="116014"/>
                        <a:pt x="142113" y="117253"/>
                      </a:cubicBezTo>
                      <a:lnTo>
                        <a:pt x="146685" y="118396"/>
                      </a:lnTo>
                      <a:lnTo>
                        <a:pt x="146685" y="116110"/>
                      </a:lnTo>
                      <a:close/>
                      <a:moveTo>
                        <a:pt x="145733" y="156686"/>
                      </a:moveTo>
                      <a:cubicBezTo>
                        <a:pt x="148590" y="154400"/>
                        <a:pt x="149923" y="153162"/>
                        <a:pt x="149923" y="152876"/>
                      </a:cubicBezTo>
                      <a:cubicBezTo>
                        <a:pt x="149923" y="151829"/>
                        <a:pt x="148780" y="150876"/>
                        <a:pt x="146780" y="150114"/>
                      </a:cubicBezTo>
                      <a:lnTo>
                        <a:pt x="145733" y="156686"/>
                      </a:lnTo>
                      <a:cubicBezTo>
                        <a:pt x="144589" y="157925"/>
                        <a:pt x="144589" y="159067"/>
                        <a:pt x="145351" y="160115"/>
                      </a:cubicBezTo>
                      <a:lnTo>
                        <a:pt x="145733" y="156686"/>
                      </a:lnTo>
                      <a:close/>
                      <a:moveTo>
                        <a:pt x="156019" y="128016"/>
                      </a:moveTo>
                      <a:cubicBezTo>
                        <a:pt x="156781" y="125444"/>
                        <a:pt x="157067" y="124301"/>
                        <a:pt x="157067" y="124587"/>
                      </a:cubicBezTo>
                      <a:cubicBezTo>
                        <a:pt x="156877" y="123825"/>
                        <a:pt x="154972" y="123444"/>
                        <a:pt x="150971" y="123444"/>
                      </a:cubicBezTo>
                      <a:lnTo>
                        <a:pt x="156019" y="128016"/>
                      </a:lnTo>
                      <a:close/>
                      <a:moveTo>
                        <a:pt x="170974" y="154400"/>
                      </a:moveTo>
                      <a:lnTo>
                        <a:pt x="176213" y="157543"/>
                      </a:lnTo>
                      <a:lnTo>
                        <a:pt x="165925" y="158686"/>
                      </a:lnTo>
                      <a:lnTo>
                        <a:pt x="170974" y="154400"/>
                      </a:lnTo>
                      <a:close/>
                      <a:moveTo>
                        <a:pt x="172117" y="181165"/>
                      </a:moveTo>
                      <a:cubicBezTo>
                        <a:pt x="172688" y="182023"/>
                        <a:pt x="174784" y="182404"/>
                        <a:pt x="178403" y="182404"/>
                      </a:cubicBezTo>
                      <a:lnTo>
                        <a:pt x="172117" y="187452"/>
                      </a:lnTo>
                      <a:lnTo>
                        <a:pt x="172117" y="181261"/>
                      </a:lnTo>
                      <a:close/>
                      <a:moveTo>
                        <a:pt x="175165" y="227267"/>
                      </a:moveTo>
                      <a:cubicBezTo>
                        <a:pt x="175165" y="226695"/>
                        <a:pt x="175355" y="226123"/>
                        <a:pt x="175927" y="225647"/>
                      </a:cubicBezTo>
                      <a:lnTo>
                        <a:pt x="175165" y="227267"/>
                      </a:lnTo>
                      <a:close/>
                      <a:moveTo>
                        <a:pt x="175927" y="225647"/>
                      </a:moveTo>
                      <a:lnTo>
                        <a:pt x="178308" y="222504"/>
                      </a:lnTo>
                      <a:lnTo>
                        <a:pt x="179260" y="224504"/>
                      </a:lnTo>
                      <a:cubicBezTo>
                        <a:pt x="178308" y="224504"/>
                        <a:pt x="177070" y="224790"/>
                        <a:pt x="175927" y="225647"/>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 name="Google Shape;1067;p99"/>
                <p:cNvSpPr/>
                <p:nvPr/>
              </p:nvSpPr>
              <p:spPr>
                <a:xfrm>
                  <a:off x="4230432" y="1854136"/>
                  <a:ext cx="114014" cy="232124"/>
                </a:xfrm>
                <a:custGeom>
                  <a:avLst/>
                  <a:gdLst/>
                  <a:ahLst/>
                  <a:cxnLst/>
                  <a:rect l="l" t="t" r="r" b="b"/>
                  <a:pathLst>
                    <a:path w="114014" h="232124" extrusionOk="0">
                      <a:moveTo>
                        <a:pt x="0" y="58198"/>
                      </a:moveTo>
                      <a:cubicBezTo>
                        <a:pt x="2762" y="58198"/>
                        <a:pt x="4286" y="58579"/>
                        <a:pt x="4572" y="59341"/>
                      </a:cubicBezTo>
                      <a:lnTo>
                        <a:pt x="4572" y="65437"/>
                      </a:lnTo>
                      <a:lnTo>
                        <a:pt x="0" y="58102"/>
                      </a:lnTo>
                      <a:close/>
                      <a:moveTo>
                        <a:pt x="78391" y="108013"/>
                      </a:moveTo>
                      <a:cubicBezTo>
                        <a:pt x="77438" y="108775"/>
                        <a:pt x="76867" y="109538"/>
                        <a:pt x="76867" y="110300"/>
                      </a:cubicBezTo>
                      <a:cubicBezTo>
                        <a:pt x="76867" y="111062"/>
                        <a:pt x="77819" y="112109"/>
                        <a:pt x="79153" y="113443"/>
                      </a:cubicBezTo>
                      <a:cubicBezTo>
                        <a:pt x="80772" y="114871"/>
                        <a:pt x="81534" y="116110"/>
                        <a:pt x="81534" y="117062"/>
                      </a:cubicBezTo>
                      <a:cubicBezTo>
                        <a:pt x="80391" y="114967"/>
                        <a:pt x="78296" y="113919"/>
                        <a:pt x="75438" y="113824"/>
                      </a:cubicBezTo>
                      <a:cubicBezTo>
                        <a:pt x="72200" y="113633"/>
                        <a:pt x="70390" y="113443"/>
                        <a:pt x="69628" y="112871"/>
                      </a:cubicBezTo>
                      <a:cubicBezTo>
                        <a:pt x="69437" y="112871"/>
                        <a:pt x="68771" y="114300"/>
                        <a:pt x="67628" y="117062"/>
                      </a:cubicBezTo>
                      <a:cubicBezTo>
                        <a:pt x="66294" y="114967"/>
                        <a:pt x="64961" y="114014"/>
                        <a:pt x="63246" y="114014"/>
                      </a:cubicBezTo>
                      <a:cubicBezTo>
                        <a:pt x="61532" y="114014"/>
                        <a:pt x="59246" y="114967"/>
                        <a:pt x="55817" y="116872"/>
                      </a:cubicBezTo>
                      <a:cubicBezTo>
                        <a:pt x="52578" y="118777"/>
                        <a:pt x="50006" y="119920"/>
                        <a:pt x="48578" y="120110"/>
                      </a:cubicBezTo>
                      <a:cubicBezTo>
                        <a:pt x="51625" y="120872"/>
                        <a:pt x="53816" y="122206"/>
                        <a:pt x="55054" y="123920"/>
                      </a:cubicBezTo>
                      <a:cubicBezTo>
                        <a:pt x="56864" y="126683"/>
                        <a:pt x="58769" y="128683"/>
                        <a:pt x="60484" y="130016"/>
                      </a:cubicBezTo>
                      <a:cubicBezTo>
                        <a:pt x="59436" y="131540"/>
                        <a:pt x="58960" y="132588"/>
                        <a:pt x="59150" y="133159"/>
                      </a:cubicBezTo>
                      <a:cubicBezTo>
                        <a:pt x="60579" y="135446"/>
                        <a:pt x="61722" y="136588"/>
                        <a:pt x="63151" y="136588"/>
                      </a:cubicBezTo>
                      <a:cubicBezTo>
                        <a:pt x="63817" y="136588"/>
                        <a:pt x="64961" y="135731"/>
                        <a:pt x="66294" y="134017"/>
                      </a:cubicBezTo>
                      <a:cubicBezTo>
                        <a:pt x="67628" y="132397"/>
                        <a:pt x="68771" y="131540"/>
                        <a:pt x="69533" y="131540"/>
                      </a:cubicBezTo>
                      <a:cubicBezTo>
                        <a:pt x="70675" y="131540"/>
                        <a:pt x="71628" y="132112"/>
                        <a:pt x="72676" y="133064"/>
                      </a:cubicBezTo>
                      <a:lnTo>
                        <a:pt x="68771" y="124587"/>
                      </a:lnTo>
                      <a:cubicBezTo>
                        <a:pt x="70295" y="126873"/>
                        <a:pt x="73057" y="128302"/>
                        <a:pt x="76867" y="128873"/>
                      </a:cubicBezTo>
                      <a:lnTo>
                        <a:pt x="78391" y="127730"/>
                      </a:lnTo>
                      <a:lnTo>
                        <a:pt x="72771" y="121158"/>
                      </a:lnTo>
                      <a:cubicBezTo>
                        <a:pt x="72771" y="119920"/>
                        <a:pt x="73152" y="119253"/>
                        <a:pt x="73819" y="119253"/>
                      </a:cubicBezTo>
                      <a:cubicBezTo>
                        <a:pt x="74009" y="119253"/>
                        <a:pt x="75152" y="119825"/>
                        <a:pt x="77153" y="120967"/>
                      </a:cubicBezTo>
                      <a:cubicBezTo>
                        <a:pt x="78962" y="122110"/>
                        <a:pt x="80486" y="122587"/>
                        <a:pt x="81629" y="122587"/>
                      </a:cubicBezTo>
                      <a:cubicBezTo>
                        <a:pt x="80296" y="131731"/>
                        <a:pt x="76676" y="138398"/>
                        <a:pt x="70771" y="142113"/>
                      </a:cubicBezTo>
                      <a:cubicBezTo>
                        <a:pt x="76391" y="142113"/>
                        <a:pt x="79915" y="145066"/>
                        <a:pt x="81343" y="150971"/>
                      </a:cubicBezTo>
                      <a:cubicBezTo>
                        <a:pt x="81343" y="152495"/>
                        <a:pt x="81629" y="157734"/>
                        <a:pt x="81629" y="167068"/>
                      </a:cubicBezTo>
                      <a:lnTo>
                        <a:pt x="76962" y="167068"/>
                      </a:lnTo>
                      <a:cubicBezTo>
                        <a:pt x="76200" y="167545"/>
                        <a:pt x="75819" y="168021"/>
                        <a:pt x="75819" y="168592"/>
                      </a:cubicBezTo>
                      <a:cubicBezTo>
                        <a:pt x="75819" y="169354"/>
                        <a:pt x="76200" y="170212"/>
                        <a:pt x="76962" y="171164"/>
                      </a:cubicBezTo>
                      <a:cubicBezTo>
                        <a:pt x="77915" y="172212"/>
                        <a:pt x="78200" y="172784"/>
                        <a:pt x="78486" y="173164"/>
                      </a:cubicBezTo>
                      <a:cubicBezTo>
                        <a:pt x="79248" y="173164"/>
                        <a:pt x="80677" y="172117"/>
                        <a:pt x="82772" y="170117"/>
                      </a:cubicBezTo>
                      <a:lnTo>
                        <a:pt x="80010" y="225933"/>
                      </a:lnTo>
                      <a:cubicBezTo>
                        <a:pt x="66294" y="230029"/>
                        <a:pt x="54578" y="232124"/>
                        <a:pt x="44577" y="232124"/>
                      </a:cubicBezTo>
                      <a:cubicBezTo>
                        <a:pt x="36957" y="232124"/>
                        <a:pt x="29528" y="231172"/>
                        <a:pt x="22384" y="229076"/>
                      </a:cubicBezTo>
                      <a:cubicBezTo>
                        <a:pt x="18479" y="221361"/>
                        <a:pt x="16478" y="211169"/>
                        <a:pt x="16478" y="198120"/>
                      </a:cubicBezTo>
                      <a:lnTo>
                        <a:pt x="16478" y="180118"/>
                      </a:lnTo>
                      <a:cubicBezTo>
                        <a:pt x="16478" y="170593"/>
                        <a:pt x="15621" y="162973"/>
                        <a:pt x="13811" y="157163"/>
                      </a:cubicBezTo>
                      <a:cubicBezTo>
                        <a:pt x="16097" y="151067"/>
                        <a:pt x="17240" y="142494"/>
                        <a:pt x="17240" y="131540"/>
                      </a:cubicBezTo>
                      <a:cubicBezTo>
                        <a:pt x="16954" y="118491"/>
                        <a:pt x="17240" y="109918"/>
                        <a:pt x="18002" y="105442"/>
                      </a:cubicBezTo>
                      <a:lnTo>
                        <a:pt x="22288" y="105442"/>
                      </a:lnTo>
                      <a:cubicBezTo>
                        <a:pt x="19145" y="103442"/>
                        <a:pt x="17336" y="100013"/>
                        <a:pt x="16954" y="95155"/>
                      </a:cubicBezTo>
                      <a:cubicBezTo>
                        <a:pt x="16669" y="90297"/>
                        <a:pt x="16288" y="85630"/>
                        <a:pt x="16097" y="81343"/>
                      </a:cubicBezTo>
                      <a:lnTo>
                        <a:pt x="7811" y="81343"/>
                      </a:lnTo>
                      <a:lnTo>
                        <a:pt x="18002" y="78296"/>
                      </a:lnTo>
                      <a:cubicBezTo>
                        <a:pt x="16288" y="74200"/>
                        <a:pt x="15812" y="68389"/>
                        <a:pt x="17050" y="61150"/>
                      </a:cubicBezTo>
                      <a:cubicBezTo>
                        <a:pt x="18288" y="54007"/>
                        <a:pt x="17621" y="48196"/>
                        <a:pt x="14954" y="44196"/>
                      </a:cubicBezTo>
                      <a:cubicBezTo>
                        <a:pt x="15812" y="44196"/>
                        <a:pt x="16764" y="43529"/>
                        <a:pt x="18097" y="42196"/>
                      </a:cubicBezTo>
                      <a:cubicBezTo>
                        <a:pt x="19431" y="40958"/>
                        <a:pt x="20383" y="40196"/>
                        <a:pt x="21146" y="39910"/>
                      </a:cubicBezTo>
                      <a:cubicBezTo>
                        <a:pt x="19431" y="38862"/>
                        <a:pt x="18479" y="37624"/>
                        <a:pt x="18479" y="36100"/>
                      </a:cubicBezTo>
                      <a:cubicBezTo>
                        <a:pt x="18479" y="34862"/>
                        <a:pt x="19241" y="33528"/>
                        <a:pt x="20765" y="32290"/>
                      </a:cubicBezTo>
                      <a:cubicBezTo>
                        <a:pt x="22384" y="30956"/>
                        <a:pt x="27813" y="30099"/>
                        <a:pt x="37338" y="29623"/>
                      </a:cubicBezTo>
                      <a:cubicBezTo>
                        <a:pt x="41815" y="29623"/>
                        <a:pt x="45339" y="28575"/>
                        <a:pt x="47625" y="26575"/>
                      </a:cubicBezTo>
                      <a:cubicBezTo>
                        <a:pt x="48863" y="28861"/>
                        <a:pt x="50863" y="30004"/>
                        <a:pt x="53245" y="30004"/>
                      </a:cubicBezTo>
                      <a:cubicBezTo>
                        <a:pt x="53816" y="30004"/>
                        <a:pt x="57626" y="29337"/>
                        <a:pt x="64294" y="28099"/>
                      </a:cubicBezTo>
                      <a:cubicBezTo>
                        <a:pt x="69342" y="26765"/>
                        <a:pt x="72962" y="26765"/>
                        <a:pt x="75533" y="28099"/>
                      </a:cubicBezTo>
                      <a:cubicBezTo>
                        <a:pt x="76486" y="27908"/>
                        <a:pt x="76962" y="27051"/>
                        <a:pt x="76962" y="25622"/>
                      </a:cubicBezTo>
                      <a:cubicBezTo>
                        <a:pt x="76962" y="24193"/>
                        <a:pt x="77343" y="23527"/>
                        <a:pt x="78105" y="23527"/>
                      </a:cubicBezTo>
                      <a:cubicBezTo>
                        <a:pt x="78676" y="23527"/>
                        <a:pt x="79153" y="23717"/>
                        <a:pt x="79915" y="24003"/>
                      </a:cubicBezTo>
                      <a:cubicBezTo>
                        <a:pt x="79915" y="27813"/>
                        <a:pt x="80486" y="33052"/>
                        <a:pt x="81629" y="39624"/>
                      </a:cubicBezTo>
                      <a:cubicBezTo>
                        <a:pt x="82582" y="46292"/>
                        <a:pt x="83153" y="51149"/>
                        <a:pt x="83153" y="54197"/>
                      </a:cubicBezTo>
                      <a:cubicBezTo>
                        <a:pt x="83153" y="60293"/>
                        <a:pt x="81629" y="65913"/>
                        <a:pt x="78486" y="71056"/>
                      </a:cubicBezTo>
                      <a:cubicBezTo>
                        <a:pt x="81725" y="76200"/>
                        <a:pt x="83534" y="82105"/>
                        <a:pt x="83534" y="89059"/>
                      </a:cubicBezTo>
                      <a:cubicBezTo>
                        <a:pt x="83534" y="87058"/>
                        <a:pt x="82867" y="93917"/>
                        <a:pt x="81629" y="109728"/>
                      </a:cubicBezTo>
                      <a:cubicBezTo>
                        <a:pt x="80867" y="108490"/>
                        <a:pt x="79820" y="107918"/>
                        <a:pt x="78391" y="107918"/>
                      </a:cubicBezTo>
                      <a:close/>
                      <a:moveTo>
                        <a:pt x="29908" y="61246"/>
                      </a:moveTo>
                      <a:lnTo>
                        <a:pt x="33052" y="52102"/>
                      </a:lnTo>
                      <a:cubicBezTo>
                        <a:pt x="31433" y="51625"/>
                        <a:pt x="30099" y="52006"/>
                        <a:pt x="28670" y="53245"/>
                      </a:cubicBezTo>
                      <a:cubicBezTo>
                        <a:pt x="26670" y="55054"/>
                        <a:pt x="25717" y="56007"/>
                        <a:pt x="25241" y="56293"/>
                      </a:cubicBezTo>
                      <a:lnTo>
                        <a:pt x="29908" y="61150"/>
                      </a:lnTo>
                      <a:close/>
                      <a:moveTo>
                        <a:pt x="47530" y="118205"/>
                      </a:moveTo>
                      <a:cubicBezTo>
                        <a:pt x="47530" y="115729"/>
                        <a:pt x="47911" y="114395"/>
                        <a:pt x="48673" y="114109"/>
                      </a:cubicBezTo>
                      <a:lnTo>
                        <a:pt x="40196" y="110966"/>
                      </a:lnTo>
                      <a:cubicBezTo>
                        <a:pt x="40196" y="112204"/>
                        <a:pt x="41338" y="113252"/>
                        <a:pt x="43243" y="114109"/>
                      </a:cubicBezTo>
                      <a:cubicBezTo>
                        <a:pt x="45053" y="114776"/>
                        <a:pt x="46101" y="115443"/>
                        <a:pt x="46101" y="116110"/>
                      </a:cubicBezTo>
                      <a:cubicBezTo>
                        <a:pt x="46101" y="116776"/>
                        <a:pt x="45529" y="117538"/>
                        <a:pt x="44577" y="118205"/>
                      </a:cubicBezTo>
                      <a:lnTo>
                        <a:pt x="47625" y="118205"/>
                      </a:lnTo>
                      <a:close/>
                      <a:moveTo>
                        <a:pt x="57531" y="144304"/>
                      </a:moveTo>
                      <a:lnTo>
                        <a:pt x="50483" y="145066"/>
                      </a:lnTo>
                      <a:cubicBezTo>
                        <a:pt x="54483" y="145066"/>
                        <a:pt x="56674" y="144780"/>
                        <a:pt x="57531" y="144304"/>
                      </a:cubicBezTo>
                      <a:lnTo>
                        <a:pt x="66580" y="143923"/>
                      </a:lnTo>
                      <a:lnTo>
                        <a:pt x="58579" y="139732"/>
                      </a:lnTo>
                      <a:lnTo>
                        <a:pt x="58579" y="138970"/>
                      </a:lnTo>
                      <a:lnTo>
                        <a:pt x="60484" y="136303"/>
                      </a:lnTo>
                      <a:lnTo>
                        <a:pt x="58103" y="136303"/>
                      </a:lnTo>
                      <a:lnTo>
                        <a:pt x="58579" y="138970"/>
                      </a:lnTo>
                      <a:lnTo>
                        <a:pt x="58103" y="139351"/>
                      </a:lnTo>
                      <a:lnTo>
                        <a:pt x="58579" y="139732"/>
                      </a:lnTo>
                      <a:lnTo>
                        <a:pt x="59150" y="142399"/>
                      </a:lnTo>
                      <a:cubicBezTo>
                        <a:pt x="58960" y="143161"/>
                        <a:pt x="58293" y="143827"/>
                        <a:pt x="57436" y="144304"/>
                      </a:cubicBezTo>
                      <a:close/>
                      <a:moveTo>
                        <a:pt x="62389" y="0"/>
                      </a:moveTo>
                      <a:lnTo>
                        <a:pt x="62389" y="4667"/>
                      </a:lnTo>
                      <a:lnTo>
                        <a:pt x="60579" y="0"/>
                      </a:lnTo>
                      <a:lnTo>
                        <a:pt x="62389" y="0"/>
                      </a:lnTo>
                      <a:close/>
                      <a:moveTo>
                        <a:pt x="68866" y="124777"/>
                      </a:moveTo>
                      <a:cubicBezTo>
                        <a:pt x="68866" y="124777"/>
                        <a:pt x="68294" y="123920"/>
                        <a:pt x="67723" y="122872"/>
                      </a:cubicBezTo>
                      <a:lnTo>
                        <a:pt x="68866" y="124777"/>
                      </a:lnTo>
                      <a:close/>
                      <a:moveTo>
                        <a:pt x="93154" y="6572"/>
                      </a:moveTo>
                      <a:lnTo>
                        <a:pt x="97726" y="6572"/>
                      </a:lnTo>
                      <a:lnTo>
                        <a:pt x="96203" y="9715"/>
                      </a:lnTo>
                      <a:lnTo>
                        <a:pt x="93154" y="9715"/>
                      </a:lnTo>
                      <a:lnTo>
                        <a:pt x="93154" y="6572"/>
                      </a:lnTo>
                      <a:close/>
                      <a:moveTo>
                        <a:pt x="107918" y="22288"/>
                      </a:moveTo>
                      <a:lnTo>
                        <a:pt x="114014" y="29908"/>
                      </a:lnTo>
                      <a:cubicBezTo>
                        <a:pt x="107728" y="30194"/>
                        <a:pt x="104299" y="26575"/>
                        <a:pt x="103727" y="19145"/>
                      </a:cubicBezTo>
                      <a:lnTo>
                        <a:pt x="112109" y="19145"/>
                      </a:lnTo>
                      <a:lnTo>
                        <a:pt x="107823" y="22193"/>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 name="Google Shape;1068;p99"/>
                <p:cNvSpPr/>
                <p:nvPr/>
              </p:nvSpPr>
              <p:spPr>
                <a:xfrm>
                  <a:off x="4337874" y="1882711"/>
                  <a:ext cx="170116" cy="205206"/>
                </a:xfrm>
                <a:custGeom>
                  <a:avLst/>
                  <a:gdLst/>
                  <a:ahLst/>
                  <a:cxnLst/>
                  <a:rect l="l" t="t" r="r" b="b"/>
                  <a:pathLst>
                    <a:path w="170116" h="205206" extrusionOk="0">
                      <a:moveTo>
                        <a:pt x="169640" y="19621"/>
                      </a:moveTo>
                      <a:cubicBezTo>
                        <a:pt x="168402" y="23908"/>
                        <a:pt x="167830" y="28765"/>
                        <a:pt x="167830" y="34195"/>
                      </a:cubicBezTo>
                      <a:cubicBezTo>
                        <a:pt x="167830" y="37814"/>
                        <a:pt x="168116" y="43053"/>
                        <a:pt x="168974" y="50101"/>
                      </a:cubicBezTo>
                      <a:cubicBezTo>
                        <a:pt x="169736" y="57150"/>
                        <a:pt x="170117" y="62293"/>
                        <a:pt x="170117" y="65532"/>
                      </a:cubicBezTo>
                      <a:cubicBezTo>
                        <a:pt x="170117" y="68104"/>
                        <a:pt x="169926" y="70580"/>
                        <a:pt x="169736" y="72771"/>
                      </a:cubicBezTo>
                      <a:lnTo>
                        <a:pt x="167926" y="195643"/>
                      </a:lnTo>
                      <a:cubicBezTo>
                        <a:pt x="164306" y="199644"/>
                        <a:pt x="158115" y="202025"/>
                        <a:pt x="149542" y="202883"/>
                      </a:cubicBezTo>
                      <a:cubicBezTo>
                        <a:pt x="142113" y="203644"/>
                        <a:pt x="134779" y="204406"/>
                        <a:pt x="127635" y="205168"/>
                      </a:cubicBezTo>
                      <a:cubicBezTo>
                        <a:pt x="119825" y="205645"/>
                        <a:pt x="114871" y="201644"/>
                        <a:pt x="112967" y="192881"/>
                      </a:cubicBezTo>
                      <a:cubicBezTo>
                        <a:pt x="110776" y="182975"/>
                        <a:pt x="107251" y="177165"/>
                        <a:pt x="102679" y="175355"/>
                      </a:cubicBezTo>
                      <a:cubicBezTo>
                        <a:pt x="102965" y="172879"/>
                        <a:pt x="101537" y="169926"/>
                        <a:pt x="98584" y="166783"/>
                      </a:cubicBezTo>
                      <a:cubicBezTo>
                        <a:pt x="95821" y="163544"/>
                        <a:pt x="94298" y="161068"/>
                        <a:pt x="94298" y="159353"/>
                      </a:cubicBezTo>
                      <a:cubicBezTo>
                        <a:pt x="94298" y="158305"/>
                        <a:pt x="94679" y="157258"/>
                        <a:pt x="95441" y="156305"/>
                      </a:cubicBezTo>
                      <a:cubicBezTo>
                        <a:pt x="90107" y="156781"/>
                        <a:pt x="86868" y="155067"/>
                        <a:pt x="85820" y="151067"/>
                      </a:cubicBezTo>
                      <a:cubicBezTo>
                        <a:pt x="84868" y="147066"/>
                        <a:pt x="83820" y="143256"/>
                        <a:pt x="82867" y="139446"/>
                      </a:cubicBezTo>
                      <a:cubicBezTo>
                        <a:pt x="84582" y="141065"/>
                        <a:pt x="87535" y="141160"/>
                        <a:pt x="91250" y="140208"/>
                      </a:cubicBezTo>
                      <a:cubicBezTo>
                        <a:pt x="95250" y="139160"/>
                        <a:pt x="97917" y="139922"/>
                        <a:pt x="99822" y="142494"/>
                      </a:cubicBezTo>
                      <a:cubicBezTo>
                        <a:pt x="100203" y="138970"/>
                        <a:pt x="98965" y="135446"/>
                        <a:pt x="95536" y="132207"/>
                      </a:cubicBezTo>
                      <a:cubicBezTo>
                        <a:pt x="94202" y="132493"/>
                        <a:pt x="92297" y="133350"/>
                        <a:pt x="89630" y="134684"/>
                      </a:cubicBezTo>
                      <a:cubicBezTo>
                        <a:pt x="86963" y="136208"/>
                        <a:pt x="84773" y="136779"/>
                        <a:pt x="83249" y="136779"/>
                      </a:cubicBezTo>
                      <a:cubicBezTo>
                        <a:pt x="81725" y="136779"/>
                        <a:pt x="80200" y="136303"/>
                        <a:pt x="78676" y="135255"/>
                      </a:cubicBezTo>
                      <a:cubicBezTo>
                        <a:pt x="75152" y="133540"/>
                        <a:pt x="72200" y="129350"/>
                        <a:pt x="69913" y="122968"/>
                      </a:cubicBezTo>
                      <a:cubicBezTo>
                        <a:pt x="67532" y="116586"/>
                        <a:pt x="65246" y="112776"/>
                        <a:pt x="62770" y="111538"/>
                      </a:cubicBezTo>
                      <a:cubicBezTo>
                        <a:pt x="61055" y="110585"/>
                        <a:pt x="60008" y="108013"/>
                        <a:pt x="59246" y="103822"/>
                      </a:cubicBezTo>
                      <a:cubicBezTo>
                        <a:pt x="58674" y="100775"/>
                        <a:pt x="56864" y="99536"/>
                        <a:pt x="53530" y="100013"/>
                      </a:cubicBezTo>
                      <a:lnTo>
                        <a:pt x="48958" y="111538"/>
                      </a:lnTo>
                      <a:cubicBezTo>
                        <a:pt x="50578" y="123539"/>
                        <a:pt x="50863" y="137827"/>
                        <a:pt x="50101" y="154781"/>
                      </a:cubicBezTo>
                      <a:cubicBezTo>
                        <a:pt x="49244" y="178594"/>
                        <a:pt x="48958" y="192119"/>
                        <a:pt x="48958" y="195834"/>
                      </a:cubicBezTo>
                      <a:cubicBezTo>
                        <a:pt x="44767" y="201073"/>
                        <a:pt x="39529" y="203835"/>
                        <a:pt x="32861" y="203835"/>
                      </a:cubicBezTo>
                      <a:cubicBezTo>
                        <a:pt x="30766" y="203835"/>
                        <a:pt x="27813" y="203454"/>
                        <a:pt x="23527" y="202883"/>
                      </a:cubicBezTo>
                      <a:cubicBezTo>
                        <a:pt x="19336" y="202216"/>
                        <a:pt x="16192" y="201930"/>
                        <a:pt x="14192" y="201930"/>
                      </a:cubicBezTo>
                      <a:cubicBezTo>
                        <a:pt x="12668" y="201930"/>
                        <a:pt x="10954" y="202121"/>
                        <a:pt x="9620" y="202311"/>
                      </a:cubicBezTo>
                      <a:lnTo>
                        <a:pt x="3524" y="191643"/>
                      </a:lnTo>
                      <a:cubicBezTo>
                        <a:pt x="3524" y="193358"/>
                        <a:pt x="3238" y="183261"/>
                        <a:pt x="3143" y="161068"/>
                      </a:cubicBezTo>
                      <a:cubicBezTo>
                        <a:pt x="2858" y="148018"/>
                        <a:pt x="4382" y="137922"/>
                        <a:pt x="7620" y="131159"/>
                      </a:cubicBezTo>
                      <a:cubicBezTo>
                        <a:pt x="4382" y="124015"/>
                        <a:pt x="2858" y="114967"/>
                        <a:pt x="3143" y="103918"/>
                      </a:cubicBezTo>
                      <a:cubicBezTo>
                        <a:pt x="3143" y="82487"/>
                        <a:pt x="3143" y="73247"/>
                        <a:pt x="3524" y="76009"/>
                      </a:cubicBezTo>
                      <a:lnTo>
                        <a:pt x="4477" y="76009"/>
                      </a:lnTo>
                      <a:cubicBezTo>
                        <a:pt x="4953" y="73914"/>
                        <a:pt x="4477" y="70866"/>
                        <a:pt x="2667" y="66484"/>
                      </a:cubicBezTo>
                      <a:cubicBezTo>
                        <a:pt x="953" y="62198"/>
                        <a:pt x="0" y="58864"/>
                        <a:pt x="0" y="56959"/>
                      </a:cubicBezTo>
                      <a:cubicBezTo>
                        <a:pt x="0" y="53912"/>
                        <a:pt x="1429" y="51340"/>
                        <a:pt x="4477" y="49339"/>
                      </a:cubicBezTo>
                      <a:lnTo>
                        <a:pt x="4477" y="11049"/>
                      </a:lnTo>
                      <a:cubicBezTo>
                        <a:pt x="6477" y="11335"/>
                        <a:pt x="9049" y="10573"/>
                        <a:pt x="11811" y="9144"/>
                      </a:cubicBezTo>
                      <a:lnTo>
                        <a:pt x="11811" y="6096"/>
                      </a:lnTo>
                      <a:cubicBezTo>
                        <a:pt x="12383" y="6287"/>
                        <a:pt x="14478" y="7620"/>
                        <a:pt x="18669" y="9906"/>
                      </a:cubicBezTo>
                      <a:cubicBezTo>
                        <a:pt x="21812" y="11716"/>
                        <a:pt x="24194" y="12573"/>
                        <a:pt x="26099" y="12573"/>
                      </a:cubicBezTo>
                      <a:cubicBezTo>
                        <a:pt x="27527" y="12573"/>
                        <a:pt x="28861" y="12097"/>
                        <a:pt x="29908" y="11049"/>
                      </a:cubicBezTo>
                      <a:lnTo>
                        <a:pt x="23813" y="4953"/>
                      </a:lnTo>
                      <a:cubicBezTo>
                        <a:pt x="24860" y="4667"/>
                        <a:pt x="26479" y="4667"/>
                        <a:pt x="28861" y="4953"/>
                      </a:cubicBezTo>
                      <a:lnTo>
                        <a:pt x="28861" y="0"/>
                      </a:lnTo>
                      <a:cubicBezTo>
                        <a:pt x="45911" y="1048"/>
                        <a:pt x="57245" y="6096"/>
                        <a:pt x="62960" y="14954"/>
                      </a:cubicBezTo>
                      <a:cubicBezTo>
                        <a:pt x="65056" y="25051"/>
                        <a:pt x="69056" y="32575"/>
                        <a:pt x="74676" y="37624"/>
                      </a:cubicBezTo>
                      <a:cubicBezTo>
                        <a:pt x="74486" y="39719"/>
                        <a:pt x="75629" y="41815"/>
                        <a:pt x="78486" y="43815"/>
                      </a:cubicBezTo>
                      <a:cubicBezTo>
                        <a:pt x="81058" y="45815"/>
                        <a:pt x="82582" y="47149"/>
                        <a:pt x="83153" y="47911"/>
                      </a:cubicBezTo>
                      <a:lnTo>
                        <a:pt x="80867" y="50292"/>
                      </a:lnTo>
                      <a:cubicBezTo>
                        <a:pt x="83153" y="52006"/>
                        <a:pt x="85534" y="55245"/>
                        <a:pt x="87821" y="59817"/>
                      </a:cubicBezTo>
                      <a:cubicBezTo>
                        <a:pt x="90107" y="64389"/>
                        <a:pt x="92202" y="67342"/>
                        <a:pt x="93726" y="68199"/>
                      </a:cubicBezTo>
                      <a:cubicBezTo>
                        <a:pt x="97917" y="75438"/>
                        <a:pt x="103918" y="86392"/>
                        <a:pt x="111728" y="101251"/>
                      </a:cubicBezTo>
                      <a:cubicBezTo>
                        <a:pt x="110204" y="100775"/>
                        <a:pt x="108204" y="101251"/>
                        <a:pt x="105632" y="102394"/>
                      </a:cubicBezTo>
                      <a:cubicBezTo>
                        <a:pt x="106680" y="102584"/>
                        <a:pt x="108299" y="103156"/>
                        <a:pt x="110585" y="104108"/>
                      </a:cubicBezTo>
                      <a:cubicBezTo>
                        <a:pt x="112967" y="104965"/>
                        <a:pt x="114491" y="105442"/>
                        <a:pt x="115633" y="105442"/>
                      </a:cubicBezTo>
                      <a:cubicBezTo>
                        <a:pt x="117634" y="105442"/>
                        <a:pt x="119158" y="104489"/>
                        <a:pt x="120205" y="102394"/>
                      </a:cubicBezTo>
                      <a:cubicBezTo>
                        <a:pt x="120015" y="80200"/>
                        <a:pt x="120587" y="46672"/>
                        <a:pt x="122111" y="1714"/>
                      </a:cubicBezTo>
                      <a:lnTo>
                        <a:pt x="166973" y="1714"/>
                      </a:lnTo>
                      <a:cubicBezTo>
                        <a:pt x="167545" y="2953"/>
                        <a:pt x="168116" y="5143"/>
                        <a:pt x="168116" y="8192"/>
                      </a:cubicBezTo>
                      <a:cubicBezTo>
                        <a:pt x="167830" y="12001"/>
                        <a:pt x="167830" y="14288"/>
                        <a:pt x="168116" y="15145"/>
                      </a:cubicBezTo>
                      <a:lnTo>
                        <a:pt x="163830" y="18193"/>
                      </a:lnTo>
                      <a:cubicBezTo>
                        <a:pt x="164306" y="19145"/>
                        <a:pt x="165259" y="19717"/>
                        <a:pt x="166497" y="19717"/>
                      </a:cubicBezTo>
                      <a:lnTo>
                        <a:pt x="170021" y="19717"/>
                      </a:lnTo>
                      <a:close/>
                      <a:moveTo>
                        <a:pt x="23527" y="4763"/>
                      </a:moveTo>
                      <a:cubicBezTo>
                        <a:pt x="23050" y="4286"/>
                        <a:pt x="22574" y="3715"/>
                        <a:pt x="22384" y="3238"/>
                      </a:cubicBezTo>
                      <a:lnTo>
                        <a:pt x="23527" y="4763"/>
                      </a:lnTo>
                      <a:close/>
                      <a:moveTo>
                        <a:pt x="77438" y="56769"/>
                      </a:moveTo>
                      <a:cubicBezTo>
                        <a:pt x="78772" y="55721"/>
                        <a:pt x="79058" y="54483"/>
                        <a:pt x="78486" y="52959"/>
                      </a:cubicBezTo>
                      <a:lnTo>
                        <a:pt x="77057" y="50578"/>
                      </a:lnTo>
                      <a:lnTo>
                        <a:pt x="77438" y="50292"/>
                      </a:lnTo>
                      <a:lnTo>
                        <a:pt x="77057" y="50578"/>
                      </a:lnTo>
                      <a:lnTo>
                        <a:pt x="74295" y="53721"/>
                      </a:lnTo>
                      <a:lnTo>
                        <a:pt x="77438" y="56769"/>
                      </a:lnTo>
                      <a:close/>
                      <a:moveTo>
                        <a:pt x="106871" y="134112"/>
                      </a:moveTo>
                      <a:lnTo>
                        <a:pt x="117443" y="139446"/>
                      </a:lnTo>
                      <a:cubicBezTo>
                        <a:pt x="117443" y="139446"/>
                        <a:pt x="118300" y="138970"/>
                        <a:pt x="119253" y="138684"/>
                      </a:cubicBezTo>
                      <a:cubicBezTo>
                        <a:pt x="120110" y="138398"/>
                        <a:pt x="120967" y="137731"/>
                        <a:pt x="121825" y="137160"/>
                      </a:cubicBezTo>
                      <a:cubicBezTo>
                        <a:pt x="120491" y="136874"/>
                        <a:pt x="119729" y="137255"/>
                        <a:pt x="119063" y="138208"/>
                      </a:cubicBezTo>
                      <a:cubicBezTo>
                        <a:pt x="118300" y="138208"/>
                        <a:pt x="114205" y="136874"/>
                        <a:pt x="106871" y="134112"/>
                      </a:cubicBezTo>
                      <a:close/>
                      <a:moveTo>
                        <a:pt x="126778" y="148304"/>
                      </a:moveTo>
                      <a:lnTo>
                        <a:pt x="127635" y="148971"/>
                      </a:lnTo>
                      <a:cubicBezTo>
                        <a:pt x="127635" y="148971"/>
                        <a:pt x="127254" y="148495"/>
                        <a:pt x="126778" y="148304"/>
                      </a:cubicBezTo>
                      <a:cubicBezTo>
                        <a:pt x="125444" y="147542"/>
                        <a:pt x="124301" y="147161"/>
                        <a:pt x="123444" y="147161"/>
                      </a:cubicBezTo>
                      <a:cubicBezTo>
                        <a:pt x="121920" y="147161"/>
                        <a:pt x="119825" y="148018"/>
                        <a:pt x="117253" y="149733"/>
                      </a:cubicBezTo>
                      <a:cubicBezTo>
                        <a:pt x="114586" y="151543"/>
                        <a:pt x="112490" y="152781"/>
                        <a:pt x="111538" y="153257"/>
                      </a:cubicBezTo>
                      <a:lnTo>
                        <a:pt x="114586" y="156400"/>
                      </a:lnTo>
                      <a:cubicBezTo>
                        <a:pt x="116872" y="154019"/>
                        <a:pt x="118300" y="153162"/>
                        <a:pt x="118777" y="153257"/>
                      </a:cubicBezTo>
                      <a:cubicBezTo>
                        <a:pt x="118967" y="153257"/>
                        <a:pt x="119444" y="153734"/>
                        <a:pt x="119920" y="154400"/>
                      </a:cubicBezTo>
                      <a:cubicBezTo>
                        <a:pt x="119444" y="155162"/>
                        <a:pt x="119444" y="155829"/>
                        <a:pt x="119920" y="156305"/>
                      </a:cubicBezTo>
                      <a:cubicBezTo>
                        <a:pt x="120110" y="155258"/>
                        <a:pt x="120110" y="154686"/>
                        <a:pt x="119920" y="154400"/>
                      </a:cubicBezTo>
                      <a:cubicBezTo>
                        <a:pt x="121920" y="149733"/>
                        <a:pt x="124301" y="147733"/>
                        <a:pt x="126778" y="148304"/>
                      </a:cubicBezTo>
                      <a:close/>
                      <a:moveTo>
                        <a:pt x="145542" y="147161"/>
                      </a:moveTo>
                      <a:lnTo>
                        <a:pt x="136779" y="146018"/>
                      </a:lnTo>
                      <a:lnTo>
                        <a:pt x="140970" y="148971"/>
                      </a:lnTo>
                      <a:cubicBezTo>
                        <a:pt x="140589" y="151067"/>
                        <a:pt x="139637" y="152019"/>
                        <a:pt x="138398" y="152019"/>
                      </a:cubicBezTo>
                      <a:cubicBezTo>
                        <a:pt x="137541" y="152019"/>
                        <a:pt x="136398" y="151447"/>
                        <a:pt x="134874" y="150114"/>
                      </a:cubicBezTo>
                      <a:cubicBezTo>
                        <a:pt x="133350" y="148780"/>
                        <a:pt x="132493" y="148400"/>
                        <a:pt x="132493" y="148876"/>
                      </a:cubicBezTo>
                      <a:cubicBezTo>
                        <a:pt x="133350" y="151924"/>
                        <a:pt x="134684" y="153543"/>
                        <a:pt x="136779" y="153543"/>
                      </a:cubicBezTo>
                      <a:cubicBezTo>
                        <a:pt x="139637" y="153543"/>
                        <a:pt x="142589" y="151352"/>
                        <a:pt x="145542" y="146971"/>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 name="Google Shape;1069;p99"/>
                <p:cNvSpPr/>
                <p:nvPr/>
              </p:nvSpPr>
              <p:spPr>
                <a:xfrm>
                  <a:off x="4528660" y="1882711"/>
                  <a:ext cx="185546" cy="205358"/>
                </a:xfrm>
                <a:custGeom>
                  <a:avLst/>
                  <a:gdLst/>
                  <a:ahLst/>
                  <a:cxnLst/>
                  <a:rect l="l" t="t" r="r" b="b"/>
                  <a:pathLst>
                    <a:path w="185546" h="205358" extrusionOk="0">
                      <a:moveTo>
                        <a:pt x="165259" y="2858"/>
                      </a:moveTo>
                      <a:cubicBezTo>
                        <a:pt x="167259" y="11525"/>
                        <a:pt x="168211" y="17050"/>
                        <a:pt x="168211" y="19621"/>
                      </a:cubicBezTo>
                      <a:cubicBezTo>
                        <a:pt x="168211" y="25241"/>
                        <a:pt x="166402" y="30194"/>
                        <a:pt x="162211" y="34195"/>
                      </a:cubicBezTo>
                      <a:lnTo>
                        <a:pt x="167831" y="35338"/>
                      </a:lnTo>
                      <a:cubicBezTo>
                        <a:pt x="163068" y="38100"/>
                        <a:pt x="159830" y="39529"/>
                        <a:pt x="158115" y="39529"/>
                      </a:cubicBezTo>
                      <a:cubicBezTo>
                        <a:pt x="156019" y="39529"/>
                        <a:pt x="154496" y="38481"/>
                        <a:pt x="153162" y="36385"/>
                      </a:cubicBezTo>
                      <a:lnTo>
                        <a:pt x="56769" y="38290"/>
                      </a:lnTo>
                      <a:cubicBezTo>
                        <a:pt x="57150" y="40386"/>
                        <a:pt x="57531" y="42481"/>
                        <a:pt x="57531" y="44863"/>
                      </a:cubicBezTo>
                      <a:cubicBezTo>
                        <a:pt x="57531" y="47434"/>
                        <a:pt x="56959" y="51435"/>
                        <a:pt x="55817" y="56864"/>
                      </a:cubicBezTo>
                      <a:cubicBezTo>
                        <a:pt x="54674" y="62389"/>
                        <a:pt x="54102" y="66484"/>
                        <a:pt x="54102" y="69342"/>
                      </a:cubicBezTo>
                      <a:cubicBezTo>
                        <a:pt x="54102" y="72390"/>
                        <a:pt x="54578" y="75343"/>
                        <a:pt x="55626" y="78105"/>
                      </a:cubicBezTo>
                      <a:cubicBezTo>
                        <a:pt x="60389" y="81153"/>
                        <a:pt x="66675" y="82772"/>
                        <a:pt x="74771" y="82772"/>
                      </a:cubicBezTo>
                      <a:cubicBezTo>
                        <a:pt x="81629" y="82772"/>
                        <a:pt x="88583" y="81725"/>
                        <a:pt x="95822" y="79724"/>
                      </a:cubicBezTo>
                      <a:lnTo>
                        <a:pt x="93821" y="79724"/>
                      </a:lnTo>
                      <a:lnTo>
                        <a:pt x="93821" y="75152"/>
                      </a:lnTo>
                      <a:lnTo>
                        <a:pt x="95822" y="75152"/>
                      </a:lnTo>
                      <a:cubicBezTo>
                        <a:pt x="95536" y="75914"/>
                        <a:pt x="95345" y="76581"/>
                        <a:pt x="95345" y="77057"/>
                      </a:cubicBezTo>
                      <a:cubicBezTo>
                        <a:pt x="95345" y="78391"/>
                        <a:pt x="96012" y="79438"/>
                        <a:pt x="97346" y="80391"/>
                      </a:cubicBezTo>
                      <a:cubicBezTo>
                        <a:pt x="98584" y="81248"/>
                        <a:pt x="99917" y="82105"/>
                        <a:pt x="101156" y="82867"/>
                      </a:cubicBezTo>
                      <a:cubicBezTo>
                        <a:pt x="101441" y="82867"/>
                        <a:pt x="105061" y="82677"/>
                        <a:pt x="112300" y="82487"/>
                      </a:cubicBezTo>
                      <a:cubicBezTo>
                        <a:pt x="116776" y="82201"/>
                        <a:pt x="120586" y="82391"/>
                        <a:pt x="123730" y="82867"/>
                      </a:cubicBezTo>
                      <a:cubicBezTo>
                        <a:pt x="127730" y="83439"/>
                        <a:pt x="131445" y="84963"/>
                        <a:pt x="134207" y="87535"/>
                      </a:cubicBezTo>
                      <a:cubicBezTo>
                        <a:pt x="137065" y="90011"/>
                        <a:pt x="138589" y="93250"/>
                        <a:pt x="138589" y="97060"/>
                      </a:cubicBezTo>
                      <a:cubicBezTo>
                        <a:pt x="138589" y="98774"/>
                        <a:pt x="138017" y="101917"/>
                        <a:pt x="137065" y="106204"/>
                      </a:cubicBezTo>
                      <a:cubicBezTo>
                        <a:pt x="136112" y="110490"/>
                        <a:pt x="135636" y="113919"/>
                        <a:pt x="135636" y="116491"/>
                      </a:cubicBezTo>
                      <a:cubicBezTo>
                        <a:pt x="131635" y="121634"/>
                        <a:pt x="125158" y="124206"/>
                        <a:pt x="116396" y="124206"/>
                      </a:cubicBezTo>
                      <a:cubicBezTo>
                        <a:pt x="113633" y="124206"/>
                        <a:pt x="109157" y="123825"/>
                        <a:pt x="102584" y="123063"/>
                      </a:cubicBezTo>
                      <a:cubicBezTo>
                        <a:pt x="96202" y="122396"/>
                        <a:pt x="91726" y="122015"/>
                        <a:pt x="88868" y="122015"/>
                      </a:cubicBezTo>
                      <a:cubicBezTo>
                        <a:pt x="85725" y="122015"/>
                        <a:pt x="83153" y="122206"/>
                        <a:pt x="80867" y="122777"/>
                      </a:cubicBezTo>
                      <a:cubicBezTo>
                        <a:pt x="78772" y="121444"/>
                        <a:pt x="76581" y="120872"/>
                        <a:pt x="74295" y="120872"/>
                      </a:cubicBezTo>
                      <a:cubicBezTo>
                        <a:pt x="71628" y="120872"/>
                        <a:pt x="67627" y="122587"/>
                        <a:pt x="62484" y="126206"/>
                      </a:cubicBezTo>
                      <a:cubicBezTo>
                        <a:pt x="57436" y="129730"/>
                        <a:pt x="53531" y="131540"/>
                        <a:pt x="50959" y="131540"/>
                      </a:cubicBezTo>
                      <a:cubicBezTo>
                        <a:pt x="47816" y="131540"/>
                        <a:pt x="45053" y="130112"/>
                        <a:pt x="42196" y="127349"/>
                      </a:cubicBezTo>
                      <a:lnTo>
                        <a:pt x="40672" y="132588"/>
                      </a:lnTo>
                      <a:cubicBezTo>
                        <a:pt x="39624" y="132588"/>
                        <a:pt x="38005" y="132302"/>
                        <a:pt x="35624" y="131350"/>
                      </a:cubicBezTo>
                      <a:cubicBezTo>
                        <a:pt x="33338" y="130492"/>
                        <a:pt x="31718" y="130016"/>
                        <a:pt x="30671" y="130016"/>
                      </a:cubicBezTo>
                      <a:cubicBezTo>
                        <a:pt x="28861" y="130016"/>
                        <a:pt x="27337" y="130969"/>
                        <a:pt x="26099" y="132588"/>
                      </a:cubicBezTo>
                      <a:cubicBezTo>
                        <a:pt x="31433" y="136779"/>
                        <a:pt x="37338" y="138303"/>
                        <a:pt x="44196" y="137636"/>
                      </a:cubicBezTo>
                      <a:lnTo>
                        <a:pt x="40672" y="139922"/>
                      </a:lnTo>
                      <a:cubicBezTo>
                        <a:pt x="43720" y="140208"/>
                        <a:pt x="46673" y="140398"/>
                        <a:pt x="49911" y="140684"/>
                      </a:cubicBezTo>
                      <a:cubicBezTo>
                        <a:pt x="53721" y="141732"/>
                        <a:pt x="55912" y="143637"/>
                        <a:pt x="56769" y="146399"/>
                      </a:cubicBezTo>
                      <a:cubicBezTo>
                        <a:pt x="56959" y="150019"/>
                        <a:pt x="57341" y="153352"/>
                        <a:pt x="57912" y="156496"/>
                      </a:cubicBezTo>
                      <a:cubicBezTo>
                        <a:pt x="58579" y="159639"/>
                        <a:pt x="60484" y="161544"/>
                        <a:pt x="64389" y="162020"/>
                      </a:cubicBezTo>
                      <a:cubicBezTo>
                        <a:pt x="70009" y="161830"/>
                        <a:pt x="79343" y="161925"/>
                        <a:pt x="92392" y="162496"/>
                      </a:cubicBezTo>
                      <a:cubicBezTo>
                        <a:pt x="104489" y="162782"/>
                        <a:pt x="113443" y="162782"/>
                        <a:pt x="119920" y="162496"/>
                      </a:cubicBezTo>
                      <a:cubicBezTo>
                        <a:pt x="130207" y="161734"/>
                        <a:pt x="139446" y="160210"/>
                        <a:pt x="147447" y="157925"/>
                      </a:cubicBezTo>
                      <a:cubicBezTo>
                        <a:pt x="146685" y="159925"/>
                        <a:pt x="147828" y="161068"/>
                        <a:pt x="150685" y="161354"/>
                      </a:cubicBezTo>
                      <a:lnTo>
                        <a:pt x="156972" y="161354"/>
                      </a:lnTo>
                      <a:cubicBezTo>
                        <a:pt x="158686" y="161354"/>
                        <a:pt x="159734" y="161639"/>
                        <a:pt x="160401" y="162115"/>
                      </a:cubicBezTo>
                      <a:lnTo>
                        <a:pt x="165449" y="162115"/>
                      </a:lnTo>
                      <a:cubicBezTo>
                        <a:pt x="167068" y="180213"/>
                        <a:pt x="167926" y="188023"/>
                        <a:pt x="167926" y="185547"/>
                      </a:cubicBezTo>
                      <a:cubicBezTo>
                        <a:pt x="167926" y="192405"/>
                        <a:pt x="166211" y="198025"/>
                        <a:pt x="163449" y="202311"/>
                      </a:cubicBezTo>
                      <a:cubicBezTo>
                        <a:pt x="157639" y="203359"/>
                        <a:pt x="151162" y="203835"/>
                        <a:pt x="144018" y="203835"/>
                      </a:cubicBezTo>
                      <a:lnTo>
                        <a:pt x="113443" y="203835"/>
                      </a:lnTo>
                      <a:cubicBezTo>
                        <a:pt x="105537" y="203835"/>
                        <a:pt x="98679" y="204311"/>
                        <a:pt x="92869" y="205359"/>
                      </a:cubicBezTo>
                      <a:cubicBezTo>
                        <a:pt x="89249" y="204311"/>
                        <a:pt x="81725" y="203930"/>
                        <a:pt x="70485" y="204216"/>
                      </a:cubicBezTo>
                      <a:cubicBezTo>
                        <a:pt x="61627" y="204216"/>
                        <a:pt x="54674" y="202597"/>
                        <a:pt x="49625" y="199263"/>
                      </a:cubicBezTo>
                      <a:cubicBezTo>
                        <a:pt x="46196" y="202311"/>
                        <a:pt x="40862" y="203835"/>
                        <a:pt x="33528" y="203835"/>
                      </a:cubicBezTo>
                      <a:cubicBezTo>
                        <a:pt x="31242" y="203835"/>
                        <a:pt x="25146" y="203168"/>
                        <a:pt x="15526" y="201930"/>
                      </a:cubicBezTo>
                      <a:cubicBezTo>
                        <a:pt x="10192" y="198596"/>
                        <a:pt x="7429" y="192310"/>
                        <a:pt x="7429" y="182880"/>
                      </a:cubicBezTo>
                      <a:cubicBezTo>
                        <a:pt x="7429" y="180880"/>
                        <a:pt x="7525" y="177927"/>
                        <a:pt x="7906" y="174308"/>
                      </a:cubicBezTo>
                      <a:cubicBezTo>
                        <a:pt x="8192" y="170688"/>
                        <a:pt x="8287" y="168021"/>
                        <a:pt x="8287" y="166497"/>
                      </a:cubicBezTo>
                      <a:lnTo>
                        <a:pt x="10287" y="91250"/>
                      </a:lnTo>
                      <a:cubicBezTo>
                        <a:pt x="8858" y="88392"/>
                        <a:pt x="8287" y="84582"/>
                        <a:pt x="8287" y="79724"/>
                      </a:cubicBezTo>
                      <a:cubicBezTo>
                        <a:pt x="8287" y="78105"/>
                        <a:pt x="8573" y="75247"/>
                        <a:pt x="8763" y="71533"/>
                      </a:cubicBezTo>
                      <a:cubicBezTo>
                        <a:pt x="8954" y="67818"/>
                        <a:pt x="9144" y="65246"/>
                        <a:pt x="9144" y="63722"/>
                      </a:cubicBezTo>
                      <a:cubicBezTo>
                        <a:pt x="9144" y="54007"/>
                        <a:pt x="6001" y="49149"/>
                        <a:pt x="0" y="48863"/>
                      </a:cubicBezTo>
                      <a:cubicBezTo>
                        <a:pt x="7525" y="46863"/>
                        <a:pt x="11240" y="40576"/>
                        <a:pt x="10668" y="30194"/>
                      </a:cubicBezTo>
                      <a:cubicBezTo>
                        <a:pt x="9811" y="14668"/>
                        <a:pt x="9716" y="6096"/>
                        <a:pt x="10287" y="4572"/>
                      </a:cubicBezTo>
                      <a:lnTo>
                        <a:pt x="8287" y="3048"/>
                      </a:lnTo>
                      <a:cubicBezTo>
                        <a:pt x="11144" y="1524"/>
                        <a:pt x="14383" y="667"/>
                        <a:pt x="18288" y="667"/>
                      </a:cubicBezTo>
                      <a:cubicBezTo>
                        <a:pt x="20574" y="667"/>
                        <a:pt x="24575" y="1143"/>
                        <a:pt x="30480" y="2000"/>
                      </a:cubicBezTo>
                      <a:cubicBezTo>
                        <a:pt x="36290" y="2953"/>
                        <a:pt x="40862" y="3334"/>
                        <a:pt x="44386" y="3048"/>
                      </a:cubicBezTo>
                      <a:cubicBezTo>
                        <a:pt x="61055" y="3048"/>
                        <a:pt x="71914" y="2000"/>
                        <a:pt x="76676" y="0"/>
                      </a:cubicBezTo>
                      <a:cubicBezTo>
                        <a:pt x="77629" y="2572"/>
                        <a:pt x="79058" y="3810"/>
                        <a:pt x="81343" y="3810"/>
                      </a:cubicBezTo>
                      <a:cubicBezTo>
                        <a:pt x="82677" y="3810"/>
                        <a:pt x="84677" y="3334"/>
                        <a:pt x="87440" y="2286"/>
                      </a:cubicBezTo>
                      <a:cubicBezTo>
                        <a:pt x="90107" y="1238"/>
                        <a:pt x="92107" y="667"/>
                        <a:pt x="93345" y="667"/>
                      </a:cubicBezTo>
                      <a:cubicBezTo>
                        <a:pt x="94298" y="667"/>
                        <a:pt x="95441" y="857"/>
                        <a:pt x="96393" y="1048"/>
                      </a:cubicBezTo>
                      <a:cubicBezTo>
                        <a:pt x="97346" y="1333"/>
                        <a:pt x="102203" y="2286"/>
                        <a:pt x="110871" y="3810"/>
                      </a:cubicBezTo>
                      <a:cubicBezTo>
                        <a:pt x="116967" y="4763"/>
                        <a:pt x="121825" y="5048"/>
                        <a:pt x="125349" y="4572"/>
                      </a:cubicBezTo>
                      <a:lnTo>
                        <a:pt x="129540" y="9144"/>
                      </a:lnTo>
                      <a:cubicBezTo>
                        <a:pt x="132398" y="3619"/>
                        <a:pt x="144399" y="1524"/>
                        <a:pt x="165544" y="3048"/>
                      </a:cubicBezTo>
                      <a:close/>
                      <a:moveTo>
                        <a:pt x="12954" y="130207"/>
                      </a:moveTo>
                      <a:cubicBezTo>
                        <a:pt x="13811" y="132493"/>
                        <a:pt x="16192" y="133731"/>
                        <a:pt x="20574" y="133731"/>
                      </a:cubicBezTo>
                      <a:cubicBezTo>
                        <a:pt x="22765" y="133731"/>
                        <a:pt x="23908" y="133255"/>
                        <a:pt x="24860" y="132493"/>
                      </a:cubicBezTo>
                      <a:lnTo>
                        <a:pt x="12954" y="130207"/>
                      </a:lnTo>
                      <a:close/>
                      <a:moveTo>
                        <a:pt x="37433" y="130207"/>
                      </a:moveTo>
                      <a:lnTo>
                        <a:pt x="37433" y="127159"/>
                      </a:lnTo>
                      <a:cubicBezTo>
                        <a:pt x="37148" y="125921"/>
                        <a:pt x="35624" y="125254"/>
                        <a:pt x="33242" y="125254"/>
                      </a:cubicBezTo>
                      <a:lnTo>
                        <a:pt x="37433" y="130112"/>
                      </a:lnTo>
                      <a:close/>
                      <a:moveTo>
                        <a:pt x="47054" y="66008"/>
                      </a:moveTo>
                      <a:lnTo>
                        <a:pt x="47054" y="63722"/>
                      </a:lnTo>
                      <a:lnTo>
                        <a:pt x="44006" y="63722"/>
                      </a:lnTo>
                      <a:lnTo>
                        <a:pt x="44006" y="66008"/>
                      </a:lnTo>
                      <a:lnTo>
                        <a:pt x="47054" y="66008"/>
                      </a:lnTo>
                      <a:close/>
                      <a:moveTo>
                        <a:pt x="111728" y="64865"/>
                      </a:moveTo>
                      <a:cubicBezTo>
                        <a:pt x="109728" y="63532"/>
                        <a:pt x="108775" y="62293"/>
                        <a:pt x="108775" y="61055"/>
                      </a:cubicBezTo>
                      <a:cubicBezTo>
                        <a:pt x="108775" y="59246"/>
                        <a:pt x="110014" y="58388"/>
                        <a:pt x="113252" y="58388"/>
                      </a:cubicBezTo>
                      <a:cubicBezTo>
                        <a:pt x="116300" y="58388"/>
                        <a:pt x="118205" y="59531"/>
                        <a:pt x="118872" y="61817"/>
                      </a:cubicBezTo>
                      <a:cubicBezTo>
                        <a:pt x="116491" y="64389"/>
                        <a:pt x="114014" y="65342"/>
                        <a:pt x="111728" y="64960"/>
                      </a:cubicBezTo>
                      <a:close/>
                      <a:moveTo>
                        <a:pt x="135446" y="66008"/>
                      </a:moveTo>
                      <a:cubicBezTo>
                        <a:pt x="136874" y="65532"/>
                        <a:pt x="137732" y="64865"/>
                        <a:pt x="137732" y="64103"/>
                      </a:cubicBezTo>
                      <a:cubicBezTo>
                        <a:pt x="137732" y="63532"/>
                        <a:pt x="137446" y="62960"/>
                        <a:pt x="136684" y="61913"/>
                      </a:cubicBezTo>
                      <a:cubicBezTo>
                        <a:pt x="136017" y="61055"/>
                        <a:pt x="135731" y="60388"/>
                        <a:pt x="135731" y="60198"/>
                      </a:cubicBezTo>
                      <a:cubicBezTo>
                        <a:pt x="136112" y="59436"/>
                        <a:pt x="136398" y="58864"/>
                        <a:pt x="136874" y="58674"/>
                      </a:cubicBezTo>
                      <a:cubicBezTo>
                        <a:pt x="138779" y="58102"/>
                        <a:pt x="140780" y="58674"/>
                        <a:pt x="143066" y="60579"/>
                      </a:cubicBezTo>
                      <a:lnTo>
                        <a:pt x="140113" y="65913"/>
                      </a:lnTo>
                      <a:lnTo>
                        <a:pt x="144209" y="68961"/>
                      </a:lnTo>
                      <a:lnTo>
                        <a:pt x="135350" y="65913"/>
                      </a:lnTo>
                      <a:close/>
                      <a:moveTo>
                        <a:pt x="144304" y="19621"/>
                      </a:moveTo>
                      <a:cubicBezTo>
                        <a:pt x="144780" y="20193"/>
                        <a:pt x="145161" y="20383"/>
                        <a:pt x="145447" y="20383"/>
                      </a:cubicBezTo>
                      <a:lnTo>
                        <a:pt x="144304" y="19621"/>
                      </a:lnTo>
                      <a:lnTo>
                        <a:pt x="144304" y="16192"/>
                      </a:lnTo>
                      <a:lnTo>
                        <a:pt x="140208" y="16192"/>
                      </a:lnTo>
                      <a:lnTo>
                        <a:pt x="144304" y="19621"/>
                      </a:lnTo>
                      <a:close/>
                      <a:moveTo>
                        <a:pt x="185547" y="5905"/>
                      </a:moveTo>
                      <a:cubicBezTo>
                        <a:pt x="185547" y="6763"/>
                        <a:pt x="184880" y="7620"/>
                        <a:pt x="183547" y="8954"/>
                      </a:cubicBezTo>
                      <a:cubicBezTo>
                        <a:pt x="182309" y="10287"/>
                        <a:pt x="181642" y="11239"/>
                        <a:pt x="181356" y="12001"/>
                      </a:cubicBezTo>
                      <a:lnTo>
                        <a:pt x="184404" y="14383"/>
                      </a:lnTo>
                      <a:lnTo>
                        <a:pt x="178213" y="12001"/>
                      </a:lnTo>
                      <a:cubicBezTo>
                        <a:pt x="179546" y="12001"/>
                        <a:pt x="180308" y="10954"/>
                        <a:pt x="180689" y="8668"/>
                      </a:cubicBezTo>
                      <a:cubicBezTo>
                        <a:pt x="181070" y="6382"/>
                        <a:pt x="181927" y="5239"/>
                        <a:pt x="183261" y="5239"/>
                      </a:cubicBezTo>
                      <a:cubicBezTo>
                        <a:pt x="183737" y="5239"/>
                        <a:pt x="184404" y="5525"/>
                        <a:pt x="185452" y="6001"/>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 name="Google Shape;1070;p99"/>
                <p:cNvSpPr/>
                <p:nvPr/>
              </p:nvSpPr>
              <p:spPr>
                <a:xfrm>
                  <a:off x="4718494" y="1881378"/>
                  <a:ext cx="179736" cy="237540"/>
                </a:xfrm>
                <a:custGeom>
                  <a:avLst/>
                  <a:gdLst/>
                  <a:ahLst/>
                  <a:cxnLst/>
                  <a:rect l="l" t="t" r="r" b="b"/>
                  <a:pathLst>
                    <a:path w="179736" h="237540" extrusionOk="0">
                      <a:moveTo>
                        <a:pt x="151352" y="110204"/>
                      </a:moveTo>
                      <a:cubicBezTo>
                        <a:pt x="152209" y="112490"/>
                        <a:pt x="154496" y="116396"/>
                        <a:pt x="158305" y="122110"/>
                      </a:cubicBezTo>
                      <a:cubicBezTo>
                        <a:pt x="161163" y="126873"/>
                        <a:pt x="162496" y="131064"/>
                        <a:pt x="162496" y="134398"/>
                      </a:cubicBezTo>
                      <a:cubicBezTo>
                        <a:pt x="162496" y="137160"/>
                        <a:pt x="162020" y="139922"/>
                        <a:pt x="160591" y="142780"/>
                      </a:cubicBezTo>
                      <a:cubicBezTo>
                        <a:pt x="161639" y="146113"/>
                        <a:pt x="162115" y="149828"/>
                        <a:pt x="162115" y="153829"/>
                      </a:cubicBezTo>
                      <a:cubicBezTo>
                        <a:pt x="162115" y="164021"/>
                        <a:pt x="159639" y="171164"/>
                        <a:pt x="154400" y="175260"/>
                      </a:cubicBezTo>
                      <a:cubicBezTo>
                        <a:pt x="154972" y="174308"/>
                        <a:pt x="155162" y="173260"/>
                        <a:pt x="155162" y="172212"/>
                      </a:cubicBezTo>
                      <a:cubicBezTo>
                        <a:pt x="155162" y="168116"/>
                        <a:pt x="152781" y="166021"/>
                        <a:pt x="148304" y="166021"/>
                      </a:cubicBezTo>
                      <a:cubicBezTo>
                        <a:pt x="146209" y="166021"/>
                        <a:pt x="144304" y="166592"/>
                        <a:pt x="142399" y="167640"/>
                      </a:cubicBezTo>
                      <a:lnTo>
                        <a:pt x="145637" y="170688"/>
                      </a:lnTo>
                      <a:cubicBezTo>
                        <a:pt x="144304" y="169926"/>
                        <a:pt x="143256" y="169640"/>
                        <a:pt x="142113" y="169640"/>
                      </a:cubicBezTo>
                      <a:cubicBezTo>
                        <a:pt x="140303" y="169640"/>
                        <a:pt x="138589" y="171069"/>
                        <a:pt x="136970" y="174022"/>
                      </a:cubicBezTo>
                      <a:cubicBezTo>
                        <a:pt x="135255" y="176879"/>
                        <a:pt x="133731" y="179832"/>
                        <a:pt x="132112" y="182499"/>
                      </a:cubicBezTo>
                      <a:lnTo>
                        <a:pt x="133731" y="184499"/>
                      </a:lnTo>
                      <a:cubicBezTo>
                        <a:pt x="131636" y="184023"/>
                        <a:pt x="129254" y="184499"/>
                        <a:pt x="126492" y="185642"/>
                      </a:cubicBezTo>
                      <a:lnTo>
                        <a:pt x="126492" y="188785"/>
                      </a:lnTo>
                      <a:cubicBezTo>
                        <a:pt x="125539" y="188023"/>
                        <a:pt x="124301" y="187166"/>
                        <a:pt x="122968" y="186309"/>
                      </a:cubicBezTo>
                      <a:cubicBezTo>
                        <a:pt x="121634" y="185452"/>
                        <a:pt x="120491" y="185261"/>
                        <a:pt x="119063" y="185738"/>
                      </a:cubicBezTo>
                      <a:cubicBezTo>
                        <a:pt x="121063" y="188595"/>
                        <a:pt x="123825" y="194119"/>
                        <a:pt x="127540" y="202501"/>
                      </a:cubicBezTo>
                      <a:cubicBezTo>
                        <a:pt x="114300" y="203644"/>
                        <a:pt x="103156" y="204121"/>
                        <a:pt x="93821" y="204121"/>
                      </a:cubicBezTo>
                      <a:cubicBezTo>
                        <a:pt x="84487" y="204121"/>
                        <a:pt x="73723" y="203644"/>
                        <a:pt x="61055" y="202501"/>
                      </a:cubicBezTo>
                      <a:cubicBezTo>
                        <a:pt x="61055" y="200596"/>
                        <a:pt x="59531" y="199072"/>
                        <a:pt x="56864" y="198025"/>
                      </a:cubicBezTo>
                      <a:cubicBezTo>
                        <a:pt x="54292" y="196977"/>
                        <a:pt x="52864" y="195739"/>
                        <a:pt x="52864" y="194215"/>
                      </a:cubicBezTo>
                      <a:cubicBezTo>
                        <a:pt x="52864" y="193643"/>
                        <a:pt x="53054" y="192976"/>
                        <a:pt x="53340" y="191929"/>
                      </a:cubicBezTo>
                      <a:cubicBezTo>
                        <a:pt x="50959" y="193262"/>
                        <a:pt x="48578" y="193834"/>
                        <a:pt x="45625" y="193834"/>
                      </a:cubicBezTo>
                      <a:cubicBezTo>
                        <a:pt x="41053" y="193834"/>
                        <a:pt x="31147" y="190119"/>
                        <a:pt x="16192" y="182689"/>
                      </a:cubicBezTo>
                      <a:lnTo>
                        <a:pt x="13049" y="175450"/>
                      </a:lnTo>
                      <a:lnTo>
                        <a:pt x="8954" y="176975"/>
                      </a:lnTo>
                      <a:lnTo>
                        <a:pt x="0" y="150495"/>
                      </a:lnTo>
                      <a:cubicBezTo>
                        <a:pt x="3143" y="147256"/>
                        <a:pt x="13525" y="137731"/>
                        <a:pt x="30956" y="121825"/>
                      </a:cubicBezTo>
                      <a:cubicBezTo>
                        <a:pt x="33433" y="121634"/>
                        <a:pt x="35338" y="122682"/>
                        <a:pt x="36862" y="125254"/>
                      </a:cubicBezTo>
                      <a:cubicBezTo>
                        <a:pt x="38671" y="128588"/>
                        <a:pt x="40291" y="130683"/>
                        <a:pt x="41529" y="131445"/>
                      </a:cubicBezTo>
                      <a:cubicBezTo>
                        <a:pt x="42005" y="134493"/>
                        <a:pt x="46196" y="142684"/>
                        <a:pt x="54483" y="155924"/>
                      </a:cubicBezTo>
                      <a:cubicBezTo>
                        <a:pt x="56579" y="155162"/>
                        <a:pt x="58388" y="154781"/>
                        <a:pt x="59912" y="154781"/>
                      </a:cubicBezTo>
                      <a:cubicBezTo>
                        <a:pt x="62103" y="154781"/>
                        <a:pt x="64675" y="156210"/>
                        <a:pt x="67437" y="159163"/>
                      </a:cubicBezTo>
                      <a:cubicBezTo>
                        <a:pt x="70295" y="162115"/>
                        <a:pt x="72676" y="163544"/>
                        <a:pt x="74676" y="163544"/>
                      </a:cubicBezTo>
                      <a:cubicBezTo>
                        <a:pt x="75819" y="163544"/>
                        <a:pt x="77153" y="163163"/>
                        <a:pt x="78581" y="162496"/>
                      </a:cubicBezTo>
                      <a:cubicBezTo>
                        <a:pt x="77724" y="164021"/>
                        <a:pt x="78772" y="165830"/>
                        <a:pt x="81534" y="167830"/>
                      </a:cubicBezTo>
                      <a:cubicBezTo>
                        <a:pt x="82201" y="160972"/>
                        <a:pt x="87821" y="156972"/>
                        <a:pt x="98107" y="155924"/>
                      </a:cubicBezTo>
                      <a:lnTo>
                        <a:pt x="104204" y="155924"/>
                      </a:lnTo>
                      <a:cubicBezTo>
                        <a:pt x="103822" y="157163"/>
                        <a:pt x="104204" y="158210"/>
                        <a:pt x="105632" y="159067"/>
                      </a:cubicBezTo>
                      <a:cubicBezTo>
                        <a:pt x="107252" y="157734"/>
                        <a:pt x="108299" y="156115"/>
                        <a:pt x="108299" y="154019"/>
                      </a:cubicBezTo>
                      <a:cubicBezTo>
                        <a:pt x="108299" y="153257"/>
                        <a:pt x="108013" y="152114"/>
                        <a:pt x="107537" y="150495"/>
                      </a:cubicBezTo>
                      <a:cubicBezTo>
                        <a:pt x="107061" y="149066"/>
                        <a:pt x="106966" y="147923"/>
                        <a:pt x="106966" y="147066"/>
                      </a:cubicBezTo>
                      <a:cubicBezTo>
                        <a:pt x="106966" y="145256"/>
                        <a:pt x="107537" y="143923"/>
                        <a:pt x="108490" y="142875"/>
                      </a:cubicBezTo>
                      <a:cubicBezTo>
                        <a:pt x="109633" y="140589"/>
                        <a:pt x="107156" y="136112"/>
                        <a:pt x="101251" y="129540"/>
                      </a:cubicBezTo>
                      <a:cubicBezTo>
                        <a:pt x="99536" y="130302"/>
                        <a:pt x="98012" y="130683"/>
                        <a:pt x="96583" y="130683"/>
                      </a:cubicBezTo>
                      <a:cubicBezTo>
                        <a:pt x="94488" y="130683"/>
                        <a:pt x="92297" y="128588"/>
                        <a:pt x="90202" y="124682"/>
                      </a:cubicBezTo>
                      <a:cubicBezTo>
                        <a:pt x="88202" y="120777"/>
                        <a:pt x="86106" y="118777"/>
                        <a:pt x="84011" y="118777"/>
                      </a:cubicBezTo>
                      <a:cubicBezTo>
                        <a:pt x="82296" y="118777"/>
                        <a:pt x="80581" y="119443"/>
                        <a:pt x="78677" y="120777"/>
                      </a:cubicBezTo>
                      <a:cubicBezTo>
                        <a:pt x="76009" y="118110"/>
                        <a:pt x="71914" y="116300"/>
                        <a:pt x="66389" y="114967"/>
                      </a:cubicBezTo>
                      <a:lnTo>
                        <a:pt x="52292" y="111633"/>
                      </a:lnTo>
                      <a:cubicBezTo>
                        <a:pt x="50482" y="106966"/>
                        <a:pt x="46863" y="104299"/>
                        <a:pt x="41624" y="103537"/>
                      </a:cubicBezTo>
                      <a:cubicBezTo>
                        <a:pt x="35338" y="102584"/>
                        <a:pt x="31052" y="100870"/>
                        <a:pt x="29528" y="98679"/>
                      </a:cubicBezTo>
                      <a:lnTo>
                        <a:pt x="26575" y="101632"/>
                      </a:lnTo>
                      <a:cubicBezTo>
                        <a:pt x="26479" y="100870"/>
                        <a:pt x="26194" y="100013"/>
                        <a:pt x="26194" y="98965"/>
                      </a:cubicBezTo>
                      <a:cubicBezTo>
                        <a:pt x="26194" y="97917"/>
                        <a:pt x="26384" y="96298"/>
                        <a:pt x="26765" y="94012"/>
                      </a:cubicBezTo>
                      <a:cubicBezTo>
                        <a:pt x="27337" y="91726"/>
                        <a:pt x="27432" y="89916"/>
                        <a:pt x="27432" y="88678"/>
                      </a:cubicBezTo>
                      <a:cubicBezTo>
                        <a:pt x="27432" y="85344"/>
                        <a:pt x="26098" y="82772"/>
                        <a:pt x="23527" y="81058"/>
                      </a:cubicBezTo>
                      <a:cubicBezTo>
                        <a:pt x="24098" y="80010"/>
                        <a:pt x="24670" y="78962"/>
                        <a:pt x="25337" y="77724"/>
                      </a:cubicBezTo>
                      <a:cubicBezTo>
                        <a:pt x="26003" y="76581"/>
                        <a:pt x="26956" y="76105"/>
                        <a:pt x="28289" y="76390"/>
                      </a:cubicBezTo>
                      <a:cubicBezTo>
                        <a:pt x="29623" y="77438"/>
                        <a:pt x="30099" y="78867"/>
                        <a:pt x="29051" y="80867"/>
                      </a:cubicBezTo>
                      <a:cubicBezTo>
                        <a:pt x="28289" y="82677"/>
                        <a:pt x="28956" y="84106"/>
                        <a:pt x="31147" y="84868"/>
                      </a:cubicBezTo>
                      <a:cubicBezTo>
                        <a:pt x="34671" y="82010"/>
                        <a:pt x="36195" y="79248"/>
                        <a:pt x="36195" y="76390"/>
                      </a:cubicBezTo>
                      <a:cubicBezTo>
                        <a:pt x="36195" y="75057"/>
                        <a:pt x="35623" y="74009"/>
                        <a:pt x="34385" y="73057"/>
                      </a:cubicBezTo>
                      <a:cubicBezTo>
                        <a:pt x="35719" y="72485"/>
                        <a:pt x="37624" y="71056"/>
                        <a:pt x="39719" y="68866"/>
                      </a:cubicBezTo>
                      <a:cubicBezTo>
                        <a:pt x="39148" y="67818"/>
                        <a:pt x="38386" y="67342"/>
                        <a:pt x="37338" y="67342"/>
                      </a:cubicBezTo>
                      <a:cubicBezTo>
                        <a:pt x="36957" y="67342"/>
                        <a:pt x="36100" y="67723"/>
                        <a:pt x="34480" y="68675"/>
                      </a:cubicBezTo>
                      <a:cubicBezTo>
                        <a:pt x="33147" y="69628"/>
                        <a:pt x="32099" y="70009"/>
                        <a:pt x="31147" y="70009"/>
                      </a:cubicBezTo>
                      <a:cubicBezTo>
                        <a:pt x="31147" y="69533"/>
                        <a:pt x="31528" y="68485"/>
                        <a:pt x="32290" y="66865"/>
                      </a:cubicBezTo>
                      <a:cubicBezTo>
                        <a:pt x="32861" y="65342"/>
                        <a:pt x="33242" y="64008"/>
                        <a:pt x="33242" y="62675"/>
                      </a:cubicBezTo>
                      <a:cubicBezTo>
                        <a:pt x="32099" y="63151"/>
                        <a:pt x="31242" y="63436"/>
                        <a:pt x="30194" y="63436"/>
                      </a:cubicBezTo>
                      <a:cubicBezTo>
                        <a:pt x="28099" y="63436"/>
                        <a:pt x="26098" y="61913"/>
                        <a:pt x="24098" y="58864"/>
                      </a:cubicBezTo>
                      <a:cubicBezTo>
                        <a:pt x="21241" y="55054"/>
                        <a:pt x="19240" y="52768"/>
                        <a:pt x="18383" y="52006"/>
                      </a:cubicBezTo>
                      <a:lnTo>
                        <a:pt x="18383" y="38957"/>
                      </a:lnTo>
                      <a:cubicBezTo>
                        <a:pt x="20098" y="37147"/>
                        <a:pt x="22288" y="33909"/>
                        <a:pt x="24574" y="29146"/>
                      </a:cubicBezTo>
                      <a:cubicBezTo>
                        <a:pt x="27051" y="24384"/>
                        <a:pt x="28765" y="21336"/>
                        <a:pt x="29718" y="19812"/>
                      </a:cubicBezTo>
                      <a:cubicBezTo>
                        <a:pt x="33147" y="18764"/>
                        <a:pt x="37052" y="15430"/>
                        <a:pt x="41434" y="9525"/>
                      </a:cubicBezTo>
                      <a:cubicBezTo>
                        <a:pt x="44672" y="4953"/>
                        <a:pt x="48863" y="2858"/>
                        <a:pt x="53721" y="3429"/>
                      </a:cubicBezTo>
                      <a:cubicBezTo>
                        <a:pt x="58103" y="1048"/>
                        <a:pt x="63817" y="95"/>
                        <a:pt x="71247" y="381"/>
                      </a:cubicBezTo>
                      <a:cubicBezTo>
                        <a:pt x="80677" y="571"/>
                        <a:pt x="86773" y="381"/>
                        <a:pt x="89630" y="0"/>
                      </a:cubicBezTo>
                      <a:lnTo>
                        <a:pt x="126778" y="1810"/>
                      </a:lnTo>
                      <a:cubicBezTo>
                        <a:pt x="133636" y="5525"/>
                        <a:pt x="137922" y="7810"/>
                        <a:pt x="139351" y="9144"/>
                      </a:cubicBezTo>
                      <a:cubicBezTo>
                        <a:pt x="143542" y="12097"/>
                        <a:pt x="146113" y="16097"/>
                        <a:pt x="147447" y="21050"/>
                      </a:cubicBezTo>
                      <a:cubicBezTo>
                        <a:pt x="148685" y="20479"/>
                        <a:pt x="150019" y="20860"/>
                        <a:pt x="151257" y="22003"/>
                      </a:cubicBezTo>
                      <a:cubicBezTo>
                        <a:pt x="152400" y="23146"/>
                        <a:pt x="153638" y="24384"/>
                        <a:pt x="154591" y="25622"/>
                      </a:cubicBezTo>
                      <a:cubicBezTo>
                        <a:pt x="151257" y="25622"/>
                        <a:pt x="149542" y="26289"/>
                        <a:pt x="149542" y="27527"/>
                      </a:cubicBezTo>
                      <a:cubicBezTo>
                        <a:pt x="149542" y="28004"/>
                        <a:pt x="150019" y="29051"/>
                        <a:pt x="150971" y="30480"/>
                      </a:cubicBezTo>
                      <a:cubicBezTo>
                        <a:pt x="151829" y="32099"/>
                        <a:pt x="152400" y="33338"/>
                        <a:pt x="152400" y="34290"/>
                      </a:cubicBezTo>
                      <a:cubicBezTo>
                        <a:pt x="152400" y="35433"/>
                        <a:pt x="151829" y="36385"/>
                        <a:pt x="150304" y="37433"/>
                      </a:cubicBezTo>
                      <a:cubicBezTo>
                        <a:pt x="149162" y="36862"/>
                        <a:pt x="147923" y="36576"/>
                        <a:pt x="147352" y="36576"/>
                      </a:cubicBezTo>
                      <a:cubicBezTo>
                        <a:pt x="145828" y="36576"/>
                        <a:pt x="144875" y="38386"/>
                        <a:pt x="144685" y="41624"/>
                      </a:cubicBezTo>
                      <a:cubicBezTo>
                        <a:pt x="144304" y="44958"/>
                        <a:pt x="143542" y="46958"/>
                        <a:pt x="142494" y="47625"/>
                      </a:cubicBezTo>
                      <a:cubicBezTo>
                        <a:pt x="141351" y="48292"/>
                        <a:pt x="139255" y="51054"/>
                        <a:pt x="136112" y="56007"/>
                      </a:cubicBezTo>
                      <a:cubicBezTo>
                        <a:pt x="132969" y="61055"/>
                        <a:pt x="130397" y="63436"/>
                        <a:pt x="128111" y="63436"/>
                      </a:cubicBezTo>
                      <a:cubicBezTo>
                        <a:pt x="126111" y="63436"/>
                        <a:pt x="123920" y="61817"/>
                        <a:pt x="121444" y="58483"/>
                      </a:cubicBezTo>
                      <a:cubicBezTo>
                        <a:pt x="115443" y="50101"/>
                        <a:pt x="109061" y="44672"/>
                        <a:pt x="102394" y="42386"/>
                      </a:cubicBezTo>
                      <a:lnTo>
                        <a:pt x="99441" y="37529"/>
                      </a:lnTo>
                      <a:cubicBezTo>
                        <a:pt x="92869" y="38481"/>
                        <a:pt x="86582" y="39433"/>
                        <a:pt x="80105" y="40196"/>
                      </a:cubicBezTo>
                      <a:cubicBezTo>
                        <a:pt x="72771" y="41719"/>
                        <a:pt x="67437" y="45720"/>
                        <a:pt x="64198" y="52102"/>
                      </a:cubicBezTo>
                      <a:cubicBezTo>
                        <a:pt x="63246" y="58198"/>
                        <a:pt x="64675" y="63055"/>
                        <a:pt x="67913" y="66675"/>
                      </a:cubicBezTo>
                      <a:cubicBezTo>
                        <a:pt x="70009" y="68961"/>
                        <a:pt x="73914" y="71533"/>
                        <a:pt x="79534" y="74295"/>
                      </a:cubicBezTo>
                      <a:cubicBezTo>
                        <a:pt x="85154" y="77152"/>
                        <a:pt x="89345" y="79629"/>
                        <a:pt x="91630" y="81915"/>
                      </a:cubicBezTo>
                      <a:lnTo>
                        <a:pt x="101155" y="81915"/>
                      </a:lnTo>
                      <a:cubicBezTo>
                        <a:pt x="104965" y="85439"/>
                        <a:pt x="110966" y="89725"/>
                        <a:pt x="119063" y="94488"/>
                      </a:cubicBezTo>
                      <a:cubicBezTo>
                        <a:pt x="120682" y="93726"/>
                        <a:pt x="122015" y="93345"/>
                        <a:pt x="123349" y="93345"/>
                      </a:cubicBezTo>
                      <a:cubicBezTo>
                        <a:pt x="125730" y="93345"/>
                        <a:pt x="128397" y="94679"/>
                        <a:pt x="131826" y="97346"/>
                      </a:cubicBezTo>
                      <a:cubicBezTo>
                        <a:pt x="135064" y="100108"/>
                        <a:pt x="137636" y="101536"/>
                        <a:pt x="139541" y="101727"/>
                      </a:cubicBezTo>
                      <a:cubicBezTo>
                        <a:pt x="139160" y="102013"/>
                        <a:pt x="139065" y="102394"/>
                        <a:pt x="139065" y="102870"/>
                      </a:cubicBezTo>
                      <a:cubicBezTo>
                        <a:pt x="139065" y="104204"/>
                        <a:pt x="139922" y="105727"/>
                        <a:pt x="141446" y="107633"/>
                      </a:cubicBezTo>
                      <a:cubicBezTo>
                        <a:pt x="143256" y="109538"/>
                        <a:pt x="144971" y="110585"/>
                        <a:pt x="147161" y="110585"/>
                      </a:cubicBezTo>
                      <a:lnTo>
                        <a:pt x="151257" y="110585"/>
                      </a:lnTo>
                      <a:close/>
                      <a:moveTo>
                        <a:pt x="20574" y="64294"/>
                      </a:moveTo>
                      <a:lnTo>
                        <a:pt x="18193" y="59341"/>
                      </a:lnTo>
                      <a:lnTo>
                        <a:pt x="22384" y="62389"/>
                      </a:lnTo>
                      <a:lnTo>
                        <a:pt x="20479" y="64294"/>
                      </a:lnTo>
                      <a:close/>
                      <a:moveTo>
                        <a:pt x="20574" y="76105"/>
                      </a:moveTo>
                      <a:lnTo>
                        <a:pt x="19336" y="74200"/>
                      </a:lnTo>
                      <a:cubicBezTo>
                        <a:pt x="20479" y="74200"/>
                        <a:pt x="21717" y="73628"/>
                        <a:pt x="23241" y="72485"/>
                      </a:cubicBezTo>
                      <a:cubicBezTo>
                        <a:pt x="24860" y="71342"/>
                        <a:pt x="25813" y="70771"/>
                        <a:pt x="25908" y="70771"/>
                      </a:cubicBezTo>
                      <a:cubicBezTo>
                        <a:pt x="26479" y="70771"/>
                        <a:pt x="26670" y="71056"/>
                        <a:pt x="26670" y="71533"/>
                      </a:cubicBezTo>
                      <a:cubicBezTo>
                        <a:pt x="25908" y="72580"/>
                        <a:pt x="25051" y="73533"/>
                        <a:pt x="24003" y="74581"/>
                      </a:cubicBezTo>
                      <a:cubicBezTo>
                        <a:pt x="22860" y="75629"/>
                        <a:pt x="21812" y="76105"/>
                        <a:pt x="20574" y="76105"/>
                      </a:cubicBezTo>
                      <a:close/>
                      <a:moveTo>
                        <a:pt x="22479" y="55054"/>
                      </a:moveTo>
                      <a:lnTo>
                        <a:pt x="26670" y="55054"/>
                      </a:lnTo>
                      <a:cubicBezTo>
                        <a:pt x="25908" y="53245"/>
                        <a:pt x="25622" y="52102"/>
                        <a:pt x="25622" y="51625"/>
                      </a:cubicBezTo>
                      <a:lnTo>
                        <a:pt x="22479" y="55054"/>
                      </a:lnTo>
                      <a:close/>
                      <a:moveTo>
                        <a:pt x="23622" y="80677"/>
                      </a:moveTo>
                      <a:cubicBezTo>
                        <a:pt x="23241" y="81153"/>
                        <a:pt x="22765" y="81058"/>
                        <a:pt x="22479" y="80200"/>
                      </a:cubicBezTo>
                      <a:lnTo>
                        <a:pt x="23241" y="80200"/>
                      </a:lnTo>
                      <a:cubicBezTo>
                        <a:pt x="23241" y="80200"/>
                        <a:pt x="23431" y="80677"/>
                        <a:pt x="23622" y="80677"/>
                      </a:cubicBezTo>
                      <a:close/>
                      <a:moveTo>
                        <a:pt x="95345" y="150209"/>
                      </a:moveTo>
                      <a:lnTo>
                        <a:pt x="95345" y="152590"/>
                      </a:lnTo>
                      <a:lnTo>
                        <a:pt x="84487" y="154496"/>
                      </a:lnTo>
                      <a:cubicBezTo>
                        <a:pt x="85058" y="152971"/>
                        <a:pt x="86487" y="151924"/>
                        <a:pt x="88678" y="151447"/>
                      </a:cubicBezTo>
                      <a:cubicBezTo>
                        <a:pt x="90964" y="150876"/>
                        <a:pt x="93154" y="150495"/>
                        <a:pt x="95345" y="150209"/>
                      </a:cubicBezTo>
                      <a:close/>
                      <a:moveTo>
                        <a:pt x="98298" y="217265"/>
                      </a:moveTo>
                      <a:cubicBezTo>
                        <a:pt x="99060" y="217742"/>
                        <a:pt x="99536" y="220123"/>
                        <a:pt x="99536" y="224504"/>
                      </a:cubicBezTo>
                      <a:lnTo>
                        <a:pt x="95345" y="224504"/>
                      </a:lnTo>
                      <a:lnTo>
                        <a:pt x="98298" y="217265"/>
                      </a:lnTo>
                      <a:close/>
                      <a:moveTo>
                        <a:pt x="102489" y="210693"/>
                      </a:moveTo>
                      <a:lnTo>
                        <a:pt x="102489" y="207740"/>
                      </a:lnTo>
                      <a:lnTo>
                        <a:pt x="106775" y="207740"/>
                      </a:lnTo>
                      <a:lnTo>
                        <a:pt x="106775" y="210693"/>
                      </a:lnTo>
                      <a:lnTo>
                        <a:pt x="102489" y="210693"/>
                      </a:lnTo>
                      <a:close/>
                      <a:moveTo>
                        <a:pt x="117348" y="141065"/>
                      </a:moveTo>
                      <a:cubicBezTo>
                        <a:pt x="117920" y="138779"/>
                        <a:pt x="117538" y="136303"/>
                        <a:pt x="116300" y="133445"/>
                      </a:cubicBezTo>
                      <a:lnTo>
                        <a:pt x="111728" y="141065"/>
                      </a:lnTo>
                      <a:lnTo>
                        <a:pt x="117348" y="141065"/>
                      </a:lnTo>
                      <a:close/>
                      <a:moveTo>
                        <a:pt x="121539" y="123444"/>
                      </a:moveTo>
                      <a:cubicBezTo>
                        <a:pt x="122111" y="125921"/>
                        <a:pt x="126206" y="127921"/>
                        <a:pt x="133921" y="129159"/>
                      </a:cubicBezTo>
                      <a:lnTo>
                        <a:pt x="121539" y="123444"/>
                      </a:lnTo>
                      <a:close/>
                      <a:moveTo>
                        <a:pt x="133921" y="232124"/>
                      </a:moveTo>
                      <a:cubicBezTo>
                        <a:pt x="133636" y="233172"/>
                        <a:pt x="133445" y="234029"/>
                        <a:pt x="133064" y="234791"/>
                      </a:cubicBezTo>
                      <a:cubicBezTo>
                        <a:pt x="131826" y="236887"/>
                        <a:pt x="130397" y="237839"/>
                        <a:pt x="128873" y="237458"/>
                      </a:cubicBezTo>
                      <a:cubicBezTo>
                        <a:pt x="126682" y="237458"/>
                        <a:pt x="125158" y="237077"/>
                        <a:pt x="124778" y="236315"/>
                      </a:cubicBezTo>
                      <a:lnTo>
                        <a:pt x="133921" y="232124"/>
                      </a:lnTo>
                      <a:close/>
                      <a:moveTo>
                        <a:pt x="130778" y="207645"/>
                      </a:moveTo>
                      <a:cubicBezTo>
                        <a:pt x="131254" y="208979"/>
                        <a:pt x="132874" y="209550"/>
                        <a:pt x="135446" y="209550"/>
                      </a:cubicBezTo>
                      <a:lnTo>
                        <a:pt x="127730" y="210598"/>
                      </a:lnTo>
                      <a:lnTo>
                        <a:pt x="130778" y="207645"/>
                      </a:lnTo>
                      <a:close/>
                      <a:moveTo>
                        <a:pt x="135446" y="139446"/>
                      </a:moveTo>
                      <a:cubicBezTo>
                        <a:pt x="138208" y="140303"/>
                        <a:pt x="140684" y="139255"/>
                        <a:pt x="142589" y="136493"/>
                      </a:cubicBezTo>
                      <a:cubicBezTo>
                        <a:pt x="141637" y="135160"/>
                        <a:pt x="139922" y="134874"/>
                        <a:pt x="137731" y="135350"/>
                      </a:cubicBezTo>
                      <a:cubicBezTo>
                        <a:pt x="135446" y="135826"/>
                        <a:pt x="134588" y="137255"/>
                        <a:pt x="135446" y="139446"/>
                      </a:cubicBezTo>
                      <a:close/>
                      <a:moveTo>
                        <a:pt x="142589" y="188500"/>
                      </a:moveTo>
                      <a:cubicBezTo>
                        <a:pt x="141922" y="186023"/>
                        <a:pt x="142780" y="184404"/>
                        <a:pt x="145256" y="183928"/>
                      </a:cubicBezTo>
                      <a:cubicBezTo>
                        <a:pt x="144304" y="184213"/>
                        <a:pt x="146018" y="184309"/>
                        <a:pt x="150209" y="184309"/>
                      </a:cubicBezTo>
                      <a:cubicBezTo>
                        <a:pt x="149923" y="184309"/>
                        <a:pt x="149066" y="185071"/>
                        <a:pt x="147828" y="186595"/>
                      </a:cubicBezTo>
                      <a:cubicBezTo>
                        <a:pt x="146399" y="188119"/>
                        <a:pt x="145066" y="188881"/>
                        <a:pt x="144208" y="188881"/>
                      </a:cubicBezTo>
                      <a:cubicBezTo>
                        <a:pt x="143637" y="188881"/>
                        <a:pt x="143065" y="188690"/>
                        <a:pt x="142494" y="188500"/>
                      </a:cubicBezTo>
                      <a:close/>
                      <a:moveTo>
                        <a:pt x="147352" y="116110"/>
                      </a:moveTo>
                      <a:cubicBezTo>
                        <a:pt x="146495" y="114586"/>
                        <a:pt x="145542" y="114014"/>
                        <a:pt x="144304" y="114586"/>
                      </a:cubicBezTo>
                      <a:cubicBezTo>
                        <a:pt x="142970" y="115062"/>
                        <a:pt x="142494" y="116014"/>
                        <a:pt x="142589" y="117253"/>
                      </a:cubicBezTo>
                      <a:lnTo>
                        <a:pt x="147352" y="118396"/>
                      </a:lnTo>
                      <a:lnTo>
                        <a:pt x="147352" y="116110"/>
                      </a:lnTo>
                      <a:close/>
                      <a:moveTo>
                        <a:pt x="146113" y="156686"/>
                      </a:moveTo>
                      <a:cubicBezTo>
                        <a:pt x="148780" y="154400"/>
                        <a:pt x="150209" y="153162"/>
                        <a:pt x="150209" y="152876"/>
                      </a:cubicBezTo>
                      <a:cubicBezTo>
                        <a:pt x="150209" y="151829"/>
                        <a:pt x="149257" y="150876"/>
                        <a:pt x="147256" y="150114"/>
                      </a:cubicBezTo>
                      <a:lnTo>
                        <a:pt x="146018" y="156686"/>
                      </a:lnTo>
                      <a:cubicBezTo>
                        <a:pt x="145066" y="157925"/>
                        <a:pt x="144875" y="159067"/>
                        <a:pt x="145637" y="160115"/>
                      </a:cubicBezTo>
                      <a:lnTo>
                        <a:pt x="146018" y="156686"/>
                      </a:lnTo>
                      <a:close/>
                      <a:moveTo>
                        <a:pt x="156496" y="128016"/>
                      </a:moveTo>
                      <a:cubicBezTo>
                        <a:pt x="157163" y="125444"/>
                        <a:pt x="157734" y="124301"/>
                        <a:pt x="157734" y="124587"/>
                      </a:cubicBezTo>
                      <a:cubicBezTo>
                        <a:pt x="157353" y="123825"/>
                        <a:pt x="155353" y="123444"/>
                        <a:pt x="151447" y="123444"/>
                      </a:cubicBezTo>
                      <a:lnTo>
                        <a:pt x="156496" y="128016"/>
                      </a:lnTo>
                      <a:close/>
                      <a:moveTo>
                        <a:pt x="171545" y="154400"/>
                      </a:moveTo>
                      <a:lnTo>
                        <a:pt x="176689" y="157543"/>
                      </a:lnTo>
                      <a:lnTo>
                        <a:pt x="166402" y="158686"/>
                      </a:lnTo>
                      <a:lnTo>
                        <a:pt x="171545" y="154400"/>
                      </a:lnTo>
                      <a:close/>
                      <a:moveTo>
                        <a:pt x="172498" y="181165"/>
                      </a:moveTo>
                      <a:cubicBezTo>
                        <a:pt x="173069" y="182023"/>
                        <a:pt x="175165" y="182404"/>
                        <a:pt x="178594" y="182404"/>
                      </a:cubicBezTo>
                      <a:lnTo>
                        <a:pt x="172498" y="187452"/>
                      </a:lnTo>
                      <a:lnTo>
                        <a:pt x="172498" y="181261"/>
                      </a:lnTo>
                      <a:close/>
                      <a:moveTo>
                        <a:pt x="175450" y="227267"/>
                      </a:moveTo>
                      <a:cubicBezTo>
                        <a:pt x="175450" y="226695"/>
                        <a:pt x="175641" y="226123"/>
                        <a:pt x="176308" y="225647"/>
                      </a:cubicBezTo>
                      <a:lnTo>
                        <a:pt x="175450" y="227267"/>
                      </a:lnTo>
                      <a:close/>
                      <a:moveTo>
                        <a:pt x="176308" y="225647"/>
                      </a:moveTo>
                      <a:lnTo>
                        <a:pt x="178689" y="222504"/>
                      </a:lnTo>
                      <a:lnTo>
                        <a:pt x="179737" y="224504"/>
                      </a:lnTo>
                      <a:cubicBezTo>
                        <a:pt x="178879" y="224504"/>
                        <a:pt x="177737" y="224790"/>
                        <a:pt x="176403" y="225647"/>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 name="Google Shape;1071;p99"/>
                <p:cNvSpPr/>
                <p:nvPr/>
              </p:nvSpPr>
              <p:spPr>
                <a:xfrm>
                  <a:off x="4910994" y="1881378"/>
                  <a:ext cx="179736" cy="237540"/>
                </a:xfrm>
                <a:custGeom>
                  <a:avLst/>
                  <a:gdLst/>
                  <a:ahLst/>
                  <a:cxnLst/>
                  <a:rect l="l" t="t" r="r" b="b"/>
                  <a:pathLst>
                    <a:path w="179736" h="237540" extrusionOk="0">
                      <a:moveTo>
                        <a:pt x="151162" y="110204"/>
                      </a:moveTo>
                      <a:cubicBezTo>
                        <a:pt x="151733" y="112490"/>
                        <a:pt x="154114" y="116396"/>
                        <a:pt x="158020" y="122110"/>
                      </a:cubicBezTo>
                      <a:cubicBezTo>
                        <a:pt x="160687" y="126873"/>
                        <a:pt x="162115" y="131064"/>
                        <a:pt x="162115" y="134398"/>
                      </a:cubicBezTo>
                      <a:cubicBezTo>
                        <a:pt x="162115" y="137160"/>
                        <a:pt x="161544" y="139922"/>
                        <a:pt x="160306" y="142780"/>
                      </a:cubicBezTo>
                      <a:cubicBezTo>
                        <a:pt x="161163" y="146113"/>
                        <a:pt x="161830" y="149828"/>
                        <a:pt x="161830" y="153829"/>
                      </a:cubicBezTo>
                      <a:cubicBezTo>
                        <a:pt x="161830" y="164021"/>
                        <a:pt x="159353" y="171164"/>
                        <a:pt x="154114" y="175260"/>
                      </a:cubicBezTo>
                      <a:cubicBezTo>
                        <a:pt x="154591" y="174308"/>
                        <a:pt x="154781" y="173260"/>
                        <a:pt x="154781" y="172212"/>
                      </a:cubicBezTo>
                      <a:cubicBezTo>
                        <a:pt x="154781" y="168116"/>
                        <a:pt x="152590" y="166021"/>
                        <a:pt x="148019" y="166021"/>
                      </a:cubicBezTo>
                      <a:cubicBezTo>
                        <a:pt x="146018" y="166021"/>
                        <a:pt x="144113" y="166592"/>
                        <a:pt x="142399" y="167640"/>
                      </a:cubicBezTo>
                      <a:lnTo>
                        <a:pt x="145447" y="170688"/>
                      </a:lnTo>
                      <a:cubicBezTo>
                        <a:pt x="144209" y="169926"/>
                        <a:pt x="143065" y="169640"/>
                        <a:pt x="142018" y="169640"/>
                      </a:cubicBezTo>
                      <a:cubicBezTo>
                        <a:pt x="140303" y="169640"/>
                        <a:pt x="138589" y="171069"/>
                        <a:pt x="136874" y="174022"/>
                      </a:cubicBezTo>
                      <a:cubicBezTo>
                        <a:pt x="135160" y="176879"/>
                        <a:pt x="133540" y="179832"/>
                        <a:pt x="132112" y="182499"/>
                      </a:cubicBezTo>
                      <a:lnTo>
                        <a:pt x="133540" y="184499"/>
                      </a:lnTo>
                      <a:cubicBezTo>
                        <a:pt x="131636" y="184023"/>
                        <a:pt x="129254" y="184499"/>
                        <a:pt x="126492" y="185642"/>
                      </a:cubicBezTo>
                      <a:lnTo>
                        <a:pt x="126492" y="188785"/>
                      </a:lnTo>
                      <a:cubicBezTo>
                        <a:pt x="125444" y="188023"/>
                        <a:pt x="124301" y="187166"/>
                        <a:pt x="123063" y="186309"/>
                      </a:cubicBezTo>
                      <a:cubicBezTo>
                        <a:pt x="121729" y="185452"/>
                        <a:pt x="120491" y="185261"/>
                        <a:pt x="119253" y="185738"/>
                      </a:cubicBezTo>
                      <a:cubicBezTo>
                        <a:pt x="120968" y="188595"/>
                        <a:pt x="123730" y="194119"/>
                        <a:pt x="127635" y="202501"/>
                      </a:cubicBezTo>
                      <a:cubicBezTo>
                        <a:pt x="114300" y="203644"/>
                        <a:pt x="103061" y="204121"/>
                        <a:pt x="93821" y="204121"/>
                      </a:cubicBezTo>
                      <a:cubicBezTo>
                        <a:pt x="84582" y="204121"/>
                        <a:pt x="73723" y="203644"/>
                        <a:pt x="61055" y="202501"/>
                      </a:cubicBezTo>
                      <a:cubicBezTo>
                        <a:pt x="61055" y="200596"/>
                        <a:pt x="59627" y="199072"/>
                        <a:pt x="56960" y="198025"/>
                      </a:cubicBezTo>
                      <a:cubicBezTo>
                        <a:pt x="54293" y="196977"/>
                        <a:pt x="52959" y="195739"/>
                        <a:pt x="52959" y="194215"/>
                      </a:cubicBezTo>
                      <a:cubicBezTo>
                        <a:pt x="52959" y="193643"/>
                        <a:pt x="53150" y="192976"/>
                        <a:pt x="53435" y="191929"/>
                      </a:cubicBezTo>
                      <a:cubicBezTo>
                        <a:pt x="51054" y="193262"/>
                        <a:pt x="48482" y="193834"/>
                        <a:pt x="45720" y="193834"/>
                      </a:cubicBezTo>
                      <a:cubicBezTo>
                        <a:pt x="41053" y="193834"/>
                        <a:pt x="31147" y="190119"/>
                        <a:pt x="16097" y="182689"/>
                      </a:cubicBezTo>
                      <a:lnTo>
                        <a:pt x="13335" y="175450"/>
                      </a:lnTo>
                      <a:lnTo>
                        <a:pt x="8954" y="176975"/>
                      </a:lnTo>
                      <a:lnTo>
                        <a:pt x="0" y="150495"/>
                      </a:lnTo>
                      <a:cubicBezTo>
                        <a:pt x="3238" y="147256"/>
                        <a:pt x="13526" y="137731"/>
                        <a:pt x="31147" y="121825"/>
                      </a:cubicBezTo>
                      <a:cubicBezTo>
                        <a:pt x="33433" y="121634"/>
                        <a:pt x="35338" y="122682"/>
                        <a:pt x="36862" y="125254"/>
                      </a:cubicBezTo>
                      <a:cubicBezTo>
                        <a:pt x="38671" y="128588"/>
                        <a:pt x="40196" y="130683"/>
                        <a:pt x="41624" y="131445"/>
                      </a:cubicBezTo>
                      <a:cubicBezTo>
                        <a:pt x="42005" y="134493"/>
                        <a:pt x="46482" y="142684"/>
                        <a:pt x="54578" y="155924"/>
                      </a:cubicBezTo>
                      <a:cubicBezTo>
                        <a:pt x="56579" y="155162"/>
                        <a:pt x="58388" y="154781"/>
                        <a:pt x="60008" y="154781"/>
                      </a:cubicBezTo>
                      <a:cubicBezTo>
                        <a:pt x="62294" y="154781"/>
                        <a:pt x="64961" y="156210"/>
                        <a:pt x="67628" y="159163"/>
                      </a:cubicBezTo>
                      <a:cubicBezTo>
                        <a:pt x="70390" y="162115"/>
                        <a:pt x="72866" y="163544"/>
                        <a:pt x="75057" y="163544"/>
                      </a:cubicBezTo>
                      <a:cubicBezTo>
                        <a:pt x="76010" y="163544"/>
                        <a:pt x="77153" y="163163"/>
                        <a:pt x="78772" y="162496"/>
                      </a:cubicBezTo>
                      <a:cubicBezTo>
                        <a:pt x="78010" y="164021"/>
                        <a:pt x="78962" y="165830"/>
                        <a:pt x="81820" y="167830"/>
                      </a:cubicBezTo>
                      <a:cubicBezTo>
                        <a:pt x="82582" y="160972"/>
                        <a:pt x="88106" y="156972"/>
                        <a:pt x="98203" y="155924"/>
                      </a:cubicBezTo>
                      <a:lnTo>
                        <a:pt x="104394" y="155924"/>
                      </a:lnTo>
                      <a:cubicBezTo>
                        <a:pt x="103918" y="157163"/>
                        <a:pt x="104394" y="158210"/>
                        <a:pt x="105537" y="159067"/>
                      </a:cubicBezTo>
                      <a:cubicBezTo>
                        <a:pt x="107347" y="157734"/>
                        <a:pt x="108299" y="156115"/>
                        <a:pt x="108299" y="154019"/>
                      </a:cubicBezTo>
                      <a:cubicBezTo>
                        <a:pt x="108299" y="153257"/>
                        <a:pt x="108109" y="152114"/>
                        <a:pt x="107728" y="150495"/>
                      </a:cubicBezTo>
                      <a:cubicBezTo>
                        <a:pt x="107347" y="149066"/>
                        <a:pt x="107061" y="147923"/>
                        <a:pt x="107061" y="147066"/>
                      </a:cubicBezTo>
                      <a:cubicBezTo>
                        <a:pt x="107061" y="145256"/>
                        <a:pt x="107728" y="143923"/>
                        <a:pt x="108776" y="142875"/>
                      </a:cubicBezTo>
                      <a:cubicBezTo>
                        <a:pt x="109538" y="140589"/>
                        <a:pt x="107347" y="136112"/>
                        <a:pt x="101441" y="129540"/>
                      </a:cubicBezTo>
                      <a:cubicBezTo>
                        <a:pt x="99631" y="130302"/>
                        <a:pt x="98108" y="130683"/>
                        <a:pt x="96869" y="130683"/>
                      </a:cubicBezTo>
                      <a:cubicBezTo>
                        <a:pt x="94488" y="130683"/>
                        <a:pt x="92393" y="128588"/>
                        <a:pt x="90297" y="124682"/>
                      </a:cubicBezTo>
                      <a:cubicBezTo>
                        <a:pt x="88297" y="120777"/>
                        <a:pt x="86106" y="118777"/>
                        <a:pt x="84201" y="118777"/>
                      </a:cubicBezTo>
                      <a:cubicBezTo>
                        <a:pt x="82677" y="118777"/>
                        <a:pt x="80867" y="119443"/>
                        <a:pt x="78867" y="120777"/>
                      </a:cubicBezTo>
                      <a:cubicBezTo>
                        <a:pt x="76486" y="118110"/>
                        <a:pt x="72295" y="116300"/>
                        <a:pt x="66580" y="114967"/>
                      </a:cubicBezTo>
                      <a:lnTo>
                        <a:pt x="52292" y="111633"/>
                      </a:lnTo>
                      <a:cubicBezTo>
                        <a:pt x="50673" y="106966"/>
                        <a:pt x="47054" y="104299"/>
                        <a:pt x="41815" y="103537"/>
                      </a:cubicBezTo>
                      <a:cubicBezTo>
                        <a:pt x="35338" y="102584"/>
                        <a:pt x="31433" y="100870"/>
                        <a:pt x="29909" y="98679"/>
                      </a:cubicBezTo>
                      <a:lnTo>
                        <a:pt x="26956" y="101632"/>
                      </a:lnTo>
                      <a:cubicBezTo>
                        <a:pt x="26575" y="100870"/>
                        <a:pt x="26479" y="100013"/>
                        <a:pt x="26479" y="98965"/>
                      </a:cubicBezTo>
                      <a:cubicBezTo>
                        <a:pt x="26479" y="97917"/>
                        <a:pt x="26479" y="96298"/>
                        <a:pt x="26956" y="94012"/>
                      </a:cubicBezTo>
                      <a:cubicBezTo>
                        <a:pt x="27337" y="91726"/>
                        <a:pt x="27527" y="89916"/>
                        <a:pt x="27527" y="88678"/>
                      </a:cubicBezTo>
                      <a:cubicBezTo>
                        <a:pt x="27527" y="85344"/>
                        <a:pt x="26289" y="82772"/>
                        <a:pt x="23622" y="81058"/>
                      </a:cubicBezTo>
                      <a:cubicBezTo>
                        <a:pt x="24194" y="80010"/>
                        <a:pt x="24860" y="78962"/>
                        <a:pt x="25337" y="77724"/>
                      </a:cubicBezTo>
                      <a:cubicBezTo>
                        <a:pt x="26003" y="76581"/>
                        <a:pt x="26861" y="76105"/>
                        <a:pt x="28289" y="76390"/>
                      </a:cubicBezTo>
                      <a:cubicBezTo>
                        <a:pt x="29813" y="77438"/>
                        <a:pt x="30004" y="78867"/>
                        <a:pt x="29146" y="80867"/>
                      </a:cubicBezTo>
                      <a:cubicBezTo>
                        <a:pt x="28289" y="82677"/>
                        <a:pt x="29051" y="84106"/>
                        <a:pt x="31147" y="84868"/>
                      </a:cubicBezTo>
                      <a:cubicBezTo>
                        <a:pt x="34480" y="82010"/>
                        <a:pt x="36290" y="79248"/>
                        <a:pt x="36290" y="76390"/>
                      </a:cubicBezTo>
                      <a:cubicBezTo>
                        <a:pt x="36290" y="75057"/>
                        <a:pt x="35623" y="74009"/>
                        <a:pt x="34290" y="73057"/>
                      </a:cubicBezTo>
                      <a:cubicBezTo>
                        <a:pt x="35814" y="72485"/>
                        <a:pt x="37529" y="71056"/>
                        <a:pt x="39624" y="68866"/>
                      </a:cubicBezTo>
                      <a:cubicBezTo>
                        <a:pt x="39053" y="67818"/>
                        <a:pt x="38481" y="67342"/>
                        <a:pt x="37243" y="67342"/>
                      </a:cubicBezTo>
                      <a:cubicBezTo>
                        <a:pt x="36767" y="67342"/>
                        <a:pt x="35719" y="67723"/>
                        <a:pt x="34290" y="68675"/>
                      </a:cubicBezTo>
                      <a:cubicBezTo>
                        <a:pt x="32861" y="69628"/>
                        <a:pt x="31813" y="70009"/>
                        <a:pt x="31147" y="70009"/>
                      </a:cubicBezTo>
                      <a:cubicBezTo>
                        <a:pt x="31147" y="69533"/>
                        <a:pt x="31337" y="68485"/>
                        <a:pt x="32099" y="66865"/>
                      </a:cubicBezTo>
                      <a:cubicBezTo>
                        <a:pt x="32671" y="65342"/>
                        <a:pt x="33147" y="64008"/>
                        <a:pt x="33147" y="62675"/>
                      </a:cubicBezTo>
                      <a:cubicBezTo>
                        <a:pt x="32004" y="63151"/>
                        <a:pt x="30956" y="63436"/>
                        <a:pt x="30099" y="63436"/>
                      </a:cubicBezTo>
                      <a:cubicBezTo>
                        <a:pt x="28099" y="63436"/>
                        <a:pt x="25908" y="61913"/>
                        <a:pt x="23908" y="58864"/>
                      </a:cubicBezTo>
                      <a:cubicBezTo>
                        <a:pt x="21146" y="55054"/>
                        <a:pt x="19336" y="52768"/>
                        <a:pt x="18193" y="52006"/>
                      </a:cubicBezTo>
                      <a:lnTo>
                        <a:pt x="18193" y="38957"/>
                      </a:lnTo>
                      <a:cubicBezTo>
                        <a:pt x="19907" y="37147"/>
                        <a:pt x="22193" y="33909"/>
                        <a:pt x="24575" y="29146"/>
                      </a:cubicBezTo>
                      <a:cubicBezTo>
                        <a:pt x="26956" y="24384"/>
                        <a:pt x="28670" y="21336"/>
                        <a:pt x="29813" y="19812"/>
                      </a:cubicBezTo>
                      <a:cubicBezTo>
                        <a:pt x="33052" y="18764"/>
                        <a:pt x="36862" y="15430"/>
                        <a:pt x="41243" y="9525"/>
                      </a:cubicBezTo>
                      <a:cubicBezTo>
                        <a:pt x="44387" y="4953"/>
                        <a:pt x="48578" y="2858"/>
                        <a:pt x="53530" y="3429"/>
                      </a:cubicBezTo>
                      <a:cubicBezTo>
                        <a:pt x="57721" y="1048"/>
                        <a:pt x="63627" y="95"/>
                        <a:pt x="71056" y="381"/>
                      </a:cubicBezTo>
                      <a:cubicBezTo>
                        <a:pt x="80581" y="571"/>
                        <a:pt x="86582" y="381"/>
                        <a:pt x="89440" y="0"/>
                      </a:cubicBezTo>
                      <a:lnTo>
                        <a:pt x="126683" y="1810"/>
                      </a:lnTo>
                      <a:cubicBezTo>
                        <a:pt x="133445" y="5525"/>
                        <a:pt x="137827" y="7810"/>
                        <a:pt x="139255" y="9144"/>
                      </a:cubicBezTo>
                      <a:cubicBezTo>
                        <a:pt x="143351" y="12097"/>
                        <a:pt x="145828" y="16097"/>
                        <a:pt x="147256" y="21050"/>
                      </a:cubicBezTo>
                      <a:cubicBezTo>
                        <a:pt x="148495" y="20479"/>
                        <a:pt x="149828" y="20860"/>
                        <a:pt x="150971" y="22003"/>
                      </a:cubicBezTo>
                      <a:cubicBezTo>
                        <a:pt x="152400" y="23146"/>
                        <a:pt x="153448" y="24384"/>
                        <a:pt x="154496" y="25622"/>
                      </a:cubicBezTo>
                      <a:cubicBezTo>
                        <a:pt x="151257" y="25622"/>
                        <a:pt x="149447" y="26289"/>
                        <a:pt x="149447" y="27527"/>
                      </a:cubicBezTo>
                      <a:cubicBezTo>
                        <a:pt x="149447" y="28004"/>
                        <a:pt x="150019" y="29051"/>
                        <a:pt x="150876" y="30480"/>
                      </a:cubicBezTo>
                      <a:cubicBezTo>
                        <a:pt x="151733" y="32099"/>
                        <a:pt x="152114" y="33338"/>
                        <a:pt x="152114" y="34290"/>
                      </a:cubicBezTo>
                      <a:cubicBezTo>
                        <a:pt x="152114" y="35433"/>
                        <a:pt x="151543" y="36385"/>
                        <a:pt x="150304" y="37433"/>
                      </a:cubicBezTo>
                      <a:cubicBezTo>
                        <a:pt x="149066" y="36862"/>
                        <a:pt x="147923" y="36576"/>
                        <a:pt x="147256" y="36576"/>
                      </a:cubicBezTo>
                      <a:cubicBezTo>
                        <a:pt x="145733" y="36576"/>
                        <a:pt x="144685" y="38386"/>
                        <a:pt x="144494" y="41624"/>
                      </a:cubicBezTo>
                      <a:cubicBezTo>
                        <a:pt x="144304" y="44958"/>
                        <a:pt x="143542" y="46958"/>
                        <a:pt x="142494" y="47625"/>
                      </a:cubicBezTo>
                      <a:cubicBezTo>
                        <a:pt x="141351" y="48292"/>
                        <a:pt x="139255" y="51054"/>
                        <a:pt x="136112" y="56007"/>
                      </a:cubicBezTo>
                      <a:cubicBezTo>
                        <a:pt x="133064" y="61055"/>
                        <a:pt x="130302" y="63436"/>
                        <a:pt x="128302" y="63436"/>
                      </a:cubicBezTo>
                      <a:cubicBezTo>
                        <a:pt x="126302" y="63436"/>
                        <a:pt x="123920" y="61817"/>
                        <a:pt x="121634" y="58483"/>
                      </a:cubicBezTo>
                      <a:cubicBezTo>
                        <a:pt x="115538" y="50101"/>
                        <a:pt x="109156" y="44672"/>
                        <a:pt x="102394" y="42386"/>
                      </a:cubicBezTo>
                      <a:lnTo>
                        <a:pt x="99346" y="37529"/>
                      </a:lnTo>
                      <a:cubicBezTo>
                        <a:pt x="92964" y="38481"/>
                        <a:pt x="86582" y="39433"/>
                        <a:pt x="80296" y="40196"/>
                      </a:cubicBezTo>
                      <a:cubicBezTo>
                        <a:pt x="72866" y="41719"/>
                        <a:pt x="67532" y="45720"/>
                        <a:pt x="64198" y="52102"/>
                      </a:cubicBezTo>
                      <a:cubicBezTo>
                        <a:pt x="63341" y="58198"/>
                        <a:pt x="64675" y="63055"/>
                        <a:pt x="68009" y="66675"/>
                      </a:cubicBezTo>
                      <a:cubicBezTo>
                        <a:pt x="70199" y="68961"/>
                        <a:pt x="73819" y="71533"/>
                        <a:pt x="79629" y="74295"/>
                      </a:cubicBezTo>
                      <a:cubicBezTo>
                        <a:pt x="85439" y="77152"/>
                        <a:pt x="89440" y="79629"/>
                        <a:pt x="91821" y="81915"/>
                      </a:cubicBezTo>
                      <a:lnTo>
                        <a:pt x="101346" y="81915"/>
                      </a:lnTo>
                      <a:cubicBezTo>
                        <a:pt x="105156" y="85439"/>
                        <a:pt x="111157" y="89725"/>
                        <a:pt x="119444" y="94488"/>
                      </a:cubicBezTo>
                      <a:cubicBezTo>
                        <a:pt x="120968" y="93726"/>
                        <a:pt x="122396" y="93345"/>
                        <a:pt x="123539" y="93345"/>
                      </a:cubicBezTo>
                      <a:cubicBezTo>
                        <a:pt x="125921" y="93345"/>
                        <a:pt x="128683" y="94679"/>
                        <a:pt x="131921" y="97346"/>
                      </a:cubicBezTo>
                      <a:cubicBezTo>
                        <a:pt x="135350" y="100108"/>
                        <a:pt x="137827" y="101536"/>
                        <a:pt x="139541" y="101727"/>
                      </a:cubicBezTo>
                      <a:cubicBezTo>
                        <a:pt x="139351" y="102013"/>
                        <a:pt x="139255" y="102394"/>
                        <a:pt x="139255" y="102870"/>
                      </a:cubicBezTo>
                      <a:cubicBezTo>
                        <a:pt x="139255" y="104204"/>
                        <a:pt x="139922" y="105727"/>
                        <a:pt x="141637" y="107633"/>
                      </a:cubicBezTo>
                      <a:cubicBezTo>
                        <a:pt x="143351" y="109538"/>
                        <a:pt x="145066" y="110585"/>
                        <a:pt x="147256" y="110585"/>
                      </a:cubicBezTo>
                      <a:lnTo>
                        <a:pt x="151543" y="110585"/>
                      </a:lnTo>
                      <a:close/>
                      <a:moveTo>
                        <a:pt x="20288" y="64294"/>
                      </a:moveTo>
                      <a:lnTo>
                        <a:pt x="17907" y="59341"/>
                      </a:lnTo>
                      <a:lnTo>
                        <a:pt x="22193" y="62389"/>
                      </a:lnTo>
                      <a:lnTo>
                        <a:pt x="20288" y="64294"/>
                      </a:lnTo>
                      <a:close/>
                      <a:moveTo>
                        <a:pt x="20288" y="76105"/>
                      </a:moveTo>
                      <a:lnTo>
                        <a:pt x="19240" y="74200"/>
                      </a:lnTo>
                      <a:cubicBezTo>
                        <a:pt x="20193" y="74200"/>
                        <a:pt x="21431" y="73628"/>
                        <a:pt x="23051" y="72485"/>
                      </a:cubicBezTo>
                      <a:cubicBezTo>
                        <a:pt x="24575" y="71342"/>
                        <a:pt x="25527" y="70771"/>
                        <a:pt x="25718" y="70771"/>
                      </a:cubicBezTo>
                      <a:cubicBezTo>
                        <a:pt x="26194" y="70771"/>
                        <a:pt x="26575" y="71056"/>
                        <a:pt x="26575" y="71533"/>
                      </a:cubicBezTo>
                      <a:cubicBezTo>
                        <a:pt x="25718" y="72580"/>
                        <a:pt x="24765" y="73533"/>
                        <a:pt x="23717" y="74581"/>
                      </a:cubicBezTo>
                      <a:cubicBezTo>
                        <a:pt x="22860" y="75629"/>
                        <a:pt x="21622" y="76105"/>
                        <a:pt x="20384" y="76105"/>
                      </a:cubicBezTo>
                      <a:close/>
                      <a:moveTo>
                        <a:pt x="22193" y="55054"/>
                      </a:moveTo>
                      <a:lnTo>
                        <a:pt x="26575" y="55054"/>
                      </a:lnTo>
                      <a:cubicBezTo>
                        <a:pt x="25718" y="53245"/>
                        <a:pt x="25432" y="52102"/>
                        <a:pt x="25432" y="51625"/>
                      </a:cubicBezTo>
                      <a:lnTo>
                        <a:pt x="22288" y="55054"/>
                      </a:lnTo>
                      <a:close/>
                      <a:moveTo>
                        <a:pt x="23336" y="80677"/>
                      </a:moveTo>
                      <a:cubicBezTo>
                        <a:pt x="22860" y="81153"/>
                        <a:pt x="22384" y="81058"/>
                        <a:pt x="22193" y="80200"/>
                      </a:cubicBezTo>
                      <a:lnTo>
                        <a:pt x="22955" y="80200"/>
                      </a:lnTo>
                      <a:cubicBezTo>
                        <a:pt x="22955" y="80200"/>
                        <a:pt x="22955" y="80677"/>
                        <a:pt x="23241" y="80677"/>
                      </a:cubicBezTo>
                      <a:close/>
                      <a:moveTo>
                        <a:pt x="94869" y="150209"/>
                      </a:moveTo>
                      <a:lnTo>
                        <a:pt x="94869" y="152590"/>
                      </a:lnTo>
                      <a:lnTo>
                        <a:pt x="84201" y="154496"/>
                      </a:lnTo>
                      <a:cubicBezTo>
                        <a:pt x="84677" y="152971"/>
                        <a:pt x="85915" y="151924"/>
                        <a:pt x="88297" y="151447"/>
                      </a:cubicBezTo>
                      <a:cubicBezTo>
                        <a:pt x="90678" y="150876"/>
                        <a:pt x="92869" y="150495"/>
                        <a:pt x="94774" y="150209"/>
                      </a:cubicBezTo>
                      <a:close/>
                      <a:moveTo>
                        <a:pt x="97822" y="217265"/>
                      </a:moveTo>
                      <a:cubicBezTo>
                        <a:pt x="98679" y="217742"/>
                        <a:pt x="98965" y="220123"/>
                        <a:pt x="98965" y="224504"/>
                      </a:cubicBezTo>
                      <a:lnTo>
                        <a:pt x="94774" y="224504"/>
                      </a:lnTo>
                      <a:lnTo>
                        <a:pt x="97727" y="217265"/>
                      </a:lnTo>
                      <a:close/>
                      <a:moveTo>
                        <a:pt x="102013" y="210693"/>
                      </a:moveTo>
                      <a:lnTo>
                        <a:pt x="102013" y="207740"/>
                      </a:lnTo>
                      <a:lnTo>
                        <a:pt x="106394" y="207740"/>
                      </a:lnTo>
                      <a:lnTo>
                        <a:pt x="106394" y="210693"/>
                      </a:lnTo>
                      <a:lnTo>
                        <a:pt x="102013" y="210693"/>
                      </a:lnTo>
                      <a:close/>
                      <a:moveTo>
                        <a:pt x="117062" y="141065"/>
                      </a:moveTo>
                      <a:cubicBezTo>
                        <a:pt x="117538" y="138779"/>
                        <a:pt x="117253" y="136303"/>
                        <a:pt x="116014" y="133445"/>
                      </a:cubicBezTo>
                      <a:lnTo>
                        <a:pt x="111443" y="141065"/>
                      </a:lnTo>
                      <a:lnTo>
                        <a:pt x="117062" y="141065"/>
                      </a:lnTo>
                      <a:close/>
                      <a:moveTo>
                        <a:pt x="121348" y="123444"/>
                      </a:moveTo>
                      <a:cubicBezTo>
                        <a:pt x="121920" y="125921"/>
                        <a:pt x="125921" y="127921"/>
                        <a:pt x="133445" y="129159"/>
                      </a:cubicBezTo>
                      <a:lnTo>
                        <a:pt x="121348" y="123444"/>
                      </a:lnTo>
                      <a:close/>
                      <a:moveTo>
                        <a:pt x="133445" y="232124"/>
                      </a:moveTo>
                      <a:cubicBezTo>
                        <a:pt x="133160" y="233172"/>
                        <a:pt x="133064" y="234029"/>
                        <a:pt x="132779" y="234791"/>
                      </a:cubicBezTo>
                      <a:cubicBezTo>
                        <a:pt x="131636" y="236887"/>
                        <a:pt x="130016" y="237839"/>
                        <a:pt x="128683" y="237458"/>
                      </a:cubicBezTo>
                      <a:cubicBezTo>
                        <a:pt x="126397" y="237458"/>
                        <a:pt x="124873" y="237077"/>
                        <a:pt x="124492" y="236315"/>
                      </a:cubicBezTo>
                      <a:lnTo>
                        <a:pt x="133540" y="232124"/>
                      </a:lnTo>
                      <a:close/>
                      <a:moveTo>
                        <a:pt x="130493" y="207645"/>
                      </a:moveTo>
                      <a:cubicBezTo>
                        <a:pt x="130969" y="208979"/>
                        <a:pt x="132493" y="209550"/>
                        <a:pt x="135160" y="209550"/>
                      </a:cubicBezTo>
                      <a:lnTo>
                        <a:pt x="127540" y="210598"/>
                      </a:lnTo>
                      <a:lnTo>
                        <a:pt x="130493" y="207645"/>
                      </a:lnTo>
                      <a:close/>
                      <a:moveTo>
                        <a:pt x="135160" y="139446"/>
                      </a:moveTo>
                      <a:cubicBezTo>
                        <a:pt x="137922" y="140303"/>
                        <a:pt x="140398" y="139255"/>
                        <a:pt x="142494" y="136493"/>
                      </a:cubicBezTo>
                      <a:cubicBezTo>
                        <a:pt x="141351" y="135160"/>
                        <a:pt x="139732" y="134874"/>
                        <a:pt x="137541" y="135350"/>
                      </a:cubicBezTo>
                      <a:cubicBezTo>
                        <a:pt x="135160" y="135826"/>
                        <a:pt x="134398" y="137255"/>
                        <a:pt x="135160" y="139446"/>
                      </a:cubicBezTo>
                      <a:close/>
                      <a:moveTo>
                        <a:pt x="142494" y="188500"/>
                      </a:moveTo>
                      <a:cubicBezTo>
                        <a:pt x="141637" y="186023"/>
                        <a:pt x="142494" y="184404"/>
                        <a:pt x="145066" y="183928"/>
                      </a:cubicBezTo>
                      <a:cubicBezTo>
                        <a:pt x="144018" y="184213"/>
                        <a:pt x="145542" y="184309"/>
                        <a:pt x="150114" y="184309"/>
                      </a:cubicBezTo>
                      <a:cubicBezTo>
                        <a:pt x="149828" y="184309"/>
                        <a:pt x="149066" y="185071"/>
                        <a:pt x="147447" y="186595"/>
                      </a:cubicBezTo>
                      <a:cubicBezTo>
                        <a:pt x="146209" y="188119"/>
                        <a:pt x="144875" y="188881"/>
                        <a:pt x="143828" y="188881"/>
                      </a:cubicBezTo>
                      <a:cubicBezTo>
                        <a:pt x="143351" y="188881"/>
                        <a:pt x="142875" y="188690"/>
                        <a:pt x="142494" y="188500"/>
                      </a:cubicBezTo>
                      <a:close/>
                      <a:moveTo>
                        <a:pt x="147066" y="116110"/>
                      </a:moveTo>
                      <a:cubicBezTo>
                        <a:pt x="146209" y="114586"/>
                        <a:pt x="145256" y="114014"/>
                        <a:pt x="143828" y="114586"/>
                      </a:cubicBezTo>
                      <a:cubicBezTo>
                        <a:pt x="142685" y="115062"/>
                        <a:pt x="142113" y="116014"/>
                        <a:pt x="142494" y="117253"/>
                      </a:cubicBezTo>
                      <a:lnTo>
                        <a:pt x="147066" y="118396"/>
                      </a:lnTo>
                      <a:lnTo>
                        <a:pt x="147066" y="116110"/>
                      </a:lnTo>
                      <a:close/>
                      <a:moveTo>
                        <a:pt x="145923" y="156686"/>
                      </a:moveTo>
                      <a:cubicBezTo>
                        <a:pt x="148685" y="154400"/>
                        <a:pt x="150209" y="153162"/>
                        <a:pt x="150209" y="152876"/>
                      </a:cubicBezTo>
                      <a:cubicBezTo>
                        <a:pt x="150209" y="151829"/>
                        <a:pt x="149162" y="150876"/>
                        <a:pt x="147161" y="150114"/>
                      </a:cubicBezTo>
                      <a:lnTo>
                        <a:pt x="146018" y="156686"/>
                      </a:lnTo>
                      <a:cubicBezTo>
                        <a:pt x="145066" y="157925"/>
                        <a:pt x="144875" y="159067"/>
                        <a:pt x="145637" y="160115"/>
                      </a:cubicBezTo>
                      <a:lnTo>
                        <a:pt x="146018" y="156686"/>
                      </a:lnTo>
                      <a:close/>
                      <a:moveTo>
                        <a:pt x="156210" y="128016"/>
                      </a:moveTo>
                      <a:cubicBezTo>
                        <a:pt x="156972" y="125444"/>
                        <a:pt x="157448" y="124301"/>
                        <a:pt x="157448" y="124587"/>
                      </a:cubicBezTo>
                      <a:cubicBezTo>
                        <a:pt x="157163" y="123825"/>
                        <a:pt x="154877" y="123444"/>
                        <a:pt x="151257" y="123444"/>
                      </a:cubicBezTo>
                      <a:lnTo>
                        <a:pt x="156115" y="128016"/>
                      </a:lnTo>
                      <a:close/>
                      <a:moveTo>
                        <a:pt x="171260" y="154400"/>
                      </a:moveTo>
                      <a:lnTo>
                        <a:pt x="176689" y="157543"/>
                      </a:lnTo>
                      <a:lnTo>
                        <a:pt x="166211" y="158686"/>
                      </a:lnTo>
                      <a:lnTo>
                        <a:pt x="171260" y="154400"/>
                      </a:lnTo>
                      <a:close/>
                      <a:moveTo>
                        <a:pt x="172403" y="181165"/>
                      </a:moveTo>
                      <a:cubicBezTo>
                        <a:pt x="172974" y="182023"/>
                        <a:pt x="175070" y="182404"/>
                        <a:pt x="178498" y="182404"/>
                      </a:cubicBezTo>
                      <a:lnTo>
                        <a:pt x="172403" y="187452"/>
                      </a:lnTo>
                      <a:lnTo>
                        <a:pt x="172403" y="181261"/>
                      </a:lnTo>
                      <a:close/>
                      <a:moveTo>
                        <a:pt x="175451" y="227267"/>
                      </a:moveTo>
                      <a:cubicBezTo>
                        <a:pt x="175451" y="226695"/>
                        <a:pt x="175831" y="226123"/>
                        <a:pt x="176308" y="225647"/>
                      </a:cubicBezTo>
                      <a:lnTo>
                        <a:pt x="175451" y="227267"/>
                      </a:lnTo>
                      <a:close/>
                      <a:moveTo>
                        <a:pt x="176308" y="225647"/>
                      </a:moveTo>
                      <a:lnTo>
                        <a:pt x="178594" y="222504"/>
                      </a:lnTo>
                      <a:lnTo>
                        <a:pt x="179737" y="224504"/>
                      </a:lnTo>
                      <a:cubicBezTo>
                        <a:pt x="178594" y="224504"/>
                        <a:pt x="177546" y="224790"/>
                        <a:pt x="176308" y="225647"/>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2" name="Google Shape;1072;p99"/>
              <p:cNvGrpSpPr/>
              <p:nvPr/>
            </p:nvGrpSpPr>
            <p:grpSpPr>
              <a:xfrm>
                <a:off x="9241149" y="7171658"/>
                <a:ext cx="676845" cy="126873"/>
                <a:chOff x="3987831" y="4889753"/>
                <a:chExt cx="676845" cy="126873"/>
              </a:xfrm>
            </p:grpSpPr>
            <p:sp>
              <p:nvSpPr>
                <p:cNvPr id="1073" name="Google Shape;1073;p99"/>
                <p:cNvSpPr/>
                <p:nvPr/>
              </p:nvSpPr>
              <p:spPr>
                <a:xfrm>
                  <a:off x="3987831" y="4902898"/>
                  <a:ext cx="81530" cy="95821"/>
                </a:xfrm>
                <a:custGeom>
                  <a:avLst/>
                  <a:gdLst/>
                  <a:ahLst/>
                  <a:cxnLst/>
                  <a:rect l="l" t="t" r="r" b="b"/>
                  <a:pathLst>
                    <a:path w="81530" h="95821" extrusionOk="0">
                      <a:moveTo>
                        <a:pt x="81248" y="70199"/>
                      </a:moveTo>
                      <a:cubicBezTo>
                        <a:pt x="81534" y="71247"/>
                        <a:pt x="81248" y="72580"/>
                        <a:pt x="80582" y="74104"/>
                      </a:cubicBezTo>
                      <a:lnTo>
                        <a:pt x="80582" y="72676"/>
                      </a:lnTo>
                      <a:cubicBezTo>
                        <a:pt x="80582" y="72676"/>
                        <a:pt x="79724" y="72866"/>
                        <a:pt x="79343" y="72866"/>
                      </a:cubicBezTo>
                      <a:cubicBezTo>
                        <a:pt x="78676" y="72866"/>
                        <a:pt x="77724" y="72866"/>
                        <a:pt x="76676" y="72485"/>
                      </a:cubicBezTo>
                      <a:cubicBezTo>
                        <a:pt x="75533" y="72295"/>
                        <a:pt x="74581" y="72104"/>
                        <a:pt x="74104" y="72104"/>
                      </a:cubicBezTo>
                      <a:cubicBezTo>
                        <a:pt x="73247" y="72104"/>
                        <a:pt x="72580" y="72295"/>
                        <a:pt x="72104" y="72676"/>
                      </a:cubicBezTo>
                      <a:lnTo>
                        <a:pt x="81344" y="77153"/>
                      </a:lnTo>
                      <a:cubicBezTo>
                        <a:pt x="78962" y="83915"/>
                        <a:pt x="74676" y="88011"/>
                        <a:pt x="68580" y="89535"/>
                      </a:cubicBezTo>
                      <a:cubicBezTo>
                        <a:pt x="68390" y="91630"/>
                        <a:pt x="66866" y="92678"/>
                        <a:pt x="64103" y="92869"/>
                      </a:cubicBezTo>
                      <a:cubicBezTo>
                        <a:pt x="61341" y="93059"/>
                        <a:pt x="60103" y="93536"/>
                        <a:pt x="60103" y="94393"/>
                      </a:cubicBezTo>
                      <a:cubicBezTo>
                        <a:pt x="60103" y="94774"/>
                        <a:pt x="60198" y="95155"/>
                        <a:pt x="60484" y="95631"/>
                      </a:cubicBezTo>
                      <a:cubicBezTo>
                        <a:pt x="58960" y="95631"/>
                        <a:pt x="56293" y="95631"/>
                        <a:pt x="52769" y="95821"/>
                      </a:cubicBezTo>
                      <a:cubicBezTo>
                        <a:pt x="49435" y="95821"/>
                        <a:pt x="46768" y="95821"/>
                        <a:pt x="44863" y="95821"/>
                      </a:cubicBezTo>
                      <a:cubicBezTo>
                        <a:pt x="42100" y="95726"/>
                        <a:pt x="39529" y="95250"/>
                        <a:pt x="37148" y="94583"/>
                      </a:cubicBezTo>
                      <a:cubicBezTo>
                        <a:pt x="36862" y="93536"/>
                        <a:pt x="35909" y="92012"/>
                        <a:pt x="34385" y="90202"/>
                      </a:cubicBezTo>
                      <a:cubicBezTo>
                        <a:pt x="33147" y="90488"/>
                        <a:pt x="32290" y="91345"/>
                        <a:pt x="31909" y="92869"/>
                      </a:cubicBezTo>
                      <a:cubicBezTo>
                        <a:pt x="31528" y="94679"/>
                        <a:pt x="31147" y="95726"/>
                        <a:pt x="31051" y="95821"/>
                      </a:cubicBezTo>
                      <a:lnTo>
                        <a:pt x="3334" y="95821"/>
                      </a:lnTo>
                      <a:cubicBezTo>
                        <a:pt x="1429" y="93440"/>
                        <a:pt x="571" y="90392"/>
                        <a:pt x="571" y="86773"/>
                      </a:cubicBezTo>
                      <a:cubicBezTo>
                        <a:pt x="571" y="85630"/>
                        <a:pt x="667" y="83629"/>
                        <a:pt x="1048" y="80867"/>
                      </a:cubicBezTo>
                      <a:cubicBezTo>
                        <a:pt x="1429" y="78200"/>
                        <a:pt x="1619" y="76200"/>
                        <a:pt x="1619" y="74867"/>
                      </a:cubicBezTo>
                      <a:cubicBezTo>
                        <a:pt x="1619" y="71914"/>
                        <a:pt x="1048" y="69437"/>
                        <a:pt x="0" y="67151"/>
                      </a:cubicBezTo>
                      <a:cubicBezTo>
                        <a:pt x="476" y="65723"/>
                        <a:pt x="667" y="63532"/>
                        <a:pt x="667" y="60484"/>
                      </a:cubicBezTo>
                      <a:lnTo>
                        <a:pt x="667" y="56483"/>
                      </a:lnTo>
                      <a:cubicBezTo>
                        <a:pt x="571" y="54578"/>
                        <a:pt x="571" y="53150"/>
                        <a:pt x="571" y="52388"/>
                      </a:cubicBezTo>
                      <a:cubicBezTo>
                        <a:pt x="571" y="46863"/>
                        <a:pt x="1429" y="42958"/>
                        <a:pt x="3334" y="40672"/>
                      </a:cubicBezTo>
                      <a:lnTo>
                        <a:pt x="857" y="37052"/>
                      </a:lnTo>
                      <a:cubicBezTo>
                        <a:pt x="476" y="35909"/>
                        <a:pt x="286" y="34766"/>
                        <a:pt x="286" y="33433"/>
                      </a:cubicBezTo>
                      <a:cubicBezTo>
                        <a:pt x="286" y="32099"/>
                        <a:pt x="571" y="29909"/>
                        <a:pt x="1143" y="26861"/>
                      </a:cubicBezTo>
                      <a:cubicBezTo>
                        <a:pt x="1715" y="23813"/>
                        <a:pt x="2000" y="21527"/>
                        <a:pt x="2000" y="20003"/>
                      </a:cubicBezTo>
                      <a:cubicBezTo>
                        <a:pt x="2000" y="17240"/>
                        <a:pt x="1238" y="14954"/>
                        <a:pt x="0" y="13145"/>
                      </a:cubicBezTo>
                      <a:cubicBezTo>
                        <a:pt x="857" y="12097"/>
                        <a:pt x="1333" y="10573"/>
                        <a:pt x="1429" y="8668"/>
                      </a:cubicBezTo>
                      <a:lnTo>
                        <a:pt x="1429" y="4001"/>
                      </a:lnTo>
                      <a:cubicBezTo>
                        <a:pt x="1715" y="2096"/>
                        <a:pt x="2667" y="762"/>
                        <a:pt x="4286" y="0"/>
                      </a:cubicBezTo>
                      <a:cubicBezTo>
                        <a:pt x="6572" y="381"/>
                        <a:pt x="9811" y="476"/>
                        <a:pt x="13811" y="476"/>
                      </a:cubicBezTo>
                      <a:cubicBezTo>
                        <a:pt x="20003" y="95"/>
                        <a:pt x="23241" y="0"/>
                        <a:pt x="23336" y="0"/>
                      </a:cubicBezTo>
                      <a:cubicBezTo>
                        <a:pt x="28194" y="286"/>
                        <a:pt x="31813" y="1334"/>
                        <a:pt x="34290" y="3238"/>
                      </a:cubicBezTo>
                      <a:cubicBezTo>
                        <a:pt x="37529" y="1048"/>
                        <a:pt x="42196" y="0"/>
                        <a:pt x="48196" y="0"/>
                      </a:cubicBezTo>
                      <a:cubicBezTo>
                        <a:pt x="58293" y="0"/>
                        <a:pt x="63055" y="0"/>
                        <a:pt x="62484" y="0"/>
                      </a:cubicBezTo>
                      <a:lnTo>
                        <a:pt x="63913" y="0"/>
                      </a:lnTo>
                      <a:cubicBezTo>
                        <a:pt x="64675" y="1429"/>
                        <a:pt x="66580" y="2762"/>
                        <a:pt x="69913" y="4001"/>
                      </a:cubicBezTo>
                      <a:cubicBezTo>
                        <a:pt x="72200" y="4953"/>
                        <a:pt x="73152" y="7144"/>
                        <a:pt x="72962" y="10668"/>
                      </a:cubicBezTo>
                      <a:cubicBezTo>
                        <a:pt x="74867" y="11906"/>
                        <a:pt x="75819" y="14192"/>
                        <a:pt x="75819" y="17526"/>
                      </a:cubicBezTo>
                      <a:cubicBezTo>
                        <a:pt x="75819" y="18860"/>
                        <a:pt x="75724" y="20765"/>
                        <a:pt x="75343" y="23241"/>
                      </a:cubicBezTo>
                      <a:cubicBezTo>
                        <a:pt x="75057" y="25718"/>
                        <a:pt x="74867" y="27432"/>
                        <a:pt x="74867" y="28289"/>
                      </a:cubicBezTo>
                      <a:cubicBezTo>
                        <a:pt x="74867" y="29146"/>
                        <a:pt x="74962" y="29813"/>
                        <a:pt x="75057" y="30385"/>
                      </a:cubicBezTo>
                      <a:cubicBezTo>
                        <a:pt x="73533" y="31623"/>
                        <a:pt x="72866" y="33433"/>
                        <a:pt x="72962" y="36004"/>
                      </a:cubicBezTo>
                      <a:lnTo>
                        <a:pt x="72962" y="42291"/>
                      </a:lnTo>
                      <a:cubicBezTo>
                        <a:pt x="74295" y="42482"/>
                        <a:pt x="75533" y="43529"/>
                        <a:pt x="76676" y="45529"/>
                      </a:cubicBezTo>
                      <a:cubicBezTo>
                        <a:pt x="77819" y="47530"/>
                        <a:pt x="78962" y="48673"/>
                        <a:pt x="80010" y="48768"/>
                      </a:cubicBezTo>
                      <a:cubicBezTo>
                        <a:pt x="78772" y="49530"/>
                        <a:pt x="78200" y="50673"/>
                        <a:pt x="78581" y="52292"/>
                      </a:cubicBezTo>
                      <a:cubicBezTo>
                        <a:pt x="79343" y="53054"/>
                        <a:pt x="80010" y="53626"/>
                        <a:pt x="80677" y="54293"/>
                      </a:cubicBezTo>
                      <a:cubicBezTo>
                        <a:pt x="81534" y="55245"/>
                        <a:pt x="81725" y="56293"/>
                        <a:pt x="81344" y="57436"/>
                      </a:cubicBezTo>
                      <a:cubicBezTo>
                        <a:pt x="80105" y="55817"/>
                        <a:pt x="78676" y="55054"/>
                        <a:pt x="77057" y="55054"/>
                      </a:cubicBezTo>
                      <a:lnTo>
                        <a:pt x="75629" y="56483"/>
                      </a:lnTo>
                      <a:cubicBezTo>
                        <a:pt x="75629" y="56483"/>
                        <a:pt x="76867" y="56960"/>
                        <a:pt x="77915" y="57436"/>
                      </a:cubicBezTo>
                      <a:cubicBezTo>
                        <a:pt x="77915" y="57817"/>
                        <a:pt x="77533" y="58007"/>
                        <a:pt x="76771" y="58007"/>
                      </a:cubicBezTo>
                      <a:cubicBezTo>
                        <a:pt x="75819" y="57817"/>
                        <a:pt x="75248" y="57817"/>
                        <a:pt x="74867" y="58007"/>
                      </a:cubicBezTo>
                      <a:cubicBezTo>
                        <a:pt x="74676" y="57817"/>
                        <a:pt x="74390" y="57150"/>
                        <a:pt x="74009" y="55817"/>
                      </a:cubicBezTo>
                      <a:cubicBezTo>
                        <a:pt x="73628" y="54959"/>
                        <a:pt x="72962" y="54769"/>
                        <a:pt x="72009" y="55054"/>
                      </a:cubicBezTo>
                      <a:cubicBezTo>
                        <a:pt x="72295" y="56483"/>
                        <a:pt x="72009" y="57245"/>
                        <a:pt x="71342" y="57245"/>
                      </a:cubicBezTo>
                      <a:cubicBezTo>
                        <a:pt x="71057" y="57245"/>
                        <a:pt x="70675" y="57245"/>
                        <a:pt x="69913" y="57055"/>
                      </a:cubicBezTo>
                      <a:cubicBezTo>
                        <a:pt x="69151" y="56864"/>
                        <a:pt x="68580" y="56769"/>
                        <a:pt x="68104" y="56769"/>
                      </a:cubicBezTo>
                      <a:cubicBezTo>
                        <a:pt x="67151" y="56769"/>
                        <a:pt x="66389" y="57245"/>
                        <a:pt x="65913" y="58007"/>
                      </a:cubicBezTo>
                      <a:lnTo>
                        <a:pt x="67437" y="59436"/>
                      </a:lnTo>
                      <a:lnTo>
                        <a:pt x="67913" y="58484"/>
                      </a:lnTo>
                      <a:lnTo>
                        <a:pt x="69913" y="60865"/>
                      </a:lnTo>
                      <a:cubicBezTo>
                        <a:pt x="69913" y="60865"/>
                        <a:pt x="69342" y="61055"/>
                        <a:pt x="68485" y="61532"/>
                      </a:cubicBezTo>
                      <a:cubicBezTo>
                        <a:pt x="72104" y="63151"/>
                        <a:pt x="74104" y="64103"/>
                        <a:pt x="74581" y="64484"/>
                      </a:cubicBezTo>
                      <a:cubicBezTo>
                        <a:pt x="77153" y="66008"/>
                        <a:pt x="78391" y="67913"/>
                        <a:pt x="78391" y="70104"/>
                      </a:cubicBezTo>
                      <a:lnTo>
                        <a:pt x="81248" y="70104"/>
                      </a:lnTo>
                      <a:close/>
                      <a:moveTo>
                        <a:pt x="55340" y="68580"/>
                      </a:moveTo>
                      <a:cubicBezTo>
                        <a:pt x="56198" y="66866"/>
                        <a:pt x="56198" y="62770"/>
                        <a:pt x="55340" y="56102"/>
                      </a:cubicBezTo>
                      <a:cubicBezTo>
                        <a:pt x="53530" y="53816"/>
                        <a:pt x="51054" y="52578"/>
                        <a:pt x="48006" y="52483"/>
                      </a:cubicBezTo>
                      <a:lnTo>
                        <a:pt x="39719" y="52483"/>
                      </a:lnTo>
                      <a:cubicBezTo>
                        <a:pt x="38767" y="52388"/>
                        <a:pt x="37719" y="51435"/>
                        <a:pt x="36576" y="49721"/>
                      </a:cubicBezTo>
                      <a:cubicBezTo>
                        <a:pt x="35433" y="47911"/>
                        <a:pt x="34100" y="47339"/>
                        <a:pt x="32575" y="47625"/>
                      </a:cubicBezTo>
                      <a:cubicBezTo>
                        <a:pt x="32575" y="50102"/>
                        <a:pt x="30671" y="51626"/>
                        <a:pt x="27146" y="52197"/>
                      </a:cubicBezTo>
                      <a:cubicBezTo>
                        <a:pt x="23527" y="52769"/>
                        <a:pt x="21812" y="54007"/>
                        <a:pt x="21812" y="56007"/>
                      </a:cubicBezTo>
                      <a:cubicBezTo>
                        <a:pt x="21812" y="56769"/>
                        <a:pt x="21812" y="57626"/>
                        <a:pt x="22193" y="58579"/>
                      </a:cubicBezTo>
                      <a:lnTo>
                        <a:pt x="22765" y="58579"/>
                      </a:lnTo>
                      <a:cubicBezTo>
                        <a:pt x="22955" y="59436"/>
                        <a:pt x="23241" y="61817"/>
                        <a:pt x="23622" y="65627"/>
                      </a:cubicBezTo>
                      <a:cubicBezTo>
                        <a:pt x="23622" y="67151"/>
                        <a:pt x="22574" y="67913"/>
                        <a:pt x="20669" y="67913"/>
                      </a:cubicBezTo>
                      <a:lnTo>
                        <a:pt x="22193" y="69152"/>
                      </a:lnTo>
                      <a:cubicBezTo>
                        <a:pt x="21717" y="71914"/>
                        <a:pt x="23146" y="73914"/>
                        <a:pt x="26479" y="75248"/>
                      </a:cubicBezTo>
                      <a:cubicBezTo>
                        <a:pt x="30480" y="76676"/>
                        <a:pt x="32766" y="78105"/>
                        <a:pt x="33147" y="79534"/>
                      </a:cubicBezTo>
                      <a:cubicBezTo>
                        <a:pt x="34766" y="77724"/>
                        <a:pt x="38576" y="76200"/>
                        <a:pt x="44482" y="75057"/>
                      </a:cubicBezTo>
                      <a:cubicBezTo>
                        <a:pt x="49625" y="74009"/>
                        <a:pt x="53245" y="71819"/>
                        <a:pt x="55150" y="68390"/>
                      </a:cubicBezTo>
                      <a:close/>
                      <a:moveTo>
                        <a:pt x="21336" y="24384"/>
                      </a:moveTo>
                      <a:lnTo>
                        <a:pt x="21622" y="24384"/>
                      </a:lnTo>
                      <a:cubicBezTo>
                        <a:pt x="22288" y="24765"/>
                        <a:pt x="23050" y="25527"/>
                        <a:pt x="24194" y="26575"/>
                      </a:cubicBezTo>
                      <a:cubicBezTo>
                        <a:pt x="23908" y="27337"/>
                        <a:pt x="23813" y="27908"/>
                        <a:pt x="23813" y="28385"/>
                      </a:cubicBezTo>
                      <a:cubicBezTo>
                        <a:pt x="23813" y="30004"/>
                        <a:pt x="25146" y="31242"/>
                        <a:pt x="27908" y="31813"/>
                      </a:cubicBezTo>
                      <a:cubicBezTo>
                        <a:pt x="31337" y="32480"/>
                        <a:pt x="33338" y="33242"/>
                        <a:pt x="34004" y="34100"/>
                      </a:cubicBezTo>
                      <a:cubicBezTo>
                        <a:pt x="35909" y="32576"/>
                        <a:pt x="38481" y="31433"/>
                        <a:pt x="41720" y="30766"/>
                      </a:cubicBezTo>
                      <a:cubicBezTo>
                        <a:pt x="45053" y="30194"/>
                        <a:pt x="47625" y="28861"/>
                        <a:pt x="49530" y="27146"/>
                      </a:cubicBezTo>
                      <a:cubicBezTo>
                        <a:pt x="50006" y="22765"/>
                        <a:pt x="48292" y="20669"/>
                        <a:pt x="44291" y="20669"/>
                      </a:cubicBezTo>
                      <a:cubicBezTo>
                        <a:pt x="43815" y="20669"/>
                        <a:pt x="43148" y="20669"/>
                        <a:pt x="42291" y="20860"/>
                      </a:cubicBezTo>
                      <a:lnTo>
                        <a:pt x="40291" y="20860"/>
                      </a:lnTo>
                      <a:cubicBezTo>
                        <a:pt x="36290" y="20860"/>
                        <a:pt x="34195" y="19050"/>
                        <a:pt x="33909" y="15430"/>
                      </a:cubicBezTo>
                      <a:cubicBezTo>
                        <a:pt x="33623" y="17812"/>
                        <a:pt x="32004" y="19526"/>
                        <a:pt x="29051" y="20479"/>
                      </a:cubicBezTo>
                      <a:cubicBezTo>
                        <a:pt x="25527" y="21622"/>
                        <a:pt x="23717" y="22384"/>
                        <a:pt x="23527" y="22479"/>
                      </a:cubicBezTo>
                      <a:cubicBezTo>
                        <a:pt x="23717" y="22860"/>
                        <a:pt x="23813" y="23146"/>
                        <a:pt x="23813" y="23336"/>
                      </a:cubicBezTo>
                      <a:cubicBezTo>
                        <a:pt x="23813" y="24384"/>
                        <a:pt x="22860" y="24670"/>
                        <a:pt x="21146" y="24479"/>
                      </a:cubicBezTo>
                      <a:close/>
                      <a:moveTo>
                        <a:pt x="75438" y="62294"/>
                      </a:moveTo>
                      <a:cubicBezTo>
                        <a:pt x="76295" y="62008"/>
                        <a:pt x="77153" y="62294"/>
                        <a:pt x="78296" y="63151"/>
                      </a:cubicBezTo>
                      <a:lnTo>
                        <a:pt x="78296" y="63722"/>
                      </a:lnTo>
                      <a:lnTo>
                        <a:pt x="75438" y="62294"/>
                      </a:lnTo>
                      <a:close/>
                      <a:moveTo>
                        <a:pt x="80486" y="66580"/>
                      </a:moveTo>
                      <a:lnTo>
                        <a:pt x="79820" y="64579"/>
                      </a:lnTo>
                      <a:lnTo>
                        <a:pt x="81248" y="64579"/>
                      </a:lnTo>
                      <a:lnTo>
                        <a:pt x="80582" y="66580"/>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 name="Google Shape;1074;p99"/>
                <p:cNvSpPr/>
                <p:nvPr/>
              </p:nvSpPr>
              <p:spPr>
                <a:xfrm>
                  <a:off x="4081938" y="4902898"/>
                  <a:ext cx="104012" cy="113728"/>
                </a:xfrm>
                <a:custGeom>
                  <a:avLst/>
                  <a:gdLst/>
                  <a:ahLst/>
                  <a:cxnLst/>
                  <a:rect l="l" t="t" r="r" b="b"/>
                  <a:pathLst>
                    <a:path w="104012" h="113728" extrusionOk="0">
                      <a:moveTo>
                        <a:pt x="81153" y="62675"/>
                      </a:moveTo>
                      <a:cubicBezTo>
                        <a:pt x="79915" y="64199"/>
                        <a:pt x="79629" y="66294"/>
                        <a:pt x="80105" y="68675"/>
                      </a:cubicBezTo>
                      <a:cubicBezTo>
                        <a:pt x="80677" y="71152"/>
                        <a:pt x="80486" y="73057"/>
                        <a:pt x="79724" y="74581"/>
                      </a:cubicBezTo>
                      <a:cubicBezTo>
                        <a:pt x="79343" y="77057"/>
                        <a:pt x="77724" y="79534"/>
                        <a:pt x="74581" y="82105"/>
                      </a:cubicBezTo>
                      <a:cubicBezTo>
                        <a:pt x="71533" y="84487"/>
                        <a:pt x="70009" y="86678"/>
                        <a:pt x="70009" y="88297"/>
                      </a:cubicBezTo>
                      <a:cubicBezTo>
                        <a:pt x="70009" y="89154"/>
                        <a:pt x="70199" y="89916"/>
                        <a:pt x="70485" y="90773"/>
                      </a:cubicBezTo>
                      <a:lnTo>
                        <a:pt x="71247" y="90773"/>
                      </a:lnTo>
                      <a:lnTo>
                        <a:pt x="71247" y="91630"/>
                      </a:lnTo>
                      <a:cubicBezTo>
                        <a:pt x="70009" y="90773"/>
                        <a:pt x="67532" y="90488"/>
                        <a:pt x="64008" y="90773"/>
                      </a:cubicBezTo>
                      <a:cubicBezTo>
                        <a:pt x="62960" y="93250"/>
                        <a:pt x="61055" y="94583"/>
                        <a:pt x="58579" y="94583"/>
                      </a:cubicBezTo>
                      <a:cubicBezTo>
                        <a:pt x="57912" y="94583"/>
                        <a:pt x="56959" y="94488"/>
                        <a:pt x="55817" y="94202"/>
                      </a:cubicBezTo>
                      <a:cubicBezTo>
                        <a:pt x="54197" y="93917"/>
                        <a:pt x="53245" y="93821"/>
                        <a:pt x="52864" y="93821"/>
                      </a:cubicBezTo>
                      <a:cubicBezTo>
                        <a:pt x="52864" y="93250"/>
                        <a:pt x="52578" y="92774"/>
                        <a:pt x="51911" y="92202"/>
                      </a:cubicBezTo>
                      <a:cubicBezTo>
                        <a:pt x="51244" y="91630"/>
                        <a:pt x="50863" y="91154"/>
                        <a:pt x="50673" y="90773"/>
                      </a:cubicBezTo>
                      <a:cubicBezTo>
                        <a:pt x="51054" y="93726"/>
                        <a:pt x="49339" y="96393"/>
                        <a:pt x="45625" y="98870"/>
                      </a:cubicBezTo>
                      <a:lnTo>
                        <a:pt x="43625" y="96679"/>
                      </a:lnTo>
                      <a:cubicBezTo>
                        <a:pt x="43625" y="96679"/>
                        <a:pt x="42577" y="97346"/>
                        <a:pt x="41243" y="97346"/>
                      </a:cubicBezTo>
                      <a:lnTo>
                        <a:pt x="42196" y="96679"/>
                      </a:lnTo>
                      <a:cubicBezTo>
                        <a:pt x="42196" y="96679"/>
                        <a:pt x="41243" y="96012"/>
                        <a:pt x="40767" y="96012"/>
                      </a:cubicBezTo>
                      <a:cubicBezTo>
                        <a:pt x="40386" y="96012"/>
                        <a:pt x="39910" y="96203"/>
                        <a:pt x="39148" y="96584"/>
                      </a:cubicBezTo>
                      <a:cubicBezTo>
                        <a:pt x="38386" y="96965"/>
                        <a:pt x="37909" y="97346"/>
                        <a:pt x="37624" y="97441"/>
                      </a:cubicBezTo>
                      <a:lnTo>
                        <a:pt x="38576" y="96774"/>
                      </a:lnTo>
                      <a:cubicBezTo>
                        <a:pt x="37529" y="96298"/>
                        <a:pt x="35528" y="96107"/>
                        <a:pt x="32480" y="96203"/>
                      </a:cubicBezTo>
                      <a:cubicBezTo>
                        <a:pt x="30099" y="96203"/>
                        <a:pt x="28004" y="95441"/>
                        <a:pt x="26384" y="93917"/>
                      </a:cubicBezTo>
                      <a:cubicBezTo>
                        <a:pt x="21622" y="92202"/>
                        <a:pt x="16002" y="88678"/>
                        <a:pt x="9525" y="83249"/>
                      </a:cubicBezTo>
                      <a:cubicBezTo>
                        <a:pt x="9906" y="83249"/>
                        <a:pt x="10096" y="82391"/>
                        <a:pt x="10096" y="81153"/>
                      </a:cubicBezTo>
                      <a:cubicBezTo>
                        <a:pt x="8001" y="80010"/>
                        <a:pt x="6382" y="77915"/>
                        <a:pt x="4858" y="74676"/>
                      </a:cubicBezTo>
                      <a:cubicBezTo>
                        <a:pt x="3238" y="70676"/>
                        <a:pt x="1905" y="68104"/>
                        <a:pt x="857" y="67056"/>
                      </a:cubicBezTo>
                      <a:lnTo>
                        <a:pt x="0" y="2858"/>
                      </a:lnTo>
                      <a:lnTo>
                        <a:pt x="2286" y="0"/>
                      </a:lnTo>
                      <a:cubicBezTo>
                        <a:pt x="5905" y="667"/>
                        <a:pt x="12573" y="667"/>
                        <a:pt x="22288" y="0"/>
                      </a:cubicBezTo>
                      <a:cubicBezTo>
                        <a:pt x="21241" y="571"/>
                        <a:pt x="20669" y="1238"/>
                        <a:pt x="20669" y="2000"/>
                      </a:cubicBezTo>
                      <a:cubicBezTo>
                        <a:pt x="20669" y="2477"/>
                        <a:pt x="21050" y="3238"/>
                        <a:pt x="21812" y="4477"/>
                      </a:cubicBezTo>
                      <a:cubicBezTo>
                        <a:pt x="22669" y="5525"/>
                        <a:pt x="22955" y="6572"/>
                        <a:pt x="22860" y="7239"/>
                      </a:cubicBezTo>
                      <a:cubicBezTo>
                        <a:pt x="25337" y="8382"/>
                        <a:pt x="26575" y="10668"/>
                        <a:pt x="26575" y="14097"/>
                      </a:cubicBezTo>
                      <a:cubicBezTo>
                        <a:pt x="26575" y="15240"/>
                        <a:pt x="26479" y="16954"/>
                        <a:pt x="26194" y="19241"/>
                      </a:cubicBezTo>
                      <a:cubicBezTo>
                        <a:pt x="25908" y="21622"/>
                        <a:pt x="25717" y="23336"/>
                        <a:pt x="25717" y="24384"/>
                      </a:cubicBezTo>
                      <a:lnTo>
                        <a:pt x="24289" y="25813"/>
                      </a:lnTo>
                      <a:lnTo>
                        <a:pt x="26289" y="27242"/>
                      </a:lnTo>
                      <a:lnTo>
                        <a:pt x="27051" y="54293"/>
                      </a:lnTo>
                      <a:lnTo>
                        <a:pt x="24860" y="55721"/>
                      </a:lnTo>
                      <a:cubicBezTo>
                        <a:pt x="25432" y="56864"/>
                        <a:pt x="26098" y="59912"/>
                        <a:pt x="26670" y="64770"/>
                      </a:cubicBezTo>
                      <a:cubicBezTo>
                        <a:pt x="27337" y="68866"/>
                        <a:pt x="28480" y="71628"/>
                        <a:pt x="29908" y="73247"/>
                      </a:cubicBezTo>
                      <a:cubicBezTo>
                        <a:pt x="30385" y="73819"/>
                        <a:pt x="31242" y="74200"/>
                        <a:pt x="32290" y="74200"/>
                      </a:cubicBezTo>
                      <a:lnTo>
                        <a:pt x="34957" y="74200"/>
                      </a:lnTo>
                      <a:cubicBezTo>
                        <a:pt x="37338" y="77057"/>
                        <a:pt x="38767" y="80105"/>
                        <a:pt x="39148" y="83344"/>
                      </a:cubicBezTo>
                      <a:cubicBezTo>
                        <a:pt x="38576" y="80105"/>
                        <a:pt x="39624" y="78105"/>
                        <a:pt x="42386" y="77438"/>
                      </a:cubicBezTo>
                      <a:cubicBezTo>
                        <a:pt x="45815" y="76581"/>
                        <a:pt x="47720" y="75533"/>
                        <a:pt x="48387" y="74200"/>
                      </a:cubicBezTo>
                      <a:cubicBezTo>
                        <a:pt x="50101" y="74200"/>
                        <a:pt x="51340" y="73628"/>
                        <a:pt x="52006" y="72200"/>
                      </a:cubicBezTo>
                      <a:cubicBezTo>
                        <a:pt x="52768" y="70295"/>
                        <a:pt x="53626" y="69056"/>
                        <a:pt x="54292" y="68580"/>
                      </a:cubicBezTo>
                      <a:lnTo>
                        <a:pt x="58960" y="67151"/>
                      </a:lnTo>
                      <a:lnTo>
                        <a:pt x="56388" y="65437"/>
                      </a:lnTo>
                      <a:cubicBezTo>
                        <a:pt x="56769" y="51530"/>
                        <a:pt x="57055" y="30956"/>
                        <a:pt x="57055" y="3620"/>
                      </a:cubicBezTo>
                      <a:cubicBezTo>
                        <a:pt x="59531" y="1143"/>
                        <a:pt x="63341" y="0"/>
                        <a:pt x="68485" y="0"/>
                      </a:cubicBezTo>
                      <a:cubicBezTo>
                        <a:pt x="68866" y="0"/>
                        <a:pt x="72390" y="286"/>
                        <a:pt x="79248" y="857"/>
                      </a:cubicBezTo>
                      <a:cubicBezTo>
                        <a:pt x="79248" y="3429"/>
                        <a:pt x="79343" y="6858"/>
                        <a:pt x="79819" y="11240"/>
                      </a:cubicBezTo>
                      <a:cubicBezTo>
                        <a:pt x="80200" y="15621"/>
                        <a:pt x="80486" y="18860"/>
                        <a:pt x="80486" y="20955"/>
                      </a:cubicBezTo>
                      <a:cubicBezTo>
                        <a:pt x="80486" y="23717"/>
                        <a:pt x="80200" y="26194"/>
                        <a:pt x="79724" y="28480"/>
                      </a:cubicBezTo>
                      <a:cubicBezTo>
                        <a:pt x="80867" y="29242"/>
                        <a:pt x="81534" y="30004"/>
                        <a:pt x="81534" y="31052"/>
                      </a:cubicBezTo>
                      <a:cubicBezTo>
                        <a:pt x="81534" y="31718"/>
                        <a:pt x="80963" y="32861"/>
                        <a:pt x="79724" y="34290"/>
                      </a:cubicBezTo>
                      <a:cubicBezTo>
                        <a:pt x="78486" y="35719"/>
                        <a:pt x="77819" y="36957"/>
                        <a:pt x="77819" y="37719"/>
                      </a:cubicBezTo>
                      <a:cubicBezTo>
                        <a:pt x="77819" y="38767"/>
                        <a:pt x="78676" y="39719"/>
                        <a:pt x="80391" y="40672"/>
                      </a:cubicBezTo>
                      <a:cubicBezTo>
                        <a:pt x="79915" y="41815"/>
                        <a:pt x="79629" y="43148"/>
                        <a:pt x="79629" y="44482"/>
                      </a:cubicBezTo>
                      <a:cubicBezTo>
                        <a:pt x="79629" y="45529"/>
                        <a:pt x="79819" y="47149"/>
                        <a:pt x="80296" y="49244"/>
                      </a:cubicBezTo>
                      <a:cubicBezTo>
                        <a:pt x="80677" y="51340"/>
                        <a:pt x="80867" y="52864"/>
                        <a:pt x="80867" y="53816"/>
                      </a:cubicBezTo>
                      <a:cubicBezTo>
                        <a:pt x="80867" y="55912"/>
                        <a:pt x="80296" y="57721"/>
                        <a:pt x="79153" y="59436"/>
                      </a:cubicBezTo>
                      <a:cubicBezTo>
                        <a:pt x="79153" y="61341"/>
                        <a:pt x="79153" y="62484"/>
                        <a:pt x="79629" y="62865"/>
                      </a:cubicBezTo>
                      <a:lnTo>
                        <a:pt x="81058" y="62865"/>
                      </a:lnTo>
                      <a:close/>
                      <a:moveTo>
                        <a:pt x="10573" y="44101"/>
                      </a:moveTo>
                      <a:lnTo>
                        <a:pt x="10573" y="38576"/>
                      </a:lnTo>
                      <a:lnTo>
                        <a:pt x="9430" y="38576"/>
                      </a:lnTo>
                      <a:cubicBezTo>
                        <a:pt x="9430" y="38576"/>
                        <a:pt x="8763" y="38291"/>
                        <a:pt x="8572" y="37814"/>
                      </a:cubicBezTo>
                      <a:cubicBezTo>
                        <a:pt x="8287" y="38386"/>
                        <a:pt x="7906" y="38957"/>
                        <a:pt x="7429" y="39624"/>
                      </a:cubicBezTo>
                      <a:cubicBezTo>
                        <a:pt x="7048" y="40291"/>
                        <a:pt x="6763" y="40672"/>
                        <a:pt x="6763" y="40862"/>
                      </a:cubicBezTo>
                      <a:cubicBezTo>
                        <a:pt x="6763" y="41338"/>
                        <a:pt x="7144" y="41910"/>
                        <a:pt x="8001" y="42577"/>
                      </a:cubicBezTo>
                      <a:cubicBezTo>
                        <a:pt x="8192" y="42386"/>
                        <a:pt x="8477" y="42196"/>
                        <a:pt x="8572" y="41910"/>
                      </a:cubicBezTo>
                      <a:cubicBezTo>
                        <a:pt x="8192" y="40767"/>
                        <a:pt x="8001" y="40100"/>
                        <a:pt x="8001" y="39910"/>
                      </a:cubicBezTo>
                      <a:cubicBezTo>
                        <a:pt x="8001" y="39053"/>
                        <a:pt x="8477" y="38576"/>
                        <a:pt x="9334" y="38481"/>
                      </a:cubicBezTo>
                      <a:lnTo>
                        <a:pt x="9906" y="38481"/>
                      </a:lnTo>
                      <a:lnTo>
                        <a:pt x="10477" y="44005"/>
                      </a:lnTo>
                      <a:close/>
                      <a:moveTo>
                        <a:pt x="19241" y="41910"/>
                      </a:moveTo>
                      <a:cubicBezTo>
                        <a:pt x="19241" y="41910"/>
                        <a:pt x="19241" y="41720"/>
                        <a:pt x="18669" y="41434"/>
                      </a:cubicBezTo>
                      <a:cubicBezTo>
                        <a:pt x="18002" y="41053"/>
                        <a:pt x="17812" y="39815"/>
                        <a:pt x="17812" y="37814"/>
                      </a:cubicBezTo>
                      <a:lnTo>
                        <a:pt x="18669" y="37814"/>
                      </a:lnTo>
                      <a:lnTo>
                        <a:pt x="18669" y="36386"/>
                      </a:lnTo>
                      <a:lnTo>
                        <a:pt x="15050" y="38576"/>
                      </a:lnTo>
                      <a:cubicBezTo>
                        <a:pt x="16288" y="39148"/>
                        <a:pt x="16573" y="40100"/>
                        <a:pt x="16192" y="41434"/>
                      </a:cubicBezTo>
                      <a:cubicBezTo>
                        <a:pt x="15812" y="41434"/>
                        <a:pt x="15621" y="41624"/>
                        <a:pt x="15621" y="41910"/>
                      </a:cubicBezTo>
                      <a:lnTo>
                        <a:pt x="16192" y="41434"/>
                      </a:lnTo>
                      <a:cubicBezTo>
                        <a:pt x="16192" y="41434"/>
                        <a:pt x="17335" y="41434"/>
                        <a:pt x="18669" y="41624"/>
                      </a:cubicBezTo>
                      <a:cubicBezTo>
                        <a:pt x="18955" y="41815"/>
                        <a:pt x="19145" y="41910"/>
                        <a:pt x="19241" y="41910"/>
                      </a:cubicBezTo>
                      <a:close/>
                      <a:moveTo>
                        <a:pt x="49721" y="87344"/>
                      </a:moveTo>
                      <a:lnTo>
                        <a:pt x="51911" y="90202"/>
                      </a:lnTo>
                      <a:lnTo>
                        <a:pt x="51149" y="87344"/>
                      </a:lnTo>
                      <a:lnTo>
                        <a:pt x="49721" y="87344"/>
                      </a:lnTo>
                      <a:close/>
                      <a:moveTo>
                        <a:pt x="54197" y="81058"/>
                      </a:moveTo>
                      <a:lnTo>
                        <a:pt x="54197" y="79629"/>
                      </a:lnTo>
                      <a:lnTo>
                        <a:pt x="53340" y="79058"/>
                      </a:lnTo>
                      <a:lnTo>
                        <a:pt x="54197" y="81058"/>
                      </a:lnTo>
                      <a:close/>
                      <a:moveTo>
                        <a:pt x="58674" y="102870"/>
                      </a:moveTo>
                      <a:cubicBezTo>
                        <a:pt x="58674" y="102870"/>
                        <a:pt x="58293" y="102775"/>
                        <a:pt x="58293" y="102489"/>
                      </a:cubicBezTo>
                      <a:lnTo>
                        <a:pt x="58674" y="102870"/>
                      </a:lnTo>
                      <a:close/>
                      <a:moveTo>
                        <a:pt x="58674" y="102870"/>
                      </a:moveTo>
                      <a:cubicBezTo>
                        <a:pt x="58674" y="102870"/>
                        <a:pt x="59626" y="103251"/>
                        <a:pt x="60865" y="103537"/>
                      </a:cubicBezTo>
                      <a:cubicBezTo>
                        <a:pt x="61722" y="103632"/>
                        <a:pt x="62103" y="104013"/>
                        <a:pt x="62103" y="104489"/>
                      </a:cubicBezTo>
                      <a:cubicBezTo>
                        <a:pt x="62103" y="104870"/>
                        <a:pt x="61817" y="105346"/>
                        <a:pt x="61150" y="105918"/>
                      </a:cubicBezTo>
                      <a:lnTo>
                        <a:pt x="58674" y="102870"/>
                      </a:lnTo>
                      <a:close/>
                      <a:moveTo>
                        <a:pt x="60293" y="82487"/>
                      </a:moveTo>
                      <a:lnTo>
                        <a:pt x="62389" y="82487"/>
                      </a:lnTo>
                      <a:cubicBezTo>
                        <a:pt x="61913" y="81820"/>
                        <a:pt x="61722" y="81344"/>
                        <a:pt x="61913" y="81058"/>
                      </a:cubicBezTo>
                      <a:lnTo>
                        <a:pt x="60293" y="81058"/>
                      </a:lnTo>
                      <a:lnTo>
                        <a:pt x="60293" y="82487"/>
                      </a:lnTo>
                      <a:close/>
                      <a:moveTo>
                        <a:pt x="61150" y="108109"/>
                      </a:moveTo>
                      <a:cubicBezTo>
                        <a:pt x="61913" y="107823"/>
                        <a:pt x="62865" y="108299"/>
                        <a:pt x="64008" y="109442"/>
                      </a:cubicBezTo>
                      <a:cubicBezTo>
                        <a:pt x="64579" y="109919"/>
                        <a:pt x="65246" y="110490"/>
                        <a:pt x="65818" y="111062"/>
                      </a:cubicBezTo>
                      <a:cubicBezTo>
                        <a:pt x="64865" y="111062"/>
                        <a:pt x="63913" y="110585"/>
                        <a:pt x="62865" y="109633"/>
                      </a:cubicBezTo>
                      <a:cubicBezTo>
                        <a:pt x="61913" y="108680"/>
                        <a:pt x="61246" y="108204"/>
                        <a:pt x="61150" y="108204"/>
                      </a:cubicBezTo>
                      <a:close/>
                      <a:moveTo>
                        <a:pt x="73057" y="13621"/>
                      </a:moveTo>
                      <a:cubicBezTo>
                        <a:pt x="72580" y="13430"/>
                        <a:pt x="72009" y="13430"/>
                        <a:pt x="71533" y="13811"/>
                      </a:cubicBezTo>
                      <a:cubicBezTo>
                        <a:pt x="71056" y="14192"/>
                        <a:pt x="70675" y="14288"/>
                        <a:pt x="70294" y="14192"/>
                      </a:cubicBezTo>
                      <a:cubicBezTo>
                        <a:pt x="70961" y="14383"/>
                        <a:pt x="71533" y="14573"/>
                        <a:pt x="72200" y="14573"/>
                      </a:cubicBezTo>
                      <a:cubicBezTo>
                        <a:pt x="73438" y="14573"/>
                        <a:pt x="73723" y="14288"/>
                        <a:pt x="73152" y="13716"/>
                      </a:cubicBezTo>
                      <a:close/>
                      <a:moveTo>
                        <a:pt x="73057" y="98965"/>
                      </a:moveTo>
                      <a:lnTo>
                        <a:pt x="73057" y="100394"/>
                      </a:lnTo>
                      <a:lnTo>
                        <a:pt x="70294" y="100394"/>
                      </a:lnTo>
                      <a:cubicBezTo>
                        <a:pt x="70294" y="100394"/>
                        <a:pt x="71533" y="99536"/>
                        <a:pt x="73057" y="98965"/>
                      </a:cubicBezTo>
                      <a:close/>
                      <a:moveTo>
                        <a:pt x="71056" y="72580"/>
                      </a:moveTo>
                      <a:cubicBezTo>
                        <a:pt x="72580" y="72580"/>
                        <a:pt x="74009" y="71914"/>
                        <a:pt x="75343" y="70390"/>
                      </a:cubicBezTo>
                      <a:cubicBezTo>
                        <a:pt x="74676" y="70009"/>
                        <a:pt x="73819" y="70390"/>
                        <a:pt x="73057" y="71152"/>
                      </a:cubicBezTo>
                      <a:cubicBezTo>
                        <a:pt x="72200" y="72104"/>
                        <a:pt x="71533" y="72485"/>
                        <a:pt x="71056" y="72485"/>
                      </a:cubicBezTo>
                      <a:close/>
                      <a:moveTo>
                        <a:pt x="73057" y="103061"/>
                      </a:moveTo>
                      <a:lnTo>
                        <a:pt x="74009" y="105061"/>
                      </a:lnTo>
                      <a:lnTo>
                        <a:pt x="71818" y="103061"/>
                      </a:lnTo>
                      <a:lnTo>
                        <a:pt x="73057" y="103061"/>
                      </a:lnTo>
                      <a:close/>
                      <a:moveTo>
                        <a:pt x="74009" y="111538"/>
                      </a:moveTo>
                      <a:cubicBezTo>
                        <a:pt x="74009" y="111538"/>
                        <a:pt x="74390" y="112681"/>
                        <a:pt x="75438" y="113729"/>
                      </a:cubicBezTo>
                      <a:lnTo>
                        <a:pt x="73152" y="113729"/>
                      </a:lnTo>
                      <a:lnTo>
                        <a:pt x="73152" y="111538"/>
                      </a:lnTo>
                      <a:lnTo>
                        <a:pt x="74104" y="111538"/>
                      </a:lnTo>
                      <a:close/>
                      <a:moveTo>
                        <a:pt x="76200" y="103061"/>
                      </a:moveTo>
                      <a:cubicBezTo>
                        <a:pt x="76391" y="103632"/>
                        <a:pt x="76962" y="103918"/>
                        <a:pt x="77629" y="103918"/>
                      </a:cubicBezTo>
                      <a:lnTo>
                        <a:pt x="77629" y="104489"/>
                      </a:lnTo>
                      <a:lnTo>
                        <a:pt x="75438" y="104489"/>
                      </a:lnTo>
                      <a:lnTo>
                        <a:pt x="76200" y="103061"/>
                      </a:lnTo>
                      <a:close/>
                      <a:moveTo>
                        <a:pt x="76200" y="95250"/>
                      </a:moveTo>
                      <a:cubicBezTo>
                        <a:pt x="77629" y="94583"/>
                        <a:pt x="78391" y="94202"/>
                        <a:pt x="78581" y="94202"/>
                      </a:cubicBezTo>
                      <a:cubicBezTo>
                        <a:pt x="79058" y="94202"/>
                        <a:pt x="79153" y="94679"/>
                        <a:pt x="79153" y="95821"/>
                      </a:cubicBezTo>
                      <a:cubicBezTo>
                        <a:pt x="78581" y="96393"/>
                        <a:pt x="78200" y="96774"/>
                        <a:pt x="77629" y="96774"/>
                      </a:cubicBezTo>
                      <a:lnTo>
                        <a:pt x="76200" y="95345"/>
                      </a:lnTo>
                      <a:close/>
                      <a:moveTo>
                        <a:pt x="76771" y="86868"/>
                      </a:moveTo>
                      <a:cubicBezTo>
                        <a:pt x="76771" y="86868"/>
                        <a:pt x="76581" y="86678"/>
                        <a:pt x="76581" y="86487"/>
                      </a:cubicBezTo>
                      <a:cubicBezTo>
                        <a:pt x="76581" y="85249"/>
                        <a:pt x="77248" y="84677"/>
                        <a:pt x="78581" y="84677"/>
                      </a:cubicBezTo>
                      <a:cubicBezTo>
                        <a:pt x="78867" y="84677"/>
                        <a:pt x="79248" y="84868"/>
                        <a:pt x="79629" y="85154"/>
                      </a:cubicBezTo>
                      <a:lnTo>
                        <a:pt x="76771" y="86868"/>
                      </a:lnTo>
                      <a:close/>
                      <a:moveTo>
                        <a:pt x="80391" y="81820"/>
                      </a:moveTo>
                      <a:cubicBezTo>
                        <a:pt x="81629" y="81344"/>
                        <a:pt x="82487" y="82010"/>
                        <a:pt x="83248" y="83820"/>
                      </a:cubicBezTo>
                      <a:cubicBezTo>
                        <a:pt x="82010" y="82963"/>
                        <a:pt x="81248" y="82582"/>
                        <a:pt x="81153" y="82582"/>
                      </a:cubicBezTo>
                      <a:lnTo>
                        <a:pt x="80391" y="83344"/>
                      </a:lnTo>
                      <a:lnTo>
                        <a:pt x="80391" y="81915"/>
                      </a:lnTo>
                      <a:close/>
                      <a:moveTo>
                        <a:pt x="88868" y="76771"/>
                      </a:moveTo>
                      <a:cubicBezTo>
                        <a:pt x="88678" y="77248"/>
                        <a:pt x="89059" y="77724"/>
                        <a:pt x="89725" y="78200"/>
                      </a:cubicBezTo>
                      <a:cubicBezTo>
                        <a:pt x="89440" y="78867"/>
                        <a:pt x="88583" y="79153"/>
                        <a:pt x="87439" y="79153"/>
                      </a:cubicBezTo>
                      <a:lnTo>
                        <a:pt x="88868" y="76771"/>
                      </a:lnTo>
                      <a:close/>
                      <a:moveTo>
                        <a:pt x="91916" y="87440"/>
                      </a:moveTo>
                      <a:lnTo>
                        <a:pt x="92488" y="86201"/>
                      </a:lnTo>
                      <a:lnTo>
                        <a:pt x="94488" y="86201"/>
                      </a:lnTo>
                      <a:lnTo>
                        <a:pt x="91916" y="87440"/>
                      </a:lnTo>
                      <a:close/>
                      <a:moveTo>
                        <a:pt x="95345" y="99536"/>
                      </a:moveTo>
                      <a:lnTo>
                        <a:pt x="96964" y="99536"/>
                      </a:lnTo>
                      <a:cubicBezTo>
                        <a:pt x="96202" y="100965"/>
                        <a:pt x="95917" y="102013"/>
                        <a:pt x="95917" y="102775"/>
                      </a:cubicBezTo>
                      <a:lnTo>
                        <a:pt x="95345" y="99536"/>
                      </a:lnTo>
                      <a:close/>
                      <a:moveTo>
                        <a:pt x="95917" y="102775"/>
                      </a:moveTo>
                      <a:lnTo>
                        <a:pt x="95917" y="103156"/>
                      </a:lnTo>
                      <a:cubicBezTo>
                        <a:pt x="95917" y="103156"/>
                        <a:pt x="95917" y="102870"/>
                        <a:pt x="95917" y="102775"/>
                      </a:cubicBezTo>
                      <a:close/>
                      <a:moveTo>
                        <a:pt x="96012" y="69628"/>
                      </a:moveTo>
                      <a:lnTo>
                        <a:pt x="96012" y="67628"/>
                      </a:lnTo>
                      <a:lnTo>
                        <a:pt x="96964" y="67628"/>
                      </a:lnTo>
                      <a:lnTo>
                        <a:pt x="96964" y="69628"/>
                      </a:lnTo>
                      <a:lnTo>
                        <a:pt x="96012" y="69628"/>
                      </a:lnTo>
                      <a:close/>
                      <a:moveTo>
                        <a:pt x="97536" y="106109"/>
                      </a:moveTo>
                      <a:lnTo>
                        <a:pt x="97536" y="104108"/>
                      </a:lnTo>
                      <a:lnTo>
                        <a:pt x="98012" y="104108"/>
                      </a:lnTo>
                      <a:lnTo>
                        <a:pt x="98012" y="106109"/>
                      </a:lnTo>
                      <a:lnTo>
                        <a:pt x="97536" y="106109"/>
                      </a:lnTo>
                      <a:close/>
                      <a:moveTo>
                        <a:pt x="100393" y="89821"/>
                      </a:moveTo>
                      <a:lnTo>
                        <a:pt x="104013" y="87440"/>
                      </a:lnTo>
                      <a:lnTo>
                        <a:pt x="104013" y="88392"/>
                      </a:lnTo>
                      <a:lnTo>
                        <a:pt x="100393" y="89821"/>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 name="Google Shape;1075;p99"/>
                <p:cNvSpPr/>
                <p:nvPr/>
              </p:nvSpPr>
              <p:spPr>
                <a:xfrm>
                  <a:off x="4176045" y="4902612"/>
                  <a:ext cx="84677" cy="111960"/>
                </a:xfrm>
                <a:custGeom>
                  <a:avLst/>
                  <a:gdLst/>
                  <a:ahLst/>
                  <a:cxnLst/>
                  <a:rect l="l" t="t" r="r" b="b"/>
                  <a:pathLst>
                    <a:path w="84677" h="111960" extrusionOk="0">
                      <a:moveTo>
                        <a:pt x="71152" y="51911"/>
                      </a:moveTo>
                      <a:cubicBezTo>
                        <a:pt x="71533" y="52959"/>
                        <a:pt x="72581" y="54769"/>
                        <a:pt x="74486" y="57531"/>
                      </a:cubicBezTo>
                      <a:cubicBezTo>
                        <a:pt x="75819" y="59817"/>
                        <a:pt x="76486" y="61722"/>
                        <a:pt x="76486" y="63341"/>
                      </a:cubicBezTo>
                      <a:cubicBezTo>
                        <a:pt x="76486" y="64579"/>
                        <a:pt x="76200" y="65913"/>
                        <a:pt x="75629" y="67342"/>
                      </a:cubicBezTo>
                      <a:cubicBezTo>
                        <a:pt x="76105" y="68866"/>
                        <a:pt x="76295" y="70676"/>
                        <a:pt x="76295" y="72580"/>
                      </a:cubicBezTo>
                      <a:cubicBezTo>
                        <a:pt x="76295" y="77343"/>
                        <a:pt x="75152" y="80772"/>
                        <a:pt x="72676" y="82677"/>
                      </a:cubicBezTo>
                      <a:cubicBezTo>
                        <a:pt x="72962" y="82201"/>
                        <a:pt x="73057" y="81725"/>
                        <a:pt x="73057" y="81248"/>
                      </a:cubicBezTo>
                      <a:cubicBezTo>
                        <a:pt x="73057" y="79343"/>
                        <a:pt x="71914" y="78391"/>
                        <a:pt x="69818" y="78391"/>
                      </a:cubicBezTo>
                      <a:cubicBezTo>
                        <a:pt x="68771" y="78391"/>
                        <a:pt x="67913" y="78677"/>
                        <a:pt x="67056" y="79153"/>
                      </a:cubicBezTo>
                      <a:lnTo>
                        <a:pt x="68580" y="80582"/>
                      </a:lnTo>
                      <a:cubicBezTo>
                        <a:pt x="67913" y="80201"/>
                        <a:pt x="67437" y="80105"/>
                        <a:pt x="66961" y="80105"/>
                      </a:cubicBezTo>
                      <a:cubicBezTo>
                        <a:pt x="66104" y="80105"/>
                        <a:pt x="65342" y="80772"/>
                        <a:pt x="64484" y="82201"/>
                      </a:cubicBezTo>
                      <a:cubicBezTo>
                        <a:pt x="63818" y="83534"/>
                        <a:pt x="62960" y="84963"/>
                        <a:pt x="62198" y="86201"/>
                      </a:cubicBezTo>
                      <a:lnTo>
                        <a:pt x="62960" y="87154"/>
                      </a:lnTo>
                      <a:cubicBezTo>
                        <a:pt x="62008" y="86868"/>
                        <a:pt x="60865" y="87154"/>
                        <a:pt x="59531" y="87630"/>
                      </a:cubicBezTo>
                      <a:lnTo>
                        <a:pt x="59531" y="89059"/>
                      </a:lnTo>
                      <a:cubicBezTo>
                        <a:pt x="59531" y="89059"/>
                        <a:pt x="58579" y="88297"/>
                        <a:pt x="57912" y="87916"/>
                      </a:cubicBezTo>
                      <a:cubicBezTo>
                        <a:pt x="57341" y="87440"/>
                        <a:pt x="56769" y="87440"/>
                        <a:pt x="56198" y="87630"/>
                      </a:cubicBezTo>
                      <a:cubicBezTo>
                        <a:pt x="57055" y="88963"/>
                        <a:pt x="58388" y="91630"/>
                        <a:pt x="60103" y="95536"/>
                      </a:cubicBezTo>
                      <a:cubicBezTo>
                        <a:pt x="53816" y="96107"/>
                        <a:pt x="48578" y="96298"/>
                        <a:pt x="44196" y="96298"/>
                      </a:cubicBezTo>
                      <a:cubicBezTo>
                        <a:pt x="39815" y="96298"/>
                        <a:pt x="34766" y="96107"/>
                        <a:pt x="28670" y="95536"/>
                      </a:cubicBezTo>
                      <a:cubicBezTo>
                        <a:pt x="28670" y="94583"/>
                        <a:pt x="28099" y="93917"/>
                        <a:pt x="26861" y="93440"/>
                      </a:cubicBezTo>
                      <a:cubicBezTo>
                        <a:pt x="25527" y="92964"/>
                        <a:pt x="24860" y="92393"/>
                        <a:pt x="24860" y="91630"/>
                      </a:cubicBezTo>
                      <a:cubicBezTo>
                        <a:pt x="24860" y="91345"/>
                        <a:pt x="24956" y="91059"/>
                        <a:pt x="25051" y="90488"/>
                      </a:cubicBezTo>
                      <a:cubicBezTo>
                        <a:pt x="24098" y="91059"/>
                        <a:pt x="22860" y="91440"/>
                        <a:pt x="21527" y="91440"/>
                      </a:cubicBezTo>
                      <a:cubicBezTo>
                        <a:pt x="19336" y="91440"/>
                        <a:pt x="14764" y="89726"/>
                        <a:pt x="7715" y="86201"/>
                      </a:cubicBezTo>
                      <a:lnTo>
                        <a:pt x="6191" y="82772"/>
                      </a:lnTo>
                      <a:lnTo>
                        <a:pt x="4191" y="83534"/>
                      </a:lnTo>
                      <a:lnTo>
                        <a:pt x="0" y="71057"/>
                      </a:lnTo>
                      <a:cubicBezTo>
                        <a:pt x="1429" y="69533"/>
                        <a:pt x="6287" y="65056"/>
                        <a:pt x="14669" y="57531"/>
                      </a:cubicBezTo>
                      <a:cubicBezTo>
                        <a:pt x="15812" y="57531"/>
                        <a:pt x="16669" y="57912"/>
                        <a:pt x="17336" y="59150"/>
                      </a:cubicBezTo>
                      <a:cubicBezTo>
                        <a:pt x="18193" y="60770"/>
                        <a:pt x="18860" y="61722"/>
                        <a:pt x="19526" y="62008"/>
                      </a:cubicBezTo>
                      <a:cubicBezTo>
                        <a:pt x="19717" y="63437"/>
                        <a:pt x="21717" y="67342"/>
                        <a:pt x="25718" y="73533"/>
                      </a:cubicBezTo>
                      <a:cubicBezTo>
                        <a:pt x="26670" y="73152"/>
                        <a:pt x="27432" y="72962"/>
                        <a:pt x="28194" y="72962"/>
                      </a:cubicBezTo>
                      <a:cubicBezTo>
                        <a:pt x="29242" y="72962"/>
                        <a:pt x="30480" y="73628"/>
                        <a:pt x="31814" y="75057"/>
                      </a:cubicBezTo>
                      <a:cubicBezTo>
                        <a:pt x="33147" y="76486"/>
                        <a:pt x="34290" y="77153"/>
                        <a:pt x="35243" y="77153"/>
                      </a:cubicBezTo>
                      <a:cubicBezTo>
                        <a:pt x="35719" y="77153"/>
                        <a:pt x="36386" y="76962"/>
                        <a:pt x="37052" y="76676"/>
                      </a:cubicBezTo>
                      <a:cubicBezTo>
                        <a:pt x="36671" y="77343"/>
                        <a:pt x="37243" y="78200"/>
                        <a:pt x="38481" y="79153"/>
                      </a:cubicBezTo>
                      <a:cubicBezTo>
                        <a:pt x="38862" y="75914"/>
                        <a:pt x="41434" y="74009"/>
                        <a:pt x="46292" y="73533"/>
                      </a:cubicBezTo>
                      <a:lnTo>
                        <a:pt x="49149" y="73533"/>
                      </a:lnTo>
                      <a:cubicBezTo>
                        <a:pt x="48959" y="74104"/>
                        <a:pt x="49149" y="74581"/>
                        <a:pt x="49721" y="74962"/>
                      </a:cubicBezTo>
                      <a:cubicBezTo>
                        <a:pt x="50578" y="74390"/>
                        <a:pt x="50959" y="73533"/>
                        <a:pt x="50959" y="72580"/>
                      </a:cubicBezTo>
                      <a:cubicBezTo>
                        <a:pt x="50959" y="72200"/>
                        <a:pt x="50959" y="71628"/>
                        <a:pt x="50768" y="70961"/>
                      </a:cubicBezTo>
                      <a:cubicBezTo>
                        <a:pt x="50578" y="70295"/>
                        <a:pt x="50483" y="69723"/>
                        <a:pt x="50483" y="69342"/>
                      </a:cubicBezTo>
                      <a:cubicBezTo>
                        <a:pt x="50483" y="68485"/>
                        <a:pt x="50673" y="67818"/>
                        <a:pt x="51245" y="67342"/>
                      </a:cubicBezTo>
                      <a:cubicBezTo>
                        <a:pt x="51721" y="66199"/>
                        <a:pt x="50483" y="64199"/>
                        <a:pt x="47816" y="61055"/>
                      </a:cubicBezTo>
                      <a:cubicBezTo>
                        <a:pt x="46958" y="61436"/>
                        <a:pt x="46292" y="61627"/>
                        <a:pt x="45530" y="61627"/>
                      </a:cubicBezTo>
                      <a:cubicBezTo>
                        <a:pt x="44577" y="61627"/>
                        <a:pt x="43434" y="60674"/>
                        <a:pt x="42482" y="58769"/>
                      </a:cubicBezTo>
                      <a:cubicBezTo>
                        <a:pt x="41529" y="56960"/>
                        <a:pt x="40577" y="56007"/>
                        <a:pt x="39624" y="56007"/>
                      </a:cubicBezTo>
                      <a:cubicBezTo>
                        <a:pt x="38862" y="56007"/>
                        <a:pt x="38005" y="56388"/>
                        <a:pt x="37052" y="56960"/>
                      </a:cubicBezTo>
                      <a:cubicBezTo>
                        <a:pt x="35814" y="55721"/>
                        <a:pt x="34004" y="54864"/>
                        <a:pt x="31242" y="54197"/>
                      </a:cubicBezTo>
                      <a:lnTo>
                        <a:pt x="24575" y="52578"/>
                      </a:lnTo>
                      <a:cubicBezTo>
                        <a:pt x="23717" y="50387"/>
                        <a:pt x="22003" y="49149"/>
                        <a:pt x="19526" y="48768"/>
                      </a:cubicBezTo>
                      <a:cubicBezTo>
                        <a:pt x="16478" y="48387"/>
                        <a:pt x="14669" y="47530"/>
                        <a:pt x="13907" y="46482"/>
                      </a:cubicBezTo>
                      <a:lnTo>
                        <a:pt x="12383" y="47911"/>
                      </a:lnTo>
                      <a:cubicBezTo>
                        <a:pt x="12383" y="47911"/>
                        <a:pt x="12287" y="47149"/>
                        <a:pt x="12287" y="46672"/>
                      </a:cubicBezTo>
                      <a:cubicBezTo>
                        <a:pt x="12287" y="46196"/>
                        <a:pt x="12383" y="45434"/>
                        <a:pt x="12573" y="44291"/>
                      </a:cubicBezTo>
                      <a:cubicBezTo>
                        <a:pt x="12764" y="43244"/>
                        <a:pt x="12859" y="42291"/>
                        <a:pt x="12859" y="41720"/>
                      </a:cubicBezTo>
                      <a:cubicBezTo>
                        <a:pt x="12859" y="40100"/>
                        <a:pt x="12287" y="38957"/>
                        <a:pt x="11049" y="38100"/>
                      </a:cubicBezTo>
                      <a:cubicBezTo>
                        <a:pt x="11335" y="37624"/>
                        <a:pt x="11525" y="37052"/>
                        <a:pt x="11811" y="36576"/>
                      </a:cubicBezTo>
                      <a:cubicBezTo>
                        <a:pt x="12097" y="36004"/>
                        <a:pt x="12573" y="35814"/>
                        <a:pt x="13145" y="35909"/>
                      </a:cubicBezTo>
                      <a:cubicBezTo>
                        <a:pt x="13907" y="36386"/>
                        <a:pt x="14002" y="37052"/>
                        <a:pt x="13621" y="38005"/>
                      </a:cubicBezTo>
                      <a:cubicBezTo>
                        <a:pt x="13145" y="38862"/>
                        <a:pt x="13526" y="39529"/>
                        <a:pt x="14573" y="39910"/>
                      </a:cubicBezTo>
                      <a:cubicBezTo>
                        <a:pt x="16193" y="38576"/>
                        <a:pt x="16859" y="37243"/>
                        <a:pt x="16859" y="35909"/>
                      </a:cubicBezTo>
                      <a:cubicBezTo>
                        <a:pt x="16859" y="35338"/>
                        <a:pt x="16574" y="34766"/>
                        <a:pt x="16002" y="34290"/>
                      </a:cubicBezTo>
                      <a:cubicBezTo>
                        <a:pt x="16764" y="34004"/>
                        <a:pt x="17526" y="33338"/>
                        <a:pt x="18479" y="32290"/>
                      </a:cubicBezTo>
                      <a:cubicBezTo>
                        <a:pt x="18288" y="31813"/>
                        <a:pt x="17907" y="31528"/>
                        <a:pt x="17526" y="31528"/>
                      </a:cubicBezTo>
                      <a:cubicBezTo>
                        <a:pt x="17240" y="31528"/>
                        <a:pt x="16764" y="31718"/>
                        <a:pt x="16193" y="32099"/>
                      </a:cubicBezTo>
                      <a:cubicBezTo>
                        <a:pt x="15526" y="32576"/>
                        <a:pt x="15050" y="32766"/>
                        <a:pt x="14669" y="32766"/>
                      </a:cubicBezTo>
                      <a:cubicBezTo>
                        <a:pt x="14669" y="32576"/>
                        <a:pt x="14764" y="32099"/>
                        <a:pt x="15145" y="31337"/>
                      </a:cubicBezTo>
                      <a:cubicBezTo>
                        <a:pt x="15431" y="30671"/>
                        <a:pt x="15526" y="30004"/>
                        <a:pt x="15526" y="29337"/>
                      </a:cubicBezTo>
                      <a:cubicBezTo>
                        <a:pt x="15050" y="29528"/>
                        <a:pt x="14669" y="29718"/>
                        <a:pt x="14097" y="29718"/>
                      </a:cubicBezTo>
                      <a:cubicBezTo>
                        <a:pt x="13145" y="29718"/>
                        <a:pt x="12192" y="29051"/>
                        <a:pt x="11240" y="27622"/>
                      </a:cubicBezTo>
                      <a:cubicBezTo>
                        <a:pt x="9906" y="25813"/>
                        <a:pt x="8954" y="24765"/>
                        <a:pt x="8573" y="24384"/>
                      </a:cubicBezTo>
                      <a:lnTo>
                        <a:pt x="8573" y="18288"/>
                      </a:lnTo>
                      <a:cubicBezTo>
                        <a:pt x="9430" y="17431"/>
                        <a:pt x="10382" y="15907"/>
                        <a:pt x="11525" y="13716"/>
                      </a:cubicBezTo>
                      <a:cubicBezTo>
                        <a:pt x="12668" y="11525"/>
                        <a:pt x="13430" y="10001"/>
                        <a:pt x="14002" y="9335"/>
                      </a:cubicBezTo>
                      <a:cubicBezTo>
                        <a:pt x="15526" y="8858"/>
                        <a:pt x="17336" y="7239"/>
                        <a:pt x="19431" y="4477"/>
                      </a:cubicBezTo>
                      <a:cubicBezTo>
                        <a:pt x="20955" y="2381"/>
                        <a:pt x="22955" y="1334"/>
                        <a:pt x="25146" y="1619"/>
                      </a:cubicBezTo>
                      <a:cubicBezTo>
                        <a:pt x="27242" y="476"/>
                        <a:pt x="30004" y="0"/>
                        <a:pt x="33528" y="191"/>
                      </a:cubicBezTo>
                      <a:cubicBezTo>
                        <a:pt x="38005" y="286"/>
                        <a:pt x="40862" y="191"/>
                        <a:pt x="42196" y="0"/>
                      </a:cubicBezTo>
                      <a:lnTo>
                        <a:pt x="59627" y="857"/>
                      </a:lnTo>
                      <a:cubicBezTo>
                        <a:pt x="62865" y="2572"/>
                        <a:pt x="64865" y="3715"/>
                        <a:pt x="65532" y="4382"/>
                      </a:cubicBezTo>
                      <a:cubicBezTo>
                        <a:pt x="67532" y="5810"/>
                        <a:pt x="68771" y="7715"/>
                        <a:pt x="69342" y="10001"/>
                      </a:cubicBezTo>
                      <a:cubicBezTo>
                        <a:pt x="70009" y="9716"/>
                        <a:pt x="70485" y="10001"/>
                        <a:pt x="71247" y="10382"/>
                      </a:cubicBezTo>
                      <a:cubicBezTo>
                        <a:pt x="71819" y="10859"/>
                        <a:pt x="72390" y="11525"/>
                        <a:pt x="72771" y="12097"/>
                      </a:cubicBezTo>
                      <a:cubicBezTo>
                        <a:pt x="71247" y="12097"/>
                        <a:pt x="70390" y="12383"/>
                        <a:pt x="70390" y="13049"/>
                      </a:cubicBezTo>
                      <a:cubicBezTo>
                        <a:pt x="70390" y="13335"/>
                        <a:pt x="70580" y="13811"/>
                        <a:pt x="71057" y="14478"/>
                      </a:cubicBezTo>
                      <a:cubicBezTo>
                        <a:pt x="71438" y="15240"/>
                        <a:pt x="71723" y="15812"/>
                        <a:pt x="71723" y="16288"/>
                      </a:cubicBezTo>
                      <a:cubicBezTo>
                        <a:pt x="71723" y="16764"/>
                        <a:pt x="71342" y="17240"/>
                        <a:pt x="70771" y="17812"/>
                      </a:cubicBezTo>
                      <a:cubicBezTo>
                        <a:pt x="70199" y="17526"/>
                        <a:pt x="69628" y="17431"/>
                        <a:pt x="69342" y="17431"/>
                      </a:cubicBezTo>
                      <a:cubicBezTo>
                        <a:pt x="68675" y="17431"/>
                        <a:pt x="68294" y="18288"/>
                        <a:pt x="68104" y="19812"/>
                      </a:cubicBezTo>
                      <a:cubicBezTo>
                        <a:pt x="68009" y="21336"/>
                        <a:pt x="67628" y="22288"/>
                        <a:pt x="67056" y="22574"/>
                      </a:cubicBezTo>
                      <a:cubicBezTo>
                        <a:pt x="66580" y="22860"/>
                        <a:pt x="65532" y="24194"/>
                        <a:pt x="64103" y="26575"/>
                      </a:cubicBezTo>
                      <a:cubicBezTo>
                        <a:pt x="62675" y="28956"/>
                        <a:pt x="61341" y="30099"/>
                        <a:pt x="60293" y="30099"/>
                      </a:cubicBezTo>
                      <a:cubicBezTo>
                        <a:pt x="59341" y="30099"/>
                        <a:pt x="58388" y="29337"/>
                        <a:pt x="57245" y="27813"/>
                      </a:cubicBezTo>
                      <a:cubicBezTo>
                        <a:pt x="54388" y="23908"/>
                        <a:pt x="51340" y="21336"/>
                        <a:pt x="48292" y="20193"/>
                      </a:cubicBezTo>
                      <a:lnTo>
                        <a:pt x="46863" y="17907"/>
                      </a:lnTo>
                      <a:cubicBezTo>
                        <a:pt x="43910" y="18383"/>
                        <a:pt x="40862" y="18764"/>
                        <a:pt x="37814" y="19145"/>
                      </a:cubicBezTo>
                      <a:cubicBezTo>
                        <a:pt x="34385" y="19907"/>
                        <a:pt x="31814" y="21717"/>
                        <a:pt x="30194" y="24765"/>
                      </a:cubicBezTo>
                      <a:cubicBezTo>
                        <a:pt x="29813" y="27622"/>
                        <a:pt x="30480" y="29909"/>
                        <a:pt x="32004" y="31623"/>
                      </a:cubicBezTo>
                      <a:cubicBezTo>
                        <a:pt x="32957" y="32766"/>
                        <a:pt x="34862" y="33909"/>
                        <a:pt x="37529" y="35243"/>
                      </a:cubicBezTo>
                      <a:cubicBezTo>
                        <a:pt x="40196" y="36576"/>
                        <a:pt x="42101" y="37814"/>
                        <a:pt x="43053" y="38862"/>
                      </a:cubicBezTo>
                      <a:lnTo>
                        <a:pt x="47720" y="38862"/>
                      </a:lnTo>
                      <a:cubicBezTo>
                        <a:pt x="49530" y="40481"/>
                        <a:pt x="52292" y="42577"/>
                        <a:pt x="56198" y="44768"/>
                      </a:cubicBezTo>
                      <a:cubicBezTo>
                        <a:pt x="56960" y="44387"/>
                        <a:pt x="57531" y="44291"/>
                        <a:pt x="58103" y="44291"/>
                      </a:cubicBezTo>
                      <a:cubicBezTo>
                        <a:pt x="59246" y="44291"/>
                        <a:pt x="60484" y="44863"/>
                        <a:pt x="62103" y="46196"/>
                      </a:cubicBezTo>
                      <a:cubicBezTo>
                        <a:pt x="63627" y="47435"/>
                        <a:pt x="64865" y="48101"/>
                        <a:pt x="65627" y="48292"/>
                      </a:cubicBezTo>
                      <a:cubicBezTo>
                        <a:pt x="65627" y="48387"/>
                        <a:pt x="65437" y="48673"/>
                        <a:pt x="65437" y="48863"/>
                      </a:cubicBezTo>
                      <a:cubicBezTo>
                        <a:pt x="65437" y="49530"/>
                        <a:pt x="65913" y="50197"/>
                        <a:pt x="66675" y="51149"/>
                      </a:cubicBezTo>
                      <a:cubicBezTo>
                        <a:pt x="67437" y="52007"/>
                        <a:pt x="68294" y="52483"/>
                        <a:pt x="69247" y="52483"/>
                      </a:cubicBezTo>
                      <a:lnTo>
                        <a:pt x="71247" y="52483"/>
                      </a:lnTo>
                      <a:close/>
                      <a:moveTo>
                        <a:pt x="9620" y="30194"/>
                      </a:moveTo>
                      <a:lnTo>
                        <a:pt x="8477" y="27908"/>
                      </a:lnTo>
                      <a:lnTo>
                        <a:pt x="10478" y="29337"/>
                      </a:lnTo>
                      <a:lnTo>
                        <a:pt x="9620" y="30194"/>
                      </a:lnTo>
                      <a:close/>
                      <a:moveTo>
                        <a:pt x="9620" y="35814"/>
                      </a:moveTo>
                      <a:lnTo>
                        <a:pt x="9049" y="34957"/>
                      </a:lnTo>
                      <a:cubicBezTo>
                        <a:pt x="9049" y="34957"/>
                        <a:pt x="10192" y="34671"/>
                        <a:pt x="10859" y="34195"/>
                      </a:cubicBezTo>
                      <a:cubicBezTo>
                        <a:pt x="11525" y="33623"/>
                        <a:pt x="11906" y="33338"/>
                        <a:pt x="12002" y="33338"/>
                      </a:cubicBezTo>
                      <a:cubicBezTo>
                        <a:pt x="12192" y="33338"/>
                        <a:pt x="12383" y="33433"/>
                        <a:pt x="12383" y="33719"/>
                      </a:cubicBezTo>
                      <a:cubicBezTo>
                        <a:pt x="12002" y="34195"/>
                        <a:pt x="11716" y="34671"/>
                        <a:pt x="11240" y="35147"/>
                      </a:cubicBezTo>
                      <a:cubicBezTo>
                        <a:pt x="10763" y="35624"/>
                        <a:pt x="10192" y="35814"/>
                        <a:pt x="9620" y="35814"/>
                      </a:cubicBezTo>
                      <a:close/>
                      <a:moveTo>
                        <a:pt x="10478" y="25908"/>
                      </a:moveTo>
                      <a:lnTo>
                        <a:pt x="12383" y="25908"/>
                      </a:lnTo>
                      <a:cubicBezTo>
                        <a:pt x="12002" y="25051"/>
                        <a:pt x="11906" y="24575"/>
                        <a:pt x="11906" y="24289"/>
                      </a:cubicBezTo>
                      <a:lnTo>
                        <a:pt x="10478" y="25908"/>
                      </a:lnTo>
                      <a:close/>
                      <a:moveTo>
                        <a:pt x="10954" y="38005"/>
                      </a:moveTo>
                      <a:cubicBezTo>
                        <a:pt x="10954" y="38005"/>
                        <a:pt x="10573" y="38195"/>
                        <a:pt x="10478" y="37814"/>
                      </a:cubicBezTo>
                      <a:lnTo>
                        <a:pt x="10859" y="37814"/>
                      </a:lnTo>
                      <a:cubicBezTo>
                        <a:pt x="10859" y="37814"/>
                        <a:pt x="10859" y="38005"/>
                        <a:pt x="10954" y="38005"/>
                      </a:cubicBezTo>
                      <a:close/>
                      <a:moveTo>
                        <a:pt x="44672" y="70771"/>
                      </a:moveTo>
                      <a:lnTo>
                        <a:pt x="44672" y="71914"/>
                      </a:lnTo>
                      <a:lnTo>
                        <a:pt x="39624" y="72866"/>
                      </a:lnTo>
                      <a:cubicBezTo>
                        <a:pt x="39910" y="72200"/>
                        <a:pt x="40577" y="71628"/>
                        <a:pt x="41624" y="71438"/>
                      </a:cubicBezTo>
                      <a:cubicBezTo>
                        <a:pt x="42767" y="71152"/>
                        <a:pt x="43720" y="70961"/>
                        <a:pt x="44672" y="70866"/>
                      </a:cubicBezTo>
                      <a:close/>
                      <a:moveTo>
                        <a:pt x="46196" y="102394"/>
                      </a:moveTo>
                      <a:cubicBezTo>
                        <a:pt x="46196" y="102394"/>
                        <a:pt x="46768" y="103727"/>
                        <a:pt x="46768" y="105823"/>
                      </a:cubicBezTo>
                      <a:lnTo>
                        <a:pt x="44768" y="105823"/>
                      </a:lnTo>
                      <a:lnTo>
                        <a:pt x="46292" y="102394"/>
                      </a:lnTo>
                      <a:close/>
                      <a:moveTo>
                        <a:pt x="48197" y="99251"/>
                      </a:moveTo>
                      <a:lnTo>
                        <a:pt x="48197" y="97822"/>
                      </a:lnTo>
                      <a:lnTo>
                        <a:pt x="50197" y="97822"/>
                      </a:lnTo>
                      <a:lnTo>
                        <a:pt x="50197" y="99251"/>
                      </a:lnTo>
                      <a:lnTo>
                        <a:pt x="48197" y="99251"/>
                      </a:lnTo>
                      <a:close/>
                      <a:moveTo>
                        <a:pt x="55245" y="66485"/>
                      </a:moveTo>
                      <a:cubicBezTo>
                        <a:pt x="55531" y="65342"/>
                        <a:pt x="55245" y="64199"/>
                        <a:pt x="54769" y="62865"/>
                      </a:cubicBezTo>
                      <a:lnTo>
                        <a:pt x="52578" y="66485"/>
                      </a:lnTo>
                      <a:lnTo>
                        <a:pt x="55340" y="66485"/>
                      </a:lnTo>
                      <a:close/>
                      <a:moveTo>
                        <a:pt x="57245" y="58198"/>
                      </a:moveTo>
                      <a:cubicBezTo>
                        <a:pt x="57436" y="59341"/>
                        <a:pt x="59436" y="60293"/>
                        <a:pt x="63056" y="60865"/>
                      </a:cubicBezTo>
                      <a:lnTo>
                        <a:pt x="57245" y="58198"/>
                      </a:lnTo>
                      <a:close/>
                      <a:moveTo>
                        <a:pt x="63056" y="109442"/>
                      </a:moveTo>
                      <a:cubicBezTo>
                        <a:pt x="63056" y="109442"/>
                        <a:pt x="62865" y="110395"/>
                        <a:pt x="62675" y="110680"/>
                      </a:cubicBezTo>
                      <a:cubicBezTo>
                        <a:pt x="62103" y="111633"/>
                        <a:pt x="61436" y="112109"/>
                        <a:pt x="60674" y="111919"/>
                      </a:cubicBezTo>
                      <a:cubicBezTo>
                        <a:pt x="59531" y="111919"/>
                        <a:pt x="58865" y="111728"/>
                        <a:pt x="58674" y="111347"/>
                      </a:cubicBezTo>
                      <a:lnTo>
                        <a:pt x="62960" y="109347"/>
                      </a:lnTo>
                      <a:close/>
                      <a:moveTo>
                        <a:pt x="61532" y="97917"/>
                      </a:moveTo>
                      <a:cubicBezTo>
                        <a:pt x="61817" y="98488"/>
                        <a:pt x="62579" y="98774"/>
                        <a:pt x="63818" y="98774"/>
                      </a:cubicBezTo>
                      <a:lnTo>
                        <a:pt x="60103" y="99251"/>
                      </a:lnTo>
                      <a:lnTo>
                        <a:pt x="61532" y="97822"/>
                      </a:lnTo>
                      <a:close/>
                      <a:moveTo>
                        <a:pt x="63818" y="65818"/>
                      </a:moveTo>
                      <a:cubicBezTo>
                        <a:pt x="65056" y="66199"/>
                        <a:pt x="66294" y="65818"/>
                        <a:pt x="67151" y="64389"/>
                      </a:cubicBezTo>
                      <a:cubicBezTo>
                        <a:pt x="66675" y="63818"/>
                        <a:pt x="65913" y="63627"/>
                        <a:pt x="64865" y="63818"/>
                      </a:cubicBezTo>
                      <a:cubicBezTo>
                        <a:pt x="63818" y="64103"/>
                        <a:pt x="63437" y="64675"/>
                        <a:pt x="63818" y="65722"/>
                      </a:cubicBezTo>
                      <a:close/>
                      <a:moveTo>
                        <a:pt x="67151" y="88963"/>
                      </a:moveTo>
                      <a:cubicBezTo>
                        <a:pt x="66866" y="87821"/>
                        <a:pt x="67247" y="87059"/>
                        <a:pt x="68485" y="86773"/>
                      </a:cubicBezTo>
                      <a:cubicBezTo>
                        <a:pt x="68009" y="86963"/>
                        <a:pt x="68771" y="86963"/>
                        <a:pt x="70866" y="86963"/>
                      </a:cubicBezTo>
                      <a:cubicBezTo>
                        <a:pt x="70771" y="86963"/>
                        <a:pt x="70295" y="87344"/>
                        <a:pt x="69723" y="88011"/>
                      </a:cubicBezTo>
                      <a:cubicBezTo>
                        <a:pt x="68961" y="88678"/>
                        <a:pt x="68485" y="89059"/>
                        <a:pt x="68009" y="89059"/>
                      </a:cubicBezTo>
                      <a:cubicBezTo>
                        <a:pt x="67818" y="89059"/>
                        <a:pt x="67532" y="89059"/>
                        <a:pt x="67247" y="88868"/>
                      </a:cubicBezTo>
                      <a:close/>
                      <a:moveTo>
                        <a:pt x="69342" y="54864"/>
                      </a:moveTo>
                      <a:cubicBezTo>
                        <a:pt x="69056" y="54197"/>
                        <a:pt x="68485" y="53912"/>
                        <a:pt x="67913" y="54197"/>
                      </a:cubicBezTo>
                      <a:cubicBezTo>
                        <a:pt x="67342" y="54388"/>
                        <a:pt x="67056" y="54864"/>
                        <a:pt x="67151" y="55436"/>
                      </a:cubicBezTo>
                      <a:lnTo>
                        <a:pt x="69342" y="55912"/>
                      </a:lnTo>
                      <a:lnTo>
                        <a:pt x="69342" y="54864"/>
                      </a:lnTo>
                      <a:close/>
                      <a:moveTo>
                        <a:pt x="68866" y="74009"/>
                      </a:moveTo>
                      <a:cubicBezTo>
                        <a:pt x="70199" y="72962"/>
                        <a:pt x="70866" y="72390"/>
                        <a:pt x="70866" y="72200"/>
                      </a:cubicBezTo>
                      <a:cubicBezTo>
                        <a:pt x="70866" y="71723"/>
                        <a:pt x="70295" y="71247"/>
                        <a:pt x="69437" y="70866"/>
                      </a:cubicBezTo>
                      <a:lnTo>
                        <a:pt x="68961" y="73914"/>
                      </a:lnTo>
                      <a:cubicBezTo>
                        <a:pt x="68485" y="74486"/>
                        <a:pt x="68390" y="75057"/>
                        <a:pt x="68771" y="75533"/>
                      </a:cubicBezTo>
                      <a:lnTo>
                        <a:pt x="68961" y="73914"/>
                      </a:lnTo>
                      <a:close/>
                      <a:moveTo>
                        <a:pt x="73724" y="60484"/>
                      </a:moveTo>
                      <a:cubicBezTo>
                        <a:pt x="74105" y="59246"/>
                        <a:pt x="74200" y="58769"/>
                        <a:pt x="74200" y="58865"/>
                      </a:cubicBezTo>
                      <a:cubicBezTo>
                        <a:pt x="74200" y="58579"/>
                        <a:pt x="73152" y="58388"/>
                        <a:pt x="71342" y="58388"/>
                      </a:cubicBezTo>
                      <a:lnTo>
                        <a:pt x="73724" y="60484"/>
                      </a:lnTo>
                      <a:close/>
                      <a:moveTo>
                        <a:pt x="80772" y="72962"/>
                      </a:moveTo>
                      <a:lnTo>
                        <a:pt x="83249" y="74390"/>
                      </a:lnTo>
                      <a:lnTo>
                        <a:pt x="78391" y="74962"/>
                      </a:lnTo>
                      <a:lnTo>
                        <a:pt x="80772" y="72962"/>
                      </a:lnTo>
                      <a:close/>
                      <a:moveTo>
                        <a:pt x="81248" y="85535"/>
                      </a:moveTo>
                      <a:cubicBezTo>
                        <a:pt x="81248" y="85535"/>
                        <a:pt x="82487" y="86106"/>
                        <a:pt x="84201" y="86106"/>
                      </a:cubicBezTo>
                      <a:lnTo>
                        <a:pt x="81248" y="88487"/>
                      </a:lnTo>
                      <a:lnTo>
                        <a:pt x="81248" y="85535"/>
                      </a:lnTo>
                      <a:close/>
                      <a:moveTo>
                        <a:pt x="82677" y="107252"/>
                      </a:moveTo>
                      <a:cubicBezTo>
                        <a:pt x="82677" y="107252"/>
                        <a:pt x="82772" y="106775"/>
                        <a:pt x="83058" y="106490"/>
                      </a:cubicBezTo>
                      <a:lnTo>
                        <a:pt x="82677" y="107252"/>
                      </a:lnTo>
                      <a:close/>
                      <a:moveTo>
                        <a:pt x="83058" y="106490"/>
                      </a:moveTo>
                      <a:lnTo>
                        <a:pt x="84201" y="105061"/>
                      </a:lnTo>
                      <a:lnTo>
                        <a:pt x="84677" y="106013"/>
                      </a:lnTo>
                      <a:cubicBezTo>
                        <a:pt x="84677" y="106013"/>
                        <a:pt x="83630" y="106204"/>
                        <a:pt x="83058" y="106585"/>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 name="Google Shape;1076;p99"/>
                <p:cNvSpPr/>
                <p:nvPr/>
              </p:nvSpPr>
              <p:spPr>
                <a:xfrm>
                  <a:off x="4259484" y="4889753"/>
                  <a:ext cx="53720" cy="109442"/>
                </a:xfrm>
                <a:custGeom>
                  <a:avLst/>
                  <a:gdLst/>
                  <a:ahLst/>
                  <a:cxnLst/>
                  <a:rect l="l" t="t" r="r" b="b"/>
                  <a:pathLst>
                    <a:path w="53720" h="109442" extrusionOk="0">
                      <a:moveTo>
                        <a:pt x="0" y="27432"/>
                      </a:moveTo>
                      <a:cubicBezTo>
                        <a:pt x="1333" y="27432"/>
                        <a:pt x="2000" y="27623"/>
                        <a:pt x="2191" y="28004"/>
                      </a:cubicBezTo>
                      <a:lnTo>
                        <a:pt x="2191" y="30861"/>
                      </a:lnTo>
                      <a:lnTo>
                        <a:pt x="0" y="27432"/>
                      </a:lnTo>
                      <a:close/>
                      <a:moveTo>
                        <a:pt x="36957" y="50864"/>
                      </a:moveTo>
                      <a:cubicBezTo>
                        <a:pt x="36957" y="50864"/>
                        <a:pt x="36290" y="51626"/>
                        <a:pt x="36290" y="51911"/>
                      </a:cubicBezTo>
                      <a:cubicBezTo>
                        <a:pt x="36290" y="52292"/>
                        <a:pt x="36671" y="52769"/>
                        <a:pt x="37338" y="53435"/>
                      </a:cubicBezTo>
                      <a:cubicBezTo>
                        <a:pt x="38100" y="54102"/>
                        <a:pt x="38481" y="54674"/>
                        <a:pt x="38481" y="55150"/>
                      </a:cubicBezTo>
                      <a:cubicBezTo>
                        <a:pt x="37909" y="54102"/>
                        <a:pt x="36957" y="53721"/>
                        <a:pt x="35623" y="53626"/>
                      </a:cubicBezTo>
                      <a:cubicBezTo>
                        <a:pt x="34100" y="53626"/>
                        <a:pt x="33242" y="53435"/>
                        <a:pt x="32861" y="53150"/>
                      </a:cubicBezTo>
                      <a:cubicBezTo>
                        <a:pt x="32861" y="53150"/>
                        <a:pt x="32480" y="53816"/>
                        <a:pt x="31909" y="55150"/>
                      </a:cubicBezTo>
                      <a:cubicBezTo>
                        <a:pt x="31337" y="54102"/>
                        <a:pt x="30671" y="53721"/>
                        <a:pt x="29813" y="53721"/>
                      </a:cubicBezTo>
                      <a:cubicBezTo>
                        <a:pt x="28956" y="53721"/>
                        <a:pt x="27908" y="54102"/>
                        <a:pt x="26289" y="55055"/>
                      </a:cubicBezTo>
                      <a:cubicBezTo>
                        <a:pt x="24765" y="56007"/>
                        <a:pt x="23527" y="56483"/>
                        <a:pt x="22860" y="56579"/>
                      </a:cubicBezTo>
                      <a:cubicBezTo>
                        <a:pt x="24289" y="56960"/>
                        <a:pt x="25337" y="57531"/>
                        <a:pt x="25908" y="58388"/>
                      </a:cubicBezTo>
                      <a:cubicBezTo>
                        <a:pt x="26765" y="59627"/>
                        <a:pt x="27622" y="60674"/>
                        <a:pt x="28480" y="61246"/>
                      </a:cubicBezTo>
                      <a:cubicBezTo>
                        <a:pt x="28004" y="62008"/>
                        <a:pt x="27718" y="62484"/>
                        <a:pt x="27813" y="62675"/>
                      </a:cubicBezTo>
                      <a:cubicBezTo>
                        <a:pt x="28480" y="63722"/>
                        <a:pt x="29051" y="64294"/>
                        <a:pt x="29718" y="64294"/>
                      </a:cubicBezTo>
                      <a:cubicBezTo>
                        <a:pt x="30004" y="64294"/>
                        <a:pt x="30575" y="63913"/>
                        <a:pt x="31242" y="63151"/>
                      </a:cubicBezTo>
                      <a:cubicBezTo>
                        <a:pt x="31909" y="62389"/>
                        <a:pt x="32385" y="62008"/>
                        <a:pt x="32766" y="62008"/>
                      </a:cubicBezTo>
                      <a:cubicBezTo>
                        <a:pt x="33338" y="62008"/>
                        <a:pt x="33814" y="62294"/>
                        <a:pt x="34195" y="62770"/>
                      </a:cubicBezTo>
                      <a:lnTo>
                        <a:pt x="32385" y="58769"/>
                      </a:lnTo>
                      <a:cubicBezTo>
                        <a:pt x="33147" y="59912"/>
                        <a:pt x="34385" y="60484"/>
                        <a:pt x="36195" y="60770"/>
                      </a:cubicBezTo>
                      <a:lnTo>
                        <a:pt x="36862" y="60198"/>
                      </a:lnTo>
                      <a:lnTo>
                        <a:pt x="34195" y="57150"/>
                      </a:lnTo>
                      <a:cubicBezTo>
                        <a:pt x="34195" y="56579"/>
                        <a:pt x="34385" y="56198"/>
                        <a:pt x="34671" y="56198"/>
                      </a:cubicBezTo>
                      <a:cubicBezTo>
                        <a:pt x="34671" y="56198"/>
                        <a:pt x="35242" y="56483"/>
                        <a:pt x="36195" y="57055"/>
                      </a:cubicBezTo>
                      <a:cubicBezTo>
                        <a:pt x="37052" y="57626"/>
                        <a:pt x="37719" y="57817"/>
                        <a:pt x="38291" y="57817"/>
                      </a:cubicBezTo>
                      <a:cubicBezTo>
                        <a:pt x="37624" y="62199"/>
                        <a:pt x="35909" y="65246"/>
                        <a:pt x="33147" y="67056"/>
                      </a:cubicBezTo>
                      <a:cubicBezTo>
                        <a:pt x="35814" y="67056"/>
                        <a:pt x="37433" y="68390"/>
                        <a:pt x="38100" y="71247"/>
                      </a:cubicBezTo>
                      <a:cubicBezTo>
                        <a:pt x="38100" y="71914"/>
                        <a:pt x="38195" y="74391"/>
                        <a:pt x="38195" y="78772"/>
                      </a:cubicBezTo>
                      <a:lnTo>
                        <a:pt x="36004" y="78772"/>
                      </a:lnTo>
                      <a:cubicBezTo>
                        <a:pt x="36004" y="78772"/>
                        <a:pt x="35433" y="79248"/>
                        <a:pt x="35433" y="79439"/>
                      </a:cubicBezTo>
                      <a:cubicBezTo>
                        <a:pt x="35433" y="79820"/>
                        <a:pt x="35623" y="80201"/>
                        <a:pt x="36004" y="80677"/>
                      </a:cubicBezTo>
                      <a:cubicBezTo>
                        <a:pt x="36385" y="81153"/>
                        <a:pt x="36576" y="81439"/>
                        <a:pt x="36671" y="81629"/>
                      </a:cubicBezTo>
                      <a:cubicBezTo>
                        <a:pt x="37052" y="81629"/>
                        <a:pt x="37719" y="81153"/>
                        <a:pt x="38671" y="80201"/>
                      </a:cubicBezTo>
                      <a:lnTo>
                        <a:pt x="37338" y="106490"/>
                      </a:lnTo>
                      <a:cubicBezTo>
                        <a:pt x="30861" y="108490"/>
                        <a:pt x="25337" y="109442"/>
                        <a:pt x="20669" y="109442"/>
                      </a:cubicBezTo>
                      <a:cubicBezTo>
                        <a:pt x="17050" y="109442"/>
                        <a:pt x="13525" y="108966"/>
                        <a:pt x="10192" y="108014"/>
                      </a:cubicBezTo>
                      <a:cubicBezTo>
                        <a:pt x="8382" y="104394"/>
                        <a:pt x="7429" y="99536"/>
                        <a:pt x="7429" y="93441"/>
                      </a:cubicBezTo>
                      <a:lnTo>
                        <a:pt x="7429" y="84963"/>
                      </a:lnTo>
                      <a:cubicBezTo>
                        <a:pt x="7429" y="80486"/>
                        <a:pt x="7048" y="76867"/>
                        <a:pt x="6191" y="74105"/>
                      </a:cubicBezTo>
                      <a:cubicBezTo>
                        <a:pt x="7239" y="71247"/>
                        <a:pt x="7810" y="67151"/>
                        <a:pt x="7810" y="62008"/>
                      </a:cubicBezTo>
                      <a:cubicBezTo>
                        <a:pt x="7715" y="55912"/>
                        <a:pt x="7810" y="51816"/>
                        <a:pt x="8192" y="49721"/>
                      </a:cubicBezTo>
                      <a:lnTo>
                        <a:pt x="10192" y="49721"/>
                      </a:lnTo>
                      <a:cubicBezTo>
                        <a:pt x="8763" y="48768"/>
                        <a:pt x="7906" y="47149"/>
                        <a:pt x="7715" y="44863"/>
                      </a:cubicBezTo>
                      <a:cubicBezTo>
                        <a:pt x="7620" y="42577"/>
                        <a:pt x="7429" y="40386"/>
                        <a:pt x="7239" y="38386"/>
                      </a:cubicBezTo>
                      <a:lnTo>
                        <a:pt x="3334" y="38386"/>
                      </a:lnTo>
                      <a:lnTo>
                        <a:pt x="8096" y="36957"/>
                      </a:lnTo>
                      <a:cubicBezTo>
                        <a:pt x="7239" y="34957"/>
                        <a:pt x="7048" y="32290"/>
                        <a:pt x="7620" y="28861"/>
                      </a:cubicBezTo>
                      <a:cubicBezTo>
                        <a:pt x="8192" y="25432"/>
                        <a:pt x="7906" y="22765"/>
                        <a:pt x="6667" y="20860"/>
                      </a:cubicBezTo>
                      <a:cubicBezTo>
                        <a:pt x="7048" y="20860"/>
                        <a:pt x="7525" y="20574"/>
                        <a:pt x="8096" y="19908"/>
                      </a:cubicBezTo>
                      <a:cubicBezTo>
                        <a:pt x="8668" y="19336"/>
                        <a:pt x="9144" y="18955"/>
                        <a:pt x="9525" y="18860"/>
                      </a:cubicBezTo>
                      <a:cubicBezTo>
                        <a:pt x="8668" y="18383"/>
                        <a:pt x="8287" y="17812"/>
                        <a:pt x="8287" y="17050"/>
                      </a:cubicBezTo>
                      <a:cubicBezTo>
                        <a:pt x="8287" y="16478"/>
                        <a:pt x="8668" y="15812"/>
                        <a:pt x="9334" y="15240"/>
                      </a:cubicBezTo>
                      <a:cubicBezTo>
                        <a:pt x="10096" y="14669"/>
                        <a:pt x="12668" y="14192"/>
                        <a:pt x="17145" y="14002"/>
                      </a:cubicBezTo>
                      <a:cubicBezTo>
                        <a:pt x="19241" y="14002"/>
                        <a:pt x="20955" y="13526"/>
                        <a:pt x="22003" y="12573"/>
                      </a:cubicBezTo>
                      <a:cubicBezTo>
                        <a:pt x="22574" y="13621"/>
                        <a:pt x="23527" y="14192"/>
                        <a:pt x="24670" y="14192"/>
                      </a:cubicBezTo>
                      <a:cubicBezTo>
                        <a:pt x="24955" y="14192"/>
                        <a:pt x="26670" y="13907"/>
                        <a:pt x="29908" y="13240"/>
                      </a:cubicBezTo>
                      <a:cubicBezTo>
                        <a:pt x="32290" y="12573"/>
                        <a:pt x="34004" y="12573"/>
                        <a:pt x="35242" y="13240"/>
                      </a:cubicBezTo>
                      <a:cubicBezTo>
                        <a:pt x="35719" y="13240"/>
                        <a:pt x="35909" y="12764"/>
                        <a:pt x="35909" y="12097"/>
                      </a:cubicBezTo>
                      <a:cubicBezTo>
                        <a:pt x="35909" y="11430"/>
                        <a:pt x="36100" y="11049"/>
                        <a:pt x="36481" y="11049"/>
                      </a:cubicBezTo>
                      <a:cubicBezTo>
                        <a:pt x="36767" y="11049"/>
                        <a:pt x="36957" y="11049"/>
                        <a:pt x="37338" y="11240"/>
                      </a:cubicBezTo>
                      <a:cubicBezTo>
                        <a:pt x="37338" y="13049"/>
                        <a:pt x="37624" y="15526"/>
                        <a:pt x="38100" y="18669"/>
                      </a:cubicBezTo>
                      <a:cubicBezTo>
                        <a:pt x="38576" y="21812"/>
                        <a:pt x="38767" y="24099"/>
                        <a:pt x="38767" y="25527"/>
                      </a:cubicBezTo>
                      <a:cubicBezTo>
                        <a:pt x="38767" y="28385"/>
                        <a:pt x="38100" y="31052"/>
                        <a:pt x="36576" y="33433"/>
                      </a:cubicBezTo>
                      <a:cubicBezTo>
                        <a:pt x="38100" y="35814"/>
                        <a:pt x="38957" y="38672"/>
                        <a:pt x="38957" y="41910"/>
                      </a:cubicBezTo>
                      <a:cubicBezTo>
                        <a:pt x="38957" y="40958"/>
                        <a:pt x="38671" y="44196"/>
                        <a:pt x="38100" y="51626"/>
                      </a:cubicBezTo>
                      <a:cubicBezTo>
                        <a:pt x="37719" y="51054"/>
                        <a:pt x="37243" y="50768"/>
                        <a:pt x="36576" y="50768"/>
                      </a:cubicBezTo>
                      <a:close/>
                      <a:moveTo>
                        <a:pt x="14097" y="28861"/>
                      </a:moveTo>
                      <a:lnTo>
                        <a:pt x="15526" y="24575"/>
                      </a:lnTo>
                      <a:cubicBezTo>
                        <a:pt x="14764" y="24384"/>
                        <a:pt x="14192" y="24575"/>
                        <a:pt x="13430" y="25146"/>
                      </a:cubicBezTo>
                      <a:cubicBezTo>
                        <a:pt x="12478" y="25908"/>
                        <a:pt x="12001" y="26384"/>
                        <a:pt x="11811" y="26575"/>
                      </a:cubicBezTo>
                      <a:lnTo>
                        <a:pt x="14002" y="28861"/>
                      </a:lnTo>
                      <a:close/>
                      <a:moveTo>
                        <a:pt x="22384" y="55721"/>
                      </a:moveTo>
                      <a:cubicBezTo>
                        <a:pt x="22384" y="54578"/>
                        <a:pt x="22574" y="53912"/>
                        <a:pt x="22860" y="53816"/>
                      </a:cubicBezTo>
                      <a:lnTo>
                        <a:pt x="18859" y="52388"/>
                      </a:lnTo>
                      <a:cubicBezTo>
                        <a:pt x="18859" y="52959"/>
                        <a:pt x="19336" y="53435"/>
                        <a:pt x="20288" y="53816"/>
                      </a:cubicBezTo>
                      <a:cubicBezTo>
                        <a:pt x="21146" y="54102"/>
                        <a:pt x="21622" y="54483"/>
                        <a:pt x="21622" y="54769"/>
                      </a:cubicBezTo>
                      <a:cubicBezTo>
                        <a:pt x="21622" y="55055"/>
                        <a:pt x="21336" y="55436"/>
                        <a:pt x="20955" y="55721"/>
                      </a:cubicBezTo>
                      <a:lnTo>
                        <a:pt x="22384" y="55721"/>
                      </a:lnTo>
                      <a:close/>
                      <a:moveTo>
                        <a:pt x="27146" y="68009"/>
                      </a:moveTo>
                      <a:lnTo>
                        <a:pt x="23813" y="68390"/>
                      </a:lnTo>
                      <a:cubicBezTo>
                        <a:pt x="25717" y="68390"/>
                        <a:pt x="26670" y="68294"/>
                        <a:pt x="27146" y="68009"/>
                      </a:cubicBezTo>
                      <a:lnTo>
                        <a:pt x="31433" y="67818"/>
                      </a:lnTo>
                      <a:lnTo>
                        <a:pt x="27718" y="65818"/>
                      </a:lnTo>
                      <a:lnTo>
                        <a:pt x="27718" y="65437"/>
                      </a:lnTo>
                      <a:lnTo>
                        <a:pt x="28575" y="64199"/>
                      </a:lnTo>
                      <a:lnTo>
                        <a:pt x="27432" y="64199"/>
                      </a:lnTo>
                      <a:lnTo>
                        <a:pt x="27622" y="65437"/>
                      </a:lnTo>
                      <a:lnTo>
                        <a:pt x="27432" y="65627"/>
                      </a:lnTo>
                      <a:lnTo>
                        <a:pt x="27622" y="65818"/>
                      </a:lnTo>
                      <a:lnTo>
                        <a:pt x="27908" y="67056"/>
                      </a:lnTo>
                      <a:cubicBezTo>
                        <a:pt x="27908" y="67056"/>
                        <a:pt x="27527" y="67723"/>
                        <a:pt x="27146" y="68009"/>
                      </a:cubicBezTo>
                      <a:close/>
                      <a:moveTo>
                        <a:pt x="29432" y="0"/>
                      </a:moveTo>
                      <a:lnTo>
                        <a:pt x="29432" y="2191"/>
                      </a:lnTo>
                      <a:lnTo>
                        <a:pt x="28575" y="0"/>
                      </a:lnTo>
                      <a:lnTo>
                        <a:pt x="29432" y="0"/>
                      </a:lnTo>
                      <a:close/>
                      <a:moveTo>
                        <a:pt x="32480" y="58769"/>
                      </a:moveTo>
                      <a:cubicBezTo>
                        <a:pt x="32480" y="58769"/>
                        <a:pt x="32195" y="58388"/>
                        <a:pt x="31909" y="57912"/>
                      </a:cubicBezTo>
                      <a:lnTo>
                        <a:pt x="32480" y="58769"/>
                      </a:lnTo>
                      <a:close/>
                      <a:moveTo>
                        <a:pt x="43910" y="3048"/>
                      </a:moveTo>
                      <a:lnTo>
                        <a:pt x="46006" y="3048"/>
                      </a:lnTo>
                      <a:lnTo>
                        <a:pt x="45339" y="4477"/>
                      </a:lnTo>
                      <a:lnTo>
                        <a:pt x="43910" y="4477"/>
                      </a:lnTo>
                      <a:lnTo>
                        <a:pt x="43910" y="3048"/>
                      </a:lnTo>
                      <a:close/>
                      <a:moveTo>
                        <a:pt x="50863" y="10478"/>
                      </a:moveTo>
                      <a:lnTo>
                        <a:pt x="53721" y="14097"/>
                      </a:lnTo>
                      <a:cubicBezTo>
                        <a:pt x="50768" y="14192"/>
                        <a:pt x="49149" y="12573"/>
                        <a:pt x="48958" y="9049"/>
                      </a:cubicBezTo>
                      <a:lnTo>
                        <a:pt x="52864" y="9049"/>
                      </a:lnTo>
                      <a:lnTo>
                        <a:pt x="50863" y="10478"/>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 name="Google Shape;1077;p99"/>
                <p:cNvSpPr/>
                <p:nvPr/>
              </p:nvSpPr>
              <p:spPr>
                <a:xfrm>
                  <a:off x="4309966" y="4903279"/>
                  <a:ext cx="80295" cy="96801"/>
                </a:xfrm>
                <a:custGeom>
                  <a:avLst/>
                  <a:gdLst/>
                  <a:ahLst/>
                  <a:cxnLst/>
                  <a:rect l="l" t="t" r="r" b="b"/>
                  <a:pathLst>
                    <a:path w="80295" h="96801" extrusionOk="0">
                      <a:moveTo>
                        <a:pt x="80105" y="9239"/>
                      </a:moveTo>
                      <a:cubicBezTo>
                        <a:pt x="79534" y="11239"/>
                        <a:pt x="79248" y="13526"/>
                        <a:pt x="79248" y="16097"/>
                      </a:cubicBezTo>
                      <a:cubicBezTo>
                        <a:pt x="79248" y="17812"/>
                        <a:pt x="79343" y="20288"/>
                        <a:pt x="79819" y="23622"/>
                      </a:cubicBezTo>
                      <a:cubicBezTo>
                        <a:pt x="80200" y="26956"/>
                        <a:pt x="80296" y="29337"/>
                        <a:pt x="80296" y="30956"/>
                      </a:cubicBezTo>
                      <a:cubicBezTo>
                        <a:pt x="80296" y="32195"/>
                        <a:pt x="80296" y="33338"/>
                        <a:pt x="80105" y="34385"/>
                      </a:cubicBezTo>
                      <a:lnTo>
                        <a:pt x="79248" y="92297"/>
                      </a:lnTo>
                      <a:cubicBezTo>
                        <a:pt x="77533" y="94202"/>
                        <a:pt x="74676" y="95345"/>
                        <a:pt x="70580" y="95726"/>
                      </a:cubicBezTo>
                      <a:cubicBezTo>
                        <a:pt x="67056" y="96107"/>
                        <a:pt x="63627" y="96393"/>
                        <a:pt x="60293" y="96774"/>
                      </a:cubicBezTo>
                      <a:cubicBezTo>
                        <a:pt x="56578" y="97060"/>
                        <a:pt x="54292" y="95155"/>
                        <a:pt x="53435" y="90964"/>
                      </a:cubicBezTo>
                      <a:cubicBezTo>
                        <a:pt x="52388" y="86296"/>
                        <a:pt x="50768" y="83534"/>
                        <a:pt x="48577" y="82677"/>
                      </a:cubicBezTo>
                      <a:cubicBezTo>
                        <a:pt x="48673" y="81534"/>
                        <a:pt x="48101" y="80105"/>
                        <a:pt x="46672" y="78677"/>
                      </a:cubicBezTo>
                      <a:cubicBezTo>
                        <a:pt x="45434" y="77153"/>
                        <a:pt x="44672" y="75914"/>
                        <a:pt x="44672" y="75152"/>
                      </a:cubicBezTo>
                      <a:cubicBezTo>
                        <a:pt x="44672" y="74676"/>
                        <a:pt x="44863" y="74104"/>
                        <a:pt x="45244" y="73723"/>
                      </a:cubicBezTo>
                      <a:cubicBezTo>
                        <a:pt x="42767" y="73914"/>
                        <a:pt x="41243" y="73152"/>
                        <a:pt x="40672" y="71247"/>
                      </a:cubicBezTo>
                      <a:cubicBezTo>
                        <a:pt x="40196" y="69342"/>
                        <a:pt x="39814" y="67532"/>
                        <a:pt x="39243" y="65722"/>
                      </a:cubicBezTo>
                      <a:cubicBezTo>
                        <a:pt x="40100" y="66485"/>
                        <a:pt x="41434" y="66580"/>
                        <a:pt x="43148" y="66104"/>
                      </a:cubicBezTo>
                      <a:cubicBezTo>
                        <a:pt x="45053" y="65627"/>
                        <a:pt x="46292" y="66008"/>
                        <a:pt x="47149" y="67151"/>
                      </a:cubicBezTo>
                      <a:cubicBezTo>
                        <a:pt x="47339" y="65437"/>
                        <a:pt x="46768" y="63818"/>
                        <a:pt x="45148" y="62294"/>
                      </a:cubicBezTo>
                      <a:cubicBezTo>
                        <a:pt x="44482" y="62389"/>
                        <a:pt x="43625" y="62865"/>
                        <a:pt x="42386" y="63437"/>
                      </a:cubicBezTo>
                      <a:cubicBezTo>
                        <a:pt x="41148" y="64103"/>
                        <a:pt x="40100" y="64389"/>
                        <a:pt x="39338" y="64389"/>
                      </a:cubicBezTo>
                      <a:cubicBezTo>
                        <a:pt x="38576" y="64389"/>
                        <a:pt x="37909" y="64198"/>
                        <a:pt x="37147" y="63722"/>
                      </a:cubicBezTo>
                      <a:cubicBezTo>
                        <a:pt x="35528" y="62865"/>
                        <a:pt x="34100" y="60960"/>
                        <a:pt x="32956" y="57912"/>
                      </a:cubicBezTo>
                      <a:cubicBezTo>
                        <a:pt x="31813" y="54959"/>
                        <a:pt x="30766" y="53149"/>
                        <a:pt x="29623" y="52483"/>
                      </a:cubicBezTo>
                      <a:cubicBezTo>
                        <a:pt x="28861" y="52006"/>
                        <a:pt x="28384" y="50863"/>
                        <a:pt x="27908" y="48863"/>
                      </a:cubicBezTo>
                      <a:cubicBezTo>
                        <a:pt x="27622" y="47435"/>
                        <a:pt x="26765" y="46863"/>
                        <a:pt x="25241" y="47054"/>
                      </a:cubicBezTo>
                      <a:lnTo>
                        <a:pt x="23050" y="52483"/>
                      </a:lnTo>
                      <a:cubicBezTo>
                        <a:pt x="23813" y="58198"/>
                        <a:pt x="23908" y="64865"/>
                        <a:pt x="23622" y="72866"/>
                      </a:cubicBezTo>
                      <a:cubicBezTo>
                        <a:pt x="23241" y="84106"/>
                        <a:pt x="23050" y="90488"/>
                        <a:pt x="23050" y="92202"/>
                      </a:cubicBezTo>
                      <a:cubicBezTo>
                        <a:pt x="21050" y="94679"/>
                        <a:pt x="18574" y="96012"/>
                        <a:pt x="15430" y="96012"/>
                      </a:cubicBezTo>
                      <a:cubicBezTo>
                        <a:pt x="14478" y="96012"/>
                        <a:pt x="13049" y="95821"/>
                        <a:pt x="11049" y="95536"/>
                      </a:cubicBezTo>
                      <a:cubicBezTo>
                        <a:pt x="9049" y="95250"/>
                        <a:pt x="7620" y="95155"/>
                        <a:pt x="6667" y="95155"/>
                      </a:cubicBezTo>
                      <a:cubicBezTo>
                        <a:pt x="5905" y="95155"/>
                        <a:pt x="5143" y="95155"/>
                        <a:pt x="4477" y="95345"/>
                      </a:cubicBezTo>
                      <a:lnTo>
                        <a:pt x="1619" y="90297"/>
                      </a:lnTo>
                      <a:cubicBezTo>
                        <a:pt x="1619" y="91154"/>
                        <a:pt x="1524" y="86392"/>
                        <a:pt x="1429" y="75914"/>
                      </a:cubicBezTo>
                      <a:cubicBezTo>
                        <a:pt x="1238" y="69818"/>
                        <a:pt x="2000" y="65056"/>
                        <a:pt x="3524" y="61817"/>
                      </a:cubicBezTo>
                      <a:cubicBezTo>
                        <a:pt x="2000" y="58484"/>
                        <a:pt x="1238" y="54197"/>
                        <a:pt x="1429" y="48959"/>
                      </a:cubicBezTo>
                      <a:cubicBezTo>
                        <a:pt x="1429" y="38862"/>
                        <a:pt x="1429" y="34480"/>
                        <a:pt x="1619" y="35814"/>
                      </a:cubicBezTo>
                      <a:lnTo>
                        <a:pt x="2096" y="35814"/>
                      </a:lnTo>
                      <a:cubicBezTo>
                        <a:pt x="2381" y="34862"/>
                        <a:pt x="2096" y="33338"/>
                        <a:pt x="1238" y="31337"/>
                      </a:cubicBezTo>
                      <a:cubicBezTo>
                        <a:pt x="381" y="29337"/>
                        <a:pt x="0" y="27718"/>
                        <a:pt x="0" y="26861"/>
                      </a:cubicBezTo>
                      <a:cubicBezTo>
                        <a:pt x="0" y="25432"/>
                        <a:pt x="667" y="24194"/>
                        <a:pt x="2096" y="23241"/>
                      </a:cubicBezTo>
                      <a:lnTo>
                        <a:pt x="2096" y="5239"/>
                      </a:lnTo>
                      <a:cubicBezTo>
                        <a:pt x="3048" y="5334"/>
                        <a:pt x="4286" y="5048"/>
                        <a:pt x="5525" y="4286"/>
                      </a:cubicBezTo>
                      <a:lnTo>
                        <a:pt x="5525" y="2857"/>
                      </a:lnTo>
                      <a:cubicBezTo>
                        <a:pt x="5525" y="2857"/>
                        <a:pt x="6763" y="3620"/>
                        <a:pt x="8763" y="4667"/>
                      </a:cubicBezTo>
                      <a:cubicBezTo>
                        <a:pt x="10287" y="5524"/>
                        <a:pt x="11430" y="5905"/>
                        <a:pt x="12287" y="5905"/>
                      </a:cubicBezTo>
                      <a:cubicBezTo>
                        <a:pt x="12954" y="5905"/>
                        <a:pt x="13621" y="5715"/>
                        <a:pt x="14097" y="5239"/>
                      </a:cubicBezTo>
                      <a:lnTo>
                        <a:pt x="11239" y="2381"/>
                      </a:lnTo>
                      <a:cubicBezTo>
                        <a:pt x="11716" y="2286"/>
                        <a:pt x="12478" y="2286"/>
                        <a:pt x="13621" y="2381"/>
                      </a:cubicBezTo>
                      <a:lnTo>
                        <a:pt x="13621" y="0"/>
                      </a:lnTo>
                      <a:cubicBezTo>
                        <a:pt x="21622" y="476"/>
                        <a:pt x="26956" y="2857"/>
                        <a:pt x="29718" y="7048"/>
                      </a:cubicBezTo>
                      <a:cubicBezTo>
                        <a:pt x="30766" y="11811"/>
                        <a:pt x="32575" y="15335"/>
                        <a:pt x="35242" y="17717"/>
                      </a:cubicBezTo>
                      <a:cubicBezTo>
                        <a:pt x="35147" y="18669"/>
                        <a:pt x="35719" y="19717"/>
                        <a:pt x="37052" y="20669"/>
                      </a:cubicBezTo>
                      <a:cubicBezTo>
                        <a:pt x="38290" y="21622"/>
                        <a:pt x="38957" y="22288"/>
                        <a:pt x="39243" y="22670"/>
                      </a:cubicBezTo>
                      <a:lnTo>
                        <a:pt x="38100" y="23813"/>
                      </a:lnTo>
                      <a:cubicBezTo>
                        <a:pt x="39243" y="24670"/>
                        <a:pt x="40291" y="26194"/>
                        <a:pt x="41338" y="28289"/>
                      </a:cubicBezTo>
                      <a:cubicBezTo>
                        <a:pt x="42386" y="30385"/>
                        <a:pt x="43434" y="31813"/>
                        <a:pt x="44101" y="32290"/>
                      </a:cubicBezTo>
                      <a:cubicBezTo>
                        <a:pt x="46101" y="35719"/>
                        <a:pt x="48863" y="40862"/>
                        <a:pt x="52578" y="47815"/>
                      </a:cubicBezTo>
                      <a:cubicBezTo>
                        <a:pt x="51816" y="47625"/>
                        <a:pt x="50959" y="47815"/>
                        <a:pt x="49721" y="48387"/>
                      </a:cubicBezTo>
                      <a:cubicBezTo>
                        <a:pt x="50197" y="48482"/>
                        <a:pt x="50959" y="48768"/>
                        <a:pt x="52102" y="49244"/>
                      </a:cubicBezTo>
                      <a:cubicBezTo>
                        <a:pt x="53245" y="49625"/>
                        <a:pt x="53911" y="49816"/>
                        <a:pt x="54483" y="49816"/>
                      </a:cubicBezTo>
                      <a:cubicBezTo>
                        <a:pt x="55435" y="49816"/>
                        <a:pt x="56102" y="49339"/>
                        <a:pt x="56674" y="48387"/>
                      </a:cubicBezTo>
                      <a:cubicBezTo>
                        <a:pt x="56674" y="37910"/>
                        <a:pt x="56864" y="22193"/>
                        <a:pt x="57531" y="953"/>
                      </a:cubicBezTo>
                      <a:lnTo>
                        <a:pt x="78676" y="953"/>
                      </a:lnTo>
                      <a:cubicBezTo>
                        <a:pt x="78962" y="1524"/>
                        <a:pt x="79248" y="2572"/>
                        <a:pt x="79248" y="4001"/>
                      </a:cubicBezTo>
                      <a:cubicBezTo>
                        <a:pt x="79153" y="5810"/>
                        <a:pt x="79153" y="6858"/>
                        <a:pt x="79248" y="7239"/>
                      </a:cubicBezTo>
                      <a:lnTo>
                        <a:pt x="77248" y="8668"/>
                      </a:lnTo>
                      <a:cubicBezTo>
                        <a:pt x="77248" y="8668"/>
                        <a:pt x="77914" y="9335"/>
                        <a:pt x="78486" y="9335"/>
                      </a:cubicBezTo>
                      <a:lnTo>
                        <a:pt x="80105" y="9335"/>
                      </a:lnTo>
                      <a:close/>
                      <a:moveTo>
                        <a:pt x="11239" y="2191"/>
                      </a:moveTo>
                      <a:cubicBezTo>
                        <a:pt x="11239" y="2191"/>
                        <a:pt x="10763" y="1714"/>
                        <a:pt x="10668" y="1524"/>
                      </a:cubicBezTo>
                      <a:lnTo>
                        <a:pt x="11239" y="2191"/>
                      </a:lnTo>
                      <a:close/>
                      <a:moveTo>
                        <a:pt x="36671" y="26670"/>
                      </a:moveTo>
                      <a:cubicBezTo>
                        <a:pt x="37338" y="26194"/>
                        <a:pt x="37433" y="25622"/>
                        <a:pt x="37147" y="24860"/>
                      </a:cubicBezTo>
                      <a:lnTo>
                        <a:pt x="36481" y="23717"/>
                      </a:lnTo>
                      <a:lnTo>
                        <a:pt x="36671" y="23527"/>
                      </a:lnTo>
                      <a:lnTo>
                        <a:pt x="36481" y="23717"/>
                      </a:lnTo>
                      <a:lnTo>
                        <a:pt x="35242" y="25146"/>
                      </a:lnTo>
                      <a:lnTo>
                        <a:pt x="36671" y="26575"/>
                      </a:lnTo>
                      <a:close/>
                      <a:moveTo>
                        <a:pt x="50578" y="63151"/>
                      </a:moveTo>
                      <a:lnTo>
                        <a:pt x="55626" y="65627"/>
                      </a:lnTo>
                      <a:cubicBezTo>
                        <a:pt x="55626" y="65627"/>
                        <a:pt x="56007" y="65342"/>
                        <a:pt x="56483" y="65246"/>
                      </a:cubicBezTo>
                      <a:cubicBezTo>
                        <a:pt x="56864" y="65151"/>
                        <a:pt x="57340" y="64865"/>
                        <a:pt x="57721" y="64484"/>
                      </a:cubicBezTo>
                      <a:cubicBezTo>
                        <a:pt x="57055" y="64294"/>
                        <a:pt x="56769" y="64484"/>
                        <a:pt x="56388" y="64961"/>
                      </a:cubicBezTo>
                      <a:cubicBezTo>
                        <a:pt x="56007" y="64961"/>
                        <a:pt x="54102" y="64294"/>
                        <a:pt x="50673" y="63055"/>
                      </a:cubicBezTo>
                      <a:close/>
                      <a:moveTo>
                        <a:pt x="59912" y="69818"/>
                      </a:moveTo>
                      <a:lnTo>
                        <a:pt x="60293" y="70104"/>
                      </a:lnTo>
                      <a:cubicBezTo>
                        <a:pt x="60293" y="70104"/>
                        <a:pt x="60103" y="69913"/>
                        <a:pt x="59912" y="69818"/>
                      </a:cubicBezTo>
                      <a:cubicBezTo>
                        <a:pt x="59246" y="69437"/>
                        <a:pt x="58769" y="69247"/>
                        <a:pt x="58293" y="69247"/>
                      </a:cubicBezTo>
                      <a:cubicBezTo>
                        <a:pt x="57531" y="69247"/>
                        <a:pt x="56578" y="69628"/>
                        <a:pt x="55340" y="70485"/>
                      </a:cubicBezTo>
                      <a:cubicBezTo>
                        <a:pt x="54102" y="71342"/>
                        <a:pt x="53150" y="71914"/>
                        <a:pt x="52673" y="72104"/>
                      </a:cubicBezTo>
                      <a:lnTo>
                        <a:pt x="54102" y="73533"/>
                      </a:lnTo>
                      <a:cubicBezTo>
                        <a:pt x="55245" y="72390"/>
                        <a:pt x="55817" y="72009"/>
                        <a:pt x="56102" y="72104"/>
                      </a:cubicBezTo>
                      <a:cubicBezTo>
                        <a:pt x="56197" y="72104"/>
                        <a:pt x="56388" y="72295"/>
                        <a:pt x="56674" y="72676"/>
                      </a:cubicBezTo>
                      <a:cubicBezTo>
                        <a:pt x="56388" y="73057"/>
                        <a:pt x="56388" y="73343"/>
                        <a:pt x="56674" y="73628"/>
                      </a:cubicBezTo>
                      <a:cubicBezTo>
                        <a:pt x="56769" y="73152"/>
                        <a:pt x="56769" y="72866"/>
                        <a:pt x="56674" y="72676"/>
                      </a:cubicBezTo>
                      <a:cubicBezTo>
                        <a:pt x="57626" y="70485"/>
                        <a:pt x="58769" y="69532"/>
                        <a:pt x="59912" y="69818"/>
                      </a:cubicBezTo>
                      <a:close/>
                      <a:moveTo>
                        <a:pt x="68771" y="69247"/>
                      </a:moveTo>
                      <a:lnTo>
                        <a:pt x="64675" y="68675"/>
                      </a:lnTo>
                      <a:lnTo>
                        <a:pt x="66675" y="70104"/>
                      </a:lnTo>
                      <a:cubicBezTo>
                        <a:pt x="66484" y="71056"/>
                        <a:pt x="66103" y="71533"/>
                        <a:pt x="65437" y="71533"/>
                      </a:cubicBezTo>
                      <a:cubicBezTo>
                        <a:pt x="65056" y="71533"/>
                        <a:pt x="64484" y="71247"/>
                        <a:pt x="63817" y="70676"/>
                      </a:cubicBezTo>
                      <a:cubicBezTo>
                        <a:pt x="63055" y="70009"/>
                        <a:pt x="62675" y="69913"/>
                        <a:pt x="62675" y="70104"/>
                      </a:cubicBezTo>
                      <a:cubicBezTo>
                        <a:pt x="63055" y="71533"/>
                        <a:pt x="63722" y="72295"/>
                        <a:pt x="64675" y="72295"/>
                      </a:cubicBezTo>
                      <a:cubicBezTo>
                        <a:pt x="66008" y="72295"/>
                        <a:pt x="67437" y="71247"/>
                        <a:pt x="68771" y="69247"/>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 name="Google Shape;1078;p99"/>
                <p:cNvSpPr/>
                <p:nvPr/>
              </p:nvSpPr>
              <p:spPr>
                <a:xfrm>
                  <a:off x="4399787" y="4903184"/>
                  <a:ext cx="87725" cy="96869"/>
                </a:xfrm>
                <a:custGeom>
                  <a:avLst/>
                  <a:gdLst/>
                  <a:ahLst/>
                  <a:cxnLst/>
                  <a:rect l="l" t="t" r="r" b="b"/>
                  <a:pathLst>
                    <a:path w="87725" h="96869" extrusionOk="0">
                      <a:moveTo>
                        <a:pt x="78105" y="1429"/>
                      </a:moveTo>
                      <a:cubicBezTo>
                        <a:pt x="79058" y="5525"/>
                        <a:pt x="79534" y="8096"/>
                        <a:pt x="79534" y="9335"/>
                      </a:cubicBezTo>
                      <a:cubicBezTo>
                        <a:pt x="79534" y="12002"/>
                        <a:pt x="78676" y="14288"/>
                        <a:pt x="76676" y="16193"/>
                      </a:cubicBezTo>
                      <a:lnTo>
                        <a:pt x="79343" y="16764"/>
                      </a:lnTo>
                      <a:cubicBezTo>
                        <a:pt x="77057" y="18098"/>
                        <a:pt x="75629" y="18764"/>
                        <a:pt x="74771" y="18764"/>
                      </a:cubicBezTo>
                      <a:cubicBezTo>
                        <a:pt x="73819" y="18764"/>
                        <a:pt x="73057" y="18288"/>
                        <a:pt x="72485" y="17336"/>
                      </a:cubicBezTo>
                      <a:lnTo>
                        <a:pt x="27051" y="18193"/>
                      </a:lnTo>
                      <a:cubicBezTo>
                        <a:pt x="27242" y="19145"/>
                        <a:pt x="27432" y="20193"/>
                        <a:pt x="27432" y="21336"/>
                      </a:cubicBezTo>
                      <a:cubicBezTo>
                        <a:pt x="27432" y="22479"/>
                        <a:pt x="27146" y="24384"/>
                        <a:pt x="26575" y="26956"/>
                      </a:cubicBezTo>
                      <a:cubicBezTo>
                        <a:pt x="26003" y="29528"/>
                        <a:pt x="25813" y="31528"/>
                        <a:pt x="25813" y="32861"/>
                      </a:cubicBezTo>
                      <a:cubicBezTo>
                        <a:pt x="25813" y="34290"/>
                        <a:pt x="26003" y="35624"/>
                        <a:pt x="26479" y="36957"/>
                      </a:cubicBezTo>
                      <a:cubicBezTo>
                        <a:pt x="28670" y="38386"/>
                        <a:pt x="31623" y="39148"/>
                        <a:pt x="35528" y="39148"/>
                      </a:cubicBezTo>
                      <a:cubicBezTo>
                        <a:pt x="38767" y="39148"/>
                        <a:pt x="42100" y="38671"/>
                        <a:pt x="45434" y="37719"/>
                      </a:cubicBezTo>
                      <a:lnTo>
                        <a:pt x="44482" y="37719"/>
                      </a:lnTo>
                      <a:lnTo>
                        <a:pt x="44482" y="35528"/>
                      </a:lnTo>
                      <a:lnTo>
                        <a:pt x="45434" y="35528"/>
                      </a:lnTo>
                      <a:cubicBezTo>
                        <a:pt x="45434" y="35528"/>
                        <a:pt x="45244" y="36195"/>
                        <a:pt x="45244" y="36386"/>
                      </a:cubicBezTo>
                      <a:cubicBezTo>
                        <a:pt x="45244" y="37052"/>
                        <a:pt x="45529" y="37529"/>
                        <a:pt x="46101" y="38005"/>
                      </a:cubicBezTo>
                      <a:cubicBezTo>
                        <a:pt x="46673" y="38386"/>
                        <a:pt x="47339" y="38767"/>
                        <a:pt x="47911" y="39148"/>
                      </a:cubicBezTo>
                      <a:cubicBezTo>
                        <a:pt x="48006" y="39148"/>
                        <a:pt x="49721" y="39148"/>
                        <a:pt x="53150" y="38957"/>
                      </a:cubicBezTo>
                      <a:cubicBezTo>
                        <a:pt x="55245" y="38862"/>
                        <a:pt x="57055" y="38957"/>
                        <a:pt x="58483" y="39148"/>
                      </a:cubicBezTo>
                      <a:cubicBezTo>
                        <a:pt x="60388" y="39434"/>
                        <a:pt x="62103" y="40100"/>
                        <a:pt x="63437" y="41338"/>
                      </a:cubicBezTo>
                      <a:cubicBezTo>
                        <a:pt x="64865" y="42482"/>
                        <a:pt x="65532" y="44006"/>
                        <a:pt x="65532" y="45815"/>
                      </a:cubicBezTo>
                      <a:cubicBezTo>
                        <a:pt x="65532" y="46577"/>
                        <a:pt x="65246" y="48101"/>
                        <a:pt x="64770" y="50102"/>
                      </a:cubicBezTo>
                      <a:cubicBezTo>
                        <a:pt x="64294" y="52102"/>
                        <a:pt x="64103" y="53721"/>
                        <a:pt x="64103" y="54959"/>
                      </a:cubicBezTo>
                      <a:cubicBezTo>
                        <a:pt x="62198" y="57436"/>
                        <a:pt x="59150" y="58579"/>
                        <a:pt x="55054" y="58579"/>
                      </a:cubicBezTo>
                      <a:cubicBezTo>
                        <a:pt x="53721" y="58579"/>
                        <a:pt x="51625" y="58388"/>
                        <a:pt x="48578" y="58007"/>
                      </a:cubicBezTo>
                      <a:cubicBezTo>
                        <a:pt x="45625" y="57721"/>
                        <a:pt x="43434" y="57531"/>
                        <a:pt x="42100" y="57531"/>
                      </a:cubicBezTo>
                      <a:cubicBezTo>
                        <a:pt x="40672" y="57531"/>
                        <a:pt x="39433" y="57531"/>
                        <a:pt x="38291" y="57912"/>
                      </a:cubicBezTo>
                      <a:cubicBezTo>
                        <a:pt x="37338" y="57245"/>
                        <a:pt x="36290" y="56960"/>
                        <a:pt x="35242" y="56960"/>
                      </a:cubicBezTo>
                      <a:cubicBezTo>
                        <a:pt x="34004" y="56960"/>
                        <a:pt x="32099" y="57817"/>
                        <a:pt x="29623" y="59531"/>
                      </a:cubicBezTo>
                      <a:cubicBezTo>
                        <a:pt x="27242" y="61246"/>
                        <a:pt x="25432" y="62008"/>
                        <a:pt x="24194" y="62008"/>
                      </a:cubicBezTo>
                      <a:cubicBezTo>
                        <a:pt x="22765" y="62008"/>
                        <a:pt x="21431" y="61341"/>
                        <a:pt x="20098" y="60008"/>
                      </a:cubicBezTo>
                      <a:lnTo>
                        <a:pt x="19336" y="62484"/>
                      </a:lnTo>
                      <a:cubicBezTo>
                        <a:pt x="18859" y="62484"/>
                        <a:pt x="18098" y="62294"/>
                        <a:pt x="16954" y="61913"/>
                      </a:cubicBezTo>
                      <a:cubicBezTo>
                        <a:pt x="15907" y="61532"/>
                        <a:pt x="15145" y="61246"/>
                        <a:pt x="14573" y="61246"/>
                      </a:cubicBezTo>
                      <a:cubicBezTo>
                        <a:pt x="13716" y="61246"/>
                        <a:pt x="13049" y="61627"/>
                        <a:pt x="12478" y="62484"/>
                      </a:cubicBezTo>
                      <a:cubicBezTo>
                        <a:pt x="15050" y="64484"/>
                        <a:pt x="17812" y="65246"/>
                        <a:pt x="20955" y="64865"/>
                      </a:cubicBezTo>
                      <a:lnTo>
                        <a:pt x="19336" y="66008"/>
                      </a:lnTo>
                      <a:cubicBezTo>
                        <a:pt x="20765" y="66199"/>
                        <a:pt x="22193" y="66199"/>
                        <a:pt x="23717" y="66389"/>
                      </a:cubicBezTo>
                      <a:cubicBezTo>
                        <a:pt x="25527" y="66866"/>
                        <a:pt x="26575" y="67818"/>
                        <a:pt x="26956" y="69152"/>
                      </a:cubicBezTo>
                      <a:cubicBezTo>
                        <a:pt x="26956" y="70866"/>
                        <a:pt x="27242" y="72390"/>
                        <a:pt x="27432" y="73914"/>
                      </a:cubicBezTo>
                      <a:cubicBezTo>
                        <a:pt x="27718" y="75438"/>
                        <a:pt x="28670" y="76295"/>
                        <a:pt x="30480" y="76486"/>
                      </a:cubicBezTo>
                      <a:cubicBezTo>
                        <a:pt x="33147" y="76486"/>
                        <a:pt x="37529" y="76486"/>
                        <a:pt x="43625" y="76676"/>
                      </a:cubicBezTo>
                      <a:cubicBezTo>
                        <a:pt x="49340" y="76771"/>
                        <a:pt x="53530" y="76771"/>
                        <a:pt x="56579" y="76676"/>
                      </a:cubicBezTo>
                      <a:cubicBezTo>
                        <a:pt x="61436" y="76295"/>
                        <a:pt x="65818" y="75629"/>
                        <a:pt x="69533" y="74486"/>
                      </a:cubicBezTo>
                      <a:cubicBezTo>
                        <a:pt x="69151" y="75438"/>
                        <a:pt x="69723" y="76010"/>
                        <a:pt x="71057" y="76105"/>
                      </a:cubicBezTo>
                      <a:lnTo>
                        <a:pt x="74009" y="76105"/>
                      </a:lnTo>
                      <a:cubicBezTo>
                        <a:pt x="74771" y="76105"/>
                        <a:pt x="75343" y="76200"/>
                        <a:pt x="75629" y="76486"/>
                      </a:cubicBezTo>
                      <a:lnTo>
                        <a:pt x="78010" y="76486"/>
                      </a:lnTo>
                      <a:cubicBezTo>
                        <a:pt x="78772" y="85058"/>
                        <a:pt x="79153" y="88678"/>
                        <a:pt x="79153" y="87535"/>
                      </a:cubicBezTo>
                      <a:cubicBezTo>
                        <a:pt x="79153" y="90773"/>
                        <a:pt x="78391" y="93440"/>
                        <a:pt x="77057" y="95441"/>
                      </a:cubicBezTo>
                      <a:cubicBezTo>
                        <a:pt x="74295" y="95917"/>
                        <a:pt x="71247" y="96203"/>
                        <a:pt x="67913" y="96203"/>
                      </a:cubicBezTo>
                      <a:lnTo>
                        <a:pt x="53530" y="96203"/>
                      </a:lnTo>
                      <a:cubicBezTo>
                        <a:pt x="49816" y="96203"/>
                        <a:pt x="46577" y="96393"/>
                        <a:pt x="43815" y="96869"/>
                      </a:cubicBezTo>
                      <a:cubicBezTo>
                        <a:pt x="42100" y="96393"/>
                        <a:pt x="38576" y="96203"/>
                        <a:pt x="33242" y="96298"/>
                      </a:cubicBezTo>
                      <a:cubicBezTo>
                        <a:pt x="29051" y="96298"/>
                        <a:pt x="25813" y="95536"/>
                        <a:pt x="23432" y="94012"/>
                      </a:cubicBezTo>
                      <a:cubicBezTo>
                        <a:pt x="21812" y="95441"/>
                        <a:pt x="19336" y="96203"/>
                        <a:pt x="15812" y="96203"/>
                      </a:cubicBezTo>
                      <a:cubicBezTo>
                        <a:pt x="14669" y="96203"/>
                        <a:pt x="11906" y="95917"/>
                        <a:pt x="7334" y="95250"/>
                      </a:cubicBezTo>
                      <a:cubicBezTo>
                        <a:pt x="4858" y="93726"/>
                        <a:pt x="3524" y="90678"/>
                        <a:pt x="3524" y="86296"/>
                      </a:cubicBezTo>
                      <a:cubicBezTo>
                        <a:pt x="3524" y="85344"/>
                        <a:pt x="3524" y="84011"/>
                        <a:pt x="3715" y="82201"/>
                      </a:cubicBezTo>
                      <a:cubicBezTo>
                        <a:pt x="3810" y="80486"/>
                        <a:pt x="3905" y="79248"/>
                        <a:pt x="3905" y="78581"/>
                      </a:cubicBezTo>
                      <a:lnTo>
                        <a:pt x="4858" y="43053"/>
                      </a:lnTo>
                      <a:cubicBezTo>
                        <a:pt x="4191" y="41720"/>
                        <a:pt x="3905" y="39910"/>
                        <a:pt x="3905" y="37624"/>
                      </a:cubicBezTo>
                      <a:cubicBezTo>
                        <a:pt x="3905" y="36862"/>
                        <a:pt x="4000" y="35528"/>
                        <a:pt x="4096" y="33814"/>
                      </a:cubicBezTo>
                      <a:cubicBezTo>
                        <a:pt x="4096" y="32099"/>
                        <a:pt x="4286" y="30861"/>
                        <a:pt x="4286" y="30099"/>
                      </a:cubicBezTo>
                      <a:cubicBezTo>
                        <a:pt x="4286" y="25527"/>
                        <a:pt x="2762" y="23241"/>
                        <a:pt x="0" y="23051"/>
                      </a:cubicBezTo>
                      <a:cubicBezTo>
                        <a:pt x="3524" y="22098"/>
                        <a:pt x="5239" y="19145"/>
                        <a:pt x="5048" y="14192"/>
                      </a:cubicBezTo>
                      <a:cubicBezTo>
                        <a:pt x="4667" y="6858"/>
                        <a:pt x="4572" y="2858"/>
                        <a:pt x="4858" y="2096"/>
                      </a:cubicBezTo>
                      <a:lnTo>
                        <a:pt x="3905" y="1429"/>
                      </a:lnTo>
                      <a:cubicBezTo>
                        <a:pt x="5239" y="667"/>
                        <a:pt x="6763" y="286"/>
                        <a:pt x="8573" y="286"/>
                      </a:cubicBezTo>
                      <a:cubicBezTo>
                        <a:pt x="9620" y="286"/>
                        <a:pt x="11525" y="476"/>
                        <a:pt x="14383" y="953"/>
                      </a:cubicBezTo>
                      <a:cubicBezTo>
                        <a:pt x="17145" y="1429"/>
                        <a:pt x="19241" y="1524"/>
                        <a:pt x="20955" y="1429"/>
                      </a:cubicBezTo>
                      <a:cubicBezTo>
                        <a:pt x="28766" y="1429"/>
                        <a:pt x="34004" y="953"/>
                        <a:pt x="36195" y="0"/>
                      </a:cubicBezTo>
                      <a:cubicBezTo>
                        <a:pt x="36671" y="1238"/>
                        <a:pt x="37338" y="1810"/>
                        <a:pt x="38386" y="1810"/>
                      </a:cubicBezTo>
                      <a:cubicBezTo>
                        <a:pt x="39053" y="1810"/>
                        <a:pt x="39910" y="1524"/>
                        <a:pt x="41243" y="1048"/>
                      </a:cubicBezTo>
                      <a:cubicBezTo>
                        <a:pt x="42482" y="571"/>
                        <a:pt x="43434" y="286"/>
                        <a:pt x="44005" y="286"/>
                      </a:cubicBezTo>
                      <a:cubicBezTo>
                        <a:pt x="44482" y="286"/>
                        <a:pt x="44958" y="286"/>
                        <a:pt x="45434" y="476"/>
                      </a:cubicBezTo>
                      <a:cubicBezTo>
                        <a:pt x="45911" y="571"/>
                        <a:pt x="48196" y="1048"/>
                        <a:pt x="52292" y="1810"/>
                      </a:cubicBezTo>
                      <a:cubicBezTo>
                        <a:pt x="55150" y="2286"/>
                        <a:pt x="57436" y="2381"/>
                        <a:pt x="59150" y="2191"/>
                      </a:cubicBezTo>
                      <a:lnTo>
                        <a:pt x="61150" y="4286"/>
                      </a:lnTo>
                      <a:cubicBezTo>
                        <a:pt x="62484" y="1715"/>
                        <a:pt x="68199" y="667"/>
                        <a:pt x="78105" y="1429"/>
                      </a:cubicBezTo>
                      <a:close/>
                      <a:moveTo>
                        <a:pt x="6382" y="61436"/>
                      </a:moveTo>
                      <a:cubicBezTo>
                        <a:pt x="6763" y="62484"/>
                        <a:pt x="7906" y="63151"/>
                        <a:pt x="10001" y="63151"/>
                      </a:cubicBezTo>
                      <a:cubicBezTo>
                        <a:pt x="11049" y="63151"/>
                        <a:pt x="11621" y="62960"/>
                        <a:pt x="12001" y="62579"/>
                      </a:cubicBezTo>
                      <a:lnTo>
                        <a:pt x="6382" y="61532"/>
                      </a:lnTo>
                      <a:close/>
                      <a:moveTo>
                        <a:pt x="17907" y="61436"/>
                      </a:moveTo>
                      <a:lnTo>
                        <a:pt x="17907" y="60008"/>
                      </a:lnTo>
                      <a:cubicBezTo>
                        <a:pt x="17812" y="59436"/>
                        <a:pt x="17050" y="59150"/>
                        <a:pt x="15907" y="59150"/>
                      </a:cubicBezTo>
                      <a:lnTo>
                        <a:pt x="17907" y="61436"/>
                      </a:lnTo>
                      <a:close/>
                      <a:moveTo>
                        <a:pt x="22479" y="31147"/>
                      </a:moveTo>
                      <a:lnTo>
                        <a:pt x="22479" y="30099"/>
                      </a:lnTo>
                      <a:lnTo>
                        <a:pt x="21050" y="30099"/>
                      </a:lnTo>
                      <a:lnTo>
                        <a:pt x="21050" y="31147"/>
                      </a:lnTo>
                      <a:lnTo>
                        <a:pt x="22479" y="31147"/>
                      </a:lnTo>
                      <a:close/>
                      <a:moveTo>
                        <a:pt x="52959" y="30575"/>
                      </a:moveTo>
                      <a:cubicBezTo>
                        <a:pt x="52007" y="30004"/>
                        <a:pt x="51625" y="29337"/>
                        <a:pt x="51625" y="28766"/>
                      </a:cubicBezTo>
                      <a:cubicBezTo>
                        <a:pt x="51625" y="27908"/>
                        <a:pt x="52197" y="27527"/>
                        <a:pt x="53721" y="27527"/>
                      </a:cubicBezTo>
                      <a:cubicBezTo>
                        <a:pt x="55150" y="27527"/>
                        <a:pt x="56102" y="28099"/>
                        <a:pt x="56388" y="29146"/>
                      </a:cubicBezTo>
                      <a:cubicBezTo>
                        <a:pt x="55245" y="30290"/>
                        <a:pt x="54102" y="30861"/>
                        <a:pt x="52959" y="30575"/>
                      </a:cubicBezTo>
                      <a:close/>
                      <a:moveTo>
                        <a:pt x="64103" y="31147"/>
                      </a:moveTo>
                      <a:cubicBezTo>
                        <a:pt x="64770" y="30956"/>
                        <a:pt x="65246" y="30575"/>
                        <a:pt x="65246" y="30290"/>
                      </a:cubicBezTo>
                      <a:cubicBezTo>
                        <a:pt x="65246" y="30004"/>
                        <a:pt x="65151" y="29718"/>
                        <a:pt x="64770" y="29242"/>
                      </a:cubicBezTo>
                      <a:cubicBezTo>
                        <a:pt x="64484" y="28861"/>
                        <a:pt x="64294" y="28575"/>
                        <a:pt x="64294" y="28480"/>
                      </a:cubicBezTo>
                      <a:cubicBezTo>
                        <a:pt x="64484" y="28099"/>
                        <a:pt x="64579" y="27908"/>
                        <a:pt x="64770" y="27813"/>
                      </a:cubicBezTo>
                      <a:cubicBezTo>
                        <a:pt x="65627" y="27527"/>
                        <a:pt x="66580" y="27813"/>
                        <a:pt x="67723" y="28670"/>
                      </a:cubicBezTo>
                      <a:lnTo>
                        <a:pt x="66389" y="31242"/>
                      </a:lnTo>
                      <a:lnTo>
                        <a:pt x="68294" y="32671"/>
                      </a:lnTo>
                      <a:lnTo>
                        <a:pt x="64103" y="31242"/>
                      </a:lnTo>
                      <a:close/>
                      <a:moveTo>
                        <a:pt x="68294" y="9335"/>
                      </a:moveTo>
                      <a:cubicBezTo>
                        <a:pt x="68294" y="9335"/>
                        <a:pt x="68675" y="9716"/>
                        <a:pt x="68866" y="9716"/>
                      </a:cubicBezTo>
                      <a:lnTo>
                        <a:pt x="68294" y="9335"/>
                      </a:lnTo>
                      <a:lnTo>
                        <a:pt x="68294" y="7715"/>
                      </a:lnTo>
                      <a:lnTo>
                        <a:pt x="66389" y="7715"/>
                      </a:lnTo>
                      <a:lnTo>
                        <a:pt x="68294" y="9335"/>
                      </a:lnTo>
                      <a:close/>
                      <a:moveTo>
                        <a:pt x="87725" y="2858"/>
                      </a:moveTo>
                      <a:cubicBezTo>
                        <a:pt x="87725" y="2858"/>
                        <a:pt x="87440" y="3715"/>
                        <a:pt x="86773" y="4286"/>
                      </a:cubicBezTo>
                      <a:cubicBezTo>
                        <a:pt x="86201" y="4953"/>
                        <a:pt x="85820" y="5429"/>
                        <a:pt x="85725" y="5715"/>
                      </a:cubicBezTo>
                      <a:lnTo>
                        <a:pt x="87154" y="6858"/>
                      </a:lnTo>
                      <a:lnTo>
                        <a:pt x="84201" y="5715"/>
                      </a:lnTo>
                      <a:cubicBezTo>
                        <a:pt x="84868" y="5715"/>
                        <a:pt x="85154" y="5239"/>
                        <a:pt x="85344" y="4096"/>
                      </a:cubicBezTo>
                      <a:cubicBezTo>
                        <a:pt x="85534" y="3048"/>
                        <a:pt x="85916" y="2477"/>
                        <a:pt x="86582" y="2477"/>
                      </a:cubicBezTo>
                      <a:cubicBezTo>
                        <a:pt x="86773" y="2477"/>
                        <a:pt x="87154" y="2667"/>
                        <a:pt x="87630" y="2858"/>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 name="Google Shape;1079;p99"/>
                <p:cNvSpPr/>
                <p:nvPr/>
              </p:nvSpPr>
              <p:spPr>
                <a:xfrm>
                  <a:off x="4489703" y="4902612"/>
                  <a:ext cx="84677" cy="111960"/>
                </a:xfrm>
                <a:custGeom>
                  <a:avLst/>
                  <a:gdLst/>
                  <a:ahLst/>
                  <a:cxnLst/>
                  <a:rect l="l" t="t" r="r" b="b"/>
                  <a:pathLst>
                    <a:path w="84677" h="111960" extrusionOk="0">
                      <a:moveTo>
                        <a:pt x="71152" y="51911"/>
                      </a:moveTo>
                      <a:cubicBezTo>
                        <a:pt x="71628" y="52959"/>
                        <a:pt x="72581" y="54769"/>
                        <a:pt x="74390" y="57531"/>
                      </a:cubicBezTo>
                      <a:cubicBezTo>
                        <a:pt x="75724" y="59817"/>
                        <a:pt x="76391" y="61722"/>
                        <a:pt x="76391" y="63341"/>
                      </a:cubicBezTo>
                      <a:cubicBezTo>
                        <a:pt x="76391" y="64579"/>
                        <a:pt x="76200" y="65913"/>
                        <a:pt x="75533" y="67342"/>
                      </a:cubicBezTo>
                      <a:cubicBezTo>
                        <a:pt x="76009" y="68866"/>
                        <a:pt x="76295" y="70676"/>
                        <a:pt x="76295" y="72580"/>
                      </a:cubicBezTo>
                      <a:cubicBezTo>
                        <a:pt x="76295" y="77343"/>
                        <a:pt x="75152" y="80772"/>
                        <a:pt x="72676" y="82677"/>
                      </a:cubicBezTo>
                      <a:cubicBezTo>
                        <a:pt x="72961" y="82201"/>
                        <a:pt x="73057" y="81725"/>
                        <a:pt x="73057" y="81248"/>
                      </a:cubicBezTo>
                      <a:cubicBezTo>
                        <a:pt x="73057" y="79343"/>
                        <a:pt x="71914" y="78391"/>
                        <a:pt x="69818" y="78391"/>
                      </a:cubicBezTo>
                      <a:cubicBezTo>
                        <a:pt x="68866" y="78391"/>
                        <a:pt x="67913" y="78677"/>
                        <a:pt x="67056" y="79153"/>
                      </a:cubicBezTo>
                      <a:lnTo>
                        <a:pt x="68580" y="80582"/>
                      </a:lnTo>
                      <a:cubicBezTo>
                        <a:pt x="67913" y="80201"/>
                        <a:pt x="67437" y="80105"/>
                        <a:pt x="66961" y="80105"/>
                      </a:cubicBezTo>
                      <a:cubicBezTo>
                        <a:pt x="66103" y="80105"/>
                        <a:pt x="65342" y="80772"/>
                        <a:pt x="64580" y="82201"/>
                      </a:cubicBezTo>
                      <a:cubicBezTo>
                        <a:pt x="63817" y="83534"/>
                        <a:pt x="63056" y="84963"/>
                        <a:pt x="62293" y="86201"/>
                      </a:cubicBezTo>
                      <a:lnTo>
                        <a:pt x="63056" y="87154"/>
                      </a:lnTo>
                      <a:cubicBezTo>
                        <a:pt x="62103" y="86868"/>
                        <a:pt x="60960" y="87154"/>
                        <a:pt x="59626" y="87630"/>
                      </a:cubicBezTo>
                      <a:lnTo>
                        <a:pt x="59626" y="89059"/>
                      </a:lnTo>
                      <a:cubicBezTo>
                        <a:pt x="59626" y="89059"/>
                        <a:pt x="58579" y="88297"/>
                        <a:pt x="58007" y="87916"/>
                      </a:cubicBezTo>
                      <a:cubicBezTo>
                        <a:pt x="57341" y="87440"/>
                        <a:pt x="56864" y="87440"/>
                        <a:pt x="56198" y="87630"/>
                      </a:cubicBezTo>
                      <a:cubicBezTo>
                        <a:pt x="57150" y="88963"/>
                        <a:pt x="58483" y="91630"/>
                        <a:pt x="60198" y="95536"/>
                      </a:cubicBezTo>
                      <a:cubicBezTo>
                        <a:pt x="54007" y="96107"/>
                        <a:pt x="48673" y="96298"/>
                        <a:pt x="44291" y="96298"/>
                      </a:cubicBezTo>
                      <a:cubicBezTo>
                        <a:pt x="39910" y="96298"/>
                        <a:pt x="34862" y="96107"/>
                        <a:pt x="28861" y="95536"/>
                      </a:cubicBezTo>
                      <a:cubicBezTo>
                        <a:pt x="28861" y="94583"/>
                        <a:pt x="28194" y="93917"/>
                        <a:pt x="26860" y="93440"/>
                      </a:cubicBezTo>
                      <a:cubicBezTo>
                        <a:pt x="25717" y="92964"/>
                        <a:pt x="24955" y="92393"/>
                        <a:pt x="24955" y="91630"/>
                      </a:cubicBezTo>
                      <a:cubicBezTo>
                        <a:pt x="24955" y="91345"/>
                        <a:pt x="25051" y="91059"/>
                        <a:pt x="25146" y="90488"/>
                      </a:cubicBezTo>
                      <a:cubicBezTo>
                        <a:pt x="24003" y="91059"/>
                        <a:pt x="22860" y="91440"/>
                        <a:pt x="21526" y="91440"/>
                      </a:cubicBezTo>
                      <a:cubicBezTo>
                        <a:pt x="19336" y="91440"/>
                        <a:pt x="14668" y="89726"/>
                        <a:pt x="7620" y="86201"/>
                      </a:cubicBezTo>
                      <a:lnTo>
                        <a:pt x="6096" y="82772"/>
                      </a:lnTo>
                      <a:lnTo>
                        <a:pt x="4191" y="83534"/>
                      </a:lnTo>
                      <a:lnTo>
                        <a:pt x="0" y="71057"/>
                      </a:lnTo>
                      <a:cubicBezTo>
                        <a:pt x="1429" y="69533"/>
                        <a:pt x="6382" y="65056"/>
                        <a:pt x="14573" y="57531"/>
                      </a:cubicBezTo>
                      <a:cubicBezTo>
                        <a:pt x="15716" y="57531"/>
                        <a:pt x="16669" y="57912"/>
                        <a:pt x="17335" y="59150"/>
                      </a:cubicBezTo>
                      <a:cubicBezTo>
                        <a:pt x="18193" y="60770"/>
                        <a:pt x="18955" y="61722"/>
                        <a:pt x="19526" y="62008"/>
                      </a:cubicBezTo>
                      <a:cubicBezTo>
                        <a:pt x="19717" y="63437"/>
                        <a:pt x="21717" y="67342"/>
                        <a:pt x="25622" y="73533"/>
                      </a:cubicBezTo>
                      <a:cubicBezTo>
                        <a:pt x="26575" y="73152"/>
                        <a:pt x="27432" y="72962"/>
                        <a:pt x="28194" y="72962"/>
                      </a:cubicBezTo>
                      <a:cubicBezTo>
                        <a:pt x="29242" y="72962"/>
                        <a:pt x="30480" y="73628"/>
                        <a:pt x="31718" y="75057"/>
                      </a:cubicBezTo>
                      <a:cubicBezTo>
                        <a:pt x="33052" y="76486"/>
                        <a:pt x="34195" y="77153"/>
                        <a:pt x="35147" y="77153"/>
                      </a:cubicBezTo>
                      <a:cubicBezTo>
                        <a:pt x="35719" y="77153"/>
                        <a:pt x="36290" y="76962"/>
                        <a:pt x="37052" y="76676"/>
                      </a:cubicBezTo>
                      <a:cubicBezTo>
                        <a:pt x="36671" y="77343"/>
                        <a:pt x="37052" y="78200"/>
                        <a:pt x="38386" y="79153"/>
                      </a:cubicBezTo>
                      <a:cubicBezTo>
                        <a:pt x="38671" y="75914"/>
                        <a:pt x="41338" y="74009"/>
                        <a:pt x="46196" y="73533"/>
                      </a:cubicBezTo>
                      <a:lnTo>
                        <a:pt x="49054" y="73533"/>
                      </a:lnTo>
                      <a:cubicBezTo>
                        <a:pt x="48863" y="74104"/>
                        <a:pt x="49054" y="74581"/>
                        <a:pt x="49720" y="74962"/>
                      </a:cubicBezTo>
                      <a:cubicBezTo>
                        <a:pt x="50483" y="74390"/>
                        <a:pt x="50959" y="73533"/>
                        <a:pt x="50959" y="72580"/>
                      </a:cubicBezTo>
                      <a:cubicBezTo>
                        <a:pt x="50959" y="72200"/>
                        <a:pt x="50768" y="71628"/>
                        <a:pt x="50578" y="70961"/>
                      </a:cubicBezTo>
                      <a:cubicBezTo>
                        <a:pt x="50387" y="70295"/>
                        <a:pt x="50292" y="69723"/>
                        <a:pt x="50292" y="69342"/>
                      </a:cubicBezTo>
                      <a:cubicBezTo>
                        <a:pt x="50292" y="68485"/>
                        <a:pt x="50578" y="67818"/>
                        <a:pt x="50959" y="67342"/>
                      </a:cubicBezTo>
                      <a:cubicBezTo>
                        <a:pt x="51435" y="66199"/>
                        <a:pt x="50292" y="64199"/>
                        <a:pt x="47530" y="61055"/>
                      </a:cubicBezTo>
                      <a:cubicBezTo>
                        <a:pt x="46672" y="61436"/>
                        <a:pt x="46006" y="61627"/>
                        <a:pt x="45339" y="61627"/>
                      </a:cubicBezTo>
                      <a:cubicBezTo>
                        <a:pt x="44387" y="61627"/>
                        <a:pt x="43339" y="60674"/>
                        <a:pt x="42386" y="58769"/>
                      </a:cubicBezTo>
                      <a:cubicBezTo>
                        <a:pt x="41434" y="56960"/>
                        <a:pt x="40481" y="56007"/>
                        <a:pt x="39433" y="56007"/>
                      </a:cubicBezTo>
                      <a:cubicBezTo>
                        <a:pt x="38671" y="56007"/>
                        <a:pt x="37814" y="56388"/>
                        <a:pt x="36957" y="56960"/>
                      </a:cubicBezTo>
                      <a:cubicBezTo>
                        <a:pt x="35719" y="55721"/>
                        <a:pt x="33718" y="54864"/>
                        <a:pt x="31147" y="54197"/>
                      </a:cubicBezTo>
                      <a:lnTo>
                        <a:pt x="24479" y="52578"/>
                      </a:lnTo>
                      <a:cubicBezTo>
                        <a:pt x="23622" y="50387"/>
                        <a:pt x="21908" y="49149"/>
                        <a:pt x="19431" y="48768"/>
                      </a:cubicBezTo>
                      <a:cubicBezTo>
                        <a:pt x="16478" y="48387"/>
                        <a:pt x="14478" y="47530"/>
                        <a:pt x="13716" y="46482"/>
                      </a:cubicBezTo>
                      <a:lnTo>
                        <a:pt x="12287" y="47911"/>
                      </a:lnTo>
                      <a:cubicBezTo>
                        <a:pt x="12287" y="47911"/>
                        <a:pt x="12097" y="47149"/>
                        <a:pt x="12097" y="46672"/>
                      </a:cubicBezTo>
                      <a:cubicBezTo>
                        <a:pt x="12097" y="46196"/>
                        <a:pt x="12192" y="45434"/>
                        <a:pt x="12383" y="44291"/>
                      </a:cubicBezTo>
                      <a:cubicBezTo>
                        <a:pt x="12668" y="43244"/>
                        <a:pt x="12668" y="42291"/>
                        <a:pt x="12668" y="41720"/>
                      </a:cubicBezTo>
                      <a:cubicBezTo>
                        <a:pt x="12668" y="40100"/>
                        <a:pt x="12097" y="38957"/>
                        <a:pt x="10763" y="38100"/>
                      </a:cubicBezTo>
                      <a:cubicBezTo>
                        <a:pt x="11049" y="37624"/>
                        <a:pt x="11335" y="37052"/>
                        <a:pt x="11621" y="36576"/>
                      </a:cubicBezTo>
                      <a:cubicBezTo>
                        <a:pt x="11906" y="36004"/>
                        <a:pt x="12383" y="35814"/>
                        <a:pt x="13049" y="35909"/>
                      </a:cubicBezTo>
                      <a:cubicBezTo>
                        <a:pt x="13716" y="36386"/>
                        <a:pt x="13907" y="37052"/>
                        <a:pt x="13430" y="38005"/>
                      </a:cubicBezTo>
                      <a:cubicBezTo>
                        <a:pt x="13049" y="38862"/>
                        <a:pt x="13430" y="39529"/>
                        <a:pt x="14383" y="39910"/>
                      </a:cubicBezTo>
                      <a:cubicBezTo>
                        <a:pt x="16002" y="38576"/>
                        <a:pt x="16764" y="37243"/>
                        <a:pt x="16764" y="35909"/>
                      </a:cubicBezTo>
                      <a:cubicBezTo>
                        <a:pt x="16764" y="35338"/>
                        <a:pt x="16478" y="34766"/>
                        <a:pt x="15907" y="34290"/>
                      </a:cubicBezTo>
                      <a:cubicBezTo>
                        <a:pt x="16574" y="34004"/>
                        <a:pt x="17431" y="33338"/>
                        <a:pt x="18479" y="32290"/>
                      </a:cubicBezTo>
                      <a:cubicBezTo>
                        <a:pt x="18193" y="31813"/>
                        <a:pt x="17812" y="31528"/>
                        <a:pt x="17335" y="31528"/>
                      </a:cubicBezTo>
                      <a:cubicBezTo>
                        <a:pt x="17145" y="31528"/>
                        <a:pt x="16764" y="31718"/>
                        <a:pt x="16002" y="32099"/>
                      </a:cubicBezTo>
                      <a:cubicBezTo>
                        <a:pt x="15335" y="32576"/>
                        <a:pt x="14859" y="32766"/>
                        <a:pt x="14478" y="32766"/>
                      </a:cubicBezTo>
                      <a:cubicBezTo>
                        <a:pt x="14478" y="32576"/>
                        <a:pt x="14668" y="32099"/>
                        <a:pt x="14954" y="31337"/>
                      </a:cubicBezTo>
                      <a:cubicBezTo>
                        <a:pt x="15240" y="30671"/>
                        <a:pt x="15335" y="30004"/>
                        <a:pt x="15335" y="29337"/>
                      </a:cubicBezTo>
                      <a:cubicBezTo>
                        <a:pt x="14764" y="29528"/>
                        <a:pt x="14383" y="29718"/>
                        <a:pt x="13907" y="29718"/>
                      </a:cubicBezTo>
                      <a:cubicBezTo>
                        <a:pt x="12954" y="29718"/>
                        <a:pt x="12001" y="29051"/>
                        <a:pt x="11049" y="27622"/>
                      </a:cubicBezTo>
                      <a:cubicBezTo>
                        <a:pt x="9716" y="25813"/>
                        <a:pt x="8763" y="24765"/>
                        <a:pt x="8382" y="24384"/>
                      </a:cubicBezTo>
                      <a:lnTo>
                        <a:pt x="8382" y="18288"/>
                      </a:lnTo>
                      <a:cubicBezTo>
                        <a:pt x="9239" y="17431"/>
                        <a:pt x="10192" y="15907"/>
                        <a:pt x="11335" y="13716"/>
                      </a:cubicBezTo>
                      <a:cubicBezTo>
                        <a:pt x="12478" y="11525"/>
                        <a:pt x="13335" y="10001"/>
                        <a:pt x="13716" y="9335"/>
                      </a:cubicBezTo>
                      <a:cubicBezTo>
                        <a:pt x="15335" y="8858"/>
                        <a:pt x="17145" y="7239"/>
                        <a:pt x="19241" y="4477"/>
                      </a:cubicBezTo>
                      <a:cubicBezTo>
                        <a:pt x="20764" y="2381"/>
                        <a:pt x="22765" y="1334"/>
                        <a:pt x="24955" y="1619"/>
                      </a:cubicBezTo>
                      <a:cubicBezTo>
                        <a:pt x="27051" y="476"/>
                        <a:pt x="29718" y="0"/>
                        <a:pt x="33242" y="191"/>
                      </a:cubicBezTo>
                      <a:cubicBezTo>
                        <a:pt x="37624" y="286"/>
                        <a:pt x="40576" y="191"/>
                        <a:pt x="41910" y="0"/>
                      </a:cubicBezTo>
                      <a:lnTo>
                        <a:pt x="59436" y="857"/>
                      </a:lnTo>
                      <a:cubicBezTo>
                        <a:pt x="62675" y="2572"/>
                        <a:pt x="64675" y="3715"/>
                        <a:pt x="65342" y="4382"/>
                      </a:cubicBezTo>
                      <a:cubicBezTo>
                        <a:pt x="67342" y="5810"/>
                        <a:pt x="68580" y="7715"/>
                        <a:pt x="69151" y="10001"/>
                      </a:cubicBezTo>
                      <a:cubicBezTo>
                        <a:pt x="69723" y="9716"/>
                        <a:pt x="70294" y="10001"/>
                        <a:pt x="70961" y="10382"/>
                      </a:cubicBezTo>
                      <a:cubicBezTo>
                        <a:pt x="71533" y="10859"/>
                        <a:pt x="72104" y="11525"/>
                        <a:pt x="72581" y="12097"/>
                      </a:cubicBezTo>
                      <a:cubicBezTo>
                        <a:pt x="71057" y="12097"/>
                        <a:pt x="70199" y="12383"/>
                        <a:pt x="70199" y="13049"/>
                      </a:cubicBezTo>
                      <a:cubicBezTo>
                        <a:pt x="70199" y="13335"/>
                        <a:pt x="70485" y="13811"/>
                        <a:pt x="70866" y="14478"/>
                      </a:cubicBezTo>
                      <a:cubicBezTo>
                        <a:pt x="71247" y="15240"/>
                        <a:pt x="71533" y="15812"/>
                        <a:pt x="71533" y="16288"/>
                      </a:cubicBezTo>
                      <a:cubicBezTo>
                        <a:pt x="71533" y="16764"/>
                        <a:pt x="71247" y="17240"/>
                        <a:pt x="70580" y="17812"/>
                      </a:cubicBezTo>
                      <a:cubicBezTo>
                        <a:pt x="70009" y="17526"/>
                        <a:pt x="69437" y="17431"/>
                        <a:pt x="69247" y="17431"/>
                      </a:cubicBezTo>
                      <a:cubicBezTo>
                        <a:pt x="68485" y="17431"/>
                        <a:pt x="68104" y="18288"/>
                        <a:pt x="68008" y="19812"/>
                      </a:cubicBezTo>
                      <a:cubicBezTo>
                        <a:pt x="67818" y="21336"/>
                        <a:pt x="67437" y="22288"/>
                        <a:pt x="66961" y="22574"/>
                      </a:cubicBezTo>
                      <a:cubicBezTo>
                        <a:pt x="66389" y="22860"/>
                        <a:pt x="65437" y="24194"/>
                        <a:pt x="63913" y="26575"/>
                      </a:cubicBezTo>
                      <a:cubicBezTo>
                        <a:pt x="62484" y="28956"/>
                        <a:pt x="61246" y="30099"/>
                        <a:pt x="60198" y="30099"/>
                      </a:cubicBezTo>
                      <a:cubicBezTo>
                        <a:pt x="59245" y="30099"/>
                        <a:pt x="58198" y="29337"/>
                        <a:pt x="57055" y="27813"/>
                      </a:cubicBezTo>
                      <a:cubicBezTo>
                        <a:pt x="54292" y="23908"/>
                        <a:pt x="51244" y="21336"/>
                        <a:pt x="48101" y="20193"/>
                      </a:cubicBezTo>
                      <a:lnTo>
                        <a:pt x="46672" y="17907"/>
                      </a:lnTo>
                      <a:cubicBezTo>
                        <a:pt x="43625" y="18383"/>
                        <a:pt x="40576" y="18764"/>
                        <a:pt x="37529" y="19145"/>
                      </a:cubicBezTo>
                      <a:cubicBezTo>
                        <a:pt x="34100" y="19907"/>
                        <a:pt x="31623" y="21717"/>
                        <a:pt x="30004" y="24765"/>
                      </a:cubicBezTo>
                      <a:cubicBezTo>
                        <a:pt x="29528" y="27622"/>
                        <a:pt x="30194" y="29909"/>
                        <a:pt x="31813" y="31623"/>
                      </a:cubicBezTo>
                      <a:cubicBezTo>
                        <a:pt x="32766" y="32766"/>
                        <a:pt x="34671" y="33909"/>
                        <a:pt x="37338" y="35243"/>
                      </a:cubicBezTo>
                      <a:cubicBezTo>
                        <a:pt x="40005" y="36576"/>
                        <a:pt x="41910" y="37814"/>
                        <a:pt x="43053" y="38862"/>
                      </a:cubicBezTo>
                      <a:lnTo>
                        <a:pt x="47530" y="38862"/>
                      </a:lnTo>
                      <a:cubicBezTo>
                        <a:pt x="49340" y="40481"/>
                        <a:pt x="52197" y="42577"/>
                        <a:pt x="56007" y="44768"/>
                      </a:cubicBezTo>
                      <a:cubicBezTo>
                        <a:pt x="56769" y="44387"/>
                        <a:pt x="57436" y="44291"/>
                        <a:pt x="58007" y="44291"/>
                      </a:cubicBezTo>
                      <a:cubicBezTo>
                        <a:pt x="59150" y="44291"/>
                        <a:pt x="60389" y="44863"/>
                        <a:pt x="62008" y="46196"/>
                      </a:cubicBezTo>
                      <a:cubicBezTo>
                        <a:pt x="63532" y="47435"/>
                        <a:pt x="64770" y="48101"/>
                        <a:pt x="65627" y="48292"/>
                      </a:cubicBezTo>
                      <a:cubicBezTo>
                        <a:pt x="65437" y="48387"/>
                        <a:pt x="65437" y="48673"/>
                        <a:pt x="65437" y="48863"/>
                      </a:cubicBezTo>
                      <a:cubicBezTo>
                        <a:pt x="65437" y="49530"/>
                        <a:pt x="65818" y="50197"/>
                        <a:pt x="66580" y="51149"/>
                      </a:cubicBezTo>
                      <a:cubicBezTo>
                        <a:pt x="67437" y="52007"/>
                        <a:pt x="68199" y="52483"/>
                        <a:pt x="69342" y="52483"/>
                      </a:cubicBezTo>
                      <a:lnTo>
                        <a:pt x="71247" y="52483"/>
                      </a:lnTo>
                      <a:close/>
                      <a:moveTo>
                        <a:pt x="9525" y="30194"/>
                      </a:moveTo>
                      <a:lnTo>
                        <a:pt x="8382" y="27908"/>
                      </a:lnTo>
                      <a:lnTo>
                        <a:pt x="10382" y="29337"/>
                      </a:lnTo>
                      <a:lnTo>
                        <a:pt x="9525" y="30194"/>
                      </a:lnTo>
                      <a:close/>
                      <a:moveTo>
                        <a:pt x="9525" y="35814"/>
                      </a:moveTo>
                      <a:lnTo>
                        <a:pt x="8954" y="34957"/>
                      </a:lnTo>
                      <a:cubicBezTo>
                        <a:pt x="9430" y="34957"/>
                        <a:pt x="10096" y="34671"/>
                        <a:pt x="10763" y="34195"/>
                      </a:cubicBezTo>
                      <a:cubicBezTo>
                        <a:pt x="11525" y="33623"/>
                        <a:pt x="11906" y="33338"/>
                        <a:pt x="12001" y="33338"/>
                      </a:cubicBezTo>
                      <a:cubicBezTo>
                        <a:pt x="12287" y="33338"/>
                        <a:pt x="12383" y="33433"/>
                        <a:pt x="12383" y="33719"/>
                      </a:cubicBezTo>
                      <a:cubicBezTo>
                        <a:pt x="12001" y="34195"/>
                        <a:pt x="11621" y="34671"/>
                        <a:pt x="11144" y="35147"/>
                      </a:cubicBezTo>
                      <a:cubicBezTo>
                        <a:pt x="10573" y="35624"/>
                        <a:pt x="10096" y="35814"/>
                        <a:pt x="9525" y="35814"/>
                      </a:cubicBezTo>
                      <a:close/>
                      <a:moveTo>
                        <a:pt x="10382" y="25908"/>
                      </a:moveTo>
                      <a:lnTo>
                        <a:pt x="12383" y="25908"/>
                      </a:lnTo>
                      <a:cubicBezTo>
                        <a:pt x="12001" y="25051"/>
                        <a:pt x="11906" y="24575"/>
                        <a:pt x="11906" y="24289"/>
                      </a:cubicBezTo>
                      <a:lnTo>
                        <a:pt x="10382" y="25908"/>
                      </a:lnTo>
                      <a:close/>
                      <a:moveTo>
                        <a:pt x="10858" y="38005"/>
                      </a:moveTo>
                      <a:cubicBezTo>
                        <a:pt x="10858" y="38005"/>
                        <a:pt x="10478" y="38195"/>
                        <a:pt x="10382" y="37814"/>
                      </a:cubicBezTo>
                      <a:lnTo>
                        <a:pt x="10763" y="37814"/>
                      </a:lnTo>
                      <a:cubicBezTo>
                        <a:pt x="10763" y="37814"/>
                        <a:pt x="10763" y="38005"/>
                        <a:pt x="10954" y="38005"/>
                      </a:cubicBezTo>
                      <a:close/>
                      <a:moveTo>
                        <a:pt x="44672" y="70771"/>
                      </a:moveTo>
                      <a:lnTo>
                        <a:pt x="44672" y="71914"/>
                      </a:lnTo>
                      <a:lnTo>
                        <a:pt x="39529" y="72866"/>
                      </a:lnTo>
                      <a:cubicBezTo>
                        <a:pt x="39814" y="72200"/>
                        <a:pt x="40481" y="71628"/>
                        <a:pt x="41529" y="71438"/>
                      </a:cubicBezTo>
                      <a:cubicBezTo>
                        <a:pt x="42672" y="71152"/>
                        <a:pt x="43625" y="70961"/>
                        <a:pt x="44672" y="70866"/>
                      </a:cubicBezTo>
                      <a:close/>
                      <a:moveTo>
                        <a:pt x="46006" y="102394"/>
                      </a:moveTo>
                      <a:cubicBezTo>
                        <a:pt x="46006" y="102394"/>
                        <a:pt x="46577" y="103727"/>
                        <a:pt x="46577" y="105823"/>
                      </a:cubicBezTo>
                      <a:lnTo>
                        <a:pt x="44577" y="105823"/>
                      </a:lnTo>
                      <a:lnTo>
                        <a:pt x="45910" y="102394"/>
                      </a:lnTo>
                      <a:close/>
                      <a:moveTo>
                        <a:pt x="48006" y="99251"/>
                      </a:moveTo>
                      <a:lnTo>
                        <a:pt x="48006" y="97822"/>
                      </a:lnTo>
                      <a:lnTo>
                        <a:pt x="50006" y="97822"/>
                      </a:lnTo>
                      <a:lnTo>
                        <a:pt x="50006" y="99251"/>
                      </a:lnTo>
                      <a:lnTo>
                        <a:pt x="48006" y="99251"/>
                      </a:lnTo>
                      <a:close/>
                      <a:moveTo>
                        <a:pt x="54959" y="66485"/>
                      </a:moveTo>
                      <a:cubicBezTo>
                        <a:pt x="55245" y="65342"/>
                        <a:pt x="54959" y="64199"/>
                        <a:pt x="54483" y="62865"/>
                      </a:cubicBezTo>
                      <a:lnTo>
                        <a:pt x="52292" y="66485"/>
                      </a:lnTo>
                      <a:lnTo>
                        <a:pt x="54959" y="66485"/>
                      </a:lnTo>
                      <a:close/>
                      <a:moveTo>
                        <a:pt x="56959" y="58198"/>
                      </a:moveTo>
                      <a:cubicBezTo>
                        <a:pt x="57245" y="59341"/>
                        <a:pt x="59150" y="60293"/>
                        <a:pt x="62770" y="60865"/>
                      </a:cubicBezTo>
                      <a:lnTo>
                        <a:pt x="56959" y="58198"/>
                      </a:lnTo>
                      <a:close/>
                      <a:moveTo>
                        <a:pt x="62770" y="109442"/>
                      </a:moveTo>
                      <a:cubicBezTo>
                        <a:pt x="62770" y="109442"/>
                        <a:pt x="62484" y="110395"/>
                        <a:pt x="62389" y="110680"/>
                      </a:cubicBezTo>
                      <a:cubicBezTo>
                        <a:pt x="61817" y="111633"/>
                        <a:pt x="61150" y="112109"/>
                        <a:pt x="60389" y="111919"/>
                      </a:cubicBezTo>
                      <a:cubicBezTo>
                        <a:pt x="59341" y="111919"/>
                        <a:pt x="58674" y="111728"/>
                        <a:pt x="58483" y="111347"/>
                      </a:cubicBezTo>
                      <a:lnTo>
                        <a:pt x="62770" y="109347"/>
                      </a:lnTo>
                      <a:close/>
                      <a:moveTo>
                        <a:pt x="61246" y="97917"/>
                      </a:moveTo>
                      <a:cubicBezTo>
                        <a:pt x="61532" y="98488"/>
                        <a:pt x="62198" y="98774"/>
                        <a:pt x="63436" y="98774"/>
                      </a:cubicBezTo>
                      <a:lnTo>
                        <a:pt x="59817" y="99251"/>
                      </a:lnTo>
                      <a:lnTo>
                        <a:pt x="61246" y="97822"/>
                      </a:lnTo>
                      <a:close/>
                      <a:moveTo>
                        <a:pt x="63436" y="65818"/>
                      </a:moveTo>
                      <a:cubicBezTo>
                        <a:pt x="64770" y="66199"/>
                        <a:pt x="65913" y="65818"/>
                        <a:pt x="66866" y="64389"/>
                      </a:cubicBezTo>
                      <a:cubicBezTo>
                        <a:pt x="66389" y="63818"/>
                        <a:pt x="65627" y="63627"/>
                        <a:pt x="64580" y="63818"/>
                      </a:cubicBezTo>
                      <a:cubicBezTo>
                        <a:pt x="63436" y="64103"/>
                        <a:pt x="63151" y="64675"/>
                        <a:pt x="63436" y="65722"/>
                      </a:cubicBezTo>
                      <a:close/>
                      <a:moveTo>
                        <a:pt x="66866" y="88963"/>
                      </a:moveTo>
                      <a:cubicBezTo>
                        <a:pt x="66580" y="87821"/>
                        <a:pt x="66961" y="87059"/>
                        <a:pt x="68104" y="86773"/>
                      </a:cubicBezTo>
                      <a:cubicBezTo>
                        <a:pt x="67627" y="86963"/>
                        <a:pt x="68485" y="86963"/>
                        <a:pt x="70485" y="86963"/>
                      </a:cubicBezTo>
                      <a:cubicBezTo>
                        <a:pt x="70390" y="86963"/>
                        <a:pt x="70009" y="87344"/>
                        <a:pt x="69342" y="88011"/>
                      </a:cubicBezTo>
                      <a:cubicBezTo>
                        <a:pt x="68675" y="88678"/>
                        <a:pt x="68008" y="89059"/>
                        <a:pt x="67627" y="89059"/>
                      </a:cubicBezTo>
                      <a:cubicBezTo>
                        <a:pt x="67342" y="89059"/>
                        <a:pt x="67056" y="89059"/>
                        <a:pt x="66770" y="88868"/>
                      </a:cubicBezTo>
                      <a:close/>
                      <a:moveTo>
                        <a:pt x="69151" y="54864"/>
                      </a:moveTo>
                      <a:cubicBezTo>
                        <a:pt x="68770" y="54197"/>
                        <a:pt x="68294" y="53912"/>
                        <a:pt x="67723" y="54197"/>
                      </a:cubicBezTo>
                      <a:cubicBezTo>
                        <a:pt x="67056" y="54388"/>
                        <a:pt x="66866" y="54864"/>
                        <a:pt x="66866" y="55436"/>
                      </a:cubicBezTo>
                      <a:lnTo>
                        <a:pt x="69151" y="55912"/>
                      </a:lnTo>
                      <a:lnTo>
                        <a:pt x="69151" y="54864"/>
                      </a:lnTo>
                      <a:close/>
                      <a:moveTo>
                        <a:pt x="68580" y="74009"/>
                      </a:moveTo>
                      <a:cubicBezTo>
                        <a:pt x="69818" y="72962"/>
                        <a:pt x="70580" y="72390"/>
                        <a:pt x="70580" y="72200"/>
                      </a:cubicBezTo>
                      <a:cubicBezTo>
                        <a:pt x="70580" y="71723"/>
                        <a:pt x="70104" y="71247"/>
                        <a:pt x="69247" y="70866"/>
                      </a:cubicBezTo>
                      <a:lnTo>
                        <a:pt x="68675" y="73914"/>
                      </a:lnTo>
                      <a:cubicBezTo>
                        <a:pt x="68199" y="74486"/>
                        <a:pt x="68104" y="75057"/>
                        <a:pt x="68580" y="75533"/>
                      </a:cubicBezTo>
                      <a:lnTo>
                        <a:pt x="68580" y="73914"/>
                      </a:lnTo>
                      <a:close/>
                      <a:moveTo>
                        <a:pt x="73628" y="60484"/>
                      </a:moveTo>
                      <a:cubicBezTo>
                        <a:pt x="73914" y="59246"/>
                        <a:pt x="74200" y="58769"/>
                        <a:pt x="74200" y="58865"/>
                      </a:cubicBezTo>
                      <a:cubicBezTo>
                        <a:pt x="74009" y="58579"/>
                        <a:pt x="73057" y="58388"/>
                        <a:pt x="71247" y="58388"/>
                      </a:cubicBezTo>
                      <a:lnTo>
                        <a:pt x="73628" y="60484"/>
                      </a:lnTo>
                      <a:close/>
                      <a:moveTo>
                        <a:pt x="80772" y="72962"/>
                      </a:moveTo>
                      <a:lnTo>
                        <a:pt x="83153" y="74390"/>
                      </a:lnTo>
                      <a:lnTo>
                        <a:pt x="78295" y="74962"/>
                      </a:lnTo>
                      <a:lnTo>
                        <a:pt x="80772" y="72962"/>
                      </a:lnTo>
                      <a:close/>
                      <a:moveTo>
                        <a:pt x="81248" y="85535"/>
                      </a:moveTo>
                      <a:cubicBezTo>
                        <a:pt x="81248" y="85535"/>
                        <a:pt x="82486" y="86106"/>
                        <a:pt x="84106" y="86106"/>
                      </a:cubicBezTo>
                      <a:lnTo>
                        <a:pt x="81248" y="88487"/>
                      </a:lnTo>
                      <a:lnTo>
                        <a:pt x="81248" y="85535"/>
                      </a:lnTo>
                      <a:close/>
                      <a:moveTo>
                        <a:pt x="82677" y="107252"/>
                      </a:moveTo>
                      <a:cubicBezTo>
                        <a:pt x="82677" y="107252"/>
                        <a:pt x="82772" y="106775"/>
                        <a:pt x="83058" y="106490"/>
                      </a:cubicBezTo>
                      <a:lnTo>
                        <a:pt x="82677" y="107252"/>
                      </a:lnTo>
                      <a:close/>
                      <a:moveTo>
                        <a:pt x="83058" y="106490"/>
                      </a:moveTo>
                      <a:lnTo>
                        <a:pt x="84201" y="105061"/>
                      </a:lnTo>
                      <a:lnTo>
                        <a:pt x="84677" y="106013"/>
                      </a:lnTo>
                      <a:cubicBezTo>
                        <a:pt x="84677" y="106013"/>
                        <a:pt x="83725" y="106204"/>
                        <a:pt x="83058" y="106585"/>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 name="Google Shape;1080;p99"/>
                <p:cNvSpPr/>
                <p:nvPr/>
              </p:nvSpPr>
              <p:spPr>
                <a:xfrm>
                  <a:off x="4580190" y="4902612"/>
                  <a:ext cx="84486" cy="111960"/>
                </a:xfrm>
                <a:custGeom>
                  <a:avLst/>
                  <a:gdLst/>
                  <a:ahLst/>
                  <a:cxnLst/>
                  <a:rect l="l" t="t" r="r" b="b"/>
                  <a:pathLst>
                    <a:path w="84486" h="111960" extrusionOk="0">
                      <a:moveTo>
                        <a:pt x="71247" y="51911"/>
                      </a:moveTo>
                      <a:cubicBezTo>
                        <a:pt x="71533" y="52959"/>
                        <a:pt x="72676" y="54769"/>
                        <a:pt x="74486" y="57531"/>
                      </a:cubicBezTo>
                      <a:cubicBezTo>
                        <a:pt x="75724" y="59817"/>
                        <a:pt x="76391" y="61722"/>
                        <a:pt x="76391" y="63341"/>
                      </a:cubicBezTo>
                      <a:cubicBezTo>
                        <a:pt x="76391" y="64579"/>
                        <a:pt x="76105" y="65913"/>
                        <a:pt x="75533" y="67342"/>
                      </a:cubicBezTo>
                      <a:cubicBezTo>
                        <a:pt x="75914" y="68866"/>
                        <a:pt x="76200" y="70676"/>
                        <a:pt x="76200" y="72580"/>
                      </a:cubicBezTo>
                      <a:cubicBezTo>
                        <a:pt x="76200" y="77343"/>
                        <a:pt x="75057" y="80772"/>
                        <a:pt x="72581" y="82677"/>
                      </a:cubicBezTo>
                      <a:cubicBezTo>
                        <a:pt x="72866" y="82201"/>
                        <a:pt x="72866" y="81725"/>
                        <a:pt x="72866" y="81248"/>
                      </a:cubicBezTo>
                      <a:cubicBezTo>
                        <a:pt x="72866" y="79343"/>
                        <a:pt x="71819" y="78391"/>
                        <a:pt x="69723" y="78391"/>
                      </a:cubicBezTo>
                      <a:cubicBezTo>
                        <a:pt x="68771" y="78391"/>
                        <a:pt x="67818" y="78677"/>
                        <a:pt x="67056" y="79153"/>
                      </a:cubicBezTo>
                      <a:lnTo>
                        <a:pt x="68485" y="80582"/>
                      </a:lnTo>
                      <a:cubicBezTo>
                        <a:pt x="67913" y="80201"/>
                        <a:pt x="67437" y="80105"/>
                        <a:pt x="66866" y="80105"/>
                      </a:cubicBezTo>
                      <a:cubicBezTo>
                        <a:pt x="66008" y="80105"/>
                        <a:pt x="65246" y="80772"/>
                        <a:pt x="64484" y="82201"/>
                      </a:cubicBezTo>
                      <a:cubicBezTo>
                        <a:pt x="63722" y="83534"/>
                        <a:pt x="62865" y="84963"/>
                        <a:pt x="62199" y="86201"/>
                      </a:cubicBezTo>
                      <a:lnTo>
                        <a:pt x="62865" y="87154"/>
                      </a:lnTo>
                      <a:cubicBezTo>
                        <a:pt x="62008" y="86868"/>
                        <a:pt x="60865" y="87154"/>
                        <a:pt x="59531" y="87630"/>
                      </a:cubicBezTo>
                      <a:lnTo>
                        <a:pt x="59531" y="89059"/>
                      </a:lnTo>
                      <a:cubicBezTo>
                        <a:pt x="59055" y="88678"/>
                        <a:pt x="58484" y="88297"/>
                        <a:pt x="57912" y="87916"/>
                      </a:cubicBezTo>
                      <a:cubicBezTo>
                        <a:pt x="57341" y="87440"/>
                        <a:pt x="56674" y="87440"/>
                        <a:pt x="56102" y="87630"/>
                      </a:cubicBezTo>
                      <a:cubicBezTo>
                        <a:pt x="56864" y="88963"/>
                        <a:pt x="58198" y="91630"/>
                        <a:pt x="60008" y="95536"/>
                      </a:cubicBezTo>
                      <a:cubicBezTo>
                        <a:pt x="53721" y="96107"/>
                        <a:pt x="48483" y="96298"/>
                        <a:pt x="44101" y="96298"/>
                      </a:cubicBezTo>
                      <a:cubicBezTo>
                        <a:pt x="39719" y="96298"/>
                        <a:pt x="34576" y="96107"/>
                        <a:pt x="28670" y="95536"/>
                      </a:cubicBezTo>
                      <a:cubicBezTo>
                        <a:pt x="28670" y="94583"/>
                        <a:pt x="28004" y="93917"/>
                        <a:pt x="26766" y="93440"/>
                      </a:cubicBezTo>
                      <a:cubicBezTo>
                        <a:pt x="25527" y="92964"/>
                        <a:pt x="24860" y="92393"/>
                        <a:pt x="24860" y="91630"/>
                      </a:cubicBezTo>
                      <a:cubicBezTo>
                        <a:pt x="24860" y="91345"/>
                        <a:pt x="24956" y="91059"/>
                        <a:pt x="25146" y="90488"/>
                      </a:cubicBezTo>
                      <a:cubicBezTo>
                        <a:pt x="24003" y="91059"/>
                        <a:pt x="22765" y="91440"/>
                        <a:pt x="21527" y="91440"/>
                      </a:cubicBezTo>
                      <a:cubicBezTo>
                        <a:pt x="19336" y="91440"/>
                        <a:pt x="14669" y="89726"/>
                        <a:pt x="7525" y="86201"/>
                      </a:cubicBezTo>
                      <a:lnTo>
                        <a:pt x="6287" y="82772"/>
                      </a:lnTo>
                      <a:lnTo>
                        <a:pt x="4191" y="83534"/>
                      </a:lnTo>
                      <a:lnTo>
                        <a:pt x="0" y="71057"/>
                      </a:lnTo>
                      <a:cubicBezTo>
                        <a:pt x="1524" y="69533"/>
                        <a:pt x="6382" y="65056"/>
                        <a:pt x="14669" y="57531"/>
                      </a:cubicBezTo>
                      <a:cubicBezTo>
                        <a:pt x="15716" y="57531"/>
                        <a:pt x="16669" y="57912"/>
                        <a:pt x="17336" y="59150"/>
                      </a:cubicBezTo>
                      <a:cubicBezTo>
                        <a:pt x="18193" y="60770"/>
                        <a:pt x="18860" y="61722"/>
                        <a:pt x="19526" y="62008"/>
                      </a:cubicBezTo>
                      <a:cubicBezTo>
                        <a:pt x="19717" y="63437"/>
                        <a:pt x="21812" y="67342"/>
                        <a:pt x="25622" y="73533"/>
                      </a:cubicBezTo>
                      <a:cubicBezTo>
                        <a:pt x="26575" y="73152"/>
                        <a:pt x="27432" y="72962"/>
                        <a:pt x="28194" y="72962"/>
                      </a:cubicBezTo>
                      <a:cubicBezTo>
                        <a:pt x="29242" y="72962"/>
                        <a:pt x="30480" y="73628"/>
                        <a:pt x="31814" y="75057"/>
                      </a:cubicBezTo>
                      <a:cubicBezTo>
                        <a:pt x="33052" y="76486"/>
                        <a:pt x="34290" y="77153"/>
                        <a:pt x="35243" y="77153"/>
                      </a:cubicBezTo>
                      <a:cubicBezTo>
                        <a:pt x="35719" y="77153"/>
                        <a:pt x="36291" y="76962"/>
                        <a:pt x="36957" y="76676"/>
                      </a:cubicBezTo>
                      <a:cubicBezTo>
                        <a:pt x="36576" y="77343"/>
                        <a:pt x="36957" y="78200"/>
                        <a:pt x="38386" y="79153"/>
                      </a:cubicBezTo>
                      <a:cubicBezTo>
                        <a:pt x="38767" y="75914"/>
                        <a:pt x="41339" y="74009"/>
                        <a:pt x="46101" y="73533"/>
                      </a:cubicBezTo>
                      <a:lnTo>
                        <a:pt x="48959" y="73533"/>
                      </a:lnTo>
                      <a:cubicBezTo>
                        <a:pt x="48673" y="74104"/>
                        <a:pt x="48959" y="74581"/>
                        <a:pt x="49530" y="74962"/>
                      </a:cubicBezTo>
                      <a:cubicBezTo>
                        <a:pt x="50387" y="74390"/>
                        <a:pt x="50864" y="73533"/>
                        <a:pt x="50864" y="72580"/>
                      </a:cubicBezTo>
                      <a:cubicBezTo>
                        <a:pt x="50864" y="72200"/>
                        <a:pt x="50768" y="71628"/>
                        <a:pt x="50578" y="70961"/>
                      </a:cubicBezTo>
                      <a:cubicBezTo>
                        <a:pt x="50387" y="70295"/>
                        <a:pt x="50197" y="69723"/>
                        <a:pt x="50197" y="69342"/>
                      </a:cubicBezTo>
                      <a:cubicBezTo>
                        <a:pt x="50197" y="68485"/>
                        <a:pt x="50578" y="67818"/>
                        <a:pt x="51054" y="67342"/>
                      </a:cubicBezTo>
                      <a:cubicBezTo>
                        <a:pt x="51435" y="66199"/>
                        <a:pt x="50387" y="64199"/>
                        <a:pt x="47625" y="61055"/>
                      </a:cubicBezTo>
                      <a:cubicBezTo>
                        <a:pt x="46768" y="61436"/>
                        <a:pt x="46101" y="61627"/>
                        <a:pt x="45434" y="61627"/>
                      </a:cubicBezTo>
                      <a:cubicBezTo>
                        <a:pt x="44291" y="61627"/>
                        <a:pt x="43339" y="60674"/>
                        <a:pt x="42386" y="58769"/>
                      </a:cubicBezTo>
                      <a:cubicBezTo>
                        <a:pt x="41434" y="56960"/>
                        <a:pt x="40386" y="56007"/>
                        <a:pt x="39529" y="56007"/>
                      </a:cubicBezTo>
                      <a:cubicBezTo>
                        <a:pt x="38767" y="56007"/>
                        <a:pt x="38005" y="56388"/>
                        <a:pt x="37052" y="56960"/>
                      </a:cubicBezTo>
                      <a:cubicBezTo>
                        <a:pt x="35909" y="55721"/>
                        <a:pt x="33909" y="54864"/>
                        <a:pt x="31242" y="54197"/>
                      </a:cubicBezTo>
                      <a:lnTo>
                        <a:pt x="24479" y="52578"/>
                      </a:lnTo>
                      <a:cubicBezTo>
                        <a:pt x="23717" y="50387"/>
                        <a:pt x="22003" y="49149"/>
                        <a:pt x="19526" y="48768"/>
                      </a:cubicBezTo>
                      <a:cubicBezTo>
                        <a:pt x="16478" y="48387"/>
                        <a:pt x="14669" y="47530"/>
                        <a:pt x="13907" y="46482"/>
                      </a:cubicBezTo>
                      <a:lnTo>
                        <a:pt x="12478" y="47911"/>
                      </a:lnTo>
                      <a:cubicBezTo>
                        <a:pt x="12478" y="47911"/>
                        <a:pt x="12287" y="47149"/>
                        <a:pt x="12287" y="46672"/>
                      </a:cubicBezTo>
                      <a:cubicBezTo>
                        <a:pt x="12287" y="46196"/>
                        <a:pt x="12287" y="45434"/>
                        <a:pt x="12573" y="44291"/>
                      </a:cubicBezTo>
                      <a:cubicBezTo>
                        <a:pt x="12764" y="43244"/>
                        <a:pt x="12859" y="42291"/>
                        <a:pt x="12859" y="41720"/>
                      </a:cubicBezTo>
                      <a:cubicBezTo>
                        <a:pt x="12859" y="40100"/>
                        <a:pt x="12287" y="38957"/>
                        <a:pt x="11049" y="38100"/>
                      </a:cubicBezTo>
                      <a:cubicBezTo>
                        <a:pt x="11335" y="37624"/>
                        <a:pt x="11621" y="37052"/>
                        <a:pt x="11906" y="36576"/>
                      </a:cubicBezTo>
                      <a:cubicBezTo>
                        <a:pt x="12192" y="36004"/>
                        <a:pt x="12668" y="35814"/>
                        <a:pt x="13335" y="35909"/>
                      </a:cubicBezTo>
                      <a:cubicBezTo>
                        <a:pt x="14002" y="36386"/>
                        <a:pt x="14192" y="37052"/>
                        <a:pt x="13716" y="38005"/>
                      </a:cubicBezTo>
                      <a:cubicBezTo>
                        <a:pt x="13335" y="38862"/>
                        <a:pt x="13716" y="39529"/>
                        <a:pt x="14669" y="39910"/>
                      </a:cubicBezTo>
                      <a:cubicBezTo>
                        <a:pt x="16193" y="38576"/>
                        <a:pt x="17050" y="37243"/>
                        <a:pt x="17050" y="35909"/>
                      </a:cubicBezTo>
                      <a:cubicBezTo>
                        <a:pt x="17050" y="35338"/>
                        <a:pt x="16764" y="34766"/>
                        <a:pt x="16097" y="34290"/>
                      </a:cubicBezTo>
                      <a:cubicBezTo>
                        <a:pt x="16859" y="34004"/>
                        <a:pt x="17621" y="33338"/>
                        <a:pt x="18574" y="32290"/>
                      </a:cubicBezTo>
                      <a:cubicBezTo>
                        <a:pt x="18288" y="31813"/>
                        <a:pt x="18002" y="31528"/>
                        <a:pt x="17431" y="31528"/>
                      </a:cubicBezTo>
                      <a:cubicBezTo>
                        <a:pt x="17241" y="31528"/>
                        <a:pt x="16764" y="31718"/>
                        <a:pt x="16097" y="32099"/>
                      </a:cubicBezTo>
                      <a:cubicBezTo>
                        <a:pt x="15431" y="32576"/>
                        <a:pt x="14954" y="32766"/>
                        <a:pt x="14574" y="32766"/>
                      </a:cubicBezTo>
                      <a:cubicBezTo>
                        <a:pt x="14574" y="32576"/>
                        <a:pt x="14669" y="32099"/>
                        <a:pt x="15050" y="31337"/>
                      </a:cubicBezTo>
                      <a:cubicBezTo>
                        <a:pt x="15335" y="30671"/>
                        <a:pt x="15526" y="30004"/>
                        <a:pt x="15526" y="29337"/>
                      </a:cubicBezTo>
                      <a:cubicBezTo>
                        <a:pt x="15050" y="29528"/>
                        <a:pt x="14478" y="29718"/>
                        <a:pt x="14097" y="29718"/>
                      </a:cubicBezTo>
                      <a:cubicBezTo>
                        <a:pt x="13145" y="29718"/>
                        <a:pt x="12097" y="29051"/>
                        <a:pt x="11144" y="27622"/>
                      </a:cubicBezTo>
                      <a:cubicBezTo>
                        <a:pt x="9906" y="25813"/>
                        <a:pt x="8954" y="24765"/>
                        <a:pt x="8477" y="24384"/>
                      </a:cubicBezTo>
                      <a:lnTo>
                        <a:pt x="8477" y="18288"/>
                      </a:lnTo>
                      <a:cubicBezTo>
                        <a:pt x="9335" y="17431"/>
                        <a:pt x="10383" y="15907"/>
                        <a:pt x="11430" y="13716"/>
                      </a:cubicBezTo>
                      <a:cubicBezTo>
                        <a:pt x="12573" y="11525"/>
                        <a:pt x="13335" y="10001"/>
                        <a:pt x="13907" y="9335"/>
                      </a:cubicBezTo>
                      <a:cubicBezTo>
                        <a:pt x="15431" y="8858"/>
                        <a:pt x="17241" y="7239"/>
                        <a:pt x="19336" y="4477"/>
                      </a:cubicBezTo>
                      <a:cubicBezTo>
                        <a:pt x="20860" y="2381"/>
                        <a:pt x="22765" y="1334"/>
                        <a:pt x="25146" y="1619"/>
                      </a:cubicBezTo>
                      <a:cubicBezTo>
                        <a:pt x="27146" y="476"/>
                        <a:pt x="29909" y="0"/>
                        <a:pt x="33338" y="191"/>
                      </a:cubicBezTo>
                      <a:cubicBezTo>
                        <a:pt x="37814" y="286"/>
                        <a:pt x="40672" y="191"/>
                        <a:pt x="42005" y="0"/>
                      </a:cubicBezTo>
                      <a:lnTo>
                        <a:pt x="59531" y="857"/>
                      </a:lnTo>
                      <a:cubicBezTo>
                        <a:pt x="62770" y="2572"/>
                        <a:pt x="64770" y="3715"/>
                        <a:pt x="65437" y="4382"/>
                      </a:cubicBezTo>
                      <a:cubicBezTo>
                        <a:pt x="67437" y="5810"/>
                        <a:pt x="68580" y="7715"/>
                        <a:pt x="69152" y="10001"/>
                      </a:cubicBezTo>
                      <a:cubicBezTo>
                        <a:pt x="69723" y="9716"/>
                        <a:pt x="70390" y="10001"/>
                        <a:pt x="70866" y="10382"/>
                      </a:cubicBezTo>
                      <a:cubicBezTo>
                        <a:pt x="71533" y="10859"/>
                        <a:pt x="72009" y="11525"/>
                        <a:pt x="72485" y="12097"/>
                      </a:cubicBezTo>
                      <a:cubicBezTo>
                        <a:pt x="70961" y="12097"/>
                        <a:pt x="70104" y="12383"/>
                        <a:pt x="70104" y="13049"/>
                      </a:cubicBezTo>
                      <a:cubicBezTo>
                        <a:pt x="70104" y="13335"/>
                        <a:pt x="70390" y="13811"/>
                        <a:pt x="70771" y="14478"/>
                      </a:cubicBezTo>
                      <a:cubicBezTo>
                        <a:pt x="71152" y="15240"/>
                        <a:pt x="71342" y="15812"/>
                        <a:pt x="71342" y="16288"/>
                      </a:cubicBezTo>
                      <a:cubicBezTo>
                        <a:pt x="71342" y="16764"/>
                        <a:pt x="71057" y="17240"/>
                        <a:pt x="70485" y="17812"/>
                      </a:cubicBezTo>
                      <a:cubicBezTo>
                        <a:pt x="69914" y="17526"/>
                        <a:pt x="69342" y="17431"/>
                        <a:pt x="69056" y="17431"/>
                      </a:cubicBezTo>
                      <a:cubicBezTo>
                        <a:pt x="68294" y="17431"/>
                        <a:pt x="67913" y="18288"/>
                        <a:pt x="67723" y="19812"/>
                      </a:cubicBezTo>
                      <a:cubicBezTo>
                        <a:pt x="67723" y="21336"/>
                        <a:pt x="67342" y="22288"/>
                        <a:pt x="66770" y="22574"/>
                      </a:cubicBezTo>
                      <a:cubicBezTo>
                        <a:pt x="66199" y="22860"/>
                        <a:pt x="65246" y="24194"/>
                        <a:pt x="63722" y="26575"/>
                      </a:cubicBezTo>
                      <a:cubicBezTo>
                        <a:pt x="62294" y="28956"/>
                        <a:pt x="60960" y="30099"/>
                        <a:pt x="60008" y="30099"/>
                      </a:cubicBezTo>
                      <a:cubicBezTo>
                        <a:pt x="59055" y="30099"/>
                        <a:pt x="57912" y="29337"/>
                        <a:pt x="56864" y="27813"/>
                      </a:cubicBezTo>
                      <a:cubicBezTo>
                        <a:pt x="54007" y="23908"/>
                        <a:pt x="50959" y="21336"/>
                        <a:pt x="47816" y="20193"/>
                      </a:cubicBezTo>
                      <a:lnTo>
                        <a:pt x="46387" y="17907"/>
                      </a:lnTo>
                      <a:cubicBezTo>
                        <a:pt x="43339" y="18383"/>
                        <a:pt x="40386" y="18764"/>
                        <a:pt x="37433" y="19145"/>
                      </a:cubicBezTo>
                      <a:cubicBezTo>
                        <a:pt x="33909" y="19907"/>
                        <a:pt x="31433" y="21717"/>
                        <a:pt x="29909" y="24765"/>
                      </a:cubicBezTo>
                      <a:cubicBezTo>
                        <a:pt x="29528" y="27622"/>
                        <a:pt x="30099" y="29909"/>
                        <a:pt x="31718" y="31623"/>
                      </a:cubicBezTo>
                      <a:cubicBezTo>
                        <a:pt x="32766" y="32766"/>
                        <a:pt x="34481" y="33909"/>
                        <a:pt x="37243" y="35243"/>
                      </a:cubicBezTo>
                      <a:cubicBezTo>
                        <a:pt x="39910" y="36576"/>
                        <a:pt x="41815" y="37814"/>
                        <a:pt x="42958" y="38862"/>
                      </a:cubicBezTo>
                      <a:lnTo>
                        <a:pt x="47435" y="38862"/>
                      </a:lnTo>
                      <a:cubicBezTo>
                        <a:pt x="49244" y="40481"/>
                        <a:pt x="52007" y="42577"/>
                        <a:pt x="56007" y="44768"/>
                      </a:cubicBezTo>
                      <a:cubicBezTo>
                        <a:pt x="56674" y="44387"/>
                        <a:pt x="57341" y="44291"/>
                        <a:pt x="57912" y="44291"/>
                      </a:cubicBezTo>
                      <a:cubicBezTo>
                        <a:pt x="59055" y="44291"/>
                        <a:pt x="60293" y="44863"/>
                        <a:pt x="61817" y="46196"/>
                      </a:cubicBezTo>
                      <a:cubicBezTo>
                        <a:pt x="63437" y="47435"/>
                        <a:pt x="64580" y="48101"/>
                        <a:pt x="65437" y="48292"/>
                      </a:cubicBezTo>
                      <a:cubicBezTo>
                        <a:pt x="65437" y="48387"/>
                        <a:pt x="65342" y="48673"/>
                        <a:pt x="65342" y="48863"/>
                      </a:cubicBezTo>
                      <a:cubicBezTo>
                        <a:pt x="65342" y="49530"/>
                        <a:pt x="65627" y="50197"/>
                        <a:pt x="66485" y="51149"/>
                      </a:cubicBezTo>
                      <a:cubicBezTo>
                        <a:pt x="67342" y="52007"/>
                        <a:pt x="68104" y="52483"/>
                        <a:pt x="69152" y="52483"/>
                      </a:cubicBezTo>
                      <a:lnTo>
                        <a:pt x="71152" y="52483"/>
                      </a:lnTo>
                      <a:close/>
                      <a:moveTo>
                        <a:pt x="9525" y="30194"/>
                      </a:moveTo>
                      <a:lnTo>
                        <a:pt x="8477" y="27908"/>
                      </a:lnTo>
                      <a:lnTo>
                        <a:pt x="10478" y="29337"/>
                      </a:lnTo>
                      <a:lnTo>
                        <a:pt x="9525" y="30194"/>
                      </a:lnTo>
                      <a:close/>
                      <a:moveTo>
                        <a:pt x="9525" y="35814"/>
                      </a:moveTo>
                      <a:lnTo>
                        <a:pt x="9049" y="34957"/>
                      </a:lnTo>
                      <a:cubicBezTo>
                        <a:pt x="9049" y="34957"/>
                        <a:pt x="10097" y="34671"/>
                        <a:pt x="10859" y="34195"/>
                      </a:cubicBezTo>
                      <a:cubicBezTo>
                        <a:pt x="11621" y="33623"/>
                        <a:pt x="12002" y="33338"/>
                        <a:pt x="12097" y="33338"/>
                      </a:cubicBezTo>
                      <a:cubicBezTo>
                        <a:pt x="12383" y="33338"/>
                        <a:pt x="12478" y="33433"/>
                        <a:pt x="12478" y="33719"/>
                      </a:cubicBezTo>
                      <a:cubicBezTo>
                        <a:pt x="12097" y="34195"/>
                        <a:pt x="11621" y="34671"/>
                        <a:pt x="11144" y="35147"/>
                      </a:cubicBezTo>
                      <a:cubicBezTo>
                        <a:pt x="10763" y="35624"/>
                        <a:pt x="10097" y="35814"/>
                        <a:pt x="9525" y="35814"/>
                      </a:cubicBezTo>
                      <a:close/>
                      <a:moveTo>
                        <a:pt x="10478" y="25908"/>
                      </a:moveTo>
                      <a:lnTo>
                        <a:pt x="12478" y="25908"/>
                      </a:lnTo>
                      <a:cubicBezTo>
                        <a:pt x="12097" y="25051"/>
                        <a:pt x="11906" y="24575"/>
                        <a:pt x="11906" y="24289"/>
                      </a:cubicBezTo>
                      <a:lnTo>
                        <a:pt x="10383" y="25908"/>
                      </a:lnTo>
                      <a:close/>
                      <a:moveTo>
                        <a:pt x="11049" y="38005"/>
                      </a:moveTo>
                      <a:cubicBezTo>
                        <a:pt x="11049" y="38005"/>
                        <a:pt x="10573" y="38195"/>
                        <a:pt x="10478" y="37814"/>
                      </a:cubicBezTo>
                      <a:lnTo>
                        <a:pt x="10859" y="37814"/>
                      </a:lnTo>
                      <a:cubicBezTo>
                        <a:pt x="10859" y="37814"/>
                        <a:pt x="10859" y="38005"/>
                        <a:pt x="11049" y="38005"/>
                      </a:cubicBezTo>
                      <a:close/>
                      <a:moveTo>
                        <a:pt x="44768" y="70771"/>
                      </a:moveTo>
                      <a:lnTo>
                        <a:pt x="44768" y="71914"/>
                      </a:lnTo>
                      <a:lnTo>
                        <a:pt x="39719" y="72866"/>
                      </a:lnTo>
                      <a:cubicBezTo>
                        <a:pt x="39910" y="72200"/>
                        <a:pt x="40481" y="71628"/>
                        <a:pt x="41624" y="71438"/>
                      </a:cubicBezTo>
                      <a:cubicBezTo>
                        <a:pt x="42767" y="71152"/>
                        <a:pt x="43720" y="70961"/>
                        <a:pt x="44672" y="70866"/>
                      </a:cubicBezTo>
                      <a:close/>
                      <a:moveTo>
                        <a:pt x="46196" y="102394"/>
                      </a:moveTo>
                      <a:cubicBezTo>
                        <a:pt x="46196" y="102394"/>
                        <a:pt x="46768" y="103727"/>
                        <a:pt x="46768" y="105823"/>
                      </a:cubicBezTo>
                      <a:lnTo>
                        <a:pt x="44768" y="105823"/>
                      </a:lnTo>
                      <a:lnTo>
                        <a:pt x="46196" y="102394"/>
                      </a:lnTo>
                      <a:close/>
                      <a:moveTo>
                        <a:pt x="48197" y="99251"/>
                      </a:moveTo>
                      <a:lnTo>
                        <a:pt x="48197" y="97822"/>
                      </a:lnTo>
                      <a:lnTo>
                        <a:pt x="50292" y="97822"/>
                      </a:lnTo>
                      <a:lnTo>
                        <a:pt x="50292" y="99251"/>
                      </a:lnTo>
                      <a:lnTo>
                        <a:pt x="48197" y="99251"/>
                      </a:lnTo>
                      <a:close/>
                      <a:moveTo>
                        <a:pt x="55245" y="66485"/>
                      </a:moveTo>
                      <a:cubicBezTo>
                        <a:pt x="55436" y="65342"/>
                        <a:pt x="55245" y="64199"/>
                        <a:pt x="54769" y="62865"/>
                      </a:cubicBezTo>
                      <a:lnTo>
                        <a:pt x="52674" y="66485"/>
                      </a:lnTo>
                      <a:lnTo>
                        <a:pt x="55341" y="66485"/>
                      </a:lnTo>
                      <a:close/>
                      <a:moveTo>
                        <a:pt x="57245" y="58198"/>
                      </a:moveTo>
                      <a:cubicBezTo>
                        <a:pt x="57531" y="59341"/>
                        <a:pt x="59436" y="60293"/>
                        <a:pt x="62960" y="60865"/>
                      </a:cubicBezTo>
                      <a:lnTo>
                        <a:pt x="57245" y="58198"/>
                      </a:lnTo>
                      <a:close/>
                      <a:moveTo>
                        <a:pt x="62960" y="109442"/>
                      </a:moveTo>
                      <a:cubicBezTo>
                        <a:pt x="62960" y="109442"/>
                        <a:pt x="62770" y="110395"/>
                        <a:pt x="62675" y="110680"/>
                      </a:cubicBezTo>
                      <a:cubicBezTo>
                        <a:pt x="62103" y="111633"/>
                        <a:pt x="61341" y="112109"/>
                        <a:pt x="60770" y="111919"/>
                      </a:cubicBezTo>
                      <a:cubicBezTo>
                        <a:pt x="59722" y="111919"/>
                        <a:pt x="58960" y="111728"/>
                        <a:pt x="58769" y="111347"/>
                      </a:cubicBezTo>
                      <a:lnTo>
                        <a:pt x="63056" y="109347"/>
                      </a:lnTo>
                      <a:close/>
                      <a:moveTo>
                        <a:pt x="61532" y="97917"/>
                      </a:moveTo>
                      <a:cubicBezTo>
                        <a:pt x="61817" y="98488"/>
                        <a:pt x="62484" y="98774"/>
                        <a:pt x="63722" y="98774"/>
                      </a:cubicBezTo>
                      <a:lnTo>
                        <a:pt x="60103" y="99251"/>
                      </a:lnTo>
                      <a:lnTo>
                        <a:pt x="61532" y="97822"/>
                      </a:lnTo>
                      <a:close/>
                      <a:moveTo>
                        <a:pt x="63722" y="65818"/>
                      </a:moveTo>
                      <a:cubicBezTo>
                        <a:pt x="64961" y="66199"/>
                        <a:pt x="66199" y="65818"/>
                        <a:pt x="67151" y="64389"/>
                      </a:cubicBezTo>
                      <a:cubicBezTo>
                        <a:pt x="66675" y="63818"/>
                        <a:pt x="65818" y="63627"/>
                        <a:pt x="64866" y="63818"/>
                      </a:cubicBezTo>
                      <a:cubicBezTo>
                        <a:pt x="63722" y="64103"/>
                        <a:pt x="63341" y="64675"/>
                        <a:pt x="63722" y="65722"/>
                      </a:cubicBezTo>
                      <a:close/>
                      <a:moveTo>
                        <a:pt x="67151" y="88963"/>
                      </a:moveTo>
                      <a:cubicBezTo>
                        <a:pt x="66770" y="87821"/>
                        <a:pt x="67151" y="87059"/>
                        <a:pt x="68390" y="86773"/>
                      </a:cubicBezTo>
                      <a:cubicBezTo>
                        <a:pt x="67913" y="86963"/>
                        <a:pt x="68675" y="86963"/>
                        <a:pt x="70771" y="86963"/>
                      </a:cubicBezTo>
                      <a:cubicBezTo>
                        <a:pt x="70676" y="86963"/>
                        <a:pt x="70295" y="87344"/>
                        <a:pt x="69533" y="88011"/>
                      </a:cubicBezTo>
                      <a:cubicBezTo>
                        <a:pt x="68961" y="88678"/>
                        <a:pt x="68294" y="89059"/>
                        <a:pt x="67818" y="89059"/>
                      </a:cubicBezTo>
                      <a:cubicBezTo>
                        <a:pt x="67628" y="89059"/>
                        <a:pt x="67437" y="89059"/>
                        <a:pt x="67151" y="88868"/>
                      </a:cubicBezTo>
                      <a:close/>
                      <a:moveTo>
                        <a:pt x="69247" y="54864"/>
                      </a:moveTo>
                      <a:cubicBezTo>
                        <a:pt x="68866" y="54197"/>
                        <a:pt x="68390" y="53912"/>
                        <a:pt x="67723" y="54197"/>
                      </a:cubicBezTo>
                      <a:cubicBezTo>
                        <a:pt x="67151" y="54388"/>
                        <a:pt x="66866" y="54864"/>
                        <a:pt x="67056" y="55436"/>
                      </a:cubicBezTo>
                      <a:lnTo>
                        <a:pt x="69152" y="55912"/>
                      </a:lnTo>
                      <a:lnTo>
                        <a:pt x="69152" y="54864"/>
                      </a:lnTo>
                      <a:close/>
                      <a:moveTo>
                        <a:pt x="68675" y="74009"/>
                      </a:moveTo>
                      <a:cubicBezTo>
                        <a:pt x="70009" y="72962"/>
                        <a:pt x="70676" y="72390"/>
                        <a:pt x="70676" y="72200"/>
                      </a:cubicBezTo>
                      <a:cubicBezTo>
                        <a:pt x="70676" y="71723"/>
                        <a:pt x="70199" y="71247"/>
                        <a:pt x="69247" y="70866"/>
                      </a:cubicBezTo>
                      <a:lnTo>
                        <a:pt x="68675" y="73914"/>
                      </a:lnTo>
                      <a:cubicBezTo>
                        <a:pt x="68294" y="74486"/>
                        <a:pt x="68104" y="75057"/>
                        <a:pt x="68485" y="75533"/>
                      </a:cubicBezTo>
                      <a:lnTo>
                        <a:pt x="68675" y="73914"/>
                      </a:lnTo>
                      <a:close/>
                      <a:moveTo>
                        <a:pt x="73533" y="60484"/>
                      </a:moveTo>
                      <a:cubicBezTo>
                        <a:pt x="73914" y="59246"/>
                        <a:pt x="74105" y="58769"/>
                        <a:pt x="74105" y="58865"/>
                      </a:cubicBezTo>
                      <a:cubicBezTo>
                        <a:pt x="73914" y="58579"/>
                        <a:pt x="72962" y="58388"/>
                        <a:pt x="71247" y="58388"/>
                      </a:cubicBezTo>
                      <a:lnTo>
                        <a:pt x="73533" y="60484"/>
                      </a:lnTo>
                      <a:close/>
                      <a:moveTo>
                        <a:pt x="80582" y="72962"/>
                      </a:moveTo>
                      <a:lnTo>
                        <a:pt x="83058" y="74390"/>
                      </a:lnTo>
                      <a:lnTo>
                        <a:pt x="78200" y="74962"/>
                      </a:lnTo>
                      <a:lnTo>
                        <a:pt x="80582" y="72962"/>
                      </a:lnTo>
                      <a:close/>
                      <a:moveTo>
                        <a:pt x="81058" y="85535"/>
                      </a:moveTo>
                      <a:cubicBezTo>
                        <a:pt x="81058" y="85535"/>
                        <a:pt x="82296" y="86106"/>
                        <a:pt x="83916" y="86106"/>
                      </a:cubicBezTo>
                      <a:lnTo>
                        <a:pt x="81058" y="88487"/>
                      </a:lnTo>
                      <a:lnTo>
                        <a:pt x="81058" y="85535"/>
                      </a:lnTo>
                      <a:close/>
                      <a:moveTo>
                        <a:pt x="82487" y="107252"/>
                      </a:moveTo>
                      <a:cubicBezTo>
                        <a:pt x="82487" y="107252"/>
                        <a:pt x="82677" y="106775"/>
                        <a:pt x="82868" y="106490"/>
                      </a:cubicBezTo>
                      <a:lnTo>
                        <a:pt x="82487" y="107252"/>
                      </a:lnTo>
                      <a:close/>
                      <a:moveTo>
                        <a:pt x="82868" y="106490"/>
                      </a:moveTo>
                      <a:lnTo>
                        <a:pt x="83916" y="105061"/>
                      </a:lnTo>
                      <a:lnTo>
                        <a:pt x="84487" y="106013"/>
                      </a:lnTo>
                      <a:cubicBezTo>
                        <a:pt x="84011" y="106013"/>
                        <a:pt x="83439" y="106204"/>
                        <a:pt x="82868" y="106585"/>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81" name="Google Shape;1081;p99"/>
              <p:cNvGrpSpPr/>
              <p:nvPr/>
            </p:nvGrpSpPr>
            <p:grpSpPr>
              <a:xfrm>
                <a:off x="13805243" y="3849910"/>
                <a:ext cx="272224" cy="51054"/>
                <a:chOff x="8551925" y="1568005"/>
                <a:chExt cx="272224" cy="51054"/>
              </a:xfrm>
            </p:grpSpPr>
            <p:sp>
              <p:nvSpPr>
                <p:cNvPr id="1082" name="Google Shape;1082;p99"/>
                <p:cNvSpPr/>
                <p:nvPr/>
              </p:nvSpPr>
              <p:spPr>
                <a:xfrm>
                  <a:off x="8551925" y="1573244"/>
                  <a:ext cx="32860" cy="38385"/>
                </a:xfrm>
                <a:custGeom>
                  <a:avLst/>
                  <a:gdLst/>
                  <a:ahLst/>
                  <a:cxnLst/>
                  <a:rect l="l" t="t" r="r" b="b"/>
                  <a:pathLst>
                    <a:path w="32860" h="38385" extrusionOk="0">
                      <a:moveTo>
                        <a:pt x="32671" y="28194"/>
                      </a:moveTo>
                      <a:cubicBezTo>
                        <a:pt x="32671" y="28194"/>
                        <a:pt x="32671" y="29147"/>
                        <a:pt x="32385" y="29813"/>
                      </a:cubicBezTo>
                      <a:lnTo>
                        <a:pt x="32385" y="29242"/>
                      </a:lnTo>
                      <a:cubicBezTo>
                        <a:pt x="32385" y="29242"/>
                        <a:pt x="32099" y="29242"/>
                        <a:pt x="31909" y="29242"/>
                      </a:cubicBezTo>
                      <a:cubicBezTo>
                        <a:pt x="31622" y="29242"/>
                        <a:pt x="31337" y="29242"/>
                        <a:pt x="30861" y="29147"/>
                      </a:cubicBezTo>
                      <a:cubicBezTo>
                        <a:pt x="30385" y="29051"/>
                        <a:pt x="30099" y="28956"/>
                        <a:pt x="29813" y="28956"/>
                      </a:cubicBezTo>
                      <a:cubicBezTo>
                        <a:pt x="29432" y="28956"/>
                        <a:pt x="29241" y="28956"/>
                        <a:pt x="29051" y="29147"/>
                      </a:cubicBezTo>
                      <a:lnTo>
                        <a:pt x="32671" y="30956"/>
                      </a:lnTo>
                      <a:cubicBezTo>
                        <a:pt x="31718" y="33623"/>
                        <a:pt x="30003" y="35338"/>
                        <a:pt x="27527" y="36004"/>
                      </a:cubicBezTo>
                      <a:cubicBezTo>
                        <a:pt x="27431" y="36862"/>
                        <a:pt x="26860" y="37243"/>
                        <a:pt x="25717" y="37338"/>
                      </a:cubicBezTo>
                      <a:cubicBezTo>
                        <a:pt x="24574" y="37338"/>
                        <a:pt x="24098" y="37624"/>
                        <a:pt x="24098" y="37910"/>
                      </a:cubicBezTo>
                      <a:cubicBezTo>
                        <a:pt x="24098" y="38100"/>
                        <a:pt x="24098" y="38195"/>
                        <a:pt x="24289" y="38386"/>
                      </a:cubicBezTo>
                      <a:cubicBezTo>
                        <a:pt x="23622" y="38386"/>
                        <a:pt x="22574" y="38386"/>
                        <a:pt x="21145" y="38386"/>
                      </a:cubicBezTo>
                      <a:cubicBezTo>
                        <a:pt x="19812" y="38386"/>
                        <a:pt x="18764" y="38386"/>
                        <a:pt x="18002" y="38386"/>
                      </a:cubicBezTo>
                      <a:cubicBezTo>
                        <a:pt x="16859" y="38386"/>
                        <a:pt x="15811" y="38195"/>
                        <a:pt x="14859" y="37910"/>
                      </a:cubicBezTo>
                      <a:cubicBezTo>
                        <a:pt x="14859" y="37529"/>
                        <a:pt x="14382" y="36957"/>
                        <a:pt x="13811" y="36195"/>
                      </a:cubicBezTo>
                      <a:cubicBezTo>
                        <a:pt x="13239" y="36290"/>
                        <a:pt x="12954" y="36671"/>
                        <a:pt x="12763" y="37243"/>
                      </a:cubicBezTo>
                      <a:cubicBezTo>
                        <a:pt x="12572" y="38005"/>
                        <a:pt x="12478" y="38386"/>
                        <a:pt x="12382" y="38386"/>
                      </a:cubicBezTo>
                      <a:lnTo>
                        <a:pt x="1333" y="38386"/>
                      </a:lnTo>
                      <a:cubicBezTo>
                        <a:pt x="571" y="37433"/>
                        <a:pt x="190" y="36195"/>
                        <a:pt x="190" y="34766"/>
                      </a:cubicBezTo>
                      <a:cubicBezTo>
                        <a:pt x="190" y="34290"/>
                        <a:pt x="190" y="33528"/>
                        <a:pt x="476" y="32385"/>
                      </a:cubicBezTo>
                      <a:cubicBezTo>
                        <a:pt x="571" y="31337"/>
                        <a:pt x="666" y="30480"/>
                        <a:pt x="666" y="30004"/>
                      </a:cubicBezTo>
                      <a:cubicBezTo>
                        <a:pt x="666" y="28861"/>
                        <a:pt x="476" y="27813"/>
                        <a:pt x="0" y="26860"/>
                      </a:cubicBezTo>
                      <a:cubicBezTo>
                        <a:pt x="190" y="26289"/>
                        <a:pt x="285" y="25432"/>
                        <a:pt x="285" y="24194"/>
                      </a:cubicBezTo>
                      <a:lnTo>
                        <a:pt x="285" y="22574"/>
                      </a:lnTo>
                      <a:cubicBezTo>
                        <a:pt x="285" y="21812"/>
                        <a:pt x="285" y="21241"/>
                        <a:pt x="285" y="20955"/>
                      </a:cubicBezTo>
                      <a:cubicBezTo>
                        <a:pt x="285" y="18764"/>
                        <a:pt x="666" y="17145"/>
                        <a:pt x="1428" y="16288"/>
                      </a:cubicBezTo>
                      <a:lnTo>
                        <a:pt x="381" y="14859"/>
                      </a:lnTo>
                      <a:cubicBezTo>
                        <a:pt x="381" y="14859"/>
                        <a:pt x="190" y="13906"/>
                        <a:pt x="190" y="13430"/>
                      </a:cubicBezTo>
                      <a:cubicBezTo>
                        <a:pt x="190" y="12859"/>
                        <a:pt x="285" y="12002"/>
                        <a:pt x="571" y="10763"/>
                      </a:cubicBezTo>
                      <a:cubicBezTo>
                        <a:pt x="762" y="9525"/>
                        <a:pt x="952" y="8573"/>
                        <a:pt x="952" y="8001"/>
                      </a:cubicBezTo>
                      <a:cubicBezTo>
                        <a:pt x="952" y="6858"/>
                        <a:pt x="666" y="6001"/>
                        <a:pt x="190" y="5239"/>
                      </a:cubicBezTo>
                      <a:cubicBezTo>
                        <a:pt x="476" y="4763"/>
                        <a:pt x="666" y="4191"/>
                        <a:pt x="762" y="3429"/>
                      </a:cubicBezTo>
                      <a:lnTo>
                        <a:pt x="762" y="1524"/>
                      </a:lnTo>
                      <a:cubicBezTo>
                        <a:pt x="857" y="762"/>
                        <a:pt x="1238" y="191"/>
                        <a:pt x="1905" y="0"/>
                      </a:cubicBezTo>
                      <a:cubicBezTo>
                        <a:pt x="2857" y="95"/>
                        <a:pt x="4096" y="191"/>
                        <a:pt x="5715" y="191"/>
                      </a:cubicBezTo>
                      <a:cubicBezTo>
                        <a:pt x="8287" y="0"/>
                        <a:pt x="9525" y="0"/>
                        <a:pt x="9525" y="0"/>
                      </a:cubicBezTo>
                      <a:cubicBezTo>
                        <a:pt x="11430" y="95"/>
                        <a:pt x="12954" y="572"/>
                        <a:pt x="14001" y="1333"/>
                      </a:cubicBezTo>
                      <a:cubicBezTo>
                        <a:pt x="15335" y="476"/>
                        <a:pt x="17145" y="0"/>
                        <a:pt x="19526" y="0"/>
                      </a:cubicBezTo>
                      <a:cubicBezTo>
                        <a:pt x="23526" y="0"/>
                        <a:pt x="25527" y="0"/>
                        <a:pt x="25241" y="0"/>
                      </a:cubicBezTo>
                      <a:lnTo>
                        <a:pt x="25812" y="0"/>
                      </a:lnTo>
                      <a:cubicBezTo>
                        <a:pt x="26098" y="572"/>
                        <a:pt x="26860" y="1143"/>
                        <a:pt x="28194" y="1524"/>
                      </a:cubicBezTo>
                      <a:cubicBezTo>
                        <a:pt x="29051" y="1905"/>
                        <a:pt x="29527" y="2858"/>
                        <a:pt x="29432" y="4191"/>
                      </a:cubicBezTo>
                      <a:cubicBezTo>
                        <a:pt x="30194" y="4667"/>
                        <a:pt x="30575" y="5620"/>
                        <a:pt x="30575" y="6953"/>
                      </a:cubicBezTo>
                      <a:cubicBezTo>
                        <a:pt x="30575" y="7525"/>
                        <a:pt x="30575" y="8192"/>
                        <a:pt x="30385" y="9239"/>
                      </a:cubicBezTo>
                      <a:cubicBezTo>
                        <a:pt x="30289" y="10192"/>
                        <a:pt x="30194" y="10858"/>
                        <a:pt x="30194" y="11240"/>
                      </a:cubicBezTo>
                      <a:cubicBezTo>
                        <a:pt x="30194" y="11525"/>
                        <a:pt x="30194" y="11906"/>
                        <a:pt x="30194" y="12097"/>
                      </a:cubicBezTo>
                      <a:cubicBezTo>
                        <a:pt x="29527" y="12573"/>
                        <a:pt x="29241" y="13335"/>
                        <a:pt x="29337" y="14383"/>
                      </a:cubicBezTo>
                      <a:lnTo>
                        <a:pt x="29337" y="16954"/>
                      </a:lnTo>
                      <a:cubicBezTo>
                        <a:pt x="29908" y="16954"/>
                        <a:pt x="30385" y="17431"/>
                        <a:pt x="30861" y="18288"/>
                      </a:cubicBezTo>
                      <a:cubicBezTo>
                        <a:pt x="31242" y="19145"/>
                        <a:pt x="31718" y="19526"/>
                        <a:pt x="32194" y="19622"/>
                      </a:cubicBezTo>
                      <a:cubicBezTo>
                        <a:pt x="31718" y="19907"/>
                        <a:pt x="31528" y="20383"/>
                        <a:pt x="31622" y="21050"/>
                      </a:cubicBezTo>
                      <a:cubicBezTo>
                        <a:pt x="31909" y="21336"/>
                        <a:pt x="32194" y="21622"/>
                        <a:pt x="32480" y="21908"/>
                      </a:cubicBezTo>
                      <a:cubicBezTo>
                        <a:pt x="32861" y="22289"/>
                        <a:pt x="32956" y="22670"/>
                        <a:pt x="32766" y="23146"/>
                      </a:cubicBezTo>
                      <a:cubicBezTo>
                        <a:pt x="32289" y="22479"/>
                        <a:pt x="31718" y="22193"/>
                        <a:pt x="31051" y="22193"/>
                      </a:cubicBezTo>
                      <a:lnTo>
                        <a:pt x="30480" y="22765"/>
                      </a:lnTo>
                      <a:cubicBezTo>
                        <a:pt x="30480" y="22765"/>
                        <a:pt x="30956" y="22955"/>
                        <a:pt x="31432" y="23146"/>
                      </a:cubicBezTo>
                      <a:cubicBezTo>
                        <a:pt x="31432" y="23241"/>
                        <a:pt x="31242" y="23336"/>
                        <a:pt x="30956" y="23336"/>
                      </a:cubicBezTo>
                      <a:cubicBezTo>
                        <a:pt x="30575" y="23336"/>
                        <a:pt x="30289" y="23336"/>
                        <a:pt x="30194" y="23336"/>
                      </a:cubicBezTo>
                      <a:cubicBezTo>
                        <a:pt x="30099" y="23336"/>
                        <a:pt x="30003" y="23050"/>
                        <a:pt x="29813" y="22479"/>
                      </a:cubicBezTo>
                      <a:cubicBezTo>
                        <a:pt x="29623" y="22193"/>
                        <a:pt x="29432" y="22098"/>
                        <a:pt x="29051" y="22193"/>
                      </a:cubicBezTo>
                      <a:cubicBezTo>
                        <a:pt x="29051" y="22765"/>
                        <a:pt x="29051" y="23050"/>
                        <a:pt x="28670" y="23050"/>
                      </a:cubicBezTo>
                      <a:cubicBezTo>
                        <a:pt x="28670" y="23050"/>
                        <a:pt x="28384" y="23050"/>
                        <a:pt x="28098" y="22955"/>
                      </a:cubicBezTo>
                      <a:cubicBezTo>
                        <a:pt x="27813" y="22955"/>
                        <a:pt x="27527" y="22860"/>
                        <a:pt x="27337" y="22860"/>
                      </a:cubicBezTo>
                      <a:cubicBezTo>
                        <a:pt x="26955" y="22860"/>
                        <a:pt x="26670" y="23050"/>
                        <a:pt x="26479" y="23336"/>
                      </a:cubicBezTo>
                      <a:lnTo>
                        <a:pt x="27051" y="23908"/>
                      </a:lnTo>
                      <a:lnTo>
                        <a:pt x="27241" y="23527"/>
                      </a:lnTo>
                      <a:lnTo>
                        <a:pt x="28004" y="24479"/>
                      </a:lnTo>
                      <a:cubicBezTo>
                        <a:pt x="28004" y="24479"/>
                        <a:pt x="27717" y="24479"/>
                        <a:pt x="27431" y="24765"/>
                      </a:cubicBezTo>
                      <a:cubicBezTo>
                        <a:pt x="28860" y="25432"/>
                        <a:pt x="29718" y="25813"/>
                        <a:pt x="29908" y="25908"/>
                      </a:cubicBezTo>
                      <a:cubicBezTo>
                        <a:pt x="30956" y="26575"/>
                        <a:pt x="31432" y="27242"/>
                        <a:pt x="31432" y="28194"/>
                      </a:cubicBezTo>
                      <a:lnTo>
                        <a:pt x="32575" y="28194"/>
                      </a:lnTo>
                      <a:close/>
                      <a:moveTo>
                        <a:pt x="22288" y="27527"/>
                      </a:moveTo>
                      <a:cubicBezTo>
                        <a:pt x="22669" y="26860"/>
                        <a:pt x="22669" y="25146"/>
                        <a:pt x="22288" y="22574"/>
                      </a:cubicBezTo>
                      <a:cubicBezTo>
                        <a:pt x="21526" y="21622"/>
                        <a:pt x="20574" y="21146"/>
                        <a:pt x="19431" y="21146"/>
                      </a:cubicBezTo>
                      <a:lnTo>
                        <a:pt x="16097" y="21146"/>
                      </a:lnTo>
                      <a:cubicBezTo>
                        <a:pt x="16097" y="21146"/>
                        <a:pt x="15240" y="20765"/>
                        <a:pt x="14764" y="20002"/>
                      </a:cubicBezTo>
                      <a:cubicBezTo>
                        <a:pt x="14288" y="19336"/>
                        <a:pt x="13811" y="19050"/>
                        <a:pt x="13239" y="19145"/>
                      </a:cubicBezTo>
                      <a:cubicBezTo>
                        <a:pt x="13144" y="20193"/>
                        <a:pt x="12382" y="20765"/>
                        <a:pt x="11049" y="20955"/>
                      </a:cubicBezTo>
                      <a:cubicBezTo>
                        <a:pt x="9620" y="21146"/>
                        <a:pt x="8858" y="21717"/>
                        <a:pt x="8858" y="22574"/>
                      </a:cubicBezTo>
                      <a:cubicBezTo>
                        <a:pt x="8858" y="22860"/>
                        <a:pt x="8858" y="23146"/>
                        <a:pt x="9048" y="23622"/>
                      </a:cubicBezTo>
                      <a:lnTo>
                        <a:pt x="9239" y="23622"/>
                      </a:lnTo>
                      <a:cubicBezTo>
                        <a:pt x="9239" y="23622"/>
                        <a:pt x="9430" y="24860"/>
                        <a:pt x="9620" y="26479"/>
                      </a:cubicBezTo>
                      <a:cubicBezTo>
                        <a:pt x="9620" y="27146"/>
                        <a:pt x="9239" y="27432"/>
                        <a:pt x="8477" y="27432"/>
                      </a:cubicBezTo>
                      <a:lnTo>
                        <a:pt x="9048" y="27908"/>
                      </a:lnTo>
                      <a:cubicBezTo>
                        <a:pt x="8858" y="29051"/>
                        <a:pt x="9430" y="29908"/>
                        <a:pt x="10763" y="30385"/>
                      </a:cubicBezTo>
                      <a:cubicBezTo>
                        <a:pt x="12382" y="30956"/>
                        <a:pt x="13239" y="31528"/>
                        <a:pt x="13430" y="32099"/>
                      </a:cubicBezTo>
                      <a:cubicBezTo>
                        <a:pt x="14097" y="31337"/>
                        <a:pt x="15621" y="30766"/>
                        <a:pt x="18002" y="30290"/>
                      </a:cubicBezTo>
                      <a:cubicBezTo>
                        <a:pt x="20098" y="29813"/>
                        <a:pt x="21526" y="28956"/>
                        <a:pt x="22288" y="27623"/>
                      </a:cubicBezTo>
                      <a:close/>
                      <a:moveTo>
                        <a:pt x="8667" y="9716"/>
                      </a:moveTo>
                      <a:lnTo>
                        <a:pt x="8763" y="9716"/>
                      </a:lnTo>
                      <a:cubicBezTo>
                        <a:pt x="8763" y="9716"/>
                        <a:pt x="9334" y="10192"/>
                        <a:pt x="9810" y="10573"/>
                      </a:cubicBezTo>
                      <a:cubicBezTo>
                        <a:pt x="9810" y="10858"/>
                        <a:pt x="9620" y="11144"/>
                        <a:pt x="9620" y="11240"/>
                      </a:cubicBezTo>
                      <a:cubicBezTo>
                        <a:pt x="9620" y="12002"/>
                        <a:pt x="10191" y="12383"/>
                        <a:pt x="11335" y="12668"/>
                      </a:cubicBezTo>
                      <a:cubicBezTo>
                        <a:pt x="12668" y="12954"/>
                        <a:pt x="13525" y="13240"/>
                        <a:pt x="13811" y="13621"/>
                      </a:cubicBezTo>
                      <a:cubicBezTo>
                        <a:pt x="14478" y="12954"/>
                        <a:pt x="15525" y="12478"/>
                        <a:pt x="16859" y="12287"/>
                      </a:cubicBezTo>
                      <a:cubicBezTo>
                        <a:pt x="18192" y="12002"/>
                        <a:pt x="19240" y="11525"/>
                        <a:pt x="20002" y="10763"/>
                      </a:cubicBezTo>
                      <a:cubicBezTo>
                        <a:pt x="20193" y="9049"/>
                        <a:pt x="19526" y="8192"/>
                        <a:pt x="17906" y="8192"/>
                      </a:cubicBezTo>
                      <a:cubicBezTo>
                        <a:pt x="17716" y="8192"/>
                        <a:pt x="17430" y="8192"/>
                        <a:pt x="17145" y="8192"/>
                      </a:cubicBezTo>
                      <a:lnTo>
                        <a:pt x="16383" y="8192"/>
                      </a:lnTo>
                      <a:cubicBezTo>
                        <a:pt x="14764" y="8192"/>
                        <a:pt x="13906" y="7429"/>
                        <a:pt x="13906" y="6001"/>
                      </a:cubicBezTo>
                      <a:cubicBezTo>
                        <a:pt x="13716" y="6953"/>
                        <a:pt x="13049" y="7620"/>
                        <a:pt x="11906" y="8001"/>
                      </a:cubicBezTo>
                      <a:cubicBezTo>
                        <a:pt x="10477" y="8477"/>
                        <a:pt x="9715" y="8763"/>
                        <a:pt x="9715" y="8763"/>
                      </a:cubicBezTo>
                      <a:cubicBezTo>
                        <a:pt x="9715" y="8858"/>
                        <a:pt x="9906" y="9049"/>
                        <a:pt x="9906" y="9144"/>
                      </a:cubicBezTo>
                      <a:cubicBezTo>
                        <a:pt x="9906" y="9525"/>
                        <a:pt x="9525" y="9716"/>
                        <a:pt x="8763" y="9525"/>
                      </a:cubicBezTo>
                      <a:close/>
                      <a:moveTo>
                        <a:pt x="30385" y="24956"/>
                      </a:moveTo>
                      <a:cubicBezTo>
                        <a:pt x="30385" y="24956"/>
                        <a:pt x="31051" y="24956"/>
                        <a:pt x="31528" y="25337"/>
                      </a:cubicBezTo>
                      <a:lnTo>
                        <a:pt x="31528" y="25527"/>
                      </a:lnTo>
                      <a:lnTo>
                        <a:pt x="30385" y="24956"/>
                      </a:lnTo>
                      <a:close/>
                      <a:moveTo>
                        <a:pt x="32385" y="26670"/>
                      </a:moveTo>
                      <a:lnTo>
                        <a:pt x="32099" y="25908"/>
                      </a:lnTo>
                      <a:lnTo>
                        <a:pt x="32671" y="25908"/>
                      </a:lnTo>
                      <a:lnTo>
                        <a:pt x="32385" y="26670"/>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 name="Google Shape;1083;p99"/>
                <p:cNvSpPr/>
                <p:nvPr/>
              </p:nvSpPr>
              <p:spPr>
                <a:xfrm>
                  <a:off x="8589835" y="1573339"/>
                  <a:ext cx="41624" cy="45720"/>
                </a:xfrm>
                <a:custGeom>
                  <a:avLst/>
                  <a:gdLst/>
                  <a:ahLst/>
                  <a:cxnLst/>
                  <a:rect l="l" t="t" r="r" b="b"/>
                  <a:pathLst>
                    <a:path w="41624" h="45720" extrusionOk="0">
                      <a:moveTo>
                        <a:pt x="32575" y="25051"/>
                      </a:moveTo>
                      <a:cubicBezTo>
                        <a:pt x="32099" y="25717"/>
                        <a:pt x="31909" y="26479"/>
                        <a:pt x="32099" y="27432"/>
                      </a:cubicBezTo>
                      <a:cubicBezTo>
                        <a:pt x="32385" y="28480"/>
                        <a:pt x="32290" y="29242"/>
                        <a:pt x="32004" y="29813"/>
                      </a:cubicBezTo>
                      <a:cubicBezTo>
                        <a:pt x="31813" y="30861"/>
                        <a:pt x="31147" y="31813"/>
                        <a:pt x="29909" y="32766"/>
                      </a:cubicBezTo>
                      <a:cubicBezTo>
                        <a:pt x="28670" y="33814"/>
                        <a:pt x="28099" y="34576"/>
                        <a:pt x="28099" y="35242"/>
                      </a:cubicBezTo>
                      <a:cubicBezTo>
                        <a:pt x="28099" y="35623"/>
                        <a:pt x="28099" y="35909"/>
                        <a:pt x="28289" y="36290"/>
                      </a:cubicBezTo>
                      <a:lnTo>
                        <a:pt x="28575" y="36290"/>
                      </a:lnTo>
                      <a:lnTo>
                        <a:pt x="28575" y="36671"/>
                      </a:lnTo>
                      <a:cubicBezTo>
                        <a:pt x="28099" y="36290"/>
                        <a:pt x="27051" y="36195"/>
                        <a:pt x="25622" y="36290"/>
                      </a:cubicBezTo>
                      <a:cubicBezTo>
                        <a:pt x="25146" y="37338"/>
                        <a:pt x="24479" y="37814"/>
                        <a:pt x="23432" y="37814"/>
                      </a:cubicBezTo>
                      <a:cubicBezTo>
                        <a:pt x="23146" y="37814"/>
                        <a:pt x="22765" y="37814"/>
                        <a:pt x="22288" y="37719"/>
                      </a:cubicBezTo>
                      <a:cubicBezTo>
                        <a:pt x="21622" y="37624"/>
                        <a:pt x="21336" y="37624"/>
                        <a:pt x="21145" y="37624"/>
                      </a:cubicBezTo>
                      <a:cubicBezTo>
                        <a:pt x="21145" y="37433"/>
                        <a:pt x="20955" y="37243"/>
                        <a:pt x="20764" y="36957"/>
                      </a:cubicBezTo>
                      <a:cubicBezTo>
                        <a:pt x="20478" y="36671"/>
                        <a:pt x="20384" y="36481"/>
                        <a:pt x="20288" y="36385"/>
                      </a:cubicBezTo>
                      <a:cubicBezTo>
                        <a:pt x="20288" y="37624"/>
                        <a:pt x="19812" y="38671"/>
                        <a:pt x="18288" y="39624"/>
                      </a:cubicBezTo>
                      <a:lnTo>
                        <a:pt x="17431" y="38767"/>
                      </a:lnTo>
                      <a:cubicBezTo>
                        <a:pt x="17431" y="38767"/>
                        <a:pt x="16954" y="39052"/>
                        <a:pt x="16478" y="39052"/>
                      </a:cubicBezTo>
                      <a:lnTo>
                        <a:pt x="16859" y="38767"/>
                      </a:lnTo>
                      <a:cubicBezTo>
                        <a:pt x="16859" y="38767"/>
                        <a:pt x="16478" y="38481"/>
                        <a:pt x="16288" y="38481"/>
                      </a:cubicBezTo>
                      <a:cubicBezTo>
                        <a:pt x="16097" y="38481"/>
                        <a:pt x="15907" y="38481"/>
                        <a:pt x="15621" y="38767"/>
                      </a:cubicBezTo>
                      <a:cubicBezTo>
                        <a:pt x="15335" y="38957"/>
                        <a:pt x="15144" y="39052"/>
                        <a:pt x="15050" y="39148"/>
                      </a:cubicBezTo>
                      <a:lnTo>
                        <a:pt x="15430" y="38862"/>
                      </a:lnTo>
                      <a:cubicBezTo>
                        <a:pt x="15430" y="38862"/>
                        <a:pt x="14192" y="38576"/>
                        <a:pt x="12954" y="38671"/>
                      </a:cubicBezTo>
                      <a:cubicBezTo>
                        <a:pt x="12002" y="38671"/>
                        <a:pt x="11144" y="38386"/>
                        <a:pt x="10477" y="37719"/>
                      </a:cubicBezTo>
                      <a:cubicBezTo>
                        <a:pt x="8572" y="37052"/>
                        <a:pt x="6286" y="35623"/>
                        <a:pt x="3715" y="33433"/>
                      </a:cubicBezTo>
                      <a:cubicBezTo>
                        <a:pt x="3905" y="33433"/>
                        <a:pt x="4000" y="33147"/>
                        <a:pt x="4000" y="32575"/>
                      </a:cubicBezTo>
                      <a:cubicBezTo>
                        <a:pt x="3238" y="32194"/>
                        <a:pt x="2477" y="31242"/>
                        <a:pt x="1905" y="30004"/>
                      </a:cubicBezTo>
                      <a:cubicBezTo>
                        <a:pt x="1238" y="28385"/>
                        <a:pt x="667" y="27337"/>
                        <a:pt x="285" y="26956"/>
                      </a:cubicBezTo>
                      <a:lnTo>
                        <a:pt x="0" y="1143"/>
                      </a:lnTo>
                      <a:lnTo>
                        <a:pt x="952" y="0"/>
                      </a:lnTo>
                      <a:cubicBezTo>
                        <a:pt x="2381" y="286"/>
                        <a:pt x="5048" y="286"/>
                        <a:pt x="8954" y="0"/>
                      </a:cubicBezTo>
                      <a:cubicBezTo>
                        <a:pt x="8477" y="190"/>
                        <a:pt x="8287" y="476"/>
                        <a:pt x="8287" y="762"/>
                      </a:cubicBezTo>
                      <a:cubicBezTo>
                        <a:pt x="8287" y="952"/>
                        <a:pt x="8382" y="1333"/>
                        <a:pt x="8763" y="1715"/>
                      </a:cubicBezTo>
                      <a:cubicBezTo>
                        <a:pt x="9144" y="2191"/>
                        <a:pt x="9239" y="2572"/>
                        <a:pt x="9239" y="2858"/>
                      </a:cubicBezTo>
                      <a:cubicBezTo>
                        <a:pt x="10287" y="3334"/>
                        <a:pt x="10763" y="4191"/>
                        <a:pt x="10763" y="5620"/>
                      </a:cubicBezTo>
                      <a:cubicBezTo>
                        <a:pt x="10763" y="6001"/>
                        <a:pt x="10763" y="6763"/>
                        <a:pt x="10573" y="7715"/>
                      </a:cubicBezTo>
                      <a:cubicBezTo>
                        <a:pt x="10477" y="8668"/>
                        <a:pt x="10382" y="9335"/>
                        <a:pt x="10382" y="9811"/>
                      </a:cubicBezTo>
                      <a:lnTo>
                        <a:pt x="9810" y="10382"/>
                      </a:lnTo>
                      <a:lnTo>
                        <a:pt x="10668" y="10954"/>
                      </a:lnTo>
                      <a:lnTo>
                        <a:pt x="10953" y="21812"/>
                      </a:lnTo>
                      <a:lnTo>
                        <a:pt x="10096" y="22384"/>
                      </a:lnTo>
                      <a:cubicBezTo>
                        <a:pt x="10096" y="22384"/>
                        <a:pt x="10573" y="24098"/>
                        <a:pt x="10859" y="26003"/>
                      </a:cubicBezTo>
                      <a:cubicBezTo>
                        <a:pt x="11144" y="27623"/>
                        <a:pt x="11525" y="28765"/>
                        <a:pt x="12192" y="29432"/>
                      </a:cubicBezTo>
                      <a:cubicBezTo>
                        <a:pt x="12382" y="29623"/>
                        <a:pt x="12668" y="29813"/>
                        <a:pt x="13145" y="29813"/>
                      </a:cubicBezTo>
                      <a:lnTo>
                        <a:pt x="14192" y="29813"/>
                      </a:lnTo>
                      <a:cubicBezTo>
                        <a:pt x="15144" y="30956"/>
                        <a:pt x="15716" y="32194"/>
                        <a:pt x="15811" y="33528"/>
                      </a:cubicBezTo>
                      <a:cubicBezTo>
                        <a:pt x="15621" y="32194"/>
                        <a:pt x="16002" y="31433"/>
                        <a:pt x="17145" y="31147"/>
                      </a:cubicBezTo>
                      <a:cubicBezTo>
                        <a:pt x="18479" y="30766"/>
                        <a:pt x="19335" y="30385"/>
                        <a:pt x="19526" y="29813"/>
                      </a:cubicBezTo>
                      <a:cubicBezTo>
                        <a:pt x="20288" y="29813"/>
                        <a:pt x="20764" y="29623"/>
                        <a:pt x="20955" y="29051"/>
                      </a:cubicBezTo>
                      <a:cubicBezTo>
                        <a:pt x="21336" y="28289"/>
                        <a:pt x="21622" y="27813"/>
                        <a:pt x="21907" y="27623"/>
                      </a:cubicBezTo>
                      <a:lnTo>
                        <a:pt x="23717" y="27051"/>
                      </a:lnTo>
                      <a:lnTo>
                        <a:pt x="22765" y="26384"/>
                      </a:lnTo>
                      <a:cubicBezTo>
                        <a:pt x="22955" y="20765"/>
                        <a:pt x="22955" y="12478"/>
                        <a:pt x="22955" y="1524"/>
                      </a:cubicBezTo>
                      <a:cubicBezTo>
                        <a:pt x="24003" y="571"/>
                        <a:pt x="25527" y="95"/>
                        <a:pt x="27527" y="95"/>
                      </a:cubicBezTo>
                      <a:cubicBezTo>
                        <a:pt x="27717" y="95"/>
                        <a:pt x="29146" y="190"/>
                        <a:pt x="31813" y="476"/>
                      </a:cubicBezTo>
                      <a:cubicBezTo>
                        <a:pt x="31813" y="1429"/>
                        <a:pt x="31813" y="2858"/>
                        <a:pt x="32099" y="4667"/>
                      </a:cubicBezTo>
                      <a:cubicBezTo>
                        <a:pt x="32290" y="6382"/>
                        <a:pt x="32290" y="7715"/>
                        <a:pt x="32290" y="8573"/>
                      </a:cubicBezTo>
                      <a:cubicBezTo>
                        <a:pt x="32290" y="9715"/>
                        <a:pt x="32290" y="10668"/>
                        <a:pt x="32099" y="11621"/>
                      </a:cubicBezTo>
                      <a:cubicBezTo>
                        <a:pt x="32480" y="11906"/>
                        <a:pt x="32766" y="12287"/>
                        <a:pt x="32766" y="12668"/>
                      </a:cubicBezTo>
                      <a:cubicBezTo>
                        <a:pt x="32766" y="12954"/>
                        <a:pt x="32480" y="13430"/>
                        <a:pt x="32099" y="14002"/>
                      </a:cubicBezTo>
                      <a:cubicBezTo>
                        <a:pt x="31623" y="14573"/>
                        <a:pt x="31337" y="15050"/>
                        <a:pt x="31337" y="15335"/>
                      </a:cubicBezTo>
                      <a:cubicBezTo>
                        <a:pt x="31337" y="15716"/>
                        <a:pt x="31718" y="16097"/>
                        <a:pt x="32385" y="16478"/>
                      </a:cubicBezTo>
                      <a:cubicBezTo>
                        <a:pt x="32195" y="16954"/>
                        <a:pt x="32195" y="17431"/>
                        <a:pt x="32195" y="18002"/>
                      </a:cubicBezTo>
                      <a:cubicBezTo>
                        <a:pt x="32195" y="18383"/>
                        <a:pt x="32195" y="19050"/>
                        <a:pt x="32385" y="19907"/>
                      </a:cubicBezTo>
                      <a:cubicBezTo>
                        <a:pt x="32575" y="20765"/>
                        <a:pt x="32671" y="21336"/>
                        <a:pt x="32671" y="21717"/>
                      </a:cubicBezTo>
                      <a:cubicBezTo>
                        <a:pt x="32671" y="22574"/>
                        <a:pt x="32385" y="23336"/>
                        <a:pt x="31909" y="24003"/>
                      </a:cubicBezTo>
                      <a:cubicBezTo>
                        <a:pt x="31909" y="24765"/>
                        <a:pt x="31909" y="25241"/>
                        <a:pt x="32195" y="25336"/>
                      </a:cubicBezTo>
                      <a:lnTo>
                        <a:pt x="32766" y="25336"/>
                      </a:lnTo>
                      <a:close/>
                      <a:moveTo>
                        <a:pt x="4191" y="17621"/>
                      </a:moveTo>
                      <a:lnTo>
                        <a:pt x="4191" y="15335"/>
                      </a:lnTo>
                      <a:lnTo>
                        <a:pt x="3715" y="15335"/>
                      </a:lnTo>
                      <a:cubicBezTo>
                        <a:pt x="3715" y="15335"/>
                        <a:pt x="3429" y="15335"/>
                        <a:pt x="3334" y="15050"/>
                      </a:cubicBezTo>
                      <a:cubicBezTo>
                        <a:pt x="3334" y="15240"/>
                        <a:pt x="3143" y="15526"/>
                        <a:pt x="2857" y="15716"/>
                      </a:cubicBezTo>
                      <a:cubicBezTo>
                        <a:pt x="2667" y="16002"/>
                        <a:pt x="2572" y="16097"/>
                        <a:pt x="2572" y="16192"/>
                      </a:cubicBezTo>
                      <a:cubicBezTo>
                        <a:pt x="2572" y="16383"/>
                        <a:pt x="2762" y="16669"/>
                        <a:pt x="3048" y="16954"/>
                      </a:cubicBezTo>
                      <a:cubicBezTo>
                        <a:pt x="3143" y="16859"/>
                        <a:pt x="3238" y="16764"/>
                        <a:pt x="3238" y="16669"/>
                      </a:cubicBezTo>
                      <a:cubicBezTo>
                        <a:pt x="3143" y="16192"/>
                        <a:pt x="3048" y="15907"/>
                        <a:pt x="3048" y="15907"/>
                      </a:cubicBezTo>
                      <a:cubicBezTo>
                        <a:pt x="3048" y="15526"/>
                        <a:pt x="3238" y="15335"/>
                        <a:pt x="3620" y="15335"/>
                      </a:cubicBezTo>
                      <a:lnTo>
                        <a:pt x="3905" y="15335"/>
                      </a:lnTo>
                      <a:lnTo>
                        <a:pt x="4096" y="17621"/>
                      </a:lnTo>
                      <a:close/>
                      <a:moveTo>
                        <a:pt x="7715" y="16764"/>
                      </a:moveTo>
                      <a:cubicBezTo>
                        <a:pt x="7715" y="16764"/>
                        <a:pt x="7715" y="16764"/>
                        <a:pt x="7525" y="16573"/>
                      </a:cubicBezTo>
                      <a:cubicBezTo>
                        <a:pt x="7239" y="16478"/>
                        <a:pt x="7144" y="15907"/>
                        <a:pt x="7144" y="15145"/>
                      </a:cubicBezTo>
                      <a:lnTo>
                        <a:pt x="7525" y="15145"/>
                      </a:lnTo>
                      <a:lnTo>
                        <a:pt x="7525" y="14573"/>
                      </a:lnTo>
                      <a:lnTo>
                        <a:pt x="6096" y="15431"/>
                      </a:lnTo>
                      <a:cubicBezTo>
                        <a:pt x="6572" y="15716"/>
                        <a:pt x="6763" y="16097"/>
                        <a:pt x="6572" y="16573"/>
                      </a:cubicBezTo>
                      <a:cubicBezTo>
                        <a:pt x="6382" y="16573"/>
                        <a:pt x="6286" y="16573"/>
                        <a:pt x="6286" y="16764"/>
                      </a:cubicBezTo>
                      <a:lnTo>
                        <a:pt x="6572" y="16573"/>
                      </a:lnTo>
                      <a:cubicBezTo>
                        <a:pt x="6572" y="16573"/>
                        <a:pt x="7048" y="16573"/>
                        <a:pt x="7620" y="16573"/>
                      </a:cubicBezTo>
                      <a:cubicBezTo>
                        <a:pt x="7715" y="16669"/>
                        <a:pt x="7811" y="16669"/>
                        <a:pt x="7811" y="16669"/>
                      </a:cubicBezTo>
                      <a:close/>
                      <a:moveTo>
                        <a:pt x="20002" y="35052"/>
                      </a:moveTo>
                      <a:lnTo>
                        <a:pt x="20860" y="36195"/>
                      </a:lnTo>
                      <a:lnTo>
                        <a:pt x="20574" y="35052"/>
                      </a:lnTo>
                      <a:lnTo>
                        <a:pt x="20002" y="35052"/>
                      </a:lnTo>
                      <a:close/>
                      <a:moveTo>
                        <a:pt x="21812" y="32480"/>
                      </a:moveTo>
                      <a:lnTo>
                        <a:pt x="21812" y="31909"/>
                      </a:lnTo>
                      <a:lnTo>
                        <a:pt x="21431" y="31718"/>
                      </a:lnTo>
                      <a:lnTo>
                        <a:pt x="21812" y="32480"/>
                      </a:lnTo>
                      <a:close/>
                      <a:moveTo>
                        <a:pt x="23622" y="41243"/>
                      </a:moveTo>
                      <a:cubicBezTo>
                        <a:pt x="23622" y="41243"/>
                        <a:pt x="23432" y="41243"/>
                        <a:pt x="23432" y="41148"/>
                      </a:cubicBezTo>
                      <a:lnTo>
                        <a:pt x="23622" y="41148"/>
                      </a:lnTo>
                      <a:close/>
                      <a:moveTo>
                        <a:pt x="23622" y="41338"/>
                      </a:moveTo>
                      <a:cubicBezTo>
                        <a:pt x="23622" y="41338"/>
                        <a:pt x="24003" y="41434"/>
                        <a:pt x="24479" y="41624"/>
                      </a:cubicBezTo>
                      <a:cubicBezTo>
                        <a:pt x="24765" y="41624"/>
                        <a:pt x="24955" y="41815"/>
                        <a:pt x="24955" y="42005"/>
                      </a:cubicBezTo>
                      <a:cubicBezTo>
                        <a:pt x="24955" y="42196"/>
                        <a:pt x="24860" y="42386"/>
                        <a:pt x="24575" y="42577"/>
                      </a:cubicBezTo>
                      <a:lnTo>
                        <a:pt x="23526" y="41338"/>
                      </a:lnTo>
                      <a:close/>
                      <a:moveTo>
                        <a:pt x="24193" y="33147"/>
                      </a:moveTo>
                      <a:lnTo>
                        <a:pt x="25051" y="33147"/>
                      </a:lnTo>
                      <a:cubicBezTo>
                        <a:pt x="25051" y="33147"/>
                        <a:pt x="24765" y="32671"/>
                        <a:pt x="24860" y="32575"/>
                      </a:cubicBezTo>
                      <a:lnTo>
                        <a:pt x="24193" y="32575"/>
                      </a:lnTo>
                      <a:lnTo>
                        <a:pt x="24193" y="33147"/>
                      </a:lnTo>
                      <a:close/>
                      <a:moveTo>
                        <a:pt x="24575" y="43434"/>
                      </a:moveTo>
                      <a:cubicBezTo>
                        <a:pt x="24575" y="43434"/>
                        <a:pt x="25241" y="43434"/>
                        <a:pt x="25718" y="43910"/>
                      </a:cubicBezTo>
                      <a:cubicBezTo>
                        <a:pt x="26003" y="44101"/>
                        <a:pt x="26194" y="44291"/>
                        <a:pt x="26384" y="44577"/>
                      </a:cubicBezTo>
                      <a:cubicBezTo>
                        <a:pt x="26003" y="44577"/>
                        <a:pt x="25622" y="44386"/>
                        <a:pt x="25241" y="44006"/>
                      </a:cubicBezTo>
                      <a:cubicBezTo>
                        <a:pt x="24860" y="43625"/>
                        <a:pt x="24575" y="43434"/>
                        <a:pt x="24575" y="43434"/>
                      </a:cubicBezTo>
                      <a:close/>
                      <a:moveTo>
                        <a:pt x="29337" y="5429"/>
                      </a:moveTo>
                      <a:cubicBezTo>
                        <a:pt x="29337" y="5429"/>
                        <a:pt x="28956" y="5429"/>
                        <a:pt x="28766" y="5429"/>
                      </a:cubicBezTo>
                      <a:cubicBezTo>
                        <a:pt x="28575" y="5525"/>
                        <a:pt x="28384" y="5620"/>
                        <a:pt x="28289" y="5525"/>
                      </a:cubicBezTo>
                      <a:cubicBezTo>
                        <a:pt x="28480" y="5620"/>
                        <a:pt x="28766" y="5715"/>
                        <a:pt x="28956" y="5715"/>
                      </a:cubicBezTo>
                      <a:cubicBezTo>
                        <a:pt x="29432" y="5715"/>
                        <a:pt x="29623" y="5620"/>
                        <a:pt x="29337" y="5334"/>
                      </a:cubicBezTo>
                      <a:close/>
                      <a:moveTo>
                        <a:pt x="29337" y="39719"/>
                      </a:moveTo>
                      <a:lnTo>
                        <a:pt x="29337" y="40291"/>
                      </a:lnTo>
                      <a:lnTo>
                        <a:pt x="28289" y="40291"/>
                      </a:lnTo>
                      <a:cubicBezTo>
                        <a:pt x="28289" y="40291"/>
                        <a:pt x="28766" y="39910"/>
                        <a:pt x="29337" y="39719"/>
                      </a:cubicBezTo>
                      <a:close/>
                      <a:moveTo>
                        <a:pt x="28575" y="29146"/>
                      </a:moveTo>
                      <a:cubicBezTo>
                        <a:pt x="29146" y="29146"/>
                        <a:pt x="29718" y="28861"/>
                        <a:pt x="30289" y="28289"/>
                      </a:cubicBezTo>
                      <a:cubicBezTo>
                        <a:pt x="30003" y="28099"/>
                        <a:pt x="29718" y="28289"/>
                        <a:pt x="29337" y="28575"/>
                      </a:cubicBezTo>
                      <a:cubicBezTo>
                        <a:pt x="29051" y="28956"/>
                        <a:pt x="28766" y="29146"/>
                        <a:pt x="28575" y="29146"/>
                      </a:cubicBezTo>
                      <a:close/>
                      <a:moveTo>
                        <a:pt x="29337" y="41434"/>
                      </a:moveTo>
                      <a:lnTo>
                        <a:pt x="29718" y="42196"/>
                      </a:lnTo>
                      <a:lnTo>
                        <a:pt x="28860" y="41434"/>
                      </a:lnTo>
                      <a:lnTo>
                        <a:pt x="29337" y="41434"/>
                      </a:lnTo>
                      <a:close/>
                      <a:moveTo>
                        <a:pt x="29718" y="44863"/>
                      </a:moveTo>
                      <a:cubicBezTo>
                        <a:pt x="29718" y="44863"/>
                        <a:pt x="29813" y="45244"/>
                        <a:pt x="30289" y="45720"/>
                      </a:cubicBezTo>
                      <a:lnTo>
                        <a:pt x="29337" y="45720"/>
                      </a:lnTo>
                      <a:lnTo>
                        <a:pt x="29337" y="44863"/>
                      </a:lnTo>
                      <a:lnTo>
                        <a:pt x="29718" y="44863"/>
                      </a:lnTo>
                      <a:close/>
                      <a:moveTo>
                        <a:pt x="30575" y="41434"/>
                      </a:moveTo>
                      <a:cubicBezTo>
                        <a:pt x="30575" y="41434"/>
                        <a:pt x="30861" y="41815"/>
                        <a:pt x="31147" y="41815"/>
                      </a:cubicBezTo>
                      <a:lnTo>
                        <a:pt x="31147" y="42005"/>
                      </a:lnTo>
                      <a:lnTo>
                        <a:pt x="30289" y="42005"/>
                      </a:lnTo>
                      <a:lnTo>
                        <a:pt x="30575" y="41434"/>
                      </a:lnTo>
                      <a:close/>
                      <a:moveTo>
                        <a:pt x="30575" y="38290"/>
                      </a:moveTo>
                      <a:cubicBezTo>
                        <a:pt x="31147" y="38005"/>
                        <a:pt x="31432" y="37814"/>
                        <a:pt x="31528" y="37814"/>
                      </a:cubicBezTo>
                      <a:cubicBezTo>
                        <a:pt x="31718" y="37814"/>
                        <a:pt x="31813" y="38005"/>
                        <a:pt x="31718" y="38481"/>
                      </a:cubicBezTo>
                      <a:cubicBezTo>
                        <a:pt x="31528" y="38767"/>
                        <a:pt x="31337" y="38862"/>
                        <a:pt x="31147" y="38862"/>
                      </a:cubicBezTo>
                      <a:lnTo>
                        <a:pt x="30575" y="38290"/>
                      </a:lnTo>
                      <a:close/>
                      <a:moveTo>
                        <a:pt x="30766" y="34861"/>
                      </a:moveTo>
                      <a:cubicBezTo>
                        <a:pt x="30766" y="34861"/>
                        <a:pt x="30766" y="34766"/>
                        <a:pt x="30766" y="34766"/>
                      </a:cubicBezTo>
                      <a:cubicBezTo>
                        <a:pt x="30766" y="34290"/>
                        <a:pt x="31052" y="34100"/>
                        <a:pt x="31528" y="34100"/>
                      </a:cubicBezTo>
                      <a:cubicBezTo>
                        <a:pt x="31623" y="34100"/>
                        <a:pt x="31813" y="34100"/>
                        <a:pt x="32004" y="34290"/>
                      </a:cubicBezTo>
                      <a:lnTo>
                        <a:pt x="30766" y="34957"/>
                      </a:lnTo>
                      <a:close/>
                      <a:moveTo>
                        <a:pt x="32195" y="32861"/>
                      </a:moveTo>
                      <a:cubicBezTo>
                        <a:pt x="32671" y="32671"/>
                        <a:pt x="33051" y="32861"/>
                        <a:pt x="33338" y="33623"/>
                      </a:cubicBezTo>
                      <a:cubicBezTo>
                        <a:pt x="32766" y="33242"/>
                        <a:pt x="32480" y="33147"/>
                        <a:pt x="32480" y="33147"/>
                      </a:cubicBezTo>
                      <a:lnTo>
                        <a:pt x="32195" y="33433"/>
                      </a:lnTo>
                      <a:lnTo>
                        <a:pt x="32195" y="32861"/>
                      </a:lnTo>
                      <a:close/>
                      <a:moveTo>
                        <a:pt x="35623" y="30861"/>
                      </a:moveTo>
                      <a:cubicBezTo>
                        <a:pt x="35623" y="30861"/>
                        <a:pt x="35623" y="31242"/>
                        <a:pt x="36004" y="31433"/>
                      </a:cubicBezTo>
                      <a:cubicBezTo>
                        <a:pt x="35909" y="31718"/>
                        <a:pt x="35528" y="31813"/>
                        <a:pt x="35052" y="31813"/>
                      </a:cubicBezTo>
                      <a:lnTo>
                        <a:pt x="35623" y="30861"/>
                      </a:lnTo>
                      <a:close/>
                      <a:moveTo>
                        <a:pt x="36862" y="35147"/>
                      </a:moveTo>
                      <a:lnTo>
                        <a:pt x="37052" y="34671"/>
                      </a:lnTo>
                      <a:lnTo>
                        <a:pt x="37814" y="34671"/>
                      </a:lnTo>
                      <a:lnTo>
                        <a:pt x="36766" y="35147"/>
                      </a:lnTo>
                      <a:close/>
                      <a:moveTo>
                        <a:pt x="38291" y="40005"/>
                      </a:moveTo>
                      <a:lnTo>
                        <a:pt x="38957" y="40005"/>
                      </a:lnTo>
                      <a:cubicBezTo>
                        <a:pt x="38671" y="40577"/>
                        <a:pt x="38481" y="41053"/>
                        <a:pt x="38481" y="41338"/>
                      </a:cubicBezTo>
                      <a:lnTo>
                        <a:pt x="38291" y="40005"/>
                      </a:lnTo>
                      <a:close/>
                      <a:moveTo>
                        <a:pt x="38481" y="41338"/>
                      </a:moveTo>
                      <a:lnTo>
                        <a:pt x="38481" y="41529"/>
                      </a:lnTo>
                      <a:cubicBezTo>
                        <a:pt x="38481" y="41529"/>
                        <a:pt x="38481" y="41434"/>
                        <a:pt x="38481" y="41338"/>
                      </a:cubicBezTo>
                      <a:close/>
                      <a:moveTo>
                        <a:pt x="38481" y="28004"/>
                      </a:moveTo>
                      <a:lnTo>
                        <a:pt x="38481" y="27242"/>
                      </a:lnTo>
                      <a:lnTo>
                        <a:pt x="38862" y="27242"/>
                      </a:lnTo>
                      <a:lnTo>
                        <a:pt x="38862" y="28004"/>
                      </a:lnTo>
                      <a:lnTo>
                        <a:pt x="38481" y="28004"/>
                      </a:lnTo>
                      <a:close/>
                      <a:moveTo>
                        <a:pt x="39052" y="42672"/>
                      </a:moveTo>
                      <a:lnTo>
                        <a:pt x="39052" y="41910"/>
                      </a:lnTo>
                      <a:lnTo>
                        <a:pt x="39243" y="41910"/>
                      </a:lnTo>
                      <a:lnTo>
                        <a:pt x="39243" y="42672"/>
                      </a:lnTo>
                      <a:lnTo>
                        <a:pt x="39052" y="42672"/>
                      </a:lnTo>
                      <a:close/>
                      <a:moveTo>
                        <a:pt x="40195" y="36195"/>
                      </a:moveTo>
                      <a:lnTo>
                        <a:pt x="41624" y="35242"/>
                      </a:lnTo>
                      <a:lnTo>
                        <a:pt x="41624" y="35623"/>
                      </a:lnTo>
                      <a:lnTo>
                        <a:pt x="40195" y="36195"/>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 name="Google Shape;1084;p99"/>
                <p:cNvSpPr/>
                <p:nvPr/>
              </p:nvSpPr>
              <p:spPr>
                <a:xfrm>
                  <a:off x="8627554" y="1573029"/>
                  <a:ext cx="34099" cy="44910"/>
                </a:xfrm>
                <a:custGeom>
                  <a:avLst/>
                  <a:gdLst/>
                  <a:ahLst/>
                  <a:cxnLst/>
                  <a:rect l="l" t="t" r="r" b="b"/>
                  <a:pathLst>
                    <a:path w="34099" h="44910" extrusionOk="0">
                      <a:moveTo>
                        <a:pt x="28670" y="20884"/>
                      </a:moveTo>
                      <a:cubicBezTo>
                        <a:pt x="28670" y="20884"/>
                        <a:pt x="29241" y="22027"/>
                        <a:pt x="29908" y="23170"/>
                      </a:cubicBezTo>
                      <a:cubicBezTo>
                        <a:pt x="30480" y="24122"/>
                        <a:pt x="30670" y="24884"/>
                        <a:pt x="30670" y="25456"/>
                      </a:cubicBezTo>
                      <a:cubicBezTo>
                        <a:pt x="30670" y="26027"/>
                        <a:pt x="30480" y="26503"/>
                        <a:pt x="30289" y="27075"/>
                      </a:cubicBezTo>
                      <a:cubicBezTo>
                        <a:pt x="30480" y="27742"/>
                        <a:pt x="30575" y="28408"/>
                        <a:pt x="30575" y="29170"/>
                      </a:cubicBezTo>
                      <a:cubicBezTo>
                        <a:pt x="30575" y="31075"/>
                        <a:pt x="30099" y="32504"/>
                        <a:pt x="29146" y="33266"/>
                      </a:cubicBezTo>
                      <a:cubicBezTo>
                        <a:pt x="29241" y="33076"/>
                        <a:pt x="29241" y="32885"/>
                        <a:pt x="29241" y="32695"/>
                      </a:cubicBezTo>
                      <a:cubicBezTo>
                        <a:pt x="29241" y="31933"/>
                        <a:pt x="28860" y="31552"/>
                        <a:pt x="27908" y="31552"/>
                      </a:cubicBezTo>
                      <a:cubicBezTo>
                        <a:pt x="27527" y="31552"/>
                        <a:pt x="27146" y="31552"/>
                        <a:pt x="26860" y="31837"/>
                      </a:cubicBezTo>
                      <a:lnTo>
                        <a:pt x="27431" y="32409"/>
                      </a:lnTo>
                      <a:cubicBezTo>
                        <a:pt x="27431" y="32409"/>
                        <a:pt x="26955" y="32218"/>
                        <a:pt x="26765" y="32218"/>
                      </a:cubicBezTo>
                      <a:cubicBezTo>
                        <a:pt x="26479" y="32218"/>
                        <a:pt x="26098" y="32504"/>
                        <a:pt x="25812" y="33076"/>
                      </a:cubicBezTo>
                      <a:cubicBezTo>
                        <a:pt x="25527" y="33647"/>
                        <a:pt x="25241" y="34219"/>
                        <a:pt x="24955" y="34695"/>
                      </a:cubicBezTo>
                      <a:lnTo>
                        <a:pt x="25241" y="35076"/>
                      </a:lnTo>
                      <a:cubicBezTo>
                        <a:pt x="25241" y="35076"/>
                        <a:pt x="24384" y="35076"/>
                        <a:pt x="23907" y="35266"/>
                      </a:cubicBezTo>
                      <a:lnTo>
                        <a:pt x="23907" y="35838"/>
                      </a:lnTo>
                      <a:cubicBezTo>
                        <a:pt x="23907" y="35838"/>
                        <a:pt x="23526" y="35552"/>
                        <a:pt x="23240" y="35362"/>
                      </a:cubicBezTo>
                      <a:cubicBezTo>
                        <a:pt x="23050" y="35171"/>
                        <a:pt x="22764" y="35171"/>
                        <a:pt x="22574" y="35266"/>
                      </a:cubicBezTo>
                      <a:cubicBezTo>
                        <a:pt x="22860" y="35838"/>
                        <a:pt x="23431" y="36886"/>
                        <a:pt x="24098" y="38505"/>
                      </a:cubicBezTo>
                      <a:cubicBezTo>
                        <a:pt x="21621" y="38695"/>
                        <a:pt x="19526" y="38791"/>
                        <a:pt x="17812" y="38791"/>
                      </a:cubicBezTo>
                      <a:cubicBezTo>
                        <a:pt x="16097" y="38791"/>
                        <a:pt x="13906" y="38791"/>
                        <a:pt x="11525" y="38505"/>
                      </a:cubicBezTo>
                      <a:cubicBezTo>
                        <a:pt x="11525" y="38124"/>
                        <a:pt x="11239" y="37838"/>
                        <a:pt x="10763" y="37648"/>
                      </a:cubicBezTo>
                      <a:cubicBezTo>
                        <a:pt x="10287" y="37457"/>
                        <a:pt x="10001" y="37267"/>
                        <a:pt x="10001" y="36886"/>
                      </a:cubicBezTo>
                      <a:cubicBezTo>
                        <a:pt x="10001" y="36886"/>
                        <a:pt x="10001" y="36695"/>
                        <a:pt x="10001" y="36505"/>
                      </a:cubicBezTo>
                      <a:cubicBezTo>
                        <a:pt x="9525" y="36790"/>
                        <a:pt x="9048" y="36886"/>
                        <a:pt x="8572" y="36886"/>
                      </a:cubicBezTo>
                      <a:cubicBezTo>
                        <a:pt x="7715" y="36886"/>
                        <a:pt x="5810" y="36219"/>
                        <a:pt x="3047" y="34790"/>
                      </a:cubicBezTo>
                      <a:lnTo>
                        <a:pt x="2476" y="33457"/>
                      </a:lnTo>
                      <a:lnTo>
                        <a:pt x="1619" y="33742"/>
                      </a:lnTo>
                      <a:lnTo>
                        <a:pt x="0" y="28789"/>
                      </a:lnTo>
                      <a:cubicBezTo>
                        <a:pt x="571" y="28123"/>
                        <a:pt x="2571" y="26408"/>
                        <a:pt x="5810" y="23360"/>
                      </a:cubicBezTo>
                      <a:cubicBezTo>
                        <a:pt x="6286" y="23360"/>
                        <a:pt x="6572" y="23551"/>
                        <a:pt x="6953" y="24027"/>
                      </a:cubicBezTo>
                      <a:cubicBezTo>
                        <a:pt x="7334" y="24694"/>
                        <a:pt x="7525" y="25075"/>
                        <a:pt x="7810" y="25170"/>
                      </a:cubicBezTo>
                      <a:cubicBezTo>
                        <a:pt x="7810" y="25741"/>
                        <a:pt x="8667" y="27265"/>
                        <a:pt x="10287" y="29837"/>
                      </a:cubicBezTo>
                      <a:cubicBezTo>
                        <a:pt x="10668" y="29647"/>
                        <a:pt x="11049" y="29647"/>
                        <a:pt x="11239" y="29647"/>
                      </a:cubicBezTo>
                      <a:cubicBezTo>
                        <a:pt x="11716" y="29647"/>
                        <a:pt x="12192" y="29932"/>
                        <a:pt x="12763" y="30409"/>
                      </a:cubicBezTo>
                      <a:cubicBezTo>
                        <a:pt x="13239" y="30980"/>
                        <a:pt x="13715" y="31266"/>
                        <a:pt x="14097" y="31266"/>
                      </a:cubicBezTo>
                      <a:cubicBezTo>
                        <a:pt x="14288" y="31266"/>
                        <a:pt x="14573" y="31266"/>
                        <a:pt x="14859" y="31075"/>
                      </a:cubicBezTo>
                      <a:cubicBezTo>
                        <a:pt x="14764" y="31361"/>
                        <a:pt x="14859" y="31742"/>
                        <a:pt x="15430" y="32123"/>
                      </a:cubicBezTo>
                      <a:cubicBezTo>
                        <a:pt x="15621" y="30790"/>
                        <a:pt x="16573" y="30028"/>
                        <a:pt x="18573" y="29837"/>
                      </a:cubicBezTo>
                      <a:lnTo>
                        <a:pt x="19716" y="29837"/>
                      </a:lnTo>
                      <a:cubicBezTo>
                        <a:pt x="19716" y="29837"/>
                        <a:pt x="19716" y="30313"/>
                        <a:pt x="19907" y="30409"/>
                      </a:cubicBezTo>
                      <a:cubicBezTo>
                        <a:pt x="20288" y="30123"/>
                        <a:pt x="20383" y="29837"/>
                        <a:pt x="20383" y="29456"/>
                      </a:cubicBezTo>
                      <a:cubicBezTo>
                        <a:pt x="20383" y="29361"/>
                        <a:pt x="20383" y="29075"/>
                        <a:pt x="20288" y="28789"/>
                      </a:cubicBezTo>
                      <a:cubicBezTo>
                        <a:pt x="20288" y="28504"/>
                        <a:pt x="20193" y="28313"/>
                        <a:pt x="20193" y="28123"/>
                      </a:cubicBezTo>
                      <a:cubicBezTo>
                        <a:pt x="20193" y="27742"/>
                        <a:pt x="20193" y="27551"/>
                        <a:pt x="20478" y="27265"/>
                      </a:cubicBezTo>
                      <a:cubicBezTo>
                        <a:pt x="20669" y="26884"/>
                        <a:pt x="20193" y="26027"/>
                        <a:pt x="19145" y="24694"/>
                      </a:cubicBezTo>
                      <a:cubicBezTo>
                        <a:pt x="18764" y="24884"/>
                        <a:pt x="18478" y="24884"/>
                        <a:pt x="18288" y="24884"/>
                      </a:cubicBezTo>
                      <a:cubicBezTo>
                        <a:pt x="17812" y="24884"/>
                        <a:pt x="17526" y="24503"/>
                        <a:pt x="17050" y="23741"/>
                      </a:cubicBezTo>
                      <a:cubicBezTo>
                        <a:pt x="16669" y="22979"/>
                        <a:pt x="16287" y="22598"/>
                        <a:pt x="15907" y="22598"/>
                      </a:cubicBezTo>
                      <a:cubicBezTo>
                        <a:pt x="15621" y="22598"/>
                        <a:pt x="15335" y="22693"/>
                        <a:pt x="14859" y="22979"/>
                      </a:cubicBezTo>
                      <a:cubicBezTo>
                        <a:pt x="14382" y="22503"/>
                        <a:pt x="13621" y="22122"/>
                        <a:pt x="12572" y="21931"/>
                      </a:cubicBezTo>
                      <a:lnTo>
                        <a:pt x="9906" y="21265"/>
                      </a:lnTo>
                      <a:cubicBezTo>
                        <a:pt x="9620" y="20407"/>
                        <a:pt x="8953" y="19836"/>
                        <a:pt x="7905" y="19741"/>
                      </a:cubicBezTo>
                      <a:cubicBezTo>
                        <a:pt x="6667" y="19550"/>
                        <a:pt x="5905" y="19264"/>
                        <a:pt x="5619" y="18788"/>
                      </a:cubicBezTo>
                      <a:lnTo>
                        <a:pt x="5048" y="19360"/>
                      </a:lnTo>
                      <a:cubicBezTo>
                        <a:pt x="5048" y="19360"/>
                        <a:pt x="5048" y="19074"/>
                        <a:pt x="5048" y="18788"/>
                      </a:cubicBezTo>
                      <a:cubicBezTo>
                        <a:pt x="5048" y="18502"/>
                        <a:pt x="5048" y="18312"/>
                        <a:pt x="5048" y="17836"/>
                      </a:cubicBezTo>
                      <a:cubicBezTo>
                        <a:pt x="5048" y="17455"/>
                        <a:pt x="5048" y="17074"/>
                        <a:pt x="5048" y="16788"/>
                      </a:cubicBezTo>
                      <a:cubicBezTo>
                        <a:pt x="5048" y="16121"/>
                        <a:pt x="4857" y="15645"/>
                        <a:pt x="4286" y="15359"/>
                      </a:cubicBezTo>
                      <a:cubicBezTo>
                        <a:pt x="4381" y="15169"/>
                        <a:pt x="4476" y="14978"/>
                        <a:pt x="4667" y="14692"/>
                      </a:cubicBezTo>
                      <a:cubicBezTo>
                        <a:pt x="4763" y="14502"/>
                        <a:pt x="4953" y="14407"/>
                        <a:pt x="5143" y="14407"/>
                      </a:cubicBezTo>
                      <a:cubicBezTo>
                        <a:pt x="5429" y="14597"/>
                        <a:pt x="5524" y="14883"/>
                        <a:pt x="5334" y="15264"/>
                      </a:cubicBezTo>
                      <a:cubicBezTo>
                        <a:pt x="5143" y="15645"/>
                        <a:pt x="5334" y="15835"/>
                        <a:pt x="5715" y="16026"/>
                      </a:cubicBezTo>
                      <a:cubicBezTo>
                        <a:pt x="6382" y="15454"/>
                        <a:pt x="6667" y="14978"/>
                        <a:pt x="6667" y="14407"/>
                      </a:cubicBezTo>
                      <a:cubicBezTo>
                        <a:pt x="6667" y="14121"/>
                        <a:pt x="6667" y="13930"/>
                        <a:pt x="6286" y="13740"/>
                      </a:cubicBezTo>
                      <a:cubicBezTo>
                        <a:pt x="6572" y="13740"/>
                        <a:pt x="6858" y="13359"/>
                        <a:pt x="7334" y="12978"/>
                      </a:cubicBezTo>
                      <a:cubicBezTo>
                        <a:pt x="7239" y="12787"/>
                        <a:pt x="7048" y="12692"/>
                        <a:pt x="6858" y="12692"/>
                      </a:cubicBezTo>
                      <a:cubicBezTo>
                        <a:pt x="6762" y="12692"/>
                        <a:pt x="6667" y="12692"/>
                        <a:pt x="6286" y="12978"/>
                      </a:cubicBezTo>
                      <a:cubicBezTo>
                        <a:pt x="6000" y="13168"/>
                        <a:pt x="5810" y="13264"/>
                        <a:pt x="5715" y="13264"/>
                      </a:cubicBezTo>
                      <a:cubicBezTo>
                        <a:pt x="5715" y="13264"/>
                        <a:pt x="5810" y="12978"/>
                        <a:pt x="5905" y="12692"/>
                      </a:cubicBezTo>
                      <a:cubicBezTo>
                        <a:pt x="5905" y="12406"/>
                        <a:pt x="6096" y="12121"/>
                        <a:pt x="6096" y="11930"/>
                      </a:cubicBezTo>
                      <a:cubicBezTo>
                        <a:pt x="5905" y="11930"/>
                        <a:pt x="5715" y="12025"/>
                        <a:pt x="5524" y="12025"/>
                      </a:cubicBezTo>
                      <a:cubicBezTo>
                        <a:pt x="5143" y="12025"/>
                        <a:pt x="4763" y="11740"/>
                        <a:pt x="4381" y="11168"/>
                      </a:cubicBezTo>
                      <a:cubicBezTo>
                        <a:pt x="3905" y="10501"/>
                        <a:pt x="3429" y="10025"/>
                        <a:pt x="3238" y="9835"/>
                      </a:cubicBezTo>
                      <a:lnTo>
                        <a:pt x="3238" y="7358"/>
                      </a:lnTo>
                      <a:cubicBezTo>
                        <a:pt x="3238" y="7358"/>
                        <a:pt x="4000" y="6406"/>
                        <a:pt x="4476" y="5548"/>
                      </a:cubicBezTo>
                      <a:cubicBezTo>
                        <a:pt x="4953" y="4691"/>
                        <a:pt x="5239" y="4024"/>
                        <a:pt x="5429" y="3739"/>
                      </a:cubicBezTo>
                      <a:cubicBezTo>
                        <a:pt x="6096" y="3548"/>
                        <a:pt x="6762" y="2881"/>
                        <a:pt x="7620" y="1738"/>
                      </a:cubicBezTo>
                      <a:cubicBezTo>
                        <a:pt x="8191" y="881"/>
                        <a:pt x="8953" y="500"/>
                        <a:pt x="9906" y="595"/>
                      </a:cubicBezTo>
                      <a:cubicBezTo>
                        <a:pt x="10763" y="119"/>
                        <a:pt x="11906" y="-71"/>
                        <a:pt x="13239" y="24"/>
                      </a:cubicBezTo>
                      <a:cubicBezTo>
                        <a:pt x="15049" y="24"/>
                        <a:pt x="16192" y="24"/>
                        <a:pt x="16764" y="24"/>
                      </a:cubicBezTo>
                      <a:lnTo>
                        <a:pt x="23813" y="405"/>
                      </a:lnTo>
                      <a:cubicBezTo>
                        <a:pt x="25050" y="1072"/>
                        <a:pt x="25908" y="1548"/>
                        <a:pt x="26194" y="1738"/>
                      </a:cubicBezTo>
                      <a:cubicBezTo>
                        <a:pt x="26955" y="2310"/>
                        <a:pt x="27431" y="3072"/>
                        <a:pt x="27717" y="4024"/>
                      </a:cubicBezTo>
                      <a:cubicBezTo>
                        <a:pt x="28003" y="3929"/>
                        <a:pt x="28194" y="4024"/>
                        <a:pt x="28480" y="4215"/>
                      </a:cubicBezTo>
                      <a:cubicBezTo>
                        <a:pt x="28670" y="4405"/>
                        <a:pt x="28956" y="4691"/>
                        <a:pt x="29146" y="4882"/>
                      </a:cubicBezTo>
                      <a:cubicBezTo>
                        <a:pt x="28480" y="4882"/>
                        <a:pt x="28194" y="4977"/>
                        <a:pt x="28194" y="5263"/>
                      </a:cubicBezTo>
                      <a:cubicBezTo>
                        <a:pt x="28194" y="5358"/>
                        <a:pt x="28194" y="5548"/>
                        <a:pt x="28480" y="5834"/>
                      </a:cubicBezTo>
                      <a:cubicBezTo>
                        <a:pt x="28670" y="6120"/>
                        <a:pt x="28765" y="6406"/>
                        <a:pt x="28765" y="6501"/>
                      </a:cubicBezTo>
                      <a:cubicBezTo>
                        <a:pt x="28765" y="6691"/>
                        <a:pt x="28670" y="6882"/>
                        <a:pt x="28384" y="7072"/>
                      </a:cubicBezTo>
                      <a:cubicBezTo>
                        <a:pt x="28194" y="7072"/>
                        <a:pt x="27908" y="6977"/>
                        <a:pt x="27813" y="6977"/>
                      </a:cubicBezTo>
                      <a:cubicBezTo>
                        <a:pt x="27527" y="6977"/>
                        <a:pt x="27337" y="7358"/>
                        <a:pt x="27337" y="7930"/>
                      </a:cubicBezTo>
                      <a:cubicBezTo>
                        <a:pt x="27337" y="8596"/>
                        <a:pt x="27146" y="8977"/>
                        <a:pt x="26955" y="9073"/>
                      </a:cubicBezTo>
                      <a:cubicBezTo>
                        <a:pt x="26670" y="9168"/>
                        <a:pt x="26289" y="9739"/>
                        <a:pt x="25717" y="10692"/>
                      </a:cubicBezTo>
                      <a:cubicBezTo>
                        <a:pt x="25146" y="11644"/>
                        <a:pt x="24574" y="12121"/>
                        <a:pt x="24193" y="12121"/>
                      </a:cubicBezTo>
                      <a:cubicBezTo>
                        <a:pt x="23813" y="12121"/>
                        <a:pt x="23431" y="11835"/>
                        <a:pt x="22955" y="11168"/>
                      </a:cubicBezTo>
                      <a:cubicBezTo>
                        <a:pt x="21812" y="9549"/>
                        <a:pt x="20574" y="8596"/>
                        <a:pt x="19335" y="8120"/>
                      </a:cubicBezTo>
                      <a:lnTo>
                        <a:pt x="18764" y="7168"/>
                      </a:lnTo>
                      <a:cubicBezTo>
                        <a:pt x="17621" y="7358"/>
                        <a:pt x="16383" y="7549"/>
                        <a:pt x="15144" y="7644"/>
                      </a:cubicBezTo>
                      <a:cubicBezTo>
                        <a:pt x="13715" y="7930"/>
                        <a:pt x="12668" y="8692"/>
                        <a:pt x="12096" y="9930"/>
                      </a:cubicBezTo>
                      <a:cubicBezTo>
                        <a:pt x="12001" y="11073"/>
                        <a:pt x="12192" y="12025"/>
                        <a:pt x="12859" y="12692"/>
                      </a:cubicBezTo>
                      <a:cubicBezTo>
                        <a:pt x="13239" y="13168"/>
                        <a:pt x="14001" y="13645"/>
                        <a:pt x="15144" y="14121"/>
                      </a:cubicBezTo>
                      <a:cubicBezTo>
                        <a:pt x="16192" y="14597"/>
                        <a:pt x="16954" y="15169"/>
                        <a:pt x="17430" y="15550"/>
                      </a:cubicBezTo>
                      <a:lnTo>
                        <a:pt x="19240" y="15550"/>
                      </a:lnTo>
                      <a:cubicBezTo>
                        <a:pt x="20002" y="16216"/>
                        <a:pt x="21050" y="16978"/>
                        <a:pt x="22669" y="17931"/>
                      </a:cubicBezTo>
                      <a:cubicBezTo>
                        <a:pt x="22955" y="17740"/>
                        <a:pt x="23240" y="17740"/>
                        <a:pt x="23431" y="17740"/>
                      </a:cubicBezTo>
                      <a:cubicBezTo>
                        <a:pt x="23907" y="17740"/>
                        <a:pt x="24384" y="18026"/>
                        <a:pt x="25050" y="18502"/>
                      </a:cubicBezTo>
                      <a:cubicBezTo>
                        <a:pt x="25622" y="18979"/>
                        <a:pt x="26098" y="19264"/>
                        <a:pt x="26479" y="19360"/>
                      </a:cubicBezTo>
                      <a:cubicBezTo>
                        <a:pt x="26479" y="19360"/>
                        <a:pt x="26479" y="19455"/>
                        <a:pt x="26479" y="19550"/>
                      </a:cubicBezTo>
                      <a:cubicBezTo>
                        <a:pt x="26479" y="19741"/>
                        <a:pt x="26670" y="20122"/>
                        <a:pt x="26955" y="20407"/>
                      </a:cubicBezTo>
                      <a:cubicBezTo>
                        <a:pt x="27241" y="20788"/>
                        <a:pt x="27622" y="20979"/>
                        <a:pt x="28003" y="20979"/>
                      </a:cubicBezTo>
                      <a:lnTo>
                        <a:pt x="28860" y="20979"/>
                      </a:lnTo>
                      <a:close/>
                      <a:moveTo>
                        <a:pt x="3905" y="12216"/>
                      </a:moveTo>
                      <a:lnTo>
                        <a:pt x="3429" y="11263"/>
                      </a:lnTo>
                      <a:lnTo>
                        <a:pt x="4286" y="11835"/>
                      </a:lnTo>
                      <a:lnTo>
                        <a:pt x="3905" y="12216"/>
                      </a:lnTo>
                      <a:close/>
                      <a:moveTo>
                        <a:pt x="3905" y="14502"/>
                      </a:moveTo>
                      <a:lnTo>
                        <a:pt x="3619" y="14121"/>
                      </a:lnTo>
                      <a:cubicBezTo>
                        <a:pt x="3619" y="14121"/>
                        <a:pt x="4096" y="14121"/>
                        <a:pt x="4381" y="13835"/>
                      </a:cubicBezTo>
                      <a:cubicBezTo>
                        <a:pt x="4667" y="13645"/>
                        <a:pt x="4763" y="13454"/>
                        <a:pt x="4857" y="13454"/>
                      </a:cubicBezTo>
                      <a:cubicBezTo>
                        <a:pt x="4857" y="13454"/>
                        <a:pt x="5048" y="13454"/>
                        <a:pt x="5048" y="13645"/>
                      </a:cubicBezTo>
                      <a:cubicBezTo>
                        <a:pt x="4857" y="13835"/>
                        <a:pt x="4667" y="14026"/>
                        <a:pt x="4476" y="14216"/>
                      </a:cubicBezTo>
                      <a:cubicBezTo>
                        <a:pt x="4286" y="14407"/>
                        <a:pt x="4096" y="14502"/>
                        <a:pt x="3810" y="14502"/>
                      </a:cubicBezTo>
                      <a:close/>
                      <a:moveTo>
                        <a:pt x="4286" y="10501"/>
                      </a:moveTo>
                      <a:lnTo>
                        <a:pt x="5048" y="10501"/>
                      </a:lnTo>
                      <a:cubicBezTo>
                        <a:pt x="5048" y="10501"/>
                        <a:pt x="4763" y="9930"/>
                        <a:pt x="4763" y="9835"/>
                      </a:cubicBezTo>
                      <a:lnTo>
                        <a:pt x="4190" y="10501"/>
                      </a:lnTo>
                      <a:close/>
                      <a:moveTo>
                        <a:pt x="4476" y="15359"/>
                      </a:moveTo>
                      <a:cubicBezTo>
                        <a:pt x="4476" y="15359"/>
                        <a:pt x="4381" y="15359"/>
                        <a:pt x="4286" y="15359"/>
                      </a:cubicBezTo>
                      <a:lnTo>
                        <a:pt x="4286" y="15359"/>
                      </a:lnTo>
                      <a:cubicBezTo>
                        <a:pt x="4286" y="15359"/>
                        <a:pt x="4286" y="15359"/>
                        <a:pt x="4381" y="15359"/>
                      </a:cubicBezTo>
                      <a:close/>
                      <a:moveTo>
                        <a:pt x="18002" y="28504"/>
                      </a:moveTo>
                      <a:lnTo>
                        <a:pt x="18002" y="28980"/>
                      </a:lnTo>
                      <a:lnTo>
                        <a:pt x="16002" y="29361"/>
                      </a:lnTo>
                      <a:cubicBezTo>
                        <a:pt x="16002" y="29361"/>
                        <a:pt x="16383" y="28885"/>
                        <a:pt x="16764" y="28789"/>
                      </a:cubicBezTo>
                      <a:cubicBezTo>
                        <a:pt x="17240" y="28694"/>
                        <a:pt x="17621" y="28599"/>
                        <a:pt x="18002" y="28599"/>
                      </a:cubicBezTo>
                      <a:close/>
                      <a:moveTo>
                        <a:pt x="18573" y="41172"/>
                      </a:moveTo>
                      <a:cubicBezTo>
                        <a:pt x="18573" y="41172"/>
                        <a:pt x="18764" y="41743"/>
                        <a:pt x="18764" y="42505"/>
                      </a:cubicBezTo>
                      <a:lnTo>
                        <a:pt x="18002" y="42505"/>
                      </a:lnTo>
                      <a:lnTo>
                        <a:pt x="18573" y="41172"/>
                      </a:lnTo>
                      <a:close/>
                      <a:moveTo>
                        <a:pt x="19335" y="39934"/>
                      </a:moveTo>
                      <a:lnTo>
                        <a:pt x="19335" y="39362"/>
                      </a:lnTo>
                      <a:lnTo>
                        <a:pt x="20193" y="39362"/>
                      </a:lnTo>
                      <a:lnTo>
                        <a:pt x="20193" y="39934"/>
                      </a:lnTo>
                      <a:lnTo>
                        <a:pt x="19335" y="39934"/>
                      </a:lnTo>
                      <a:close/>
                      <a:moveTo>
                        <a:pt x="22193" y="26694"/>
                      </a:moveTo>
                      <a:cubicBezTo>
                        <a:pt x="22193" y="26694"/>
                        <a:pt x="22193" y="25741"/>
                        <a:pt x="22003" y="25265"/>
                      </a:cubicBezTo>
                      <a:lnTo>
                        <a:pt x="21145" y="26694"/>
                      </a:lnTo>
                      <a:lnTo>
                        <a:pt x="22288" y="26694"/>
                      </a:lnTo>
                      <a:close/>
                      <a:moveTo>
                        <a:pt x="22955" y="23360"/>
                      </a:moveTo>
                      <a:cubicBezTo>
                        <a:pt x="22955" y="23360"/>
                        <a:pt x="23813" y="24217"/>
                        <a:pt x="25241" y="24408"/>
                      </a:cubicBezTo>
                      <a:lnTo>
                        <a:pt x="22955" y="23360"/>
                      </a:lnTo>
                      <a:close/>
                      <a:moveTo>
                        <a:pt x="25241" y="43934"/>
                      </a:moveTo>
                      <a:cubicBezTo>
                        <a:pt x="25241" y="43934"/>
                        <a:pt x="25241" y="44315"/>
                        <a:pt x="25146" y="44410"/>
                      </a:cubicBezTo>
                      <a:cubicBezTo>
                        <a:pt x="24860" y="44791"/>
                        <a:pt x="24574" y="44982"/>
                        <a:pt x="24384" y="44887"/>
                      </a:cubicBezTo>
                      <a:cubicBezTo>
                        <a:pt x="24003" y="44887"/>
                        <a:pt x="23717" y="44887"/>
                        <a:pt x="23526" y="44696"/>
                      </a:cubicBezTo>
                      <a:lnTo>
                        <a:pt x="25241" y="43934"/>
                      </a:lnTo>
                      <a:close/>
                      <a:moveTo>
                        <a:pt x="24669" y="39267"/>
                      </a:moveTo>
                      <a:cubicBezTo>
                        <a:pt x="24669" y="39267"/>
                        <a:pt x="25050" y="39648"/>
                        <a:pt x="25527" y="39648"/>
                      </a:cubicBezTo>
                      <a:lnTo>
                        <a:pt x="24003" y="39838"/>
                      </a:lnTo>
                      <a:lnTo>
                        <a:pt x="24574" y="39267"/>
                      </a:lnTo>
                      <a:close/>
                      <a:moveTo>
                        <a:pt x="25527" y="26408"/>
                      </a:moveTo>
                      <a:cubicBezTo>
                        <a:pt x="26098" y="26503"/>
                        <a:pt x="26479" y="26408"/>
                        <a:pt x="26955" y="25837"/>
                      </a:cubicBezTo>
                      <a:cubicBezTo>
                        <a:pt x="26765" y="25551"/>
                        <a:pt x="26384" y="25551"/>
                        <a:pt x="26003" y="25646"/>
                      </a:cubicBezTo>
                      <a:cubicBezTo>
                        <a:pt x="25527" y="25646"/>
                        <a:pt x="25432" y="26027"/>
                        <a:pt x="25527" y="26408"/>
                      </a:cubicBezTo>
                      <a:close/>
                      <a:moveTo>
                        <a:pt x="26955" y="35647"/>
                      </a:moveTo>
                      <a:cubicBezTo>
                        <a:pt x="26955" y="35647"/>
                        <a:pt x="26955" y="34885"/>
                        <a:pt x="27431" y="34790"/>
                      </a:cubicBezTo>
                      <a:cubicBezTo>
                        <a:pt x="27241" y="34790"/>
                        <a:pt x="27527" y="34790"/>
                        <a:pt x="28384" y="34790"/>
                      </a:cubicBezTo>
                      <a:cubicBezTo>
                        <a:pt x="28384" y="34790"/>
                        <a:pt x="28194" y="34981"/>
                        <a:pt x="27908" y="35266"/>
                      </a:cubicBezTo>
                      <a:cubicBezTo>
                        <a:pt x="27622" y="35552"/>
                        <a:pt x="27431" y="35647"/>
                        <a:pt x="27241" y="35647"/>
                      </a:cubicBezTo>
                      <a:cubicBezTo>
                        <a:pt x="27241" y="35647"/>
                        <a:pt x="27051" y="35647"/>
                        <a:pt x="26955" y="35647"/>
                      </a:cubicBezTo>
                      <a:close/>
                      <a:moveTo>
                        <a:pt x="27813" y="21931"/>
                      </a:moveTo>
                      <a:cubicBezTo>
                        <a:pt x="27813" y="21931"/>
                        <a:pt x="27527" y="21550"/>
                        <a:pt x="27241" y="21646"/>
                      </a:cubicBezTo>
                      <a:cubicBezTo>
                        <a:pt x="26955" y="21646"/>
                        <a:pt x="26860" y="21931"/>
                        <a:pt x="26955" y="22122"/>
                      </a:cubicBezTo>
                      <a:lnTo>
                        <a:pt x="27813" y="22312"/>
                      </a:lnTo>
                      <a:lnTo>
                        <a:pt x="27813" y="21931"/>
                      </a:lnTo>
                      <a:close/>
                      <a:moveTo>
                        <a:pt x="27622" y="29551"/>
                      </a:moveTo>
                      <a:cubicBezTo>
                        <a:pt x="28098" y="29170"/>
                        <a:pt x="28384" y="28885"/>
                        <a:pt x="28384" y="28885"/>
                      </a:cubicBezTo>
                      <a:cubicBezTo>
                        <a:pt x="28384" y="28694"/>
                        <a:pt x="28194" y="28504"/>
                        <a:pt x="27813" y="28408"/>
                      </a:cubicBezTo>
                      <a:lnTo>
                        <a:pt x="27622" y="29647"/>
                      </a:lnTo>
                      <a:cubicBezTo>
                        <a:pt x="27622" y="29647"/>
                        <a:pt x="27431" y="30123"/>
                        <a:pt x="27622" y="30313"/>
                      </a:cubicBezTo>
                      <a:lnTo>
                        <a:pt x="27622" y="29647"/>
                      </a:lnTo>
                      <a:close/>
                      <a:moveTo>
                        <a:pt x="29623" y="24122"/>
                      </a:moveTo>
                      <a:cubicBezTo>
                        <a:pt x="29623" y="24122"/>
                        <a:pt x="29813" y="23455"/>
                        <a:pt x="29813" y="23455"/>
                      </a:cubicBezTo>
                      <a:cubicBezTo>
                        <a:pt x="29813" y="23360"/>
                        <a:pt x="29337" y="23265"/>
                        <a:pt x="28670" y="23265"/>
                      </a:cubicBezTo>
                      <a:lnTo>
                        <a:pt x="29623" y="24122"/>
                      </a:lnTo>
                      <a:close/>
                      <a:moveTo>
                        <a:pt x="32480" y="29170"/>
                      </a:moveTo>
                      <a:lnTo>
                        <a:pt x="33432" y="29742"/>
                      </a:lnTo>
                      <a:lnTo>
                        <a:pt x="31432" y="29932"/>
                      </a:lnTo>
                      <a:lnTo>
                        <a:pt x="32385" y="29170"/>
                      </a:lnTo>
                      <a:close/>
                      <a:moveTo>
                        <a:pt x="32671" y="34219"/>
                      </a:moveTo>
                      <a:cubicBezTo>
                        <a:pt x="32671" y="34219"/>
                        <a:pt x="33147" y="34409"/>
                        <a:pt x="33814" y="34409"/>
                      </a:cubicBezTo>
                      <a:lnTo>
                        <a:pt x="32671" y="35362"/>
                      </a:lnTo>
                      <a:lnTo>
                        <a:pt x="32671" y="34219"/>
                      </a:lnTo>
                      <a:close/>
                      <a:moveTo>
                        <a:pt x="33242" y="42886"/>
                      </a:moveTo>
                      <a:cubicBezTo>
                        <a:pt x="33242" y="42886"/>
                        <a:pt x="33242" y="42696"/>
                        <a:pt x="33432" y="42601"/>
                      </a:cubicBezTo>
                      <a:lnTo>
                        <a:pt x="33242" y="42886"/>
                      </a:lnTo>
                      <a:close/>
                      <a:moveTo>
                        <a:pt x="33432" y="42601"/>
                      </a:moveTo>
                      <a:lnTo>
                        <a:pt x="33909" y="42029"/>
                      </a:lnTo>
                      <a:lnTo>
                        <a:pt x="34099" y="42410"/>
                      </a:lnTo>
                      <a:cubicBezTo>
                        <a:pt x="34099" y="42410"/>
                        <a:pt x="33718" y="42410"/>
                        <a:pt x="33432" y="42601"/>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 name="Google Shape;1085;p99"/>
                <p:cNvSpPr/>
                <p:nvPr/>
              </p:nvSpPr>
              <p:spPr>
                <a:xfrm>
                  <a:off x="8661081" y="1568005"/>
                  <a:ext cx="21526" cy="43814"/>
                </a:xfrm>
                <a:custGeom>
                  <a:avLst/>
                  <a:gdLst/>
                  <a:ahLst/>
                  <a:cxnLst/>
                  <a:rect l="l" t="t" r="r" b="b"/>
                  <a:pathLst>
                    <a:path w="21526" h="43814" extrusionOk="0">
                      <a:moveTo>
                        <a:pt x="0" y="10954"/>
                      </a:moveTo>
                      <a:cubicBezTo>
                        <a:pt x="571" y="10954"/>
                        <a:pt x="858" y="10954"/>
                        <a:pt x="858" y="11144"/>
                      </a:cubicBezTo>
                      <a:lnTo>
                        <a:pt x="858" y="12287"/>
                      </a:lnTo>
                      <a:lnTo>
                        <a:pt x="0" y="10858"/>
                      </a:lnTo>
                      <a:close/>
                      <a:moveTo>
                        <a:pt x="14859" y="20383"/>
                      </a:moveTo>
                      <a:cubicBezTo>
                        <a:pt x="14859" y="20383"/>
                        <a:pt x="14574" y="20669"/>
                        <a:pt x="14574" y="20765"/>
                      </a:cubicBezTo>
                      <a:cubicBezTo>
                        <a:pt x="14574" y="20860"/>
                        <a:pt x="14669" y="21145"/>
                        <a:pt x="14954" y="21431"/>
                      </a:cubicBezTo>
                      <a:cubicBezTo>
                        <a:pt x="15240" y="21717"/>
                        <a:pt x="15335" y="21907"/>
                        <a:pt x="15335" y="22193"/>
                      </a:cubicBezTo>
                      <a:cubicBezTo>
                        <a:pt x="15145" y="21812"/>
                        <a:pt x="14764" y="21622"/>
                        <a:pt x="14192" y="21526"/>
                      </a:cubicBezTo>
                      <a:cubicBezTo>
                        <a:pt x="13525" y="21526"/>
                        <a:pt x="13240" y="21526"/>
                        <a:pt x="13049" y="21336"/>
                      </a:cubicBezTo>
                      <a:cubicBezTo>
                        <a:pt x="13049" y="21336"/>
                        <a:pt x="12859" y="21622"/>
                        <a:pt x="12668" y="22098"/>
                      </a:cubicBezTo>
                      <a:cubicBezTo>
                        <a:pt x="12382" y="21717"/>
                        <a:pt x="12097" y="21526"/>
                        <a:pt x="11811" y="21526"/>
                      </a:cubicBezTo>
                      <a:cubicBezTo>
                        <a:pt x="11525" y="21526"/>
                        <a:pt x="11049" y="21717"/>
                        <a:pt x="10383" y="22003"/>
                      </a:cubicBezTo>
                      <a:cubicBezTo>
                        <a:pt x="9716" y="22384"/>
                        <a:pt x="9240" y="22574"/>
                        <a:pt x="8954" y="22669"/>
                      </a:cubicBezTo>
                      <a:cubicBezTo>
                        <a:pt x="9525" y="22765"/>
                        <a:pt x="9906" y="23050"/>
                        <a:pt x="10192" y="23431"/>
                      </a:cubicBezTo>
                      <a:cubicBezTo>
                        <a:pt x="10478" y="23908"/>
                        <a:pt x="10859" y="24289"/>
                        <a:pt x="11144" y="24574"/>
                      </a:cubicBezTo>
                      <a:cubicBezTo>
                        <a:pt x="10954" y="24860"/>
                        <a:pt x="10859" y="25051"/>
                        <a:pt x="10954" y="25146"/>
                      </a:cubicBezTo>
                      <a:cubicBezTo>
                        <a:pt x="11239" y="25622"/>
                        <a:pt x="11335" y="25813"/>
                        <a:pt x="11716" y="25813"/>
                      </a:cubicBezTo>
                      <a:cubicBezTo>
                        <a:pt x="11811" y="25813"/>
                        <a:pt x="12097" y="25622"/>
                        <a:pt x="12382" y="25336"/>
                      </a:cubicBezTo>
                      <a:cubicBezTo>
                        <a:pt x="12668" y="25051"/>
                        <a:pt x="12859" y="24860"/>
                        <a:pt x="12954" y="24860"/>
                      </a:cubicBezTo>
                      <a:cubicBezTo>
                        <a:pt x="13145" y="24860"/>
                        <a:pt x="13335" y="24860"/>
                        <a:pt x="13525" y="25146"/>
                      </a:cubicBezTo>
                      <a:lnTo>
                        <a:pt x="12764" y="23527"/>
                      </a:lnTo>
                      <a:cubicBezTo>
                        <a:pt x="12764" y="23527"/>
                        <a:pt x="13525" y="24289"/>
                        <a:pt x="14288" y="24289"/>
                      </a:cubicBezTo>
                      <a:lnTo>
                        <a:pt x="14574" y="24098"/>
                      </a:lnTo>
                      <a:lnTo>
                        <a:pt x="13431" y="22860"/>
                      </a:lnTo>
                      <a:cubicBezTo>
                        <a:pt x="13431" y="22860"/>
                        <a:pt x="13431" y="22479"/>
                        <a:pt x="13716" y="22479"/>
                      </a:cubicBezTo>
                      <a:cubicBezTo>
                        <a:pt x="13716" y="22479"/>
                        <a:pt x="13907" y="22479"/>
                        <a:pt x="14288" y="22765"/>
                      </a:cubicBezTo>
                      <a:cubicBezTo>
                        <a:pt x="14669" y="22955"/>
                        <a:pt x="14859" y="23050"/>
                        <a:pt x="15050" y="23050"/>
                      </a:cubicBezTo>
                      <a:cubicBezTo>
                        <a:pt x="14859" y="24765"/>
                        <a:pt x="14192" y="26003"/>
                        <a:pt x="13049" y="26765"/>
                      </a:cubicBezTo>
                      <a:cubicBezTo>
                        <a:pt x="14097" y="26765"/>
                        <a:pt x="14764" y="27337"/>
                        <a:pt x="15050" y="28480"/>
                      </a:cubicBezTo>
                      <a:cubicBezTo>
                        <a:pt x="15050" y="28765"/>
                        <a:pt x="15050" y="29813"/>
                        <a:pt x="15050" y="31528"/>
                      </a:cubicBezTo>
                      <a:lnTo>
                        <a:pt x="14192" y="31528"/>
                      </a:lnTo>
                      <a:cubicBezTo>
                        <a:pt x="14192" y="31528"/>
                        <a:pt x="14002" y="31718"/>
                        <a:pt x="14002" y="31813"/>
                      </a:cubicBezTo>
                      <a:cubicBezTo>
                        <a:pt x="14002" y="32004"/>
                        <a:pt x="14002" y="32194"/>
                        <a:pt x="14192" y="32290"/>
                      </a:cubicBezTo>
                      <a:cubicBezTo>
                        <a:pt x="14288" y="32480"/>
                        <a:pt x="14478" y="32575"/>
                        <a:pt x="14478" y="32671"/>
                      </a:cubicBezTo>
                      <a:cubicBezTo>
                        <a:pt x="14574" y="32671"/>
                        <a:pt x="14859" y="32480"/>
                        <a:pt x="15240" y="32099"/>
                      </a:cubicBezTo>
                      <a:lnTo>
                        <a:pt x="14764" y="42672"/>
                      </a:lnTo>
                      <a:cubicBezTo>
                        <a:pt x="12192" y="43434"/>
                        <a:pt x="9906" y="43815"/>
                        <a:pt x="8001" y="43815"/>
                      </a:cubicBezTo>
                      <a:cubicBezTo>
                        <a:pt x="6572" y="43815"/>
                        <a:pt x="5144" y="43624"/>
                        <a:pt x="3810" y="43244"/>
                      </a:cubicBezTo>
                      <a:cubicBezTo>
                        <a:pt x="3143" y="41815"/>
                        <a:pt x="2763" y="39815"/>
                        <a:pt x="2763" y="37338"/>
                      </a:cubicBezTo>
                      <a:lnTo>
                        <a:pt x="2763" y="33909"/>
                      </a:lnTo>
                      <a:cubicBezTo>
                        <a:pt x="2763" y="32099"/>
                        <a:pt x="2572" y="30670"/>
                        <a:pt x="2286" y="29527"/>
                      </a:cubicBezTo>
                      <a:cubicBezTo>
                        <a:pt x="2667" y="28384"/>
                        <a:pt x="2953" y="26765"/>
                        <a:pt x="2953" y="24670"/>
                      </a:cubicBezTo>
                      <a:cubicBezTo>
                        <a:pt x="2953" y="22193"/>
                        <a:pt x="2953" y="20574"/>
                        <a:pt x="3143" y="19717"/>
                      </a:cubicBezTo>
                      <a:lnTo>
                        <a:pt x="3906" y="19717"/>
                      </a:lnTo>
                      <a:cubicBezTo>
                        <a:pt x="3334" y="19336"/>
                        <a:pt x="3048" y="18669"/>
                        <a:pt x="2953" y="17717"/>
                      </a:cubicBezTo>
                      <a:cubicBezTo>
                        <a:pt x="2953" y="16859"/>
                        <a:pt x="2857" y="16002"/>
                        <a:pt x="2763" y="15145"/>
                      </a:cubicBezTo>
                      <a:lnTo>
                        <a:pt x="1143" y="15145"/>
                      </a:lnTo>
                      <a:lnTo>
                        <a:pt x="3143" y="14573"/>
                      </a:lnTo>
                      <a:cubicBezTo>
                        <a:pt x="2763" y="13811"/>
                        <a:pt x="2763" y="12763"/>
                        <a:pt x="2953" y="11335"/>
                      </a:cubicBezTo>
                      <a:cubicBezTo>
                        <a:pt x="3239" y="9906"/>
                        <a:pt x="3048" y="8858"/>
                        <a:pt x="2572" y="8096"/>
                      </a:cubicBezTo>
                      <a:cubicBezTo>
                        <a:pt x="2763" y="8096"/>
                        <a:pt x="2953" y="8001"/>
                        <a:pt x="3143" y="7715"/>
                      </a:cubicBezTo>
                      <a:cubicBezTo>
                        <a:pt x="3334" y="7525"/>
                        <a:pt x="3620" y="7334"/>
                        <a:pt x="3620" y="7334"/>
                      </a:cubicBezTo>
                      <a:cubicBezTo>
                        <a:pt x="3334" y="7144"/>
                        <a:pt x="3143" y="6858"/>
                        <a:pt x="3143" y="6572"/>
                      </a:cubicBezTo>
                      <a:cubicBezTo>
                        <a:pt x="3143" y="6382"/>
                        <a:pt x="3334" y="6096"/>
                        <a:pt x="3524" y="5810"/>
                      </a:cubicBezTo>
                      <a:cubicBezTo>
                        <a:pt x="3810" y="5620"/>
                        <a:pt x="4858" y="5429"/>
                        <a:pt x="6668" y="5334"/>
                      </a:cubicBezTo>
                      <a:cubicBezTo>
                        <a:pt x="7525" y="5334"/>
                        <a:pt x="8191" y="5144"/>
                        <a:pt x="8668" y="4763"/>
                      </a:cubicBezTo>
                      <a:cubicBezTo>
                        <a:pt x="8858" y="5239"/>
                        <a:pt x="9335" y="5429"/>
                        <a:pt x="9716" y="5429"/>
                      </a:cubicBezTo>
                      <a:cubicBezTo>
                        <a:pt x="9811" y="5429"/>
                        <a:pt x="10573" y="5334"/>
                        <a:pt x="11811" y="5048"/>
                      </a:cubicBezTo>
                      <a:cubicBezTo>
                        <a:pt x="12764" y="4763"/>
                        <a:pt x="13431" y="4763"/>
                        <a:pt x="13907" y="5048"/>
                      </a:cubicBezTo>
                      <a:cubicBezTo>
                        <a:pt x="14097" y="5048"/>
                        <a:pt x="14192" y="4858"/>
                        <a:pt x="14192" y="4572"/>
                      </a:cubicBezTo>
                      <a:cubicBezTo>
                        <a:pt x="14192" y="4286"/>
                        <a:pt x="14192" y="4191"/>
                        <a:pt x="14383" y="4191"/>
                      </a:cubicBezTo>
                      <a:cubicBezTo>
                        <a:pt x="14478" y="4191"/>
                        <a:pt x="14574" y="4191"/>
                        <a:pt x="14764" y="4191"/>
                      </a:cubicBezTo>
                      <a:cubicBezTo>
                        <a:pt x="14764" y="4953"/>
                        <a:pt x="14764" y="5905"/>
                        <a:pt x="15050" y="7144"/>
                      </a:cubicBezTo>
                      <a:cubicBezTo>
                        <a:pt x="15240" y="8382"/>
                        <a:pt x="15335" y="9334"/>
                        <a:pt x="15335" y="9906"/>
                      </a:cubicBezTo>
                      <a:cubicBezTo>
                        <a:pt x="15335" y="11049"/>
                        <a:pt x="15050" y="12097"/>
                        <a:pt x="14478" y="13144"/>
                      </a:cubicBezTo>
                      <a:cubicBezTo>
                        <a:pt x="15050" y="14097"/>
                        <a:pt x="15430" y="15240"/>
                        <a:pt x="15430" y="16573"/>
                      </a:cubicBezTo>
                      <a:cubicBezTo>
                        <a:pt x="15430" y="16192"/>
                        <a:pt x="15335" y="17526"/>
                        <a:pt x="15050" y="20479"/>
                      </a:cubicBezTo>
                      <a:cubicBezTo>
                        <a:pt x="14954" y="20193"/>
                        <a:pt x="14764" y="20098"/>
                        <a:pt x="14478" y="20098"/>
                      </a:cubicBezTo>
                      <a:close/>
                      <a:moveTo>
                        <a:pt x="5620" y="11525"/>
                      </a:moveTo>
                      <a:lnTo>
                        <a:pt x="6191" y="9811"/>
                      </a:lnTo>
                      <a:cubicBezTo>
                        <a:pt x="6191" y="9811"/>
                        <a:pt x="5715" y="9811"/>
                        <a:pt x="5429" y="10001"/>
                      </a:cubicBezTo>
                      <a:cubicBezTo>
                        <a:pt x="5049" y="10382"/>
                        <a:pt x="4858" y="10477"/>
                        <a:pt x="4763" y="10573"/>
                      </a:cubicBezTo>
                      <a:lnTo>
                        <a:pt x="5620" y="11525"/>
                      </a:lnTo>
                      <a:close/>
                      <a:moveTo>
                        <a:pt x="8954" y="22384"/>
                      </a:moveTo>
                      <a:cubicBezTo>
                        <a:pt x="8954" y="21907"/>
                        <a:pt x="8954" y="21622"/>
                        <a:pt x="9144" y="21622"/>
                      </a:cubicBezTo>
                      <a:lnTo>
                        <a:pt x="7525" y="21050"/>
                      </a:lnTo>
                      <a:cubicBezTo>
                        <a:pt x="7525" y="21050"/>
                        <a:pt x="7715" y="21526"/>
                        <a:pt x="8097" y="21622"/>
                      </a:cubicBezTo>
                      <a:cubicBezTo>
                        <a:pt x="8477" y="21717"/>
                        <a:pt x="8573" y="21907"/>
                        <a:pt x="8573" y="22003"/>
                      </a:cubicBezTo>
                      <a:cubicBezTo>
                        <a:pt x="8573" y="22098"/>
                        <a:pt x="8573" y="22288"/>
                        <a:pt x="8287" y="22479"/>
                      </a:cubicBezTo>
                      <a:lnTo>
                        <a:pt x="8858" y="22479"/>
                      </a:lnTo>
                      <a:close/>
                      <a:moveTo>
                        <a:pt x="10859" y="27337"/>
                      </a:moveTo>
                      <a:lnTo>
                        <a:pt x="9525" y="27527"/>
                      </a:lnTo>
                      <a:cubicBezTo>
                        <a:pt x="10287" y="27527"/>
                        <a:pt x="10668" y="27527"/>
                        <a:pt x="10859" y="27337"/>
                      </a:cubicBezTo>
                      <a:lnTo>
                        <a:pt x="12573" y="27337"/>
                      </a:lnTo>
                      <a:lnTo>
                        <a:pt x="11049" y="26479"/>
                      </a:lnTo>
                      <a:lnTo>
                        <a:pt x="11049" y="26289"/>
                      </a:lnTo>
                      <a:lnTo>
                        <a:pt x="11335" y="25813"/>
                      </a:lnTo>
                      <a:lnTo>
                        <a:pt x="10954" y="25813"/>
                      </a:lnTo>
                      <a:lnTo>
                        <a:pt x="10954" y="26289"/>
                      </a:lnTo>
                      <a:lnTo>
                        <a:pt x="10954" y="26289"/>
                      </a:lnTo>
                      <a:lnTo>
                        <a:pt x="10954" y="26479"/>
                      </a:lnTo>
                      <a:lnTo>
                        <a:pt x="11144" y="26956"/>
                      </a:lnTo>
                      <a:cubicBezTo>
                        <a:pt x="11144" y="26956"/>
                        <a:pt x="10954" y="27242"/>
                        <a:pt x="10763" y="27337"/>
                      </a:cubicBezTo>
                      <a:close/>
                      <a:moveTo>
                        <a:pt x="11811" y="0"/>
                      </a:moveTo>
                      <a:lnTo>
                        <a:pt x="11811" y="857"/>
                      </a:lnTo>
                      <a:lnTo>
                        <a:pt x="11430" y="0"/>
                      </a:lnTo>
                      <a:lnTo>
                        <a:pt x="11811" y="0"/>
                      </a:lnTo>
                      <a:close/>
                      <a:moveTo>
                        <a:pt x="13049" y="23622"/>
                      </a:moveTo>
                      <a:cubicBezTo>
                        <a:pt x="13049" y="23622"/>
                        <a:pt x="12954" y="23431"/>
                        <a:pt x="12859" y="23241"/>
                      </a:cubicBezTo>
                      <a:lnTo>
                        <a:pt x="13049" y="23622"/>
                      </a:lnTo>
                      <a:close/>
                      <a:moveTo>
                        <a:pt x="17622" y="1238"/>
                      </a:moveTo>
                      <a:lnTo>
                        <a:pt x="18479" y="1238"/>
                      </a:lnTo>
                      <a:lnTo>
                        <a:pt x="18193" y="1810"/>
                      </a:lnTo>
                      <a:lnTo>
                        <a:pt x="17622" y="1810"/>
                      </a:lnTo>
                      <a:lnTo>
                        <a:pt x="17622" y="1238"/>
                      </a:lnTo>
                      <a:close/>
                      <a:moveTo>
                        <a:pt x="20384" y="4191"/>
                      </a:moveTo>
                      <a:lnTo>
                        <a:pt x="21527" y="5620"/>
                      </a:lnTo>
                      <a:cubicBezTo>
                        <a:pt x="20288" y="5620"/>
                        <a:pt x="19717" y="5048"/>
                        <a:pt x="19621" y="3619"/>
                      </a:cubicBezTo>
                      <a:lnTo>
                        <a:pt x="21146" y="3619"/>
                      </a:lnTo>
                      <a:lnTo>
                        <a:pt x="20384" y="4191"/>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 name="Google Shape;1086;p99"/>
                <p:cNvSpPr/>
                <p:nvPr/>
              </p:nvSpPr>
              <p:spPr>
                <a:xfrm>
                  <a:off x="8681370" y="1573244"/>
                  <a:ext cx="32289" cy="38862"/>
                </a:xfrm>
                <a:custGeom>
                  <a:avLst/>
                  <a:gdLst/>
                  <a:ahLst/>
                  <a:cxnLst/>
                  <a:rect l="l" t="t" r="r" b="b"/>
                  <a:pathLst>
                    <a:path w="32289" h="38862" extrusionOk="0">
                      <a:moveTo>
                        <a:pt x="32195" y="3810"/>
                      </a:moveTo>
                      <a:cubicBezTo>
                        <a:pt x="31909" y="4667"/>
                        <a:pt x="31814" y="5525"/>
                        <a:pt x="31814" y="6572"/>
                      </a:cubicBezTo>
                      <a:cubicBezTo>
                        <a:pt x="31814" y="7239"/>
                        <a:pt x="31909" y="8287"/>
                        <a:pt x="32099" y="9525"/>
                      </a:cubicBezTo>
                      <a:cubicBezTo>
                        <a:pt x="32195" y="10858"/>
                        <a:pt x="32290" y="11811"/>
                        <a:pt x="32290" y="12478"/>
                      </a:cubicBezTo>
                      <a:cubicBezTo>
                        <a:pt x="32290" y="12954"/>
                        <a:pt x="32290" y="13430"/>
                        <a:pt x="32290" y="13811"/>
                      </a:cubicBezTo>
                      <a:lnTo>
                        <a:pt x="31909" y="37052"/>
                      </a:lnTo>
                      <a:cubicBezTo>
                        <a:pt x="31242" y="37814"/>
                        <a:pt x="30099" y="38291"/>
                        <a:pt x="28384" y="38386"/>
                      </a:cubicBezTo>
                      <a:cubicBezTo>
                        <a:pt x="27051" y="38481"/>
                        <a:pt x="25622" y="38672"/>
                        <a:pt x="24289" y="38862"/>
                      </a:cubicBezTo>
                      <a:cubicBezTo>
                        <a:pt x="22765" y="38862"/>
                        <a:pt x="21907" y="38195"/>
                        <a:pt x="21527" y="36481"/>
                      </a:cubicBezTo>
                      <a:cubicBezTo>
                        <a:pt x="21050" y="34576"/>
                        <a:pt x="20479" y="33528"/>
                        <a:pt x="19621" y="33147"/>
                      </a:cubicBezTo>
                      <a:cubicBezTo>
                        <a:pt x="19621" y="32671"/>
                        <a:pt x="19431" y="32099"/>
                        <a:pt x="18859" y="31528"/>
                      </a:cubicBezTo>
                      <a:cubicBezTo>
                        <a:pt x="18288" y="30861"/>
                        <a:pt x="18098" y="30480"/>
                        <a:pt x="18098" y="30099"/>
                      </a:cubicBezTo>
                      <a:cubicBezTo>
                        <a:pt x="18098" y="29908"/>
                        <a:pt x="18098" y="29718"/>
                        <a:pt x="18288" y="29527"/>
                      </a:cubicBezTo>
                      <a:cubicBezTo>
                        <a:pt x="17240" y="29527"/>
                        <a:pt x="16669" y="29337"/>
                        <a:pt x="16478" y="28575"/>
                      </a:cubicBezTo>
                      <a:cubicBezTo>
                        <a:pt x="16288" y="27813"/>
                        <a:pt x="16097" y="27051"/>
                        <a:pt x="15907" y="26384"/>
                      </a:cubicBezTo>
                      <a:cubicBezTo>
                        <a:pt x="16193" y="26670"/>
                        <a:pt x="16764" y="26765"/>
                        <a:pt x="17526" y="26479"/>
                      </a:cubicBezTo>
                      <a:cubicBezTo>
                        <a:pt x="18193" y="26289"/>
                        <a:pt x="18765" y="26479"/>
                        <a:pt x="19145" y="26956"/>
                      </a:cubicBezTo>
                      <a:cubicBezTo>
                        <a:pt x="19241" y="26289"/>
                        <a:pt x="19050" y="25622"/>
                        <a:pt x="18383" y="25051"/>
                      </a:cubicBezTo>
                      <a:cubicBezTo>
                        <a:pt x="18098" y="25051"/>
                        <a:pt x="17716" y="25241"/>
                        <a:pt x="17240" y="25527"/>
                      </a:cubicBezTo>
                      <a:cubicBezTo>
                        <a:pt x="16764" y="25813"/>
                        <a:pt x="16288" y="25908"/>
                        <a:pt x="16097" y="25908"/>
                      </a:cubicBezTo>
                      <a:cubicBezTo>
                        <a:pt x="15812" y="25908"/>
                        <a:pt x="15526" y="25908"/>
                        <a:pt x="15240" y="25622"/>
                      </a:cubicBezTo>
                      <a:cubicBezTo>
                        <a:pt x="14574" y="25241"/>
                        <a:pt x="14002" y="24479"/>
                        <a:pt x="13525" y="23336"/>
                      </a:cubicBezTo>
                      <a:cubicBezTo>
                        <a:pt x="13145" y="22098"/>
                        <a:pt x="12668" y="21431"/>
                        <a:pt x="12097" y="21146"/>
                      </a:cubicBezTo>
                      <a:cubicBezTo>
                        <a:pt x="11811" y="20955"/>
                        <a:pt x="11621" y="20479"/>
                        <a:pt x="11430" y="19717"/>
                      </a:cubicBezTo>
                      <a:cubicBezTo>
                        <a:pt x="11430" y="19145"/>
                        <a:pt x="10954" y="18860"/>
                        <a:pt x="10287" y="19050"/>
                      </a:cubicBezTo>
                      <a:lnTo>
                        <a:pt x="9430" y="21241"/>
                      </a:lnTo>
                      <a:cubicBezTo>
                        <a:pt x="9716" y="23527"/>
                        <a:pt x="9811" y="26289"/>
                        <a:pt x="9620" y="29432"/>
                      </a:cubicBezTo>
                      <a:cubicBezTo>
                        <a:pt x="9430" y="33909"/>
                        <a:pt x="9430" y="36481"/>
                        <a:pt x="9430" y="37148"/>
                      </a:cubicBezTo>
                      <a:cubicBezTo>
                        <a:pt x="8668" y="38195"/>
                        <a:pt x="7715" y="38672"/>
                        <a:pt x="6382" y="38672"/>
                      </a:cubicBezTo>
                      <a:cubicBezTo>
                        <a:pt x="6001" y="38672"/>
                        <a:pt x="5429" y="38672"/>
                        <a:pt x="4572" y="38481"/>
                      </a:cubicBezTo>
                      <a:cubicBezTo>
                        <a:pt x="3715" y="38386"/>
                        <a:pt x="3143" y="38291"/>
                        <a:pt x="2762" y="38291"/>
                      </a:cubicBezTo>
                      <a:cubicBezTo>
                        <a:pt x="2477" y="38291"/>
                        <a:pt x="2191" y="38291"/>
                        <a:pt x="1905" y="38291"/>
                      </a:cubicBezTo>
                      <a:lnTo>
                        <a:pt x="667" y="36290"/>
                      </a:lnTo>
                      <a:cubicBezTo>
                        <a:pt x="667" y="36290"/>
                        <a:pt x="667" y="34671"/>
                        <a:pt x="667" y="30480"/>
                      </a:cubicBezTo>
                      <a:cubicBezTo>
                        <a:pt x="667" y="28004"/>
                        <a:pt x="953" y="26099"/>
                        <a:pt x="1524" y="24860"/>
                      </a:cubicBezTo>
                      <a:cubicBezTo>
                        <a:pt x="858" y="23527"/>
                        <a:pt x="571" y="21812"/>
                        <a:pt x="667" y="19717"/>
                      </a:cubicBezTo>
                      <a:cubicBezTo>
                        <a:pt x="667" y="15621"/>
                        <a:pt x="667" y="13906"/>
                        <a:pt x="667" y="14383"/>
                      </a:cubicBezTo>
                      <a:lnTo>
                        <a:pt x="858" y="14383"/>
                      </a:lnTo>
                      <a:cubicBezTo>
                        <a:pt x="858" y="14383"/>
                        <a:pt x="858" y="13430"/>
                        <a:pt x="476" y="12573"/>
                      </a:cubicBezTo>
                      <a:cubicBezTo>
                        <a:pt x="95" y="11811"/>
                        <a:pt x="0" y="11144"/>
                        <a:pt x="0" y="10763"/>
                      </a:cubicBezTo>
                      <a:cubicBezTo>
                        <a:pt x="0" y="10192"/>
                        <a:pt x="286" y="9716"/>
                        <a:pt x="858" y="9335"/>
                      </a:cubicBezTo>
                      <a:lnTo>
                        <a:pt x="858" y="2096"/>
                      </a:lnTo>
                      <a:cubicBezTo>
                        <a:pt x="858" y="2096"/>
                        <a:pt x="1714" y="2096"/>
                        <a:pt x="2286" y="1715"/>
                      </a:cubicBezTo>
                      <a:lnTo>
                        <a:pt x="2286" y="1143"/>
                      </a:lnTo>
                      <a:cubicBezTo>
                        <a:pt x="2286" y="1143"/>
                        <a:pt x="2762" y="1429"/>
                        <a:pt x="3620" y="1905"/>
                      </a:cubicBezTo>
                      <a:cubicBezTo>
                        <a:pt x="4191" y="2286"/>
                        <a:pt x="4667" y="2381"/>
                        <a:pt x="4953" y="2381"/>
                      </a:cubicBezTo>
                      <a:cubicBezTo>
                        <a:pt x="5239" y="2381"/>
                        <a:pt x="5525" y="2381"/>
                        <a:pt x="5715" y="2096"/>
                      </a:cubicBezTo>
                      <a:lnTo>
                        <a:pt x="4572" y="952"/>
                      </a:lnTo>
                      <a:cubicBezTo>
                        <a:pt x="4572" y="952"/>
                        <a:pt x="5049" y="952"/>
                        <a:pt x="5429" y="952"/>
                      </a:cubicBezTo>
                      <a:lnTo>
                        <a:pt x="5429" y="0"/>
                      </a:lnTo>
                      <a:cubicBezTo>
                        <a:pt x="8668" y="191"/>
                        <a:pt x="10859" y="1143"/>
                        <a:pt x="11906" y="2858"/>
                      </a:cubicBezTo>
                      <a:cubicBezTo>
                        <a:pt x="12382" y="4763"/>
                        <a:pt x="13049" y="6191"/>
                        <a:pt x="14192" y="7144"/>
                      </a:cubicBezTo>
                      <a:cubicBezTo>
                        <a:pt x="14192" y="7525"/>
                        <a:pt x="14383" y="7906"/>
                        <a:pt x="14859" y="8287"/>
                      </a:cubicBezTo>
                      <a:cubicBezTo>
                        <a:pt x="15335" y="8668"/>
                        <a:pt x="15716" y="8954"/>
                        <a:pt x="15812" y="9049"/>
                      </a:cubicBezTo>
                      <a:lnTo>
                        <a:pt x="15335" y="9430"/>
                      </a:lnTo>
                      <a:cubicBezTo>
                        <a:pt x="15335" y="9430"/>
                        <a:pt x="16193" y="10382"/>
                        <a:pt x="16573" y="11240"/>
                      </a:cubicBezTo>
                      <a:cubicBezTo>
                        <a:pt x="17050" y="12097"/>
                        <a:pt x="17431" y="12668"/>
                        <a:pt x="17716" y="12859"/>
                      </a:cubicBezTo>
                      <a:cubicBezTo>
                        <a:pt x="18479" y="14192"/>
                        <a:pt x="19526" y="16288"/>
                        <a:pt x="21050" y="19145"/>
                      </a:cubicBezTo>
                      <a:cubicBezTo>
                        <a:pt x="20764" y="19145"/>
                        <a:pt x="20384" y="19145"/>
                        <a:pt x="19908" y="19336"/>
                      </a:cubicBezTo>
                      <a:cubicBezTo>
                        <a:pt x="20098" y="19336"/>
                        <a:pt x="20384" y="19526"/>
                        <a:pt x="20860" y="19717"/>
                      </a:cubicBezTo>
                      <a:cubicBezTo>
                        <a:pt x="21336" y="19907"/>
                        <a:pt x="21622" y="19907"/>
                        <a:pt x="21812" y="19907"/>
                      </a:cubicBezTo>
                      <a:cubicBezTo>
                        <a:pt x="22193" y="19907"/>
                        <a:pt x="22479" y="19717"/>
                        <a:pt x="22670" y="19336"/>
                      </a:cubicBezTo>
                      <a:cubicBezTo>
                        <a:pt x="22670" y="15145"/>
                        <a:pt x="22670" y="8763"/>
                        <a:pt x="23050" y="286"/>
                      </a:cubicBezTo>
                      <a:lnTo>
                        <a:pt x="31528" y="286"/>
                      </a:lnTo>
                      <a:cubicBezTo>
                        <a:pt x="31528" y="286"/>
                        <a:pt x="31718" y="952"/>
                        <a:pt x="31718" y="1524"/>
                      </a:cubicBezTo>
                      <a:cubicBezTo>
                        <a:pt x="31718" y="2286"/>
                        <a:pt x="31718" y="2667"/>
                        <a:pt x="31718" y="2858"/>
                      </a:cubicBezTo>
                      <a:lnTo>
                        <a:pt x="30956" y="3429"/>
                      </a:lnTo>
                      <a:cubicBezTo>
                        <a:pt x="30956" y="3429"/>
                        <a:pt x="31242" y="3715"/>
                        <a:pt x="31432" y="3715"/>
                      </a:cubicBezTo>
                      <a:lnTo>
                        <a:pt x="32099" y="3715"/>
                      </a:lnTo>
                      <a:close/>
                      <a:moveTo>
                        <a:pt x="4572" y="952"/>
                      </a:moveTo>
                      <a:cubicBezTo>
                        <a:pt x="4572" y="952"/>
                        <a:pt x="4382" y="762"/>
                        <a:pt x="4382" y="667"/>
                      </a:cubicBezTo>
                      <a:lnTo>
                        <a:pt x="4572" y="952"/>
                      </a:lnTo>
                      <a:close/>
                      <a:moveTo>
                        <a:pt x="14764" y="10858"/>
                      </a:moveTo>
                      <a:cubicBezTo>
                        <a:pt x="14764" y="10858"/>
                        <a:pt x="15050" y="10382"/>
                        <a:pt x="15050" y="10097"/>
                      </a:cubicBezTo>
                      <a:lnTo>
                        <a:pt x="14668" y="9620"/>
                      </a:lnTo>
                      <a:lnTo>
                        <a:pt x="14668" y="9620"/>
                      </a:lnTo>
                      <a:lnTo>
                        <a:pt x="14192" y="10192"/>
                      </a:lnTo>
                      <a:lnTo>
                        <a:pt x="14764" y="10763"/>
                      </a:lnTo>
                      <a:close/>
                      <a:moveTo>
                        <a:pt x="20288" y="25527"/>
                      </a:moveTo>
                      <a:lnTo>
                        <a:pt x="22289" y="26575"/>
                      </a:lnTo>
                      <a:cubicBezTo>
                        <a:pt x="22289" y="26575"/>
                        <a:pt x="22384" y="26575"/>
                        <a:pt x="22574" y="26384"/>
                      </a:cubicBezTo>
                      <a:cubicBezTo>
                        <a:pt x="22765" y="26384"/>
                        <a:pt x="22956" y="26194"/>
                        <a:pt x="23050" y="26099"/>
                      </a:cubicBezTo>
                      <a:cubicBezTo>
                        <a:pt x="22765" y="26099"/>
                        <a:pt x="22670" y="26099"/>
                        <a:pt x="22574" y="26289"/>
                      </a:cubicBezTo>
                      <a:cubicBezTo>
                        <a:pt x="22479" y="26289"/>
                        <a:pt x="21717" y="26003"/>
                        <a:pt x="20288" y="25527"/>
                      </a:cubicBezTo>
                      <a:close/>
                      <a:moveTo>
                        <a:pt x="24003" y="28194"/>
                      </a:moveTo>
                      <a:lnTo>
                        <a:pt x="24193" y="28194"/>
                      </a:lnTo>
                      <a:cubicBezTo>
                        <a:pt x="24193" y="28194"/>
                        <a:pt x="24193" y="28194"/>
                        <a:pt x="24003" y="28194"/>
                      </a:cubicBezTo>
                      <a:cubicBezTo>
                        <a:pt x="23717" y="28004"/>
                        <a:pt x="23527" y="28004"/>
                        <a:pt x="23336" y="28004"/>
                      </a:cubicBezTo>
                      <a:cubicBezTo>
                        <a:pt x="23050" y="28004"/>
                        <a:pt x="22670" y="28194"/>
                        <a:pt x="22098" y="28480"/>
                      </a:cubicBezTo>
                      <a:cubicBezTo>
                        <a:pt x="21622" y="28766"/>
                        <a:pt x="21241" y="29051"/>
                        <a:pt x="21050" y="29147"/>
                      </a:cubicBezTo>
                      <a:lnTo>
                        <a:pt x="21717" y="29718"/>
                      </a:lnTo>
                      <a:cubicBezTo>
                        <a:pt x="21717" y="29718"/>
                        <a:pt x="22384" y="29051"/>
                        <a:pt x="22479" y="29147"/>
                      </a:cubicBezTo>
                      <a:cubicBezTo>
                        <a:pt x="22479" y="29147"/>
                        <a:pt x="22574" y="29147"/>
                        <a:pt x="22765" y="29337"/>
                      </a:cubicBezTo>
                      <a:cubicBezTo>
                        <a:pt x="22670" y="29432"/>
                        <a:pt x="22670" y="29623"/>
                        <a:pt x="22765" y="29718"/>
                      </a:cubicBezTo>
                      <a:cubicBezTo>
                        <a:pt x="22765" y="29527"/>
                        <a:pt x="22765" y="29432"/>
                        <a:pt x="22765" y="29337"/>
                      </a:cubicBezTo>
                      <a:cubicBezTo>
                        <a:pt x="23146" y="28480"/>
                        <a:pt x="23622" y="28099"/>
                        <a:pt x="24003" y="28194"/>
                      </a:cubicBezTo>
                      <a:close/>
                      <a:moveTo>
                        <a:pt x="27623" y="28004"/>
                      </a:moveTo>
                      <a:lnTo>
                        <a:pt x="25908" y="27813"/>
                      </a:lnTo>
                      <a:lnTo>
                        <a:pt x="26670" y="28385"/>
                      </a:lnTo>
                      <a:cubicBezTo>
                        <a:pt x="26670" y="28385"/>
                        <a:pt x="26480" y="28956"/>
                        <a:pt x="26194" y="28956"/>
                      </a:cubicBezTo>
                      <a:cubicBezTo>
                        <a:pt x="26003" y="28956"/>
                        <a:pt x="25813" y="28861"/>
                        <a:pt x="25527" y="28575"/>
                      </a:cubicBezTo>
                      <a:cubicBezTo>
                        <a:pt x="25241" y="28385"/>
                        <a:pt x="25051" y="28289"/>
                        <a:pt x="25051" y="28385"/>
                      </a:cubicBezTo>
                      <a:cubicBezTo>
                        <a:pt x="25146" y="28956"/>
                        <a:pt x="25432" y="29242"/>
                        <a:pt x="25908" y="29242"/>
                      </a:cubicBezTo>
                      <a:cubicBezTo>
                        <a:pt x="26480" y="29242"/>
                        <a:pt x="26956" y="28861"/>
                        <a:pt x="27623" y="28004"/>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 name="Google Shape;1087;p99"/>
                <p:cNvSpPr/>
                <p:nvPr/>
              </p:nvSpPr>
              <p:spPr>
                <a:xfrm>
                  <a:off x="8717469" y="1572958"/>
                  <a:ext cx="35147" cy="39052"/>
                </a:xfrm>
                <a:custGeom>
                  <a:avLst/>
                  <a:gdLst/>
                  <a:ahLst/>
                  <a:cxnLst/>
                  <a:rect l="l" t="t" r="r" b="b"/>
                  <a:pathLst>
                    <a:path w="35147" h="39052" extrusionOk="0">
                      <a:moveTo>
                        <a:pt x="31433" y="857"/>
                      </a:moveTo>
                      <a:cubicBezTo>
                        <a:pt x="31814" y="2477"/>
                        <a:pt x="32004" y="3524"/>
                        <a:pt x="32004" y="4096"/>
                      </a:cubicBezTo>
                      <a:cubicBezTo>
                        <a:pt x="32004" y="5144"/>
                        <a:pt x="31623" y="6096"/>
                        <a:pt x="30861" y="6858"/>
                      </a:cubicBezTo>
                      <a:lnTo>
                        <a:pt x="31814" y="7048"/>
                      </a:lnTo>
                      <a:cubicBezTo>
                        <a:pt x="30956" y="7525"/>
                        <a:pt x="30385" y="7810"/>
                        <a:pt x="30004" y="7810"/>
                      </a:cubicBezTo>
                      <a:cubicBezTo>
                        <a:pt x="29623" y="7810"/>
                        <a:pt x="29242" y="7620"/>
                        <a:pt x="29052" y="7239"/>
                      </a:cubicBezTo>
                      <a:lnTo>
                        <a:pt x="10763" y="7620"/>
                      </a:lnTo>
                      <a:cubicBezTo>
                        <a:pt x="10763" y="7620"/>
                        <a:pt x="10954" y="8477"/>
                        <a:pt x="10954" y="8858"/>
                      </a:cubicBezTo>
                      <a:cubicBezTo>
                        <a:pt x="10954" y="9335"/>
                        <a:pt x="10954" y="10096"/>
                        <a:pt x="10669" y="11144"/>
                      </a:cubicBezTo>
                      <a:cubicBezTo>
                        <a:pt x="10478" y="12192"/>
                        <a:pt x="10287" y="12954"/>
                        <a:pt x="10287" y="13525"/>
                      </a:cubicBezTo>
                      <a:cubicBezTo>
                        <a:pt x="10287" y="14097"/>
                        <a:pt x="10383" y="14669"/>
                        <a:pt x="10573" y="15240"/>
                      </a:cubicBezTo>
                      <a:cubicBezTo>
                        <a:pt x="11430" y="15812"/>
                        <a:pt x="12668" y="16097"/>
                        <a:pt x="14193" y="16097"/>
                      </a:cubicBezTo>
                      <a:cubicBezTo>
                        <a:pt x="15526" y="16097"/>
                        <a:pt x="16859" y="15907"/>
                        <a:pt x="18193" y="15526"/>
                      </a:cubicBezTo>
                      <a:lnTo>
                        <a:pt x="17812" y="15526"/>
                      </a:lnTo>
                      <a:lnTo>
                        <a:pt x="17812" y="14669"/>
                      </a:lnTo>
                      <a:lnTo>
                        <a:pt x="18193" y="14669"/>
                      </a:lnTo>
                      <a:cubicBezTo>
                        <a:pt x="18193" y="14669"/>
                        <a:pt x="18193" y="14954"/>
                        <a:pt x="18193" y="15050"/>
                      </a:cubicBezTo>
                      <a:cubicBezTo>
                        <a:pt x="18193" y="15335"/>
                        <a:pt x="18288" y="15526"/>
                        <a:pt x="18574" y="15716"/>
                      </a:cubicBezTo>
                      <a:cubicBezTo>
                        <a:pt x="18765" y="15907"/>
                        <a:pt x="19050" y="16002"/>
                        <a:pt x="19241" y="16192"/>
                      </a:cubicBezTo>
                      <a:cubicBezTo>
                        <a:pt x="19241" y="16192"/>
                        <a:pt x="20003" y="16192"/>
                        <a:pt x="21336" y="16192"/>
                      </a:cubicBezTo>
                      <a:cubicBezTo>
                        <a:pt x="22193" y="16192"/>
                        <a:pt x="22956" y="16192"/>
                        <a:pt x="23527" y="16192"/>
                      </a:cubicBezTo>
                      <a:cubicBezTo>
                        <a:pt x="24289" y="16192"/>
                        <a:pt x="24956" y="16573"/>
                        <a:pt x="25528" y="17050"/>
                      </a:cubicBezTo>
                      <a:cubicBezTo>
                        <a:pt x="26099" y="17526"/>
                        <a:pt x="26384" y="18193"/>
                        <a:pt x="26384" y="18860"/>
                      </a:cubicBezTo>
                      <a:cubicBezTo>
                        <a:pt x="26384" y="19241"/>
                        <a:pt x="26289" y="19812"/>
                        <a:pt x="26099" y="20574"/>
                      </a:cubicBezTo>
                      <a:cubicBezTo>
                        <a:pt x="25908" y="21431"/>
                        <a:pt x="25813" y="22098"/>
                        <a:pt x="25813" y="22574"/>
                      </a:cubicBezTo>
                      <a:cubicBezTo>
                        <a:pt x="25051" y="23527"/>
                        <a:pt x="23813" y="24003"/>
                        <a:pt x="22193" y="24003"/>
                      </a:cubicBezTo>
                      <a:cubicBezTo>
                        <a:pt x="21622" y="24003"/>
                        <a:pt x="20765" y="24003"/>
                        <a:pt x="19622" y="23717"/>
                      </a:cubicBezTo>
                      <a:cubicBezTo>
                        <a:pt x="18479" y="23622"/>
                        <a:pt x="17526" y="23527"/>
                        <a:pt x="17050" y="23527"/>
                      </a:cubicBezTo>
                      <a:cubicBezTo>
                        <a:pt x="16479" y="23527"/>
                        <a:pt x="16003" y="23527"/>
                        <a:pt x="15526" y="23622"/>
                      </a:cubicBezTo>
                      <a:cubicBezTo>
                        <a:pt x="15145" y="23336"/>
                        <a:pt x="14669" y="23241"/>
                        <a:pt x="14288" y="23241"/>
                      </a:cubicBezTo>
                      <a:cubicBezTo>
                        <a:pt x="13811" y="23241"/>
                        <a:pt x="13050" y="23622"/>
                        <a:pt x="12097" y="24289"/>
                      </a:cubicBezTo>
                      <a:cubicBezTo>
                        <a:pt x="11145" y="24956"/>
                        <a:pt x="10383" y="25337"/>
                        <a:pt x="9906" y="25337"/>
                      </a:cubicBezTo>
                      <a:cubicBezTo>
                        <a:pt x="9335" y="25337"/>
                        <a:pt x="8763" y="25051"/>
                        <a:pt x="8287" y="24479"/>
                      </a:cubicBezTo>
                      <a:lnTo>
                        <a:pt x="7906" y="25527"/>
                      </a:lnTo>
                      <a:cubicBezTo>
                        <a:pt x="7906" y="25527"/>
                        <a:pt x="7430" y="25527"/>
                        <a:pt x="7049" y="25241"/>
                      </a:cubicBezTo>
                      <a:cubicBezTo>
                        <a:pt x="6572" y="25051"/>
                        <a:pt x="6287" y="24956"/>
                        <a:pt x="6096" y="24956"/>
                      </a:cubicBezTo>
                      <a:cubicBezTo>
                        <a:pt x="5715" y="24956"/>
                        <a:pt x="5429" y="25146"/>
                        <a:pt x="5239" y="25432"/>
                      </a:cubicBezTo>
                      <a:cubicBezTo>
                        <a:pt x="6287" y="26194"/>
                        <a:pt x="7334" y="26575"/>
                        <a:pt x="8668" y="26384"/>
                      </a:cubicBezTo>
                      <a:lnTo>
                        <a:pt x="8001" y="26765"/>
                      </a:lnTo>
                      <a:cubicBezTo>
                        <a:pt x="8668" y="26765"/>
                        <a:pt x="9144" y="26860"/>
                        <a:pt x="9811" y="26956"/>
                      </a:cubicBezTo>
                      <a:cubicBezTo>
                        <a:pt x="10478" y="27146"/>
                        <a:pt x="10954" y="27527"/>
                        <a:pt x="11049" y="28004"/>
                      </a:cubicBezTo>
                      <a:cubicBezTo>
                        <a:pt x="11049" y="28670"/>
                        <a:pt x="11145" y="29337"/>
                        <a:pt x="11240" y="29908"/>
                      </a:cubicBezTo>
                      <a:cubicBezTo>
                        <a:pt x="11335" y="30480"/>
                        <a:pt x="11811" y="30861"/>
                        <a:pt x="12478" y="30956"/>
                      </a:cubicBezTo>
                      <a:cubicBezTo>
                        <a:pt x="13526" y="30956"/>
                        <a:pt x="15336" y="30956"/>
                        <a:pt x="17812" y="30956"/>
                      </a:cubicBezTo>
                      <a:cubicBezTo>
                        <a:pt x="20098" y="30956"/>
                        <a:pt x="21813" y="30956"/>
                        <a:pt x="23051" y="30956"/>
                      </a:cubicBezTo>
                      <a:cubicBezTo>
                        <a:pt x="25051" y="30861"/>
                        <a:pt x="26766" y="30480"/>
                        <a:pt x="28290" y="30099"/>
                      </a:cubicBezTo>
                      <a:cubicBezTo>
                        <a:pt x="28194" y="30480"/>
                        <a:pt x="28290" y="30671"/>
                        <a:pt x="28861" y="30766"/>
                      </a:cubicBezTo>
                      <a:lnTo>
                        <a:pt x="30099" y="30766"/>
                      </a:lnTo>
                      <a:cubicBezTo>
                        <a:pt x="30099" y="30766"/>
                        <a:pt x="30575" y="30766"/>
                        <a:pt x="30671" y="30861"/>
                      </a:cubicBezTo>
                      <a:lnTo>
                        <a:pt x="31718" y="30861"/>
                      </a:lnTo>
                      <a:cubicBezTo>
                        <a:pt x="31909" y="34290"/>
                        <a:pt x="32100" y="35814"/>
                        <a:pt x="32100" y="35338"/>
                      </a:cubicBezTo>
                      <a:cubicBezTo>
                        <a:pt x="32100" y="36671"/>
                        <a:pt x="31814" y="37719"/>
                        <a:pt x="31338" y="38481"/>
                      </a:cubicBezTo>
                      <a:cubicBezTo>
                        <a:pt x="30195" y="38671"/>
                        <a:pt x="28956" y="38767"/>
                        <a:pt x="27623" y="38767"/>
                      </a:cubicBezTo>
                      <a:lnTo>
                        <a:pt x="21908" y="38767"/>
                      </a:lnTo>
                      <a:cubicBezTo>
                        <a:pt x="20384" y="38767"/>
                        <a:pt x="19050" y="38862"/>
                        <a:pt x="17907" y="39052"/>
                      </a:cubicBezTo>
                      <a:cubicBezTo>
                        <a:pt x="17241" y="38862"/>
                        <a:pt x="15812" y="38767"/>
                        <a:pt x="13716" y="38862"/>
                      </a:cubicBezTo>
                      <a:cubicBezTo>
                        <a:pt x="12002" y="38862"/>
                        <a:pt x="10669" y="38576"/>
                        <a:pt x="9716" y="37910"/>
                      </a:cubicBezTo>
                      <a:cubicBezTo>
                        <a:pt x="9144" y="38481"/>
                        <a:pt x="8097" y="38767"/>
                        <a:pt x="6668" y="38767"/>
                      </a:cubicBezTo>
                      <a:cubicBezTo>
                        <a:pt x="6191" y="38767"/>
                        <a:pt x="5144" y="38671"/>
                        <a:pt x="3239" y="38386"/>
                      </a:cubicBezTo>
                      <a:cubicBezTo>
                        <a:pt x="2286" y="37814"/>
                        <a:pt x="1715" y="36576"/>
                        <a:pt x="1715" y="34766"/>
                      </a:cubicBezTo>
                      <a:cubicBezTo>
                        <a:pt x="1715" y="34385"/>
                        <a:pt x="1715" y="33814"/>
                        <a:pt x="1715" y="33147"/>
                      </a:cubicBezTo>
                      <a:cubicBezTo>
                        <a:pt x="1715" y="32480"/>
                        <a:pt x="1715" y="32004"/>
                        <a:pt x="1715" y="31623"/>
                      </a:cubicBezTo>
                      <a:lnTo>
                        <a:pt x="2096" y="17335"/>
                      </a:lnTo>
                      <a:cubicBezTo>
                        <a:pt x="1810" y="16859"/>
                        <a:pt x="1715" y="16097"/>
                        <a:pt x="1715" y="15145"/>
                      </a:cubicBezTo>
                      <a:cubicBezTo>
                        <a:pt x="1715" y="14764"/>
                        <a:pt x="1715" y="14288"/>
                        <a:pt x="1715" y="13621"/>
                      </a:cubicBezTo>
                      <a:cubicBezTo>
                        <a:pt x="1715" y="12859"/>
                        <a:pt x="1715" y="12478"/>
                        <a:pt x="1715" y="12097"/>
                      </a:cubicBezTo>
                      <a:cubicBezTo>
                        <a:pt x="1715" y="10287"/>
                        <a:pt x="1144" y="9335"/>
                        <a:pt x="0" y="9239"/>
                      </a:cubicBezTo>
                      <a:cubicBezTo>
                        <a:pt x="1429" y="8858"/>
                        <a:pt x="2096" y="7620"/>
                        <a:pt x="2000" y="5715"/>
                      </a:cubicBezTo>
                      <a:cubicBezTo>
                        <a:pt x="1810" y="2762"/>
                        <a:pt x="1810" y="1143"/>
                        <a:pt x="2000" y="857"/>
                      </a:cubicBezTo>
                      <a:lnTo>
                        <a:pt x="1620" y="571"/>
                      </a:lnTo>
                      <a:cubicBezTo>
                        <a:pt x="2096" y="286"/>
                        <a:pt x="2763" y="95"/>
                        <a:pt x="3525" y="95"/>
                      </a:cubicBezTo>
                      <a:cubicBezTo>
                        <a:pt x="3906" y="95"/>
                        <a:pt x="4763" y="191"/>
                        <a:pt x="5811" y="381"/>
                      </a:cubicBezTo>
                      <a:cubicBezTo>
                        <a:pt x="6858" y="571"/>
                        <a:pt x="7811" y="667"/>
                        <a:pt x="8382" y="571"/>
                      </a:cubicBezTo>
                      <a:cubicBezTo>
                        <a:pt x="11621" y="571"/>
                        <a:pt x="13621" y="381"/>
                        <a:pt x="14574" y="0"/>
                      </a:cubicBezTo>
                      <a:cubicBezTo>
                        <a:pt x="14669" y="476"/>
                        <a:pt x="15050" y="667"/>
                        <a:pt x="15431" y="667"/>
                      </a:cubicBezTo>
                      <a:cubicBezTo>
                        <a:pt x="15621" y="667"/>
                        <a:pt x="16097" y="667"/>
                        <a:pt x="16574" y="381"/>
                      </a:cubicBezTo>
                      <a:cubicBezTo>
                        <a:pt x="17050" y="191"/>
                        <a:pt x="17431" y="95"/>
                        <a:pt x="17622" y="95"/>
                      </a:cubicBezTo>
                      <a:cubicBezTo>
                        <a:pt x="17812" y="95"/>
                        <a:pt x="18002" y="95"/>
                        <a:pt x="18193" y="191"/>
                      </a:cubicBezTo>
                      <a:cubicBezTo>
                        <a:pt x="18384" y="191"/>
                        <a:pt x="19336" y="381"/>
                        <a:pt x="20955" y="667"/>
                      </a:cubicBezTo>
                      <a:cubicBezTo>
                        <a:pt x="22098" y="857"/>
                        <a:pt x="22956" y="952"/>
                        <a:pt x="23622" y="857"/>
                      </a:cubicBezTo>
                      <a:lnTo>
                        <a:pt x="24385" y="1715"/>
                      </a:lnTo>
                      <a:cubicBezTo>
                        <a:pt x="24956" y="667"/>
                        <a:pt x="27147" y="286"/>
                        <a:pt x="31242" y="571"/>
                      </a:cubicBezTo>
                      <a:close/>
                      <a:moveTo>
                        <a:pt x="2572" y="24956"/>
                      </a:moveTo>
                      <a:cubicBezTo>
                        <a:pt x="2572" y="24956"/>
                        <a:pt x="3143" y="25622"/>
                        <a:pt x="4001" y="25622"/>
                      </a:cubicBezTo>
                      <a:cubicBezTo>
                        <a:pt x="4477" y="25622"/>
                        <a:pt x="4668" y="25622"/>
                        <a:pt x="4858" y="25432"/>
                      </a:cubicBezTo>
                      <a:lnTo>
                        <a:pt x="2667" y="25051"/>
                      </a:lnTo>
                      <a:close/>
                      <a:moveTo>
                        <a:pt x="7144" y="24956"/>
                      </a:moveTo>
                      <a:lnTo>
                        <a:pt x="7144" y="24384"/>
                      </a:lnTo>
                      <a:cubicBezTo>
                        <a:pt x="7144" y="24384"/>
                        <a:pt x="6858" y="24003"/>
                        <a:pt x="6382" y="24003"/>
                      </a:cubicBezTo>
                      <a:lnTo>
                        <a:pt x="7144" y="24956"/>
                      </a:lnTo>
                      <a:close/>
                      <a:moveTo>
                        <a:pt x="8954" y="12764"/>
                      </a:moveTo>
                      <a:lnTo>
                        <a:pt x="8954" y="12383"/>
                      </a:lnTo>
                      <a:lnTo>
                        <a:pt x="8382" y="12383"/>
                      </a:lnTo>
                      <a:lnTo>
                        <a:pt x="8382" y="12764"/>
                      </a:lnTo>
                      <a:lnTo>
                        <a:pt x="8954" y="12764"/>
                      </a:lnTo>
                      <a:close/>
                      <a:moveTo>
                        <a:pt x="21146" y="12573"/>
                      </a:moveTo>
                      <a:cubicBezTo>
                        <a:pt x="21146" y="12573"/>
                        <a:pt x="20574" y="12097"/>
                        <a:pt x="20574" y="11906"/>
                      </a:cubicBezTo>
                      <a:cubicBezTo>
                        <a:pt x="20574" y="11525"/>
                        <a:pt x="20860" y="11430"/>
                        <a:pt x="21527" y="11430"/>
                      </a:cubicBezTo>
                      <a:cubicBezTo>
                        <a:pt x="22098" y="11430"/>
                        <a:pt x="22479" y="11621"/>
                        <a:pt x="22575" y="12097"/>
                      </a:cubicBezTo>
                      <a:cubicBezTo>
                        <a:pt x="22098" y="12573"/>
                        <a:pt x="21622" y="12764"/>
                        <a:pt x="21146" y="12668"/>
                      </a:cubicBezTo>
                      <a:close/>
                      <a:moveTo>
                        <a:pt x="25622" y="12764"/>
                      </a:moveTo>
                      <a:cubicBezTo>
                        <a:pt x="25622" y="12764"/>
                        <a:pt x="26004" y="12573"/>
                        <a:pt x="26004" y="12383"/>
                      </a:cubicBezTo>
                      <a:cubicBezTo>
                        <a:pt x="26004" y="12287"/>
                        <a:pt x="26004" y="12097"/>
                        <a:pt x="25908" y="12002"/>
                      </a:cubicBezTo>
                      <a:cubicBezTo>
                        <a:pt x="25718" y="11811"/>
                        <a:pt x="25718" y="11716"/>
                        <a:pt x="25718" y="11621"/>
                      </a:cubicBezTo>
                      <a:cubicBezTo>
                        <a:pt x="25718" y="11430"/>
                        <a:pt x="25718" y="11430"/>
                        <a:pt x="25908" y="11335"/>
                      </a:cubicBezTo>
                      <a:cubicBezTo>
                        <a:pt x="26194" y="11335"/>
                        <a:pt x="26575" y="11335"/>
                        <a:pt x="27051" y="11716"/>
                      </a:cubicBezTo>
                      <a:lnTo>
                        <a:pt x="26480" y="12764"/>
                      </a:lnTo>
                      <a:lnTo>
                        <a:pt x="27337" y="13335"/>
                      </a:lnTo>
                      <a:lnTo>
                        <a:pt x="25718" y="12764"/>
                      </a:lnTo>
                      <a:close/>
                      <a:moveTo>
                        <a:pt x="27242" y="4000"/>
                      </a:moveTo>
                      <a:cubicBezTo>
                        <a:pt x="27242" y="4000"/>
                        <a:pt x="27432" y="4096"/>
                        <a:pt x="27432" y="4096"/>
                      </a:cubicBezTo>
                      <a:lnTo>
                        <a:pt x="27242" y="4096"/>
                      </a:lnTo>
                      <a:lnTo>
                        <a:pt x="27242" y="3334"/>
                      </a:lnTo>
                      <a:lnTo>
                        <a:pt x="26384" y="3334"/>
                      </a:lnTo>
                      <a:lnTo>
                        <a:pt x="27242" y="4000"/>
                      </a:lnTo>
                      <a:close/>
                      <a:moveTo>
                        <a:pt x="35053" y="1429"/>
                      </a:moveTo>
                      <a:cubicBezTo>
                        <a:pt x="35053" y="1429"/>
                        <a:pt x="34862" y="1810"/>
                        <a:pt x="34671" y="2000"/>
                      </a:cubicBezTo>
                      <a:cubicBezTo>
                        <a:pt x="34481" y="2286"/>
                        <a:pt x="34290" y="2381"/>
                        <a:pt x="34290" y="2572"/>
                      </a:cubicBezTo>
                      <a:lnTo>
                        <a:pt x="34862" y="2953"/>
                      </a:lnTo>
                      <a:lnTo>
                        <a:pt x="33719" y="2572"/>
                      </a:lnTo>
                      <a:cubicBezTo>
                        <a:pt x="33719" y="2572"/>
                        <a:pt x="34100" y="2381"/>
                        <a:pt x="34195" y="1905"/>
                      </a:cubicBezTo>
                      <a:cubicBezTo>
                        <a:pt x="34195" y="1429"/>
                        <a:pt x="34386" y="1238"/>
                        <a:pt x="34671" y="1238"/>
                      </a:cubicBezTo>
                      <a:cubicBezTo>
                        <a:pt x="34671" y="1238"/>
                        <a:pt x="34862" y="1238"/>
                        <a:pt x="35147" y="1429"/>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 name="Google Shape;1088;p99"/>
                <p:cNvSpPr/>
                <p:nvPr/>
              </p:nvSpPr>
              <p:spPr>
                <a:xfrm>
                  <a:off x="8753760" y="1573029"/>
                  <a:ext cx="33718" cy="45006"/>
                </a:xfrm>
                <a:custGeom>
                  <a:avLst/>
                  <a:gdLst/>
                  <a:ahLst/>
                  <a:cxnLst/>
                  <a:rect l="l" t="t" r="r" b="b"/>
                  <a:pathLst>
                    <a:path w="33718" h="45006" extrusionOk="0">
                      <a:moveTo>
                        <a:pt x="28384" y="20884"/>
                      </a:moveTo>
                      <a:cubicBezTo>
                        <a:pt x="28384" y="20884"/>
                        <a:pt x="28956" y="22027"/>
                        <a:pt x="29718" y="23170"/>
                      </a:cubicBezTo>
                      <a:cubicBezTo>
                        <a:pt x="30289" y="24122"/>
                        <a:pt x="30575" y="24884"/>
                        <a:pt x="30575" y="25456"/>
                      </a:cubicBezTo>
                      <a:cubicBezTo>
                        <a:pt x="30575" y="26027"/>
                        <a:pt x="30480" y="26503"/>
                        <a:pt x="30194" y="27075"/>
                      </a:cubicBezTo>
                      <a:cubicBezTo>
                        <a:pt x="30384" y="27742"/>
                        <a:pt x="30480" y="28408"/>
                        <a:pt x="30480" y="29170"/>
                      </a:cubicBezTo>
                      <a:cubicBezTo>
                        <a:pt x="30480" y="31075"/>
                        <a:pt x="30003" y="32504"/>
                        <a:pt x="29051" y="33266"/>
                      </a:cubicBezTo>
                      <a:cubicBezTo>
                        <a:pt x="29051" y="33076"/>
                        <a:pt x="29241" y="32885"/>
                        <a:pt x="29241" y="32695"/>
                      </a:cubicBezTo>
                      <a:cubicBezTo>
                        <a:pt x="29241" y="31933"/>
                        <a:pt x="28765" y="31552"/>
                        <a:pt x="27908" y="31552"/>
                      </a:cubicBezTo>
                      <a:cubicBezTo>
                        <a:pt x="27527" y="31552"/>
                        <a:pt x="27146" y="31552"/>
                        <a:pt x="26860" y="31837"/>
                      </a:cubicBezTo>
                      <a:lnTo>
                        <a:pt x="27431" y="32409"/>
                      </a:lnTo>
                      <a:cubicBezTo>
                        <a:pt x="27431" y="32409"/>
                        <a:pt x="27051" y="32218"/>
                        <a:pt x="26765" y="32218"/>
                      </a:cubicBezTo>
                      <a:cubicBezTo>
                        <a:pt x="26384" y="32218"/>
                        <a:pt x="26098" y="32504"/>
                        <a:pt x="25717" y="33076"/>
                      </a:cubicBezTo>
                      <a:cubicBezTo>
                        <a:pt x="25432" y="33647"/>
                        <a:pt x="25146" y="34219"/>
                        <a:pt x="24860" y="34695"/>
                      </a:cubicBezTo>
                      <a:lnTo>
                        <a:pt x="25146" y="35076"/>
                      </a:lnTo>
                      <a:cubicBezTo>
                        <a:pt x="25146" y="35076"/>
                        <a:pt x="24289" y="35076"/>
                        <a:pt x="23813" y="35266"/>
                      </a:cubicBezTo>
                      <a:lnTo>
                        <a:pt x="23813" y="35838"/>
                      </a:lnTo>
                      <a:cubicBezTo>
                        <a:pt x="23813" y="35838"/>
                        <a:pt x="23336" y="35552"/>
                        <a:pt x="23146" y="35362"/>
                      </a:cubicBezTo>
                      <a:cubicBezTo>
                        <a:pt x="22860" y="35171"/>
                        <a:pt x="22669" y="35171"/>
                        <a:pt x="22479" y="35266"/>
                      </a:cubicBezTo>
                      <a:cubicBezTo>
                        <a:pt x="22764" y="35838"/>
                        <a:pt x="23336" y="36886"/>
                        <a:pt x="24098" y="38505"/>
                      </a:cubicBezTo>
                      <a:cubicBezTo>
                        <a:pt x="21526" y="38695"/>
                        <a:pt x="19431" y="38791"/>
                        <a:pt x="17716" y="38791"/>
                      </a:cubicBezTo>
                      <a:cubicBezTo>
                        <a:pt x="16002" y="38791"/>
                        <a:pt x="13906" y="38791"/>
                        <a:pt x="11525" y="38505"/>
                      </a:cubicBezTo>
                      <a:cubicBezTo>
                        <a:pt x="11525" y="38124"/>
                        <a:pt x="11239" y="37838"/>
                        <a:pt x="10763" y="37648"/>
                      </a:cubicBezTo>
                      <a:cubicBezTo>
                        <a:pt x="10287" y="37457"/>
                        <a:pt x="10001" y="37267"/>
                        <a:pt x="10001" y="36886"/>
                      </a:cubicBezTo>
                      <a:cubicBezTo>
                        <a:pt x="10001" y="36886"/>
                        <a:pt x="10001" y="36695"/>
                        <a:pt x="10001" y="36505"/>
                      </a:cubicBezTo>
                      <a:cubicBezTo>
                        <a:pt x="9620" y="36790"/>
                        <a:pt x="9144" y="36886"/>
                        <a:pt x="8572" y="36886"/>
                      </a:cubicBezTo>
                      <a:cubicBezTo>
                        <a:pt x="7715" y="36886"/>
                        <a:pt x="5810" y="36219"/>
                        <a:pt x="2953" y="34790"/>
                      </a:cubicBezTo>
                      <a:lnTo>
                        <a:pt x="2381" y="33457"/>
                      </a:lnTo>
                      <a:lnTo>
                        <a:pt x="1619" y="33742"/>
                      </a:lnTo>
                      <a:lnTo>
                        <a:pt x="0" y="28789"/>
                      </a:lnTo>
                      <a:cubicBezTo>
                        <a:pt x="571" y="28123"/>
                        <a:pt x="2571" y="26408"/>
                        <a:pt x="5905" y="23360"/>
                      </a:cubicBezTo>
                      <a:cubicBezTo>
                        <a:pt x="6286" y="23360"/>
                        <a:pt x="6667" y="23551"/>
                        <a:pt x="6953" y="24027"/>
                      </a:cubicBezTo>
                      <a:cubicBezTo>
                        <a:pt x="7334" y="24694"/>
                        <a:pt x="7620" y="25075"/>
                        <a:pt x="7810" y="25170"/>
                      </a:cubicBezTo>
                      <a:cubicBezTo>
                        <a:pt x="7810" y="25741"/>
                        <a:pt x="8667" y="27265"/>
                        <a:pt x="10191" y="29837"/>
                      </a:cubicBezTo>
                      <a:cubicBezTo>
                        <a:pt x="10668" y="29647"/>
                        <a:pt x="10953" y="29647"/>
                        <a:pt x="11239" y="29647"/>
                      </a:cubicBezTo>
                      <a:cubicBezTo>
                        <a:pt x="11716" y="29647"/>
                        <a:pt x="12192" y="29932"/>
                        <a:pt x="12668" y="30409"/>
                      </a:cubicBezTo>
                      <a:cubicBezTo>
                        <a:pt x="13144" y="30980"/>
                        <a:pt x="13621" y="31266"/>
                        <a:pt x="14001" y="31266"/>
                      </a:cubicBezTo>
                      <a:cubicBezTo>
                        <a:pt x="14192" y="31266"/>
                        <a:pt x="14478" y="31266"/>
                        <a:pt x="14764" y="31075"/>
                      </a:cubicBezTo>
                      <a:cubicBezTo>
                        <a:pt x="14573" y="31361"/>
                        <a:pt x="14764" y="31742"/>
                        <a:pt x="15335" y="32123"/>
                      </a:cubicBezTo>
                      <a:cubicBezTo>
                        <a:pt x="15525" y="30790"/>
                        <a:pt x="16573" y="30028"/>
                        <a:pt x="18478" y="29837"/>
                      </a:cubicBezTo>
                      <a:lnTo>
                        <a:pt x="19621" y="29837"/>
                      </a:lnTo>
                      <a:cubicBezTo>
                        <a:pt x="19621" y="29837"/>
                        <a:pt x="19621" y="30313"/>
                        <a:pt x="19812" y="30409"/>
                      </a:cubicBezTo>
                      <a:cubicBezTo>
                        <a:pt x="20193" y="30123"/>
                        <a:pt x="20288" y="29837"/>
                        <a:pt x="20288" y="29456"/>
                      </a:cubicBezTo>
                      <a:cubicBezTo>
                        <a:pt x="20288" y="29361"/>
                        <a:pt x="20288" y="29075"/>
                        <a:pt x="20288" y="28789"/>
                      </a:cubicBezTo>
                      <a:cubicBezTo>
                        <a:pt x="20193" y="28504"/>
                        <a:pt x="20193" y="28313"/>
                        <a:pt x="20193" y="28123"/>
                      </a:cubicBezTo>
                      <a:cubicBezTo>
                        <a:pt x="20193" y="27742"/>
                        <a:pt x="20288" y="27551"/>
                        <a:pt x="20478" y="27265"/>
                      </a:cubicBezTo>
                      <a:cubicBezTo>
                        <a:pt x="20669" y="26884"/>
                        <a:pt x="20193" y="26027"/>
                        <a:pt x="19050" y="24694"/>
                      </a:cubicBezTo>
                      <a:cubicBezTo>
                        <a:pt x="18764" y="24884"/>
                        <a:pt x="18478" y="24884"/>
                        <a:pt x="18192" y="24884"/>
                      </a:cubicBezTo>
                      <a:cubicBezTo>
                        <a:pt x="17812" y="24884"/>
                        <a:pt x="17335" y="24503"/>
                        <a:pt x="16954" y="23741"/>
                      </a:cubicBezTo>
                      <a:cubicBezTo>
                        <a:pt x="16573" y="22979"/>
                        <a:pt x="16192" y="22598"/>
                        <a:pt x="15811" y="22598"/>
                      </a:cubicBezTo>
                      <a:cubicBezTo>
                        <a:pt x="15525" y="22598"/>
                        <a:pt x="15144" y="22693"/>
                        <a:pt x="14859" y="22979"/>
                      </a:cubicBezTo>
                      <a:cubicBezTo>
                        <a:pt x="14382" y="22503"/>
                        <a:pt x="13525" y="22122"/>
                        <a:pt x="12478" y="21931"/>
                      </a:cubicBezTo>
                      <a:lnTo>
                        <a:pt x="9810" y="21265"/>
                      </a:lnTo>
                      <a:cubicBezTo>
                        <a:pt x="9430" y="20407"/>
                        <a:pt x="8763" y="19836"/>
                        <a:pt x="7810" y="19741"/>
                      </a:cubicBezTo>
                      <a:cubicBezTo>
                        <a:pt x="6572" y="19550"/>
                        <a:pt x="5810" y="19264"/>
                        <a:pt x="5524" y="18788"/>
                      </a:cubicBezTo>
                      <a:lnTo>
                        <a:pt x="4953" y="19360"/>
                      </a:lnTo>
                      <a:cubicBezTo>
                        <a:pt x="4953" y="19360"/>
                        <a:pt x="4953" y="19074"/>
                        <a:pt x="4953" y="18788"/>
                      </a:cubicBezTo>
                      <a:cubicBezTo>
                        <a:pt x="4953" y="18502"/>
                        <a:pt x="4953" y="18312"/>
                        <a:pt x="4953" y="17836"/>
                      </a:cubicBezTo>
                      <a:cubicBezTo>
                        <a:pt x="5048" y="17455"/>
                        <a:pt x="5048" y="17074"/>
                        <a:pt x="5048" y="16788"/>
                      </a:cubicBezTo>
                      <a:cubicBezTo>
                        <a:pt x="5048" y="16121"/>
                        <a:pt x="4763" y="15645"/>
                        <a:pt x="4286" y="15359"/>
                      </a:cubicBezTo>
                      <a:cubicBezTo>
                        <a:pt x="4286" y="15169"/>
                        <a:pt x="4476" y="14978"/>
                        <a:pt x="4667" y="14692"/>
                      </a:cubicBezTo>
                      <a:cubicBezTo>
                        <a:pt x="4763" y="14502"/>
                        <a:pt x="4953" y="14407"/>
                        <a:pt x="5239" y="14407"/>
                      </a:cubicBezTo>
                      <a:cubicBezTo>
                        <a:pt x="5524" y="14597"/>
                        <a:pt x="5619" y="14883"/>
                        <a:pt x="5429" y="15264"/>
                      </a:cubicBezTo>
                      <a:cubicBezTo>
                        <a:pt x="5239" y="15645"/>
                        <a:pt x="5429" y="15835"/>
                        <a:pt x="5810" y="16026"/>
                      </a:cubicBezTo>
                      <a:cubicBezTo>
                        <a:pt x="6382" y="15454"/>
                        <a:pt x="6667" y="14978"/>
                        <a:pt x="6667" y="14407"/>
                      </a:cubicBezTo>
                      <a:cubicBezTo>
                        <a:pt x="6667" y="14121"/>
                        <a:pt x="6572" y="13930"/>
                        <a:pt x="6382" y="13740"/>
                      </a:cubicBezTo>
                      <a:cubicBezTo>
                        <a:pt x="6667" y="13740"/>
                        <a:pt x="7048" y="13359"/>
                        <a:pt x="7334" y="12978"/>
                      </a:cubicBezTo>
                      <a:cubicBezTo>
                        <a:pt x="7334" y="12787"/>
                        <a:pt x="7048" y="12692"/>
                        <a:pt x="6858" y="12692"/>
                      </a:cubicBezTo>
                      <a:cubicBezTo>
                        <a:pt x="6762" y="12692"/>
                        <a:pt x="6572" y="12692"/>
                        <a:pt x="6286" y="12978"/>
                      </a:cubicBezTo>
                      <a:cubicBezTo>
                        <a:pt x="6000" y="13168"/>
                        <a:pt x="5810" y="13264"/>
                        <a:pt x="5715" y="13264"/>
                      </a:cubicBezTo>
                      <a:cubicBezTo>
                        <a:pt x="5715" y="13264"/>
                        <a:pt x="5715" y="12978"/>
                        <a:pt x="5905" y="12692"/>
                      </a:cubicBezTo>
                      <a:cubicBezTo>
                        <a:pt x="6096" y="12406"/>
                        <a:pt x="6096" y="12121"/>
                        <a:pt x="6096" y="11930"/>
                      </a:cubicBezTo>
                      <a:cubicBezTo>
                        <a:pt x="5905" y="11930"/>
                        <a:pt x="5715" y="12025"/>
                        <a:pt x="5524" y="12025"/>
                      </a:cubicBezTo>
                      <a:cubicBezTo>
                        <a:pt x="5143" y="12025"/>
                        <a:pt x="4763" y="11740"/>
                        <a:pt x="4381" y="11168"/>
                      </a:cubicBezTo>
                      <a:cubicBezTo>
                        <a:pt x="3810" y="10501"/>
                        <a:pt x="3429" y="10025"/>
                        <a:pt x="3238" y="9835"/>
                      </a:cubicBezTo>
                      <a:lnTo>
                        <a:pt x="3238" y="7358"/>
                      </a:lnTo>
                      <a:cubicBezTo>
                        <a:pt x="3238" y="7358"/>
                        <a:pt x="4000" y="6406"/>
                        <a:pt x="4476" y="5548"/>
                      </a:cubicBezTo>
                      <a:cubicBezTo>
                        <a:pt x="4953" y="4691"/>
                        <a:pt x="5239" y="4024"/>
                        <a:pt x="5429" y="3739"/>
                      </a:cubicBezTo>
                      <a:cubicBezTo>
                        <a:pt x="6096" y="3548"/>
                        <a:pt x="6762" y="2881"/>
                        <a:pt x="7620" y="1738"/>
                      </a:cubicBezTo>
                      <a:cubicBezTo>
                        <a:pt x="8287" y="881"/>
                        <a:pt x="9048" y="500"/>
                        <a:pt x="9906" y="595"/>
                      </a:cubicBezTo>
                      <a:cubicBezTo>
                        <a:pt x="10763" y="119"/>
                        <a:pt x="11811" y="-71"/>
                        <a:pt x="13239" y="24"/>
                      </a:cubicBezTo>
                      <a:cubicBezTo>
                        <a:pt x="15049" y="24"/>
                        <a:pt x="16192" y="24"/>
                        <a:pt x="16764" y="24"/>
                      </a:cubicBezTo>
                      <a:lnTo>
                        <a:pt x="23813" y="405"/>
                      </a:lnTo>
                      <a:cubicBezTo>
                        <a:pt x="25050" y="1072"/>
                        <a:pt x="25908" y="1548"/>
                        <a:pt x="26194" y="1738"/>
                      </a:cubicBezTo>
                      <a:cubicBezTo>
                        <a:pt x="26955" y="2310"/>
                        <a:pt x="27431" y="3072"/>
                        <a:pt x="27717" y="4024"/>
                      </a:cubicBezTo>
                      <a:cubicBezTo>
                        <a:pt x="28003" y="3929"/>
                        <a:pt x="28194" y="4024"/>
                        <a:pt x="28480" y="4215"/>
                      </a:cubicBezTo>
                      <a:cubicBezTo>
                        <a:pt x="28765" y="4405"/>
                        <a:pt x="28956" y="4691"/>
                        <a:pt x="29146" y="4882"/>
                      </a:cubicBezTo>
                      <a:cubicBezTo>
                        <a:pt x="28575" y="4882"/>
                        <a:pt x="28194" y="4977"/>
                        <a:pt x="28194" y="5263"/>
                      </a:cubicBezTo>
                      <a:cubicBezTo>
                        <a:pt x="28194" y="5358"/>
                        <a:pt x="28289" y="5548"/>
                        <a:pt x="28480" y="5834"/>
                      </a:cubicBezTo>
                      <a:cubicBezTo>
                        <a:pt x="28670" y="6120"/>
                        <a:pt x="28765" y="6406"/>
                        <a:pt x="28765" y="6501"/>
                      </a:cubicBezTo>
                      <a:cubicBezTo>
                        <a:pt x="28765" y="6691"/>
                        <a:pt x="28765" y="6882"/>
                        <a:pt x="28384" y="7072"/>
                      </a:cubicBezTo>
                      <a:cubicBezTo>
                        <a:pt x="28098" y="7072"/>
                        <a:pt x="27908" y="6977"/>
                        <a:pt x="27813" y="6977"/>
                      </a:cubicBezTo>
                      <a:cubicBezTo>
                        <a:pt x="27527" y="6977"/>
                        <a:pt x="27431" y="7358"/>
                        <a:pt x="27337" y="7930"/>
                      </a:cubicBezTo>
                      <a:cubicBezTo>
                        <a:pt x="27337" y="8596"/>
                        <a:pt x="27146" y="8977"/>
                        <a:pt x="26955" y="9073"/>
                      </a:cubicBezTo>
                      <a:cubicBezTo>
                        <a:pt x="26765" y="9168"/>
                        <a:pt x="26384" y="9739"/>
                        <a:pt x="25812" y="10692"/>
                      </a:cubicBezTo>
                      <a:cubicBezTo>
                        <a:pt x="25241" y="11644"/>
                        <a:pt x="24669" y="12121"/>
                        <a:pt x="24289" y="12121"/>
                      </a:cubicBezTo>
                      <a:cubicBezTo>
                        <a:pt x="23907" y="12121"/>
                        <a:pt x="23526" y="11835"/>
                        <a:pt x="23050" y="11168"/>
                      </a:cubicBezTo>
                      <a:cubicBezTo>
                        <a:pt x="21907" y="9549"/>
                        <a:pt x="20669" y="8596"/>
                        <a:pt x="19431" y="8120"/>
                      </a:cubicBezTo>
                      <a:lnTo>
                        <a:pt x="18859" y="7168"/>
                      </a:lnTo>
                      <a:cubicBezTo>
                        <a:pt x="17621" y="7358"/>
                        <a:pt x="16383" y="7549"/>
                        <a:pt x="15240" y="7644"/>
                      </a:cubicBezTo>
                      <a:cubicBezTo>
                        <a:pt x="13811" y="7930"/>
                        <a:pt x="12859" y="8692"/>
                        <a:pt x="12192" y="9930"/>
                      </a:cubicBezTo>
                      <a:cubicBezTo>
                        <a:pt x="12096" y="11073"/>
                        <a:pt x="12382" y="12025"/>
                        <a:pt x="12954" y="12692"/>
                      </a:cubicBezTo>
                      <a:cubicBezTo>
                        <a:pt x="13335" y="13168"/>
                        <a:pt x="14097" y="13645"/>
                        <a:pt x="15144" y="14121"/>
                      </a:cubicBezTo>
                      <a:cubicBezTo>
                        <a:pt x="16287" y="14597"/>
                        <a:pt x="17050" y="15169"/>
                        <a:pt x="17430" y="15550"/>
                      </a:cubicBezTo>
                      <a:lnTo>
                        <a:pt x="19240" y="15550"/>
                      </a:lnTo>
                      <a:cubicBezTo>
                        <a:pt x="20002" y="16216"/>
                        <a:pt x="21145" y="16978"/>
                        <a:pt x="22669" y="17931"/>
                      </a:cubicBezTo>
                      <a:cubicBezTo>
                        <a:pt x="22955" y="17740"/>
                        <a:pt x="23240" y="17740"/>
                        <a:pt x="23431" y="17740"/>
                      </a:cubicBezTo>
                      <a:cubicBezTo>
                        <a:pt x="23813" y="17740"/>
                        <a:pt x="24384" y="18026"/>
                        <a:pt x="25050" y="18502"/>
                      </a:cubicBezTo>
                      <a:cubicBezTo>
                        <a:pt x="25717" y="18979"/>
                        <a:pt x="26194" y="19264"/>
                        <a:pt x="26479" y="19360"/>
                      </a:cubicBezTo>
                      <a:cubicBezTo>
                        <a:pt x="26479" y="19360"/>
                        <a:pt x="26479" y="19455"/>
                        <a:pt x="26479" y="19550"/>
                      </a:cubicBezTo>
                      <a:cubicBezTo>
                        <a:pt x="26479" y="19741"/>
                        <a:pt x="26670" y="20122"/>
                        <a:pt x="26860" y="20407"/>
                      </a:cubicBezTo>
                      <a:cubicBezTo>
                        <a:pt x="27241" y="20788"/>
                        <a:pt x="27527" y="20979"/>
                        <a:pt x="28003" y="20979"/>
                      </a:cubicBezTo>
                      <a:lnTo>
                        <a:pt x="28765" y="20979"/>
                      </a:lnTo>
                      <a:close/>
                      <a:moveTo>
                        <a:pt x="3619" y="12216"/>
                      </a:moveTo>
                      <a:lnTo>
                        <a:pt x="3238" y="11263"/>
                      </a:lnTo>
                      <a:lnTo>
                        <a:pt x="4000" y="11835"/>
                      </a:lnTo>
                      <a:lnTo>
                        <a:pt x="3619" y="12216"/>
                      </a:lnTo>
                      <a:close/>
                      <a:moveTo>
                        <a:pt x="3619" y="14502"/>
                      </a:moveTo>
                      <a:lnTo>
                        <a:pt x="3429" y="14121"/>
                      </a:lnTo>
                      <a:cubicBezTo>
                        <a:pt x="3429" y="14121"/>
                        <a:pt x="3810" y="14121"/>
                        <a:pt x="4190" y="13835"/>
                      </a:cubicBezTo>
                      <a:cubicBezTo>
                        <a:pt x="4476" y="13645"/>
                        <a:pt x="4572" y="13454"/>
                        <a:pt x="4667" y="13454"/>
                      </a:cubicBezTo>
                      <a:cubicBezTo>
                        <a:pt x="4667" y="13454"/>
                        <a:pt x="4763" y="13454"/>
                        <a:pt x="4763" y="13645"/>
                      </a:cubicBezTo>
                      <a:cubicBezTo>
                        <a:pt x="4667" y="13835"/>
                        <a:pt x="4476" y="14026"/>
                        <a:pt x="4286" y="14216"/>
                      </a:cubicBezTo>
                      <a:cubicBezTo>
                        <a:pt x="4096" y="14407"/>
                        <a:pt x="3905" y="14502"/>
                        <a:pt x="3619" y="14502"/>
                      </a:cubicBezTo>
                      <a:close/>
                      <a:moveTo>
                        <a:pt x="4000" y="10501"/>
                      </a:moveTo>
                      <a:lnTo>
                        <a:pt x="4857" y="10501"/>
                      </a:lnTo>
                      <a:cubicBezTo>
                        <a:pt x="4857" y="10501"/>
                        <a:pt x="4572" y="9930"/>
                        <a:pt x="4572" y="9835"/>
                      </a:cubicBezTo>
                      <a:lnTo>
                        <a:pt x="4000" y="10501"/>
                      </a:lnTo>
                      <a:close/>
                      <a:moveTo>
                        <a:pt x="4190" y="15359"/>
                      </a:moveTo>
                      <a:cubicBezTo>
                        <a:pt x="4190" y="15359"/>
                        <a:pt x="4000" y="15359"/>
                        <a:pt x="4000" y="15359"/>
                      </a:cubicBezTo>
                      <a:lnTo>
                        <a:pt x="4190" y="15359"/>
                      </a:lnTo>
                      <a:close/>
                      <a:moveTo>
                        <a:pt x="17716" y="28599"/>
                      </a:moveTo>
                      <a:lnTo>
                        <a:pt x="17716" y="29075"/>
                      </a:lnTo>
                      <a:lnTo>
                        <a:pt x="15716" y="29456"/>
                      </a:lnTo>
                      <a:cubicBezTo>
                        <a:pt x="15716" y="29456"/>
                        <a:pt x="16097" y="28980"/>
                        <a:pt x="16478" y="28885"/>
                      </a:cubicBezTo>
                      <a:cubicBezTo>
                        <a:pt x="16954" y="28789"/>
                        <a:pt x="17335" y="28694"/>
                        <a:pt x="17716" y="28694"/>
                      </a:cubicBezTo>
                      <a:close/>
                      <a:moveTo>
                        <a:pt x="18288" y="41267"/>
                      </a:moveTo>
                      <a:cubicBezTo>
                        <a:pt x="18288" y="41267"/>
                        <a:pt x="18573" y="41839"/>
                        <a:pt x="18573" y="42601"/>
                      </a:cubicBezTo>
                      <a:lnTo>
                        <a:pt x="17716" y="42601"/>
                      </a:lnTo>
                      <a:lnTo>
                        <a:pt x="18288" y="41267"/>
                      </a:lnTo>
                      <a:close/>
                      <a:moveTo>
                        <a:pt x="19145" y="40029"/>
                      </a:moveTo>
                      <a:lnTo>
                        <a:pt x="19145" y="39457"/>
                      </a:lnTo>
                      <a:lnTo>
                        <a:pt x="20002" y="39457"/>
                      </a:lnTo>
                      <a:lnTo>
                        <a:pt x="20002" y="40029"/>
                      </a:lnTo>
                      <a:lnTo>
                        <a:pt x="19145" y="40029"/>
                      </a:lnTo>
                      <a:close/>
                      <a:moveTo>
                        <a:pt x="22003" y="26789"/>
                      </a:moveTo>
                      <a:cubicBezTo>
                        <a:pt x="22003" y="26789"/>
                        <a:pt x="22003" y="25837"/>
                        <a:pt x="21812" y="25360"/>
                      </a:cubicBezTo>
                      <a:lnTo>
                        <a:pt x="20955" y="26789"/>
                      </a:lnTo>
                      <a:lnTo>
                        <a:pt x="22003" y="26789"/>
                      </a:lnTo>
                      <a:close/>
                      <a:moveTo>
                        <a:pt x="22764" y="23455"/>
                      </a:moveTo>
                      <a:cubicBezTo>
                        <a:pt x="22764" y="23455"/>
                        <a:pt x="23622" y="24313"/>
                        <a:pt x="25146" y="24503"/>
                      </a:cubicBezTo>
                      <a:lnTo>
                        <a:pt x="22764" y="23455"/>
                      </a:lnTo>
                      <a:close/>
                      <a:moveTo>
                        <a:pt x="25146" y="44029"/>
                      </a:moveTo>
                      <a:cubicBezTo>
                        <a:pt x="25146" y="44029"/>
                        <a:pt x="25050" y="44410"/>
                        <a:pt x="25050" y="44506"/>
                      </a:cubicBezTo>
                      <a:cubicBezTo>
                        <a:pt x="24765" y="44887"/>
                        <a:pt x="24479" y="45077"/>
                        <a:pt x="24193" y="44982"/>
                      </a:cubicBezTo>
                      <a:cubicBezTo>
                        <a:pt x="23813" y="44982"/>
                        <a:pt x="23526" y="44982"/>
                        <a:pt x="23431" y="44791"/>
                      </a:cubicBezTo>
                      <a:lnTo>
                        <a:pt x="25146" y="44029"/>
                      </a:lnTo>
                      <a:close/>
                      <a:moveTo>
                        <a:pt x="24574" y="39362"/>
                      </a:moveTo>
                      <a:cubicBezTo>
                        <a:pt x="24574" y="39362"/>
                        <a:pt x="24955" y="39743"/>
                        <a:pt x="25432" y="39743"/>
                      </a:cubicBezTo>
                      <a:lnTo>
                        <a:pt x="24003" y="39934"/>
                      </a:lnTo>
                      <a:lnTo>
                        <a:pt x="24574" y="39362"/>
                      </a:lnTo>
                      <a:close/>
                      <a:moveTo>
                        <a:pt x="25432" y="26503"/>
                      </a:moveTo>
                      <a:cubicBezTo>
                        <a:pt x="25908" y="26599"/>
                        <a:pt x="26384" y="26503"/>
                        <a:pt x="26765" y="25932"/>
                      </a:cubicBezTo>
                      <a:cubicBezTo>
                        <a:pt x="26479" y="25646"/>
                        <a:pt x="26194" y="25646"/>
                        <a:pt x="25812" y="25741"/>
                      </a:cubicBezTo>
                      <a:cubicBezTo>
                        <a:pt x="25432" y="25741"/>
                        <a:pt x="25241" y="26122"/>
                        <a:pt x="25432" y="26503"/>
                      </a:cubicBezTo>
                      <a:close/>
                      <a:moveTo>
                        <a:pt x="26765" y="35743"/>
                      </a:moveTo>
                      <a:cubicBezTo>
                        <a:pt x="26765" y="35743"/>
                        <a:pt x="26765" y="34981"/>
                        <a:pt x="27241" y="34885"/>
                      </a:cubicBezTo>
                      <a:cubicBezTo>
                        <a:pt x="27051" y="34885"/>
                        <a:pt x="27337" y="34885"/>
                        <a:pt x="28194" y="34885"/>
                      </a:cubicBezTo>
                      <a:cubicBezTo>
                        <a:pt x="28194" y="34885"/>
                        <a:pt x="28003" y="35076"/>
                        <a:pt x="27717" y="35362"/>
                      </a:cubicBezTo>
                      <a:cubicBezTo>
                        <a:pt x="27431" y="35647"/>
                        <a:pt x="27241" y="35743"/>
                        <a:pt x="27051" y="35743"/>
                      </a:cubicBezTo>
                      <a:cubicBezTo>
                        <a:pt x="27051" y="35743"/>
                        <a:pt x="26860" y="35743"/>
                        <a:pt x="26765" y="35743"/>
                      </a:cubicBezTo>
                      <a:close/>
                      <a:moveTo>
                        <a:pt x="27622" y="22027"/>
                      </a:moveTo>
                      <a:cubicBezTo>
                        <a:pt x="27622" y="22027"/>
                        <a:pt x="27241" y="21646"/>
                        <a:pt x="27051" y="21741"/>
                      </a:cubicBezTo>
                      <a:cubicBezTo>
                        <a:pt x="26765" y="21741"/>
                        <a:pt x="26670" y="22027"/>
                        <a:pt x="26765" y="22217"/>
                      </a:cubicBezTo>
                      <a:lnTo>
                        <a:pt x="27622" y="22408"/>
                      </a:lnTo>
                      <a:lnTo>
                        <a:pt x="27622" y="22027"/>
                      </a:lnTo>
                      <a:close/>
                      <a:moveTo>
                        <a:pt x="27431" y="29647"/>
                      </a:moveTo>
                      <a:cubicBezTo>
                        <a:pt x="27908" y="29266"/>
                        <a:pt x="28194" y="28980"/>
                        <a:pt x="28194" y="28980"/>
                      </a:cubicBezTo>
                      <a:cubicBezTo>
                        <a:pt x="28194" y="28789"/>
                        <a:pt x="28003" y="28599"/>
                        <a:pt x="27622" y="28504"/>
                      </a:cubicBezTo>
                      <a:lnTo>
                        <a:pt x="27431" y="29742"/>
                      </a:lnTo>
                      <a:cubicBezTo>
                        <a:pt x="27431" y="29742"/>
                        <a:pt x="27146" y="30218"/>
                        <a:pt x="27337" y="30409"/>
                      </a:cubicBezTo>
                      <a:lnTo>
                        <a:pt x="27337" y="29742"/>
                      </a:lnTo>
                      <a:close/>
                      <a:moveTo>
                        <a:pt x="29432" y="24217"/>
                      </a:moveTo>
                      <a:cubicBezTo>
                        <a:pt x="29432" y="24217"/>
                        <a:pt x="29718" y="23551"/>
                        <a:pt x="29718" y="23551"/>
                      </a:cubicBezTo>
                      <a:cubicBezTo>
                        <a:pt x="29718" y="23455"/>
                        <a:pt x="29337" y="23360"/>
                        <a:pt x="28575" y="23360"/>
                      </a:cubicBezTo>
                      <a:lnTo>
                        <a:pt x="29527" y="24217"/>
                      </a:lnTo>
                      <a:close/>
                      <a:moveTo>
                        <a:pt x="32289" y="29266"/>
                      </a:moveTo>
                      <a:lnTo>
                        <a:pt x="33338" y="29837"/>
                      </a:lnTo>
                      <a:lnTo>
                        <a:pt x="31337" y="30028"/>
                      </a:lnTo>
                      <a:lnTo>
                        <a:pt x="32289" y="29266"/>
                      </a:lnTo>
                      <a:close/>
                      <a:moveTo>
                        <a:pt x="32480" y="34314"/>
                      </a:moveTo>
                      <a:cubicBezTo>
                        <a:pt x="32480" y="34314"/>
                        <a:pt x="32956" y="34504"/>
                        <a:pt x="33718" y="34504"/>
                      </a:cubicBezTo>
                      <a:lnTo>
                        <a:pt x="32480" y="35457"/>
                      </a:lnTo>
                      <a:lnTo>
                        <a:pt x="32480" y="34314"/>
                      </a:lnTo>
                      <a:close/>
                      <a:moveTo>
                        <a:pt x="33051" y="42982"/>
                      </a:moveTo>
                      <a:cubicBezTo>
                        <a:pt x="33051" y="42982"/>
                        <a:pt x="33051" y="42791"/>
                        <a:pt x="33147" y="42696"/>
                      </a:cubicBezTo>
                      <a:lnTo>
                        <a:pt x="33147" y="42982"/>
                      </a:lnTo>
                      <a:close/>
                      <a:moveTo>
                        <a:pt x="33051" y="42696"/>
                      </a:moveTo>
                      <a:lnTo>
                        <a:pt x="33528" y="42124"/>
                      </a:lnTo>
                      <a:lnTo>
                        <a:pt x="33718" y="42505"/>
                      </a:lnTo>
                      <a:cubicBezTo>
                        <a:pt x="33718" y="42505"/>
                        <a:pt x="33338" y="42505"/>
                        <a:pt x="33051" y="42696"/>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 name="Google Shape;1089;p99"/>
                <p:cNvSpPr/>
                <p:nvPr/>
              </p:nvSpPr>
              <p:spPr>
                <a:xfrm>
                  <a:off x="8790050" y="1573029"/>
                  <a:ext cx="34099" cy="44910"/>
                </a:xfrm>
                <a:custGeom>
                  <a:avLst/>
                  <a:gdLst/>
                  <a:ahLst/>
                  <a:cxnLst/>
                  <a:rect l="l" t="t" r="r" b="b"/>
                  <a:pathLst>
                    <a:path w="34099" h="44910" extrusionOk="0">
                      <a:moveTo>
                        <a:pt x="28575" y="20884"/>
                      </a:moveTo>
                      <a:cubicBezTo>
                        <a:pt x="28575" y="20884"/>
                        <a:pt x="29146" y="22027"/>
                        <a:pt x="29908" y="23170"/>
                      </a:cubicBezTo>
                      <a:cubicBezTo>
                        <a:pt x="30385" y="24122"/>
                        <a:pt x="30670" y="24884"/>
                        <a:pt x="30670" y="25456"/>
                      </a:cubicBezTo>
                      <a:cubicBezTo>
                        <a:pt x="30670" y="26027"/>
                        <a:pt x="30575" y="26503"/>
                        <a:pt x="30385" y="27075"/>
                      </a:cubicBezTo>
                      <a:cubicBezTo>
                        <a:pt x="30575" y="27742"/>
                        <a:pt x="30670" y="28408"/>
                        <a:pt x="30670" y="29170"/>
                      </a:cubicBezTo>
                      <a:cubicBezTo>
                        <a:pt x="30670" y="31075"/>
                        <a:pt x="30194" y="32504"/>
                        <a:pt x="29241" y="33266"/>
                      </a:cubicBezTo>
                      <a:cubicBezTo>
                        <a:pt x="29241" y="33076"/>
                        <a:pt x="29432" y="32885"/>
                        <a:pt x="29432" y="32695"/>
                      </a:cubicBezTo>
                      <a:cubicBezTo>
                        <a:pt x="29432" y="31933"/>
                        <a:pt x="28956" y="31552"/>
                        <a:pt x="28194" y="31552"/>
                      </a:cubicBezTo>
                      <a:cubicBezTo>
                        <a:pt x="27813" y="31552"/>
                        <a:pt x="27431" y="31552"/>
                        <a:pt x="27051" y="31837"/>
                      </a:cubicBezTo>
                      <a:lnTo>
                        <a:pt x="27622" y="32409"/>
                      </a:lnTo>
                      <a:cubicBezTo>
                        <a:pt x="27622" y="32409"/>
                        <a:pt x="27146" y="32218"/>
                        <a:pt x="26955" y="32218"/>
                      </a:cubicBezTo>
                      <a:cubicBezTo>
                        <a:pt x="26575" y="32218"/>
                        <a:pt x="26289" y="32504"/>
                        <a:pt x="26003" y="33076"/>
                      </a:cubicBezTo>
                      <a:cubicBezTo>
                        <a:pt x="25717" y="33647"/>
                        <a:pt x="25432" y="34219"/>
                        <a:pt x="25050" y="34695"/>
                      </a:cubicBezTo>
                      <a:lnTo>
                        <a:pt x="25432" y="35076"/>
                      </a:lnTo>
                      <a:cubicBezTo>
                        <a:pt x="25432" y="35076"/>
                        <a:pt x="24574" y="35076"/>
                        <a:pt x="24003" y="35266"/>
                      </a:cubicBezTo>
                      <a:lnTo>
                        <a:pt x="24003" y="35838"/>
                      </a:lnTo>
                      <a:cubicBezTo>
                        <a:pt x="24003" y="35838"/>
                        <a:pt x="23622" y="35552"/>
                        <a:pt x="23336" y="35362"/>
                      </a:cubicBezTo>
                      <a:cubicBezTo>
                        <a:pt x="23050" y="35171"/>
                        <a:pt x="22860" y="35171"/>
                        <a:pt x="22574" y="35266"/>
                      </a:cubicBezTo>
                      <a:cubicBezTo>
                        <a:pt x="22955" y="35838"/>
                        <a:pt x="23431" y="36886"/>
                        <a:pt x="24193" y="38505"/>
                      </a:cubicBezTo>
                      <a:cubicBezTo>
                        <a:pt x="21621" y="38695"/>
                        <a:pt x="19526" y="38791"/>
                        <a:pt x="17812" y="38791"/>
                      </a:cubicBezTo>
                      <a:cubicBezTo>
                        <a:pt x="16097" y="38791"/>
                        <a:pt x="14001" y="38791"/>
                        <a:pt x="11620" y="38505"/>
                      </a:cubicBezTo>
                      <a:cubicBezTo>
                        <a:pt x="11620" y="38124"/>
                        <a:pt x="11335" y="37838"/>
                        <a:pt x="10858" y="37648"/>
                      </a:cubicBezTo>
                      <a:cubicBezTo>
                        <a:pt x="10382" y="37457"/>
                        <a:pt x="10096" y="37267"/>
                        <a:pt x="10096" y="36886"/>
                      </a:cubicBezTo>
                      <a:cubicBezTo>
                        <a:pt x="10096" y="36886"/>
                        <a:pt x="10096" y="36695"/>
                        <a:pt x="10096" y="36505"/>
                      </a:cubicBezTo>
                      <a:cubicBezTo>
                        <a:pt x="9620" y="36790"/>
                        <a:pt x="9144" y="36886"/>
                        <a:pt x="8667" y="36886"/>
                      </a:cubicBezTo>
                      <a:cubicBezTo>
                        <a:pt x="7810" y="36886"/>
                        <a:pt x="5905" y="36219"/>
                        <a:pt x="3047" y="34790"/>
                      </a:cubicBezTo>
                      <a:lnTo>
                        <a:pt x="2476" y="33457"/>
                      </a:lnTo>
                      <a:lnTo>
                        <a:pt x="1714" y="33742"/>
                      </a:lnTo>
                      <a:lnTo>
                        <a:pt x="0" y="28789"/>
                      </a:lnTo>
                      <a:cubicBezTo>
                        <a:pt x="571" y="28123"/>
                        <a:pt x="2571" y="26408"/>
                        <a:pt x="5810" y="23360"/>
                      </a:cubicBezTo>
                      <a:cubicBezTo>
                        <a:pt x="6286" y="23360"/>
                        <a:pt x="6572" y="23551"/>
                        <a:pt x="6953" y="24027"/>
                      </a:cubicBezTo>
                      <a:cubicBezTo>
                        <a:pt x="7334" y="24694"/>
                        <a:pt x="7525" y="25075"/>
                        <a:pt x="7810" y="25170"/>
                      </a:cubicBezTo>
                      <a:cubicBezTo>
                        <a:pt x="7905" y="25741"/>
                        <a:pt x="8763" y="27265"/>
                        <a:pt x="10287" y="29837"/>
                      </a:cubicBezTo>
                      <a:cubicBezTo>
                        <a:pt x="10668" y="29647"/>
                        <a:pt x="11049" y="29647"/>
                        <a:pt x="11335" y="29647"/>
                      </a:cubicBezTo>
                      <a:cubicBezTo>
                        <a:pt x="11811" y="29647"/>
                        <a:pt x="12287" y="29932"/>
                        <a:pt x="12763" y="30409"/>
                      </a:cubicBezTo>
                      <a:cubicBezTo>
                        <a:pt x="13239" y="30980"/>
                        <a:pt x="13716" y="31266"/>
                        <a:pt x="14097" y="31266"/>
                      </a:cubicBezTo>
                      <a:cubicBezTo>
                        <a:pt x="14288" y="31266"/>
                        <a:pt x="14573" y="31266"/>
                        <a:pt x="14859" y="31075"/>
                      </a:cubicBezTo>
                      <a:cubicBezTo>
                        <a:pt x="14668" y="31361"/>
                        <a:pt x="14859" y="31742"/>
                        <a:pt x="15430" y="32123"/>
                      </a:cubicBezTo>
                      <a:cubicBezTo>
                        <a:pt x="15525" y="30790"/>
                        <a:pt x="16669" y="30028"/>
                        <a:pt x="18479" y="29837"/>
                      </a:cubicBezTo>
                      <a:lnTo>
                        <a:pt x="19621" y="29837"/>
                      </a:lnTo>
                      <a:cubicBezTo>
                        <a:pt x="19621" y="29837"/>
                        <a:pt x="19621" y="30313"/>
                        <a:pt x="19812" y="30409"/>
                      </a:cubicBezTo>
                      <a:cubicBezTo>
                        <a:pt x="20193" y="30123"/>
                        <a:pt x="20288" y="29837"/>
                        <a:pt x="20288" y="29456"/>
                      </a:cubicBezTo>
                      <a:cubicBezTo>
                        <a:pt x="20288" y="29361"/>
                        <a:pt x="20288" y="29075"/>
                        <a:pt x="20288" y="28789"/>
                      </a:cubicBezTo>
                      <a:cubicBezTo>
                        <a:pt x="20193" y="28504"/>
                        <a:pt x="20193" y="28313"/>
                        <a:pt x="20193" y="28123"/>
                      </a:cubicBezTo>
                      <a:cubicBezTo>
                        <a:pt x="20193" y="27742"/>
                        <a:pt x="20193" y="27551"/>
                        <a:pt x="20478" y="27265"/>
                      </a:cubicBezTo>
                      <a:cubicBezTo>
                        <a:pt x="20669" y="26884"/>
                        <a:pt x="20193" y="26027"/>
                        <a:pt x="19145" y="24694"/>
                      </a:cubicBezTo>
                      <a:cubicBezTo>
                        <a:pt x="18764" y="24884"/>
                        <a:pt x="18479" y="24884"/>
                        <a:pt x="18288" y="24884"/>
                      </a:cubicBezTo>
                      <a:cubicBezTo>
                        <a:pt x="17812" y="24884"/>
                        <a:pt x="17430" y="24503"/>
                        <a:pt x="17050" y="23741"/>
                      </a:cubicBezTo>
                      <a:cubicBezTo>
                        <a:pt x="16669" y="22979"/>
                        <a:pt x="16287" y="22598"/>
                        <a:pt x="15907" y="22598"/>
                      </a:cubicBezTo>
                      <a:cubicBezTo>
                        <a:pt x="15525" y="22598"/>
                        <a:pt x="15240" y="22693"/>
                        <a:pt x="14859" y="22979"/>
                      </a:cubicBezTo>
                      <a:cubicBezTo>
                        <a:pt x="14382" y="22503"/>
                        <a:pt x="13621" y="22122"/>
                        <a:pt x="12478" y="21931"/>
                      </a:cubicBezTo>
                      <a:lnTo>
                        <a:pt x="9810" y="21265"/>
                      </a:lnTo>
                      <a:cubicBezTo>
                        <a:pt x="9525" y="20407"/>
                        <a:pt x="8763" y="19836"/>
                        <a:pt x="7810" y="19741"/>
                      </a:cubicBezTo>
                      <a:cubicBezTo>
                        <a:pt x="6667" y="19550"/>
                        <a:pt x="5810" y="19264"/>
                        <a:pt x="5619" y="18788"/>
                      </a:cubicBezTo>
                      <a:lnTo>
                        <a:pt x="5048" y="19360"/>
                      </a:lnTo>
                      <a:cubicBezTo>
                        <a:pt x="5048" y="19360"/>
                        <a:pt x="5048" y="19074"/>
                        <a:pt x="5048" y="18788"/>
                      </a:cubicBezTo>
                      <a:cubicBezTo>
                        <a:pt x="5048" y="18502"/>
                        <a:pt x="5048" y="18312"/>
                        <a:pt x="5048" y="17836"/>
                      </a:cubicBezTo>
                      <a:cubicBezTo>
                        <a:pt x="5143" y="17455"/>
                        <a:pt x="5239" y="17074"/>
                        <a:pt x="5239" y="16788"/>
                      </a:cubicBezTo>
                      <a:cubicBezTo>
                        <a:pt x="5239" y="16121"/>
                        <a:pt x="4953" y="15645"/>
                        <a:pt x="4476" y="15359"/>
                      </a:cubicBezTo>
                      <a:cubicBezTo>
                        <a:pt x="4476" y="15169"/>
                        <a:pt x="4667" y="14978"/>
                        <a:pt x="4763" y="14692"/>
                      </a:cubicBezTo>
                      <a:cubicBezTo>
                        <a:pt x="4953" y="14502"/>
                        <a:pt x="5048" y="14407"/>
                        <a:pt x="5334" y="14407"/>
                      </a:cubicBezTo>
                      <a:cubicBezTo>
                        <a:pt x="5619" y="14597"/>
                        <a:pt x="5715" y="14883"/>
                        <a:pt x="5524" y="15264"/>
                      </a:cubicBezTo>
                      <a:cubicBezTo>
                        <a:pt x="5334" y="15645"/>
                        <a:pt x="5524" y="15835"/>
                        <a:pt x="5905" y="16026"/>
                      </a:cubicBezTo>
                      <a:cubicBezTo>
                        <a:pt x="6572" y="15454"/>
                        <a:pt x="6858" y="14978"/>
                        <a:pt x="6858" y="14407"/>
                      </a:cubicBezTo>
                      <a:cubicBezTo>
                        <a:pt x="6858" y="14121"/>
                        <a:pt x="6858" y="13930"/>
                        <a:pt x="6477" y="13740"/>
                      </a:cubicBezTo>
                      <a:cubicBezTo>
                        <a:pt x="6762" y="13740"/>
                        <a:pt x="7048" y="13359"/>
                        <a:pt x="7525" y="12978"/>
                      </a:cubicBezTo>
                      <a:cubicBezTo>
                        <a:pt x="7525" y="12787"/>
                        <a:pt x="7334" y="12692"/>
                        <a:pt x="7144" y="12692"/>
                      </a:cubicBezTo>
                      <a:cubicBezTo>
                        <a:pt x="7144" y="12692"/>
                        <a:pt x="6858" y="12692"/>
                        <a:pt x="6572" y="12978"/>
                      </a:cubicBezTo>
                      <a:cubicBezTo>
                        <a:pt x="6286" y="13168"/>
                        <a:pt x="6096" y="13264"/>
                        <a:pt x="5905" y="13264"/>
                      </a:cubicBezTo>
                      <a:cubicBezTo>
                        <a:pt x="5905" y="13264"/>
                        <a:pt x="6000" y="12978"/>
                        <a:pt x="6096" y="12692"/>
                      </a:cubicBezTo>
                      <a:cubicBezTo>
                        <a:pt x="6286" y="12406"/>
                        <a:pt x="6286" y="12121"/>
                        <a:pt x="6286" y="11930"/>
                      </a:cubicBezTo>
                      <a:cubicBezTo>
                        <a:pt x="6096" y="11930"/>
                        <a:pt x="5905" y="12025"/>
                        <a:pt x="5715" y="12025"/>
                      </a:cubicBezTo>
                      <a:cubicBezTo>
                        <a:pt x="5334" y="12025"/>
                        <a:pt x="4953" y="11740"/>
                        <a:pt x="4572" y="11168"/>
                      </a:cubicBezTo>
                      <a:cubicBezTo>
                        <a:pt x="4096" y="10501"/>
                        <a:pt x="3714" y="10025"/>
                        <a:pt x="3524" y="9835"/>
                      </a:cubicBezTo>
                      <a:lnTo>
                        <a:pt x="3524" y="7358"/>
                      </a:lnTo>
                      <a:cubicBezTo>
                        <a:pt x="3524" y="7358"/>
                        <a:pt x="4286" y="6406"/>
                        <a:pt x="4763" y="5548"/>
                      </a:cubicBezTo>
                      <a:cubicBezTo>
                        <a:pt x="5239" y="4691"/>
                        <a:pt x="5524" y="4024"/>
                        <a:pt x="5715" y="3739"/>
                      </a:cubicBezTo>
                      <a:cubicBezTo>
                        <a:pt x="6286" y="3548"/>
                        <a:pt x="7048" y="2881"/>
                        <a:pt x="7905" y="1738"/>
                      </a:cubicBezTo>
                      <a:cubicBezTo>
                        <a:pt x="8572" y="881"/>
                        <a:pt x="9334" y="500"/>
                        <a:pt x="10287" y="595"/>
                      </a:cubicBezTo>
                      <a:cubicBezTo>
                        <a:pt x="11144" y="119"/>
                        <a:pt x="12192" y="-71"/>
                        <a:pt x="13621" y="24"/>
                      </a:cubicBezTo>
                      <a:cubicBezTo>
                        <a:pt x="15430" y="24"/>
                        <a:pt x="16573" y="24"/>
                        <a:pt x="17145" y="24"/>
                      </a:cubicBezTo>
                      <a:lnTo>
                        <a:pt x="24098" y="405"/>
                      </a:lnTo>
                      <a:cubicBezTo>
                        <a:pt x="25432" y="1072"/>
                        <a:pt x="26194" y="1548"/>
                        <a:pt x="26479" y="1738"/>
                      </a:cubicBezTo>
                      <a:cubicBezTo>
                        <a:pt x="27241" y="2310"/>
                        <a:pt x="27813" y="3072"/>
                        <a:pt x="28004" y="4024"/>
                      </a:cubicBezTo>
                      <a:cubicBezTo>
                        <a:pt x="28289" y="3929"/>
                        <a:pt x="28480" y="4024"/>
                        <a:pt x="28765" y="4215"/>
                      </a:cubicBezTo>
                      <a:cubicBezTo>
                        <a:pt x="29051" y="4405"/>
                        <a:pt x="29241" y="4691"/>
                        <a:pt x="29432" y="4882"/>
                      </a:cubicBezTo>
                      <a:cubicBezTo>
                        <a:pt x="28765" y="4882"/>
                        <a:pt x="28480" y="4977"/>
                        <a:pt x="28480" y="5263"/>
                      </a:cubicBezTo>
                      <a:cubicBezTo>
                        <a:pt x="28480" y="5358"/>
                        <a:pt x="28480" y="5548"/>
                        <a:pt x="28765" y="5834"/>
                      </a:cubicBezTo>
                      <a:cubicBezTo>
                        <a:pt x="28956" y="6120"/>
                        <a:pt x="29051" y="6406"/>
                        <a:pt x="29051" y="6501"/>
                      </a:cubicBezTo>
                      <a:cubicBezTo>
                        <a:pt x="29051" y="6691"/>
                        <a:pt x="28956" y="6882"/>
                        <a:pt x="28670" y="7072"/>
                      </a:cubicBezTo>
                      <a:cubicBezTo>
                        <a:pt x="28384" y="7072"/>
                        <a:pt x="28194" y="6977"/>
                        <a:pt x="28098" y="6977"/>
                      </a:cubicBezTo>
                      <a:cubicBezTo>
                        <a:pt x="27813" y="6977"/>
                        <a:pt x="27717" y="7358"/>
                        <a:pt x="27622" y="7930"/>
                      </a:cubicBezTo>
                      <a:cubicBezTo>
                        <a:pt x="27622" y="8596"/>
                        <a:pt x="27431" y="8977"/>
                        <a:pt x="27241" y="9073"/>
                      </a:cubicBezTo>
                      <a:cubicBezTo>
                        <a:pt x="27051" y="9168"/>
                        <a:pt x="26575" y="9739"/>
                        <a:pt x="26003" y="10692"/>
                      </a:cubicBezTo>
                      <a:cubicBezTo>
                        <a:pt x="25432" y="11644"/>
                        <a:pt x="24955" y="12121"/>
                        <a:pt x="24479" y="12121"/>
                      </a:cubicBezTo>
                      <a:cubicBezTo>
                        <a:pt x="24098" y="12121"/>
                        <a:pt x="23717" y="11835"/>
                        <a:pt x="23241" y="11168"/>
                      </a:cubicBezTo>
                      <a:cubicBezTo>
                        <a:pt x="22003" y="9549"/>
                        <a:pt x="20860" y="8596"/>
                        <a:pt x="19621" y="8120"/>
                      </a:cubicBezTo>
                      <a:lnTo>
                        <a:pt x="19050" y="7168"/>
                      </a:lnTo>
                      <a:cubicBezTo>
                        <a:pt x="17812" y="7358"/>
                        <a:pt x="16669" y="7549"/>
                        <a:pt x="15430" y="7644"/>
                      </a:cubicBezTo>
                      <a:cubicBezTo>
                        <a:pt x="14001" y="7930"/>
                        <a:pt x="13049" y="8692"/>
                        <a:pt x="12382" y="9930"/>
                      </a:cubicBezTo>
                      <a:cubicBezTo>
                        <a:pt x="12287" y="11073"/>
                        <a:pt x="12478" y="12025"/>
                        <a:pt x="13144" y="12692"/>
                      </a:cubicBezTo>
                      <a:cubicBezTo>
                        <a:pt x="13525" y="13168"/>
                        <a:pt x="14288" y="13645"/>
                        <a:pt x="15335" y="14121"/>
                      </a:cubicBezTo>
                      <a:cubicBezTo>
                        <a:pt x="16383" y="14597"/>
                        <a:pt x="17240" y="15169"/>
                        <a:pt x="17621" y="15550"/>
                      </a:cubicBezTo>
                      <a:lnTo>
                        <a:pt x="19431" y="15550"/>
                      </a:lnTo>
                      <a:cubicBezTo>
                        <a:pt x="20193" y="16216"/>
                        <a:pt x="21241" y="16978"/>
                        <a:pt x="22764" y="17931"/>
                      </a:cubicBezTo>
                      <a:cubicBezTo>
                        <a:pt x="23050" y="17740"/>
                        <a:pt x="23336" y="17740"/>
                        <a:pt x="23526" y="17740"/>
                      </a:cubicBezTo>
                      <a:cubicBezTo>
                        <a:pt x="23907" y="17740"/>
                        <a:pt x="24479" y="18026"/>
                        <a:pt x="25146" y="18502"/>
                      </a:cubicBezTo>
                      <a:cubicBezTo>
                        <a:pt x="25812" y="18979"/>
                        <a:pt x="26289" y="19264"/>
                        <a:pt x="26575" y="19360"/>
                      </a:cubicBezTo>
                      <a:cubicBezTo>
                        <a:pt x="26575" y="19360"/>
                        <a:pt x="26575" y="19455"/>
                        <a:pt x="26575" y="19550"/>
                      </a:cubicBezTo>
                      <a:cubicBezTo>
                        <a:pt x="26575" y="19741"/>
                        <a:pt x="26670" y="20122"/>
                        <a:pt x="27051" y="20407"/>
                      </a:cubicBezTo>
                      <a:cubicBezTo>
                        <a:pt x="27431" y="20788"/>
                        <a:pt x="27717" y="20979"/>
                        <a:pt x="28098" y="20979"/>
                      </a:cubicBezTo>
                      <a:lnTo>
                        <a:pt x="28860" y="20979"/>
                      </a:lnTo>
                      <a:close/>
                      <a:moveTo>
                        <a:pt x="3810" y="12216"/>
                      </a:moveTo>
                      <a:lnTo>
                        <a:pt x="3429" y="11263"/>
                      </a:lnTo>
                      <a:lnTo>
                        <a:pt x="4191" y="11835"/>
                      </a:lnTo>
                      <a:lnTo>
                        <a:pt x="3810" y="12216"/>
                      </a:lnTo>
                      <a:close/>
                      <a:moveTo>
                        <a:pt x="3810" y="14502"/>
                      </a:moveTo>
                      <a:lnTo>
                        <a:pt x="3619" y="14121"/>
                      </a:lnTo>
                      <a:cubicBezTo>
                        <a:pt x="3619" y="14121"/>
                        <a:pt x="4000" y="14121"/>
                        <a:pt x="4286" y="13835"/>
                      </a:cubicBezTo>
                      <a:cubicBezTo>
                        <a:pt x="4667" y="13645"/>
                        <a:pt x="4763" y="13454"/>
                        <a:pt x="4763" y="13454"/>
                      </a:cubicBezTo>
                      <a:cubicBezTo>
                        <a:pt x="4953" y="13454"/>
                        <a:pt x="4953" y="13454"/>
                        <a:pt x="4953" y="13645"/>
                      </a:cubicBezTo>
                      <a:cubicBezTo>
                        <a:pt x="4763" y="13835"/>
                        <a:pt x="4667" y="14026"/>
                        <a:pt x="4381" y="14216"/>
                      </a:cubicBezTo>
                      <a:cubicBezTo>
                        <a:pt x="4191" y="14407"/>
                        <a:pt x="4000" y="14502"/>
                        <a:pt x="3714" y="14502"/>
                      </a:cubicBezTo>
                      <a:close/>
                      <a:moveTo>
                        <a:pt x="4191" y="10501"/>
                      </a:moveTo>
                      <a:lnTo>
                        <a:pt x="4953" y="10501"/>
                      </a:lnTo>
                      <a:cubicBezTo>
                        <a:pt x="4953" y="10501"/>
                        <a:pt x="4763" y="9930"/>
                        <a:pt x="4763" y="9835"/>
                      </a:cubicBezTo>
                      <a:lnTo>
                        <a:pt x="4191" y="10501"/>
                      </a:lnTo>
                      <a:close/>
                      <a:moveTo>
                        <a:pt x="4381" y="15359"/>
                      </a:moveTo>
                      <a:cubicBezTo>
                        <a:pt x="4381" y="15359"/>
                        <a:pt x="4191" y="15359"/>
                        <a:pt x="4191" y="15359"/>
                      </a:cubicBezTo>
                      <a:lnTo>
                        <a:pt x="4191" y="15359"/>
                      </a:lnTo>
                      <a:cubicBezTo>
                        <a:pt x="4191" y="15359"/>
                        <a:pt x="4191" y="15359"/>
                        <a:pt x="4286" y="15359"/>
                      </a:cubicBezTo>
                      <a:close/>
                      <a:moveTo>
                        <a:pt x="17906" y="28504"/>
                      </a:moveTo>
                      <a:lnTo>
                        <a:pt x="17906" y="28980"/>
                      </a:lnTo>
                      <a:lnTo>
                        <a:pt x="15907" y="29361"/>
                      </a:lnTo>
                      <a:cubicBezTo>
                        <a:pt x="15907" y="29361"/>
                        <a:pt x="16287" y="28885"/>
                        <a:pt x="16764" y="28789"/>
                      </a:cubicBezTo>
                      <a:cubicBezTo>
                        <a:pt x="17240" y="28694"/>
                        <a:pt x="17621" y="28599"/>
                        <a:pt x="18002" y="28599"/>
                      </a:cubicBezTo>
                      <a:close/>
                      <a:moveTo>
                        <a:pt x="18479" y="41172"/>
                      </a:moveTo>
                      <a:cubicBezTo>
                        <a:pt x="18479" y="41172"/>
                        <a:pt x="18764" y="41743"/>
                        <a:pt x="18764" y="42505"/>
                      </a:cubicBezTo>
                      <a:lnTo>
                        <a:pt x="18002" y="42505"/>
                      </a:lnTo>
                      <a:lnTo>
                        <a:pt x="18573" y="41172"/>
                      </a:lnTo>
                      <a:close/>
                      <a:moveTo>
                        <a:pt x="19335" y="39934"/>
                      </a:moveTo>
                      <a:lnTo>
                        <a:pt x="19335" y="39362"/>
                      </a:lnTo>
                      <a:lnTo>
                        <a:pt x="20098" y="39362"/>
                      </a:lnTo>
                      <a:lnTo>
                        <a:pt x="20098" y="39934"/>
                      </a:lnTo>
                      <a:lnTo>
                        <a:pt x="19335" y="39934"/>
                      </a:lnTo>
                      <a:close/>
                      <a:moveTo>
                        <a:pt x="22097" y="26694"/>
                      </a:moveTo>
                      <a:cubicBezTo>
                        <a:pt x="22097" y="26694"/>
                        <a:pt x="22097" y="25741"/>
                        <a:pt x="21907" y="25265"/>
                      </a:cubicBezTo>
                      <a:lnTo>
                        <a:pt x="21050" y="26694"/>
                      </a:lnTo>
                      <a:lnTo>
                        <a:pt x="22097" y="26694"/>
                      </a:lnTo>
                      <a:close/>
                      <a:moveTo>
                        <a:pt x="22955" y="23360"/>
                      </a:moveTo>
                      <a:cubicBezTo>
                        <a:pt x="22955" y="23360"/>
                        <a:pt x="23813" y="24217"/>
                        <a:pt x="25336" y="24408"/>
                      </a:cubicBezTo>
                      <a:lnTo>
                        <a:pt x="22955" y="23360"/>
                      </a:lnTo>
                      <a:close/>
                      <a:moveTo>
                        <a:pt x="25336" y="43934"/>
                      </a:moveTo>
                      <a:cubicBezTo>
                        <a:pt x="25336" y="43934"/>
                        <a:pt x="25241" y="44315"/>
                        <a:pt x="25146" y="44410"/>
                      </a:cubicBezTo>
                      <a:cubicBezTo>
                        <a:pt x="24860" y="44791"/>
                        <a:pt x="24669" y="44982"/>
                        <a:pt x="24384" y="44887"/>
                      </a:cubicBezTo>
                      <a:cubicBezTo>
                        <a:pt x="23907" y="44887"/>
                        <a:pt x="23622" y="44887"/>
                        <a:pt x="23526" y="44696"/>
                      </a:cubicBezTo>
                      <a:lnTo>
                        <a:pt x="25336" y="43934"/>
                      </a:lnTo>
                      <a:close/>
                      <a:moveTo>
                        <a:pt x="24765" y="39267"/>
                      </a:moveTo>
                      <a:cubicBezTo>
                        <a:pt x="24765" y="39267"/>
                        <a:pt x="25146" y="39648"/>
                        <a:pt x="25622" y="39648"/>
                      </a:cubicBezTo>
                      <a:lnTo>
                        <a:pt x="24193" y="39838"/>
                      </a:lnTo>
                      <a:lnTo>
                        <a:pt x="24765" y="39267"/>
                      </a:lnTo>
                      <a:close/>
                      <a:moveTo>
                        <a:pt x="25622" y="26408"/>
                      </a:moveTo>
                      <a:cubicBezTo>
                        <a:pt x="26098" y="26503"/>
                        <a:pt x="26575" y="26408"/>
                        <a:pt x="26955" y="25837"/>
                      </a:cubicBezTo>
                      <a:cubicBezTo>
                        <a:pt x="26765" y="25551"/>
                        <a:pt x="26479" y="25551"/>
                        <a:pt x="26003" y="25646"/>
                      </a:cubicBezTo>
                      <a:cubicBezTo>
                        <a:pt x="25622" y="25646"/>
                        <a:pt x="25432" y="26027"/>
                        <a:pt x="25622" y="26408"/>
                      </a:cubicBezTo>
                      <a:close/>
                      <a:moveTo>
                        <a:pt x="26955" y="35647"/>
                      </a:moveTo>
                      <a:cubicBezTo>
                        <a:pt x="26955" y="35647"/>
                        <a:pt x="26955" y="34885"/>
                        <a:pt x="27431" y="34790"/>
                      </a:cubicBezTo>
                      <a:cubicBezTo>
                        <a:pt x="27241" y="34790"/>
                        <a:pt x="27622" y="34790"/>
                        <a:pt x="28384" y="34790"/>
                      </a:cubicBezTo>
                      <a:cubicBezTo>
                        <a:pt x="28384" y="34790"/>
                        <a:pt x="28194" y="34981"/>
                        <a:pt x="27908" y="35266"/>
                      </a:cubicBezTo>
                      <a:cubicBezTo>
                        <a:pt x="27622" y="35552"/>
                        <a:pt x="27431" y="35647"/>
                        <a:pt x="27241" y="35647"/>
                      </a:cubicBezTo>
                      <a:cubicBezTo>
                        <a:pt x="27146" y="35647"/>
                        <a:pt x="27051" y="35647"/>
                        <a:pt x="26955" y="35647"/>
                      </a:cubicBezTo>
                      <a:close/>
                      <a:moveTo>
                        <a:pt x="27813" y="21931"/>
                      </a:moveTo>
                      <a:cubicBezTo>
                        <a:pt x="27813" y="21931"/>
                        <a:pt x="27527" y="21550"/>
                        <a:pt x="27241" y="21646"/>
                      </a:cubicBezTo>
                      <a:cubicBezTo>
                        <a:pt x="26955" y="21646"/>
                        <a:pt x="26860" y="21931"/>
                        <a:pt x="26955" y="22122"/>
                      </a:cubicBezTo>
                      <a:lnTo>
                        <a:pt x="27813" y="22312"/>
                      </a:lnTo>
                      <a:lnTo>
                        <a:pt x="27813" y="21931"/>
                      </a:lnTo>
                      <a:close/>
                      <a:moveTo>
                        <a:pt x="27622" y="29551"/>
                      </a:moveTo>
                      <a:cubicBezTo>
                        <a:pt x="28098" y="29170"/>
                        <a:pt x="28384" y="28885"/>
                        <a:pt x="28384" y="28885"/>
                      </a:cubicBezTo>
                      <a:cubicBezTo>
                        <a:pt x="28384" y="28694"/>
                        <a:pt x="28194" y="28504"/>
                        <a:pt x="27813" y="28408"/>
                      </a:cubicBezTo>
                      <a:lnTo>
                        <a:pt x="27622" y="29647"/>
                      </a:lnTo>
                      <a:cubicBezTo>
                        <a:pt x="27622" y="29647"/>
                        <a:pt x="27431" y="30123"/>
                        <a:pt x="27622" y="30313"/>
                      </a:cubicBezTo>
                      <a:lnTo>
                        <a:pt x="27622" y="29647"/>
                      </a:lnTo>
                      <a:close/>
                      <a:moveTo>
                        <a:pt x="29718" y="24122"/>
                      </a:moveTo>
                      <a:cubicBezTo>
                        <a:pt x="29718" y="24122"/>
                        <a:pt x="29908" y="23455"/>
                        <a:pt x="29908" y="23455"/>
                      </a:cubicBezTo>
                      <a:cubicBezTo>
                        <a:pt x="29908" y="23360"/>
                        <a:pt x="29432" y="23265"/>
                        <a:pt x="28765" y="23265"/>
                      </a:cubicBezTo>
                      <a:lnTo>
                        <a:pt x="29718" y="24122"/>
                      </a:lnTo>
                      <a:close/>
                      <a:moveTo>
                        <a:pt x="32575" y="29170"/>
                      </a:moveTo>
                      <a:lnTo>
                        <a:pt x="33528" y="29742"/>
                      </a:lnTo>
                      <a:lnTo>
                        <a:pt x="31622" y="29932"/>
                      </a:lnTo>
                      <a:lnTo>
                        <a:pt x="32575" y="29170"/>
                      </a:lnTo>
                      <a:close/>
                      <a:moveTo>
                        <a:pt x="32766" y="34219"/>
                      </a:moveTo>
                      <a:cubicBezTo>
                        <a:pt x="32766" y="34219"/>
                        <a:pt x="33242" y="34409"/>
                        <a:pt x="33909" y="34409"/>
                      </a:cubicBezTo>
                      <a:lnTo>
                        <a:pt x="32766" y="35362"/>
                      </a:lnTo>
                      <a:lnTo>
                        <a:pt x="32766" y="34219"/>
                      </a:lnTo>
                      <a:close/>
                      <a:moveTo>
                        <a:pt x="33338" y="42886"/>
                      </a:moveTo>
                      <a:cubicBezTo>
                        <a:pt x="33338" y="42886"/>
                        <a:pt x="33338" y="42696"/>
                        <a:pt x="33528" y="42601"/>
                      </a:cubicBezTo>
                      <a:lnTo>
                        <a:pt x="33338" y="42886"/>
                      </a:lnTo>
                      <a:close/>
                      <a:moveTo>
                        <a:pt x="33528" y="42601"/>
                      </a:moveTo>
                      <a:lnTo>
                        <a:pt x="33909" y="42029"/>
                      </a:lnTo>
                      <a:lnTo>
                        <a:pt x="34099" y="42410"/>
                      </a:lnTo>
                      <a:cubicBezTo>
                        <a:pt x="34099" y="42410"/>
                        <a:pt x="33718" y="42410"/>
                        <a:pt x="33432" y="42601"/>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90" name="Google Shape;1090;p99"/>
              <p:cNvGrpSpPr/>
              <p:nvPr/>
            </p:nvGrpSpPr>
            <p:grpSpPr>
              <a:xfrm>
                <a:off x="12155418" y="4647343"/>
                <a:ext cx="636555" cy="149257"/>
                <a:chOff x="6902100" y="2365438"/>
                <a:chExt cx="636555" cy="149257"/>
              </a:xfrm>
            </p:grpSpPr>
            <p:sp>
              <p:nvSpPr>
                <p:cNvPr id="1091" name="Google Shape;1091;p99"/>
                <p:cNvSpPr/>
                <p:nvPr/>
              </p:nvSpPr>
              <p:spPr>
                <a:xfrm>
                  <a:off x="6902100" y="2381535"/>
                  <a:ext cx="99631" cy="115347"/>
                </a:xfrm>
                <a:custGeom>
                  <a:avLst/>
                  <a:gdLst/>
                  <a:ahLst/>
                  <a:cxnLst/>
                  <a:rect l="l" t="t" r="r" b="b"/>
                  <a:pathLst>
                    <a:path w="99631" h="115347" extrusionOk="0">
                      <a:moveTo>
                        <a:pt x="90488" y="2286"/>
                      </a:moveTo>
                      <a:cubicBezTo>
                        <a:pt x="91250" y="3810"/>
                        <a:pt x="91726" y="5525"/>
                        <a:pt x="91726" y="7334"/>
                      </a:cubicBezTo>
                      <a:cubicBezTo>
                        <a:pt x="91726" y="9144"/>
                        <a:pt x="90964" y="11906"/>
                        <a:pt x="89249" y="15526"/>
                      </a:cubicBezTo>
                      <a:cubicBezTo>
                        <a:pt x="87725" y="19241"/>
                        <a:pt x="86868" y="22098"/>
                        <a:pt x="86868" y="24194"/>
                      </a:cubicBezTo>
                      <a:cubicBezTo>
                        <a:pt x="86868" y="25337"/>
                        <a:pt x="87059" y="26384"/>
                        <a:pt x="87249" y="27527"/>
                      </a:cubicBezTo>
                      <a:cubicBezTo>
                        <a:pt x="85154" y="27813"/>
                        <a:pt x="83915" y="29718"/>
                        <a:pt x="83439" y="33147"/>
                      </a:cubicBezTo>
                      <a:cubicBezTo>
                        <a:pt x="82963" y="37243"/>
                        <a:pt x="82010" y="39719"/>
                        <a:pt x="80772" y="40672"/>
                      </a:cubicBezTo>
                      <a:cubicBezTo>
                        <a:pt x="81915" y="41720"/>
                        <a:pt x="82486" y="42863"/>
                        <a:pt x="82486" y="44005"/>
                      </a:cubicBezTo>
                      <a:cubicBezTo>
                        <a:pt x="82486" y="45244"/>
                        <a:pt x="81629" y="46958"/>
                        <a:pt x="79820" y="49244"/>
                      </a:cubicBezTo>
                      <a:cubicBezTo>
                        <a:pt x="78010" y="51435"/>
                        <a:pt x="77057" y="53340"/>
                        <a:pt x="77057" y="54864"/>
                      </a:cubicBezTo>
                      <a:cubicBezTo>
                        <a:pt x="77057" y="55531"/>
                        <a:pt x="77248" y="56388"/>
                        <a:pt x="77438" y="57150"/>
                      </a:cubicBezTo>
                      <a:cubicBezTo>
                        <a:pt x="74104" y="57150"/>
                        <a:pt x="72199" y="57341"/>
                        <a:pt x="71628" y="57817"/>
                      </a:cubicBezTo>
                      <a:cubicBezTo>
                        <a:pt x="71628" y="59531"/>
                        <a:pt x="72199" y="60293"/>
                        <a:pt x="73438" y="60198"/>
                      </a:cubicBezTo>
                      <a:cubicBezTo>
                        <a:pt x="74676" y="60198"/>
                        <a:pt x="75342" y="60579"/>
                        <a:pt x="75342" y="61341"/>
                      </a:cubicBezTo>
                      <a:cubicBezTo>
                        <a:pt x="75342" y="61913"/>
                        <a:pt x="75248" y="62675"/>
                        <a:pt x="74962" y="63627"/>
                      </a:cubicBezTo>
                      <a:lnTo>
                        <a:pt x="71628" y="63627"/>
                      </a:lnTo>
                      <a:cubicBezTo>
                        <a:pt x="70961" y="64865"/>
                        <a:pt x="71438" y="65913"/>
                        <a:pt x="73057" y="66770"/>
                      </a:cubicBezTo>
                      <a:lnTo>
                        <a:pt x="62865" y="67628"/>
                      </a:lnTo>
                      <a:cubicBezTo>
                        <a:pt x="64103" y="68580"/>
                        <a:pt x="64770" y="70104"/>
                        <a:pt x="64770" y="72009"/>
                      </a:cubicBezTo>
                      <a:cubicBezTo>
                        <a:pt x="64770" y="72580"/>
                        <a:pt x="64770" y="73342"/>
                        <a:pt x="64484" y="74486"/>
                      </a:cubicBezTo>
                      <a:cubicBezTo>
                        <a:pt x="64294" y="75629"/>
                        <a:pt x="64294" y="76391"/>
                        <a:pt x="64294" y="76771"/>
                      </a:cubicBezTo>
                      <a:cubicBezTo>
                        <a:pt x="64294" y="78296"/>
                        <a:pt x="65151" y="78962"/>
                        <a:pt x="66770" y="78867"/>
                      </a:cubicBezTo>
                      <a:lnTo>
                        <a:pt x="62770" y="82201"/>
                      </a:lnTo>
                      <a:cubicBezTo>
                        <a:pt x="63246" y="83344"/>
                        <a:pt x="64294" y="83915"/>
                        <a:pt x="66104" y="84011"/>
                      </a:cubicBezTo>
                      <a:cubicBezTo>
                        <a:pt x="67913" y="84011"/>
                        <a:pt x="68866" y="84868"/>
                        <a:pt x="69247" y="86392"/>
                      </a:cubicBezTo>
                      <a:lnTo>
                        <a:pt x="65056" y="93440"/>
                      </a:lnTo>
                      <a:cubicBezTo>
                        <a:pt x="64198" y="91250"/>
                        <a:pt x="63246" y="90107"/>
                        <a:pt x="62103" y="90107"/>
                      </a:cubicBezTo>
                      <a:cubicBezTo>
                        <a:pt x="61436" y="90107"/>
                        <a:pt x="60579" y="90583"/>
                        <a:pt x="59627" y="91630"/>
                      </a:cubicBezTo>
                      <a:cubicBezTo>
                        <a:pt x="58579" y="92678"/>
                        <a:pt x="57912" y="93250"/>
                        <a:pt x="57531" y="93536"/>
                      </a:cubicBezTo>
                      <a:cubicBezTo>
                        <a:pt x="59627" y="95250"/>
                        <a:pt x="62960" y="97250"/>
                        <a:pt x="67532" y="99441"/>
                      </a:cubicBezTo>
                      <a:cubicBezTo>
                        <a:pt x="67532" y="100489"/>
                        <a:pt x="66675" y="101251"/>
                        <a:pt x="65056" y="101822"/>
                      </a:cubicBezTo>
                      <a:cubicBezTo>
                        <a:pt x="63437" y="102394"/>
                        <a:pt x="62198" y="103061"/>
                        <a:pt x="61722" y="103727"/>
                      </a:cubicBezTo>
                      <a:cubicBezTo>
                        <a:pt x="61722" y="105156"/>
                        <a:pt x="61246" y="107061"/>
                        <a:pt x="60293" y="109442"/>
                      </a:cubicBezTo>
                      <a:cubicBezTo>
                        <a:pt x="59341" y="111824"/>
                        <a:pt x="58769" y="113824"/>
                        <a:pt x="58674" y="115348"/>
                      </a:cubicBezTo>
                      <a:lnTo>
                        <a:pt x="57055" y="111633"/>
                      </a:lnTo>
                      <a:cubicBezTo>
                        <a:pt x="55340" y="111252"/>
                        <a:pt x="53340" y="111633"/>
                        <a:pt x="50959" y="113157"/>
                      </a:cubicBezTo>
                      <a:cubicBezTo>
                        <a:pt x="48578" y="114586"/>
                        <a:pt x="46863" y="115348"/>
                        <a:pt x="46006" y="115348"/>
                      </a:cubicBezTo>
                      <a:cubicBezTo>
                        <a:pt x="45434" y="115348"/>
                        <a:pt x="44863" y="115253"/>
                        <a:pt x="44101" y="114967"/>
                      </a:cubicBezTo>
                      <a:cubicBezTo>
                        <a:pt x="44482" y="114681"/>
                        <a:pt x="44767" y="113919"/>
                        <a:pt x="44767" y="112681"/>
                      </a:cubicBezTo>
                      <a:cubicBezTo>
                        <a:pt x="42386" y="112776"/>
                        <a:pt x="39053" y="112490"/>
                        <a:pt x="34957" y="111633"/>
                      </a:cubicBezTo>
                      <a:cubicBezTo>
                        <a:pt x="35338" y="109823"/>
                        <a:pt x="34671" y="108299"/>
                        <a:pt x="32766" y="107156"/>
                      </a:cubicBezTo>
                      <a:cubicBezTo>
                        <a:pt x="30861" y="105918"/>
                        <a:pt x="30004" y="105442"/>
                        <a:pt x="30004" y="105632"/>
                      </a:cubicBezTo>
                      <a:cubicBezTo>
                        <a:pt x="30004" y="105537"/>
                        <a:pt x="30289" y="105346"/>
                        <a:pt x="30861" y="105251"/>
                      </a:cubicBezTo>
                      <a:cubicBezTo>
                        <a:pt x="30575" y="103632"/>
                        <a:pt x="29813" y="102013"/>
                        <a:pt x="28480" y="100298"/>
                      </a:cubicBezTo>
                      <a:cubicBezTo>
                        <a:pt x="27146" y="98584"/>
                        <a:pt x="26479" y="97155"/>
                        <a:pt x="26479" y="96203"/>
                      </a:cubicBezTo>
                      <a:cubicBezTo>
                        <a:pt x="26479" y="95059"/>
                        <a:pt x="27241" y="93821"/>
                        <a:pt x="28670" y="92392"/>
                      </a:cubicBezTo>
                      <a:cubicBezTo>
                        <a:pt x="30099" y="90964"/>
                        <a:pt x="30861" y="89154"/>
                        <a:pt x="30861" y="87058"/>
                      </a:cubicBezTo>
                      <a:cubicBezTo>
                        <a:pt x="30004" y="86773"/>
                        <a:pt x="28670" y="86201"/>
                        <a:pt x="26956" y="85439"/>
                      </a:cubicBezTo>
                      <a:lnTo>
                        <a:pt x="26289" y="89630"/>
                      </a:lnTo>
                      <a:lnTo>
                        <a:pt x="22765" y="88773"/>
                      </a:lnTo>
                      <a:lnTo>
                        <a:pt x="26289" y="81439"/>
                      </a:lnTo>
                      <a:cubicBezTo>
                        <a:pt x="24765" y="81439"/>
                        <a:pt x="23527" y="80963"/>
                        <a:pt x="22765" y="79915"/>
                      </a:cubicBezTo>
                      <a:cubicBezTo>
                        <a:pt x="21907" y="78867"/>
                        <a:pt x="21146" y="77819"/>
                        <a:pt x="20383" y="76676"/>
                      </a:cubicBezTo>
                      <a:cubicBezTo>
                        <a:pt x="20764" y="76676"/>
                        <a:pt x="21050" y="75724"/>
                        <a:pt x="21050" y="74200"/>
                      </a:cubicBezTo>
                      <a:lnTo>
                        <a:pt x="22765" y="78391"/>
                      </a:lnTo>
                      <a:lnTo>
                        <a:pt x="25241" y="75914"/>
                      </a:lnTo>
                      <a:lnTo>
                        <a:pt x="19812" y="70295"/>
                      </a:lnTo>
                      <a:cubicBezTo>
                        <a:pt x="20764" y="70390"/>
                        <a:pt x="21812" y="70295"/>
                        <a:pt x="22765" y="69723"/>
                      </a:cubicBezTo>
                      <a:cubicBezTo>
                        <a:pt x="22765" y="68008"/>
                        <a:pt x="22479" y="67056"/>
                        <a:pt x="22098" y="66770"/>
                      </a:cubicBezTo>
                      <a:cubicBezTo>
                        <a:pt x="21431" y="66484"/>
                        <a:pt x="20383" y="66770"/>
                        <a:pt x="19050" y="67342"/>
                      </a:cubicBezTo>
                      <a:cubicBezTo>
                        <a:pt x="17621" y="68104"/>
                        <a:pt x="16764" y="68390"/>
                        <a:pt x="16288" y="68390"/>
                      </a:cubicBezTo>
                      <a:cubicBezTo>
                        <a:pt x="15430" y="68390"/>
                        <a:pt x="14859" y="67628"/>
                        <a:pt x="14573" y="66104"/>
                      </a:cubicBezTo>
                      <a:cubicBezTo>
                        <a:pt x="15526" y="66484"/>
                        <a:pt x="16764" y="65818"/>
                        <a:pt x="18193" y="64008"/>
                      </a:cubicBezTo>
                      <a:cubicBezTo>
                        <a:pt x="19717" y="62198"/>
                        <a:pt x="21146" y="61532"/>
                        <a:pt x="22765" y="62103"/>
                      </a:cubicBezTo>
                      <a:cubicBezTo>
                        <a:pt x="22193" y="61150"/>
                        <a:pt x="20479" y="60198"/>
                        <a:pt x="17716" y="59246"/>
                      </a:cubicBezTo>
                      <a:cubicBezTo>
                        <a:pt x="14859" y="58388"/>
                        <a:pt x="13525" y="57341"/>
                        <a:pt x="13525" y="56197"/>
                      </a:cubicBezTo>
                      <a:cubicBezTo>
                        <a:pt x="13525" y="55531"/>
                        <a:pt x="13906" y="54674"/>
                        <a:pt x="14573" y="53721"/>
                      </a:cubicBezTo>
                      <a:cubicBezTo>
                        <a:pt x="13430" y="52864"/>
                        <a:pt x="13335" y="50863"/>
                        <a:pt x="14192" y="47625"/>
                      </a:cubicBezTo>
                      <a:cubicBezTo>
                        <a:pt x="14859" y="44863"/>
                        <a:pt x="14002" y="43053"/>
                        <a:pt x="11525" y="42196"/>
                      </a:cubicBezTo>
                      <a:lnTo>
                        <a:pt x="12382" y="41529"/>
                      </a:lnTo>
                      <a:cubicBezTo>
                        <a:pt x="8954" y="38576"/>
                        <a:pt x="7048" y="33433"/>
                        <a:pt x="6477" y="25908"/>
                      </a:cubicBezTo>
                      <a:cubicBezTo>
                        <a:pt x="4667" y="24479"/>
                        <a:pt x="3905" y="22670"/>
                        <a:pt x="4191" y="20479"/>
                      </a:cubicBezTo>
                      <a:cubicBezTo>
                        <a:pt x="4763" y="20669"/>
                        <a:pt x="5524" y="20003"/>
                        <a:pt x="6477" y="18669"/>
                      </a:cubicBezTo>
                      <a:cubicBezTo>
                        <a:pt x="4000" y="16574"/>
                        <a:pt x="2286" y="14573"/>
                        <a:pt x="1524" y="12763"/>
                      </a:cubicBezTo>
                      <a:cubicBezTo>
                        <a:pt x="857" y="11430"/>
                        <a:pt x="381" y="8954"/>
                        <a:pt x="0" y="5429"/>
                      </a:cubicBezTo>
                      <a:cubicBezTo>
                        <a:pt x="2762" y="5525"/>
                        <a:pt x="6096" y="3715"/>
                        <a:pt x="9811" y="0"/>
                      </a:cubicBezTo>
                      <a:cubicBezTo>
                        <a:pt x="10954" y="1524"/>
                        <a:pt x="12573" y="2286"/>
                        <a:pt x="14859" y="2286"/>
                      </a:cubicBezTo>
                      <a:cubicBezTo>
                        <a:pt x="15812" y="2286"/>
                        <a:pt x="17145" y="2096"/>
                        <a:pt x="18859" y="1905"/>
                      </a:cubicBezTo>
                      <a:cubicBezTo>
                        <a:pt x="20574" y="1619"/>
                        <a:pt x="21907" y="1524"/>
                        <a:pt x="22765" y="1524"/>
                      </a:cubicBezTo>
                      <a:cubicBezTo>
                        <a:pt x="25146" y="1524"/>
                        <a:pt x="26479" y="2858"/>
                        <a:pt x="26956" y="5525"/>
                      </a:cubicBezTo>
                      <a:cubicBezTo>
                        <a:pt x="28765" y="6096"/>
                        <a:pt x="29813" y="7334"/>
                        <a:pt x="30099" y="9049"/>
                      </a:cubicBezTo>
                      <a:cubicBezTo>
                        <a:pt x="30099" y="9144"/>
                        <a:pt x="30099" y="10858"/>
                        <a:pt x="30289" y="14192"/>
                      </a:cubicBezTo>
                      <a:cubicBezTo>
                        <a:pt x="30385" y="17526"/>
                        <a:pt x="31432" y="19812"/>
                        <a:pt x="33433" y="21146"/>
                      </a:cubicBezTo>
                      <a:cubicBezTo>
                        <a:pt x="35814" y="27813"/>
                        <a:pt x="37052" y="32480"/>
                        <a:pt x="37052" y="34957"/>
                      </a:cubicBezTo>
                      <a:cubicBezTo>
                        <a:pt x="37052" y="36767"/>
                        <a:pt x="36766" y="38481"/>
                        <a:pt x="36195" y="40005"/>
                      </a:cubicBezTo>
                      <a:cubicBezTo>
                        <a:pt x="37052" y="41148"/>
                        <a:pt x="37719" y="41624"/>
                        <a:pt x="38290" y="41624"/>
                      </a:cubicBezTo>
                      <a:cubicBezTo>
                        <a:pt x="38671" y="41624"/>
                        <a:pt x="39053" y="41338"/>
                        <a:pt x="39243" y="40767"/>
                      </a:cubicBezTo>
                      <a:lnTo>
                        <a:pt x="41529" y="38291"/>
                      </a:lnTo>
                      <a:cubicBezTo>
                        <a:pt x="40862" y="41148"/>
                        <a:pt x="40481" y="43529"/>
                        <a:pt x="40481" y="45625"/>
                      </a:cubicBezTo>
                      <a:cubicBezTo>
                        <a:pt x="40481" y="48958"/>
                        <a:pt x="41434" y="52007"/>
                        <a:pt x="43148" y="54578"/>
                      </a:cubicBezTo>
                      <a:cubicBezTo>
                        <a:pt x="44101" y="54292"/>
                        <a:pt x="45148" y="54864"/>
                        <a:pt x="46101" y="56293"/>
                      </a:cubicBezTo>
                      <a:cubicBezTo>
                        <a:pt x="47054" y="57721"/>
                        <a:pt x="47815" y="58388"/>
                        <a:pt x="48387" y="58388"/>
                      </a:cubicBezTo>
                      <a:cubicBezTo>
                        <a:pt x="48768" y="58388"/>
                        <a:pt x="49244" y="58198"/>
                        <a:pt x="49435" y="57912"/>
                      </a:cubicBezTo>
                      <a:cubicBezTo>
                        <a:pt x="49721" y="57626"/>
                        <a:pt x="49911" y="57245"/>
                        <a:pt x="49911" y="56959"/>
                      </a:cubicBezTo>
                      <a:cubicBezTo>
                        <a:pt x="49911" y="56388"/>
                        <a:pt x="49530" y="55912"/>
                        <a:pt x="49054" y="55531"/>
                      </a:cubicBezTo>
                      <a:cubicBezTo>
                        <a:pt x="48482" y="55150"/>
                        <a:pt x="48196" y="54769"/>
                        <a:pt x="48196" y="54483"/>
                      </a:cubicBezTo>
                      <a:cubicBezTo>
                        <a:pt x="48196" y="54197"/>
                        <a:pt x="48482" y="53816"/>
                        <a:pt x="49054" y="53245"/>
                      </a:cubicBezTo>
                      <a:lnTo>
                        <a:pt x="53054" y="53245"/>
                      </a:lnTo>
                      <a:cubicBezTo>
                        <a:pt x="51911" y="52292"/>
                        <a:pt x="51340" y="50673"/>
                        <a:pt x="51340" y="48673"/>
                      </a:cubicBezTo>
                      <a:lnTo>
                        <a:pt x="51340" y="43434"/>
                      </a:lnTo>
                      <a:cubicBezTo>
                        <a:pt x="53530" y="42482"/>
                        <a:pt x="54864" y="40291"/>
                        <a:pt x="55150" y="36862"/>
                      </a:cubicBezTo>
                      <a:cubicBezTo>
                        <a:pt x="55436" y="33433"/>
                        <a:pt x="56293" y="31528"/>
                        <a:pt x="57817" y="31051"/>
                      </a:cubicBezTo>
                      <a:cubicBezTo>
                        <a:pt x="57531" y="30099"/>
                        <a:pt x="57436" y="29146"/>
                        <a:pt x="57436" y="28194"/>
                      </a:cubicBezTo>
                      <a:cubicBezTo>
                        <a:pt x="57436" y="26099"/>
                        <a:pt x="58293" y="23241"/>
                        <a:pt x="60007" y="19717"/>
                      </a:cubicBezTo>
                      <a:cubicBezTo>
                        <a:pt x="61627" y="16192"/>
                        <a:pt x="62484" y="13430"/>
                        <a:pt x="62484" y="11430"/>
                      </a:cubicBezTo>
                      <a:cubicBezTo>
                        <a:pt x="62484" y="10573"/>
                        <a:pt x="62389" y="9716"/>
                        <a:pt x="62008" y="8954"/>
                      </a:cubicBezTo>
                      <a:cubicBezTo>
                        <a:pt x="62960" y="8572"/>
                        <a:pt x="64008" y="8096"/>
                        <a:pt x="65151" y="7715"/>
                      </a:cubicBezTo>
                      <a:cubicBezTo>
                        <a:pt x="66294" y="7334"/>
                        <a:pt x="66865" y="6572"/>
                        <a:pt x="67056" y="5620"/>
                      </a:cubicBezTo>
                      <a:lnTo>
                        <a:pt x="66008" y="2476"/>
                      </a:lnTo>
                      <a:cubicBezTo>
                        <a:pt x="70485" y="1810"/>
                        <a:pt x="74581" y="1429"/>
                        <a:pt x="78486" y="1429"/>
                      </a:cubicBezTo>
                      <a:cubicBezTo>
                        <a:pt x="82391" y="1429"/>
                        <a:pt x="86296" y="1810"/>
                        <a:pt x="90583" y="2476"/>
                      </a:cubicBezTo>
                      <a:close/>
                      <a:moveTo>
                        <a:pt x="21907" y="47149"/>
                      </a:moveTo>
                      <a:cubicBezTo>
                        <a:pt x="22670" y="44196"/>
                        <a:pt x="21907" y="42577"/>
                        <a:pt x="19621" y="42100"/>
                      </a:cubicBezTo>
                      <a:lnTo>
                        <a:pt x="21907" y="39815"/>
                      </a:lnTo>
                      <a:cubicBezTo>
                        <a:pt x="20003" y="39243"/>
                        <a:pt x="18574" y="39815"/>
                        <a:pt x="17812" y="41434"/>
                      </a:cubicBezTo>
                      <a:lnTo>
                        <a:pt x="21907" y="47054"/>
                      </a:lnTo>
                      <a:close/>
                      <a:moveTo>
                        <a:pt x="26765" y="53054"/>
                      </a:moveTo>
                      <a:lnTo>
                        <a:pt x="26765" y="51340"/>
                      </a:lnTo>
                      <a:cubicBezTo>
                        <a:pt x="26575" y="50483"/>
                        <a:pt x="26098" y="50197"/>
                        <a:pt x="25241" y="50483"/>
                      </a:cubicBezTo>
                      <a:cubicBezTo>
                        <a:pt x="24384" y="50768"/>
                        <a:pt x="24098" y="51245"/>
                        <a:pt x="24194" y="51911"/>
                      </a:cubicBezTo>
                      <a:lnTo>
                        <a:pt x="26670" y="52959"/>
                      </a:lnTo>
                      <a:close/>
                      <a:moveTo>
                        <a:pt x="31813" y="67628"/>
                      </a:moveTo>
                      <a:lnTo>
                        <a:pt x="31813" y="66580"/>
                      </a:lnTo>
                      <a:cubicBezTo>
                        <a:pt x="31813" y="66580"/>
                        <a:pt x="31147" y="66294"/>
                        <a:pt x="30671" y="65818"/>
                      </a:cubicBezTo>
                      <a:cubicBezTo>
                        <a:pt x="30194" y="65342"/>
                        <a:pt x="29718" y="65151"/>
                        <a:pt x="29146" y="65246"/>
                      </a:cubicBezTo>
                      <a:lnTo>
                        <a:pt x="29146" y="67532"/>
                      </a:lnTo>
                      <a:lnTo>
                        <a:pt x="31909" y="67532"/>
                      </a:lnTo>
                      <a:close/>
                      <a:moveTo>
                        <a:pt x="32575" y="61150"/>
                      </a:moveTo>
                      <a:lnTo>
                        <a:pt x="33242" y="57150"/>
                      </a:lnTo>
                      <a:lnTo>
                        <a:pt x="32575" y="59436"/>
                      </a:lnTo>
                      <a:lnTo>
                        <a:pt x="32575" y="61150"/>
                      </a:lnTo>
                      <a:close/>
                      <a:moveTo>
                        <a:pt x="36576" y="66580"/>
                      </a:moveTo>
                      <a:cubicBezTo>
                        <a:pt x="36862" y="67818"/>
                        <a:pt x="37624" y="69056"/>
                        <a:pt x="39053" y="70390"/>
                      </a:cubicBezTo>
                      <a:cubicBezTo>
                        <a:pt x="40481" y="71723"/>
                        <a:pt x="41815" y="72962"/>
                        <a:pt x="43053" y="74104"/>
                      </a:cubicBezTo>
                      <a:lnTo>
                        <a:pt x="42481" y="68390"/>
                      </a:lnTo>
                      <a:cubicBezTo>
                        <a:pt x="41148" y="68390"/>
                        <a:pt x="40196" y="68771"/>
                        <a:pt x="40005" y="69437"/>
                      </a:cubicBezTo>
                      <a:cubicBezTo>
                        <a:pt x="39719" y="68771"/>
                        <a:pt x="39338" y="68008"/>
                        <a:pt x="38957" y="67342"/>
                      </a:cubicBezTo>
                      <a:cubicBezTo>
                        <a:pt x="38481" y="66675"/>
                        <a:pt x="38005" y="66294"/>
                        <a:pt x="37433" y="66294"/>
                      </a:cubicBezTo>
                      <a:cubicBezTo>
                        <a:pt x="37147" y="66294"/>
                        <a:pt x="36862" y="66294"/>
                        <a:pt x="36576" y="66484"/>
                      </a:cubicBezTo>
                      <a:close/>
                      <a:moveTo>
                        <a:pt x="39053" y="92202"/>
                      </a:moveTo>
                      <a:cubicBezTo>
                        <a:pt x="39243" y="91630"/>
                        <a:pt x="39719" y="91154"/>
                        <a:pt x="40577" y="90678"/>
                      </a:cubicBezTo>
                      <a:cubicBezTo>
                        <a:pt x="41434" y="90202"/>
                        <a:pt x="41815" y="89725"/>
                        <a:pt x="41815" y="89345"/>
                      </a:cubicBezTo>
                      <a:cubicBezTo>
                        <a:pt x="41815" y="88963"/>
                        <a:pt x="41815" y="88487"/>
                        <a:pt x="41720" y="88011"/>
                      </a:cubicBezTo>
                      <a:cubicBezTo>
                        <a:pt x="41720" y="87535"/>
                        <a:pt x="41434" y="87058"/>
                        <a:pt x="41148" y="86678"/>
                      </a:cubicBezTo>
                      <a:cubicBezTo>
                        <a:pt x="40767" y="86296"/>
                        <a:pt x="40386" y="86201"/>
                        <a:pt x="40005" y="86487"/>
                      </a:cubicBezTo>
                      <a:lnTo>
                        <a:pt x="39148" y="92297"/>
                      </a:lnTo>
                      <a:close/>
                      <a:moveTo>
                        <a:pt x="39053" y="110776"/>
                      </a:moveTo>
                      <a:cubicBezTo>
                        <a:pt x="39624" y="110300"/>
                        <a:pt x="39910" y="109538"/>
                        <a:pt x="39910" y="108490"/>
                      </a:cubicBezTo>
                      <a:lnTo>
                        <a:pt x="39053" y="108490"/>
                      </a:lnTo>
                      <a:lnTo>
                        <a:pt x="39053" y="110776"/>
                      </a:lnTo>
                      <a:close/>
                      <a:moveTo>
                        <a:pt x="45339" y="92774"/>
                      </a:moveTo>
                      <a:cubicBezTo>
                        <a:pt x="46006" y="92488"/>
                        <a:pt x="46387" y="91726"/>
                        <a:pt x="46387" y="90488"/>
                      </a:cubicBezTo>
                      <a:cubicBezTo>
                        <a:pt x="44767" y="90488"/>
                        <a:pt x="43815" y="91059"/>
                        <a:pt x="43815" y="92107"/>
                      </a:cubicBezTo>
                      <a:cubicBezTo>
                        <a:pt x="44005" y="92392"/>
                        <a:pt x="44291" y="92583"/>
                        <a:pt x="44672" y="92774"/>
                      </a:cubicBezTo>
                      <a:lnTo>
                        <a:pt x="45244" y="92774"/>
                      </a:lnTo>
                      <a:close/>
                      <a:moveTo>
                        <a:pt x="55340" y="105728"/>
                      </a:moveTo>
                      <a:cubicBezTo>
                        <a:pt x="55531" y="105061"/>
                        <a:pt x="55245" y="104584"/>
                        <a:pt x="54483" y="104299"/>
                      </a:cubicBezTo>
                      <a:cubicBezTo>
                        <a:pt x="53816" y="104013"/>
                        <a:pt x="53054" y="103727"/>
                        <a:pt x="52388" y="103442"/>
                      </a:cubicBezTo>
                      <a:lnTo>
                        <a:pt x="55245" y="105728"/>
                      </a:lnTo>
                      <a:close/>
                      <a:moveTo>
                        <a:pt x="58674" y="100298"/>
                      </a:moveTo>
                      <a:cubicBezTo>
                        <a:pt x="59055" y="99060"/>
                        <a:pt x="58293" y="97917"/>
                        <a:pt x="56388" y="96965"/>
                      </a:cubicBezTo>
                      <a:cubicBezTo>
                        <a:pt x="56579" y="96965"/>
                        <a:pt x="56769" y="97822"/>
                        <a:pt x="56769" y="99441"/>
                      </a:cubicBezTo>
                      <a:cubicBezTo>
                        <a:pt x="56959" y="100394"/>
                        <a:pt x="57531" y="100679"/>
                        <a:pt x="58674" y="100298"/>
                      </a:cubicBezTo>
                      <a:close/>
                      <a:moveTo>
                        <a:pt x="61817" y="45339"/>
                      </a:moveTo>
                      <a:lnTo>
                        <a:pt x="61150" y="50197"/>
                      </a:lnTo>
                      <a:lnTo>
                        <a:pt x="61817" y="49530"/>
                      </a:lnTo>
                      <a:lnTo>
                        <a:pt x="61817" y="45339"/>
                      </a:lnTo>
                      <a:close/>
                      <a:moveTo>
                        <a:pt x="61817" y="55340"/>
                      </a:moveTo>
                      <a:cubicBezTo>
                        <a:pt x="63246" y="55436"/>
                        <a:pt x="64865" y="55150"/>
                        <a:pt x="66865" y="54292"/>
                      </a:cubicBezTo>
                      <a:cubicBezTo>
                        <a:pt x="66484" y="53435"/>
                        <a:pt x="65627" y="53054"/>
                        <a:pt x="64389" y="53054"/>
                      </a:cubicBezTo>
                      <a:cubicBezTo>
                        <a:pt x="61817" y="53054"/>
                        <a:pt x="61055" y="53816"/>
                        <a:pt x="61817" y="55340"/>
                      </a:cubicBezTo>
                      <a:close/>
                      <a:moveTo>
                        <a:pt x="74200" y="66389"/>
                      </a:moveTo>
                      <a:cubicBezTo>
                        <a:pt x="74200" y="66389"/>
                        <a:pt x="73723" y="66580"/>
                        <a:pt x="73152" y="66580"/>
                      </a:cubicBezTo>
                      <a:lnTo>
                        <a:pt x="74200" y="66389"/>
                      </a:lnTo>
                      <a:close/>
                      <a:moveTo>
                        <a:pt x="75914" y="51721"/>
                      </a:moveTo>
                      <a:cubicBezTo>
                        <a:pt x="75629" y="50768"/>
                        <a:pt x="75914" y="49721"/>
                        <a:pt x="76771" y="48768"/>
                      </a:cubicBezTo>
                      <a:lnTo>
                        <a:pt x="74295" y="48768"/>
                      </a:lnTo>
                      <a:lnTo>
                        <a:pt x="76009" y="51721"/>
                      </a:lnTo>
                      <a:close/>
                      <a:moveTo>
                        <a:pt x="83820" y="89345"/>
                      </a:moveTo>
                      <a:lnTo>
                        <a:pt x="86296" y="88487"/>
                      </a:lnTo>
                      <a:cubicBezTo>
                        <a:pt x="86201" y="89059"/>
                        <a:pt x="85344" y="89345"/>
                        <a:pt x="83820" y="89345"/>
                      </a:cubicBezTo>
                      <a:close/>
                      <a:moveTo>
                        <a:pt x="97155" y="87630"/>
                      </a:moveTo>
                      <a:cubicBezTo>
                        <a:pt x="95726" y="87630"/>
                        <a:pt x="94869" y="87344"/>
                        <a:pt x="94392" y="86773"/>
                      </a:cubicBezTo>
                      <a:lnTo>
                        <a:pt x="97155" y="87630"/>
                      </a:lnTo>
                      <a:close/>
                      <a:moveTo>
                        <a:pt x="97155" y="87630"/>
                      </a:moveTo>
                      <a:cubicBezTo>
                        <a:pt x="98393" y="87630"/>
                        <a:pt x="99250" y="87916"/>
                        <a:pt x="99632" y="88487"/>
                      </a:cubicBezTo>
                      <a:lnTo>
                        <a:pt x="97155" y="87630"/>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 name="Google Shape;1092;p99"/>
                <p:cNvSpPr/>
                <p:nvPr/>
              </p:nvSpPr>
              <p:spPr>
                <a:xfrm>
                  <a:off x="6975633" y="2382869"/>
                  <a:ext cx="125349" cy="111318"/>
                </a:xfrm>
                <a:custGeom>
                  <a:avLst/>
                  <a:gdLst/>
                  <a:ahLst/>
                  <a:cxnLst/>
                  <a:rect l="l" t="t" r="r" b="b"/>
                  <a:pathLst>
                    <a:path w="125349" h="111318" extrusionOk="0">
                      <a:moveTo>
                        <a:pt x="0" y="60674"/>
                      </a:moveTo>
                      <a:cubicBezTo>
                        <a:pt x="1238" y="60674"/>
                        <a:pt x="2000" y="60865"/>
                        <a:pt x="2286" y="61341"/>
                      </a:cubicBezTo>
                      <a:cubicBezTo>
                        <a:pt x="2000" y="62008"/>
                        <a:pt x="1238" y="62389"/>
                        <a:pt x="0" y="62389"/>
                      </a:cubicBezTo>
                      <a:lnTo>
                        <a:pt x="0" y="60770"/>
                      </a:lnTo>
                      <a:close/>
                      <a:moveTo>
                        <a:pt x="667" y="34576"/>
                      </a:moveTo>
                      <a:lnTo>
                        <a:pt x="667" y="32957"/>
                      </a:lnTo>
                      <a:lnTo>
                        <a:pt x="2381" y="32957"/>
                      </a:lnTo>
                      <a:lnTo>
                        <a:pt x="2381" y="34576"/>
                      </a:lnTo>
                      <a:lnTo>
                        <a:pt x="667" y="34576"/>
                      </a:lnTo>
                      <a:close/>
                      <a:moveTo>
                        <a:pt x="4001" y="70485"/>
                      </a:moveTo>
                      <a:cubicBezTo>
                        <a:pt x="4001" y="70485"/>
                        <a:pt x="3810" y="69913"/>
                        <a:pt x="3810" y="69628"/>
                      </a:cubicBezTo>
                      <a:cubicBezTo>
                        <a:pt x="3810" y="69056"/>
                        <a:pt x="4191" y="68485"/>
                        <a:pt x="5048" y="67723"/>
                      </a:cubicBezTo>
                      <a:cubicBezTo>
                        <a:pt x="6287" y="66484"/>
                        <a:pt x="7049" y="65723"/>
                        <a:pt x="7334" y="65437"/>
                      </a:cubicBezTo>
                      <a:cubicBezTo>
                        <a:pt x="7715" y="66866"/>
                        <a:pt x="6858" y="68485"/>
                        <a:pt x="4572" y="70485"/>
                      </a:cubicBezTo>
                      <a:lnTo>
                        <a:pt x="4001" y="70485"/>
                      </a:lnTo>
                      <a:close/>
                      <a:moveTo>
                        <a:pt x="4001" y="57341"/>
                      </a:moveTo>
                      <a:cubicBezTo>
                        <a:pt x="4858" y="56007"/>
                        <a:pt x="5715" y="55245"/>
                        <a:pt x="6572" y="55245"/>
                      </a:cubicBezTo>
                      <a:cubicBezTo>
                        <a:pt x="7429" y="55245"/>
                        <a:pt x="8382" y="55912"/>
                        <a:pt x="9430" y="57150"/>
                      </a:cubicBezTo>
                      <a:cubicBezTo>
                        <a:pt x="10954" y="58960"/>
                        <a:pt x="11811" y="59912"/>
                        <a:pt x="12192" y="60103"/>
                      </a:cubicBezTo>
                      <a:cubicBezTo>
                        <a:pt x="11621" y="60674"/>
                        <a:pt x="11049" y="60960"/>
                        <a:pt x="10763" y="60960"/>
                      </a:cubicBezTo>
                      <a:cubicBezTo>
                        <a:pt x="10287" y="60960"/>
                        <a:pt x="9906" y="60674"/>
                        <a:pt x="9430" y="60008"/>
                      </a:cubicBezTo>
                      <a:cubicBezTo>
                        <a:pt x="8953" y="59341"/>
                        <a:pt x="8572" y="59055"/>
                        <a:pt x="8286" y="59055"/>
                      </a:cubicBezTo>
                      <a:cubicBezTo>
                        <a:pt x="7715" y="59055"/>
                        <a:pt x="7049" y="59436"/>
                        <a:pt x="6382" y="60103"/>
                      </a:cubicBezTo>
                      <a:lnTo>
                        <a:pt x="8096" y="58388"/>
                      </a:lnTo>
                      <a:lnTo>
                        <a:pt x="6382" y="56674"/>
                      </a:lnTo>
                      <a:cubicBezTo>
                        <a:pt x="6382" y="56674"/>
                        <a:pt x="5524" y="57341"/>
                        <a:pt x="4096" y="57341"/>
                      </a:cubicBezTo>
                      <a:close/>
                      <a:moveTo>
                        <a:pt x="7334" y="52483"/>
                      </a:moveTo>
                      <a:lnTo>
                        <a:pt x="8858" y="50197"/>
                      </a:lnTo>
                      <a:lnTo>
                        <a:pt x="5715" y="47911"/>
                      </a:lnTo>
                      <a:cubicBezTo>
                        <a:pt x="6572" y="48196"/>
                        <a:pt x="7429" y="48482"/>
                        <a:pt x="8382" y="48768"/>
                      </a:cubicBezTo>
                      <a:cubicBezTo>
                        <a:pt x="9239" y="49054"/>
                        <a:pt x="9715" y="49721"/>
                        <a:pt x="9906" y="50863"/>
                      </a:cubicBezTo>
                      <a:lnTo>
                        <a:pt x="7334" y="52483"/>
                      </a:lnTo>
                      <a:close/>
                      <a:moveTo>
                        <a:pt x="12192" y="73628"/>
                      </a:moveTo>
                      <a:cubicBezTo>
                        <a:pt x="11049" y="73342"/>
                        <a:pt x="10478" y="72962"/>
                        <a:pt x="10478" y="72580"/>
                      </a:cubicBezTo>
                      <a:cubicBezTo>
                        <a:pt x="10478" y="72200"/>
                        <a:pt x="11049" y="71723"/>
                        <a:pt x="12192" y="71152"/>
                      </a:cubicBezTo>
                      <a:lnTo>
                        <a:pt x="12192" y="73628"/>
                      </a:lnTo>
                      <a:close/>
                      <a:moveTo>
                        <a:pt x="22574" y="64008"/>
                      </a:moveTo>
                      <a:lnTo>
                        <a:pt x="20859" y="65437"/>
                      </a:lnTo>
                      <a:cubicBezTo>
                        <a:pt x="20859" y="65437"/>
                        <a:pt x="21146" y="66294"/>
                        <a:pt x="21526" y="66675"/>
                      </a:cubicBezTo>
                      <a:cubicBezTo>
                        <a:pt x="19050" y="67056"/>
                        <a:pt x="17907" y="67342"/>
                        <a:pt x="18002" y="67342"/>
                      </a:cubicBezTo>
                      <a:cubicBezTo>
                        <a:pt x="16192" y="67342"/>
                        <a:pt x="15335" y="65818"/>
                        <a:pt x="15526" y="62960"/>
                      </a:cubicBezTo>
                      <a:lnTo>
                        <a:pt x="18669" y="60008"/>
                      </a:lnTo>
                      <a:lnTo>
                        <a:pt x="17050" y="58293"/>
                      </a:lnTo>
                      <a:lnTo>
                        <a:pt x="20955" y="58960"/>
                      </a:lnTo>
                      <a:lnTo>
                        <a:pt x="19526" y="60579"/>
                      </a:lnTo>
                      <a:lnTo>
                        <a:pt x="22669" y="63913"/>
                      </a:lnTo>
                      <a:close/>
                      <a:moveTo>
                        <a:pt x="20193" y="53340"/>
                      </a:moveTo>
                      <a:lnTo>
                        <a:pt x="16859" y="55054"/>
                      </a:lnTo>
                      <a:lnTo>
                        <a:pt x="15335" y="50863"/>
                      </a:lnTo>
                      <a:cubicBezTo>
                        <a:pt x="15812" y="51816"/>
                        <a:pt x="16574" y="52292"/>
                        <a:pt x="17621" y="52292"/>
                      </a:cubicBezTo>
                      <a:cubicBezTo>
                        <a:pt x="18478" y="52292"/>
                        <a:pt x="19050" y="51816"/>
                        <a:pt x="19336" y="50863"/>
                      </a:cubicBezTo>
                      <a:lnTo>
                        <a:pt x="20193" y="53340"/>
                      </a:lnTo>
                      <a:close/>
                      <a:moveTo>
                        <a:pt x="21908" y="48578"/>
                      </a:moveTo>
                      <a:cubicBezTo>
                        <a:pt x="21908" y="48578"/>
                        <a:pt x="20859" y="49244"/>
                        <a:pt x="18574" y="49244"/>
                      </a:cubicBezTo>
                      <a:lnTo>
                        <a:pt x="19336" y="48006"/>
                      </a:lnTo>
                      <a:lnTo>
                        <a:pt x="21812" y="48673"/>
                      </a:lnTo>
                      <a:close/>
                      <a:moveTo>
                        <a:pt x="21431" y="66770"/>
                      </a:moveTo>
                      <a:cubicBezTo>
                        <a:pt x="23146" y="66484"/>
                        <a:pt x="24289" y="66961"/>
                        <a:pt x="25051" y="68199"/>
                      </a:cubicBezTo>
                      <a:cubicBezTo>
                        <a:pt x="23431" y="68199"/>
                        <a:pt x="22384" y="67723"/>
                        <a:pt x="21431" y="66770"/>
                      </a:cubicBezTo>
                      <a:close/>
                      <a:moveTo>
                        <a:pt x="23527" y="30671"/>
                      </a:moveTo>
                      <a:lnTo>
                        <a:pt x="24098" y="34004"/>
                      </a:lnTo>
                      <a:lnTo>
                        <a:pt x="21812" y="34004"/>
                      </a:lnTo>
                      <a:lnTo>
                        <a:pt x="23527" y="30671"/>
                      </a:lnTo>
                      <a:close/>
                      <a:moveTo>
                        <a:pt x="31623" y="42767"/>
                      </a:moveTo>
                      <a:cubicBezTo>
                        <a:pt x="31433" y="42100"/>
                        <a:pt x="30766" y="41529"/>
                        <a:pt x="29432" y="41053"/>
                      </a:cubicBezTo>
                      <a:cubicBezTo>
                        <a:pt x="28099" y="40672"/>
                        <a:pt x="27432" y="40291"/>
                        <a:pt x="27432" y="40005"/>
                      </a:cubicBezTo>
                      <a:cubicBezTo>
                        <a:pt x="27432" y="39719"/>
                        <a:pt x="27718" y="39338"/>
                        <a:pt x="28289" y="38767"/>
                      </a:cubicBezTo>
                      <a:lnTo>
                        <a:pt x="32861" y="40386"/>
                      </a:lnTo>
                      <a:lnTo>
                        <a:pt x="29908" y="46006"/>
                      </a:lnTo>
                      <a:cubicBezTo>
                        <a:pt x="29908" y="45149"/>
                        <a:pt x="30480" y="44101"/>
                        <a:pt x="31623" y="42672"/>
                      </a:cubicBezTo>
                      <a:close/>
                      <a:moveTo>
                        <a:pt x="28289" y="96393"/>
                      </a:moveTo>
                      <a:cubicBezTo>
                        <a:pt x="28289" y="96393"/>
                        <a:pt x="27718" y="95821"/>
                        <a:pt x="27718" y="95536"/>
                      </a:cubicBezTo>
                      <a:lnTo>
                        <a:pt x="28289" y="96393"/>
                      </a:lnTo>
                      <a:close/>
                      <a:moveTo>
                        <a:pt x="28861" y="86773"/>
                      </a:moveTo>
                      <a:cubicBezTo>
                        <a:pt x="28861" y="88773"/>
                        <a:pt x="28670" y="89821"/>
                        <a:pt x="28289" y="89916"/>
                      </a:cubicBezTo>
                      <a:lnTo>
                        <a:pt x="28289" y="86773"/>
                      </a:lnTo>
                      <a:lnTo>
                        <a:pt x="28861" y="86773"/>
                      </a:lnTo>
                      <a:close/>
                      <a:moveTo>
                        <a:pt x="28289" y="96393"/>
                      </a:moveTo>
                      <a:cubicBezTo>
                        <a:pt x="28289" y="96393"/>
                        <a:pt x="29432" y="96774"/>
                        <a:pt x="31051" y="97250"/>
                      </a:cubicBezTo>
                      <a:cubicBezTo>
                        <a:pt x="32099" y="97726"/>
                        <a:pt x="32766" y="98108"/>
                        <a:pt x="32766" y="98488"/>
                      </a:cubicBezTo>
                      <a:cubicBezTo>
                        <a:pt x="32766" y="99060"/>
                        <a:pt x="32385" y="99632"/>
                        <a:pt x="31718" y="100394"/>
                      </a:cubicBezTo>
                      <a:lnTo>
                        <a:pt x="28385" y="96393"/>
                      </a:lnTo>
                      <a:close/>
                      <a:moveTo>
                        <a:pt x="123253" y="32861"/>
                      </a:moveTo>
                      <a:cubicBezTo>
                        <a:pt x="124682" y="34385"/>
                        <a:pt x="125349" y="35909"/>
                        <a:pt x="125349" y="37243"/>
                      </a:cubicBezTo>
                      <a:cubicBezTo>
                        <a:pt x="125349" y="38386"/>
                        <a:pt x="124682" y="39815"/>
                        <a:pt x="123349" y="41624"/>
                      </a:cubicBezTo>
                      <a:cubicBezTo>
                        <a:pt x="122110" y="43434"/>
                        <a:pt x="121443" y="44863"/>
                        <a:pt x="121443" y="46006"/>
                      </a:cubicBezTo>
                      <a:cubicBezTo>
                        <a:pt x="121443" y="47434"/>
                        <a:pt x="122015" y="48768"/>
                        <a:pt x="123253" y="50197"/>
                      </a:cubicBezTo>
                      <a:cubicBezTo>
                        <a:pt x="122586" y="56769"/>
                        <a:pt x="122206" y="66961"/>
                        <a:pt x="122206" y="80963"/>
                      </a:cubicBezTo>
                      <a:cubicBezTo>
                        <a:pt x="120396" y="81439"/>
                        <a:pt x="119539" y="82963"/>
                        <a:pt x="119634" y="85154"/>
                      </a:cubicBezTo>
                      <a:cubicBezTo>
                        <a:pt x="119824" y="87821"/>
                        <a:pt x="119634" y="89440"/>
                        <a:pt x="119253" y="89916"/>
                      </a:cubicBezTo>
                      <a:cubicBezTo>
                        <a:pt x="111252" y="100108"/>
                        <a:pt x="103060" y="106299"/>
                        <a:pt x="94774" y="108490"/>
                      </a:cubicBezTo>
                      <a:lnTo>
                        <a:pt x="93726" y="107633"/>
                      </a:lnTo>
                      <a:cubicBezTo>
                        <a:pt x="93535" y="110109"/>
                        <a:pt x="92012" y="111347"/>
                        <a:pt x="89059" y="111157"/>
                      </a:cubicBezTo>
                      <a:cubicBezTo>
                        <a:pt x="85058" y="111062"/>
                        <a:pt x="82963" y="111062"/>
                        <a:pt x="82582" y="111157"/>
                      </a:cubicBezTo>
                      <a:lnTo>
                        <a:pt x="79915" y="111157"/>
                      </a:lnTo>
                      <a:cubicBezTo>
                        <a:pt x="79915" y="111728"/>
                        <a:pt x="79915" y="110776"/>
                        <a:pt x="79915" y="108395"/>
                      </a:cubicBezTo>
                      <a:cubicBezTo>
                        <a:pt x="79915" y="107347"/>
                        <a:pt x="80296" y="106394"/>
                        <a:pt x="80962" y="105918"/>
                      </a:cubicBezTo>
                      <a:cubicBezTo>
                        <a:pt x="80010" y="105156"/>
                        <a:pt x="79152" y="104870"/>
                        <a:pt x="78486" y="104870"/>
                      </a:cubicBezTo>
                      <a:cubicBezTo>
                        <a:pt x="77819" y="104870"/>
                        <a:pt x="76962" y="105156"/>
                        <a:pt x="75819" y="105918"/>
                      </a:cubicBezTo>
                      <a:cubicBezTo>
                        <a:pt x="76105" y="106775"/>
                        <a:pt x="76200" y="107442"/>
                        <a:pt x="76200" y="108013"/>
                      </a:cubicBezTo>
                      <a:cubicBezTo>
                        <a:pt x="76200" y="109919"/>
                        <a:pt x="74771" y="110966"/>
                        <a:pt x="71819" y="110966"/>
                      </a:cubicBezTo>
                      <a:cubicBezTo>
                        <a:pt x="69723" y="111062"/>
                        <a:pt x="67532" y="111157"/>
                        <a:pt x="65342" y="111157"/>
                      </a:cubicBezTo>
                      <a:cubicBezTo>
                        <a:pt x="61055" y="107156"/>
                        <a:pt x="55626" y="104775"/>
                        <a:pt x="49054" y="104299"/>
                      </a:cubicBezTo>
                      <a:cubicBezTo>
                        <a:pt x="48958" y="104013"/>
                        <a:pt x="48863" y="103727"/>
                        <a:pt x="48863" y="103442"/>
                      </a:cubicBezTo>
                      <a:cubicBezTo>
                        <a:pt x="48863" y="103061"/>
                        <a:pt x="49054" y="102489"/>
                        <a:pt x="49340" y="101822"/>
                      </a:cubicBezTo>
                      <a:cubicBezTo>
                        <a:pt x="49625" y="101155"/>
                        <a:pt x="49816" y="100584"/>
                        <a:pt x="49816" y="100394"/>
                      </a:cubicBezTo>
                      <a:cubicBezTo>
                        <a:pt x="49816" y="99917"/>
                        <a:pt x="49340" y="99346"/>
                        <a:pt x="48387" y="98965"/>
                      </a:cubicBezTo>
                      <a:cubicBezTo>
                        <a:pt x="47815" y="99536"/>
                        <a:pt x="47339" y="99822"/>
                        <a:pt x="46958" y="99822"/>
                      </a:cubicBezTo>
                      <a:cubicBezTo>
                        <a:pt x="46672" y="99822"/>
                        <a:pt x="46196" y="99441"/>
                        <a:pt x="45434" y="98584"/>
                      </a:cubicBezTo>
                      <a:cubicBezTo>
                        <a:pt x="44767" y="97822"/>
                        <a:pt x="44101" y="97346"/>
                        <a:pt x="43624" y="97346"/>
                      </a:cubicBezTo>
                      <a:cubicBezTo>
                        <a:pt x="44101" y="96774"/>
                        <a:pt x="44196" y="96203"/>
                        <a:pt x="44196" y="95441"/>
                      </a:cubicBezTo>
                      <a:cubicBezTo>
                        <a:pt x="44196" y="93440"/>
                        <a:pt x="43148" y="92202"/>
                        <a:pt x="40862" y="91726"/>
                      </a:cubicBezTo>
                      <a:cubicBezTo>
                        <a:pt x="40481" y="92297"/>
                        <a:pt x="39909" y="92583"/>
                        <a:pt x="39148" y="92583"/>
                      </a:cubicBezTo>
                      <a:cubicBezTo>
                        <a:pt x="38005" y="92583"/>
                        <a:pt x="36767" y="91726"/>
                        <a:pt x="35338" y="90107"/>
                      </a:cubicBezTo>
                      <a:cubicBezTo>
                        <a:pt x="35909" y="89535"/>
                        <a:pt x="36195" y="88963"/>
                        <a:pt x="36195" y="88487"/>
                      </a:cubicBezTo>
                      <a:cubicBezTo>
                        <a:pt x="36195" y="87725"/>
                        <a:pt x="35909" y="86868"/>
                        <a:pt x="35338" y="85820"/>
                      </a:cubicBezTo>
                      <a:cubicBezTo>
                        <a:pt x="34766" y="84773"/>
                        <a:pt x="34480" y="84011"/>
                        <a:pt x="34290" y="83629"/>
                      </a:cubicBezTo>
                      <a:lnTo>
                        <a:pt x="30290" y="85344"/>
                      </a:lnTo>
                      <a:lnTo>
                        <a:pt x="35338" y="82010"/>
                      </a:lnTo>
                      <a:cubicBezTo>
                        <a:pt x="35052" y="80677"/>
                        <a:pt x="34195" y="79248"/>
                        <a:pt x="32766" y="77819"/>
                      </a:cubicBezTo>
                      <a:cubicBezTo>
                        <a:pt x="31337" y="76486"/>
                        <a:pt x="29908" y="75152"/>
                        <a:pt x="28670" y="73819"/>
                      </a:cubicBezTo>
                      <a:cubicBezTo>
                        <a:pt x="29432" y="73152"/>
                        <a:pt x="30099" y="72771"/>
                        <a:pt x="30766" y="72771"/>
                      </a:cubicBezTo>
                      <a:cubicBezTo>
                        <a:pt x="31337" y="72771"/>
                        <a:pt x="32099" y="73152"/>
                        <a:pt x="33242" y="74009"/>
                      </a:cubicBezTo>
                      <a:cubicBezTo>
                        <a:pt x="34290" y="74867"/>
                        <a:pt x="35147" y="75248"/>
                        <a:pt x="35718" y="75248"/>
                      </a:cubicBezTo>
                      <a:cubicBezTo>
                        <a:pt x="36100" y="75248"/>
                        <a:pt x="36481" y="75152"/>
                        <a:pt x="36767" y="74867"/>
                      </a:cubicBezTo>
                      <a:lnTo>
                        <a:pt x="34290" y="69628"/>
                      </a:lnTo>
                      <a:lnTo>
                        <a:pt x="38481" y="69628"/>
                      </a:lnTo>
                      <a:cubicBezTo>
                        <a:pt x="38195" y="70485"/>
                        <a:pt x="38481" y="71057"/>
                        <a:pt x="39529" y="71247"/>
                      </a:cubicBezTo>
                      <a:cubicBezTo>
                        <a:pt x="40100" y="70675"/>
                        <a:pt x="40291" y="69628"/>
                        <a:pt x="40196" y="68104"/>
                      </a:cubicBezTo>
                      <a:lnTo>
                        <a:pt x="40196" y="65151"/>
                      </a:lnTo>
                      <a:cubicBezTo>
                        <a:pt x="39624" y="67818"/>
                        <a:pt x="37147" y="68485"/>
                        <a:pt x="32671" y="67246"/>
                      </a:cubicBezTo>
                      <a:lnTo>
                        <a:pt x="32099" y="56198"/>
                      </a:lnTo>
                      <a:lnTo>
                        <a:pt x="32671" y="56198"/>
                      </a:lnTo>
                      <a:cubicBezTo>
                        <a:pt x="33337" y="55340"/>
                        <a:pt x="33719" y="54578"/>
                        <a:pt x="33719" y="53721"/>
                      </a:cubicBezTo>
                      <a:cubicBezTo>
                        <a:pt x="33719" y="52388"/>
                        <a:pt x="32956" y="50863"/>
                        <a:pt x="31433" y="49340"/>
                      </a:cubicBezTo>
                      <a:lnTo>
                        <a:pt x="33719" y="48101"/>
                      </a:lnTo>
                      <a:cubicBezTo>
                        <a:pt x="32576" y="47816"/>
                        <a:pt x="32099" y="47434"/>
                        <a:pt x="32099" y="46863"/>
                      </a:cubicBezTo>
                      <a:cubicBezTo>
                        <a:pt x="32099" y="46577"/>
                        <a:pt x="32290" y="46101"/>
                        <a:pt x="32576" y="45529"/>
                      </a:cubicBezTo>
                      <a:cubicBezTo>
                        <a:pt x="32861" y="44958"/>
                        <a:pt x="33052" y="44387"/>
                        <a:pt x="33052" y="44005"/>
                      </a:cubicBezTo>
                      <a:cubicBezTo>
                        <a:pt x="33052" y="43625"/>
                        <a:pt x="32861" y="43244"/>
                        <a:pt x="32671" y="42958"/>
                      </a:cubicBezTo>
                      <a:cubicBezTo>
                        <a:pt x="33242" y="42863"/>
                        <a:pt x="33719" y="42958"/>
                        <a:pt x="34099" y="43339"/>
                      </a:cubicBezTo>
                      <a:cubicBezTo>
                        <a:pt x="34766" y="44101"/>
                        <a:pt x="35242" y="44577"/>
                        <a:pt x="35338" y="44577"/>
                      </a:cubicBezTo>
                      <a:lnTo>
                        <a:pt x="38481" y="41243"/>
                      </a:lnTo>
                      <a:cubicBezTo>
                        <a:pt x="37243" y="41434"/>
                        <a:pt x="36100" y="40386"/>
                        <a:pt x="35338" y="38386"/>
                      </a:cubicBezTo>
                      <a:cubicBezTo>
                        <a:pt x="34480" y="36290"/>
                        <a:pt x="33433" y="35528"/>
                        <a:pt x="32004" y="35909"/>
                      </a:cubicBezTo>
                      <a:lnTo>
                        <a:pt x="34290" y="30861"/>
                      </a:lnTo>
                      <a:lnTo>
                        <a:pt x="30290" y="28575"/>
                      </a:lnTo>
                      <a:lnTo>
                        <a:pt x="37814" y="27718"/>
                      </a:lnTo>
                      <a:cubicBezTo>
                        <a:pt x="38005" y="26861"/>
                        <a:pt x="37624" y="26099"/>
                        <a:pt x="36861" y="25241"/>
                      </a:cubicBezTo>
                      <a:cubicBezTo>
                        <a:pt x="36100" y="24384"/>
                        <a:pt x="35718" y="23813"/>
                        <a:pt x="35718" y="23336"/>
                      </a:cubicBezTo>
                      <a:cubicBezTo>
                        <a:pt x="35718" y="22860"/>
                        <a:pt x="35909" y="22479"/>
                        <a:pt x="36100" y="22098"/>
                      </a:cubicBezTo>
                      <a:cubicBezTo>
                        <a:pt x="36671" y="22193"/>
                        <a:pt x="37243" y="22288"/>
                        <a:pt x="37814" y="22288"/>
                      </a:cubicBezTo>
                      <a:cubicBezTo>
                        <a:pt x="38767" y="22288"/>
                        <a:pt x="39338" y="21622"/>
                        <a:pt x="39529" y="20383"/>
                      </a:cubicBezTo>
                      <a:lnTo>
                        <a:pt x="39529" y="17431"/>
                      </a:lnTo>
                      <a:cubicBezTo>
                        <a:pt x="39529" y="16574"/>
                        <a:pt x="39719" y="15907"/>
                        <a:pt x="40196" y="15526"/>
                      </a:cubicBezTo>
                      <a:cubicBezTo>
                        <a:pt x="42101" y="11906"/>
                        <a:pt x="45339" y="8763"/>
                        <a:pt x="49816" y="6096"/>
                      </a:cubicBezTo>
                      <a:cubicBezTo>
                        <a:pt x="53721" y="4096"/>
                        <a:pt x="57626" y="2096"/>
                        <a:pt x="61341" y="0"/>
                      </a:cubicBezTo>
                      <a:cubicBezTo>
                        <a:pt x="62579" y="1143"/>
                        <a:pt x="64103" y="1715"/>
                        <a:pt x="65913" y="1715"/>
                      </a:cubicBezTo>
                      <a:cubicBezTo>
                        <a:pt x="66675" y="1715"/>
                        <a:pt x="68008" y="1524"/>
                        <a:pt x="69627" y="1143"/>
                      </a:cubicBezTo>
                      <a:cubicBezTo>
                        <a:pt x="71342" y="762"/>
                        <a:pt x="72485" y="571"/>
                        <a:pt x="73342" y="571"/>
                      </a:cubicBezTo>
                      <a:cubicBezTo>
                        <a:pt x="75724" y="571"/>
                        <a:pt x="77629" y="1429"/>
                        <a:pt x="78962" y="3334"/>
                      </a:cubicBezTo>
                      <a:cubicBezTo>
                        <a:pt x="81439" y="1905"/>
                        <a:pt x="84772" y="1333"/>
                        <a:pt x="88963" y="1429"/>
                      </a:cubicBezTo>
                      <a:cubicBezTo>
                        <a:pt x="95726" y="1619"/>
                        <a:pt x="99155" y="1619"/>
                        <a:pt x="99441" y="1619"/>
                      </a:cubicBezTo>
                      <a:cubicBezTo>
                        <a:pt x="100298" y="3143"/>
                        <a:pt x="103632" y="5715"/>
                        <a:pt x="109442" y="9334"/>
                      </a:cubicBezTo>
                      <a:cubicBezTo>
                        <a:pt x="114014" y="12287"/>
                        <a:pt x="116015" y="15621"/>
                        <a:pt x="115443" y="19526"/>
                      </a:cubicBezTo>
                      <a:cubicBezTo>
                        <a:pt x="115253" y="19336"/>
                        <a:pt x="114776" y="19526"/>
                        <a:pt x="113728" y="20193"/>
                      </a:cubicBezTo>
                      <a:cubicBezTo>
                        <a:pt x="116872" y="20288"/>
                        <a:pt x="118967" y="22098"/>
                        <a:pt x="120205" y="25432"/>
                      </a:cubicBezTo>
                      <a:cubicBezTo>
                        <a:pt x="121253" y="28004"/>
                        <a:pt x="122110" y="30480"/>
                        <a:pt x="122968" y="32957"/>
                      </a:cubicBezTo>
                      <a:close/>
                      <a:moveTo>
                        <a:pt x="29908" y="103632"/>
                      </a:moveTo>
                      <a:cubicBezTo>
                        <a:pt x="32576" y="103632"/>
                        <a:pt x="34099" y="104204"/>
                        <a:pt x="34576" y="105346"/>
                      </a:cubicBezTo>
                      <a:lnTo>
                        <a:pt x="34576" y="107061"/>
                      </a:lnTo>
                      <a:lnTo>
                        <a:pt x="29908" y="103727"/>
                      </a:lnTo>
                      <a:close/>
                      <a:moveTo>
                        <a:pt x="30575" y="90678"/>
                      </a:moveTo>
                      <a:cubicBezTo>
                        <a:pt x="30766" y="90011"/>
                        <a:pt x="31147" y="89630"/>
                        <a:pt x="31813" y="89630"/>
                      </a:cubicBezTo>
                      <a:cubicBezTo>
                        <a:pt x="32385" y="89630"/>
                        <a:pt x="32766" y="89916"/>
                        <a:pt x="32861" y="90678"/>
                      </a:cubicBezTo>
                      <a:lnTo>
                        <a:pt x="30575" y="90678"/>
                      </a:lnTo>
                      <a:close/>
                      <a:moveTo>
                        <a:pt x="40386" y="56579"/>
                      </a:moveTo>
                      <a:lnTo>
                        <a:pt x="40386" y="54102"/>
                      </a:lnTo>
                      <a:cubicBezTo>
                        <a:pt x="40291" y="55245"/>
                        <a:pt x="39433" y="55721"/>
                        <a:pt x="37910" y="55721"/>
                      </a:cubicBezTo>
                      <a:cubicBezTo>
                        <a:pt x="36861" y="55721"/>
                        <a:pt x="36195" y="55340"/>
                        <a:pt x="35814" y="54674"/>
                      </a:cubicBezTo>
                      <a:lnTo>
                        <a:pt x="35624" y="54007"/>
                      </a:lnTo>
                      <a:cubicBezTo>
                        <a:pt x="35624" y="54007"/>
                        <a:pt x="35814" y="54388"/>
                        <a:pt x="35814" y="54674"/>
                      </a:cubicBezTo>
                      <a:lnTo>
                        <a:pt x="37052" y="58198"/>
                      </a:lnTo>
                      <a:cubicBezTo>
                        <a:pt x="38481" y="56769"/>
                        <a:pt x="39624" y="56293"/>
                        <a:pt x="40386" y="56483"/>
                      </a:cubicBezTo>
                      <a:close/>
                      <a:moveTo>
                        <a:pt x="38767" y="44291"/>
                      </a:moveTo>
                      <a:lnTo>
                        <a:pt x="43720" y="44291"/>
                      </a:lnTo>
                      <a:lnTo>
                        <a:pt x="43720" y="42672"/>
                      </a:lnTo>
                      <a:cubicBezTo>
                        <a:pt x="43339" y="43244"/>
                        <a:pt x="42386" y="43529"/>
                        <a:pt x="40958" y="43529"/>
                      </a:cubicBezTo>
                      <a:cubicBezTo>
                        <a:pt x="39529" y="43529"/>
                        <a:pt x="38767" y="43815"/>
                        <a:pt x="38767" y="44387"/>
                      </a:cubicBezTo>
                      <a:close/>
                      <a:moveTo>
                        <a:pt x="42101" y="80867"/>
                      </a:moveTo>
                      <a:cubicBezTo>
                        <a:pt x="42291" y="80200"/>
                        <a:pt x="43053" y="79629"/>
                        <a:pt x="44387" y="79153"/>
                      </a:cubicBezTo>
                      <a:cubicBezTo>
                        <a:pt x="45339" y="78772"/>
                        <a:pt x="45625" y="78010"/>
                        <a:pt x="45243" y="76867"/>
                      </a:cubicBezTo>
                      <a:lnTo>
                        <a:pt x="39815" y="78486"/>
                      </a:lnTo>
                      <a:lnTo>
                        <a:pt x="42101" y="80772"/>
                      </a:lnTo>
                      <a:close/>
                      <a:moveTo>
                        <a:pt x="45243" y="61246"/>
                      </a:moveTo>
                      <a:cubicBezTo>
                        <a:pt x="45243" y="61246"/>
                        <a:pt x="44672" y="60770"/>
                        <a:pt x="44291" y="60388"/>
                      </a:cubicBezTo>
                      <a:lnTo>
                        <a:pt x="42767" y="58960"/>
                      </a:lnTo>
                      <a:lnTo>
                        <a:pt x="42101" y="60008"/>
                      </a:lnTo>
                      <a:cubicBezTo>
                        <a:pt x="42767" y="59531"/>
                        <a:pt x="43434" y="59722"/>
                        <a:pt x="44196" y="60388"/>
                      </a:cubicBezTo>
                      <a:lnTo>
                        <a:pt x="45149" y="61246"/>
                      </a:lnTo>
                      <a:close/>
                      <a:moveTo>
                        <a:pt x="43815" y="14288"/>
                      </a:moveTo>
                      <a:lnTo>
                        <a:pt x="43815" y="18479"/>
                      </a:lnTo>
                      <a:cubicBezTo>
                        <a:pt x="43815" y="18479"/>
                        <a:pt x="44291" y="17050"/>
                        <a:pt x="44672" y="14288"/>
                      </a:cubicBezTo>
                      <a:lnTo>
                        <a:pt x="46292" y="14288"/>
                      </a:lnTo>
                      <a:cubicBezTo>
                        <a:pt x="45434" y="14002"/>
                        <a:pt x="44863" y="14002"/>
                        <a:pt x="44672" y="14288"/>
                      </a:cubicBezTo>
                      <a:lnTo>
                        <a:pt x="43815" y="14288"/>
                      </a:lnTo>
                      <a:close/>
                      <a:moveTo>
                        <a:pt x="48578" y="42100"/>
                      </a:moveTo>
                      <a:lnTo>
                        <a:pt x="48578" y="40481"/>
                      </a:lnTo>
                      <a:cubicBezTo>
                        <a:pt x="48578" y="40481"/>
                        <a:pt x="47530" y="39815"/>
                        <a:pt x="46292" y="39815"/>
                      </a:cubicBezTo>
                      <a:cubicBezTo>
                        <a:pt x="46482" y="40005"/>
                        <a:pt x="46577" y="40481"/>
                        <a:pt x="46768" y="41148"/>
                      </a:cubicBezTo>
                      <a:cubicBezTo>
                        <a:pt x="46863" y="41910"/>
                        <a:pt x="47244" y="42291"/>
                        <a:pt x="47815" y="42291"/>
                      </a:cubicBezTo>
                      <a:cubicBezTo>
                        <a:pt x="48101" y="42291"/>
                        <a:pt x="48387" y="42291"/>
                        <a:pt x="48673" y="42100"/>
                      </a:cubicBezTo>
                      <a:close/>
                      <a:moveTo>
                        <a:pt x="52387" y="88297"/>
                      </a:moveTo>
                      <a:lnTo>
                        <a:pt x="52102" y="87058"/>
                      </a:lnTo>
                      <a:cubicBezTo>
                        <a:pt x="52578" y="86582"/>
                        <a:pt x="53054" y="86582"/>
                        <a:pt x="53626" y="86868"/>
                      </a:cubicBezTo>
                      <a:lnTo>
                        <a:pt x="54864" y="87058"/>
                      </a:lnTo>
                      <a:cubicBezTo>
                        <a:pt x="54864" y="87058"/>
                        <a:pt x="55150" y="86296"/>
                        <a:pt x="55054" y="85154"/>
                      </a:cubicBezTo>
                      <a:lnTo>
                        <a:pt x="51911" y="85154"/>
                      </a:lnTo>
                      <a:lnTo>
                        <a:pt x="52102" y="87058"/>
                      </a:lnTo>
                      <a:cubicBezTo>
                        <a:pt x="52102" y="87058"/>
                        <a:pt x="52102" y="87344"/>
                        <a:pt x="51911" y="87440"/>
                      </a:cubicBezTo>
                      <a:cubicBezTo>
                        <a:pt x="52197" y="87725"/>
                        <a:pt x="52387" y="88011"/>
                        <a:pt x="52387" y="88297"/>
                      </a:cubicBezTo>
                      <a:lnTo>
                        <a:pt x="52578" y="89916"/>
                      </a:lnTo>
                      <a:cubicBezTo>
                        <a:pt x="52578" y="89059"/>
                        <a:pt x="52578" y="88487"/>
                        <a:pt x="52387" y="88297"/>
                      </a:cubicBezTo>
                      <a:close/>
                      <a:moveTo>
                        <a:pt x="55721" y="92202"/>
                      </a:moveTo>
                      <a:cubicBezTo>
                        <a:pt x="55721" y="91630"/>
                        <a:pt x="56102" y="90869"/>
                        <a:pt x="56769" y="89916"/>
                      </a:cubicBezTo>
                      <a:cubicBezTo>
                        <a:pt x="55626" y="89630"/>
                        <a:pt x="54578" y="90202"/>
                        <a:pt x="53435" y="91630"/>
                      </a:cubicBezTo>
                      <a:cubicBezTo>
                        <a:pt x="54768" y="91630"/>
                        <a:pt x="55531" y="91821"/>
                        <a:pt x="55721" y="92202"/>
                      </a:cubicBezTo>
                      <a:close/>
                      <a:moveTo>
                        <a:pt x="56769" y="40386"/>
                      </a:moveTo>
                      <a:cubicBezTo>
                        <a:pt x="57340" y="39433"/>
                        <a:pt x="57531" y="38862"/>
                        <a:pt x="57340" y="38767"/>
                      </a:cubicBezTo>
                      <a:lnTo>
                        <a:pt x="56769" y="38767"/>
                      </a:lnTo>
                      <a:cubicBezTo>
                        <a:pt x="56769" y="38767"/>
                        <a:pt x="56293" y="38481"/>
                        <a:pt x="55911" y="38386"/>
                      </a:cubicBezTo>
                      <a:lnTo>
                        <a:pt x="55721" y="38005"/>
                      </a:lnTo>
                      <a:cubicBezTo>
                        <a:pt x="55721" y="38005"/>
                        <a:pt x="55911" y="37529"/>
                        <a:pt x="56197" y="36957"/>
                      </a:cubicBezTo>
                      <a:cubicBezTo>
                        <a:pt x="56578" y="36386"/>
                        <a:pt x="56769" y="36004"/>
                        <a:pt x="56769" y="35719"/>
                      </a:cubicBezTo>
                      <a:lnTo>
                        <a:pt x="55054" y="35719"/>
                      </a:lnTo>
                      <a:lnTo>
                        <a:pt x="55721" y="38005"/>
                      </a:lnTo>
                      <a:cubicBezTo>
                        <a:pt x="55721" y="38005"/>
                        <a:pt x="55911" y="38100"/>
                        <a:pt x="55911" y="38386"/>
                      </a:cubicBezTo>
                      <a:lnTo>
                        <a:pt x="56769" y="40481"/>
                      </a:lnTo>
                      <a:close/>
                      <a:moveTo>
                        <a:pt x="55721" y="66484"/>
                      </a:moveTo>
                      <a:cubicBezTo>
                        <a:pt x="56769" y="66484"/>
                        <a:pt x="57245" y="66104"/>
                        <a:pt x="57055" y="65437"/>
                      </a:cubicBezTo>
                      <a:cubicBezTo>
                        <a:pt x="56864" y="64770"/>
                        <a:pt x="56960" y="64294"/>
                        <a:pt x="57340" y="64008"/>
                      </a:cubicBezTo>
                      <a:lnTo>
                        <a:pt x="55721" y="64008"/>
                      </a:lnTo>
                      <a:lnTo>
                        <a:pt x="55721" y="66580"/>
                      </a:lnTo>
                      <a:close/>
                      <a:moveTo>
                        <a:pt x="95631" y="76962"/>
                      </a:moveTo>
                      <a:lnTo>
                        <a:pt x="96488" y="34576"/>
                      </a:lnTo>
                      <a:lnTo>
                        <a:pt x="93345" y="32290"/>
                      </a:lnTo>
                      <a:cubicBezTo>
                        <a:pt x="92868" y="29908"/>
                        <a:pt x="91154" y="28194"/>
                        <a:pt x="88297" y="27051"/>
                      </a:cubicBezTo>
                      <a:cubicBezTo>
                        <a:pt x="82963" y="25051"/>
                        <a:pt x="80296" y="24098"/>
                        <a:pt x="80201" y="24098"/>
                      </a:cubicBezTo>
                      <a:lnTo>
                        <a:pt x="78676" y="17621"/>
                      </a:lnTo>
                      <a:cubicBezTo>
                        <a:pt x="77724" y="17907"/>
                        <a:pt x="76771" y="19145"/>
                        <a:pt x="75724" y="21336"/>
                      </a:cubicBezTo>
                      <a:cubicBezTo>
                        <a:pt x="74581" y="23527"/>
                        <a:pt x="73533" y="24575"/>
                        <a:pt x="72295" y="24575"/>
                      </a:cubicBezTo>
                      <a:cubicBezTo>
                        <a:pt x="71914" y="24575"/>
                        <a:pt x="71342" y="24384"/>
                        <a:pt x="70580" y="24098"/>
                      </a:cubicBezTo>
                      <a:lnTo>
                        <a:pt x="71247" y="22479"/>
                      </a:lnTo>
                      <a:lnTo>
                        <a:pt x="69533" y="22479"/>
                      </a:lnTo>
                      <a:lnTo>
                        <a:pt x="70580" y="24765"/>
                      </a:lnTo>
                      <a:cubicBezTo>
                        <a:pt x="70580" y="24765"/>
                        <a:pt x="69437" y="25813"/>
                        <a:pt x="68294" y="27146"/>
                      </a:cubicBezTo>
                      <a:cubicBezTo>
                        <a:pt x="67151" y="28480"/>
                        <a:pt x="66103" y="29146"/>
                        <a:pt x="65151" y="29146"/>
                      </a:cubicBezTo>
                      <a:cubicBezTo>
                        <a:pt x="64770" y="29146"/>
                        <a:pt x="64293" y="29146"/>
                        <a:pt x="63913" y="28956"/>
                      </a:cubicBezTo>
                      <a:cubicBezTo>
                        <a:pt x="63722" y="30766"/>
                        <a:pt x="63246" y="33528"/>
                        <a:pt x="62389" y="37148"/>
                      </a:cubicBezTo>
                      <a:cubicBezTo>
                        <a:pt x="61817" y="36671"/>
                        <a:pt x="61531" y="36195"/>
                        <a:pt x="61531" y="35624"/>
                      </a:cubicBezTo>
                      <a:lnTo>
                        <a:pt x="59626" y="35624"/>
                      </a:lnTo>
                      <a:cubicBezTo>
                        <a:pt x="59055" y="36195"/>
                        <a:pt x="58769" y="36767"/>
                        <a:pt x="58769" y="37338"/>
                      </a:cubicBezTo>
                      <a:cubicBezTo>
                        <a:pt x="58769" y="37719"/>
                        <a:pt x="58959" y="38386"/>
                        <a:pt x="59341" y="39243"/>
                      </a:cubicBezTo>
                      <a:cubicBezTo>
                        <a:pt x="59722" y="40005"/>
                        <a:pt x="59817" y="40672"/>
                        <a:pt x="59817" y="41053"/>
                      </a:cubicBezTo>
                      <a:cubicBezTo>
                        <a:pt x="59817" y="41815"/>
                        <a:pt x="59531" y="42291"/>
                        <a:pt x="58959" y="42767"/>
                      </a:cubicBezTo>
                      <a:cubicBezTo>
                        <a:pt x="59531" y="43815"/>
                        <a:pt x="60198" y="44387"/>
                        <a:pt x="61055" y="44387"/>
                      </a:cubicBezTo>
                      <a:cubicBezTo>
                        <a:pt x="61531" y="44387"/>
                        <a:pt x="62008" y="44291"/>
                        <a:pt x="62770" y="43910"/>
                      </a:cubicBezTo>
                      <a:cubicBezTo>
                        <a:pt x="63437" y="43625"/>
                        <a:pt x="64008" y="43529"/>
                        <a:pt x="64484" y="43529"/>
                      </a:cubicBezTo>
                      <a:cubicBezTo>
                        <a:pt x="65246" y="43529"/>
                        <a:pt x="66008" y="44101"/>
                        <a:pt x="66580" y="45149"/>
                      </a:cubicBezTo>
                      <a:cubicBezTo>
                        <a:pt x="65913" y="46577"/>
                        <a:pt x="65151" y="47244"/>
                        <a:pt x="64293" y="47244"/>
                      </a:cubicBezTo>
                      <a:cubicBezTo>
                        <a:pt x="63913" y="47244"/>
                        <a:pt x="63341" y="47149"/>
                        <a:pt x="62579" y="46863"/>
                      </a:cubicBezTo>
                      <a:cubicBezTo>
                        <a:pt x="61912" y="46577"/>
                        <a:pt x="61341" y="46482"/>
                        <a:pt x="60960" y="46482"/>
                      </a:cubicBezTo>
                      <a:cubicBezTo>
                        <a:pt x="60484" y="46482"/>
                        <a:pt x="60102" y="46577"/>
                        <a:pt x="59722" y="46863"/>
                      </a:cubicBezTo>
                      <a:cubicBezTo>
                        <a:pt x="60008" y="47244"/>
                        <a:pt x="60102" y="47720"/>
                        <a:pt x="60102" y="48101"/>
                      </a:cubicBezTo>
                      <a:cubicBezTo>
                        <a:pt x="60102" y="48482"/>
                        <a:pt x="60008" y="49054"/>
                        <a:pt x="59722" y="49625"/>
                      </a:cubicBezTo>
                      <a:cubicBezTo>
                        <a:pt x="59436" y="50292"/>
                        <a:pt x="59246" y="50768"/>
                        <a:pt x="59246" y="50959"/>
                      </a:cubicBezTo>
                      <a:cubicBezTo>
                        <a:pt x="59246" y="51721"/>
                        <a:pt x="59722" y="52197"/>
                        <a:pt x="60674" y="52388"/>
                      </a:cubicBezTo>
                      <a:lnTo>
                        <a:pt x="58959" y="54102"/>
                      </a:lnTo>
                      <a:cubicBezTo>
                        <a:pt x="59531" y="54959"/>
                        <a:pt x="59817" y="56483"/>
                        <a:pt x="59817" y="58674"/>
                      </a:cubicBezTo>
                      <a:lnTo>
                        <a:pt x="59817" y="65342"/>
                      </a:lnTo>
                      <a:cubicBezTo>
                        <a:pt x="59817" y="70675"/>
                        <a:pt x="60960" y="74295"/>
                        <a:pt x="63151" y="76200"/>
                      </a:cubicBezTo>
                      <a:cubicBezTo>
                        <a:pt x="63437" y="76867"/>
                        <a:pt x="63341" y="77629"/>
                        <a:pt x="62770" y="78486"/>
                      </a:cubicBezTo>
                      <a:lnTo>
                        <a:pt x="61531" y="80772"/>
                      </a:lnTo>
                      <a:cubicBezTo>
                        <a:pt x="62770" y="80772"/>
                        <a:pt x="63532" y="81058"/>
                        <a:pt x="63817" y="81629"/>
                      </a:cubicBezTo>
                      <a:cubicBezTo>
                        <a:pt x="63913" y="82487"/>
                        <a:pt x="63532" y="82963"/>
                        <a:pt x="62484" y="83249"/>
                      </a:cubicBezTo>
                      <a:cubicBezTo>
                        <a:pt x="61436" y="83439"/>
                        <a:pt x="60865" y="83725"/>
                        <a:pt x="60674" y="84011"/>
                      </a:cubicBezTo>
                      <a:cubicBezTo>
                        <a:pt x="61055" y="84868"/>
                        <a:pt x="61627" y="85249"/>
                        <a:pt x="62198" y="85249"/>
                      </a:cubicBezTo>
                      <a:cubicBezTo>
                        <a:pt x="62579" y="85249"/>
                        <a:pt x="63151" y="84773"/>
                        <a:pt x="63913" y="83820"/>
                      </a:cubicBezTo>
                      <a:cubicBezTo>
                        <a:pt x="64675" y="82867"/>
                        <a:pt x="65151" y="82296"/>
                        <a:pt x="65532" y="82296"/>
                      </a:cubicBezTo>
                      <a:cubicBezTo>
                        <a:pt x="66103" y="82296"/>
                        <a:pt x="66675" y="83153"/>
                        <a:pt x="67151" y="85058"/>
                      </a:cubicBezTo>
                      <a:lnTo>
                        <a:pt x="68771" y="83344"/>
                      </a:lnTo>
                      <a:cubicBezTo>
                        <a:pt x="70485" y="83915"/>
                        <a:pt x="71914" y="85249"/>
                        <a:pt x="73152" y="87535"/>
                      </a:cubicBezTo>
                      <a:cubicBezTo>
                        <a:pt x="73818" y="89059"/>
                        <a:pt x="74581" y="90583"/>
                        <a:pt x="75247" y="92107"/>
                      </a:cubicBezTo>
                      <a:cubicBezTo>
                        <a:pt x="77057" y="92297"/>
                        <a:pt x="78486" y="91821"/>
                        <a:pt x="79438" y="90678"/>
                      </a:cubicBezTo>
                      <a:cubicBezTo>
                        <a:pt x="80391" y="89535"/>
                        <a:pt x="81724" y="88963"/>
                        <a:pt x="83439" y="88963"/>
                      </a:cubicBezTo>
                      <a:cubicBezTo>
                        <a:pt x="84010" y="89916"/>
                        <a:pt x="84201" y="90488"/>
                        <a:pt x="84106" y="90678"/>
                      </a:cubicBezTo>
                      <a:cubicBezTo>
                        <a:pt x="86011" y="90011"/>
                        <a:pt x="87821" y="87725"/>
                        <a:pt x="89440" y="83820"/>
                      </a:cubicBezTo>
                      <a:cubicBezTo>
                        <a:pt x="91059" y="79915"/>
                        <a:pt x="93059" y="77629"/>
                        <a:pt x="95631" y="76962"/>
                      </a:cubicBezTo>
                      <a:close/>
                      <a:moveTo>
                        <a:pt x="68866" y="47911"/>
                      </a:moveTo>
                      <a:lnTo>
                        <a:pt x="66580" y="46101"/>
                      </a:lnTo>
                      <a:lnTo>
                        <a:pt x="68866" y="46101"/>
                      </a:lnTo>
                      <a:lnTo>
                        <a:pt x="68866" y="47911"/>
                      </a:lnTo>
                      <a:close/>
                      <a:moveTo>
                        <a:pt x="67246" y="91535"/>
                      </a:moveTo>
                      <a:cubicBezTo>
                        <a:pt x="67818" y="92107"/>
                        <a:pt x="68294" y="92392"/>
                        <a:pt x="68771" y="92392"/>
                      </a:cubicBezTo>
                      <a:cubicBezTo>
                        <a:pt x="69247" y="92392"/>
                        <a:pt x="69627" y="92012"/>
                        <a:pt x="70199" y="91154"/>
                      </a:cubicBezTo>
                      <a:cubicBezTo>
                        <a:pt x="70676" y="90297"/>
                        <a:pt x="71342" y="89916"/>
                        <a:pt x="72104" y="89916"/>
                      </a:cubicBezTo>
                      <a:cubicBezTo>
                        <a:pt x="69533" y="89345"/>
                        <a:pt x="68008" y="89916"/>
                        <a:pt x="67246" y="91630"/>
                      </a:cubicBezTo>
                      <a:close/>
                      <a:moveTo>
                        <a:pt x="82867" y="85630"/>
                      </a:moveTo>
                      <a:lnTo>
                        <a:pt x="83534" y="85058"/>
                      </a:lnTo>
                      <a:lnTo>
                        <a:pt x="85820" y="85630"/>
                      </a:lnTo>
                      <a:lnTo>
                        <a:pt x="82867" y="85630"/>
                      </a:lnTo>
                      <a:close/>
                      <a:moveTo>
                        <a:pt x="93250" y="9430"/>
                      </a:moveTo>
                      <a:cubicBezTo>
                        <a:pt x="93726" y="10001"/>
                        <a:pt x="94202" y="10287"/>
                        <a:pt x="94774" y="10287"/>
                      </a:cubicBezTo>
                      <a:cubicBezTo>
                        <a:pt x="95440" y="10287"/>
                        <a:pt x="96298" y="10001"/>
                        <a:pt x="97346" y="9430"/>
                      </a:cubicBezTo>
                      <a:cubicBezTo>
                        <a:pt x="98298" y="8858"/>
                        <a:pt x="98869" y="8573"/>
                        <a:pt x="98965" y="8573"/>
                      </a:cubicBezTo>
                      <a:cubicBezTo>
                        <a:pt x="98584" y="8001"/>
                        <a:pt x="98012" y="7811"/>
                        <a:pt x="97346" y="7811"/>
                      </a:cubicBezTo>
                      <a:cubicBezTo>
                        <a:pt x="96965" y="7811"/>
                        <a:pt x="96203" y="8096"/>
                        <a:pt x="95345" y="8573"/>
                      </a:cubicBezTo>
                      <a:cubicBezTo>
                        <a:pt x="94488" y="9144"/>
                        <a:pt x="93821" y="9430"/>
                        <a:pt x="93345" y="9430"/>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 name="Google Shape;1093;p99"/>
                <p:cNvSpPr/>
                <p:nvPr/>
              </p:nvSpPr>
              <p:spPr>
                <a:xfrm>
                  <a:off x="7092885" y="2365438"/>
                  <a:ext cx="109918" cy="136969"/>
                </a:xfrm>
                <a:custGeom>
                  <a:avLst/>
                  <a:gdLst/>
                  <a:ahLst/>
                  <a:cxnLst/>
                  <a:rect l="l" t="t" r="r" b="b"/>
                  <a:pathLst>
                    <a:path w="109918" h="136969" extrusionOk="0">
                      <a:moveTo>
                        <a:pt x="0" y="33623"/>
                      </a:moveTo>
                      <a:lnTo>
                        <a:pt x="2667" y="34671"/>
                      </a:lnTo>
                      <a:lnTo>
                        <a:pt x="3334" y="35242"/>
                      </a:lnTo>
                      <a:lnTo>
                        <a:pt x="0" y="33623"/>
                      </a:lnTo>
                      <a:close/>
                      <a:moveTo>
                        <a:pt x="15431" y="58865"/>
                      </a:moveTo>
                      <a:cubicBezTo>
                        <a:pt x="16383" y="59246"/>
                        <a:pt x="16955" y="59436"/>
                        <a:pt x="17050" y="59436"/>
                      </a:cubicBezTo>
                      <a:cubicBezTo>
                        <a:pt x="17050" y="60103"/>
                        <a:pt x="16669" y="60674"/>
                        <a:pt x="16097" y="61055"/>
                      </a:cubicBezTo>
                      <a:lnTo>
                        <a:pt x="15431" y="61055"/>
                      </a:lnTo>
                      <a:lnTo>
                        <a:pt x="15431" y="58769"/>
                      </a:lnTo>
                      <a:close/>
                      <a:moveTo>
                        <a:pt x="109919" y="116491"/>
                      </a:moveTo>
                      <a:cubicBezTo>
                        <a:pt x="108109" y="117920"/>
                        <a:pt x="107156" y="120015"/>
                        <a:pt x="107156" y="122777"/>
                      </a:cubicBezTo>
                      <a:cubicBezTo>
                        <a:pt x="107252" y="127254"/>
                        <a:pt x="107347" y="129540"/>
                        <a:pt x="107347" y="129731"/>
                      </a:cubicBezTo>
                      <a:cubicBezTo>
                        <a:pt x="106775" y="130016"/>
                        <a:pt x="106013" y="130112"/>
                        <a:pt x="105061" y="130112"/>
                      </a:cubicBezTo>
                      <a:cubicBezTo>
                        <a:pt x="104299" y="130112"/>
                        <a:pt x="102965" y="130016"/>
                        <a:pt x="101156" y="129731"/>
                      </a:cubicBezTo>
                      <a:cubicBezTo>
                        <a:pt x="99346" y="129445"/>
                        <a:pt x="97917" y="129254"/>
                        <a:pt x="96965" y="129254"/>
                      </a:cubicBezTo>
                      <a:cubicBezTo>
                        <a:pt x="94012" y="129254"/>
                        <a:pt x="92393" y="130778"/>
                        <a:pt x="92107" y="133826"/>
                      </a:cubicBezTo>
                      <a:cubicBezTo>
                        <a:pt x="91726" y="131445"/>
                        <a:pt x="90393" y="129540"/>
                        <a:pt x="88106" y="128016"/>
                      </a:cubicBezTo>
                      <a:cubicBezTo>
                        <a:pt x="86583" y="129350"/>
                        <a:pt x="84773" y="129826"/>
                        <a:pt x="82678" y="129254"/>
                      </a:cubicBezTo>
                      <a:cubicBezTo>
                        <a:pt x="79629" y="128016"/>
                        <a:pt x="77915" y="127349"/>
                        <a:pt x="77629" y="127349"/>
                      </a:cubicBezTo>
                      <a:cubicBezTo>
                        <a:pt x="76391" y="127349"/>
                        <a:pt x="75248" y="128016"/>
                        <a:pt x="74295" y="129254"/>
                      </a:cubicBezTo>
                      <a:cubicBezTo>
                        <a:pt x="73438" y="128111"/>
                        <a:pt x="72486" y="127635"/>
                        <a:pt x="71152" y="127635"/>
                      </a:cubicBezTo>
                      <a:cubicBezTo>
                        <a:pt x="70390" y="127635"/>
                        <a:pt x="69056" y="128016"/>
                        <a:pt x="66961" y="128683"/>
                      </a:cubicBezTo>
                      <a:cubicBezTo>
                        <a:pt x="64865" y="129350"/>
                        <a:pt x="63246" y="129635"/>
                        <a:pt x="62199" y="129254"/>
                      </a:cubicBezTo>
                      <a:cubicBezTo>
                        <a:pt x="59817" y="128588"/>
                        <a:pt x="57531" y="128207"/>
                        <a:pt x="55340" y="128207"/>
                      </a:cubicBezTo>
                      <a:cubicBezTo>
                        <a:pt x="52578" y="128207"/>
                        <a:pt x="47340" y="128969"/>
                        <a:pt x="39624" y="130492"/>
                      </a:cubicBezTo>
                      <a:lnTo>
                        <a:pt x="39624" y="132112"/>
                      </a:lnTo>
                      <a:cubicBezTo>
                        <a:pt x="38577" y="130207"/>
                        <a:pt x="36100" y="129159"/>
                        <a:pt x="32290" y="129159"/>
                      </a:cubicBezTo>
                      <a:lnTo>
                        <a:pt x="27337" y="129159"/>
                      </a:lnTo>
                      <a:cubicBezTo>
                        <a:pt x="24479" y="129159"/>
                        <a:pt x="22479" y="128588"/>
                        <a:pt x="21241" y="127445"/>
                      </a:cubicBezTo>
                      <a:cubicBezTo>
                        <a:pt x="21241" y="123825"/>
                        <a:pt x="21241" y="116681"/>
                        <a:pt x="21050" y="106108"/>
                      </a:cubicBezTo>
                      <a:cubicBezTo>
                        <a:pt x="20860" y="97155"/>
                        <a:pt x="20860" y="90107"/>
                        <a:pt x="21050" y="84963"/>
                      </a:cubicBezTo>
                      <a:cubicBezTo>
                        <a:pt x="21336" y="77343"/>
                        <a:pt x="21908" y="70675"/>
                        <a:pt x="22956" y="65056"/>
                      </a:cubicBezTo>
                      <a:cubicBezTo>
                        <a:pt x="21813" y="64389"/>
                        <a:pt x="21050" y="63056"/>
                        <a:pt x="20574" y="60960"/>
                      </a:cubicBezTo>
                      <a:cubicBezTo>
                        <a:pt x="20194" y="58960"/>
                        <a:pt x="19527" y="57626"/>
                        <a:pt x="18669" y="57055"/>
                      </a:cubicBezTo>
                      <a:lnTo>
                        <a:pt x="18479" y="57055"/>
                      </a:lnTo>
                      <a:cubicBezTo>
                        <a:pt x="19908" y="56674"/>
                        <a:pt x="20574" y="56102"/>
                        <a:pt x="20574" y="55436"/>
                      </a:cubicBezTo>
                      <a:cubicBezTo>
                        <a:pt x="20574" y="55150"/>
                        <a:pt x="20479" y="54864"/>
                        <a:pt x="20194" y="54578"/>
                      </a:cubicBezTo>
                      <a:lnTo>
                        <a:pt x="18765" y="52864"/>
                      </a:lnTo>
                      <a:cubicBezTo>
                        <a:pt x="20479" y="52864"/>
                        <a:pt x="21241" y="52292"/>
                        <a:pt x="21241" y="51245"/>
                      </a:cubicBezTo>
                      <a:lnTo>
                        <a:pt x="20194" y="43244"/>
                      </a:lnTo>
                      <a:lnTo>
                        <a:pt x="19431" y="43244"/>
                      </a:lnTo>
                      <a:lnTo>
                        <a:pt x="21336" y="38481"/>
                      </a:lnTo>
                      <a:cubicBezTo>
                        <a:pt x="20384" y="38576"/>
                        <a:pt x="19145" y="38291"/>
                        <a:pt x="17812" y="37433"/>
                      </a:cubicBezTo>
                      <a:cubicBezTo>
                        <a:pt x="20574" y="36290"/>
                        <a:pt x="21813" y="34957"/>
                        <a:pt x="21336" y="33433"/>
                      </a:cubicBezTo>
                      <a:lnTo>
                        <a:pt x="16193" y="32766"/>
                      </a:lnTo>
                      <a:cubicBezTo>
                        <a:pt x="19050" y="32766"/>
                        <a:pt x="20860" y="32195"/>
                        <a:pt x="21336" y="31052"/>
                      </a:cubicBezTo>
                      <a:cubicBezTo>
                        <a:pt x="19431" y="29813"/>
                        <a:pt x="18860" y="28670"/>
                        <a:pt x="19908" y="27527"/>
                      </a:cubicBezTo>
                      <a:lnTo>
                        <a:pt x="22193" y="24860"/>
                      </a:lnTo>
                      <a:cubicBezTo>
                        <a:pt x="22193" y="24003"/>
                        <a:pt x="21336" y="23241"/>
                        <a:pt x="19431" y="22384"/>
                      </a:cubicBezTo>
                      <a:cubicBezTo>
                        <a:pt x="19717" y="20193"/>
                        <a:pt x="21146" y="18764"/>
                        <a:pt x="23622" y="18288"/>
                      </a:cubicBezTo>
                      <a:cubicBezTo>
                        <a:pt x="26099" y="17812"/>
                        <a:pt x="27527" y="17240"/>
                        <a:pt x="27813" y="16764"/>
                      </a:cubicBezTo>
                      <a:lnTo>
                        <a:pt x="27623" y="18193"/>
                      </a:lnTo>
                      <a:cubicBezTo>
                        <a:pt x="29146" y="17907"/>
                        <a:pt x="30671" y="18193"/>
                        <a:pt x="32195" y="19241"/>
                      </a:cubicBezTo>
                      <a:cubicBezTo>
                        <a:pt x="33719" y="20288"/>
                        <a:pt x="34671" y="20669"/>
                        <a:pt x="35147" y="20669"/>
                      </a:cubicBezTo>
                      <a:cubicBezTo>
                        <a:pt x="35909" y="20669"/>
                        <a:pt x="36957" y="19812"/>
                        <a:pt x="38005" y="18193"/>
                      </a:cubicBezTo>
                      <a:cubicBezTo>
                        <a:pt x="40005" y="18860"/>
                        <a:pt x="41339" y="19145"/>
                        <a:pt x="42006" y="19050"/>
                      </a:cubicBezTo>
                      <a:lnTo>
                        <a:pt x="42672" y="16574"/>
                      </a:lnTo>
                      <a:lnTo>
                        <a:pt x="42672" y="19050"/>
                      </a:lnTo>
                      <a:lnTo>
                        <a:pt x="47911" y="19907"/>
                      </a:lnTo>
                      <a:cubicBezTo>
                        <a:pt x="47911" y="25432"/>
                        <a:pt x="48483" y="28670"/>
                        <a:pt x="49530" y="29528"/>
                      </a:cubicBezTo>
                      <a:cubicBezTo>
                        <a:pt x="49149" y="30480"/>
                        <a:pt x="48196" y="31147"/>
                        <a:pt x="46768" y="31623"/>
                      </a:cubicBezTo>
                      <a:cubicBezTo>
                        <a:pt x="45434" y="32004"/>
                        <a:pt x="44006" y="32480"/>
                        <a:pt x="42672" y="32861"/>
                      </a:cubicBezTo>
                      <a:lnTo>
                        <a:pt x="47911" y="35147"/>
                      </a:lnTo>
                      <a:cubicBezTo>
                        <a:pt x="46959" y="36004"/>
                        <a:pt x="46387" y="37148"/>
                        <a:pt x="46387" y="38481"/>
                      </a:cubicBezTo>
                      <a:cubicBezTo>
                        <a:pt x="46387" y="39338"/>
                        <a:pt x="46673" y="40862"/>
                        <a:pt x="47340" y="43053"/>
                      </a:cubicBezTo>
                      <a:cubicBezTo>
                        <a:pt x="47911" y="45244"/>
                        <a:pt x="48292" y="46958"/>
                        <a:pt x="48292" y="48006"/>
                      </a:cubicBezTo>
                      <a:cubicBezTo>
                        <a:pt x="48292" y="48958"/>
                        <a:pt x="48102" y="49816"/>
                        <a:pt x="47911" y="50483"/>
                      </a:cubicBezTo>
                      <a:lnTo>
                        <a:pt x="46292" y="50483"/>
                      </a:lnTo>
                      <a:cubicBezTo>
                        <a:pt x="46577" y="51435"/>
                        <a:pt x="46863" y="52388"/>
                        <a:pt x="47054" y="53245"/>
                      </a:cubicBezTo>
                      <a:cubicBezTo>
                        <a:pt x="47625" y="54864"/>
                        <a:pt x="48673" y="55626"/>
                        <a:pt x="50197" y="55340"/>
                      </a:cubicBezTo>
                      <a:cubicBezTo>
                        <a:pt x="47816" y="59055"/>
                        <a:pt x="46673" y="62198"/>
                        <a:pt x="46673" y="64770"/>
                      </a:cubicBezTo>
                      <a:cubicBezTo>
                        <a:pt x="46673" y="66294"/>
                        <a:pt x="47054" y="67628"/>
                        <a:pt x="47911" y="68961"/>
                      </a:cubicBezTo>
                      <a:cubicBezTo>
                        <a:pt x="47054" y="69342"/>
                        <a:pt x="46673" y="69818"/>
                        <a:pt x="46673" y="70390"/>
                      </a:cubicBezTo>
                      <a:cubicBezTo>
                        <a:pt x="46673" y="70675"/>
                        <a:pt x="46768" y="71152"/>
                        <a:pt x="47149" y="71723"/>
                      </a:cubicBezTo>
                      <a:cubicBezTo>
                        <a:pt x="47530" y="72390"/>
                        <a:pt x="47720" y="72866"/>
                        <a:pt x="47911" y="73057"/>
                      </a:cubicBezTo>
                      <a:cubicBezTo>
                        <a:pt x="47340" y="75533"/>
                        <a:pt x="47054" y="78391"/>
                        <a:pt x="47054" y="81629"/>
                      </a:cubicBezTo>
                      <a:cubicBezTo>
                        <a:pt x="47054" y="83534"/>
                        <a:pt x="47340" y="87440"/>
                        <a:pt x="47720" y="93345"/>
                      </a:cubicBezTo>
                      <a:cubicBezTo>
                        <a:pt x="48196" y="98108"/>
                        <a:pt x="48196" y="101727"/>
                        <a:pt x="47911" y="104394"/>
                      </a:cubicBezTo>
                      <a:cubicBezTo>
                        <a:pt x="46482" y="104394"/>
                        <a:pt x="45625" y="104108"/>
                        <a:pt x="45339" y="103537"/>
                      </a:cubicBezTo>
                      <a:cubicBezTo>
                        <a:pt x="44863" y="103918"/>
                        <a:pt x="44482" y="104489"/>
                        <a:pt x="44482" y="105156"/>
                      </a:cubicBezTo>
                      <a:cubicBezTo>
                        <a:pt x="44958" y="106204"/>
                        <a:pt x="45434" y="106585"/>
                        <a:pt x="45911" y="106585"/>
                      </a:cubicBezTo>
                      <a:cubicBezTo>
                        <a:pt x="46197" y="106585"/>
                        <a:pt x="46863" y="106394"/>
                        <a:pt x="47816" y="105918"/>
                      </a:cubicBezTo>
                      <a:cubicBezTo>
                        <a:pt x="48483" y="105632"/>
                        <a:pt x="49054" y="105632"/>
                        <a:pt x="49435" y="105918"/>
                      </a:cubicBezTo>
                      <a:lnTo>
                        <a:pt x="50102" y="108204"/>
                      </a:lnTo>
                      <a:lnTo>
                        <a:pt x="54103" y="105918"/>
                      </a:lnTo>
                      <a:lnTo>
                        <a:pt x="97917" y="105918"/>
                      </a:lnTo>
                      <a:lnTo>
                        <a:pt x="98584" y="104299"/>
                      </a:lnTo>
                      <a:cubicBezTo>
                        <a:pt x="98965" y="105251"/>
                        <a:pt x="99632" y="105728"/>
                        <a:pt x="100489" y="105728"/>
                      </a:cubicBezTo>
                      <a:cubicBezTo>
                        <a:pt x="100870" y="105728"/>
                        <a:pt x="101632" y="105537"/>
                        <a:pt x="102680" y="105061"/>
                      </a:cubicBezTo>
                      <a:cubicBezTo>
                        <a:pt x="103727" y="104680"/>
                        <a:pt x="104490" y="104394"/>
                        <a:pt x="105061" y="104394"/>
                      </a:cubicBezTo>
                      <a:cubicBezTo>
                        <a:pt x="106490" y="104394"/>
                        <a:pt x="107538" y="105442"/>
                        <a:pt x="108204" y="107537"/>
                      </a:cubicBezTo>
                      <a:cubicBezTo>
                        <a:pt x="107633" y="108395"/>
                        <a:pt x="107347" y="109252"/>
                        <a:pt x="107347" y="110204"/>
                      </a:cubicBezTo>
                      <a:cubicBezTo>
                        <a:pt x="107347" y="112014"/>
                        <a:pt x="108204" y="113919"/>
                        <a:pt x="109919" y="116015"/>
                      </a:cubicBezTo>
                      <a:close/>
                      <a:moveTo>
                        <a:pt x="26956" y="62865"/>
                      </a:moveTo>
                      <a:lnTo>
                        <a:pt x="26956" y="60579"/>
                      </a:lnTo>
                      <a:lnTo>
                        <a:pt x="24289" y="59531"/>
                      </a:lnTo>
                      <a:lnTo>
                        <a:pt x="26956" y="62865"/>
                      </a:lnTo>
                      <a:close/>
                      <a:moveTo>
                        <a:pt x="28194" y="14383"/>
                      </a:moveTo>
                      <a:cubicBezTo>
                        <a:pt x="28290" y="15335"/>
                        <a:pt x="28194" y="16192"/>
                        <a:pt x="27718" y="16859"/>
                      </a:cubicBezTo>
                      <a:lnTo>
                        <a:pt x="28194" y="14383"/>
                      </a:lnTo>
                      <a:close/>
                      <a:moveTo>
                        <a:pt x="33243" y="12763"/>
                      </a:moveTo>
                      <a:cubicBezTo>
                        <a:pt x="32481" y="12478"/>
                        <a:pt x="32004" y="11430"/>
                        <a:pt x="31814" y="9620"/>
                      </a:cubicBezTo>
                      <a:cubicBezTo>
                        <a:pt x="31623" y="7906"/>
                        <a:pt x="31814" y="7144"/>
                        <a:pt x="32004" y="7144"/>
                      </a:cubicBezTo>
                      <a:cubicBezTo>
                        <a:pt x="32385" y="7429"/>
                        <a:pt x="32861" y="8573"/>
                        <a:pt x="33243" y="10478"/>
                      </a:cubicBezTo>
                      <a:lnTo>
                        <a:pt x="33243" y="12859"/>
                      </a:lnTo>
                      <a:close/>
                      <a:moveTo>
                        <a:pt x="40386" y="108585"/>
                      </a:moveTo>
                      <a:lnTo>
                        <a:pt x="42672" y="106299"/>
                      </a:lnTo>
                      <a:cubicBezTo>
                        <a:pt x="41148" y="106490"/>
                        <a:pt x="39053" y="106204"/>
                        <a:pt x="36481" y="105442"/>
                      </a:cubicBezTo>
                      <a:lnTo>
                        <a:pt x="36481" y="108013"/>
                      </a:lnTo>
                      <a:cubicBezTo>
                        <a:pt x="36481" y="108013"/>
                        <a:pt x="35624" y="107823"/>
                        <a:pt x="35243" y="107156"/>
                      </a:cubicBezTo>
                      <a:lnTo>
                        <a:pt x="33338" y="109633"/>
                      </a:lnTo>
                      <a:lnTo>
                        <a:pt x="37529" y="109633"/>
                      </a:lnTo>
                      <a:lnTo>
                        <a:pt x="37529" y="108585"/>
                      </a:lnTo>
                      <a:lnTo>
                        <a:pt x="39815" y="107156"/>
                      </a:lnTo>
                      <a:cubicBezTo>
                        <a:pt x="40481" y="107823"/>
                        <a:pt x="40767" y="108299"/>
                        <a:pt x="40481" y="108585"/>
                      </a:cubicBezTo>
                      <a:close/>
                      <a:moveTo>
                        <a:pt x="38671" y="61150"/>
                      </a:moveTo>
                      <a:lnTo>
                        <a:pt x="35719" y="64484"/>
                      </a:lnTo>
                      <a:cubicBezTo>
                        <a:pt x="35719" y="64484"/>
                        <a:pt x="36481" y="64103"/>
                        <a:pt x="36767" y="64103"/>
                      </a:cubicBezTo>
                      <a:lnTo>
                        <a:pt x="36957" y="64103"/>
                      </a:lnTo>
                      <a:lnTo>
                        <a:pt x="37148" y="67628"/>
                      </a:lnTo>
                      <a:lnTo>
                        <a:pt x="37338" y="67437"/>
                      </a:lnTo>
                      <a:lnTo>
                        <a:pt x="37910" y="67437"/>
                      </a:lnTo>
                      <a:lnTo>
                        <a:pt x="38577" y="61150"/>
                      </a:lnTo>
                      <a:close/>
                      <a:moveTo>
                        <a:pt x="40386" y="15050"/>
                      </a:moveTo>
                      <a:cubicBezTo>
                        <a:pt x="40291" y="15716"/>
                        <a:pt x="39720" y="16192"/>
                        <a:pt x="38671" y="16478"/>
                      </a:cubicBezTo>
                      <a:cubicBezTo>
                        <a:pt x="37719" y="16954"/>
                        <a:pt x="36957" y="16764"/>
                        <a:pt x="36386" y="16097"/>
                      </a:cubicBezTo>
                      <a:cubicBezTo>
                        <a:pt x="36576" y="14478"/>
                        <a:pt x="37434" y="13621"/>
                        <a:pt x="38671" y="13621"/>
                      </a:cubicBezTo>
                      <a:cubicBezTo>
                        <a:pt x="39434" y="13621"/>
                        <a:pt x="39910" y="14097"/>
                        <a:pt x="40386" y="15050"/>
                      </a:cubicBezTo>
                      <a:close/>
                      <a:moveTo>
                        <a:pt x="41434" y="28861"/>
                      </a:moveTo>
                      <a:cubicBezTo>
                        <a:pt x="41434" y="28861"/>
                        <a:pt x="40863" y="29051"/>
                        <a:pt x="40577" y="29051"/>
                      </a:cubicBezTo>
                      <a:cubicBezTo>
                        <a:pt x="40196" y="29051"/>
                        <a:pt x="39720" y="28766"/>
                        <a:pt x="39148" y="28099"/>
                      </a:cubicBezTo>
                      <a:cubicBezTo>
                        <a:pt x="38577" y="27432"/>
                        <a:pt x="38005" y="27146"/>
                        <a:pt x="37529" y="27146"/>
                      </a:cubicBezTo>
                      <a:lnTo>
                        <a:pt x="38100" y="29623"/>
                      </a:lnTo>
                      <a:cubicBezTo>
                        <a:pt x="40386" y="29623"/>
                        <a:pt x="41434" y="29337"/>
                        <a:pt x="41434" y="28766"/>
                      </a:cubicBezTo>
                      <a:close/>
                      <a:moveTo>
                        <a:pt x="42101" y="41815"/>
                      </a:moveTo>
                      <a:cubicBezTo>
                        <a:pt x="41148" y="41529"/>
                        <a:pt x="39815" y="41815"/>
                        <a:pt x="38100" y="42672"/>
                      </a:cubicBezTo>
                      <a:cubicBezTo>
                        <a:pt x="39053" y="42958"/>
                        <a:pt x="40386" y="42672"/>
                        <a:pt x="42101" y="41815"/>
                      </a:cubicBezTo>
                      <a:close/>
                      <a:moveTo>
                        <a:pt x="40481" y="20955"/>
                      </a:moveTo>
                      <a:lnTo>
                        <a:pt x="40481" y="23241"/>
                      </a:lnTo>
                      <a:lnTo>
                        <a:pt x="41529" y="23241"/>
                      </a:lnTo>
                      <a:lnTo>
                        <a:pt x="41529" y="20955"/>
                      </a:lnTo>
                      <a:lnTo>
                        <a:pt x="40481" y="20955"/>
                      </a:lnTo>
                      <a:close/>
                      <a:moveTo>
                        <a:pt x="45434" y="108680"/>
                      </a:moveTo>
                      <a:lnTo>
                        <a:pt x="45434" y="107252"/>
                      </a:lnTo>
                      <a:lnTo>
                        <a:pt x="44578" y="108109"/>
                      </a:lnTo>
                      <a:lnTo>
                        <a:pt x="45434" y="108680"/>
                      </a:lnTo>
                      <a:close/>
                      <a:moveTo>
                        <a:pt x="50959" y="68580"/>
                      </a:moveTo>
                      <a:lnTo>
                        <a:pt x="48673" y="64675"/>
                      </a:lnTo>
                      <a:lnTo>
                        <a:pt x="52674" y="66961"/>
                      </a:lnTo>
                      <a:lnTo>
                        <a:pt x="50959" y="68580"/>
                      </a:lnTo>
                      <a:close/>
                      <a:moveTo>
                        <a:pt x="54293" y="667"/>
                      </a:moveTo>
                      <a:lnTo>
                        <a:pt x="52674" y="2953"/>
                      </a:lnTo>
                      <a:lnTo>
                        <a:pt x="50959" y="0"/>
                      </a:lnTo>
                      <a:lnTo>
                        <a:pt x="54293" y="571"/>
                      </a:lnTo>
                      <a:close/>
                      <a:moveTo>
                        <a:pt x="52674" y="16764"/>
                      </a:moveTo>
                      <a:cubicBezTo>
                        <a:pt x="53340" y="17050"/>
                        <a:pt x="53912" y="16764"/>
                        <a:pt x="54293" y="16192"/>
                      </a:cubicBezTo>
                      <a:lnTo>
                        <a:pt x="52674" y="14573"/>
                      </a:lnTo>
                      <a:cubicBezTo>
                        <a:pt x="54674" y="14002"/>
                        <a:pt x="55531" y="14192"/>
                        <a:pt x="55531" y="15145"/>
                      </a:cubicBezTo>
                      <a:cubicBezTo>
                        <a:pt x="55531" y="14859"/>
                        <a:pt x="55150" y="16002"/>
                        <a:pt x="54293" y="18479"/>
                      </a:cubicBezTo>
                      <a:lnTo>
                        <a:pt x="52674" y="16764"/>
                      </a:lnTo>
                      <a:close/>
                      <a:moveTo>
                        <a:pt x="55150" y="49816"/>
                      </a:moveTo>
                      <a:lnTo>
                        <a:pt x="52674" y="48578"/>
                      </a:lnTo>
                      <a:cubicBezTo>
                        <a:pt x="53912" y="46387"/>
                        <a:pt x="55150" y="45244"/>
                        <a:pt x="56388" y="45244"/>
                      </a:cubicBezTo>
                      <a:cubicBezTo>
                        <a:pt x="56865" y="45244"/>
                        <a:pt x="57245" y="45434"/>
                        <a:pt x="57627" y="45815"/>
                      </a:cubicBezTo>
                      <a:cubicBezTo>
                        <a:pt x="57912" y="46768"/>
                        <a:pt x="57627" y="47530"/>
                        <a:pt x="57055" y="48101"/>
                      </a:cubicBezTo>
                      <a:cubicBezTo>
                        <a:pt x="56388" y="48673"/>
                        <a:pt x="55817" y="49244"/>
                        <a:pt x="55055" y="49816"/>
                      </a:cubicBezTo>
                      <a:close/>
                      <a:moveTo>
                        <a:pt x="55150" y="75057"/>
                      </a:moveTo>
                      <a:lnTo>
                        <a:pt x="58484" y="75057"/>
                      </a:lnTo>
                      <a:lnTo>
                        <a:pt x="54293" y="75724"/>
                      </a:lnTo>
                      <a:lnTo>
                        <a:pt x="55150" y="75057"/>
                      </a:lnTo>
                      <a:close/>
                      <a:moveTo>
                        <a:pt x="56007" y="5525"/>
                      </a:moveTo>
                      <a:lnTo>
                        <a:pt x="56007" y="8192"/>
                      </a:lnTo>
                      <a:lnTo>
                        <a:pt x="55150" y="8192"/>
                      </a:lnTo>
                      <a:lnTo>
                        <a:pt x="56007" y="5525"/>
                      </a:lnTo>
                      <a:close/>
                      <a:moveTo>
                        <a:pt x="59150" y="34766"/>
                      </a:moveTo>
                      <a:cubicBezTo>
                        <a:pt x="59055" y="35719"/>
                        <a:pt x="58960" y="36767"/>
                        <a:pt x="58960" y="37910"/>
                      </a:cubicBezTo>
                      <a:cubicBezTo>
                        <a:pt x="58770" y="38481"/>
                        <a:pt x="58674" y="38957"/>
                        <a:pt x="58579" y="39338"/>
                      </a:cubicBezTo>
                      <a:lnTo>
                        <a:pt x="56007" y="36386"/>
                      </a:lnTo>
                      <a:lnTo>
                        <a:pt x="59150" y="34766"/>
                      </a:lnTo>
                      <a:close/>
                      <a:moveTo>
                        <a:pt x="56865" y="61246"/>
                      </a:moveTo>
                      <a:lnTo>
                        <a:pt x="58579" y="61246"/>
                      </a:lnTo>
                      <a:lnTo>
                        <a:pt x="56007" y="62960"/>
                      </a:lnTo>
                      <a:lnTo>
                        <a:pt x="56865" y="61246"/>
                      </a:lnTo>
                      <a:close/>
                      <a:moveTo>
                        <a:pt x="66485" y="16764"/>
                      </a:moveTo>
                      <a:cubicBezTo>
                        <a:pt x="64580" y="17526"/>
                        <a:pt x="63246" y="17717"/>
                        <a:pt x="62579" y="17621"/>
                      </a:cubicBezTo>
                      <a:lnTo>
                        <a:pt x="64865" y="14478"/>
                      </a:lnTo>
                      <a:lnTo>
                        <a:pt x="66485" y="16764"/>
                      </a:lnTo>
                      <a:close/>
                      <a:moveTo>
                        <a:pt x="72390" y="45815"/>
                      </a:moveTo>
                      <a:lnTo>
                        <a:pt x="72390" y="50863"/>
                      </a:lnTo>
                      <a:lnTo>
                        <a:pt x="71343" y="50863"/>
                      </a:lnTo>
                      <a:lnTo>
                        <a:pt x="71343" y="45815"/>
                      </a:lnTo>
                      <a:lnTo>
                        <a:pt x="72390" y="45815"/>
                      </a:lnTo>
                      <a:close/>
                      <a:moveTo>
                        <a:pt x="92393" y="134017"/>
                      </a:moveTo>
                      <a:cubicBezTo>
                        <a:pt x="92679" y="134874"/>
                        <a:pt x="92679" y="135827"/>
                        <a:pt x="92393" y="136970"/>
                      </a:cubicBezTo>
                      <a:lnTo>
                        <a:pt x="92393" y="134017"/>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 name="Google Shape;1094;p99"/>
                <p:cNvSpPr/>
                <p:nvPr/>
              </p:nvSpPr>
              <p:spPr>
                <a:xfrm>
                  <a:off x="7210329" y="2382774"/>
                  <a:ext cx="120586" cy="131921"/>
                </a:xfrm>
                <a:custGeom>
                  <a:avLst/>
                  <a:gdLst/>
                  <a:ahLst/>
                  <a:cxnLst/>
                  <a:rect l="l" t="t" r="r" b="b"/>
                  <a:pathLst>
                    <a:path w="120586" h="131921" extrusionOk="0">
                      <a:moveTo>
                        <a:pt x="94107" y="72866"/>
                      </a:moveTo>
                      <a:cubicBezTo>
                        <a:pt x="92773" y="74676"/>
                        <a:pt x="92393" y="76962"/>
                        <a:pt x="92964" y="79819"/>
                      </a:cubicBezTo>
                      <a:cubicBezTo>
                        <a:pt x="93536" y="82677"/>
                        <a:pt x="93440" y="84963"/>
                        <a:pt x="92488" y="86582"/>
                      </a:cubicBezTo>
                      <a:cubicBezTo>
                        <a:pt x="92107" y="89535"/>
                        <a:pt x="90107" y="92392"/>
                        <a:pt x="86583" y="95250"/>
                      </a:cubicBezTo>
                      <a:cubicBezTo>
                        <a:pt x="83058" y="98108"/>
                        <a:pt x="81249" y="100489"/>
                        <a:pt x="81249" y="102489"/>
                      </a:cubicBezTo>
                      <a:cubicBezTo>
                        <a:pt x="81249" y="103442"/>
                        <a:pt x="81439" y="104489"/>
                        <a:pt x="81820" y="105442"/>
                      </a:cubicBezTo>
                      <a:lnTo>
                        <a:pt x="82582" y="105442"/>
                      </a:lnTo>
                      <a:lnTo>
                        <a:pt x="82582" y="106489"/>
                      </a:lnTo>
                      <a:cubicBezTo>
                        <a:pt x="81058" y="105537"/>
                        <a:pt x="78296" y="105156"/>
                        <a:pt x="74200" y="105442"/>
                      </a:cubicBezTo>
                      <a:cubicBezTo>
                        <a:pt x="72962" y="108394"/>
                        <a:pt x="70866" y="109823"/>
                        <a:pt x="67913" y="109823"/>
                      </a:cubicBezTo>
                      <a:cubicBezTo>
                        <a:pt x="67056" y="109823"/>
                        <a:pt x="65913" y="109728"/>
                        <a:pt x="64580" y="109442"/>
                      </a:cubicBezTo>
                      <a:cubicBezTo>
                        <a:pt x="62770" y="109156"/>
                        <a:pt x="61627" y="108966"/>
                        <a:pt x="61246" y="108966"/>
                      </a:cubicBezTo>
                      <a:cubicBezTo>
                        <a:pt x="61246" y="108394"/>
                        <a:pt x="60865" y="107823"/>
                        <a:pt x="60103" y="107061"/>
                      </a:cubicBezTo>
                      <a:cubicBezTo>
                        <a:pt x="59341" y="106394"/>
                        <a:pt x="58864" y="105823"/>
                        <a:pt x="58769" y="105346"/>
                      </a:cubicBezTo>
                      <a:cubicBezTo>
                        <a:pt x="59150" y="108871"/>
                        <a:pt x="57245" y="111919"/>
                        <a:pt x="52864" y="114776"/>
                      </a:cubicBezTo>
                      <a:lnTo>
                        <a:pt x="50578" y="112300"/>
                      </a:lnTo>
                      <a:cubicBezTo>
                        <a:pt x="50197" y="112871"/>
                        <a:pt x="49244" y="113157"/>
                        <a:pt x="47816" y="113157"/>
                      </a:cubicBezTo>
                      <a:lnTo>
                        <a:pt x="48959" y="112300"/>
                      </a:lnTo>
                      <a:cubicBezTo>
                        <a:pt x="48387" y="111728"/>
                        <a:pt x="47816" y="111442"/>
                        <a:pt x="47244" y="111442"/>
                      </a:cubicBezTo>
                      <a:cubicBezTo>
                        <a:pt x="46768" y="111442"/>
                        <a:pt x="46197" y="111633"/>
                        <a:pt x="45339" y="112204"/>
                      </a:cubicBezTo>
                      <a:cubicBezTo>
                        <a:pt x="44482" y="112681"/>
                        <a:pt x="43910" y="112967"/>
                        <a:pt x="43720" y="113157"/>
                      </a:cubicBezTo>
                      <a:lnTo>
                        <a:pt x="44768" y="112300"/>
                      </a:lnTo>
                      <a:cubicBezTo>
                        <a:pt x="43529" y="111728"/>
                        <a:pt x="41148" y="111538"/>
                        <a:pt x="37624" y="111633"/>
                      </a:cubicBezTo>
                      <a:cubicBezTo>
                        <a:pt x="34862" y="111633"/>
                        <a:pt x="32481" y="110680"/>
                        <a:pt x="30575" y="108871"/>
                      </a:cubicBezTo>
                      <a:cubicBezTo>
                        <a:pt x="25146" y="106966"/>
                        <a:pt x="18669" y="102870"/>
                        <a:pt x="11144" y="96583"/>
                      </a:cubicBezTo>
                      <a:cubicBezTo>
                        <a:pt x="11525" y="96488"/>
                        <a:pt x="11716" y="95631"/>
                        <a:pt x="11716" y="94012"/>
                      </a:cubicBezTo>
                      <a:cubicBezTo>
                        <a:pt x="9334" y="92773"/>
                        <a:pt x="7334" y="90297"/>
                        <a:pt x="5715" y="86487"/>
                      </a:cubicBezTo>
                      <a:cubicBezTo>
                        <a:pt x="3715" y="81915"/>
                        <a:pt x="2191" y="78962"/>
                        <a:pt x="1143" y="77724"/>
                      </a:cubicBezTo>
                      <a:lnTo>
                        <a:pt x="0" y="3334"/>
                      </a:lnTo>
                      <a:lnTo>
                        <a:pt x="2763" y="0"/>
                      </a:lnTo>
                      <a:cubicBezTo>
                        <a:pt x="6953" y="857"/>
                        <a:pt x="14669" y="857"/>
                        <a:pt x="26003" y="0"/>
                      </a:cubicBezTo>
                      <a:cubicBezTo>
                        <a:pt x="24670" y="667"/>
                        <a:pt x="24099" y="1524"/>
                        <a:pt x="24099" y="2286"/>
                      </a:cubicBezTo>
                      <a:cubicBezTo>
                        <a:pt x="24099" y="2858"/>
                        <a:pt x="24575" y="3810"/>
                        <a:pt x="25432" y="5143"/>
                      </a:cubicBezTo>
                      <a:cubicBezTo>
                        <a:pt x="26384" y="6477"/>
                        <a:pt x="26765" y="7525"/>
                        <a:pt x="26575" y="8382"/>
                      </a:cubicBezTo>
                      <a:cubicBezTo>
                        <a:pt x="29528" y="9620"/>
                        <a:pt x="30956" y="12287"/>
                        <a:pt x="30956" y="16383"/>
                      </a:cubicBezTo>
                      <a:cubicBezTo>
                        <a:pt x="30956" y="17621"/>
                        <a:pt x="30766" y="19621"/>
                        <a:pt x="30385" y="22288"/>
                      </a:cubicBezTo>
                      <a:cubicBezTo>
                        <a:pt x="30099" y="25051"/>
                        <a:pt x="29909" y="27051"/>
                        <a:pt x="29909" y="28194"/>
                      </a:cubicBezTo>
                      <a:lnTo>
                        <a:pt x="28194" y="29908"/>
                      </a:lnTo>
                      <a:lnTo>
                        <a:pt x="30575" y="31528"/>
                      </a:lnTo>
                      <a:lnTo>
                        <a:pt x="31432" y="62865"/>
                      </a:lnTo>
                      <a:lnTo>
                        <a:pt x="28861" y="64579"/>
                      </a:lnTo>
                      <a:cubicBezTo>
                        <a:pt x="29623" y="66008"/>
                        <a:pt x="30289" y="69437"/>
                        <a:pt x="30956" y="75057"/>
                      </a:cubicBezTo>
                      <a:cubicBezTo>
                        <a:pt x="31623" y="79819"/>
                        <a:pt x="32861" y="83058"/>
                        <a:pt x="34671" y="84868"/>
                      </a:cubicBezTo>
                      <a:cubicBezTo>
                        <a:pt x="35243" y="85534"/>
                        <a:pt x="36100" y="85915"/>
                        <a:pt x="37338" y="85915"/>
                      </a:cubicBezTo>
                      <a:lnTo>
                        <a:pt x="40481" y="85915"/>
                      </a:lnTo>
                      <a:cubicBezTo>
                        <a:pt x="43244" y="89249"/>
                        <a:pt x="44863" y="92869"/>
                        <a:pt x="45244" y="96583"/>
                      </a:cubicBezTo>
                      <a:cubicBezTo>
                        <a:pt x="44672" y="92773"/>
                        <a:pt x="45911" y="90488"/>
                        <a:pt x="48959" y="89725"/>
                      </a:cubicBezTo>
                      <a:cubicBezTo>
                        <a:pt x="52864" y="88773"/>
                        <a:pt x="55150" y="87439"/>
                        <a:pt x="55816" y="85915"/>
                      </a:cubicBezTo>
                      <a:cubicBezTo>
                        <a:pt x="57912" y="86106"/>
                        <a:pt x="59341" y="85344"/>
                        <a:pt x="60007" y="83629"/>
                      </a:cubicBezTo>
                      <a:cubicBezTo>
                        <a:pt x="60960" y="81439"/>
                        <a:pt x="61913" y="80010"/>
                        <a:pt x="62770" y="79438"/>
                      </a:cubicBezTo>
                      <a:lnTo>
                        <a:pt x="68199" y="77819"/>
                      </a:lnTo>
                      <a:lnTo>
                        <a:pt x="65341" y="75914"/>
                      </a:lnTo>
                      <a:cubicBezTo>
                        <a:pt x="65723" y="59722"/>
                        <a:pt x="65913" y="35909"/>
                        <a:pt x="65913" y="4286"/>
                      </a:cubicBezTo>
                      <a:cubicBezTo>
                        <a:pt x="68771" y="1524"/>
                        <a:pt x="73247" y="95"/>
                        <a:pt x="79248" y="95"/>
                      </a:cubicBezTo>
                      <a:cubicBezTo>
                        <a:pt x="79629" y="95"/>
                        <a:pt x="83820" y="476"/>
                        <a:pt x="91535" y="1143"/>
                      </a:cubicBezTo>
                      <a:cubicBezTo>
                        <a:pt x="91535" y="4096"/>
                        <a:pt x="91821" y="8096"/>
                        <a:pt x="92297" y="13144"/>
                      </a:cubicBezTo>
                      <a:cubicBezTo>
                        <a:pt x="92773" y="18193"/>
                        <a:pt x="93059" y="21908"/>
                        <a:pt x="93059" y="24289"/>
                      </a:cubicBezTo>
                      <a:cubicBezTo>
                        <a:pt x="93059" y="27527"/>
                        <a:pt x="92773" y="30385"/>
                        <a:pt x="92202" y="33052"/>
                      </a:cubicBezTo>
                      <a:cubicBezTo>
                        <a:pt x="93536" y="33909"/>
                        <a:pt x="94298" y="34862"/>
                        <a:pt x="94298" y="36004"/>
                      </a:cubicBezTo>
                      <a:cubicBezTo>
                        <a:pt x="94298" y="36862"/>
                        <a:pt x="93631" y="38100"/>
                        <a:pt x="92202" y="39719"/>
                      </a:cubicBezTo>
                      <a:cubicBezTo>
                        <a:pt x="90774" y="41434"/>
                        <a:pt x="90107" y="42767"/>
                        <a:pt x="90107" y="43720"/>
                      </a:cubicBezTo>
                      <a:cubicBezTo>
                        <a:pt x="90107" y="44863"/>
                        <a:pt x="91059" y="46006"/>
                        <a:pt x="93059" y="47054"/>
                      </a:cubicBezTo>
                      <a:cubicBezTo>
                        <a:pt x="92488" y="48387"/>
                        <a:pt x="92202" y="49911"/>
                        <a:pt x="92202" y="51435"/>
                      </a:cubicBezTo>
                      <a:cubicBezTo>
                        <a:pt x="92202" y="52673"/>
                        <a:pt x="92488" y="54483"/>
                        <a:pt x="92869" y="56959"/>
                      </a:cubicBezTo>
                      <a:cubicBezTo>
                        <a:pt x="93345" y="59341"/>
                        <a:pt x="93631" y="61150"/>
                        <a:pt x="93631" y="62293"/>
                      </a:cubicBezTo>
                      <a:cubicBezTo>
                        <a:pt x="93631" y="64675"/>
                        <a:pt x="92869" y="66865"/>
                        <a:pt x="91535" y="68771"/>
                      </a:cubicBezTo>
                      <a:cubicBezTo>
                        <a:pt x="91535" y="71056"/>
                        <a:pt x="91726" y="72295"/>
                        <a:pt x="92202" y="72771"/>
                      </a:cubicBezTo>
                      <a:lnTo>
                        <a:pt x="93822" y="72771"/>
                      </a:lnTo>
                      <a:close/>
                      <a:moveTo>
                        <a:pt x="12478" y="51340"/>
                      </a:moveTo>
                      <a:lnTo>
                        <a:pt x="12478" y="44863"/>
                      </a:lnTo>
                      <a:lnTo>
                        <a:pt x="11239" y="44863"/>
                      </a:lnTo>
                      <a:cubicBezTo>
                        <a:pt x="10668" y="44863"/>
                        <a:pt x="10287" y="44577"/>
                        <a:pt x="10192" y="44005"/>
                      </a:cubicBezTo>
                      <a:cubicBezTo>
                        <a:pt x="9906" y="44767"/>
                        <a:pt x="9525" y="45434"/>
                        <a:pt x="8954" y="46101"/>
                      </a:cubicBezTo>
                      <a:cubicBezTo>
                        <a:pt x="8382" y="46768"/>
                        <a:pt x="8097" y="47244"/>
                        <a:pt x="8097" y="47530"/>
                      </a:cubicBezTo>
                      <a:cubicBezTo>
                        <a:pt x="8097" y="48101"/>
                        <a:pt x="8573" y="48768"/>
                        <a:pt x="9525" y="49625"/>
                      </a:cubicBezTo>
                      <a:cubicBezTo>
                        <a:pt x="9811" y="49339"/>
                        <a:pt x="10001" y="49054"/>
                        <a:pt x="10192" y="48768"/>
                      </a:cubicBezTo>
                      <a:cubicBezTo>
                        <a:pt x="9811" y="47339"/>
                        <a:pt x="9525" y="46577"/>
                        <a:pt x="9525" y="46482"/>
                      </a:cubicBezTo>
                      <a:cubicBezTo>
                        <a:pt x="9525" y="45529"/>
                        <a:pt x="10096" y="44958"/>
                        <a:pt x="11239" y="44767"/>
                      </a:cubicBezTo>
                      <a:lnTo>
                        <a:pt x="11811" y="44767"/>
                      </a:lnTo>
                      <a:lnTo>
                        <a:pt x="12478" y="51244"/>
                      </a:lnTo>
                      <a:close/>
                      <a:moveTo>
                        <a:pt x="22479" y="48863"/>
                      </a:moveTo>
                      <a:cubicBezTo>
                        <a:pt x="22479" y="48863"/>
                        <a:pt x="22479" y="48673"/>
                        <a:pt x="21813" y="48196"/>
                      </a:cubicBezTo>
                      <a:cubicBezTo>
                        <a:pt x="21146" y="47815"/>
                        <a:pt x="20764" y="46387"/>
                        <a:pt x="20764" y="44005"/>
                      </a:cubicBezTo>
                      <a:lnTo>
                        <a:pt x="21813" y="44005"/>
                      </a:lnTo>
                      <a:lnTo>
                        <a:pt x="21813" y="42386"/>
                      </a:lnTo>
                      <a:lnTo>
                        <a:pt x="17716" y="44863"/>
                      </a:lnTo>
                      <a:cubicBezTo>
                        <a:pt x="19050" y="45529"/>
                        <a:pt x="19526" y="46672"/>
                        <a:pt x="18955" y="48196"/>
                      </a:cubicBezTo>
                      <a:cubicBezTo>
                        <a:pt x="18479" y="48196"/>
                        <a:pt x="18288" y="48387"/>
                        <a:pt x="18288" y="48863"/>
                      </a:cubicBezTo>
                      <a:lnTo>
                        <a:pt x="18955" y="48196"/>
                      </a:lnTo>
                      <a:cubicBezTo>
                        <a:pt x="18955" y="48196"/>
                        <a:pt x="20288" y="48196"/>
                        <a:pt x="21813" y="48387"/>
                      </a:cubicBezTo>
                      <a:cubicBezTo>
                        <a:pt x="22098" y="48673"/>
                        <a:pt x="22289" y="48768"/>
                        <a:pt x="22479" y="48768"/>
                      </a:cubicBezTo>
                      <a:close/>
                      <a:moveTo>
                        <a:pt x="57721" y="101441"/>
                      </a:moveTo>
                      <a:lnTo>
                        <a:pt x="60293" y="104775"/>
                      </a:lnTo>
                      <a:lnTo>
                        <a:pt x="59436" y="101441"/>
                      </a:lnTo>
                      <a:lnTo>
                        <a:pt x="57721" y="101441"/>
                      </a:lnTo>
                      <a:close/>
                      <a:moveTo>
                        <a:pt x="62960" y="94107"/>
                      </a:moveTo>
                      <a:lnTo>
                        <a:pt x="62960" y="92488"/>
                      </a:lnTo>
                      <a:lnTo>
                        <a:pt x="61817" y="91821"/>
                      </a:lnTo>
                      <a:lnTo>
                        <a:pt x="62960" y="94107"/>
                      </a:lnTo>
                      <a:close/>
                      <a:moveTo>
                        <a:pt x="68199" y="119443"/>
                      </a:moveTo>
                      <a:cubicBezTo>
                        <a:pt x="68199" y="119443"/>
                        <a:pt x="67818" y="119253"/>
                        <a:pt x="67818" y="118967"/>
                      </a:cubicBezTo>
                      <a:lnTo>
                        <a:pt x="68199" y="119443"/>
                      </a:lnTo>
                      <a:close/>
                      <a:moveTo>
                        <a:pt x="68199" y="119443"/>
                      </a:moveTo>
                      <a:cubicBezTo>
                        <a:pt x="68199" y="119443"/>
                        <a:pt x="69247" y="119825"/>
                        <a:pt x="70675" y="120301"/>
                      </a:cubicBezTo>
                      <a:cubicBezTo>
                        <a:pt x="71628" y="120396"/>
                        <a:pt x="72104" y="120777"/>
                        <a:pt x="72104" y="121348"/>
                      </a:cubicBezTo>
                      <a:cubicBezTo>
                        <a:pt x="72104" y="121825"/>
                        <a:pt x="71724" y="122301"/>
                        <a:pt x="71057" y="123063"/>
                      </a:cubicBezTo>
                      <a:lnTo>
                        <a:pt x="68104" y="119539"/>
                      </a:lnTo>
                      <a:close/>
                      <a:moveTo>
                        <a:pt x="70009" y="95821"/>
                      </a:moveTo>
                      <a:lnTo>
                        <a:pt x="72485" y="95821"/>
                      </a:lnTo>
                      <a:cubicBezTo>
                        <a:pt x="71914" y="94964"/>
                        <a:pt x="71724" y="94393"/>
                        <a:pt x="71819" y="94107"/>
                      </a:cubicBezTo>
                      <a:lnTo>
                        <a:pt x="69914" y="94107"/>
                      </a:lnTo>
                      <a:lnTo>
                        <a:pt x="69914" y="95821"/>
                      </a:lnTo>
                      <a:close/>
                      <a:moveTo>
                        <a:pt x="71057" y="125444"/>
                      </a:moveTo>
                      <a:cubicBezTo>
                        <a:pt x="71914" y="125158"/>
                        <a:pt x="72962" y="125635"/>
                        <a:pt x="74390" y="126873"/>
                      </a:cubicBezTo>
                      <a:cubicBezTo>
                        <a:pt x="75152" y="127444"/>
                        <a:pt x="75819" y="128016"/>
                        <a:pt x="76581" y="128778"/>
                      </a:cubicBezTo>
                      <a:cubicBezTo>
                        <a:pt x="75438" y="128778"/>
                        <a:pt x="74295" y="128206"/>
                        <a:pt x="73057" y="127063"/>
                      </a:cubicBezTo>
                      <a:cubicBezTo>
                        <a:pt x="71914" y="125921"/>
                        <a:pt x="71247" y="125444"/>
                        <a:pt x="71057" y="125444"/>
                      </a:cubicBezTo>
                      <a:close/>
                      <a:moveTo>
                        <a:pt x="84868" y="16002"/>
                      </a:moveTo>
                      <a:cubicBezTo>
                        <a:pt x="84297" y="15716"/>
                        <a:pt x="83725" y="15812"/>
                        <a:pt x="83058" y="16192"/>
                      </a:cubicBezTo>
                      <a:cubicBezTo>
                        <a:pt x="82487" y="16573"/>
                        <a:pt x="82010" y="16764"/>
                        <a:pt x="81725" y="16573"/>
                      </a:cubicBezTo>
                      <a:cubicBezTo>
                        <a:pt x="82391" y="16859"/>
                        <a:pt x="83058" y="17050"/>
                        <a:pt x="83820" y="17050"/>
                      </a:cubicBezTo>
                      <a:cubicBezTo>
                        <a:pt x="85249" y="17050"/>
                        <a:pt x="85534" y="16669"/>
                        <a:pt x="84868" y="16002"/>
                      </a:cubicBezTo>
                      <a:close/>
                      <a:moveTo>
                        <a:pt x="84868" y="114776"/>
                      </a:moveTo>
                      <a:lnTo>
                        <a:pt x="84868" y="116491"/>
                      </a:lnTo>
                      <a:lnTo>
                        <a:pt x="81725" y="116491"/>
                      </a:lnTo>
                      <a:cubicBezTo>
                        <a:pt x="81725" y="116491"/>
                        <a:pt x="83058" y="115538"/>
                        <a:pt x="84868" y="114776"/>
                      </a:cubicBezTo>
                      <a:close/>
                      <a:moveTo>
                        <a:pt x="82582" y="84296"/>
                      </a:moveTo>
                      <a:cubicBezTo>
                        <a:pt x="84297" y="84296"/>
                        <a:pt x="85916" y="83439"/>
                        <a:pt x="87630" y="81725"/>
                      </a:cubicBezTo>
                      <a:cubicBezTo>
                        <a:pt x="86868" y="81343"/>
                        <a:pt x="85916" y="81725"/>
                        <a:pt x="84963" y="82677"/>
                      </a:cubicBezTo>
                      <a:cubicBezTo>
                        <a:pt x="84011" y="83725"/>
                        <a:pt x="83248" y="84201"/>
                        <a:pt x="82677" y="84201"/>
                      </a:cubicBezTo>
                      <a:close/>
                      <a:moveTo>
                        <a:pt x="84868" y="119634"/>
                      </a:moveTo>
                      <a:lnTo>
                        <a:pt x="85916" y="121920"/>
                      </a:lnTo>
                      <a:lnTo>
                        <a:pt x="83439" y="119634"/>
                      </a:lnTo>
                      <a:lnTo>
                        <a:pt x="84868" y="119634"/>
                      </a:lnTo>
                      <a:close/>
                      <a:moveTo>
                        <a:pt x="85916" y="129445"/>
                      </a:moveTo>
                      <a:cubicBezTo>
                        <a:pt x="85916" y="129445"/>
                        <a:pt x="86296" y="130683"/>
                        <a:pt x="87535" y="131921"/>
                      </a:cubicBezTo>
                      <a:lnTo>
                        <a:pt x="84868" y="131921"/>
                      </a:lnTo>
                      <a:lnTo>
                        <a:pt x="84868" y="129445"/>
                      </a:lnTo>
                      <a:lnTo>
                        <a:pt x="85916" y="129445"/>
                      </a:lnTo>
                      <a:close/>
                      <a:moveTo>
                        <a:pt x="88392" y="119634"/>
                      </a:moveTo>
                      <a:cubicBezTo>
                        <a:pt x="88678" y="120301"/>
                        <a:pt x="89249" y="120682"/>
                        <a:pt x="90011" y="120682"/>
                      </a:cubicBezTo>
                      <a:lnTo>
                        <a:pt x="90011" y="121253"/>
                      </a:lnTo>
                      <a:lnTo>
                        <a:pt x="87535" y="121253"/>
                      </a:lnTo>
                      <a:lnTo>
                        <a:pt x="88392" y="119634"/>
                      </a:lnTo>
                      <a:close/>
                      <a:moveTo>
                        <a:pt x="88392" y="110680"/>
                      </a:moveTo>
                      <a:cubicBezTo>
                        <a:pt x="90011" y="109823"/>
                        <a:pt x="90964" y="109442"/>
                        <a:pt x="91059" y="109442"/>
                      </a:cubicBezTo>
                      <a:cubicBezTo>
                        <a:pt x="91630" y="109442"/>
                        <a:pt x="91821" y="110109"/>
                        <a:pt x="91630" y="111347"/>
                      </a:cubicBezTo>
                      <a:cubicBezTo>
                        <a:pt x="91059" y="112014"/>
                        <a:pt x="90583" y="112395"/>
                        <a:pt x="90011" y="112395"/>
                      </a:cubicBezTo>
                      <a:lnTo>
                        <a:pt x="88392" y="110680"/>
                      </a:lnTo>
                      <a:close/>
                      <a:moveTo>
                        <a:pt x="89059" y="100870"/>
                      </a:moveTo>
                      <a:cubicBezTo>
                        <a:pt x="89059" y="100870"/>
                        <a:pt x="88868" y="100584"/>
                        <a:pt x="88868" y="100489"/>
                      </a:cubicBezTo>
                      <a:cubicBezTo>
                        <a:pt x="88868" y="99060"/>
                        <a:pt x="89631" y="98393"/>
                        <a:pt x="91154" y="98393"/>
                      </a:cubicBezTo>
                      <a:cubicBezTo>
                        <a:pt x="91535" y="98393"/>
                        <a:pt x="92012" y="98584"/>
                        <a:pt x="92393" y="99060"/>
                      </a:cubicBezTo>
                      <a:lnTo>
                        <a:pt x="89059" y="100965"/>
                      </a:lnTo>
                      <a:close/>
                      <a:moveTo>
                        <a:pt x="93250" y="94964"/>
                      </a:moveTo>
                      <a:cubicBezTo>
                        <a:pt x="94679" y="94393"/>
                        <a:pt x="95726" y="95155"/>
                        <a:pt x="96584" y="97250"/>
                      </a:cubicBezTo>
                      <a:cubicBezTo>
                        <a:pt x="95059" y="96298"/>
                        <a:pt x="94202" y="95821"/>
                        <a:pt x="94107" y="95821"/>
                      </a:cubicBezTo>
                      <a:lnTo>
                        <a:pt x="93345" y="96679"/>
                      </a:lnTo>
                      <a:lnTo>
                        <a:pt x="93345" y="94964"/>
                      </a:lnTo>
                      <a:close/>
                      <a:moveTo>
                        <a:pt x="103061" y="89154"/>
                      </a:moveTo>
                      <a:cubicBezTo>
                        <a:pt x="102965" y="89725"/>
                        <a:pt x="103347" y="90297"/>
                        <a:pt x="104108" y="90868"/>
                      </a:cubicBezTo>
                      <a:cubicBezTo>
                        <a:pt x="103727" y="91535"/>
                        <a:pt x="102775" y="91916"/>
                        <a:pt x="101346" y="91916"/>
                      </a:cubicBezTo>
                      <a:lnTo>
                        <a:pt x="102965" y="89154"/>
                      </a:lnTo>
                      <a:close/>
                      <a:moveTo>
                        <a:pt x="106680" y="101441"/>
                      </a:moveTo>
                      <a:lnTo>
                        <a:pt x="107252" y="100013"/>
                      </a:lnTo>
                      <a:lnTo>
                        <a:pt x="109538" y="100013"/>
                      </a:lnTo>
                      <a:lnTo>
                        <a:pt x="106680" y="101441"/>
                      </a:lnTo>
                      <a:close/>
                      <a:moveTo>
                        <a:pt x="110585" y="115443"/>
                      </a:moveTo>
                      <a:lnTo>
                        <a:pt x="112395" y="115443"/>
                      </a:lnTo>
                      <a:cubicBezTo>
                        <a:pt x="111633" y="117062"/>
                        <a:pt x="111157" y="118300"/>
                        <a:pt x="111157" y="119253"/>
                      </a:cubicBezTo>
                      <a:lnTo>
                        <a:pt x="110490" y="115443"/>
                      </a:lnTo>
                      <a:close/>
                      <a:moveTo>
                        <a:pt x="111252" y="119253"/>
                      </a:moveTo>
                      <a:lnTo>
                        <a:pt x="111443" y="119634"/>
                      </a:lnTo>
                      <a:cubicBezTo>
                        <a:pt x="111443" y="119634"/>
                        <a:pt x="111252" y="119348"/>
                        <a:pt x="111252" y="119253"/>
                      </a:cubicBezTo>
                      <a:close/>
                      <a:moveTo>
                        <a:pt x="111443" y="80772"/>
                      </a:moveTo>
                      <a:lnTo>
                        <a:pt x="111443" y="78486"/>
                      </a:lnTo>
                      <a:lnTo>
                        <a:pt x="112490" y="78486"/>
                      </a:lnTo>
                      <a:lnTo>
                        <a:pt x="112490" y="80772"/>
                      </a:lnTo>
                      <a:lnTo>
                        <a:pt x="111443" y="80772"/>
                      </a:lnTo>
                      <a:close/>
                      <a:moveTo>
                        <a:pt x="113062" y="122968"/>
                      </a:moveTo>
                      <a:lnTo>
                        <a:pt x="113062" y="120682"/>
                      </a:lnTo>
                      <a:lnTo>
                        <a:pt x="113729" y="120682"/>
                      </a:lnTo>
                      <a:lnTo>
                        <a:pt x="113729" y="122968"/>
                      </a:lnTo>
                      <a:lnTo>
                        <a:pt x="113062" y="122968"/>
                      </a:lnTo>
                      <a:close/>
                      <a:moveTo>
                        <a:pt x="116396" y="104204"/>
                      </a:moveTo>
                      <a:lnTo>
                        <a:pt x="120587" y="101441"/>
                      </a:lnTo>
                      <a:lnTo>
                        <a:pt x="120587" y="102489"/>
                      </a:lnTo>
                      <a:lnTo>
                        <a:pt x="116396" y="104204"/>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 name="Google Shape;1095;p99"/>
                <p:cNvSpPr/>
                <p:nvPr/>
              </p:nvSpPr>
              <p:spPr>
                <a:xfrm>
                  <a:off x="7319866" y="2383726"/>
                  <a:ext cx="116967" cy="130206"/>
                </a:xfrm>
                <a:custGeom>
                  <a:avLst/>
                  <a:gdLst/>
                  <a:ahLst/>
                  <a:cxnLst/>
                  <a:rect l="l" t="t" r="r" b="b"/>
                  <a:pathLst>
                    <a:path w="116967" h="130206" extrusionOk="0">
                      <a:moveTo>
                        <a:pt x="110109" y="90297"/>
                      </a:moveTo>
                      <a:lnTo>
                        <a:pt x="111347" y="92012"/>
                      </a:lnTo>
                      <a:cubicBezTo>
                        <a:pt x="108204" y="90773"/>
                        <a:pt x="105918" y="90583"/>
                        <a:pt x="104299" y="91345"/>
                      </a:cubicBezTo>
                      <a:cubicBezTo>
                        <a:pt x="103918" y="91916"/>
                        <a:pt x="103632" y="93345"/>
                        <a:pt x="103441" y="95441"/>
                      </a:cubicBezTo>
                      <a:cubicBezTo>
                        <a:pt x="103347" y="97631"/>
                        <a:pt x="102489" y="98870"/>
                        <a:pt x="100965" y="99346"/>
                      </a:cubicBezTo>
                      <a:cubicBezTo>
                        <a:pt x="103347" y="101156"/>
                        <a:pt x="103918" y="103537"/>
                        <a:pt x="102680" y="106490"/>
                      </a:cubicBezTo>
                      <a:cubicBezTo>
                        <a:pt x="101537" y="106394"/>
                        <a:pt x="100489" y="106775"/>
                        <a:pt x="99632" y="107728"/>
                      </a:cubicBezTo>
                      <a:cubicBezTo>
                        <a:pt x="98679" y="108680"/>
                        <a:pt x="97822" y="109728"/>
                        <a:pt x="96964" y="110681"/>
                      </a:cubicBezTo>
                      <a:cubicBezTo>
                        <a:pt x="96488" y="110395"/>
                        <a:pt x="95917" y="109633"/>
                        <a:pt x="95059" y="108204"/>
                      </a:cubicBezTo>
                      <a:cubicBezTo>
                        <a:pt x="94202" y="106871"/>
                        <a:pt x="93345" y="106204"/>
                        <a:pt x="92393" y="106204"/>
                      </a:cubicBezTo>
                      <a:cubicBezTo>
                        <a:pt x="91916" y="106204"/>
                        <a:pt x="91535" y="106204"/>
                        <a:pt x="91154" y="106394"/>
                      </a:cubicBezTo>
                      <a:lnTo>
                        <a:pt x="88868" y="109157"/>
                      </a:lnTo>
                      <a:cubicBezTo>
                        <a:pt x="88868" y="109157"/>
                        <a:pt x="89249" y="109823"/>
                        <a:pt x="89535" y="109823"/>
                      </a:cubicBezTo>
                      <a:cubicBezTo>
                        <a:pt x="89154" y="110204"/>
                        <a:pt x="88678" y="111538"/>
                        <a:pt x="88297" y="113538"/>
                      </a:cubicBezTo>
                      <a:cubicBezTo>
                        <a:pt x="87821" y="115633"/>
                        <a:pt x="87344" y="117062"/>
                        <a:pt x="86583" y="117920"/>
                      </a:cubicBezTo>
                      <a:cubicBezTo>
                        <a:pt x="86296" y="117062"/>
                        <a:pt x="86392" y="116205"/>
                        <a:pt x="86868" y="115443"/>
                      </a:cubicBezTo>
                      <a:cubicBezTo>
                        <a:pt x="87344" y="114681"/>
                        <a:pt x="87821" y="113824"/>
                        <a:pt x="88297" y="113157"/>
                      </a:cubicBezTo>
                      <a:cubicBezTo>
                        <a:pt x="87439" y="112490"/>
                        <a:pt x="85154" y="111728"/>
                        <a:pt x="81344" y="111062"/>
                      </a:cubicBezTo>
                      <a:cubicBezTo>
                        <a:pt x="78867" y="110681"/>
                        <a:pt x="77724" y="109442"/>
                        <a:pt x="77819" y="107537"/>
                      </a:cubicBezTo>
                      <a:lnTo>
                        <a:pt x="72200" y="101918"/>
                      </a:lnTo>
                      <a:cubicBezTo>
                        <a:pt x="73723" y="101537"/>
                        <a:pt x="74486" y="100870"/>
                        <a:pt x="74486" y="99822"/>
                      </a:cubicBezTo>
                      <a:cubicBezTo>
                        <a:pt x="74486" y="99250"/>
                        <a:pt x="74105" y="98393"/>
                        <a:pt x="73628" y="97250"/>
                      </a:cubicBezTo>
                      <a:cubicBezTo>
                        <a:pt x="72962" y="96107"/>
                        <a:pt x="72676" y="95155"/>
                        <a:pt x="72676" y="94679"/>
                      </a:cubicBezTo>
                      <a:cubicBezTo>
                        <a:pt x="72676" y="94393"/>
                        <a:pt x="72676" y="94107"/>
                        <a:pt x="72962" y="93821"/>
                      </a:cubicBezTo>
                      <a:cubicBezTo>
                        <a:pt x="72676" y="93917"/>
                        <a:pt x="72485" y="94107"/>
                        <a:pt x="72295" y="94202"/>
                      </a:cubicBezTo>
                      <a:cubicBezTo>
                        <a:pt x="74009" y="92107"/>
                        <a:pt x="74772" y="90678"/>
                        <a:pt x="74581" y="89821"/>
                      </a:cubicBezTo>
                      <a:lnTo>
                        <a:pt x="75248" y="93154"/>
                      </a:lnTo>
                      <a:cubicBezTo>
                        <a:pt x="76200" y="92774"/>
                        <a:pt x="77343" y="91821"/>
                        <a:pt x="78581" y="90392"/>
                      </a:cubicBezTo>
                      <a:cubicBezTo>
                        <a:pt x="78200" y="88964"/>
                        <a:pt x="77438" y="88106"/>
                        <a:pt x="76295" y="87821"/>
                      </a:cubicBezTo>
                      <a:cubicBezTo>
                        <a:pt x="75248" y="87440"/>
                        <a:pt x="74676" y="86487"/>
                        <a:pt x="74676" y="84963"/>
                      </a:cubicBezTo>
                      <a:lnTo>
                        <a:pt x="76295" y="85630"/>
                      </a:lnTo>
                      <a:lnTo>
                        <a:pt x="76962" y="84963"/>
                      </a:lnTo>
                      <a:cubicBezTo>
                        <a:pt x="74676" y="80105"/>
                        <a:pt x="73628" y="76391"/>
                        <a:pt x="73628" y="73914"/>
                      </a:cubicBezTo>
                      <a:cubicBezTo>
                        <a:pt x="73628" y="72962"/>
                        <a:pt x="73723" y="72009"/>
                        <a:pt x="74009" y="71152"/>
                      </a:cubicBezTo>
                      <a:cubicBezTo>
                        <a:pt x="73438" y="71247"/>
                        <a:pt x="72866" y="71533"/>
                        <a:pt x="72295" y="72009"/>
                      </a:cubicBezTo>
                      <a:cubicBezTo>
                        <a:pt x="71724" y="72390"/>
                        <a:pt x="71342" y="72581"/>
                        <a:pt x="71057" y="72581"/>
                      </a:cubicBezTo>
                      <a:cubicBezTo>
                        <a:pt x="70771" y="72581"/>
                        <a:pt x="70390" y="72200"/>
                        <a:pt x="70009" y="71533"/>
                      </a:cubicBezTo>
                      <a:lnTo>
                        <a:pt x="72962" y="71152"/>
                      </a:lnTo>
                      <a:lnTo>
                        <a:pt x="72295" y="70485"/>
                      </a:lnTo>
                      <a:cubicBezTo>
                        <a:pt x="73723" y="68675"/>
                        <a:pt x="75248" y="68294"/>
                        <a:pt x="76867" y="69437"/>
                      </a:cubicBezTo>
                      <a:lnTo>
                        <a:pt x="77914" y="69437"/>
                      </a:lnTo>
                      <a:cubicBezTo>
                        <a:pt x="78391" y="67913"/>
                        <a:pt x="78010" y="66961"/>
                        <a:pt x="76962" y="66580"/>
                      </a:cubicBezTo>
                      <a:cubicBezTo>
                        <a:pt x="75915" y="66199"/>
                        <a:pt x="74962" y="65818"/>
                        <a:pt x="74009" y="65532"/>
                      </a:cubicBezTo>
                      <a:cubicBezTo>
                        <a:pt x="74295" y="63341"/>
                        <a:pt x="74009" y="60389"/>
                        <a:pt x="72962" y="56769"/>
                      </a:cubicBezTo>
                      <a:cubicBezTo>
                        <a:pt x="71438" y="56960"/>
                        <a:pt x="70581" y="58293"/>
                        <a:pt x="70390" y="60770"/>
                      </a:cubicBezTo>
                      <a:cubicBezTo>
                        <a:pt x="70295" y="63246"/>
                        <a:pt x="69723" y="64579"/>
                        <a:pt x="68771" y="64579"/>
                      </a:cubicBezTo>
                      <a:cubicBezTo>
                        <a:pt x="68199" y="64579"/>
                        <a:pt x="67437" y="64389"/>
                        <a:pt x="66484" y="63913"/>
                      </a:cubicBezTo>
                      <a:cubicBezTo>
                        <a:pt x="66294" y="65342"/>
                        <a:pt x="66484" y="67151"/>
                        <a:pt x="67151" y="69533"/>
                      </a:cubicBezTo>
                      <a:cubicBezTo>
                        <a:pt x="65247" y="69437"/>
                        <a:pt x="63341" y="71152"/>
                        <a:pt x="61532" y="74867"/>
                      </a:cubicBezTo>
                      <a:cubicBezTo>
                        <a:pt x="59722" y="78581"/>
                        <a:pt x="57626" y="80105"/>
                        <a:pt x="55245" y="79343"/>
                      </a:cubicBezTo>
                      <a:lnTo>
                        <a:pt x="55245" y="81629"/>
                      </a:lnTo>
                      <a:lnTo>
                        <a:pt x="57721" y="80963"/>
                      </a:lnTo>
                      <a:cubicBezTo>
                        <a:pt x="57721" y="81534"/>
                        <a:pt x="57436" y="82391"/>
                        <a:pt x="56865" y="83534"/>
                      </a:cubicBezTo>
                      <a:cubicBezTo>
                        <a:pt x="56293" y="84677"/>
                        <a:pt x="56007" y="85439"/>
                        <a:pt x="56007" y="86011"/>
                      </a:cubicBezTo>
                      <a:cubicBezTo>
                        <a:pt x="56007" y="86678"/>
                        <a:pt x="56293" y="87440"/>
                        <a:pt x="56865" y="88106"/>
                      </a:cubicBezTo>
                      <a:cubicBezTo>
                        <a:pt x="56388" y="87821"/>
                        <a:pt x="56007" y="87725"/>
                        <a:pt x="55531" y="87725"/>
                      </a:cubicBezTo>
                      <a:cubicBezTo>
                        <a:pt x="54673" y="87725"/>
                        <a:pt x="53912" y="88297"/>
                        <a:pt x="53054" y="89440"/>
                      </a:cubicBezTo>
                      <a:cubicBezTo>
                        <a:pt x="51816" y="90869"/>
                        <a:pt x="50959" y="91726"/>
                        <a:pt x="50292" y="92202"/>
                      </a:cubicBezTo>
                      <a:cubicBezTo>
                        <a:pt x="46291" y="88964"/>
                        <a:pt x="42006" y="83629"/>
                        <a:pt x="37529" y="76105"/>
                      </a:cubicBezTo>
                      <a:cubicBezTo>
                        <a:pt x="37719" y="75533"/>
                        <a:pt x="37719" y="74962"/>
                        <a:pt x="37719" y="74390"/>
                      </a:cubicBezTo>
                      <a:cubicBezTo>
                        <a:pt x="37719" y="72866"/>
                        <a:pt x="37243" y="71533"/>
                        <a:pt x="36290" y="70295"/>
                      </a:cubicBezTo>
                      <a:cubicBezTo>
                        <a:pt x="35433" y="69152"/>
                        <a:pt x="34480" y="68675"/>
                        <a:pt x="33528" y="68961"/>
                      </a:cubicBezTo>
                      <a:cubicBezTo>
                        <a:pt x="32481" y="66294"/>
                        <a:pt x="31718" y="64389"/>
                        <a:pt x="30956" y="63151"/>
                      </a:cubicBezTo>
                      <a:cubicBezTo>
                        <a:pt x="29909" y="61055"/>
                        <a:pt x="28861" y="59531"/>
                        <a:pt x="27623" y="58579"/>
                      </a:cubicBezTo>
                      <a:cubicBezTo>
                        <a:pt x="26575" y="62579"/>
                        <a:pt x="25908" y="67056"/>
                        <a:pt x="25908" y="72200"/>
                      </a:cubicBezTo>
                      <a:cubicBezTo>
                        <a:pt x="25908" y="74581"/>
                        <a:pt x="26098" y="78010"/>
                        <a:pt x="26480" y="82677"/>
                      </a:cubicBezTo>
                      <a:cubicBezTo>
                        <a:pt x="26861" y="87249"/>
                        <a:pt x="26956" y="90773"/>
                        <a:pt x="26956" y="93059"/>
                      </a:cubicBezTo>
                      <a:cubicBezTo>
                        <a:pt x="26956" y="98108"/>
                        <a:pt x="26384" y="102584"/>
                        <a:pt x="25337" y="106680"/>
                      </a:cubicBezTo>
                      <a:cubicBezTo>
                        <a:pt x="22384" y="108871"/>
                        <a:pt x="18859" y="110109"/>
                        <a:pt x="14764" y="110300"/>
                      </a:cubicBezTo>
                      <a:cubicBezTo>
                        <a:pt x="10668" y="110490"/>
                        <a:pt x="6668" y="110681"/>
                        <a:pt x="2763" y="110871"/>
                      </a:cubicBezTo>
                      <a:lnTo>
                        <a:pt x="0" y="108395"/>
                      </a:lnTo>
                      <a:lnTo>
                        <a:pt x="0" y="2286"/>
                      </a:lnTo>
                      <a:cubicBezTo>
                        <a:pt x="10192" y="762"/>
                        <a:pt x="15430" y="0"/>
                        <a:pt x="15907" y="0"/>
                      </a:cubicBezTo>
                      <a:cubicBezTo>
                        <a:pt x="18859" y="0"/>
                        <a:pt x="21527" y="476"/>
                        <a:pt x="24194" y="1429"/>
                      </a:cubicBezTo>
                      <a:lnTo>
                        <a:pt x="29813" y="7525"/>
                      </a:lnTo>
                      <a:cubicBezTo>
                        <a:pt x="29718" y="8382"/>
                        <a:pt x="29909" y="9430"/>
                        <a:pt x="30671" y="10763"/>
                      </a:cubicBezTo>
                      <a:lnTo>
                        <a:pt x="32290" y="10763"/>
                      </a:lnTo>
                      <a:cubicBezTo>
                        <a:pt x="32385" y="15335"/>
                        <a:pt x="35909" y="21908"/>
                        <a:pt x="42767" y="30385"/>
                      </a:cubicBezTo>
                      <a:cubicBezTo>
                        <a:pt x="42482" y="31718"/>
                        <a:pt x="43053" y="33147"/>
                        <a:pt x="44577" y="34385"/>
                      </a:cubicBezTo>
                      <a:cubicBezTo>
                        <a:pt x="46006" y="35624"/>
                        <a:pt x="46768" y="36576"/>
                        <a:pt x="46768" y="37338"/>
                      </a:cubicBezTo>
                      <a:cubicBezTo>
                        <a:pt x="46768" y="37910"/>
                        <a:pt x="46482" y="38481"/>
                        <a:pt x="46101" y="39243"/>
                      </a:cubicBezTo>
                      <a:lnTo>
                        <a:pt x="41243" y="42577"/>
                      </a:lnTo>
                      <a:lnTo>
                        <a:pt x="41243" y="39815"/>
                      </a:lnTo>
                      <a:cubicBezTo>
                        <a:pt x="40196" y="39815"/>
                        <a:pt x="39243" y="39815"/>
                        <a:pt x="38291" y="40005"/>
                      </a:cubicBezTo>
                      <a:cubicBezTo>
                        <a:pt x="37338" y="40100"/>
                        <a:pt x="36672" y="40672"/>
                        <a:pt x="36195" y="41434"/>
                      </a:cubicBezTo>
                      <a:cubicBezTo>
                        <a:pt x="36481" y="42958"/>
                        <a:pt x="37624" y="44006"/>
                        <a:pt x="39624" y="44387"/>
                      </a:cubicBezTo>
                      <a:cubicBezTo>
                        <a:pt x="41624" y="44863"/>
                        <a:pt x="42863" y="45529"/>
                        <a:pt x="43434" y="46482"/>
                      </a:cubicBezTo>
                      <a:cubicBezTo>
                        <a:pt x="44482" y="46768"/>
                        <a:pt x="45339" y="46292"/>
                        <a:pt x="46101" y="45053"/>
                      </a:cubicBezTo>
                      <a:cubicBezTo>
                        <a:pt x="46863" y="43815"/>
                        <a:pt x="47434" y="43148"/>
                        <a:pt x="47911" y="43148"/>
                      </a:cubicBezTo>
                      <a:cubicBezTo>
                        <a:pt x="48387" y="43148"/>
                        <a:pt x="48863" y="43339"/>
                        <a:pt x="49339" y="43815"/>
                      </a:cubicBezTo>
                      <a:cubicBezTo>
                        <a:pt x="49816" y="43720"/>
                        <a:pt x="49911" y="42863"/>
                        <a:pt x="49911" y="41529"/>
                      </a:cubicBezTo>
                      <a:lnTo>
                        <a:pt x="52197" y="45529"/>
                      </a:lnTo>
                      <a:lnTo>
                        <a:pt x="56388" y="42577"/>
                      </a:lnTo>
                      <a:cubicBezTo>
                        <a:pt x="55245" y="40767"/>
                        <a:pt x="53816" y="40386"/>
                        <a:pt x="52197" y="41529"/>
                      </a:cubicBezTo>
                      <a:cubicBezTo>
                        <a:pt x="52483" y="34290"/>
                        <a:pt x="57245" y="26956"/>
                        <a:pt x="66580" y="19622"/>
                      </a:cubicBezTo>
                      <a:cubicBezTo>
                        <a:pt x="67533" y="19050"/>
                        <a:pt x="68009" y="18193"/>
                        <a:pt x="68009" y="17050"/>
                      </a:cubicBezTo>
                      <a:cubicBezTo>
                        <a:pt x="68009" y="16669"/>
                        <a:pt x="68009" y="16002"/>
                        <a:pt x="67818" y="15050"/>
                      </a:cubicBezTo>
                      <a:cubicBezTo>
                        <a:pt x="67628" y="14097"/>
                        <a:pt x="67628" y="13430"/>
                        <a:pt x="67628" y="13049"/>
                      </a:cubicBezTo>
                      <a:cubicBezTo>
                        <a:pt x="67628" y="12097"/>
                        <a:pt x="67913" y="11335"/>
                        <a:pt x="68485" y="10763"/>
                      </a:cubicBezTo>
                      <a:cubicBezTo>
                        <a:pt x="71438" y="4667"/>
                        <a:pt x="76009" y="1619"/>
                        <a:pt x="82010" y="1619"/>
                      </a:cubicBezTo>
                      <a:cubicBezTo>
                        <a:pt x="83153" y="1619"/>
                        <a:pt x="84297" y="1810"/>
                        <a:pt x="85630" y="2000"/>
                      </a:cubicBezTo>
                      <a:lnTo>
                        <a:pt x="85630" y="1143"/>
                      </a:lnTo>
                      <a:lnTo>
                        <a:pt x="102394" y="2000"/>
                      </a:lnTo>
                      <a:cubicBezTo>
                        <a:pt x="103061" y="13240"/>
                        <a:pt x="103441" y="25432"/>
                        <a:pt x="103441" y="38576"/>
                      </a:cubicBezTo>
                      <a:cubicBezTo>
                        <a:pt x="103441" y="51721"/>
                        <a:pt x="103061" y="63532"/>
                        <a:pt x="102394" y="74676"/>
                      </a:cubicBezTo>
                      <a:cubicBezTo>
                        <a:pt x="103347" y="76200"/>
                        <a:pt x="104775" y="76486"/>
                        <a:pt x="106489" y="75533"/>
                      </a:cubicBezTo>
                      <a:lnTo>
                        <a:pt x="101727" y="80105"/>
                      </a:lnTo>
                      <a:cubicBezTo>
                        <a:pt x="102680" y="80486"/>
                        <a:pt x="103156" y="81153"/>
                        <a:pt x="103156" y="82010"/>
                      </a:cubicBezTo>
                      <a:cubicBezTo>
                        <a:pt x="103156" y="81725"/>
                        <a:pt x="102680" y="82963"/>
                        <a:pt x="101727" y="85820"/>
                      </a:cubicBezTo>
                      <a:lnTo>
                        <a:pt x="105633" y="90011"/>
                      </a:lnTo>
                      <a:cubicBezTo>
                        <a:pt x="106109" y="89440"/>
                        <a:pt x="106489" y="89154"/>
                        <a:pt x="106680" y="89154"/>
                      </a:cubicBezTo>
                      <a:cubicBezTo>
                        <a:pt x="106966" y="89154"/>
                        <a:pt x="107442" y="89440"/>
                        <a:pt x="108109" y="90011"/>
                      </a:cubicBezTo>
                      <a:cubicBezTo>
                        <a:pt x="108775" y="90583"/>
                        <a:pt x="109347" y="90773"/>
                        <a:pt x="109824" y="90583"/>
                      </a:cubicBezTo>
                      <a:close/>
                      <a:moveTo>
                        <a:pt x="23622" y="34766"/>
                      </a:moveTo>
                      <a:lnTo>
                        <a:pt x="28290" y="31433"/>
                      </a:lnTo>
                      <a:cubicBezTo>
                        <a:pt x="27432" y="30956"/>
                        <a:pt x="26384" y="30766"/>
                        <a:pt x="25146" y="30766"/>
                      </a:cubicBezTo>
                      <a:cubicBezTo>
                        <a:pt x="23908" y="30766"/>
                        <a:pt x="21527" y="31147"/>
                        <a:pt x="18193" y="31814"/>
                      </a:cubicBezTo>
                      <a:cubicBezTo>
                        <a:pt x="14859" y="32480"/>
                        <a:pt x="12382" y="32861"/>
                        <a:pt x="10668" y="32861"/>
                      </a:cubicBezTo>
                      <a:cubicBezTo>
                        <a:pt x="9525" y="32861"/>
                        <a:pt x="8477" y="32671"/>
                        <a:pt x="7525" y="32480"/>
                      </a:cubicBezTo>
                      <a:cubicBezTo>
                        <a:pt x="9334" y="33623"/>
                        <a:pt x="12097" y="34195"/>
                        <a:pt x="15621" y="34195"/>
                      </a:cubicBezTo>
                      <a:lnTo>
                        <a:pt x="23527" y="34195"/>
                      </a:lnTo>
                      <a:lnTo>
                        <a:pt x="23527" y="34766"/>
                      </a:lnTo>
                      <a:close/>
                      <a:moveTo>
                        <a:pt x="46863" y="47530"/>
                      </a:moveTo>
                      <a:lnTo>
                        <a:pt x="50768" y="47530"/>
                      </a:lnTo>
                      <a:lnTo>
                        <a:pt x="49530" y="46292"/>
                      </a:lnTo>
                      <a:lnTo>
                        <a:pt x="46863" y="47530"/>
                      </a:lnTo>
                      <a:close/>
                      <a:moveTo>
                        <a:pt x="48483" y="84868"/>
                      </a:moveTo>
                      <a:cubicBezTo>
                        <a:pt x="48483" y="84868"/>
                        <a:pt x="48863" y="83820"/>
                        <a:pt x="49721" y="82201"/>
                      </a:cubicBezTo>
                      <a:cubicBezTo>
                        <a:pt x="50292" y="81248"/>
                        <a:pt x="50482" y="80200"/>
                        <a:pt x="50102" y="79248"/>
                      </a:cubicBezTo>
                      <a:lnTo>
                        <a:pt x="48483" y="79248"/>
                      </a:lnTo>
                      <a:lnTo>
                        <a:pt x="48483" y="84868"/>
                      </a:lnTo>
                      <a:close/>
                      <a:moveTo>
                        <a:pt x="55150" y="73628"/>
                      </a:moveTo>
                      <a:cubicBezTo>
                        <a:pt x="55816" y="73724"/>
                        <a:pt x="56865" y="74104"/>
                        <a:pt x="58293" y="74486"/>
                      </a:cubicBezTo>
                      <a:cubicBezTo>
                        <a:pt x="56865" y="74009"/>
                        <a:pt x="55816" y="73628"/>
                        <a:pt x="55150" y="73628"/>
                      </a:cubicBezTo>
                      <a:cubicBezTo>
                        <a:pt x="53340" y="73247"/>
                        <a:pt x="51816" y="73724"/>
                        <a:pt x="50768" y="75343"/>
                      </a:cubicBezTo>
                      <a:cubicBezTo>
                        <a:pt x="52007" y="74104"/>
                        <a:pt x="53530" y="73533"/>
                        <a:pt x="55150" y="73628"/>
                      </a:cubicBezTo>
                      <a:close/>
                      <a:moveTo>
                        <a:pt x="50768" y="100965"/>
                      </a:moveTo>
                      <a:lnTo>
                        <a:pt x="51816" y="98203"/>
                      </a:lnTo>
                      <a:lnTo>
                        <a:pt x="53435" y="98203"/>
                      </a:lnTo>
                      <a:lnTo>
                        <a:pt x="50673" y="100965"/>
                      </a:lnTo>
                      <a:close/>
                      <a:moveTo>
                        <a:pt x="63913" y="79915"/>
                      </a:moveTo>
                      <a:cubicBezTo>
                        <a:pt x="63818" y="80486"/>
                        <a:pt x="63437" y="81248"/>
                        <a:pt x="62865" y="82201"/>
                      </a:cubicBezTo>
                      <a:lnTo>
                        <a:pt x="61722" y="82201"/>
                      </a:lnTo>
                      <a:cubicBezTo>
                        <a:pt x="61246" y="81534"/>
                        <a:pt x="61341" y="80867"/>
                        <a:pt x="61913" y="80296"/>
                      </a:cubicBezTo>
                      <a:cubicBezTo>
                        <a:pt x="62484" y="79724"/>
                        <a:pt x="63151" y="79629"/>
                        <a:pt x="64008" y="79915"/>
                      </a:cubicBezTo>
                      <a:close/>
                      <a:moveTo>
                        <a:pt x="62865" y="88011"/>
                      </a:moveTo>
                      <a:lnTo>
                        <a:pt x="65627" y="88868"/>
                      </a:lnTo>
                      <a:lnTo>
                        <a:pt x="62294" y="88868"/>
                      </a:lnTo>
                      <a:lnTo>
                        <a:pt x="62865" y="88011"/>
                      </a:lnTo>
                      <a:close/>
                      <a:moveTo>
                        <a:pt x="62865" y="108014"/>
                      </a:moveTo>
                      <a:cubicBezTo>
                        <a:pt x="64675" y="107728"/>
                        <a:pt x="66294" y="108014"/>
                        <a:pt x="67818" y="108775"/>
                      </a:cubicBezTo>
                      <a:cubicBezTo>
                        <a:pt x="69342" y="109538"/>
                        <a:pt x="70199" y="110395"/>
                        <a:pt x="70390" y="111443"/>
                      </a:cubicBezTo>
                      <a:lnTo>
                        <a:pt x="67913" y="112300"/>
                      </a:lnTo>
                      <a:cubicBezTo>
                        <a:pt x="69152" y="111062"/>
                        <a:pt x="69152" y="110204"/>
                        <a:pt x="67913" y="109823"/>
                      </a:cubicBezTo>
                      <a:lnTo>
                        <a:pt x="64008" y="111538"/>
                      </a:lnTo>
                      <a:lnTo>
                        <a:pt x="62960" y="108204"/>
                      </a:lnTo>
                      <a:close/>
                      <a:moveTo>
                        <a:pt x="66199" y="95917"/>
                      </a:moveTo>
                      <a:lnTo>
                        <a:pt x="67818" y="95917"/>
                      </a:lnTo>
                      <a:lnTo>
                        <a:pt x="67818" y="98203"/>
                      </a:lnTo>
                      <a:lnTo>
                        <a:pt x="66199" y="95917"/>
                      </a:lnTo>
                      <a:close/>
                      <a:moveTo>
                        <a:pt x="68866" y="71723"/>
                      </a:moveTo>
                      <a:cubicBezTo>
                        <a:pt x="68866" y="71723"/>
                        <a:pt x="68199" y="71914"/>
                        <a:pt x="67818" y="71723"/>
                      </a:cubicBezTo>
                      <a:lnTo>
                        <a:pt x="68866" y="71723"/>
                      </a:lnTo>
                      <a:close/>
                      <a:moveTo>
                        <a:pt x="68866" y="71723"/>
                      </a:moveTo>
                      <a:lnTo>
                        <a:pt x="69532" y="71057"/>
                      </a:lnTo>
                      <a:cubicBezTo>
                        <a:pt x="69532" y="71057"/>
                        <a:pt x="69723" y="71342"/>
                        <a:pt x="69723" y="71438"/>
                      </a:cubicBezTo>
                      <a:lnTo>
                        <a:pt x="68866" y="71628"/>
                      </a:lnTo>
                      <a:close/>
                      <a:moveTo>
                        <a:pt x="72009" y="120206"/>
                      </a:moveTo>
                      <a:cubicBezTo>
                        <a:pt x="72866" y="120110"/>
                        <a:pt x="74009" y="120396"/>
                        <a:pt x="75629" y="121253"/>
                      </a:cubicBezTo>
                      <a:cubicBezTo>
                        <a:pt x="77153" y="122111"/>
                        <a:pt x="78200" y="122587"/>
                        <a:pt x="78772" y="122682"/>
                      </a:cubicBezTo>
                      <a:cubicBezTo>
                        <a:pt x="74676" y="123254"/>
                        <a:pt x="72485" y="122396"/>
                        <a:pt x="72009" y="120206"/>
                      </a:cubicBezTo>
                      <a:close/>
                      <a:moveTo>
                        <a:pt x="81629" y="121920"/>
                      </a:moveTo>
                      <a:cubicBezTo>
                        <a:pt x="80677" y="122587"/>
                        <a:pt x="79629" y="122873"/>
                        <a:pt x="78677" y="122777"/>
                      </a:cubicBezTo>
                      <a:cubicBezTo>
                        <a:pt x="79153" y="122682"/>
                        <a:pt x="80200" y="122396"/>
                        <a:pt x="81629" y="121920"/>
                      </a:cubicBezTo>
                      <a:close/>
                      <a:moveTo>
                        <a:pt x="87059" y="81629"/>
                      </a:moveTo>
                      <a:cubicBezTo>
                        <a:pt x="87916" y="81058"/>
                        <a:pt x="88202" y="80486"/>
                        <a:pt x="88106" y="79915"/>
                      </a:cubicBezTo>
                      <a:cubicBezTo>
                        <a:pt x="87344" y="79629"/>
                        <a:pt x="86773" y="79724"/>
                        <a:pt x="86296" y="80105"/>
                      </a:cubicBezTo>
                      <a:cubicBezTo>
                        <a:pt x="85820" y="80486"/>
                        <a:pt x="85630" y="80963"/>
                        <a:pt x="85725" y="81534"/>
                      </a:cubicBezTo>
                      <a:lnTo>
                        <a:pt x="86963" y="81534"/>
                      </a:lnTo>
                      <a:close/>
                      <a:moveTo>
                        <a:pt x="90392" y="57436"/>
                      </a:moveTo>
                      <a:lnTo>
                        <a:pt x="88678" y="59722"/>
                      </a:lnTo>
                      <a:cubicBezTo>
                        <a:pt x="89916" y="59341"/>
                        <a:pt x="90488" y="59150"/>
                        <a:pt x="90392" y="59150"/>
                      </a:cubicBezTo>
                      <a:lnTo>
                        <a:pt x="90392" y="57436"/>
                      </a:lnTo>
                      <a:close/>
                      <a:moveTo>
                        <a:pt x="88678" y="86487"/>
                      </a:moveTo>
                      <a:lnTo>
                        <a:pt x="92678" y="86487"/>
                      </a:lnTo>
                      <a:lnTo>
                        <a:pt x="90392" y="83915"/>
                      </a:lnTo>
                      <a:lnTo>
                        <a:pt x="88678" y="86487"/>
                      </a:lnTo>
                      <a:close/>
                      <a:moveTo>
                        <a:pt x="91250" y="109442"/>
                      </a:moveTo>
                      <a:cubicBezTo>
                        <a:pt x="90392" y="109919"/>
                        <a:pt x="89821" y="110109"/>
                        <a:pt x="89345" y="109823"/>
                      </a:cubicBezTo>
                      <a:cubicBezTo>
                        <a:pt x="89821" y="109538"/>
                        <a:pt x="90488" y="109442"/>
                        <a:pt x="91250" y="109442"/>
                      </a:cubicBezTo>
                      <a:close/>
                      <a:moveTo>
                        <a:pt x="91250" y="109442"/>
                      </a:moveTo>
                      <a:cubicBezTo>
                        <a:pt x="91250" y="109442"/>
                        <a:pt x="92202" y="109252"/>
                        <a:pt x="92678" y="109823"/>
                      </a:cubicBezTo>
                      <a:cubicBezTo>
                        <a:pt x="91821" y="109538"/>
                        <a:pt x="91345" y="109442"/>
                        <a:pt x="91250" y="109442"/>
                      </a:cubicBezTo>
                      <a:close/>
                      <a:moveTo>
                        <a:pt x="97822" y="100965"/>
                      </a:moveTo>
                      <a:cubicBezTo>
                        <a:pt x="98298" y="100775"/>
                        <a:pt x="98584" y="100584"/>
                        <a:pt x="98584" y="100584"/>
                      </a:cubicBezTo>
                      <a:lnTo>
                        <a:pt x="98584" y="98298"/>
                      </a:lnTo>
                      <a:cubicBezTo>
                        <a:pt x="98013" y="97727"/>
                        <a:pt x="97250" y="97536"/>
                        <a:pt x="96298" y="97631"/>
                      </a:cubicBezTo>
                      <a:lnTo>
                        <a:pt x="93155" y="97631"/>
                      </a:lnTo>
                      <a:cubicBezTo>
                        <a:pt x="94298" y="97822"/>
                        <a:pt x="94869" y="98393"/>
                        <a:pt x="95155" y="99536"/>
                      </a:cubicBezTo>
                      <a:cubicBezTo>
                        <a:pt x="95345" y="100679"/>
                        <a:pt x="95821" y="101251"/>
                        <a:pt x="96488" y="101251"/>
                      </a:cubicBezTo>
                      <a:cubicBezTo>
                        <a:pt x="96964" y="101251"/>
                        <a:pt x="97346" y="101251"/>
                        <a:pt x="97917" y="100965"/>
                      </a:cubicBezTo>
                      <a:close/>
                      <a:moveTo>
                        <a:pt x="99156" y="92107"/>
                      </a:moveTo>
                      <a:lnTo>
                        <a:pt x="99156" y="88964"/>
                      </a:lnTo>
                      <a:lnTo>
                        <a:pt x="97917" y="88964"/>
                      </a:lnTo>
                      <a:lnTo>
                        <a:pt x="97917" y="91440"/>
                      </a:lnTo>
                      <a:cubicBezTo>
                        <a:pt x="97917" y="91440"/>
                        <a:pt x="98679" y="91440"/>
                        <a:pt x="99156" y="92107"/>
                      </a:cubicBezTo>
                      <a:close/>
                      <a:moveTo>
                        <a:pt x="101918" y="114681"/>
                      </a:moveTo>
                      <a:lnTo>
                        <a:pt x="104204" y="114681"/>
                      </a:lnTo>
                      <a:lnTo>
                        <a:pt x="105061" y="115729"/>
                      </a:lnTo>
                      <a:lnTo>
                        <a:pt x="101918" y="114681"/>
                      </a:lnTo>
                      <a:close/>
                      <a:moveTo>
                        <a:pt x="111919" y="67913"/>
                      </a:moveTo>
                      <a:cubicBezTo>
                        <a:pt x="110300" y="68485"/>
                        <a:pt x="109061" y="69818"/>
                        <a:pt x="108395" y="71819"/>
                      </a:cubicBezTo>
                      <a:cubicBezTo>
                        <a:pt x="107918" y="70961"/>
                        <a:pt x="107823" y="70295"/>
                        <a:pt x="107823" y="69723"/>
                      </a:cubicBezTo>
                      <a:cubicBezTo>
                        <a:pt x="107823" y="69152"/>
                        <a:pt x="109252" y="68485"/>
                        <a:pt x="112014" y="67818"/>
                      </a:cubicBezTo>
                      <a:close/>
                      <a:moveTo>
                        <a:pt x="108966" y="78772"/>
                      </a:moveTo>
                      <a:lnTo>
                        <a:pt x="108966" y="76105"/>
                      </a:lnTo>
                      <a:lnTo>
                        <a:pt x="111252" y="76105"/>
                      </a:lnTo>
                      <a:lnTo>
                        <a:pt x="108966" y="78772"/>
                      </a:lnTo>
                      <a:close/>
                      <a:moveTo>
                        <a:pt x="116300" y="106585"/>
                      </a:moveTo>
                      <a:cubicBezTo>
                        <a:pt x="116300" y="106585"/>
                        <a:pt x="115443" y="107156"/>
                        <a:pt x="115062" y="107156"/>
                      </a:cubicBezTo>
                      <a:cubicBezTo>
                        <a:pt x="114586" y="107156"/>
                        <a:pt x="114015" y="106966"/>
                        <a:pt x="113348" y="106680"/>
                      </a:cubicBezTo>
                      <a:cubicBezTo>
                        <a:pt x="112681" y="106299"/>
                        <a:pt x="112109" y="106204"/>
                        <a:pt x="111728" y="106204"/>
                      </a:cubicBezTo>
                      <a:cubicBezTo>
                        <a:pt x="111157" y="106204"/>
                        <a:pt x="110585" y="106680"/>
                        <a:pt x="110014" y="107633"/>
                      </a:cubicBezTo>
                      <a:lnTo>
                        <a:pt x="111252" y="102584"/>
                      </a:lnTo>
                      <a:lnTo>
                        <a:pt x="112966" y="105347"/>
                      </a:lnTo>
                      <a:lnTo>
                        <a:pt x="114015" y="104299"/>
                      </a:lnTo>
                      <a:lnTo>
                        <a:pt x="116300" y="106585"/>
                      </a:lnTo>
                      <a:close/>
                      <a:moveTo>
                        <a:pt x="112966" y="130207"/>
                      </a:moveTo>
                      <a:lnTo>
                        <a:pt x="111252" y="130207"/>
                      </a:lnTo>
                      <a:lnTo>
                        <a:pt x="114015" y="128588"/>
                      </a:lnTo>
                      <a:lnTo>
                        <a:pt x="112966" y="130207"/>
                      </a:lnTo>
                      <a:close/>
                      <a:moveTo>
                        <a:pt x="114015" y="68008"/>
                      </a:moveTo>
                      <a:cubicBezTo>
                        <a:pt x="113252" y="67723"/>
                        <a:pt x="112776" y="67723"/>
                        <a:pt x="112300" y="68008"/>
                      </a:cubicBezTo>
                      <a:cubicBezTo>
                        <a:pt x="113062" y="67723"/>
                        <a:pt x="113538" y="67247"/>
                        <a:pt x="114015" y="66485"/>
                      </a:cubicBezTo>
                      <a:lnTo>
                        <a:pt x="114015" y="68008"/>
                      </a:lnTo>
                      <a:close/>
                      <a:moveTo>
                        <a:pt x="116967" y="119825"/>
                      </a:moveTo>
                      <a:cubicBezTo>
                        <a:pt x="115824" y="119444"/>
                        <a:pt x="115253" y="120206"/>
                        <a:pt x="115253" y="122111"/>
                      </a:cubicBezTo>
                      <a:lnTo>
                        <a:pt x="116300" y="122111"/>
                      </a:lnTo>
                      <a:lnTo>
                        <a:pt x="116300" y="124587"/>
                      </a:lnTo>
                      <a:lnTo>
                        <a:pt x="115253" y="124587"/>
                      </a:lnTo>
                      <a:lnTo>
                        <a:pt x="115253" y="119729"/>
                      </a:lnTo>
                      <a:cubicBezTo>
                        <a:pt x="115062" y="118110"/>
                        <a:pt x="114300" y="117348"/>
                        <a:pt x="112966" y="117443"/>
                      </a:cubicBezTo>
                      <a:cubicBezTo>
                        <a:pt x="115348" y="116491"/>
                        <a:pt x="116586" y="117253"/>
                        <a:pt x="116967" y="119729"/>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 name="Google Shape;1096;p99"/>
                <p:cNvSpPr/>
                <p:nvPr/>
              </p:nvSpPr>
              <p:spPr>
                <a:xfrm>
                  <a:off x="7436547" y="2383631"/>
                  <a:ext cx="102108" cy="112109"/>
                </a:xfrm>
                <a:custGeom>
                  <a:avLst/>
                  <a:gdLst/>
                  <a:ahLst/>
                  <a:cxnLst/>
                  <a:rect l="l" t="t" r="r" b="b"/>
                  <a:pathLst>
                    <a:path w="102108" h="112109" extrusionOk="0">
                      <a:moveTo>
                        <a:pt x="90869" y="1429"/>
                      </a:moveTo>
                      <a:cubicBezTo>
                        <a:pt x="92012" y="6191"/>
                        <a:pt x="92583" y="9239"/>
                        <a:pt x="92583" y="10573"/>
                      </a:cubicBezTo>
                      <a:cubicBezTo>
                        <a:pt x="92583" y="13621"/>
                        <a:pt x="91440" y="16288"/>
                        <a:pt x="89249" y="18574"/>
                      </a:cubicBezTo>
                      <a:lnTo>
                        <a:pt x="92202" y="19145"/>
                      </a:lnTo>
                      <a:cubicBezTo>
                        <a:pt x="89725" y="20669"/>
                        <a:pt x="87916" y="21431"/>
                        <a:pt x="86963" y="21431"/>
                      </a:cubicBezTo>
                      <a:cubicBezTo>
                        <a:pt x="85916" y="21431"/>
                        <a:pt x="84963" y="20860"/>
                        <a:pt x="84297" y="19812"/>
                      </a:cubicBezTo>
                      <a:lnTo>
                        <a:pt x="31718" y="20860"/>
                      </a:lnTo>
                      <a:cubicBezTo>
                        <a:pt x="32004" y="21908"/>
                        <a:pt x="32099" y="23146"/>
                        <a:pt x="32099" y="24384"/>
                      </a:cubicBezTo>
                      <a:cubicBezTo>
                        <a:pt x="32099" y="25813"/>
                        <a:pt x="31718" y="28004"/>
                        <a:pt x="31147" y="30956"/>
                      </a:cubicBezTo>
                      <a:cubicBezTo>
                        <a:pt x="30480" y="34004"/>
                        <a:pt x="30289" y="36195"/>
                        <a:pt x="30289" y="37719"/>
                      </a:cubicBezTo>
                      <a:cubicBezTo>
                        <a:pt x="30289" y="39338"/>
                        <a:pt x="30480" y="40958"/>
                        <a:pt x="31052" y="42577"/>
                      </a:cubicBezTo>
                      <a:cubicBezTo>
                        <a:pt x="33528" y="44196"/>
                        <a:pt x="37052" y="45053"/>
                        <a:pt x="41529" y="45053"/>
                      </a:cubicBezTo>
                      <a:cubicBezTo>
                        <a:pt x="45244" y="45053"/>
                        <a:pt x="49149" y="44482"/>
                        <a:pt x="52959" y="43339"/>
                      </a:cubicBezTo>
                      <a:lnTo>
                        <a:pt x="52007" y="43339"/>
                      </a:lnTo>
                      <a:lnTo>
                        <a:pt x="52007" y="40862"/>
                      </a:lnTo>
                      <a:lnTo>
                        <a:pt x="52959" y="40862"/>
                      </a:lnTo>
                      <a:cubicBezTo>
                        <a:pt x="52959" y="40862"/>
                        <a:pt x="52769" y="41624"/>
                        <a:pt x="52769" y="41910"/>
                      </a:cubicBezTo>
                      <a:cubicBezTo>
                        <a:pt x="52769" y="42577"/>
                        <a:pt x="53150" y="43148"/>
                        <a:pt x="53816" y="43720"/>
                      </a:cubicBezTo>
                      <a:cubicBezTo>
                        <a:pt x="54483" y="44196"/>
                        <a:pt x="55245" y="44672"/>
                        <a:pt x="55912" y="45053"/>
                      </a:cubicBezTo>
                      <a:cubicBezTo>
                        <a:pt x="56007" y="45053"/>
                        <a:pt x="58008" y="45053"/>
                        <a:pt x="62008" y="44863"/>
                      </a:cubicBezTo>
                      <a:cubicBezTo>
                        <a:pt x="64484" y="44767"/>
                        <a:pt x="66580" y="44863"/>
                        <a:pt x="68294" y="45053"/>
                      </a:cubicBezTo>
                      <a:cubicBezTo>
                        <a:pt x="70485" y="45339"/>
                        <a:pt x="72390" y="46196"/>
                        <a:pt x="74009" y="47530"/>
                      </a:cubicBezTo>
                      <a:cubicBezTo>
                        <a:pt x="75629" y="48958"/>
                        <a:pt x="76391" y="50673"/>
                        <a:pt x="76391" y="52768"/>
                      </a:cubicBezTo>
                      <a:cubicBezTo>
                        <a:pt x="76391" y="53721"/>
                        <a:pt x="76105" y="55436"/>
                        <a:pt x="75533" y="57817"/>
                      </a:cubicBezTo>
                      <a:cubicBezTo>
                        <a:pt x="74962" y="60198"/>
                        <a:pt x="74676" y="62103"/>
                        <a:pt x="74676" y="63437"/>
                      </a:cubicBezTo>
                      <a:cubicBezTo>
                        <a:pt x="72390" y="66199"/>
                        <a:pt x="68961" y="67628"/>
                        <a:pt x="64198" y="67628"/>
                      </a:cubicBezTo>
                      <a:cubicBezTo>
                        <a:pt x="62675" y="67628"/>
                        <a:pt x="60198" y="67437"/>
                        <a:pt x="56674" y="66961"/>
                      </a:cubicBezTo>
                      <a:cubicBezTo>
                        <a:pt x="53245" y="66580"/>
                        <a:pt x="50768" y="66294"/>
                        <a:pt x="49149" y="66294"/>
                      </a:cubicBezTo>
                      <a:cubicBezTo>
                        <a:pt x="47530" y="66294"/>
                        <a:pt x="46101" y="66484"/>
                        <a:pt x="44768" y="66770"/>
                      </a:cubicBezTo>
                      <a:cubicBezTo>
                        <a:pt x="43625" y="66104"/>
                        <a:pt x="42482" y="65722"/>
                        <a:pt x="41148" y="65722"/>
                      </a:cubicBezTo>
                      <a:cubicBezTo>
                        <a:pt x="39624" y="65722"/>
                        <a:pt x="37529" y="66675"/>
                        <a:pt x="34671" y="68675"/>
                      </a:cubicBezTo>
                      <a:cubicBezTo>
                        <a:pt x="31909" y="70675"/>
                        <a:pt x="29813" y="71628"/>
                        <a:pt x="28384" y="71628"/>
                      </a:cubicBezTo>
                      <a:cubicBezTo>
                        <a:pt x="26765" y="71628"/>
                        <a:pt x="25146" y="70866"/>
                        <a:pt x="23527" y="69342"/>
                      </a:cubicBezTo>
                      <a:lnTo>
                        <a:pt x="22670" y="72295"/>
                      </a:lnTo>
                      <a:cubicBezTo>
                        <a:pt x="22098" y="72295"/>
                        <a:pt x="21241" y="72104"/>
                        <a:pt x="20003" y="71533"/>
                      </a:cubicBezTo>
                      <a:cubicBezTo>
                        <a:pt x="18765" y="71057"/>
                        <a:pt x="17812" y="70866"/>
                        <a:pt x="17240" y="70866"/>
                      </a:cubicBezTo>
                      <a:cubicBezTo>
                        <a:pt x="16193" y="70866"/>
                        <a:pt x="15430" y="71342"/>
                        <a:pt x="14669" y="72295"/>
                      </a:cubicBezTo>
                      <a:cubicBezTo>
                        <a:pt x="17622" y="74486"/>
                        <a:pt x="20860" y="75438"/>
                        <a:pt x="24479" y="75057"/>
                      </a:cubicBezTo>
                      <a:lnTo>
                        <a:pt x="22574" y="76295"/>
                      </a:lnTo>
                      <a:cubicBezTo>
                        <a:pt x="24194" y="76391"/>
                        <a:pt x="25908" y="76581"/>
                        <a:pt x="27623" y="76771"/>
                      </a:cubicBezTo>
                      <a:cubicBezTo>
                        <a:pt x="29718" y="77248"/>
                        <a:pt x="30956" y="78296"/>
                        <a:pt x="31432" y="79915"/>
                      </a:cubicBezTo>
                      <a:cubicBezTo>
                        <a:pt x="31623" y="81915"/>
                        <a:pt x="31814" y="83725"/>
                        <a:pt x="32004" y="85439"/>
                      </a:cubicBezTo>
                      <a:cubicBezTo>
                        <a:pt x="32290" y="87154"/>
                        <a:pt x="33433" y="88201"/>
                        <a:pt x="35528" y="88487"/>
                      </a:cubicBezTo>
                      <a:cubicBezTo>
                        <a:pt x="38576" y="88392"/>
                        <a:pt x="43720" y="88487"/>
                        <a:pt x="50768" y="88678"/>
                      </a:cubicBezTo>
                      <a:cubicBezTo>
                        <a:pt x="57341" y="88773"/>
                        <a:pt x="62294" y="88773"/>
                        <a:pt x="65818" y="88678"/>
                      </a:cubicBezTo>
                      <a:cubicBezTo>
                        <a:pt x="71533" y="88297"/>
                        <a:pt x="76486" y="87439"/>
                        <a:pt x="80867" y="86201"/>
                      </a:cubicBezTo>
                      <a:cubicBezTo>
                        <a:pt x="80391" y="87344"/>
                        <a:pt x="80963" y="87916"/>
                        <a:pt x="82487" y="88106"/>
                      </a:cubicBezTo>
                      <a:lnTo>
                        <a:pt x="86011" y="88106"/>
                      </a:lnTo>
                      <a:cubicBezTo>
                        <a:pt x="86868" y="88106"/>
                        <a:pt x="87439" y="88297"/>
                        <a:pt x="87916" y="88487"/>
                      </a:cubicBezTo>
                      <a:lnTo>
                        <a:pt x="90583" y="88487"/>
                      </a:lnTo>
                      <a:cubicBezTo>
                        <a:pt x="91440" y="98393"/>
                        <a:pt x="91821" y="102584"/>
                        <a:pt x="91821" y="101251"/>
                      </a:cubicBezTo>
                      <a:cubicBezTo>
                        <a:pt x="91821" y="104966"/>
                        <a:pt x="91059" y="108013"/>
                        <a:pt x="89535" y="110395"/>
                      </a:cubicBezTo>
                      <a:cubicBezTo>
                        <a:pt x="86296" y="110966"/>
                        <a:pt x="82772" y="111252"/>
                        <a:pt x="78867" y="111252"/>
                      </a:cubicBezTo>
                      <a:lnTo>
                        <a:pt x="62199" y="111252"/>
                      </a:lnTo>
                      <a:cubicBezTo>
                        <a:pt x="57817" y="111252"/>
                        <a:pt x="54102" y="111538"/>
                        <a:pt x="50864" y="112109"/>
                      </a:cubicBezTo>
                      <a:cubicBezTo>
                        <a:pt x="48863" y="111538"/>
                        <a:pt x="44863" y="111347"/>
                        <a:pt x="38767" y="111538"/>
                      </a:cubicBezTo>
                      <a:cubicBezTo>
                        <a:pt x="33909" y="111538"/>
                        <a:pt x="30099" y="110585"/>
                        <a:pt x="27241" y="108775"/>
                      </a:cubicBezTo>
                      <a:cubicBezTo>
                        <a:pt x="25432" y="110490"/>
                        <a:pt x="22479" y="111252"/>
                        <a:pt x="18479" y="111252"/>
                      </a:cubicBezTo>
                      <a:cubicBezTo>
                        <a:pt x="17240" y="111252"/>
                        <a:pt x="13907" y="110966"/>
                        <a:pt x="8668" y="110204"/>
                      </a:cubicBezTo>
                      <a:cubicBezTo>
                        <a:pt x="5715" y="108395"/>
                        <a:pt x="4286" y="104966"/>
                        <a:pt x="4286" y="99822"/>
                      </a:cubicBezTo>
                      <a:cubicBezTo>
                        <a:pt x="4286" y="98679"/>
                        <a:pt x="4286" y="97155"/>
                        <a:pt x="4477" y="95059"/>
                      </a:cubicBezTo>
                      <a:cubicBezTo>
                        <a:pt x="4667" y="93059"/>
                        <a:pt x="4667" y="91630"/>
                        <a:pt x="4667" y="90773"/>
                      </a:cubicBezTo>
                      <a:lnTo>
                        <a:pt x="5715" y="49721"/>
                      </a:lnTo>
                      <a:cubicBezTo>
                        <a:pt x="5049" y="48196"/>
                        <a:pt x="4667" y="46101"/>
                        <a:pt x="4667" y="43529"/>
                      </a:cubicBezTo>
                      <a:cubicBezTo>
                        <a:pt x="4667" y="42577"/>
                        <a:pt x="4667" y="41053"/>
                        <a:pt x="4858" y="39053"/>
                      </a:cubicBezTo>
                      <a:cubicBezTo>
                        <a:pt x="4953" y="37052"/>
                        <a:pt x="5049" y="35624"/>
                        <a:pt x="5049" y="34766"/>
                      </a:cubicBezTo>
                      <a:cubicBezTo>
                        <a:pt x="5049" y="29528"/>
                        <a:pt x="3429" y="26861"/>
                        <a:pt x="0" y="26670"/>
                      </a:cubicBezTo>
                      <a:cubicBezTo>
                        <a:pt x="4191" y="25527"/>
                        <a:pt x="6191" y="22193"/>
                        <a:pt x="5905" y="16478"/>
                      </a:cubicBezTo>
                      <a:cubicBezTo>
                        <a:pt x="5429" y="8001"/>
                        <a:pt x="5429" y="3334"/>
                        <a:pt x="5715" y="2476"/>
                      </a:cubicBezTo>
                      <a:lnTo>
                        <a:pt x="4667" y="1619"/>
                      </a:lnTo>
                      <a:cubicBezTo>
                        <a:pt x="6191" y="762"/>
                        <a:pt x="8001" y="381"/>
                        <a:pt x="10096" y="381"/>
                      </a:cubicBezTo>
                      <a:cubicBezTo>
                        <a:pt x="11335" y="381"/>
                        <a:pt x="13621" y="571"/>
                        <a:pt x="16764" y="1143"/>
                      </a:cubicBezTo>
                      <a:cubicBezTo>
                        <a:pt x="19908" y="1619"/>
                        <a:pt x="22479" y="1810"/>
                        <a:pt x="24289" y="1714"/>
                      </a:cubicBezTo>
                      <a:cubicBezTo>
                        <a:pt x="33528" y="1714"/>
                        <a:pt x="39434" y="1143"/>
                        <a:pt x="42100" y="0"/>
                      </a:cubicBezTo>
                      <a:cubicBezTo>
                        <a:pt x="42482" y="1429"/>
                        <a:pt x="43339" y="2096"/>
                        <a:pt x="44577" y="2096"/>
                      </a:cubicBezTo>
                      <a:cubicBezTo>
                        <a:pt x="45244" y="2096"/>
                        <a:pt x="46291" y="1810"/>
                        <a:pt x="47816" y="1238"/>
                      </a:cubicBezTo>
                      <a:cubicBezTo>
                        <a:pt x="49339" y="667"/>
                        <a:pt x="50388" y="381"/>
                        <a:pt x="51054" y="381"/>
                      </a:cubicBezTo>
                      <a:cubicBezTo>
                        <a:pt x="51625" y="381"/>
                        <a:pt x="52197" y="381"/>
                        <a:pt x="52769" y="571"/>
                      </a:cubicBezTo>
                      <a:cubicBezTo>
                        <a:pt x="53340" y="667"/>
                        <a:pt x="56007" y="1143"/>
                        <a:pt x="60674" y="2000"/>
                      </a:cubicBezTo>
                      <a:cubicBezTo>
                        <a:pt x="64008" y="2572"/>
                        <a:pt x="66675" y="2667"/>
                        <a:pt x="68580" y="2381"/>
                      </a:cubicBezTo>
                      <a:lnTo>
                        <a:pt x="70866" y="4858"/>
                      </a:lnTo>
                      <a:cubicBezTo>
                        <a:pt x="72390" y="1810"/>
                        <a:pt x="78963" y="667"/>
                        <a:pt x="90488" y="1524"/>
                      </a:cubicBezTo>
                      <a:close/>
                      <a:moveTo>
                        <a:pt x="7811" y="70961"/>
                      </a:moveTo>
                      <a:cubicBezTo>
                        <a:pt x="8191" y="72200"/>
                        <a:pt x="9620" y="72866"/>
                        <a:pt x="12002" y="72866"/>
                      </a:cubicBezTo>
                      <a:cubicBezTo>
                        <a:pt x="13145" y="72866"/>
                        <a:pt x="13907" y="72676"/>
                        <a:pt x="14288" y="72200"/>
                      </a:cubicBezTo>
                      <a:lnTo>
                        <a:pt x="7811" y="70961"/>
                      </a:lnTo>
                      <a:close/>
                      <a:moveTo>
                        <a:pt x="21146" y="70961"/>
                      </a:moveTo>
                      <a:lnTo>
                        <a:pt x="21146" y="69342"/>
                      </a:lnTo>
                      <a:cubicBezTo>
                        <a:pt x="21050" y="68675"/>
                        <a:pt x="20288" y="68294"/>
                        <a:pt x="18859" y="68294"/>
                      </a:cubicBezTo>
                      <a:lnTo>
                        <a:pt x="21146" y="70961"/>
                      </a:lnTo>
                      <a:close/>
                      <a:moveTo>
                        <a:pt x="26384" y="35909"/>
                      </a:moveTo>
                      <a:lnTo>
                        <a:pt x="26384" y="34671"/>
                      </a:lnTo>
                      <a:lnTo>
                        <a:pt x="24670" y="34671"/>
                      </a:lnTo>
                      <a:lnTo>
                        <a:pt x="24670" y="35909"/>
                      </a:lnTo>
                      <a:lnTo>
                        <a:pt x="26384" y="35909"/>
                      </a:lnTo>
                      <a:close/>
                      <a:moveTo>
                        <a:pt x="61722" y="35338"/>
                      </a:moveTo>
                      <a:cubicBezTo>
                        <a:pt x="60579" y="34576"/>
                        <a:pt x="60007" y="33909"/>
                        <a:pt x="60007" y="33242"/>
                      </a:cubicBezTo>
                      <a:cubicBezTo>
                        <a:pt x="60007" y="32290"/>
                        <a:pt x="60865" y="31718"/>
                        <a:pt x="62579" y="31718"/>
                      </a:cubicBezTo>
                      <a:cubicBezTo>
                        <a:pt x="64294" y="31718"/>
                        <a:pt x="65247" y="32385"/>
                        <a:pt x="65723" y="33623"/>
                      </a:cubicBezTo>
                      <a:cubicBezTo>
                        <a:pt x="64389" y="35052"/>
                        <a:pt x="62960" y="35624"/>
                        <a:pt x="61722" y="35338"/>
                      </a:cubicBezTo>
                      <a:close/>
                      <a:moveTo>
                        <a:pt x="74676" y="35909"/>
                      </a:moveTo>
                      <a:cubicBezTo>
                        <a:pt x="75533" y="35624"/>
                        <a:pt x="75915" y="35338"/>
                        <a:pt x="75915" y="34862"/>
                      </a:cubicBezTo>
                      <a:cubicBezTo>
                        <a:pt x="75915" y="34576"/>
                        <a:pt x="75724" y="34195"/>
                        <a:pt x="75438" y="33718"/>
                      </a:cubicBezTo>
                      <a:cubicBezTo>
                        <a:pt x="75057" y="33242"/>
                        <a:pt x="74962" y="32957"/>
                        <a:pt x="74962" y="32766"/>
                      </a:cubicBezTo>
                      <a:cubicBezTo>
                        <a:pt x="75057" y="32385"/>
                        <a:pt x="75248" y="32099"/>
                        <a:pt x="75533" y="31909"/>
                      </a:cubicBezTo>
                      <a:cubicBezTo>
                        <a:pt x="76486" y="31623"/>
                        <a:pt x="77629" y="31909"/>
                        <a:pt x="78867" y="32957"/>
                      </a:cubicBezTo>
                      <a:lnTo>
                        <a:pt x="77248" y="35909"/>
                      </a:lnTo>
                      <a:lnTo>
                        <a:pt x="79534" y="37529"/>
                      </a:lnTo>
                      <a:lnTo>
                        <a:pt x="74772" y="35909"/>
                      </a:lnTo>
                      <a:close/>
                      <a:moveTo>
                        <a:pt x="79439" y="10668"/>
                      </a:moveTo>
                      <a:cubicBezTo>
                        <a:pt x="79439" y="10668"/>
                        <a:pt x="79915" y="11049"/>
                        <a:pt x="80106" y="11049"/>
                      </a:cubicBezTo>
                      <a:lnTo>
                        <a:pt x="79439" y="10668"/>
                      </a:lnTo>
                      <a:lnTo>
                        <a:pt x="79439" y="8763"/>
                      </a:lnTo>
                      <a:lnTo>
                        <a:pt x="77153" y="8763"/>
                      </a:lnTo>
                      <a:lnTo>
                        <a:pt x="79439" y="10668"/>
                      </a:lnTo>
                      <a:close/>
                      <a:moveTo>
                        <a:pt x="102013" y="3143"/>
                      </a:moveTo>
                      <a:cubicBezTo>
                        <a:pt x="102013" y="3143"/>
                        <a:pt x="101632" y="4096"/>
                        <a:pt x="100965" y="4763"/>
                      </a:cubicBezTo>
                      <a:cubicBezTo>
                        <a:pt x="100299" y="5429"/>
                        <a:pt x="99822" y="6001"/>
                        <a:pt x="99727" y="6477"/>
                      </a:cubicBezTo>
                      <a:lnTo>
                        <a:pt x="101441" y="7715"/>
                      </a:lnTo>
                      <a:lnTo>
                        <a:pt x="98107" y="6477"/>
                      </a:lnTo>
                      <a:cubicBezTo>
                        <a:pt x="98774" y="6477"/>
                        <a:pt x="99250" y="5810"/>
                        <a:pt x="99441" y="4572"/>
                      </a:cubicBezTo>
                      <a:cubicBezTo>
                        <a:pt x="99632" y="3334"/>
                        <a:pt x="100108" y="2667"/>
                        <a:pt x="100870" y="2667"/>
                      </a:cubicBezTo>
                      <a:cubicBezTo>
                        <a:pt x="101155" y="2667"/>
                        <a:pt x="101537" y="2858"/>
                        <a:pt x="102108" y="3143"/>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97" name="Google Shape;1097;p99"/>
              <p:cNvGrpSpPr/>
              <p:nvPr/>
            </p:nvGrpSpPr>
            <p:grpSpPr>
              <a:xfrm>
                <a:off x="12154751" y="4392168"/>
                <a:ext cx="933258" cy="250317"/>
                <a:chOff x="6901433" y="2110263"/>
                <a:chExt cx="933258" cy="250317"/>
              </a:xfrm>
            </p:grpSpPr>
            <p:sp>
              <p:nvSpPr>
                <p:cNvPr id="1098" name="Google Shape;1098;p99"/>
                <p:cNvSpPr/>
                <p:nvPr/>
              </p:nvSpPr>
              <p:spPr>
                <a:xfrm>
                  <a:off x="6901433" y="2110263"/>
                  <a:ext cx="203549" cy="250221"/>
                </a:xfrm>
                <a:custGeom>
                  <a:avLst/>
                  <a:gdLst/>
                  <a:ahLst/>
                  <a:cxnLst/>
                  <a:rect l="l" t="t" r="r" b="b"/>
                  <a:pathLst>
                    <a:path w="203549" h="250221" extrusionOk="0">
                      <a:moveTo>
                        <a:pt x="176499" y="9049"/>
                      </a:moveTo>
                      <a:cubicBezTo>
                        <a:pt x="185547" y="9049"/>
                        <a:pt x="191452" y="14192"/>
                        <a:pt x="194215" y="24384"/>
                      </a:cubicBezTo>
                      <a:cubicBezTo>
                        <a:pt x="197930" y="38386"/>
                        <a:pt x="201073" y="46387"/>
                        <a:pt x="203549" y="48577"/>
                      </a:cubicBezTo>
                      <a:lnTo>
                        <a:pt x="202121" y="203168"/>
                      </a:lnTo>
                      <a:cubicBezTo>
                        <a:pt x="198691" y="205930"/>
                        <a:pt x="195549" y="211550"/>
                        <a:pt x="192500" y="219932"/>
                      </a:cubicBezTo>
                      <a:cubicBezTo>
                        <a:pt x="189548" y="228314"/>
                        <a:pt x="185452" y="234220"/>
                        <a:pt x="180213" y="237649"/>
                      </a:cubicBezTo>
                      <a:cubicBezTo>
                        <a:pt x="173736" y="237649"/>
                        <a:pt x="167640" y="241173"/>
                        <a:pt x="162020" y="248317"/>
                      </a:cubicBezTo>
                      <a:cubicBezTo>
                        <a:pt x="158020" y="248031"/>
                        <a:pt x="151733" y="248126"/>
                        <a:pt x="143351" y="248793"/>
                      </a:cubicBezTo>
                      <a:cubicBezTo>
                        <a:pt x="133350" y="249746"/>
                        <a:pt x="126587" y="250222"/>
                        <a:pt x="122777" y="250222"/>
                      </a:cubicBezTo>
                      <a:cubicBezTo>
                        <a:pt x="108775" y="250222"/>
                        <a:pt x="98393" y="246697"/>
                        <a:pt x="91440" y="239459"/>
                      </a:cubicBezTo>
                      <a:cubicBezTo>
                        <a:pt x="88964" y="245078"/>
                        <a:pt x="84582" y="247841"/>
                        <a:pt x="78391" y="247841"/>
                      </a:cubicBezTo>
                      <a:cubicBezTo>
                        <a:pt x="76200" y="247841"/>
                        <a:pt x="72580" y="247364"/>
                        <a:pt x="67437" y="246221"/>
                      </a:cubicBezTo>
                      <a:cubicBezTo>
                        <a:pt x="62294" y="245173"/>
                        <a:pt x="58484" y="244602"/>
                        <a:pt x="56007" y="244602"/>
                      </a:cubicBezTo>
                      <a:cubicBezTo>
                        <a:pt x="53816" y="244602"/>
                        <a:pt x="52006" y="244888"/>
                        <a:pt x="50387" y="245554"/>
                      </a:cubicBezTo>
                      <a:lnTo>
                        <a:pt x="52292" y="243173"/>
                      </a:lnTo>
                      <a:cubicBezTo>
                        <a:pt x="50768" y="240983"/>
                        <a:pt x="48673" y="239935"/>
                        <a:pt x="46196" y="239935"/>
                      </a:cubicBezTo>
                      <a:cubicBezTo>
                        <a:pt x="44672" y="239935"/>
                        <a:pt x="42386" y="240697"/>
                        <a:pt x="39434" y="242030"/>
                      </a:cubicBezTo>
                      <a:cubicBezTo>
                        <a:pt x="36481" y="243459"/>
                        <a:pt x="34385" y="244126"/>
                        <a:pt x="33052" y="244126"/>
                      </a:cubicBezTo>
                      <a:cubicBezTo>
                        <a:pt x="31528" y="244126"/>
                        <a:pt x="30194" y="243364"/>
                        <a:pt x="28861" y="241744"/>
                      </a:cubicBezTo>
                      <a:cubicBezTo>
                        <a:pt x="27242" y="243650"/>
                        <a:pt x="25718" y="244602"/>
                        <a:pt x="24194" y="244602"/>
                      </a:cubicBezTo>
                      <a:cubicBezTo>
                        <a:pt x="22288" y="244602"/>
                        <a:pt x="20479" y="243173"/>
                        <a:pt x="18574" y="240125"/>
                      </a:cubicBezTo>
                      <a:cubicBezTo>
                        <a:pt x="16669" y="237172"/>
                        <a:pt x="15621" y="235648"/>
                        <a:pt x="15335" y="235648"/>
                      </a:cubicBezTo>
                      <a:cubicBezTo>
                        <a:pt x="14669" y="235648"/>
                        <a:pt x="14288" y="237649"/>
                        <a:pt x="14002" y="241744"/>
                      </a:cubicBezTo>
                      <a:cubicBezTo>
                        <a:pt x="13049" y="238316"/>
                        <a:pt x="11525" y="236220"/>
                        <a:pt x="9335" y="235267"/>
                      </a:cubicBezTo>
                      <a:cubicBezTo>
                        <a:pt x="6191" y="234029"/>
                        <a:pt x="3905" y="232029"/>
                        <a:pt x="2381" y="229171"/>
                      </a:cubicBezTo>
                      <a:lnTo>
                        <a:pt x="3810" y="166211"/>
                      </a:lnTo>
                      <a:cubicBezTo>
                        <a:pt x="1619" y="164021"/>
                        <a:pt x="1334" y="159448"/>
                        <a:pt x="2857" y="152495"/>
                      </a:cubicBezTo>
                      <a:cubicBezTo>
                        <a:pt x="4381" y="145447"/>
                        <a:pt x="3429" y="140398"/>
                        <a:pt x="0" y="137350"/>
                      </a:cubicBezTo>
                      <a:cubicBezTo>
                        <a:pt x="1905" y="133636"/>
                        <a:pt x="2191" y="126968"/>
                        <a:pt x="953" y="117253"/>
                      </a:cubicBezTo>
                      <a:cubicBezTo>
                        <a:pt x="-286" y="107633"/>
                        <a:pt x="667" y="100584"/>
                        <a:pt x="3810" y="96298"/>
                      </a:cubicBezTo>
                      <a:cubicBezTo>
                        <a:pt x="2191" y="86963"/>
                        <a:pt x="1429" y="82487"/>
                        <a:pt x="1429" y="82772"/>
                      </a:cubicBezTo>
                      <a:cubicBezTo>
                        <a:pt x="1429" y="78391"/>
                        <a:pt x="3429" y="75629"/>
                        <a:pt x="7525" y="74390"/>
                      </a:cubicBezTo>
                      <a:cubicBezTo>
                        <a:pt x="4381" y="72866"/>
                        <a:pt x="2857" y="70390"/>
                        <a:pt x="2857" y="66866"/>
                      </a:cubicBezTo>
                      <a:cubicBezTo>
                        <a:pt x="2857" y="65913"/>
                        <a:pt x="3048" y="64675"/>
                        <a:pt x="3334" y="62865"/>
                      </a:cubicBezTo>
                      <a:cubicBezTo>
                        <a:pt x="3620" y="61150"/>
                        <a:pt x="3810" y="60008"/>
                        <a:pt x="3810" y="59341"/>
                      </a:cubicBezTo>
                      <a:cubicBezTo>
                        <a:pt x="3810" y="57817"/>
                        <a:pt x="3334" y="56769"/>
                        <a:pt x="2381" y="56102"/>
                      </a:cubicBezTo>
                      <a:cubicBezTo>
                        <a:pt x="4858" y="54578"/>
                        <a:pt x="6572" y="52388"/>
                        <a:pt x="7525" y="49530"/>
                      </a:cubicBezTo>
                      <a:cubicBezTo>
                        <a:pt x="9430" y="45244"/>
                        <a:pt x="11144" y="41910"/>
                        <a:pt x="12668" y="39719"/>
                      </a:cubicBezTo>
                      <a:cubicBezTo>
                        <a:pt x="6477" y="38767"/>
                        <a:pt x="3334" y="35338"/>
                        <a:pt x="3334" y="29432"/>
                      </a:cubicBezTo>
                      <a:lnTo>
                        <a:pt x="3334" y="24289"/>
                      </a:lnTo>
                      <a:cubicBezTo>
                        <a:pt x="3620" y="21812"/>
                        <a:pt x="3810" y="19812"/>
                        <a:pt x="3810" y="18193"/>
                      </a:cubicBezTo>
                      <a:cubicBezTo>
                        <a:pt x="3810" y="15430"/>
                        <a:pt x="3334" y="13049"/>
                        <a:pt x="2381" y="11239"/>
                      </a:cubicBezTo>
                      <a:cubicBezTo>
                        <a:pt x="5810" y="6287"/>
                        <a:pt x="11430" y="3715"/>
                        <a:pt x="19145" y="3715"/>
                      </a:cubicBezTo>
                      <a:lnTo>
                        <a:pt x="29909" y="3715"/>
                      </a:lnTo>
                      <a:cubicBezTo>
                        <a:pt x="36195" y="3715"/>
                        <a:pt x="41148" y="2476"/>
                        <a:pt x="44863" y="0"/>
                      </a:cubicBezTo>
                      <a:cubicBezTo>
                        <a:pt x="54197" y="2476"/>
                        <a:pt x="65056" y="3715"/>
                        <a:pt x="77534" y="3715"/>
                      </a:cubicBezTo>
                      <a:cubicBezTo>
                        <a:pt x="83153" y="3715"/>
                        <a:pt x="91726" y="3334"/>
                        <a:pt x="103156" y="2572"/>
                      </a:cubicBezTo>
                      <a:cubicBezTo>
                        <a:pt x="114681" y="1810"/>
                        <a:pt x="123254" y="1429"/>
                        <a:pt x="128874" y="1429"/>
                      </a:cubicBezTo>
                      <a:cubicBezTo>
                        <a:pt x="135064" y="1429"/>
                        <a:pt x="140684" y="1714"/>
                        <a:pt x="145637" y="2381"/>
                      </a:cubicBezTo>
                      <a:cubicBezTo>
                        <a:pt x="147542" y="3048"/>
                        <a:pt x="151543" y="4858"/>
                        <a:pt x="157829" y="8001"/>
                      </a:cubicBezTo>
                      <a:cubicBezTo>
                        <a:pt x="162211" y="10192"/>
                        <a:pt x="165735" y="11239"/>
                        <a:pt x="168593" y="11239"/>
                      </a:cubicBezTo>
                      <a:cubicBezTo>
                        <a:pt x="171069" y="11239"/>
                        <a:pt x="173736" y="10477"/>
                        <a:pt x="176499" y="8954"/>
                      </a:cubicBezTo>
                      <a:close/>
                      <a:moveTo>
                        <a:pt x="7620" y="173736"/>
                      </a:moveTo>
                      <a:cubicBezTo>
                        <a:pt x="10382" y="174022"/>
                        <a:pt x="13430" y="173260"/>
                        <a:pt x="16478" y="171355"/>
                      </a:cubicBezTo>
                      <a:lnTo>
                        <a:pt x="12287" y="169069"/>
                      </a:lnTo>
                      <a:cubicBezTo>
                        <a:pt x="10668" y="167830"/>
                        <a:pt x="9144" y="167545"/>
                        <a:pt x="7620" y="168116"/>
                      </a:cubicBezTo>
                      <a:lnTo>
                        <a:pt x="7620" y="173736"/>
                      </a:lnTo>
                      <a:close/>
                      <a:moveTo>
                        <a:pt x="23431" y="33338"/>
                      </a:moveTo>
                      <a:cubicBezTo>
                        <a:pt x="20669" y="30575"/>
                        <a:pt x="18764" y="29337"/>
                        <a:pt x="17907" y="29623"/>
                      </a:cubicBezTo>
                      <a:lnTo>
                        <a:pt x="21622" y="36195"/>
                      </a:lnTo>
                      <a:cubicBezTo>
                        <a:pt x="21241" y="35242"/>
                        <a:pt x="21907" y="34290"/>
                        <a:pt x="23431" y="33433"/>
                      </a:cubicBezTo>
                      <a:close/>
                      <a:moveTo>
                        <a:pt x="17907" y="66961"/>
                      </a:moveTo>
                      <a:cubicBezTo>
                        <a:pt x="19717" y="67246"/>
                        <a:pt x="21622" y="66389"/>
                        <a:pt x="23431" y="64389"/>
                      </a:cubicBezTo>
                      <a:cubicBezTo>
                        <a:pt x="25337" y="62389"/>
                        <a:pt x="25908" y="60293"/>
                        <a:pt x="25337" y="58102"/>
                      </a:cubicBezTo>
                      <a:cubicBezTo>
                        <a:pt x="23717" y="57436"/>
                        <a:pt x="22670" y="57150"/>
                        <a:pt x="22098" y="57150"/>
                      </a:cubicBezTo>
                      <a:cubicBezTo>
                        <a:pt x="20860" y="57150"/>
                        <a:pt x="20003" y="59341"/>
                        <a:pt x="19717" y="63722"/>
                      </a:cubicBezTo>
                      <a:cubicBezTo>
                        <a:pt x="19431" y="65246"/>
                        <a:pt x="18764" y="66389"/>
                        <a:pt x="17907" y="66961"/>
                      </a:cubicBezTo>
                      <a:close/>
                      <a:moveTo>
                        <a:pt x="144399" y="114586"/>
                      </a:moveTo>
                      <a:cubicBezTo>
                        <a:pt x="140684" y="102108"/>
                        <a:pt x="140684" y="83915"/>
                        <a:pt x="144399" y="60008"/>
                      </a:cubicBezTo>
                      <a:cubicBezTo>
                        <a:pt x="139732" y="55054"/>
                        <a:pt x="130207" y="52578"/>
                        <a:pt x="115919" y="52578"/>
                      </a:cubicBezTo>
                      <a:lnTo>
                        <a:pt x="121063" y="43720"/>
                      </a:lnTo>
                      <a:cubicBezTo>
                        <a:pt x="119825" y="46196"/>
                        <a:pt x="116205" y="47434"/>
                        <a:pt x="110300" y="47434"/>
                      </a:cubicBezTo>
                      <a:cubicBezTo>
                        <a:pt x="109442" y="47434"/>
                        <a:pt x="107728" y="47244"/>
                        <a:pt x="105251" y="46958"/>
                      </a:cubicBezTo>
                      <a:lnTo>
                        <a:pt x="99155" y="46958"/>
                      </a:lnTo>
                      <a:cubicBezTo>
                        <a:pt x="89821" y="46958"/>
                        <a:pt x="83915" y="49435"/>
                        <a:pt x="81439" y="54388"/>
                      </a:cubicBezTo>
                      <a:cubicBezTo>
                        <a:pt x="79629" y="53816"/>
                        <a:pt x="77914" y="53435"/>
                        <a:pt x="76295" y="53435"/>
                      </a:cubicBezTo>
                      <a:cubicBezTo>
                        <a:pt x="73533" y="53435"/>
                        <a:pt x="70104" y="54673"/>
                        <a:pt x="66008" y="57150"/>
                      </a:cubicBezTo>
                      <a:cubicBezTo>
                        <a:pt x="61913" y="59626"/>
                        <a:pt x="58864" y="60865"/>
                        <a:pt x="56674" y="60865"/>
                      </a:cubicBezTo>
                      <a:cubicBezTo>
                        <a:pt x="55436" y="60865"/>
                        <a:pt x="54007" y="60579"/>
                        <a:pt x="52483" y="59912"/>
                      </a:cubicBezTo>
                      <a:cubicBezTo>
                        <a:pt x="53721" y="61150"/>
                        <a:pt x="54388" y="62198"/>
                        <a:pt x="54388" y="63151"/>
                      </a:cubicBezTo>
                      <a:cubicBezTo>
                        <a:pt x="54388" y="64103"/>
                        <a:pt x="52864" y="64770"/>
                        <a:pt x="49911" y="65246"/>
                      </a:cubicBezTo>
                      <a:cubicBezTo>
                        <a:pt x="46958" y="65722"/>
                        <a:pt x="45339" y="66294"/>
                        <a:pt x="45053" y="66866"/>
                      </a:cubicBezTo>
                      <a:cubicBezTo>
                        <a:pt x="42577" y="68771"/>
                        <a:pt x="41338" y="70294"/>
                        <a:pt x="41338" y="71533"/>
                      </a:cubicBezTo>
                      <a:cubicBezTo>
                        <a:pt x="41338" y="72485"/>
                        <a:pt x="42577" y="73914"/>
                        <a:pt x="45053" y="76009"/>
                      </a:cubicBezTo>
                      <a:cubicBezTo>
                        <a:pt x="47530" y="78010"/>
                        <a:pt x="48768" y="79819"/>
                        <a:pt x="48768" y="81343"/>
                      </a:cubicBezTo>
                      <a:lnTo>
                        <a:pt x="38481" y="85058"/>
                      </a:lnTo>
                      <a:cubicBezTo>
                        <a:pt x="39434" y="84772"/>
                        <a:pt x="40386" y="84582"/>
                        <a:pt x="41338" y="84582"/>
                      </a:cubicBezTo>
                      <a:cubicBezTo>
                        <a:pt x="43529" y="84582"/>
                        <a:pt x="45529" y="86392"/>
                        <a:pt x="47435" y="89916"/>
                      </a:cubicBezTo>
                      <a:cubicBezTo>
                        <a:pt x="49339" y="93535"/>
                        <a:pt x="51054" y="95631"/>
                        <a:pt x="52578" y="96202"/>
                      </a:cubicBezTo>
                      <a:cubicBezTo>
                        <a:pt x="58769" y="97155"/>
                        <a:pt x="62008" y="103060"/>
                        <a:pt x="62294" y="113919"/>
                      </a:cubicBezTo>
                      <a:cubicBezTo>
                        <a:pt x="62008" y="122968"/>
                        <a:pt x="61913" y="131921"/>
                        <a:pt x="61913" y="140970"/>
                      </a:cubicBezTo>
                      <a:cubicBezTo>
                        <a:pt x="61246" y="141922"/>
                        <a:pt x="60960" y="142875"/>
                        <a:pt x="60960" y="143732"/>
                      </a:cubicBezTo>
                      <a:cubicBezTo>
                        <a:pt x="60960" y="144589"/>
                        <a:pt x="61722" y="145923"/>
                        <a:pt x="63151" y="147447"/>
                      </a:cubicBezTo>
                      <a:cubicBezTo>
                        <a:pt x="64484" y="149066"/>
                        <a:pt x="65246" y="150114"/>
                        <a:pt x="65246" y="150685"/>
                      </a:cubicBezTo>
                      <a:cubicBezTo>
                        <a:pt x="65246" y="151257"/>
                        <a:pt x="64579" y="152114"/>
                        <a:pt x="63341" y="153067"/>
                      </a:cubicBezTo>
                      <a:cubicBezTo>
                        <a:pt x="58960" y="163354"/>
                        <a:pt x="59436" y="169450"/>
                        <a:pt x="64770" y="171259"/>
                      </a:cubicBezTo>
                      <a:lnTo>
                        <a:pt x="59627" y="174974"/>
                      </a:lnTo>
                      <a:cubicBezTo>
                        <a:pt x="61151" y="176879"/>
                        <a:pt x="61913" y="178975"/>
                        <a:pt x="61913" y="181546"/>
                      </a:cubicBezTo>
                      <a:lnTo>
                        <a:pt x="61913" y="185261"/>
                      </a:lnTo>
                      <a:cubicBezTo>
                        <a:pt x="61627" y="186785"/>
                        <a:pt x="61436" y="187928"/>
                        <a:pt x="61436" y="188500"/>
                      </a:cubicBezTo>
                      <a:cubicBezTo>
                        <a:pt x="61436" y="192214"/>
                        <a:pt x="63341" y="195072"/>
                        <a:pt x="67056" y="196882"/>
                      </a:cubicBezTo>
                      <a:cubicBezTo>
                        <a:pt x="71438" y="197167"/>
                        <a:pt x="77438" y="196405"/>
                        <a:pt x="85249" y="194500"/>
                      </a:cubicBezTo>
                      <a:cubicBezTo>
                        <a:pt x="88678" y="201073"/>
                        <a:pt x="92678" y="204311"/>
                        <a:pt x="97346" y="204311"/>
                      </a:cubicBezTo>
                      <a:cubicBezTo>
                        <a:pt x="100489" y="204311"/>
                        <a:pt x="105346" y="202121"/>
                        <a:pt x="112014" y="197739"/>
                      </a:cubicBezTo>
                      <a:cubicBezTo>
                        <a:pt x="118682" y="193358"/>
                        <a:pt x="123730" y="191167"/>
                        <a:pt x="127159" y="191167"/>
                      </a:cubicBezTo>
                      <a:cubicBezTo>
                        <a:pt x="129921" y="191167"/>
                        <a:pt x="132588" y="192310"/>
                        <a:pt x="135064" y="194405"/>
                      </a:cubicBezTo>
                      <a:cubicBezTo>
                        <a:pt x="140398" y="188785"/>
                        <a:pt x="142970" y="181166"/>
                        <a:pt x="142970" y="171545"/>
                      </a:cubicBezTo>
                      <a:cubicBezTo>
                        <a:pt x="142970" y="164116"/>
                        <a:pt x="141637" y="156972"/>
                        <a:pt x="138779" y="150114"/>
                      </a:cubicBezTo>
                      <a:cubicBezTo>
                        <a:pt x="143161" y="146971"/>
                        <a:pt x="144685" y="140875"/>
                        <a:pt x="143446" y="131921"/>
                      </a:cubicBezTo>
                      <a:cubicBezTo>
                        <a:pt x="142208" y="122872"/>
                        <a:pt x="142494" y="116967"/>
                        <a:pt x="144399" y="114205"/>
                      </a:cubicBezTo>
                      <a:close/>
                      <a:moveTo>
                        <a:pt x="39910" y="105251"/>
                      </a:moveTo>
                      <a:lnTo>
                        <a:pt x="46863" y="106680"/>
                      </a:lnTo>
                      <a:lnTo>
                        <a:pt x="45053" y="105251"/>
                      </a:lnTo>
                      <a:lnTo>
                        <a:pt x="39910" y="105251"/>
                      </a:lnTo>
                      <a:close/>
                      <a:moveTo>
                        <a:pt x="54388" y="75819"/>
                      </a:moveTo>
                      <a:cubicBezTo>
                        <a:pt x="54959" y="74867"/>
                        <a:pt x="56769" y="74390"/>
                        <a:pt x="59531" y="74390"/>
                      </a:cubicBezTo>
                      <a:cubicBezTo>
                        <a:pt x="58579" y="75629"/>
                        <a:pt x="57055" y="76200"/>
                        <a:pt x="54864" y="76200"/>
                      </a:cubicBezTo>
                      <a:lnTo>
                        <a:pt x="48768" y="75724"/>
                      </a:lnTo>
                      <a:lnTo>
                        <a:pt x="48768" y="72009"/>
                      </a:lnTo>
                      <a:cubicBezTo>
                        <a:pt x="49721" y="71723"/>
                        <a:pt x="50673" y="72200"/>
                        <a:pt x="51816" y="73628"/>
                      </a:cubicBezTo>
                      <a:cubicBezTo>
                        <a:pt x="52864" y="75057"/>
                        <a:pt x="53721" y="75724"/>
                        <a:pt x="54388" y="75724"/>
                      </a:cubicBezTo>
                      <a:close/>
                      <a:moveTo>
                        <a:pt x="109918" y="31051"/>
                      </a:moveTo>
                      <a:cubicBezTo>
                        <a:pt x="109633" y="30099"/>
                        <a:pt x="107728" y="29623"/>
                        <a:pt x="104394" y="29623"/>
                      </a:cubicBezTo>
                      <a:lnTo>
                        <a:pt x="106680" y="34766"/>
                      </a:lnTo>
                      <a:lnTo>
                        <a:pt x="109918" y="31051"/>
                      </a:lnTo>
                      <a:close/>
                      <a:moveTo>
                        <a:pt x="113729" y="11430"/>
                      </a:moveTo>
                      <a:lnTo>
                        <a:pt x="112300" y="9144"/>
                      </a:lnTo>
                      <a:lnTo>
                        <a:pt x="113729" y="16573"/>
                      </a:lnTo>
                      <a:lnTo>
                        <a:pt x="113729" y="11430"/>
                      </a:lnTo>
                      <a:close/>
                      <a:moveTo>
                        <a:pt x="126302" y="18002"/>
                      </a:moveTo>
                      <a:cubicBezTo>
                        <a:pt x="124683" y="17717"/>
                        <a:pt x="123634" y="18193"/>
                        <a:pt x="123063" y="19431"/>
                      </a:cubicBezTo>
                      <a:cubicBezTo>
                        <a:pt x="122396" y="20669"/>
                        <a:pt x="121825" y="21431"/>
                        <a:pt x="121158" y="21812"/>
                      </a:cubicBezTo>
                      <a:lnTo>
                        <a:pt x="126302" y="21812"/>
                      </a:lnTo>
                      <a:lnTo>
                        <a:pt x="126302" y="18097"/>
                      </a:lnTo>
                      <a:close/>
                      <a:moveTo>
                        <a:pt x="135160" y="47434"/>
                      </a:moveTo>
                      <a:cubicBezTo>
                        <a:pt x="135160" y="44005"/>
                        <a:pt x="136684" y="43053"/>
                        <a:pt x="139636" y="44672"/>
                      </a:cubicBezTo>
                      <a:cubicBezTo>
                        <a:pt x="142590" y="46196"/>
                        <a:pt x="144209" y="45910"/>
                        <a:pt x="144589" y="43720"/>
                      </a:cubicBezTo>
                      <a:cubicBezTo>
                        <a:pt x="143637" y="44387"/>
                        <a:pt x="142684" y="44672"/>
                        <a:pt x="141827" y="44672"/>
                      </a:cubicBezTo>
                      <a:cubicBezTo>
                        <a:pt x="140970" y="44672"/>
                        <a:pt x="139446" y="43815"/>
                        <a:pt x="137350" y="42100"/>
                      </a:cubicBezTo>
                      <a:cubicBezTo>
                        <a:pt x="135350" y="40386"/>
                        <a:pt x="133350" y="39719"/>
                        <a:pt x="131445" y="40005"/>
                      </a:cubicBezTo>
                      <a:lnTo>
                        <a:pt x="131445" y="47434"/>
                      </a:lnTo>
                      <a:lnTo>
                        <a:pt x="135160" y="47434"/>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 name="Google Shape;1099;p99"/>
                <p:cNvSpPr/>
                <p:nvPr/>
              </p:nvSpPr>
              <p:spPr>
                <a:xfrm>
                  <a:off x="7138880" y="2112835"/>
                  <a:ext cx="217562" cy="247745"/>
                </a:xfrm>
                <a:custGeom>
                  <a:avLst/>
                  <a:gdLst/>
                  <a:ahLst/>
                  <a:cxnLst/>
                  <a:rect l="l" t="t" r="r" b="b"/>
                  <a:pathLst>
                    <a:path w="217562" h="247745" extrusionOk="0">
                      <a:moveTo>
                        <a:pt x="209656" y="216217"/>
                      </a:moveTo>
                      <a:cubicBezTo>
                        <a:pt x="214990" y="217075"/>
                        <a:pt x="217562" y="220409"/>
                        <a:pt x="217562" y="225933"/>
                      </a:cubicBezTo>
                      <a:cubicBezTo>
                        <a:pt x="217562" y="223456"/>
                        <a:pt x="216800" y="227933"/>
                        <a:pt x="215181" y="239363"/>
                      </a:cubicBezTo>
                      <a:cubicBezTo>
                        <a:pt x="210228" y="244888"/>
                        <a:pt x="202227" y="247745"/>
                        <a:pt x="191368" y="247745"/>
                      </a:cubicBezTo>
                      <a:cubicBezTo>
                        <a:pt x="173938" y="247745"/>
                        <a:pt x="165651" y="247555"/>
                        <a:pt x="166603" y="247269"/>
                      </a:cubicBezTo>
                      <a:cubicBezTo>
                        <a:pt x="160031" y="245459"/>
                        <a:pt x="156697" y="239554"/>
                        <a:pt x="156602" y="229552"/>
                      </a:cubicBezTo>
                      <a:cubicBezTo>
                        <a:pt x="156507" y="219551"/>
                        <a:pt x="154221" y="213360"/>
                        <a:pt x="149839" y="210884"/>
                      </a:cubicBezTo>
                      <a:cubicBezTo>
                        <a:pt x="147363" y="209931"/>
                        <a:pt x="140981" y="209455"/>
                        <a:pt x="130694" y="209455"/>
                      </a:cubicBezTo>
                      <a:cubicBezTo>
                        <a:pt x="123265" y="209455"/>
                        <a:pt x="117454" y="207454"/>
                        <a:pt x="113454" y="203549"/>
                      </a:cubicBezTo>
                      <a:cubicBezTo>
                        <a:pt x="112787" y="203263"/>
                        <a:pt x="112216" y="199263"/>
                        <a:pt x="111549" y="191643"/>
                      </a:cubicBezTo>
                      <a:cubicBezTo>
                        <a:pt x="111263" y="188214"/>
                        <a:pt x="110025" y="186214"/>
                        <a:pt x="107834" y="185642"/>
                      </a:cubicBezTo>
                      <a:cubicBezTo>
                        <a:pt x="105643" y="189643"/>
                        <a:pt x="103929" y="194024"/>
                        <a:pt x="102691" y="198691"/>
                      </a:cubicBezTo>
                      <a:cubicBezTo>
                        <a:pt x="101452" y="205264"/>
                        <a:pt x="100214" y="210026"/>
                        <a:pt x="98976" y="213169"/>
                      </a:cubicBezTo>
                      <a:cubicBezTo>
                        <a:pt x="96499" y="213836"/>
                        <a:pt x="92594" y="213646"/>
                        <a:pt x="87260" y="212693"/>
                      </a:cubicBezTo>
                      <a:cubicBezTo>
                        <a:pt x="81069" y="211741"/>
                        <a:pt x="76973" y="211264"/>
                        <a:pt x="75163" y="211264"/>
                      </a:cubicBezTo>
                      <a:cubicBezTo>
                        <a:pt x="68591" y="211264"/>
                        <a:pt x="64400" y="214313"/>
                        <a:pt x="62590" y="220504"/>
                      </a:cubicBezTo>
                      <a:cubicBezTo>
                        <a:pt x="62590" y="221170"/>
                        <a:pt x="61067" y="224695"/>
                        <a:pt x="57923" y="231076"/>
                      </a:cubicBezTo>
                      <a:cubicBezTo>
                        <a:pt x="55447" y="235934"/>
                        <a:pt x="54208" y="240030"/>
                        <a:pt x="54208" y="243078"/>
                      </a:cubicBezTo>
                      <a:cubicBezTo>
                        <a:pt x="54208" y="244888"/>
                        <a:pt x="54494" y="246412"/>
                        <a:pt x="55161" y="247650"/>
                      </a:cubicBezTo>
                      <a:lnTo>
                        <a:pt x="27158" y="247650"/>
                      </a:lnTo>
                      <a:cubicBezTo>
                        <a:pt x="15061" y="247650"/>
                        <a:pt x="6012" y="246221"/>
                        <a:pt x="106" y="243459"/>
                      </a:cubicBezTo>
                      <a:cubicBezTo>
                        <a:pt x="-561" y="228886"/>
                        <a:pt x="1916" y="214789"/>
                        <a:pt x="7345" y="201168"/>
                      </a:cubicBezTo>
                      <a:cubicBezTo>
                        <a:pt x="12775" y="187547"/>
                        <a:pt x="18490" y="173926"/>
                        <a:pt x="24395" y="160306"/>
                      </a:cubicBezTo>
                      <a:cubicBezTo>
                        <a:pt x="21918" y="159067"/>
                        <a:pt x="20680" y="157639"/>
                        <a:pt x="20680" y="156115"/>
                      </a:cubicBezTo>
                      <a:cubicBezTo>
                        <a:pt x="20680" y="155162"/>
                        <a:pt x="21157" y="153734"/>
                        <a:pt x="22109" y="151733"/>
                      </a:cubicBezTo>
                      <a:cubicBezTo>
                        <a:pt x="22967" y="149733"/>
                        <a:pt x="23538" y="148304"/>
                        <a:pt x="23538" y="147352"/>
                      </a:cubicBezTo>
                      <a:cubicBezTo>
                        <a:pt x="23538" y="146113"/>
                        <a:pt x="23157" y="145066"/>
                        <a:pt x="22585" y="144113"/>
                      </a:cubicBezTo>
                      <a:cubicBezTo>
                        <a:pt x="21918" y="140398"/>
                        <a:pt x="24490" y="137541"/>
                        <a:pt x="30300" y="135541"/>
                      </a:cubicBezTo>
                      <a:cubicBezTo>
                        <a:pt x="36111" y="133540"/>
                        <a:pt x="38968" y="131731"/>
                        <a:pt x="38968" y="130207"/>
                      </a:cubicBezTo>
                      <a:cubicBezTo>
                        <a:pt x="38968" y="129254"/>
                        <a:pt x="38206" y="127921"/>
                        <a:pt x="36683" y="126016"/>
                      </a:cubicBezTo>
                      <a:lnTo>
                        <a:pt x="36683" y="126492"/>
                      </a:lnTo>
                      <a:cubicBezTo>
                        <a:pt x="36683" y="125254"/>
                        <a:pt x="36206" y="124492"/>
                        <a:pt x="35254" y="124206"/>
                      </a:cubicBezTo>
                      <a:cubicBezTo>
                        <a:pt x="36492" y="122301"/>
                        <a:pt x="38968" y="121253"/>
                        <a:pt x="42683" y="120872"/>
                      </a:cubicBezTo>
                      <a:cubicBezTo>
                        <a:pt x="48589" y="119920"/>
                        <a:pt x="52208" y="119348"/>
                        <a:pt x="53446" y="119063"/>
                      </a:cubicBezTo>
                      <a:cubicBezTo>
                        <a:pt x="53446" y="116300"/>
                        <a:pt x="52685" y="113633"/>
                        <a:pt x="51160" y="111061"/>
                      </a:cubicBezTo>
                      <a:cubicBezTo>
                        <a:pt x="48970" y="107347"/>
                        <a:pt x="46398" y="106108"/>
                        <a:pt x="43255" y="107347"/>
                      </a:cubicBezTo>
                      <a:lnTo>
                        <a:pt x="36777" y="107347"/>
                      </a:lnTo>
                      <a:cubicBezTo>
                        <a:pt x="36492" y="102679"/>
                        <a:pt x="38682" y="98679"/>
                        <a:pt x="43255" y="95250"/>
                      </a:cubicBezTo>
                      <a:lnTo>
                        <a:pt x="46112" y="69628"/>
                      </a:lnTo>
                      <a:cubicBezTo>
                        <a:pt x="48874" y="69342"/>
                        <a:pt x="50684" y="67627"/>
                        <a:pt x="51256" y="64484"/>
                      </a:cubicBezTo>
                      <a:cubicBezTo>
                        <a:pt x="51922" y="60103"/>
                        <a:pt x="52685" y="57531"/>
                        <a:pt x="53541" y="56578"/>
                      </a:cubicBezTo>
                      <a:cubicBezTo>
                        <a:pt x="53541" y="52864"/>
                        <a:pt x="55256" y="46863"/>
                        <a:pt x="58685" y="38576"/>
                      </a:cubicBezTo>
                      <a:cubicBezTo>
                        <a:pt x="62114" y="30385"/>
                        <a:pt x="63924" y="24193"/>
                        <a:pt x="64305" y="20193"/>
                      </a:cubicBezTo>
                      <a:cubicBezTo>
                        <a:pt x="64876" y="19526"/>
                        <a:pt x="65638" y="16002"/>
                        <a:pt x="66591" y="9430"/>
                      </a:cubicBezTo>
                      <a:cubicBezTo>
                        <a:pt x="67543" y="5048"/>
                        <a:pt x="69829" y="2572"/>
                        <a:pt x="73544" y="2000"/>
                      </a:cubicBezTo>
                      <a:lnTo>
                        <a:pt x="80973" y="2000"/>
                      </a:lnTo>
                      <a:cubicBezTo>
                        <a:pt x="82212" y="6001"/>
                        <a:pt x="83641" y="8001"/>
                        <a:pt x="85165" y="8001"/>
                      </a:cubicBezTo>
                      <a:cubicBezTo>
                        <a:pt x="86117" y="8001"/>
                        <a:pt x="87832" y="6667"/>
                        <a:pt x="90308" y="4000"/>
                      </a:cubicBezTo>
                      <a:cubicBezTo>
                        <a:pt x="92880" y="1333"/>
                        <a:pt x="94976" y="0"/>
                        <a:pt x="96880" y="0"/>
                      </a:cubicBezTo>
                      <a:cubicBezTo>
                        <a:pt x="97547" y="0"/>
                        <a:pt x="98214" y="95"/>
                        <a:pt x="99167" y="476"/>
                      </a:cubicBezTo>
                      <a:lnTo>
                        <a:pt x="139362" y="1905"/>
                      </a:lnTo>
                      <a:cubicBezTo>
                        <a:pt x="149649" y="17431"/>
                        <a:pt x="154697" y="27527"/>
                        <a:pt x="154697" y="32194"/>
                      </a:cubicBezTo>
                      <a:cubicBezTo>
                        <a:pt x="154697" y="33718"/>
                        <a:pt x="154411" y="35338"/>
                        <a:pt x="153840" y="36862"/>
                      </a:cubicBezTo>
                      <a:cubicBezTo>
                        <a:pt x="160317" y="40291"/>
                        <a:pt x="163650" y="44767"/>
                        <a:pt x="163650" y="50387"/>
                      </a:cubicBezTo>
                      <a:cubicBezTo>
                        <a:pt x="163650" y="51911"/>
                        <a:pt x="163365" y="54388"/>
                        <a:pt x="162698" y="57626"/>
                      </a:cubicBezTo>
                      <a:cubicBezTo>
                        <a:pt x="162031" y="60865"/>
                        <a:pt x="161841" y="63341"/>
                        <a:pt x="161841" y="64865"/>
                      </a:cubicBezTo>
                      <a:cubicBezTo>
                        <a:pt x="161841" y="70104"/>
                        <a:pt x="165270" y="74200"/>
                        <a:pt x="172128" y="77057"/>
                      </a:cubicBezTo>
                      <a:cubicBezTo>
                        <a:pt x="170890" y="84772"/>
                        <a:pt x="172128" y="94107"/>
                        <a:pt x="175843" y="105061"/>
                      </a:cubicBezTo>
                      <a:cubicBezTo>
                        <a:pt x="178986" y="114681"/>
                        <a:pt x="182129" y="124206"/>
                        <a:pt x="185177" y="133540"/>
                      </a:cubicBezTo>
                      <a:lnTo>
                        <a:pt x="182891" y="133540"/>
                      </a:lnTo>
                      <a:cubicBezTo>
                        <a:pt x="184129" y="134207"/>
                        <a:pt x="184796" y="136588"/>
                        <a:pt x="184986" y="140779"/>
                      </a:cubicBezTo>
                      <a:cubicBezTo>
                        <a:pt x="185177" y="144970"/>
                        <a:pt x="186320" y="147066"/>
                        <a:pt x="188511" y="147066"/>
                      </a:cubicBezTo>
                      <a:cubicBezTo>
                        <a:pt x="189463" y="147066"/>
                        <a:pt x="190511" y="146780"/>
                        <a:pt x="191749" y="146113"/>
                      </a:cubicBezTo>
                      <a:cubicBezTo>
                        <a:pt x="192035" y="151066"/>
                        <a:pt x="192416" y="156115"/>
                        <a:pt x="192702" y="161353"/>
                      </a:cubicBezTo>
                      <a:cubicBezTo>
                        <a:pt x="193654" y="167830"/>
                        <a:pt x="196416" y="172307"/>
                        <a:pt x="201084" y="174784"/>
                      </a:cubicBezTo>
                      <a:cubicBezTo>
                        <a:pt x="200131" y="177546"/>
                        <a:pt x="199655" y="180118"/>
                        <a:pt x="199655" y="182689"/>
                      </a:cubicBezTo>
                      <a:cubicBezTo>
                        <a:pt x="199655" y="186690"/>
                        <a:pt x="201560" y="191357"/>
                        <a:pt x="205180" y="196786"/>
                      </a:cubicBezTo>
                      <a:cubicBezTo>
                        <a:pt x="208990" y="202216"/>
                        <a:pt x="210895" y="206788"/>
                        <a:pt x="210895" y="210502"/>
                      </a:cubicBezTo>
                      <a:cubicBezTo>
                        <a:pt x="210895" y="212312"/>
                        <a:pt x="210609" y="214313"/>
                        <a:pt x="209942" y="216503"/>
                      </a:cubicBezTo>
                      <a:close/>
                      <a:moveTo>
                        <a:pt x="29920" y="125825"/>
                      </a:moveTo>
                      <a:lnTo>
                        <a:pt x="29920" y="131921"/>
                      </a:lnTo>
                      <a:lnTo>
                        <a:pt x="27634" y="125825"/>
                      </a:lnTo>
                      <a:lnTo>
                        <a:pt x="29920" y="125825"/>
                      </a:lnTo>
                      <a:close/>
                      <a:moveTo>
                        <a:pt x="38778" y="221456"/>
                      </a:moveTo>
                      <a:cubicBezTo>
                        <a:pt x="40397" y="219837"/>
                        <a:pt x="40397" y="218313"/>
                        <a:pt x="38778" y="216789"/>
                      </a:cubicBezTo>
                      <a:lnTo>
                        <a:pt x="38778" y="221456"/>
                      </a:lnTo>
                      <a:cubicBezTo>
                        <a:pt x="37540" y="222409"/>
                        <a:pt x="36492" y="223456"/>
                        <a:pt x="35539" y="224695"/>
                      </a:cubicBezTo>
                      <a:cubicBezTo>
                        <a:pt x="35920" y="224980"/>
                        <a:pt x="36968" y="225266"/>
                        <a:pt x="38778" y="225647"/>
                      </a:cubicBezTo>
                      <a:lnTo>
                        <a:pt x="38778" y="221456"/>
                      </a:lnTo>
                      <a:close/>
                      <a:moveTo>
                        <a:pt x="40683" y="42291"/>
                      </a:moveTo>
                      <a:cubicBezTo>
                        <a:pt x="38206" y="39814"/>
                        <a:pt x="36968" y="38100"/>
                        <a:pt x="36968" y="37147"/>
                      </a:cubicBezTo>
                      <a:cubicBezTo>
                        <a:pt x="36968" y="36195"/>
                        <a:pt x="37540" y="35242"/>
                        <a:pt x="38778" y="34290"/>
                      </a:cubicBezTo>
                      <a:cubicBezTo>
                        <a:pt x="40016" y="34290"/>
                        <a:pt x="40683" y="35338"/>
                        <a:pt x="40683" y="37528"/>
                      </a:cubicBezTo>
                      <a:lnTo>
                        <a:pt x="40683" y="42196"/>
                      </a:lnTo>
                      <a:close/>
                      <a:moveTo>
                        <a:pt x="133076" y="164497"/>
                      </a:moveTo>
                      <a:cubicBezTo>
                        <a:pt x="135266" y="162020"/>
                        <a:pt x="136314" y="159258"/>
                        <a:pt x="136314" y="156115"/>
                      </a:cubicBezTo>
                      <a:cubicBezTo>
                        <a:pt x="136314" y="152971"/>
                        <a:pt x="134980" y="148971"/>
                        <a:pt x="132123" y="144018"/>
                      </a:cubicBezTo>
                      <a:cubicBezTo>
                        <a:pt x="129265" y="139065"/>
                        <a:pt x="127932" y="135541"/>
                        <a:pt x="127932" y="133731"/>
                      </a:cubicBezTo>
                      <a:cubicBezTo>
                        <a:pt x="127932" y="131254"/>
                        <a:pt x="129170" y="129254"/>
                        <a:pt x="131647" y="127730"/>
                      </a:cubicBezTo>
                      <a:lnTo>
                        <a:pt x="126503" y="122587"/>
                      </a:lnTo>
                      <a:cubicBezTo>
                        <a:pt x="128027" y="120110"/>
                        <a:pt x="128789" y="117729"/>
                        <a:pt x="128789" y="115538"/>
                      </a:cubicBezTo>
                      <a:cubicBezTo>
                        <a:pt x="128789" y="112776"/>
                        <a:pt x="126503" y="109538"/>
                        <a:pt x="121836" y="106013"/>
                      </a:cubicBezTo>
                      <a:cubicBezTo>
                        <a:pt x="117168" y="102394"/>
                        <a:pt x="114787" y="99060"/>
                        <a:pt x="114787" y="96012"/>
                      </a:cubicBezTo>
                      <a:cubicBezTo>
                        <a:pt x="114787" y="93821"/>
                        <a:pt x="115549" y="91535"/>
                        <a:pt x="117168" y="89059"/>
                      </a:cubicBezTo>
                      <a:cubicBezTo>
                        <a:pt x="112787" y="79724"/>
                        <a:pt x="108501" y="75057"/>
                        <a:pt x="104119" y="75057"/>
                      </a:cubicBezTo>
                      <a:cubicBezTo>
                        <a:pt x="98214" y="80391"/>
                        <a:pt x="95261" y="92488"/>
                        <a:pt x="95261" y="111442"/>
                      </a:cubicBezTo>
                      <a:cubicBezTo>
                        <a:pt x="89070" y="110490"/>
                        <a:pt x="85927" y="112395"/>
                        <a:pt x="85927" y="117062"/>
                      </a:cubicBezTo>
                      <a:cubicBezTo>
                        <a:pt x="85927" y="118967"/>
                        <a:pt x="86593" y="121920"/>
                        <a:pt x="88022" y="126206"/>
                      </a:cubicBezTo>
                      <a:cubicBezTo>
                        <a:pt x="89451" y="130397"/>
                        <a:pt x="89927" y="132778"/>
                        <a:pt x="89642" y="133445"/>
                      </a:cubicBezTo>
                      <a:cubicBezTo>
                        <a:pt x="89356" y="135255"/>
                        <a:pt x="87927" y="136874"/>
                        <a:pt x="85451" y="138113"/>
                      </a:cubicBezTo>
                      <a:cubicBezTo>
                        <a:pt x="82974" y="139351"/>
                        <a:pt x="81355" y="140303"/>
                        <a:pt x="80783" y="140875"/>
                      </a:cubicBezTo>
                      <a:cubicBezTo>
                        <a:pt x="80211" y="143637"/>
                        <a:pt x="79831" y="146304"/>
                        <a:pt x="79831" y="148780"/>
                      </a:cubicBezTo>
                      <a:cubicBezTo>
                        <a:pt x="79831" y="160877"/>
                        <a:pt x="86689" y="167926"/>
                        <a:pt x="100310" y="169735"/>
                      </a:cubicBezTo>
                      <a:cubicBezTo>
                        <a:pt x="102786" y="170402"/>
                        <a:pt x="104024" y="171736"/>
                        <a:pt x="104024" y="173926"/>
                      </a:cubicBezTo>
                      <a:cubicBezTo>
                        <a:pt x="104024" y="176117"/>
                        <a:pt x="104215" y="178022"/>
                        <a:pt x="104501" y="179737"/>
                      </a:cubicBezTo>
                      <a:cubicBezTo>
                        <a:pt x="104786" y="181451"/>
                        <a:pt x="105929" y="182499"/>
                        <a:pt x="107739" y="182785"/>
                      </a:cubicBezTo>
                      <a:cubicBezTo>
                        <a:pt x="107072" y="175641"/>
                        <a:pt x="110120" y="171164"/>
                        <a:pt x="116597" y="169259"/>
                      </a:cubicBezTo>
                      <a:cubicBezTo>
                        <a:pt x="121836" y="167735"/>
                        <a:pt x="127265" y="166116"/>
                        <a:pt x="132885" y="164592"/>
                      </a:cubicBezTo>
                      <a:close/>
                      <a:moveTo>
                        <a:pt x="175557" y="147733"/>
                      </a:moveTo>
                      <a:lnTo>
                        <a:pt x="171842" y="144018"/>
                      </a:lnTo>
                      <a:lnTo>
                        <a:pt x="175557" y="140779"/>
                      </a:lnTo>
                      <a:lnTo>
                        <a:pt x="171842" y="140779"/>
                      </a:lnTo>
                      <a:cubicBezTo>
                        <a:pt x="170890" y="142018"/>
                        <a:pt x="169937" y="142684"/>
                        <a:pt x="169080" y="142684"/>
                      </a:cubicBezTo>
                      <a:cubicBezTo>
                        <a:pt x="168223" y="142684"/>
                        <a:pt x="166985" y="141732"/>
                        <a:pt x="165556" y="139922"/>
                      </a:cubicBezTo>
                      <a:cubicBezTo>
                        <a:pt x="164127" y="138017"/>
                        <a:pt x="163270" y="137160"/>
                        <a:pt x="162984" y="137160"/>
                      </a:cubicBezTo>
                      <a:cubicBezTo>
                        <a:pt x="161745" y="142113"/>
                        <a:pt x="165936" y="145732"/>
                        <a:pt x="175557" y="147923"/>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 name="Google Shape;1100;p99"/>
                <p:cNvSpPr/>
                <p:nvPr/>
              </p:nvSpPr>
              <p:spPr>
                <a:xfrm>
                  <a:off x="7383112" y="2111785"/>
                  <a:ext cx="204406" cy="248699"/>
                </a:xfrm>
                <a:custGeom>
                  <a:avLst/>
                  <a:gdLst/>
                  <a:ahLst/>
                  <a:cxnLst/>
                  <a:rect l="l" t="t" r="r" b="b"/>
                  <a:pathLst>
                    <a:path w="204406" h="248699" extrusionOk="0">
                      <a:moveTo>
                        <a:pt x="199263" y="955"/>
                      </a:moveTo>
                      <a:lnTo>
                        <a:pt x="204407" y="8384"/>
                      </a:lnTo>
                      <a:lnTo>
                        <a:pt x="200692" y="50389"/>
                      </a:lnTo>
                      <a:cubicBezTo>
                        <a:pt x="202216" y="50104"/>
                        <a:pt x="196025" y="49913"/>
                        <a:pt x="182023" y="49913"/>
                      </a:cubicBezTo>
                      <a:cubicBezTo>
                        <a:pt x="175450" y="49913"/>
                        <a:pt x="171259" y="52485"/>
                        <a:pt x="169450" y="57819"/>
                      </a:cubicBezTo>
                      <a:cubicBezTo>
                        <a:pt x="167259" y="53437"/>
                        <a:pt x="163639" y="51342"/>
                        <a:pt x="158686" y="51342"/>
                      </a:cubicBezTo>
                      <a:cubicBezTo>
                        <a:pt x="156496" y="51342"/>
                        <a:pt x="153448" y="51818"/>
                        <a:pt x="149352" y="52675"/>
                      </a:cubicBezTo>
                      <a:cubicBezTo>
                        <a:pt x="145256" y="53628"/>
                        <a:pt x="142399" y="54104"/>
                        <a:pt x="140494" y="54104"/>
                      </a:cubicBezTo>
                      <a:cubicBezTo>
                        <a:pt x="137732" y="62200"/>
                        <a:pt x="136303" y="72297"/>
                        <a:pt x="136303" y="84394"/>
                      </a:cubicBezTo>
                      <a:cubicBezTo>
                        <a:pt x="136303" y="87823"/>
                        <a:pt x="136493" y="92966"/>
                        <a:pt x="136779" y="99824"/>
                      </a:cubicBezTo>
                      <a:cubicBezTo>
                        <a:pt x="137065" y="106682"/>
                        <a:pt x="137255" y="111635"/>
                        <a:pt x="137255" y="114778"/>
                      </a:cubicBezTo>
                      <a:cubicBezTo>
                        <a:pt x="137255" y="123160"/>
                        <a:pt x="136588" y="130304"/>
                        <a:pt x="135350" y="136210"/>
                      </a:cubicBezTo>
                      <a:lnTo>
                        <a:pt x="126492" y="141353"/>
                      </a:lnTo>
                      <a:lnTo>
                        <a:pt x="127921" y="139924"/>
                      </a:lnTo>
                      <a:cubicBezTo>
                        <a:pt x="125444" y="137448"/>
                        <a:pt x="122777" y="136210"/>
                        <a:pt x="119919" y="136210"/>
                      </a:cubicBezTo>
                      <a:cubicBezTo>
                        <a:pt x="117729" y="136210"/>
                        <a:pt x="114300" y="137448"/>
                        <a:pt x="109633" y="139734"/>
                      </a:cubicBezTo>
                      <a:cubicBezTo>
                        <a:pt x="104966" y="142020"/>
                        <a:pt x="101346" y="143449"/>
                        <a:pt x="98965" y="143734"/>
                      </a:cubicBezTo>
                      <a:lnTo>
                        <a:pt x="98965" y="145163"/>
                      </a:lnTo>
                      <a:lnTo>
                        <a:pt x="114776" y="146497"/>
                      </a:lnTo>
                      <a:cubicBezTo>
                        <a:pt x="114776" y="147163"/>
                        <a:pt x="116014" y="149164"/>
                        <a:pt x="118491" y="152593"/>
                      </a:cubicBezTo>
                      <a:cubicBezTo>
                        <a:pt x="119729" y="150402"/>
                        <a:pt x="120491" y="149449"/>
                        <a:pt x="120777" y="149735"/>
                      </a:cubicBezTo>
                      <a:cubicBezTo>
                        <a:pt x="121444" y="149735"/>
                        <a:pt x="122491" y="150688"/>
                        <a:pt x="124016" y="152593"/>
                      </a:cubicBezTo>
                      <a:lnTo>
                        <a:pt x="127825" y="146497"/>
                      </a:lnTo>
                      <a:cubicBezTo>
                        <a:pt x="127159" y="148687"/>
                        <a:pt x="126873" y="150973"/>
                        <a:pt x="126873" y="153450"/>
                      </a:cubicBezTo>
                      <a:cubicBezTo>
                        <a:pt x="126873" y="157450"/>
                        <a:pt x="128397" y="162784"/>
                        <a:pt x="131540" y="169452"/>
                      </a:cubicBezTo>
                      <a:cubicBezTo>
                        <a:pt x="134684" y="176119"/>
                        <a:pt x="136207" y="181263"/>
                        <a:pt x="136207" y="184978"/>
                      </a:cubicBezTo>
                      <a:cubicBezTo>
                        <a:pt x="136207" y="188978"/>
                        <a:pt x="135064" y="192979"/>
                        <a:pt x="132969" y="197074"/>
                      </a:cubicBezTo>
                      <a:cubicBezTo>
                        <a:pt x="132969" y="198027"/>
                        <a:pt x="133635" y="202027"/>
                        <a:pt x="134874" y="209171"/>
                      </a:cubicBezTo>
                      <a:cubicBezTo>
                        <a:pt x="135827" y="215077"/>
                        <a:pt x="136303" y="220030"/>
                        <a:pt x="136303" y="224030"/>
                      </a:cubicBezTo>
                      <a:cubicBezTo>
                        <a:pt x="136303" y="234889"/>
                        <a:pt x="133064" y="243080"/>
                        <a:pt x="126492" y="248700"/>
                      </a:cubicBezTo>
                      <a:lnTo>
                        <a:pt x="76962" y="246414"/>
                      </a:lnTo>
                      <a:cubicBezTo>
                        <a:pt x="75819" y="237079"/>
                        <a:pt x="75152" y="226126"/>
                        <a:pt x="75152" y="213362"/>
                      </a:cubicBezTo>
                      <a:cubicBezTo>
                        <a:pt x="75152" y="204028"/>
                        <a:pt x="75819" y="187264"/>
                        <a:pt x="76962" y="163070"/>
                      </a:cubicBezTo>
                      <a:cubicBezTo>
                        <a:pt x="78200" y="140401"/>
                        <a:pt x="78677" y="122684"/>
                        <a:pt x="78391" y="110016"/>
                      </a:cubicBezTo>
                      <a:cubicBezTo>
                        <a:pt x="77152" y="104396"/>
                        <a:pt x="76676" y="95252"/>
                        <a:pt x="76962" y="82584"/>
                      </a:cubicBezTo>
                      <a:cubicBezTo>
                        <a:pt x="76962" y="70773"/>
                        <a:pt x="76200" y="61819"/>
                        <a:pt x="74676" y="55628"/>
                      </a:cubicBezTo>
                      <a:cubicBezTo>
                        <a:pt x="68485" y="53818"/>
                        <a:pt x="61722" y="52675"/>
                        <a:pt x="54578" y="52390"/>
                      </a:cubicBezTo>
                      <a:cubicBezTo>
                        <a:pt x="49911" y="52104"/>
                        <a:pt x="43243" y="52104"/>
                        <a:pt x="34576" y="52390"/>
                      </a:cubicBezTo>
                      <a:cubicBezTo>
                        <a:pt x="24955" y="52675"/>
                        <a:pt x="17716" y="52866"/>
                        <a:pt x="13049" y="52866"/>
                      </a:cubicBezTo>
                      <a:cubicBezTo>
                        <a:pt x="6858" y="50770"/>
                        <a:pt x="3238" y="46389"/>
                        <a:pt x="2381" y="39912"/>
                      </a:cubicBezTo>
                      <a:cubicBezTo>
                        <a:pt x="1143" y="30958"/>
                        <a:pt x="381" y="26196"/>
                        <a:pt x="0" y="25529"/>
                      </a:cubicBezTo>
                      <a:cubicBezTo>
                        <a:pt x="285" y="20005"/>
                        <a:pt x="762" y="14194"/>
                        <a:pt x="1143" y="8194"/>
                      </a:cubicBezTo>
                      <a:cubicBezTo>
                        <a:pt x="1619" y="2193"/>
                        <a:pt x="5619" y="-569"/>
                        <a:pt x="13049" y="97"/>
                      </a:cubicBezTo>
                      <a:cubicBezTo>
                        <a:pt x="35719" y="1336"/>
                        <a:pt x="66770" y="1621"/>
                        <a:pt x="105918" y="1050"/>
                      </a:cubicBezTo>
                      <a:cubicBezTo>
                        <a:pt x="147828" y="97"/>
                        <a:pt x="178975" y="97"/>
                        <a:pt x="199263" y="1050"/>
                      </a:cubicBezTo>
                      <a:close/>
                      <a:moveTo>
                        <a:pt x="199263" y="91918"/>
                      </a:moveTo>
                      <a:lnTo>
                        <a:pt x="196882" y="83060"/>
                      </a:lnTo>
                      <a:lnTo>
                        <a:pt x="199263" y="83060"/>
                      </a:lnTo>
                      <a:lnTo>
                        <a:pt x="199263" y="91918"/>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 name="Google Shape;1101;p99"/>
                <p:cNvSpPr/>
                <p:nvPr/>
              </p:nvSpPr>
              <p:spPr>
                <a:xfrm>
                  <a:off x="7617035" y="2112835"/>
                  <a:ext cx="217656" cy="247745"/>
                </a:xfrm>
                <a:custGeom>
                  <a:avLst/>
                  <a:gdLst/>
                  <a:ahLst/>
                  <a:cxnLst/>
                  <a:rect l="l" t="t" r="r" b="b"/>
                  <a:pathLst>
                    <a:path w="217656" h="247745" extrusionOk="0">
                      <a:moveTo>
                        <a:pt x="209752" y="216217"/>
                      </a:moveTo>
                      <a:cubicBezTo>
                        <a:pt x="215086" y="217075"/>
                        <a:pt x="217657" y="220409"/>
                        <a:pt x="217657" y="225933"/>
                      </a:cubicBezTo>
                      <a:cubicBezTo>
                        <a:pt x="217657" y="223456"/>
                        <a:pt x="216895" y="227933"/>
                        <a:pt x="215276" y="239363"/>
                      </a:cubicBezTo>
                      <a:cubicBezTo>
                        <a:pt x="210323" y="244888"/>
                        <a:pt x="202417" y="247745"/>
                        <a:pt x="191463" y="247745"/>
                      </a:cubicBezTo>
                      <a:cubicBezTo>
                        <a:pt x="174033" y="247745"/>
                        <a:pt x="165746" y="247555"/>
                        <a:pt x="166698" y="247269"/>
                      </a:cubicBezTo>
                      <a:cubicBezTo>
                        <a:pt x="160222" y="245459"/>
                        <a:pt x="156887" y="239554"/>
                        <a:pt x="156697" y="229552"/>
                      </a:cubicBezTo>
                      <a:cubicBezTo>
                        <a:pt x="156507" y="219551"/>
                        <a:pt x="154316" y="213360"/>
                        <a:pt x="149934" y="210884"/>
                      </a:cubicBezTo>
                      <a:cubicBezTo>
                        <a:pt x="147458" y="209931"/>
                        <a:pt x="141076" y="209455"/>
                        <a:pt x="130789" y="209455"/>
                      </a:cubicBezTo>
                      <a:cubicBezTo>
                        <a:pt x="123360" y="209455"/>
                        <a:pt x="117644" y="207454"/>
                        <a:pt x="113549" y="203549"/>
                      </a:cubicBezTo>
                      <a:cubicBezTo>
                        <a:pt x="112882" y="203263"/>
                        <a:pt x="112311" y="199263"/>
                        <a:pt x="111644" y="191643"/>
                      </a:cubicBezTo>
                      <a:cubicBezTo>
                        <a:pt x="111358" y="188214"/>
                        <a:pt x="110120" y="186214"/>
                        <a:pt x="107929" y="185642"/>
                      </a:cubicBezTo>
                      <a:cubicBezTo>
                        <a:pt x="105738" y="189643"/>
                        <a:pt x="104024" y="194024"/>
                        <a:pt x="102786" y="198691"/>
                      </a:cubicBezTo>
                      <a:cubicBezTo>
                        <a:pt x="101547" y="205264"/>
                        <a:pt x="100309" y="210026"/>
                        <a:pt x="99071" y="213169"/>
                      </a:cubicBezTo>
                      <a:cubicBezTo>
                        <a:pt x="96595" y="213836"/>
                        <a:pt x="92689" y="213646"/>
                        <a:pt x="87355" y="212693"/>
                      </a:cubicBezTo>
                      <a:cubicBezTo>
                        <a:pt x="81164" y="211741"/>
                        <a:pt x="77068" y="211264"/>
                        <a:pt x="75259" y="211264"/>
                      </a:cubicBezTo>
                      <a:cubicBezTo>
                        <a:pt x="68686" y="211264"/>
                        <a:pt x="64495" y="214313"/>
                        <a:pt x="62590" y="220504"/>
                      </a:cubicBezTo>
                      <a:cubicBezTo>
                        <a:pt x="62590" y="221170"/>
                        <a:pt x="61066" y="224695"/>
                        <a:pt x="57923" y="231076"/>
                      </a:cubicBezTo>
                      <a:cubicBezTo>
                        <a:pt x="55447" y="235934"/>
                        <a:pt x="54208" y="240030"/>
                        <a:pt x="54208" y="243078"/>
                      </a:cubicBezTo>
                      <a:cubicBezTo>
                        <a:pt x="54208" y="244888"/>
                        <a:pt x="54494" y="246412"/>
                        <a:pt x="55161" y="247650"/>
                      </a:cubicBezTo>
                      <a:lnTo>
                        <a:pt x="27157" y="247650"/>
                      </a:lnTo>
                      <a:cubicBezTo>
                        <a:pt x="14965" y="247650"/>
                        <a:pt x="6012" y="246221"/>
                        <a:pt x="106" y="243459"/>
                      </a:cubicBezTo>
                      <a:cubicBezTo>
                        <a:pt x="-561" y="228886"/>
                        <a:pt x="1916" y="214789"/>
                        <a:pt x="7345" y="201168"/>
                      </a:cubicBezTo>
                      <a:cubicBezTo>
                        <a:pt x="12775" y="187547"/>
                        <a:pt x="18490" y="173926"/>
                        <a:pt x="24395" y="160306"/>
                      </a:cubicBezTo>
                      <a:cubicBezTo>
                        <a:pt x="21823" y="159067"/>
                        <a:pt x="20680" y="157639"/>
                        <a:pt x="20680" y="156115"/>
                      </a:cubicBezTo>
                      <a:cubicBezTo>
                        <a:pt x="20680" y="155162"/>
                        <a:pt x="21156" y="153734"/>
                        <a:pt x="22109" y="151733"/>
                      </a:cubicBezTo>
                      <a:cubicBezTo>
                        <a:pt x="23061" y="149733"/>
                        <a:pt x="23537" y="148304"/>
                        <a:pt x="23537" y="147352"/>
                      </a:cubicBezTo>
                      <a:cubicBezTo>
                        <a:pt x="23537" y="146113"/>
                        <a:pt x="23252" y="145066"/>
                        <a:pt x="22585" y="144113"/>
                      </a:cubicBezTo>
                      <a:cubicBezTo>
                        <a:pt x="21918" y="140398"/>
                        <a:pt x="24586" y="137541"/>
                        <a:pt x="30300" y="135541"/>
                      </a:cubicBezTo>
                      <a:cubicBezTo>
                        <a:pt x="36111" y="133540"/>
                        <a:pt x="38968" y="131731"/>
                        <a:pt x="38968" y="130207"/>
                      </a:cubicBezTo>
                      <a:cubicBezTo>
                        <a:pt x="38968" y="129254"/>
                        <a:pt x="38206" y="127921"/>
                        <a:pt x="36682" y="126016"/>
                      </a:cubicBezTo>
                      <a:lnTo>
                        <a:pt x="36682" y="126492"/>
                      </a:lnTo>
                      <a:cubicBezTo>
                        <a:pt x="36682" y="125254"/>
                        <a:pt x="36206" y="124492"/>
                        <a:pt x="35254" y="124206"/>
                      </a:cubicBezTo>
                      <a:cubicBezTo>
                        <a:pt x="36492" y="122301"/>
                        <a:pt x="38968" y="121253"/>
                        <a:pt x="42778" y="120872"/>
                      </a:cubicBezTo>
                      <a:cubicBezTo>
                        <a:pt x="48684" y="119920"/>
                        <a:pt x="52208" y="119348"/>
                        <a:pt x="53446" y="119063"/>
                      </a:cubicBezTo>
                      <a:cubicBezTo>
                        <a:pt x="53446" y="116300"/>
                        <a:pt x="52684" y="113633"/>
                        <a:pt x="51160" y="111061"/>
                      </a:cubicBezTo>
                      <a:cubicBezTo>
                        <a:pt x="48970" y="107347"/>
                        <a:pt x="46302" y="106108"/>
                        <a:pt x="43159" y="107347"/>
                      </a:cubicBezTo>
                      <a:lnTo>
                        <a:pt x="36682" y="107347"/>
                      </a:lnTo>
                      <a:cubicBezTo>
                        <a:pt x="36301" y="102679"/>
                        <a:pt x="38492" y="98679"/>
                        <a:pt x="43159" y="95250"/>
                      </a:cubicBezTo>
                      <a:lnTo>
                        <a:pt x="45922" y="69628"/>
                      </a:lnTo>
                      <a:cubicBezTo>
                        <a:pt x="48684" y="69342"/>
                        <a:pt x="50398" y="67627"/>
                        <a:pt x="51065" y="64484"/>
                      </a:cubicBezTo>
                      <a:cubicBezTo>
                        <a:pt x="51636" y="60103"/>
                        <a:pt x="52494" y="57531"/>
                        <a:pt x="53351" y="56578"/>
                      </a:cubicBezTo>
                      <a:cubicBezTo>
                        <a:pt x="53351" y="52864"/>
                        <a:pt x="55065" y="46863"/>
                        <a:pt x="58495" y="38576"/>
                      </a:cubicBezTo>
                      <a:cubicBezTo>
                        <a:pt x="61923" y="30385"/>
                        <a:pt x="63733" y="24193"/>
                        <a:pt x="64114" y="20193"/>
                      </a:cubicBezTo>
                      <a:cubicBezTo>
                        <a:pt x="64781" y="19526"/>
                        <a:pt x="65543" y="16002"/>
                        <a:pt x="66495" y="9430"/>
                      </a:cubicBezTo>
                      <a:cubicBezTo>
                        <a:pt x="67448" y="5048"/>
                        <a:pt x="69734" y="2572"/>
                        <a:pt x="73544" y="2000"/>
                      </a:cubicBezTo>
                      <a:lnTo>
                        <a:pt x="80973" y="2000"/>
                      </a:lnTo>
                      <a:cubicBezTo>
                        <a:pt x="82212" y="6001"/>
                        <a:pt x="83640" y="8001"/>
                        <a:pt x="85165" y="8001"/>
                      </a:cubicBezTo>
                      <a:cubicBezTo>
                        <a:pt x="86021" y="8001"/>
                        <a:pt x="87736" y="6667"/>
                        <a:pt x="90308" y="4000"/>
                      </a:cubicBezTo>
                      <a:cubicBezTo>
                        <a:pt x="92784" y="1333"/>
                        <a:pt x="94975" y="0"/>
                        <a:pt x="96880" y="0"/>
                      </a:cubicBezTo>
                      <a:cubicBezTo>
                        <a:pt x="97452" y="0"/>
                        <a:pt x="98214" y="95"/>
                        <a:pt x="99166" y="476"/>
                      </a:cubicBezTo>
                      <a:lnTo>
                        <a:pt x="139266" y="1905"/>
                      </a:lnTo>
                      <a:cubicBezTo>
                        <a:pt x="149554" y="17431"/>
                        <a:pt x="154602" y="27527"/>
                        <a:pt x="154602" y="32194"/>
                      </a:cubicBezTo>
                      <a:cubicBezTo>
                        <a:pt x="154602" y="33718"/>
                        <a:pt x="154316" y="35338"/>
                        <a:pt x="153745" y="36862"/>
                      </a:cubicBezTo>
                      <a:cubicBezTo>
                        <a:pt x="160222" y="40291"/>
                        <a:pt x="163555" y="44767"/>
                        <a:pt x="163555" y="50387"/>
                      </a:cubicBezTo>
                      <a:cubicBezTo>
                        <a:pt x="163555" y="51911"/>
                        <a:pt x="163270" y="54388"/>
                        <a:pt x="162603" y="57626"/>
                      </a:cubicBezTo>
                      <a:cubicBezTo>
                        <a:pt x="162031" y="60865"/>
                        <a:pt x="161650" y="63341"/>
                        <a:pt x="161650" y="64865"/>
                      </a:cubicBezTo>
                      <a:cubicBezTo>
                        <a:pt x="161650" y="70104"/>
                        <a:pt x="165079" y="74200"/>
                        <a:pt x="171937" y="77057"/>
                      </a:cubicBezTo>
                      <a:cubicBezTo>
                        <a:pt x="170699" y="84772"/>
                        <a:pt x="171937" y="94107"/>
                        <a:pt x="175652" y="105061"/>
                      </a:cubicBezTo>
                      <a:cubicBezTo>
                        <a:pt x="178700" y="114681"/>
                        <a:pt x="181843" y="124206"/>
                        <a:pt x="184986" y="133540"/>
                      </a:cubicBezTo>
                      <a:lnTo>
                        <a:pt x="182605" y="133540"/>
                      </a:lnTo>
                      <a:cubicBezTo>
                        <a:pt x="183843" y="134207"/>
                        <a:pt x="184510" y="136588"/>
                        <a:pt x="184701" y="140779"/>
                      </a:cubicBezTo>
                      <a:cubicBezTo>
                        <a:pt x="184796" y="144970"/>
                        <a:pt x="185939" y="147066"/>
                        <a:pt x="188225" y="147066"/>
                      </a:cubicBezTo>
                      <a:cubicBezTo>
                        <a:pt x="189082" y="147066"/>
                        <a:pt x="190225" y="146780"/>
                        <a:pt x="191463" y="146113"/>
                      </a:cubicBezTo>
                      <a:cubicBezTo>
                        <a:pt x="191749" y="151066"/>
                        <a:pt x="192130" y="156115"/>
                        <a:pt x="192416" y="161353"/>
                      </a:cubicBezTo>
                      <a:cubicBezTo>
                        <a:pt x="193368" y="167830"/>
                        <a:pt x="196131" y="172307"/>
                        <a:pt x="200798" y="174784"/>
                      </a:cubicBezTo>
                      <a:cubicBezTo>
                        <a:pt x="199845" y="177546"/>
                        <a:pt x="199465" y="180118"/>
                        <a:pt x="199465" y="182689"/>
                      </a:cubicBezTo>
                      <a:cubicBezTo>
                        <a:pt x="199465" y="186690"/>
                        <a:pt x="201274" y="191357"/>
                        <a:pt x="204989" y="196786"/>
                      </a:cubicBezTo>
                      <a:cubicBezTo>
                        <a:pt x="208703" y="202216"/>
                        <a:pt x="210609" y="206788"/>
                        <a:pt x="210609" y="210502"/>
                      </a:cubicBezTo>
                      <a:cubicBezTo>
                        <a:pt x="210609" y="212312"/>
                        <a:pt x="210323" y="214313"/>
                        <a:pt x="209656" y="216503"/>
                      </a:cubicBezTo>
                      <a:close/>
                      <a:moveTo>
                        <a:pt x="30110" y="125825"/>
                      </a:moveTo>
                      <a:lnTo>
                        <a:pt x="30110" y="131921"/>
                      </a:lnTo>
                      <a:lnTo>
                        <a:pt x="27728" y="125825"/>
                      </a:lnTo>
                      <a:lnTo>
                        <a:pt x="30110" y="125825"/>
                      </a:lnTo>
                      <a:close/>
                      <a:moveTo>
                        <a:pt x="38968" y="221456"/>
                      </a:moveTo>
                      <a:cubicBezTo>
                        <a:pt x="40492" y="219837"/>
                        <a:pt x="40492" y="218313"/>
                        <a:pt x="38968" y="216789"/>
                      </a:cubicBezTo>
                      <a:lnTo>
                        <a:pt x="38968" y="221456"/>
                      </a:lnTo>
                      <a:cubicBezTo>
                        <a:pt x="37730" y="222409"/>
                        <a:pt x="36682" y="223456"/>
                        <a:pt x="35730" y="224695"/>
                      </a:cubicBezTo>
                      <a:cubicBezTo>
                        <a:pt x="36015" y="224980"/>
                        <a:pt x="37159" y="225266"/>
                        <a:pt x="38968" y="225647"/>
                      </a:cubicBezTo>
                      <a:lnTo>
                        <a:pt x="38968" y="221456"/>
                      </a:lnTo>
                      <a:close/>
                      <a:moveTo>
                        <a:pt x="40873" y="42291"/>
                      </a:moveTo>
                      <a:cubicBezTo>
                        <a:pt x="38396" y="39814"/>
                        <a:pt x="37159" y="38100"/>
                        <a:pt x="37159" y="37147"/>
                      </a:cubicBezTo>
                      <a:cubicBezTo>
                        <a:pt x="37159" y="36195"/>
                        <a:pt x="37730" y="35242"/>
                        <a:pt x="39063" y="34290"/>
                      </a:cubicBezTo>
                      <a:cubicBezTo>
                        <a:pt x="40302" y="34290"/>
                        <a:pt x="40968" y="35338"/>
                        <a:pt x="40968" y="37528"/>
                      </a:cubicBezTo>
                      <a:lnTo>
                        <a:pt x="40968" y="42196"/>
                      </a:lnTo>
                      <a:close/>
                      <a:moveTo>
                        <a:pt x="133266" y="164497"/>
                      </a:moveTo>
                      <a:cubicBezTo>
                        <a:pt x="135456" y="162020"/>
                        <a:pt x="136504" y="159258"/>
                        <a:pt x="136504" y="156115"/>
                      </a:cubicBezTo>
                      <a:cubicBezTo>
                        <a:pt x="136504" y="152971"/>
                        <a:pt x="135075" y="148971"/>
                        <a:pt x="132313" y="144018"/>
                      </a:cubicBezTo>
                      <a:cubicBezTo>
                        <a:pt x="129551" y="139065"/>
                        <a:pt x="128122" y="135541"/>
                        <a:pt x="128122" y="133731"/>
                      </a:cubicBezTo>
                      <a:cubicBezTo>
                        <a:pt x="128122" y="131254"/>
                        <a:pt x="129361" y="129254"/>
                        <a:pt x="131837" y="127730"/>
                      </a:cubicBezTo>
                      <a:lnTo>
                        <a:pt x="126693" y="122587"/>
                      </a:lnTo>
                      <a:cubicBezTo>
                        <a:pt x="128218" y="120110"/>
                        <a:pt x="129075" y="117729"/>
                        <a:pt x="129075" y="115538"/>
                      </a:cubicBezTo>
                      <a:cubicBezTo>
                        <a:pt x="129075" y="112776"/>
                        <a:pt x="126693" y="109538"/>
                        <a:pt x="122026" y="106013"/>
                      </a:cubicBezTo>
                      <a:cubicBezTo>
                        <a:pt x="117359" y="102394"/>
                        <a:pt x="114978" y="99060"/>
                        <a:pt x="114978" y="96012"/>
                      </a:cubicBezTo>
                      <a:cubicBezTo>
                        <a:pt x="114978" y="93821"/>
                        <a:pt x="115740" y="91535"/>
                        <a:pt x="117359" y="89059"/>
                      </a:cubicBezTo>
                      <a:cubicBezTo>
                        <a:pt x="112977" y="79724"/>
                        <a:pt x="108691" y="75057"/>
                        <a:pt x="104310" y="75057"/>
                      </a:cubicBezTo>
                      <a:cubicBezTo>
                        <a:pt x="98404" y="80391"/>
                        <a:pt x="95452" y="92488"/>
                        <a:pt x="95452" y="111442"/>
                      </a:cubicBezTo>
                      <a:cubicBezTo>
                        <a:pt x="89260" y="110490"/>
                        <a:pt x="86117" y="112395"/>
                        <a:pt x="86117" y="117062"/>
                      </a:cubicBezTo>
                      <a:cubicBezTo>
                        <a:pt x="86117" y="118967"/>
                        <a:pt x="86879" y="121920"/>
                        <a:pt x="88213" y="126206"/>
                      </a:cubicBezTo>
                      <a:cubicBezTo>
                        <a:pt x="89546" y="130397"/>
                        <a:pt x="90212" y="132778"/>
                        <a:pt x="89832" y="133445"/>
                      </a:cubicBezTo>
                      <a:cubicBezTo>
                        <a:pt x="89546" y="135255"/>
                        <a:pt x="88117" y="136874"/>
                        <a:pt x="85641" y="138113"/>
                      </a:cubicBezTo>
                      <a:cubicBezTo>
                        <a:pt x="83164" y="139351"/>
                        <a:pt x="81545" y="140303"/>
                        <a:pt x="80973" y="140875"/>
                      </a:cubicBezTo>
                      <a:cubicBezTo>
                        <a:pt x="80307" y="143637"/>
                        <a:pt x="80021" y="146304"/>
                        <a:pt x="80021" y="148780"/>
                      </a:cubicBezTo>
                      <a:cubicBezTo>
                        <a:pt x="80021" y="160877"/>
                        <a:pt x="86879" y="167926"/>
                        <a:pt x="100500" y="169735"/>
                      </a:cubicBezTo>
                      <a:cubicBezTo>
                        <a:pt x="102976" y="170402"/>
                        <a:pt x="104215" y="171736"/>
                        <a:pt x="104215" y="173926"/>
                      </a:cubicBezTo>
                      <a:cubicBezTo>
                        <a:pt x="104215" y="176117"/>
                        <a:pt x="104405" y="178022"/>
                        <a:pt x="104691" y="179737"/>
                      </a:cubicBezTo>
                      <a:cubicBezTo>
                        <a:pt x="104977" y="181451"/>
                        <a:pt x="106024" y="182499"/>
                        <a:pt x="107929" y="182785"/>
                      </a:cubicBezTo>
                      <a:cubicBezTo>
                        <a:pt x="107358" y="175641"/>
                        <a:pt x="110311" y="171164"/>
                        <a:pt x="116788" y="169259"/>
                      </a:cubicBezTo>
                      <a:cubicBezTo>
                        <a:pt x="122122" y="167735"/>
                        <a:pt x="127551" y="166116"/>
                        <a:pt x="133170" y="164592"/>
                      </a:cubicBezTo>
                      <a:close/>
                      <a:moveTo>
                        <a:pt x="175747" y="147733"/>
                      </a:moveTo>
                      <a:lnTo>
                        <a:pt x="172032" y="144018"/>
                      </a:lnTo>
                      <a:lnTo>
                        <a:pt x="175747" y="140779"/>
                      </a:lnTo>
                      <a:lnTo>
                        <a:pt x="172032" y="140779"/>
                      </a:lnTo>
                      <a:cubicBezTo>
                        <a:pt x="171080" y="142018"/>
                        <a:pt x="170127" y="142684"/>
                        <a:pt x="169270" y="142684"/>
                      </a:cubicBezTo>
                      <a:cubicBezTo>
                        <a:pt x="168413" y="142684"/>
                        <a:pt x="167175" y="141732"/>
                        <a:pt x="165746" y="139922"/>
                      </a:cubicBezTo>
                      <a:cubicBezTo>
                        <a:pt x="164317" y="138017"/>
                        <a:pt x="163555" y="137160"/>
                        <a:pt x="163174" y="137160"/>
                      </a:cubicBezTo>
                      <a:cubicBezTo>
                        <a:pt x="161936" y="142113"/>
                        <a:pt x="166127" y="145732"/>
                        <a:pt x="175747" y="147923"/>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02" name="Google Shape;1102;p99"/>
              <p:cNvGrpSpPr/>
              <p:nvPr/>
            </p:nvGrpSpPr>
            <p:grpSpPr>
              <a:xfrm>
                <a:off x="13506063" y="4503420"/>
                <a:ext cx="527113" cy="141636"/>
                <a:chOff x="8252745" y="2221515"/>
                <a:chExt cx="527113" cy="141636"/>
              </a:xfrm>
            </p:grpSpPr>
            <p:sp>
              <p:nvSpPr>
                <p:cNvPr id="1103" name="Google Shape;1103;p99"/>
                <p:cNvSpPr/>
                <p:nvPr/>
              </p:nvSpPr>
              <p:spPr>
                <a:xfrm>
                  <a:off x="8252745" y="2221515"/>
                  <a:ext cx="114871" cy="141446"/>
                </a:xfrm>
                <a:custGeom>
                  <a:avLst/>
                  <a:gdLst/>
                  <a:ahLst/>
                  <a:cxnLst/>
                  <a:rect l="l" t="t" r="r" b="b"/>
                  <a:pathLst>
                    <a:path w="114871" h="141446" extrusionOk="0">
                      <a:moveTo>
                        <a:pt x="99632" y="5144"/>
                      </a:moveTo>
                      <a:cubicBezTo>
                        <a:pt x="104680" y="5144"/>
                        <a:pt x="108014" y="8001"/>
                        <a:pt x="109633" y="13811"/>
                      </a:cubicBezTo>
                      <a:cubicBezTo>
                        <a:pt x="111728" y="21717"/>
                        <a:pt x="113538" y="26289"/>
                        <a:pt x="114871" y="27527"/>
                      </a:cubicBezTo>
                      <a:lnTo>
                        <a:pt x="114109" y="114871"/>
                      </a:lnTo>
                      <a:cubicBezTo>
                        <a:pt x="112205" y="116491"/>
                        <a:pt x="110395" y="119634"/>
                        <a:pt x="108681" y="124396"/>
                      </a:cubicBezTo>
                      <a:cubicBezTo>
                        <a:pt x="107061" y="129159"/>
                        <a:pt x="104680" y="132398"/>
                        <a:pt x="101727" y="134398"/>
                      </a:cubicBezTo>
                      <a:cubicBezTo>
                        <a:pt x="98012" y="134398"/>
                        <a:pt x="94583" y="136398"/>
                        <a:pt x="91440" y="140399"/>
                      </a:cubicBezTo>
                      <a:cubicBezTo>
                        <a:pt x="89154" y="140208"/>
                        <a:pt x="85725" y="140399"/>
                        <a:pt x="80963" y="140684"/>
                      </a:cubicBezTo>
                      <a:cubicBezTo>
                        <a:pt x="75248" y="141161"/>
                        <a:pt x="71438" y="141446"/>
                        <a:pt x="69342" y="141446"/>
                      </a:cubicBezTo>
                      <a:cubicBezTo>
                        <a:pt x="61436" y="141446"/>
                        <a:pt x="55531" y="139446"/>
                        <a:pt x="51721" y="135350"/>
                      </a:cubicBezTo>
                      <a:cubicBezTo>
                        <a:pt x="50292" y="138494"/>
                        <a:pt x="47816" y="140113"/>
                        <a:pt x="44387" y="140113"/>
                      </a:cubicBezTo>
                      <a:cubicBezTo>
                        <a:pt x="43149" y="140113"/>
                        <a:pt x="41053" y="139827"/>
                        <a:pt x="38195" y="139256"/>
                      </a:cubicBezTo>
                      <a:cubicBezTo>
                        <a:pt x="35338" y="138589"/>
                        <a:pt x="33147" y="138303"/>
                        <a:pt x="31718" y="138303"/>
                      </a:cubicBezTo>
                      <a:cubicBezTo>
                        <a:pt x="30480" y="138303"/>
                        <a:pt x="29433" y="138494"/>
                        <a:pt x="28575" y="138875"/>
                      </a:cubicBezTo>
                      <a:lnTo>
                        <a:pt x="29623" y="137541"/>
                      </a:lnTo>
                      <a:cubicBezTo>
                        <a:pt x="28670" y="136303"/>
                        <a:pt x="27623" y="135731"/>
                        <a:pt x="26194" y="135731"/>
                      </a:cubicBezTo>
                      <a:cubicBezTo>
                        <a:pt x="25337" y="135731"/>
                        <a:pt x="24003" y="136112"/>
                        <a:pt x="22384" y="136874"/>
                      </a:cubicBezTo>
                      <a:cubicBezTo>
                        <a:pt x="20669" y="137636"/>
                        <a:pt x="19526" y="138017"/>
                        <a:pt x="18765" y="138017"/>
                      </a:cubicBezTo>
                      <a:cubicBezTo>
                        <a:pt x="17907" y="138017"/>
                        <a:pt x="17050" y="137541"/>
                        <a:pt x="16383" y="136684"/>
                      </a:cubicBezTo>
                      <a:cubicBezTo>
                        <a:pt x="15526" y="137732"/>
                        <a:pt x="14668" y="138208"/>
                        <a:pt x="13716" y="138208"/>
                      </a:cubicBezTo>
                      <a:cubicBezTo>
                        <a:pt x="12668" y="138208"/>
                        <a:pt x="11621" y="137350"/>
                        <a:pt x="10573" y="135731"/>
                      </a:cubicBezTo>
                      <a:cubicBezTo>
                        <a:pt x="9525" y="134017"/>
                        <a:pt x="8954" y="133255"/>
                        <a:pt x="8763" y="133255"/>
                      </a:cubicBezTo>
                      <a:cubicBezTo>
                        <a:pt x="8382" y="133255"/>
                        <a:pt x="8191" y="134398"/>
                        <a:pt x="8001" y="136684"/>
                      </a:cubicBezTo>
                      <a:cubicBezTo>
                        <a:pt x="7430" y="134779"/>
                        <a:pt x="6572" y="133445"/>
                        <a:pt x="5334" y="132969"/>
                      </a:cubicBezTo>
                      <a:cubicBezTo>
                        <a:pt x="3524" y="132302"/>
                        <a:pt x="2191" y="131159"/>
                        <a:pt x="1429" y="129540"/>
                      </a:cubicBezTo>
                      <a:lnTo>
                        <a:pt x="2191" y="93917"/>
                      </a:lnTo>
                      <a:cubicBezTo>
                        <a:pt x="953" y="92678"/>
                        <a:pt x="762" y="90107"/>
                        <a:pt x="1619" y="86106"/>
                      </a:cubicBezTo>
                      <a:cubicBezTo>
                        <a:pt x="2477" y="82201"/>
                        <a:pt x="2000" y="79248"/>
                        <a:pt x="0" y="77533"/>
                      </a:cubicBezTo>
                      <a:cubicBezTo>
                        <a:pt x="1048" y="75438"/>
                        <a:pt x="1238" y="71723"/>
                        <a:pt x="476" y="66199"/>
                      </a:cubicBezTo>
                      <a:cubicBezTo>
                        <a:pt x="-191" y="60770"/>
                        <a:pt x="286" y="56769"/>
                        <a:pt x="2096" y="54388"/>
                      </a:cubicBezTo>
                      <a:cubicBezTo>
                        <a:pt x="1238" y="49054"/>
                        <a:pt x="762" y="46577"/>
                        <a:pt x="762" y="46673"/>
                      </a:cubicBezTo>
                      <a:cubicBezTo>
                        <a:pt x="762" y="44196"/>
                        <a:pt x="1905" y="42672"/>
                        <a:pt x="4191" y="41910"/>
                      </a:cubicBezTo>
                      <a:cubicBezTo>
                        <a:pt x="2477" y="41053"/>
                        <a:pt x="1524" y="39624"/>
                        <a:pt x="1524" y="37719"/>
                      </a:cubicBezTo>
                      <a:cubicBezTo>
                        <a:pt x="1524" y="37243"/>
                        <a:pt x="1524" y="36481"/>
                        <a:pt x="1810" y="35433"/>
                      </a:cubicBezTo>
                      <a:cubicBezTo>
                        <a:pt x="2000" y="34481"/>
                        <a:pt x="2096" y="33814"/>
                        <a:pt x="2096" y="33433"/>
                      </a:cubicBezTo>
                      <a:cubicBezTo>
                        <a:pt x="2096" y="32575"/>
                        <a:pt x="1810" y="31909"/>
                        <a:pt x="1334" y="31623"/>
                      </a:cubicBezTo>
                      <a:cubicBezTo>
                        <a:pt x="2667" y="30766"/>
                        <a:pt x="3715" y="29528"/>
                        <a:pt x="4191" y="27908"/>
                      </a:cubicBezTo>
                      <a:cubicBezTo>
                        <a:pt x="5334" y="25432"/>
                        <a:pt x="6191" y="23622"/>
                        <a:pt x="7144" y="22384"/>
                      </a:cubicBezTo>
                      <a:cubicBezTo>
                        <a:pt x="3620" y="21908"/>
                        <a:pt x="1905" y="19907"/>
                        <a:pt x="1905" y="16574"/>
                      </a:cubicBezTo>
                      <a:lnTo>
                        <a:pt x="1905" y="13716"/>
                      </a:lnTo>
                      <a:cubicBezTo>
                        <a:pt x="2096" y="12383"/>
                        <a:pt x="2191" y="11144"/>
                        <a:pt x="2191" y="10287"/>
                      </a:cubicBezTo>
                      <a:cubicBezTo>
                        <a:pt x="2191" y="8763"/>
                        <a:pt x="1905" y="7429"/>
                        <a:pt x="1429" y="6382"/>
                      </a:cubicBezTo>
                      <a:cubicBezTo>
                        <a:pt x="3334" y="3524"/>
                        <a:pt x="6477" y="2096"/>
                        <a:pt x="10859" y="2096"/>
                      </a:cubicBezTo>
                      <a:lnTo>
                        <a:pt x="16859" y="2096"/>
                      </a:lnTo>
                      <a:cubicBezTo>
                        <a:pt x="20384" y="2096"/>
                        <a:pt x="23146" y="1429"/>
                        <a:pt x="25337" y="0"/>
                      </a:cubicBezTo>
                      <a:cubicBezTo>
                        <a:pt x="30671" y="1429"/>
                        <a:pt x="36766" y="2096"/>
                        <a:pt x="43815" y="2096"/>
                      </a:cubicBezTo>
                      <a:cubicBezTo>
                        <a:pt x="46958" y="2096"/>
                        <a:pt x="51816" y="1905"/>
                        <a:pt x="58293" y="1429"/>
                      </a:cubicBezTo>
                      <a:cubicBezTo>
                        <a:pt x="64770" y="953"/>
                        <a:pt x="69628" y="762"/>
                        <a:pt x="72771" y="762"/>
                      </a:cubicBezTo>
                      <a:cubicBezTo>
                        <a:pt x="76295" y="762"/>
                        <a:pt x="79439" y="953"/>
                        <a:pt x="82201" y="1333"/>
                      </a:cubicBezTo>
                      <a:cubicBezTo>
                        <a:pt x="83248" y="1715"/>
                        <a:pt x="85534" y="2762"/>
                        <a:pt x="89059" y="4477"/>
                      </a:cubicBezTo>
                      <a:cubicBezTo>
                        <a:pt x="91535" y="5715"/>
                        <a:pt x="93536" y="6382"/>
                        <a:pt x="95155" y="6382"/>
                      </a:cubicBezTo>
                      <a:cubicBezTo>
                        <a:pt x="96584" y="6382"/>
                        <a:pt x="98012" y="5906"/>
                        <a:pt x="99632" y="5048"/>
                      </a:cubicBezTo>
                      <a:close/>
                      <a:moveTo>
                        <a:pt x="4191" y="98203"/>
                      </a:moveTo>
                      <a:cubicBezTo>
                        <a:pt x="5810" y="98393"/>
                        <a:pt x="7430" y="97917"/>
                        <a:pt x="9240" y="96869"/>
                      </a:cubicBezTo>
                      <a:lnTo>
                        <a:pt x="6858" y="95536"/>
                      </a:lnTo>
                      <a:cubicBezTo>
                        <a:pt x="6001" y="94869"/>
                        <a:pt x="5143" y="94679"/>
                        <a:pt x="4191" y="95060"/>
                      </a:cubicBezTo>
                      <a:lnTo>
                        <a:pt x="4191" y="98203"/>
                      </a:lnTo>
                      <a:close/>
                      <a:moveTo>
                        <a:pt x="13145" y="18860"/>
                      </a:moveTo>
                      <a:cubicBezTo>
                        <a:pt x="11525" y="17240"/>
                        <a:pt x="10478" y="16574"/>
                        <a:pt x="10001" y="16764"/>
                      </a:cubicBezTo>
                      <a:lnTo>
                        <a:pt x="12192" y="20479"/>
                      </a:lnTo>
                      <a:cubicBezTo>
                        <a:pt x="12002" y="19907"/>
                        <a:pt x="12287" y="19431"/>
                        <a:pt x="13240" y="18860"/>
                      </a:cubicBezTo>
                      <a:close/>
                      <a:moveTo>
                        <a:pt x="10001" y="37814"/>
                      </a:moveTo>
                      <a:cubicBezTo>
                        <a:pt x="11049" y="38005"/>
                        <a:pt x="12192" y="37529"/>
                        <a:pt x="13145" y="36386"/>
                      </a:cubicBezTo>
                      <a:cubicBezTo>
                        <a:pt x="14192" y="35242"/>
                        <a:pt x="14574" y="34100"/>
                        <a:pt x="14192" y="32861"/>
                      </a:cubicBezTo>
                      <a:cubicBezTo>
                        <a:pt x="13335" y="32480"/>
                        <a:pt x="12764" y="32385"/>
                        <a:pt x="12382" y="32385"/>
                      </a:cubicBezTo>
                      <a:cubicBezTo>
                        <a:pt x="11716" y="32385"/>
                        <a:pt x="11239" y="33623"/>
                        <a:pt x="11049" y="36100"/>
                      </a:cubicBezTo>
                      <a:cubicBezTo>
                        <a:pt x="10859" y="36957"/>
                        <a:pt x="10478" y="37624"/>
                        <a:pt x="10001" y="37910"/>
                      </a:cubicBezTo>
                      <a:close/>
                      <a:moveTo>
                        <a:pt x="81439" y="64675"/>
                      </a:moveTo>
                      <a:cubicBezTo>
                        <a:pt x="79343" y="57626"/>
                        <a:pt x="79343" y="47339"/>
                        <a:pt x="81439" y="33814"/>
                      </a:cubicBezTo>
                      <a:cubicBezTo>
                        <a:pt x="78867" y="30956"/>
                        <a:pt x="73438" y="29623"/>
                        <a:pt x="65341" y="29623"/>
                      </a:cubicBezTo>
                      <a:lnTo>
                        <a:pt x="68294" y="24670"/>
                      </a:lnTo>
                      <a:cubicBezTo>
                        <a:pt x="67628" y="26099"/>
                        <a:pt x="65532" y="26765"/>
                        <a:pt x="62199" y="26765"/>
                      </a:cubicBezTo>
                      <a:cubicBezTo>
                        <a:pt x="61722" y="26765"/>
                        <a:pt x="60674" y="26765"/>
                        <a:pt x="59341" y="26479"/>
                      </a:cubicBezTo>
                      <a:lnTo>
                        <a:pt x="55912" y="26479"/>
                      </a:lnTo>
                      <a:cubicBezTo>
                        <a:pt x="50673" y="26479"/>
                        <a:pt x="47340" y="27908"/>
                        <a:pt x="45911" y="30671"/>
                      </a:cubicBezTo>
                      <a:cubicBezTo>
                        <a:pt x="44863" y="30385"/>
                        <a:pt x="43910" y="30194"/>
                        <a:pt x="43053" y="30194"/>
                      </a:cubicBezTo>
                      <a:cubicBezTo>
                        <a:pt x="41434" y="30194"/>
                        <a:pt x="39529" y="30861"/>
                        <a:pt x="37243" y="32290"/>
                      </a:cubicBezTo>
                      <a:cubicBezTo>
                        <a:pt x="34957" y="33719"/>
                        <a:pt x="33242" y="34385"/>
                        <a:pt x="32004" y="34385"/>
                      </a:cubicBezTo>
                      <a:cubicBezTo>
                        <a:pt x="31242" y="34385"/>
                        <a:pt x="30480" y="34290"/>
                        <a:pt x="29623" y="33909"/>
                      </a:cubicBezTo>
                      <a:cubicBezTo>
                        <a:pt x="30289" y="34576"/>
                        <a:pt x="30671" y="35242"/>
                        <a:pt x="30671" y="35719"/>
                      </a:cubicBezTo>
                      <a:cubicBezTo>
                        <a:pt x="30671" y="36195"/>
                        <a:pt x="29813" y="36671"/>
                        <a:pt x="28194" y="36862"/>
                      </a:cubicBezTo>
                      <a:cubicBezTo>
                        <a:pt x="26480" y="37148"/>
                        <a:pt x="25527" y="37433"/>
                        <a:pt x="25337" y="37814"/>
                      </a:cubicBezTo>
                      <a:cubicBezTo>
                        <a:pt x="23908" y="38862"/>
                        <a:pt x="23241" y="39719"/>
                        <a:pt x="23241" y="40481"/>
                      </a:cubicBezTo>
                      <a:cubicBezTo>
                        <a:pt x="23241" y="40958"/>
                        <a:pt x="24003" y="41815"/>
                        <a:pt x="25337" y="42958"/>
                      </a:cubicBezTo>
                      <a:cubicBezTo>
                        <a:pt x="26670" y="44101"/>
                        <a:pt x="27432" y="45053"/>
                        <a:pt x="27432" y="46006"/>
                      </a:cubicBezTo>
                      <a:lnTo>
                        <a:pt x="21622" y="48101"/>
                      </a:lnTo>
                      <a:cubicBezTo>
                        <a:pt x="22098" y="47911"/>
                        <a:pt x="22670" y="47816"/>
                        <a:pt x="23146" y="47816"/>
                      </a:cubicBezTo>
                      <a:cubicBezTo>
                        <a:pt x="24384" y="47816"/>
                        <a:pt x="25527" y="48863"/>
                        <a:pt x="26575" y="50864"/>
                      </a:cubicBezTo>
                      <a:cubicBezTo>
                        <a:pt x="27623" y="52864"/>
                        <a:pt x="28575" y="54102"/>
                        <a:pt x="29528" y="54483"/>
                      </a:cubicBezTo>
                      <a:cubicBezTo>
                        <a:pt x="33052" y="54959"/>
                        <a:pt x="34862" y="58293"/>
                        <a:pt x="35052" y="64484"/>
                      </a:cubicBezTo>
                      <a:cubicBezTo>
                        <a:pt x="34862" y="69628"/>
                        <a:pt x="34766" y="74676"/>
                        <a:pt x="34766" y="79820"/>
                      </a:cubicBezTo>
                      <a:cubicBezTo>
                        <a:pt x="34385" y="80391"/>
                        <a:pt x="34195" y="80867"/>
                        <a:pt x="34195" y="81439"/>
                      </a:cubicBezTo>
                      <a:cubicBezTo>
                        <a:pt x="34195" y="82010"/>
                        <a:pt x="34576" y="82677"/>
                        <a:pt x="35433" y="83534"/>
                      </a:cubicBezTo>
                      <a:cubicBezTo>
                        <a:pt x="36195" y="84392"/>
                        <a:pt x="36576" y="85058"/>
                        <a:pt x="36576" y="85344"/>
                      </a:cubicBezTo>
                      <a:cubicBezTo>
                        <a:pt x="36576" y="85725"/>
                        <a:pt x="36195" y="86201"/>
                        <a:pt x="35528" y="86678"/>
                      </a:cubicBezTo>
                      <a:cubicBezTo>
                        <a:pt x="33052" y="92488"/>
                        <a:pt x="33338" y="95917"/>
                        <a:pt x="36290" y="96965"/>
                      </a:cubicBezTo>
                      <a:lnTo>
                        <a:pt x="33433" y="99060"/>
                      </a:lnTo>
                      <a:cubicBezTo>
                        <a:pt x="34290" y="100108"/>
                        <a:pt x="34766" y="101346"/>
                        <a:pt x="34766" y="102775"/>
                      </a:cubicBezTo>
                      <a:lnTo>
                        <a:pt x="34766" y="104870"/>
                      </a:lnTo>
                      <a:cubicBezTo>
                        <a:pt x="34576" y="105728"/>
                        <a:pt x="34480" y="106394"/>
                        <a:pt x="34480" y="106680"/>
                      </a:cubicBezTo>
                      <a:cubicBezTo>
                        <a:pt x="34480" y="108775"/>
                        <a:pt x="35528" y="110395"/>
                        <a:pt x="37624" y="111442"/>
                      </a:cubicBezTo>
                      <a:cubicBezTo>
                        <a:pt x="40100" y="111633"/>
                        <a:pt x="43529" y="111157"/>
                        <a:pt x="47911" y="110109"/>
                      </a:cubicBezTo>
                      <a:cubicBezTo>
                        <a:pt x="49816" y="113824"/>
                        <a:pt x="52102" y="115633"/>
                        <a:pt x="54769" y="115633"/>
                      </a:cubicBezTo>
                      <a:cubicBezTo>
                        <a:pt x="56579" y="115633"/>
                        <a:pt x="59341" y="114395"/>
                        <a:pt x="63055" y="111919"/>
                      </a:cubicBezTo>
                      <a:cubicBezTo>
                        <a:pt x="66866" y="109442"/>
                        <a:pt x="69723" y="108204"/>
                        <a:pt x="71724" y="108204"/>
                      </a:cubicBezTo>
                      <a:cubicBezTo>
                        <a:pt x="73247" y="108204"/>
                        <a:pt x="74772" y="108871"/>
                        <a:pt x="76200" y="110109"/>
                      </a:cubicBezTo>
                      <a:cubicBezTo>
                        <a:pt x="79153" y="106966"/>
                        <a:pt x="80677" y="102584"/>
                        <a:pt x="80677" y="97155"/>
                      </a:cubicBezTo>
                      <a:cubicBezTo>
                        <a:pt x="80677" y="92964"/>
                        <a:pt x="79915" y="88868"/>
                        <a:pt x="78296" y="85058"/>
                      </a:cubicBezTo>
                      <a:cubicBezTo>
                        <a:pt x="80677" y="83344"/>
                        <a:pt x="81629" y="79915"/>
                        <a:pt x="80963" y="74771"/>
                      </a:cubicBezTo>
                      <a:cubicBezTo>
                        <a:pt x="80200" y="69628"/>
                        <a:pt x="80391" y="66294"/>
                        <a:pt x="81439" y="64770"/>
                      </a:cubicBezTo>
                      <a:close/>
                      <a:moveTo>
                        <a:pt x="22384" y="59436"/>
                      </a:moveTo>
                      <a:lnTo>
                        <a:pt x="26384" y="60198"/>
                      </a:lnTo>
                      <a:lnTo>
                        <a:pt x="25337" y="59436"/>
                      </a:lnTo>
                      <a:lnTo>
                        <a:pt x="22479" y="59436"/>
                      </a:lnTo>
                      <a:close/>
                      <a:moveTo>
                        <a:pt x="30575" y="42863"/>
                      </a:moveTo>
                      <a:cubicBezTo>
                        <a:pt x="30861" y="42291"/>
                        <a:pt x="31909" y="42100"/>
                        <a:pt x="33433" y="42100"/>
                      </a:cubicBezTo>
                      <a:cubicBezTo>
                        <a:pt x="32861" y="42767"/>
                        <a:pt x="32004" y="43148"/>
                        <a:pt x="30766" y="43148"/>
                      </a:cubicBezTo>
                      <a:lnTo>
                        <a:pt x="27337" y="42863"/>
                      </a:lnTo>
                      <a:lnTo>
                        <a:pt x="27337" y="40767"/>
                      </a:lnTo>
                      <a:cubicBezTo>
                        <a:pt x="27813" y="40577"/>
                        <a:pt x="28384" y="40862"/>
                        <a:pt x="29051" y="41720"/>
                      </a:cubicBezTo>
                      <a:cubicBezTo>
                        <a:pt x="29623" y="42482"/>
                        <a:pt x="30099" y="42863"/>
                        <a:pt x="30480" y="42863"/>
                      </a:cubicBezTo>
                      <a:close/>
                      <a:moveTo>
                        <a:pt x="61913" y="17526"/>
                      </a:moveTo>
                      <a:cubicBezTo>
                        <a:pt x="61722" y="16954"/>
                        <a:pt x="60674" y="16669"/>
                        <a:pt x="58769" y="16669"/>
                      </a:cubicBezTo>
                      <a:lnTo>
                        <a:pt x="60103" y="19621"/>
                      </a:lnTo>
                      <a:lnTo>
                        <a:pt x="61913" y="17526"/>
                      </a:lnTo>
                      <a:close/>
                      <a:moveTo>
                        <a:pt x="64008" y="6477"/>
                      </a:moveTo>
                      <a:lnTo>
                        <a:pt x="63246" y="5144"/>
                      </a:lnTo>
                      <a:lnTo>
                        <a:pt x="64008" y="9335"/>
                      </a:lnTo>
                      <a:lnTo>
                        <a:pt x="64008" y="6477"/>
                      </a:lnTo>
                      <a:close/>
                      <a:moveTo>
                        <a:pt x="71152" y="10096"/>
                      </a:moveTo>
                      <a:cubicBezTo>
                        <a:pt x="70199" y="10001"/>
                        <a:pt x="69628" y="10192"/>
                        <a:pt x="69247" y="10954"/>
                      </a:cubicBezTo>
                      <a:cubicBezTo>
                        <a:pt x="68866" y="11621"/>
                        <a:pt x="68580" y="12097"/>
                        <a:pt x="68199" y="12287"/>
                      </a:cubicBezTo>
                      <a:lnTo>
                        <a:pt x="71057" y="12287"/>
                      </a:lnTo>
                      <a:lnTo>
                        <a:pt x="71057" y="10096"/>
                      </a:lnTo>
                      <a:close/>
                      <a:moveTo>
                        <a:pt x="76200" y="26765"/>
                      </a:moveTo>
                      <a:cubicBezTo>
                        <a:pt x="76200" y="24860"/>
                        <a:pt x="77058" y="24289"/>
                        <a:pt x="78677" y="25146"/>
                      </a:cubicBezTo>
                      <a:cubicBezTo>
                        <a:pt x="80296" y="26003"/>
                        <a:pt x="81249" y="25908"/>
                        <a:pt x="81439" y="24575"/>
                      </a:cubicBezTo>
                      <a:cubicBezTo>
                        <a:pt x="80963" y="24956"/>
                        <a:pt x="80391" y="25146"/>
                        <a:pt x="79915" y="25146"/>
                      </a:cubicBezTo>
                      <a:cubicBezTo>
                        <a:pt x="79439" y="25146"/>
                        <a:pt x="78581" y="24670"/>
                        <a:pt x="77438" y="23717"/>
                      </a:cubicBezTo>
                      <a:cubicBezTo>
                        <a:pt x="76295" y="22765"/>
                        <a:pt x="75248" y="22384"/>
                        <a:pt x="74200" y="22479"/>
                      </a:cubicBezTo>
                      <a:lnTo>
                        <a:pt x="74200" y="26670"/>
                      </a:lnTo>
                      <a:lnTo>
                        <a:pt x="76295" y="26670"/>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 name="Google Shape;1104;p99"/>
                <p:cNvSpPr/>
                <p:nvPr/>
              </p:nvSpPr>
              <p:spPr>
                <a:xfrm>
                  <a:off x="8386817" y="2223134"/>
                  <a:ext cx="122817" cy="140017"/>
                </a:xfrm>
                <a:custGeom>
                  <a:avLst/>
                  <a:gdLst/>
                  <a:ahLst/>
                  <a:cxnLst/>
                  <a:rect l="l" t="t" r="r" b="b"/>
                  <a:pathLst>
                    <a:path w="122817" h="140017" extrusionOk="0">
                      <a:moveTo>
                        <a:pt x="118340" y="122015"/>
                      </a:moveTo>
                      <a:cubicBezTo>
                        <a:pt x="121388" y="122492"/>
                        <a:pt x="122817" y="124397"/>
                        <a:pt x="122817" y="127540"/>
                      </a:cubicBezTo>
                      <a:cubicBezTo>
                        <a:pt x="122817" y="126111"/>
                        <a:pt x="122341" y="128683"/>
                        <a:pt x="121484" y="135160"/>
                      </a:cubicBezTo>
                      <a:cubicBezTo>
                        <a:pt x="118626" y="138303"/>
                        <a:pt x="114149" y="139922"/>
                        <a:pt x="108053" y="139922"/>
                      </a:cubicBezTo>
                      <a:cubicBezTo>
                        <a:pt x="98147" y="139922"/>
                        <a:pt x="93576" y="139827"/>
                        <a:pt x="94052" y="139637"/>
                      </a:cubicBezTo>
                      <a:cubicBezTo>
                        <a:pt x="90337" y="138589"/>
                        <a:pt x="88432" y="135255"/>
                        <a:pt x="88432" y="129635"/>
                      </a:cubicBezTo>
                      <a:cubicBezTo>
                        <a:pt x="88432" y="124016"/>
                        <a:pt x="87099" y="120491"/>
                        <a:pt x="84622" y="119063"/>
                      </a:cubicBezTo>
                      <a:cubicBezTo>
                        <a:pt x="83193" y="118491"/>
                        <a:pt x="79573" y="118301"/>
                        <a:pt x="73763" y="118301"/>
                      </a:cubicBezTo>
                      <a:cubicBezTo>
                        <a:pt x="69477" y="118301"/>
                        <a:pt x="66334" y="117158"/>
                        <a:pt x="63952" y="114967"/>
                      </a:cubicBezTo>
                      <a:cubicBezTo>
                        <a:pt x="63572" y="114776"/>
                        <a:pt x="63286" y="112490"/>
                        <a:pt x="62905" y="108204"/>
                      </a:cubicBezTo>
                      <a:cubicBezTo>
                        <a:pt x="62715" y="106299"/>
                        <a:pt x="61952" y="105156"/>
                        <a:pt x="60809" y="104870"/>
                      </a:cubicBezTo>
                      <a:cubicBezTo>
                        <a:pt x="59571" y="107156"/>
                        <a:pt x="58618" y="109633"/>
                        <a:pt x="57952" y="112204"/>
                      </a:cubicBezTo>
                      <a:cubicBezTo>
                        <a:pt x="57190" y="115919"/>
                        <a:pt x="56523" y="118586"/>
                        <a:pt x="55856" y="120396"/>
                      </a:cubicBezTo>
                      <a:cubicBezTo>
                        <a:pt x="54427" y="120777"/>
                        <a:pt x="52237" y="120587"/>
                        <a:pt x="49284" y="120110"/>
                      </a:cubicBezTo>
                      <a:cubicBezTo>
                        <a:pt x="45760" y="119634"/>
                        <a:pt x="43474" y="119348"/>
                        <a:pt x="42426" y="119348"/>
                      </a:cubicBezTo>
                      <a:cubicBezTo>
                        <a:pt x="38711" y="119348"/>
                        <a:pt x="36330" y="121063"/>
                        <a:pt x="35283" y="124587"/>
                      </a:cubicBezTo>
                      <a:cubicBezTo>
                        <a:pt x="35283" y="124968"/>
                        <a:pt x="34330" y="126968"/>
                        <a:pt x="32615" y="130588"/>
                      </a:cubicBezTo>
                      <a:cubicBezTo>
                        <a:pt x="31187" y="133350"/>
                        <a:pt x="30520" y="135636"/>
                        <a:pt x="30520" y="137351"/>
                      </a:cubicBezTo>
                      <a:cubicBezTo>
                        <a:pt x="30520" y="138398"/>
                        <a:pt x="30710" y="139256"/>
                        <a:pt x="31092" y="140018"/>
                      </a:cubicBezTo>
                      <a:lnTo>
                        <a:pt x="15280" y="140018"/>
                      </a:lnTo>
                      <a:cubicBezTo>
                        <a:pt x="8422" y="140018"/>
                        <a:pt x="3373" y="139256"/>
                        <a:pt x="40" y="137636"/>
                      </a:cubicBezTo>
                      <a:cubicBezTo>
                        <a:pt x="-246" y="129445"/>
                        <a:pt x="992" y="121444"/>
                        <a:pt x="4136" y="113729"/>
                      </a:cubicBezTo>
                      <a:cubicBezTo>
                        <a:pt x="7184" y="106013"/>
                        <a:pt x="10422" y="98298"/>
                        <a:pt x="13756" y="90583"/>
                      </a:cubicBezTo>
                      <a:cubicBezTo>
                        <a:pt x="12327" y="89916"/>
                        <a:pt x="11660" y="89059"/>
                        <a:pt x="11660" y="88202"/>
                      </a:cubicBezTo>
                      <a:cubicBezTo>
                        <a:pt x="11660" y="87630"/>
                        <a:pt x="11946" y="86868"/>
                        <a:pt x="12422" y="85725"/>
                      </a:cubicBezTo>
                      <a:cubicBezTo>
                        <a:pt x="12994" y="84582"/>
                        <a:pt x="13184" y="83725"/>
                        <a:pt x="13184" y="83249"/>
                      </a:cubicBezTo>
                      <a:cubicBezTo>
                        <a:pt x="13184" y="82582"/>
                        <a:pt x="12994" y="81915"/>
                        <a:pt x="12613" y="81439"/>
                      </a:cubicBezTo>
                      <a:cubicBezTo>
                        <a:pt x="12327" y="79343"/>
                        <a:pt x="13661" y="77724"/>
                        <a:pt x="16994" y="76581"/>
                      </a:cubicBezTo>
                      <a:cubicBezTo>
                        <a:pt x="20233" y="75438"/>
                        <a:pt x="21852" y="74486"/>
                        <a:pt x="21852" y="73533"/>
                      </a:cubicBezTo>
                      <a:cubicBezTo>
                        <a:pt x="21852" y="72962"/>
                        <a:pt x="21376" y="72200"/>
                        <a:pt x="20518" y="71152"/>
                      </a:cubicBezTo>
                      <a:lnTo>
                        <a:pt x="20518" y="71438"/>
                      </a:lnTo>
                      <a:cubicBezTo>
                        <a:pt x="20518" y="70771"/>
                        <a:pt x="20233" y="70295"/>
                        <a:pt x="19757" y="70199"/>
                      </a:cubicBezTo>
                      <a:cubicBezTo>
                        <a:pt x="20424" y="69152"/>
                        <a:pt x="21852" y="68485"/>
                        <a:pt x="23948" y="68294"/>
                      </a:cubicBezTo>
                      <a:cubicBezTo>
                        <a:pt x="27281" y="67723"/>
                        <a:pt x="29377" y="67437"/>
                        <a:pt x="30043" y="67247"/>
                      </a:cubicBezTo>
                      <a:cubicBezTo>
                        <a:pt x="30043" y="65723"/>
                        <a:pt x="29567" y="64199"/>
                        <a:pt x="28710" y="62770"/>
                      </a:cubicBezTo>
                      <a:cubicBezTo>
                        <a:pt x="27472" y="60674"/>
                        <a:pt x="25948" y="60008"/>
                        <a:pt x="24233" y="60674"/>
                      </a:cubicBezTo>
                      <a:lnTo>
                        <a:pt x="20518" y="60674"/>
                      </a:lnTo>
                      <a:cubicBezTo>
                        <a:pt x="20328" y="58103"/>
                        <a:pt x="21567" y="55817"/>
                        <a:pt x="24233" y="53816"/>
                      </a:cubicBezTo>
                      <a:lnTo>
                        <a:pt x="25758" y="39338"/>
                      </a:lnTo>
                      <a:cubicBezTo>
                        <a:pt x="27377" y="39148"/>
                        <a:pt x="28329" y="38195"/>
                        <a:pt x="28615" y="36386"/>
                      </a:cubicBezTo>
                      <a:cubicBezTo>
                        <a:pt x="28996" y="33909"/>
                        <a:pt x="29472" y="32480"/>
                        <a:pt x="29949" y="31909"/>
                      </a:cubicBezTo>
                      <a:cubicBezTo>
                        <a:pt x="29949" y="29813"/>
                        <a:pt x="30901" y="26384"/>
                        <a:pt x="32806" y="21717"/>
                      </a:cubicBezTo>
                      <a:cubicBezTo>
                        <a:pt x="34806" y="17050"/>
                        <a:pt x="35854" y="13621"/>
                        <a:pt x="35949" y="11335"/>
                      </a:cubicBezTo>
                      <a:cubicBezTo>
                        <a:pt x="36330" y="11049"/>
                        <a:pt x="36806" y="8954"/>
                        <a:pt x="37282" y="5334"/>
                      </a:cubicBezTo>
                      <a:cubicBezTo>
                        <a:pt x="37759" y="2858"/>
                        <a:pt x="39092" y="1429"/>
                        <a:pt x="41283" y="1048"/>
                      </a:cubicBezTo>
                      <a:lnTo>
                        <a:pt x="45474" y="1048"/>
                      </a:lnTo>
                      <a:cubicBezTo>
                        <a:pt x="46236" y="3334"/>
                        <a:pt x="46998" y="4477"/>
                        <a:pt x="47856" y="4477"/>
                      </a:cubicBezTo>
                      <a:cubicBezTo>
                        <a:pt x="48427" y="4477"/>
                        <a:pt x="49379" y="3715"/>
                        <a:pt x="50713" y="2191"/>
                      </a:cubicBezTo>
                      <a:cubicBezTo>
                        <a:pt x="52141" y="667"/>
                        <a:pt x="53380" y="0"/>
                        <a:pt x="54427" y="0"/>
                      </a:cubicBezTo>
                      <a:cubicBezTo>
                        <a:pt x="54809" y="0"/>
                        <a:pt x="55189" y="0"/>
                        <a:pt x="55761" y="286"/>
                      </a:cubicBezTo>
                      <a:lnTo>
                        <a:pt x="78431" y="1048"/>
                      </a:lnTo>
                      <a:cubicBezTo>
                        <a:pt x="84241" y="9811"/>
                        <a:pt x="87099" y="15526"/>
                        <a:pt x="87099" y="18193"/>
                      </a:cubicBezTo>
                      <a:cubicBezTo>
                        <a:pt x="87099" y="19050"/>
                        <a:pt x="86908" y="19907"/>
                        <a:pt x="86527" y="20765"/>
                      </a:cubicBezTo>
                      <a:cubicBezTo>
                        <a:pt x="90241" y="22765"/>
                        <a:pt x="92147" y="25241"/>
                        <a:pt x="92147" y="28385"/>
                      </a:cubicBezTo>
                      <a:cubicBezTo>
                        <a:pt x="92147" y="29242"/>
                        <a:pt x="91956" y="30671"/>
                        <a:pt x="91575" y="32480"/>
                      </a:cubicBezTo>
                      <a:cubicBezTo>
                        <a:pt x="91194" y="34290"/>
                        <a:pt x="91099" y="35719"/>
                        <a:pt x="91099" y="36576"/>
                      </a:cubicBezTo>
                      <a:cubicBezTo>
                        <a:pt x="91099" y="39529"/>
                        <a:pt x="93004" y="41815"/>
                        <a:pt x="96909" y="43434"/>
                      </a:cubicBezTo>
                      <a:cubicBezTo>
                        <a:pt x="96242" y="47816"/>
                        <a:pt x="96909" y="53150"/>
                        <a:pt x="99100" y="59246"/>
                      </a:cubicBezTo>
                      <a:cubicBezTo>
                        <a:pt x="100815" y="64675"/>
                        <a:pt x="102624" y="70104"/>
                        <a:pt x="104339" y="75343"/>
                      </a:cubicBezTo>
                      <a:lnTo>
                        <a:pt x="103005" y="75343"/>
                      </a:lnTo>
                      <a:cubicBezTo>
                        <a:pt x="103672" y="75724"/>
                        <a:pt x="104148" y="77057"/>
                        <a:pt x="104148" y="79439"/>
                      </a:cubicBezTo>
                      <a:cubicBezTo>
                        <a:pt x="104339" y="81820"/>
                        <a:pt x="104910" y="82963"/>
                        <a:pt x="106149" y="82963"/>
                      </a:cubicBezTo>
                      <a:cubicBezTo>
                        <a:pt x="106720" y="82963"/>
                        <a:pt x="107292" y="82772"/>
                        <a:pt x="108053" y="82487"/>
                      </a:cubicBezTo>
                      <a:cubicBezTo>
                        <a:pt x="108244" y="85249"/>
                        <a:pt x="108434" y="88106"/>
                        <a:pt x="108530" y="91059"/>
                      </a:cubicBezTo>
                      <a:cubicBezTo>
                        <a:pt x="109006" y="94679"/>
                        <a:pt x="110625" y="97250"/>
                        <a:pt x="113292" y="98679"/>
                      </a:cubicBezTo>
                      <a:cubicBezTo>
                        <a:pt x="112816" y="100298"/>
                        <a:pt x="112530" y="101727"/>
                        <a:pt x="112530" y="103061"/>
                      </a:cubicBezTo>
                      <a:cubicBezTo>
                        <a:pt x="112530" y="105347"/>
                        <a:pt x="113578" y="108014"/>
                        <a:pt x="115674" y="111062"/>
                      </a:cubicBezTo>
                      <a:cubicBezTo>
                        <a:pt x="117864" y="114110"/>
                        <a:pt x="118816" y="116681"/>
                        <a:pt x="118816" y="118777"/>
                      </a:cubicBezTo>
                      <a:cubicBezTo>
                        <a:pt x="118816" y="119825"/>
                        <a:pt x="118626" y="120968"/>
                        <a:pt x="118245" y="122111"/>
                      </a:cubicBezTo>
                      <a:close/>
                      <a:moveTo>
                        <a:pt x="16899" y="70961"/>
                      </a:moveTo>
                      <a:lnTo>
                        <a:pt x="16899" y="74390"/>
                      </a:lnTo>
                      <a:lnTo>
                        <a:pt x="15566" y="70961"/>
                      </a:lnTo>
                      <a:lnTo>
                        <a:pt x="16899" y="70961"/>
                      </a:lnTo>
                      <a:close/>
                      <a:moveTo>
                        <a:pt x="21852" y="125063"/>
                      </a:moveTo>
                      <a:cubicBezTo>
                        <a:pt x="22709" y="124206"/>
                        <a:pt x="22709" y="123254"/>
                        <a:pt x="21852" y="122396"/>
                      </a:cubicBezTo>
                      <a:lnTo>
                        <a:pt x="21852" y="125063"/>
                      </a:lnTo>
                      <a:cubicBezTo>
                        <a:pt x="21185" y="125540"/>
                        <a:pt x="20518" y="126206"/>
                        <a:pt x="20042" y="126873"/>
                      </a:cubicBezTo>
                      <a:cubicBezTo>
                        <a:pt x="20138" y="127064"/>
                        <a:pt x="20804" y="127254"/>
                        <a:pt x="21852" y="127349"/>
                      </a:cubicBezTo>
                      <a:lnTo>
                        <a:pt x="21852" y="124968"/>
                      </a:lnTo>
                      <a:close/>
                      <a:moveTo>
                        <a:pt x="22900" y="23813"/>
                      </a:moveTo>
                      <a:cubicBezTo>
                        <a:pt x="21567" y="22384"/>
                        <a:pt x="20804" y="21431"/>
                        <a:pt x="20804" y="20955"/>
                      </a:cubicBezTo>
                      <a:cubicBezTo>
                        <a:pt x="20804" y="20479"/>
                        <a:pt x="21185" y="19907"/>
                        <a:pt x="21852" y="19336"/>
                      </a:cubicBezTo>
                      <a:cubicBezTo>
                        <a:pt x="22614" y="19336"/>
                        <a:pt x="22900" y="20003"/>
                        <a:pt x="22900" y="21241"/>
                      </a:cubicBezTo>
                      <a:lnTo>
                        <a:pt x="22900" y="23908"/>
                      </a:lnTo>
                      <a:close/>
                      <a:moveTo>
                        <a:pt x="75097" y="92869"/>
                      </a:moveTo>
                      <a:cubicBezTo>
                        <a:pt x="76335" y="91440"/>
                        <a:pt x="76907" y="89916"/>
                        <a:pt x="76907" y="88106"/>
                      </a:cubicBezTo>
                      <a:cubicBezTo>
                        <a:pt x="76907" y="86297"/>
                        <a:pt x="76145" y="84011"/>
                        <a:pt x="74526" y="81248"/>
                      </a:cubicBezTo>
                      <a:cubicBezTo>
                        <a:pt x="72906" y="78391"/>
                        <a:pt x="72144" y="76486"/>
                        <a:pt x="72144" y="75438"/>
                      </a:cubicBezTo>
                      <a:cubicBezTo>
                        <a:pt x="72144" y="74009"/>
                        <a:pt x="72906" y="72866"/>
                        <a:pt x="74239" y="72009"/>
                      </a:cubicBezTo>
                      <a:lnTo>
                        <a:pt x="71382" y="69152"/>
                      </a:lnTo>
                      <a:cubicBezTo>
                        <a:pt x="72240" y="67723"/>
                        <a:pt x="72716" y="66389"/>
                        <a:pt x="72716" y="65151"/>
                      </a:cubicBezTo>
                      <a:cubicBezTo>
                        <a:pt x="72716" y="63532"/>
                        <a:pt x="71382" y="61817"/>
                        <a:pt x="68810" y="59722"/>
                      </a:cubicBezTo>
                      <a:cubicBezTo>
                        <a:pt x="66143" y="57722"/>
                        <a:pt x="64905" y="55817"/>
                        <a:pt x="64905" y="54102"/>
                      </a:cubicBezTo>
                      <a:cubicBezTo>
                        <a:pt x="64905" y="52864"/>
                        <a:pt x="65381" y="51530"/>
                        <a:pt x="66239" y="50102"/>
                      </a:cubicBezTo>
                      <a:cubicBezTo>
                        <a:pt x="63762" y="44863"/>
                        <a:pt x="61286" y="42196"/>
                        <a:pt x="58809" y="42196"/>
                      </a:cubicBezTo>
                      <a:cubicBezTo>
                        <a:pt x="55476" y="45244"/>
                        <a:pt x="53856" y="52007"/>
                        <a:pt x="53856" y="62770"/>
                      </a:cubicBezTo>
                      <a:cubicBezTo>
                        <a:pt x="50332" y="62294"/>
                        <a:pt x="48522" y="63246"/>
                        <a:pt x="48522" y="65913"/>
                      </a:cubicBezTo>
                      <a:cubicBezTo>
                        <a:pt x="48522" y="66961"/>
                        <a:pt x="48903" y="68675"/>
                        <a:pt x="49760" y="71057"/>
                      </a:cubicBezTo>
                      <a:cubicBezTo>
                        <a:pt x="50522" y="73438"/>
                        <a:pt x="50808" y="74771"/>
                        <a:pt x="50618" y="75152"/>
                      </a:cubicBezTo>
                      <a:cubicBezTo>
                        <a:pt x="50427" y="76200"/>
                        <a:pt x="49665" y="77057"/>
                        <a:pt x="48236" y="77724"/>
                      </a:cubicBezTo>
                      <a:cubicBezTo>
                        <a:pt x="46903" y="78391"/>
                        <a:pt x="46046" y="78962"/>
                        <a:pt x="45569" y="79343"/>
                      </a:cubicBezTo>
                      <a:cubicBezTo>
                        <a:pt x="45188" y="80963"/>
                        <a:pt x="45093" y="82391"/>
                        <a:pt x="45093" y="83820"/>
                      </a:cubicBezTo>
                      <a:cubicBezTo>
                        <a:pt x="45093" y="90678"/>
                        <a:pt x="48999" y="94583"/>
                        <a:pt x="56714" y="95726"/>
                      </a:cubicBezTo>
                      <a:cubicBezTo>
                        <a:pt x="58142" y="96107"/>
                        <a:pt x="58809" y="96869"/>
                        <a:pt x="58809" y="98108"/>
                      </a:cubicBezTo>
                      <a:cubicBezTo>
                        <a:pt x="58809" y="99346"/>
                        <a:pt x="58809" y="100489"/>
                        <a:pt x="59095" y="101346"/>
                      </a:cubicBezTo>
                      <a:cubicBezTo>
                        <a:pt x="59285" y="102299"/>
                        <a:pt x="59857" y="102870"/>
                        <a:pt x="61000" y="103061"/>
                      </a:cubicBezTo>
                      <a:cubicBezTo>
                        <a:pt x="60619" y="99060"/>
                        <a:pt x="62333" y="96488"/>
                        <a:pt x="65953" y="95441"/>
                      </a:cubicBezTo>
                      <a:cubicBezTo>
                        <a:pt x="68906" y="94583"/>
                        <a:pt x="72049" y="93726"/>
                        <a:pt x="75192" y="92774"/>
                      </a:cubicBezTo>
                      <a:close/>
                      <a:moveTo>
                        <a:pt x="99100" y="83344"/>
                      </a:moveTo>
                      <a:lnTo>
                        <a:pt x="96909" y="81248"/>
                      </a:lnTo>
                      <a:lnTo>
                        <a:pt x="99100" y="79343"/>
                      </a:lnTo>
                      <a:lnTo>
                        <a:pt x="96909" y="79343"/>
                      </a:lnTo>
                      <a:cubicBezTo>
                        <a:pt x="96433" y="80010"/>
                        <a:pt x="95861" y="80391"/>
                        <a:pt x="95385" y="80391"/>
                      </a:cubicBezTo>
                      <a:cubicBezTo>
                        <a:pt x="94814" y="80391"/>
                        <a:pt x="94147" y="79820"/>
                        <a:pt x="93385" y="78772"/>
                      </a:cubicBezTo>
                      <a:cubicBezTo>
                        <a:pt x="92623" y="77724"/>
                        <a:pt x="92147" y="77153"/>
                        <a:pt x="91956" y="77153"/>
                      </a:cubicBezTo>
                      <a:cubicBezTo>
                        <a:pt x="91194" y="80010"/>
                        <a:pt x="93671" y="82010"/>
                        <a:pt x="99100" y="83249"/>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 name="Google Shape;1105;p99"/>
                <p:cNvSpPr/>
                <p:nvPr/>
              </p:nvSpPr>
              <p:spPr>
                <a:xfrm>
                  <a:off x="8524493" y="2222125"/>
                  <a:ext cx="115633" cy="140646"/>
                </a:xfrm>
                <a:custGeom>
                  <a:avLst/>
                  <a:gdLst/>
                  <a:ahLst/>
                  <a:cxnLst/>
                  <a:rect l="l" t="t" r="r" b="b"/>
                  <a:pathLst>
                    <a:path w="115633" h="140646" extrusionOk="0">
                      <a:moveTo>
                        <a:pt x="112776" y="819"/>
                      </a:moveTo>
                      <a:lnTo>
                        <a:pt x="115633" y="5010"/>
                      </a:lnTo>
                      <a:lnTo>
                        <a:pt x="113538" y="28727"/>
                      </a:lnTo>
                      <a:cubicBezTo>
                        <a:pt x="114395" y="28537"/>
                        <a:pt x="110871" y="28442"/>
                        <a:pt x="102965" y="28442"/>
                      </a:cubicBezTo>
                      <a:cubicBezTo>
                        <a:pt x="99346" y="28442"/>
                        <a:pt x="96964" y="29966"/>
                        <a:pt x="95821" y="32918"/>
                      </a:cubicBezTo>
                      <a:cubicBezTo>
                        <a:pt x="94583" y="30442"/>
                        <a:pt x="92583" y="29204"/>
                        <a:pt x="89821" y="29204"/>
                      </a:cubicBezTo>
                      <a:cubicBezTo>
                        <a:pt x="88582" y="29204"/>
                        <a:pt x="86773" y="29489"/>
                        <a:pt x="84487" y="29966"/>
                      </a:cubicBezTo>
                      <a:cubicBezTo>
                        <a:pt x="82201" y="30537"/>
                        <a:pt x="80581" y="30728"/>
                        <a:pt x="79534" y="30728"/>
                      </a:cubicBezTo>
                      <a:cubicBezTo>
                        <a:pt x="77914" y="35300"/>
                        <a:pt x="77152" y="41015"/>
                        <a:pt x="77152" y="47873"/>
                      </a:cubicBezTo>
                      <a:cubicBezTo>
                        <a:pt x="77152" y="49778"/>
                        <a:pt x="77152" y="52730"/>
                        <a:pt x="77438" y="56540"/>
                      </a:cubicBezTo>
                      <a:cubicBezTo>
                        <a:pt x="77628" y="60446"/>
                        <a:pt x="77724" y="63208"/>
                        <a:pt x="77724" y="65018"/>
                      </a:cubicBezTo>
                      <a:cubicBezTo>
                        <a:pt x="77724" y="69780"/>
                        <a:pt x="77343" y="73781"/>
                        <a:pt x="76676" y="77114"/>
                      </a:cubicBezTo>
                      <a:lnTo>
                        <a:pt x="71628" y="80067"/>
                      </a:lnTo>
                      <a:lnTo>
                        <a:pt x="72390" y="79210"/>
                      </a:lnTo>
                      <a:cubicBezTo>
                        <a:pt x="70961" y="77781"/>
                        <a:pt x="69532" y="77114"/>
                        <a:pt x="67913" y="77114"/>
                      </a:cubicBezTo>
                      <a:cubicBezTo>
                        <a:pt x="66675" y="77114"/>
                        <a:pt x="64770" y="77781"/>
                        <a:pt x="62103" y="79115"/>
                      </a:cubicBezTo>
                      <a:cubicBezTo>
                        <a:pt x="59436" y="80448"/>
                        <a:pt x="57435" y="81210"/>
                        <a:pt x="56007" y="81401"/>
                      </a:cubicBezTo>
                      <a:lnTo>
                        <a:pt x="56007" y="82163"/>
                      </a:lnTo>
                      <a:lnTo>
                        <a:pt x="64961" y="82925"/>
                      </a:lnTo>
                      <a:cubicBezTo>
                        <a:pt x="64961" y="82925"/>
                        <a:pt x="65722" y="84449"/>
                        <a:pt x="67056" y="86354"/>
                      </a:cubicBezTo>
                      <a:cubicBezTo>
                        <a:pt x="67723" y="85211"/>
                        <a:pt x="68199" y="84639"/>
                        <a:pt x="68294" y="84734"/>
                      </a:cubicBezTo>
                      <a:cubicBezTo>
                        <a:pt x="68675" y="84734"/>
                        <a:pt x="69246" y="85211"/>
                        <a:pt x="70104" y="86354"/>
                      </a:cubicBezTo>
                      <a:lnTo>
                        <a:pt x="72199" y="82925"/>
                      </a:lnTo>
                      <a:cubicBezTo>
                        <a:pt x="71914" y="84163"/>
                        <a:pt x="71723" y="85496"/>
                        <a:pt x="71723" y="86830"/>
                      </a:cubicBezTo>
                      <a:cubicBezTo>
                        <a:pt x="71723" y="89116"/>
                        <a:pt x="72580" y="92069"/>
                        <a:pt x="74390" y="95879"/>
                      </a:cubicBezTo>
                      <a:cubicBezTo>
                        <a:pt x="76105" y="99689"/>
                        <a:pt x="77057" y="102546"/>
                        <a:pt x="77057" y="104642"/>
                      </a:cubicBezTo>
                      <a:cubicBezTo>
                        <a:pt x="77057" y="106928"/>
                        <a:pt x="76485" y="109214"/>
                        <a:pt x="75152" y="111500"/>
                      </a:cubicBezTo>
                      <a:cubicBezTo>
                        <a:pt x="75152" y="112071"/>
                        <a:pt x="75533" y="114262"/>
                        <a:pt x="76200" y="118358"/>
                      </a:cubicBezTo>
                      <a:cubicBezTo>
                        <a:pt x="76771" y="121691"/>
                        <a:pt x="76962" y="124454"/>
                        <a:pt x="76962" y="126740"/>
                      </a:cubicBezTo>
                      <a:cubicBezTo>
                        <a:pt x="76962" y="132836"/>
                        <a:pt x="75057" y="137503"/>
                        <a:pt x="71438" y="140646"/>
                      </a:cubicBezTo>
                      <a:lnTo>
                        <a:pt x="43529" y="139313"/>
                      </a:lnTo>
                      <a:cubicBezTo>
                        <a:pt x="42863" y="134074"/>
                        <a:pt x="42481" y="127787"/>
                        <a:pt x="42481" y="120644"/>
                      </a:cubicBezTo>
                      <a:cubicBezTo>
                        <a:pt x="42481" y="115405"/>
                        <a:pt x="42863" y="105880"/>
                        <a:pt x="43529" y="92259"/>
                      </a:cubicBezTo>
                      <a:cubicBezTo>
                        <a:pt x="44291" y="79496"/>
                        <a:pt x="44577" y="69494"/>
                        <a:pt x="44291" y="62255"/>
                      </a:cubicBezTo>
                      <a:cubicBezTo>
                        <a:pt x="43624" y="59112"/>
                        <a:pt x="43339" y="53969"/>
                        <a:pt x="43529" y="46730"/>
                      </a:cubicBezTo>
                      <a:cubicBezTo>
                        <a:pt x="43529" y="40062"/>
                        <a:pt x="43148" y="35014"/>
                        <a:pt x="42196" y="31490"/>
                      </a:cubicBezTo>
                      <a:cubicBezTo>
                        <a:pt x="38671" y="30442"/>
                        <a:pt x="34957" y="29775"/>
                        <a:pt x="30861" y="29585"/>
                      </a:cubicBezTo>
                      <a:cubicBezTo>
                        <a:pt x="28289" y="29394"/>
                        <a:pt x="24479" y="29394"/>
                        <a:pt x="19526" y="29585"/>
                      </a:cubicBezTo>
                      <a:cubicBezTo>
                        <a:pt x="14097" y="29775"/>
                        <a:pt x="10001" y="29870"/>
                        <a:pt x="7429" y="29870"/>
                      </a:cubicBezTo>
                      <a:cubicBezTo>
                        <a:pt x="3905" y="28727"/>
                        <a:pt x="1905" y="26251"/>
                        <a:pt x="1333" y="22536"/>
                      </a:cubicBezTo>
                      <a:cubicBezTo>
                        <a:pt x="667" y="17488"/>
                        <a:pt x="190" y="14726"/>
                        <a:pt x="0" y="14440"/>
                      </a:cubicBezTo>
                      <a:cubicBezTo>
                        <a:pt x="190" y="11297"/>
                        <a:pt x="476" y="8058"/>
                        <a:pt x="667" y="4629"/>
                      </a:cubicBezTo>
                      <a:cubicBezTo>
                        <a:pt x="952" y="1200"/>
                        <a:pt x="3143" y="-324"/>
                        <a:pt x="7429" y="57"/>
                      </a:cubicBezTo>
                      <a:cubicBezTo>
                        <a:pt x="20288" y="724"/>
                        <a:pt x="37719" y="914"/>
                        <a:pt x="59912" y="629"/>
                      </a:cubicBezTo>
                      <a:cubicBezTo>
                        <a:pt x="83629" y="57"/>
                        <a:pt x="101251" y="57"/>
                        <a:pt x="112680" y="629"/>
                      </a:cubicBezTo>
                      <a:close/>
                      <a:moveTo>
                        <a:pt x="112776" y="52159"/>
                      </a:moveTo>
                      <a:lnTo>
                        <a:pt x="111442" y="47111"/>
                      </a:lnTo>
                      <a:lnTo>
                        <a:pt x="112776" y="47111"/>
                      </a:lnTo>
                      <a:lnTo>
                        <a:pt x="112776" y="52159"/>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 name="Google Shape;1106;p99"/>
                <p:cNvSpPr/>
                <p:nvPr/>
              </p:nvSpPr>
              <p:spPr>
                <a:xfrm>
                  <a:off x="8656922" y="2223134"/>
                  <a:ext cx="122936" cy="140017"/>
                </a:xfrm>
                <a:custGeom>
                  <a:avLst/>
                  <a:gdLst/>
                  <a:ahLst/>
                  <a:cxnLst/>
                  <a:rect l="l" t="t" r="r" b="b"/>
                  <a:pathLst>
                    <a:path w="122936" h="140017" extrusionOk="0">
                      <a:moveTo>
                        <a:pt x="118459" y="122015"/>
                      </a:moveTo>
                      <a:cubicBezTo>
                        <a:pt x="121507" y="122492"/>
                        <a:pt x="122936" y="124397"/>
                        <a:pt x="122936" y="127540"/>
                      </a:cubicBezTo>
                      <a:cubicBezTo>
                        <a:pt x="122936" y="126111"/>
                        <a:pt x="122459" y="128683"/>
                        <a:pt x="121602" y="135160"/>
                      </a:cubicBezTo>
                      <a:cubicBezTo>
                        <a:pt x="118840" y="138303"/>
                        <a:pt x="114363" y="139922"/>
                        <a:pt x="108172" y="139922"/>
                      </a:cubicBezTo>
                      <a:cubicBezTo>
                        <a:pt x="98266" y="139922"/>
                        <a:pt x="93694" y="139827"/>
                        <a:pt x="94170" y="139637"/>
                      </a:cubicBezTo>
                      <a:cubicBezTo>
                        <a:pt x="90551" y="138589"/>
                        <a:pt x="88646" y="135255"/>
                        <a:pt x="88550" y="129635"/>
                      </a:cubicBezTo>
                      <a:cubicBezTo>
                        <a:pt x="88456" y="124016"/>
                        <a:pt x="87122" y="120491"/>
                        <a:pt x="84741" y="119063"/>
                      </a:cubicBezTo>
                      <a:cubicBezTo>
                        <a:pt x="83312" y="118491"/>
                        <a:pt x="79692" y="118301"/>
                        <a:pt x="73882" y="118301"/>
                      </a:cubicBezTo>
                      <a:cubicBezTo>
                        <a:pt x="69691" y="118301"/>
                        <a:pt x="66358" y="117158"/>
                        <a:pt x="64166" y="114967"/>
                      </a:cubicBezTo>
                      <a:cubicBezTo>
                        <a:pt x="63786" y="114776"/>
                        <a:pt x="63500" y="112490"/>
                        <a:pt x="63119" y="108204"/>
                      </a:cubicBezTo>
                      <a:cubicBezTo>
                        <a:pt x="62928" y="106299"/>
                        <a:pt x="62262" y="105156"/>
                        <a:pt x="61024" y="104870"/>
                      </a:cubicBezTo>
                      <a:cubicBezTo>
                        <a:pt x="59785" y="107156"/>
                        <a:pt x="58832" y="109633"/>
                        <a:pt x="58166" y="112204"/>
                      </a:cubicBezTo>
                      <a:cubicBezTo>
                        <a:pt x="57404" y="115919"/>
                        <a:pt x="56737" y="118586"/>
                        <a:pt x="55975" y="120396"/>
                      </a:cubicBezTo>
                      <a:cubicBezTo>
                        <a:pt x="54547" y="120777"/>
                        <a:pt x="52451" y="120587"/>
                        <a:pt x="49403" y="120110"/>
                      </a:cubicBezTo>
                      <a:cubicBezTo>
                        <a:pt x="45879" y="119634"/>
                        <a:pt x="43593" y="119348"/>
                        <a:pt x="42545" y="119348"/>
                      </a:cubicBezTo>
                      <a:cubicBezTo>
                        <a:pt x="38830" y="119348"/>
                        <a:pt x="36544" y="121063"/>
                        <a:pt x="35497" y="124587"/>
                      </a:cubicBezTo>
                      <a:cubicBezTo>
                        <a:pt x="35497" y="124968"/>
                        <a:pt x="34544" y="126968"/>
                        <a:pt x="32829" y="130588"/>
                      </a:cubicBezTo>
                      <a:cubicBezTo>
                        <a:pt x="31400" y="133350"/>
                        <a:pt x="30734" y="135636"/>
                        <a:pt x="30734" y="137351"/>
                      </a:cubicBezTo>
                      <a:cubicBezTo>
                        <a:pt x="30734" y="138398"/>
                        <a:pt x="30924" y="139256"/>
                        <a:pt x="31210" y="140018"/>
                      </a:cubicBezTo>
                      <a:lnTo>
                        <a:pt x="15398" y="140018"/>
                      </a:lnTo>
                      <a:cubicBezTo>
                        <a:pt x="8541" y="140018"/>
                        <a:pt x="3492" y="139256"/>
                        <a:pt x="63" y="137636"/>
                      </a:cubicBezTo>
                      <a:cubicBezTo>
                        <a:pt x="-317" y="129445"/>
                        <a:pt x="1016" y="121444"/>
                        <a:pt x="4159" y="113729"/>
                      </a:cubicBezTo>
                      <a:cubicBezTo>
                        <a:pt x="7302" y="106013"/>
                        <a:pt x="10446" y="98298"/>
                        <a:pt x="13875" y="90583"/>
                      </a:cubicBezTo>
                      <a:cubicBezTo>
                        <a:pt x="12446" y="89916"/>
                        <a:pt x="11779" y="89059"/>
                        <a:pt x="11779" y="88202"/>
                      </a:cubicBezTo>
                      <a:cubicBezTo>
                        <a:pt x="11779" y="87630"/>
                        <a:pt x="11970" y="86868"/>
                        <a:pt x="12541" y="85725"/>
                      </a:cubicBezTo>
                      <a:cubicBezTo>
                        <a:pt x="13017" y="84582"/>
                        <a:pt x="13303" y="83725"/>
                        <a:pt x="13303" y="83249"/>
                      </a:cubicBezTo>
                      <a:cubicBezTo>
                        <a:pt x="13303" y="82582"/>
                        <a:pt x="13113" y="81915"/>
                        <a:pt x="12827" y="81439"/>
                      </a:cubicBezTo>
                      <a:cubicBezTo>
                        <a:pt x="12446" y="79343"/>
                        <a:pt x="13875" y="77724"/>
                        <a:pt x="17113" y="76581"/>
                      </a:cubicBezTo>
                      <a:cubicBezTo>
                        <a:pt x="20352" y="75438"/>
                        <a:pt x="21971" y="74486"/>
                        <a:pt x="21971" y="73533"/>
                      </a:cubicBezTo>
                      <a:cubicBezTo>
                        <a:pt x="21971" y="72962"/>
                        <a:pt x="21495" y="72200"/>
                        <a:pt x="20638" y="71152"/>
                      </a:cubicBezTo>
                      <a:lnTo>
                        <a:pt x="20638" y="71438"/>
                      </a:lnTo>
                      <a:cubicBezTo>
                        <a:pt x="20638" y="70771"/>
                        <a:pt x="20352" y="70295"/>
                        <a:pt x="19780" y="70199"/>
                      </a:cubicBezTo>
                      <a:cubicBezTo>
                        <a:pt x="20447" y="69152"/>
                        <a:pt x="21875" y="68485"/>
                        <a:pt x="24067" y="68294"/>
                      </a:cubicBezTo>
                      <a:cubicBezTo>
                        <a:pt x="27400" y="67723"/>
                        <a:pt x="29400" y="67437"/>
                        <a:pt x="30163" y="67247"/>
                      </a:cubicBezTo>
                      <a:cubicBezTo>
                        <a:pt x="30163" y="65723"/>
                        <a:pt x="29686" y="64199"/>
                        <a:pt x="28829" y="62770"/>
                      </a:cubicBezTo>
                      <a:cubicBezTo>
                        <a:pt x="27591" y="60674"/>
                        <a:pt x="26162" y="60008"/>
                        <a:pt x="24352" y="60674"/>
                      </a:cubicBezTo>
                      <a:lnTo>
                        <a:pt x="20638" y="60674"/>
                      </a:lnTo>
                      <a:cubicBezTo>
                        <a:pt x="20447" y="58103"/>
                        <a:pt x="21685" y="55817"/>
                        <a:pt x="24352" y="53816"/>
                      </a:cubicBezTo>
                      <a:lnTo>
                        <a:pt x="25972" y="39338"/>
                      </a:lnTo>
                      <a:cubicBezTo>
                        <a:pt x="27591" y="39148"/>
                        <a:pt x="28543" y="38195"/>
                        <a:pt x="28829" y="36386"/>
                      </a:cubicBezTo>
                      <a:cubicBezTo>
                        <a:pt x="29210" y="33909"/>
                        <a:pt x="29686" y="32480"/>
                        <a:pt x="30163" y="31909"/>
                      </a:cubicBezTo>
                      <a:cubicBezTo>
                        <a:pt x="30163" y="29813"/>
                        <a:pt x="31115" y="26384"/>
                        <a:pt x="33020" y="21717"/>
                      </a:cubicBezTo>
                      <a:cubicBezTo>
                        <a:pt x="34925" y="17050"/>
                        <a:pt x="35973" y="13621"/>
                        <a:pt x="36163" y="11335"/>
                      </a:cubicBezTo>
                      <a:cubicBezTo>
                        <a:pt x="36544" y="11049"/>
                        <a:pt x="37020" y="8954"/>
                        <a:pt x="37497" y="5334"/>
                      </a:cubicBezTo>
                      <a:cubicBezTo>
                        <a:pt x="37973" y="2858"/>
                        <a:pt x="39402" y="1429"/>
                        <a:pt x="41497" y="1048"/>
                      </a:cubicBezTo>
                      <a:lnTo>
                        <a:pt x="45688" y="1048"/>
                      </a:lnTo>
                      <a:cubicBezTo>
                        <a:pt x="46355" y="3334"/>
                        <a:pt x="47117" y="4477"/>
                        <a:pt x="48069" y="4477"/>
                      </a:cubicBezTo>
                      <a:cubicBezTo>
                        <a:pt x="48546" y="4477"/>
                        <a:pt x="49498" y="3715"/>
                        <a:pt x="51022" y="2191"/>
                      </a:cubicBezTo>
                      <a:cubicBezTo>
                        <a:pt x="52451" y="667"/>
                        <a:pt x="53594" y="0"/>
                        <a:pt x="54737" y="0"/>
                      </a:cubicBezTo>
                      <a:cubicBezTo>
                        <a:pt x="55023" y="0"/>
                        <a:pt x="55499" y="0"/>
                        <a:pt x="56070" y="286"/>
                      </a:cubicBezTo>
                      <a:lnTo>
                        <a:pt x="78740" y="1048"/>
                      </a:lnTo>
                      <a:cubicBezTo>
                        <a:pt x="84550" y="9811"/>
                        <a:pt x="87503" y="15526"/>
                        <a:pt x="87503" y="18193"/>
                      </a:cubicBezTo>
                      <a:cubicBezTo>
                        <a:pt x="87503" y="19050"/>
                        <a:pt x="87313" y="19907"/>
                        <a:pt x="86931" y="20765"/>
                      </a:cubicBezTo>
                      <a:cubicBezTo>
                        <a:pt x="90646" y="22765"/>
                        <a:pt x="92456" y="25241"/>
                        <a:pt x="92456" y="28385"/>
                      </a:cubicBezTo>
                      <a:cubicBezTo>
                        <a:pt x="92456" y="29242"/>
                        <a:pt x="92265" y="30671"/>
                        <a:pt x="91980" y="32480"/>
                      </a:cubicBezTo>
                      <a:cubicBezTo>
                        <a:pt x="91598" y="34290"/>
                        <a:pt x="91503" y="35719"/>
                        <a:pt x="91503" y="36576"/>
                      </a:cubicBezTo>
                      <a:cubicBezTo>
                        <a:pt x="91503" y="39529"/>
                        <a:pt x="93408" y="41815"/>
                        <a:pt x="97218" y="43434"/>
                      </a:cubicBezTo>
                      <a:cubicBezTo>
                        <a:pt x="96552" y="47816"/>
                        <a:pt x="97218" y="53150"/>
                        <a:pt x="99409" y="59246"/>
                      </a:cubicBezTo>
                      <a:cubicBezTo>
                        <a:pt x="101123" y="64675"/>
                        <a:pt x="102933" y="70104"/>
                        <a:pt x="104648" y="75343"/>
                      </a:cubicBezTo>
                      <a:lnTo>
                        <a:pt x="103315" y="75343"/>
                      </a:lnTo>
                      <a:cubicBezTo>
                        <a:pt x="104076" y="75724"/>
                        <a:pt x="104458" y="77057"/>
                        <a:pt x="104553" y="79439"/>
                      </a:cubicBezTo>
                      <a:cubicBezTo>
                        <a:pt x="104553" y="81820"/>
                        <a:pt x="105314" y="82963"/>
                        <a:pt x="106553" y="82963"/>
                      </a:cubicBezTo>
                      <a:cubicBezTo>
                        <a:pt x="107124" y="82963"/>
                        <a:pt x="107696" y="82772"/>
                        <a:pt x="108458" y="82487"/>
                      </a:cubicBezTo>
                      <a:cubicBezTo>
                        <a:pt x="108649" y="85249"/>
                        <a:pt x="108839" y="88106"/>
                        <a:pt x="109029" y="91059"/>
                      </a:cubicBezTo>
                      <a:cubicBezTo>
                        <a:pt x="109505" y="94679"/>
                        <a:pt x="111125" y="97250"/>
                        <a:pt x="113697" y="98679"/>
                      </a:cubicBezTo>
                      <a:cubicBezTo>
                        <a:pt x="113220" y="100298"/>
                        <a:pt x="112934" y="101727"/>
                        <a:pt x="112934" y="103061"/>
                      </a:cubicBezTo>
                      <a:cubicBezTo>
                        <a:pt x="112934" y="105347"/>
                        <a:pt x="114078" y="108014"/>
                        <a:pt x="116078" y="111062"/>
                      </a:cubicBezTo>
                      <a:cubicBezTo>
                        <a:pt x="118174" y="114110"/>
                        <a:pt x="119317" y="116681"/>
                        <a:pt x="119317" y="118777"/>
                      </a:cubicBezTo>
                      <a:cubicBezTo>
                        <a:pt x="119317" y="119825"/>
                        <a:pt x="119126" y="120968"/>
                        <a:pt x="118745" y="122111"/>
                      </a:cubicBezTo>
                      <a:close/>
                      <a:moveTo>
                        <a:pt x="17018" y="70961"/>
                      </a:moveTo>
                      <a:lnTo>
                        <a:pt x="17018" y="74390"/>
                      </a:lnTo>
                      <a:lnTo>
                        <a:pt x="15684" y="70961"/>
                      </a:lnTo>
                      <a:lnTo>
                        <a:pt x="17018" y="70961"/>
                      </a:lnTo>
                      <a:close/>
                      <a:moveTo>
                        <a:pt x="21971" y="125063"/>
                      </a:moveTo>
                      <a:cubicBezTo>
                        <a:pt x="22828" y="124206"/>
                        <a:pt x="22828" y="123254"/>
                        <a:pt x="21971" y="122396"/>
                      </a:cubicBezTo>
                      <a:lnTo>
                        <a:pt x="21971" y="125063"/>
                      </a:lnTo>
                      <a:cubicBezTo>
                        <a:pt x="21304" y="125540"/>
                        <a:pt x="20638" y="126206"/>
                        <a:pt x="20066" y="126873"/>
                      </a:cubicBezTo>
                      <a:cubicBezTo>
                        <a:pt x="20256" y="127064"/>
                        <a:pt x="20923" y="127254"/>
                        <a:pt x="21971" y="127349"/>
                      </a:cubicBezTo>
                      <a:lnTo>
                        <a:pt x="21971" y="124968"/>
                      </a:lnTo>
                      <a:close/>
                      <a:moveTo>
                        <a:pt x="23019" y="23813"/>
                      </a:moveTo>
                      <a:cubicBezTo>
                        <a:pt x="21590" y="22384"/>
                        <a:pt x="20923" y="21431"/>
                        <a:pt x="20923" y="20955"/>
                      </a:cubicBezTo>
                      <a:cubicBezTo>
                        <a:pt x="20923" y="20479"/>
                        <a:pt x="21304" y="19907"/>
                        <a:pt x="21971" y="19336"/>
                      </a:cubicBezTo>
                      <a:cubicBezTo>
                        <a:pt x="22638" y="19336"/>
                        <a:pt x="23019" y="20003"/>
                        <a:pt x="23019" y="21241"/>
                      </a:cubicBezTo>
                      <a:lnTo>
                        <a:pt x="23019" y="23908"/>
                      </a:lnTo>
                      <a:close/>
                      <a:moveTo>
                        <a:pt x="75216" y="92869"/>
                      </a:moveTo>
                      <a:cubicBezTo>
                        <a:pt x="76454" y="91440"/>
                        <a:pt x="77025" y="89916"/>
                        <a:pt x="77025" y="88106"/>
                      </a:cubicBezTo>
                      <a:cubicBezTo>
                        <a:pt x="77025" y="86297"/>
                        <a:pt x="76263" y="84011"/>
                        <a:pt x="74644" y="81248"/>
                      </a:cubicBezTo>
                      <a:cubicBezTo>
                        <a:pt x="73025" y="78391"/>
                        <a:pt x="72263" y="76486"/>
                        <a:pt x="72263" y="75438"/>
                      </a:cubicBezTo>
                      <a:cubicBezTo>
                        <a:pt x="72263" y="74009"/>
                        <a:pt x="72930" y="72866"/>
                        <a:pt x="74358" y="72009"/>
                      </a:cubicBezTo>
                      <a:lnTo>
                        <a:pt x="71405" y="69152"/>
                      </a:lnTo>
                      <a:cubicBezTo>
                        <a:pt x="72263" y="67723"/>
                        <a:pt x="72739" y="66389"/>
                        <a:pt x="72739" y="65151"/>
                      </a:cubicBezTo>
                      <a:cubicBezTo>
                        <a:pt x="72739" y="63532"/>
                        <a:pt x="71405" y="61817"/>
                        <a:pt x="68739" y="59722"/>
                      </a:cubicBezTo>
                      <a:cubicBezTo>
                        <a:pt x="66072" y="57722"/>
                        <a:pt x="64833" y="55817"/>
                        <a:pt x="64833" y="54102"/>
                      </a:cubicBezTo>
                      <a:cubicBezTo>
                        <a:pt x="64833" y="52864"/>
                        <a:pt x="65309" y="51530"/>
                        <a:pt x="66167" y="50102"/>
                      </a:cubicBezTo>
                      <a:cubicBezTo>
                        <a:pt x="63690" y="44863"/>
                        <a:pt x="61309" y="42196"/>
                        <a:pt x="58832" y="42196"/>
                      </a:cubicBezTo>
                      <a:cubicBezTo>
                        <a:pt x="55499" y="45244"/>
                        <a:pt x="53784" y="52007"/>
                        <a:pt x="53784" y="62770"/>
                      </a:cubicBezTo>
                      <a:cubicBezTo>
                        <a:pt x="50260" y="62294"/>
                        <a:pt x="48450" y="63246"/>
                        <a:pt x="48450" y="65913"/>
                      </a:cubicBezTo>
                      <a:cubicBezTo>
                        <a:pt x="48450" y="66961"/>
                        <a:pt x="48831" y="68675"/>
                        <a:pt x="49689" y="71057"/>
                      </a:cubicBezTo>
                      <a:cubicBezTo>
                        <a:pt x="50450" y="73438"/>
                        <a:pt x="50832" y="74771"/>
                        <a:pt x="50641" y="75152"/>
                      </a:cubicBezTo>
                      <a:cubicBezTo>
                        <a:pt x="50450" y="76200"/>
                        <a:pt x="49689" y="77057"/>
                        <a:pt x="48260" y="77724"/>
                      </a:cubicBezTo>
                      <a:cubicBezTo>
                        <a:pt x="46831" y="78391"/>
                        <a:pt x="45974" y="78962"/>
                        <a:pt x="45688" y="79343"/>
                      </a:cubicBezTo>
                      <a:cubicBezTo>
                        <a:pt x="45307" y="80963"/>
                        <a:pt x="45116" y="82391"/>
                        <a:pt x="45116" y="83820"/>
                      </a:cubicBezTo>
                      <a:cubicBezTo>
                        <a:pt x="45116" y="90678"/>
                        <a:pt x="48927" y="94583"/>
                        <a:pt x="56737" y="95726"/>
                      </a:cubicBezTo>
                      <a:cubicBezTo>
                        <a:pt x="58071" y="96107"/>
                        <a:pt x="58832" y="96869"/>
                        <a:pt x="58832" y="98108"/>
                      </a:cubicBezTo>
                      <a:cubicBezTo>
                        <a:pt x="58832" y="99346"/>
                        <a:pt x="58832" y="100489"/>
                        <a:pt x="59118" y="101346"/>
                      </a:cubicBezTo>
                      <a:cubicBezTo>
                        <a:pt x="59309" y="102299"/>
                        <a:pt x="59881" y="102870"/>
                        <a:pt x="61024" y="103061"/>
                      </a:cubicBezTo>
                      <a:cubicBezTo>
                        <a:pt x="60642" y="99060"/>
                        <a:pt x="62357" y="96488"/>
                        <a:pt x="65976" y="95441"/>
                      </a:cubicBezTo>
                      <a:cubicBezTo>
                        <a:pt x="68929" y="94583"/>
                        <a:pt x="72072" y="93726"/>
                        <a:pt x="75216" y="92774"/>
                      </a:cubicBezTo>
                      <a:close/>
                      <a:moveTo>
                        <a:pt x="99219" y="83344"/>
                      </a:moveTo>
                      <a:lnTo>
                        <a:pt x="97028" y="81248"/>
                      </a:lnTo>
                      <a:lnTo>
                        <a:pt x="99219" y="79343"/>
                      </a:lnTo>
                      <a:lnTo>
                        <a:pt x="97028" y="79343"/>
                      </a:lnTo>
                      <a:cubicBezTo>
                        <a:pt x="96456" y="80010"/>
                        <a:pt x="95980" y="80391"/>
                        <a:pt x="95504" y="80391"/>
                      </a:cubicBezTo>
                      <a:cubicBezTo>
                        <a:pt x="95028" y="80391"/>
                        <a:pt x="94361" y="79820"/>
                        <a:pt x="93599" y="78772"/>
                      </a:cubicBezTo>
                      <a:cubicBezTo>
                        <a:pt x="92741" y="77724"/>
                        <a:pt x="92361" y="77153"/>
                        <a:pt x="92170" y="77153"/>
                      </a:cubicBezTo>
                      <a:cubicBezTo>
                        <a:pt x="91408" y="80010"/>
                        <a:pt x="93790" y="82010"/>
                        <a:pt x="99314" y="83249"/>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07" name="Google Shape;1107;p99"/>
              <p:cNvGrpSpPr/>
              <p:nvPr/>
            </p:nvGrpSpPr>
            <p:grpSpPr>
              <a:xfrm>
                <a:off x="11656498" y="6235922"/>
                <a:ext cx="300132" cy="80295"/>
                <a:chOff x="6403180" y="3954017"/>
                <a:chExt cx="300132" cy="80295"/>
              </a:xfrm>
            </p:grpSpPr>
            <p:sp>
              <p:nvSpPr>
                <p:cNvPr id="1108" name="Google Shape;1108;p99"/>
                <p:cNvSpPr/>
                <p:nvPr/>
              </p:nvSpPr>
              <p:spPr>
                <a:xfrm>
                  <a:off x="6403180" y="3954017"/>
                  <a:ext cx="65341" cy="80295"/>
                </a:xfrm>
                <a:custGeom>
                  <a:avLst/>
                  <a:gdLst/>
                  <a:ahLst/>
                  <a:cxnLst/>
                  <a:rect l="l" t="t" r="r" b="b"/>
                  <a:pathLst>
                    <a:path w="65341" h="80295" extrusionOk="0">
                      <a:moveTo>
                        <a:pt x="56674" y="2667"/>
                      </a:moveTo>
                      <a:cubicBezTo>
                        <a:pt x="59531" y="2667"/>
                        <a:pt x="61436" y="4286"/>
                        <a:pt x="62389" y="7620"/>
                      </a:cubicBezTo>
                      <a:cubicBezTo>
                        <a:pt x="63627" y="12097"/>
                        <a:pt x="64579" y="14669"/>
                        <a:pt x="65341" y="15430"/>
                      </a:cubicBezTo>
                      <a:lnTo>
                        <a:pt x="64865" y="65151"/>
                      </a:lnTo>
                      <a:cubicBezTo>
                        <a:pt x="63818" y="66104"/>
                        <a:pt x="62770" y="67818"/>
                        <a:pt x="61817" y="70580"/>
                      </a:cubicBezTo>
                      <a:cubicBezTo>
                        <a:pt x="60865" y="73343"/>
                        <a:pt x="59531" y="75152"/>
                        <a:pt x="57817" y="76295"/>
                      </a:cubicBezTo>
                      <a:cubicBezTo>
                        <a:pt x="55721" y="76295"/>
                        <a:pt x="53721" y="77438"/>
                        <a:pt x="51911" y="79724"/>
                      </a:cubicBezTo>
                      <a:cubicBezTo>
                        <a:pt x="50673" y="79724"/>
                        <a:pt x="48673" y="79724"/>
                        <a:pt x="45911" y="79820"/>
                      </a:cubicBezTo>
                      <a:cubicBezTo>
                        <a:pt x="42672" y="80105"/>
                        <a:pt x="40481" y="80296"/>
                        <a:pt x="39243" y="80296"/>
                      </a:cubicBezTo>
                      <a:cubicBezTo>
                        <a:pt x="34766" y="80296"/>
                        <a:pt x="31432" y="79153"/>
                        <a:pt x="29242" y="76867"/>
                      </a:cubicBezTo>
                      <a:cubicBezTo>
                        <a:pt x="28480" y="78677"/>
                        <a:pt x="27051" y="79534"/>
                        <a:pt x="25051" y="79534"/>
                      </a:cubicBezTo>
                      <a:cubicBezTo>
                        <a:pt x="24384" y="79534"/>
                        <a:pt x="23146" y="79343"/>
                        <a:pt x="21527" y="79058"/>
                      </a:cubicBezTo>
                      <a:cubicBezTo>
                        <a:pt x="19907" y="78772"/>
                        <a:pt x="18669" y="78486"/>
                        <a:pt x="17907" y="78486"/>
                      </a:cubicBezTo>
                      <a:cubicBezTo>
                        <a:pt x="17240" y="78486"/>
                        <a:pt x="16573" y="78581"/>
                        <a:pt x="16097" y="78867"/>
                      </a:cubicBezTo>
                      <a:lnTo>
                        <a:pt x="16669" y="78105"/>
                      </a:lnTo>
                      <a:cubicBezTo>
                        <a:pt x="16193" y="77438"/>
                        <a:pt x="15526" y="77057"/>
                        <a:pt x="14669" y="77057"/>
                      </a:cubicBezTo>
                      <a:cubicBezTo>
                        <a:pt x="14192" y="77057"/>
                        <a:pt x="13430" y="77248"/>
                        <a:pt x="12573" y="77724"/>
                      </a:cubicBezTo>
                      <a:cubicBezTo>
                        <a:pt x="11621" y="78200"/>
                        <a:pt x="10954" y="78391"/>
                        <a:pt x="10573" y="78391"/>
                      </a:cubicBezTo>
                      <a:cubicBezTo>
                        <a:pt x="10096" y="78391"/>
                        <a:pt x="9620" y="78105"/>
                        <a:pt x="9239" y="77629"/>
                      </a:cubicBezTo>
                      <a:cubicBezTo>
                        <a:pt x="8763" y="78200"/>
                        <a:pt x="8287" y="78486"/>
                        <a:pt x="7715" y="78486"/>
                      </a:cubicBezTo>
                      <a:cubicBezTo>
                        <a:pt x="7144" y="78486"/>
                        <a:pt x="6477" y="78010"/>
                        <a:pt x="5905" y="77057"/>
                      </a:cubicBezTo>
                      <a:cubicBezTo>
                        <a:pt x="5334" y="76105"/>
                        <a:pt x="4953" y="75629"/>
                        <a:pt x="4858" y="75629"/>
                      </a:cubicBezTo>
                      <a:cubicBezTo>
                        <a:pt x="4667" y="75629"/>
                        <a:pt x="4477" y="76295"/>
                        <a:pt x="4477" y="77629"/>
                      </a:cubicBezTo>
                      <a:cubicBezTo>
                        <a:pt x="4191" y="76486"/>
                        <a:pt x="3620" y="75819"/>
                        <a:pt x="2953" y="75533"/>
                      </a:cubicBezTo>
                      <a:cubicBezTo>
                        <a:pt x="1905" y="75152"/>
                        <a:pt x="1143" y="74486"/>
                        <a:pt x="667" y="73628"/>
                      </a:cubicBezTo>
                      <a:lnTo>
                        <a:pt x="1143" y="53340"/>
                      </a:lnTo>
                      <a:cubicBezTo>
                        <a:pt x="476" y="52673"/>
                        <a:pt x="381" y="51149"/>
                        <a:pt x="857" y="48959"/>
                      </a:cubicBezTo>
                      <a:cubicBezTo>
                        <a:pt x="1334" y="46768"/>
                        <a:pt x="1048" y="45053"/>
                        <a:pt x="0" y="44101"/>
                      </a:cubicBezTo>
                      <a:cubicBezTo>
                        <a:pt x="571" y="42863"/>
                        <a:pt x="762" y="40767"/>
                        <a:pt x="286" y="37624"/>
                      </a:cubicBezTo>
                      <a:cubicBezTo>
                        <a:pt x="-95" y="34576"/>
                        <a:pt x="286" y="32290"/>
                        <a:pt x="1238" y="30861"/>
                      </a:cubicBezTo>
                      <a:cubicBezTo>
                        <a:pt x="762" y="27813"/>
                        <a:pt x="476" y="26384"/>
                        <a:pt x="476" y="26479"/>
                      </a:cubicBezTo>
                      <a:cubicBezTo>
                        <a:pt x="476" y="25051"/>
                        <a:pt x="1143" y="24194"/>
                        <a:pt x="2381" y="23813"/>
                      </a:cubicBezTo>
                      <a:cubicBezTo>
                        <a:pt x="1429" y="23336"/>
                        <a:pt x="857" y="22479"/>
                        <a:pt x="857" y="21431"/>
                      </a:cubicBezTo>
                      <a:cubicBezTo>
                        <a:pt x="857" y="21146"/>
                        <a:pt x="857" y="20669"/>
                        <a:pt x="1048" y="20193"/>
                      </a:cubicBezTo>
                      <a:cubicBezTo>
                        <a:pt x="1143" y="19621"/>
                        <a:pt x="1238" y="19241"/>
                        <a:pt x="1238" y="19050"/>
                      </a:cubicBezTo>
                      <a:cubicBezTo>
                        <a:pt x="1238" y="18574"/>
                        <a:pt x="1048" y="18193"/>
                        <a:pt x="762" y="18002"/>
                      </a:cubicBezTo>
                      <a:cubicBezTo>
                        <a:pt x="1524" y="17526"/>
                        <a:pt x="2096" y="16764"/>
                        <a:pt x="2381" y="15907"/>
                      </a:cubicBezTo>
                      <a:cubicBezTo>
                        <a:pt x="3048" y="14478"/>
                        <a:pt x="3524" y="13430"/>
                        <a:pt x="4096" y="12763"/>
                      </a:cubicBezTo>
                      <a:cubicBezTo>
                        <a:pt x="2096" y="12478"/>
                        <a:pt x="1048" y="11335"/>
                        <a:pt x="1048" y="9430"/>
                      </a:cubicBezTo>
                      <a:lnTo>
                        <a:pt x="1048" y="7811"/>
                      </a:lnTo>
                      <a:cubicBezTo>
                        <a:pt x="1143" y="7048"/>
                        <a:pt x="1238" y="6382"/>
                        <a:pt x="1238" y="5810"/>
                      </a:cubicBezTo>
                      <a:cubicBezTo>
                        <a:pt x="1238" y="4953"/>
                        <a:pt x="1048" y="4191"/>
                        <a:pt x="762" y="3620"/>
                      </a:cubicBezTo>
                      <a:cubicBezTo>
                        <a:pt x="1810" y="2000"/>
                        <a:pt x="3620" y="1238"/>
                        <a:pt x="6191" y="1238"/>
                      </a:cubicBezTo>
                      <a:lnTo>
                        <a:pt x="9620" y="1238"/>
                      </a:lnTo>
                      <a:cubicBezTo>
                        <a:pt x="11621" y="1238"/>
                        <a:pt x="13240" y="857"/>
                        <a:pt x="14383" y="0"/>
                      </a:cubicBezTo>
                      <a:cubicBezTo>
                        <a:pt x="17431" y="857"/>
                        <a:pt x="20860" y="1238"/>
                        <a:pt x="24860" y="1238"/>
                      </a:cubicBezTo>
                      <a:cubicBezTo>
                        <a:pt x="26670" y="1238"/>
                        <a:pt x="29432" y="1143"/>
                        <a:pt x="33147" y="857"/>
                      </a:cubicBezTo>
                      <a:cubicBezTo>
                        <a:pt x="36862" y="571"/>
                        <a:pt x="39624" y="476"/>
                        <a:pt x="41434" y="476"/>
                      </a:cubicBezTo>
                      <a:cubicBezTo>
                        <a:pt x="43434" y="476"/>
                        <a:pt x="45244" y="476"/>
                        <a:pt x="46863" y="762"/>
                      </a:cubicBezTo>
                      <a:cubicBezTo>
                        <a:pt x="47435" y="953"/>
                        <a:pt x="48768" y="1619"/>
                        <a:pt x="50768" y="2572"/>
                      </a:cubicBezTo>
                      <a:cubicBezTo>
                        <a:pt x="52197" y="3238"/>
                        <a:pt x="53340" y="3620"/>
                        <a:pt x="54197" y="3620"/>
                      </a:cubicBezTo>
                      <a:cubicBezTo>
                        <a:pt x="54959" y="3620"/>
                        <a:pt x="55816" y="3334"/>
                        <a:pt x="56769" y="2858"/>
                      </a:cubicBezTo>
                      <a:close/>
                      <a:moveTo>
                        <a:pt x="2286" y="55626"/>
                      </a:moveTo>
                      <a:cubicBezTo>
                        <a:pt x="3238" y="55721"/>
                        <a:pt x="4096" y="55531"/>
                        <a:pt x="5144" y="54864"/>
                      </a:cubicBezTo>
                      <a:lnTo>
                        <a:pt x="3810" y="54102"/>
                      </a:lnTo>
                      <a:cubicBezTo>
                        <a:pt x="3334" y="53721"/>
                        <a:pt x="2857" y="53626"/>
                        <a:pt x="2286" y="53816"/>
                      </a:cubicBezTo>
                      <a:lnTo>
                        <a:pt x="2286" y="55626"/>
                      </a:lnTo>
                      <a:close/>
                      <a:moveTo>
                        <a:pt x="7429" y="10478"/>
                      </a:moveTo>
                      <a:cubicBezTo>
                        <a:pt x="6572" y="9620"/>
                        <a:pt x="5905" y="9239"/>
                        <a:pt x="5620" y="9335"/>
                      </a:cubicBezTo>
                      <a:lnTo>
                        <a:pt x="6858" y="11430"/>
                      </a:lnTo>
                      <a:cubicBezTo>
                        <a:pt x="6858" y="11430"/>
                        <a:pt x="6858" y="10859"/>
                        <a:pt x="7429" y="10478"/>
                      </a:cubicBezTo>
                      <a:close/>
                      <a:moveTo>
                        <a:pt x="5620" y="21241"/>
                      </a:moveTo>
                      <a:cubicBezTo>
                        <a:pt x="6191" y="21336"/>
                        <a:pt x="6858" y="21050"/>
                        <a:pt x="7429" y="20384"/>
                      </a:cubicBezTo>
                      <a:cubicBezTo>
                        <a:pt x="8001" y="19717"/>
                        <a:pt x="8287" y="19050"/>
                        <a:pt x="8001" y="18383"/>
                      </a:cubicBezTo>
                      <a:cubicBezTo>
                        <a:pt x="7525" y="18193"/>
                        <a:pt x="7144" y="18097"/>
                        <a:pt x="6953" y="18097"/>
                      </a:cubicBezTo>
                      <a:cubicBezTo>
                        <a:pt x="6572" y="18097"/>
                        <a:pt x="6287" y="18764"/>
                        <a:pt x="6191" y="20193"/>
                      </a:cubicBezTo>
                      <a:cubicBezTo>
                        <a:pt x="6096" y="20669"/>
                        <a:pt x="5905" y="21050"/>
                        <a:pt x="5620" y="21241"/>
                      </a:cubicBezTo>
                      <a:close/>
                      <a:moveTo>
                        <a:pt x="46291" y="36576"/>
                      </a:moveTo>
                      <a:cubicBezTo>
                        <a:pt x="45148" y="32576"/>
                        <a:pt x="45148" y="26670"/>
                        <a:pt x="46291" y="19050"/>
                      </a:cubicBezTo>
                      <a:cubicBezTo>
                        <a:pt x="44768" y="17431"/>
                        <a:pt x="41720" y="16669"/>
                        <a:pt x="37147" y="16669"/>
                      </a:cubicBezTo>
                      <a:lnTo>
                        <a:pt x="38767" y="13811"/>
                      </a:lnTo>
                      <a:cubicBezTo>
                        <a:pt x="38386" y="14573"/>
                        <a:pt x="37243" y="14954"/>
                        <a:pt x="35243" y="14954"/>
                      </a:cubicBezTo>
                      <a:cubicBezTo>
                        <a:pt x="34957" y="14954"/>
                        <a:pt x="34385" y="14954"/>
                        <a:pt x="33623" y="14859"/>
                      </a:cubicBezTo>
                      <a:lnTo>
                        <a:pt x="31623" y="14859"/>
                      </a:lnTo>
                      <a:cubicBezTo>
                        <a:pt x="28670" y="14859"/>
                        <a:pt x="26765" y="15621"/>
                        <a:pt x="25908" y="17240"/>
                      </a:cubicBezTo>
                      <a:cubicBezTo>
                        <a:pt x="25337" y="17050"/>
                        <a:pt x="24765" y="16954"/>
                        <a:pt x="24289" y="16954"/>
                      </a:cubicBezTo>
                      <a:cubicBezTo>
                        <a:pt x="23336" y="16954"/>
                        <a:pt x="22288" y="17336"/>
                        <a:pt x="20955" y="18097"/>
                      </a:cubicBezTo>
                      <a:cubicBezTo>
                        <a:pt x="19717" y="18860"/>
                        <a:pt x="18669" y="19241"/>
                        <a:pt x="18002" y="19241"/>
                      </a:cubicBezTo>
                      <a:cubicBezTo>
                        <a:pt x="17621" y="19241"/>
                        <a:pt x="17145" y="19241"/>
                        <a:pt x="16669" y="18955"/>
                      </a:cubicBezTo>
                      <a:cubicBezTo>
                        <a:pt x="17050" y="19336"/>
                        <a:pt x="17240" y="19717"/>
                        <a:pt x="17240" y="20003"/>
                      </a:cubicBezTo>
                      <a:cubicBezTo>
                        <a:pt x="17240" y="20288"/>
                        <a:pt x="16764" y="20479"/>
                        <a:pt x="15812" y="20669"/>
                      </a:cubicBezTo>
                      <a:cubicBezTo>
                        <a:pt x="14859" y="20860"/>
                        <a:pt x="14288" y="21050"/>
                        <a:pt x="14192" y="21146"/>
                      </a:cubicBezTo>
                      <a:cubicBezTo>
                        <a:pt x="13430" y="21812"/>
                        <a:pt x="12954" y="22288"/>
                        <a:pt x="12954" y="22670"/>
                      </a:cubicBezTo>
                      <a:cubicBezTo>
                        <a:pt x="12954" y="22955"/>
                        <a:pt x="13335" y="23431"/>
                        <a:pt x="14192" y="24098"/>
                      </a:cubicBezTo>
                      <a:cubicBezTo>
                        <a:pt x="14954" y="24765"/>
                        <a:pt x="15430" y="25337"/>
                        <a:pt x="15430" y="25813"/>
                      </a:cubicBezTo>
                      <a:lnTo>
                        <a:pt x="12097" y="26956"/>
                      </a:lnTo>
                      <a:cubicBezTo>
                        <a:pt x="12097" y="26956"/>
                        <a:pt x="12668" y="26765"/>
                        <a:pt x="12954" y="26765"/>
                      </a:cubicBezTo>
                      <a:cubicBezTo>
                        <a:pt x="13716" y="26765"/>
                        <a:pt x="14288" y="27337"/>
                        <a:pt x="14954" y="28480"/>
                      </a:cubicBezTo>
                      <a:cubicBezTo>
                        <a:pt x="15526" y="29623"/>
                        <a:pt x="16097" y="30289"/>
                        <a:pt x="16669" y="30575"/>
                      </a:cubicBezTo>
                      <a:cubicBezTo>
                        <a:pt x="18669" y="30861"/>
                        <a:pt x="19717" y="32766"/>
                        <a:pt x="19812" y="36290"/>
                      </a:cubicBezTo>
                      <a:cubicBezTo>
                        <a:pt x="19812" y="39148"/>
                        <a:pt x="19717" y="42101"/>
                        <a:pt x="19717" y="44958"/>
                      </a:cubicBezTo>
                      <a:cubicBezTo>
                        <a:pt x="19526" y="45244"/>
                        <a:pt x="19431" y="45625"/>
                        <a:pt x="19431" y="45911"/>
                      </a:cubicBezTo>
                      <a:cubicBezTo>
                        <a:pt x="19431" y="46196"/>
                        <a:pt x="19621" y="46577"/>
                        <a:pt x="20098" y="47054"/>
                      </a:cubicBezTo>
                      <a:cubicBezTo>
                        <a:pt x="20574" y="47530"/>
                        <a:pt x="20764" y="47911"/>
                        <a:pt x="20764" y="48101"/>
                      </a:cubicBezTo>
                      <a:cubicBezTo>
                        <a:pt x="20764" y="48292"/>
                        <a:pt x="20574" y="48578"/>
                        <a:pt x="20193" y="48863"/>
                      </a:cubicBezTo>
                      <a:cubicBezTo>
                        <a:pt x="18764" y="52102"/>
                        <a:pt x="18955" y="54102"/>
                        <a:pt x="20669" y="54673"/>
                      </a:cubicBezTo>
                      <a:lnTo>
                        <a:pt x="19050" y="55912"/>
                      </a:lnTo>
                      <a:cubicBezTo>
                        <a:pt x="19526" y="56483"/>
                        <a:pt x="19812" y="57245"/>
                        <a:pt x="19812" y="58007"/>
                      </a:cubicBezTo>
                      <a:lnTo>
                        <a:pt x="19812" y="59246"/>
                      </a:lnTo>
                      <a:cubicBezTo>
                        <a:pt x="19717" y="59722"/>
                        <a:pt x="19621" y="60103"/>
                        <a:pt x="19621" y="60293"/>
                      </a:cubicBezTo>
                      <a:cubicBezTo>
                        <a:pt x="19621" y="61531"/>
                        <a:pt x="20193" y="62389"/>
                        <a:pt x="21431" y="63055"/>
                      </a:cubicBezTo>
                      <a:cubicBezTo>
                        <a:pt x="22860" y="63055"/>
                        <a:pt x="24765" y="62865"/>
                        <a:pt x="27241" y="62294"/>
                      </a:cubicBezTo>
                      <a:cubicBezTo>
                        <a:pt x="28385" y="64389"/>
                        <a:pt x="29623" y="65437"/>
                        <a:pt x="31147" y="65437"/>
                      </a:cubicBezTo>
                      <a:cubicBezTo>
                        <a:pt x="32099" y="65437"/>
                        <a:pt x="33719" y="64770"/>
                        <a:pt x="35814" y="63341"/>
                      </a:cubicBezTo>
                      <a:cubicBezTo>
                        <a:pt x="38005" y="61913"/>
                        <a:pt x="39624" y="61246"/>
                        <a:pt x="40672" y="61246"/>
                      </a:cubicBezTo>
                      <a:cubicBezTo>
                        <a:pt x="41529" y="61246"/>
                        <a:pt x="42386" y="61627"/>
                        <a:pt x="43244" y="62294"/>
                      </a:cubicBezTo>
                      <a:cubicBezTo>
                        <a:pt x="44958" y="60484"/>
                        <a:pt x="45815" y="58007"/>
                        <a:pt x="45815" y="54959"/>
                      </a:cubicBezTo>
                      <a:cubicBezTo>
                        <a:pt x="45815" y="52578"/>
                        <a:pt x="45339" y="50292"/>
                        <a:pt x="44482" y="48006"/>
                      </a:cubicBezTo>
                      <a:cubicBezTo>
                        <a:pt x="45815" y="47054"/>
                        <a:pt x="46387" y="45053"/>
                        <a:pt x="46006" y="42196"/>
                      </a:cubicBezTo>
                      <a:cubicBezTo>
                        <a:pt x="45625" y="39243"/>
                        <a:pt x="45720" y="37338"/>
                        <a:pt x="46291" y="36481"/>
                      </a:cubicBezTo>
                      <a:close/>
                      <a:moveTo>
                        <a:pt x="12668" y="33623"/>
                      </a:moveTo>
                      <a:lnTo>
                        <a:pt x="14954" y="34004"/>
                      </a:lnTo>
                      <a:lnTo>
                        <a:pt x="14288" y="33623"/>
                      </a:lnTo>
                      <a:lnTo>
                        <a:pt x="12668" y="33623"/>
                      </a:lnTo>
                      <a:close/>
                      <a:moveTo>
                        <a:pt x="17336" y="24194"/>
                      </a:moveTo>
                      <a:cubicBezTo>
                        <a:pt x="17336" y="24194"/>
                        <a:pt x="18097" y="23717"/>
                        <a:pt x="18955" y="23717"/>
                      </a:cubicBezTo>
                      <a:cubicBezTo>
                        <a:pt x="18669" y="24098"/>
                        <a:pt x="18193" y="24289"/>
                        <a:pt x="17431" y="24289"/>
                      </a:cubicBezTo>
                      <a:lnTo>
                        <a:pt x="15526" y="24098"/>
                      </a:lnTo>
                      <a:lnTo>
                        <a:pt x="15526" y="22860"/>
                      </a:lnTo>
                      <a:cubicBezTo>
                        <a:pt x="15526" y="22860"/>
                        <a:pt x="16097" y="22860"/>
                        <a:pt x="16478" y="23336"/>
                      </a:cubicBezTo>
                      <a:cubicBezTo>
                        <a:pt x="16859" y="23813"/>
                        <a:pt x="17145" y="24003"/>
                        <a:pt x="17336" y="24003"/>
                      </a:cubicBezTo>
                      <a:close/>
                      <a:moveTo>
                        <a:pt x="35147" y="9811"/>
                      </a:moveTo>
                      <a:cubicBezTo>
                        <a:pt x="35147" y="9811"/>
                        <a:pt x="34480" y="9335"/>
                        <a:pt x="33338" y="9335"/>
                      </a:cubicBezTo>
                      <a:lnTo>
                        <a:pt x="34099" y="10954"/>
                      </a:lnTo>
                      <a:lnTo>
                        <a:pt x="35147" y="9716"/>
                      </a:lnTo>
                      <a:close/>
                      <a:moveTo>
                        <a:pt x="36386" y="3524"/>
                      </a:moveTo>
                      <a:lnTo>
                        <a:pt x="35909" y="2762"/>
                      </a:lnTo>
                      <a:lnTo>
                        <a:pt x="36386" y="5144"/>
                      </a:lnTo>
                      <a:lnTo>
                        <a:pt x="36386" y="3524"/>
                      </a:lnTo>
                      <a:close/>
                      <a:moveTo>
                        <a:pt x="40481" y="5620"/>
                      </a:moveTo>
                      <a:cubicBezTo>
                        <a:pt x="40005" y="5620"/>
                        <a:pt x="39624" y="5620"/>
                        <a:pt x="39434" y="6096"/>
                      </a:cubicBezTo>
                      <a:cubicBezTo>
                        <a:pt x="39243" y="6477"/>
                        <a:pt x="39053" y="6763"/>
                        <a:pt x="38862" y="6858"/>
                      </a:cubicBezTo>
                      <a:lnTo>
                        <a:pt x="40481" y="6858"/>
                      </a:lnTo>
                      <a:lnTo>
                        <a:pt x="40481" y="5620"/>
                      </a:lnTo>
                      <a:close/>
                      <a:moveTo>
                        <a:pt x="43339" y="15050"/>
                      </a:moveTo>
                      <a:cubicBezTo>
                        <a:pt x="43339" y="13906"/>
                        <a:pt x="43815" y="13621"/>
                        <a:pt x="44768" y="14192"/>
                      </a:cubicBezTo>
                      <a:cubicBezTo>
                        <a:pt x="45720" y="14669"/>
                        <a:pt x="46291" y="14573"/>
                        <a:pt x="46387" y="13906"/>
                      </a:cubicBezTo>
                      <a:cubicBezTo>
                        <a:pt x="46101" y="14097"/>
                        <a:pt x="45815" y="14192"/>
                        <a:pt x="45529" y="14192"/>
                      </a:cubicBezTo>
                      <a:cubicBezTo>
                        <a:pt x="45244" y="14192"/>
                        <a:pt x="44768" y="13906"/>
                        <a:pt x="44101" y="13335"/>
                      </a:cubicBezTo>
                      <a:cubicBezTo>
                        <a:pt x="43434" y="12763"/>
                        <a:pt x="42863" y="12573"/>
                        <a:pt x="42196" y="12668"/>
                      </a:cubicBezTo>
                      <a:lnTo>
                        <a:pt x="42196" y="15050"/>
                      </a:lnTo>
                      <a:lnTo>
                        <a:pt x="43339" y="15050"/>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 name="Google Shape;1109;p99"/>
                <p:cNvSpPr/>
                <p:nvPr/>
              </p:nvSpPr>
              <p:spPr>
                <a:xfrm>
                  <a:off x="6479352" y="3954684"/>
                  <a:ext cx="70132" cy="79628"/>
                </a:xfrm>
                <a:custGeom>
                  <a:avLst/>
                  <a:gdLst/>
                  <a:ahLst/>
                  <a:cxnLst/>
                  <a:rect l="l" t="t" r="r" b="b"/>
                  <a:pathLst>
                    <a:path w="70132" h="79628" extrusionOk="0">
                      <a:moveTo>
                        <a:pt x="67561" y="69437"/>
                      </a:moveTo>
                      <a:cubicBezTo>
                        <a:pt x="69275" y="69723"/>
                        <a:pt x="70132" y="70771"/>
                        <a:pt x="70132" y="72580"/>
                      </a:cubicBezTo>
                      <a:cubicBezTo>
                        <a:pt x="70132" y="71819"/>
                        <a:pt x="69847" y="73247"/>
                        <a:pt x="69370" y="76962"/>
                      </a:cubicBezTo>
                      <a:cubicBezTo>
                        <a:pt x="67751" y="78772"/>
                        <a:pt x="65179" y="79629"/>
                        <a:pt x="61751" y="79629"/>
                      </a:cubicBezTo>
                      <a:cubicBezTo>
                        <a:pt x="56131" y="79629"/>
                        <a:pt x="53464" y="79629"/>
                        <a:pt x="53750" y="79438"/>
                      </a:cubicBezTo>
                      <a:cubicBezTo>
                        <a:pt x="51654" y="78867"/>
                        <a:pt x="50511" y="76962"/>
                        <a:pt x="50511" y="73723"/>
                      </a:cubicBezTo>
                      <a:cubicBezTo>
                        <a:pt x="50511" y="70485"/>
                        <a:pt x="49749" y="68580"/>
                        <a:pt x="48320" y="67723"/>
                      </a:cubicBezTo>
                      <a:cubicBezTo>
                        <a:pt x="47558" y="67437"/>
                        <a:pt x="45463" y="67246"/>
                        <a:pt x="42129" y="67246"/>
                      </a:cubicBezTo>
                      <a:cubicBezTo>
                        <a:pt x="39748" y="67246"/>
                        <a:pt x="37843" y="66580"/>
                        <a:pt x="36604" y="65341"/>
                      </a:cubicBezTo>
                      <a:cubicBezTo>
                        <a:pt x="36414" y="65246"/>
                        <a:pt x="36223" y="64008"/>
                        <a:pt x="36033" y="61531"/>
                      </a:cubicBezTo>
                      <a:cubicBezTo>
                        <a:pt x="35938" y="60484"/>
                        <a:pt x="35461" y="59817"/>
                        <a:pt x="34795" y="59627"/>
                      </a:cubicBezTo>
                      <a:cubicBezTo>
                        <a:pt x="34128" y="60960"/>
                        <a:pt x="33556" y="62294"/>
                        <a:pt x="33176" y="63818"/>
                      </a:cubicBezTo>
                      <a:cubicBezTo>
                        <a:pt x="32794" y="65913"/>
                        <a:pt x="32318" y="67437"/>
                        <a:pt x="31937" y="68485"/>
                      </a:cubicBezTo>
                      <a:cubicBezTo>
                        <a:pt x="31175" y="68675"/>
                        <a:pt x="29937" y="68580"/>
                        <a:pt x="28222" y="68294"/>
                      </a:cubicBezTo>
                      <a:cubicBezTo>
                        <a:pt x="26222" y="68008"/>
                        <a:pt x="24889" y="67818"/>
                        <a:pt x="24317" y="67818"/>
                      </a:cubicBezTo>
                      <a:cubicBezTo>
                        <a:pt x="22222" y="67818"/>
                        <a:pt x="20888" y="68771"/>
                        <a:pt x="20221" y="70771"/>
                      </a:cubicBezTo>
                      <a:cubicBezTo>
                        <a:pt x="20221" y="70961"/>
                        <a:pt x="19745" y="72104"/>
                        <a:pt x="18697" y="74200"/>
                      </a:cubicBezTo>
                      <a:cubicBezTo>
                        <a:pt x="17936" y="75819"/>
                        <a:pt x="17459" y="77057"/>
                        <a:pt x="17459" y="78010"/>
                      </a:cubicBezTo>
                      <a:cubicBezTo>
                        <a:pt x="17459" y="78581"/>
                        <a:pt x="17554" y="79057"/>
                        <a:pt x="17745" y="79534"/>
                      </a:cubicBezTo>
                      <a:lnTo>
                        <a:pt x="8696" y="79534"/>
                      </a:lnTo>
                      <a:cubicBezTo>
                        <a:pt x="4791" y="79534"/>
                        <a:pt x="1934" y="79057"/>
                        <a:pt x="28" y="78200"/>
                      </a:cubicBezTo>
                      <a:cubicBezTo>
                        <a:pt x="-162" y="73533"/>
                        <a:pt x="600" y="68961"/>
                        <a:pt x="2410" y="64579"/>
                      </a:cubicBezTo>
                      <a:cubicBezTo>
                        <a:pt x="4124" y="60198"/>
                        <a:pt x="6029" y="55816"/>
                        <a:pt x="7839" y="51435"/>
                      </a:cubicBezTo>
                      <a:cubicBezTo>
                        <a:pt x="7077" y="51054"/>
                        <a:pt x="6601" y="50578"/>
                        <a:pt x="6601" y="50102"/>
                      </a:cubicBezTo>
                      <a:cubicBezTo>
                        <a:pt x="6601" y="49816"/>
                        <a:pt x="6791" y="49339"/>
                        <a:pt x="7077" y="48673"/>
                      </a:cubicBezTo>
                      <a:cubicBezTo>
                        <a:pt x="7363" y="48006"/>
                        <a:pt x="7553" y="47530"/>
                        <a:pt x="7553" y="47244"/>
                      </a:cubicBezTo>
                      <a:cubicBezTo>
                        <a:pt x="7553" y="46863"/>
                        <a:pt x="7458" y="46482"/>
                        <a:pt x="7268" y="46196"/>
                      </a:cubicBezTo>
                      <a:cubicBezTo>
                        <a:pt x="7077" y="44958"/>
                        <a:pt x="7839" y="44101"/>
                        <a:pt x="9744" y="43434"/>
                      </a:cubicBezTo>
                      <a:cubicBezTo>
                        <a:pt x="11649" y="42767"/>
                        <a:pt x="12506" y="42196"/>
                        <a:pt x="12506" y="41720"/>
                      </a:cubicBezTo>
                      <a:cubicBezTo>
                        <a:pt x="12506" y="41434"/>
                        <a:pt x="12220" y="40957"/>
                        <a:pt x="11744" y="40386"/>
                      </a:cubicBezTo>
                      <a:lnTo>
                        <a:pt x="11744" y="40386"/>
                      </a:lnTo>
                      <a:cubicBezTo>
                        <a:pt x="11744" y="40386"/>
                        <a:pt x="11554" y="39910"/>
                        <a:pt x="11268" y="39814"/>
                      </a:cubicBezTo>
                      <a:cubicBezTo>
                        <a:pt x="11649" y="39243"/>
                        <a:pt x="12506" y="38862"/>
                        <a:pt x="13649" y="38767"/>
                      </a:cubicBezTo>
                      <a:cubicBezTo>
                        <a:pt x="15554" y="38481"/>
                        <a:pt x="16697" y="38290"/>
                        <a:pt x="17078" y="38195"/>
                      </a:cubicBezTo>
                      <a:cubicBezTo>
                        <a:pt x="17078" y="37338"/>
                        <a:pt x="16793" y="36386"/>
                        <a:pt x="16316" y="35623"/>
                      </a:cubicBezTo>
                      <a:cubicBezTo>
                        <a:pt x="15650" y="34385"/>
                        <a:pt x="14792" y="34004"/>
                        <a:pt x="13744" y="34385"/>
                      </a:cubicBezTo>
                      <a:lnTo>
                        <a:pt x="11649" y="34385"/>
                      </a:lnTo>
                      <a:cubicBezTo>
                        <a:pt x="11554" y="32956"/>
                        <a:pt x="12220" y="31623"/>
                        <a:pt x="13744" y="30480"/>
                      </a:cubicBezTo>
                      <a:lnTo>
                        <a:pt x="14602" y="22193"/>
                      </a:lnTo>
                      <a:cubicBezTo>
                        <a:pt x="15554" y="22193"/>
                        <a:pt x="16030" y="21527"/>
                        <a:pt x="16221" y="20574"/>
                      </a:cubicBezTo>
                      <a:cubicBezTo>
                        <a:pt x="16411" y="19145"/>
                        <a:pt x="16697" y="18383"/>
                        <a:pt x="16983" y="18002"/>
                      </a:cubicBezTo>
                      <a:cubicBezTo>
                        <a:pt x="16983" y="16764"/>
                        <a:pt x="17554" y="14859"/>
                        <a:pt x="18602" y="12192"/>
                      </a:cubicBezTo>
                      <a:cubicBezTo>
                        <a:pt x="19745" y="9525"/>
                        <a:pt x="20317" y="7620"/>
                        <a:pt x="20412" y="6287"/>
                      </a:cubicBezTo>
                      <a:cubicBezTo>
                        <a:pt x="20602" y="6096"/>
                        <a:pt x="20888" y="4953"/>
                        <a:pt x="21174" y="2857"/>
                      </a:cubicBezTo>
                      <a:cubicBezTo>
                        <a:pt x="21460" y="1429"/>
                        <a:pt x="22222" y="667"/>
                        <a:pt x="23460" y="476"/>
                      </a:cubicBezTo>
                      <a:lnTo>
                        <a:pt x="25841" y="476"/>
                      </a:lnTo>
                      <a:cubicBezTo>
                        <a:pt x="26222" y="1810"/>
                        <a:pt x="26698" y="2477"/>
                        <a:pt x="27175" y="2477"/>
                      </a:cubicBezTo>
                      <a:cubicBezTo>
                        <a:pt x="27461" y="2477"/>
                        <a:pt x="28032" y="2000"/>
                        <a:pt x="28794" y="1238"/>
                      </a:cubicBezTo>
                      <a:cubicBezTo>
                        <a:pt x="29651" y="381"/>
                        <a:pt x="30318" y="0"/>
                        <a:pt x="30889" y="0"/>
                      </a:cubicBezTo>
                      <a:cubicBezTo>
                        <a:pt x="31080" y="0"/>
                        <a:pt x="31270" y="0"/>
                        <a:pt x="31652" y="190"/>
                      </a:cubicBezTo>
                      <a:lnTo>
                        <a:pt x="44605" y="667"/>
                      </a:lnTo>
                      <a:cubicBezTo>
                        <a:pt x="47939" y="5715"/>
                        <a:pt x="49559" y="8954"/>
                        <a:pt x="49559" y="10478"/>
                      </a:cubicBezTo>
                      <a:cubicBezTo>
                        <a:pt x="49559" y="10954"/>
                        <a:pt x="49559" y="11525"/>
                        <a:pt x="49273" y="12002"/>
                      </a:cubicBezTo>
                      <a:cubicBezTo>
                        <a:pt x="51368" y="13145"/>
                        <a:pt x="52416" y="14573"/>
                        <a:pt x="52416" y="16383"/>
                      </a:cubicBezTo>
                      <a:cubicBezTo>
                        <a:pt x="52416" y="16859"/>
                        <a:pt x="52321" y="17621"/>
                        <a:pt x="52130" y="18669"/>
                      </a:cubicBezTo>
                      <a:cubicBezTo>
                        <a:pt x="51940" y="19717"/>
                        <a:pt x="51844" y="20479"/>
                        <a:pt x="51844" y="21050"/>
                      </a:cubicBezTo>
                      <a:cubicBezTo>
                        <a:pt x="51844" y="22765"/>
                        <a:pt x="52987" y="24003"/>
                        <a:pt x="55178" y="24955"/>
                      </a:cubicBezTo>
                      <a:cubicBezTo>
                        <a:pt x="54797" y="27432"/>
                        <a:pt x="55178" y="30480"/>
                        <a:pt x="56417" y="34004"/>
                      </a:cubicBezTo>
                      <a:cubicBezTo>
                        <a:pt x="57369" y="37147"/>
                        <a:pt x="58417" y="40196"/>
                        <a:pt x="59369" y="43148"/>
                      </a:cubicBezTo>
                      <a:lnTo>
                        <a:pt x="58607" y="43148"/>
                      </a:lnTo>
                      <a:cubicBezTo>
                        <a:pt x="58607" y="43148"/>
                        <a:pt x="59274" y="44101"/>
                        <a:pt x="59274" y="45529"/>
                      </a:cubicBezTo>
                      <a:cubicBezTo>
                        <a:pt x="59274" y="46863"/>
                        <a:pt x="59750" y="47530"/>
                        <a:pt x="60417" y="47530"/>
                      </a:cubicBezTo>
                      <a:cubicBezTo>
                        <a:pt x="60703" y="47530"/>
                        <a:pt x="61084" y="47530"/>
                        <a:pt x="61465" y="47244"/>
                      </a:cubicBezTo>
                      <a:cubicBezTo>
                        <a:pt x="61560" y="48863"/>
                        <a:pt x="61655" y="50482"/>
                        <a:pt x="61751" y="52102"/>
                      </a:cubicBezTo>
                      <a:cubicBezTo>
                        <a:pt x="62036" y="54197"/>
                        <a:pt x="62894" y="55626"/>
                        <a:pt x="64418" y="56388"/>
                      </a:cubicBezTo>
                      <a:cubicBezTo>
                        <a:pt x="64132" y="57340"/>
                        <a:pt x="63941" y="58103"/>
                        <a:pt x="63941" y="58960"/>
                      </a:cubicBezTo>
                      <a:cubicBezTo>
                        <a:pt x="63941" y="60198"/>
                        <a:pt x="64513" y="61817"/>
                        <a:pt x="65751" y="63532"/>
                      </a:cubicBezTo>
                      <a:cubicBezTo>
                        <a:pt x="66989" y="65246"/>
                        <a:pt x="67561" y="66770"/>
                        <a:pt x="67561" y="67913"/>
                      </a:cubicBezTo>
                      <a:cubicBezTo>
                        <a:pt x="67561" y="68485"/>
                        <a:pt x="67465" y="69152"/>
                        <a:pt x="67275" y="69818"/>
                      </a:cubicBezTo>
                      <a:close/>
                      <a:moveTo>
                        <a:pt x="9839" y="40386"/>
                      </a:moveTo>
                      <a:lnTo>
                        <a:pt x="9839" y="42291"/>
                      </a:lnTo>
                      <a:lnTo>
                        <a:pt x="9077" y="40386"/>
                      </a:lnTo>
                      <a:lnTo>
                        <a:pt x="9839" y="40386"/>
                      </a:lnTo>
                      <a:close/>
                      <a:moveTo>
                        <a:pt x="12697" y="71152"/>
                      </a:moveTo>
                      <a:cubicBezTo>
                        <a:pt x="13173" y="70675"/>
                        <a:pt x="13173" y="70104"/>
                        <a:pt x="12697" y="69628"/>
                      </a:cubicBezTo>
                      <a:lnTo>
                        <a:pt x="12697" y="71152"/>
                      </a:lnTo>
                      <a:cubicBezTo>
                        <a:pt x="12697" y="71152"/>
                        <a:pt x="11935" y="71819"/>
                        <a:pt x="11649" y="72199"/>
                      </a:cubicBezTo>
                      <a:cubicBezTo>
                        <a:pt x="11649" y="72295"/>
                        <a:pt x="12125" y="72390"/>
                        <a:pt x="12697" y="72485"/>
                      </a:cubicBezTo>
                      <a:lnTo>
                        <a:pt x="12697" y="71152"/>
                      </a:lnTo>
                      <a:close/>
                      <a:moveTo>
                        <a:pt x="13268" y="13525"/>
                      </a:moveTo>
                      <a:cubicBezTo>
                        <a:pt x="12506" y="12763"/>
                        <a:pt x="12125" y="12192"/>
                        <a:pt x="12125" y="11906"/>
                      </a:cubicBezTo>
                      <a:cubicBezTo>
                        <a:pt x="12125" y="11621"/>
                        <a:pt x="12316" y="11335"/>
                        <a:pt x="12697" y="10954"/>
                      </a:cubicBezTo>
                      <a:cubicBezTo>
                        <a:pt x="13078" y="10954"/>
                        <a:pt x="13268" y="11335"/>
                        <a:pt x="13268" y="12002"/>
                      </a:cubicBezTo>
                      <a:lnTo>
                        <a:pt x="13268" y="13525"/>
                      </a:lnTo>
                      <a:close/>
                      <a:moveTo>
                        <a:pt x="42986" y="52864"/>
                      </a:moveTo>
                      <a:cubicBezTo>
                        <a:pt x="43653" y="52102"/>
                        <a:pt x="44034" y="51149"/>
                        <a:pt x="44034" y="50197"/>
                      </a:cubicBezTo>
                      <a:cubicBezTo>
                        <a:pt x="44034" y="49244"/>
                        <a:pt x="43558" y="47911"/>
                        <a:pt x="42701" y="46291"/>
                      </a:cubicBezTo>
                      <a:cubicBezTo>
                        <a:pt x="41843" y="44672"/>
                        <a:pt x="41367" y="43529"/>
                        <a:pt x="41367" y="42958"/>
                      </a:cubicBezTo>
                      <a:cubicBezTo>
                        <a:pt x="41367" y="42196"/>
                        <a:pt x="41748" y="41529"/>
                        <a:pt x="42510" y="41053"/>
                      </a:cubicBezTo>
                      <a:lnTo>
                        <a:pt x="40891" y="39433"/>
                      </a:lnTo>
                      <a:cubicBezTo>
                        <a:pt x="41367" y="38671"/>
                        <a:pt x="41653" y="37910"/>
                        <a:pt x="41653" y="37147"/>
                      </a:cubicBezTo>
                      <a:cubicBezTo>
                        <a:pt x="41653" y="36290"/>
                        <a:pt x="40891" y="35243"/>
                        <a:pt x="39367" y="34099"/>
                      </a:cubicBezTo>
                      <a:cubicBezTo>
                        <a:pt x="37843" y="32956"/>
                        <a:pt x="37176" y="31909"/>
                        <a:pt x="37176" y="30861"/>
                      </a:cubicBezTo>
                      <a:cubicBezTo>
                        <a:pt x="37176" y="30194"/>
                        <a:pt x="37367" y="29432"/>
                        <a:pt x="37938" y="28575"/>
                      </a:cubicBezTo>
                      <a:cubicBezTo>
                        <a:pt x="36509" y="25622"/>
                        <a:pt x="35176" y="24098"/>
                        <a:pt x="33747" y="24098"/>
                      </a:cubicBezTo>
                      <a:cubicBezTo>
                        <a:pt x="31842" y="25813"/>
                        <a:pt x="30889" y="29718"/>
                        <a:pt x="30889" y="35814"/>
                      </a:cubicBezTo>
                      <a:cubicBezTo>
                        <a:pt x="28889" y="35528"/>
                        <a:pt x="27937" y="36100"/>
                        <a:pt x="27937" y="37624"/>
                      </a:cubicBezTo>
                      <a:cubicBezTo>
                        <a:pt x="27937" y="38195"/>
                        <a:pt x="28127" y="39148"/>
                        <a:pt x="28603" y="40481"/>
                      </a:cubicBezTo>
                      <a:cubicBezTo>
                        <a:pt x="28985" y="41815"/>
                        <a:pt x="29175" y="42577"/>
                        <a:pt x="29080" y="42863"/>
                      </a:cubicBezTo>
                      <a:cubicBezTo>
                        <a:pt x="28985" y="43434"/>
                        <a:pt x="28508" y="44005"/>
                        <a:pt x="27746" y="44387"/>
                      </a:cubicBezTo>
                      <a:cubicBezTo>
                        <a:pt x="26984" y="44768"/>
                        <a:pt x="26508" y="45053"/>
                        <a:pt x="26222" y="45244"/>
                      </a:cubicBezTo>
                      <a:cubicBezTo>
                        <a:pt x="26032" y="46101"/>
                        <a:pt x="25936" y="46958"/>
                        <a:pt x="25936" y="47815"/>
                      </a:cubicBezTo>
                      <a:cubicBezTo>
                        <a:pt x="25936" y="51721"/>
                        <a:pt x="28127" y="54007"/>
                        <a:pt x="32604" y="54578"/>
                      </a:cubicBezTo>
                      <a:cubicBezTo>
                        <a:pt x="33366" y="54769"/>
                        <a:pt x="33747" y="55245"/>
                        <a:pt x="33747" y="55912"/>
                      </a:cubicBezTo>
                      <a:cubicBezTo>
                        <a:pt x="33747" y="56579"/>
                        <a:pt x="33747" y="57245"/>
                        <a:pt x="33842" y="57817"/>
                      </a:cubicBezTo>
                      <a:cubicBezTo>
                        <a:pt x="33937" y="58388"/>
                        <a:pt x="34319" y="58674"/>
                        <a:pt x="34890" y="58769"/>
                      </a:cubicBezTo>
                      <a:cubicBezTo>
                        <a:pt x="34700" y="56483"/>
                        <a:pt x="35652" y="55054"/>
                        <a:pt x="37747" y="54388"/>
                      </a:cubicBezTo>
                      <a:cubicBezTo>
                        <a:pt x="39462" y="53912"/>
                        <a:pt x="41177" y="53340"/>
                        <a:pt x="42986" y="52864"/>
                      </a:cubicBezTo>
                      <a:close/>
                      <a:moveTo>
                        <a:pt x="56702" y="47435"/>
                      </a:moveTo>
                      <a:lnTo>
                        <a:pt x="55464" y="46291"/>
                      </a:lnTo>
                      <a:lnTo>
                        <a:pt x="56702" y="45244"/>
                      </a:lnTo>
                      <a:lnTo>
                        <a:pt x="55464" y="45244"/>
                      </a:lnTo>
                      <a:cubicBezTo>
                        <a:pt x="55464" y="45244"/>
                        <a:pt x="54893" y="45815"/>
                        <a:pt x="54607" y="45815"/>
                      </a:cubicBezTo>
                      <a:cubicBezTo>
                        <a:pt x="54321" y="45815"/>
                        <a:pt x="53940" y="45529"/>
                        <a:pt x="53464" y="44958"/>
                      </a:cubicBezTo>
                      <a:cubicBezTo>
                        <a:pt x="52987" y="44387"/>
                        <a:pt x="52702" y="44005"/>
                        <a:pt x="52606" y="44005"/>
                      </a:cubicBezTo>
                      <a:cubicBezTo>
                        <a:pt x="52226" y="45625"/>
                        <a:pt x="53559" y="46768"/>
                        <a:pt x="56702" y="47435"/>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 name="Google Shape;1110;p99"/>
                <p:cNvSpPr/>
                <p:nvPr/>
              </p:nvSpPr>
              <p:spPr>
                <a:xfrm>
                  <a:off x="6558152" y="3954277"/>
                  <a:ext cx="65532" cy="80035"/>
                </a:xfrm>
                <a:custGeom>
                  <a:avLst/>
                  <a:gdLst/>
                  <a:ahLst/>
                  <a:cxnLst/>
                  <a:rect l="l" t="t" r="r" b="b"/>
                  <a:pathLst>
                    <a:path w="65532" h="80035" extrusionOk="0">
                      <a:moveTo>
                        <a:pt x="63913" y="217"/>
                      </a:moveTo>
                      <a:lnTo>
                        <a:pt x="65532" y="2598"/>
                      </a:lnTo>
                      <a:lnTo>
                        <a:pt x="64389" y="16123"/>
                      </a:lnTo>
                      <a:cubicBezTo>
                        <a:pt x="64865" y="16123"/>
                        <a:pt x="62865" y="16028"/>
                        <a:pt x="58388" y="16028"/>
                      </a:cubicBezTo>
                      <a:cubicBezTo>
                        <a:pt x="56293" y="16028"/>
                        <a:pt x="54959" y="16885"/>
                        <a:pt x="54388" y="18600"/>
                      </a:cubicBezTo>
                      <a:cubicBezTo>
                        <a:pt x="53626" y="17171"/>
                        <a:pt x="52578" y="16504"/>
                        <a:pt x="50959" y="16504"/>
                      </a:cubicBezTo>
                      <a:cubicBezTo>
                        <a:pt x="50197" y="16504"/>
                        <a:pt x="49244" y="16695"/>
                        <a:pt x="47911" y="16980"/>
                      </a:cubicBezTo>
                      <a:cubicBezTo>
                        <a:pt x="46577" y="17266"/>
                        <a:pt x="45720" y="17457"/>
                        <a:pt x="45053" y="17457"/>
                      </a:cubicBezTo>
                      <a:cubicBezTo>
                        <a:pt x="44101" y="20124"/>
                        <a:pt x="43720" y="23362"/>
                        <a:pt x="43720" y="27172"/>
                      </a:cubicBezTo>
                      <a:cubicBezTo>
                        <a:pt x="43720" y="28315"/>
                        <a:pt x="43720" y="29935"/>
                        <a:pt x="43910" y="32125"/>
                      </a:cubicBezTo>
                      <a:cubicBezTo>
                        <a:pt x="43910" y="34316"/>
                        <a:pt x="44006" y="35935"/>
                        <a:pt x="44006" y="36983"/>
                      </a:cubicBezTo>
                      <a:cubicBezTo>
                        <a:pt x="44006" y="39650"/>
                        <a:pt x="43815" y="42031"/>
                        <a:pt x="43434" y="43841"/>
                      </a:cubicBezTo>
                      <a:lnTo>
                        <a:pt x="40577" y="45460"/>
                      </a:lnTo>
                      <a:lnTo>
                        <a:pt x="41053" y="44984"/>
                      </a:lnTo>
                      <a:cubicBezTo>
                        <a:pt x="40196" y="44222"/>
                        <a:pt x="39434" y="43841"/>
                        <a:pt x="38481" y="43841"/>
                      </a:cubicBezTo>
                      <a:cubicBezTo>
                        <a:pt x="37814" y="43841"/>
                        <a:pt x="36671" y="44222"/>
                        <a:pt x="35243" y="44984"/>
                      </a:cubicBezTo>
                      <a:cubicBezTo>
                        <a:pt x="33719" y="45746"/>
                        <a:pt x="32576" y="46127"/>
                        <a:pt x="31718" y="46222"/>
                      </a:cubicBezTo>
                      <a:lnTo>
                        <a:pt x="31718" y="46698"/>
                      </a:lnTo>
                      <a:lnTo>
                        <a:pt x="36862" y="47079"/>
                      </a:lnTo>
                      <a:cubicBezTo>
                        <a:pt x="36862" y="47079"/>
                        <a:pt x="37243" y="47937"/>
                        <a:pt x="38100" y="49080"/>
                      </a:cubicBezTo>
                      <a:cubicBezTo>
                        <a:pt x="38481" y="48413"/>
                        <a:pt x="38767" y="48127"/>
                        <a:pt x="38862" y="48127"/>
                      </a:cubicBezTo>
                      <a:cubicBezTo>
                        <a:pt x="39053" y="48127"/>
                        <a:pt x="39434" y="48413"/>
                        <a:pt x="39910" y="49080"/>
                      </a:cubicBezTo>
                      <a:lnTo>
                        <a:pt x="41148" y="47079"/>
                      </a:lnTo>
                      <a:cubicBezTo>
                        <a:pt x="40958" y="47746"/>
                        <a:pt x="40862" y="48508"/>
                        <a:pt x="40862" y="49365"/>
                      </a:cubicBezTo>
                      <a:cubicBezTo>
                        <a:pt x="40862" y="50699"/>
                        <a:pt x="41338" y="52318"/>
                        <a:pt x="42386" y="54509"/>
                      </a:cubicBezTo>
                      <a:cubicBezTo>
                        <a:pt x="43339" y="56604"/>
                        <a:pt x="43910" y="58319"/>
                        <a:pt x="43910" y="59557"/>
                      </a:cubicBezTo>
                      <a:cubicBezTo>
                        <a:pt x="43910" y="60796"/>
                        <a:pt x="43529" y="62129"/>
                        <a:pt x="42863" y="63462"/>
                      </a:cubicBezTo>
                      <a:cubicBezTo>
                        <a:pt x="42863" y="63748"/>
                        <a:pt x="43053" y="65082"/>
                        <a:pt x="43434" y="67368"/>
                      </a:cubicBezTo>
                      <a:cubicBezTo>
                        <a:pt x="43720" y="69273"/>
                        <a:pt x="43910" y="70797"/>
                        <a:pt x="43910" y="72130"/>
                      </a:cubicBezTo>
                      <a:cubicBezTo>
                        <a:pt x="43910" y="75654"/>
                        <a:pt x="42863" y="78226"/>
                        <a:pt x="40767" y="80036"/>
                      </a:cubicBezTo>
                      <a:lnTo>
                        <a:pt x="24860" y="79274"/>
                      </a:lnTo>
                      <a:cubicBezTo>
                        <a:pt x="24479" y="76321"/>
                        <a:pt x="24289" y="72702"/>
                        <a:pt x="24289" y="68606"/>
                      </a:cubicBezTo>
                      <a:cubicBezTo>
                        <a:pt x="24289" y="65653"/>
                        <a:pt x="24479" y="60224"/>
                        <a:pt x="24860" y="52413"/>
                      </a:cubicBezTo>
                      <a:cubicBezTo>
                        <a:pt x="25241" y="45175"/>
                        <a:pt x="25432" y="39460"/>
                        <a:pt x="25337" y="35364"/>
                      </a:cubicBezTo>
                      <a:cubicBezTo>
                        <a:pt x="24956" y="33554"/>
                        <a:pt x="24765" y="30601"/>
                        <a:pt x="24860" y="26505"/>
                      </a:cubicBezTo>
                      <a:cubicBezTo>
                        <a:pt x="24860" y="22695"/>
                        <a:pt x="24670" y="19838"/>
                        <a:pt x="24098" y="17838"/>
                      </a:cubicBezTo>
                      <a:cubicBezTo>
                        <a:pt x="22098" y="17266"/>
                        <a:pt x="20003" y="16885"/>
                        <a:pt x="17621" y="16790"/>
                      </a:cubicBezTo>
                      <a:cubicBezTo>
                        <a:pt x="16097" y="16790"/>
                        <a:pt x="14002" y="16790"/>
                        <a:pt x="11144" y="16790"/>
                      </a:cubicBezTo>
                      <a:cubicBezTo>
                        <a:pt x="8001" y="16885"/>
                        <a:pt x="5715" y="16980"/>
                        <a:pt x="4191" y="16980"/>
                      </a:cubicBezTo>
                      <a:cubicBezTo>
                        <a:pt x="2191" y="16314"/>
                        <a:pt x="1048" y="14885"/>
                        <a:pt x="762" y="12789"/>
                      </a:cubicBezTo>
                      <a:cubicBezTo>
                        <a:pt x="381" y="9932"/>
                        <a:pt x="95" y="8408"/>
                        <a:pt x="0" y="8218"/>
                      </a:cubicBezTo>
                      <a:cubicBezTo>
                        <a:pt x="95" y="6408"/>
                        <a:pt x="286" y="4598"/>
                        <a:pt x="381" y="2598"/>
                      </a:cubicBezTo>
                      <a:cubicBezTo>
                        <a:pt x="571" y="693"/>
                        <a:pt x="1810" y="-164"/>
                        <a:pt x="4191" y="26"/>
                      </a:cubicBezTo>
                      <a:cubicBezTo>
                        <a:pt x="11525" y="407"/>
                        <a:pt x="21431" y="502"/>
                        <a:pt x="34100" y="312"/>
                      </a:cubicBezTo>
                      <a:cubicBezTo>
                        <a:pt x="47625" y="26"/>
                        <a:pt x="57626" y="26"/>
                        <a:pt x="64103" y="312"/>
                      </a:cubicBezTo>
                      <a:close/>
                      <a:moveTo>
                        <a:pt x="63913" y="29458"/>
                      </a:moveTo>
                      <a:lnTo>
                        <a:pt x="63151" y="26601"/>
                      </a:lnTo>
                      <a:lnTo>
                        <a:pt x="63913" y="26601"/>
                      </a:lnTo>
                      <a:lnTo>
                        <a:pt x="63913" y="29458"/>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 name="Google Shape;1111;p99"/>
                <p:cNvSpPr/>
                <p:nvPr/>
              </p:nvSpPr>
              <p:spPr>
                <a:xfrm>
                  <a:off x="6633466" y="3954684"/>
                  <a:ext cx="69846" cy="79628"/>
                </a:xfrm>
                <a:custGeom>
                  <a:avLst/>
                  <a:gdLst/>
                  <a:ahLst/>
                  <a:cxnLst/>
                  <a:rect l="l" t="t" r="r" b="b"/>
                  <a:pathLst>
                    <a:path w="69846" h="79628" extrusionOk="0">
                      <a:moveTo>
                        <a:pt x="67275" y="69437"/>
                      </a:moveTo>
                      <a:cubicBezTo>
                        <a:pt x="68990" y="69723"/>
                        <a:pt x="69847" y="70771"/>
                        <a:pt x="69847" y="72580"/>
                      </a:cubicBezTo>
                      <a:cubicBezTo>
                        <a:pt x="69847" y="71819"/>
                        <a:pt x="69561" y="73247"/>
                        <a:pt x="69085" y="76962"/>
                      </a:cubicBezTo>
                      <a:cubicBezTo>
                        <a:pt x="67466" y="78772"/>
                        <a:pt x="64989" y="79629"/>
                        <a:pt x="61465" y="79629"/>
                      </a:cubicBezTo>
                      <a:cubicBezTo>
                        <a:pt x="55845" y="79629"/>
                        <a:pt x="53178" y="79629"/>
                        <a:pt x="53464" y="79438"/>
                      </a:cubicBezTo>
                      <a:cubicBezTo>
                        <a:pt x="51368" y="78867"/>
                        <a:pt x="50321" y="76962"/>
                        <a:pt x="50225" y="73723"/>
                      </a:cubicBezTo>
                      <a:cubicBezTo>
                        <a:pt x="50225" y="70485"/>
                        <a:pt x="49463" y="68580"/>
                        <a:pt x="48035" y="67723"/>
                      </a:cubicBezTo>
                      <a:cubicBezTo>
                        <a:pt x="47177" y="67437"/>
                        <a:pt x="45177" y="67246"/>
                        <a:pt x="41843" y="67246"/>
                      </a:cubicBezTo>
                      <a:cubicBezTo>
                        <a:pt x="39462" y="67246"/>
                        <a:pt x="37557" y="66580"/>
                        <a:pt x="36319" y="65341"/>
                      </a:cubicBezTo>
                      <a:cubicBezTo>
                        <a:pt x="36128" y="65246"/>
                        <a:pt x="35938" y="64008"/>
                        <a:pt x="35747" y="61531"/>
                      </a:cubicBezTo>
                      <a:cubicBezTo>
                        <a:pt x="35747" y="60484"/>
                        <a:pt x="35271" y="59817"/>
                        <a:pt x="34604" y="59627"/>
                      </a:cubicBezTo>
                      <a:cubicBezTo>
                        <a:pt x="33938" y="60960"/>
                        <a:pt x="33366" y="62294"/>
                        <a:pt x="32985" y="63818"/>
                      </a:cubicBezTo>
                      <a:cubicBezTo>
                        <a:pt x="32604" y="65913"/>
                        <a:pt x="32128" y="67437"/>
                        <a:pt x="31747" y="68485"/>
                      </a:cubicBezTo>
                      <a:cubicBezTo>
                        <a:pt x="30985" y="68675"/>
                        <a:pt x="29747" y="68580"/>
                        <a:pt x="28032" y="68294"/>
                      </a:cubicBezTo>
                      <a:cubicBezTo>
                        <a:pt x="26032" y="68008"/>
                        <a:pt x="24794" y="67818"/>
                        <a:pt x="24127" y="67818"/>
                      </a:cubicBezTo>
                      <a:cubicBezTo>
                        <a:pt x="22031" y="67818"/>
                        <a:pt x="20698" y="68771"/>
                        <a:pt x="20126" y="70771"/>
                      </a:cubicBezTo>
                      <a:cubicBezTo>
                        <a:pt x="20126" y="70961"/>
                        <a:pt x="19650" y="72104"/>
                        <a:pt x="18602" y="74200"/>
                      </a:cubicBezTo>
                      <a:cubicBezTo>
                        <a:pt x="17840" y="75819"/>
                        <a:pt x="17459" y="77057"/>
                        <a:pt x="17459" y="78010"/>
                      </a:cubicBezTo>
                      <a:cubicBezTo>
                        <a:pt x="17459" y="78581"/>
                        <a:pt x="17555" y="79057"/>
                        <a:pt x="17745" y="79534"/>
                      </a:cubicBezTo>
                      <a:lnTo>
                        <a:pt x="8696" y="79534"/>
                      </a:lnTo>
                      <a:cubicBezTo>
                        <a:pt x="4791" y="79534"/>
                        <a:pt x="1934" y="79057"/>
                        <a:pt x="29" y="78200"/>
                      </a:cubicBezTo>
                      <a:cubicBezTo>
                        <a:pt x="-162" y="73533"/>
                        <a:pt x="600" y="68961"/>
                        <a:pt x="2315" y="64579"/>
                      </a:cubicBezTo>
                      <a:cubicBezTo>
                        <a:pt x="4029" y="60198"/>
                        <a:pt x="5934" y="55816"/>
                        <a:pt x="7839" y="51435"/>
                      </a:cubicBezTo>
                      <a:cubicBezTo>
                        <a:pt x="6982" y="51054"/>
                        <a:pt x="6601" y="50578"/>
                        <a:pt x="6601" y="50102"/>
                      </a:cubicBezTo>
                      <a:cubicBezTo>
                        <a:pt x="6601" y="49816"/>
                        <a:pt x="6696" y="49339"/>
                        <a:pt x="7077" y="48673"/>
                      </a:cubicBezTo>
                      <a:cubicBezTo>
                        <a:pt x="7363" y="48006"/>
                        <a:pt x="7553" y="47530"/>
                        <a:pt x="7553" y="47244"/>
                      </a:cubicBezTo>
                      <a:cubicBezTo>
                        <a:pt x="7553" y="46863"/>
                        <a:pt x="7553" y="46482"/>
                        <a:pt x="7268" y="46196"/>
                      </a:cubicBezTo>
                      <a:cubicBezTo>
                        <a:pt x="7077" y="44958"/>
                        <a:pt x="7839" y="44101"/>
                        <a:pt x="9744" y="43434"/>
                      </a:cubicBezTo>
                      <a:cubicBezTo>
                        <a:pt x="11554" y="42767"/>
                        <a:pt x="12506" y="42196"/>
                        <a:pt x="12506" y="41720"/>
                      </a:cubicBezTo>
                      <a:cubicBezTo>
                        <a:pt x="12506" y="41434"/>
                        <a:pt x="12221" y="40957"/>
                        <a:pt x="11744" y="40386"/>
                      </a:cubicBezTo>
                      <a:lnTo>
                        <a:pt x="11744" y="40386"/>
                      </a:lnTo>
                      <a:cubicBezTo>
                        <a:pt x="11744" y="40386"/>
                        <a:pt x="11649" y="39910"/>
                        <a:pt x="11268" y="39814"/>
                      </a:cubicBezTo>
                      <a:cubicBezTo>
                        <a:pt x="11649" y="39243"/>
                        <a:pt x="12506" y="38862"/>
                        <a:pt x="13649" y="38767"/>
                      </a:cubicBezTo>
                      <a:cubicBezTo>
                        <a:pt x="15554" y="38481"/>
                        <a:pt x="16697" y="38290"/>
                        <a:pt x="17078" y="38195"/>
                      </a:cubicBezTo>
                      <a:cubicBezTo>
                        <a:pt x="17078" y="37338"/>
                        <a:pt x="16793" y="36386"/>
                        <a:pt x="16317" y="35623"/>
                      </a:cubicBezTo>
                      <a:cubicBezTo>
                        <a:pt x="15650" y="34385"/>
                        <a:pt x="14792" y="34004"/>
                        <a:pt x="13745" y="34385"/>
                      </a:cubicBezTo>
                      <a:lnTo>
                        <a:pt x="11649" y="34385"/>
                      </a:lnTo>
                      <a:cubicBezTo>
                        <a:pt x="11649" y="32956"/>
                        <a:pt x="12221" y="31623"/>
                        <a:pt x="13745" y="30480"/>
                      </a:cubicBezTo>
                      <a:lnTo>
                        <a:pt x="14602" y="22193"/>
                      </a:lnTo>
                      <a:cubicBezTo>
                        <a:pt x="15554" y="22193"/>
                        <a:pt x="16126" y="21527"/>
                        <a:pt x="16221" y="20574"/>
                      </a:cubicBezTo>
                      <a:cubicBezTo>
                        <a:pt x="16412" y="19145"/>
                        <a:pt x="16697" y="18383"/>
                        <a:pt x="16983" y="18002"/>
                      </a:cubicBezTo>
                      <a:cubicBezTo>
                        <a:pt x="16983" y="16764"/>
                        <a:pt x="17555" y="14859"/>
                        <a:pt x="18602" y="12192"/>
                      </a:cubicBezTo>
                      <a:cubicBezTo>
                        <a:pt x="19745" y="9525"/>
                        <a:pt x="20317" y="7620"/>
                        <a:pt x="20412" y="6287"/>
                      </a:cubicBezTo>
                      <a:cubicBezTo>
                        <a:pt x="20603" y="6096"/>
                        <a:pt x="20888" y="4953"/>
                        <a:pt x="21174" y="2857"/>
                      </a:cubicBezTo>
                      <a:cubicBezTo>
                        <a:pt x="21460" y="1429"/>
                        <a:pt x="22222" y="667"/>
                        <a:pt x="23460" y="476"/>
                      </a:cubicBezTo>
                      <a:lnTo>
                        <a:pt x="25842" y="476"/>
                      </a:lnTo>
                      <a:cubicBezTo>
                        <a:pt x="26222" y="1810"/>
                        <a:pt x="26699" y="2477"/>
                        <a:pt x="27175" y="2477"/>
                      </a:cubicBezTo>
                      <a:cubicBezTo>
                        <a:pt x="27461" y="2477"/>
                        <a:pt x="28032" y="2000"/>
                        <a:pt x="28794" y="1238"/>
                      </a:cubicBezTo>
                      <a:cubicBezTo>
                        <a:pt x="29651" y="381"/>
                        <a:pt x="30318" y="0"/>
                        <a:pt x="30890" y="0"/>
                      </a:cubicBezTo>
                      <a:cubicBezTo>
                        <a:pt x="31080" y="0"/>
                        <a:pt x="31366" y="0"/>
                        <a:pt x="31652" y="190"/>
                      </a:cubicBezTo>
                      <a:lnTo>
                        <a:pt x="44605" y="667"/>
                      </a:lnTo>
                      <a:cubicBezTo>
                        <a:pt x="47939" y="5715"/>
                        <a:pt x="49559" y="8954"/>
                        <a:pt x="49559" y="10478"/>
                      </a:cubicBezTo>
                      <a:cubicBezTo>
                        <a:pt x="49559" y="10954"/>
                        <a:pt x="49463" y="11525"/>
                        <a:pt x="49273" y="12002"/>
                      </a:cubicBezTo>
                      <a:cubicBezTo>
                        <a:pt x="51368" y="13145"/>
                        <a:pt x="52416" y="14573"/>
                        <a:pt x="52416" y="16383"/>
                      </a:cubicBezTo>
                      <a:cubicBezTo>
                        <a:pt x="52416" y="16859"/>
                        <a:pt x="52321" y="17621"/>
                        <a:pt x="52130" y="18669"/>
                      </a:cubicBezTo>
                      <a:cubicBezTo>
                        <a:pt x="51940" y="19717"/>
                        <a:pt x="51845" y="20479"/>
                        <a:pt x="51845" y="21050"/>
                      </a:cubicBezTo>
                      <a:cubicBezTo>
                        <a:pt x="51845" y="22765"/>
                        <a:pt x="52892" y="24003"/>
                        <a:pt x="55083" y="24955"/>
                      </a:cubicBezTo>
                      <a:cubicBezTo>
                        <a:pt x="54702" y="27432"/>
                        <a:pt x="55083" y="30480"/>
                        <a:pt x="56321" y="34004"/>
                      </a:cubicBezTo>
                      <a:cubicBezTo>
                        <a:pt x="57274" y="37147"/>
                        <a:pt x="58322" y="40196"/>
                        <a:pt x="59274" y="43148"/>
                      </a:cubicBezTo>
                      <a:lnTo>
                        <a:pt x="58512" y="43148"/>
                      </a:lnTo>
                      <a:cubicBezTo>
                        <a:pt x="58512" y="43148"/>
                        <a:pt x="59179" y="44101"/>
                        <a:pt x="59179" y="45529"/>
                      </a:cubicBezTo>
                      <a:cubicBezTo>
                        <a:pt x="59179" y="46863"/>
                        <a:pt x="59655" y="47530"/>
                        <a:pt x="60322" y="47530"/>
                      </a:cubicBezTo>
                      <a:cubicBezTo>
                        <a:pt x="60608" y="47530"/>
                        <a:pt x="60988" y="47530"/>
                        <a:pt x="61370" y="47244"/>
                      </a:cubicBezTo>
                      <a:cubicBezTo>
                        <a:pt x="61465" y="48863"/>
                        <a:pt x="61560" y="50482"/>
                        <a:pt x="61655" y="52102"/>
                      </a:cubicBezTo>
                      <a:cubicBezTo>
                        <a:pt x="61941" y="54197"/>
                        <a:pt x="62894" y="55626"/>
                        <a:pt x="64322" y="56388"/>
                      </a:cubicBezTo>
                      <a:cubicBezTo>
                        <a:pt x="64037" y="57340"/>
                        <a:pt x="63846" y="58103"/>
                        <a:pt x="63846" y="58960"/>
                      </a:cubicBezTo>
                      <a:cubicBezTo>
                        <a:pt x="63846" y="60198"/>
                        <a:pt x="64513" y="61817"/>
                        <a:pt x="65656" y="63532"/>
                      </a:cubicBezTo>
                      <a:cubicBezTo>
                        <a:pt x="66799" y="65246"/>
                        <a:pt x="67466" y="66770"/>
                        <a:pt x="67466" y="67913"/>
                      </a:cubicBezTo>
                      <a:cubicBezTo>
                        <a:pt x="67466" y="68485"/>
                        <a:pt x="67370" y="69152"/>
                        <a:pt x="67180" y="69818"/>
                      </a:cubicBezTo>
                      <a:close/>
                      <a:moveTo>
                        <a:pt x="9458" y="40386"/>
                      </a:moveTo>
                      <a:lnTo>
                        <a:pt x="9458" y="42291"/>
                      </a:lnTo>
                      <a:lnTo>
                        <a:pt x="8696" y="40386"/>
                      </a:lnTo>
                      <a:lnTo>
                        <a:pt x="9458" y="40386"/>
                      </a:lnTo>
                      <a:close/>
                      <a:moveTo>
                        <a:pt x="12316" y="71152"/>
                      </a:moveTo>
                      <a:cubicBezTo>
                        <a:pt x="12792" y="70675"/>
                        <a:pt x="12792" y="70104"/>
                        <a:pt x="12316" y="69628"/>
                      </a:cubicBezTo>
                      <a:lnTo>
                        <a:pt x="12316" y="71152"/>
                      </a:lnTo>
                      <a:cubicBezTo>
                        <a:pt x="12316" y="71152"/>
                        <a:pt x="11554" y="71819"/>
                        <a:pt x="11268" y="72199"/>
                      </a:cubicBezTo>
                      <a:cubicBezTo>
                        <a:pt x="11268" y="72295"/>
                        <a:pt x="11744" y="72390"/>
                        <a:pt x="12316" y="72485"/>
                      </a:cubicBezTo>
                      <a:lnTo>
                        <a:pt x="12316" y="71152"/>
                      </a:lnTo>
                      <a:close/>
                      <a:moveTo>
                        <a:pt x="12887" y="13525"/>
                      </a:moveTo>
                      <a:cubicBezTo>
                        <a:pt x="12030" y="12763"/>
                        <a:pt x="11649" y="12192"/>
                        <a:pt x="11649" y="11906"/>
                      </a:cubicBezTo>
                      <a:cubicBezTo>
                        <a:pt x="11649" y="11621"/>
                        <a:pt x="11840" y="11335"/>
                        <a:pt x="12221" y="10954"/>
                      </a:cubicBezTo>
                      <a:cubicBezTo>
                        <a:pt x="12602" y="10954"/>
                        <a:pt x="12792" y="11335"/>
                        <a:pt x="12792" y="12002"/>
                      </a:cubicBezTo>
                      <a:lnTo>
                        <a:pt x="12792" y="13525"/>
                      </a:lnTo>
                      <a:close/>
                      <a:moveTo>
                        <a:pt x="42605" y="52864"/>
                      </a:moveTo>
                      <a:cubicBezTo>
                        <a:pt x="43272" y="52102"/>
                        <a:pt x="43653" y="51149"/>
                        <a:pt x="43653" y="50197"/>
                      </a:cubicBezTo>
                      <a:cubicBezTo>
                        <a:pt x="43653" y="49244"/>
                        <a:pt x="43177" y="47911"/>
                        <a:pt x="42320" y="46291"/>
                      </a:cubicBezTo>
                      <a:cubicBezTo>
                        <a:pt x="41367" y="44672"/>
                        <a:pt x="40986" y="43529"/>
                        <a:pt x="40986" y="42958"/>
                      </a:cubicBezTo>
                      <a:cubicBezTo>
                        <a:pt x="40986" y="42196"/>
                        <a:pt x="41367" y="41529"/>
                        <a:pt x="42129" y="41053"/>
                      </a:cubicBezTo>
                      <a:lnTo>
                        <a:pt x="40510" y="39433"/>
                      </a:lnTo>
                      <a:cubicBezTo>
                        <a:pt x="40986" y="38671"/>
                        <a:pt x="41272" y="37910"/>
                        <a:pt x="41272" y="37147"/>
                      </a:cubicBezTo>
                      <a:cubicBezTo>
                        <a:pt x="41272" y="36290"/>
                        <a:pt x="40510" y="35243"/>
                        <a:pt x="38986" y="34099"/>
                      </a:cubicBezTo>
                      <a:cubicBezTo>
                        <a:pt x="37462" y="32956"/>
                        <a:pt x="36795" y="31909"/>
                        <a:pt x="36795" y="30861"/>
                      </a:cubicBezTo>
                      <a:cubicBezTo>
                        <a:pt x="36795" y="30194"/>
                        <a:pt x="37081" y="29432"/>
                        <a:pt x="37557" y="28575"/>
                      </a:cubicBezTo>
                      <a:cubicBezTo>
                        <a:pt x="36128" y="25622"/>
                        <a:pt x="34795" y="24098"/>
                        <a:pt x="33366" y="24098"/>
                      </a:cubicBezTo>
                      <a:cubicBezTo>
                        <a:pt x="31461" y="25813"/>
                        <a:pt x="30509" y="29718"/>
                        <a:pt x="30509" y="35814"/>
                      </a:cubicBezTo>
                      <a:cubicBezTo>
                        <a:pt x="28508" y="35528"/>
                        <a:pt x="27556" y="36100"/>
                        <a:pt x="27556" y="37624"/>
                      </a:cubicBezTo>
                      <a:cubicBezTo>
                        <a:pt x="27556" y="38195"/>
                        <a:pt x="27746" y="39148"/>
                        <a:pt x="28223" y="40481"/>
                      </a:cubicBezTo>
                      <a:cubicBezTo>
                        <a:pt x="28699" y="41815"/>
                        <a:pt x="28889" y="42577"/>
                        <a:pt x="28794" y="42863"/>
                      </a:cubicBezTo>
                      <a:cubicBezTo>
                        <a:pt x="28699" y="43434"/>
                        <a:pt x="28223" y="44005"/>
                        <a:pt x="27365" y="44387"/>
                      </a:cubicBezTo>
                      <a:cubicBezTo>
                        <a:pt x="26603" y="44768"/>
                        <a:pt x="26032" y="45053"/>
                        <a:pt x="25842" y="45244"/>
                      </a:cubicBezTo>
                      <a:cubicBezTo>
                        <a:pt x="25651" y="46101"/>
                        <a:pt x="25555" y="46958"/>
                        <a:pt x="25555" y="47815"/>
                      </a:cubicBezTo>
                      <a:cubicBezTo>
                        <a:pt x="25555" y="51721"/>
                        <a:pt x="27746" y="54007"/>
                        <a:pt x="32128" y="54578"/>
                      </a:cubicBezTo>
                      <a:cubicBezTo>
                        <a:pt x="32890" y="54769"/>
                        <a:pt x="33366" y="55245"/>
                        <a:pt x="33366" y="55912"/>
                      </a:cubicBezTo>
                      <a:cubicBezTo>
                        <a:pt x="33366" y="56579"/>
                        <a:pt x="33366" y="57245"/>
                        <a:pt x="33557" y="57817"/>
                      </a:cubicBezTo>
                      <a:cubicBezTo>
                        <a:pt x="33557" y="58388"/>
                        <a:pt x="34033" y="58674"/>
                        <a:pt x="34604" y="58769"/>
                      </a:cubicBezTo>
                      <a:cubicBezTo>
                        <a:pt x="34414" y="56483"/>
                        <a:pt x="35367" y="55054"/>
                        <a:pt x="37462" y="54388"/>
                      </a:cubicBezTo>
                      <a:cubicBezTo>
                        <a:pt x="39176" y="53912"/>
                        <a:pt x="40891" y="53340"/>
                        <a:pt x="42701" y="52864"/>
                      </a:cubicBezTo>
                      <a:close/>
                      <a:moveTo>
                        <a:pt x="56321" y="47435"/>
                      </a:moveTo>
                      <a:lnTo>
                        <a:pt x="55083" y="46291"/>
                      </a:lnTo>
                      <a:lnTo>
                        <a:pt x="56321" y="45244"/>
                      </a:lnTo>
                      <a:lnTo>
                        <a:pt x="55083" y="45244"/>
                      </a:lnTo>
                      <a:cubicBezTo>
                        <a:pt x="55083" y="45244"/>
                        <a:pt x="54512" y="45815"/>
                        <a:pt x="54226" y="45815"/>
                      </a:cubicBezTo>
                      <a:cubicBezTo>
                        <a:pt x="53940" y="45815"/>
                        <a:pt x="53559" y="45529"/>
                        <a:pt x="53083" y="44958"/>
                      </a:cubicBezTo>
                      <a:cubicBezTo>
                        <a:pt x="52607" y="44387"/>
                        <a:pt x="52321" y="44005"/>
                        <a:pt x="52226" y="44005"/>
                      </a:cubicBezTo>
                      <a:cubicBezTo>
                        <a:pt x="51845" y="45625"/>
                        <a:pt x="53178" y="46768"/>
                        <a:pt x="56321" y="47435"/>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12" name="Google Shape;1112;p99"/>
              <p:cNvGrpSpPr/>
              <p:nvPr/>
            </p:nvGrpSpPr>
            <p:grpSpPr>
              <a:xfrm>
                <a:off x="8952255" y="7131929"/>
                <a:ext cx="184309" cy="49540"/>
                <a:chOff x="3698937" y="4850024"/>
                <a:chExt cx="184309" cy="49540"/>
              </a:xfrm>
            </p:grpSpPr>
            <p:sp>
              <p:nvSpPr>
                <p:cNvPr id="1113" name="Google Shape;1113;p99"/>
                <p:cNvSpPr/>
                <p:nvPr/>
              </p:nvSpPr>
              <p:spPr>
                <a:xfrm>
                  <a:off x="3698937" y="4850034"/>
                  <a:ext cx="40481" cy="49339"/>
                </a:xfrm>
                <a:custGeom>
                  <a:avLst/>
                  <a:gdLst/>
                  <a:ahLst/>
                  <a:cxnLst/>
                  <a:rect l="l" t="t" r="r" b="b"/>
                  <a:pathLst>
                    <a:path w="40481" h="49339" extrusionOk="0">
                      <a:moveTo>
                        <a:pt x="35147" y="1810"/>
                      </a:moveTo>
                      <a:cubicBezTo>
                        <a:pt x="36957" y="1810"/>
                        <a:pt x="38100" y="2857"/>
                        <a:pt x="38671" y="4858"/>
                      </a:cubicBezTo>
                      <a:cubicBezTo>
                        <a:pt x="39433" y="7620"/>
                        <a:pt x="40005" y="9239"/>
                        <a:pt x="40481" y="9620"/>
                      </a:cubicBezTo>
                      <a:lnTo>
                        <a:pt x="40196" y="40100"/>
                      </a:lnTo>
                      <a:cubicBezTo>
                        <a:pt x="39529" y="40672"/>
                        <a:pt x="38862" y="41720"/>
                        <a:pt x="38291" y="43434"/>
                      </a:cubicBezTo>
                      <a:cubicBezTo>
                        <a:pt x="37719" y="45053"/>
                        <a:pt x="36862" y="46196"/>
                        <a:pt x="35814" y="46958"/>
                      </a:cubicBezTo>
                      <a:cubicBezTo>
                        <a:pt x="34481" y="46958"/>
                        <a:pt x="33338" y="47625"/>
                        <a:pt x="32195" y="49054"/>
                      </a:cubicBezTo>
                      <a:cubicBezTo>
                        <a:pt x="31433" y="49054"/>
                        <a:pt x="30194" y="49054"/>
                        <a:pt x="28575" y="49054"/>
                      </a:cubicBezTo>
                      <a:cubicBezTo>
                        <a:pt x="26575" y="49244"/>
                        <a:pt x="25241" y="49339"/>
                        <a:pt x="24479" y="49339"/>
                      </a:cubicBezTo>
                      <a:cubicBezTo>
                        <a:pt x="21717" y="49339"/>
                        <a:pt x="19717" y="48673"/>
                        <a:pt x="18288" y="47244"/>
                      </a:cubicBezTo>
                      <a:cubicBezTo>
                        <a:pt x="17812" y="48387"/>
                        <a:pt x="16954" y="48863"/>
                        <a:pt x="15716" y="48863"/>
                      </a:cubicBezTo>
                      <a:cubicBezTo>
                        <a:pt x="15240" y="48863"/>
                        <a:pt x="14573" y="48863"/>
                        <a:pt x="13525" y="48578"/>
                      </a:cubicBezTo>
                      <a:cubicBezTo>
                        <a:pt x="12478" y="48387"/>
                        <a:pt x="11811" y="48196"/>
                        <a:pt x="11240" y="48196"/>
                      </a:cubicBezTo>
                      <a:cubicBezTo>
                        <a:pt x="10858" y="48196"/>
                        <a:pt x="10478" y="48196"/>
                        <a:pt x="10192" y="48387"/>
                      </a:cubicBezTo>
                      <a:lnTo>
                        <a:pt x="10573" y="47911"/>
                      </a:lnTo>
                      <a:cubicBezTo>
                        <a:pt x="10573" y="47911"/>
                        <a:pt x="9811" y="47244"/>
                        <a:pt x="9335" y="47244"/>
                      </a:cubicBezTo>
                      <a:cubicBezTo>
                        <a:pt x="9049" y="47244"/>
                        <a:pt x="8573" y="47339"/>
                        <a:pt x="8001" y="47625"/>
                      </a:cubicBezTo>
                      <a:cubicBezTo>
                        <a:pt x="7429" y="47911"/>
                        <a:pt x="6953" y="48006"/>
                        <a:pt x="6763" y="48006"/>
                      </a:cubicBezTo>
                      <a:cubicBezTo>
                        <a:pt x="6477" y="48006"/>
                        <a:pt x="6191" y="47815"/>
                        <a:pt x="5906" y="47530"/>
                      </a:cubicBezTo>
                      <a:cubicBezTo>
                        <a:pt x="5620" y="47911"/>
                        <a:pt x="5334" y="48006"/>
                        <a:pt x="4953" y="48006"/>
                      </a:cubicBezTo>
                      <a:cubicBezTo>
                        <a:pt x="4572" y="48006"/>
                        <a:pt x="4191" y="47720"/>
                        <a:pt x="3810" y="47149"/>
                      </a:cubicBezTo>
                      <a:cubicBezTo>
                        <a:pt x="3429" y="46577"/>
                        <a:pt x="3238" y="46291"/>
                        <a:pt x="3143" y="46291"/>
                      </a:cubicBezTo>
                      <a:cubicBezTo>
                        <a:pt x="3048" y="46291"/>
                        <a:pt x="2953" y="46672"/>
                        <a:pt x="2858" y="47530"/>
                      </a:cubicBezTo>
                      <a:cubicBezTo>
                        <a:pt x="2667" y="46863"/>
                        <a:pt x="2381" y="46387"/>
                        <a:pt x="1905" y="46196"/>
                      </a:cubicBezTo>
                      <a:cubicBezTo>
                        <a:pt x="1238" y="45911"/>
                        <a:pt x="857" y="45529"/>
                        <a:pt x="476" y="45053"/>
                      </a:cubicBezTo>
                      <a:lnTo>
                        <a:pt x="762" y="32671"/>
                      </a:lnTo>
                      <a:cubicBezTo>
                        <a:pt x="762" y="32671"/>
                        <a:pt x="286" y="31337"/>
                        <a:pt x="571" y="29908"/>
                      </a:cubicBezTo>
                      <a:cubicBezTo>
                        <a:pt x="857" y="28575"/>
                        <a:pt x="667" y="27527"/>
                        <a:pt x="0" y="26956"/>
                      </a:cubicBezTo>
                      <a:cubicBezTo>
                        <a:pt x="381" y="26194"/>
                        <a:pt x="476" y="24955"/>
                        <a:pt x="191" y="22955"/>
                      </a:cubicBezTo>
                      <a:cubicBezTo>
                        <a:pt x="0" y="21050"/>
                        <a:pt x="191" y="19717"/>
                        <a:pt x="762" y="18860"/>
                      </a:cubicBezTo>
                      <a:cubicBezTo>
                        <a:pt x="476" y="17050"/>
                        <a:pt x="286" y="16097"/>
                        <a:pt x="286" y="16193"/>
                      </a:cubicBezTo>
                      <a:cubicBezTo>
                        <a:pt x="286" y="15335"/>
                        <a:pt x="667" y="14764"/>
                        <a:pt x="1429" y="14573"/>
                      </a:cubicBezTo>
                      <a:cubicBezTo>
                        <a:pt x="857" y="14288"/>
                        <a:pt x="476" y="13811"/>
                        <a:pt x="476" y="13145"/>
                      </a:cubicBezTo>
                      <a:cubicBezTo>
                        <a:pt x="476" y="12954"/>
                        <a:pt x="476" y="12668"/>
                        <a:pt x="571" y="12382"/>
                      </a:cubicBezTo>
                      <a:cubicBezTo>
                        <a:pt x="571" y="12002"/>
                        <a:pt x="571" y="11811"/>
                        <a:pt x="571" y="11716"/>
                      </a:cubicBezTo>
                      <a:cubicBezTo>
                        <a:pt x="571" y="11430"/>
                        <a:pt x="571" y="11239"/>
                        <a:pt x="286" y="11049"/>
                      </a:cubicBezTo>
                      <a:cubicBezTo>
                        <a:pt x="762" y="10763"/>
                        <a:pt x="1143" y="10287"/>
                        <a:pt x="1238" y="9811"/>
                      </a:cubicBezTo>
                      <a:cubicBezTo>
                        <a:pt x="1619" y="8954"/>
                        <a:pt x="1905" y="8287"/>
                        <a:pt x="2286" y="7811"/>
                      </a:cubicBezTo>
                      <a:cubicBezTo>
                        <a:pt x="1048" y="7620"/>
                        <a:pt x="476" y="6953"/>
                        <a:pt x="476" y="5810"/>
                      </a:cubicBezTo>
                      <a:lnTo>
                        <a:pt x="476" y="4763"/>
                      </a:lnTo>
                      <a:cubicBezTo>
                        <a:pt x="476" y="4286"/>
                        <a:pt x="476" y="3905"/>
                        <a:pt x="476" y="3620"/>
                      </a:cubicBezTo>
                      <a:cubicBezTo>
                        <a:pt x="476" y="3048"/>
                        <a:pt x="476" y="2572"/>
                        <a:pt x="191" y="2286"/>
                      </a:cubicBezTo>
                      <a:cubicBezTo>
                        <a:pt x="857" y="1333"/>
                        <a:pt x="2000" y="762"/>
                        <a:pt x="3524" y="762"/>
                      </a:cubicBezTo>
                      <a:lnTo>
                        <a:pt x="5620" y="762"/>
                      </a:lnTo>
                      <a:cubicBezTo>
                        <a:pt x="6858" y="762"/>
                        <a:pt x="7811" y="476"/>
                        <a:pt x="8573" y="0"/>
                      </a:cubicBezTo>
                      <a:cubicBezTo>
                        <a:pt x="10478" y="476"/>
                        <a:pt x="12573" y="762"/>
                        <a:pt x="15050" y="762"/>
                      </a:cubicBezTo>
                      <a:cubicBezTo>
                        <a:pt x="16192" y="762"/>
                        <a:pt x="17812" y="762"/>
                        <a:pt x="20098" y="571"/>
                      </a:cubicBezTo>
                      <a:cubicBezTo>
                        <a:pt x="22384" y="381"/>
                        <a:pt x="24003" y="286"/>
                        <a:pt x="25146" y="286"/>
                      </a:cubicBezTo>
                      <a:cubicBezTo>
                        <a:pt x="26384" y="286"/>
                        <a:pt x="27527" y="286"/>
                        <a:pt x="28385" y="476"/>
                      </a:cubicBezTo>
                      <a:cubicBezTo>
                        <a:pt x="28766" y="571"/>
                        <a:pt x="29528" y="953"/>
                        <a:pt x="30766" y="1619"/>
                      </a:cubicBezTo>
                      <a:cubicBezTo>
                        <a:pt x="31623" y="2096"/>
                        <a:pt x="32385" y="2286"/>
                        <a:pt x="32861" y="2286"/>
                      </a:cubicBezTo>
                      <a:cubicBezTo>
                        <a:pt x="33338" y="2286"/>
                        <a:pt x="33909" y="2096"/>
                        <a:pt x="34481" y="1810"/>
                      </a:cubicBezTo>
                      <a:close/>
                      <a:moveTo>
                        <a:pt x="1810" y="34290"/>
                      </a:moveTo>
                      <a:cubicBezTo>
                        <a:pt x="2381" y="34290"/>
                        <a:pt x="2953" y="34195"/>
                        <a:pt x="3524" y="33814"/>
                      </a:cubicBezTo>
                      <a:lnTo>
                        <a:pt x="2667" y="33338"/>
                      </a:lnTo>
                      <a:cubicBezTo>
                        <a:pt x="2667" y="33338"/>
                        <a:pt x="2096" y="33052"/>
                        <a:pt x="1715" y="33147"/>
                      </a:cubicBezTo>
                      <a:lnTo>
                        <a:pt x="1715" y="34290"/>
                      </a:lnTo>
                      <a:close/>
                      <a:moveTo>
                        <a:pt x="4953" y="6572"/>
                      </a:moveTo>
                      <a:cubicBezTo>
                        <a:pt x="4382" y="6001"/>
                        <a:pt x="4000" y="5810"/>
                        <a:pt x="3810" y="5810"/>
                      </a:cubicBezTo>
                      <a:lnTo>
                        <a:pt x="4572" y="7144"/>
                      </a:lnTo>
                      <a:cubicBezTo>
                        <a:pt x="4572" y="7144"/>
                        <a:pt x="4572" y="6763"/>
                        <a:pt x="4953" y="6572"/>
                      </a:cubicBezTo>
                      <a:close/>
                      <a:moveTo>
                        <a:pt x="3810" y="13240"/>
                      </a:moveTo>
                      <a:cubicBezTo>
                        <a:pt x="3810" y="13240"/>
                        <a:pt x="4572" y="13145"/>
                        <a:pt x="4953" y="12763"/>
                      </a:cubicBezTo>
                      <a:cubicBezTo>
                        <a:pt x="5334" y="12382"/>
                        <a:pt x="5429" y="12002"/>
                        <a:pt x="5334" y="11525"/>
                      </a:cubicBezTo>
                      <a:cubicBezTo>
                        <a:pt x="5048" y="11430"/>
                        <a:pt x="4858" y="11335"/>
                        <a:pt x="4667" y="11335"/>
                      </a:cubicBezTo>
                      <a:cubicBezTo>
                        <a:pt x="4382" y="11335"/>
                        <a:pt x="4286" y="11811"/>
                        <a:pt x="4191" y="12573"/>
                      </a:cubicBezTo>
                      <a:cubicBezTo>
                        <a:pt x="4191" y="12859"/>
                        <a:pt x="4000" y="13049"/>
                        <a:pt x="3810" y="13240"/>
                      </a:cubicBezTo>
                      <a:close/>
                      <a:moveTo>
                        <a:pt x="28766" y="22670"/>
                      </a:moveTo>
                      <a:cubicBezTo>
                        <a:pt x="28004" y="20193"/>
                        <a:pt x="28004" y="16669"/>
                        <a:pt x="28766" y="11906"/>
                      </a:cubicBezTo>
                      <a:cubicBezTo>
                        <a:pt x="27813" y="10954"/>
                        <a:pt x="26003" y="10478"/>
                        <a:pt x="23146" y="10478"/>
                      </a:cubicBezTo>
                      <a:lnTo>
                        <a:pt x="24194" y="8763"/>
                      </a:lnTo>
                      <a:cubicBezTo>
                        <a:pt x="23908" y="9239"/>
                        <a:pt x="23241" y="9525"/>
                        <a:pt x="22098" y="9525"/>
                      </a:cubicBezTo>
                      <a:cubicBezTo>
                        <a:pt x="21908" y="9525"/>
                        <a:pt x="21622" y="9525"/>
                        <a:pt x="21146" y="9525"/>
                      </a:cubicBezTo>
                      <a:lnTo>
                        <a:pt x="19907" y="9525"/>
                      </a:lnTo>
                      <a:cubicBezTo>
                        <a:pt x="18098" y="9525"/>
                        <a:pt x="16954" y="10001"/>
                        <a:pt x="16383" y="10954"/>
                      </a:cubicBezTo>
                      <a:cubicBezTo>
                        <a:pt x="16002" y="10954"/>
                        <a:pt x="15716" y="10763"/>
                        <a:pt x="15431" y="10763"/>
                      </a:cubicBezTo>
                      <a:cubicBezTo>
                        <a:pt x="14859" y="10763"/>
                        <a:pt x="14192" y="11049"/>
                        <a:pt x="13430" y="11525"/>
                      </a:cubicBezTo>
                      <a:cubicBezTo>
                        <a:pt x="12668" y="12002"/>
                        <a:pt x="12002" y="12287"/>
                        <a:pt x="11621" y="12287"/>
                      </a:cubicBezTo>
                      <a:cubicBezTo>
                        <a:pt x="11335" y="12287"/>
                        <a:pt x="11049" y="12287"/>
                        <a:pt x="10763" y="12097"/>
                      </a:cubicBezTo>
                      <a:cubicBezTo>
                        <a:pt x="10954" y="12382"/>
                        <a:pt x="11144" y="12573"/>
                        <a:pt x="11144" y="12763"/>
                      </a:cubicBezTo>
                      <a:cubicBezTo>
                        <a:pt x="11144" y="12954"/>
                        <a:pt x="10858" y="13145"/>
                        <a:pt x="10287" y="13145"/>
                      </a:cubicBezTo>
                      <a:cubicBezTo>
                        <a:pt x="9716" y="13145"/>
                        <a:pt x="9335" y="13335"/>
                        <a:pt x="9335" y="13430"/>
                      </a:cubicBezTo>
                      <a:cubicBezTo>
                        <a:pt x="8858" y="13811"/>
                        <a:pt x="8573" y="14097"/>
                        <a:pt x="8573" y="14383"/>
                      </a:cubicBezTo>
                      <a:cubicBezTo>
                        <a:pt x="8573" y="14573"/>
                        <a:pt x="8858" y="14859"/>
                        <a:pt x="9335" y="15240"/>
                      </a:cubicBezTo>
                      <a:cubicBezTo>
                        <a:pt x="9811" y="15621"/>
                        <a:pt x="10096" y="16002"/>
                        <a:pt x="10096" y="16288"/>
                      </a:cubicBezTo>
                      <a:lnTo>
                        <a:pt x="8096" y="16954"/>
                      </a:lnTo>
                      <a:cubicBezTo>
                        <a:pt x="8096" y="16954"/>
                        <a:pt x="8477" y="16954"/>
                        <a:pt x="8668" y="16954"/>
                      </a:cubicBezTo>
                      <a:cubicBezTo>
                        <a:pt x="9144" y="16954"/>
                        <a:pt x="9525" y="17336"/>
                        <a:pt x="9906" y="18002"/>
                      </a:cubicBezTo>
                      <a:cubicBezTo>
                        <a:pt x="10287" y="18669"/>
                        <a:pt x="10573" y="19145"/>
                        <a:pt x="10954" y="19240"/>
                      </a:cubicBezTo>
                      <a:cubicBezTo>
                        <a:pt x="12192" y="19431"/>
                        <a:pt x="12859" y="20574"/>
                        <a:pt x="12859" y="22765"/>
                      </a:cubicBezTo>
                      <a:cubicBezTo>
                        <a:pt x="12859" y="24574"/>
                        <a:pt x="12859" y="26384"/>
                        <a:pt x="12859" y="28099"/>
                      </a:cubicBezTo>
                      <a:cubicBezTo>
                        <a:pt x="12763" y="28289"/>
                        <a:pt x="12668" y="28480"/>
                        <a:pt x="12668" y="28670"/>
                      </a:cubicBezTo>
                      <a:cubicBezTo>
                        <a:pt x="12668" y="28861"/>
                        <a:pt x="12763" y="29146"/>
                        <a:pt x="13049" y="29432"/>
                      </a:cubicBezTo>
                      <a:cubicBezTo>
                        <a:pt x="13335" y="29718"/>
                        <a:pt x="13430" y="30004"/>
                        <a:pt x="13430" y="30099"/>
                      </a:cubicBezTo>
                      <a:cubicBezTo>
                        <a:pt x="13430" y="30194"/>
                        <a:pt x="13335" y="30385"/>
                        <a:pt x="13049" y="30575"/>
                      </a:cubicBezTo>
                      <a:cubicBezTo>
                        <a:pt x="12192" y="32575"/>
                        <a:pt x="12287" y="33814"/>
                        <a:pt x="13335" y="34195"/>
                      </a:cubicBezTo>
                      <a:lnTo>
                        <a:pt x="12287" y="34957"/>
                      </a:lnTo>
                      <a:cubicBezTo>
                        <a:pt x="12287" y="34957"/>
                        <a:pt x="12763" y="35814"/>
                        <a:pt x="12763" y="36195"/>
                      </a:cubicBezTo>
                      <a:lnTo>
                        <a:pt x="12763" y="36957"/>
                      </a:lnTo>
                      <a:cubicBezTo>
                        <a:pt x="12763" y="36957"/>
                        <a:pt x="12668" y="37433"/>
                        <a:pt x="12668" y="37624"/>
                      </a:cubicBezTo>
                      <a:cubicBezTo>
                        <a:pt x="12668" y="38386"/>
                        <a:pt x="13049" y="38862"/>
                        <a:pt x="13811" y="39338"/>
                      </a:cubicBezTo>
                      <a:cubicBezTo>
                        <a:pt x="14669" y="39338"/>
                        <a:pt x="15812" y="39338"/>
                        <a:pt x="17431" y="38862"/>
                      </a:cubicBezTo>
                      <a:cubicBezTo>
                        <a:pt x="18098" y="40100"/>
                        <a:pt x="18860" y="40767"/>
                        <a:pt x="19812" y="40767"/>
                      </a:cubicBezTo>
                      <a:cubicBezTo>
                        <a:pt x="20383" y="40767"/>
                        <a:pt x="21431" y="40386"/>
                        <a:pt x="22670" y="39433"/>
                      </a:cubicBezTo>
                      <a:cubicBezTo>
                        <a:pt x="24003" y="38576"/>
                        <a:pt x="25051" y="38195"/>
                        <a:pt x="25717" y="38195"/>
                      </a:cubicBezTo>
                      <a:cubicBezTo>
                        <a:pt x="26289" y="38195"/>
                        <a:pt x="26765" y="38386"/>
                        <a:pt x="27242" y="38862"/>
                      </a:cubicBezTo>
                      <a:cubicBezTo>
                        <a:pt x="28289" y="37719"/>
                        <a:pt x="28766" y="36290"/>
                        <a:pt x="28766" y="34385"/>
                      </a:cubicBezTo>
                      <a:cubicBezTo>
                        <a:pt x="28766" y="32861"/>
                        <a:pt x="28480" y="31528"/>
                        <a:pt x="27908" y="30099"/>
                      </a:cubicBezTo>
                      <a:cubicBezTo>
                        <a:pt x="28766" y="29528"/>
                        <a:pt x="29051" y="28289"/>
                        <a:pt x="28861" y="26479"/>
                      </a:cubicBezTo>
                      <a:cubicBezTo>
                        <a:pt x="28575" y="24670"/>
                        <a:pt x="28670" y="23527"/>
                        <a:pt x="29051" y="22955"/>
                      </a:cubicBezTo>
                      <a:close/>
                      <a:moveTo>
                        <a:pt x="8192" y="20764"/>
                      </a:moveTo>
                      <a:lnTo>
                        <a:pt x="9620" y="21050"/>
                      </a:lnTo>
                      <a:lnTo>
                        <a:pt x="9239" y="20764"/>
                      </a:lnTo>
                      <a:lnTo>
                        <a:pt x="8192" y="20764"/>
                      </a:lnTo>
                      <a:close/>
                      <a:moveTo>
                        <a:pt x="11049" y="14954"/>
                      </a:moveTo>
                      <a:cubicBezTo>
                        <a:pt x="11049" y="14954"/>
                        <a:pt x="11525" y="14669"/>
                        <a:pt x="12097" y="14669"/>
                      </a:cubicBezTo>
                      <a:cubicBezTo>
                        <a:pt x="11906" y="14859"/>
                        <a:pt x="11621" y="15049"/>
                        <a:pt x="11144" y="15049"/>
                      </a:cubicBezTo>
                      <a:lnTo>
                        <a:pt x="9906" y="15049"/>
                      </a:lnTo>
                      <a:lnTo>
                        <a:pt x="9906" y="14192"/>
                      </a:lnTo>
                      <a:cubicBezTo>
                        <a:pt x="9906" y="14192"/>
                        <a:pt x="10287" y="14192"/>
                        <a:pt x="10478" y="14478"/>
                      </a:cubicBezTo>
                      <a:cubicBezTo>
                        <a:pt x="10668" y="14764"/>
                        <a:pt x="10858" y="14859"/>
                        <a:pt x="10954" y="14859"/>
                      </a:cubicBezTo>
                      <a:close/>
                      <a:moveTo>
                        <a:pt x="22003" y="6096"/>
                      </a:moveTo>
                      <a:cubicBezTo>
                        <a:pt x="22003" y="6096"/>
                        <a:pt x="21622" y="5810"/>
                        <a:pt x="20955" y="5810"/>
                      </a:cubicBezTo>
                      <a:lnTo>
                        <a:pt x="21431" y="6858"/>
                      </a:lnTo>
                      <a:lnTo>
                        <a:pt x="22098" y="6096"/>
                      </a:lnTo>
                      <a:close/>
                      <a:moveTo>
                        <a:pt x="22765" y="2286"/>
                      </a:moveTo>
                      <a:lnTo>
                        <a:pt x="22479" y="1810"/>
                      </a:lnTo>
                      <a:lnTo>
                        <a:pt x="22765" y="3334"/>
                      </a:lnTo>
                      <a:lnTo>
                        <a:pt x="22765" y="2286"/>
                      </a:lnTo>
                      <a:close/>
                      <a:moveTo>
                        <a:pt x="25241" y="3524"/>
                      </a:moveTo>
                      <a:cubicBezTo>
                        <a:pt x="25241" y="3524"/>
                        <a:pt x="24670" y="3524"/>
                        <a:pt x="24575" y="3810"/>
                      </a:cubicBezTo>
                      <a:cubicBezTo>
                        <a:pt x="24479" y="4096"/>
                        <a:pt x="24384" y="4191"/>
                        <a:pt x="24194" y="4286"/>
                      </a:cubicBezTo>
                      <a:lnTo>
                        <a:pt x="25241" y="4286"/>
                      </a:lnTo>
                      <a:lnTo>
                        <a:pt x="25241" y="3524"/>
                      </a:lnTo>
                      <a:close/>
                      <a:moveTo>
                        <a:pt x="26956" y="9335"/>
                      </a:moveTo>
                      <a:cubicBezTo>
                        <a:pt x="26956" y="8668"/>
                        <a:pt x="27242" y="8477"/>
                        <a:pt x="27813" y="8763"/>
                      </a:cubicBezTo>
                      <a:cubicBezTo>
                        <a:pt x="28385" y="9049"/>
                        <a:pt x="28766" y="9049"/>
                        <a:pt x="28766" y="8572"/>
                      </a:cubicBezTo>
                      <a:cubicBezTo>
                        <a:pt x="28575" y="8668"/>
                        <a:pt x="28385" y="8763"/>
                        <a:pt x="28194" y="8763"/>
                      </a:cubicBezTo>
                      <a:cubicBezTo>
                        <a:pt x="28004" y="8763"/>
                        <a:pt x="27718" y="8572"/>
                        <a:pt x="27337" y="8287"/>
                      </a:cubicBezTo>
                      <a:cubicBezTo>
                        <a:pt x="26956" y="7906"/>
                        <a:pt x="26575" y="7811"/>
                        <a:pt x="26194" y="7906"/>
                      </a:cubicBezTo>
                      <a:lnTo>
                        <a:pt x="26194" y="9335"/>
                      </a:lnTo>
                      <a:lnTo>
                        <a:pt x="26956" y="9335"/>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 name="Google Shape;1114;p99"/>
                <p:cNvSpPr/>
                <p:nvPr/>
              </p:nvSpPr>
              <p:spPr>
                <a:xfrm>
                  <a:off x="3745979" y="4850606"/>
                  <a:ext cx="43064" cy="48958"/>
                </a:xfrm>
                <a:custGeom>
                  <a:avLst/>
                  <a:gdLst/>
                  <a:ahLst/>
                  <a:cxnLst/>
                  <a:rect l="l" t="t" r="r" b="b"/>
                  <a:pathLst>
                    <a:path w="43064" h="48958" extrusionOk="0">
                      <a:moveTo>
                        <a:pt x="41446" y="42577"/>
                      </a:moveTo>
                      <a:cubicBezTo>
                        <a:pt x="42493" y="42767"/>
                        <a:pt x="43065" y="43434"/>
                        <a:pt x="43065" y="44482"/>
                      </a:cubicBezTo>
                      <a:cubicBezTo>
                        <a:pt x="43065" y="44005"/>
                        <a:pt x="42874" y="44863"/>
                        <a:pt x="42589" y="47149"/>
                      </a:cubicBezTo>
                      <a:cubicBezTo>
                        <a:pt x="41636" y="48292"/>
                        <a:pt x="40017" y="48768"/>
                        <a:pt x="37921" y="48768"/>
                      </a:cubicBezTo>
                      <a:cubicBezTo>
                        <a:pt x="34492" y="48768"/>
                        <a:pt x="32873" y="48768"/>
                        <a:pt x="33064" y="48768"/>
                      </a:cubicBezTo>
                      <a:cubicBezTo>
                        <a:pt x="31730" y="48387"/>
                        <a:pt x="31063" y="47244"/>
                        <a:pt x="31063" y="45244"/>
                      </a:cubicBezTo>
                      <a:cubicBezTo>
                        <a:pt x="31063" y="43244"/>
                        <a:pt x="30587" y="42101"/>
                        <a:pt x="29730" y="41529"/>
                      </a:cubicBezTo>
                      <a:cubicBezTo>
                        <a:pt x="29254" y="41338"/>
                        <a:pt x="28015" y="41243"/>
                        <a:pt x="25920" y="41243"/>
                      </a:cubicBezTo>
                      <a:cubicBezTo>
                        <a:pt x="24396" y="41243"/>
                        <a:pt x="23348" y="40862"/>
                        <a:pt x="22491" y="40100"/>
                      </a:cubicBezTo>
                      <a:cubicBezTo>
                        <a:pt x="22396" y="40100"/>
                        <a:pt x="22300" y="39243"/>
                        <a:pt x="22110" y="37719"/>
                      </a:cubicBezTo>
                      <a:cubicBezTo>
                        <a:pt x="22110" y="37052"/>
                        <a:pt x="21824" y="36671"/>
                        <a:pt x="21348" y="36576"/>
                      </a:cubicBezTo>
                      <a:cubicBezTo>
                        <a:pt x="20967" y="37338"/>
                        <a:pt x="20586" y="38195"/>
                        <a:pt x="20300" y="39148"/>
                      </a:cubicBezTo>
                      <a:cubicBezTo>
                        <a:pt x="20014" y="40386"/>
                        <a:pt x="19824" y="41434"/>
                        <a:pt x="19538" y="42005"/>
                      </a:cubicBezTo>
                      <a:cubicBezTo>
                        <a:pt x="19062" y="42101"/>
                        <a:pt x="18300" y="42005"/>
                        <a:pt x="17252" y="42005"/>
                      </a:cubicBezTo>
                      <a:cubicBezTo>
                        <a:pt x="16014" y="41815"/>
                        <a:pt x="15252" y="41720"/>
                        <a:pt x="14871" y="41720"/>
                      </a:cubicBezTo>
                      <a:cubicBezTo>
                        <a:pt x="13537" y="41720"/>
                        <a:pt x="12775" y="42291"/>
                        <a:pt x="12394" y="43529"/>
                      </a:cubicBezTo>
                      <a:cubicBezTo>
                        <a:pt x="12394" y="43624"/>
                        <a:pt x="12109" y="44387"/>
                        <a:pt x="11442" y="45625"/>
                      </a:cubicBezTo>
                      <a:cubicBezTo>
                        <a:pt x="10966" y="46577"/>
                        <a:pt x="10680" y="47435"/>
                        <a:pt x="10680" y="48006"/>
                      </a:cubicBezTo>
                      <a:cubicBezTo>
                        <a:pt x="10680" y="48387"/>
                        <a:pt x="10680" y="48673"/>
                        <a:pt x="10870" y="48959"/>
                      </a:cubicBezTo>
                      <a:lnTo>
                        <a:pt x="5346" y="48959"/>
                      </a:lnTo>
                      <a:cubicBezTo>
                        <a:pt x="2965" y="48959"/>
                        <a:pt x="1155" y="48673"/>
                        <a:pt x="12" y="48101"/>
                      </a:cubicBezTo>
                      <a:cubicBezTo>
                        <a:pt x="-83" y="45244"/>
                        <a:pt x="393" y="42481"/>
                        <a:pt x="1441" y="39719"/>
                      </a:cubicBezTo>
                      <a:cubicBezTo>
                        <a:pt x="2488" y="37052"/>
                        <a:pt x="3631" y="34385"/>
                        <a:pt x="4774" y="31623"/>
                      </a:cubicBezTo>
                      <a:cubicBezTo>
                        <a:pt x="4298" y="31337"/>
                        <a:pt x="4012" y="31052"/>
                        <a:pt x="4012" y="30766"/>
                      </a:cubicBezTo>
                      <a:cubicBezTo>
                        <a:pt x="4012" y="30575"/>
                        <a:pt x="4012" y="30289"/>
                        <a:pt x="4298" y="29909"/>
                      </a:cubicBezTo>
                      <a:cubicBezTo>
                        <a:pt x="4489" y="29528"/>
                        <a:pt x="4584" y="29242"/>
                        <a:pt x="4584" y="29051"/>
                      </a:cubicBezTo>
                      <a:cubicBezTo>
                        <a:pt x="4584" y="28765"/>
                        <a:pt x="4584" y="28575"/>
                        <a:pt x="4393" y="28385"/>
                      </a:cubicBezTo>
                      <a:cubicBezTo>
                        <a:pt x="4298" y="27622"/>
                        <a:pt x="4774" y="27051"/>
                        <a:pt x="5917" y="26670"/>
                      </a:cubicBezTo>
                      <a:cubicBezTo>
                        <a:pt x="7060" y="26289"/>
                        <a:pt x="7632" y="25908"/>
                        <a:pt x="7632" y="25622"/>
                      </a:cubicBezTo>
                      <a:cubicBezTo>
                        <a:pt x="7632" y="25432"/>
                        <a:pt x="7441" y="25146"/>
                        <a:pt x="7156" y="24765"/>
                      </a:cubicBezTo>
                      <a:lnTo>
                        <a:pt x="7156" y="24765"/>
                      </a:lnTo>
                      <a:cubicBezTo>
                        <a:pt x="7156" y="24765"/>
                        <a:pt x="7156" y="24479"/>
                        <a:pt x="6870" y="24384"/>
                      </a:cubicBezTo>
                      <a:cubicBezTo>
                        <a:pt x="7060" y="24003"/>
                        <a:pt x="7632" y="23813"/>
                        <a:pt x="8299" y="23717"/>
                      </a:cubicBezTo>
                      <a:cubicBezTo>
                        <a:pt x="9442" y="23527"/>
                        <a:pt x="10204" y="23431"/>
                        <a:pt x="10394" y="23336"/>
                      </a:cubicBezTo>
                      <a:cubicBezTo>
                        <a:pt x="10394" y="22765"/>
                        <a:pt x="10204" y="22288"/>
                        <a:pt x="9918" y="21812"/>
                      </a:cubicBezTo>
                      <a:cubicBezTo>
                        <a:pt x="9537" y="21050"/>
                        <a:pt x="8965" y="20860"/>
                        <a:pt x="8394" y="21050"/>
                      </a:cubicBezTo>
                      <a:lnTo>
                        <a:pt x="7060" y="21050"/>
                      </a:lnTo>
                      <a:cubicBezTo>
                        <a:pt x="7060" y="20098"/>
                        <a:pt x="7441" y="19336"/>
                        <a:pt x="8394" y="18669"/>
                      </a:cubicBezTo>
                      <a:lnTo>
                        <a:pt x="8965" y="13621"/>
                      </a:lnTo>
                      <a:cubicBezTo>
                        <a:pt x="9537" y="13621"/>
                        <a:pt x="9823" y="13240"/>
                        <a:pt x="10013" y="12573"/>
                      </a:cubicBezTo>
                      <a:cubicBezTo>
                        <a:pt x="10108" y="11716"/>
                        <a:pt x="10299" y="11239"/>
                        <a:pt x="10489" y="11049"/>
                      </a:cubicBezTo>
                      <a:cubicBezTo>
                        <a:pt x="10489" y="10287"/>
                        <a:pt x="10870" y="9144"/>
                        <a:pt x="11537" y="7525"/>
                      </a:cubicBezTo>
                      <a:cubicBezTo>
                        <a:pt x="12204" y="5905"/>
                        <a:pt x="12585" y="4763"/>
                        <a:pt x="12680" y="3905"/>
                      </a:cubicBezTo>
                      <a:cubicBezTo>
                        <a:pt x="12775" y="3810"/>
                        <a:pt x="12966" y="3048"/>
                        <a:pt x="13156" y="1810"/>
                      </a:cubicBezTo>
                      <a:cubicBezTo>
                        <a:pt x="13347" y="953"/>
                        <a:pt x="13823" y="476"/>
                        <a:pt x="14585" y="381"/>
                      </a:cubicBezTo>
                      <a:lnTo>
                        <a:pt x="16014" y="381"/>
                      </a:lnTo>
                      <a:cubicBezTo>
                        <a:pt x="16300" y="1143"/>
                        <a:pt x="16490" y="1524"/>
                        <a:pt x="16871" y="1524"/>
                      </a:cubicBezTo>
                      <a:cubicBezTo>
                        <a:pt x="17062" y="1524"/>
                        <a:pt x="17443" y="1238"/>
                        <a:pt x="17919" y="762"/>
                      </a:cubicBezTo>
                      <a:cubicBezTo>
                        <a:pt x="18395" y="286"/>
                        <a:pt x="18871" y="0"/>
                        <a:pt x="19252" y="0"/>
                      </a:cubicBezTo>
                      <a:cubicBezTo>
                        <a:pt x="19348" y="0"/>
                        <a:pt x="19538" y="0"/>
                        <a:pt x="19729" y="0"/>
                      </a:cubicBezTo>
                      <a:lnTo>
                        <a:pt x="27634" y="286"/>
                      </a:lnTo>
                      <a:cubicBezTo>
                        <a:pt x="29635" y="3334"/>
                        <a:pt x="30682" y="5334"/>
                        <a:pt x="30682" y="6287"/>
                      </a:cubicBezTo>
                      <a:cubicBezTo>
                        <a:pt x="30682" y="6572"/>
                        <a:pt x="30682" y="6858"/>
                        <a:pt x="30492" y="7239"/>
                      </a:cubicBezTo>
                      <a:cubicBezTo>
                        <a:pt x="31730" y="7906"/>
                        <a:pt x="32397" y="8763"/>
                        <a:pt x="32397" y="9906"/>
                      </a:cubicBezTo>
                      <a:cubicBezTo>
                        <a:pt x="32397" y="10192"/>
                        <a:pt x="32397" y="10668"/>
                        <a:pt x="32206" y="11335"/>
                      </a:cubicBezTo>
                      <a:cubicBezTo>
                        <a:pt x="32111" y="12002"/>
                        <a:pt x="32016" y="12478"/>
                        <a:pt x="32016" y="12763"/>
                      </a:cubicBezTo>
                      <a:cubicBezTo>
                        <a:pt x="32016" y="13811"/>
                        <a:pt x="32683" y="14573"/>
                        <a:pt x="34016" y="15145"/>
                      </a:cubicBezTo>
                      <a:cubicBezTo>
                        <a:pt x="33826" y="16669"/>
                        <a:pt x="34016" y="18574"/>
                        <a:pt x="34778" y="20669"/>
                      </a:cubicBezTo>
                      <a:cubicBezTo>
                        <a:pt x="35445" y="22574"/>
                        <a:pt x="36016" y="24479"/>
                        <a:pt x="36588" y="26289"/>
                      </a:cubicBezTo>
                      <a:lnTo>
                        <a:pt x="36112" y="26289"/>
                      </a:lnTo>
                      <a:cubicBezTo>
                        <a:pt x="36112" y="26289"/>
                        <a:pt x="36493" y="26861"/>
                        <a:pt x="36493" y="27718"/>
                      </a:cubicBezTo>
                      <a:cubicBezTo>
                        <a:pt x="36493" y="28480"/>
                        <a:pt x="36778" y="28956"/>
                        <a:pt x="37159" y="28956"/>
                      </a:cubicBezTo>
                      <a:cubicBezTo>
                        <a:pt x="37350" y="28956"/>
                        <a:pt x="37540" y="28956"/>
                        <a:pt x="37826" y="28765"/>
                      </a:cubicBezTo>
                      <a:cubicBezTo>
                        <a:pt x="37826" y="29718"/>
                        <a:pt x="37921" y="30766"/>
                        <a:pt x="38017" y="31718"/>
                      </a:cubicBezTo>
                      <a:cubicBezTo>
                        <a:pt x="38207" y="32956"/>
                        <a:pt x="38779" y="33909"/>
                        <a:pt x="39636" y="34385"/>
                      </a:cubicBezTo>
                      <a:cubicBezTo>
                        <a:pt x="39445" y="34957"/>
                        <a:pt x="39350" y="35433"/>
                        <a:pt x="39350" y="35909"/>
                      </a:cubicBezTo>
                      <a:cubicBezTo>
                        <a:pt x="39350" y="36671"/>
                        <a:pt x="39731" y="37624"/>
                        <a:pt x="40398" y="38671"/>
                      </a:cubicBezTo>
                      <a:cubicBezTo>
                        <a:pt x="41160" y="39719"/>
                        <a:pt x="41541" y="40672"/>
                        <a:pt x="41541" y="41338"/>
                      </a:cubicBezTo>
                      <a:cubicBezTo>
                        <a:pt x="41541" y="41720"/>
                        <a:pt x="41541" y="42101"/>
                        <a:pt x="41350" y="42481"/>
                      </a:cubicBezTo>
                      <a:close/>
                      <a:moveTo>
                        <a:pt x="6108" y="24765"/>
                      </a:moveTo>
                      <a:lnTo>
                        <a:pt x="6108" y="26003"/>
                      </a:lnTo>
                      <a:lnTo>
                        <a:pt x="5632" y="24765"/>
                      </a:lnTo>
                      <a:lnTo>
                        <a:pt x="6108" y="24765"/>
                      </a:lnTo>
                      <a:close/>
                      <a:moveTo>
                        <a:pt x="7822" y="43624"/>
                      </a:moveTo>
                      <a:cubicBezTo>
                        <a:pt x="7822" y="43624"/>
                        <a:pt x="8108" y="43053"/>
                        <a:pt x="7822" y="42672"/>
                      </a:cubicBezTo>
                      <a:lnTo>
                        <a:pt x="7822" y="43624"/>
                      </a:lnTo>
                      <a:cubicBezTo>
                        <a:pt x="7822" y="43624"/>
                        <a:pt x="7346" y="44005"/>
                        <a:pt x="7156" y="44291"/>
                      </a:cubicBezTo>
                      <a:cubicBezTo>
                        <a:pt x="7156" y="44291"/>
                        <a:pt x="7441" y="44387"/>
                        <a:pt x="7822" y="44482"/>
                      </a:cubicBezTo>
                      <a:lnTo>
                        <a:pt x="7822" y="43624"/>
                      </a:lnTo>
                      <a:close/>
                      <a:moveTo>
                        <a:pt x="8203" y="8287"/>
                      </a:moveTo>
                      <a:cubicBezTo>
                        <a:pt x="7727" y="7811"/>
                        <a:pt x="7441" y="7429"/>
                        <a:pt x="7441" y="7239"/>
                      </a:cubicBezTo>
                      <a:cubicBezTo>
                        <a:pt x="7441" y="7048"/>
                        <a:pt x="7537" y="6858"/>
                        <a:pt x="7822" y="6668"/>
                      </a:cubicBezTo>
                      <a:cubicBezTo>
                        <a:pt x="8108" y="6668"/>
                        <a:pt x="8203" y="6858"/>
                        <a:pt x="8203" y="7334"/>
                      </a:cubicBezTo>
                      <a:lnTo>
                        <a:pt x="8203" y="8287"/>
                      </a:lnTo>
                      <a:close/>
                      <a:moveTo>
                        <a:pt x="26396" y="32385"/>
                      </a:moveTo>
                      <a:cubicBezTo>
                        <a:pt x="26777" y="31909"/>
                        <a:pt x="27063" y="31337"/>
                        <a:pt x="27063" y="30766"/>
                      </a:cubicBezTo>
                      <a:cubicBezTo>
                        <a:pt x="27063" y="30194"/>
                        <a:pt x="26777" y="29337"/>
                        <a:pt x="26206" y="28385"/>
                      </a:cubicBezTo>
                      <a:cubicBezTo>
                        <a:pt x="25634" y="27432"/>
                        <a:pt x="25348" y="26765"/>
                        <a:pt x="25348" y="26384"/>
                      </a:cubicBezTo>
                      <a:cubicBezTo>
                        <a:pt x="25348" y="25908"/>
                        <a:pt x="25634" y="25527"/>
                        <a:pt x="26110" y="25241"/>
                      </a:cubicBezTo>
                      <a:lnTo>
                        <a:pt x="25063" y="24194"/>
                      </a:lnTo>
                      <a:cubicBezTo>
                        <a:pt x="25348" y="23717"/>
                        <a:pt x="25539" y="23241"/>
                        <a:pt x="25539" y="22765"/>
                      </a:cubicBezTo>
                      <a:cubicBezTo>
                        <a:pt x="25539" y="22193"/>
                        <a:pt x="25063" y="21622"/>
                        <a:pt x="24205" y="20860"/>
                      </a:cubicBezTo>
                      <a:cubicBezTo>
                        <a:pt x="23253" y="20193"/>
                        <a:pt x="22872" y="19526"/>
                        <a:pt x="22872" y="18860"/>
                      </a:cubicBezTo>
                      <a:cubicBezTo>
                        <a:pt x="22872" y="18479"/>
                        <a:pt x="22967" y="18002"/>
                        <a:pt x="23348" y="17526"/>
                      </a:cubicBezTo>
                      <a:cubicBezTo>
                        <a:pt x="22491" y="15716"/>
                        <a:pt x="21634" y="14764"/>
                        <a:pt x="20776" y="14764"/>
                      </a:cubicBezTo>
                      <a:cubicBezTo>
                        <a:pt x="19633" y="15812"/>
                        <a:pt x="19062" y="18193"/>
                        <a:pt x="19062" y="21907"/>
                      </a:cubicBezTo>
                      <a:cubicBezTo>
                        <a:pt x="17824" y="21717"/>
                        <a:pt x="17252" y="22098"/>
                        <a:pt x="17252" y="23051"/>
                      </a:cubicBezTo>
                      <a:cubicBezTo>
                        <a:pt x="17252" y="23431"/>
                        <a:pt x="17347" y="24003"/>
                        <a:pt x="17633" y="24860"/>
                      </a:cubicBezTo>
                      <a:cubicBezTo>
                        <a:pt x="17919" y="25718"/>
                        <a:pt x="18014" y="26194"/>
                        <a:pt x="17919" y="26289"/>
                      </a:cubicBezTo>
                      <a:cubicBezTo>
                        <a:pt x="17919" y="26670"/>
                        <a:pt x="17538" y="26956"/>
                        <a:pt x="17062" y="27241"/>
                      </a:cubicBezTo>
                      <a:cubicBezTo>
                        <a:pt x="16585" y="27527"/>
                        <a:pt x="16300" y="27622"/>
                        <a:pt x="16204" y="27813"/>
                      </a:cubicBezTo>
                      <a:cubicBezTo>
                        <a:pt x="16109" y="28385"/>
                        <a:pt x="16014" y="28861"/>
                        <a:pt x="16014" y="29337"/>
                      </a:cubicBezTo>
                      <a:cubicBezTo>
                        <a:pt x="16014" y="31718"/>
                        <a:pt x="17347" y="33147"/>
                        <a:pt x="20014" y="33528"/>
                      </a:cubicBezTo>
                      <a:cubicBezTo>
                        <a:pt x="20491" y="33623"/>
                        <a:pt x="20776" y="33909"/>
                        <a:pt x="20776" y="34385"/>
                      </a:cubicBezTo>
                      <a:cubicBezTo>
                        <a:pt x="20776" y="34862"/>
                        <a:pt x="20776" y="35243"/>
                        <a:pt x="20776" y="35528"/>
                      </a:cubicBezTo>
                      <a:cubicBezTo>
                        <a:pt x="20776" y="35909"/>
                        <a:pt x="21062" y="36100"/>
                        <a:pt x="21443" y="36100"/>
                      </a:cubicBezTo>
                      <a:cubicBezTo>
                        <a:pt x="21348" y="34671"/>
                        <a:pt x="21919" y="33814"/>
                        <a:pt x="23158" y="33433"/>
                      </a:cubicBezTo>
                      <a:cubicBezTo>
                        <a:pt x="24205" y="33147"/>
                        <a:pt x="25253" y="32861"/>
                        <a:pt x="26396" y="32480"/>
                      </a:cubicBezTo>
                      <a:close/>
                      <a:moveTo>
                        <a:pt x="34778" y="29051"/>
                      </a:moveTo>
                      <a:lnTo>
                        <a:pt x="34016" y="28289"/>
                      </a:lnTo>
                      <a:lnTo>
                        <a:pt x="34778" y="27622"/>
                      </a:lnTo>
                      <a:lnTo>
                        <a:pt x="34016" y="27622"/>
                      </a:lnTo>
                      <a:cubicBezTo>
                        <a:pt x="34016" y="27622"/>
                        <a:pt x="33635" y="28004"/>
                        <a:pt x="33445" y="28004"/>
                      </a:cubicBezTo>
                      <a:cubicBezTo>
                        <a:pt x="33254" y="28004"/>
                        <a:pt x="33064" y="27813"/>
                        <a:pt x="32778" y="27432"/>
                      </a:cubicBezTo>
                      <a:cubicBezTo>
                        <a:pt x="32492" y="27051"/>
                        <a:pt x="32302" y="26861"/>
                        <a:pt x="32302" y="26861"/>
                      </a:cubicBezTo>
                      <a:cubicBezTo>
                        <a:pt x="32016" y="27908"/>
                        <a:pt x="32873" y="28575"/>
                        <a:pt x="34778" y="28956"/>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 name="Google Shape;1115;p99"/>
                <p:cNvSpPr/>
                <p:nvPr/>
              </p:nvSpPr>
              <p:spPr>
                <a:xfrm>
                  <a:off x="3794473" y="4850024"/>
                  <a:ext cx="40100" cy="49254"/>
                </a:xfrm>
                <a:custGeom>
                  <a:avLst/>
                  <a:gdLst/>
                  <a:ahLst/>
                  <a:cxnLst/>
                  <a:rect l="l" t="t" r="r" b="b"/>
                  <a:pathLst>
                    <a:path w="40100" h="49254" extrusionOk="0">
                      <a:moveTo>
                        <a:pt x="39053" y="486"/>
                      </a:moveTo>
                      <a:lnTo>
                        <a:pt x="40100" y="1915"/>
                      </a:lnTo>
                      <a:lnTo>
                        <a:pt x="39338" y="10202"/>
                      </a:lnTo>
                      <a:cubicBezTo>
                        <a:pt x="39338" y="10202"/>
                        <a:pt x="38386" y="10202"/>
                        <a:pt x="35624" y="10202"/>
                      </a:cubicBezTo>
                      <a:cubicBezTo>
                        <a:pt x="34385" y="10202"/>
                        <a:pt x="33528" y="10774"/>
                        <a:pt x="33147" y="11726"/>
                      </a:cubicBezTo>
                      <a:cubicBezTo>
                        <a:pt x="32671" y="10869"/>
                        <a:pt x="32004" y="10488"/>
                        <a:pt x="31052" y="10488"/>
                      </a:cubicBezTo>
                      <a:cubicBezTo>
                        <a:pt x="30575" y="10488"/>
                        <a:pt x="30004" y="10488"/>
                        <a:pt x="29146" y="10774"/>
                      </a:cubicBezTo>
                      <a:cubicBezTo>
                        <a:pt x="28385" y="10964"/>
                        <a:pt x="27813" y="11059"/>
                        <a:pt x="27432" y="11059"/>
                      </a:cubicBezTo>
                      <a:cubicBezTo>
                        <a:pt x="26861" y="12678"/>
                        <a:pt x="26575" y="14679"/>
                        <a:pt x="26575" y="17060"/>
                      </a:cubicBezTo>
                      <a:cubicBezTo>
                        <a:pt x="26575" y="17727"/>
                        <a:pt x="26575" y="18775"/>
                        <a:pt x="26670" y="20108"/>
                      </a:cubicBezTo>
                      <a:cubicBezTo>
                        <a:pt x="26670" y="21442"/>
                        <a:pt x="26670" y="22394"/>
                        <a:pt x="26670" y="23061"/>
                      </a:cubicBezTo>
                      <a:cubicBezTo>
                        <a:pt x="26670" y="24680"/>
                        <a:pt x="26575" y="26109"/>
                        <a:pt x="26289" y="27252"/>
                      </a:cubicBezTo>
                      <a:lnTo>
                        <a:pt x="24575" y="28300"/>
                      </a:lnTo>
                      <a:lnTo>
                        <a:pt x="24860" y="28014"/>
                      </a:lnTo>
                      <a:cubicBezTo>
                        <a:pt x="24384" y="27537"/>
                        <a:pt x="23813" y="27252"/>
                        <a:pt x="23241" y="27252"/>
                      </a:cubicBezTo>
                      <a:cubicBezTo>
                        <a:pt x="22860" y="27252"/>
                        <a:pt x="22098" y="27537"/>
                        <a:pt x="21241" y="27918"/>
                      </a:cubicBezTo>
                      <a:cubicBezTo>
                        <a:pt x="20288" y="28395"/>
                        <a:pt x="19621" y="28681"/>
                        <a:pt x="19145" y="28681"/>
                      </a:cubicBezTo>
                      <a:lnTo>
                        <a:pt x="19145" y="28966"/>
                      </a:lnTo>
                      <a:lnTo>
                        <a:pt x="22289" y="29252"/>
                      </a:lnTo>
                      <a:cubicBezTo>
                        <a:pt x="22289" y="29252"/>
                        <a:pt x="22574" y="29728"/>
                        <a:pt x="23050" y="30395"/>
                      </a:cubicBezTo>
                      <a:cubicBezTo>
                        <a:pt x="23241" y="30014"/>
                        <a:pt x="23432" y="29824"/>
                        <a:pt x="23527" y="29824"/>
                      </a:cubicBezTo>
                      <a:cubicBezTo>
                        <a:pt x="23622" y="29824"/>
                        <a:pt x="23908" y="30014"/>
                        <a:pt x="24194" y="30395"/>
                      </a:cubicBezTo>
                      <a:lnTo>
                        <a:pt x="24956" y="29252"/>
                      </a:lnTo>
                      <a:cubicBezTo>
                        <a:pt x="24956" y="29252"/>
                        <a:pt x="24765" y="30109"/>
                        <a:pt x="24765" y="30585"/>
                      </a:cubicBezTo>
                      <a:cubicBezTo>
                        <a:pt x="24765" y="31348"/>
                        <a:pt x="25051" y="32395"/>
                        <a:pt x="25718" y="33729"/>
                      </a:cubicBezTo>
                      <a:cubicBezTo>
                        <a:pt x="26289" y="35062"/>
                        <a:pt x="26670" y="36110"/>
                        <a:pt x="26670" y="36777"/>
                      </a:cubicBezTo>
                      <a:cubicBezTo>
                        <a:pt x="26670" y="37539"/>
                        <a:pt x="26479" y="38396"/>
                        <a:pt x="26003" y="39158"/>
                      </a:cubicBezTo>
                      <a:cubicBezTo>
                        <a:pt x="26003" y="39349"/>
                        <a:pt x="26099" y="40110"/>
                        <a:pt x="26384" y="41539"/>
                      </a:cubicBezTo>
                      <a:cubicBezTo>
                        <a:pt x="26575" y="42682"/>
                        <a:pt x="26670" y="43635"/>
                        <a:pt x="26670" y="44397"/>
                      </a:cubicBezTo>
                      <a:cubicBezTo>
                        <a:pt x="26670" y="46492"/>
                        <a:pt x="26003" y="48111"/>
                        <a:pt x="24765" y="49254"/>
                      </a:cubicBezTo>
                      <a:lnTo>
                        <a:pt x="15050" y="48778"/>
                      </a:lnTo>
                      <a:cubicBezTo>
                        <a:pt x="14764" y="46968"/>
                        <a:pt x="14669" y="44778"/>
                        <a:pt x="14669" y="42301"/>
                      </a:cubicBezTo>
                      <a:cubicBezTo>
                        <a:pt x="14669" y="40492"/>
                        <a:pt x="14764" y="37158"/>
                        <a:pt x="15050" y="32395"/>
                      </a:cubicBezTo>
                      <a:cubicBezTo>
                        <a:pt x="15335" y="27918"/>
                        <a:pt x="15431" y="24490"/>
                        <a:pt x="15335" y="21918"/>
                      </a:cubicBezTo>
                      <a:cubicBezTo>
                        <a:pt x="15145" y="20775"/>
                        <a:pt x="14954" y="19060"/>
                        <a:pt x="15050" y="16489"/>
                      </a:cubicBezTo>
                      <a:cubicBezTo>
                        <a:pt x="15050" y="14202"/>
                        <a:pt x="14954" y="12393"/>
                        <a:pt x="14573" y="11154"/>
                      </a:cubicBezTo>
                      <a:cubicBezTo>
                        <a:pt x="13335" y="10774"/>
                        <a:pt x="12002" y="10583"/>
                        <a:pt x="10668" y="10488"/>
                      </a:cubicBezTo>
                      <a:cubicBezTo>
                        <a:pt x="9716" y="10488"/>
                        <a:pt x="8382" y="10488"/>
                        <a:pt x="6763" y="10488"/>
                      </a:cubicBezTo>
                      <a:cubicBezTo>
                        <a:pt x="4858" y="10488"/>
                        <a:pt x="3429" y="10488"/>
                        <a:pt x="2572" y="10488"/>
                      </a:cubicBezTo>
                      <a:cubicBezTo>
                        <a:pt x="1333" y="10107"/>
                        <a:pt x="667" y="9250"/>
                        <a:pt x="476" y="7916"/>
                      </a:cubicBezTo>
                      <a:cubicBezTo>
                        <a:pt x="191" y="6106"/>
                        <a:pt x="95" y="5154"/>
                        <a:pt x="0" y="5058"/>
                      </a:cubicBezTo>
                      <a:cubicBezTo>
                        <a:pt x="0" y="3916"/>
                        <a:pt x="191" y="2773"/>
                        <a:pt x="286" y="1629"/>
                      </a:cubicBezTo>
                      <a:cubicBezTo>
                        <a:pt x="286" y="486"/>
                        <a:pt x="1143" y="-85"/>
                        <a:pt x="2667" y="10"/>
                      </a:cubicBezTo>
                      <a:cubicBezTo>
                        <a:pt x="7144" y="296"/>
                        <a:pt x="13240" y="296"/>
                        <a:pt x="20955" y="201"/>
                      </a:cubicBezTo>
                      <a:cubicBezTo>
                        <a:pt x="29242" y="10"/>
                        <a:pt x="35338" y="10"/>
                        <a:pt x="39338" y="201"/>
                      </a:cubicBezTo>
                      <a:close/>
                      <a:moveTo>
                        <a:pt x="39053" y="18393"/>
                      </a:moveTo>
                      <a:lnTo>
                        <a:pt x="38576" y="16584"/>
                      </a:lnTo>
                      <a:lnTo>
                        <a:pt x="39053" y="16584"/>
                      </a:lnTo>
                      <a:lnTo>
                        <a:pt x="39053" y="18393"/>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 name="Google Shape;1116;p99"/>
                <p:cNvSpPr/>
                <p:nvPr/>
              </p:nvSpPr>
              <p:spPr>
                <a:xfrm>
                  <a:off x="3840277" y="4850606"/>
                  <a:ext cx="42969" cy="48958"/>
                </a:xfrm>
                <a:custGeom>
                  <a:avLst/>
                  <a:gdLst/>
                  <a:ahLst/>
                  <a:cxnLst/>
                  <a:rect l="l" t="t" r="r" b="b"/>
                  <a:pathLst>
                    <a:path w="42969" h="48958" extrusionOk="0">
                      <a:moveTo>
                        <a:pt x="41351" y="42577"/>
                      </a:moveTo>
                      <a:cubicBezTo>
                        <a:pt x="42398" y="42767"/>
                        <a:pt x="42970" y="43434"/>
                        <a:pt x="42970" y="44482"/>
                      </a:cubicBezTo>
                      <a:cubicBezTo>
                        <a:pt x="42970" y="44005"/>
                        <a:pt x="42874" y="44863"/>
                        <a:pt x="42493" y="47149"/>
                      </a:cubicBezTo>
                      <a:cubicBezTo>
                        <a:pt x="41541" y="48292"/>
                        <a:pt x="39922" y="48768"/>
                        <a:pt x="37826" y="48768"/>
                      </a:cubicBezTo>
                      <a:cubicBezTo>
                        <a:pt x="34397" y="48768"/>
                        <a:pt x="32778" y="48768"/>
                        <a:pt x="32968" y="48768"/>
                      </a:cubicBezTo>
                      <a:cubicBezTo>
                        <a:pt x="31730" y="48387"/>
                        <a:pt x="31063" y="47244"/>
                        <a:pt x="30968" y="45244"/>
                      </a:cubicBezTo>
                      <a:cubicBezTo>
                        <a:pt x="30968" y="43244"/>
                        <a:pt x="30492" y="42101"/>
                        <a:pt x="29635" y="41529"/>
                      </a:cubicBezTo>
                      <a:cubicBezTo>
                        <a:pt x="29159" y="41338"/>
                        <a:pt x="27920" y="41243"/>
                        <a:pt x="25825" y="41243"/>
                      </a:cubicBezTo>
                      <a:cubicBezTo>
                        <a:pt x="24396" y="41243"/>
                        <a:pt x="23253" y="40862"/>
                        <a:pt x="22396" y="40100"/>
                      </a:cubicBezTo>
                      <a:cubicBezTo>
                        <a:pt x="22301" y="40100"/>
                        <a:pt x="22110" y="39243"/>
                        <a:pt x="22015" y="37719"/>
                      </a:cubicBezTo>
                      <a:cubicBezTo>
                        <a:pt x="22015" y="37052"/>
                        <a:pt x="21729" y="36671"/>
                        <a:pt x="21253" y="36576"/>
                      </a:cubicBezTo>
                      <a:cubicBezTo>
                        <a:pt x="20872" y="37338"/>
                        <a:pt x="20491" y="38195"/>
                        <a:pt x="20300" y="39148"/>
                      </a:cubicBezTo>
                      <a:cubicBezTo>
                        <a:pt x="20014" y="40386"/>
                        <a:pt x="19824" y="41434"/>
                        <a:pt x="19538" y="42005"/>
                      </a:cubicBezTo>
                      <a:cubicBezTo>
                        <a:pt x="19062" y="42101"/>
                        <a:pt x="18300" y="42005"/>
                        <a:pt x="17252" y="42005"/>
                      </a:cubicBezTo>
                      <a:cubicBezTo>
                        <a:pt x="16014" y="41815"/>
                        <a:pt x="15252" y="41720"/>
                        <a:pt x="14871" y="41720"/>
                      </a:cubicBezTo>
                      <a:cubicBezTo>
                        <a:pt x="13538" y="41720"/>
                        <a:pt x="12776" y="42291"/>
                        <a:pt x="12394" y="43529"/>
                      </a:cubicBezTo>
                      <a:cubicBezTo>
                        <a:pt x="12394" y="43624"/>
                        <a:pt x="12109" y="44387"/>
                        <a:pt x="11442" y="45625"/>
                      </a:cubicBezTo>
                      <a:cubicBezTo>
                        <a:pt x="10966" y="46577"/>
                        <a:pt x="10680" y="47435"/>
                        <a:pt x="10680" y="48006"/>
                      </a:cubicBezTo>
                      <a:cubicBezTo>
                        <a:pt x="10680" y="48387"/>
                        <a:pt x="10680" y="48673"/>
                        <a:pt x="10871" y="48959"/>
                      </a:cubicBezTo>
                      <a:lnTo>
                        <a:pt x="5346" y="48959"/>
                      </a:lnTo>
                      <a:cubicBezTo>
                        <a:pt x="2965" y="48959"/>
                        <a:pt x="1155" y="48673"/>
                        <a:pt x="12" y="48101"/>
                      </a:cubicBezTo>
                      <a:cubicBezTo>
                        <a:pt x="-83" y="45244"/>
                        <a:pt x="393" y="42481"/>
                        <a:pt x="1441" y="39719"/>
                      </a:cubicBezTo>
                      <a:cubicBezTo>
                        <a:pt x="2488" y="37052"/>
                        <a:pt x="3631" y="34385"/>
                        <a:pt x="4774" y="31623"/>
                      </a:cubicBezTo>
                      <a:cubicBezTo>
                        <a:pt x="4298" y="31337"/>
                        <a:pt x="4013" y="31052"/>
                        <a:pt x="4013" y="30766"/>
                      </a:cubicBezTo>
                      <a:cubicBezTo>
                        <a:pt x="4013" y="30575"/>
                        <a:pt x="4013" y="30289"/>
                        <a:pt x="4298" y="29909"/>
                      </a:cubicBezTo>
                      <a:cubicBezTo>
                        <a:pt x="4489" y="29528"/>
                        <a:pt x="4584" y="29242"/>
                        <a:pt x="4584" y="29051"/>
                      </a:cubicBezTo>
                      <a:cubicBezTo>
                        <a:pt x="4584" y="28765"/>
                        <a:pt x="4584" y="28575"/>
                        <a:pt x="4393" y="28385"/>
                      </a:cubicBezTo>
                      <a:cubicBezTo>
                        <a:pt x="4298" y="27622"/>
                        <a:pt x="4774" y="27051"/>
                        <a:pt x="5917" y="26670"/>
                      </a:cubicBezTo>
                      <a:cubicBezTo>
                        <a:pt x="7060" y="26289"/>
                        <a:pt x="7632" y="25908"/>
                        <a:pt x="7632" y="25622"/>
                      </a:cubicBezTo>
                      <a:cubicBezTo>
                        <a:pt x="7632" y="25432"/>
                        <a:pt x="7442" y="25146"/>
                        <a:pt x="7156" y="24765"/>
                      </a:cubicBezTo>
                      <a:lnTo>
                        <a:pt x="7156" y="24765"/>
                      </a:lnTo>
                      <a:cubicBezTo>
                        <a:pt x="7156" y="24765"/>
                        <a:pt x="7156" y="24479"/>
                        <a:pt x="6870" y="24384"/>
                      </a:cubicBezTo>
                      <a:cubicBezTo>
                        <a:pt x="7156" y="24003"/>
                        <a:pt x="7632" y="23813"/>
                        <a:pt x="8394" y="23717"/>
                      </a:cubicBezTo>
                      <a:cubicBezTo>
                        <a:pt x="9537" y="23527"/>
                        <a:pt x="10299" y="23431"/>
                        <a:pt x="10489" y="23336"/>
                      </a:cubicBezTo>
                      <a:cubicBezTo>
                        <a:pt x="10489" y="22765"/>
                        <a:pt x="10299" y="22288"/>
                        <a:pt x="10013" y="21812"/>
                      </a:cubicBezTo>
                      <a:cubicBezTo>
                        <a:pt x="9632" y="21050"/>
                        <a:pt x="9061" y="20860"/>
                        <a:pt x="8489" y="21050"/>
                      </a:cubicBezTo>
                      <a:lnTo>
                        <a:pt x="7251" y="21050"/>
                      </a:lnTo>
                      <a:cubicBezTo>
                        <a:pt x="7251" y="20098"/>
                        <a:pt x="7632" y="19336"/>
                        <a:pt x="8489" y="18669"/>
                      </a:cubicBezTo>
                      <a:lnTo>
                        <a:pt x="9061" y="13621"/>
                      </a:lnTo>
                      <a:cubicBezTo>
                        <a:pt x="9632" y="13621"/>
                        <a:pt x="9918" y="13240"/>
                        <a:pt x="10109" y="12573"/>
                      </a:cubicBezTo>
                      <a:cubicBezTo>
                        <a:pt x="10204" y="11716"/>
                        <a:pt x="10394" y="11239"/>
                        <a:pt x="10585" y="11049"/>
                      </a:cubicBezTo>
                      <a:cubicBezTo>
                        <a:pt x="10585" y="10287"/>
                        <a:pt x="10966" y="9144"/>
                        <a:pt x="11632" y="7525"/>
                      </a:cubicBezTo>
                      <a:cubicBezTo>
                        <a:pt x="12299" y="5905"/>
                        <a:pt x="12680" y="4763"/>
                        <a:pt x="12680" y="3905"/>
                      </a:cubicBezTo>
                      <a:cubicBezTo>
                        <a:pt x="12776" y="3810"/>
                        <a:pt x="12966" y="3048"/>
                        <a:pt x="13156" y="1810"/>
                      </a:cubicBezTo>
                      <a:cubicBezTo>
                        <a:pt x="13347" y="953"/>
                        <a:pt x="13823" y="476"/>
                        <a:pt x="14490" y="381"/>
                      </a:cubicBezTo>
                      <a:lnTo>
                        <a:pt x="15919" y="381"/>
                      </a:lnTo>
                      <a:cubicBezTo>
                        <a:pt x="16205" y="1143"/>
                        <a:pt x="16395" y="1524"/>
                        <a:pt x="16776" y="1524"/>
                      </a:cubicBezTo>
                      <a:cubicBezTo>
                        <a:pt x="16967" y="1524"/>
                        <a:pt x="17252" y="1238"/>
                        <a:pt x="17824" y="762"/>
                      </a:cubicBezTo>
                      <a:cubicBezTo>
                        <a:pt x="18300" y="286"/>
                        <a:pt x="18776" y="0"/>
                        <a:pt x="19157" y="0"/>
                      </a:cubicBezTo>
                      <a:cubicBezTo>
                        <a:pt x="19252" y="0"/>
                        <a:pt x="19443" y="0"/>
                        <a:pt x="19634" y="0"/>
                      </a:cubicBezTo>
                      <a:lnTo>
                        <a:pt x="27539" y="286"/>
                      </a:lnTo>
                      <a:cubicBezTo>
                        <a:pt x="29539" y="3334"/>
                        <a:pt x="30587" y="5334"/>
                        <a:pt x="30587" y="6287"/>
                      </a:cubicBezTo>
                      <a:cubicBezTo>
                        <a:pt x="30587" y="6572"/>
                        <a:pt x="30587" y="6858"/>
                        <a:pt x="30397" y="7239"/>
                      </a:cubicBezTo>
                      <a:cubicBezTo>
                        <a:pt x="31635" y="7906"/>
                        <a:pt x="32302" y="8763"/>
                        <a:pt x="32302" y="9906"/>
                      </a:cubicBezTo>
                      <a:cubicBezTo>
                        <a:pt x="32302" y="10192"/>
                        <a:pt x="32302" y="10668"/>
                        <a:pt x="32111" y="11335"/>
                      </a:cubicBezTo>
                      <a:cubicBezTo>
                        <a:pt x="32016" y="12002"/>
                        <a:pt x="31921" y="12478"/>
                        <a:pt x="31921" y="12763"/>
                      </a:cubicBezTo>
                      <a:cubicBezTo>
                        <a:pt x="31921" y="13811"/>
                        <a:pt x="32588" y="14573"/>
                        <a:pt x="33921" y="15145"/>
                      </a:cubicBezTo>
                      <a:cubicBezTo>
                        <a:pt x="33730" y="16669"/>
                        <a:pt x="33921" y="18574"/>
                        <a:pt x="34683" y="20669"/>
                      </a:cubicBezTo>
                      <a:cubicBezTo>
                        <a:pt x="35255" y="22574"/>
                        <a:pt x="35921" y="24479"/>
                        <a:pt x="36493" y="26289"/>
                      </a:cubicBezTo>
                      <a:lnTo>
                        <a:pt x="36017" y="26289"/>
                      </a:lnTo>
                      <a:cubicBezTo>
                        <a:pt x="36017" y="26289"/>
                        <a:pt x="36397" y="26861"/>
                        <a:pt x="36397" y="27718"/>
                      </a:cubicBezTo>
                      <a:cubicBezTo>
                        <a:pt x="36397" y="28480"/>
                        <a:pt x="36683" y="28956"/>
                        <a:pt x="37064" y="28956"/>
                      </a:cubicBezTo>
                      <a:cubicBezTo>
                        <a:pt x="37255" y="28956"/>
                        <a:pt x="37445" y="28956"/>
                        <a:pt x="37731" y="28765"/>
                      </a:cubicBezTo>
                      <a:cubicBezTo>
                        <a:pt x="37731" y="29718"/>
                        <a:pt x="37826" y="30766"/>
                        <a:pt x="37922" y="31718"/>
                      </a:cubicBezTo>
                      <a:cubicBezTo>
                        <a:pt x="38112" y="32956"/>
                        <a:pt x="38684" y="33909"/>
                        <a:pt x="39541" y="34385"/>
                      </a:cubicBezTo>
                      <a:cubicBezTo>
                        <a:pt x="39350" y="34957"/>
                        <a:pt x="39255" y="35433"/>
                        <a:pt x="39255" y="35909"/>
                      </a:cubicBezTo>
                      <a:cubicBezTo>
                        <a:pt x="39255" y="36671"/>
                        <a:pt x="39636" y="37624"/>
                        <a:pt x="40398" y="38671"/>
                      </a:cubicBezTo>
                      <a:cubicBezTo>
                        <a:pt x="41160" y="39719"/>
                        <a:pt x="41541" y="40672"/>
                        <a:pt x="41541" y="41338"/>
                      </a:cubicBezTo>
                      <a:cubicBezTo>
                        <a:pt x="41541" y="41720"/>
                        <a:pt x="41541" y="42101"/>
                        <a:pt x="41351" y="42481"/>
                      </a:cubicBezTo>
                      <a:close/>
                      <a:moveTo>
                        <a:pt x="6013" y="24765"/>
                      </a:moveTo>
                      <a:lnTo>
                        <a:pt x="6013" y="26003"/>
                      </a:lnTo>
                      <a:lnTo>
                        <a:pt x="5536" y="24765"/>
                      </a:lnTo>
                      <a:lnTo>
                        <a:pt x="6013" y="24765"/>
                      </a:lnTo>
                      <a:close/>
                      <a:moveTo>
                        <a:pt x="7727" y="43624"/>
                      </a:moveTo>
                      <a:cubicBezTo>
                        <a:pt x="7727" y="43624"/>
                        <a:pt x="8013" y="43053"/>
                        <a:pt x="7727" y="42672"/>
                      </a:cubicBezTo>
                      <a:lnTo>
                        <a:pt x="7727" y="43624"/>
                      </a:lnTo>
                      <a:cubicBezTo>
                        <a:pt x="7727" y="43624"/>
                        <a:pt x="7251" y="44005"/>
                        <a:pt x="7060" y="44291"/>
                      </a:cubicBezTo>
                      <a:cubicBezTo>
                        <a:pt x="7060" y="44291"/>
                        <a:pt x="7346" y="44387"/>
                        <a:pt x="7727" y="44482"/>
                      </a:cubicBezTo>
                      <a:lnTo>
                        <a:pt x="7727" y="43624"/>
                      </a:lnTo>
                      <a:close/>
                      <a:moveTo>
                        <a:pt x="8108" y="8287"/>
                      </a:moveTo>
                      <a:cubicBezTo>
                        <a:pt x="7632" y="7811"/>
                        <a:pt x="7346" y="7429"/>
                        <a:pt x="7346" y="7239"/>
                      </a:cubicBezTo>
                      <a:cubicBezTo>
                        <a:pt x="7346" y="7048"/>
                        <a:pt x="7537" y="6858"/>
                        <a:pt x="7727" y="6668"/>
                      </a:cubicBezTo>
                      <a:cubicBezTo>
                        <a:pt x="7918" y="6668"/>
                        <a:pt x="8108" y="6858"/>
                        <a:pt x="8108" y="7334"/>
                      </a:cubicBezTo>
                      <a:lnTo>
                        <a:pt x="8108" y="8287"/>
                      </a:lnTo>
                      <a:close/>
                      <a:moveTo>
                        <a:pt x="26301" y="32385"/>
                      </a:moveTo>
                      <a:cubicBezTo>
                        <a:pt x="26682" y="31909"/>
                        <a:pt x="26968" y="31337"/>
                        <a:pt x="26968" y="30766"/>
                      </a:cubicBezTo>
                      <a:cubicBezTo>
                        <a:pt x="26968" y="30194"/>
                        <a:pt x="26682" y="29337"/>
                        <a:pt x="26110" y="28385"/>
                      </a:cubicBezTo>
                      <a:cubicBezTo>
                        <a:pt x="25539" y="27432"/>
                        <a:pt x="25253" y="26765"/>
                        <a:pt x="25253" y="26384"/>
                      </a:cubicBezTo>
                      <a:cubicBezTo>
                        <a:pt x="25253" y="25908"/>
                        <a:pt x="25444" y="25527"/>
                        <a:pt x="26015" y="25241"/>
                      </a:cubicBezTo>
                      <a:lnTo>
                        <a:pt x="24967" y="24194"/>
                      </a:lnTo>
                      <a:cubicBezTo>
                        <a:pt x="25253" y="23717"/>
                        <a:pt x="25444" y="23241"/>
                        <a:pt x="25444" y="22765"/>
                      </a:cubicBezTo>
                      <a:cubicBezTo>
                        <a:pt x="25444" y="22193"/>
                        <a:pt x="24967" y="21622"/>
                        <a:pt x="24015" y="20860"/>
                      </a:cubicBezTo>
                      <a:cubicBezTo>
                        <a:pt x="23063" y="20193"/>
                        <a:pt x="22681" y="19526"/>
                        <a:pt x="22681" y="18860"/>
                      </a:cubicBezTo>
                      <a:cubicBezTo>
                        <a:pt x="22681" y="18479"/>
                        <a:pt x="22872" y="18002"/>
                        <a:pt x="23158" y="17526"/>
                      </a:cubicBezTo>
                      <a:cubicBezTo>
                        <a:pt x="22301" y="15716"/>
                        <a:pt x="21443" y="14764"/>
                        <a:pt x="20586" y="14764"/>
                      </a:cubicBezTo>
                      <a:cubicBezTo>
                        <a:pt x="19443" y="15812"/>
                        <a:pt x="18871" y="18193"/>
                        <a:pt x="18871" y="21907"/>
                      </a:cubicBezTo>
                      <a:cubicBezTo>
                        <a:pt x="17633" y="21717"/>
                        <a:pt x="17062" y="22098"/>
                        <a:pt x="17062" y="23051"/>
                      </a:cubicBezTo>
                      <a:cubicBezTo>
                        <a:pt x="17062" y="23431"/>
                        <a:pt x="17157" y="24003"/>
                        <a:pt x="17443" y="24860"/>
                      </a:cubicBezTo>
                      <a:cubicBezTo>
                        <a:pt x="17728" y="25718"/>
                        <a:pt x="17824" y="26194"/>
                        <a:pt x="17728" y="26289"/>
                      </a:cubicBezTo>
                      <a:cubicBezTo>
                        <a:pt x="17728" y="26670"/>
                        <a:pt x="17347" y="26956"/>
                        <a:pt x="16871" y="27241"/>
                      </a:cubicBezTo>
                      <a:cubicBezTo>
                        <a:pt x="16395" y="27527"/>
                        <a:pt x="16109" y="27622"/>
                        <a:pt x="15919" y="27813"/>
                      </a:cubicBezTo>
                      <a:cubicBezTo>
                        <a:pt x="15823" y="28385"/>
                        <a:pt x="15728" y="28861"/>
                        <a:pt x="15728" y="29337"/>
                      </a:cubicBezTo>
                      <a:cubicBezTo>
                        <a:pt x="15728" y="31718"/>
                        <a:pt x="17062" y="33147"/>
                        <a:pt x="19729" y="33528"/>
                      </a:cubicBezTo>
                      <a:cubicBezTo>
                        <a:pt x="20205" y="33623"/>
                        <a:pt x="20491" y="33909"/>
                        <a:pt x="20491" y="34385"/>
                      </a:cubicBezTo>
                      <a:cubicBezTo>
                        <a:pt x="20491" y="34862"/>
                        <a:pt x="20491" y="35243"/>
                        <a:pt x="20491" y="35528"/>
                      </a:cubicBezTo>
                      <a:cubicBezTo>
                        <a:pt x="20491" y="35909"/>
                        <a:pt x="20776" y="36100"/>
                        <a:pt x="21157" y="36100"/>
                      </a:cubicBezTo>
                      <a:cubicBezTo>
                        <a:pt x="21062" y="34671"/>
                        <a:pt x="21634" y="33814"/>
                        <a:pt x="22872" y="33433"/>
                      </a:cubicBezTo>
                      <a:cubicBezTo>
                        <a:pt x="23920" y="33147"/>
                        <a:pt x="24967" y="32861"/>
                        <a:pt x="26110" y="32480"/>
                      </a:cubicBezTo>
                      <a:close/>
                      <a:moveTo>
                        <a:pt x="34683" y="29051"/>
                      </a:moveTo>
                      <a:lnTo>
                        <a:pt x="33921" y="28289"/>
                      </a:lnTo>
                      <a:lnTo>
                        <a:pt x="34683" y="27622"/>
                      </a:lnTo>
                      <a:lnTo>
                        <a:pt x="33921" y="27622"/>
                      </a:lnTo>
                      <a:cubicBezTo>
                        <a:pt x="33921" y="27622"/>
                        <a:pt x="33540" y="28004"/>
                        <a:pt x="33445" y="28004"/>
                      </a:cubicBezTo>
                      <a:cubicBezTo>
                        <a:pt x="33254" y="28004"/>
                        <a:pt x="33064" y="27813"/>
                        <a:pt x="32778" y="27432"/>
                      </a:cubicBezTo>
                      <a:cubicBezTo>
                        <a:pt x="32492" y="27051"/>
                        <a:pt x="32302" y="26861"/>
                        <a:pt x="32302" y="26861"/>
                      </a:cubicBezTo>
                      <a:cubicBezTo>
                        <a:pt x="32016" y="27908"/>
                        <a:pt x="32873" y="28575"/>
                        <a:pt x="34778" y="28956"/>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17" name="Google Shape;1117;p99"/>
              <p:cNvGrpSpPr/>
              <p:nvPr/>
            </p:nvGrpSpPr>
            <p:grpSpPr>
              <a:xfrm>
                <a:off x="11813851" y="7388829"/>
                <a:ext cx="778765" cy="208692"/>
                <a:chOff x="6560533" y="5106924"/>
                <a:chExt cx="778765" cy="208692"/>
              </a:xfrm>
            </p:grpSpPr>
            <p:sp>
              <p:nvSpPr>
                <p:cNvPr id="1118" name="Google Shape;1118;p99"/>
                <p:cNvSpPr/>
                <p:nvPr/>
              </p:nvSpPr>
              <p:spPr>
                <a:xfrm>
                  <a:off x="6560533" y="5106924"/>
                  <a:ext cx="169735" cy="208597"/>
                </a:xfrm>
                <a:custGeom>
                  <a:avLst/>
                  <a:gdLst/>
                  <a:ahLst/>
                  <a:cxnLst/>
                  <a:rect l="l" t="t" r="r" b="b"/>
                  <a:pathLst>
                    <a:path w="169735" h="208597" extrusionOk="0">
                      <a:moveTo>
                        <a:pt x="147257" y="7239"/>
                      </a:moveTo>
                      <a:cubicBezTo>
                        <a:pt x="154781" y="7239"/>
                        <a:pt x="159734" y="11525"/>
                        <a:pt x="162020" y="20098"/>
                      </a:cubicBezTo>
                      <a:cubicBezTo>
                        <a:pt x="165163" y="31718"/>
                        <a:pt x="167735" y="38481"/>
                        <a:pt x="169736" y="40291"/>
                      </a:cubicBezTo>
                      <a:lnTo>
                        <a:pt x="168593" y="169259"/>
                      </a:lnTo>
                      <a:cubicBezTo>
                        <a:pt x="165735" y="171640"/>
                        <a:pt x="163068" y="176213"/>
                        <a:pt x="160592" y="183261"/>
                      </a:cubicBezTo>
                      <a:cubicBezTo>
                        <a:pt x="158115" y="190310"/>
                        <a:pt x="154686" y="195167"/>
                        <a:pt x="150304" y="198025"/>
                      </a:cubicBezTo>
                      <a:cubicBezTo>
                        <a:pt x="144780" y="198025"/>
                        <a:pt x="139732" y="201073"/>
                        <a:pt x="135065" y="206978"/>
                      </a:cubicBezTo>
                      <a:cubicBezTo>
                        <a:pt x="131731" y="206692"/>
                        <a:pt x="126587" y="206883"/>
                        <a:pt x="119634" y="207359"/>
                      </a:cubicBezTo>
                      <a:cubicBezTo>
                        <a:pt x="111252" y="208121"/>
                        <a:pt x="105537" y="208597"/>
                        <a:pt x="102394" y="208597"/>
                      </a:cubicBezTo>
                      <a:cubicBezTo>
                        <a:pt x="90773" y="208597"/>
                        <a:pt x="82106" y="205549"/>
                        <a:pt x="76391" y="199644"/>
                      </a:cubicBezTo>
                      <a:cubicBezTo>
                        <a:pt x="74295" y="204311"/>
                        <a:pt x="70580" y="206597"/>
                        <a:pt x="65532" y="206597"/>
                      </a:cubicBezTo>
                      <a:cubicBezTo>
                        <a:pt x="63722" y="206597"/>
                        <a:pt x="60579" y="206216"/>
                        <a:pt x="56293" y="205264"/>
                      </a:cubicBezTo>
                      <a:cubicBezTo>
                        <a:pt x="52007" y="204311"/>
                        <a:pt x="48863" y="203930"/>
                        <a:pt x="46768" y="203930"/>
                      </a:cubicBezTo>
                      <a:cubicBezTo>
                        <a:pt x="44958" y="203930"/>
                        <a:pt x="43434" y="204216"/>
                        <a:pt x="42196" y="204788"/>
                      </a:cubicBezTo>
                      <a:lnTo>
                        <a:pt x="43720" y="202787"/>
                      </a:lnTo>
                      <a:cubicBezTo>
                        <a:pt x="42291" y="200978"/>
                        <a:pt x="40672" y="200120"/>
                        <a:pt x="38576" y="200120"/>
                      </a:cubicBezTo>
                      <a:cubicBezTo>
                        <a:pt x="37338" y="200120"/>
                        <a:pt x="35433" y="200692"/>
                        <a:pt x="33052" y="201835"/>
                      </a:cubicBezTo>
                      <a:cubicBezTo>
                        <a:pt x="30575" y="202978"/>
                        <a:pt x="28766" y="203549"/>
                        <a:pt x="27718" y="203549"/>
                      </a:cubicBezTo>
                      <a:cubicBezTo>
                        <a:pt x="26479" y="203549"/>
                        <a:pt x="25241" y="202882"/>
                        <a:pt x="24194" y="201644"/>
                      </a:cubicBezTo>
                      <a:cubicBezTo>
                        <a:pt x="22955" y="203168"/>
                        <a:pt x="21717" y="203930"/>
                        <a:pt x="20288" y="203930"/>
                      </a:cubicBezTo>
                      <a:cubicBezTo>
                        <a:pt x="18669" y="203930"/>
                        <a:pt x="17145" y="202692"/>
                        <a:pt x="15621" y="200311"/>
                      </a:cubicBezTo>
                      <a:cubicBezTo>
                        <a:pt x="14002" y="197834"/>
                        <a:pt x="13145" y="196596"/>
                        <a:pt x="12859" y="196596"/>
                      </a:cubicBezTo>
                      <a:cubicBezTo>
                        <a:pt x="12287" y="196596"/>
                        <a:pt x="12002" y="198215"/>
                        <a:pt x="11716" y="201644"/>
                      </a:cubicBezTo>
                      <a:cubicBezTo>
                        <a:pt x="10954" y="198787"/>
                        <a:pt x="9525" y="196977"/>
                        <a:pt x="7811" y="196215"/>
                      </a:cubicBezTo>
                      <a:cubicBezTo>
                        <a:pt x="5144" y="195263"/>
                        <a:pt x="3143" y="193453"/>
                        <a:pt x="2000" y="191167"/>
                      </a:cubicBezTo>
                      <a:lnTo>
                        <a:pt x="3143" y="138589"/>
                      </a:lnTo>
                      <a:cubicBezTo>
                        <a:pt x="1334" y="136779"/>
                        <a:pt x="1048" y="132874"/>
                        <a:pt x="2286" y="127063"/>
                      </a:cubicBezTo>
                      <a:cubicBezTo>
                        <a:pt x="3620" y="121253"/>
                        <a:pt x="2858" y="117062"/>
                        <a:pt x="0" y="114395"/>
                      </a:cubicBezTo>
                      <a:cubicBezTo>
                        <a:pt x="1524" y="111252"/>
                        <a:pt x="1905" y="105728"/>
                        <a:pt x="762" y="97631"/>
                      </a:cubicBezTo>
                      <a:cubicBezTo>
                        <a:pt x="-286" y="89630"/>
                        <a:pt x="571" y="83725"/>
                        <a:pt x="3143" y="80200"/>
                      </a:cubicBezTo>
                      <a:cubicBezTo>
                        <a:pt x="1810" y="72390"/>
                        <a:pt x="1238" y="68675"/>
                        <a:pt x="1238" y="68866"/>
                      </a:cubicBezTo>
                      <a:cubicBezTo>
                        <a:pt x="1238" y="65246"/>
                        <a:pt x="2858" y="62865"/>
                        <a:pt x="6191" y="61913"/>
                      </a:cubicBezTo>
                      <a:cubicBezTo>
                        <a:pt x="3620" y="60579"/>
                        <a:pt x="2286" y="58483"/>
                        <a:pt x="2286" y="55626"/>
                      </a:cubicBezTo>
                      <a:cubicBezTo>
                        <a:pt x="2286" y="54864"/>
                        <a:pt x="2381" y="53816"/>
                        <a:pt x="2762" y="52388"/>
                      </a:cubicBezTo>
                      <a:cubicBezTo>
                        <a:pt x="2953" y="50959"/>
                        <a:pt x="3143" y="50006"/>
                        <a:pt x="3143" y="49530"/>
                      </a:cubicBezTo>
                      <a:cubicBezTo>
                        <a:pt x="3143" y="48196"/>
                        <a:pt x="2762" y="47339"/>
                        <a:pt x="2000" y="46768"/>
                      </a:cubicBezTo>
                      <a:cubicBezTo>
                        <a:pt x="4001" y="45434"/>
                        <a:pt x="5429" y="43624"/>
                        <a:pt x="6191" y="41338"/>
                      </a:cubicBezTo>
                      <a:cubicBezTo>
                        <a:pt x="7811" y="37719"/>
                        <a:pt x="9144" y="34957"/>
                        <a:pt x="10573" y="33147"/>
                      </a:cubicBezTo>
                      <a:cubicBezTo>
                        <a:pt x="5334" y="32385"/>
                        <a:pt x="2762" y="29528"/>
                        <a:pt x="2762" y="24574"/>
                      </a:cubicBezTo>
                      <a:lnTo>
                        <a:pt x="2762" y="20288"/>
                      </a:lnTo>
                      <a:cubicBezTo>
                        <a:pt x="2953" y="18288"/>
                        <a:pt x="3143" y="16573"/>
                        <a:pt x="3143" y="15240"/>
                      </a:cubicBezTo>
                      <a:cubicBezTo>
                        <a:pt x="3143" y="12954"/>
                        <a:pt x="2762" y="10954"/>
                        <a:pt x="2000" y="9430"/>
                      </a:cubicBezTo>
                      <a:cubicBezTo>
                        <a:pt x="4763" y="5334"/>
                        <a:pt x="9430" y="3143"/>
                        <a:pt x="16002" y="3143"/>
                      </a:cubicBezTo>
                      <a:lnTo>
                        <a:pt x="24956" y="3143"/>
                      </a:lnTo>
                      <a:cubicBezTo>
                        <a:pt x="30194" y="3143"/>
                        <a:pt x="34290" y="2096"/>
                        <a:pt x="37433" y="0"/>
                      </a:cubicBezTo>
                      <a:cubicBezTo>
                        <a:pt x="45244" y="2191"/>
                        <a:pt x="54293" y="3143"/>
                        <a:pt x="64675" y="3143"/>
                      </a:cubicBezTo>
                      <a:cubicBezTo>
                        <a:pt x="69342" y="3143"/>
                        <a:pt x="76486" y="2762"/>
                        <a:pt x="86106" y="2191"/>
                      </a:cubicBezTo>
                      <a:cubicBezTo>
                        <a:pt x="95726" y="1524"/>
                        <a:pt x="102870" y="1238"/>
                        <a:pt x="107537" y="1238"/>
                      </a:cubicBezTo>
                      <a:cubicBezTo>
                        <a:pt x="112681" y="1238"/>
                        <a:pt x="117443" y="1524"/>
                        <a:pt x="121539" y="2000"/>
                      </a:cubicBezTo>
                      <a:cubicBezTo>
                        <a:pt x="123063" y="2572"/>
                        <a:pt x="126492" y="4096"/>
                        <a:pt x="131636" y="6667"/>
                      </a:cubicBezTo>
                      <a:cubicBezTo>
                        <a:pt x="135350" y="8477"/>
                        <a:pt x="138303" y="9430"/>
                        <a:pt x="140589" y="9430"/>
                      </a:cubicBezTo>
                      <a:cubicBezTo>
                        <a:pt x="142685" y="9430"/>
                        <a:pt x="144875" y="8763"/>
                        <a:pt x="147257" y="7429"/>
                      </a:cubicBezTo>
                      <a:close/>
                      <a:moveTo>
                        <a:pt x="6287" y="144685"/>
                      </a:moveTo>
                      <a:cubicBezTo>
                        <a:pt x="8668" y="144971"/>
                        <a:pt x="11049" y="144304"/>
                        <a:pt x="13716" y="142685"/>
                      </a:cubicBezTo>
                      <a:lnTo>
                        <a:pt x="10192" y="140779"/>
                      </a:lnTo>
                      <a:cubicBezTo>
                        <a:pt x="8858" y="139732"/>
                        <a:pt x="7620" y="139446"/>
                        <a:pt x="6287" y="140017"/>
                      </a:cubicBezTo>
                      <a:lnTo>
                        <a:pt x="6287" y="144685"/>
                      </a:lnTo>
                      <a:close/>
                      <a:moveTo>
                        <a:pt x="19526" y="27527"/>
                      </a:moveTo>
                      <a:cubicBezTo>
                        <a:pt x="17240" y="25241"/>
                        <a:pt x="15621" y="24194"/>
                        <a:pt x="14859" y="24384"/>
                      </a:cubicBezTo>
                      <a:lnTo>
                        <a:pt x="18002" y="29908"/>
                      </a:lnTo>
                      <a:cubicBezTo>
                        <a:pt x="17717" y="29146"/>
                        <a:pt x="18193" y="28289"/>
                        <a:pt x="19526" y="27527"/>
                      </a:cubicBezTo>
                      <a:close/>
                      <a:moveTo>
                        <a:pt x="14859" y="55531"/>
                      </a:moveTo>
                      <a:cubicBezTo>
                        <a:pt x="16478" y="55816"/>
                        <a:pt x="18002" y="55150"/>
                        <a:pt x="19526" y="53435"/>
                      </a:cubicBezTo>
                      <a:cubicBezTo>
                        <a:pt x="21050" y="51721"/>
                        <a:pt x="21717" y="50006"/>
                        <a:pt x="21050" y="48196"/>
                      </a:cubicBezTo>
                      <a:cubicBezTo>
                        <a:pt x="19812" y="47720"/>
                        <a:pt x="18955" y="47435"/>
                        <a:pt x="18288" y="47435"/>
                      </a:cubicBezTo>
                      <a:cubicBezTo>
                        <a:pt x="17240" y="47435"/>
                        <a:pt x="16669" y="49244"/>
                        <a:pt x="16383" y="52864"/>
                      </a:cubicBezTo>
                      <a:cubicBezTo>
                        <a:pt x="16097" y="54102"/>
                        <a:pt x="15621" y="55054"/>
                        <a:pt x="14764" y="55531"/>
                      </a:cubicBezTo>
                      <a:close/>
                      <a:moveTo>
                        <a:pt x="120396" y="95345"/>
                      </a:moveTo>
                      <a:cubicBezTo>
                        <a:pt x="117253" y="84963"/>
                        <a:pt x="117253" y="69818"/>
                        <a:pt x="120396" y="49721"/>
                      </a:cubicBezTo>
                      <a:cubicBezTo>
                        <a:pt x="116586" y="45529"/>
                        <a:pt x="108585" y="43529"/>
                        <a:pt x="96679" y="43529"/>
                      </a:cubicBezTo>
                      <a:lnTo>
                        <a:pt x="100965" y="36100"/>
                      </a:lnTo>
                      <a:cubicBezTo>
                        <a:pt x="99917" y="38100"/>
                        <a:pt x="96965" y="39243"/>
                        <a:pt x="91916" y="39243"/>
                      </a:cubicBezTo>
                      <a:cubicBezTo>
                        <a:pt x="91250" y="39243"/>
                        <a:pt x="89726" y="39148"/>
                        <a:pt x="87725" y="38862"/>
                      </a:cubicBezTo>
                      <a:lnTo>
                        <a:pt x="82582" y="38862"/>
                      </a:lnTo>
                      <a:cubicBezTo>
                        <a:pt x="74771" y="38862"/>
                        <a:pt x="69913" y="40957"/>
                        <a:pt x="67818" y="45053"/>
                      </a:cubicBezTo>
                      <a:cubicBezTo>
                        <a:pt x="66294" y="44577"/>
                        <a:pt x="64865" y="44291"/>
                        <a:pt x="63532" y="44291"/>
                      </a:cubicBezTo>
                      <a:cubicBezTo>
                        <a:pt x="61151" y="44291"/>
                        <a:pt x="58293" y="45244"/>
                        <a:pt x="54864" y="47339"/>
                      </a:cubicBezTo>
                      <a:cubicBezTo>
                        <a:pt x="51530" y="49435"/>
                        <a:pt x="48959" y="50387"/>
                        <a:pt x="47149" y="50387"/>
                      </a:cubicBezTo>
                      <a:cubicBezTo>
                        <a:pt x="46006" y="50387"/>
                        <a:pt x="44863" y="50197"/>
                        <a:pt x="43625" y="49625"/>
                      </a:cubicBezTo>
                      <a:cubicBezTo>
                        <a:pt x="44577" y="50673"/>
                        <a:pt x="45149" y="51625"/>
                        <a:pt x="45149" y="52292"/>
                      </a:cubicBezTo>
                      <a:cubicBezTo>
                        <a:pt x="45149" y="53054"/>
                        <a:pt x="43910" y="53626"/>
                        <a:pt x="41529" y="54102"/>
                      </a:cubicBezTo>
                      <a:cubicBezTo>
                        <a:pt x="38957" y="54483"/>
                        <a:pt x="37624" y="54959"/>
                        <a:pt x="37338" y="55436"/>
                      </a:cubicBezTo>
                      <a:cubicBezTo>
                        <a:pt x="35338" y="57055"/>
                        <a:pt x="34195" y="58293"/>
                        <a:pt x="34195" y="59436"/>
                      </a:cubicBezTo>
                      <a:cubicBezTo>
                        <a:pt x="34195" y="60198"/>
                        <a:pt x="35338" y="61436"/>
                        <a:pt x="37338" y="63151"/>
                      </a:cubicBezTo>
                      <a:cubicBezTo>
                        <a:pt x="39434" y="64865"/>
                        <a:pt x="40481" y="66294"/>
                        <a:pt x="40481" y="67628"/>
                      </a:cubicBezTo>
                      <a:lnTo>
                        <a:pt x="31813" y="70675"/>
                      </a:lnTo>
                      <a:cubicBezTo>
                        <a:pt x="32576" y="70390"/>
                        <a:pt x="33433" y="70199"/>
                        <a:pt x="34100" y="70199"/>
                      </a:cubicBezTo>
                      <a:cubicBezTo>
                        <a:pt x="36004" y="70199"/>
                        <a:pt x="37624" y="71723"/>
                        <a:pt x="39243" y="74676"/>
                      </a:cubicBezTo>
                      <a:cubicBezTo>
                        <a:pt x="40862" y="77724"/>
                        <a:pt x="42196" y="79438"/>
                        <a:pt x="43625" y="80010"/>
                      </a:cubicBezTo>
                      <a:cubicBezTo>
                        <a:pt x="48768" y="80772"/>
                        <a:pt x="51435" y="85630"/>
                        <a:pt x="51721" y="94774"/>
                      </a:cubicBezTo>
                      <a:cubicBezTo>
                        <a:pt x="51435" y="102298"/>
                        <a:pt x="51340" y="109823"/>
                        <a:pt x="51340" y="117348"/>
                      </a:cubicBezTo>
                      <a:cubicBezTo>
                        <a:pt x="50673" y="118110"/>
                        <a:pt x="50578" y="118967"/>
                        <a:pt x="50578" y="119729"/>
                      </a:cubicBezTo>
                      <a:cubicBezTo>
                        <a:pt x="50578" y="120491"/>
                        <a:pt x="51149" y="121539"/>
                        <a:pt x="52292" y="122777"/>
                      </a:cubicBezTo>
                      <a:cubicBezTo>
                        <a:pt x="53435" y="124111"/>
                        <a:pt x="54007" y="125063"/>
                        <a:pt x="54007" y="125539"/>
                      </a:cubicBezTo>
                      <a:cubicBezTo>
                        <a:pt x="54007" y="126111"/>
                        <a:pt x="53531" y="126682"/>
                        <a:pt x="52483" y="127540"/>
                      </a:cubicBezTo>
                      <a:cubicBezTo>
                        <a:pt x="48863" y="136017"/>
                        <a:pt x="49244" y="141161"/>
                        <a:pt x="53721" y="142685"/>
                      </a:cubicBezTo>
                      <a:lnTo>
                        <a:pt x="49435" y="145828"/>
                      </a:lnTo>
                      <a:cubicBezTo>
                        <a:pt x="50768" y="147352"/>
                        <a:pt x="51435" y="149257"/>
                        <a:pt x="51435" y="151257"/>
                      </a:cubicBezTo>
                      <a:lnTo>
                        <a:pt x="51435" y="154400"/>
                      </a:lnTo>
                      <a:cubicBezTo>
                        <a:pt x="51149" y="155734"/>
                        <a:pt x="50959" y="156591"/>
                        <a:pt x="50959" y="157163"/>
                      </a:cubicBezTo>
                      <a:cubicBezTo>
                        <a:pt x="50959" y="160306"/>
                        <a:pt x="52483" y="162592"/>
                        <a:pt x="55721" y="164211"/>
                      </a:cubicBezTo>
                      <a:cubicBezTo>
                        <a:pt x="59341" y="164402"/>
                        <a:pt x="64389" y="163830"/>
                        <a:pt x="70866" y="162211"/>
                      </a:cubicBezTo>
                      <a:cubicBezTo>
                        <a:pt x="73724" y="167640"/>
                        <a:pt x="77153" y="170402"/>
                        <a:pt x="80963" y="170402"/>
                      </a:cubicBezTo>
                      <a:cubicBezTo>
                        <a:pt x="83534" y="170402"/>
                        <a:pt x="87630" y="168592"/>
                        <a:pt x="93154" y="164878"/>
                      </a:cubicBezTo>
                      <a:cubicBezTo>
                        <a:pt x="98679" y="161258"/>
                        <a:pt x="102965" y="159448"/>
                        <a:pt x="105823" y="159448"/>
                      </a:cubicBezTo>
                      <a:cubicBezTo>
                        <a:pt x="108204" y="159448"/>
                        <a:pt x="110300" y="160306"/>
                        <a:pt x="112490" y="162211"/>
                      </a:cubicBezTo>
                      <a:cubicBezTo>
                        <a:pt x="116872" y="157544"/>
                        <a:pt x="119063" y="151162"/>
                        <a:pt x="119063" y="143161"/>
                      </a:cubicBezTo>
                      <a:cubicBezTo>
                        <a:pt x="119063" y="136874"/>
                        <a:pt x="117920" y="130969"/>
                        <a:pt x="115538" y="125254"/>
                      </a:cubicBezTo>
                      <a:cubicBezTo>
                        <a:pt x="119158" y="122682"/>
                        <a:pt x="120396" y="117634"/>
                        <a:pt x="119444" y="110109"/>
                      </a:cubicBezTo>
                      <a:cubicBezTo>
                        <a:pt x="118396" y="102584"/>
                        <a:pt x="118682" y="97631"/>
                        <a:pt x="120206" y="95345"/>
                      </a:cubicBezTo>
                      <a:close/>
                      <a:moveTo>
                        <a:pt x="33242" y="87535"/>
                      </a:moveTo>
                      <a:lnTo>
                        <a:pt x="39148" y="88678"/>
                      </a:lnTo>
                      <a:lnTo>
                        <a:pt x="37529" y="87535"/>
                      </a:lnTo>
                      <a:lnTo>
                        <a:pt x="33242" y="87535"/>
                      </a:lnTo>
                      <a:close/>
                      <a:moveTo>
                        <a:pt x="45339" y="62960"/>
                      </a:moveTo>
                      <a:cubicBezTo>
                        <a:pt x="45815" y="62198"/>
                        <a:pt x="47339" y="61817"/>
                        <a:pt x="49625" y="61817"/>
                      </a:cubicBezTo>
                      <a:cubicBezTo>
                        <a:pt x="48768" y="62865"/>
                        <a:pt x="47530" y="63341"/>
                        <a:pt x="45720" y="63341"/>
                      </a:cubicBezTo>
                      <a:lnTo>
                        <a:pt x="40672" y="62960"/>
                      </a:lnTo>
                      <a:lnTo>
                        <a:pt x="40672" y="59817"/>
                      </a:lnTo>
                      <a:cubicBezTo>
                        <a:pt x="41434" y="59627"/>
                        <a:pt x="42291" y="60007"/>
                        <a:pt x="43148" y="61150"/>
                      </a:cubicBezTo>
                      <a:cubicBezTo>
                        <a:pt x="44101" y="62389"/>
                        <a:pt x="44768" y="62960"/>
                        <a:pt x="45339" y="62960"/>
                      </a:cubicBezTo>
                      <a:close/>
                      <a:moveTo>
                        <a:pt x="91631" y="25622"/>
                      </a:moveTo>
                      <a:cubicBezTo>
                        <a:pt x="91440" y="24860"/>
                        <a:pt x="89821" y="24479"/>
                        <a:pt x="86963" y="24479"/>
                      </a:cubicBezTo>
                      <a:lnTo>
                        <a:pt x="88868" y="28765"/>
                      </a:lnTo>
                      <a:lnTo>
                        <a:pt x="91631" y="25622"/>
                      </a:lnTo>
                      <a:close/>
                      <a:moveTo>
                        <a:pt x="94774" y="9335"/>
                      </a:moveTo>
                      <a:lnTo>
                        <a:pt x="93631" y="7334"/>
                      </a:lnTo>
                      <a:lnTo>
                        <a:pt x="94774" y="13525"/>
                      </a:lnTo>
                      <a:lnTo>
                        <a:pt x="94774" y="9239"/>
                      </a:lnTo>
                      <a:close/>
                      <a:moveTo>
                        <a:pt x="105346" y="14764"/>
                      </a:moveTo>
                      <a:cubicBezTo>
                        <a:pt x="104013" y="14573"/>
                        <a:pt x="103156" y="14954"/>
                        <a:pt x="102584" y="15907"/>
                      </a:cubicBezTo>
                      <a:cubicBezTo>
                        <a:pt x="102108" y="16954"/>
                        <a:pt x="101632" y="17621"/>
                        <a:pt x="101060" y="17907"/>
                      </a:cubicBezTo>
                      <a:lnTo>
                        <a:pt x="105346" y="17907"/>
                      </a:lnTo>
                      <a:lnTo>
                        <a:pt x="105346" y="14764"/>
                      </a:lnTo>
                      <a:close/>
                      <a:moveTo>
                        <a:pt x="112776" y="39338"/>
                      </a:moveTo>
                      <a:cubicBezTo>
                        <a:pt x="112776" y="36481"/>
                        <a:pt x="114014" y="35719"/>
                        <a:pt x="116396" y="37052"/>
                      </a:cubicBezTo>
                      <a:cubicBezTo>
                        <a:pt x="118872" y="38290"/>
                        <a:pt x="120301" y="38100"/>
                        <a:pt x="120491" y="36195"/>
                      </a:cubicBezTo>
                      <a:cubicBezTo>
                        <a:pt x="119729" y="36671"/>
                        <a:pt x="118967" y="37052"/>
                        <a:pt x="118110" y="37052"/>
                      </a:cubicBezTo>
                      <a:cubicBezTo>
                        <a:pt x="117348" y="37052"/>
                        <a:pt x="116110" y="36290"/>
                        <a:pt x="114491" y="34862"/>
                      </a:cubicBezTo>
                      <a:cubicBezTo>
                        <a:pt x="112681" y="33433"/>
                        <a:pt x="111252" y="32861"/>
                        <a:pt x="109633" y="33052"/>
                      </a:cubicBezTo>
                      <a:lnTo>
                        <a:pt x="109633" y="39338"/>
                      </a:lnTo>
                      <a:lnTo>
                        <a:pt x="112776" y="39338"/>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 name="Google Shape;1119;p99"/>
                <p:cNvSpPr/>
                <p:nvPr/>
              </p:nvSpPr>
              <p:spPr>
                <a:xfrm>
                  <a:off x="6758582" y="5109019"/>
                  <a:ext cx="181617" cy="206597"/>
                </a:xfrm>
                <a:custGeom>
                  <a:avLst/>
                  <a:gdLst/>
                  <a:ahLst/>
                  <a:cxnLst/>
                  <a:rect l="l" t="t" r="r" b="b"/>
                  <a:pathLst>
                    <a:path w="181617" h="206597" extrusionOk="0">
                      <a:moveTo>
                        <a:pt x="174950" y="180213"/>
                      </a:moveTo>
                      <a:cubicBezTo>
                        <a:pt x="179427" y="180975"/>
                        <a:pt x="181618" y="183737"/>
                        <a:pt x="181618" y="188309"/>
                      </a:cubicBezTo>
                      <a:cubicBezTo>
                        <a:pt x="181618" y="186214"/>
                        <a:pt x="180951" y="190024"/>
                        <a:pt x="179712" y="199549"/>
                      </a:cubicBezTo>
                      <a:cubicBezTo>
                        <a:pt x="175521" y="204216"/>
                        <a:pt x="168949" y="206502"/>
                        <a:pt x="159805" y="206502"/>
                      </a:cubicBezTo>
                      <a:cubicBezTo>
                        <a:pt x="145232" y="206502"/>
                        <a:pt x="138374" y="206312"/>
                        <a:pt x="139136" y="206121"/>
                      </a:cubicBezTo>
                      <a:cubicBezTo>
                        <a:pt x="133612" y="204597"/>
                        <a:pt x="130849" y="199739"/>
                        <a:pt x="130754" y="191453"/>
                      </a:cubicBezTo>
                      <a:cubicBezTo>
                        <a:pt x="130563" y="183071"/>
                        <a:pt x="128754" y="177927"/>
                        <a:pt x="125134" y="175831"/>
                      </a:cubicBezTo>
                      <a:cubicBezTo>
                        <a:pt x="123039" y="175070"/>
                        <a:pt x="117705" y="174688"/>
                        <a:pt x="109132" y="174688"/>
                      </a:cubicBezTo>
                      <a:cubicBezTo>
                        <a:pt x="102846" y="174688"/>
                        <a:pt x="98083" y="173069"/>
                        <a:pt x="94750" y="169736"/>
                      </a:cubicBezTo>
                      <a:cubicBezTo>
                        <a:pt x="94273" y="169450"/>
                        <a:pt x="93702" y="166116"/>
                        <a:pt x="93226" y="159734"/>
                      </a:cubicBezTo>
                      <a:cubicBezTo>
                        <a:pt x="92940" y="156972"/>
                        <a:pt x="91892" y="155257"/>
                        <a:pt x="90082" y="154781"/>
                      </a:cubicBezTo>
                      <a:cubicBezTo>
                        <a:pt x="88272" y="158210"/>
                        <a:pt x="86844" y="161830"/>
                        <a:pt x="85796" y="165640"/>
                      </a:cubicBezTo>
                      <a:cubicBezTo>
                        <a:pt x="84748" y="171069"/>
                        <a:pt x="83701" y="175165"/>
                        <a:pt x="82653" y="177737"/>
                      </a:cubicBezTo>
                      <a:cubicBezTo>
                        <a:pt x="80557" y="178213"/>
                        <a:pt x="77319" y="178022"/>
                        <a:pt x="72937" y="177260"/>
                      </a:cubicBezTo>
                      <a:cubicBezTo>
                        <a:pt x="67699" y="176498"/>
                        <a:pt x="64365" y="176117"/>
                        <a:pt x="62745" y="176117"/>
                      </a:cubicBezTo>
                      <a:cubicBezTo>
                        <a:pt x="57316" y="176117"/>
                        <a:pt x="53792" y="178689"/>
                        <a:pt x="52268" y="183832"/>
                      </a:cubicBezTo>
                      <a:cubicBezTo>
                        <a:pt x="52268" y="184309"/>
                        <a:pt x="50839" y="187357"/>
                        <a:pt x="48363" y="192691"/>
                      </a:cubicBezTo>
                      <a:cubicBezTo>
                        <a:pt x="46267" y="196787"/>
                        <a:pt x="45220" y="200120"/>
                        <a:pt x="45220" y="202692"/>
                      </a:cubicBezTo>
                      <a:cubicBezTo>
                        <a:pt x="45220" y="204216"/>
                        <a:pt x="45505" y="205454"/>
                        <a:pt x="46077" y="206597"/>
                      </a:cubicBezTo>
                      <a:lnTo>
                        <a:pt x="22645" y="206597"/>
                      </a:lnTo>
                      <a:cubicBezTo>
                        <a:pt x="12549" y="206597"/>
                        <a:pt x="5119" y="205359"/>
                        <a:pt x="71" y="203073"/>
                      </a:cubicBezTo>
                      <a:cubicBezTo>
                        <a:pt x="-405" y="190881"/>
                        <a:pt x="1500" y="179165"/>
                        <a:pt x="6167" y="167830"/>
                      </a:cubicBezTo>
                      <a:cubicBezTo>
                        <a:pt x="10644" y="156400"/>
                        <a:pt x="15502" y="145066"/>
                        <a:pt x="20359" y="133636"/>
                      </a:cubicBezTo>
                      <a:cubicBezTo>
                        <a:pt x="18359" y="132588"/>
                        <a:pt x="17216" y="131445"/>
                        <a:pt x="17216" y="130207"/>
                      </a:cubicBezTo>
                      <a:cubicBezTo>
                        <a:pt x="17216" y="129445"/>
                        <a:pt x="17597" y="128206"/>
                        <a:pt x="18359" y="126492"/>
                      </a:cubicBezTo>
                      <a:cubicBezTo>
                        <a:pt x="19216" y="124873"/>
                        <a:pt x="19502" y="123539"/>
                        <a:pt x="19502" y="122777"/>
                      </a:cubicBezTo>
                      <a:cubicBezTo>
                        <a:pt x="19502" y="121729"/>
                        <a:pt x="19216" y="120777"/>
                        <a:pt x="18645" y="120015"/>
                      </a:cubicBezTo>
                      <a:cubicBezTo>
                        <a:pt x="18169" y="116872"/>
                        <a:pt x="20264" y="114490"/>
                        <a:pt x="25027" y="112871"/>
                      </a:cubicBezTo>
                      <a:cubicBezTo>
                        <a:pt x="29884" y="111252"/>
                        <a:pt x="32266" y="109728"/>
                        <a:pt x="32266" y="108490"/>
                      </a:cubicBezTo>
                      <a:cubicBezTo>
                        <a:pt x="32266" y="107728"/>
                        <a:pt x="31599" y="106489"/>
                        <a:pt x="30265" y="104965"/>
                      </a:cubicBezTo>
                      <a:lnTo>
                        <a:pt x="30265" y="105346"/>
                      </a:lnTo>
                      <a:cubicBezTo>
                        <a:pt x="30265" y="104299"/>
                        <a:pt x="29884" y="103727"/>
                        <a:pt x="29122" y="103441"/>
                      </a:cubicBezTo>
                      <a:cubicBezTo>
                        <a:pt x="30075" y="101822"/>
                        <a:pt x="32266" y="100965"/>
                        <a:pt x="35313" y="100679"/>
                      </a:cubicBezTo>
                      <a:cubicBezTo>
                        <a:pt x="40362" y="99917"/>
                        <a:pt x="43314" y="99441"/>
                        <a:pt x="44362" y="99155"/>
                      </a:cubicBezTo>
                      <a:cubicBezTo>
                        <a:pt x="44362" y="96869"/>
                        <a:pt x="43695" y="94583"/>
                        <a:pt x="42362" y="92583"/>
                      </a:cubicBezTo>
                      <a:cubicBezTo>
                        <a:pt x="40552" y="89440"/>
                        <a:pt x="38362" y="88392"/>
                        <a:pt x="35790" y="89440"/>
                      </a:cubicBezTo>
                      <a:lnTo>
                        <a:pt x="30265" y="89440"/>
                      </a:lnTo>
                      <a:cubicBezTo>
                        <a:pt x="29979" y="85630"/>
                        <a:pt x="31789" y="82201"/>
                        <a:pt x="35790" y="79438"/>
                      </a:cubicBezTo>
                      <a:lnTo>
                        <a:pt x="38076" y="58007"/>
                      </a:lnTo>
                      <a:cubicBezTo>
                        <a:pt x="40457" y="57817"/>
                        <a:pt x="41791" y="56293"/>
                        <a:pt x="42362" y="53721"/>
                      </a:cubicBezTo>
                      <a:cubicBezTo>
                        <a:pt x="42838" y="50102"/>
                        <a:pt x="43600" y="47911"/>
                        <a:pt x="44362" y="47149"/>
                      </a:cubicBezTo>
                      <a:cubicBezTo>
                        <a:pt x="44362" y="44005"/>
                        <a:pt x="45791" y="38957"/>
                        <a:pt x="48553" y="32099"/>
                      </a:cubicBezTo>
                      <a:cubicBezTo>
                        <a:pt x="51506" y="25241"/>
                        <a:pt x="53030" y="20098"/>
                        <a:pt x="53316" y="16764"/>
                      </a:cubicBezTo>
                      <a:cubicBezTo>
                        <a:pt x="53887" y="16288"/>
                        <a:pt x="54554" y="13240"/>
                        <a:pt x="55316" y="7811"/>
                      </a:cubicBezTo>
                      <a:cubicBezTo>
                        <a:pt x="56078" y="4191"/>
                        <a:pt x="57983" y="2096"/>
                        <a:pt x="61221" y="1524"/>
                      </a:cubicBezTo>
                      <a:lnTo>
                        <a:pt x="67413" y="1524"/>
                      </a:lnTo>
                      <a:cubicBezTo>
                        <a:pt x="68461" y="4953"/>
                        <a:pt x="69699" y="6667"/>
                        <a:pt x="70937" y="6667"/>
                      </a:cubicBezTo>
                      <a:cubicBezTo>
                        <a:pt x="71794" y="6667"/>
                        <a:pt x="73128" y="5524"/>
                        <a:pt x="75223" y="3334"/>
                      </a:cubicBezTo>
                      <a:cubicBezTo>
                        <a:pt x="77319" y="1143"/>
                        <a:pt x="79224" y="0"/>
                        <a:pt x="80748" y="0"/>
                      </a:cubicBezTo>
                      <a:cubicBezTo>
                        <a:pt x="81224" y="0"/>
                        <a:pt x="81891" y="190"/>
                        <a:pt x="82653" y="381"/>
                      </a:cubicBezTo>
                      <a:lnTo>
                        <a:pt x="116181" y="1524"/>
                      </a:lnTo>
                      <a:cubicBezTo>
                        <a:pt x="124753" y="14573"/>
                        <a:pt x="128944" y="22955"/>
                        <a:pt x="128944" y="26861"/>
                      </a:cubicBezTo>
                      <a:cubicBezTo>
                        <a:pt x="128944" y="28194"/>
                        <a:pt x="128754" y="29432"/>
                        <a:pt x="128182" y="30766"/>
                      </a:cubicBezTo>
                      <a:cubicBezTo>
                        <a:pt x="133612" y="33623"/>
                        <a:pt x="136469" y="37433"/>
                        <a:pt x="136469" y="42100"/>
                      </a:cubicBezTo>
                      <a:cubicBezTo>
                        <a:pt x="136469" y="43434"/>
                        <a:pt x="136183" y="45434"/>
                        <a:pt x="135612" y="48101"/>
                      </a:cubicBezTo>
                      <a:cubicBezTo>
                        <a:pt x="135136" y="50863"/>
                        <a:pt x="134850" y="52864"/>
                        <a:pt x="134850" y="54197"/>
                      </a:cubicBezTo>
                      <a:cubicBezTo>
                        <a:pt x="134850" y="58579"/>
                        <a:pt x="137707" y="61913"/>
                        <a:pt x="143422" y="64294"/>
                      </a:cubicBezTo>
                      <a:cubicBezTo>
                        <a:pt x="142375" y="70771"/>
                        <a:pt x="143422" y="78581"/>
                        <a:pt x="146566" y="87725"/>
                      </a:cubicBezTo>
                      <a:cubicBezTo>
                        <a:pt x="149137" y="95726"/>
                        <a:pt x="151709" y="103727"/>
                        <a:pt x="154281" y="111442"/>
                      </a:cubicBezTo>
                      <a:lnTo>
                        <a:pt x="152376" y="111442"/>
                      </a:lnTo>
                      <a:cubicBezTo>
                        <a:pt x="153328" y="111919"/>
                        <a:pt x="153995" y="113919"/>
                        <a:pt x="154090" y="117538"/>
                      </a:cubicBezTo>
                      <a:cubicBezTo>
                        <a:pt x="154281" y="120967"/>
                        <a:pt x="155328" y="122777"/>
                        <a:pt x="157043" y="122777"/>
                      </a:cubicBezTo>
                      <a:cubicBezTo>
                        <a:pt x="157805" y="122777"/>
                        <a:pt x="158758" y="122491"/>
                        <a:pt x="159805" y="122015"/>
                      </a:cubicBezTo>
                      <a:cubicBezTo>
                        <a:pt x="160091" y="126111"/>
                        <a:pt x="160377" y="130397"/>
                        <a:pt x="160567" y="134683"/>
                      </a:cubicBezTo>
                      <a:cubicBezTo>
                        <a:pt x="161329" y="140113"/>
                        <a:pt x="163615" y="143828"/>
                        <a:pt x="167616" y="145828"/>
                      </a:cubicBezTo>
                      <a:cubicBezTo>
                        <a:pt x="166854" y="148209"/>
                        <a:pt x="166473" y="150304"/>
                        <a:pt x="166473" y="152400"/>
                      </a:cubicBezTo>
                      <a:cubicBezTo>
                        <a:pt x="166473" y="155734"/>
                        <a:pt x="167997" y="159734"/>
                        <a:pt x="171140" y="164211"/>
                      </a:cubicBezTo>
                      <a:cubicBezTo>
                        <a:pt x="174283" y="168783"/>
                        <a:pt x="175807" y="172498"/>
                        <a:pt x="175807" y="175641"/>
                      </a:cubicBezTo>
                      <a:cubicBezTo>
                        <a:pt x="175807" y="177165"/>
                        <a:pt x="175521" y="178879"/>
                        <a:pt x="175045" y="180594"/>
                      </a:cubicBezTo>
                      <a:close/>
                      <a:moveTo>
                        <a:pt x="25122" y="104870"/>
                      </a:moveTo>
                      <a:lnTo>
                        <a:pt x="25122" y="109919"/>
                      </a:lnTo>
                      <a:lnTo>
                        <a:pt x="23121" y="104870"/>
                      </a:lnTo>
                      <a:lnTo>
                        <a:pt x="25122" y="104870"/>
                      </a:lnTo>
                      <a:close/>
                      <a:moveTo>
                        <a:pt x="32551" y="184690"/>
                      </a:moveTo>
                      <a:cubicBezTo>
                        <a:pt x="33885" y="183452"/>
                        <a:pt x="33885" y="182023"/>
                        <a:pt x="32551" y="180784"/>
                      </a:cubicBezTo>
                      <a:lnTo>
                        <a:pt x="32551" y="184690"/>
                      </a:lnTo>
                      <a:cubicBezTo>
                        <a:pt x="31503" y="185452"/>
                        <a:pt x="30551" y="186404"/>
                        <a:pt x="29884" y="187452"/>
                      </a:cubicBezTo>
                      <a:cubicBezTo>
                        <a:pt x="30075" y="187738"/>
                        <a:pt x="31027" y="188023"/>
                        <a:pt x="32551" y="188214"/>
                      </a:cubicBezTo>
                      <a:lnTo>
                        <a:pt x="32551" y="184785"/>
                      </a:lnTo>
                      <a:close/>
                      <a:moveTo>
                        <a:pt x="34075" y="35242"/>
                      </a:moveTo>
                      <a:cubicBezTo>
                        <a:pt x="32075" y="33147"/>
                        <a:pt x="31027" y="31718"/>
                        <a:pt x="31027" y="30956"/>
                      </a:cubicBezTo>
                      <a:cubicBezTo>
                        <a:pt x="31027" y="30194"/>
                        <a:pt x="31503" y="29432"/>
                        <a:pt x="32551" y="28670"/>
                      </a:cubicBezTo>
                      <a:cubicBezTo>
                        <a:pt x="33599" y="28670"/>
                        <a:pt x="34075" y="29528"/>
                        <a:pt x="34075" y="31432"/>
                      </a:cubicBezTo>
                      <a:lnTo>
                        <a:pt x="34075" y="35338"/>
                      </a:lnTo>
                      <a:close/>
                      <a:moveTo>
                        <a:pt x="111228" y="137255"/>
                      </a:moveTo>
                      <a:cubicBezTo>
                        <a:pt x="113037" y="135160"/>
                        <a:pt x="113895" y="132874"/>
                        <a:pt x="113895" y="130302"/>
                      </a:cubicBezTo>
                      <a:cubicBezTo>
                        <a:pt x="113895" y="127730"/>
                        <a:pt x="112752" y="124301"/>
                        <a:pt x="110466" y="120205"/>
                      </a:cubicBezTo>
                      <a:cubicBezTo>
                        <a:pt x="108085" y="116014"/>
                        <a:pt x="106942" y="113157"/>
                        <a:pt x="106942" y="111633"/>
                      </a:cubicBezTo>
                      <a:cubicBezTo>
                        <a:pt x="106942" y="109633"/>
                        <a:pt x="108085" y="107918"/>
                        <a:pt x="109989" y="106585"/>
                      </a:cubicBezTo>
                      <a:lnTo>
                        <a:pt x="105703" y="102298"/>
                      </a:lnTo>
                      <a:cubicBezTo>
                        <a:pt x="106942" y="100203"/>
                        <a:pt x="107608" y="98298"/>
                        <a:pt x="107608" y="96393"/>
                      </a:cubicBezTo>
                      <a:cubicBezTo>
                        <a:pt x="107608" y="94107"/>
                        <a:pt x="105703" y="91440"/>
                        <a:pt x="101798" y="88487"/>
                      </a:cubicBezTo>
                      <a:cubicBezTo>
                        <a:pt x="97893" y="85534"/>
                        <a:pt x="95988" y="82677"/>
                        <a:pt x="95988" y="80105"/>
                      </a:cubicBezTo>
                      <a:cubicBezTo>
                        <a:pt x="95988" y="78296"/>
                        <a:pt x="96559" y="76390"/>
                        <a:pt x="97893" y="74295"/>
                      </a:cubicBezTo>
                      <a:cubicBezTo>
                        <a:pt x="94273" y="66484"/>
                        <a:pt x="90654" y="62579"/>
                        <a:pt x="87034" y="62579"/>
                      </a:cubicBezTo>
                      <a:cubicBezTo>
                        <a:pt x="82081" y="67056"/>
                        <a:pt x="79700" y="77153"/>
                        <a:pt x="79700" y="92964"/>
                      </a:cubicBezTo>
                      <a:cubicBezTo>
                        <a:pt x="74461" y="92202"/>
                        <a:pt x="71889" y="93726"/>
                        <a:pt x="71889" y="97631"/>
                      </a:cubicBezTo>
                      <a:cubicBezTo>
                        <a:pt x="71889" y="99155"/>
                        <a:pt x="72461" y="101727"/>
                        <a:pt x="73699" y="105251"/>
                      </a:cubicBezTo>
                      <a:cubicBezTo>
                        <a:pt x="74747" y="108775"/>
                        <a:pt x="75223" y="110776"/>
                        <a:pt x="75033" y="111252"/>
                      </a:cubicBezTo>
                      <a:cubicBezTo>
                        <a:pt x="74747" y="112776"/>
                        <a:pt x="73604" y="114109"/>
                        <a:pt x="71509" y="115157"/>
                      </a:cubicBezTo>
                      <a:cubicBezTo>
                        <a:pt x="69508" y="116205"/>
                        <a:pt x="68270" y="116967"/>
                        <a:pt x="67603" y="117538"/>
                      </a:cubicBezTo>
                      <a:cubicBezTo>
                        <a:pt x="67127" y="119824"/>
                        <a:pt x="66841" y="122015"/>
                        <a:pt x="66841" y="124111"/>
                      </a:cubicBezTo>
                      <a:cubicBezTo>
                        <a:pt x="66841" y="134207"/>
                        <a:pt x="72652" y="140113"/>
                        <a:pt x="83986" y="141637"/>
                      </a:cubicBezTo>
                      <a:cubicBezTo>
                        <a:pt x="86082" y="142113"/>
                        <a:pt x="87129" y="143256"/>
                        <a:pt x="87129" y="145161"/>
                      </a:cubicBezTo>
                      <a:cubicBezTo>
                        <a:pt x="87129" y="147066"/>
                        <a:pt x="87129" y="148590"/>
                        <a:pt x="87511" y="150019"/>
                      </a:cubicBezTo>
                      <a:cubicBezTo>
                        <a:pt x="87796" y="151447"/>
                        <a:pt x="88653" y="152305"/>
                        <a:pt x="90273" y="152590"/>
                      </a:cubicBezTo>
                      <a:cubicBezTo>
                        <a:pt x="89701" y="146685"/>
                        <a:pt x="92273" y="142875"/>
                        <a:pt x="97702" y="141256"/>
                      </a:cubicBezTo>
                      <a:cubicBezTo>
                        <a:pt x="102179" y="139922"/>
                        <a:pt x="106656" y="138684"/>
                        <a:pt x="111323" y="137350"/>
                      </a:cubicBezTo>
                      <a:close/>
                      <a:moveTo>
                        <a:pt x="146661" y="123254"/>
                      </a:moveTo>
                      <a:lnTo>
                        <a:pt x="143518" y="120205"/>
                      </a:lnTo>
                      <a:lnTo>
                        <a:pt x="146661" y="117443"/>
                      </a:lnTo>
                      <a:lnTo>
                        <a:pt x="143518" y="117443"/>
                      </a:lnTo>
                      <a:cubicBezTo>
                        <a:pt x="142755" y="118491"/>
                        <a:pt x="141994" y="118967"/>
                        <a:pt x="141232" y="118967"/>
                      </a:cubicBezTo>
                      <a:cubicBezTo>
                        <a:pt x="140374" y="118967"/>
                        <a:pt x="139422" y="118205"/>
                        <a:pt x="138279" y="116586"/>
                      </a:cubicBezTo>
                      <a:cubicBezTo>
                        <a:pt x="137136" y="115062"/>
                        <a:pt x="136374" y="114300"/>
                        <a:pt x="136183" y="114300"/>
                      </a:cubicBezTo>
                      <a:cubicBezTo>
                        <a:pt x="135040" y="118491"/>
                        <a:pt x="138660" y="121444"/>
                        <a:pt x="146756" y="123254"/>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 name="Google Shape;1120;p99"/>
                <p:cNvSpPr/>
                <p:nvPr/>
              </p:nvSpPr>
              <p:spPr>
                <a:xfrm>
                  <a:off x="6962298" y="5107695"/>
                  <a:ext cx="170592" cy="207635"/>
                </a:xfrm>
                <a:custGeom>
                  <a:avLst/>
                  <a:gdLst/>
                  <a:ahLst/>
                  <a:cxnLst/>
                  <a:rect l="l" t="t" r="r" b="b"/>
                  <a:pathLst>
                    <a:path w="170592" h="207635" extrusionOk="0">
                      <a:moveTo>
                        <a:pt x="166306" y="943"/>
                      </a:moveTo>
                      <a:lnTo>
                        <a:pt x="170593" y="7230"/>
                      </a:lnTo>
                      <a:lnTo>
                        <a:pt x="167450" y="42281"/>
                      </a:lnTo>
                      <a:cubicBezTo>
                        <a:pt x="168783" y="41996"/>
                        <a:pt x="163544" y="41901"/>
                        <a:pt x="151829" y="41901"/>
                      </a:cubicBezTo>
                      <a:cubicBezTo>
                        <a:pt x="146399" y="41901"/>
                        <a:pt x="142875" y="44091"/>
                        <a:pt x="141351" y="48568"/>
                      </a:cubicBezTo>
                      <a:cubicBezTo>
                        <a:pt x="139541" y="44853"/>
                        <a:pt x="136588" y="43044"/>
                        <a:pt x="132493" y="43044"/>
                      </a:cubicBezTo>
                      <a:cubicBezTo>
                        <a:pt x="130587" y="43044"/>
                        <a:pt x="128016" y="43424"/>
                        <a:pt x="124587" y="44187"/>
                      </a:cubicBezTo>
                      <a:cubicBezTo>
                        <a:pt x="121158" y="44948"/>
                        <a:pt x="118776" y="45330"/>
                        <a:pt x="117253" y="45330"/>
                      </a:cubicBezTo>
                      <a:cubicBezTo>
                        <a:pt x="114871" y="52092"/>
                        <a:pt x="113729" y="60570"/>
                        <a:pt x="113729" y="70571"/>
                      </a:cubicBezTo>
                      <a:cubicBezTo>
                        <a:pt x="113729" y="73428"/>
                        <a:pt x="113729" y="77810"/>
                        <a:pt x="114109" y="83430"/>
                      </a:cubicBezTo>
                      <a:cubicBezTo>
                        <a:pt x="114395" y="89145"/>
                        <a:pt x="114490" y="93336"/>
                        <a:pt x="114490" y="95907"/>
                      </a:cubicBezTo>
                      <a:cubicBezTo>
                        <a:pt x="114490" y="102861"/>
                        <a:pt x="114014" y="108861"/>
                        <a:pt x="112966" y="113814"/>
                      </a:cubicBezTo>
                      <a:lnTo>
                        <a:pt x="105537" y="118101"/>
                      </a:lnTo>
                      <a:lnTo>
                        <a:pt x="106680" y="116862"/>
                      </a:lnTo>
                      <a:cubicBezTo>
                        <a:pt x="104584" y="114767"/>
                        <a:pt x="102394" y="113814"/>
                        <a:pt x="100013" y="113814"/>
                      </a:cubicBezTo>
                      <a:cubicBezTo>
                        <a:pt x="98203" y="113814"/>
                        <a:pt x="95345" y="114767"/>
                        <a:pt x="91440" y="116672"/>
                      </a:cubicBezTo>
                      <a:cubicBezTo>
                        <a:pt x="87535" y="118672"/>
                        <a:pt x="84487" y="119720"/>
                        <a:pt x="82391" y="120006"/>
                      </a:cubicBezTo>
                      <a:lnTo>
                        <a:pt x="82391" y="121148"/>
                      </a:lnTo>
                      <a:lnTo>
                        <a:pt x="95726" y="122291"/>
                      </a:lnTo>
                      <a:cubicBezTo>
                        <a:pt x="95726" y="122863"/>
                        <a:pt x="96774" y="124482"/>
                        <a:pt x="98870" y="127340"/>
                      </a:cubicBezTo>
                      <a:cubicBezTo>
                        <a:pt x="99822" y="125530"/>
                        <a:pt x="100489" y="124768"/>
                        <a:pt x="100775" y="124958"/>
                      </a:cubicBezTo>
                      <a:cubicBezTo>
                        <a:pt x="101251" y="124958"/>
                        <a:pt x="102203" y="125721"/>
                        <a:pt x="103441" y="127340"/>
                      </a:cubicBezTo>
                      <a:lnTo>
                        <a:pt x="106680" y="122291"/>
                      </a:lnTo>
                      <a:cubicBezTo>
                        <a:pt x="106109" y="124101"/>
                        <a:pt x="105918" y="126006"/>
                        <a:pt x="105918" y="128102"/>
                      </a:cubicBezTo>
                      <a:cubicBezTo>
                        <a:pt x="105918" y="131531"/>
                        <a:pt x="107156" y="135912"/>
                        <a:pt x="109823" y="141437"/>
                      </a:cubicBezTo>
                      <a:cubicBezTo>
                        <a:pt x="112395" y="147057"/>
                        <a:pt x="113729" y="151343"/>
                        <a:pt x="113729" y="154486"/>
                      </a:cubicBezTo>
                      <a:cubicBezTo>
                        <a:pt x="113729" y="157820"/>
                        <a:pt x="112776" y="161249"/>
                        <a:pt x="110966" y="164582"/>
                      </a:cubicBezTo>
                      <a:cubicBezTo>
                        <a:pt x="110966" y="165345"/>
                        <a:pt x="111443" y="168678"/>
                        <a:pt x="112490" y="174679"/>
                      </a:cubicBezTo>
                      <a:cubicBezTo>
                        <a:pt x="113252" y="179537"/>
                        <a:pt x="113633" y="183728"/>
                        <a:pt x="113633" y="187062"/>
                      </a:cubicBezTo>
                      <a:cubicBezTo>
                        <a:pt x="113633" y="196110"/>
                        <a:pt x="110871" y="202873"/>
                        <a:pt x="105442" y="207636"/>
                      </a:cubicBezTo>
                      <a:lnTo>
                        <a:pt x="64198" y="205731"/>
                      </a:lnTo>
                      <a:cubicBezTo>
                        <a:pt x="63151" y="197920"/>
                        <a:pt x="62675" y="188776"/>
                        <a:pt x="62675" y="178108"/>
                      </a:cubicBezTo>
                      <a:cubicBezTo>
                        <a:pt x="62675" y="170393"/>
                        <a:pt x="63151" y="156296"/>
                        <a:pt x="64198" y="136103"/>
                      </a:cubicBezTo>
                      <a:cubicBezTo>
                        <a:pt x="65246" y="117243"/>
                        <a:pt x="65722" y="102480"/>
                        <a:pt x="65341" y="91812"/>
                      </a:cubicBezTo>
                      <a:cubicBezTo>
                        <a:pt x="64294" y="87144"/>
                        <a:pt x="63912" y="79524"/>
                        <a:pt x="64198" y="68856"/>
                      </a:cubicBezTo>
                      <a:cubicBezTo>
                        <a:pt x="64198" y="59046"/>
                        <a:pt x="63627" y="51521"/>
                        <a:pt x="62198" y="46377"/>
                      </a:cubicBezTo>
                      <a:cubicBezTo>
                        <a:pt x="57055" y="44853"/>
                        <a:pt x="51530" y="43901"/>
                        <a:pt x="45529" y="43615"/>
                      </a:cubicBezTo>
                      <a:cubicBezTo>
                        <a:pt x="41624" y="43329"/>
                        <a:pt x="36100" y="43329"/>
                        <a:pt x="28860" y="43615"/>
                      </a:cubicBezTo>
                      <a:cubicBezTo>
                        <a:pt x="20764" y="43901"/>
                        <a:pt x="14859" y="43996"/>
                        <a:pt x="10954" y="43996"/>
                      </a:cubicBezTo>
                      <a:cubicBezTo>
                        <a:pt x="5715" y="42281"/>
                        <a:pt x="2762" y="38662"/>
                        <a:pt x="2000" y="33233"/>
                      </a:cubicBezTo>
                      <a:cubicBezTo>
                        <a:pt x="952" y="25803"/>
                        <a:pt x="381" y="21803"/>
                        <a:pt x="0" y="21327"/>
                      </a:cubicBezTo>
                      <a:cubicBezTo>
                        <a:pt x="381" y="16659"/>
                        <a:pt x="667" y="11897"/>
                        <a:pt x="1048" y="6848"/>
                      </a:cubicBezTo>
                      <a:cubicBezTo>
                        <a:pt x="1429" y="1800"/>
                        <a:pt x="4763" y="-486"/>
                        <a:pt x="10954" y="86"/>
                      </a:cubicBezTo>
                      <a:cubicBezTo>
                        <a:pt x="29909" y="1133"/>
                        <a:pt x="55721" y="1419"/>
                        <a:pt x="88392" y="848"/>
                      </a:cubicBezTo>
                      <a:cubicBezTo>
                        <a:pt x="123349" y="86"/>
                        <a:pt x="149352" y="86"/>
                        <a:pt x="166306" y="848"/>
                      </a:cubicBezTo>
                      <a:close/>
                      <a:moveTo>
                        <a:pt x="166306" y="76857"/>
                      </a:moveTo>
                      <a:lnTo>
                        <a:pt x="164306" y="69428"/>
                      </a:lnTo>
                      <a:lnTo>
                        <a:pt x="166306" y="69428"/>
                      </a:lnTo>
                      <a:lnTo>
                        <a:pt x="166306" y="76857"/>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 name="Google Shape;1121;p99"/>
                <p:cNvSpPr/>
                <p:nvPr/>
              </p:nvSpPr>
              <p:spPr>
                <a:xfrm>
                  <a:off x="7157873" y="5109019"/>
                  <a:ext cx="181425" cy="206597"/>
                </a:xfrm>
                <a:custGeom>
                  <a:avLst/>
                  <a:gdLst/>
                  <a:ahLst/>
                  <a:cxnLst/>
                  <a:rect l="l" t="t" r="r" b="b"/>
                  <a:pathLst>
                    <a:path w="181425" h="206597" extrusionOk="0">
                      <a:moveTo>
                        <a:pt x="174757" y="180213"/>
                      </a:moveTo>
                      <a:cubicBezTo>
                        <a:pt x="179234" y="180975"/>
                        <a:pt x="181425" y="183737"/>
                        <a:pt x="181425" y="188309"/>
                      </a:cubicBezTo>
                      <a:cubicBezTo>
                        <a:pt x="181425" y="186214"/>
                        <a:pt x="180758" y="190024"/>
                        <a:pt x="179425" y="199549"/>
                      </a:cubicBezTo>
                      <a:cubicBezTo>
                        <a:pt x="175329" y="204216"/>
                        <a:pt x="168757" y="206502"/>
                        <a:pt x="159612" y="206502"/>
                      </a:cubicBezTo>
                      <a:cubicBezTo>
                        <a:pt x="145039" y="206502"/>
                        <a:pt x="138181" y="206312"/>
                        <a:pt x="138943" y="206121"/>
                      </a:cubicBezTo>
                      <a:cubicBezTo>
                        <a:pt x="133514" y="204597"/>
                        <a:pt x="130752" y="199739"/>
                        <a:pt x="130657" y="191453"/>
                      </a:cubicBezTo>
                      <a:cubicBezTo>
                        <a:pt x="130466" y="183071"/>
                        <a:pt x="128656" y="177927"/>
                        <a:pt x="124941" y="175831"/>
                      </a:cubicBezTo>
                      <a:cubicBezTo>
                        <a:pt x="122846" y="175070"/>
                        <a:pt x="117512" y="174688"/>
                        <a:pt x="108939" y="174688"/>
                      </a:cubicBezTo>
                      <a:cubicBezTo>
                        <a:pt x="102748" y="174688"/>
                        <a:pt x="97891" y="173069"/>
                        <a:pt x="94556" y="169736"/>
                      </a:cubicBezTo>
                      <a:cubicBezTo>
                        <a:pt x="94080" y="169450"/>
                        <a:pt x="93509" y="166116"/>
                        <a:pt x="93033" y="159734"/>
                      </a:cubicBezTo>
                      <a:cubicBezTo>
                        <a:pt x="92842" y="156972"/>
                        <a:pt x="91699" y="155257"/>
                        <a:pt x="89889" y="154781"/>
                      </a:cubicBezTo>
                      <a:cubicBezTo>
                        <a:pt x="88080" y="158210"/>
                        <a:pt x="86651" y="161830"/>
                        <a:pt x="85698" y="165640"/>
                      </a:cubicBezTo>
                      <a:cubicBezTo>
                        <a:pt x="84555" y="171069"/>
                        <a:pt x="83603" y="175165"/>
                        <a:pt x="82460" y="177737"/>
                      </a:cubicBezTo>
                      <a:cubicBezTo>
                        <a:pt x="80364" y="178213"/>
                        <a:pt x="77222" y="178022"/>
                        <a:pt x="72744" y="177260"/>
                      </a:cubicBezTo>
                      <a:cubicBezTo>
                        <a:pt x="67601" y="176498"/>
                        <a:pt x="64172" y="176117"/>
                        <a:pt x="62648" y="176117"/>
                      </a:cubicBezTo>
                      <a:cubicBezTo>
                        <a:pt x="57219" y="176117"/>
                        <a:pt x="53694" y="178689"/>
                        <a:pt x="52171" y="183832"/>
                      </a:cubicBezTo>
                      <a:cubicBezTo>
                        <a:pt x="52171" y="184309"/>
                        <a:pt x="50837" y="187357"/>
                        <a:pt x="48265" y="192691"/>
                      </a:cubicBezTo>
                      <a:cubicBezTo>
                        <a:pt x="46170" y="196787"/>
                        <a:pt x="45217" y="200120"/>
                        <a:pt x="45217" y="202692"/>
                      </a:cubicBezTo>
                      <a:cubicBezTo>
                        <a:pt x="45217" y="204216"/>
                        <a:pt x="45503" y="205454"/>
                        <a:pt x="45979" y="206597"/>
                      </a:cubicBezTo>
                      <a:lnTo>
                        <a:pt x="22643" y="206597"/>
                      </a:lnTo>
                      <a:cubicBezTo>
                        <a:pt x="12546" y="206597"/>
                        <a:pt x="5022" y="205359"/>
                        <a:pt x="69" y="203073"/>
                      </a:cubicBezTo>
                      <a:cubicBezTo>
                        <a:pt x="-407" y="190881"/>
                        <a:pt x="1593" y="179165"/>
                        <a:pt x="6069" y="167830"/>
                      </a:cubicBezTo>
                      <a:cubicBezTo>
                        <a:pt x="10641" y="156400"/>
                        <a:pt x="15404" y="145066"/>
                        <a:pt x="20357" y="133636"/>
                      </a:cubicBezTo>
                      <a:cubicBezTo>
                        <a:pt x="18262" y="132588"/>
                        <a:pt x="17214" y="131445"/>
                        <a:pt x="17214" y="130207"/>
                      </a:cubicBezTo>
                      <a:cubicBezTo>
                        <a:pt x="17214" y="129445"/>
                        <a:pt x="17595" y="128206"/>
                        <a:pt x="18356" y="126492"/>
                      </a:cubicBezTo>
                      <a:cubicBezTo>
                        <a:pt x="19119" y="124873"/>
                        <a:pt x="19500" y="123539"/>
                        <a:pt x="19500" y="122777"/>
                      </a:cubicBezTo>
                      <a:cubicBezTo>
                        <a:pt x="19500" y="121729"/>
                        <a:pt x="19309" y="120777"/>
                        <a:pt x="18738" y="120015"/>
                      </a:cubicBezTo>
                      <a:cubicBezTo>
                        <a:pt x="18166" y="116872"/>
                        <a:pt x="20357" y="114490"/>
                        <a:pt x="25215" y="112871"/>
                      </a:cubicBezTo>
                      <a:cubicBezTo>
                        <a:pt x="29977" y="111252"/>
                        <a:pt x="32359" y="109728"/>
                        <a:pt x="32359" y="108490"/>
                      </a:cubicBezTo>
                      <a:cubicBezTo>
                        <a:pt x="32359" y="107728"/>
                        <a:pt x="31692" y="106489"/>
                        <a:pt x="30358" y="104965"/>
                      </a:cubicBezTo>
                      <a:lnTo>
                        <a:pt x="30358" y="105346"/>
                      </a:lnTo>
                      <a:cubicBezTo>
                        <a:pt x="30358" y="104299"/>
                        <a:pt x="29977" y="103727"/>
                        <a:pt x="29120" y="103441"/>
                      </a:cubicBezTo>
                      <a:cubicBezTo>
                        <a:pt x="30168" y="101822"/>
                        <a:pt x="32263" y="100965"/>
                        <a:pt x="35407" y="100679"/>
                      </a:cubicBezTo>
                      <a:cubicBezTo>
                        <a:pt x="40359" y="99917"/>
                        <a:pt x="43313" y="99441"/>
                        <a:pt x="44455" y="99155"/>
                      </a:cubicBezTo>
                      <a:cubicBezTo>
                        <a:pt x="44455" y="96869"/>
                        <a:pt x="43789" y="94583"/>
                        <a:pt x="42455" y="92583"/>
                      </a:cubicBezTo>
                      <a:cubicBezTo>
                        <a:pt x="40645" y="89440"/>
                        <a:pt x="38455" y="88392"/>
                        <a:pt x="35883" y="89440"/>
                      </a:cubicBezTo>
                      <a:lnTo>
                        <a:pt x="30358" y="89440"/>
                      </a:lnTo>
                      <a:cubicBezTo>
                        <a:pt x="30168" y="85630"/>
                        <a:pt x="31882" y="82201"/>
                        <a:pt x="35883" y="79438"/>
                      </a:cubicBezTo>
                      <a:lnTo>
                        <a:pt x="38169" y="58007"/>
                      </a:lnTo>
                      <a:cubicBezTo>
                        <a:pt x="40550" y="57817"/>
                        <a:pt x="41979" y="56293"/>
                        <a:pt x="42455" y="53721"/>
                      </a:cubicBezTo>
                      <a:cubicBezTo>
                        <a:pt x="43026" y="50102"/>
                        <a:pt x="43693" y="47911"/>
                        <a:pt x="44455" y="47149"/>
                      </a:cubicBezTo>
                      <a:cubicBezTo>
                        <a:pt x="44455" y="44005"/>
                        <a:pt x="45884" y="38957"/>
                        <a:pt x="48741" y="32099"/>
                      </a:cubicBezTo>
                      <a:cubicBezTo>
                        <a:pt x="51599" y="25241"/>
                        <a:pt x="53123" y="20098"/>
                        <a:pt x="53409" y="16764"/>
                      </a:cubicBezTo>
                      <a:cubicBezTo>
                        <a:pt x="53980" y="16288"/>
                        <a:pt x="54647" y="13240"/>
                        <a:pt x="55409" y="7811"/>
                      </a:cubicBezTo>
                      <a:cubicBezTo>
                        <a:pt x="56171" y="4191"/>
                        <a:pt x="58172" y="2096"/>
                        <a:pt x="61219" y="1524"/>
                      </a:cubicBezTo>
                      <a:lnTo>
                        <a:pt x="67506" y="1524"/>
                      </a:lnTo>
                      <a:cubicBezTo>
                        <a:pt x="68458" y="4953"/>
                        <a:pt x="69601" y="6667"/>
                        <a:pt x="70935" y="6667"/>
                      </a:cubicBezTo>
                      <a:cubicBezTo>
                        <a:pt x="71697" y="6667"/>
                        <a:pt x="73125" y="5524"/>
                        <a:pt x="75221" y="3334"/>
                      </a:cubicBezTo>
                      <a:cubicBezTo>
                        <a:pt x="77316" y="1143"/>
                        <a:pt x="79031" y="0"/>
                        <a:pt x="80650" y="0"/>
                      </a:cubicBezTo>
                      <a:cubicBezTo>
                        <a:pt x="81127" y="0"/>
                        <a:pt x="81889" y="190"/>
                        <a:pt x="82555" y="381"/>
                      </a:cubicBezTo>
                      <a:lnTo>
                        <a:pt x="116083" y="1524"/>
                      </a:lnTo>
                      <a:cubicBezTo>
                        <a:pt x="124656" y="14573"/>
                        <a:pt x="128942" y="22955"/>
                        <a:pt x="128942" y="26861"/>
                      </a:cubicBezTo>
                      <a:cubicBezTo>
                        <a:pt x="128942" y="28194"/>
                        <a:pt x="128656" y="29432"/>
                        <a:pt x="128180" y="30766"/>
                      </a:cubicBezTo>
                      <a:cubicBezTo>
                        <a:pt x="133609" y="33623"/>
                        <a:pt x="136371" y="37433"/>
                        <a:pt x="136371" y="42100"/>
                      </a:cubicBezTo>
                      <a:cubicBezTo>
                        <a:pt x="136371" y="43434"/>
                        <a:pt x="136086" y="45434"/>
                        <a:pt x="135609" y="48101"/>
                      </a:cubicBezTo>
                      <a:cubicBezTo>
                        <a:pt x="135038" y="50863"/>
                        <a:pt x="134848" y="52864"/>
                        <a:pt x="134848" y="54197"/>
                      </a:cubicBezTo>
                      <a:cubicBezTo>
                        <a:pt x="134848" y="58579"/>
                        <a:pt x="137610" y="61913"/>
                        <a:pt x="143325" y="64294"/>
                      </a:cubicBezTo>
                      <a:cubicBezTo>
                        <a:pt x="142277" y="70771"/>
                        <a:pt x="143325" y="78581"/>
                        <a:pt x="146563" y="87725"/>
                      </a:cubicBezTo>
                      <a:cubicBezTo>
                        <a:pt x="149040" y="95726"/>
                        <a:pt x="151706" y="103727"/>
                        <a:pt x="154374" y="111442"/>
                      </a:cubicBezTo>
                      <a:lnTo>
                        <a:pt x="152373" y="111442"/>
                      </a:lnTo>
                      <a:cubicBezTo>
                        <a:pt x="153422" y="111919"/>
                        <a:pt x="154088" y="113919"/>
                        <a:pt x="154183" y="117538"/>
                      </a:cubicBezTo>
                      <a:cubicBezTo>
                        <a:pt x="154278" y="120967"/>
                        <a:pt x="155326" y="122777"/>
                        <a:pt x="157136" y="122777"/>
                      </a:cubicBezTo>
                      <a:cubicBezTo>
                        <a:pt x="157898" y="122777"/>
                        <a:pt x="158755" y="122491"/>
                        <a:pt x="159803" y="122015"/>
                      </a:cubicBezTo>
                      <a:cubicBezTo>
                        <a:pt x="160089" y="126111"/>
                        <a:pt x="160375" y="130397"/>
                        <a:pt x="160660" y="134683"/>
                      </a:cubicBezTo>
                      <a:cubicBezTo>
                        <a:pt x="161422" y="140113"/>
                        <a:pt x="163803" y="143828"/>
                        <a:pt x="167614" y="145828"/>
                      </a:cubicBezTo>
                      <a:cubicBezTo>
                        <a:pt x="166947" y="148209"/>
                        <a:pt x="166471" y="150304"/>
                        <a:pt x="166471" y="152400"/>
                      </a:cubicBezTo>
                      <a:cubicBezTo>
                        <a:pt x="166471" y="155734"/>
                        <a:pt x="168090" y="159734"/>
                        <a:pt x="171233" y="164211"/>
                      </a:cubicBezTo>
                      <a:cubicBezTo>
                        <a:pt x="174376" y="168783"/>
                        <a:pt x="175900" y="172498"/>
                        <a:pt x="175900" y="175641"/>
                      </a:cubicBezTo>
                      <a:cubicBezTo>
                        <a:pt x="175900" y="177165"/>
                        <a:pt x="175614" y="178879"/>
                        <a:pt x="175043" y="180594"/>
                      </a:cubicBezTo>
                      <a:close/>
                      <a:moveTo>
                        <a:pt x="24929" y="104870"/>
                      </a:moveTo>
                      <a:lnTo>
                        <a:pt x="24929" y="109919"/>
                      </a:lnTo>
                      <a:lnTo>
                        <a:pt x="22929" y="104870"/>
                      </a:lnTo>
                      <a:lnTo>
                        <a:pt x="24929" y="104870"/>
                      </a:lnTo>
                      <a:close/>
                      <a:moveTo>
                        <a:pt x="32263" y="184690"/>
                      </a:moveTo>
                      <a:cubicBezTo>
                        <a:pt x="33501" y="183452"/>
                        <a:pt x="33501" y="182023"/>
                        <a:pt x="32263" y="180784"/>
                      </a:cubicBezTo>
                      <a:lnTo>
                        <a:pt x="32263" y="184690"/>
                      </a:lnTo>
                      <a:cubicBezTo>
                        <a:pt x="31311" y="185452"/>
                        <a:pt x="30263" y="186404"/>
                        <a:pt x="29501" y="187452"/>
                      </a:cubicBezTo>
                      <a:cubicBezTo>
                        <a:pt x="29787" y="187738"/>
                        <a:pt x="30739" y="188023"/>
                        <a:pt x="32263" y="188214"/>
                      </a:cubicBezTo>
                      <a:lnTo>
                        <a:pt x="32263" y="184785"/>
                      </a:lnTo>
                      <a:close/>
                      <a:moveTo>
                        <a:pt x="33882" y="35242"/>
                      </a:moveTo>
                      <a:cubicBezTo>
                        <a:pt x="31787" y="33147"/>
                        <a:pt x="30739" y="31718"/>
                        <a:pt x="30739" y="30956"/>
                      </a:cubicBezTo>
                      <a:cubicBezTo>
                        <a:pt x="30739" y="30194"/>
                        <a:pt x="31311" y="29432"/>
                        <a:pt x="32359" y="28670"/>
                      </a:cubicBezTo>
                      <a:cubicBezTo>
                        <a:pt x="33311" y="28670"/>
                        <a:pt x="33978" y="29528"/>
                        <a:pt x="33978" y="31432"/>
                      </a:cubicBezTo>
                      <a:lnTo>
                        <a:pt x="33978" y="35338"/>
                      </a:lnTo>
                      <a:close/>
                      <a:moveTo>
                        <a:pt x="110940" y="137255"/>
                      </a:moveTo>
                      <a:cubicBezTo>
                        <a:pt x="112750" y="135160"/>
                        <a:pt x="113606" y="132874"/>
                        <a:pt x="113606" y="130302"/>
                      </a:cubicBezTo>
                      <a:cubicBezTo>
                        <a:pt x="113606" y="127730"/>
                        <a:pt x="112369" y="124301"/>
                        <a:pt x="110178" y="120205"/>
                      </a:cubicBezTo>
                      <a:cubicBezTo>
                        <a:pt x="107796" y="116014"/>
                        <a:pt x="106653" y="113157"/>
                        <a:pt x="106653" y="111633"/>
                      </a:cubicBezTo>
                      <a:cubicBezTo>
                        <a:pt x="106653" y="109633"/>
                        <a:pt x="107606" y="107918"/>
                        <a:pt x="109702" y="106585"/>
                      </a:cubicBezTo>
                      <a:lnTo>
                        <a:pt x="105415" y="102298"/>
                      </a:lnTo>
                      <a:cubicBezTo>
                        <a:pt x="106653" y="100203"/>
                        <a:pt x="107416" y="98298"/>
                        <a:pt x="107416" y="96393"/>
                      </a:cubicBezTo>
                      <a:cubicBezTo>
                        <a:pt x="107416" y="94107"/>
                        <a:pt x="105415" y="91440"/>
                        <a:pt x="101510" y="88487"/>
                      </a:cubicBezTo>
                      <a:cubicBezTo>
                        <a:pt x="97605" y="85534"/>
                        <a:pt x="95700" y="82677"/>
                        <a:pt x="95700" y="80105"/>
                      </a:cubicBezTo>
                      <a:cubicBezTo>
                        <a:pt x="95700" y="78296"/>
                        <a:pt x="96366" y="76390"/>
                        <a:pt x="97605" y="74295"/>
                      </a:cubicBezTo>
                      <a:cubicBezTo>
                        <a:pt x="93985" y="66484"/>
                        <a:pt x="90461" y="62579"/>
                        <a:pt x="86747" y="62579"/>
                      </a:cubicBezTo>
                      <a:cubicBezTo>
                        <a:pt x="81793" y="67056"/>
                        <a:pt x="79317" y="77153"/>
                        <a:pt x="79317" y="92964"/>
                      </a:cubicBezTo>
                      <a:cubicBezTo>
                        <a:pt x="74173" y="92202"/>
                        <a:pt x="71602" y="93726"/>
                        <a:pt x="71602" y="97631"/>
                      </a:cubicBezTo>
                      <a:cubicBezTo>
                        <a:pt x="71602" y="99155"/>
                        <a:pt x="72173" y="101727"/>
                        <a:pt x="73316" y="105251"/>
                      </a:cubicBezTo>
                      <a:cubicBezTo>
                        <a:pt x="74459" y="108775"/>
                        <a:pt x="74935" y="110776"/>
                        <a:pt x="74745" y="111252"/>
                      </a:cubicBezTo>
                      <a:cubicBezTo>
                        <a:pt x="74459" y="112776"/>
                        <a:pt x="73316" y="114109"/>
                        <a:pt x="71221" y="115157"/>
                      </a:cubicBezTo>
                      <a:cubicBezTo>
                        <a:pt x="69125" y="116205"/>
                        <a:pt x="67887" y="116967"/>
                        <a:pt x="67410" y="117538"/>
                      </a:cubicBezTo>
                      <a:cubicBezTo>
                        <a:pt x="66839" y="119824"/>
                        <a:pt x="66648" y="122015"/>
                        <a:pt x="66648" y="124111"/>
                      </a:cubicBezTo>
                      <a:cubicBezTo>
                        <a:pt x="66648" y="134207"/>
                        <a:pt x="72364" y="140113"/>
                        <a:pt x="83794" y="141637"/>
                      </a:cubicBezTo>
                      <a:cubicBezTo>
                        <a:pt x="85889" y="142113"/>
                        <a:pt x="86937" y="143256"/>
                        <a:pt x="86937" y="145161"/>
                      </a:cubicBezTo>
                      <a:cubicBezTo>
                        <a:pt x="86937" y="147066"/>
                        <a:pt x="87032" y="148590"/>
                        <a:pt x="87318" y="150019"/>
                      </a:cubicBezTo>
                      <a:cubicBezTo>
                        <a:pt x="87508" y="151447"/>
                        <a:pt x="88461" y="152305"/>
                        <a:pt x="90080" y="152590"/>
                      </a:cubicBezTo>
                      <a:cubicBezTo>
                        <a:pt x="89509" y="146685"/>
                        <a:pt x="92080" y="142875"/>
                        <a:pt x="97509" y="141256"/>
                      </a:cubicBezTo>
                      <a:cubicBezTo>
                        <a:pt x="101891" y="139922"/>
                        <a:pt x="106463" y="138684"/>
                        <a:pt x="111130" y="137350"/>
                      </a:cubicBezTo>
                      <a:close/>
                      <a:moveTo>
                        <a:pt x="146468" y="123254"/>
                      </a:moveTo>
                      <a:lnTo>
                        <a:pt x="143230" y="120205"/>
                      </a:lnTo>
                      <a:lnTo>
                        <a:pt x="146468" y="117443"/>
                      </a:lnTo>
                      <a:lnTo>
                        <a:pt x="143230" y="117443"/>
                      </a:lnTo>
                      <a:cubicBezTo>
                        <a:pt x="142468" y="118491"/>
                        <a:pt x="141705" y="118967"/>
                        <a:pt x="140944" y="118967"/>
                      </a:cubicBezTo>
                      <a:cubicBezTo>
                        <a:pt x="140182" y="118967"/>
                        <a:pt x="139134" y="118205"/>
                        <a:pt x="137990" y="116586"/>
                      </a:cubicBezTo>
                      <a:cubicBezTo>
                        <a:pt x="136848" y="115062"/>
                        <a:pt x="136086" y="114300"/>
                        <a:pt x="135895" y="114300"/>
                      </a:cubicBezTo>
                      <a:cubicBezTo>
                        <a:pt x="134848" y="118491"/>
                        <a:pt x="138372" y="121444"/>
                        <a:pt x="146468" y="123254"/>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2" name="Google Shape;1122;p99"/>
              <p:cNvGrpSpPr/>
              <p:nvPr/>
            </p:nvGrpSpPr>
            <p:grpSpPr>
              <a:xfrm>
                <a:off x="13667892" y="5767864"/>
                <a:ext cx="189357" cy="51148"/>
                <a:chOff x="8414574" y="3485959"/>
                <a:chExt cx="189357" cy="51148"/>
              </a:xfrm>
            </p:grpSpPr>
            <p:sp>
              <p:nvSpPr>
                <p:cNvPr id="1123" name="Google Shape;1123;p99"/>
                <p:cNvSpPr/>
                <p:nvPr/>
              </p:nvSpPr>
              <p:spPr>
                <a:xfrm>
                  <a:off x="8414574" y="3485959"/>
                  <a:ext cx="41338" cy="50863"/>
                </a:xfrm>
                <a:custGeom>
                  <a:avLst/>
                  <a:gdLst/>
                  <a:ahLst/>
                  <a:cxnLst/>
                  <a:rect l="l" t="t" r="r" b="b"/>
                  <a:pathLst>
                    <a:path w="41338" h="50863" extrusionOk="0">
                      <a:moveTo>
                        <a:pt x="35814" y="2096"/>
                      </a:moveTo>
                      <a:cubicBezTo>
                        <a:pt x="37624" y="2096"/>
                        <a:pt x="38862" y="3048"/>
                        <a:pt x="39434" y="5143"/>
                      </a:cubicBezTo>
                      <a:cubicBezTo>
                        <a:pt x="40196" y="8001"/>
                        <a:pt x="40863" y="9620"/>
                        <a:pt x="41339" y="10096"/>
                      </a:cubicBezTo>
                      <a:lnTo>
                        <a:pt x="41053" y="41434"/>
                      </a:lnTo>
                      <a:cubicBezTo>
                        <a:pt x="40291" y="42005"/>
                        <a:pt x="39720" y="43053"/>
                        <a:pt x="39053" y="44767"/>
                      </a:cubicBezTo>
                      <a:cubicBezTo>
                        <a:pt x="38481" y="46482"/>
                        <a:pt x="37624" y="47720"/>
                        <a:pt x="36576" y="48387"/>
                      </a:cubicBezTo>
                      <a:cubicBezTo>
                        <a:pt x="35243" y="48387"/>
                        <a:pt x="34004" y="49054"/>
                        <a:pt x="32861" y="50482"/>
                      </a:cubicBezTo>
                      <a:cubicBezTo>
                        <a:pt x="32004" y="50482"/>
                        <a:pt x="30766" y="50482"/>
                        <a:pt x="29051" y="50578"/>
                      </a:cubicBezTo>
                      <a:cubicBezTo>
                        <a:pt x="27051" y="50768"/>
                        <a:pt x="25622" y="50863"/>
                        <a:pt x="24861" y="50863"/>
                      </a:cubicBezTo>
                      <a:cubicBezTo>
                        <a:pt x="22003" y="50863"/>
                        <a:pt x="19908" y="50101"/>
                        <a:pt x="18479" y="48673"/>
                      </a:cubicBezTo>
                      <a:cubicBezTo>
                        <a:pt x="18002" y="49816"/>
                        <a:pt x="17145" y="50387"/>
                        <a:pt x="15907" y="50387"/>
                      </a:cubicBezTo>
                      <a:cubicBezTo>
                        <a:pt x="15526" y="50387"/>
                        <a:pt x="14764" y="50197"/>
                        <a:pt x="13716" y="50101"/>
                      </a:cubicBezTo>
                      <a:cubicBezTo>
                        <a:pt x="12668" y="49911"/>
                        <a:pt x="11906" y="49721"/>
                        <a:pt x="11430" y="49721"/>
                      </a:cubicBezTo>
                      <a:cubicBezTo>
                        <a:pt x="10954" y="49721"/>
                        <a:pt x="10573" y="49816"/>
                        <a:pt x="10287" y="49911"/>
                      </a:cubicBezTo>
                      <a:lnTo>
                        <a:pt x="10668" y="49435"/>
                      </a:lnTo>
                      <a:cubicBezTo>
                        <a:pt x="10668" y="49435"/>
                        <a:pt x="9906" y="48768"/>
                        <a:pt x="9430" y="48768"/>
                      </a:cubicBezTo>
                      <a:cubicBezTo>
                        <a:pt x="9144" y="48768"/>
                        <a:pt x="8668" y="48863"/>
                        <a:pt x="8097" y="49149"/>
                      </a:cubicBezTo>
                      <a:cubicBezTo>
                        <a:pt x="7430" y="49435"/>
                        <a:pt x="7048" y="49625"/>
                        <a:pt x="6763" y="49625"/>
                      </a:cubicBezTo>
                      <a:cubicBezTo>
                        <a:pt x="6477" y="49625"/>
                        <a:pt x="6191" y="49435"/>
                        <a:pt x="5905" y="49149"/>
                      </a:cubicBezTo>
                      <a:cubicBezTo>
                        <a:pt x="5620" y="49530"/>
                        <a:pt x="5239" y="49721"/>
                        <a:pt x="4953" y="49721"/>
                      </a:cubicBezTo>
                      <a:cubicBezTo>
                        <a:pt x="4572" y="49721"/>
                        <a:pt x="4191" y="49435"/>
                        <a:pt x="3810" y="48863"/>
                      </a:cubicBezTo>
                      <a:cubicBezTo>
                        <a:pt x="3429" y="48292"/>
                        <a:pt x="3239" y="47911"/>
                        <a:pt x="3143" y="47911"/>
                      </a:cubicBezTo>
                      <a:cubicBezTo>
                        <a:pt x="2953" y="47911"/>
                        <a:pt x="2953" y="48387"/>
                        <a:pt x="2857" y="49149"/>
                      </a:cubicBezTo>
                      <a:cubicBezTo>
                        <a:pt x="2667" y="48482"/>
                        <a:pt x="2381" y="48006"/>
                        <a:pt x="1905" y="47911"/>
                      </a:cubicBezTo>
                      <a:cubicBezTo>
                        <a:pt x="1334" y="47625"/>
                        <a:pt x="858" y="47244"/>
                        <a:pt x="476" y="46577"/>
                      </a:cubicBezTo>
                      <a:lnTo>
                        <a:pt x="762" y="33814"/>
                      </a:lnTo>
                      <a:cubicBezTo>
                        <a:pt x="762" y="33814"/>
                        <a:pt x="286" y="32480"/>
                        <a:pt x="571" y="31051"/>
                      </a:cubicBezTo>
                      <a:cubicBezTo>
                        <a:pt x="858" y="29623"/>
                        <a:pt x="667" y="28575"/>
                        <a:pt x="0" y="28004"/>
                      </a:cubicBezTo>
                      <a:cubicBezTo>
                        <a:pt x="381" y="27241"/>
                        <a:pt x="476" y="25908"/>
                        <a:pt x="191" y="23908"/>
                      </a:cubicBezTo>
                      <a:cubicBezTo>
                        <a:pt x="-95" y="21907"/>
                        <a:pt x="191" y="20574"/>
                        <a:pt x="762" y="19621"/>
                      </a:cubicBezTo>
                      <a:cubicBezTo>
                        <a:pt x="476" y="17716"/>
                        <a:pt x="286" y="16764"/>
                        <a:pt x="286" y="16859"/>
                      </a:cubicBezTo>
                      <a:cubicBezTo>
                        <a:pt x="286" y="15907"/>
                        <a:pt x="667" y="15430"/>
                        <a:pt x="1524" y="15145"/>
                      </a:cubicBezTo>
                      <a:cubicBezTo>
                        <a:pt x="858" y="14859"/>
                        <a:pt x="571" y="14383"/>
                        <a:pt x="571" y="13621"/>
                      </a:cubicBezTo>
                      <a:cubicBezTo>
                        <a:pt x="571" y="13430"/>
                        <a:pt x="571" y="13240"/>
                        <a:pt x="571" y="12763"/>
                      </a:cubicBezTo>
                      <a:cubicBezTo>
                        <a:pt x="571" y="12382"/>
                        <a:pt x="667" y="12192"/>
                        <a:pt x="667" y="12001"/>
                      </a:cubicBezTo>
                      <a:cubicBezTo>
                        <a:pt x="667" y="11716"/>
                        <a:pt x="571" y="11430"/>
                        <a:pt x="381" y="11430"/>
                      </a:cubicBezTo>
                      <a:cubicBezTo>
                        <a:pt x="858" y="11049"/>
                        <a:pt x="1238" y="10668"/>
                        <a:pt x="1429" y="10096"/>
                      </a:cubicBezTo>
                      <a:cubicBezTo>
                        <a:pt x="1810" y="9239"/>
                        <a:pt x="2191" y="8572"/>
                        <a:pt x="2477" y="8096"/>
                      </a:cubicBezTo>
                      <a:cubicBezTo>
                        <a:pt x="1238" y="7906"/>
                        <a:pt x="571" y="7144"/>
                        <a:pt x="571" y="6001"/>
                      </a:cubicBezTo>
                      <a:lnTo>
                        <a:pt x="571" y="4953"/>
                      </a:lnTo>
                      <a:cubicBezTo>
                        <a:pt x="571" y="4477"/>
                        <a:pt x="667" y="4000"/>
                        <a:pt x="667" y="3715"/>
                      </a:cubicBezTo>
                      <a:cubicBezTo>
                        <a:pt x="667" y="3143"/>
                        <a:pt x="571" y="2667"/>
                        <a:pt x="381" y="2286"/>
                      </a:cubicBezTo>
                      <a:cubicBezTo>
                        <a:pt x="1048" y="1333"/>
                        <a:pt x="2191" y="762"/>
                        <a:pt x="3810" y="762"/>
                      </a:cubicBezTo>
                      <a:lnTo>
                        <a:pt x="6001" y="762"/>
                      </a:lnTo>
                      <a:cubicBezTo>
                        <a:pt x="7239" y="762"/>
                        <a:pt x="8287" y="476"/>
                        <a:pt x="9049" y="0"/>
                      </a:cubicBezTo>
                      <a:cubicBezTo>
                        <a:pt x="10954" y="476"/>
                        <a:pt x="13145" y="762"/>
                        <a:pt x="15621" y="762"/>
                      </a:cubicBezTo>
                      <a:cubicBezTo>
                        <a:pt x="16764" y="762"/>
                        <a:pt x="18574" y="762"/>
                        <a:pt x="20860" y="476"/>
                      </a:cubicBezTo>
                      <a:cubicBezTo>
                        <a:pt x="23241" y="286"/>
                        <a:pt x="24955" y="286"/>
                        <a:pt x="26098" y="286"/>
                      </a:cubicBezTo>
                      <a:cubicBezTo>
                        <a:pt x="27337" y="286"/>
                        <a:pt x="28480" y="286"/>
                        <a:pt x="29528" y="476"/>
                      </a:cubicBezTo>
                      <a:cubicBezTo>
                        <a:pt x="29909" y="667"/>
                        <a:pt x="30766" y="952"/>
                        <a:pt x="32004" y="1619"/>
                      </a:cubicBezTo>
                      <a:cubicBezTo>
                        <a:pt x="32861" y="2096"/>
                        <a:pt x="33528" y="2286"/>
                        <a:pt x="34195" y="2286"/>
                      </a:cubicBezTo>
                      <a:cubicBezTo>
                        <a:pt x="34671" y="2286"/>
                        <a:pt x="35243" y="2096"/>
                        <a:pt x="35814" y="1905"/>
                      </a:cubicBezTo>
                      <a:close/>
                      <a:moveTo>
                        <a:pt x="1524" y="35433"/>
                      </a:moveTo>
                      <a:cubicBezTo>
                        <a:pt x="2096" y="35433"/>
                        <a:pt x="2667" y="35433"/>
                        <a:pt x="3334" y="34957"/>
                      </a:cubicBezTo>
                      <a:lnTo>
                        <a:pt x="2477" y="34480"/>
                      </a:lnTo>
                      <a:cubicBezTo>
                        <a:pt x="2477" y="34480"/>
                        <a:pt x="1905" y="34195"/>
                        <a:pt x="1524" y="34290"/>
                      </a:cubicBezTo>
                      <a:lnTo>
                        <a:pt x="1524" y="35433"/>
                      </a:lnTo>
                      <a:close/>
                      <a:moveTo>
                        <a:pt x="4763" y="6953"/>
                      </a:moveTo>
                      <a:cubicBezTo>
                        <a:pt x="4191" y="6382"/>
                        <a:pt x="3810" y="6096"/>
                        <a:pt x="3620" y="6191"/>
                      </a:cubicBezTo>
                      <a:lnTo>
                        <a:pt x="4382" y="7525"/>
                      </a:lnTo>
                      <a:cubicBezTo>
                        <a:pt x="4382" y="7525"/>
                        <a:pt x="4382" y="7144"/>
                        <a:pt x="4763" y="6953"/>
                      </a:cubicBezTo>
                      <a:close/>
                      <a:moveTo>
                        <a:pt x="3620" y="13716"/>
                      </a:moveTo>
                      <a:cubicBezTo>
                        <a:pt x="3620" y="13716"/>
                        <a:pt x="4382" y="13621"/>
                        <a:pt x="4763" y="13240"/>
                      </a:cubicBezTo>
                      <a:cubicBezTo>
                        <a:pt x="5144" y="12859"/>
                        <a:pt x="5239" y="12382"/>
                        <a:pt x="5144" y="11906"/>
                      </a:cubicBezTo>
                      <a:cubicBezTo>
                        <a:pt x="4763" y="11811"/>
                        <a:pt x="4572" y="11716"/>
                        <a:pt x="4477" y="11716"/>
                      </a:cubicBezTo>
                      <a:cubicBezTo>
                        <a:pt x="4191" y="11716"/>
                        <a:pt x="4096" y="12097"/>
                        <a:pt x="4001" y="13049"/>
                      </a:cubicBezTo>
                      <a:cubicBezTo>
                        <a:pt x="4001" y="13335"/>
                        <a:pt x="3810" y="13525"/>
                        <a:pt x="3620" y="13716"/>
                      </a:cubicBezTo>
                      <a:close/>
                      <a:moveTo>
                        <a:pt x="29242" y="23431"/>
                      </a:moveTo>
                      <a:cubicBezTo>
                        <a:pt x="28480" y="20860"/>
                        <a:pt x="28480" y="17145"/>
                        <a:pt x="29242" y="12382"/>
                      </a:cubicBezTo>
                      <a:cubicBezTo>
                        <a:pt x="28290" y="11335"/>
                        <a:pt x="26384" y="10858"/>
                        <a:pt x="23527" y="10858"/>
                      </a:cubicBezTo>
                      <a:lnTo>
                        <a:pt x="24575" y="9049"/>
                      </a:lnTo>
                      <a:cubicBezTo>
                        <a:pt x="24289" y="9525"/>
                        <a:pt x="23622" y="9811"/>
                        <a:pt x="22384" y="9811"/>
                      </a:cubicBezTo>
                      <a:cubicBezTo>
                        <a:pt x="22193" y="9811"/>
                        <a:pt x="21813" y="9811"/>
                        <a:pt x="21336" y="9715"/>
                      </a:cubicBezTo>
                      <a:lnTo>
                        <a:pt x="20098" y="9715"/>
                      </a:lnTo>
                      <a:cubicBezTo>
                        <a:pt x="18193" y="9715"/>
                        <a:pt x="17050" y="10192"/>
                        <a:pt x="16573" y="11239"/>
                      </a:cubicBezTo>
                      <a:cubicBezTo>
                        <a:pt x="16193" y="11049"/>
                        <a:pt x="15812" y="11049"/>
                        <a:pt x="15526" y="11049"/>
                      </a:cubicBezTo>
                      <a:cubicBezTo>
                        <a:pt x="14954" y="11049"/>
                        <a:pt x="14288" y="11335"/>
                        <a:pt x="13431" y="11811"/>
                      </a:cubicBezTo>
                      <a:cubicBezTo>
                        <a:pt x="12573" y="12287"/>
                        <a:pt x="12002" y="12573"/>
                        <a:pt x="11525" y="12573"/>
                      </a:cubicBezTo>
                      <a:cubicBezTo>
                        <a:pt x="11239" y="12573"/>
                        <a:pt x="10954" y="12573"/>
                        <a:pt x="10668" y="12382"/>
                      </a:cubicBezTo>
                      <a:cubicBezTo>
                        <a:pt x="10954" y="12668"/>
                        <a:pt x="11049" y="12859"/>
                        <a:pt x="11049" y="13049"/>
                      </a:cubicBezTo>
                      <a:cubicBezTo>
                        <a:pt x="11049" y="13240"/>
                        <a:pt x="10763" y="13335"/>
                        <a:pt x="10192" y="13430"/>
                      </a:cubicBezTo>
                      <a:cubicBezTo>
                        <a:pt x="9620" y="13525"/>
                        <a:pt x="9240" y="13621"/>
                        <a:pt x="9144" y="13811"/>
                      </a:cubicBezTo>
                      <a:cubicBezTo>
                        <a:pt x="8668" y="14192"/>
                        <a:pt x="8382" y="14573"/>
                        <a:pt x="8382" y="14764"/>
                      </a:cubicBezTo>
                      <a:cubicBezTo>
                        <a:pt x="8382" y="14954"/>
                        <a:pt x="8668" y="15240"/>
                        <a:pt x="9144" y="15716"/>
                      </a:cubicBezTo>
                      <a:cubicBezTo>
                        <a:pt x="9620" y="16192"/>
                        <a:pt x="9906" y="16478"/>
                        <a:pt x="9906" y="16764"/>
                      </a:cubicBezTo>
                      <a:lnTo>
                        <a:pt x="7811" y="17526"/>
                      </a:lnTo>
                      <a:cubicBezTo>
                        <a:pt x="7811" y="17526"/>
                        <a:pt x="8192" y="17431"/>
                        <a:pt x="8382" y="17431"/>
                      </a:cubicBezTo>
                      <a:cubicBezTo>
                        <a:pt x="8858" y="17431"/>
                        <a:pt x="9240" y="17716"/>
                        <a:pt x="9620" y="18479"/>
                      </a:cubicBezTo>
                      <a:cubicBezTo>
                        <a:pt x="10096" y="19240"/>
                        <a:pt x="10383" y="19621"/>
                        <a:pt x="10668" y="19812"/>
                      </a:cubicBezTo>
                      <a:cubicBezTo>
                        <a:pt x="11906" y="19907"/>
                        <a:pt x="12573" y="21146"/>
                        <a:pt x="12668" y="23431"/>
                      </a:cubicBezTo>
                      <a:cubicBezTo>
                        <a:pt x="12668" y="25241"/>
                        <a:pt x="12668" y="27051"/>
                        <a:pt x="12668" y="28861"/>
                      </a:cubicBezTo>
                      <a:cubicBezTo>
                        <a:pt x="12478" y="29051"/>
                        <a:pt x="12478" y="29242"/>
                        <a:pt x="12478" y="29432"/>
                      </a:cubicBezTo>
                      <a:cubicBezTo>
                        <a:pt x="12478" y="29623"/>
                        <a:pt x="12668" y="29908"/>
                        <a:pt x="12954" y="30194"/>
                      </a:cubicBezTo>
                      <a:cubicBezTo>
                        <a:pt x="13240" y="30480"/>
                        <a:pt x="13431" y="30766"/>
                        <a:pt x="13431" y="30861"/>
                      </a:cubicBezTo>
                      <a:cubicBezTo>
                        <a:pt x="13431" y="31051"/>
                        <a:pt x="13335" y="31147"/>
                        <a:pt x="13049" y="31337"/>
                      </a:cubicBezTo>
                      <a:cubicBezTo>
                        <a:pt x="12097" y="33433"/>
                        <a:pt x="12192" y="34671"/>
                        <a:pt x="13240" y="35052"/>
                      </a:cubicBezTo>
                      <a:lnTo>
                        <a:pt x="12288" y="35814"/>
                      </a:lnTo>
                      <a:cubicBezTo>
                        <a:pt x="12288" y="35814"/>
                        <a:pt x="12764" y="36671"/>
                        <a:pt x="12764" y="37147"/>
                      </a:cubicBezTo>
                      <a:lnTo>
                        <a:pt x="12764" y="37909"/>
                      </a:lnTo>
                      <a:cubicBezTo>
                        <a:pt x="12764" y="37909"/>
                        <a:pt x="12668" y="38481"/>
                        <a:pt x="12668" y="38576"/>
                      </a:cubicBezTo>
                      <a:cubicBezTo>
                        <a:pt x="12668" y="39338"/>
                        <a:pt x="13145" y="39910"/>
                        <a:pt x="13811" y="40291"/>
                      </a:cubicBezTo>
                      <a:cubicBezTo>
                        <a:pt x="14764" y="40291"/>
                        <a:pt x="15907" y="40196"/>
                        <a:pt x="17526" y="39814"/>
                      </a:cubicBezTo>
                      <a:cubicBezTo>
                        <a:pt x="18193" y="41148"/>
                        <a:pt x="19050" y="41815"/>
                        <a:pt x="20003" y="41815"/>
                      </a:cubicBezTo>
                      <a:cubicBezTo>
                        <a:pt x="20574" y="41815"/>
                        <a:pt x="21622" y="41434"/>
                        <a:pt x="22956" y="40481"/>
                      </a:cubicBezTo>
                      <a:cubicBezTo>
                        <a:pt x="24289" y="39624"/>
                        <a:pt x="25337" y="39148"/>
                        <a:pt x="26004" y="39148"/>
                      </a:cubicBezTo>
                      <a:cubicBezTo>
                        <a:pt x="26575" y="39148"/>
                        <a:pt x="27147" y="39338"/>
                        <a:pt x="27623" y="39814"/>
                      </a:cubicBezTo>
                      <a:cubicBezTo>
                        <a:pt x="28766" y="38671"/>
                        <a:pt x="29242" y="37147"/>
                        <a:pt x="29242" y="35147"/>
                      </a:cubicBezTo>
                      <a:cubicBezTo>
                        <a:pt x="29242" y="33623"/>
                        <a:pt x="28956" y="32194"/>
                        <a:pt x="28385" y="30861"/>
                      </a:cubicBezTo>
                      <a:cubicBezTo>
                        <a:pt x="29242" y="30194"/>
                        <a:pt x="29623" y="28956"/>
                        <a:pt x="29337" y="27146"/>
                      </a:cubicBezTo>
                      <a:cubicBezTo>
                        <a:pt x="29051" y="25241"/>
                        <a:pt x="29146" y="24098"/>
                        <a:pt x="29528" y="23527"/>
                      </a:cubicBezTo>
                      <a:close/>
                      <a:moveTo>
                        <a:pt x="8001" y="21526"/>
                      </a:moveTo>
                      <a:lnTo>
                        <a:pt x="9430" y="21812"/>
                      </a:lnTo>
                      <a:lnTo>
                        <a:pt x="9049" y="21526"/>
                      </a:lnTo>
                      <a:lnTo>
                        <a:pt x="8001" y="21526"/>
                      </a:lnTo>
                      <a:close/>
                      <a:moveTo>
                        <a:pt x="10954" y="15526"/>
                      </a:moveTo>
                      <a:cubicBezTo>
                        <a:pt x="10954" y="15526"/>
                        <a:pt x="11430" y="15240"/>
                        <a:pt x="12002" y="15240"/>
                      </a:cubicBezTo>
                      <a:cubicBezTo>
                        <a:pt x="11811" y="15526"/>
                        <a:pt x="11525" y="15621"/>
                        <a:pt x="11049" y="15621"/>
                      </a:cubicBezTo>
                      <a:lnTo>
                        <a:pt x="9811" y="15621"/>
                      </a:lnTo>
                      <a:lnTo>
                        <a:pt x="9811" y="14764"/>
                      </a:lnTo>
                      <a:cubicBezTo>
                        <a:pt x="9811" y="14764"/>
                        <a:pt x="10192" y="14764"/>
                        <a:pt x="10478" y="15049"/>
                      </a:cubicBezTo>
                      <a:cubicBezTo>
                        <a:pt x="10668" y="15430"/>
                        <a:pt x="10859" y="15430"/>
                        <a:pt x="10954" y="15430"/>
                      </a:cubicBezTo>
                      <a:close/>
                      <a:moveTo>
                        <a:pt x="22193" y="6382"/>
                      </a:moveTo>
                      <a:cubicBezTo>
                        <a:pt x="22193" y="6382"/>
                        <a:pt x="21717" y="6191"/>
                        <a:pt x="21050" y="6191"/>
                      </a:cubicBezTo>
                      <a:lnTo>
                        <a:pt x="21527" y="7239"/>
                      </a:lnTo>
                      <a:lnTo>
                        <a:pt x="22193" y="6477"/>
                      </a:lnTo>
                      <a:close/>
                      <a:moveTo>
                        <a:pt x="22956" y="2476"/>
                      </a:moveTo>
                      <a:lnTo>
                        <a:pt x="22670" y="2096"/>
                      </a:lnTo>
                      <a:lnTo>
                        <a:pt x="22956" y="3619"/>
                      </a:lnTo>
                      <a:lnTo>
                        <a:pt x="22956" y="2572"/>
                      </a:lnTo>
                      <a:close/>
                      <a:moveTo>
                        <a:pt x="25527" y="3810"/>
                      </a:moveTo>
                      <a:cubicBezTo>
                        <a:pt x="25527" y="3810"/>
                        <a:pt x="24955" y="3810"/>
                        <a:pt x="24861" y="4096"/>
                      </a:cubicBezTo>
                      <a:cubicBezTo>
                        <a:pt x="24670" y="4381"/>
                        <a:pt x="24575" y="4477"/>
                        <a:pt x="24479" y="4572"/>
                      </a:cubicBezTo>
                      <a:lnTo>
                        <a:pt x="25527" y="4572"/>
                      </a:lnTo>
                      <a:lnTo>
                        <a:pt x="25527" y="3810"/>
                      </a:lnTo>
                      <a:close/>
                      <a:moveTo>
                        <a:pt x="27337" y="9811"/>
                      </a:moveTo>
                      <a:cubicBezTo>
                        <a:pt x="27337" y="9144"/>
                        <a:pt x="27623" y="8858"/>
                        <a:pt x="28194" y="9239"/>
                      </a:cubicBezTo>
                      <a:cubicBezTo>
                        <a:pt x="28766" y="9525"/>
                        <a:pt x="29146" y="9525"/>
                        <a:pt x="29146" y="9049"/>
                      </a:cubicBezTo>
                      <a:cubicBezTo>
                        <a:pt x="28956" y="9049"/>
                        <a:pt x="28766" y="9239"/>
                        <a:pt x="28670" y="9239"/>
                      </a:cubicBezTo>
                      <a:cubicBezTo>
                        <a:pt x="28480" y="9239"/>
                        <a:pt x="28099" y="9049"/>
                        <a:pt x="27718" y="8668"/>
                      </a:cubicBezTo>
                      <a:cubicBezTo>
                        <a:pt x="27337" y="8287"/>
                        <a:pt x="26861" y="8191"/>
                        <a:pt x="26480" y="8287"/>
                      </a:cubicBezTo>
                      <a:lnTo>
                        <a:pt x="26480" y="9811"/>
                      </a:lnTo>
                      <a:lnTo>
                        <a:pt x="27242" y="981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 name="Google Shape;1124;p99"/>
                <p:cNvSpPr/>
                <p:nvPr/>
              </p:nvSpPr>
              <p:spPr>
                <a:xfrm>
                  <a:off x="8462664" y="3486911"/>
                  <a:ext cx="44207" cy="50101"/>
                </a:xfrm>
                <a:custGeom>
                  <a:avLst/>
                  <a:gdLst/>
                  <a:ahLst/>
                  <a:cxnLst/>
                  <a:rect l="l" t="t" r="r" b="b"/>
                  <a:pathLst>
                    <a:path w="44207" h="50101" extrusionOk="0">
                      <a:moveTo>
                        <a:pt x="42589" y="43625"/>
                      </a:moveTo>
                      <a:cubicBezTo>
                        <a:pt x="43732" y="43815"/>
                        <a:pt x="44208" y="44482"/>
                        <a:pt x="44208" y="45625"/>
                      </a:cubicBezTo>
                      <a:cubicBezTo>
                        <a:pt x="44208" y="45149"/>
                        <a:pt x="44113" y="46006"/>
                        <a:pt x="43732" y="48292"/>
                      </a:cubicBezTo>
                      <a:cubicBezTo>
                        <a:pt x="42684" y="49435"/>
                        <a:pt x="41065" y="50006"/>
                        <a:pt x="38969" y="50006"/>
                      </a:cubicBezTo>
                      <a:cubicBezTo>
                        <a:pt x="35445" y="50006"/>
                        <a:pt x="33731" y="50006"/>
                        <a:pt x="33921" y="50006"/>
                      </a:cubicBezTo>
                      <a:cubicBezTo>
                        <a:pt x="32588" y="49625"/>
                        <a:pt x="31921" y="48387"/>
                        <a:pt x="31921" y="46387"/>
                      </a:cubicBezTo>
                      <a:cubicBezTo>
                        <a:pt x="31921" y="44387"/>
                        <a:pt x="31445" y="43148"/>
                        <a:pt x="30587" y="42672"/>
                      </a:cubicBezTo>
                      <a:cubicBezTo>
                        <a:pt x="30111" y="42482"/>
                        <a:pt x="28777" y="42386"/>
                        <a:pt x="26682" y="42386"/>
                      </a:cubicBezTo>
                      <a:cubicBezTo>
                        <a:pt x="25158" y="42386"/>
                        <a:pt x="23920" y="42005"/>
                        <a:pt x="23158" y="41148"/>
                      </a:cubicBezTo>
                      <a:cubicBezTo>
                        <a:pt x="23158" y="41148"/>
                        <a:pt x="22967" y="40291"/>
                        <a:pt x="22777" y="38767"/>
                      </a:cubicBezTo>
                      <a:cubicBezTo>
                        <a:pt x="22777" y="38100"/>
                        <a:pt x="22491" y="37624"/>
                        <a:pt x="22015" y="37529"/>
                      </a:cubicBezTo>
                      <a:cubicBezTo>
                        <a:pt x="21538" y="38386"/>
                        <a:pt x="21253" y="39243"/>
                        <a:pt x="20967" y="40196"/>
                      </a:cubicBezTo>
                      <a:cubicBezTo>
                        <a:pt x="20681" y="41434"/>
                        <a:pt x="20395" y="42482"/>
                        <a:pt x="20205" y="43148"/>
                      </a:cubicBezTo>
                      <a:cubicBezTo>
                        <a:pt x="19729" y="43244"/>
                        <a:pt x="18872" y="43148"/>
                        <a:pt x="17824" y="43053"/>
                      </a:cubicBezTo>
                      <a:cubicBezTo>
                        <a:pt x="16586" y="42863"/>
                        <a:pt x="15728" y="42767"/>
                        <a:pt x="15347" y="42767"/>
                      </a:cubicBezTo>
                      <a:cubicBezTo>
                        <a:pt x="14109" y="42767"/>
                        <a:pt x="13156" y="43339"/>
                        <a:pt x="12775" y="44577"/>
                      </a:cubicBezTo>
                      <a:cubicBezTo>
                        <a:pt x="12775" y="44672"/>
                        <a:pt x="12490" y="45434"/>
                        <a:pt x="11823" y="46768"/>
                      </a:cubicBezTo>
                      <a:cubicBezTo>
                        <a:pt x="11347" y="47816"/>
                        <a:pt x="11061" y="48578"/>
                        <a:pt x="11061" y="49149"/>
                      </a:cubicBezTo>
                      <a:cubicBezTo>
                        <a:pt x="11061" y="49530"/>
                        <a:pt x="11061" y="49816"/>
                        <a:pt x="11252" y="50102"/>
                      </a:cubicBezTo>
                      <a:lnTo>
                        <a:pt x="5536" y="50102"/>
                      </a:lnTo>
                      <a:cubicBezTo>
                        <a:pt x="3060" y="50102"/>
                        <a:pt x="1250" y="49816"/>
                        <a:pt x="12" y="49244"/>
                      </a:cubicBezTo>
                      <a:cubicBezTo>
                        <a:pt x="-83" y="46292"/>
                        <a:pt x="393" y="43434"/>
                        <a:pt x="1536" y="40672"/>
                      </a:cubicBezTo>
                      <a:cubicBezTo>
                        <a:pt x="2584" y="37910"/>
                        <a:pt x="3727" y="35147"/>
                        <a:pt x="4965" y="32385"/>
                      </a:cubicBezTo>
                      <a:cubicBezTo>
                        <a:pt x="4489" y="32099"/>
                        <a:pt x="4203" y="31909"/>
                        <a:pt x="4203" y="31528"/>
                      </a:cubicBezTo>
                      <a:cubicBezTo>
                        <a:pt x="4203" y="31433"/>
                        <a:pt x="4203" y="31147"/>
                        <a:pt x="4489" y="30671"/>
                      </a:cubicBezTo>
                      <a:cubicBezTo>
                        <a:pt x="4679" y="30290"/>
                        <a:pt x="4774" y="30004"/>
                        <a:pt x="4774" y="29813"/>
                      </a:cubicBezTo>
                      <a:cubicBezTo>
                        <a:pt x="4774" y="29528"/>
                        <a:pt x="4774" y="29337"/>
                        <a:pt x="4584" y="29242"/>
                      </a:cubicBezTo>
                      <a:cubicBezTo>
                        <a:pt x="4489" y="28385"/>
                        <a:pt x="4965" y="27908"/>
                        <a:pt x="6108" y="27432"/>
                      </a:cubicBezTo>
                      <a:cubicBezTo>
                        <a:pt x="7346" y="27051"/>
                        <a:pt x="7822" y="26670"/>
                        <a:pt x="7822" y="26384"/>
                      </a:cubicBezTo>
                      <a:cubicBezTo>
                        <a:pt x="7822" y="26194"/>
                        <a:pt x="7728" y="25908"/>
                        <a:pt x="7346" y="25527"/>
                      </a:cubicBezTo>
                      <a:lnTo>
                        <a:pt x="7346" y="25527"/>
                      </a:lnTo>
                      <a:cubicBezTo>
                        <a:pt x="7346" y="25527"/>
                        <a:pt x="7346" y="25241"/>
                        <a:pt x="7061" y="25146"/>
                      </a:cubicBezTo>
                      <a:cubicBezTo>
                        <a:pt x="7346" y="24765"/>
                        <a:pt x="7822" y="24575"/>
                        <a:pt x="8584" y="24479"/>
                      </a:cubicBezTo>
                      <a:cubicBezTo>
                        <a:pt x="9727" y="24289"/>
                        <a:pt x="10490" y="24098"/>
                        <a:pt x="10775" y="24098"/>
                      </a:cubicBezTo>
                      <a:cubicBezTo>
                        <a:pt x="10775" y="23527"/>
                        <a:pt x="10585" y="23051"/>
                        <a:pt x="10299" y="22574"/>
                      </a:cubicBezTo>
                      <a:cubicBezTo>
                        <a:pt x="9823" y="21812"/>
                        <a:pt x="9347" y="21527"/>
                        <a:pt x="8680" y="21812"/>
                      </a:cubicBezTo>
                      <a:lnTo>
                        <a:pt x="7346" y="21812"/>
                      </a:lnTo>
                      <a:cubicBezTo>
                        <a:pt x="7346" y="20860"/>
                        <a:pt x="7728" y="20098"/>
                        <a:pt x="8680" y="19336"/>
                      </a:cubicBezTo>
                      <a:lnTo>
                        <a:pt x="9251" y="14097"/>
                      </a:lnTo>
                      <a:cubicBezTo>
                        <a:pt x="9823" y="14097"/>
                        <a:pt x="10109" y="13621"/>
                        <a:pt x="10299" y="13049"/>
                      </a:cubicBezTo>
                      <a:cubicBezTo>
                        <a:pt x="10490" y="12192"/>
                        <a:pt x="10585" y="11621"/>
                        <a:pt x="10775" y="11430"/>
                      </a:cubicBezTo>
                      <a:cubicBezTo>
                        <a:pt x="10775" y="10668"/>
                        <a:pt x="11061" y="9430"/>
                        <a:pt x="11823" y="7811"/>
                      </a:cubicBezTo>
                      <a:cubicBezTo>
                        <a:pt x="12490" y="6096"/>
                        <a:pt x="12966" y="4858"/>
                        <a:pt x="12966" y="4096"/>
                      </a:cubicBezTo>
                      <a:cubicBezTo>
                        <a:pt x="13062" y="3905"/>
                        <a:pt x="13252" y="3239"/>
                        <a:pt x="13442" y="1905"/>
                      </a:cubicBezTo>
                      <a:cubicBezTo>
                        <a:pt x="13633" y="1048"/>
                        <a:pt x="14109" y="572"/>
                        <a:pt x="14871" y="381"/>
                      </a:cubicBezTo>
                      <a:lnTo>
                        <a:pt x="16395" y="381"/>
                      </a:lnTo>
                      <a:cubicBezTo>
                        <a:pt x="16680" y="1238"/>
                        <a:pt x="16967" y="1619"/>
                        <a:pt x="17253" y="1619"/>
                      </a:cubicBezTo>
                      <a:cubicBezTo>
                        <a:pt x="17347" y="1619"/>
                        <a:pt x="17729" y="1334"/>
                        <a:pt x="18300" y="762"/>
                      </a:cubicBezTo>
                      <a:cubicBezTo>
                        <a:pt x="18776" y="191"/>
                        <a:pt x="19252" y="0"/>
                        <a:pt x="19634" y="0"/>
                      </a:cubicBezTo>
                      <a:cubicBezTo>
                        <a:pt x="19824" y="0"/>
                        <a:pt x="20015" y="0"/>
                        <a:pt x="20110" y="0"/>
                      </a:cubicBezTo>
                      <a:lnTo>
                        <a:pt x="28206" y="286"/>
                      </a:lnTo>
                      <a:cubicBezTo>
                        <a:pt x="30302" y="3429"/>
                        <a:pt x="31349" y="5525"/>
                        <a:pt x="31349" y="6382"/>
                      </a:cubicBezTo>
                      <a:cubicBezTo>
                        <a:pt x="31349" y="6763"/>
                        <a:pt x="31349" y="7049"/>
                        <a:pt x="31159" y="7334"/>
                      </a:cubicBezTo>
                      <a:cubicBezTo>
                        <a:pt x="32492" y="8096"/>
                        <a:pt x="33159" y="8954"/>
                        <a:pt x="33159" y="10097"/>
                      </a:cubicBezTo>
                      <a:cubicBezTo>
                        <a:pt x="33159" y="10383"/>
                        <a:pt x="33064" y="10859"/>
                        <a:pt x="32968" y="11525"/>
                      </a:cubicBezTo>
                      <a:cubicBezTo>
                        <a:pt x="32778" y="12192"/>
                        <a:pt x="32778" y="12668"/>
                        <a:pt x="32778" y="12954"/>
                      </a:cubicBezTo>
                      <a:cubicBezTo>
                        <a:pt x="32778" y="14002"/>
                        <a:pt x="33445" y="14859"/>
                        <a:pt x="34778" y="15335"/>
                      </a:cubicBezTo>
                      <a:cubicBezTo>
                        <a:pt x="34588" y="16859"/>
                        <a:pt x="34778" y="18860"/>
                        <a:pt x="35540" y="21050"/>
                      </a:cubicBezTo>
                      <a:cubicBezTo>
                        <a:pt x="36207" y="22955"/>
                        <a:pt x="36779" y="24860"/>
                        <a:pt x="37446" y="26861"/>
                      </a:cubicBezTo>
                      <a:lnTo>
                        <a:pt x="36969" y="26861"/>
                      </a:lnTo>
                      <a:cubicBezTo>
                        <a:pt x="36969" y="26861"/>
                        <a:pt x="37350" y="27432"/>
                        <a:pt x="37350" y="28289"/>
                      </a:cubicBezTo>
                      <a:cubicBezTo>
                        <a:pt x="37350" y="29147"/>
                        <a:pt x="37636" y="29528"/>
                        <a:pt x="38017" y="29528"/>
                      </a:cubicBezTo>
                      <a:cubicBezTo>
                        <a:pt x="38207" y="29528"/>
                        <a:pt x="38398" y="29528"/>
                        <a:pt x="38684" y="29337"/>
                      </a:cubicBezTo>
                      <a:cubicBezTo>
                        <a:pt x="38684" y="30385"/>
                        <a:pt x="38779" y="31337"/>
                        <a:pt x="38874" y="32385"/>
                      </a:cubicBezTo>
                      <a:cubicBezTo>
                        <a:pt x="39065" y="33719"/>
                        <a:pt x="39636" y="34671"/>
                        <a:pt x="40588" y="35147"/>
                      </a:cubicBezTo>
                      <a:cubicBezTo>
                        <a:pt x="40398" y="35719"/>
                        <a:pt x="40303" y="36195"/>
                        <a:pt x="40303" y="36767"/>
                      </a:cubicBezTo>
                      <a:cubicBezTo>
                        <a:pt x="40303" y="37624"/>
                        <a:pt x="40684" y="38576"/>
                        <a:pt x="41446" y="39624"/>
                      </a:cubicBezTo>
                      <a:cubicBezTo>
                        <a:pt x="42113" y="40672"/>
                        <a:pt x="42493" y="41624"/>
                        <a:pt x="42493" y="42386"/>
                      </a:cubicBezTo>
                      <a:cubicBezTo>
                        <a:pt x="42493" y="42767"/>
                        <a:pt x="42493" y="43148"/>
                        <a:pt x="42303" y="43529"/>
                      </a:cubicBezTo>
                      <a:close/>
                      <a:moveTo>
                        <a:pt x="6203" y="25337"/>
                      </a:moveTo>
                      <a:lnTo>
                        <a:pt x="6203" y="26479"/>
                      </a:lnTo>
                      <a:lnTo>
                        <a:pt x="5727" y="25337"/>
                      </a:lnTo>
                      <a:lnTo>
                        <a:pt x="6203" y="25337"/>
                      </a:lnTo>
                      <a:close/>
                      <a:moveTo>
                        <a:pt x="8013" y="44672"/>
                      </a:moveTo>
                      <a:cubicBezTo>
                        <a:pt x="8013" y="44672"/>
                        <a:pt x="8299" y="44101"/>
                        <a:pt x="8013" y="43815"/>
                      </a:cubicBezTo>
                      <a:lnTo>
                        <a:pt x="8013" y="44672"/>
                      </a:lnTo>
                      <a:cubicBezTo>
                        <a:pt x="8013" y="44672"/>
                        <a:pt x="7537" y="45149"/>
                        <a:pt x="7346" y="45339"/>
                      </a:cubicBezTo>
                      <a:cubicBezTo>
                        <a:pt x="7346" y="45434"/>
                        <a:pt x="7632" y="45529"/>
                        <a:pt x="8013" y="45529"/>
                      </a:cubicBezTo>
                      <a:lnTo>
                        <a:pt x="8013" y="44672"/>
                      </a:lnTo>
                      <a:close/>
                      <a:moveTo>
                        <a:pt x="8394" y="8382"/>
                      </a:moveTo>
                      <a:cubicBezTo>
                        <a:pt x="7918" y="7906"/>
                        <a:pt x="7632" y="7525"/>
                        <a:pt x="7632" y="7334"/>
                      </a:cubicBezTo>
                      <a:cubicBezTo>
                        <a:pt x="7632" y="7144"/>
                        <a:pt x="7728" y="6953"/>
                        <a:pt x="8013" y="6763"/>
                      </a:cubicBezTo>
                      <a:cubicBezTo>
                        <a:pt x="8299" y="6763"/>
                        <a:pt x="8394" y="7049"/>
                        <a:pt x="8394" y="7429"/>
                      </a:cubicBezTo>
                      <a:lnTo>
                        <a:pt x="8394" y="8382"/>
                      </a:lnTo>
                      <a:close/>
                      <a:moveTo>
                        <a:pt x="27158" y="33147"/>
                      </a:moveTo>
                      <a:cubicBezTo>
                        <a:pt x="27539" y="32671"/>
                        <a:pt x="27825" y="32099"/>
                        <a:pt x="27825" y="31433"/>
                      </a:cubicBezTo>
                      <a:cubicBezTo>
                        <a:pt x="27825" y="30861"/>
                        <a:pt x="27539" y="30004"/>
                        <a:pt x="26968" y="29051"/>
                      </a:cubicBezTo>
                      <a:cubicBezTo>
                        <a:pt x="26396" y="28004"/>
                        <a:pt x="26111" y="27337"/>
                        <a:pt x="26111" y="26956"/>
                      </a:cubicBezTo>
                      <a:cubicBezTo>
                        <a:pt x="26111" y="26479"/>
                        <a:pt x="26396" y="26099"/>
                        <a:pt x="26872" y="25718"/>
                      </a:cubicBezTo>
                      <a:lnTo>
                        <a:pt x="25825" y="24670"/>
                      </a:lnTo>
                      <a:cubicBezTo>
                        <a:pt x="26111" y="24194"/>
                        <a:pt x="26301" y="23717"/>
                        <a:pt x="26301" y="23241"/>
                      </a:cubicBezTo>
                      <a:cubicBezTo>
                        <a:pt x="26301" y="22670"/>
                        <a:pt x="25825" y="22098"/>
                        <a:pt x="24872" y="21336"/>
                      </a:cubicBezTo>
                      <a:cubicBezTo>
                        <a:pt x="23920" y="20669"/>
                        <a:pt x="23443" y="20003"/>
                        <a:pt x="23443" y="19336"/>
                      </a:cubicBezTo>
                      <a:cubicBezTo>
                        <a:pt x="23443" y="18860"/>
                        <a:pt x="23634" y="18383"/>
                        <a:pt x="23920" y="17907"/>
                      </a:cubicBezTo>
                      <a:cubicBezTo>
                        <a:pt x="23063" y="15907"/>
                        <a:pt x="22205" y="15050"/>
                        <a:pt x="21253" y="15050"/>
                      </a:cubicBezTo>
                      <a:cubicBezTo>
                        <a:pt x="20110" y="16097"/>
                        <a:pt x="19443" y="18669"/>
                        <a:pt x="19443" y="22479"/>
                      </a:cubicBezTo>
                      <a:cubicBezTo>
                        <a:pt x="18205" y="22193"/>
                        <a:pt x="17538" y="22670"/>
                        <a:pt x="17538" y="23622"/>
                      </a:cubicBezTo>
                      <a:cubicBezTo>
                        <a:pt x="17538" y="24003"/>
                        <a:pt x="17729" y="24670"/>
                        <a:pt x="18014" y="25432"/>
                      </a:cubicBezTo>
                      <a:cubicBezTo>
                        <a:pt x="18300" y="26289"/>
                        <a:pt x="18396" y="26766"/>
                        <a:pt x="18396" y="26956"/>
                      </a:cubicBezTo>
                      <a:cubicBezTo>
                        <a:pt x="18396" y="27337"/>
                        <a:pt x="18014" y="27623"/>
                        <a:pt x="17538" y="27908"/>
                      </a:cubicBezTo>
                      <a:cubicBezTo>
                        <a:pt x="17062" y="28194"/>
                        <a:pt x="16776" y="28289"/>
                        <a:pt x="16586" y="28480"/>
                      </a:cubicBezTo>
                      <a:cubicBezTo>
                        <a:pt x="16490" y="28956"/>
                        <a:pt x="16395" y="29623"/>
                        <a:pt x="16395" y="30099"/>
                      </a:cubicBezTo>
                      <a:cubicBezTo>
                        <a:pt x="16395" y="32480"/>
                        <a:pt x="17729" y="33909"/>
                        <a:pt x="20491" y="34290"/>
                      </a:cubicBezTo>
                      <a:cubicBezTo>
                        <a:pt x="21062" y="34481"/>
                        <a:pt x="21253" y="34671"/>
                        <a:pt x="21253" y="35147"/>
                      </a:cubicBezTo>
                      <a:cubicBezTo>
                        <a:pt x="21253" y="35528"/>
                        <a:pt x="21253" y="36004"/>
                        <a:pt x="21348" y="36291"/>
                      </a:cubicBezTo>
                      <a:cubicBezTo>
                        <a:pt x="21348" y="36671"/>
                        <a:pt x="21634" y="36862"/>
                        <a:pt x="22015" y="36862"/>
                      </a:cubicBezTo>
                      <a:cubicBezTo>
                        <a:pt x="21824" y="35433"/>
                        <a:pt x="22491" y="34481"/>
                        <a:pt x="23824" y="34100"/>
                      </a:cubicBezTo>
                      <a:cubicBezTo>
                        <a:pt x="24872" y="33814"/>
                        <a:pt x="26015" y="33433"/>
                        <a:pt x="27158" y="33147"/>
                      </a:cubicBezTo>
                      <a:close/>
                      <a:moveTo>
                        <a:pt x="35730" y="29813"/>
                      </a:moveTo>
                      <a:lnTo>
                        <a:pt x="34969" y="29051"/>
                      </a:lnTo>
                      <a:lnTo>
                        <a:pt x="35730" y="28385"/>
                      </a:lnTo>
                      <a:lnTo>
                        <a:pt x="34969" y="28385"/>
                      </a:lnTo>
                      <a:cubicBezTo>
                        <a:pt x="34969" y="28385"/>
                        <a:pt x="34588" y="28766"/>
                        <a:pt x="34397" y="28766"/>
                      </a:cubicBezTo>
                      <a:cubicBezTo>
                        <a:pt x="34207" y="28766"/>
                        <a:pt x="34016" y="28575"/>
                        <a:pt x="33731" y="28289"/>
                      </a:cubicBezTo>
                      <a:cubicBezTo>
                        <a:pt x="33445" y="27908"/>
                        <a:pt x="33349" y="27718"/>
                        <a:pt x="33159" y="27718"/>
                      </a:cubicBezTo>
                      <a:cubicBezTo>
                        <a:pt x="32968" y="28766"/>
                        <a:pt x="33731" y="29433"/>
                        <a:pt x="35730" y="29909"/>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 name="Google Shape;1125;p99"/>
                <p:cNvSpPr/>
                <p:nvPr/>
              </p:nvSpPr>
              <p:spPr>
                <a:xfrm>
                  <a:off x="8512015" y="3486399"/>
                  <a:ext cx="41719" cy="50708"/>
                </a:xfrm>
                <a:custGeom>
                  <a:avLst/>
                  <a:gdLst/>
                  <a:ahLst/>
                  <a:cxnLst/>
                  <a:rect l="l" t="t" r="r" b="b"/>
                  <a:pathLst>
                    <a:path w="41719" h="50708" extrusionOk="0">
                      <a:moveTo>
                        <a:pt x="40671" y="322"/>
                      </a:moveTo>
                      <a:lnTo>
                        <a:pt x="41720" y="1846"/>
                      </a:lnTo>
                      <a:lnTo>
                        <a:pt x="40957" y="10323"/>
                      </a:lnTo>
                      <a:cubicBezTo>
                        <a:pt x="40957" y="10323"/>
                        <a:pt x="40005" y="10323"/>
                        <a:pt x="37147" y="10323"/>
                      </a:cubicBezTo>
                      <a:cubicBezTo>
                        <a:pt x="35814" y="10323"/>
                        <a:pt x="34957" y="10895"/>
                        <a:pt x="34576" y="11942"/>
                      </a:cubicBezTo>
                      <a:cubicBezTo>
                        <a:pt x="34194" y="11085"/>
                        <a:pt x="33432" y="10704"/>
                        <a:pt x="32480" y="10704"/>
                      </a:cubicBezTo>
                      <a:cubicBezTo>
                        <a:pt x="32004" y="10704"/>
                        <a:pt x="31337" y="10704"/>
                        <a:pt x="30480" y="10990"/>
                      </a:cubicBezTo>
                      <a:cubicBezTo>
                        <a:pt x="29718" y="11180"/>
                        <a:pt x="29146" y="11275"/>
                        <a:pt x="28765" y="11275"/>
                      </a:cubicBezTo>
                      <a:cubicBezTo>
                        <a:pt x="28194" y="12895"/>
                        <a:pt x="27908" y="14895"/>
                        <a:pt x="27908" y="17371"/>
                      </a:cubicBezTo>
                      <a:cubicBezTo>
                        <a:pt x="27908" y="18038"/>
                        <a:pt x="27908" y="19086"/>
                        <a:pt x="27908" y="20515"/>
                      </a:cubicBezTo>
                      <a:cubicBezTo>
                        <a:pt x="27908" y="21848"/>
                        <a:pt x="28004" y="22896"/>
                        <a:pt x="28004" y="23563"/>
                      </a:cubicBezTo>
                      <a:cubicBezTo>
                        <a:pt x="28004" y="25277"/>
                        <a:pt x="27813" y="26706"/>
                        <a:pt x="27622" y="27944"/>
                      </a:cubicBezTo>
                      <a:lnTo>
                        <a:pt x="25812" y="28897"/>
                      </a:lnTo>
                      <a:lnTo>
                        <a:pt x="26098" y="28611"/>
                      </a:lnTo>
                      <a:cubicBezTo>
                        <a:pt x="25622" y="28135"/>
                        <a:pt x="25051" y="27944"/>
                        <a:pt x="24574" y="27944"/>
                      </a:cubicBezTo>
                      <a:cubicBezTo>
                        <a:pt x="24098" y="27944"/>
                        <a:pt x="23431" y="28135"/>
                        <a:pt x="22384" y="28611"/>
                      </a:cubicBezTo>
                      <a:cubicBezTo>
                        <a:pt x="21526" y="29087"/>
                        <a:pt x="20764" y="29373"/>
                        <a:pt x="20288" y="29373"/>
                      </a:cubicBezTo>
                      <a:lnTo>
                        <a:pt x="20288" y="29754"/>
                      </a:lnTo>
                      <a:lnTo>
                        <a:pt x="23431" y="30040"/>
                      </a:lnTo>
                      <a:cubicBezTo>
                        <a:pt x="23431" y="30040"/>
                        <a:pt x="23717" y="30611"/>
                        <a:pt x="24193" y="31278"/>
                      </a:cubicBezTo>
                      <a:cubicBezTo>
                        <a:pt x="24479" y="30802"/>
                        <a:pt x="24574" y="30611"/>
                        <a:pt x="24669" y="30706"/>
                      </a:cubicBezTo>
                      <a:cubicBezTo>
                        <a:pt x="24669" y="30706"/>
                        <a:pt x="24955" y="30897"/>
                        <a:pt x="25241" y="31278"/>
                      </a:cubicBezTo>
                      <a:lnTo>
                        <a:pt x="26003" y="30040"/>
                      </a:lnTo>
                      <a:cubicBezTo>
                        <a:pt x="25908" y="30516"/>
                        <a:pt x="25812" y="30992"/>
                        <a:pt x="25812" y="31468"/>
                      </a:cubicBezTo>
                      <a:cubicBezTo>
                        <a:pt x="25812" y="32326"/>
                        <a:pt x="26098" y="33373"/>
                        <a:pt x="26765" y="34707"/>
                      </a:cubicBezTo>
                      <a:cubicBezTo>
                        <a:pt x="27432" y="36040"/>
                        <a:pt x="27717" y="37088"/>
                        <a:pt x="27717" y="37850"/>
                      </a:cubicBezTo>
                      <a:cubicBezTo>
                        <a:pt x="27717" y="38612"/>
                        <a:pt x="27527" y="39470"/>
                        <a:pt x="27051" y="40231"/>
                      </a:cubicBezTo>
                      <a:cubicBezTo>
                        <a:pt x="27051" y="40517"/>
                        <a:pt x="27146" y="41279"/>
                        <a:pt x="27432" y="42708"/>
                      </a:cubicBezTo>
                      <a:cubicBezTo>
                        <a:pt x="27622" y="43851"/>
                        <a:pt x="27717" y="44899"/>
                        <a:pt x="27717" y="45661"/>
                      </a:cubicBezTo>
                      <a:cubicBezTo>
                        <a:pt x="27717" y="47947"/>
                        <a:pt x="27051" y="49566"/>
                        <a:pt x="25717" y="50709"/>
                      </a:cubicBezTo>
                      <a:lnTo>
                        <a:pt x="15716" y="50233"/>
                      </a:lnTo>
                      <a:cubicBezTo>
                        <a:pt x="15430" y="48328"/>
                        <a:pt x="15335" y="46041"/>
                        <a:pt x="15335" y="43470"/>
                      </a:cubicBezTo>
                      <a:cubicBezTo>
                        <a:pt x="15335" y="41565"/>
                        <a:pt x="15430" y="38231"/>
                        <a:pt x="15716" y="33278"/>
                      </a:cubicBezTo>
                      <a:cubicBezTo>
                        <a:pt x="16002" y="28706"/>
                        <a:pt x="16097" y="25087"/>
                        <a:pt x="16002" y="22515"/>
                      </a:cubicBezTo>
                      <a:cubicBezTo>
                        <a:pt x="15716" y="21372"/>
                        <a:pt x="15621" y="19562"/>
                        <a:pt x="15716" y="16895"/>
                      </a:cubicBezTo>
                      <a:cubicBezTo>
                        <a:pt x="15716" y="14514"/>
                        <a:pt x="15526" y="12609"/>
                        <a:pt x="15240" y="11466"/>
                      </a:cubicBezTo>
                      <a:cubicBezTo>
                        <a:pt x="14001" y="11085"/>
                        <a:pt x="12668" y="10895"/>
                        <a:pt x="11144" y="10799"/>
                      </a:cubicBezTo>
                      <a:cubicBezTo>
                        <a:pt x="10191" y="10799"/>
                        <a:pt x="8763" y="10799"/>
                        <a:pt x="7048" y="10799"/>
                      </a:cubicBezTo>
                      <a:cubicBezTo>
                        <a:pt x="5048" y="10799"/>
                        <a:pt x="3620" y="10799"/>
                        <a:pt x="2667" y="10799"/>
                      </a:cubicBezTo>
                      <a:cubicBezTo>
                        <a:pt x="1428" y="10323"/>
                        <a:pt x="666" y="9466"/>
                        <a:pt x="476" y="8132"/>
                      </a:cubicBezTo>
                      <a:cubicBezTo>
                        <a:pt x="190" y="6322"/>
                        <a:pt x="95" y="5370"/>
                        <a:pt x="0" y="5179"/>
                      </a:cubicBezTo>
                      <a:cubicBezTo>
                        <a:pt x="0" y="4037"/>
                        <a:pt x="95" y="2893"/>
                        <a:pt x="190" y="1655"/>
                      </a:cubicBezTo>
                      <a:cubicBezTo>
                        <a:pt x="381" y="417"/>
                        <a:pt x="1143" y="-155"/>
                        <a:pt x="2667" y="36"/>
                      </a:cubicBezTo>
                      <a:cubicBezTo>
                        <a:pt x="7239" y="226"/>
                        <a:pt x="13525" y="322"/>
                        <a:pt x="21526" y="226"/>
                      </a:cubicBezTo>
                      <a:cubicBezTo>
                        <a:pt x="30099" y="36"/>
                        <a:pt x="36385" y="36"/>
                        <a:pt x="40386" y="226"/>
                      </a:cubicBezTo>
                      <a:close/>
                      <a:moveTo>
                        <a:pt x="40671" y="18800"/>
                      </a:moveTo>
                      <a:lnTo>
                        <a:pt x="40291" y="16990"/>
                      </a:lnTo>
                      <a:lnTo>
                        <a:pt x="40671" y="16990"/>
                      </a:lnTo>
                      <a:lnTo>
                        <a:pt x="40671" y="18800"/>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 name="Google Shape;1126;p99"/>
                <p:cNvSpPr/>
                <p:nvPr/>
              </p:nvSpPr>
              <p:spPr>
                <a:xfrm>
                  <a:off x="8559819" y="3486911"/>
                  <a:ext cx="44112" cy="50101"/>
                </a:xfrm>
                <a:custGeom>
                  <a:avLst/>
                  <a:gdLst/>
                  <a:ahLst/>
                  <a:cxnLst/>
                  <a:rect l="l" t="t" r="r" b="b"/>
                  <a:pathLst>
                    <a:path w="44112" h="50101" extrusionOk="0">
                      <a:moveTo>
                        <a:pt x="42494" y="43625"/>
                      </a:moveTo>
                      <a:cubicBezTo>
                        <a:pt x="43637" y="43815"/>
                        <a:pt x="44113" y="44482"/>
                        <a:pt x="44113" y="45625"/>
                      </a:cubicBezTo>
                      <a:cubicBezTo>
                        <a:pt x="44113" y="45149"/>
                        <a:pt x="43923" y="46006"/>
                        <a:pt x="43637" y="48292"/>
                      </a:cubicBezTo>
                      <a:cubicBezTo>
                        <a:pt x="42589" y="49435"/>
                        <a:pt x="40969" y="50006"/>
                        <a:pt x="38779" y="50006"/>
                      </a:cubicBezTo>
                      <a:cubicBezTo>
                        <a:pt x="35255" y="50006"/>
                        <a:pt x="33635" y="50006"/>
                        <a:pt x="33826" y="50006"/>
                      </a:cubicBezTo>
                      <a:cubicBezTo>
                        <a:pt x="32492" y="49625"/>
                        <a:pt x="31826" y="48387"/>
                        <a:pt x="31826" y="46387"/>
                      </a:cubicBezTo>
                      <a:cubicBezTo>
                        <a:pt x="31826" y="44387"/>
                        <a:pt x="31350" y="43148"/>
                        <a:pt x="30492" y="42672"/>
                      </a:cubicBezTo>
                      <a:cubicBezTo>
                        <a:pt x="30016" y="42482"/>
                        <a:pt x="28682" y="42386"/>
                        <a:pt x="26587" y="42386"/>
                      </a:cubicBezTo>
                      <a:cubicBezTo>
                        <a:pt x="25063" y="42386"/>
                        <a:pt x="23920" y="42005"/>
                        <a:pt x="23063" y="41148"/>
                      </a:cubicBezTo>
                      <a:cubicBezTo>
                        <a:pt x="22967" y="41148"/>
                        <a:pt x="22777" y="40291"/>
                        <a:pt x="22681" y="38767"/>
                      </a:cubicBezTo>
                      <a:cubicBezTo>
                        <a:pt x="22681" y="38100"/>
                        <a:pt x="22301" y="37624"/>
                        <a:pt x="21919" y="37529"/>
                      </a:cubicBezTo>
                      <a:cubicBezTo>
                        <a:pt x="21443" y="38386"/>
                        <a:pt x="21158" y="39243"/>
                        <a:pt x="20872" y="40196"/>
                      </a:cubicBezTo>
                      <a:cubicBezTo>
                        <a:pt x="20586" y="41434"/>
                        <a:pt x="20396" y="42482"/>
                        <a:pt x="20110" y="43148"/>
                      </a:cubicBezTo>
                      <a:cubicBezTo>
                        <a:pt x="19538" y="43244"/>
                        <a:pt x="18872" y="43148"/>
                        <a:pt x="17729" y="43053"/>
                      </a:cubicBezTo>
                      <a:cubicBezTo>
                        <a:pt x="16395" y="42863"/>
                        <a:pt x="15633" y="42767"/>
                        <a:pt x="15252" y="42767"/>
                      </a:cubicBezTo>
                      <a:cubicBezTo>
                        <a:pt x="13919" y="42767"/>
                        <a:pt x="13061" y="43339"/>
                        <a:pt x="12680" y="44577"/>
                      </a:cubicBezTo>
                      <a:cubicBezTo>
                        <a:pt x="12680" y="44672"/>
                        <a:pt x="12394" y="45434"/>
                        <a:pt x="11728" y="46768"/>
                      </a:cubicBezTo>
                      <a:cubicBezTo>
                        <a:pt x="11251" y="47816"/>
                        <a:pt x="10966" y="48578"/>
                        <a:pt x="10966" y="49149"/>
                      </a:cubicBezTo>
                      <a:cubicBezTo>
                        <a:pt x="10966" y="49530"/>
                        <a:pt x="10966" y="49816"/>
                        <a:pt x="11157" y="50102"/>
                      </a:cubicBezTo>
                      <a:lnTo>
                        <a:pt x="5537" y="50102"/>
                      </a:lnTo>
                      <a:cubicBezTo>
                        <a:pt x="3060" y="50102"/>
                        <a:pt x="1250" y="49816"/>
                        <a:pt x="12" y="49244"/>
                      </a:cubicBezTo>
                      <a:cubicBezTo>
                        <a:pt x="-83" y="46292"/>
                        <a:pt x="393" y="43434"/>
                        <a:pt x="1441" y="40672"/>
                      </a:cubicBezTo>
                      <a:cubicBezTo>
                        <a:pt x="2584" y="37910"/>
                        <a:pt x="3631" y="35147"/>
                        <a:pt x="4870" y="32385"/>
                      </a:cubicBezTo>
                      <a:cubicBezTo>
                        <a:pt x="4394" y="32099"/>
                        <a:pt x="4108" y="31909"/>
                        <a:pt x="4108" y="31528"/>
                      </a:cubicBezTo>
                      <a:cubicBezTo>
                        <a:pt x="4108" y="31433"/>
                        <a:pt x="4108" y="31147"/>
                        <a:pt x="4394" y="30671"/>
                      </a:cubicBezTo>
                      <a:cubicBezTo>
                        <a:pt x="4584" y="30290"/>
                        <a:pt x="4679" y="30004"/>
                        <a:pt x="4679" y="29813"/>
                      </a:cubicBezTo>
                      <a:cubicBezTo>
                        <a:pt x="4679" y="29528"/>
                        <a:pt x="4679" y="29337"/>
                        <a:pt x="4489" y="29242"/>
                      </a:cubicBezTo>
                      <a:cubicBezTo>
                        <a:pt x="4394" y="28385"/>
                        <a:pt x="4965" y="27908"/>
                        <a:pt x="6013" y="27432"/>
                      </a:cubicBezTo>
                      <a:cubicBezTo>
                        <a:pt x="7251" y="27051"/>
                        <a:pt x="7727" y="26670"/>
                        <a:pt x="7727" y="26384"/>
                      </a:cubicBezTo>
                      <a:cubicBezTo>
                        <a:pt x="7727" y="26194"/>
                        <a:pt x="7632" y="25908"/>
                        <a:pt x="7346" y="25527"/>
                      </a:cubicBezTo>
                      <a:lnTo>
                        <a:pt x="7346" y="25527"/>
                      </a:lnTo>
                      <a:cubicBezTo>
                        <a:pt x="7346" y="25527"/>
                        <a:pt x="7251" y="25241"/>
                        <a:pt x="6966" y="25146"/>
                      </a:cubicBezTo>
                      <a:cubicBezTo>
                        <a:pt x="7251" y="24765"/>
                        <a:pt x="7727" y="24575"/>
                        <a:pt x="8489" y="24479"/>
                      </a:cubicBezTo>
                      <a:cubicBezTo>
                        <a:pt x="9632" y="24289"/>
                        <a:pt x="10394" y="24098"/>
                        <a:pt x="10680" y="24098"/>
                      </a:cubicBezTo>
                      <a:cubicBezTo>
                        <a:pt x="10680" y="23527"/>
                        <a:pt x="10490" y="23051"/>
                        <a:pt x="10204" y="22574"/>
                      </a:cubicBezTo>
                      <a:cubicBezTo>
                        <a:pt x="9728" y="21812"/>
                        <a:pt x="9251" y="21527"/>
                        <a:pt x="8585" y="21812"/>
                      </a:cubicBezTo>
                      <a:lnTo>
                        <a:pt x="7251" y="21812"/>
                      </a:lnTo>
                      <a:cubicBezTo>
                        <a:pt x="7251" y="20860"/>
                        <a:pt x="7632" y="20098"/>
                        <a:pt x="8585" y="19336"/>
                      </a:cubicBezTo>
                      <a:lnTo>
                        <a:pt x="9156" y="14097"/>
                      </a:lnTo>
                      <a:cubicBezTo>
                        <a:pt x="9728" y="14097"/>
                        <a:pt x="10013" y="13621"/>
                        <a:pt x="10204" y="13049"/>
                      </a:cubicBezTo>
                      <a:cubicBezTo>
                        <a:pt x="10394" y="12192"/>
                        <a:pt x="10490" y="11621"/>
                        <a:pt x="10680" y="11430"/>
                      </a:cubicBezTo>
                      <a:cubicBezTo>
                        <a:pt x="10680" y="10668"/>
                        <a:pt x="11061" y="9430"/>
                        <a:pt x="11728" y="7811"/>
                      </a:cubicBezTo>
                      <a:cubicBezTo>
                        <a:pt x="12394" y="6096"/>
                        <a:pt x="12776" y="4858"/>
                        <a:pt x="12871" y="4096"/>
                      </a:cubicBezTo>
                      <a:cubicBezTo>
                        <a:pt x="12966" y="3905"/>
                        <a:pt x="13156" y="3239"/>
                        <a:pt x="13347" y="1905"/>
                      </a:cubicBezTo>
                      <a:cubicBezTo>
                        <a:pt x="13538" y="1048"/>
                        <a:pt x="14014" y="572"/>
                        <a:pt x="14681" y="381"/>
                      </a:cubicBezTo>
                      <a:lnTo>
                        <a:pt x="16300" y="381"/>
                      </a:lnTo>
                      <a:cubicBezTo>
                        <a:pt x="16491" y="1238"/>
                        <a:pt x="16776" y="1619"/>
                        <a:pt x="17062" y="1619"/>
                      </a:cubicBezTo>
                      <a:cubicBezTo>
                        <a:pt x="17252" y="1619"/>
                        <a:pt x="17634" y="1334"/>
                        <a:pt x="18110" y="762"/>
                      </a:cubicBezTo>
                      <a:cubicBezTo>
                        <a:pt x="18681" y="191"/>
                        <a:pt x="19062" y="0"/>
                        <a:pt x="19443" y="0"/>
                      </a:cubicBezTo>
                      <a:cubicBezTo>
                        <a:pt x="19443" y="0"/>
                        <a:pt x="19729" y="0"/>
                        <a:pt x="19919" y="0"/>
                      </a:cubicBezTo>
                      <a:lnTo>
                        <a:pt x="28015" y="286"/>
                      </a:lnTo>
                      <a:cubicBezTo>
                        <a:pt x="30111" y="3429"/>
                        <a:pt x="31159" y="5525"/>
                        <a:pt x="31159" y="6382"/>
                      </a:cubicBezTo>
                      <a:cubicBezTo>
                        <a:pt x="31159" y="6763"/>
                        <a:pt x="31159" y="7049"/>
                        <a:pt x="30968" y="7334"/>
                      </a:cubicBezTo>
                      <a:cubicBezTo>
                        <a:pt x="32302" y="8096"/>
                        <a:pt x="32969" y="8954"/>
                        <a:pt x="32969" y="10097"/>
                      </a:cubicBezTo>
                      <a:cubicBezTo>
                        <a:pt x="32969" y="10383"/>
                        <a:pt x="32969" y="10859"/>
                        <a:pt x="32778" y="11525"/>
                      </a:cubicBezTo>
                      <a:cubicBezTo>
                        <a:pt x="32683" y="12192"/>
                        <a:pt x="32588" y="12668"/>
                        <a:pt x="32588" y="12954"/>
                      </a:cubicBezTo>
                      <a:cubicBezTo>
                        <a:pt x="32588" y="14002"/>
                        <a:pt x="33254" y="14859"/>
                        <a:pt x="34683" y="15335"/>
                      </a:cubicBezTo>
                      <a:cubicBezTo>
                        <a:pt x="34398" y="16859"/>
                        <a:pt x="34683" y="18860"/>
                        <a:pt x="35445" y="21050"/>
                      </a:cubicBezTo>
                      <a:cubicBezTo>
                        <a:pt x="36017" y="22955"/>
                        <a:pt x="36684" y="24860"/>
                        <a:pt x="37350" y="26861"/>
                      </a:cubicBezTo>
                      <a:lnTo>
                        <a:pt x="36874" y="26861"/>
                      </a:lnTo>
                      <a:cubicBezTo>
                        <a:pt x="36874" y="26861"/>
                        <a:pt x="37255" y="27432"/>
                        <a:pt x="37350" y="28289"/>
                      </a:cubicBezTo>
                      <a:cubicBezTo>
                        <a:pt x="37350" y="29147"/>
                        <a:pt x="37636" y="29528"/>
                        <a:pt x="38017" y="29528"/>
                      </a:cubicBezTo>
                      <a:cubicBezTo>
                        <a:pt x="38207" y="29528"/>
                        <a:pt x="38398" y="29528"/>
                        <a:pt x="38683" y="29337"/>
                      </a:cubicBezTo>
                      <a:cubicBezTo>
                        <a:pt x="38779" y="30385"/>
                        <a:pt x="38779" y="31337"/>
                        <a:pt x="38874" y="32385"/>
                      </a:cubicBezTo>
                      <a:cubicBezTo>
                        <a:pt x="39065" y="33719"/>
                        <a:pt x="39636" y="34671"/>
                        <a:pt x="40589" y="35147"/>
                      </a:cubicBezTo>
                      <a:cubicBezTo>
                        <a:pt x="40398" y="35719"/>
                        <a:pt x="40303" y="36195"/>
                        <a:pt x="40303" y="36767"/>
                      </a:cubicBezTo>
                      <a:cubicBezTo>
                        <a:pt x="40303" y="37624"/>
                        <a:pt x="40684" y="38576"/>
                        <a:pt x="41446" y="39624"/>
                      </a:cubicBezTo>
                      <a:cubicBezTo>
                        <a:pt x="42208" y="40672"/>
                        <a:pt x="42589" y="41624"/>
                        <a:pt x="42589" y="42386"/>
                      </a:cubicBezTo>
                      <a:cubicBezTo>
                        <a:pt x="42589" y="42767"/>
                        <a:pt x="42589" y="43148"/>
                        <a:pt x="42398" y="43529"/>
                      </a:cubicBezTo>
                      <a:close/>
                      <a:moveTo>
                        <a:pt x="6013" y="25337"/>
                      </a:moveTo>
                      <a:lnTo>
                        <a:pt x="6013" y="26479"/>
                      </a:lnTo>
                      <a:lnTo>
                        <a:pt x="5537" y="25337"/>
                      </a:lnTo>
                      <a:lnTo>
                        <a:pt x="6013" y="25337"/>
                      </a:lnTo>
                      <a:close/>
                      <a:moveTo>
                        <a:pt x="7822" y="44672"/>
                      </a:moveTo>
                      <a:cubicBezTo>
                        <a:pt x="7822" y="44672"/>
                        <a:pt x="8204" y="44101"/>
                        <a:pt x="7822" y="43815"/>
                      </a:cubicBezTo>
                      <a:lnTo>
                        <a:pt x="7822" y="44672"/>
                      </a:lnTo>
                      <a:cubicBezTo>
                        <a:pt x="7822" y="44672"/>
                        <a:pt x="7442" y="45149"/>
                        <a:pt x="7251" y="45339"/>
                      </a:cubicBezTo>
                      <a:cubicBezTo>
                        <a:pt x="7251" y="45434"/>
                        <a:pt x="7537" y="45529"/>
                        <a:pt x="7822" y="45529"/>
                      </a:cubicBezTo>
                      <a:lnTo>
                        <a:pt x="7822" y="44672"/>
                      </a:lnTo>
                      <a:close/>
                      <a:moveTo>
                        <a:pt x="8204" y="8382"/>
                      </a:moveTo>
                      <a:cubicBezTo>
                        <a:pt x="7727" y="7906"/>
                        <a:pt x="7442" y="7525"/>
                        <a:pt x="7442" y="7334"/>
                      </a:cubicBezTo>
                      <a:cubicBezTo>
                        <a:pt x="7442" y="7144"/>
                        <a:pt x="7632" y="6953"/>
                        <a:pt x="7822" y="6763"/>
                      </a:cubicBezTo>
                      <a:cubicBezTo>
                        <a:pt x="8109" y="6763"/>
                        <a:pt x="8204" y="7049"/>
                        <a:pt x="8204" y="7429"/>
                      </a:cubicBezTo>
                      <a:lnTo>
                        <a:pt x="8204" y="8382"/>
                      </a:lnTo>
                      <a:close/>
                      <a:moveTo>
                        <a:pt x="26968" y="33147"/>
                      </a:moveTo>
                      <a:cubicBezTo>
                        <a:pt x="27444" y="32671"/>
                        <a:pt x="27635" y="32099"/>
                        <a:pt x="27635" y="31433"/>
                      </a:cubicBezTo>
                      <a:cubicBezTo>
                        <a:pt x="27635" y="30861"/>
                        <a:pt x="27349" y="30004"/>
                        <a:pt x="26777" y="29051"/>
                      </a:cubicBezTo>
                      <a:cubicBezTo>
                        <a:pt x="26206" y="28004"/>
                        <a:pt x="25920" y="27337"/>
                        <a:pt x="25920" y="26956"/>
                      </a:cubicBezTo>
                      <a:cubicBezTo>
                        <a:pt x="25920" y="26479"/>
                        <a:pt x="26206" y="26099"/>
                        <a:pt x="26682" y="25718"/>
                      </a:cubicBezTo>
                      <a:lnTo>
                        <a:pt x="25634" y="24670"/>
                      </a:lnTo>
                      <a:cubicBezTo>
                        <a:pt x="26016" y="24194"/>
                        <a:pt x="26110" y="23717"/>
                        <a:pt x="26110" y="23241"/>
                      </a:cubicBezTo>
                      <a:cubicBezTo>
                        <a:pt x="26110" y="22670"/>
                        <a:pt x="25634" y="22098"/>
                        <a:pt x="24682" y="21336"/>
                      </a:cubicBezTo>
                      <a:cubicBezTo>
                        <a:pt x="23729" y="20669"/>
                        <a:pt x="23253" y="20003"/>
                        <a:pt x="23253" y="19336"/>
                      </a:cubicBezTo>
                      <a:cubicBezTo>
                        <a:pt x="23253" y="18860"/>
                        <a:pt x="23348" y="18383"/>
                        <a:pt x="23729" y="17907"/>
                      </a:cubicBezTo>
                      <a:cubicBezTo>
                        <a:pt x="22872" y="15907"/>
                        <a:pt x="21919" y="15050"/>
                        <a:pt x="21062" y="15050"/>
                      </a:cubicBezTo>
                      <a:cubicBezTo>
                        <a:pt x="19824" y="16097"/>
                        <a:pt x="19253" y="18669"/>
                        <a:pt x="19253" y="22479"/>
                      </a:cubicBezTo>
                      <a:cubicBezTo>
                        <a:pt x="18014" y="22193"/>
                        <a:pt x="17347" y="22670"/>
                        <a:pt x="17347" y="23622"/>
                      </a:cubicBezTo>
                      <a:cubicBezTo>
                        <a:pt x="17347" y="24003"/>
                        <a:pt x="17443" y="24670"/>
                        <a:pt x="17824" y="25432"/>
                      </a:cubicBezTo>
                      <a:cubicBezTo>
                        <a:pt x="18110" y="26289"/>
                        <a:pt x="18205" y="26766"/>
                        <a:pt x="18205" y="26956"/>
                      </a:cubicBezTo>
                      <a:cubicBezTo>
                        <a:pt x="18205" y="27337"/>
                        <a:pt x="17824" y="27623"/>
                        <a:pt x="17347" y="27908"/>
                      </a:cubicBezTo>
                      <a:cubicBezTo>
                        <a:pt x="16776" y="28194"/>
                        <a:pt x="16491" y="28289"/>
                        <a:pt x="16395" y="28480"/>
                      </a:cubicBezTo>
                      <a:cubicBezTo>
                        <a:pt x="16205" y="28956"/>
                        <a:pt x="16205" y="29623"/>
                        <a:pt x="16205" y="30099"/>
                      </a:cubicBezTo>
                      <a:cubicBezTo>
                        <a:pt x="16205" y="32480"/>
                        <a:pt x="17538" y="33909"/>
                        <a:pt x="20396" y="34290"/>
                      </a:cubicBezTo>
                      <a:cubicBezTo>
                        <a:pt x="20872" y="34481"/>
                        <a:pt x="21158" y="34671"/>
                        <a:pt x="21158" y="35147"/>
                      </a:cubicBezTo>
                      <a:cubicBezTo>
                        <a:pt x="21158" y="35528"/>
                        <a:pt x="21158" y="36004"/>
                        <a:pt x="21158" y="36291"/>
                      </a:cubicBezTo>
                      <a:cubicBezTo>
                        <a:pt x="21158" y="36671"/>
                        <a:pt x="21443" y="36862"/>
                        <a:pt x="21825" y="36862"/>
                      </a:cubicBezTo>
                      <a:cubicBezTo>
                        <a:pt x="21634" y="35433"/>
                        <a:pt x="22301" y="34481"/>
                        <a:pt x="23634" y="34100"/>
                      </a:cubicBezTo>
                      <a:cubicBezTo>
                        <a:pt x="24682" y="33814"/>
                        <a:pt x="25730" y="33433"/>
                        <a:pt x="26968" y="33147"/>
                      </a:cubicBezTo>
                      <a:close/>
                      <a:moveTo>
                        <a:pt x="35541" y="29813"/>
                      </a:moveTo>
                      <a:lnTo>
                        <a:pt x="34778" y="29051"/>
                      </a:lnTo>
                      <a:lnTo>
                        <a:pt x="35541" y="28385"/>
                      </a:lnTo>
                      <a:lnTo>
                        <a:pt x="34778" y="28385"/>
                      </a:lnTo>
                      <a:cubicBezTo>
                        <a:pt x="34778" y="28385"/>
                        <a:pt x="34398" y="28766"/>
                        <a:pt x="34207" y="28766"/>
                      </a:cubicBezTo>
                      <a:cubicBezTo>
                        <a:pt x="34016" y="28766"/>
                        <a:pt x="33826" y="28575"/>
                        <a:pt x="33540" y="28289"/>
                      </a:cubicBezTo>
                      <a:cubicBezTo>
                        <a:pt x="33254" y="27908"/>
                        <a:pt x="33064" y="27718"/>
                        <a:pt x="32969" y="27718"/>
                      </a:cubicBezTo>
                      <a:cubicBezTo>
                        <a:pt x="32683" y="28766"/>
                        <a:pt x="33540" y="29433"/>
                        <a:pt x="35541" y="29909"/>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7" name="Google Shape;1127;p99"/>
              <p:cNvGrpSpPr/>
              <p:nvPr/>
            </p:nvGrpSpPr>
            <p:grpSpPr>
              <a:xfrm>
                <a:off x="8956637" y="4101084"/>
                <a:ext cx="132683" cy="36004"/>
                <a:chOff x="3703319" y="1819179"/>
                <a:chExt cx="132683" cy="36004"/>
              </a:xfrm>
            </p:grpSpPr>
            <p:sp>
              <p:nvSpPr>
                <p:cNvPr id="1128" name="Google Shape;1128;p99"/>
                <p:cNvSpPr/>
                <p:nvPr/>
              </p:nvSpPr>
              <p:spPr>
                <a:xfrm>
                  <a:off x="3703319" y="1819179"/>
                  <a:ext cx="28765" cy="35623"/>
                </a:xfrm>
                <a:custGeom>
                  <a:avLst/>
                  <a:gdLst/>
                  <a:ahLst/>
                  <a:cxnLst/>
                  <a:rect l="l" t="t" r="r" b="b"/>
                  <a:pathLst>
                    <a:path w="28765" h="35623" extrusionOk="0">
                      <a:moveTo>
                        <a:pt x="24955" y="1333"/>
                      </a:moveTo>
                      <a:cubicBezTo>
                        <a:pt x="26194" y="1333"/>
                        <a:pt x="27051" y="2000"/>
                        <a:pt x="27432" y="3524"/>
                      </a:cubicBezTo>
                      <a:cubicBezTo>
                        <a:pt x="28004" y="5525"/>
                        <a:pt x="28384" y="6667"/>
                        <a:pt x="28766" y="6953"/>
                      </a:cubicBezTo>
                      <a:lnTo>
                        <a:pt x="28575" y="28956"/>
                      </a:lnTo>
                      <a:cubicBezTo>
                        <a:pt x="28099" y="29337"/>
                        <a:pt x="27622" y="30099"/>
                        <a:pt x="27146" y="31337"/>
                      </a:cubicBezTo>
                      <a:cubicBezTo>
                        <a:pt x="26765" y="32575"/>
                        <a:pt x="26098" y="33433"/>
                        <a:pt x="25432" y="33909"/>
                      </a:cubicBezTo>
                      <a:cubicBezTo>
                        <a:pt x="24479" y="33909"/>
                        <a:pt x="23622" y="34385"/>
                        <a:pt x="22860" y="35433"/>
                      </a:cubicBezTo>
                      <a:cubicBezTo>
                        <a:pt x="22288" y="35433"/>
                        <a:pt x="21431" y="35433"/>
                        <a:pt x="20193" y="35433"/>
                      </a:cubicBezTo>
                      <a:cubicBezTo>
                        <a:pt x="18764" y="35528"/>
                        <a:pt x="17812" y="35623"/>
                        <a:pt x="17240" y="35623"/>
                      </a:cubicBezTo>
                      <a:cubicBezTo>
                        <a:pt x="15240" y="35623"/>
                        <a:pt x="13811" y="35147"/>
                        <a:pt x="12763" y="34100"/>
                      </a:cubicBezTo>
                      <a:cubicBezTo>
                        <a:pt x="12383" y="34957"/>
                        <a:pt x="11811" y="35338"/>
                        <a:pt x="10954" y="35338"/>
                      </a:cubicBezTo>
                      <a:cubicBezTo>
                        <a:pt x="10668" y="35338"/>
                        <a:pt x="10096" y="35242"/>
                        <a:pt x="9430" y="35147"/>
                      </a:cubicBezTo>
                      <a:cubicBezTo>
                        <a:pt x="8668" y="34957"/>
                        <a:pt x="8192" y="34861"/>
                        <a:pt x="7810" y="34861"/>
                      </a:cubicBezTo>
                      <a:cubicBezTo>
                        <a:pt x="7525" y="34861"/>
                        <a:pt x="7239" y="34861"/>
                        <a:pt x="7048" y="35052"/>
                      </a:cubicBezTo>
                      <a:lnTo>
                        <a:pt x="7334" y="34671"/>
                      </a:lnTo>
                      <a:cubicBezTo>
                        <a:pt x="7334" y="34671"/>
                        <a:pt x="6858" y="34195"/>
                        <a:pt x="6477" y="34195"/>
                      </a:cubicBezTo>
                      <a:cubicBezTo>
                        <a:pt x="6287" y="34195"/>
                        <a:pt x="6001" y="34195"/>
                        <a:pt x="5525" y="34480"/>
                      </a:cubicBezTo>
                      <a:cubicBezTo>
                        <a:pt x="5048" y="34671"/>
                        <a:pt x="4763" y="34766"/>
                        <a:pt x="4572" y="34766"/>
                      </a:cubicBezTo>
                      <a:cubicBezTo>
                        <a:pt x="4381" y="34766"/>
                        <a:pt x="4191" y="34671"/>
                        <a:pt x="4000" y="34385"/>
                      </a:cubicBezTo>
                      <a:cubicBezTo>
                        <a:pt x="3810" y="34671"/>
                        <a:pt x="3524" y="34766"/>
                        <a:pt x="3334" y="34766"/>
                      </a:cubicBezTo>
                      <a:cubicBezTo>
                        <a:pt x="3048" y="34766"/>
                        <a:pt x="2762" y="34576"/>
                        <a:pt x="2572" y="34195"/>
                      </a:cubicBezTo>
                      <a:cubicBezTo>
                        <a:pt x="2286" y="33718"/>
                        <a:pt x="2191" y="33528"/>
                        <a:pt x="2096" y="33528"/>
                      </a:cubicBezTo>
                      <a:cubicBezTo>
                        <a:pt x="2000" y="33528"/>
                        <a:pt x="2000" y="33814"/>
                        <a:pt x="1905" y="34385"/>
                      </a:cubicBezTo>
                      <a:cubicBezTo>
                        <a:pt x="1810" y="33909"/>
                        <a:pt x="1524" y="33623"/>
                        <a:pt x="1238" y="33528"/>
                      </a:cubicBezTo>
                      <a:cubicBezTo>
                        <a:pt x="857" y="33338"/>
                        <a:pt x="476" y="33052"/>
                        <a:pt x="286" y="32575"/>
                      </a:cubicBezTo>
                      <a:lnTo>
                        <a:pt x="476" y="23622"/>
                      </a:lnTo>
                      <a:cubicBezTo>
                        <a:pt x="476" y="23622"/>
                        <a:pt x="95" y="22669"/>
                        <a:pt x="381" y="21717"/>
                      </a:cubicBezTo>
                      <a:cubicBezTo>
                        <a:pt x="571" y="20764"/>
                        <a:pt x="381" y="20002"/>
                        <a:pt x="0" y="19621"/>
                      </a:cubicBezTo>
                      <a:cubicBezTo>
                        <a:pt x="286" y="19050"/>
                        <a:pt x="286" y="18097"/>
                        <a:pt x="95" y="16764"/>
                      </a:cubicBezTo>
                      <a:cubicBezTo>
                        <a:pt x="-95" y="15335"/>
                        <a:pt x="95" y="14383"/>
                        <a:pt x="476" y="13811"/>
                      </a:cubicBezTo>
                      <a:cubicBezTo>
                        <a:pt x="286" y="12478"/>
                        <a:pt x="95" y="11811"/>
                        <a:pt x="95" y="11906"/>
                      </a:cubicBezTo>
                      <a:cubicBezTo>
                        <a:pt x="95" y="11239"/>
                        <a:pt x="381" y="10858"/>
                        <a:pt x="952" y="10668"/>
                      </a:cubicBezTo>
                      <a:cubicBezTo>
                        <a:pt x="476" y="10477"/>
                        <a:pt x="286" y="10096"/>
                        <a:pt x="286" y="9620"/>
                      </a:cubicBezTo>
                      <a:cubicBezTo>
                        <a:pt x="286" y="9525"/>
                        <a:pt x="286" y="9334"/>
                        <a:pt x="286" y="9049"/>
                      </a:cubicBezTo>
                      <a:cubicBezTo>
                        <a:pt x="286" y="8763"/>
                        <a:pt x="286" y="8668"/>
                        <a:pt x="286" y="8572"/>
                      </a:cubicBezTo>
                      <a:cubicBezTo>
                        <a:pt x="286" y="8382"/>
                        <a:pt x="286" y="8192"/>
                        <a:pt x="95" y="8096"/>
                      </a:cubicBezTo>
                      <a:cubicBezTo>
                        <a:pt x="476" y="7906"/>
                        <a:pt x="667" y="7525"/>
                        <a:pt x="857" y="7144"/>
                      </a:cubicBezTo>
                      <a:cubicBezTo>
                        <a:pt x="1143" y="6572"/>
                        <a:pt x="1429" y="6096"/>
                        <a:pt x="1619" y="5715"/>
                      </a:cubicBezTo>
                      <a:cubicBezTo>
                        <a:pt x="762" y="5620"/>
                        <a:pt x="286" y="5048"/>
                        <a:pt x="286" y="4286"/>
                      </a:cubicBezTo>
                      <a:lnTo>
                        <a:pt x="286" y="3524"/>
                      </a:lnTo>
                      <a:cubicBezTo>
                        <a:pt x="286" y="3524"/>
                        <a:pt x="286" y="2857"/>
                        <a:pt x="286" y="2667"/>
                      </a:cubicBezTo>
                      <a:cubicBezTo>
                        <a:pt x="286" y="2286"/>
                        <a:pt x="286" y="1905"/>
                        <a:pt x="95" y="1619"/>
                      </a:cubicBezTo>
                      <a:cubicBezTo>
                        <a:pt x="571" y="952"/>
                        <a:pt x="1333" y="571"/>
                        <a:pt x="2476" y="571"/>
                      </a:cubicBezTo>
                      <a:lnTo>
                        <a:pt x="4000" y="571"/>
                      </a:lnTo>
                      <a:cubicBezTo>
                        <a:pt x="4858" y="571"/>
                        <a:pt x="5620" y="381"/>
                        <a:pt x="6096" y="0"/>
                      </a:cubicBezTo>
                      <a:cubicBezTo>
                        <a:pt x="7429" y="381"/>
                        <a:pt x="8954" y="571"/>
                        <a:pt x="10763" y="571"/>
                      </a:cubicBezTo>
                      <a:cubicBezTo>
                        <a:pt x="11525" y="571"/>
                        <a:pt x="12763" y="571"/>
                        <a:pt x="14383" y="381"/>
                      </a:cubicBezTo>
                      <a:cubicBezTo>
                        <a:pt x="16002" y="286"/>
                        <a:pt x="17240" y="190"/>
                        <a:pt x="18002" y="190"/>
                      </a:cubicBezTo>
                      <a:cubicBezTo>
                        <a:pt x="18859" y="190"/>
                        <a:pt x="19717" y="190"/>
                        <a:pt x="20383" y="286"/>
                      </a:cubicBezTo>
                      <a:cubicBezTo>
                        <a:pt x="20669" y="381"/>
                        <a:pt x="21241" y="667"/>
                        <a:pt x="22098" y="1048"/>
                      </a:cubicBezTo>
                      <a:cubicBezTo>
                        <a:pt x="22669" y="1333"/>
                        <a:pt x="23241" y="1524"/>
                        <a:pt x="23622" y="1524"/>
                      </a:cubicBezTo>
                      <a:cubicBezTo>
                        <a:pt x="24003" y="1524"/>
                        <a:pt x="24384" y="1429"/>
                        <a:pt x="24765" y="1238"/>
                      </a:cubicBezTo>
                      <a:close/>
                      <a:moveTo>
                        <a:pt x="952" y="24765"/>
                      </a:moveTo>
                      <a:cubicBezTo>
                        <a:pt x="952" y="24765"/>
                        <a:pt x="1714" y="24765"/>
                        <a:pt x="2191" y="24479"/>
                      </a:cubicBezTo>
                      <a:lnTo>
                        <a:pt x="1619" y="24193"/>
                      </a:lnTo>
                      <a:cubicBezTo>
                        <a:pt x="1619" y="24193"/>
                        <a:pt x="1238" y="24003"/>
                        <a:pt x="952" y="24098"/>
                      </a:cubicBezTo>
                      <a:lnTo>
                        <a:pt x="952" y="24860"/>
                      </a:lnTo>
                      <a:close/>
                      <a:moveTo>
                        <a:pt x="3238" y="4763"/>
                      </a:moveTo>
                      <a:cubicBezTo>
                        <a:pt x="3238" y="4763"/>
                        <a:pt x="2572" y="4191"/>
                        <a:pt x="2476" y="4286"/>
                      </a:cubicBezTo>
                      <a:lnTo>
                        <a:pt x="3048" y="5239"/>
                      </a:lnTo>
                      <a:cubicBezTo>
                        <a:pt x="3048" y="5239"/>
                        <a:pt x="3048" y="4953"/>
                        <a:pt x="3334" y="4858"/>
                      </a:cubicBezTo>
                      <a:close/>
                      <a:moveTo>
                        <a:pt x="2476" y="9525"/>
                      </a:moveTo>
                      <a:cubicBezTo>
                        <a:pt x="2476" y="9525"/>
                        <a:pt x="3048" y="9525"/>
                        <a:pt x="3238" y="9144"/>
                      </a:cubicBezTo>
                      <a:cubicBezTo>
                        <a:pt x="3524" y="8858"/>
                        <a:pt x="3619" y="8572"/>
                        <a:pt x="3524" y="8192"/>
                      </a:cubicBezTo>
                      <a:cubicBezTo>
                        <a:pt x="3238" y="8192"/>
                        <a:pt x="3143" y="8096"/>
                        <a:pt x="3048" y="8096"/>
                      </a:cubicBezTo>
                      <a:cubicBezTo>
                        <a:pt x="2858" y="8096"/>
                        <a:pt x="2762" y="8382"/>
                        <a:pt x="2762" y="9049"/>
                      </a:cubicBezTo>
                      <a:cubicBezTo>
                        <a:pt x="2762" y="9239"/>
                        <a:pt x="2667" y="9430"/>
                        <a:pt x="2476" y="9525"/>
                      </a:cubicBezTo>
                      <a:close/>
                      <a:moveTo>
                        <a:pt x="20479" y="16288"/>
                      </a:moveTo>
                      <a:cubicBezTo>
                        <a:pt x="20002" y="14478"/>
                        <a:pt x="20002" y="11906"/>
                        <a:pt x="20479" y="8477"/>
                      </a:cubicBezTo>
                      <a:cubicBezTo>
                        <a:pt x="19812" y="7715"/>
                        <a:pt x="18479" y="7429"/>
                        <a:pt x="16478" y="7429"/>
                      </a:cubicBezTo>
                      <a:lnTo>
                        <a:pt x="17240" y="6191"/>
                      </a:lnTo>
                      <a:cubicBezTo>
                        <a:pt x="17240" y="6191"/>
                        <a:pt x="16573" y="6763"/>
                        <a:pt x="15716" y="6763"/>
                      </a:cubicBezTo>
                      <a:cubicBezTo>
                        <a:pt x="15526" y="6763"/>
                        <a:pt x="15335" y="6763"/>
                        <a:pt x="14954" y="6763"/>
                      </a:cubicBezTo>
                      <a:lnTo>
                        <a:pt x="14097" y="6763"/>
                      </a:lnTo>
                      <a:cubicBezTo>
                        <a:pt x="12763" y="6763"/>
                        <a:pt x="11906" y="7144"/>
                        <a:pt x="11621" y="7810"/>
                      </a:cubicBezTo>
                      <a:cubicBezTo>
                        <a:pt x="11335" y="7715"/>
                        <a:pt x="11144" y="7620"/>
                        <a:pt x="10858" y="7620"/>
                      </a:cubicBezTo>
                      <a:cubicBezTo>
                        <a:pt x="10477" y="7620"/>
                        <a:pt x="10001" y="7810"/>
                        <a:pt x="9430" y="8192"/>
                      </a:cubicBezTo>
                      <a:cubicBezTo>
                        <a:pt x="8858" y="8572"/>
                        <a:pt x="8382" y="8668"/>
                        <a:pt x="8096" y="8668"/>
                      </a:cubicBezTo>
                      <a:cubicBezTo>
                        <a:pt x="7906" y="8668"/>
                        <a:pt x="7715" y="8668"/>
                        <a:pt x="7429" y="8572"/>
                      </a:cubicBezTo>
                      <a:cubicBezTo>
                        <a:pt x="7620" y="8763"/>
                        <a:pt x="7715" y="8858"/>
                        <a:pt x="7715" y="9049"/>
                      </a:cubicBezTo>
                      <a:cubicBezTo>
                        <a:pt x="7715" y="9239"/>
                        <a:pt x="7525" y="9239"/>
                        <a:pt x="7048" y="9334"/>
                      </a:cubicBezTo>
                      <a:cubicBezTo>
                        <a:pt x="6667" y="9334"/>
                        <a:pt x="6382" y="9430"/>
                        <a:pt x="6382" y="9620"/>
                      </a:cubicBezTo>
                      <a:cubicBezTo>
                        <a:pt x="6001" y="9906"/>
                        <a:pt x="5905" y="10096"/>
                        <a:pt x="5905" y="10287"/>
                      </a:cubicBezTo>
                      <a:cubicBezTo>
                        <a:pt x="5905" y="10382"/>
                        <a:pt x="6096" y="10668"/>
                        <a:pt x="6382" y="10954"/>
                      </a:cubicBezTo>
                      <a:cubicBezTo>
                        <a:pt x="6763" y="11239"/>
                        <a:pt x="6953" y="11430"/>
                        <a:pt x="6953" y="11716"/>
                      </a:cubicBezTo>
                      <a:lnTo>
                        <a:pt x="5525" y="12287"/>
                      </a:lnTo>
                      <a:cubicBezTo>
                        <a:pt x="5525" y="12287"/>
                        <a:pt x="5810" y="12287"/>
                        <a:pt x="5905" y="12287"/>
                      </a:cubicBezTo>
                      <a:cubicBezTo>
                        <a:pt x="6191" y="12287"/>
                        <a:pt x="6477" y="12478"/>
                        <a:pt x="6763" y="13049"/>
                      </a:cubicBezTo>
                      <a:cubicBezTo>
                        <a:pt x="7048" y="13525"/>
                        <a:pt x="7334" y="13906"/>
                        <a:pt x="7525" y="14002"/>
                      </a:cubicBezTo>
                      <a:cubicBezTo>
                        <a:pt x="8382" y="14002"/>
                        <a:pt x="8858" y="14954"/>
                        <a:pt x="8954" y="16478"/>
                      </a:cubicBezTo>
                      <a:cubicBezTo>
                        <a:pt x="8954" y="17717"/>
                        <a:pt x="8954" y="19050"/>
                        <a:pt x="8954" y="20288"/>
                      </a:cubicBezTo>
                      <a:cubicBezTo>
                        <a:pt x="8858" y="20383"/>
                        <a:pt x="8763" y="20574"/>
                        <a:pt x="8763" y="20669"/>
                      </a:cubicBezTo>
                      <a:cubicBezTo>
                        <a:pt x="8763" y="20860"/>
                        <a:pt x="8858" y="20955"/>
                        <a:pt x="9049" y="21241"/>
                      </a:cubicBezTo>
                      <a:cubicBezTo>
                        <a:pt x="9239" y="21431"/>
                        <a:pt x="9334" y="21622"/>
                        <a:pt x="9334" y="21717"/>
                      </a:cubicBezTo>
                      <a:cubicBezTo>
                        <a:pt x="9334" y="21812"/>
                        <a:pt x="9334" y="21907"/>
                        <a:pt x="9049" y="22098"/>
                      </a:cubicBezTo>
                      <a:cubicBezTo>
                        <a:pt x="8382" y="23527"/>
                        <a:pt x="8477" y="24384"/>
                        <a:pt x="9239" y="24670"/>
                      </a:cubicBezTo>
                      <a:lnTo>
                        <a:pt x="8477" y="25146"/>
                      </a:lnTo>
                      <a:cubicBezTo>
                        <a:pt x="8477" y="25146"/>
                        <a:pt x="8858" y="25717"/>
                        <a:pt x="8858" y="26098"/>
                      </a:cubicBezTo>
                      <a:lnTo>
                        <a:pt x="8858" y="26670"/>
                      </a:lnTo>
                      <a:cubicBezTo>
                        <a:pt x="8858" y="26670"/>
                        <a:pt x="8858" y="27051"/>
                        <a:pt x="8858" y="27146"/>
                      </a:cubicBezTo>
                      <a:cubicBezTo>
                        <a:pt x="8858" y="27718"/>
                        <a:pt x="9144" y="28099"/>
                        <a:pt x="9620" y="28384"/>
                      </a:cubicBezTo>
                      <a:cubicBezTo>
                        <a:pt x="10287" y="28384"/>
                        <a:pt x="11144" y="28384"/>
                        <a:pt x="12287" y="28003"/>
                      </a:cubicBezTo>
                      <a:cubicBezTo>
                        <a:pt x="12763" y="28956"/>
                        <a:pt x="13335" y="29432"/>
                        <a:pt x="14002" y="29432"/>
                      </a:cubicBezTo>
                      <a:cubicBezTo>
                        <a:pt x="14383" y="29432"/>
                        <a:pt x="15145" y="29146"/>
                        <a:pt x="16097" y="28480"/>
                      </a:cubicBezTo>
                      <a:cubicBezTo>
                        <a:pt x="17050" y="27908"/>
                        <a:pt x="17812" y="27527"/>
                        <a:pt x="18288" y="27527"/>
                      </a:cubicBezTo>
                      <a:cubicBezTo>
                        <a:pt x="18669" y="27527"/>
                        <a:pt x="19050" y="27622"/>
                        <a:pt x="19431" y="28003"/>
                      </a:cubicBezTo>
                      <a:cubicBezTo>
                        <a:pt x="20193" y="27146"/>
                        <a:pt x="20574" y="26098"/>
                        <a:pt x="20574" y="24765"/>
                      </a:cubicBezTo>
                      <a:cubicBezTo>
                        <a:pt x="20574" y="23717"/>
                        <a:pt x="20383" y="22669"/>
                        <a:pt x="20002" y="21717"/>
                      </a:cubicBezTo>
                      <a:cubicBezTo>
                        <a:pt x="20574" y="21241"/>
                        <a:pt x="20860" y="20383"/>
                        <a:pt x="20669" y="19145"/>
                      </a:cubicBezTo>
                      <a:cubicBezTo>
                        <a:pt x="20479" y="17812"/>
                        <a:pt x="20574" y="17050"/>
                        <a:pt x="20764" y="16573"/>
                      </a:cubicBezTo>
                      <a:close/>
                      <a:moveTo>
                        <a:pt x="5620" y="14954"/>
                      </a:moveTo>
                      <a:lnTo>
                        <a:pt x="6667" y="15145"/>
                      </a:lnTo>
                      <a:lnTo>
                        <a:pt x="6382" y="14954"/>
                      </a:lnTo>
                      <a:lnTo>
                        <a:pt x="5620" y="14954"/>
                      </a:lnTo>
                      <a:close/>
                      <a:moveTo>
                        <a:pt x="7715" y="10763"/>
                      </a:moveTo>
                      <a:cubicBezTo>
                        <a:pt x="7715" y="10763"/>
                        <a:pt x="8096" y="10573"/>
                        <a:pt x="8477" y="10573"/>
                      </a:cubicBezTo>
                      <a:cubicBezTo>
                        <a:pt x="8382" y="10763"/>
                        <a:pt x="8096" y="10858"/>
                        <a:pt x="7810" y="10858"/>
                      </a:cubicBezTo>
                      <a:lnTo>
                        <a:pt x="6953" y="10858"/>
                      </a:lnTo>
                      <a:lnTo>
                        <a:pt x="6953" y="10287"/>
                      </a:lnTo>
                      <a:cubicBezTo>
                        <a:pt x="6953" y="10287"/>
                        <a:pt x="7239" y="10287"/>
                        <a:pt x="7429" y="10477"/>
                      </a:cubicBezTo>
                      <a:cubicBezTo>
                        <a:pt x="7620" y="10668"/>
                        <a:pt x="7715" y="10763"/>
                        <a:pt x="7810" y="10763"/>
                      </a:cubicBezTo>
                      <a:close/>
                      <a:moveTo>
                        <a:pt x="15621" y="4381"/>
                      </a:moveTo>
                      <a:cubicBezTo>
                        <a:pt x="15621" y="4381"/>
                        <a:pt x="15335" y="4191"/>
                        <a:pt x="14859" y="4191"/>
                      </a:cubicBezTo>
                      <a:lnTo>
                        <a:pt x="15240" y="4858"/>
                      </a:lnTo>
                      <a:lnTo>
                        <a:pt x="15716" y="4286"/>
                      </a:lnTo>
                      <a:close/>
                      <a:moveTo>
                        <a:pt x="16192" y="1619"/>
                      </a:moveTo>
                      <a:lnTo>
                        <a:pt x="16002" y="1333"/>
                      </a:lnTo>
                      <a:lnTo>
                        <a:pt x="16192" y="2381"/>
                      </a:lnTo>
                      <a:lnTo>
                        <a:pt x="16192" y="1619"/>
                      </a:lnTo>
                      <a:close/>
                      <a:moveTo>
                        <a:pt x="18002" y="2572"/>
                      </a:moveTo>
                      <a:cubicBezTo>
                        <a:pt x="18002" y="2572"/>
                        <a:pt x="17621" y="2572"/>
                        <a:pt x="17526" y="2762"/>
                      </a:cubicBezTo>
                      <a:cubicBezTo>
                        <a:pt x="17431" y="2953"/>
                        <a:pt x="17335" y="3048"/>
                        <a:pt x="17240" y="3143"/>
                      </a:cubicBezTo>
                      <a:lnTo>
                        <a:pt x="18002" y="3143"/>
                      </a:lnTo>
                      <a:lnTo>
                        <a:pt x="18002" y="2667"/>
                      </a:lnTo>
                      <a:close/>
                      <a:moveTo>
                        <a:pt x="19241" y="6763"/>
                      </a:moveTo>
                      <a:cubicBezTo>
                        <a:pt x="19241" y="6286"/>
                        <a:pt x="19431" y="6096"/>
                        <a:pt x="19907" y="6382"/>
                      </a:cubicBezTo>
                      <a:cubicBezTo>
                        <a:pt x="20288" y="6572"/>
                        <a:pt x="20574" y="6572"/>
                        <a:pt x="20574" y="6286"/>
                      </a:cubicBezTo>
                      <a:cubicBezTo>
                        <a:pt x="20479" y="6286"/>
                        <a:pt x="20288" y="6382"/>
                        <a:pt x="20193" y="6382"/>
                      </a:cubicBezTo>
                      <a:cubicBezTo>
                        <a:pt x="20002" y="6382"/>
                        <a:pt x="19812" y="6286"/>
                        <a:pt x="19526" y="6001"/>
                      </a:cubicBezTo>
                      <a:cubicBezTo>
                        <a:pt x="19241" y="5715"/>
                        <a:pt x="18955" y="5715"/>
                        <a:pt x="18669" y="5715"/>
                      </a:cubicBezTo>
                      <a:lnTo>
                        <a:pt x="18669" y="6763"/>
                      </a:lnTo>
                      <a:lnTo>
                        <a:pt x="19241" y="6763"/>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 name="Google Shape;1129;p99"/>
                <p:cNvSpPr/>
                <p:nvPr/>
              </p:nvSpPr>
              <p:spPr>
                <a:xfrm>
                  <a:off x="3736847" y="1819941"/>
                  <a:ext cx="31051" cy="35242"/>
                </a:xfrm>
                <a:custGeom>
                  <a:avLst/>
                  <a:gdLst/>
                  <a:ahLst/>
                  <a:cxnLst/>
                  <a:rect l="l" t="t" r="r" b="b"/>
                  <a:pathLst>
                    <a:path w="31051" h="35242" extrusionOk="0">
                      <a:moveTo>
                        <a:pt x="29908" y="30385"/>
                      </a:moveTo>
                      <a:cubicBezTo>
                        <a:pt x="30670" y="30575"/>
                        <a:pt x="31051" y="30956"/>
                        <a:pt x="31051" y="31813"/>
                      </a:cubicBezTo>
                      <a:cubicBezTo>
                        <a:pt x="31051" y="31432"/>
                        <a:pt x="31051" y="32099"/>
                        <a:pt x="30670" y="33718"/>
                      </a:cubicBezTo>
                      <a:cubicBezTo>
                        <a:pt x="30004" y="34576"/>
                        <a:pt x="28861" y="34957"/>
                        <a:pt x="27337" y="34957"/>
                      </a:cubicBezTo>
                      <a:cubicBezTo>
                        <a:pt x="24860" y="34957"/>
                        <a:pt x="23622" y="34957"/>
                        <a:pt x="23813" y="34957"/>
                      </a:cubicBezTo>
                      <a:cubicBezTo>
                        <a:pt x="22860" y="34671"/>
                        <a:pt x="22384" y="33909"/>
                        <a:pt x="22384" y="32480"/>
                      </a:cubicBezTo>
                      <a:cubicBezTo>
                        <a:pt x="22384" y="31051"/>
                        <a:pt x="22003" y="30194"/>
                        <a:pt x="21431" y="29813"/>
                      </a:cubicBezTo>
                      <a:cubicBezTo>
                        <a:pt x="21050" y="29718"/>
                        <a:pt x="20098" y="29623"/>
                        <a:pt x="18669" y="29623"/>
                      </a:cubicBezTo>
                      <a:cubicBezTo>
                        <a:pt x="17621" y="29623"/>
                        <a:pt x="16764" y="29337"/>
                        <a:pt x="16192" y="28765"/>
                      </a:cubicBezTo>
                      <a:cubicBezTo>
                        <a:pt x="16192" y="28765"/>
                        <a:pt x="16002" y="28099"/>
                        <a:pt x="15907" y="27051"/>
                      </a:cubicBezTo>
                      <a:cubicBezTo>
                        <a:pt x="15907" y="26575"/>
                        <a:pt x="15716" y="26289"/>
                        <a:pt x="15335" y="26194"/>
                      </a:cubicBezTo>
                      <a:cubicBezTo>
                        <a:pt x="15049" y="26765"/>
                        <a:pt x="14764" y="27432"/>
                        <a:pt x="14668" y="28099"/>
                      </a:cubicBezTo>
                      <a:cubicBezTo>
                        <a:pt x="14478" y="28956"/>
                        <a:pt x="14288" y="29718"/>
                        <a:pt x="14097" y="30194"/>
                      </a:cubicBezTo>
                      <a:cubicBezTo>
                        <a:pt x="13716" y="30194"/>
                        <a:pt x="13240" y="30194"/>
                        <a:pt x="12478" y="30194"/>
                      </a:cubicBezTo>
                      <a:cubicBezTo>
                        <a:pt x="11620" y="30099"/>
                        <a:pt x="11049" y="30004"/>
                        <a:pt x="10763" y="30004"/>
                      </a:cubicBezTo>
                      <a:cubicBezTo>
                        <a:pt x="9906" y="30004"/>
                        <a:pt x="9239" y="30385"/>
                        <a:pt x="8953" y="31337"/>
                      </a:cubicBezTo>
                      <a:cubicBezTo>
                        <a:pt x="8953" y="31337"/>
                        <a:pt x="8763" y="31909"/>
                        <a:pt x="8287" y="32861"/>
                      </a:cubicBezTo>
                      <a:cubicBezTo>
                        <a:pt x="7906" y="33528"/>
                        <a:pt x="7715" y="34195"/>
                        <a:pt x="7715" y="34576"/>
                      </a:cubicBezTo>
                      <a:cubicBezTo>
                        <a:pt x="7715" y="34861"/>
                        <a:pt x="7715" y="35052"/>
                        <a:pt x="7906" y="35242"/>
                      </a:cubicBezTo>
                      <a:lnTo>
                        <a:pt x="3905" y="35242"/>
                      </a:lnTo>
                      <a:cubicBezTo>
                        <a:pt x="2191" y="35242"/>
                        <a:pt x="857" y="35052"/>
                        <a:pt x="0" y="34671"/>
                      </a:cubicBezTo>
                      <a:cubicBezTo>
                        <a:pt x="0" y="32575"/>
                        <a:pt x="190" y="30575"/>
                        <a:pt x="1048" y="28670"/>
                      </a:cubicBezTo>
                      <a:cubicBezTo>
                        <a:pt x="1810" y="26670"/>
                        <a:pt x="2572" y="24765"/>
                        <a:pt x="3429" y="22860"/>
                      </a:cubicBezTo>
                      <a:cubicBezTo>
                        <a:pt x="3048" y="22669"/>
                        <a:pt x="2857" y="22479"/>
                        <a:pt x="2857" y="22288"/>
                      </a:cubicBezTo>
                      <a:cubicBezTo>
                        <a:pt x="2857" y="22193"/>
                        <a:pt x="2857" y="22003"/>
                        <a:pt x="3048" y="21717"/>
                      </a:cubicBezTo>
                      <a:cubicBezTo>
                        <a:pt x="3143" y="21431"/>
                        <a:pt x="3238" y="21241"/>
                        <a:pt x="3238" y="21050"/>
                      </a:cubicBezTo>
                      <a:cubicBezTo>
                        <a:pt x="3238" y="20860"/>
                        <a:pt x="3238" y="20764"/>
                        <a:pt x="3143" y="20574"/>
                      </a:cubicBezTo>
                      <a:cubicBezTo>
                        <a:pt x="3143" y="20002"/>
                        <a:pt x="3429" y="19621"/>
                        <a:pt x="4191" y="19336"/>
                      </a:cubicBezTo>
                      <a:cubicBezTo>
                        <a:pt x="5048" y="19050"/>
                        <a:pt x="5429" y="18859"/>
                        <a:pt x="5429" y="18574"/>
                      </a:cubicBezTo>
                      <a:cubicBezTo>
                        <a:pt x="5429" y="18383"/>
                        <a:pt x="5334" y="18288"/>
                        <a:pt x="5048" y="18002"/>
                      </a:cubicBezTo>
                      <a:lnTo>
                        <a:pt x="5048" y="18002"/>
                      </a:lnTo>
                      <a:cubicBezTo>
                        <a:pt x="5048" y="18002"/>
                        <a:pt x="5048" y="17812"/>
                        <a:pt x="4858" y="17716"/>
                      </a:cubicBezTo>
                      <a:cubicBezTo>
                        <a:pt x="5048" y="17431"/>
                        <a:pt x="5334" y="17335"/>
                        <a:pt x="5905" y="17240"/>
                      </a:cubicBezTo>
                      <a:cubicBezTo>
                        <a:pt x="6763" y="17145"/>
                        <a:pt x="7239" y="17050"/>
                        <a:pt x="7429" y="16954"/>
                      </a:cubicBezTo>
                      <a:cubicBezTo>
                        <a:pt x="7429" y="16573"/>
                        <a:pt x="7334" y="16192"/>
                        <a:pt x="7048" y="15811"/>
                      </a:cubicBezTo>
                      <a:cubicBezTo>
                        <a:pt x="6763" y="15240"/>
                        <a:pt x="6382" y="15049"/>
                        <a:pt x="5905" y="15240"/>
                      </a:cubicBezTo>
                      <a:lnTo>
                        <a:pt x="4953" y="15240"/>
                      </a:lnTo>
                      <a:cubicBezTo>
                        <a:pt x="4953" y="14573"/>
                        <a:pt x="5239" y="14002"/>
                        <a:pt x="5905" y="13525"/>
                      </a:cubicBezTo>
                      <a:lnTo>
                        <a:pt x="6286" y="9906"/>
                      </a:lnTo>
                      <a:cubicBezTo>
                        <a:pt x="6286" y="9906"/>
                        <a:pt x="6858" y="9620"/>
                        <a:pt x="6953" y="9144"/>
                      </a:cubicBezTo>
                      <a:cubicBezTo>
                        <a:pt x="7048" y="8477"/>
                        <a:pt x="7144" y="8191"/>
                        <a:pt x="7334" y="8001"/>
                      </a:cubicBezTo>
                      <a:cubicBezTo>
                        <a:pt x="7334" y="7525"/>
                        <a:pt x="7525" y="6572"/>
                        <a:pt x="8096" y="5429"/>
                      </a:cubicBezTo>
                      <a:cubicBezTo>
                        <a:pt x="8572" y="4286"/>
                        <a:pt x="8858" y="3334"/>
                        <a:pt x="8953" y="2857"/>
                      </a:cubicBezTo>
                      <a:cubicBezTo>
                        <a:pt x="8953" y="2762"/>
                        <a:pt x="9144" y="2286"/>
                        <a:pt x="9239" y="1333"/>
                      </a:cubicBezTo>
                      <a:cubicBezTo>
                        <a:pt x="9430" y="667"/>
                        <a:pt x="9715" y="381"/>
                        <a:pt x="10287" y="286"/>
                      </a:cubicBezTo>
                      <a:lnTo>
                        <a:pt x="11335" y="286"/>
                      </a:lnTo>
                      <a:cubicBezTo>
                        <a:pt x="11525" y="857"/>
                        <a:pt x="11716" y="1143"/>
                        <a:pt x="11906" y="1143"/>
                      </a:cubicBezTo>
                      <a:cubicBezTo>
                        <a:pt x="11906" y="1143"/>
                        <a:pt x="12287" y="952"/>
                        <a:pt x="12573" y="571"/>
                      </a:cubicBezTo>
                      <a:cubicBezTo>
                        <a:pt x="12954" y="190"/>
                        <a:pt x="13240" y="0"/>
                        <a:pt x="13525" y="0"/>
                      </a:cubicBezTo>
                      <a:cubicBezTo>
                        <a:pt x="13621" y="0"/>
                        <a:pt x="13811" y="0"/>
                        <a:pt x="13906" y="0"/>
                      </a:cubicBezTo>
                      <a:lnTo>
                        <a:pt x="19621" y="190"/>
                      </a:lnTo>
                      <a:cubicBezTo>
                        <a:pt x="21050" y="2381"/>
                        <a:pt x="21812" y="3810"/>
                        <a:pt x="21812" y="4477"/>
                      </a:cubicBezTo>
                      <a:cubicBezTo>
                        <a:pt x="21812" y="4763"/>
                        <a:pt x="21812" y="4953"/>
                        <a:pt x="21717" y="5143"/>
                      </a:cubicBezTo>
                      <a:cubicBezTo>
                        <a:pt x="22669" y="5620"/>
                        <a:pt x="23146" y="6286"/>
                        <a:pt x="23146" y="7048"/>
                      </a:cubicBezTo>
                      <a:cubicBezTo>
                        <a:pt x="23146" y="7239"/>
                        <a:pt x="23146" y="7620"/>
                        <a:pt x="22955" y="8096"/>
                      </a:cubicBezTo>
                      <a:cubicBezTo>
                        <a:pt x="22955" y="8572"/>
                        <a:pt x="22860" y="8953"/>
                        <a:pt x="22860" y="9144"/>
                      </a:cubicBezTo>
                      <a:cubicBezTo>
                        <a:pt x="22860" y="9906"/>
                        <a:pt x="23336" y="10477"/>
                        <a:pt x="24289" y="10858"/>
                      </a:cubicBezTo>
                      <a:cubicBezTo>
                        <a:pt x="24193" y="11906"/>
                        <a:pt x="24289" y="13335"/>
                        <a:pt x="24860" y="14859"/>
                      </a:cubicBezTo>
                      <a:cubicBezTo>
                        <a:pt x="25336" y="16192"/>
                        <a:pt x="25717" y="17526"/>
                        <a:pt x="26194" y="18955"/>
                      </a:cubicBezTo>
                      <a:lnTo>
                        <a:pt x="25813" y="18955"/>
                      </a:lnTo>
                      <a:cubicBezTo>
                        <a:pt x="25813" y="18955"/>
                        <a:pt x="26098" y="19336"/>
                        <a:pt x="26098" y="19907"/>
                      </a:cubicBezTo>
                      <a:cubicBezTo>
                        <a:pt x="26098" y="20479"/>
                        <a:pt x="26289" y="20764"/>
                        <a:pt x="26575" y="20764"/>
                      </a:cubicBezTo>
                      <a:cubicBezTo>
                        <a:pt x="26670" y="20764"/>
                        <a:pt x="26860" y="20764"/>
                        <a:pt x="27051" y="20669"/>
                      </a:cubicBezTo>
                      <a:cubicBezTo>
                        <a:pt x="27051" y="21336"/>
                        <a:pt x="27051" y="22098"/>
                        <a:pt x="27051" y="22860"/>
                      </a:cubicBezTo>
                      <a:cubicBezTo>
                        <a:pt x="27146" y="23813"/>
                        <a:pt x="27622" y="24479"/>
                        <a:pt x="28289" y="24765"/>
                      </a:cubicBezTo>
                      <a:cubicBezTo>
                        <a:pt x="28194" y="25146"/>
                        <a:pt x="28099" y="25527"/>
                        <a:pt x="28099" y="25908"/>
                      </a:cubicBezTo>
                      <a:cubicBezTo>
                        <a:pt x="28099" y="26479"/>
                        <a:pt x="28384" y="27146"/>
                        <a:pt x="28861" y="27908"/>
                      </a:cubicBezTo>
                      <a:cubicBezTo>
                        <a:pt x="29337" y="28670"/>
                        <a:pt x="29623" y="29337"/>
                        <a:pt x="29623" y="29813"/>
                      </a:cubicBezTo>
                      <a:cubicBezTo>
                        <a:pt x="29623" y="30099"/>
                        <a:pt x="29623" y="30385"/>
                        <a:pt x="29527" y="30670"/>
                      </a:cubicBezTo>
                      <a:close/>
                      <a:moveTo>
                        <a:pt x="4381" y="17526"/>
                      </a:moveTo>
                      <a:lnTo>
                        <a:pt x="4381" y="18383"/>
                      </a:lnTo>
                      <a:lnTo>
                        <a:pt x="4000" y="17526"/>
                      </a:lnTo>
                      <a:lnTo>
                        <a:pt x="4381" y="17526"/>
                      </a:lnTo>
                      <a:close/>
                      <a:moveTo>
                        <a:pt x="5620" y="31051"/>
                      </a:moveTo>
                      <a:cubicBezTo>
                        <a:pt x="5620" y="31051"/>
                        <a:pt x="5810" y="30670"/>
                        <a:pt x="5620" y="30480"/>
                      </a:cubicBezTo>
                      <a:lnTo>
                        <a:pt x="5620" y="31051"/>
                      </a:lnTo>
                      <a:cubicBezTo>
                        <a:pt x="5620" y="31051"/>
                        <a:pt x="5239" y="31337"/>
                        <a:pt x="5143" y="31528"/>
                      </a:cubicBezTo>
                      <a:cubicBezTo>
                        <a:pt x="5143" y="31528"/>
                        <a:pt x="5334" y="31623"/>
                        <a:pt x="5620" y="31623"/>
                      </a:cubicBezTo>
                      <a:lnTo>
                        <a:pt x="5620" y="30956"/>
                      </a:lnTo>
                      <a:close/>
                      <a:moveTo>
                        <a:pt x="5905" y="5620"/>
                      </a:moveTo>
                      <a:cubicBezTo>
                        <a:pt x="5905" y="5620"/>
                        <a:pt x="5429" y="5048"/>
                        <a:pt x="5429" y="4858"/>
                      </a:cubicBezTo>
                      <a:cubicBezTo>
                        <a:pt x="5429" y="4763"/>
                        <a:pt x="5429" y="4572"/>
                        <a:pt x="5715" y="4477"/>
                      </a:cubicBezTo>
                      <a:cubicBezTo>
                        <a:pt x="5905" y="4477"/>
                        <a:pt x="6001" y="4667"/>
                        <a:pt x="6001" y="4953"/>
                      </a:cubicBezTo>
                      <a:lnTo>
                        <a:pt x="6001" y="5620"/>
                      </a:lnTo>
                      <a:close/>
                      <a:moveTo>
                        <a:pt x="19050" y="23050"/>
                      </a:moveTo>
                      <a:cubicBezTo>
                        <a:pt x="19050" y="23050"/>
                        <a:pt x="19526" y="22288"/>
                        <a:pt x="19526" y="21812"/>
                      </a:cubicBezTo>
                      <a:cubicBezTo>
                        <a:pt x="19526" y="21431"/>
                        <a:pt x="19336" y="20860"/>
                        <a:pt x="18859" y="20098"/>
                      </a:cubicBezTo>
                      <a:cubicBezTo>
                        <a:pt x="18478" y="19431"/>
                        <a:pt x="18288" y="18859"/>
                        <a:pt x="18288" y="18669"/>
                      </a:cubicBezTo>
                      <a:cubicBezTo>
                        <a:pt x="18288" y="18288"/>
                        <a:pt x="18478" y="18002"/>
                        <a:pt x="18859" y="17812"/>
                      </a:cubicBezTo>
                      <a:lnTo>
                        <a:pt x="18097" y="17050"/>
                      </a:lnTo>
                      <a:cubicBezTo>
                        <a:pt x="18097" y="17050"/>
                        <a:pt x="18478" y="16383"/>
                        <a:pt x="18478" y="16097"/>
                      </a:cubicBezTo>
                      <a:cubicBezTo>
                        <a:pt x="18478" y="15716"/>
                        <a:pt x="18097" y="15240"/>
                        <a:pt x="17431" y="14764"/>
                      </a:cubicBezTo>
                      <a:cubicBezTo>
                        <a:pt x="16764" y="14288"/>
                        <a:pt x="16383" y="13811"/>
                        <a:pt x="16383" y="13335"/>
                      </a:cubicBezTo>
                      <a:cubicBezTo>
                        <a:pt x="16383" y="13049"/>
                        <a:pt x="16478" y="12668"/>
                        <a:pt x="16669" y="12382"/>
                      </a:cubicBezTo>
                      <a:cubicBezTo>
                        <a:pt x="16097" y="11049"/>
                        <a:pt x="15430" y="10382"/>
                        <a:pt x="14764" y="10382"/>
                      </a:cubicBezTo>
                      <a:cubicBezTo>
                        <a:pt x="13906" y="11144"/>
                        <a:pt x="13525" y="12859"/>
                        <a:pt x="13525" y="15621"/>
                      </a:cubicBezTo>
                      <a:cubicBezTo>
                        <a:pt x="12668" y="15430"/>
                        <a:pt x="12192" y="15716"/>
                        <a:pt x="12192" y="16383"/>
                      </a:cubicBezTo>
                      <a:cubicBezTo>
                        <a:pt x="12192" y="16669"/>
                        <a:pt x="12287" y="17145"/>
                        <a:pt x="12573" y="17716"/>
                      </a:cubicBezTo>
                      <a:cubicBezTo>
                        <a:pt x="12763" y="18288"/>
                        <a:pt x="12859" y="18669"/>
                        <a:pt x="12763" y="18764"/>
                      </a:cubicBezTo>
                      <a:cubicBezTo>
                        <a:pt x="12763" y="19050"/>
                        <a:pt x="12478" y="19240"/>
                        <a:pt x="12192" y="19431"/>
                      </a:cubicBezTo>
                      <a:cubicBezTo>
                        <a:pt x="11811" y="19621"/>
                        <a:pt x="11620" y="19717"/>
                        <a:pt x="11525" y="19812"/>
                      </a:cubicBezTo>
                      <a:cubicBezTo>
                        <a:pt x="11525" y="20193"/>
                        <a:pt x="11430" y="20574"/>
                        <a:pt x="11430" y="20955"/>
                      </a:cubicBezTo>
                      <a:cubicBezTo>
                        <a:pt x="11430" y="22669"/>
                        <a:pt x="12382" y="23622"/>
                        <a:pt x="14383" y="23908"/>
                      </a:cubicBezTo>
                      <a:cubicBezTo>
                        <a:pt x="14764" y="24003"/>
                        <a:pt x="14859" y="24193"/>
                        <a:pt x="14859" y="24574"/>
                      </a:cubicBezTo>
                      <a:cubicBezTo>
                        <a:pt x="14859" y="24860"/>
                        <a:pt x="14859" y="25146"/>
                        <a:pt x="14859" y="25432"/>
                      </a:cubicBezTo>
                      <a:cubicBezTo>
                        <a:pt x="14859" y="25622"/>
                        <a:pt x="15049" y="25813"/>
                        <a:pt x="15335" y="25813"/>
                      </a:cubicBezTo>
                      <a:cubicBezTo>
                        <a:pt x="15335" y="24765"/>
                        <a:pt x="15716" y="24193"/>
                        <a:pt x="16573" y="23908"/>
                      </a:cubicBezTo>
                      <a:cubicBezTo>
                        <a:pt x="17335" y="23717"/>
                        <a:pt x="18097" y="23431"/>
                        <a:pt x="18955" y="23241"/>
                      </a:cubicBezTo>
                      <a:close/>
                      <a:moveTo>
                        <a:pt x="25051" y="20669"/>
                      </a:moveTo>
                      <a:lnTo>
                        <a:pt x="24479" y="20098"/>
                      </a:lnTo>
                      <a:lnTo>
                        <a:pt x="25051" y="19621"/>
                      </a:lnTo>
                      <a:lnTo>
                        <a:pt x="24479" y="19621"/>
                      </a:lnTo>
                      <a:cubicBezTo>
                        <a:pt x="24479" y="19621"/>
                        <a:pt x="24193" y="19812"/>
                        <a:pt x="24098" y="19812"/>
                      </a:cubicBezTo>
                      <a:cubicBezTo>
                        <a:pt x="24003" y="19812"/>
                        <a:pt x="23813" y="19717"/>
                        <a:pt x="23622" y="19431"/>
                      </a:cubicBezTo>
                      <a:cubicBezTo>
                        <a:pt x="23431" y="19145"/>
                        <a:pt x="23336" y="19050"/>
                        <a:pt x="23241" y="19050"/>
                      </a:cubicBezTo>
                      <a:cubicBezTo>
                        <a:pt x="23146" y="19717"/>
                        <a:pt x="23622" y="20288"/>
                        <a:pt x="25051" y="20574"/>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 name="Google Shape;1130;p99"/>
                <p:cNvSpPr/>
                <p:nvPr/>
              </p:nvSpPr>
              <p:spPr>
                <a:xfrm>
                  <a:off x="3771613" y="1819451"/>
                  <a:ext cx="29241" cy="35256"/>
                </a:xfrm>
                <a:custGeom>
                  <a:avLst/>
                  <a:gdLst/>
                  <a:ahLst/>
                  <a:cxnLst/>
                  <a:rect l="l" t="t" r="r" b="b"/>
                  <a:pathLst>
                    <a:path w="29241" h="35256" extrusionOk="0">
                      <a:moveTo>
                        <a:pt x="28480" y="110"/>
                      </a:moveTo>
                      <a:lnTo>
                        <a:pt x="29242" y="1157"/>
                      </a:lnTo>
                      <a:lnTo>
                        <a:pt x="28670" y="7063"/>
                      </a:lnTo>
                      <a:cubicBezTo>
                        <a:pt x="28670" y="7063"/>
                        <a:pt x="28004" y="7063"/>
                        <a:pt x="26003" y="7063"/>
                      </a:cubicBezTo>
                      <a:cubicBezTo>
                        <a:pt x="25051" y="7063"/>
                        <a:pt x="24479" y="7444"/>
                        <a:pt x="24193" y="8206"/>
                      </a:cubicBezTo>
                      <a:cubicBezTo>
                        <a:pt x="23908" y="7634"/>
                        <a:pt x="23336" y="7348"/>
                        <a:pt x="22670" y="7348"/>
                      </a:cubicBezTo>
                      <a:cubicBezTo>
                        <a:pt x="22384" y="7348"/>
                        <a:pt x="21908" y="7348"/>
                        <a:pt x="21336" y="7539"/>
                      </a:cubicBezTo>
                      <a:cubicBezTo>
                        <a:pt x="20764" y="7634"/>
                        <a:pt x="20383" y="7730"/>
                        <a:pt x="20098" y="7730"/>
                      </a:cubicBezTo>
                      <a:cubicBezTo>
                        <a:pt x="19717" y="8872"/>
                        <a:pt x="19526" y="10301"/>
                        <a:pt x="19526" y="12016"/>
                      </a:cubicBezTo>
                      <a:cubicBezTo>
                        <a:pt x="19526" y="12492"/>
                        <a:pt x="19526" y="13254"/>
                        <a:pt x="19526" y="14206"/>
                      </a:cubicBezTo>
                      <a:cubicBezTo>
                        <a:pt x="19526" y="15159"/>
                        <a:pt x="19526" y="15826"/>
                        <a:pt x="19526" y="16302"/>
                      </a:cubicBezTo>
                      <a:cubicBezTo>
                        <a:pt x="19526" y="17540"/>
                        <a:pt x="19431" y="18493"/>
                        <a:pt x="19241" y="19350"/>
                      </a:cubicBezTo>
                      <a:lnTo>
                        <a:pt x="18002" y="20017"/>
                      </a:lnTo>
                      <a:lnTo>
                        <a:pt x="18193" y="19826"/>
                      </a:lnTo>
                      <a:cubicBezTo>
                        <a:pt x="18193" y="19826"/>
                        <a:pt x="17431" y="19350"/>
                        <a:pt x="17145" y="19350"/>
                      </a:cubicBezTo>
                      <a:cubicBezTo>
                        <a:pt x="16764" y="19350"/>
                        <a:pt x="16288" y="19445"/>
                        <a:pt x="15621" y="19826"/>
                      </a:cubicBezTo>
                      <a:cubicBezTo>
                        <a:pt x="14954" y="20112"/>
                        <a:pt x="14478" y="20398"/>
                        <a:pt x="14097" y="20398"/>
                      </a:cubicBezTo>
                      <a:lnTo>
                        <a:pt x="14097" y="20588"/>
                      </a:lnTo>
                      <a:lnTo>
                        <a:pt x="16288" y="20779"/>
                      </a:lnTo>
                      <a:cubicBezTo>
                        <a:pt x="16288" y="20779"/>
                        <a:pt x="16478" y="21160"/>
                        <a:pt x="16859" y="21636"/>
                      </a:cubicBezTo>
                      <a:cubicBezTo>
                        <a:pt x="17050" y="21350"/>
                        <a:pt x="17145" y="21160"/>
                        <a:pt x="17240" y="21255"/>
                      </a:cubicBezTo>
                      <a:cubicBezTo>
                        <a:pt x="17240" y="21255"/>
                        <a:pt x="17431" y="21350"/>
                        <a:pt x="17621" y="21636"/>
                      </a:cubicBezTo>
                      <a:lnTo>
                        <a:pt x="18193" y="20779"/>
                      </a:lnTo>
                      <a:cubicBezTo>
                        <a:pt x="18193" y="20779"/>
                        <a:pt x="18097" y="21446"/>
                        <a:pt x="18097" y="21731"/>
                      </a:cubicBezTo>
                      <a:cubicBezTo>
                        <a:pt x="18097" y="22303"/>
                        <a:pt x="18288" y="23065"/>
                        <a:pt x="18764" y="24017"/>
                      </a:cubicBezTo>
                      <a:cubicBezTo>
                        <a:pt x="19241" y="24970"/>
                        <a:pt x="19431" y="25732"/>
                        <a:pt x="19431" y="26208"/>
                      </a:cubicBezTo>
                      <a:cubicBezTo>
                        <a:pt x="19431" y="26684"/>
                        <a:pt x="19241" y="27351"/>
                        <a:pt x="18955" y="27922"/>
                      </a:cubicBezTo>
                      <a:cubicBezTo>
                        <a:pt x="18955" y="28113"/>
                        <a:pt x="18955" y="28589"/>
                        <a:pt x="19241" y="29637"/>
                      </a:cubicBezTo>
                      <a:cubicBezTo>
                        <a:pt x="19431" y="30494"/>
                        <a:pt x="19431" y="31161"/>
                        <a:pt x="19431" y="31733"/>
                      </a:cubicBezTo>
                      <a:cubicBezTo>
                        <a:pt x="19431" y="33352"/>
                        <a:pt x="18955" y="34495"/>
                        <a:pt x="18002" y="35257"/>
                      </a:cubicBezTo>
                      <a:lnTo>
                        <a:pt x="10954" y="34971"/>
                      </a:lnTo>
                      <a:cubicBezTo>
                        <a:pt x="10763" y="33638"/>
                        <a:pt x="10668" y="32018"/>
                        <a:pt x="10668" y="30304"/>
                      </a:cubicBezTo>
                      <a:cubicBezTo>
                        <a:pt x="10668" y="28970"/>
                        <a:pt x="10668" y="26589"/>
                        <a:pt x="10954" y="23160"/>
                      </a:cubicBezTo>
                      <a:cubicBezTo>
                        <a:pt x="11144" y="19922"/>
                        <a:pt x="11144" y="17445"/>
                        <a:pt x="11144" y="15635"/>
                      </a:cubicBezTo>
                      <a:cubicBezTo>
                        <a:pt x="10954" y="14778"/>
                        <a:pt x="10858" y="13540"/>
                        <a:pt x="10954" y="11730"/>
                      </a:cubicBezTo>
                      <a:cubicBezTo>
                        <a:pt x="10954" y="10016"/>
                        <a:pt x="10858" y="8777"/>
                        <a:pt x="10668" y="7920"/>
                      </a:cubicBezTo>
                      <a:cubicBezTo>
                        <a:pt x="9811" y="7634"/>
                        <a:pt x="8858" y="7539"/>
                        <a:pt x="7810" y="7444"/>
                      </a:cubicBezTo>
                      <a:cubicBezTo>
                        <a:pt x="7144" y="7444"/>
                        <a:pt x="6191" y="7444"/>
                        <a:pt x="4953" y="7444"/>
                      </a:cubicBezTo>
                      <a:cubicBezTo>
                        <a:pt x="3524" y="7444"/>
                        <a:pt x="2572" y="7444"/>
                        <a:pt x="1905" y="7444"/>
                      </a:cubicBezTo>
                      <a:cubicBezTo>
                        <a:pt x="1048" y="7158"/>
                        <a:pt x="476" y="6491"/>
                        <a:pt x="381" y="5634"/>
                      </a:cubicBezTo>
                      <a:cubicBezTo>
                        <a:pt x="191" y="4396"/>
                        <a:pt x="95" y="3634"/>
                        <a:pt x="0" y="3634"/>
                      </a:cubicBezTo>
                      <a:cubicBezTo>
                        <a:pt x="0" y="2872"/>
                        <a:pt x="0" y="2014"/>
                        <a:pt x="95" y="1157"/>
                      </a:cubicBezTo>
                      <a:cubicBezTo>
                        <a:pt x="191" y="300"/>
                        <a:pt x="762" y="-81"/>
                        <a:pt x="1810" y="14"/>
                      </a:cubicBezTo>
                      <a:cubicBezTo>
                        <a:pt x="5048" y="205"/>
                        <a:pt x="9430" y="205"/>
                        <a:pt x="15050" y="110"/>
                      </a:cubicBezTo>
                      <a:cubicBezTo>
                        <a:pt x="21050" y="14"/>
                        <a:pt x="25432" y="14"/>
                        <a:pt x="28289" y="110"/>
                      </a:cubicBezTo>
                      <a:close/>
                      <a:moveTo>
                        <a:pt x="28480" y="13064"/>
                      </a:moveTo>
                      <a:lnTo>
                        <a:pt x="28194" y="11825"/>
                      </a:lnTo>
                      <a:lnTo>
                        <a:pt x="28480" y="11825"/>
                      </a:lnTo>
                      <a:lnTo>
                        <a:pt x="28480" y="13064"/>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 name="Google Shape;1131;p99"/>
                <p:cNvSpPr/>
                <p:nvPr/>
              </p:nvSpPr>
              <p:spPr>
                <a:xfrm>
                  <a:off x="3804856" y="1819941"/>
                  <a:ext cx="31146" cy="35242"/>
                </a:xfrm>
                <a:custGeom>
                  <a:avLst/>
                  <a:gdLst/>
                  <a:ahLst/>
                  <a:cxnLst/>
                  <a:rect l="l" t="t" r="r" b="b"/>
                  <a:pathLst>
                    <a:path w="31146" h="35242" extrusionOk="0">
                      <a:moveTo>
                        <a:pt x="30004" y="30385"/>
                      </a:moveTo>
                      <a:cubicBezTo>
                        <a:pt x="30766" y="30575"/>
                        <a:pt x="31147" y="30956"/>
                        <a:pt x="31147" y="31813"/>
                      </a:cubicBezTo>
                      <a:cubicBezTo>
                        <a:pt x="31147" y="31432"/>
                        <a:pt x="31051" y="32099"/>
                        <a:pt x="30861" y="33718"/>
                      </a:cubicBezTo>
                      <a:cubicBezTo>
                        <a:pt x="30099" y="34576"/>
                        <a:pt x="28956" y="34957"/>
                        <a:pt x="27432" y="34957"/>
                      </a:cubicBezTo>
                      <a:cubicBezTo>
                        <a:pt x="24955" y="34957"/>
                        <a:pt x="23813" y="34957"/>
                        <a:pt x="23908" y="34957"/>
                      </a:cubicBezTo>
                      <a:cubicBezTo>
                        <a:pt x="22955" y="34671"/>
                        <a:pt x="22479" y="33909"/>
                        <a:pt x="22479" y="32480"/>
                      </a:cubicBezTo>
                      <a:cubicBezTo>
                        <a:pt x="22479" y="31051"/>
                        <a:pt x="22098" y="30194"/>
                        <a:pt x="21526" y="29813"/>
                      </a:cubicBezTo>
                      <a:cubicBezTo>
                        <a:pt x="21145" y="29718"/>
                        <a:pt x="20288" y="29623"/>
                        <a:pt x="18764" y="29623"/>
                      </a:cubicBezTo>
                      <a:cubicBezTo>
                        <a:pt x="17717" y="29623"/>
                        <a:pt x="16859" y="29337"/>
                        <a:pt x="16288" y="28765"/>
                      </a:cubicBezTo>
                      <a:cubicBezTo>
                        <a:pt x="16288" y="28765"/>
                        <a:pt x="16097" y="28099"/>
                        <a:pt x="16002" y="27051"/>
                      </a:cubicBezTo>
                      <a:cubicBezTo>
                        <a:pt x="16002" y="26575"/>
                        <a:pt x="15716" y="26289"/>
                        <a:pt x="15430" y="26194"/>
                      </a:cubicBezTo>
                      <a:cubicBezTo>
                        <a:pt x="15145" y="26765"/>
                        <a:pt x="14859" y="27432"/>
                        <a:pt x="14668" y="28099"/>
                      </a:cubicBezTo>
                      <a:cubicBezTo>
                        <a:pt x="14478" y="28956"/>
                        <a:pt x="14288" y="29718"/>
                        <a:pt x="14192" y="30194"/>
                      </a:cubicBezTo>
                      <a:cubicBezTo>
                        <a:pt x="13811" y="30194"/>
                        <a:pt x="13335" y="30194"/>
                        <a:pt x="12573" y="30194"/>
                      </a:cubicBezTo>
                      <a:cubicBezTo>
                        <a:pt x="11716" y="30099"/>
                        <a:pt x="11049" y="30004"/>
                        <a:pt x="10858" y="30004"/>
                      </a:cubicBezTo>
                      <a:cubicBezTo>
                        <a:pt x="9906" y="30004"/>
                        <a:pt x="9334" y="30385"/>
                        <a:pt x="9049" y="31337"/>
                      </a:cubicBezTo>
                      <a:cubicBezTo>
                        <a:pt x="9049" y="31337"/>
                        <a:pt x="8858" y="31909"/>
                        <a:pt x="8382" y="32861"/>
                      </a:cubicBezTo>
                      <a:cubicBezTo>
                        <a:pt x="8001" y="33528"/>
                        <a:pt x="7810" y="34195"/>
                        <a:pt x="7810" y="34576"/>
                      </a:cubicBezTo>
                      <a:cubicBezTo>
                        <a:pt x="7810" y="34861"/>
                        <a:pt x="7810" y="35052"/>
                        <a:pt x="7906" y="35242"/>
                      </a:cubicBezTo>
                      <a:lnTo>
                        <a:pt x="3905" y="35242"/>
                      </a:lnTo>
                      <a:cubicBezTo>
                        <a:pt x="2191" y="35242"/>
                        <a:pt x="857" y="35052"/>
                        <a:pt x="0" y="34671"/>
                      </a:cubicBezTo>
                      <a:cubicBezTo>
                        <a:pt x="0" y="32575"/>
                        <a:pt x="286" y="30575"/>
                        <a:pt x="1048" y="28670"/>
                      </a:cubicBezTo>
                      <a:cubicBezTo>
                        <a:pt x="1810" y="26670"/>
                        <a:pt x="2572" y="24765"/>
                        <a:pt x="3524" y="22860"/>
                      </a:cubicBezTo>
                      <a:cubicBezTo>
                        <a:pt x="3143" y="22669"/>
                        <a:pt x="2953" y="22479"/>
                        <a:pt x="2953" y="22288"/>
                      </a:cubicBezTo>
                      <a:cubicBezTo>
                        <a:pt x="2953" y="22193"/>
                        <a:pt x="2953" y="22003"/>
                        <a:pt x="3143" y="21717"/>
                      </a:cubicBezTo>
                      <a:cubicBezTo>
                        <a:pt x="3334" y="21431"/>
                        <a:pt x="3334" y="21241"/>
                        <a:pt x="3334" y="21050"/>
                      </a:cubicBezTo>
                      <a:cubicBezTo>
                        <a:pt x="3334" y="20860"/>
                        <a:pt x="3334" y="20764"/>
                        <a:pt x="3238" y="20574"/>
                      </a:cubicBezTo>
                      <a:cubicBezTo>
                        <a:pt x="3238" y="20002"/>
                        <a:pt x="3524" y="19621"/>
                        <a:pt x="4286" y="19336"/>
                      </a:cubicBezTo>
                      <a:cubicBezTo>
                        <a:pt x="5143" y="19050"/>
                        <a:pt x="5524" y="18859"/>
                        <a:pt x="5524" y="18574"/>
                      </a:cubicBezTo>
                      <a:cubicBezTo>
                        <a:pt x="5524" y="18383"/>
                        <a:pt x="5524" y="18288"/>
                        <a:pt x="5239" y="18002"/>
                      </a:cubicBezTo>
                      <a:lnTo>
                        <a:pt x="5239" y="18002"/>
                      </a:lnTo>
                      <a:cubicBezTo>
                        <a:pt x="5239" y="18002"/>
                        <a:pt x="5239" y="17812"/>
                        <a:pt x="5048" y="17716"/>
                      </a:cubicBezTo>
                      <a:cubicBezTo>
                        <a:pt x="5239" y="17431"/>
                        <a:pt x="5524" y="17335"/>
                        <a:pt x="6096" y="17240"/>
                      </a:cubicBezTo>
                      <a:cubicBezTo>
                        <a:pt x="6953" y="17145"/>
                        <a:pt x="7429" y="17050"/>
                        <a:pt x="7620" y="16954"/>
                      </a:cubicBezTo>
                      <a:cubicBezTo>
                        <a:pt x="7620" y="16573"/>
                        <a:pt x="7525" y="16192"/>
                        <a:pt x="7239" y="15811"/>
                      </a:cubicBezTo>
                      <a:cubicBezTo>
                        <a:pt x="6858" y="15240"/>
                        <a:pt x="6572" y="15049"/>
                        <a:pt x="6096" y="15240"/>
                      </a:cubicBezTo>
                      <a:lnTo>
                        <a:pt x="5143" y="15240"/>
                      </a:lnTo>
                      <a:cubicBezTo>
                        <a:pt x="5143" y="14573"/>
                        <a:pt x="5429" y="14002"/>
                        <a:pt x="6096" y="13525"/>
                      </a:cubicBezTo>
                      <a:lnTo>
                        <a:pt x="6477" y="9906"/>
                      </a:lnTo>
                      <a:cubicBezTo>
                        <a:pt x="6477" y="9906"/>
                        <a:pt x="7144" y="9620"/>
                        <a:pt x="7239" y="9144"/>
                      </a:cubicBezTo>
                      <a:cubicBezTo>
                        <a:pt x="7334" y="8477"/>
                        <a:pt x="7429" y="8191"/>
                        <a:pt x="7620" y="8001"/>
                      </a:cubicBezTo>
                      <a:cubicBezTo>
                        <a:pt x="7620" y="7525"/>
                        <a:pt x="7906" y="6572"/>
                        <a:pt x="8382" y="5429"/>
                      </a:cubicBezTo>
                      <a:cubicBezTo>
                        <a:pt x="8858" y="4286"/>
                        <a:pt x="9144" y="3334"/>
                        <a:pt x="9144" y="2857"/>
                      </a:cubicBezTo>
                      <a:cubicBezTo>
                        <a:pt x="9144" y="2762"/>
                        <a:pt x="9334" y="2286"/>
                        <a:pt x="9525" y="1333"/>
                      </a:cubicBezTo>
                      <a:cubicBezTo>
                        <a:pt x="9620" y="667"/>
                        <a:pt x="10001" y="381"/>
                        <a:pt x="10477" y="286"/>
                      </a:cubicBezTo>
                      <a:lnTo>
                        <a:pt x="11620" y="286"/>
                      </a:lnTo>
                      <a:cubicBezTo>
                        <a:pt x="11716" y="857"/>
                        <a:pt x="12001" y="1143"/>
                        <a:pt x="12192" y="1143"/>
                      </a:cubicBezTo>
                      <a:cubicBezTo>
                        <a:pt x="12287" y="1143"/>
                        <a:pt x="12573" y="952"/>
                        <a:pt x="12954" y="571"/>
                      </a:cubicBezTo>
                      <a:cubicBezTo>
                        <a:pt x="13335" y="190"/>
                        <a:pt x="13621" y="0"/>
                        <a:pt x="13906" y="0"/>
                      </a:cubicBezTo>
                      <a:cubicBezTo>
                        <a:pt x="13906" y="0"/>
                        <a:pt x="14097" y="0"/>
                        <a:pt x="14288" y="0"/>
                      </a:cubicBezTo>
                      <a:lnTo>
                        <a:pt x="20002" y="190"/>
                      </a:lnTo>
                      <a:cubicBezTo>
                        <a:pt x="21431" y="2381"/>
                        <a:pt x="22193" y="3810"/>
                        <a:pt x="22193" y="4477"/>
                      </a:cubicBezTo>
                      <a:cubicBezTo>
                        <a:pt x="22193" y="4763"/>
                        <a:pt x="22193" y="4953"/>
                        <a:pt x="22098" y="5143"/>
                      </a:cubicBezTo>
                      <a:cubicBezTo>
                        <a:pt x="23050" y="5620"/>
                        <a:pt x="23527" y="6286"/>
                        <a:pt x="23527" y="7048"/>
                      </a:cubicBezTo>
                      <a:cubicBezTo>
                        <a:pt x="23527" y="7239"/>
                        <a:pt x="23527" y="7620"/>
                        <a:pt x="23431" y="8096"/>
                      </a:cubicBezTo>
                      <a:cubicBezTo>
                        <a:pt x="23431" y="8572"/>
                        <a:pt x="23336" y="8953"/>
                        <a:pt x="23336" y="9144"/>
                      </a:cubicBezTo>
                      <a:cubicBezTo>
                        <a:pt x="23336" y="9906"/>
                        <a:pt x="23813" y="10477"/>
                        <a:pt x="24765" y="10858"/>
                      </a:cubicBezTo>
                      <a:cubicBezTo>
                        <a:pt x="24574" y="11906"/>
                        <a:pt x="24765" y="13335"/>
                        <a:pt x="25336" y="14859"/>
                      </a:cubicBezTo>
                      <a:cubicBezTo>
                        <a:pt x="25717" y="16192"/>
                        <a:pt x="26194" y="17526"/>
                        <a:pt x="26670" y="18955"/>
                      </a:cubicBezTo>
                      <a:lnTo>
                        <a:pt x="26384" y="18955"/>
                      </a:lnTo>
                      <a:cubicBezTo>
                        <a:pt x="26384" y="18955"/>
                        <a:pt x="26670" y="19336"/>
                        <a:pt x="26670" y="19907"/>
                      </a:cubicBezTo>
                      <a:cubicBezTo>
                        <a:pt x="26670" y="20479"/>
                        <a:pt x="26860" y="20764"/>
                        <a:pt x="27146" y="20764"/>
                      </a:cubicBezTo>
                      <a:cubicBezTo>
                        <a:pt x="27242" y="20764"/>
                        <a:pt x="27432" y="20764"/>
                        <a:pt x="27622" y="20669"/>
                      </a:cubicBezTo>
                      <a:cubicBezTo>
                        <a:pt x="27622" y="21336"/>
                        <a:pt x="27718" y="22098"/>
                        <a:pt x="27813" y="22860"/>
                      </a:cubicBezTo>
                      <a:cubicBezTo>
                        <a:pt x="27908" y="23813"/>
                        <a:pt x="28384" y="24479"/>
                        <a:pt x="29051" y="24765"/>
                      </a:cubicBezTo>
                      <a:cubicBezTo>
                        <a:pt x="28956" y="25146"/>
                        <a:pt x="28861" y="25527"/>
                        <a:pt x="28861" y="25908"/>
                      </a:cubicBezTo>
                      <a:cubicBezTo>
                        <a:pt x="28861" y="26479"/>
                        <a:pt x="29146" y="27146"/>
                        <a:pt x="29718" y="27908"/>
                      </a:cubicBezTo>
                      <a:cubicBezTo>
                        <a:pt x="30194" y="28670"/>
                        <a:pt x="30480" y="29337"/>
                        <a:pt x="30480" y="29813"/>
                      </a:cubicBezTo>
                      <a:cubicBezTo>
                        <a:pt x="30480" y="30099"/>
                        <a:pt x="30480" y="30385"/>
                        <a:pt x="30289" y="30670"/>
                      </a:cubicBezTo>
                      <a:close/>
                      <a:moveTo>
                        <a:pt x="4477" y="17526"/>
                      </a:moveTo>
                      <a:lnTo>
                        <a:pt x="4477" y="18383"/>
                      </a:lnTo>
                      <a:lnTo>
                        <a:pt x="4096" y="17526"/>
                      </a:lnTo>
                      <a:lnTo>
                        <a:pt x="4477" y="17526"/>
                      </a:lnTo>
                      <a:close/>
                      <a:moveTo>
                        <a:pt x="5715" y="31051"/>
                      </a:moveTo>
                      <a:cubicBezTo>
                        <a:pt x="5715" y="31051"/>
                        <a:pt x="6001" y="30670"/>
                        <a:pt x="5715" y="30480"/>
                      </a:cubicBezTo>
                      <a:lnTo>
                        <a:pt x="5715" y="31051"/>
                      </a:lnTo>
                      <a:cubicBezTo>
                        <a:pt x="5715" y="31051"/>
                        <a:pt x="5429" y="31337"/>
                        <a:pt x="5334" y="31528"/>
                      </a:cubicBezTo>
                      <a:cubicBezTo>
                        <a:pt x="5334" y="31528"/>
                        <a:pt x="5524" y="31623"/>
                        <a:pt x="5715" y="31623"/>
                      </a:cubicBezTo>
                      <a:lnTo>
                        <a:pt x="5715" y="30956"/>
                      </a:lnTo>
                      <a:close/>
                      <a:moveTo>
                        <a:pt x="6001" y="5620"/>
                      </a:moveTo>
                      <a:cubicBezTo>
                        <a:pt x="6001" y="5620"/>
                        <a:pt x="5429" y="5048"/>
                        <a:pt x="5429" y="4858"/>
                      </a:cubicBezTo>
                      <a:cubicBezTo>
                        <a:pt x="5429" y="4763"/>
                        <a:pt x="5524" y="4572"/>
                        <a:pt x="5715" y="4477"/>
                      </a:cubicBezTo>
                      <a:cubicBezTo>
                        <a:pt x="5905" y="4477"/>
                        <a:pt x="6001" y="4667"/>
                        <a:pt x="6001" y="4953"/>
                      </a:cubicBezTo>
                      <a:lnTo>
                        <a:pt x="6001" y="5620"/>
                      </a:lnTo>
                      <a:close/>
                      <a:moveTo>
                        <a:pt x="19145" y="23050"/>
                      </a:moveTo>
                      <a:cubicBezTo>
                        <a:pt x="19145" y="23050"/>
                        <a:pt x="19621" y="22288"/>
                        <a:pt x="19621" y="21812"/>
                      </a:cubicBezTo>
                      <a:cubicBezTo>
                        <a:pt x="19621" y="21431"/>
                        <a:pt x="19431" y="20860"/>
                        <a:pt x="19050" y="20098"/>
                      </a:cubicBezTo>
                      <a:cubicBezTo>
                        <a:pt x="18669" y="19431"/>
                        <a:pt x="18478" y="18859"/>
                        <a:pt x="18478" y="18669"/>
                      </a:cubicBezTo>
                      <a:cubicBezTo>
                        <a:pt x="18478" y="18288"/>
                        <a:pt x="18669" y="18002"/>
                        <a:pt x="19050" y="17812"/>
                      </a:cubicBezTo>
                      <a:lnTo>
                        <a:pt x="18288" y="17050"/>
                      </a:lnTo>
                      <a:cubicBezTo>
                        <a:pt x="18288" y="17050"/>
                        <a:pt x="18669" y="16383"/>
                        <a:pt x="18669" y="16097"/>
                      </a:cubicBezTo>
                      <a:cubicBezTo>
                        <a:pt x="18669" y="15716"/>
                        <a:pt x="18288" y="15240"/>
                        <a:pt x="17717" y="14764"/>
                      </a:cubicBezTo>
                      <a:cubicBezTo>
                        <a:pt x="17050" y="14288"/>
                        <a:pt x="16764" y="13811"/>
                        <a:pt x="16764" y="13335"/>
                      </a:cubicBezTo>
                      <a:cubicBezTo>
                        <a:pt x="16764" y="13049"/>
                        <a:pt x="16764" y="12668"/>
                        <a:pt x="17050" y="12382"/>
                      </a:cubicBezTo>
                      <a:cubicBezTo>
                        <a:pt x="16478" y="11049"/>
                        <a:pt x="15811" y="10382"/>
                        <a:pt x="15240" y="10382"/>
                      </a:cubicBezTo>
                      <a:cubicBezTo>
                        <a:pt x="14383" y="11144"/>
                        <a:pt x="14002" y="12859"/>
                        <a:pt x="14002" y="15621"/>
                      </a:cubicBezTo>
                      <a:cubicBezTo>
                        <a:pt x="13144" y="15430"/>
                        <a:pt x="12668" y="15716"/>
                        <a:pt x="12668" y="16383"/>
                      </a:cubicBezTo>
                      <a:cubicBezTo>
                        <a:pt x="12668" y="16669"/>
                        <a:pt x="12763" y="17145"/>
                        <a:pt x="12954" y="17716"/>
                      </a:cubicBezTo>
                      <a:cubicBezTo>
                        <a:pt x="13144" y="18288"/>
                        <a:pt x="13240" y="18669"/>
                        <a:pt x="13144" y="18764"/>
                      </a:cubicBezTo>
                      <a:cubicBezTo>
                        <a:pt x="13144" y="19050"/>
                        <a:pt x="12859" y="19240"/>
                        <a:pt x="12573" y="19431"/>
                      </a:cubicBezTo>
                      <a:cubicBezTo>
                        <a:pt x="12192" y="19621"/>
                        <a:pt x="12001" y="19717"/>
                        <a:pt x="11906" y="19812"/>
                      </a:cubicBezTo>
                      <a:cubicBezTo>
                        <a:pt x="11811" y="20193"/>
                        <a:pt x="11716" y="20574"/>
                        <a:pt x="11716" y="20955"/>
                      </a:cubicBezTo>
                      <a:cubicBezTo>
                        <a:pt x="11716" y="22669"/>
                        <a:pt x="12668" y="23622"/>
                        <a:pt x="14668" y="23908"/>
                      </a:cubicBezTo>
                      <a:cubicBezTo>
                        <a:pt x="15049" y="24003"/>
                        <a:pt x="15145" y="24193"/>
                        <a:pt x="15145" y="24574"/>
                      </a:cubicBezTo>
                      <a:cubicBezTo>
                        <a:pt x="15145" y="24860"/>
                        <a:pt x="15145" y="25146"/>
                        <a:pt x="15145" y="25432"/>
                      </a:cubicBezTo>
                      <a:cubicBezTo>
                        <a:pt x="15145" y="25622"/>
                        <a:pt x="15335" y="25813"/>
                        <a:pt x="15621" y="25813"/>
                      </a:cubicBezTo>
                      <a:cubicBezTo>
                        <a:pt x="15526" y="24765"/>
                        <a:pt x="15907" y="24193"/>
                        <a:pt x="16859" y="23908"/>
                      </a:cubicBezTo>
                      <a:cubicBezTo>
                        <a:pt x="17621" y="23717"/>
                        <a:pt x="18383" y="23431"/>
                        <a:pt x="19240" y="23241"/>
                      </a:cubicBezTo>
                      <a:close/>
                      <a:moveTo>
                        <a:pt x="25146" y="20669"/>
                      </a:moveTo>
                      <a:lnTo>
                        <a:pt x="24574" y="20098"/>
                      </a:lnTo>
                      <a:lnTo>
                        <a:pt x="25146" y="19621"/>
                      </a:lnTo>
                      <a:lnTo>
                        <a:pt x="24574" y="19621"/>
                      </a:lnTo>
                      <a:cubicBezTo>
                        <a:pt x="24574" y="19621"/>
                        <a:pt x="24289" y="19812"/>
                        <a:pt x="24193" y="19812"/>
                      </a:cubicBezTo>
                      <a:cubicBezTo>
                        <a:pt x="24098" y="19812"/>
                        <a:pt x="23908" y="19717"/>
                        <a:pt x="23717" y="19431"/>
                      </a:cubicBezTo>
                      <a:cubicBezTo>
                        <a:pt x="23527" y="19145"/>
                        <a:pt x="23431" y="19050"/>
                        <a:pt x="23336" y="19050"/>
                      </a:cubicBezTo>
                      <a:cubicBezTo>
                        <a:pt x="23146" y="19717"/>
                        <a:pt x="23717" y="20288"/>
                        <a:pt x="25146" y="20574"/>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32" name="Google Shape;1132;p99"/>
              <p:cNvGrpSpPr/>
              <p:nvPr/>
            </p:nvGrpSpPr>
            <p:grpSpPr>
              <a:xfrm>
                <a:off x="13907542" y="3797999"/>
                <a:ext cx="189451" cy="50957"/>
                <a:chOff x="8654224" y="1516094"/>
                <a:chExt cx="189451" cy="50957"/>
              </a:xfrm>
            </p:grpSpPr>
            <p:sp>
              <p:nvSpPr>
                <p:cNvPr id="1133" name="Google Shape;1133;p99"/>
                <p:cNvSpPr/>
                <p:nvPr/>
              </p:nvSpPr>
              <p:spPr>
                <a:xfrm>
                  <a:off x="8654224" y="1516094"/>
                  <a:ext cx="41433" cy="50768"/>
                </a:xfrm>
                <a:custGeom>
                  <a:avLst/>
                  <a:gdLst/>
                  <a:ahLst/>
                  <a:cxnLst/>
                  <a:rect l="l" t="t" r="r" b="b"/>
                  <a:pathLst>
                    <a:path w="41433" h="50768" extrusionOk="0">
                      <a:moveTo>
                        <a:pt x="35909" y="1810"/>
                      </a:moveTo>
                      <a:cubicBezTo>
                        <a:pt x="37719" y="1810"/>
                        <a:pt x="38862" y="2858"/>
                        <a:pt x="39528" y="4953"/>
                      </a:cubicBezTo>
                      <a:cubicBezTo>
                        <a:pt x="40291" y="7810"/>
                        <a:pt x="40957" y="9430"/>
                        <a:pt x="41434" y="9906"/>
                      </a:cubicBezTo>
                      <a:lnTo>
                        <a:pt x="41148" y="41243"/>
                      </a:lnTo>
                      <a:cubicBezTo>
                        <a:pt x="40386" y="41815"/>
                        <a:pt x="39814" y="42958"/>
                        <a:pt x="39243" y="44672"/>
                      </a:cubicBezTo>
                      <a:cubicBezTo>
                        <a:pt x="38671" y="46387"/>
                        <a:pt x="37814" y="47625"/>
                        <a:pt x="36671" y="48292"/>
                      </a:cubicBezTo>
                      <a:cubicBezTo>
                        <a:pt x="35433" y="48292"/>
                        <a:pt x="34099" y="49054"/>
                        <a:pt x="32956" y="50483"/>
                      </a:cubicBezTo>
                      <a:cubicBezTo>
                        <a:pt x="32195" y="50483"/>
                        <a:pt x="30956" y="50483"/>
                        <a:pt x="29242" y="50483"/>
                      </a:cubicBezTo>
                      <a:cubicBezTo>
                        <a:pt x="27241" y="50673"/>
                        <a:pt x="25812" y="50768"/>
                        <a:pt x="25051" y="50768"/>
                      </a:cubicBezTo>
                      <a:cubicBezTo>
                        <a:pt x="22193" y="50768"/>
                        <a:pt x="20098" y="50102"/>
                        <a:pt x="18764" y="48577"/>
                      </a:cubicBezTo>
                      <a:cubicBezTo>
                        <a:pt x="18288" y="49721"/>
                        <a:pt x="17336" y="50292"/>
                        <a:pt x="16097" y="50292"/>
                      </a:cubicBezTo>
                      <a:cubicBezTo>
                        <a:pt x="15621" y="50292"/>
                        <a:pt x="14859" y="50197"/>
                        <a:pt x="13906" y="50006"/>
                      </a:cubicBezTo>
                      <a:cubicBezTo>
                        <a:pt x="12859" y="49721"/>
                        <a:pt x="12096" y="49721"/>
                        <a:pt x="11525" y="49721"/>
                      </a:cubicBezTo>
                      <a:cubicBezTo>
                        <a:pt x="11144" y="49721"/>
                        <a:pt x="10763" y="49721"/>
                        <a:pt x="10382" y="49911"/>
                      </a:cubicBezTo>
                      <a:lnTo>
                        <a:pt x="10763" y="49435"/>
                      </a:lnTo>
                      <a:cubicBezTo>
                        <a:pt x="10763" y="49435"/>
                        <a:pt x="10001" y="48768"/>
                        <a:pt x="9525" y="48768"/>
                      </a:cubicBezTo>
                      <a:cubicBezTo>
                        <a:pt x="9144" y="48768"/>
                        <a:pt x="8763" y="48863"/>
                        <a:pt x="8096" y="49244"/>
                      </a:cubicBezTo>
                      <a:cubicBezTo>
                        <a:pt x="7429" y="49530"/>
                        <a:pt x="7048" y="49625"/>
                        <a:pt x="6762" y="49625"/>
                      </a:cubicBezTo>
                      <a:cubicBezTo>
                        <a:pt x="6477" y="49625"/>
                        <a:pt x="6191" y="49435"/>
                        <a:pt x="5905" y="49149"/>
                      </a:cubicBezTo>
                      <a:cubicBezTo>
                        <a:pt x="5524" y="49530"/>
                        <a:pt x="5239" y="49721"/>
                        <a:pt x="4953" y="49721"/>
                      </a:cubicBezTo>
                      <a:cubicBezTo>
                        <a:pt x="4572" y="49721"/>
                        <a:pt x="4191" y="49435"/>
                        <a:pt x="3810" y="48768"/>
                      </a:cubicBezTo>
                      <a:cubicBezTo>
                        <a:pt x="3429" y="48197"/>
                        <a:pt x="3238" y="47911"/>
                        <a:pt x="3143" y="47911"/>
                      </a:cubicBezTo>
                      <a:cubicBezTo>
                        <a:pt x="3048" y="47911"/>
                        <a:pt x="2953" y="48292"/>
                        <a:pt x="2857" y="49149"/>
                      </a:cubicBezTo>
                      <a:cubicBezTo>
                        <a:pt x="2667" y="48482"/>
                        <a:pt x="2381" y="48006"/>
                        <a:pt x="1905" y="47816"/>
                      </a:cubicBezTo>
                      <a:cubicBezTo>
                        <a:pt x="1238" y="47530"/>
                        <a:pt x="762" y="47149"/>
                        <a:pt x="476" y="46577"/>
                      </a:cubicBezTo>
                      <a:lnTo>
                        <a:pt x="762" y="33814"/>
                      </a:lnTo>
                      <a:cubicBezTo>
                        <a:pt x="762" y="33814"/>
                        <a:pt x="190" y="32480"/>
                        <a:pt x="571" y="31052"/>
                      </a:cubicBezTo>
                      <a:cubicBezTo>
                        <a:pt x="952" y="29623"/>
                        <a:pt x="762" y="28575"/>
                        <a:pt x="0" y="28004"/>
                      </a:cubicBezTo>
                      <a:cubicBezTo>
                        <a:pt x="381" y="27242"/>
                        <a:pt x="381" y="25908"/>
                        <a:pt x="190" y="23908"/>
                      </a:cubicBezTo>
                      <a:cubicBezTo>
                        <a:pt x="-95" y="22003"/>
                        <a:pt x="190" y="20479"/>
                        <a:pt x="762" y="19622"/>
                      </a:cubicBezTo>
                      <a:cubicBezTo>
                        <a:pt x="381" y="17717"/>
                        <a:pt x="285" y="16859"/>
                        <a:pt x="285" y="16859"/>
                      </a:cubicBezTo>
                      <a:cubicBezTo>
                        <a:pt x="285" y="16002"/>
                        <a:pt x="667" y="15431"/>
                        <a:pt x="1524" y="15145"/>
                      </a:cubicBezTo>
                      <a:cubicBezTo>
                        <a:pt x="952" y="14859"/>
                        <a:pt x="571" y="14383"/>
                        <a:pt x="571" y="13621"/>
                      </a:cubicBezTo>
                      <a:cubicBezTo>
                        <a:pt x="571" y="13430"/>
                        <a:pt x="571" y="13145"/>
                        <a:pt x="571" y="12859"/>
                      </a:cubicBezTo>
                      <a:cubicBezTo>
                        <a:pt x="571" y="12478"/>
                        <a:pt x="667" y="12287"/>
                        <a:pt x="667" y="12097"/>
                      </a:cubicBezTo>
                      <a:cubicBezTo>
                        <a:pt x="667" y="11811"/>
                        <a:pt x="571" y="11525"/>
                        <a:pt x="381" y="11430"/>
                      </a:cubicBezTo>
                      <a:cubicBezTo>
                        <a:pt x="857" y="11144"/>
                        <a:pt x="1238" y="10668"/>
                        <a:pt x="1428" y="10097"/>
                      </a:cubicBezTo>
                      <a:cubicBezTo>
                        <a:pt x="1810" y="9239"/>
                        <a:pt x="2191" y="8573"/>
                        <a:pt x="2477" y="8096"/>
                      </a:cubicBezTo>
                      <a:cubicBezTo>
                        <a:pt x="1238" y="7906"/>
                        <a:pt x="571" y="7239"/>
                        <a:pt x="571" y="6001"/>
                      </a:cubicBezTo>
                      <a:lnTo>
                        <a:pt x="571" y="4953"/>
                      </a:lnTo>
                      <a:cubicBezTo>
                        <a:pt x="571" y="4477"/>
                        <a:pt x="667" y="4000"/>
                        <a:pt x="667" y="3715"/>
                      </a:cubicBezTo>
                      <a:cubicBezTo>
                        <a:pt x="667" y="3143"/>
                        <a:pt x="571" y="2667"/>
                        <a:pt x="381" y="2286"/>
                      </a:cubicBezTo>
                      <a:cubicBezTo>
                        <a:pt x="1048" y="1238"/>
                        <a:pt x="2191" y="762"/>
                        <a:pt x="3810" y="762"/>
                      </a:cubicBezTo>
                      <a:lnTo>
                        <a:pt x="6001" y="762"/>
                      </a:lnTo>
                      <a:cubicBezTo>
                        <a:pt x="7239" y="762"/>
                        <a:pt x="8287" y="476"/>
                        <a:pt x="9049" y="0"/>
                      </a:cubicBezTo>
                      <a:cubicBezTo>
                        <a:pt x="10953" y="476"/>
                        <a:pt x="13145" y="762"/>
                        <a:pt x="15716" y="762"/>
                      </a:cubicBezTo>
                      <a:cubicBezTo>
                        <a:pt x="16859" y="762"/>
                        <a:pt x="18574" y="762"/>
                        <a:pt x="20955" y="476"/>
                      </a:cubicBezTo>
                      <a:cubicBezTo>
                        <a:pt x="23336" y="381"/>
                        <a:pt x="25051" y="286"/>
                        <a:pt x="26194" y="286"/>
                      </a:cubicBezTo>
                      <a:cubicBezTo>
                        <a:pt x="27432" y="286"/>
                        <a:pt x="28575" y="286"/>
                        <a:pt x="29623" y="476"/>
                      </a:cubicBezTo>
                      <a:cubicBezTo>
                        <a:pt x="30003" y="572"/>
                        <a:pt x="30766" y="952"/>
                        <a:pt x="32004" y="1619"/>
                      </a:cubicBezTo>
                      <a:cubicBezTo>
                        <a:pt x="32861" y="2096"/>
                        <a:pt x="33623" y="2286"/>
                        <a:pt x="34194" y="2286"/>
                      </a:cubicBezTo>
                      <a:cubicBezTo>
                        <a:pt x="34671" y="2286"/>
                        <a:pt x="35337" y="2096"/>
                        <a:pt x="35814" y="1810"/>
                      </a:cubicBezTo>
                      <a:close/>
                      <a:moveTo>
                        <a:pt x="1619" y="35243"/>
                      </a:moveTo>
                      <a:cubicBezTo>
                        <a:pt x="2191" y="35243"/>
                        <a:pt x="2857" y="35147"/>
                        <a:pt x="3429" y="34766"/>
                      </a:cubicBezTo>
                      <a:lnTo>
                        <a:pt x="2571" y="34290"/>
                      </a:lnTo>
                      <a:cubicBezTo>
                        <a:pt x="2571" y="34290"/>
                        <a:pt x="1905" y="34004"/>
                        <a:pt x="1619" y="34100"/>
                      </a:cubicBezTo>
                      <a:lnTo>
                        <a:pt x="1619" y="35243"/>
                      </a:lnTo>
                      <a:close/>
                      <a:moveTo>
                        <a:pt x="4858" y="6763"/>
                      </a:moveTo>
                      <a:cubicBezTo>
                        <a:pt x="4286" y="6191"/>
                        <a:pt x="3905" y="5906"/>
                        <a:pt x="3714" y="6001"/>
                      </a:cubicBezTo>
                      <a:lnTo>
                        <a:pt x="4476" y="7334"/>
                      </a:lnTo>
                      <a:cubicBezTo>
                        <a:pt x="4476" y="7334"/>
                        <a:pt x="4476" y="6953"/>
                        <a:pt x="4858" y="6763"/>
                      </a:cubicBezTo>
                      <a:close/>
                      <a:moveTo>
                        <a:pt x="3714" y="13621"/>
                      </a:moveTo>
                      <a:cubicBezTo>
                        <a:pt x="3714" y="13621"/>
                        <a:pt x="4476" y="13525"/>
                        <a:pt x="4858" y="13049"/>
                      </a:cubicBezTo>
                      <a:cubicBezTo>
                        <a:pt x="5239" y="12668"/>
                        <a:pt x="5429" y="12192"/>
                        <a:pt x="5239" y="11811"/>
                      </a:cubicBezTo>
                      <a:cubicBezTo>
                        <a:pt x="4858" y="11716"/>
                        <a:pt x="4667" y="11621"/>
                        <a:pt x="4572" y="11621"/>
                      </a:cubicBezTo>
                      <a:cubicBezTo>
                        <a:pt x="4286" y="11621"/>
                        <a:pt x="4096" y="12097"/>
                        <a:pt x="4096" y="12954"/>
                      </a:cubicBezTo>
                      <a:cubicBezTo>
                        <a:pt x="4096" y="13240"/>
                        <a:pt x="3905" y="13525"/>
                        <a:pt x="3714" y="13621"/>
                      </a:cubicBezTo>
                      <a:close/>
                      <a:moveTo>
                        <a:pt x="29337" y="23241"/>
                      </a:moveTo>
                      <a:cubicBezTo>
                        <a:pt x="28575" y="20765"/>
                        <a:pt x="28575" y="17050"/>
                        <a:pt x="29337" y="12192"/>
                      </a:cubicBezTo>
                      <a:cubicBezTo>
                        <a:pt x="28384" y="11144"/>
                        <a:pt x="26384" y="10668"/>
                        <a:pt x="23526" y="10668"/>
                      </a:cubicBezTo>
                      <a:lnTo>
                        <a:pt x="24574" y="8858"/>
                      </a:lnTo>
                      <a:cubicBezTo>
                        <a:pt x="24289" y="9335"/>
                        <a:pt x="23622" y="9620"/>
                        <a:pt x="22384" y="9620"/>
                      </a:cubicBezTo>
                      <a:cubicBezTo>
                        <a:pt x="22193" y="9620"/>
                        <a:pt x="21907" y="9620"/>
                        <a:pt x="21431" y="9620"/>
                      </a:cubicBezTo>
                      <a:lnTo>
                        <a:pt x="20193" y="9620"/>
                      </a:lnTo>
                      <a:cubicBezTo>
                        <a:pt x="18288" y="9620"/>
                        <a:pt x="17145" y="10097"/>
                        <a:pt x="16573" y="11144"/>
                      </a:cubicBezTo>
                      <a:cubicBezTo>
                        <a:pt x="16193" y="10954"/>
                        <a:pt x="15811" y="10954"/>
                        <a:pt x="15526" y="10954"/>
                      </a:cubicBezTo>
                      <a:cubicBezTo>
                        <a:pt x="14954" y="10954"/>
                        <a:pt x="14288" y="11240"/>
                        <a:pt x="13430" y="11716"/>
                      </a:cubicBezTo>
                      <a:cubicBezTo>
                        <a:pt x="12573" y="12287"/>
                        <a:pt x="12002" y="12478"/>
                        <a:pt x="11525" y="12478"/>
                      </a:cubicBezTo>
                      <a:cubicBezTo>
                        <a:pt x="11239" y="12478"/>
                        <a:pt x="10953" y="12478"/>
                        <a:pt x="10668" y="12287"/>
                      </a:cubicBezTo>
                      <a:cubicBezTo>
                        <a:pt x="10858" y="12573"/>
                        <a:pt x="10953" y="12764"/>
                        <a:pt x="10953" y="12954"/>
                      </a:cubicBezTo>
                      <a:cubicBezTo>
                        <a:pt x="10953" y="13145"/>
                        <a:pt x="10668" y="13240"/>
                        <a:pt x="10096" y="13430"/>
                      </a:cubicBezTo>
                      <a:cubicBezTo>
                        <a:pt x="9525" y="13430"/>
                        <a:pt x="9144" y="13621"/>
                        <a:pt x="9049" y="13716"/>
                      </a:cubicBezTo>
                      <a:cubicBezTo>
                        <a:pt x="8572" y="14097"/>
                        <a:pt x="8287" y="14383"/>
                        <a:pt x="8287" y="14669"/>
                      </a:cubicBezTo>
                      <a:cubicBezTo>
                        <a:pt x="8287" y="14859"/>
                        <a:pt x="8572" y="15145"/>
                        <a:pt x="9049" y="15526"/>
                      </a:cubicBezTo>
                      <a:cubicBezTo>
                        <a:pt x="9525" y="15907"/>
                        <a:pt x="9810" y="16288"/>
                        <a:pt x="9810" y="16669"/>
                      </a:cubicBezTo>
                      <a:lnTo>
                        <a:pt x="7715" y="17431"/>
                      </a:lnTo>
                      <a:cubicBezTo>
                        <a:pt x="7715" y="17431"/>
                        <a:pt x="8096" y="17335"/>
                        <a:pt x="8287" y="17335"/>
                      </a:cubicBezTo>
                      <a:cubicBezTo>
                        <a:pt x="8667" y="17335"/>
                        <a:pt x="9144" y="17717"/>
                        <a:pt x="9525" y="18383"/>
                      </a:cubicBezTo>
                      <a:cubicBezTo>
                        <a:pt x="9906" y="19145"/>
                        <a:pt x="10287" y="19526"/>
                        <a:pt x="10573" y="19622"/>
                      </a:cubicBezTo>
                      <a:cubicBezTo>
                        <a:pt x="11811" y="19812"/>
                        <a:pt x="12382" y="21050"/>
                        <a:pt x="12573" y="23241"/>
                      </a:cubicBezTo>
                      <a:cubicBezTo>
                        <a:pt x="12478" y="25051"/>
                        <a:pt x="12478" y="26860"/>
                        <a:pt x="12478" y="28766"/>
                      </a:cubicBezTo>
                      <a:cubicBezTo>
                        <a:pt x="12478" y="28956"/>
                        <a:pt x="12287" y="29147"/>
                        <a:pt x="12287" y="29337"/>
                      </a:cubicBezTo>
                      <a:cubicBezTo>
                        <a:pt x="12287" y="29527"/>
                        <a:pt x="12382" y="29813"/>
                        <a:pt x="12668" y="30099"/>
                      </a:cubicBezTo>
                      <a:cubicBezTo>
                        <a:pt x="12954" y="30385"/>
                        <a:pt x="13145" y="30671"/>
                        <a:pt x="13145" y="30766"/>
                      </a:cubicBezTo>
                      <a:cubicBezTo>
                        <a:pt x="13145" y="30956"/>
                        <a:pt x="13049" y="31052"/>
                        <a:pt x="12763" y="31242"/>
                      </a:cubicBezTo>
                      <a:cubicBezTo>
                        <a:pt x="11906" y="33338"/>
                        <a:pt x="11906" y="34576"/>
                        <a:pt x="13049" y="34957"/>
                      </a:cubicBezTo>
                      <a:lnTo>
                        <a:pt x="12002" y="35719"/>
                      </a:lnTo>
                      <a:cubicBezTo>
                        <a:pt x="12002" y="35719"/>
                        <a:pt x="12478" y="36576"/>
                        <a:pt x="12478" y="37052"/>
                      </a:cubicBezTo>
                      <a:lnTo>
                        <a:pt x="12478" y="37814"/>
                      </a:lnTo>
                      <a:cubicBezTo>
                        <a:pt x="12478" y="37814"/>
                        <a:pt x="12478" y="38386"/>
                        <a:pt x="12478" y="38481"/>
                      </a:cubicBezTo>
                      <a:cubicBezTo>
                        <a:pt x="12478" y="39243"/>
                        <a:pt x="12859" y="39815"/>
                        <a:pt x="13621" y="40196"/>
                      </a:cubicBezTo>
                      <a:cubicBezTo>
                        <a:pt x="14478" y="40196"/>
                        <a:pt x="15716" y="40100"/>
                        <a:pt x="17336" y="39719"/>
                      </a:cubicBezTo>
                      <a:cubicBezTo>
                        <a:pt x="18002" y="41053"/>
                        <a:pt x="18859" y="41720"/>
                        <a:pt x="19812" y="41720"/>
                      </a:cubicBezTo>
                      <a:cubicBezTo>
                        <a:pt x="20478" y="41720"/>
                        <a:pt x="21431" y="41339"/>
                        <a:pt x="22764" y="40481"/>
                      </a:cubicBezTo>
                      <a:cubicBezTo>
                        <a:pt x="24098" y="39529"/>
                        <a:pt x="25146" y="39148"/>
                        <a:pt x="25812" y="39148"/>
                      </a:cubicBezTo>
                      <a:cubicBezTo>
                        <a:pt x="26384" y="39148"/>
                        <a:pt x="26955" y="39338"/>
                        <a:pt x="27432" y="39815"/>
                      </a:cubicBezTo>
                      <a:cubicBezTo>
                        <a:pt x="28480" y="38672"/>
                        <a:pt x="29051" y="37148"/>
                        <a:pt x="29051" y="35147"/>
                      </a:cubicBezTo>
                      <a:cubicBezTo>
                        <a:pt x="29051" y="33623"/>
                        <a:pt x="28765" y="32195"/>
                        <a:pt x="28194" y="30766"/>
                      </a:cubicBezTo>
                      <a:cubicBezTo>
                        <a:pt x="29051" y="30194"/>
                        <a:pt x="29432" y="28956"/>
                        <a:pt x="29146" y="27051"/>
                      </a:cubicBezTo>
                      <a:cubicBezTo>
                        <a:pt x="28860" y="25241"/>
                        <a:pt x="28956" y="24003"/>
                        <a:pt x="29337" y="23431"/>
                      </a:cubicBezTo>
                      <a:close/>
                      <a:moveTo>
                        <a:pt x="8096" y="21336"/>
                      </a:moveTo>
                      <a:lnTo>
                        <a:pt x="9525" y="21622"/>
                      </a:lnTo>
                      <a:lnTo>
                        <a:pt x="9144" y="21336"/>
                      </a:lnTo>
                      <a:lnTo>
                        <a:pt x="8096" y="21336"/>
                      </a:lnTo>
                      <a:close/>
                      <a:moveTo>
                        <a:pt x="11049" y="15335"/>
                      </a:moveTo>
                      <a:cubicBezTo>
                        <a:pt x="11049" y="15335"/>
                        <a:pt x="11525" y="15050"/>
                        <a:pt x="12096" y="15050"/>
                      </a:cubicBezTo>
                      <a:cubicBezTo>
                        <a:pt x="11906" y="15335"/>
                        <a:pt x="11525" y="15431"/>
                        <a:pt x="11144" y="15431"/>
                      </a:cubicBezTo>
                      <a:lnTo>
                        <a:pt x="10001" y="15431"/>
                      </a:lnTo>
                      <a:lnTo>
                        <a:pt x="10001" y="14573"/>
                      </a:lnTo>
                      <a:cubicBezTo>
                        <a:pt x="10001" y="14573"/>
                        <a:pt x="10382" y="14573"/>
                        <a:pt x="10573" y="14859"/>
                      </a:cubicBezTo>
                      <a:cubicBezTo>
                        <a:pt x="10763" y="15145"/>
                        <a:pt x="10953" y="15335"/>
                        <a:pt x="11049" y="15335"/>
                      </a:cubicBezTo>
                      <a:close/>
                      <a:moveTo>
                        <a:pt x="22288" y="6191"/>
                      </a:moveTo>
                      <a:cubicBezTo>
                        <a:pt x="22288" y="6191"/>
                        <a:pt x="21907" y="5906"/>
                        <a:pt x="21145" y="5906"/>
                      </a:cubicBezTo>
                      <a:lnTo>
                        <a:pt x="21621" y="6953"/>
                      </a:lnTo>
                      <a:lnTo>
                        <a:pt x="22288" y="6191"/>
                      </a:lnTo>
                      <a:close/>
                      <a:moveTo>
                        <a:pt x="23050" y="2191"/>
                      </a:moveTo>
                      <a:lnTo>
                        <a:pt x="22764" y="1715"/>
                      </a:lnTo>
                      <a:lnTo>
                        <a:pt x="23050" y="3239"/>
                      </a:lnTo>
                      <a:lnTo>
                        <a:pt x="23050" y="2191"/>
                      </a:lnTo>
                      <a:close/>
                      <a:moveTo>
                        <a:pt x="25622" y="3524"/>
                      </a:moveTo>
                      <a:cubicBezTo>
                        <a:pt x="25622" y="3524"/>
                        <a:pt x="25051" y="3524"/>
                        <a:pt x="24955" y="3810"/>
                      </a:cubicBezTo>
                      <a:cubicBezTo>
                        <a:pt x="24955" y="4096"/>
                        <a:pt x="24669" y="4191"/>
                        <a:pt x="24574" y="4286"/>
                      </a:cubicBezTo>
                      <a:lnTo>
                        <a:pt x="25622" y="4286"/>
                      </a:lnTo>
                      <a:lnTo>
                        <a:pt x="25622" y="3524"/>
                      </a:lnTo>
                      <a:close/>
                      <a:moveTo>
                        <a:pt x="27432" y="9525"/>
                      </a:moveTo>
                      <a:cubicBezTo>
                        <a:pt x="27432" y="8858"/>
                        <a:pt x="27717" y="8668"/>
                        <a:pt x="28384" y="8954"/>
                      </a:cubicBezTo>
                      <a:cubicBezTo>
                        <a:pt x="28956" y="9239"/>
                        <a:pt x="29337" y="9239"/>
                        <a:pt x="29337" y="8763"/>
                      </a:cubicBezTo>
                      <a:cubicBezTo>
                        <a:pt x="29146" y="8858"/>
                        <a:pt x="28956" y="8954"/>
                        <a:pt x="28765" y="8954"/>
                      </a:cubicBezTo>
                      <a:cubicBezTo>
                        <a:pt x="28575" y="8954"/>
                        <a:pt x="28289" y="8763"/>
                        <a:pt x="27908" y="8382"/>
                      </a:cubicBezTo>
                      <a:cubicBezTo>
                        <a:pt x="27527" y="8001"/>
                        <a:pt x="27146" y="7906"/>
                        <a:pt x="26670" y="8001"/>
                      </a:cubicBezTo>
                      <a:lnTo>
                        <a:pt x="26670" y="9525"/>
                      </a:lnTo>
                      <a:lnTo>
                        <a:pt x="27432" y="9525"/>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 name="Google Shape;1134;p99"/>
                <p:cNvSpPr/>
                <p:nvPr/>
              </p:nvSpPr>
              <p:spPr>
                <a:xfrm>
                  <a:off x="8702408" y="1516760"/>
                  <a:ext cx="44302" cy="50291"/>
                </a:xfrm>
                <a:custGeom>
                  <a:avLst/>
                  <a:gdLst/>
                  <a:ahLst/>
                  <a:cxnLst/>
                  <a:rect l="l" t="t" r="r" b="b"/>
                  <a:pathLst>
                    <a:path w="44302" h="50291" extrusionOk="0">
                      <a:moveTo>
                        <a:pt x="42684" y="43720"/>
                      </a:moveTo>
                      <a:cubicBezTo>
                        <a:pt x="43731" y="43910"/>
                        <a:pt x="44303" y="44577"/>
                        <a:pt x="44303" y="45720"/>
                      </a:cubicBezTo>
                      <a:cubicBezTo>
                        <a:pt x="44303" y="45244"/>
                        <a:pt x="44208" y="46101"/>
                        <a:pt x="43827" y="48482"/>
                      </a:cubicBezTo>
                      <a:cubicBezTo>
                        <a:pt x="42779" y="49625"/>
                        <a:pt x="41160" y="50197"/>
                        <a:pt x="38969" y="50197"/>
                      </a:cubicBezTo>
                      <a:cubicBezTo>
                        <a:pt x="35445" y="50197"/>
                        <a:pt x="33730" y="50197"/>
                        <a:pt x="33921" y="50197"/>
                      </a:cubicBezTo>
                      <a:cubicBezTo>
                        <a:pt x="32587" y="49816"/>
                        <a:pt x="31920" y="48577"/>
                        <a:pt x="31825" y="46577"/>
                      </a:cubicBezTo>
                      <a:cubicBezTo>
                        <a:pt x="31825" y="44577"/>
                        <a:pt x="31349" y="43339"/>
                        <a:pt x="30492" y="42767"/>
                      </a:cubicBezTo>
                      <a:cubicBezTo>
                        <a:pt x="30015" y="42577"/>
                        <a:pt x="28682" y="42481"/>
                        <a:pt x="26586" y="42481"/>
                      </a:cubicBezTo>
                      <a:cubicBezTo>
                        <a:pt x="25063" y="42481"/>
                        <a:pt x="23824" y="42101"/>
                        <a:pt x="23062" y="41243"/>
                      </a:cubicBezTo>
                      <a:cubicBezTo>
                        <a:pt x="22872" y="41243"/>
                        <a:pt x="22777" y="40386"/>
                        <a:pt x="22586" y="38862"/>
                      </a:cubicBezTo>
                      <a:cubicBezTo>
                        <a:pt x="22586" y="38195"/>
                        <a:pt x="22300" y="37814"/>
                        <a:pt x="21824" y="37624"/>
                      </a:cubicBezTo>
                      <a:cubicBezTo>
                        <a:pt x="21348" y="38386"/>
                        <a:pt x="21062" y="39338"/>
                        <a:pt x="20776" y="40291"/>
                      </a:cubicBezTo>
                      <a:cubicBezTo>
                        <a:pt x="20490" y="41624"/>
                        <a:pt x="20300" y="42577"/>
                        <a:pt x="20014" y="43244"/>
                      </a:cubicBezTo>
                      <a:cubicBezTo>
                        <a:pt x="19538" y="43339"/>
                        <a:pt x="18776" y="43244"/>
                        <a:pt x="17633" y="43148"/>
                      </a:cubicBezTo>
                      <a:cubicBezTo>
                        <a:pt x="16395" y="42958"/>
                        <a:pt x="15538" y="42863"/>
                        <a:pt x="15156" y="42863"/>
                      </a:cubicBezTo>
                      <a:cubicBezTo>
                        <a:pt x="13823" y="42863"/>
                        <a:pt x="12966" y="43529"/>
                        <a:pt x="12680" y="44768"/>
                      </a:cubicBezTo>
                      <a:cubicBezTo>
                        <a:pt x="12680" y="44863"/>
                        <a:pt x="12394" y="45625"/>
                        <a:pt x="11727" y="46863"/>
                      </a:cubicBezTo>
                      <a:cubicBezTo>
                        <a:pt x="11251" y="47911"/>
                        <a:pt x="10965" y="48673"/>
                        <a:pt x="10965" y="49340"/>
                      </a:cubicBezTo>
                      <a:cubicBezTo>
                        <a:pt x="10965" y="49721"/>
                        <a:pt x="10965" y="50006"/>
                        <a:pt x="11156" y="50292"/>
                      </a:cubicBezTo>
                      <a:lnTo>
                        <a:pt x="5536" y="50292"/>
                      </a:lnTo>
                      <a:cubicBezTo>
                        <a:pt x="3060" y="50292"/>
                        <a:pt x="1250" y="50006"/>
                        <a:pt x="12" y="49435"/>
                      </a:cubicBezTo>
                      <a:cubicBezTo>
                        <a:pt x="-83" y="46482"/>
                        <a:pt x="393" y="43625"/>
                        <a:pt x="1440" y="40862"/>
                      </a:cubicBezTo>
                      <a:cubicBezTo>
                        <a:pt x="2583" y="38100"/>
                        <a:pt x="3631" y="35338"/>
                        <a:pt x="4870" y="32576"/>
                      </a:cubicBezTo>
                      <a:cubicBezTo>
                        <a:pt x="4393" y="32290"/>
                        <a:pt x="4108" y="32004"/>
                        <a:pt x="4108" y="31718"/>
                      </a:cubicBezTo>
                      <a:cubicBezTo>
                        <a:pt x="4108" y="31528"/>
                        <a:pt x="4203" y="31242"/>
                        <a:pt x="4393" y="30766"/>
                      </a:cubicBezTo>
                      <a:cubicBezTo>
                        <a:pt x="4584" y="30385"/>
                        <a:pt x="4679" y="30004"/>
                        <a:pt x="4679" y="29813"/>
                      </a:cubicBezTo>
                      <a:cubicBezTo>
                        <a:pt x="4679" y="29623"/>
                        <a:pt x="4679" y="29337"/>
                        <a:pt x="4488" y="29147"/>
                      </a:cubicBezTo>
                      <a:cubicBezTo>
                        <a:pt x="4298" y="28385"/>
                        <a:pt x="4870" y="27813"/>
                        <a:pt x="6013" y="27432"/>
                      </a:cubicBezTo>
                      <a:cubicBezTo>
                        <a:pt x="7156" y="27051"/>
                        <a:pt x="7823" y="26670"/>
                        <a:pt x="7823" y="26289"/>
                      </a:cubicBezTo>
                      <a:cubicBezTo>
                        <a:pt x="7823" y="26099"/>
                        <a:pt x="7632" y="25813"/>
                        <a:pt x="7346" y="25432"/>
                      </a:cubicBezTo>
                      <a:lnTo>
                        <a:pt x="7346" y="25432"/>
                      </a:lnTo>
                      <a:cubicBezTo>
                        <a:pt x="7346" y="25432"/>
                        <a:pt x="7346" y="25146"/>
                        <a:pt x="7060" y="25051"/>
                      </a:cubicBezTo>
                      <a:cubicBezTo>
                        <a:pt x="7346" y="24670"/>
                        <a:pt x="7823" y="24479"/>
                        <a:pt x="8584" y="24384"/>
                      </a:cubicBezTo>
                      <a:cubicBezTo>
                        <a:pt x="9822" y="24194"/>
                        <a:pt x="10489" y="24098"/>
                        <a:pt x="10775" y="24003"/>
                      </a:cubicBezTo>
                      <a:cubicBezTo>
                        <a:pt x="10775" y="23431"/>
                        <a:pt x="10680" y="22860"/>
                        <a:pt x="10299" y="22384"/>
                      </a:cubicBezTo>
                      <a:cubicBezTo>
                        <a:pt x="9822" y="21622"/>
                        <a:pt x="9251" y="21431"/>
                        <a:pt x="8679" y="21622"/>
                      </a:cubicBezTo>
                      <a:lnTo>
                        <a:pt x="7346" y="21622"/>
                      </a:lnTo>
                      <a:cubicBezTo>
                        <a:pt x="7346" y="20669"/>
                        <a:pt x="7727" y="19812"/>
                        <a:pt x="8679" y="19145"/>
                      </a:cubicBezTo>
                      <a:lnTo>
                        <a:pt x="9251" y="14002"/>
                      </a:lnTo>
                      <a:cubicBezTo>
                        <a:pt x="9822" y="14002"/>
                        <a:pt x="10108" y="13526"/>
                        <a:pt x="10299" y="12954"/>
                      </a:cubicBezTo>
                      <a:cubicBezTo>
                        <a:pt x="10299" y="12097"/>
                        <a:pt x="10489" y="11525"/>
                        <a:pt x="10775" y="11335"/>
                      </a:cubicBezTo>
                      <a:cubicBezTo>
                        <a:pt x="10775" y="10573"/>
                        <a:pt x="11156" y="9335"/>
                        <a:pt x="11823" y="7715"/>
                      </a:cubicBezTo>
                      <a:cubicBezTo>
                        <a:pt x="12490" y="6096"/>
                        <a:pt x="12870" y="4858"/>
                        <a:pt x="12966" y="4001"/>
                      </a:cubicBezTo>
                      <a:cubicBezTo>
                        <a:pt x="13061" y="3905"/>
                        <a:pt x="13252" y="3143"/>
                        <a:pt x="13442" y="1810"/>
                      </a:cubicBezTo>
                      <a:cubicBezTo>
                        <a:pt x="13633" y="952"/>
                        <a:pt x="14109" y="381"/>
                        <a:pt x="14871" y="286"/>
                      </a:cubicBezTo>
                      <a:lnTo>
                        <a:pt x="16395" y="286"/>
                      </a:lnTo>
                      <a:cubicBezTo>
                        <a:pt x="16585" y="1143"/>
                        <a:pt x="16871" y="1524"/>
                        <a:pt x="17252" y="1524"/>
                      </a:cubicBezTo>
                      <a:cubicBezTo>
                        <a:pt x="17442" y="1524"/>
                        <a:pt x="17824" y="1238"/>
                        <a:pt x="18300" y="762"/>
                      </a:cubicBezTo>
                      <a:cubicBezTo>
                        <a:pt x="18776" y="191"/>
                        <a:pt x="19252" y="0"/>
                        <a:pt x="19633" y="0"/>
                      </a:cubicBezTo>
                      <a:cubicBezTo>
                        <a:pt x="19729" y="0"/>
                        <a:pt x="19919" y="0"/>
                        <a:pt x="20110" y="0"/>
                      </a:cubicBezTo>
                      <a:lnTo>
                        <a:pt x="28301" y="286"/>
                      </a:lnTo>
                      <a:cubicBezTo>
                        <a:pt x="30397" y="3429"/>
                        <a:pt x="31444" y="5525"/>
                        <a:pt x="31444" y="6477"/>
                      </a:cubicBezTo>
                      <a:cubicBezTo>
                        <a:pt x="31444" y="6763"/>
                        <a:pt x="31444" y="7144"/>
                        <a:pt x="31254" y="7429"/>
                      </a:cubicBezTo>
                      <a:cubicBezTo>
                        <a:pt x="32587" y="8096"/>
                        <a:pt x="33254" y="9049"/>
                        <a:pt x="33254" y="10192"/>
                      </a:cubicBezTo>
                      <a:cubicBezTo>
                        <a:pt x="33254" y="10477"/>
                        <a:pt x="33254" y="10954"/>
                        <a:pt x="33063" y="11621"/>
                      </a:cubicBezTo>
                      <a:cubicBezTo>
                        <a:pt x="32968" y="12287"/>
                        <a:pt x="32873" y="12764"/>
                        <a:pt x="32873" y="13145"/>
                      </a:cubicBezTo>
                      <a:cubicBezTo>
                        <a:pt x="32873" y="14192"/>
                        <a:pt x="33635" y="15050"/>
                        <a:pt x="34969" y="15621"/>
                      </a:cubicBezTo>
                      <a:cubicBezTo>
                        <a:pt x="34683" y="17240"/>
                        <a:pt x="34969" y="19145"/>
                        <a:pt x="35731" y="21336"/>
                      </a:cubicBezTo>
                      <a:cubicBezTo>
                        <a:pt x="36398" y="23336"/>
                        <a:pt x="37064" y="25241"/>
                        <a:pt x="37636" y="27051"/>
                      </a:cubicBezTo>
                      <a:lnTo>
                        <a:pt x="37159" y="27051"/>
                      </a:lnTo>
                      <a:cubicBezTo>
                        <a:pt x="37159" y="27051"/>
                        <a:pt x="37540" y="27718"/>
                        <a:pt x="37540" y="28575"/>
                      </a:cubicBezTo>
                      <a:cubicBezTo>
                        <a:pt x="37540" y="29432"/>
                        <a:pt x="37826" y="29813"/>
                        <a:pt x="38302" y="29813"/>
                      </a:cubicBezTo>
                      <a:cubicBezTo>
                        <a:pt x="38493" y="29813"/>
                        <a:pt x="38683" y="29813"/>
                        <a:pt x="38969" y="29623"/>
                      </a:cubicBezTo>
                      <a:cubicBezTo>
                        <a:pt x="38969" y="30671"/>
                        <a:pt x="39064" y="31718"/>
                        <a:pt x="39160" y="32671"/>
                      </a:cubicBezTo>
                      <a:cubicBezTo>
                        <a:pt x="39350" y="34004"/>
                        <a:pt x="39922" y="34862"/>
                        <a:pt x="40874" y="35433"/>
                      </a:cubicBezTo>
                      <a:cubicBezTo>
                        <a:pt x="40683" y="36004"/>
                        <a:pt x="40589" y="36576"/>
                        <a:pt x="40589" y="37052"/>
                      </a:cubicBezTo>
                      <a:cubicBezTo>
                        <a:pt x="40589" y="37910"/>
                        <a:pt x="40969" y="38767"/>
                        <a:pt x="41731" y="39910"/>
                      </a:cubicBezTo>
                      <a:cubicBezTo>
                        <a:pt x="42493" y="41053"/>
                        <a:pt x="42874" y="41910"/>
                        <a:pt x="42874" y="42672"/>
                      </a:cubicBezTo>
                      <a:cubicBezTo>
                        <a:pt x="42874" y="43053"/>
                        <a:pt x="42874" y="43434"/>
                        <a:pt x="42684" y="43910"/>
                      </a:cubicBezTo>
                      <a:close/>
                      <a:moveTo>
                        <a:pt x="6203" y="25432"/>
                      </a:moveTo>
                      <a:lnTo>
                        <a:pt x="6203" y="26670"/>
                      </a:lnTo>
                      <a:lnTo>
                        <a:pt x="5727" y="25432"/>
                      </a:lnTo>
                      <a:lnTo>
                        <a:pt x="6203" y="25432"/>
                      </a:lnTo>
                      <a:close/>
                      <a:moveTo>
                        <a:pt x="8013" y="44863"/>
                      </a:moveTo>
                      <a:cubicBezTo>
                        <a:pt x="8013" y="44863"/>
                        <a:pt x="8299" y="44196"/>
                        <a:pt x="8013" y="43910"/>
                      </a:cubicBezTo>
                      <a:lnTo>
                        <a:pt x="8013" y="44863"/>
                      </a:lnTo>
                      <a:cubicBezTo>
                        <a:pt x="8013" y="44863"/>
                        <a:pt x="7536" y="45244"/>
                        <a:pt x="7346" y="45529"/>
                      </a:cubicBezTo>
                      <a:cubicBezTo>
                        <a:pt x="7346" y="45529"/>
                        <a:pt x="7632" y="45625"/>
                        <a:pt x="8013" y="45720"/>
                      </a:cubicBezTo>
                      <a:lnTo>
                        <a:pt x="8013" y="44863"/>
                      </a:lnTo>
                      <a:close/>
                      <a:moveTo>
                        <a:pt x="8394" y="8477"/>
                      </a:moveTo>
                      <a:cubicBezTo>
                        <a:pt x="7823" y="8001"/>
                        <a:pt x="7632" y="7620"/>
                        <a:pt x="7632" y="7429"/>
                      </a:cubicBezTo>
                      <a:cubicBezTo>
                        <a:pt x="7632" y="7239"/>
                        <a:pt x="7727" y="7049"/>
                        <a:pt x="8013" y="6858"/>
                      </a:cubicBezTo>
                      <a:cubicBezTo>
                        <a:pt x="8203" y="6858"/>
                        <a:pt x="8394" y="7049"/>
                        <a:pt x="8394" y="7525"/>
                      </a:cubicBezTo>
                      <a:lnTo>
                        <a:pt x="8394" y="8477"/>
                      </a:lnTo>
                      <a:close/>
                      <a:moveTo>
                        <a:pt x="27158" y="33242"/>
                      </a:moveTo>
                      <a:cubicBezTo>
                        <a:pt x="27539" y="32766"/>
                        <a:pt x="27825" y="32195"/>
                        <a:pt x="27825" y="31528"/>
                      </a:cubicBezTo>
                      <a:cubicBezTo>
                        <a:pt x="27825" y="30861"/>
                        <a:pt x="27539" y="30099"/>
                        <a:pt x="26967" y="29051"/>
                      </a:cubicBezTo>
                      <a:cubicBezTo>
                        <a:pt x="26396" y="28004"/>
                        <a:pt x="26110" y="27337"/>
                        <a:pt x="26110" y="26956"/>
                      </a:cubicBezTo>
                      <a:cubicBezTo>
                        <a:pt x="26110" y="26479"/>
                        <a:pt x="26396" y="26003"/>
                        <a:pt x="26873" y="25718"/>
                      </a:cubicBezTo>
                      <a:lnTo>
                        <a:pt x="25824" y="24670"/>
                      </a:lnTo>
                      <a:cubicBezTo>
                        <a:pt x="26110" y="24194"/>
                        <a:pt x="26301" y="23717"/>
                        <a:pt x="26301" y="23241"/>
                      </a:cubicBezTo>
                      <a:cubicBezTo>
                        <a:pt x="26301" y="22670"/>
                        <a:pt x="25824" y="22003"/>
                        <a:pt x="24967" y="21336"/>
                      </a:cubicBezTo>
                      <a:cubicBezTo>
                        <a:pt x="24015" y="20574"/>
                        <a:pt x="23538" y="19907"/>
                        <a:pt x="23538" y="19336"/>
                      </a:cubicBezTo>
                      <a:cubicBezTo>
                        <a:pt x="23538" y="18860"/>
                        <a:pt x="23729" y="18383"/>
                        <a:pt x="24015" y="17907"/>
                      </a:cubicBezTo>
                      <a:cubicBezTo>
                        <a:pt x="23062" y="16002"/>
                        <a:pt x="22205" y="15050"/>
                        <a:pt x="21348" y="15050"/>
                      </a:cubicBezTo>
                      <a:cubicBezTo>
                        <a:pt x="20110" y="16097"/>
                        <a:pt x="19538" y="18574"/>
                        <a:pt x="19538" y="22479"/>
                      </a:cubicBezTo>
                      <a:cubicBezTo>
                        <a:pt x="18300" y="22289"/>
                        <a:pt x="17633" y="22670"/>
                        <a:pt x="17633" y="23622"/>
                      </a:cubicBezTo>
                      <a:cubicBezTo>
                        <a:pt x="17633" y="24003"/>
                        <a:pt x="17824" y="24575"/>
                        <a:pt x="18014" y="25432"/>
                      </a:cubicBezTo>
                      <a:cubicBezTo>
                        <a:pt x="18395" y="26289"/>
                        <a:pt x="18490" y="26765"/>
                        <a:pt x="18395" y="26860"/>
                      </a:cubicBezTo>
                      <a:cubicBezTo>
                        <a:pt x="18395" y="27242"/>
                        <a:pt x="18014" y="27623"/>
                        <a:pt x="17538" y="27813"/>
                      </a:cubicBezTo>
                      <a:cubicBezTo>
                        <a:pt x="16966" y="28004"/>
                        <a:pt x="16681" y="28289"/>
                        <a:pt x="16585" y="28385"/>
                      </a:cubicBezTo>
                      <a:cubicBezTo>
                        <a:pt x="16490" y="28956"/>
                        <a:pt x="16395" y="29527"/>
                        <a:pt x="16395" y="30004"/>
                      </a:cubicBezTo>
                      <a:cubicBezTo>
                        <a:pt x="16395" y="32480"/>
                        <a:pt x="17824" y="33909"/>
                        <a:pt x="20586" y="34290"/>
                      </a:cubicBezTo>
                      <a:cubicBezTo>
                        <a:pt x="21062" y="34385"/>
                        <a:pt x="21348" y="34671"/>
                        <a:pt x="21348" y="35147"/>
                      </a:cubicBezTo>
                      <a:cubicBezTo>
                        <a:pt x="21348" y="35624"/>
                        <a:pt x="21348" y="36004"/>
                        <a:pt x="21348" y="36290"/>
                      </a:cubicBezTo>
                      <a:cubicBezTo>
                        <a:pt x="21348" y="36671"/>
                        <a:pt x="21633" y="36862"/>
                        <a:pt x="22015" y="36957"/>
                      </a:cubicBezTo>
                      <a:cubicBezTo>
                        <a:pt x="22015" y="35528"/>
                        <a:pt x="22491" y="34576"/>
                        <a:pt x="23824" y="34195"/>
                      </a:cubicBezTo>
                      <a:cubicBezTo>
                        <a:pt x="24967" y="33909"/>
                        <a:pt x="26015" y="33528"/>
                        <a:pt x="27158" y="33242"/>
                      </a:cubicBezTo>
                      <a:close/>
                      <a:moveTo>
                        <a:pt x="35731" y="29813"/>
                      </a:moveTo>
                      <a:lnTo>
                        <a:pt x="34969" y="29051"/>
                      </a:lnTo>
                      <a:lnTo>
                        <a:pt x="35731" y="28385"/>
                      </a:lnTo>
                      <a:lnTo>
                        <a:pt x="34969" y="28385"/>
                      </a:lnTo>
                      <a:cubicBezTo>
                        <a:pt x="34969" y="28385"/>
                        <a:pt x="34588" y="28766"/>
                        <a:pt x="34397" y="28766"/>
                      </a:cubicBezTo>
                      <a:cubicBezTo>
                        <a:pt x="34206" y="28766"/>
                        <a:pt x="33921" y="28575"/>
                        <a:pt x="33635" y="28194"/>
                      </a:cubicBezTo>
                      <a:cubicBezTo>
                        <a:pt x="33349" y="27813"/>
                        <a:pt x="33159" y="27623"/>
                        <a:pt x="33159" y="27623"/>
                      </a:cubicBezTo>
                      <a:cubicBezTo>
                        <a:pt x="32873" y="28670"/>
                        <a:pt x="33730" y="29337"/>
                        <a:pt x="35635" y="29813"/>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 name="Google Shape;1135;p99"/>
                <p:cNvSpPr/>
                <p:nvPr/>
              </p:nvSpPr>
              <p:spPr>
                <a:xfrm>
                  <a:off x="8751760" y="1516439"/>
                  <a:ext cx="41814" cy="50518"/>
                </a:xfrm>
                <a:custGeom>
                  <a:avLst/>
                  <a:gdLst/>
                  <a:ahLst/>
                  <a:cxnLst/>
                  <a:rect l="l" t="t" r="r" b="b"/>
                  <a:pathLst>
                    <a:path w="41814" h="50518" extrusionOk="0">
                      <a:moveTo>
                        <a:pt x="40767" y="131"/>
                      </a:moveTo>
                      <a:lnTo>
                        <a:pt x="41815" y="1655"/>
                      </a:lnTo>
                      <a:lnTo>
                        <a:pt x="41053" y="10132"/>
                      </a:lnTo>
                      <a:cubicBezTo>
                        <a:pt x="41053" y="10132"/>
                        <a:pt x="40100" y="10132"/>
                        <a:pt x="37242" y="10132"/>
                      </a:cubicBezTo>
                      <a:cubicBezTo>
                        <a:pt x="35909" y="10132"/>
                        <a:pt x="35052" y="10704"/>
                        <a:pt x="34671" y="11752"/>
                      </a:cubicBezTo>
                      <a:cubicBezTo>
                        <a:pt x="34194" y="10894"/>
                        <a:pt x="33528" y="10418"/>
                        <a:pt x="32480" y="10418"/>
                      </a:cubicBezTo>
                      <a:cubicBezTo>
                        <a:pt x="32004" y="10418"/>
                        <a:pt x="31432" y="10418"/>
                        <a:pt x="30575" y="10704"/>
                      </a:cubicBezTo>
                      <a:cubicBezTo>
                        <a:pt x="29718" y="10894"/>
                        <a:pt x="29146" y="10990"/>
                        <a:pt x="28766" y="10990"/>
                      </a:cubicBezTo>
                      <a:cubicBezTo>
                        <a:pt x="28194" y="12609"/>
                        <a:pt x="27908" y="14704"/>
                        <a:pt x="27908" y="17086"/>
                      </a:cubicBezTo>
                      <a:cubicBezTo>
                        <a:pt x="27908" y="17848"/>
                        <a:pt x="27908" y="18895"/>
                        <a:pt x="27908" y="20229"/>
                      </a:cubicBezTo>
                      <a:cubicBezTo>
                        <a:pt x="27908" y="21658"/>
                        <a:pt x="28004" y="22610"/>
                        <a:pt x="28004" y="23277"/>
                      </a:cubicBezTo>
                      <a:cubicBezTo>
                        <a:pt x="28004" y="24991"/>
                        <a:pt x="27908" y="26420"/>
                        <a:pt x="27622" y="27658"/>
                      </a:cubicBezTo>
                      <a:lnTo>
                        <a:pt x="25813" y="28706"/>
                      </a:lnTo>
                      <a:lnTo>
                        <a:pt x="26098" y="28420"/>
                      </a:lnTo>
                      <a:cubicBezTo>
                        <a:pt x="25622" y="27944"/>
                        <a:pt x="25051" y="27658"/>
                        <a:pt x="24479" y="27658"/>
                      </a:cubicBezTo>
                      <a:cubicBezTo>
                        <a:pt x="24003" y="27658"/>
                        <a:pt x="23336" y="27944"/>
                        <a:pt x="22384" y="28325"/>
                      </a:cubicBezTo>
                      <a:cubicBezTo>
                        <a:pt x="21431" y="28801"/>
                        <a:pt x="20764" y="29087"/>
                        <a:pt x="20193" y="29182"/>
                      </a:cubicBezTo>
                      <a:lnTo>
                        <a:pt x="20193" y="29468"/>
                      </a:lnTo>
                      <a:lnTo>
                        <a:pt x="23336" y="29754"/>
                      </a:lnTo>
                      <a:cubicBezTo>
                        <a:pt x="23336" y="29754"/>
                        <a:pt x="23622" y="30230"/>
                        <a:pt x="24098" y="30992"/>
                      </a:cubicBezTo>
                      <a:cubicBezTo>
                        <a:pt x="24384" y="30611"/>
                        <a:pt x="24479" y="30325"/>
                        <a:pt x="24575" y="30421"/>
                      </a:cubicBezTo>
                      <a:cubicBezTo>
                        <a:pt x="24765" y="30421"/>
                        <a:pt x="24955" y="30611"/>
                        <a:pt x="25241" y="30992"/>
                      </a:cubicBezTo>
                      <a:lnTo>
                        <a:pt x="26003" y="29754"/>
                      </a:lnTo>
                      <a:cubicBezTo>
                        <a:pt x="26003" y="29754"/>
                        <a:pt x="25813" y="30611"/>
                        <a:pt x="25813" y="31183"/>
                      </a:cubicBezTo>
                      <a:cubicBezTo>
                        <a:pt x="25813" y="32040"/>
                        <a:pt x="26098" y="33088"/>
                        <a:pt x="26765" y="34421"/>
                      </a:cubicBezTo>
                      <a:cubicBezTo>
                        <a:pt x="27432" y="35755"/>
                        <a:pt x="27717" y="36802"/>
                        <a:pt x="27717" y="37564"/>
                      </a:cubicBezTo>
                      <a:cubicBezTo>
                        <a:pt x="27717" y="38422"/>
                        <a:pt x="27527" y="39184"/>
                        <a:pt x="27051" y="40041"/>
                      </a:cubicBezTo>
                      <a:cubicBezTo>
                        <a:pt x="27051" y="40231"/>
                        <a:pt x="27241" y="41089"/>
                        <a:pt x="27432" y="42517"/>
                      </a:cubicBezTo>
                      <a:cubicBezTo>
                        <a:pt x="27622" y="43756"/>
                        <a:pt x="27717" y="44708"/>
                        <a:pt x="27717" y="45565"/>
                      </a:cubicBezTo>
                      <a:cubicBezTo>
                        <a:pt x="27717" y="47756"/>
                        <a:pt x="27051" y="49471"/>
                        <a:pt x="25718" y="50518"/>
                      </a:cubicBezTo>
                      <a:lnTo>
                        <a:pt x="15621" y="50042"/>
                      </a:lnTo>
                      <a:cubicBezTo>
                        <a:pt x="15430" y="48137"/>
                        <a:pt x="15240" y="45946"/>
                        <a:pt x="15240" y="43375"/>
                      </a:cubicBezTo>
                      <a:cubicBezTo>
                        <a:pt x="15240" y="41470"/>
                        <a:pt x="15430" y="38136"/>
                        <a:pt x="15621" y="33183"/>
                      </a:cubicBezTo>
                      <a:cubicBezTo>
                        <a:pt x="15907" y="28611"/>
                        <a:pt x="16002" y="24991"/>
                        <a:pt x="15907" y="22420"/>
                      </a:cubicBezTo>
                      <a:cubicBezTo>
                        <a:pt x="15621" y="21277"/>
                        <a:pt x="15526" y="19467"/>
                        <a:pt x="15621" y="16895"/>
                      </a:cubicBezTo>
                      <a:cubicBezTo>
                        <a:pt x="15621" y="14514"/>
                        <a:pt x="15526" y="12609"/>
                        <a:pt x="15144" y="11371"/>
                      </a:cubicBezTo>
                      <a:cubicBezTo>
                        <a:pt x="13907" y="10990"/>
                        <a:pt x="12478" y="10799"/>
                        <a:pt x="11049" y="10704"/>
                      </a:cubicBezTo>
                      <a:cubicBezTo>
                        <a:pt x="10096" y="10704"/>
                        <a:pt x="8763" y="10704"/>
                        <a:pt x="7048" y="10704"/>
                      </a:cubicBezTo>
                      <a:cubicBezTo>
                        <a:pt x="5048" y="10704"/>
                        <a:pt x="3620" y="10799"/>
                        <a:pt x="2667" y="10799"/>
                      </a:cubicBezTo>
                      <a:cubicBezTo>
                        <a:pt x="1428" y="10323"/>
                        <a:pt x="667" y="9466"/>
                        <a:pt x="476" y="8132"/>
                      </a:cubicBezTo>
                      <a:cubicBezTo>
                        <a:pt x="191" y="6322"/>
                        <a:pt x="95" y="5370"/>
                        <a:pt x="0" y="5179"/>
                      </a:cubicBezTo>
                      <a:cubicBezTo>
                        <a:pt x="0" y="4036"/>
                        <a:pt x="95" y="2893"/>
                        <a:pt x="191" y="1655"/>
                      </a:cubicBezTo>
                      <a:cubicBezTo>
                        <a:pt x="191" y="417"/>
                        <a:pt x="1048" y="-155"/>
                        <a:pt x="2572" y="36"/>
                      </a:cubicBezTo>
                      <a:cubicBezTo>
                        <a:pt x="7239" y="322"/>
                        <a:pt x="13430" y="322"/>
                        <a:pt x="21431" y="226"/>
                      </a:cubicBezTo>
                      <a:cubicBezTo>
                        <a:pt x="29909" y="36"/>
                        <a:pt x="36290" y="36"/>
                        <a:pt x="40386" y="226"/>
                      </a:cubicBezTo>
                      <a:close/>
                      <a:moveTo>
                        <a:pt x="40767" y="18610"/>
                      </a:moveTo>
                      <a:lnTo>
                        <a:pt x="40291" y="16800"/>
                      </a:lnTo>
                      <a:lnTo>
                        <a:pt x="40767" y="16800"/>
                      </a:lnTo>
                      <a:lnTo>
                        <a:pt x="40767" y="18610"/>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 name="Google Shape;1136;p99"/>
                <p:cNvSpPr/>
                <p:nvPr/>
              </p:nvSpPr>
              <p:spPr>
                <a:xfrm>
                  <a:off x="8799468" y="1516760"/>
                  <a:ext cx="44207" cy="50291"/>
                </a:xfrm>
                <a:custGeom>
                  <a:avLst/>
                  <a:gdLst/>
                  <a:ahLst/>
                  <a:cxnLst/>
                  <a:rect l="l" t="t" r="r" b="b"/>
                  <a:pathLst>
                    <a:path w="44207" h="50291" extrusionOk="0">
                      <a:moveTo>
                        <a:pt x="42588" y="43720"/>
                      </a:moveTo>
                      <a:cubicBezTo>
                        <a:pt x="43636" y="43910"/>
                        <a:pt x="44207" y="44577"/>
                        <a:pt x="44207" y="45720"/>
                      </a:cubicBezTo>
                      <a:cubicBezTo>
                        <a:pt x="44207" y="45244"/>
                        <a:pt x="44017" y="46101"/>
                        <a:pt x="43731" y="48482"/>
                      </a:cubicBezTo>
                      <a:cubicBezTo>
                        <a:pt x="42684" y="49625"/>
                        <a:pt x="41065" y="50197"/>
                        <a:pt x="38873" y="50197"/>
                      </a:cubicBezTo>
                      <a:cubicBezTo>
                        <a:pt x="35349" y="50197"/>
                        <a:pt x="33635" y="50197"/>
                        <a:pt x="33826" y="50197"/>
                      </a:cubicBezTo>
                      <a:cubicBezTo>
                        <a:pt x="32492" y="49816"/>
                        <a:pt x="31825" y="48577"/>
                        <a:pt x="31825" y="46577"/>
                      </a:cubicBezTo>
                      <a:cubicBezTo>
                        <a:pt x="31825" y="44577"/>
                        <a:pt x="31349" y="43339"/>
                        <a:pt x="30492" y="42767"/>
                      </a:cubicBezTo>
                      <a:cubicBezTo>
                        <a:pt x="29920" y="42577"/>
                        <a:pt x="28682" y="42481"/>
                        <a:pt x="26586" y="42481"/>
                      </a:cubicBezTo>
                      <a:cubicBezTo>
                        <a:pt x="25063" y="42481"/>
                        <a:pt x="23920" y="42101"/>
                        <a:pt x="23062" y="41243"/>
                      </a:cubicBezTo>
                      <a:cubicBezTo>
                        <a:pt x="22872" y="41243"/>
                        <a:pt x="22776" y="40386"/>
                        <a:pt x="22681" y="38862"/>
                      </a:cubicBezTo>
                      <a:cubicBezTo>
                        <a:pt x="22681" y="38195"/>
                        <a:pt x="22395" y="37814"/>
                        <a:pt x="21919" y="37624"/>
                      </a:cubicBezTo>
                      <a:cubicBezTo>
                        <a:pt x="21443" y="38386"/>
                        <a:pt x="21157" y="39338"/>
                        <a:pt x="20872" y="40291"/>
                      </a:cubicBezTo>
                      <a:cubicBezTo>
                        <a:pt x="20586" y="41624"/>
                        <a:pt x="20395" y="42577"/>
                        <a:pt x="20109" y="43244"/>
                      </a:cubicBezTo>
                      <a:cubicBezTo>
                        <a:pt x="19538" y="43339"/>
                        <a:pt x="18776" y="43244"/>
                        <a:pt x="17728" y="43148"/>
                      </a:cubicBezTo>
                      <a:cubicBezTo>
                        <a:pt x="16490" y="42958"/>
                        <a:pt x="15632" y="42863"/>
                        <a:pt x="15252" y="42863"/>
                      </a:cubicBezTo>
                      <a:cubicBezTo>
                        <a:pt x="13918" y="42863"/>
                        <a:pt x="13061" y="43529"/>
                        <a:pt x="12680" y="44768"/>
                      </a:cubicBezTo>
                      <a:cubicBezTo>
                        <a:pt x="12680" y="44863"/>
                        <a:pt x="12299" y="45625"/>
                        <a:pt x="11727" y="46863"/>
                      </a:cubicBezTo>
                      <a:cubicBezTo>
                        <a:pt x="11251" y="47911"/>
                        <a:pt x="10965" y="48673"/>
                        <a:pt x="10965" y="49340"/>
                      </a:cubicBezTo>
                      <a:cubicBezTo>
                        <a:pt x="10965" y="49721"/>
                        <a:pt x="10965" y="50006"/>
                        <a:pt x="11156" y="50292"/>
                      </a:cubicBezTo>
                      <a:lnTo>
                        <a:pt x="5536" y="50292"/>
                      </a:lnTo>
                      <a:cubicBezTo>
                        <a:pt x="3060" y="50292"/>
                        <a:pt x="1155" y="50006"/>
                        <a:pt x="12" y="49435"/>
                      </a:cubicBezTo>
                      <a:cubicBezTo>
                        <a:pt x="-83" y="46482"/>
                        <a:pt x="393" y="43625"/>
                        <a:pt x="1536" y="40862"/>
                      </a:cubicBezTo>
                      <a:cubicBezTo>
                        <a:pt x="2679" y="38100"/>
                        <a:pt x="3726" y="35338"/>
                        <a:pt x="4964" y="32576"/>
                      </a:cubicBezTo>
                      <a:cubicBezTo>
                        <a:pt x="4488" y="32290"/>
                        <a:pt x="4203" y="32004"/>
                        <a:pt x="4203" y="31718"/>
                      </a:cubicBezTo>
                      <a:cubicBezTo>
                        <a:pt x="4203" y="31528"/>
                        <a:pt x="4298" y="31242"/>
                        <a:pt x="4488" y="30766"/>
                      </a:cubicBezTo>
                      <a:cubicBezTo>
                        <a:pt x="4679" y="30385"/>
                        <a:pt x="4774" y="30004"/>
                        <a:pt x="4774" y="29813"/>
                      </a:cubicBezTo>
                      <a:cubicBezTo>
                        <a:pt x="4774" y="29623"/>
                        <a:pt x="4774" y="29337"/>
                        <a:pt x="4584" y="29147"/>
                      </a:cubicBezTo>
                      <a:cubicBezTo>
                        <a:pt x="4393" y="28385"/>
                        <a:pt x="4964" y="27813"/>
                        <a:pt x="6107" y="27432"/>
                      </a:cubicBezTo>
                      <a:cubicBezTo>
                        <a:pt x="7251" y="27051"/>
                        <a:pt x="7822" y="26670"/>
                        <a:pt x="7822" y="26289"/>
                      </a:cubicBezTo>
                      <a:cubicBezTo>
                        <a:pt x="7822" y="26099"/>
                        <a:pt x="7632" y="25813"/>
                        <a:pt x="7346" y="25432"/>
                      </a:cubicBezTo>
                      <a:lnTo>
                        <a:pt x="7346" y="25432"/>
                      </a:lnTo>
                      <a:cubicBezTo>
                        <a:pt x="7346" y="25432"/>
                        <a:pt x="7346" y="25146"/>
                        <a:pt x="7060" y="25051"/>
                      </a:cubicBezTo>
                      <a:cubicBezTo>
                        <a:pt x="7346" y="24670"/>
                        <a:pt x="7822" y="24479"/>
                        <a:pt x="8584" y="24384"/>
                      </a:cubicBezTo>
                      <a:cubicBezTo>
                        <a:pt x="9822" y="24194"/>
                        <a:pt x="10584" y="24098"/>
                        <a:pt x="10775" y="24003"/>
                      </a:cubicBezTo>
                      <a:cubicBezTo>
                        <a:pt x="10775" y="23431"/>
                        <a:pt x="10584" y="22860"/>
                        <a:pt x="10298" y="22384"/>
                      </a:cubicBezTo>
                      <a:cubicBezTo>
                        <a:pt x="9822" y="21622"/>
                        <a:pt x="9346" y="21431"/>
                        <a:pt x="8775" y="21622"/>
                      </a:cubicBezTo>
                      <a:lnTo>
                        <a:pt x="7441" y="21622"/>
                      </a:lnTo>
                      <a:cubicBezTo>
                        <a:pt x="7441" y="20669"/>
                        <a:pt x="7822" y="19812"/>
                        <a:pt x="8775" y="19145"/>
                      </a:cubicBezTo>
                      <a:lnTo>
                        <a:pt x="9251" y="14002"/>
                      </a:lnTo>
                      <a:cubicBezTo>
                        <a:pt x="9822" y="14002"/>
                        <a:pt x="10204" y="13526"/>
                        <a:pt x="10298" y="12954"/>
                      </a:cubicBezTo>
                      <a:cubicBezTo>
                        <a:pt x="10394" y="12097"/>
                        <a:pt x="10584" y="11525"/>
                        <a:pt x="10775" y="11335"/>
                      </a:cubicBezTo>
                      <a:cubicBezTo>
                        <a:pt x="10775" y="10573"/>
                        <a:pt x="11156" y="9335"/>
                        <a:pt x="11823" y="7715"/>
                      </a:cubicBezTo>
                      <a:cubicBezTo>
                        <a:pt x="12490" y="6096"/>
                        <a:pt x="12870" y="4858"/>
                        <a:pt x="12966" y="4001"/>
                      </a:cubicBezTo>
                      <a:cubicBezTo>
                        <a:pt x="12966" y="3905"/>
                        <a:pt x="13251" y="3143"/>
                        <a:pt x="13347" y="1810"/>
                      </a:cubicBezTo>
                      <a:cubicBezTo>
                        <a:pt x="13537" y="952"/>
                        <a:pt x="14013" y="381"/>
                        <a:pt x="14776" y="286"/>
                      </a:cubicBezTo>
                      <a:lnTo>
                        <a:pt x="16299" y="286"/>
                      </a:lnTo>
                      <a:cubicBezTo>
                        <a:pt x="16585" y="1143"/>
                        <a:pt x="16871" y="1524"/>
                        <a:pt x="17157" y="1524"/>
                      </a:cubicBezTo>
                      <a:cubicBezTo>
                        <a:pt x="17347" y="1524"/>
                        <a:pt x="17633" y="1238"/>
                        <a:pt x="18204" y="762"/>
                      </a:cubicBezTo>
                      <a:cubicBezTo>
                        <a:pt x="18681" y="191"/>
                        <a:pt x="19157" y="0"/>
                        <a:pt x="19538" y="0"/>
                      </a:cubicBezTo>
                      <a:cubicBezTo>
                        <a:pt x="19633" y="0"/>
                        <a:pt x="19823" y="0"/>
                        <a:pt x="20014" y="0"/>
                      </a:cubicBezTo>
                      <a:lnTo>
                        <a:pt x="28111" y="286"/>
                      </a:lnTo>
                      <a:cubicBezTo>
                        <a:pt x="30206" y="3429"/>
                        <a:pt x="31254" y="5525"/>
                        <a:pt x="31254" y="6477"/>
                      </a:cubicBezTo>
                      <a:cubicBezTo>
                        <a:pt x="31254" y="6763"/>
                        <a:pt x="31254" y="7144"/>
                        <a:pt x="31063" y="7429"/>
                      </a:cubicBezTo>
                      <a:cubicBezTo>
                        <a:pt x="32397" y="8096"/>
                        <a:pt x="32968" y="9049"/>
                        <a:pt x="32968" y="10192"/>
                      </a:cubicBezTo>
                      <a:cubicBezTo>
                        <a:pt x="32968" y="10477"/>
                        <a:pt x="32968" y="10954"/>
                        <a:pt x="32873" y="11621"/>
                      </a:cubicBezTo>
                      <a:cubicBezTo>
                        <a:pt x="32778" y="12287"/>
                        <a:pt x="32683" y="12764"/>
                        <a:pt x="32683" y="13145"/>
                      </a:cubicBezTo>
                      <a:cubicBezTo>
                        <a:pt x="32683" y="14192"/>
                        <a:pt x="33349" y="15050"/>
                        <a:pt x="34778" y="15621"/>
                      </a:cubicBezTo>
                      <a:cubicBezTo>
                        <a:pt x="34492" y="17240"/>
                        <a:pt x="34778" y="19145"/>
                        <a:pt x="35540" y="21336"/>
                      </a:cubicBezTo>
                      <a:cubicBezTo>
                        <a:pt x="36207" y="23336"/>
                        <a:pt x="36778" y="25241"/>
                        <a:pt x="37445" y="27051"/>
                      </a:cubicBezTo>
                      <a:lnTo>
                        <a:pt x="36969" y="27051"/>
                      </a:lnTo>
                      <a:cubicBezTo>
                        <a:pt x="36969" y="27051"/>
                        <a:pt x="37350" y="27718"/>
                        <a:pt x="37445" y="28575"/>
                      </a:cubicBezTo>
                      <a:cubicBezTo>
                        <a:pt x="37445" y="29432"/>
                        <a:pt x="37731" y="29813"/>
                        <a:pt x="38112" y="29813"/>
                      </a:cubicBezTo>
                      <a:cubicBezTo>
                        <a:pt x="38302" y="29813"/>
                        <a:pt x="38493" y="29813"/>
                        <a:pt x="38779" y="29623"/>
                      </a:cubicBezTo>
                      <a:cubicBezTo>
                        <a:pt x="38779" y="30671"/>
                        <a:pt x="38873" y="31718"/>
                        <a:pt x="38969" y="32671"/>
                      </a:cubicBezTo>
                      <a:cubicBezTo>
                        <a:pt x="39159" y="34004"/>
                        <a:pt x="39731" y="34862"/>
                        <a:pt x="40683" y="35433"/>
                      </a:cubicBezTo>
                      <a:cubicBezTo>
                        <a:pt x="40493" y="36004"/>
                        <a:pt x="40398" y="36576"/>
                        <a:pt x="40398" y="37052"/>
                      </a:cubicBezTo>
                      <a:cubicBezTo>
                        <a:pt x="40398" y="37910"/>
                        <a:pt x="40779" y="38767"/>
                        <a:pt x="41541" y="39910"/>
                      </a:cubicBezTo>
                      <a:cubicBezTo>
                        <a:pt x="42303" y="41053"/>
                        <a:pt x="42684" y="41910"/>
                        <a:pt x="42684" y="42672"/>
                      </a:cubicBezTo>
                      <a:cubicBezTo>
                        <a:pt x="42684" y="43053"/>
                        <a:pt x="42588" y="43434"/>
                        <a:pt x="42398" y="43910"/>
                      </a:cubicBezTo>
                      <a:close/>
                      <a:moveTo>
                        <a:pt x="6203" y="25432"/>
                      </a:moveTo>
                      <a:lnTo>
                        <a:pt x="6203" y="26670"/>
                      </a:lnTo>
                      <a:lnTo>
                        <a:pt x="5727" y="25432"/>
                      </a:lnTo>
                      <a:lnTo>
                        <a:pt x="6203" y="25432"/>
                      </a:lnTo>
                      <a:close/>
                      <a:moveTo>
                        <a:pt x="8013" y="44863"/>
                      </a:moveTo>
                      <a:cubicBezTo>
                        <a:pt x="8013" y="44863"/>
                        <a:pt x="8299" y="44196"/>
                        <a:pt x="8013" y="43910"/>
                      </a:cubicBezTo>
                      <a:lnTo>
                        <a:pt x="8013" y="44863"/>
                      </a:lnTo>
                      <a:cubicBezTo>
                        <a:pt x="8013" y="44863"/>
                        <a:pt x="7536" y="45244"/>
                        <a:pt x="7346" y="45529"/>
                      </a:cubicBezTo>
                      <a:cubicBezTo>
                        <a:pt x="7346" y="45529"/>
                        <a:pt x="7632" y="45625"/>
                        <a:pt x="8013" y="45720"/>
                      </a:cubicBezTo>
                      <a:lnTo>
                        <a:pt x="8013" y="44863"/>
                      </a:lnTo>
                      <a:close/>
                      <a:moveTo>
                        <a:pt x="8394" y="8477"/>
                      </a:moveTo>
                      <a:cubicBezTo>
                        <a:pt x="7917" y="8001"/>
                        <a:pt x="7632" y="7620"/>
                        <a:pt x="7632" y="7429"/>
                      </a:cubicBezTo>
                      <a:cubicBezTo>
                        <a:pt x="7632" y="7239"/>
                        <a:pt x="7822" y="7049"/>
                        <a:pt x="8013" y="6858"/>
                      </a:cubicBezTo>
                      <a:cubicBezTo>
                        <a:pt x="8299" y="6858"/>
                        <a:pt x="8394" y="7049"/>
                        <a:pt x="8394" y="7525"/>
                      </a:cubicBezTo>
                      <a:lnTo>
                        <a:pt x="8394" y="8477"/>
                      </a:lnTo>
                      <a:close/>
                      <a:moveTo>
                        <a:pt x="27158" y="33242"/>
                      </a:moveTo>
                      <a:cubicBezTo>
                        <a:pt x="27634" y="32766"/>
                        <a:pt x="27825" y="32195"/>
                        <a:pt x="27825" y="31528"/>
                      </a:cubicBezTo>
                      <a:cubicBezTo>
                        <a:pt x="27825" y="30861"/>
                        <a:pt x="27539" y="30099"/>
                        <a:pt x="26967" y="29051"/>
                      </a:cubicBezTo>
                      <a:cubicBezTo>
                        <a:pt x="26396" y="28004"/>
                        <a:pt x="26110" y="27337"/>
                        <a:pt x="26110" y="26956"/>
                      </a:cubicBezTo>
                      <a:cubicBezTo>
                        <a:pt x="26110" y="26479"/>
                        <a:pt x="26396" y="26003"/>
                        <a:pt x="26872" y="25718"/>
                      </a:cubicBezTo>
                      <a:lnTo>
                        <a:pt x="25824" y="24670"/>
                      </a:lnTo>
                      <a:cubicBezTo>
                        <a:pt x="26110" y="24194"/>
                        <a:pt x="26301" y="23717"/>
                        <a:pt x="26301" y="23241"/>
                      </a:cubicBezTo>
                      <a:cubicBezTo>
                        <a:pt x="26301" y="22670"/>
                        <a:pt x="25824" y="22003"/>
                        <a:pt x="24872" y="21336"/>
                      </a:cubicBezTo>
                      <a:cubicBezTo>
                        <a:pt x="23920" y="20574"/>
                        <a:pt x="23443" y="19907"/>
                        <a:pt x="23443" y="19336"/>
                      </a:cubicBezTo>
                      <a:cubicBezTo>
                        <a:pt x="23443" y="18860"/>
                        <a:pt x="23634" y="18383"/>
                        <a:pt x="23920" y="17907"/>
                      </a:cubicBezTo>
                      <a:cubicBezTo>
                        <a:pt x="22967" y="16002"/>
                        <a:pt x="22205" y="15050"/>
                        <a:pt x="21252" y="15050"/>
                      </a:cubicBezTo>
                      <a:cubicBezTo>
                        <a:pt x="20014" y="16097"/>
                        <a:pt x="19443" y="18574"/>
                        <a:pt x="19443" y="22479"/>
                      </a:cubicBezTo>
                      <a:cubicBezTo>
                        <a:pt x="18204" y="22289"/>
                        <a:pt x="17633" y="22670"/>
                        <a:pt x="17633" y="23622"/>
                      </a:cubicBezTo>
                      <a:cubicBezTo>
                        <a:pt x="17633" y="24003"/>
                        <a:pt x="17728" y="24575"/>
                        <a:pt x="18014" y="25432"/>
                      </a:cubicBezTo>
                      <a:cubicBezTo>
                        <a:pt x="18300" y="26289"/>
                        <a:pt x="18490" y="26765"/>
                        <a:pt x="18395" y="26860"/>
                      </a:cubicBezTo>
                      <a:cubicBezTo>
                        <a:pt x="18395" y="27242"/>
                        <a:pt x="18014" y="27623"/>
                        <a:pt x="17538" y="27813"/>
                      </a:cubicBezTo>
                      <a:cubicBezTo>
                        <a:pt x="17061" y="28004"/>
                        <a:pt x="16681" y="28289"/>
                        <a:pt x="16585" y="28385"/>
                      </a:cubicBezTo>
                      <a:cubicBezTo>
                        <a:pt x="16490" y="28956"/>
                        <a:pt x="16395" y="29527"/>
                        <a:pt x="16395" y="30004"/>
                      </a:cubicBezTo>
                      <a:cubicBezTo>
                        <a:pt x="16395" y="32480"/>
                        <a:pt x="17824" y="33909"/>
                        <a:pt x="20586" y="34290"/>
                      </a:cubicBezTo>
                      <a:cubicBezTo>
                        <a:pt x="21062" y="34385"/>
                        <a:pt x="21348" y="34671"/>
                        <a:pt x="21348" y="35147"/>
                      </a:cubicBezTo>
                      <a:cubicBezTo>
                        <a:pt x="21348" y="35624"/>
                        <a:pt x="21348" y="36004"/>
                        <a:pt x="21443" y="36290"/>
                      </a:cubicBezTo>
                      <a:cubicBezTo>
                        <a:pt x="21443" y="36671"/>
                        <a:pt x="21729" y="36862"/>
                        <a:pt x="22015" y="36957"/>
                      </a:cubicBezTo>
                      <a:cubicBezTo>
                        <a:pt x="22015" y="35528"/>
                        <a:pt x="22491" y="34576"/>
                        <a:pt x="23824" y="34195"/>
                      </a:cubicBezTo>
                      <a:cubicBezTo>
                        <a:pt x="24872" y="33909"/>
                        <a:pt x="25920" y="33528"/>
                        <a:pt x="27158" y="33242"/>
                      </a:cubicBezTo>
                      <a:close/>
                      <a:moveTo>
                        <a:pt x="35826" y="29813"/>
                      </a:moveTo>
                      <a:lnTo>
                        <a:pt x="35064" y="29051"/>
                      </a:lnTo>
                      <a:lnTo>
                        <a:pt x="35826" y="28385"/>
                      </a:lnTo>
                      <a:lnTo>
                        <a:pt x="35064" y="28385"/>
                      </a:lnTo>
                      <a:cubicBezTo>
                        <a:pt x="35064" y="28385"/>
                        <a:pt x="34682" y="28766"/>
                        <a:pt x="34492" y="28766"/>
                      </a:cubicBezTo>
                      <a:cubicBezTo>
                        <a:pt x="34302" y="28766"/>
                        <a:pt x="34016" y="28575"/>
                        <a:pt x="33730" y="28194"/>
                      </a:cubicBezTo>
                      <a:cubicBezTo>
                        <a:pt x="33445" y="27813"/>
                        <a:pt x="33254" y="27623"/>
                        <a:pt x="33159" y="27623"/>
                      </a:cubicBezTo>
                      <a:cubicBezTo>
                        <a:pt x="32873" y="28670"/>
                        <a:pt x="33730" y="29337"/>
                        <a:pt x="35731" y="29813"/>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37" name="Google Shape;1137;p99"/>
              <p:cNvGrpSpPr/>
              <p:nvPr/>
            </p:nvGrpSpPr>
            <p:grpSpPr>
              <a:xfrm>
                <a:off x="13451865" y="4237768"/>
                <a:ext cx="424815" cy="270509"/>
                <a:chOff x="8198547" y="1955863"/>
                <a:chExt cx="424815" cy="270509"/>
              </a:xfrm>
            </p:grpSpPr>
            <p:sp>
              <p:nvSpPr>
                <p:cNvPr id="1138" name="Google Shape;1138;p99"/>
                <p:cNvSpPr/>
                <p:nvPr/>
              </p:nvSpPr>
              <p:spPr>
                <a:xfrm>
                  <a:off x="8198547" y="1979199"/>
                  <a:ext cx="185546" cy="247173"/>
                </a:xfrm>
                <a:custGeom>
                  <a:avLst/>
                  <a:gdLst/>
                  <a:ahLst/>
                  <a:cxnLst/>
                  <a:rect l="l" t="t" r="r" b="b"/>
                  <a:pathLst>
                    <a:path w="185546" h="247173" extrusionOk="0">
                      <a:moveTo>
                        <a:pt x="0" y="114395"/>
                      </a:moveTo>
                      <a:lnTo>
                        <a:pt x="1524" y="114395"/>
                      </a:lnTo>
                      <a:cubicBezTo>
                        <a:pt x="858" y="114776"/>
                        <a:pt x="381" y="114776"/>
                        <a:pt x="0" y="114395"/>
                      </a:cubicBezTo>
                      <a:close/>
                      <a:moveTo>
                        <a:pt x="1524" y="114395"/>
                      </a:moveTo>
                      <a:lnTo>
                        <a:pt x="3715" y="113538"/>
                      </a:lnTo>
                      <a:cubicBezTo>
                        <a:pt x="3906" y="114110"/>
                        <a:pt x="3715" y="114395"/>
                        <a:pt x="3143" y="114586"/>
                      </a:cubicBezTo>
                      <a:cubicBezTo>
                        <a:pt x="2953" y="114586"/>
                        <a:pt x="2477" y="114586"/>
                        <a:pt x="1524" y="114300"/>
                      </a:cubicBezTo>
                      <a:close/>
                      <a:moveTo>
                        <a:pt x="14002" y="147257"/>
                      </a:moveTo>
                      <a:lnTo>
                        <a:pt x="13240" y="148019"/>
                      </a:lnTo>
                      <a:lnTo>
                        <a:pt x="14002" y="144304"/>
                      </a:lnTo>
                      <a:lnTo>
                        <a:pt x="14002" y="147257"/>
                      </a:lnTo>
                      <a:close/>
                      <a:moveTo>
                        <a:pt x="166402" y="102203"/>
                      </a:moveTo>
                      <a:lnTo>
                        <a:pt x="176689" y="120491"/>
                      </a:lnTo>
                      <a:cubicBezTo>
                        <a:pt x="176117" y="124397"/>
                        <a:pt x="175736" y="139160"/>
                        <a:pt x="175356" y="164783"/>
                      </a:cubicBezTo>
                      <a:cubicBezTo>
                        <a:pt x="172879" y="166211"/>
                        <a:pt x="171641" y="168021"/>
                        <a:pt x="171355" y="170307"/>
                      </a:cubicBezTo>
                      <a:lnTo>
                        <a:pt x="171355" y="178022"/>
                      </a:lnTo>
                      <a:lnTo>
                        <a:pt x="168497" y="175070"/>
                      </a:lnTo>
                      <a:cubicBezTo>
                        <a:pt x="167069" y="175451"/>
                        <a:pt x="166402" y="176117"/>
                        <a:pt x="166402" y="177165"/>
                      </a:cubicBezTo>
                      <a:cubicBezTo>
                        <a:pt x="166402" y="177546"/>
                        <a:pt x="166592" y="178213"/>
                        <a:pt x="166878" y="179261"/>
                      </a:cubicBezTo>
                      <a:cubicBezTo>
                        <a:pt x="167259" y="180308"/>
                        <a:pt x="167354" y="181166"/>
                        <a:pt x="167164" y="181642"/>
                      </a:cubicBezTo>
                      <a:cubicBezTo>
                        <a:pt x="165354" y="181451"/>
                        <a:pt x="164116" y="182404"/>
                        <a:pt x="163449" y="184595"/>
                      </a:cubicBezTo>
                      <a:lnTo>
                        <a:pt x="162116" y="189071"/>
                      </a:lnTo>
                      <a:lnTo>
                        <a:pt x="146685" y="203359"/>
                      </a:lnTo>
                      <a:lnTo>
                        <a:pt x="144589" y="201263"/>
                      </a:lnTo>
                      <a:cubicBezTo>
                        <a:pt x="144399" y="202502"/>
                        <a:pt x="143733" y="203073"/>
                        <a:pt x="142780" y="202978"/>
                      </a:cubicBezTo>
                      <a:cubicBezTo>
                        <a:pt x="141732" y="202883"/>
                        <a:pt x="141065" y="202978"/>
                        <a:pt x="140970" y="203359"/>
                      </a:cubicBezTo>
                      <a:lnTo>
                        <a:pt x="137827" y="210788"/>
                      </a:lnTo>
                      <a:lnTo>
                        <a:pt x="134588" y="203359"/>
                      </a:lnTo>
                      <a:cubicBezTo>
                        <a:pt x="133921" y="203740"/>
                        <a:pt x="133541" y="204311"/>
                        <a:pt x="133541" y="205264"/>
                      </a:cubicBezTo>
                      <a:lnTo>
                        <a:pt x="133541" y="207359"/>
                      </a:lnTo>
                      <a:cubicBezTo>
                        <a:pt x="132874" y="206978"/>
                        <a:pt x="132207" y="206788"/>
                        <a:pt x="131731" y="206788"/>
                      </a:cubicBezTo>
                      <a:cubicBezTo>
                        <a:pt x="130683" y="206788"/>
                        <a:pt x="129921" y="207740"/>
                        <a:pt x="129445" y="209836"/>
                      </a:cubicBezTo>
                      <a:cubicBezTo>
                        <a:pt x="129064" y="211836"/>
                        <a:pt x="128492" y="213170"/>
                        <a:pt x="127731" y="213646"/>
                      </a:cubicBezTo>
                      <a:cubicBezTo>
                        <a:pt x="126016" y="215075"/>
                        <a:pt x="124396" y="215741"/>
                        <a:pt x="122968" y="215741"/>
                      </a:cubicBezTo>
                      <a:cubicBezTo>
                        <a:pt x="121253" y="215741"/>
                        <a:pt x="119158" y="214598"/>
                        <a:pt x="116681" y="212217"/>
                      </a:cubicBezTo>
                      <a:cubicBezTo>
                        <a:pt x="114300" y="209836"/>
                        <a:pt x="112490" y="208693"/>
                        <a:pt x="111252" y="208693"/>
                      </a:cubicBezTo>
                      <a:cubicBezTo>
                        <a:pt x="109633" y="208693"/>
                        <a:pt x="107918" y="210026"/>
                        <a:pt x="106013" y="212884"/>
                      </a:cubicBezTo>
                      <a:cubicBezTo>
                        <a:pt x="104775" y="210788"/>
                        <a:pt x="103537" y="209741"/>
                        <a:pt x="102298" y="209741"/>
                      </a:cubicBezTo>
                      <a:cubicBezTo>
                        <a:pt x="101918" y="209741"/>
                        <a:pt x="100584" y="210407"/>
                        <a:pt x="98107" y="211836"/>
                      </a:cubicBezTo>
                      <a:cubicBezTo>
                        <a:pt x="96203" y="212884"/>
                        <a:pt x="94393" y="212789"/>
                        <a:pt x="92773" y="211550"/>
                      </a:cubicBezTo>
                      <a:cubicBezTo>
                        <a:pt x="88011" y="210503"/>
                        <a:pt x="86296" y="207264"/>
                        <a:pt x="87725" y="201740"/>
                      </a:cubicBezTo>
                      <a:cubicBezTo>
                        <a:pt x="89345" y="195548"/>
                        <a:pt x="89059" y="191643"/>
                        <a:pt x="86963" y="190119"/>
                      </a:cubicBezTo>
                      <a:cubicBezTo>
                        <a:pt x="87821" y="188119"/>
                        <a:pt x="87916" y="184309"/>
                        <a:pt x="87249" y="178403"/>
                      </a:cubicBezTo>
                      <a:cubicBezTo>
                        <a:pt x="86678" y="174308"/>
                        <a:pt x="88582" y="171450"/>
                        <a:pt x="92773" y="169640"/>
                      </a:cubicBezTo>
                      <a:lnTo>
                        <a:pt x="92012" y="171450"/>
                      </a:lnTo>
                      <a:cubicBezTo>
                        <a:pt x="96964" y="173069"/>
                        <a:pt x="100679" y="172784"/>
                        <a:pt x="103156" y="170688"/>
                      </a:cubicBezTo>
                      <a:lnTo>
                        <a:pt x="105251" y="168593"/>
                      </a:lnTo>
                      <a:cubicBezTo>
                        <a:pt x="104394" y="167735"/>
                        <a:pt x="103632" y="167354"/>
                        <a:pt x="103156" y="167545"/>
                      </a:cubicBezTo>
                      <a:cubicBezTo>
                        <a:pt x="102965" y="166878"/>
                        <a:pt x="103632" y="165926"/>
                        <a:pt x="105251" y="164687"/>
                      </a:cubicBezTo>
                      <a:cubicBezTo>
                        <a:pt x="104775" y="165354"/>
                        <a:pt x="105442" y="166688"/>
                        <a:pt x="107347" y="168688"/>
                      </a:cubicBezTo>
                      <a:cubicBezTo>
                        <a:pt x="107538" y="168688"/>
                        <a:pt x="109252" y="168116"/>
                        <a:pt x="112681" y="167069"/>
                      </a:cubicBezTo>
                      <a:cubicBezTo>
                        <a:pt x="114586" y="166497"/>
                        <a:pt x="115729" y="165259"/>
                        <a:pt x="116110" y="163354"/>
                      </a:cubicBezTo>
                      <a:lnTo>
                        <a:pt x="115253" y="162592"/>
                      </a:lnTo>
                      <a:cubicBezTo>
                        <a:pt x="115253" y="162592"/>
                        <a:pt x="115634" y="162306"/>
                        <a:pt x="115824" y="162306"/>
                      </a:cubicBezTo>
                      <a:cubicBezTo>
                        <a:pt x="116110" y="162306"/>
                        <a:pt x="116872" y="162497"/>
                        <a:pt x="117920" y="162878"/>
                      </a:cubicBezTo>
                      <a:cubicBezTo>
                        <a:pt x="118967" y="163259"/>
                        <a:pt x="119825" y="163354"/>
                        <a:pt x="120587" y="163354"/>
                      </a:cubicBezTo>
                      <a:cubicBezTo>
                        <a:pt x="121825" y="163354"/>
                        <a:pt x="122777" y="162687"/>
                        <a:pt x="123444" y="161258"/>
                      </a:cubicBezTo>
                      <a:lnTo>
                        <a:pt x="121348" y="159639"/>
                      </a:lnTo>
                      <a:cubicBezTo>
                        <a:pt x="122206" y="158591"/>
                        <a:pt x="123158" y="157544"/>
                        <a:pt x="124301" y="156496"/>
                      </a:cubicBezTo>
                      <a:cubicBezTo>
                        <a:pt x="125349" y="155448"/>
                        <a:pt x="126492" y="155067"/>
                        <a:pt x="127731" y="155448"/>
                      </a:cubicBezTo>
                      <a:cubicBezTo>
                        <a:pt x="127731" y="156020"/>
                        <a:pt x="127064" y="156972"/>
                        <a:pt x="125635" y="158401"/>
                      </a:cubicBezTo>
                      <a:lnTo>
                        <a:pt x="127731" y="160496"/>
                      </a:lnTo>
                      <a:cubicBezTo>
                        <a:pt x="127731" y="160496"/>
                        <a:pt x="128683" y="159830"/>
                        <a:pt x="129445" y="158972"/>
                      </a:cubicBezTo>
                      <a:cubicBezTo>
                        <a:pt x="130302" y="158115"/>
                        <a:pt x="130969" y="157639"/>
                        <a:pt x="131445" y="157639"/>
                      </a:cubicBezTo>
                      <a:lnTo>
                        <a:pt x="132683" y="158496"/>
                      </a:lnTo>
                      <a:cubicBezTo>
                        <a:pt x="132683" y="158496"/>
                        <a:pt x="132398" y="157639"/>
                        <a:pt x="132398" y="157163"/>
                      </a:cubicBezTo>
                      <a:cubicBezTo>
                        <a:pt x="132398" y="156115"/>
                        <a:pt x="133541" y="154972"/>
                        <a:pt x="135731" y="153734"/>
                      </a:cubicBezTo>
                      <a:cubicBezTo>
                        <a:pt x="137922" y="152495"/>
                        <a:pt x="139065" y="151352"/>
                        <a:pt x="139065" y="150305"/>
                      </a:cubicBezTo>
                      <a:cubicBezTo>
                        <a:pt x="139065" y="150019"/>
                        <a:pt x="138970" y="149543"/>
                        <a:pt x="138779" y="148971"/>
                      </a:cubicBezTo>
                      <a:cubicBezTo>
                        <a:pt x="140018" y="149543"/>
                        <a:pt x="141637" y="149638"/>
                        <a:pt x="143828" y="149257"/>
                      </a:cubicBezTo>
                      <a:cubicBezTo>
                        <a:pt x="146685" y="148590"/>
                        <a:pt x="148304" y="148209"/>
                        <a:pt x="148876" y="148209"/>
                      </a:cubicBezTo>
                      <a:lnTo>
                        <a:pt x="151829" y="144494"/>
                      </a:lnTo>
                      <a:cubicBezTo>
                        <a:pt x="151448" y="143828"/>
                        <a:pt x="151162" y="143447"/>
                        <a:pt x="150781" y="143447"/>
                      </a:cubicBezTo>
                      <a:cubicBezTo>
                        <a:pt x="150495" y="143447"/>
                        <a:pt x="149543" y="144113"/>
                        <a:pt x="148114" y="145352"/>
                      </a:cubicBezTo>
                      <a:lnTo>
                        <a:pt x="143828" y="141065"/>
                      </a:lnTo>
                      <a:lnTo>
                        <a:pt x="143066" y="142399"/>
                      </a:lnTo>
                      <a:cubicBezTo>
                        <a:pt x="143256" y="141732"/>
                        <a:pt x="143351" y="141161"/>
                        <a:pt x="143351" y="140780"/>
                      </a:cubicBezTo>
                      <a:cubicBezTo>
                        <a:pt x="143351" y="140113"/>
                        <a:pt x="142970" y="139732"/>
                        <a:pt x="142304" y="139732"/>
                      </a:cubicBezTo>
                      <a:cubicBezTo>
                        <a:pt x="141923" y="139732"/>
                        <a:pt x="141351" y="139732"/>
                        <a:pt x="140684" y="139922"/>
                      </a:cubicBezTo>
                      <a:lnTo>
                        <a:pt x="138875" y="139922"/>
                      </a:lnTo>
                      <a:cubicBezTo>
                        <a:pt x="137256" y="139922"/>
                        <a:pt x="136207" y="139351"/>
                        <a:pt x="135636" y="138113"/>
                      </a:cubicBezTo>
                      <a:lnTo>
                        <a:pt x="138875" y="137351"/>
                      </a:lnTo>
                      <a:cubicBezTo>
                        <a:pt x="137256" y="134017"/>
                        <a:pt x="135827" y="132588"/>
                        <a:pt x="134588" y="133160"/>
                      </a:cubicBezTo>
                      <a:cubicBezTo>
                        <a:pt x="134208" y="133541"/>
                        <a:pt x="133921" y="134112"/>
                        <a:pt x="133541" y="134969"/>
                      </a:cubicBezTo>
                      <a:cubicBezTo>
                        <a:pt x="133065" y="134303"/>
                        <a:pt x="131064" y="132683"/>
                        <a:pt x="127731" y="130207"/>
                      </a:cubicBezTo>
                      <a:cubicBezTo>
                        <a:pt x="125063" y="128302"/>
                        <a:pt x="123730" y="126302"/>
                        <a:pt x="123730" y="124397"/>
                      </a:cubicBezTo>
                      <a:cubicBezTo>
                        <a:pt x="123730" y="123730"/>
                        <a:pt x="123920" y="122873"/>
                        <a:pt x="124301" y="122015"/>
                      </a:cubicBezTo>
                      <a:lnTo>
                        <a:pt x="121348" y="124111"/>
                      </a:lnTo>
                      <a:cubicBezTo>
                        <a:pt x="121444" y="121825"/>
                        <a:pt x="120396" y="120206"/>
                        <a:pt x="117920" y="119348"/>
                      </a:cubicBezTo>
                      <a:cubicBezTo>
                        <a:pt x="114776" y="118491"/>
                        <a:pt x="112872" y="117634"/>
                        <a:pt x="112395" y="116967"/>
                      </a:cubicBezTo>
                      <a:lnTo>
                        <a:pt x="113157" y="115633"/>
                      </a:lnTo>
                      <a:lnTo>
                        <a:pt x="97727" y="115633"/>
                      </a:lnTo>
                      <a:lnTo>
                        <a:pt x="99060" y="114586"/>
                      </a:lnTo>
                      <a:cubicBezTo>
                        <a:pt x="98013" y="114967"/>
                        <a:pt x="96964" y="115062"/>
                        <a:pt x="96108" y="115062"/>
                      </a:cubicBezTo>
                      <a:cubicBezTo>
                        <a:pt x="94488" y="115062"/>
                        <a:pt x="92964" y="114205"/>
                        <a:pt x="91345" y="112395"/>
                      </a:cubicBezTo>
                      <a:cubicBezTo>
                        <a:pt x="89059" y="109538"/>
                        <a:pt x="87535" y="107918"/>
                        <a:pt x="86868" y="107347"/>
                      </a:cubicBezTo>
                      <a:cubicBezTo>
                        <a:pt x="87725" y="106108"/>
                        <a:pt x="88011" y="104680"/>
                        <a:pt x="87630" y="103061"/>
                      </a:cubicBezTo>
                      <a:cubicBezTo>
                        <a:pt x="86963" y="101346"/>
                        <a:pt x="86678" y="100013"/>
                        <a:pt x="86868" y="99346"/>
                      </a:cubicBezTo>
                      <a:cubicBezTo>
                        <a:pt x="84201" y="98298"/>
                        <a:pt x="82487" y="99727"/>
                        <a:pt x="81534" y="103632"/>
                      </a:cubicBezTo>
                      <a:cubicBezTo>
                        <a:pt x="81915" y="104489"/>
                        <a:pt x="82105" y="105251"/>
                        <a:pt x="82105" y="106013"/>
                      </a:cubicBezTo>
                      <a:cubicBezTo>
                        <a:pt x="82105" y="108109"/>
                        <a:pt x="80486" y="110204"/>
                        <a:pt x="77153" y="112395"/>
                      </a:cubicBezTo>
                      <a:cubicBezTo>
                        <a:pt x="73914" y="114491"/>
                        <a:pt x="72295" y="116491"/>
                        <a:pt x="72295" y="118205"/>
                      </a:cubicBezTo>
                      <a:cubicBezTo>
                        <a:pt x="71152" y="115348"/>
                        <a:pt x="69914" y="113443"/>
                        <a:pt x="68294" y="112395"/>
                      </a:cubicBezTo>
                      <a:cubicBezTo>
                        <a:pt x="65151" y="112586"/>
                        <a:pt x="62675" y="114014"/>
                        <a:pt x="61150" y="116586"/>
                      </a:cubicBezTo>
                      <a:cubicBezTo>
                        <a:pt x="59150" y="120015"/>
                        <a:pt x="57531" y="122015"/>
                        <a:pt x="56007" y="122682"/>
                      </a:cubicBezTo>
                      <a:cubicBezTo>
                        <a:pt x="56198" y="123539"/>
                        <a:pt x="56769" y="124016"/>
                        <a:pt x="57626" y="124016"/>
                      </a:cubicBezTo>
                      <a:lnTo>
                        <a:pt x="59722" y="124016"/>
                      </a:lnTo>
                      <a:lnTo>
                        <a:pt x="61056" y="140208"/>
                      </a:lnTo>
                      <a:lnTo>
                        <a:pt x="53912" y="138113"/>
                      </a:lnTo>
                      <a:cubicBezTo>
                        <a:pt x="53912" y="138970"/>
                        <a:pt x="53530" y="139827"/>
                        <a:pt x="52864" y="140494"/>
                      </a:cubicBezTo>
                      <a:cubicBezTo>
                        <a:pt x="51625" y="141542"/>
                        <a:pt x="51054" y="142208"/>
                        <a:pt x="51054" y="142304"/>
                      </a:cubicBezTo>
                      <a:lnTo>
                        <a:pt x="53721" y="144971"/>
                      </a:lnTo>
                      <a:cubicBezTo>
                        <a:pt x="53054" y="144590"/>
                        <a:pt x="52388" y="144685"/>
                        <a:pt x="51816" y="145256"/>
                      </a:cubicBezTo>
                      <a:cubicBezTo>
                        <a:pt x="51245" y="145066"/>
                        <a:pt x="49530" y="144018"/>
                        <a:pt x="46768" y="142113"/>
                      </a:cubicBezTo>
                      <a:cubicBezTo>
                        <a:pt x="44672" y="140875"/>
                        <a:pt x="42672" y="140303"/>
                        <a:pt x="40672" y="140303"/>
                      </a:cubicBezTo>
                      <a:cubicBezTo>
                        <a:pt x="40291" y="140684"/>
                        <a:pt x="40100" y="140970"/>
                        <a:pt x="40100" y="141351"/>
                      </a:cubicBezTo>
                      <a:cubicBezTo>
                        <a:pt x="40100" y="141827"/>
                        <a:pt x="40672" y="142685"/>
                        <a:pt x="41815" y="143542"/>
                      </a:cubicBezTo>
                      <a:cubicBezTo>
                        <a:pt x="42958" y="144494"/>
                        <a:pt x="43529" y="145161"/>
                        <a:pt x="43529" y="145542"/>
                      </a:cubicBezTo>
                      <a:cubicBezTo>
                        <a:pt x="43529" y="146304"/>
                        <a:pt x="42863" y="146876"/>
                        <a:pt x="41434" y="147447"/>
                      </a:cubicBezTo>
                      <a:cubicBezTo>
                        <a:pt x="41815" y="148114"/>
                        <a:pt x="42482" y="148495"/>
                        <a:pt x="43529" y="148495"/>
                      </a:cubicBezTo>
                      <a:lnTo>
                        <a:pt x="45625" y="148209"/>
                      </a:lnTo>
                      <a:lnTo>
                        <a:pt x="47720" y="146114"/>
                      </a:lnTo>
                      <a:lnTo>
                        <a:pt x="50388" y="149257"/>
                      </a:lnTo>
                      <a:cubicBezTo>
                        <a:pt x="49911" y="148685"/>
                        <a:pt x="49625" y="148400"/>
                        <a:pt x="49625" y="148209"/>
                      </a:cubicBezTo>
                      <a:lnTo>
                        <a:pt x="47720" y="150305"/>
                      </a:lnTo>
                      <a:cubicBezTo>
                        <a:pt x="47911" y="151067"/>
                        <a:pt x="49244" y="151352"/>
                        <a:pt x="51721" y="151352"/>
                      </a:cubicBezTo>
                      <a:cubicBezTo>
                        <a:pt x="51721" y="152781"/>
                        <a:pt x="52102" y="154019"/>
                        <a:pt x="52769" y="154972"/>
                      </a:cubicBezTo>
                      <a:cubicBezTo>
                        <a:pt x="53435" y="155924"/>
                        <a:pt x="53816" y="156686"/>
                        <a:pt x="53816" y="157258"/>
                      </a:cubicBezTo>
                      <a:cubicBezTo>
                        <a:pt x="53816" y="157925"/>
                        <a:pt x="53530" y="158782"/>
                        <a:pt x="53054" y="159830"/>
                      </a:cubicBezTo>
                      <a:cubicBezTo>
                        <a:pt x="53054" y="160211"/>
                        <a:pt x="53245" y="160496"/>
                        <a:pt x="53626" y="160592"/>
                      </a:cubicBezTo>
                      <a:cubicBezTo>
                        <a:pt x="53816" y="160592"/>
                        <a:pt x="54293" y="160306"/>
                        <a:pt x="55150" y="159830"/>
                      </a:cubicBezTo>
                      <a:cubicBezTo>
                        <a:pt x="55816" y="159544"/>
                        <a:pt x="56198" y="159544"/>
                        <a:pt x="56198" y="160115"/>
                      </a:cubicBezTo>
                      <a:cubicBezTo>
                        <a:pt x="56198" y="160496"/>
                        <a:pt x="56198" y="160877"/>
                        <a:pt x="55912" y="161449"/>
                      </a:cubicBezTo>
                      <a:lnTo>
                        <a:pt x="59627" y="160592"/>
                      </a:lnTo>
                      <a:cubicBezTo>
                        <a:pt x="59817" y="162687"/>
                        <a:pt x="60007" y="164878"/>
                        <a:pt x="60198" y="166973"/>
                      </a:cubicBezTo>
                      <a:cubicBezTo>
                        <a:pt x="60770" y="169640"/>
                        <a:pt x="61913" y="171164"/>
                        <a:pt x="63913" y="171736"/>
                      </a:cubicBezTo>
                      <a:lnTo>
                        <a:pt x="61817" y="173831"/>
                      </a:lnTo>
                      <a:cubicBezTo>
                        <a:pt x="61150" y="173831"/>
                        <a:pt x="63055" y="173641"/>
                        <a:pt x="67628" y="173260"/>
                      </a:cubicBezTo>
                      <a:cubicBezTo>
                        <a:pt x="70104" y="173069"/>
                        <a:pt x="72104" y="173736"/>
                        <a:pt x="73533" y="175070"/>
                      </a:cubicBezTo>
                      <a:lnTo>
                        <a:pt x="75152" y="170783"/>
                      </a:lnTo>
                      <a:cubicBezTo>
                        <a:pt x="76391" y="170783"/>
                        <a:pt x="77248" y="171545"/>
                        <a:pt x="77724" y="173165"/>
                      </a:cubicBezTo>
                      <a:cubicBezTo>
                        <a:pt x="78296" y="174689"/>
                        <a:pt x="78867" y="175546"/>
                        <a:pt x="79629" y="175546"/>
                      </a:cubicBezTo>
                      <a:cubicBezTo>
                        <a:pt x="80106" y="175546"/>
                        <a:pt x="80772" y="175355"/>
                        <a:pt x="81439" y="174974"/>
                      </a:cubicBezTo>
                      <a:cubicBezTo>
                        <a:pt x="82201" y="175641"/>
                        <a:pt x="82487" y="176308"/>
                        <a:pt x="82487" y="176784"/>
                      </a:cubicBezTo>
                      <a:cubicBezTo>
                        <a:pt x="82487" y="177260"/>
                        <a:pt x="82105" y="177832"/>
                        <a:pt x="81153" y="178403"/>
                      </a:cubicBezTo>
                      <a:cubicBezTo>
                        <a:pt x="80296" y="178975"/>
                        <a:pt x="79820" y="179451"/>
                        <a:pt x="79820" y="180023"/>
                      </a:cubicBezTo>
                      <a:cubicBezTo>
                        <a:pt x="79820" y="180213"/>
                        <a:pt x="79820" y="180499"/>
                        <a:pt x="80106" y="180785"/>
                      </a:cubicBezTo>
                      <a:lnTo>
                        <a:pt x="82296" y="180785"/>
                      </a:lnTo>
                      <a:cubicBezTo>
                        <a:pt x="82487" y="181832"/>
                        <a:pt x="82296" y="183833"/>
                        <a:pt x="82105" y="186881"/>
                      </a:cubicBezTo>
                      <a:cubicBezTo>
                        <a:pt x="81820" y="189833"/>
                        <a:pt x="81820" y="191929"/>
                        <a:pt x="82296" y="192977"/>
                      </a:cubicBezTo>
                      <a:cubicBezTo>
                        <a:pt x="82582" y="194786"/>
                        <a:pt x="83630" y="195548"/>
                        <a:pt x="85440" y="195358"/>
                      </a:cubicBezTo>
                      <a:lnTo>
                        <a:pt x="80106" y="199073"/>
                      </a:lnTo>
                      <a:lnTo>
                        <a:pt x="82296" y="201168"/>
                      </a:lnTo>
                      <a:cubicBezTo>
                        <a:pt x="82296" y="201168"/>
                        <a:pt x="81820" y="201835"/>
                        <a:pt x="81058" y="202502"/>
                      </a:cubicBezTo>
                      <a:cubicBezTo>
                        <a:pt x="80296" y="203264"/>
                        <a:pt x="79915" y="203740"/>
                        <a:pt x="80106" y="204121"/>
                      </a:cubicBezTo>
                      <a:lnTo>
                        <a:pt x="76391" y="213646"/>
                      </a:lnTo>
                      <a:cubicBezTo>
                        <a:pt x="70866" y="212217"/>
                        <a:pt x="63151" y="212217"/>
                        <a:pt x="53054" y="213646"/>
                      </a:cubicBezTo>
                      <a:lnTo>
                        <a:pt x="50959" y="210693"/>
                      </a:lnTo>
                      <a:cubicBezTo>
                        <a:pt x="48292" y="212312"/>
                        <a:pt x="45815" y="211836"/>
                        <a:pt x="43529" y="209360"/>
                      </a:cubicBezTo>
                      <a:lnTo>
                        <a:pt x="41434" y="213551"/>
                      </a:lnTo>
                      <a:cubicBezTo>
                        <a:pt x="40005" y="213074"/>
                        <a:pt x="38576" y="212789"/>
                        <a:pt x="36957" y="212789"/>
                      </a:cubicBezTo>
                      <a:cubicBezTo>
                        <a:pt x="36290" y="212789"/>
                        <a:pt x="35147" y="212789"/>
                        <a:pt x="33624" y="213074"/>
                      </a:cubicBezTo>
                      <a:cubicBezTo>
                        <a:pt x="32099" y="213265"/>
                        <a:pt x="31052" y="213360"/>
                        <a:pt x="30289" y="213360"/>
                      </a:cubicBezTo>
                      <a:cubicBezTo>
                        <a:pt x="28004" y="213360"/>
                        <a:pt x="25908" y="212503"/>
                        <a:pt x="23908" y="210693"/>
                      </a:cubicBezTo>
                      <a:lnTo>
                        <a:pt x="26098" y="208598"/>
                      </a:lnTo>
                      <a:cubicBezTo>
                        <a:pt x="25337" y="207836"/>
                        <a:pt x="24384" y="207550"/>
                        <a:pt x="23146" y="207550"/>
                      </a:cubicBezTo>
                      <a:lnTo>
                        <a:pt x="20193" y="207550"/>
                      </a:lnTo>
                      <a:cubicBezTo>
                        <a:pt x="19145" y="207359"/>
                        <a:pt x="18479" y="206693"/>
                        <a:pt x="18098" y="205454"/>
                      </a:cubicBezTo>
                      <a:lnTo>
                        <a:pt x="18098" y="199073"/>
                      </a:lnTo>
                      <a:cubicBezTo>
                        <a:pt x="17907" y="196596"/>
                        <a:pt x="18669" y="194691"/>
                        <a:pt x="20193" y="193262"/>
                      </a:cubicBezTo>
                      <a:lnTo>
                        <a:pt x="15907" y="190119"/>
                      </a:lnTo>
                      <a:lnTo>
                        <a:pt x="18859" y="185071"/>
                      </a:lnTo>
                      <a:cubicBezTo>
                        <a:pt x="18859" y="172688"/>
                        <a:pt x="19336" y="154019"/>
                        <a:pt x="20193" y="128873"/>
                      </a:cubicBezTo>
                      <a:lnTo>
                        <a:pt x="18098" y="127540"/>
                      </a:lnTo>
                      <a:cubicBezTo>
                        <a:pt x="17907" y="121920"/>
                        <a:pt x="17812" y="115538"/>
                        <a:pt x="17812" y="108490"/>
                      </a:cubicBezTo>
                      <a:cubicBezTo>
                        <a:pt x="17812" y="100013"/>
                        <a:pt x="18098" y="86487"/>
                        <a:pt x="18479" y="68008"/>
                      </a:cubicBezTo>
                      <a:cubicBezTo>
                        <a:pt x="18955" y="49530"/>
                        <a:pt x="19145" y="35624"/>
                        <a:pt x="19145" y="26289"/>
                      </a:cubicBezTo>
                      <a:cubicBezTo>
                        <a:pt x="19145" y="19050"/>
                        <a:pt x="19145" y="12287"/>
                        <a:pt x="18859" y="6096"/>
                      </a:cubicBezTo>
                      <a:cubicBezTo>
                        <a:pt x="24384" y="2096"/>
                        <a:pt x="31814" y="0"/>
                        <a:pt x="41434" y="0"/>
                      </a:cubicBezTo>
                      <a:cubicBezTo>
                        <a:pt x="44577" y="0"/>
                        <a:pt x="49435" y="95"/>
                        <a:pt x="55722" y="381"/>
                      </a:cubicBezTo>
                      <a:cubicBezTo>
                        <a:pt x="62103" y="667"/>
                        <a:pt x="66675" y="762"/>
                        <a:pt x="69532" y="762"/>
                      </a:cubicBezTo>
                      <a:lnTo>
                        <a:pt x="77248" y="762"/>
                      </a:lnTo>
                      <a:cubicBezTo>
                        <a:pt x="80582" y="5525"/>
                        <a:pt x="82296" y="11621"/>
                        <a:pt x="82296" y="19145"/>
                      </a:cubicBezTo>
                      <a:cubicBezTo>
                        <a:pt x="82296" y="20860"/>
                        <a:pt x="82105" y="24003"/>
                        <a:pt x="81820" y="28385"/>
                      </a:cubicBezTo>
                      <a:cubicBezTo>
                        <a:pt x="81534" y="32861"/>
                        <a:pt x="81439" y="36290"/>
                        <a:pt x="81439" y="38767"/>
                      </a:cubicBezTo>
                      <a:cubicBezTo>
                        <a:pt x="74009" y="44387"/>
                        <a:pt x="68199" y="47149"/>
                        <a:pt x="63913" y="46958"/>
                      </a:cubicBezTo>
                      <a:cubicBezTo>
                        <a:pt x="61817" y="49625"/>
                        <a:pt x="60770" y="53626"/>
                        <a:pt x="60770" y="58865"/>
                      </a:cubicBezTo>
                      <a:cubicBezTo>
                        <a:pt x="60865" y="68771"/>
                        <a:pt x="61056" y="73343"/>
                        <a:pt x="61056" y="72485"/>
                      </a:cubicBezTo>
                      <a:cubicBezTo>
                        <a:pt x="61436" y="72676"/>
                        <a:pt x="67818" y="72962"/>
                        <a:pt x="80106" y="73247"/>
                      </a:cubicBezTo>
                      <a:cubicBezTo>
                        <a:pt x="79820" y="74295"/>
                        <a:pt x="79629" y="75343"/>
                        <a:pt x="79629" y="76391"/>
                      </a:cubicBezTo>
                      <a:cubicBezTo>
                        <a:pt x="79629" y="78200"/>
                        <a:pt x="80106" y="80486"/>
                        <a:pt x="81153" y="83249"/>
                      </a:cubicBezTo>
                      <a:cubicBezTo>
                        <a:pt x="82296" y="86106"/>
                        <a:pt x="82772" y="88297"/>
                        <a:pt x="82772" y="89916"/>
                      </a:cubicBezTo>
                      <a:cubicBezTo>
                        <a:pt x="82772" y="91154"/>
                        <a:pt x="82582" y="92393"/>
                        <a:pt x="82296" y="93631"/>
                      </a:cubicBezTo>
                      <a:lnTo>
                        <a:pt x="79343" y="96774"/>
                      </a:lnTo>
                      <a:cubicBezTo>
                        <a:pt x="80106" y="97441"/>
                        <a:pt x="80772" y="97822"/>
                        <a:pt x="81439" y="97822"/>
                      </a:cubicBezTo>
                      <a:cubicBezTo>
                        <a:pt x="82201" y="97822"/>
                        <a:pt x="83153" y="97441"/>
                        <a:pt x="84487" y="96774"/>
                      </a:cubicBezTo>
                      <a:cubicBezTo>
                        <a:pt x="85820" y="96107"/>
                        <a:pt x="86868" y="95726"/>
                        <a:pt x="87535" y="95726"/>
                      </a:cubicBezTo>
                      <a:cubicBezTo>
                        <a:pt x="86106" y="94869"/>
                        <a:pt x="85344" y="92869"/>
                        <a:pt x="85344" y="89630"/>
                      </a:cubicBezTo>
                      <a:cubicBezTo>
                        <a:pt x="85344" y="87725"/>
                        <a:pt x="85725" y="84773"/>
                        <a:pt x="86392" y="80772"/>
                      </a:cubicBezTo>
                      <a:cubicBezTo>
                        <a:pt x="87154" y="76772"/>
                        <a:pt x="87439" y="74295"/>
                        <a:pt x="87439" y="73247"/>
                      </a:cubicBezTo>
                      <a:lnTo>
                        <a:pt x="107061" y="72485"/>
                      </a:lnTo>
                      <a:lnTo>
                        <a:pt x="117157" y="59246"/>
                      </a:lnTo>
                      <a:cubicBezTo>
                        <a:pt x="111347" y="49816"/>
                        <a:pt x="103537" y="45149"/>
                        <a:pt x="93822" y="45149"/>
                      </a:cubicBezTo>
                      <a:cubicBezTo>
                        <a:pt x="91916" y="45149"/>
                        <a:pt x="89725" y="45339"/>
                        <a:pt x="87439" y="45625"/>
                      </a:cubicBezTo>
                      <a:cubicBezTo>
                        <a:pt x="87821" y="44006"/>
                        <a:pt x="87916" y="42196"/>
                        <a:pt x="87916" y="40100"/>
                      </a:cubicBezTo>
                      <a:cubicBezTo>
                        <a:pt x="87916" y="38005"/>
                        <a:pt x="87630" y="34576"/>
                        <a:pt x="87154" y="29908"/>
                      </a:cubicBezTo>
                      <a:cubicBezTo>
                        <a:pt x="86583" y="25241"/>
                        <a:pt x="86296" y="21717"/>
                        <a:pt x="86296" y="19431"/>
                      </a:cubicBezTo>
                      <a:cubicBezTo>
                        <a:pt x="86296" y="14097"/>
                        <a:pt x="87344" y="9620"/>
                        <a:pt x="89535" y="5906"/>
                      </a:cubicBezTo>
                      <a:lnTo>
                        <a:pt x="87439" y="5906"/>
                      </a:lnTo>
                      <a:cubicBezTo>
                        <a:pt x="88106" y="2191"/>
                        <a:pt x="90869" y="476"/>
                        <a:pt x="95631" y="667"/>
                      </a:cubicBezTo>
                      <a:cubicBezTo>
                        <a:pt x="102870" y="1048"/>
                        <a:pt x="106680" y="1143"/>
                        <a:pt x="107061" y="953"/>
                      </a:cubicBezTo>
                      <a:cubicBezTo>
                        <a:pt x="108299" y="572"/>
                        <a:pt x="109633" y="953"/>
                        <a:pt x="111157" y="2000"/>
                      </a:cubicBezTo>
                      <a:cubicBezTo>
                        <a:pt x="112681" y="3048"/>
                        <a:pt x="113538" y="3620"/>
                        <a:pt x="113633" y="3620"/>
                      </a:cubicBezTo>
                      <a:cubicBezTo>
                        <a:pt x="114491" y="3620"/>
                        <a:pt x="115253" y="2667"/>
                        <a:pt x="115824" y="667"/>
                      </a:cubicBezTo>
                      <a:cubicBezTo>
                        <a:pt x="117920" y="3143"/>
                        <a:pt x="122111" y="4382"/>
                        <a:pt x="128207" y="4382"/>
                      </a:cubicBezTo>
                      <a:cubicBezTo>
                        <a:pt x="133731" y="4572"/>
                        <a:pt x="136779" y="6096"/>
                        <a:pt x="137541" y="8954"/>
                      </a:cubicBezTo>
                      <a:cubicBezTo>
                        <a:pt x="142113" y="13049"/>
                        <a:pt x="146781" y="17145"/>
                        <a:pt x="151543" y="21241"/>
                      </a:cubicBezTo>
                      <a:cubicBezTo>
                        <a:pt x="156782" y="25908"/>
                        <a:pt x="160020" y="30575"/>
                        <a:pt x="161068" y="35433"/>
                      </a:cubicBezTo>
                      <a:lnTo>
                        <a:pt x="164021" y="35433"/>
                      </a:lnTo>
                      <a:cubicBezTo>
                        <a:pt x="162592" y="46768"/>
                        <a:pt x="161925" y="59817"/>
                        <a:pt x="161925" y="74676"/>
                      </a:cubicBezTo>
                      <a:cubicBezTo>
                        <a:pt x="159258" y="75057"/>
                        <a:pt x="157925" y="75724"/>
                        <a:pt x="157925" y="76772"/>
                      </a:cubicBezTo>
                      <a:cubicBezTo>
                        <a:pt x="157925" y="76962"/>
                        <a:pt x="158020" y="77438"/>
                        <a:pt x="158401" y="78296"/>
                      </a:cubicBezTo>
                      <a:cubicBezTo>
                        <a:pt x="158782" y="79058"/>
                        <a:pt x="158972" y="79724"/>
                        <a:pt x="158972" y="80296"/>
                      </a:cubicBezTo>
                      <a:cubicBezTo>
                        <a:pt x="158972" y="81153"/>
                        <a:pt x="158210" y="82010"/>
                        <a:pt x="156782" y="82963"/>
                      </a:cubicBezTo>
                      <a:lnTo>
                        <a:pt x="156782" y="85916"/>
                      </a:lnTo>
                      <a:cubicBezTo>
                        <a:pt x="155924" y="85058"/>
                        <a:pt x="155257" y="84582"/>
                        <a:pt x="154686" y="84582"/>
                      </a:cubicBezTo>
                      <a:cubicBezTo>
                        <a:pt x="152876" y="86297"/>
                        <a:pt x="152019" y="88011"/>
                        <a:pt x="152019" y="89630"/>
                      </a:cubicBezTo>
                      <a:cubicBezTo>
                        <a:pt x="152019" y="91345"/>
                        <a:pt x="154019" y="93631"/>
                        <a:pt x="158020" y="96393"/>
                      </a:cubicBezTo>
                      <a:cubicBezTo>
                        <a:pt x="162020" y="99155"/>
                        <a:pt x="164306" y="101441"/>
                        <a:pt x="164782" y="103442"/>
                      </a:cubicBezTo>
                      <a:lnTo>
                        <a:pt x="166116" y="102108"/>
                      </a:lnTo>
                      <a:close/>
                      <a:moveTo>
                        <a:pt x="23241" y="148019"/>
                      </a:moveTo>
                      <a:lnTo>
                        <a:pt x="25337" y="145923"/>
                      </a:lnTo>
                      <a:lnTo>
                        <a:pt x="20288" y="147257"/>
                      </a:lnTo>
                      <a:lnTo>
                        <a:pt x="23241" y="148019"/>
                      </a:lnTo>
                      <a:close/>
                      <a:moveTo>
                        <a:pt x="25337" y="119634"/>
                      </a:moveTo>
                      <a:lnTo>
                        <a:pt x="31432" y="123920"/>
                      </a:lnTo>
                      <a:lnTo>
                        <a:pt x="31432" y="120491"/>
                      </a:lnTo>
                      <a:lnTo>
                        <a:pt x="30575" y="121825"/>
                      </a:lnTo>
                      <a:cubicBezTo>
                        <a:pt x="29337" y="121825"/>
                        <a:pt x="28575" y="121253"/>
                        <a:pt x="28194" y="120206"/>
                      </a:cubicBezTo>
                      <a:cubicBezTo>
                        <a:pt x="27813" y="119158"/>
                        <a:pt x="27527" y="118586"/>
                        <a:pt x="27147" y="118586"/>
                      </a:cubicBezTo>
                      <a:cubicBezTo>
                        <a:pt x="26765" y="118586"/>
                        <a:pt x="26194" y="118872"/>
                        <a:pt x="25337" y="119634"/>
                      </a:cubicBezTo>
                      <a:close/>
                      <a:moveTo>
                        <a:pt x="26098" y="164687"/>
                      </a:moveTo>
                      <a:cubicBezTo>
                        <a:pt x="26575" y="164878"/>
                        <a:pt x="28099" y="164116"/>
                        <a:pt x="30575" y="162592"/>
                      </a:cubicBezTo>
                      <a:cubicBezTo>
                        <a:pt x="30004" y="162401"/>
                        <a:pt x="29623" y="162306"/>
                        <a:pt x="29242" y="162306"/>
                      </a:cubicBezTo>
                      <a:cubicBezTo>
                        <a:pt x="28956" y="162306"/>
                        <a:pt x="28575" y="162782"/>
                        <a:pt x="28194" y="163640"/>
                      </a:cubicBezTo>
                      <a:cubicBezTo>
                        <a:pt x="27813" y="164497"/>
                        <a:pt x="27147" y="164878"/>
                        <a:pt x="26098" y="164687"/>
                      </a:cubicBezTo>
                      <a:close/>
                      <a:moveTo>
                        <a:pt x="37719" y="185071"/>
                      </a:moveTo>
                      <a:lnTo>
                        <a:pt x="37719" y="181642"/>
                      </a:lnTo>
                      <a:cubicBezTo>
                        <a:pt x="35909" y="181832"/>
                        <a:pt x="34004" y="183547"/>
                        <a:pt x="31909" y="186976"/>
                      </a:cubicBezTo>
                      <a:lnTo>
                        <a:pt x="30575" y="189071"/>
                      </a:lnTo>
                      <a:cubicBezTo>
                        <a:pt x="30956" y="188595"/>
                        <a:pt x="31432" y="187833"/>
                        <a:pt x="31909" y="186976"/>
                      </a:cubicBezTo>
                      <a:lnTo>
                        <a:pt x="34290" y="183737"/>
                      </a:lnTo>
                      <a:cubicBezTo>
                        <a:pt x="34766" y="184595"/>
                        <a:pt x="36005" y="185071"/>
                        <a:pt x="37719" y="185071"/>
                      </a:cubicBezTo>
                      <a:close/>
                      <a:moveTo>
                        <a:pt x="46673" y="199073"/>
                      </a:moveTo>
                      <a:lnTo>
                        <a:pt x="42672" y="201168"/>
                      </a:lnTo>
                      <a:lnTo>
                        <a:pt x="45625" y="201168"/>
                      </a:lnTo>
                      <a:lnTo>
                        <a:pt x="46673" y="199073"/>
                      </a:lnTo>
                      <a:close/>
                      <a:moveTo>
                        <a:pt x="46673" y="163259"/>
                      </a:moveTo>
                      <a:cubicBezTo>
                        <a:pt x="46482" y="163735"/>
                        <a:pt x="46387" y="164211"/>
                        <a:pt x="46387" y="164592"/>
                      </a:cubicBezTo>
                      <a:cubicBezTo>
                        <a:pt x="46387" y="165164"/>
                        <a:pt x="47434" y="165354"/>
                        <a:pt x="49625" y="165354"/>
                      </a:cubicBezTo>
                      <a:lnTo>
                        <a:pt x="46673" y="163259"/>
                      </a:lnTo>
                      <a:close/>
                      <a:moveTo>
                        <a:pt x="50388" y="148971"/>
                      </a:moveTo>
                      <a:cubicBezTo>
                        <a:pt x="51149" y="149162"/>
                        <a:pt x="51340" y="149257"/>
                        <a:pt x="50959" y="149257"/>
                      </a:cubicBezTo>
                      <a:lnTo>
                        <a:pt x="50388" y="148971"/>
                      </a:lnTo>
                      <a:close/>
                      <a:moveTo>
                        <a:pt x="53816" y="144971"/>
                      </a:moveTo>
                      <a:lnTo>
                        <a:pt x="53530" y="144685"/>
                      </a:lnTo>
                      <a:cubicBezTo>
                        <a:pt x="53530" y="144685"/>
                        <a:pt x="53816" y="144685"/>
                        <a:pt x="53816" y="144971"/>
                      </a:cubicBezTo>
                      <a:close/>
                      <a:moveTo>
                        <a:pt x="55912" y="145733"/>
                      </a:moveTo>
                      <a:lnTo>
                        <a:pt x="56198" y="147066"/>
                      </a:lnTo>
                      <a:cubicBezTo>
                        <a:pt x="56198" y="147066"/>
                        <a:pt x="55626" y="146780"/>
                        <a:pt x="55150" y="146114"/>
                      </a:cubicBezTo>
                      <a:cubicBezTo>
                        <a:pt x="54673" y="145542"/>
                        <a:pt x="54197" y="145066"/>
                        <a:pt x="53816" y="144875"/>
                      </a:cubicBezTo>
                      <a:lnTo>
                        <a:pt x="55912" y="141923"/>
                      </a:lnTo>
                      <a:cubicBezTo>
                        <a:pt x="56293" y="142970"/>
                        <a:pt x="56769" y="143542"/>
                        <a:pt x="57245" y="143542"/>
                      </a:cubicBezTo>
                      <a:cubicBezTo>
                        <a:pt x="57436" y="143542"/>
                        <a:pt x="57626" y="143542"/>
                        <a:pt x="58103" y="143256"/>
                      </a:cubicBezTo>
                      <a:cubicBezTo>
                        <a:pt x="58484" y="143066"/>
                        <a:pt x="58674" y="142970"/>
                        <a:pt x="58864" y="142970"/>
                      </a:cubicBezTo>
                      <a:cubicBezTo>
                        <a:pt x="59341" y="142970"/>
                        <a:pt x="59627" y="143637"/>
                        <a:pt x="59627" y="144875"/>
                      </a:cubicBezTo>
                      <a:lnTo>
                        <a:pt x="54578" y="144875"/>
                      </a:lnTo>
                      <a:lnTo>
                        <a:pt x="55816" y="145637"/>
                      </a:lnTo>
                      <a:close/>
                      <a:moveTo>
                        <a:pt x="58864" y="157353"/>
                      </a:moveTo>
                      <a:lnTo>
                        <a:pt x="59627" y="154115"/>
                      </a:lnTo>
                      <a:cubicBezTo>
                        <a:pt x="60484" y="154496"/>
                        <a:pt x="60960" y="155543"/>
                        <a:pt x="60960" y="157353"/>
                      </a:cubicBezTo>
                      <a:lnTo>
                        <a:pt x="58769" y="157353"/>
                      </a:lnTo>
                      <a:close/>
                      <a:moveTo>
                        <a:pt x="72104" y="117824"/>
                      </a:moveTo>
                      <a:cubicBezTo>
                        <a:pt x="72104" y="117824"/>
                        <a:pt x="72295" y="118396"/>
                        <a:pt x="72104" y="118586"/>
                      </a:cubicBezTo>
                      <a:lnTo>
                        <a:pt x="72104" y="117824"/>
                      </a:lnTo>
                      <a:close/>
                      <a:moveTo>
                        <a:pt x="81344" y="121539"/>
                      </a:moveTo>
                      <a:lnTo>
                        <a:pt x="77153" y="119348"/>
                      </a:lnTo>
                      <a:lnTo>
                        <a:pt x="81344" y="120110"/>
                      </a:lnTo>
                      <a:lnTo>
                        <a:pt x="81344" y="121444"/>
                      </a:lnTo>
                      <a:close/>
                      <a:moveTo>
                        <a:pt x="80010" y="112014"/>
                      </a:moveTo>
                      <a:lnTo>
                        <a:pt x="82201" y="118586"/>
                      </a:lnTo>
                      <a:cubicBezTo>
                        <a:pt x="80200" y="117539"/>
                        <a:pt x="79248" y="116015"/>
                        <a:pt x="79248" y="114110"/>
                      </a:cubicBezTo>
                      <a:cubicBezTo>
                        <a:pt x="79248" y="113252"/>
                        <a:pt x="79534" y="112490"/>
                        <a:pt x="80010" y="112014"/>
                      </a:cubicBezTo>
                      <a:close/>
                      <a:moveTo>
                        <a:pt x="88773" y="152019"/>
                      </a:moveTo>
                      <a:lnTo>
                        <a:pt x="91630" y="153067"/>
                      </a:lnTo>
                      <a:lnTo>
                        <a:pt x="88773" y="154115"/>
                      </a:lnTo>
                      <a:lnTo>
                        <a:pt x="88773" y="152019"/>
                      </a:lnTo>
                      <a:close/>
                      <a:moveTo>
                        <a:pt x="97536" y="198882"/>
                      </a:moveTo>
                      <a:lnTo>
                        <a:pt x="99632" y="190976"/>
                      </a:lnTo>
                      <a:cubicBezTo>
                        <a:pt x="97536" y="192786"/>
                        <a:pt x="96488" y="194501"/>
                        <a:pt x="96488" y="196310"/>
                      </a:cubicBezTo>
                      <a:cubicBezTo>
                        <a:pt x="96488" y="197168"/>
                        <a:pt x="96869" y="198120"/>
                        <a:pt x="97536" y="198977"/>
                      </a:cubicBezTo>
                      <a:close/>
                      <a:moveTo>
                        <a:pt x="103918" y="247174"/>
                      </a:moveTo>
                      <a:lnTo>
                        <a:pt x="102870" y="244031"/>
                      </a:lnTo>
                      <a:lnTo>
                        <a:pt x="105728" y="244031"/>
                      </a:lnTo>
                      <a:lnTo>
                        <a:pt x="105728" y="246412"/>
                      </a:lnTo>
                      <a:cubicBezTo>
                        <a:pt x="105728" y="246412"/>
                        <a:pt x="104775" y="246412"/>
                        <a:pt x="103918" y="247174"/>
                      </a:cubicBezTo>
                      <a:close/>
                      <a:moveTo>
                        <a:pt x="112205" y="203168"/>
                      </a:moveTo>
                      <a:lnTo>
                        <a:pt x="112205" y="201073"/>
                      </a:lnTo>
                      <a:cubicBezTo>
                        <a:pt x="110395" y="201073"/>
                        <a:pt x="109442" y="201359"/>
                        <a:pt x="109252" y="201835"/>
                      </a:cubicBezTo>
                      <a:lnTo>
                        <a:pt x="112205" y="203168"/>
                      </a:lnTo>
                      <a:close/>
                      <a:moveTo>
                        <a:pt x="126206" y="193834"/>
                      </a:moveTo>
                      <a:cubicBezTo>
                        <a:pt x="126206" y="193834"/>
                        <a:pt x="126968" y="193262"/>
                        <a:pt x="127540" y="192691"/>
                      </a:cubicBezTo>
                      <a:cubicBezTo>
                        <a:pt x="128111" y="192119"/>
                        <a:pt x="128588" y="191738"/>
                        <a:pt x="129159" y="191738"/>
                      </a:cubicBezTo>
                      <a:lnTo>
                        <a:pt x="124111" y="190976"/>
                      </a:lnTo>
                      <a:lnTo>
                        <a:pt x="126206" y="193929"/>
                      </a:lnTo>
                      <a:close/>
                      <a:moveTo>
                        <a:pt x="128302" y="177641"/>
                      </a:moveTo>
                      <a:cubicBezTo>
                        <a:pt x="130397" y="175546"/>
                        <a:pt x="131826" y="174593"/>
                        <a:pt x="132493" y="174689"/>
                      </a:cubicBezTo>
                      <a:lnTo>
                        <a:pt x="131255" y="173355"/>
                      </a:lnTo>
                      <a:lnTo>
                        <a:pt x="128302" y="177546"/>
                      </a:lnTo>
                      <a:close/>
                      <a:moveTo>
                        <a:pt x="131255" y="119348"/>
                      </a:moveTo>
                      <a:lnTo>
                        <a:pt x="135541" y="119348"/>
                      </a:lnTo>
                      <a:lnTo>
                        <a:pt x="133445" y="115157"/>
                      </a:lnTo>
                      <a:cubicBezTo>
                        <a:pt x="134303" y="117253"/>
                        <a:pt x="133541" y="118682"/>
                        <a:pt x="131350" y="119348"/>
                      </a:cubicBezTo>
                      <a:lnTo>
                        <a:pt x="129254" y="119348"/>
                      </a:lnTo>
                      <a:cubicBezTo>
                        <a:pt x="130112" y="119729"/>
                        <a:pt x="130778" y="119729"/>
                        <a:pt x="131350" y="119348"/>
                      </a:cubicBezTo>
                      <a:close/>
                      <a:moveTo>
                        <a:pt x="135541" y="150876"/>
                      </a:moveTo>
                      <a:cubicBezTo>
                        <a:pt x="134493" y="151448"/>
                        <a:pt x="133636" y="151162"/>
                        <a:pt x="133065" y="150114"/>
                      </a:cubicBezTo>
                      <a:cubicBezTo>
                        <a:pt x="132493" y="149066"/>
                        <a:pt x="132302" y="148019"/>
                        <a:pt x="132588" y="146876"/>
                      </a:cubicBezTo>
                      <a:lnTo>
                        <a:pt x="135541" y="150876"/>
                      </a:lnTo>
                      <a:close/>
                      <a:moveTo>
                        <a:pt x="139541" y="146876"/>
                      </a:moveTo>
                      <a:cubicBezTo>
                        <a:pt x="138970" y="146685"/>
                        <a:pt x="138589" y="146876"/>
                        <a:pt x="138208" y="147352"/>
                      </a:cubicBezTo>
                      <a:cubicBezTo>
                        <a:pt x="137446" y="146685"/>
                        <a:pt x="136970" y="146018"/>
                        <a:pt x="136684" y="145542"/>
                      </a:cubicBezTo>
                      <a:lnTo>
                        <a:pt x="137732" y="144780"/>
                      </a:lnTo>
                      <a:lnTo>
                        <a:pt x="132588" y="143923"/>
                      </a:lnTo>
                      <a:lnTo>
                        <a:pt x="139541" y="144780"/>
                      </a:lnTo>
                      <a:lnTo>
                        <a:pt x="139541" y="146876"/>
                      </a:lnTo>
                      <a:close/>
                      <a:moveTo>
                        <a:pt x="133445" y="139732"/>
                      </a:moveTo>
                      <a:lnTo>
                        <a:pt x="133445" y="134398"/>
                      </a:lnTo>
                      <a:cubicBezTo>
                        <a:pt x="134684" y="135827"/>
                        <a:pt x="134684" y="137541"/>
                        <a:pt x="133445" y="139732"/>
                      </a:cubicBezTo>
                      <a:close/>
                      <a:moveTo>
                        <a:pt x="137732" y="127254"/>
                      </a:moveTo>
                      <a:lnTo>
                        <a:pt x="137732" y="125158"/>
                      </a:lnTo>
                      <a:lnTo>
                        <a:pt x="134493" y="128588"/>
                      </a:lnTo>
                      <a:lnTo>
                        <a:pt x="137732" y="127254"/>
                      </a:lnTo>
                      <a:close/>
                      <a:moveTo>
                        <a:pt x="137732" y="147638"/>
                      </a:moveTo>
                      <a:cubicBezTo>
                        <a:pt x="137732" y="147638"/>
                        <a:pt x="138017" y="147542"/>
                        <a:pt x="138017" y="147352"/>
                      </a:cubicBezTo>
                      <a:lnTo>
                        <a:pt x="138303" y="147352"/>
                      </a:lnTo>
                      <a:cubicBezTo>
                        <a:pt x="138303" y="147352"/>
                        <a:pt x="138875" y="148114"/>
                        <a:pt x="138875" y="148400"/>
                      </a:cubicBezTo>
                      <a:cubicBezTo>
                        <a:pt x="138303" y="148019"/>
                        <a:pt x="138017" y="147828"/>
                        <a:pt x="137827" y="147638"/>
                      </a:cubicBezTo>
                      <a:close/>
                      <a:moveTo>
                        <a:pt x="137732" y="186595"/>
                      </a:moveTo>
                      <a:cubicBezTo>
                        <a:pt x="139637" y="188024"/>
                        <a:pt x="140684" y="188690"/>
                        <a:pt x="140875" y="188690"/>
                      </a:cubicBezTo>
                      <a:cubicBezTo>
                        <a:pt x="139065" y="187452"/>
                        <a:pt x="138494" y="185928"/>
                        <a:pt x="138970" y="184214"/>
                      </a:cubicBezTo>
                      <a:lnTo>
                        <a:pt x="139541" y="183452"/>
                      </a:lnTo>
                      <a:cubicBezTo>
                        <a:pt x="139541" y="183452"/>
                        <a:pt x="139160" y="184118"/>
                        <a:pt x="138970" y="184214"/>
                      </a:cubicBezTo>
                      <a:lnTo>
                        <a:pt x="137636" y="186595"/>
                      </a:lnTo>
                      <a:close/>
                      <a:moveTo>
                        <a:pt x="141732" y="85630"/>
                      </a:moveTo>
                      <a:lnTo>
                        <a:pt x="141732" y="81344"/>
                      </a:lnTo>
                      <a:lnTo>
                        <a:pt x="140970" y="81344"/>
                      </a:lnTo>
                      <a:lnTo>
                        <a:pt x="140970" y="85630"/>
                      </a:lnTo>
                      <a:lnTo>
                        <a:pt x="141732" y="85630"/>
                      </a:lnTo>
                      <a:close/>
                      <a:moveTo>
                        <a:pt x="148114" y="154019"/>
                      </a:moveTo>
                      <a:lnTo>
                        <a:pt x="148876" y="150876"/>
                      </a:lnTo>
                      <a:cubicBezTo>
                        <a:pt x="148780" y="151638"/>
                        <a:pt x="147733" y="151924"/>
                        <a:pt x="146018" y="151924"/>
                      </a:cubicBezTo>
                      <a:lnTo>
                        <a:pt x="144685" y="149828"/>
                      </a:lnTo>
                      <a:lnTo>
                        <a:pt x="140970" y="155162"/>
                      </a:lnTo>
                      <a:lnTo>
                        <a:pt x="142780" y="155162"/>
                      </a:lnTo>
                      <a:cubicBezTo>
                        <a:pt x="142780" y="155162"/>
                        <a:pt x="142304" y="154591"/>
                        <a:pt x="141732" y="154115"/>
                      </a:cubicBezTo>
                      <a:cubicBezTo>
                        <a:pt x="142304" y="152876"/>
                        <a:pt x="142970" y="152305"/>
                        <a:pt x="143828" y="152305"/>
                      </a:cubicBezTo>
                      <a:cubicBezTo>
                        <a:pt x="143351" y="152305"/>
                        <a:pt x="144685" y="152972"/>
                        <a:pt x="148114" y="154115"/>
                      </a:cubicBezTo>
                      <a:close/>
                      <a:moveTo>
                        <a:pt x="143066" y="185642"/>
                      </a:moveTo>
                      <a:lnTo>
                        <a:pt x="148876" y="187738"/>
                      </a:lnTo>
                      <a:lnTo>
                        <a:pt x="146781" y="185642"/>
                      </a:lnTo>
                      <a:lnTo>
                        <a:pt x="143066" y="185642"/>
                      </a:lnTo>
                      <a:close/>
                      <a:moveTo>
                        <a:pt x="151829" y="168402"/>
                      </a:moveTo>
                      <a:lnTo>
                        <a:pt x="151829" y="165259"/>
                      </a:lnTo>
                      <a:lnTo>
                        <a:pt x="149733" y="169545"/>
                      </a:lnTo>
                      <a:cubicBezTo>
                        <a:pt x="150590" y="168878"/>
                        <a:pt x="151352" y="168497"/>
                        <a:pt x="151829" y="168497"/>
                      </a:cubicBezTo>
                      <a:close/>
                      <a:moveTo>
                        <a:pt x="169355" y="195929"/>
                      </a:moveTo>
                      <a:cubicBezTo>
                        <a:pt x="169164" y="197549"/>
                        <a:pt x="169355" y="199454"/>
                        <a:pt x="170212" y="201740"/>
                      </a:cubicBezTo>
                      <a:lnTo>
                        <a:pt x="168593" y="201740"/>
                      </a:lnTo>
                      <a:cubicBezTo>
                        <a:pt x="168593" y="201740"/>
                        <a:pt x="168497" y="200882"/>
                        <a:pt x="167735" y="200311"/>
                      </a:cubicBezTo>
                      <a:cubicBezTo>
                        <a:pt x="167069" y="199644"/>
                        <a:pt x="166592" y="199168"/>
                        <a:pt x="166402" y="198787"/>
                      </a:cubicBezTo>
                      <a:lnTo>
                        <a:pt x="169259" y="195929"/>
                      </a:lnTo>
                      <a:close/>
                      <a:moveTo>
                        <a:pt x="182594" y="54102"/>
                      </a:moveTo>
                      <a:lnTo>
                        <a:pt x="185547" y="54864"/>
                      </a:lnTo>
                      <a:lnTo>
                        <a:pt x="178975" y="54864"/>
                      </a:lnTo>
                      <a:lnTo>
                        <a:pt x="182689" y="54102"/>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 name="Google Shape;1139;p99"/>
                <p:cNvSpPr/>
                <p:nvPr/>
              </p:nvSpPr>
              <p:spPr>
                <a:xfrm>
                  <a:off x="8395144" y="1978247"/>
                  <a:ext cx="47434" cy="214312"/>
                </a:xfrm>
                <a:custGeom>
                  <a:avLst/>
                  <a:gdLst/>
                  <a:ahLst/>
                  <a:cxnLst/>
                  <a:rect l="l" t="t" r="r" b="b"/>
                  <a:pathLst>
                    <a:path w="47434" h="214312" extrusionOk="0">
                      <a:moveTo>
                        <a:pt x="44101" y="186309"/>
                      </a:moveTo>
                      <a:cubicBezTo>
                        <a:pt x="44196" y="191452"/>
                        <a:pt x="44005" y="194691"/>
                        <a:pt x="43243" y="195834"/>
                      </a:cubicBezTo>
                      <a:cubicBezTo>
                        <a:pt x="45053" y="203073"/>
                        <a:pt x="44672" y="208502"/>
                        <a:pt x="42196" y="211931"/>
                      </a:cubicBezTo>
                      <a:cubicBezTo>
                        <a:pt x="40577" y="212788"/>
                        <a:pt x="38576" y="213265"/>
                        <a:pt x="36100" y="213265"/>
                      </a:cubicBezTo>
                      <a:lnTo>
                        <a:pt x="28384" y="213265"/>
                      </a:lnTo>
                      <a:cubicBezTo>
                        <a:pt x="28384" y="210598"/>
                        <a:pt x="28099" y="209169"/>
                        <a:pt x="27623" y="208979"/>
                      </a:cubicBezTo>
                      <a:cubicBezTo>
                        <a:pt x="27623" y="212503"/>
                        <a:pt x="26289" y="214313"/>
                        <a:pt x="23622" y="214313"/>
                      </a:cubicBezTo>
                      <a:cubicBezTo>
                        <a:pt x="22765" y="214313"/>
                        <a:pt x="21336" y="214027"/>
                        <a:pt x="19145" y="213550"/>
                      </a:cubicBezTo>
                      <a:cubicBezTo>
                        <a:pt x="17050" y="212979"/>
                        <a:pt x="15526" y="212788"/>
                        <a:pt x="14668" y="212788"/>
                      </a:cubicBezTo>
                      <a:cubicBezTo>
                        <a:pt x="13621" y="212788"/>
                        <a:pt x="12859" y="212979"/>
                        <a:pt x="12287" y="213360"/>
                      </a:cubicBezTo>
                      <a:cubicBezTo>
                        <a:pt x="11620" y="212598"/>
                        <a:pt x="10859" y="212217"/>
                        <a:pt x="10096" y="212217"/>
                      </a:cubicBezTo>
                      <a:cubicBezTo>
                        <a:pt x="9525" y="212217"/>
                        <a:pt x="8858" y="212408"/>
                        <a:pt x="8096" y="212693"/>
                      </a:cubicBezTo>
                      <a:cubicBezTo>
                        <a:pt x="7334" y="212979"/>
                        <a:pt x="6763" y="213074"/>
                        <a:pt x="6382" y="213074"/>
                      </a:cubicBezTo>
                      <a:cubicBezTo>
                        <a:pt x="5525" y="213074"/>
                        <a:pt x="4667" y="212693"/>
                        <a:pt x="4000" y="212026"/>
                      </a:cubicBezTo>
                      <a:cubicBezTo>
                        <a:pt x="2191" y="203740"/>
                        <a:pt x="1334" y="194977"/>
                        <a:pt x="1334" y="185642"/>
                      </a:cubicBezTo>
                      <a:cubicBezTo>
                        <a:pt x="1334" y="178213"/>
                        <a:pt x="2191" y="166211"/>
                        <a:pt x="4000" y="149638"/>
                      </a:cubicBezTo>
                      <a:cubicBezTo>
                        <a:pt x="1905" y="137350"/>
                        <a:pt x="1429" y="117062"/>
                        <a:pt x="2667" y="88773"/>
                      </a:cubicBezTo>
                      <a:cubicBezTo>
                        <a:pt x="952" y="87058"/>
                        <a:pt x="0" y="85630"/>
                        <a:pt x="0" y="84582"/>
                      </a:cubicBezTo>
                      <a:cubicBezTo>
                        <a:pt x="0" y="84010"/>
                        <a:pt x="381" y="83344"/>
                        <a:pt x="1143" y="82296"/>
                      </a:cubicBezTo>
                      <a:cubicBezTo>
                        <a:pt x="2000" y="81343"/>
                        <a:pt x="2286" y="80391"/>
                        <a:pt x="2286" y="79534"/>
                      </a:cubicBezTo>
                      <a:cubicBezTo>
                        <a:pt x="2286" y="78486"/>
                        <a:pt x="1905" y="77152"/>
                        <a:pt x="952" y="75533"/>
                      </a:cubicBezTo>
                      <a:cubicBezTo>
                        <a:pt x="2000" y="74295"/>
                        <a:pt x="2000" y="71056"/>
                        <a:pt x="952" y="65722"/>
                      </a:cubicBezTo>
                      <a:cubicBezTo>
                        <a:pt x="95" y="61150"/>
                        <a:pt x="1429" y="58483"/>
                        <a:pt x="4953" y="57817"/>
                      </a:cubicBezTo>
                      <a:lnTo>
                        <a:pt x="952" y="51245"/>
                      </a:lnTo>
                      <a:cubicBezTo>
                        <a:pt x="2381" y="50387"/>
                        <a:pt x="3143" y="48863"/>
                        <a:pt x="3143" y="46672"/>
                      </a:cubicBezTo>
                      <a:cubicBezTo>
                        <a:pt x="3143" y="45244"/>
                        <a:pt x="2667" y="42863"/>
                        <a:pt x="1810" y="39338"/>
                      </a:cubicBezTo>
                      <a:cubicBezTo>
                        <a:pt x="952" y="35814"/>
                        <a:pt x="476" y="33147"/>
                        <a:pt x="476" y="31433"/>
                      </a:cubicBezTo>
                      <a:cubicBezTo>
                        <a:pt x="476" y="28956"/>
                        <a:pt x="1238" y="26956"/>
                        <a:pt x="2572" y="25337"/>
                      </a:cubicBezTo>
                      <a:cubicBezTo>
                        <a:pt x="2000" y="19336"/>
                        <a:pt x="1810" y="15907"/>
                        <a:pt x="1810" y="15050"/>
                      </a:cubicBezTo>
                      <a:cubicBezTo>
                        <a:pt x="1810" y="8192"/>
                        <a:pt x="4286" y="3810"/>
                        <a:pt x="9239" y="1810"/>
                      </a:cubicBezTo>
                      <a:lnTo>
                        <a:pt x="14001" y="1810"/>
                      </a:lnTo>
                      <a:cubicBezTo>
                        <a:pt x="15811" y="1810"/>
                        <a:pt x="18669" y="1524"/>
                        <a:pt x="22479" y="857"/>
                      </a:cubicBezTo>
                      <a:cubicBezTo>
                        <a:pt x="26384" y="286"/>
                        <a:pt x="29337" y="0"/>
                        <a:pt x="31242" y="0"/>
                      </a:cubicBezTo>
                      <a:cubicBezTo>
                        <a:pt x="36671" y="0"/>
                        <a:pt x="40672" y="2191"/>
                        <a:pt x="43148" y="6572"/>
                      </a:cubicBezTo>
                      <a:cubicBezTo>
                        <a:pt x="43529" y="22098"/>
                        <a:pt x="43529" y="45434"/>
                        <a:pt x="43148" y="76581"/>
                      </a:cubicBezTo>
                      <a:cubicBezTo>
                        <a:pt x="42958" y="76391"/>
                        <a:pt x="42196" y="76581"/>
                        <a:pt x="40767" y="77438"/>
                      </a:cubicBezTo>
                      <a:cubicBezTo>
                        <a:pt x="40386" y="78676"/>
                        <a:pt x="41148" y="79820"/>
                        <a:pt x="42767" y="80867"/>
                      </a:cubicBezTo>
                      <a:cubicBezTo>
                        <a:pt x="44386" y="81915"/>
                        <a:pt x="45244" y="82772"/>
                        <a:pt x="45244" y="83248"/>
                      </a:cubicBezTo>
                      <a:cubicBezTo>
                        <a:pt x="45244" y="83915"/>
                        <a:pt x="44577" y="84772"/>
                        <a:pt x="43148" y="85630"/>
                      </a:cubicBezTo>
                      <a:lnTo>
                        <a:pt x="40767" y="87725"/>
                      </a:lnTo>
                      <a:cubicBezTo>
                        <a:pt x="42958" y="90488"/>
                        <a:pt x="44005" y="93821"/>
                        <a:pt x="44005" y="97726"/>
                      </a:cubicBezTo>
                      <a:cubicBezTo>
                        <a:pt x="44005" y="99536"/>
                        <a:pt x="43625" y="102298"/>
                        <a:pt x="43053" y="106108"/>
                      </a:cubicBezTo>
                      <a:cubicBezTo>
                        <a:pt x="42482" y="109918"/>
                        <a:pt x="42100" y="112776"/>
                        <a:pt x="42100" y="114776"/>
                      </a:cubicBezTo>
                      <a:cubicBezTo>
                        <a:pt x="42100" y="117253"/>
                        <a:pt x="42482" y="119539"/>
                        <a:pt x="43148" y="121634"/>
                      </a:cubicBezTo>
                      <a:cubicBezTo>
                        <a:pt x="43529" y="134493"/>
                        <a:pt x="43148" y="153067"/>
                        <a:pt x="42100" y="177260"/>
                      </a:cubicBezTo>
                      <a:cubicBezTo>
                        <a:pt x="42482" y="177927"/>
                        <a:pt x="43243" y="178213"/>
                        <a:pt x="44482" y="178022"/>
                      </a:cubicBezTo>
                      <a:lnTo>
                        <a:pt x="47434" y="178022"/>
                      </a:lnTo>
                      <a:cubicBezTo>
                        <a:pt x="45148" y="179260"/>
                        <a:pt x="44005" y="182023"/>
                        <a:pt x="44005" y="186214"/>
                      </a:cubicBezTo>
                      <a:close/>
                      <a:moveTo>
                        <a:pt x="9334" y="53054"/>
                      </a:moveTo>
                      <a:cubicBezTo>
                        <a:pt x="8858" y="53245"/>
                        <a:pt x="8573" y="53530"/>
                        <a:pt x="8573" y="53912"/>
                      </a:cubicBezTo>
                      <a:cubicBezTo>
                        <a:pt x="8573" y="54578"/>
                        <a:pt x="9049" y="55245"/>
                        <a:pt x="9906" y="55721"/>
                      </a:cubicBezTo>
                      <a:cubicBezTo>
                        <a:pt x="10763" y="56293"/>
                        <a:pt x="11620" y="56388"/>
                        <a:pt x="12287" y="56007"/>
                      </a:cubicBezTo>
                      <a:cubicBezTo>
                        <a:pt x="11335" y="54769"/>
                        <a:pt x="10382" y="53816"/>
                        <a:pt x="9334" y="53150"/>
                      </a:cubicBezTo>
                      <a:close/>
                      <a:moveTo>
                        <a:pt x="10096" y="48577"/>
                      </a:moveTo>
                      <a:lnTo>
                        <a:pt x="13049" y="44291"/>
                      </a:lnTo>
                      <a:lnTo>
                        <a:pt x="9334" y="45625"/>
                      </a:lnTo>
                      <a:cubicBezTo>
                        <a:pt x="9906" y="45815"/>
                        <a:pt x="10096" y="46768"/>
                        <a:pt x="10096" y="48577"/>
                      </a:cubicBezTo>
                      <a:close/>
                      <a:moveTo>
                        <a:pt x="9334" y="190691"/>
                      </a:moveTo>
                      <a:lnTo>
                        <a:pt x="13049" y="190691"/>
                      </a:lnTo>
                      <a:cubicBezTo>
                        <a:pt x="12859" y="189833"/>
                        <a:pt x="12287" y="189357"/>
                        <a:pt x="11144" y="189357"/>
                      </a:cubicBezTo>
                      <a:cubicBezTo>
                        <a:pt x="10096" y="189357"/>
                        <a:pt x="9430" y="189833"/>
                        <a:pt x="9334" y="190691"/>
                      </a:cubicBezTo>
                      <a:close/>
                      <a:moveTo>
                        <a:pt x="40386" y="83915"/>
                      </a:moveTo>
                      <a:cubicBezTo>
                        <a:pt x="39529" y="85344"/>
                        <a:pt x="39624" y="86296"/>
                        <a:pt x="40957" y="86868"/>
                      </a:cubicBezTo>
                      <a:cubicBezTo>
                        <a:pt x="42576" y="85630"/>
                        <a:pt x="43339" y="84582"/>
                        <a:pt x="43339" y="83629"/>
                      </a:cubicBezTo>
                      <a:cubicBezTo>
                        <a:pt x="43339" y="82963"/>
                        <a:pt x="42291" y="81915"/>
                        <a:pt x="40100" y="80581"/>
                      </a:cubicBezTo>
                      <a:cubicBezTo>
                        <a:pt x="38005" y="79248"/>
                        <a:pt x="37052" y="78010"/>
                        <a:pt x="37242" y="76771"/>
                      </a:cubicBezTo>
                      <a:lnTo>
                        <a:pt x="35909" y="77629"/>
                      </a:lnTo>
                      <a:lnTo>
                        <a:pt x="38005" y="79724"/>
                      </a:lnTo>
                      <a:lnTo>
                        <a:pt x="35909" y="81820"/>
                      </a:lnTo>
                      <a:cubicBezTo>
                        <a:pt x="35147" y="81343"/>
                        <a:pt x="34480" y="80200"/>
                        <a:pt x="33814" y="78581"/>
                      </a:cubicBezTo>
                      <a:cubicBezTo>
                        <a:pt x="33051" y="76962"/>
                        <a:pt x="32099" y="76200"/>
                        <a:pt x="30861" y="76200"/>
                      </a:cubicBezTo>
                      <a:cubicBezTo>
                        <a:pt x="30289" y="76200"/>
                        <a:pt x="29527" y="76391"/>
                        <a:pt x="28480" y="76676"/>
                      </a:cubicBezTo>
                      <a:lnTo>
                        <a:pt x="31909" y="80391"/>
                      </a:lnTo>
                      <a:cubicBezTo>
                        <a:pt x="31052" y="81629"/>
                        <a:pt x="29527" y="82487"/>
                        <a:pt x="27432" y="83058"/>
                      </a:cubicBezTo>
                      <a:cubicBezTo>
                        <a:pt x="24669" y="83915"/>
                        <a:pt x="23050" y="84487"/>
                        <a:pt x="22670" y="84677"/>
                      </a:cubicBezTo>
                      <a:cubicBezTo>
                        <a:pt x="29718" y="86773"/>
                        <a:pt x="33909" y="85820"/>
                        <a:pt x="35147" y="81725"/>
                      </a:cubicBezTo>
                      <a:cubicBezTo>
                        <a:pt x="36195" y="83820"/>
                        <a:pt x="36862" y="84868"/>
                        <a:pt x="37242" y="84677"/>
                      </a:cubicBezTo>
                      <a:cubicBezTo>
                        <a:pt x="37052" y="84010"/>
                        <a:pt x="37624" y="82963"/>
                        <a:pt x="38862" y="81725"/>
                      </a:cubicBezTo>
                      <a:cubicBezTo>
                        <a:pt x="40862" y="81725"/>
                        <a:pt x="41338" y="82391"/>
                        <a:pt x="40481" y="83820"/>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 name="Google Shape;1140;p99"/>
                <p:cNvSpPr/>
                <p:nvPr/>
              </p:nvSpPr>
              <p:spPr>
                <a:xfrm>
                  <a:off x="8461394" y="1955863"/>
                  <a:ext cx="161968" cy="256317"/>
                </a:xfrm>
                <a:custGeom>
                  <a:avLst/>
                  <a:gdLst/>
                  <a:ahLst/>
                  <a:cxnLst/>
                  <a:rect l="l" t="t" r="r" b="b"/>
                  <a:pathLst>
                    <a:path w="161968" h="256317" extrusionOk="0">
                      <a:moveTo>
                        <a:pt x="146633" y="77533"/>
                      </a:moveTo>
                      <a:cubicBezTo>
                        <a:pt x="150919" y="79629"/>
                        <a:pt x="153300" y="80677"/>
                        <a:pt x="154063" y="80677"/>
                      </a:cubicBezTo>
                      <a:cubicBezTo>
                        <a:pt x="150538" y="84582"/>
                        <a:pt x="149014" y="87440"/>
                        <a:pt x="149586" y="89154"/>
                      </a:cubicBezTo>
                      <a:cubicBezTo>
                        <a:pt x="149205" y="88963"/>
                        <a:pt x="148633" y="88868"/>
                        <a:pt x="147966" y="88868"/>
                      </a:cubicBezTo>
                      <a:cubicBezTo>
                        <a:pt x="147300" y="88868"/>
                        <a:pt x="145966" y="89249"/>
                        <a:pt x="144156" y="89916"/>
                      </a:cubicBezTo>
                      <a:cubicBezTo>
                        <a:pt x="142347" y="90583"/>
                        <a:pt x="140918" y="90964"/>
                        <a:pt x="140061" y="90964"/>
                      </a:cubicBezTo>
                      <a:cubicBezTo>
                        <a:pt x="138537" y="90964"/>
                        <a:pt x="137298" y="89916"/>
                        <a:pt x="136632" y="87821"/>
                      </a:cubicBezTo>
                      <a:cubicBezTo>
                        <a:pt x="136251" y="88297"/>
                        <a:pt x="135965" y="90011"/>
                        <a:pt x="135584" y="92869"/>
                      </a:cubicBezTo>
                      <a:cubicBezTo>
                        <a:pt x="135203" y="94869"/>
                        <a:pt x="134155" y="96203"/>
                        <a:pt x="132345" y="97060"/>
                      </a:cubicBezTo>
                      <a:lnTo>
                        <a:pt x="124154" y="97917"/>
                      </a:lnTo>
                      <a:lnTo>
                        <a:pt x="125488" y="99250"/>
                      </a:lnTo>
                      <a:cubicBezTo>
                        <a:pt x="121773" y="100489"/>
                        <a:pt x="117677" y="101156"/>
                        <a:pt x="113010" y="101156"/>
                      </a:cubicBezTo>
                      <a:lnTo>
                        <a:pt x="114057" y="100108"/>
                      </a:lnTo>
                      <a:cubicBezTo>
                        <a:pt x="114438" y="98108"/>
                        <a:pt x="113772" y="97155"/>
                        <a:pt x="111962" y="97155"/>
                      </a:cubicBezTo>
                      <a:cubicBezTo>
                        <a:pt x="109676" y="96965"/>
                        <a:pt x="108343" y="96583"/>
                        <a:pt x="107961" y="95821"/>
                      </a:cubicBezTo>
                      <a:lnTo>
                        <a:pt x="103770" y="95821"/>
                      </a:lnTo>
                      <a:cubicBezTo>
                        <a:pt x="105866" y="95155"/>
                        <a:pt x="106914" y="94107"/>
                        <a:pt x="106914" y="92583"/>
                      </a:cubicBezTo>
                      <a:cubicBezTo>
                        <a:pt x="106914" y="92107"/>
                        <a:pt x="106628" y="91154"/>
                        <a:pt x="106152" y="89821"/>
                      </a:cubicBezTo>
                      <a:cubicBezTo>
                        <a:pt x="105675" y="88487"/>
                        <a:pt x="105390" y="87535"/>
                        <a:pt x="105390" y="87058"/>
                      </a:cubicBezTo>
                      <a:cubicBezTo>
                        <a:pt x="105390" y="86487"/>
                        <a:pt x="105390" y="86106"/>
                        <a:pt x="105866" y="85725"/>
                      </a:cubicBezTo>
                      <a:lnTo>
                        <a:pt x="101580" y="84106"/>
                      </a:lnTo>
                      <a:cubicBezTo>
                        <a:pt x="101961" y="83249"/>
                        <a:pt x="102056" y="82391"/>
                        <a:pt x="102056" y="81439"/>
                      </a:cubicBezTo>
                      <a:cubicBezTo>
                        <a:pt x="102056" y="79724"/>
                        <a:pt x="100722" y="77915"/>
                        <a:pt x="98151" y="76200"/>
                      </a:cubicBezTo>
                      <a:cubicBezTo>
                        <a:pt x="94912" y="74104"/>
                        <a:pt x="93102" y="72581"/>
                        <a:pt x="92531" y="71628"/>
                      </a:cubicBezTo>
                      <a:cubicBezTo>
                        <a:pt x="91293" y="72200"/>
                        <a:pt x="90245" y="72390"/>
                        <a:pt x="89387" y="72390"/>
                      </a:cubicBezTo>
                      <a:cubicBezTo>
                        <a:pt x="87578" y="72390"/>
                        <a:pt x="85863" y="71152"/>
                        <a:pt x="84244" y="68771"/>
                      </a:cubicBezTo>
                      <a:cubicBezTo>
                        <a:pt x="82625" y="66389"/>
                        <a:pt x="81196" y="65151"/>
                        <a:pt x="80148" y="65151"/>
                      </a:cubicBezTo>
                      <a:cubicBezTo>
                        <a:pt x="79101" y="65151"/>
                        <a:pt x="77863" y="65913"/>
                        <a:pt x="76434" y="67246"/>
                      </a:cubicBezTo>
                      <a:lnTo>
                        <a:pt x="73005" y="64103"/>
                      </a:lnTo>
                      <a:cubicBezTo>
                        <a:pt x="71386" y="65913"/>
                        <a:pt x="68623" y="67628"/>
                        <a:pt x="64623" y="69533"/>
                      </a:cubicBezTo>
                      <a:cubicBezTo>
                        <a:pt x="60622" y="71342"/>
                        <a:pt x="57765" y="73724"/>
                        <a:pt x="55955" y="76581"/>
                      </a:cubicBezTo>
                      <a:cubicBezTo>
                        <a:pt x="55669" y="75724"/>
                        <a:pt x="55002" y="75248"/>
                        <a:pt x="54145" y="75248"/>
                      </a:cubicBezTo>
                      <a:lnTo>
                        <a:pt x="51764" y="75248"/>
                      </a:lnTo>
                      <a:cubicBezTo>
                        <a:pt x="49954" y="76962"/>
                        <a:pt x="47478" y="83439"/>
                        <a:pt x="44239" y="94583"/>
                      </a:cubicBezTo>
                      <a:cubicBezTo>
                        <a:pt x="41858" y="102679"/>
                        <a:pt x="37477" y="106775"/>
                        <a:pt x="31285" y="106775"/>
                      </a:cubicBezTo>
                      <a:cubicBezTo>
                        <a:pt x="29856" y="106775"/>
                        <a:pt x="28332" y="106585"/>
                        <a:pt x="26523" y="106204"/>
                      </a:cubicBezTo>
                      <a:cubicBezTo>
                        <a:pt x="28618" y="106585"/>
                        <a:pt x="31761" y="107156"/>
                        <a:pt x="35762" y="108109"/>
                      </a:cubicBezTo>
                      <a:lnTo>
                        <a:pt x="35476" y="108109"/>
                      </a:lnTo>
                      <a:cubicBezTo>
                        <a:pt x="34714" y="110014"/>
                        <a:pt x="32810" y="111062"/>
                        <a:pt x="29666" y="111252"/>
                      </a:cubicBezTo>
                      <a:lnTo>
                        <a:pt x="22236" y="111252"/>
                      </a:lnTo>
                      <a:cubicBezTo>
                        <a:pt x="20808" y="111442"/>
                        <a:pt x="19665" y="111728"/>
                        <a:pt x="18807" y="112300"/>
                      </a:cubicBezTo>
                      <a:cubicBezTo>
                        <a:pt x="18617" y="113157"/>
                        <a:pt x="18522" y="114014"/>
                        <a:pt x="18522" y="114681"/>
                      </a:cubicBezTo>
                      <a:cubicBezTo>
                        <a:pt x="18522" y="116681"/>
                        <a:pt x="19665" y="117634"/>
                        <a:pt x="21951" y="117634"/>
                      </a:cubicBezTo>
                      <a:cubicBezTo>
                        <a:pt x="22332" y="117634"/>
                        <a:pt x="22903" y="117634"/>
                        <a:pt x="23761" y="117348"/>
                      </a:cubicBezTo>
                      <a:lnTo>
                        <a:pt x="25856" y="117348"/>
                      </a:lnTo>
                      <a:cubicBezTo>
                        <a:pt x="27475" y="117348"/>
                        <a:pt x="28523" y="117729"/>
                        <a:pt x="28999" y="118396"/>
                      </a:cubicBezTo>
                      <a:lnTo>
                        <a:pt x="28999" y="116015"/>
                      </a:lnTo>
                      <a:lnTo>
                        <a:pt x="35381" y="122396"/>
                      </a:lnTo>
                      <a:lnTo>
                        <a:pt x="37000" y="119158"/>
                      </a:lnTo>
                      <a:lnTo>
                        <a:pt x="36143" y="118396"/>
                      </a:lnTo>
                      <a:lnTo>
                        <a:pt x="37000" y="117348"/>
                      </a:lnTo>
                      <a:lnTo>
                        <a:pt x="39381" y="122396"/>
                      </a:lnTo>
                      <a:cubicBezTo>
                        <a:pt x="41477" y="119920"/>
                        <a:pt x="41096" y="117062"/>
                        <a:pt x="38334" y="113919"/>
                      </a:cubicBezTo>
                      <a:cubicBezTo>
                        <a:pt x="39572" y="113824"/>
                        <a:pt x="40906" y="114205"/>
                        <a:pt x="42335" y="115253"/>
                      </a:cubicBezTo>
                      <a:cubicBezTo>
                        <a:pt x="40525" y="116300"/>
                        <a:pt x="40525" y="120015"/>
                        <a:pt x="42335" y="126397"/>
                      </a:cubicBezTo>
                      <a:lnTo>
                        <a:pt x="41477" y="164306"/>
                      </a:lnTo>
                      <a:cubicBezTo>
                        <a:pt x="42906" y="166402"/>
                        <a:pt x="44620" y="170879"/>
                        <a:pt x="46525" y="177546"/>
                      </a:cubicBezTo>
                      <a:cubicBezTo>
                        <a:pt x="54622" y="185357"/>
                        <a:pt x="67290" y="191167"/>
                        <a:pt x="84435" y="195072"/>
                      </a:cubicBezTo>
                      <a:cubicBezTo>
                        <a:pt x="85863" y="191357"/>
                        <a:pt x="89387" y="189167"/>
                        <a:pt x="95007" y="188595"/>
                      </a:cubicBezTo>
                      <a:cubicBezTo>
                        <a:pt x="100722" y="188024"/>
                        <a:pt x="103961" y="185738"/>
                        <a:pt x="104818" y="181832"/>
                      </a:cubicBezTo>
                      <a:cubicBezTo>
                        <a:pt x="105866" y="181356"/>
                        <a:pt x="107104" y="180308"/>
                        <a:pt x="108533" y="178975"/>
                      </a:cubicBezTo>
                      <a:lnTo>
                        <a:pt x="106438" y="175450"/>
                      </a:lnTo>
                      <a:cubicBezTo>
                        <a:pt x="106438" y="175450"/>
                        <a:pt x="108247" y="174498"/>
                        <a:pt x="110724" y="172498"/>
                      </a:cubicBezTo>
                      <a:cubicBezTo>
                        <a:pt x="109486" y="166116"/>
                        <a:pt x="106247" y="162973"/>
                        <a:pt x="100913" y="162973"/>
                      </a:cubicBezTo>
                      <a:cubicBezTo>
                        <a:pt x="99294" y="162973"/>
                        <a:pt x="96627" y="163354"/>
                        <a:pt x="93007" y="164116"/>
                      </a:cubicBezTo>
                      <a:cubicBezTo>
                        <a:pt x="89293" y="164973"/>
                        <a:pt x="86530" y="165354"/>
                        <a:pt x="84816" y="165354"/>
                      </a:cubicBezTo>
                      <a:cubicBezTo>
                        <a:pt x="83101" y="165354"/>
                        <a:pt x="81482" y="164973"/>
                        <a:pt x="80339" y="164306"/>
                      </a:cubicBezTo>
                      <a:lnTo>
                        <a:pt x="72147" y="164306"/>
                      </a:lnTo>
                      <a:cubicBezTo>
                        <a:pt x="72147" y="164306"/>
                        <a:pt x="71576" y="162973"/>
                        <a:pt x="70052" y="161354"/>
                      </a:cubicBezTo>
                      <a:cubicBezTo>
                        <a:pt x="68814" y="162592"/>
                        <a:pt x="67956" y="163259"/>
                        <a:pt x="67385" y="163259"/>
                      </a:cubicBezTo>
                      <a:cubicBezTo>
                        <a:pt x="66813" y="163259"/>
                        <a:pt x="66528" y="162878"/>
                        <a:pt x="66337" y="162211"/>
                      </a:cubicBezTo>
                      <a:cubicBezTo>
                        <a:pt x="64432" y="160782"/>
                        <a:pt x="63766" y="158306"/>
                        <a:pt x="64623" y="154686"/>
                      </a:cubicBezTo>
                      <a:cubicBezTo>
                        <a:pt x="65385" y="151067"/>
                        <a:pt x="65290" y="148400"/>
                        <a:pt x="64242" y="146875"/>
                      </a:cubicBezTo>
                      <a:cubicBezTo>
                        <a:pt x="64242" y="141256"/>
                        <a:pt x="64242" y="138017"/>
                        <a:pt x="64527" y="137350"/>
                      </a:cubicBezTo>
                      <a:cubicBezTo>
                        <a:pt x="65003" y="133445"/>
                        <a:pt x="66623" y="130778"/>
                        <a:pt x="69290" y="129350"/>
                      </a:cubicBezTo>
                      <a:cubicBezTo>
                        <a:pt x="76053" y="127349"/>
                        <a:pt x="83768" y="126397"/>
                        <a:pt x="92626" y="126397"/>
                      </a:cubicBezTo>
                      <a:cubicBezTo>
                        <a:pt x="96913" y="126397"/>
                        <a:pt x="103390" y="126683"/>
                        <a:pt x="112152" y="127159"/>
                      </a:cubicBezTo>
                      <a:cubicBezTo>
                        <a:pt x="120916" y="127730"/>
                        <a:pt x="127583" y="127921"/>
                        <a:pt x="132155" y="127921"/>
                      </a:cubicBezTo>
                      <a:cubicBezTo>
                        <a:pt x="135870" y="127921"/>
                        <a:pt x="139299" y="127825"/>
                        <a:pt x="142537" y="127635"/>
                      </a:cubicBezTo>
                      <a:lnTo>
                        <a:pt x="152062" y="128397"/>
                      </a:lnTo>
                      <a:lnTo>
                        <a:pt x="152062" y="184595"/>
                      </a:lnTo>
                      <a:cubicBezTo>
                        <a:pt x="149300" y="187071"/>
                        <a:pt x="147871" y="188976"/>
                        <a:pt x="147871" y="190405"/>
                      </a:cubicBezTo>
                      <a:cubicBezTo>
                        <a:pt x="147871" y="191262"/>
                        <a:pt x="148157" y="192119"/>
                        <a:pt x="148919" y="192786"/>
                      </a:cubicBezTo>
                      <a:cubicBezTo>
                        <a:pt x="146633" y="197739"/>
                        <a:pt x="141490" y="203740"/>
                        <a:pt x="133488" y="210788"/>
                      </a:cubicBezTo>
                      <a:cubicBezTo>
                        <a:pt x="124916" y="218599"/>
                        <a:pt x="119391" y="224123"/>
                        <a:pt x="117106" y="227552"/>
                      </a:cubicBezTo>
                      <a:cubicBezTo>
                        <a:pt x="116343" y="226981"/>
                        <a:pt x="115677" y="226695"/>
                        <a:pt x="115010" y="226695"/>
                      </a:cubicBezTo>
                      <a:cubicBezTo>
                        <a:pt x="114153" y="226695"/>
                        <a:pt x="112724" y="227552"/>
                        <a:pt x="110819" y="229076"/>
                      </a:cubicBezTo>
                      <a:cubicBezTo>
                        <a:pt x="108914" y="230696"/>
                        <a:pt x="107295" y="231458"/>
                        <a:pt x="106056" y="231458"/>
                      </a:cubicBezTo>
                      <a:cubicBezTo>
                        <a:pt x="96341" y="234410"/>
                        <a:pt x="89197" y="235934"/>
                        <a:pt x="84530" y="235934"/>
                      </a:cubicBezTo>
                      <a:cubicBezTo>
                        <a:pt x="82911" y="235934"/>
                        <a:pt x="81291" y="235934"/>
                        <a:pt x="79768" y="235649"/>
                      </a:cubicBezTo>
                      <a:cubicBezTo>
                        <a:pt x="79386" y="234220"/>
                        <a:pt x="78910" y="233553"/>
                        <a:pt x="78148" y="233553"/>
                      </a:cubicBezTo>
                      <a:cubicBezTo>
                        <a:pt x="77767" y="233553"/>
                        <a:pt x="77100" y="233934"/>
                        <a:pt x="76148" y="234791"/>
                      </a:cubicBezTo>
                      <a:cubicBezTo>
                        <a:pt x="75100" y="235553"/>
                        <a:pt x="74338" y="235934"/>
                        <a:pt x="73672" y="235934"/>
                      </a:cubicBezTo>
                      <a:lnTo>
                        <a:pt x="68909" y="235934"/>
                      </a:lnTo>
                      <a:cubicBezTo>
                        <a:pt x="67099" y="235934"/>
                        <a:pt x="64527" y="235267"/>
                        <a:pt x="61194" y="233934"/>
                      </a:cubicBezTo>
                      <a:cubicBezTo>
                        <a:pt x="57860" y="232600"/>
                        <a:pt x="55384" y="231934"/>
                        <a:pt x="53764" y="231934"/>
                      </a:cubicBezTo>
                      <a:cubicBezTo>
                        <a:pt x="52336" y="231934"/>
                        <a:pt x="51002" y="232220"/>
                        <a:pt x="49764" y="232696"/>
                      </a:cubicBezTo>
                      <a:cubicBezTo>
                        <a:pt x="49192" y="230029"/>
                        <a:pt x="46906" y="228505"/>
                        <a:pt x="42620" y="228029"/>
                      </a:cubicBezTo>
                      <a:cubicBezTo>
                        <a:pt x="38334" y="227552"/>
                        <a:pt x="36048" y="225933"/>
                        <a:pt x="35762" y="223075"/>
                      </a:cubicBezTo>
                      <a:cubicBezTo>
                        <a:pt x="33095" y="220599"/>
                        <a:pt x="30047" y="219646"/>
                        <a:pt x="26523" y="220218"/>
                      </a:cubicBezTo>
                      <a:cubicBezTo>
                        <a:pt x="26713" y="219646"/>
                        <a:pt x="26809" y="219266"/>
                        <a:pt x="26809" y="218885"/>
                      </a:cubicBezTo>
                      <a:cubicBezTo>
                        <a:pt x="26809" y="217456"/>
                        <a:pt x="25284" y="215741"/>
                        <a:pt x="22332" y="213646"/>
                      </a:cubicBezTo>
                      <a:cubicBezTo>
                        <a:pt x="19284" y="211550"/>
                        <a:pt x="17855" y="209550"/>
                        <a:pt x="17855" y="207550"/>
                      </a:cubicBezTo>
                      <a:cubicBezTo>
                        <a:pt x="17855" y="206692"/>
                        <a:pt x="17950" y="205740"/>
                        <a:pt x="18331" y="204883"/>
                      </a:cubicBezTo>
                      <a:cubicBezTo>
                        <a:pt x="8997" y="198882"/>
                        <a:pt x="4329" y="190595"/>
                        <a:pt x="4329" y="180213"/>
                      </a:cubicBezTo>
                      <a:cubicBezTo>
                        <a:pt x="4329" y="178117"/>
                        <a:pt x="4615" y="176022"/>
                        <a:pt x="5091" y="174117"/>
                      </a:cubicBezTo>
                      <a:cubicBezTo>
                        <a:pt x="5663" y="172212"/>
                        <a:pt x="5091" y="170021"/>
                        <a:pt x="3472" y="167735"/>
                      </a:cubicBezTo>
                      <a:cubicBezTo>
                        <a:pt x="1377" y="165068"/>
                        <a:pt x="234" y="163068"/>
                        <a:pt x="43" y="161925"/>
                      </a:cubicBezTo>
                      <a:cubicBezTo>
                        <a:pt x="900" y="155543"/>
                        <a:pt x="996" y="144780"/>
                        <a:pt x="329" y="129540"/>
                      </a:cubicBezTo>
                      <a:cubicBezTo>
                        <a:pt x="-433" y="115729"/>
                        <a:pt x="138" y="105061"/>
                        <a:pt x="1948" y="97441"/>
                      </a:cubicBezTo>
                      <a:cubicBezTo>
                        <a:pt x="3662" y="95155"/>
                        <a:pt x="4711" y="89345"/>
                        <a:pt x="5091" y="80200"/>
                      </a:cubicBezTo>
                      <a:cubicBezTo>
                        <a:pt x="5282" y="72581"/>
                        <a:pt x="7949" y="67437"/>
                        <a:pt x="13378" y="64865"/>
                      </a:cubicBezTo>
                      <a:cubicBezTo>
                        <a:pt x="14045" y="60484"/>
                        <a:pt x="17188" y="55626"/>
                        <a:pt x="22618" y="50292"/>
                      </a:cubicBezTo>
                      <a:cubicBezTo>
                        <a:pt x="23856" y="49054"/>
                        <a:pt x="28713" y="44863"/>
                        <a:pt x="37477" y="37529"/>
                      </a:cubicBezTo>
                      <a:cubicBezTo>
                        <a:pt x="38334" y="38100"/>
                        <a:pt x="39286" y="38291"/>
                        <a:pt x="40143" y="38291"/>
                      </a:cubicBezTo>
                      <a:cubicBezTo>
                        <a:pt x="41382" y="38291"/>
                        <a:pt x="43001" y="37243"/>
                        <a:pt x="44906" y="35242"/>
                      </a:cubicBezTo>
                      <a:cubicBezTo>
                        <a:pt x="46906" y="33242"/>
                        <a:pt x="48621" y="32195"/>
                        <a:pt x="50240" y="32195"/>
                      </a:cubicBezTo>
                      <a:cubicBezTo>
                        <a:pt x="50811" y="32195"/>
                        <a:pt x="51383" y="32195"/>
                        <a:pt x="52145" y="32480"/>
                      </a:cubicBezTo>
                      <a:cubicBezTo>
                        <a:pt x="51764" y="30766"/>
                        <a:pt x="52240" y="29718"/>
                        <a:pt x="53764" y="29337"/>
                      </a:cubicBezTo>
                      <a:cubicBezTo>
                        <a:pt x="55193" y="28956"/>
                        <a:pt x="56622" y="28670"/>
                        <a:pt x="57955" y="28289"/>
                      </a:cubicBezTo>
                      <a:lnTo>
                        <a:pt x="60146" y="31242"/>
                      </a:lnTo>
                      <a:cubicBezTo>
                        <a:pt x="64909" y="26861"/>
                        <a:pt x="70337" y="24670"/>
                        <a:pt x="76338" y="24670"/>
                      </a:cubicBezTo>
                      <a:cubicBezTo>
                        <a:pt x="82339" y="24670"/>
                        <a:pt x="87388" y="27337"/>
                        <a:pt x="90912" y="32575"/>
                      </a:cubicBezTo>
                      <a:lnTo>
                        <a:pt x="93007" y="28289"/>
                      </a:lnTo>
                      <a:cubicBezTo>
                        <a:pt x="96913" y="29242"/>
                        <a:pt x="101008" y="30194"/>
                        <a:pt x="105295" y="31242"/>
                      </a:cubicBezTo>
                      <a:cubicBezTo>
                        <a:pt x="109676" y="32290"/>
                        <a:pt x="113391" y="34004"/>
                        <a:pt x="116534" y="36290"/>
                      </a:cubicBezTo>
                      <a:cubicBezTo>
                        <a:pt x="116153" y="36671"/>
                        <a:pt x="115391" y="36957"/>
                        <a:pt x="114153" y="37338"/>
                      </a:cubicBezTo>
                      <a:cubicBezTo>
                        <a:pt x="112915" y="37719"/>
                        <a:pt x="112343" y="38291"/>
                        <a:pt x="112343" y="39243"/>
                      </a:cubicBezTo>
                      <a:lnTo>
                        <a:pt x="116534" y="39243"/>
                      </a:lnTo>
                      <a:cubicBezTo>
                        <a:pt x="118439" y="39053"/>
                        <a:pt x="119487" y="38100"/>
                        <a:pt x="119487" y="36290"/>
                      </a:cubicBezTo>
                      <a:lnTo>
                        <a:pt x="128821" y="41338"/>
                      </a:lnTo>
                      <a:cubicBezTo>
                        <a:pt x="128440" y="42005"/>
                        <a:pt x="128250" y="42767"/>
                        <a:pt x="128250" y="43434"/>
                      </a:cubicBezTo>
                      <a:cubicBezTo>
                        <a:pt x="128250" y="45053"/>
                        <a:pt x="129488" y="46673"/>
                        <a:pt x="131965" y="48196"/>
                      </a:cubicBezTo>
                      <a:cubicBezTo>
                        <a:pt x="135108" y="50292"/>
                        <a:pt x="136822" y="51435"/>
                        <a:pt x="137012" y="51625"/>
                      </a:cubicBezTo>
                      <a:cubicBezTo>
                        <a:pt x="136346" y="52007"/>
                        <a:pt x="135965" y="52959"/>
                        <a:pt x="135965" y="54578"/>
                      </a:cubicBezTo>
                      <a:lnTo>
                        <a:pt x="139870" y="56674"/>
                      </a:lnTo>
                      <a:cubicBezTo>
                        <a:pt x="140442" y="57912"/>
                        <a:pt x="139870" y="59531"/>
                        <a:pt x="138156" y="61436"/>
                      </a:cubicBezTo>
                      <a:cubicBezTo>
                        <a:pt x="136441" y="63341"/>
                        <a:pt x="135679" y="64484"/>
                        <a:pt x="135679" y="64865"/>
                      </a:cubicBezTo>
                      <a:cubicBezTo>
                        <a:pt x="135679" y="65627"/>
                        <a:pt x="137012" y="66008"/>
                        <a:pt x="139870" y="66199"/>
                      </a:cubicBezTo>
                      <a:lnTo>
                        <a:pt x="141203" y="61722"/>
                      </a:lnTo>
                      <a:cubicBezTo>
                        <a:pt x="141394" y="62770"/>
                        <a:pt x="142252" y="63437"/>
                        <a:pt x="143871" y="63627"/>
                      </a:cubicBezTo>
                      <a:cubicBezTo>
                        <a:pt x="145490" y="63817"/>
                        <a:pt x="146252" y="64675"/>
                        <a:pt x="146252" y="66294"/>
                      </a:cubicBezTo>
                      <a:lnTo>
                        <a:pt x="141203" y="68390"/>
                      </a:lnTo>
                      <a:cubicBezTo>
                        <a:pt x="141775" y="69437"/>
                        <a:pt x="143680" y="70009"/>
                        <a:pt x="147014" y="70009"/>
                      </a:cubicBezTo>
                      <a:lnTo>
                        <a:pt x="147776" y="69247"/>
                      </a:lnTo>
                      <a:cubicBezTo>
                        <a:pt x="147776" y="74009"/>
                        <a:pt x="147490" y="76676"/>
                        <a:pt x="147014" y="77248"/>
                      </a:cubicBezTo>
                      <a:close/>
                      <a:moveTo>
                        <a:pt x="35857" y="108299"/>
                      </a:moveTo>
                      <a:cubicBezTo>
                        <a:pt x="36810" y="107918"/>
                        <a:pt x="37286" y="108013"/>
                        <a:pt x="37477" y="108585"/>
                      </a:cubicBezTo>
                      <a:cubicBezTo>
                        <a:pt x="37095" y="108395"/>
                        <a:pt x="36619" y="108299"/>
                        <a:pt x="35857" y="108299"/>
                      </a:cubicBezTo>
                      <a:close/>
                      <a:moveTo>
                        <a:pt x="41668" y="109061"/>
                      </a:moveTo>
                      <a:cubicBezTo>
                        <a:pt x="40810" y="109919"/>
                        <a:pt x="40143" y="110395"/>
                        <a:pt x="39572" y="110395"/>
                      </a:cubicBezTo>
                      <a:cubicBezTo>
                        <a:pt x="40334" y="110395"/>
                        <a:pt x="39572" y="109728"/>
                        <a:pt x="37477" y="108585"/>
                      </a:cubicBezTo>
                      <a:cubicBezTo>
                        <a:pt x="38524" y="108585"/>
                        <a:pt x="39953" y="108775"/>
                        <a:pt x="41668" y="109157"/>
                      </a:cubicBezTo>
                      <a:close/>
                      <a:moveTo>
                        <a:pt x="82530" y="44863"/>
                      </a:moveTo>
                      <a:lnTo>
                        <a:pt x="85482" y="44863"/>
                      </a:lnTo>
                      <a:cubicBezTo>
                        <a:pt x="85006" y="44482"/>
                        <a:pt x="84435" y="44101"/>
                        <a:pt x="83863" y="43529"/>
                      </a:cubicBezTo>
                      <a:cubicBezTo>
                        <a:pt x="83292" y="43053"/>
                        <a:pt x="83101" y="42386"/>
                        <a:pt x="83292" y="41720"/>
                      </a:cubicBezTo>
                      <a:lnTo>
                        <a:pt x="82530" y="41720"/>
                      </a:lnTo>
                      <a:lnTo>
                        <a:pt x="82530" y="44863"/>
                      </a:lnTo>
                      <a:close/>
                      <a:moveTo>
                        <a:pt x="91769" y="54102"/>
                      </a:moveTo>
                      <a:lnTo>
                        <a:pt x="91769" y="49816"/>
                      </a:lnTo>
                      <a:lnTo>
                        <a:pt x="89673" y="49816"/>
                      </a:lnTo>
                      <a:lnTo>
                        <a:pt x="91769" y="54102"/>
                      </a:lnTo>
                      <a:close/>
                      <a:moveTo>
                        <a:pt x="100818" y="85630"/>
                      </a:moveTo>
                      <a:lnTo>
                        <a:pt x="101580" y="83725"/>
                      </a:lnTo>
                      <a:lnTo>
                        <a:pt x="101580" y="84011"/>
                      </a:lnTo>
                      <a:lnTo>
                        <a:pt x="100818" y="85630"/>
                      </a:lnTo>
                      <a:close/>
                      <a:moveTo>
                        <a:pt x="110057" y="16192"/>
                      </a:moveTo>
                      <a:lnTo>
                        <a:pt x="111962" y="18288"/>
                      </a:lnTo>
                      <a:lnTo>
                        <a:pt x="105866" y="15335"/>
                      </a:lnTo>
                      <a:lnTo>
                        <a:pt x="110152" y="16097"/>
                      </a:lnTo>
                      <a:close/>
                      <a:moveTo>
                        <a:pt x="115105" y="0"/>
                      </a:moveTo>
                      <a:lnTo>
                        <a:pt x="116915" y="0"/>
                      </a:lnTo>
                      <a:lnTo>
                        <a:pt x="113962" y="2953"/>
                      </a:lnTo>
                      <a:lnTo>
                        <a:pt x="115010" y="0"/>
                      </a:lnTo>
                      <a:close/>
                      <a:moveTo>
                        <a:pt x="119106" y="32861"/>
                      </a:moveTo>
                      <a:lnTo>
                        <a:pt x="117010" y="32861"/>
                      </a:lnTo>
                      <a:lnTo>
                        <a:pt x="122059" y="30766"/>
                      </a:lnTo>
                      <a:lnTo>
                        <a:pt x="119201" y="32861"/>
                      </a:lnTo>
                      <a:close/>
                      <a:moveTo>
                        <a:pt x="121201" y="74486"/>
                      </a:moveTo>
                      <a:lnTo>
                        <a:pt x="123392" y="73724"/>
                      </a:lnTo>
                      <a:cubicBezTo>
                        <a:pt x="122820" y="72866"/>
                        <a:pt x="121868" y="72390"/>
                        <a:pt x="120439" y="72390"/>
                      </a:cubicBezTo>
                      <a:lnTo>
                        <a:pt x="121201" y="74486"/>
                      </a:lnTo>
                      <a:close/>
                      <a:moveTo>
                        <a:pt x="131774" y="61246"/>
                      </a:moveTo>
                      <a:cubicBezTo>
                        <a:pt x="132822" y="61436"/>
                        <a:pt x="133965" y="61246"/>
                        <a:pt x="135203" y="60484"/>
                      </a:cubicBezTo>
                      <a:cubicBezTo>
                        <a:pt x="136441" y="59722"/>
                        <a:pt x="136822" y="59341"/>
                        <a:pt x="136536" y="59150"/>
                      </a:cubicBezTo>
                      <a:cubicBezTo>
                        <a:pt x="135489" y="59627"/>
                        <a:pt x="133870" y="60388"/>
                        <a:pt x="131774" y="61246"/>
                      </a:cubicBezTo>
                      <a:cubicBezTo>
                        <a:pt x="130917" y="61246"/>
                        <a:pt x="129964" y="60770"/>
                        <a:pt x="129107" y="59912"/>
                      </a:cubicBezTo>
                      <a:cubicBezTo>
                        <a:pt x="129964" y="60770"/>
                        <a:pt x="130917" y="61246"/>
                        <a:pt x="131774" y="61246"/>
                      </a:cubicBezTo>
                      <a:close/>
                      <a:moveTo>
                        <a:pt x="132345" y="69437"/>
                      </a:moveTo>
                      <a:lnTo>
                        <a:pt x="132345" y="66580"/>
                      </a:lnTo>
                      <a:lnTo>
                        <a:pt x="131584" y="65246"/>
                      </a:lnTo>
                      <a:lnTo>
                        <a:pt x="132345" y="69437"/>
                      </a:lnTo>
                      <a:close/>
                      <a:moveTo>
                        <a:pt x="134441" y="256318"/>
                      </a:moveTo>
                      <a:lnTo>
                        <a:pt x="133393" y="253460"/>
                      </a:lnTo>
                      <a:lnTo>
                        <a:pt x="134441" y="253460"/>
                      </a:lnTo>
                      <a:lnTo>
                        <a:pt x="134441" y="256318"/>
                      </a:lnTo>
                      <a:close/>
                      <a:moveTo>
                        <a:pt x="159873" y="76581"/>
                      </a:moveTo>
                      <a:lnTo>
                        <a:pt x="161968" y="78677"/>
                      </a:lnTo>
                      <a:lnTo>
                        <a:pt x="157015" y="76581"/>
                      </a:lnTo>
                      <a:lnTo>
                        <a:pt x="159873" y="7658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1" name="Google Shape;1141;p99"/>
              <p:cNvGrpSpPr/>
              <p:nvPr/>
            </p:nvGrpSpPr>
            <p:grpSpPr>
              <a:xfrm>
                <a:off x="11640306" y="6041422"/>
                <a:ext cx="308324" cy="196500"/>
                <a:chOff x="6386988" y="3759517"/>
                <a:chExt cx="308324" cy="196500"/>
              </a:xfrm>
            </p:grpSpPr>
            <p:sp>
              <p:nvSpPr>
                <p:cNvPr id="1142" name="Google Shape;1142;p99"/>
                <p:cNvSpPr/>
                <p:nvPr/>
              </p:nvSpPr>
              <p:spPr>
                <a:xfrm>
                  <a:off x="6386988" y="3776281"/>
                  <a:ext cx="134493" cy="179736"/>
                </a:xfrm>
                <a:custGeom>
                  <a:avLst/>
                  <a:gdLst/>
                  <a:ahLst/>
                  <a:cxnLst/>
                  <a:rect l="l" t="t" r="r" b="b"/>
                  <a:pathLst>
                    <a:path w="134493" h="179736" extrusionOk="0">
                      <a:moveTo>
                        <a:pt x="0" y="83153"/>
                      </a:moveTo>
                      <a:lnTo>
                        <a:pt x="1143" y="83153"/>
                      </a:lnTo>
                      <a:cubicBezTo>
                        <a:pt x="667" y="83439"/>
                        <a:pt x="286" y="83439"/>
                        <a:pt x="0" y="83153"/>
                      </a:cubicBezTo>
                      <a:close/>
                      <a:moveTo>
                        <a:pt x="1143" y="83153"/>
                      </a:moveTo>
                      <a:lnTo>
                        <a:pt x="2667" y="82582"/>
                      </a:lnTo>
                      <a:cubicBezTo>
                        <a:pt x="2667" y="82582"/>
                        <a:pt x="2667" y="83249"/>
                        <a:pt x="2286" y="83344"/>
                      </a:cubicBezTo>
                      <a:cubicBezTo>
                        <a:pt x="2096" y="83344"/>
                        <a:pt x="1810" y="83344"/>
                        <a:pt x="1143" y="83153"/>
                      </a:cubicBezTo>
                      <a:close/>
                      <a:moveTo>
                        <a:pt x="10192" y="106966"/>
                      </a:moveTo>
                      <a:lnTo>
                        <a:pt x="9620" y="107537"/>
                      </a:lnTo>
                      <a:lnTo>
                        <a:pt x="10192" y="104775"/>
                      </a:lnTo>
                      <a:lnTo>
                        <a:pt x="10192" y="106871"/>
                      </a:lnTo>
                      <a:close/>
                      <a:moveTo>
                        <a:pt x="120777" y="74295"/>
                      </a:moveTo>
                      <a:lnTo>
                        <a:pt x="128302" y="87535"/>
                      </a:lnTo>
                      <a:cubicBezTo>
                        <a:pt x="127921" y="90392"/>
                        <a:pt x="127635" y="101060"/>
                        <a:pt x="127349" y="119729"/>
                      </a:cubicBezTo>
                      <a:cubicBezTo>
                        <a:pt x="125540" y="120777"/>
                        <a:pt x="124587" y="122111"/>
                        <a:pt x="124492" y="123730"/>
                      </a:cubicBezTo>
                      <a:lnTo>
                        <a:pt x="124492" y="129350"/>
                      </a:lnTo>
                      <a:lnTo>
                        <a:pt x="122396" y="127254"/>
                      </a:lnTo>
                      <a:cubicBezTo>
                        <a:pt x="121349" y="127540"/>
                        <a:pt x="120872" y="128016"/>
                        <a:pt x="120872" y="128778"/>
                      </a:cubicBezTo>
                      <a:cubicBezTo>
                        <a:pt x="120872" y="129064"/>
                        <a:pt x="120968" y="129540"/>
                        <a:pt x="121253" y="130302"/>
                      </a:cubicBezTo>
                      <a:cubicBezTo>
                        <a:pt x="121539" y="131064"/>
                        <a:pt x="121634" y="131636"/>
                        <a:pt x="121444" y="132017"/>
                      </a:cubicBezTo>
                      <a:cubicBezTo>
                        <a:pt x="120206" y="131921"/>
                        <a:pt x="119253" y="132588"/>
                        <a:pt x="118777" y="134112"/>
                      </a:cubicBezTo>
                      <a:lnTo>
                        <a:pt x="117824" y="137351"/>
                      </a:lnTo>
                      <a:lnTo>
                        <a:pt x="106585" y="147733"/>
                      </a:lnTo>
                      <a:lnTo>
                        <a:pt x="105061" y="146209"/>
                      </a:lnTo>
                      <a:cubicBezTo>
                        <a:pt x="104870" y="147161"/>
                        <a:pt x="104489" y="147542"/>
                        <a:pt x="103727" y="147447"/>
                      </a:cubicBezTo>
                      <a:cubicBezTo>
                        <a:pt x="102965" y="147447"/>
                        <a:pt x="102489" y="147447"/>
                        <a:pt x="102394" y="147733"/>
                      </a:cubicBezTo>
                      <a:lnTo>
                        <a:pt x="100108" y="153067"/>
                      </a:lnTo>
                      <a:lnTo>
                        <a:pt x="97727" y="147733"/>
                      </a:lnTo>
                      <a:cubicBezTo>
                        <a:pt x="97250" y="148019"/>
                        <a:pt x="96965" y="148400"/>
                        <a:pt x="96965" y="149066"/>
                      </a:cubicBezTo>
                      <a:lnTo>
                        <a:pt x="96965" y="150590"/>
                      </a:lnTo>
                      <a:cubicBezTo>
                        <a:pt x="96488" y="150304"/>
                        <a:pt x="96012" y="150209"/>
                        <a:pt x="95631" y="150209"/>
                      </a:cubicBezTo>
                      <a:cubicBezTo>
                        <a:pt x="94869" y="150209"/>
                        <a:pt x="94298" y="150971"/>
                        <a:pt x="94012" y="152400"/>
                      </a:cubicBezTo>
                      <a:cubicBezTo>
                        <a:pt x="93726" y="153829"/>
                        <a:pt x="93345" y="154781"/>
                        <a:pt x="92774" y="155162"/>
                      </a:cubicBezTo>
                      <a:cubicBezTo>
                        <a:pt x="91535" y="156210"/>
                        <a:pt x="90297" y="156686"/>
                        <a:pt x="89345" y="156686"/>
                      </a:cubicBezTo>
                      <a:cubicBezTo>
                        <a:pt x="88106" y="156686"/>
                        <a:pt x="86583" y="155829"/>
                        <a:pt x="84773" y="154115"/>
                      </a:cubicBezTo>
                      <a:cubicBezTo>
                        <a:pt x="83058" y="152400"/>
                        <a:pt x="81725" y="151543"/>
                        <a:pt x="80772" y="151543"/>
                      </a:cubicBezTo>
                      <a:cubicBezTo>
                        <a:pt x="79629" y="151543"/>
                        <a:pt x="78391" y="152495"/>
                        <a:pt x="76962" y="154591"/>
                      </a:cubicBezTo>
                      <a:cubicBezTo>
                        <a:pt x="76010" y="153067"/>
                        <a:pt x="75152" y="152305"/>
                        <a:pt x="74200" y="152305"/>
                      </a:cubicBezTo>
                      <a:cubicBezTo>
                        <a:pt x="74009" y="152305"/>
                        <a:pt x="72962" y="152781"/>
                        <a:pt x="71152" y="153829"/>
                      </a:cubicBezTo>
                      <a:cubicBezTo>
                        <a:pt x="69723" y="154591"/>
                        <a:pt x="68485" y="154591"/>
                        <a:pt x="67246" y="153638"/>
                      </a:cubicBezTo>
                      <a:cubicBezTo>
                        <a:pt x="63818" y="152876"/>
                        <a:pt x="62579" y="150495"/>
                        <a:pt x="63627" y="146495"/>
                      </a:cubicBezTo>
                      <a:cubicBezTo>
                        <a:pt x="64770" y="142018"/>
                        <a:pt x="64579" y="139160"/>
                        <a:pt x="63056" y="138017"/>
                      </a:cubicBezTo>
                      <a:cubicBezTo>
                        <a:pt x="63722" y="136588"/>
                        <a:pt x="63722" y="133826"/>
                        <a:pt x="63246" y="129540"/>
                      </a:cubicBezTo>
                      <a:cubicBezTo>
                        <a:pt x="62865" y="126587"/>
                        <a:pt x="64199" y="124492"/>
                        <a:pt x="67246" y="123158"/>
                      </a:cubicBezTo>
                      <a:lnTo>
                        <a:pt x="66675" y="124492"/>
                      </a:lnTo>
                      <a:cubicBezTo>
                        <a:pt x="70295" y="125635"/>
                        <a:pt x="72962" y="125444"/>
                        <a:pt x="74771" y="123920"/>
                      </a:cubicBezTo>
                      <a:lnTo>
                        <a:pt x="76295" y="122396"/>
                      </a:lnTo>
                      <a:cubicBezTo>
                        <a:pt x="75629" y="121729"/>
                        <a:pt x="75152" y="121539"/>
                        <a:pt x="74771" y="121634"/>
                      </a:cubicBezTo>
                      <a:cubicBezTo>
                        <a:pt x="74676" y="121158"/>
                        <a:pt x="75152" y="120396"/>
                        <a:pt x="76295" y="119539"/>
                      </a:cubicBezTo>
                      <a:cubicBezTo>
                        <a:pt x="75914" y="120015"/>
                        <a:pt x="76391" y="120968"/>
                        <a:pt x="77819" y="122396"/>
                      </a:cubicBezTo>
                      <a:cubicBezTo>
                        <a:pt x="77915" y="122396"/>
                        <a:pt x="79248" y="122015"/>
                        <a:pt x="81725" y="121253"/>
                      </a:cubicBezTo>
                      <a:cubicBezTo>
                        <a:pt x="83153" y="120872"/>
                        <a:pt x="83915" y="119920"/>
                        <a:pt x="84201" y="118586"/>
                      </a:cubicBezTo>
                      <a:lnTo>
                        <a:pt x="83629" y="118015"/>
                      </a:lnTo>
                      <a:cubicBezTo>
                        <a:pt x="83629" y="118015"/>
                        <a:pt x="83915" y="117824"/>
                        <a:pt x="84011" y="117824"/>
                      </a:cubicBezTo>
                      <a:cubicBezTo>
                        <a:pt x="84201" y="117824"/>
                        <a:pt x="84773" y="117920"/>
                        <a:pt x="85535" y="118205"/>
                      </a:cubicBezTo>
                      <a:cubicBezTo>
                        <a:pt x="86296" y="118491"/>
                        <a:pt x="86963" y="118586"/>
                        <a:pt x="87440" y="118586"/>
                      </a:cubicBezTo>
                      <a:cubicBezTo>
                        <a:pt x="88392" y="118586"/>
                        <a:pt x="89059" y="118110"/>
                        <a:pt x="89535" y="117062"/>
                      </a:cubicBezTo>
                      <a:lnTo>
                        <a:pt x="88011" y="115919"/>
                      </a:lnTo>
                      <a:cubicBezTo>
                        <a:pt x="88583" y="115157"/>
                        <a:pt x="89345" y="114395"/>
                        <a:pt x="90107" y="113633"/>
                      </a:cubicBezTo>
                      <a:cubicBezTo>
                        <a:pt x="90869" y="112871"/>
                        <a:pt x="91726" y="112586"/>
                        <a:pt x="92583" y="112871"/>
                      </a:cubicBezTo>
                      <a:cubicBezTo>
                        <a:pt x="92583" y="113252"/>
                        <a:pt x="92107" y="114014"/>
                        <a:pt x="91059" y="114967"/>
                      </a:cubicBezTo>
                      <a:lnTo>
                        <a:pt x="92583" y="116491"/>
                      </a:lnTo>
                      <a:cubicBezTo>
                        <a:pt x="92583" y="116491"/>
                        <a:pt x="93250" y="116015"/>
                        <a:pt x="93821" y="115348"/>
                      </a:cubicBezTo>
                      <a:cubicBezTo>
                        <a:pt x="94393" y="114681"/>
                        <a:pt x="94869" y="114395"/>
                        <a:pt x="95345" y="114395"/>
                      </a:cubicBezTo>
                      <a:lnTo>
                        <a:pt x="96298" y="114967"/>
                      </a:lnTo>
                      <a:cubicBezTo>
                        <a:pt x="96298" y="114967"/>
                        <a:pt x="96108" y="114395"/>
                        <a:pt x="96108" y="114014"/>
                      </a:cubicBezTo>
                      <a:cubicBezTo>
                        <a:pt x="96108" y="113252"/>
                        <a:pt x="96965" y="112395"/>
                        <a:pt x="98584" y="111443"/>
                      </a:cubicBezTo>
                      <a:cubicBezTo>
                        <a:pt x="100203" y="110490"/>
                        <a:pt x="100965" y="109728"/>
                        <a:pt x="100965" y="108966"/>
                      </a:cubicBezTo>
                      <a:cubicBezTo>
                        <a:pt x="100965" y="108680"/>
                        <a:pt x="100965" y="108395"/>
                        <a:pt x="100775" y="108013"/>
                      </a:cubicBezTo>
                      <a:cubicBezTo>
                        <a:pt x="101632" y="108395"/>
                        <a:pt x="102870" y="108490"/>
                        <a:pt x="104394" y="108204"/>
                      </a:cubicBezTo>
                      <a:cubicBezTo>
                        <a:pt x="106490" y="107633"/>
                        <a:pt x="107633" y="107442"/>
                        <a:pt x="108014" y="107442"/>
                      </a:cubicBezTo>
                      <a:lnTo>
                        <a:pt x="110109" y="104680"/>
                      </a:lnTo>
                      <a:cubicBezTo>
                        <a:pt x="109823" y="104204"/>
                        <a:pt x="109633" y="103918"/>
                        <a:pt x="109347" y="103918"/>
                      </a:cubicBezTo>
                      <a:cubicBezTo>
                        <a:pt x="109061" y="103918"/>
                        <a:pt x="108490" y="104299"/>
                        <a:pt x="107442" y="105251"/>
                      </a:cubicBezTo>
                      <a:lnTo>
                        <a:pt x="104394" y="102203"/>
                      </a:lnTo>
                      <a:lnTo>
                        <a:pt x="103823" y="103156"/>
                      </a:lnTo>
                      <a:cubicBezTo>
                        <a:pt x="104013" y="102679"/>
                        <a:pt x="104013" y="102299"/>
                        <a:pt x="104013" y="102013"/>
                      </a:cubicBezTo>
                      <a:cubicBezTo>
                        <a:pt x="104013" y="101537"/>
                        <a:pt x="103727" y="101251"/>
                        <a:pt x="103251" y="101251"/>
                      </a:cubicBezTo>
                      <a:cubicBezTo>
                        <a:pt x="102965" y="101251"/>
                        <a:pt x="102584" y="101251"/>
                        <a:pt x="102108" y="101441"/>
                      </a:cubicBezTo>
                      <a:lnTo>
                        <a:pt x="100775" y="101441"/>
                      </a:lnTo>
                      <a:cubicBezTo>
                        <a:pt x="99632" y="101441"/>
                        <a:pt x="98870" y="101060"/>
                        <a:pt x="98393" y="100108"/>
                      </a:cubicBezTo>
                      <a:lnTo>
                        <a:pt x="100775" y="99536"/>
                      </a:lnTo>
                      <a:cubicBezTo>
                        <a:pt x="99632" y="97155"/>
                        <a:pt x="98584" y="96107"/>
                        <a:pt x="97631" y="96488"/>
                      </a:cubicBezTo>
                      <a:cubicBezTo>
                        <a:pt x="97346" y="96774"/>
                        <a:pt x="97155" y="97155"/>
                        <a:pt x="96869" y="97822"/>
                      </a:cubicBezTo>
                      <a:cubicBezTo>
                        <a:pt x="96488" y="97346"/>
                        <a:pt x="95060" y="96107"/>
                        <a:pt x="92678" y="94297"/>
                      </a:cubicBezTo>
                      <a:cubicBezTo>
                        <a:pt x="90773" y="92869"/>
                        <a:pt x="89726" y="91535"/>
                        <a:pt x="89726" y="90107"/>
                      </a:cubicBezTo>
                      <a:cubicBezTo>
                        <a:pt x="89726" y="89630"/>
                        <a:pt x="89821" y="89059"/>
                        <a:pt x="90202" y="88392"/>
                      </a:cubicBezTo>
                      <a:lnTo>
                        <a:pt x="88106" y="89916"/>
                      </a:lnTo>
                      <a:cubicBezTo>
                        <a:pt x="88202" y="88202"/>
                        <a:pt x="87440" y="87154"/>
                        <a:pt x="85630" y="86487"/>
                      </a:cubicBezTo>
                      <a:cubicBezTo>
                        <a:pt x="83344" y="85820"/>
                        <a:pt x="82010" y="85249"/>
                        <a:pt x="81629" y="84772"/>
                      </a:cubicBezTo>
                      <a:lnTo>
                        <a:pt x="82201" y="83820"/>
                      </a:lnTo>
                      <a:lnTo>
                        <a:pt x="71057" y="83820"/>
                      </a:lnTo>
                      <a:lnTo>
                        <a:pt x="72009" y="83058"/>
                      </a:lnTo>
                      <a:cubicBezTo>
                        <a:pt x="71247" y="83344"/>
                        <a:pt x="70485" y="83439"/>
                        <a:pt x="69914" y="83439"/>
                      </a:cubicBezTo>
                      <a:cubicBezTo>
                        <a:pt x="68771" y="83439"/>
                        <a:pt x="67533" y="82772"/>
                        <a:pt x="66389" y="81534"/>
                      </a:cubicBezTo>
                      <a:cubicBezTo>
                        <a:pt x="64770" y="79534"/>
                        <a:pt x="63627" y="78200"/>
                        <a:pt x="63151" y="77915"/>
                      </a:cubicBezTo>
                      <a:cubicBezTo>
                        <a:pt x="63818" y="77057"/>
                        <a:pt x="63913" y="76010"/>
                        <a:pt x="63722" y="74867"/>
                      </a:cubicBezTo>
                      <a:cubicBezTo>
                        <a:pt x="63246" y="73533"/>
                        <a:pt x="62960" y="72676"/>
                        <a:pt x="63151" y="72200"/>
                      </a:cubicBezTo>
                      <a:cubicBezTo>
                        <a:pt x="61246" y="71438"/>
                        <a:pt x="59912" y="72390"/>
                        <a:pt x="59246" y="75247"/>
                      </a:cubicBezTo>
                      <a:cubicBezTo>
                        <a:pt x="59531" y="75914"/>
                        <a:pt x="59627" y="76486"/>
                        <a:pt x="59627" y="76962"/>
                      </a:cubicBezTo>
                      <a:cubicBezTo>
                        <a:pt x="59627" y="78486"/>
                        <a:pt x="58484" y="80010"/>
                        <a:pt x="56007" y="81534"/>
                      </a:cubicBezTo>
                      <a:cubicBezTo>
                        <a:pt x="53626" y="83058"/>
                        <a:pt x="52483" y="84487"/>
                        <a:pt x="52483" y="85725"/>
                      </a:cubicBezTo>
                      <a:cubicBezTo>
                        <a:pt x="51721" y="83725"/>
                        <a:pt x="50768" y="82296"/>
                        <a:pt x="49625" y="81534"/>
                      </a:cubicBezTo>
                      <a:cubicBezTo>
                        <a:pt x="47339" y="81629"/>
                        <a:pt x="45529" y="82677"/>
                        <a:pt x="44482" y="84582"/>
                      </a:cubicBezTo>
                      <a:cubicBezTo>
                        <a:pt x="43053" y="87059"/>
                        <a:pt x="41815" y="88487"/>
                        <a:pt x="40767" y="89059"/>
                      </a:cubicBezTo>
                      <a:cubicBezTo>
                        <a:pt x="40862" y="89726"/>
                        <a:pt x="41243" y="90011"/>
                        <a:pt x="41910" y="90011"/>
                      </a:cubicBezTo>
                      <a:lnTo>
                        <a:pt x="43434" y="90011"/>
                      </a:lnTo>
                      <a:lnTo>
                        <a:pt x="44387" y="101727"/>
                      </a:lnTo>
                      <a:lnTo>
                        <a:pt x="39148" y="100203"/>
                      </a:lnTo>
                      <a:cubicBezTo>
                        <a:pt x="39148" y="100870"/>
                        <a:pt x="38862" y="101441"/>
                        <a:pt x="38386" y="101918"/>
                      </a:cubicBezTo>
                      <a:cubicBezTo>
                        <a:pt x="37529" y="102679"/>
                        <a:pt x="37052" y="103156"/>
                        <a:pt x="37052" y="103251"/>
                      </a:cubicBezTo>
                      <a:lnTo>
                        <a:pt x="38958" y="105156"/>
                      </a:lnTo>
                      <a:cubicBezTo>
                        <a:pt x="38481" y="104870"/>
                        <a:pt x="38005" y="104966"/>
                        <a:pt x="37624" y="105346"/>
                      </a:cubicBezTo>
                      <a:cubicBezTo>
                        <a:pt x="37243" y="105251"/>
                        <a:pt x="36004" y="104394"/>
                        <a:pt x="34004" y="103061"/>
                      </a:cubicBezTo>
                      <a:cubicBezTo>
                        <a:pt x="32480" y="102203"/>
                        <a:pt x="31052" y="101727"/>
                        <a:pt x="29623" y="101727"/>
                      </a:cubicBezTo>
                      <a:cubicBezTo>
                        <a:pt x="29337" y="102013"/>
                        <a:pt x="29242" y="102203"/>
                        <a:pt x="29242" y="102489"/>
                      </a:cubicBezTo>
                      <a:cubicBezTo>
                        <a:pt x="29242" y="102870"/>
                        <a:pt x="29623" y="103442"/>
                        <a:pt x="30480" y="104108"/>
                      </a:cubicBezTo>
                      <a:cubicBezTo>
                        <a:pt x="31337" y="104870"/>
                        <a:pt x="31718" y="105346"/>
                        <a:pt x="31718" y="105537"/>
                      </a:cubicBezTo>
                      <a:cubicBezTo>
                        <a:pt x="31718" y="106013"/>
                        <a:pt x="31242" y="106490"/>
                        <a:pt x="30194" y="106871"/>
                      </a:cubicBezTo>
                      <a:cubicBezTo>
                        <a:pt x="30385" y="107347"/>
                        <a:pt x="30956" y="107633"/>
                        <a:pt x="31718" y="107633"/>
                      </a:cubicBezTo>
                      <a:lnTo>
                        <a:pt x="33242" y="107442"/>
                      </a:lnTo>
                      <a:lnTo>
                        <a:pt x="34766" y="105918"/>
                      </a:lnTo>
                      <a:lnTo>
                        <a:pt x="36671" y="108204"/>
                      </a:lnTo>
                      <a:cubicBezTo>
                        <a:pt x="36671" y="108204"/>
                        <a:pt x="36100" y="107537"/>
                        <a:pt x="36100" y="107442"/>
                      </a:cubicBezTo>
                      <a:lnTo>
                        <a:pt x="34766" y="108966"/>
                      </a:lnTo>
                      <a:cubicBezTo>
                        <a:pt x="34957" y="109442"/>
                        <a:pt x="35909" y="109728"/>
                        <a:pt x="37624" y="109728"/>
                      </a:cubicBezTo>
                      <a:cubicBezTo>
                        <a:pt x="37624" y="110776"/>
                        <a:pt x="37910" y="111633"/>
                        <a:pt x="38386" y="112300"/>
                      </a:cubicBezTo>
                      <a:cubicBezTo>
                        <a:pt x="38862" y="112967"/>
                        <a:pt x="39148" y="113538"/>
                        <a:pt x="39148" y="114014"/>
                      </a:cubicBezTo>
                      <a:cubicBezTo>
                        <a:pt x="39148" y="114491"/>
                        <a:pt x="38958" y="115157"/>
                        <a:pt x="38576" y="115919"/>
                      </a:cubicBezTo>
                      <a:cubicBezTo>
                        <a:pt x="38576" y="116205"/>
                        <a:pt x="38671" y="116396"/>
                        <a:pt x="38958" y="116491"/>
                      </a:cubicBezTo>
                      <a:cubicBezTo>
                        <a:pt x="39053" y="116491"/>
                        <a:pt x="39434" y="116300"/>
                        <a:pt x="40100" y="115919"/>
                      </a:cubicBezTo>
                      <a:cubicBezTo>
                        <a:pt x="40577" y="115634"/>
                        <a:pt x="40862" y="115729"/>
                        <a:pt x="40862" y="116110"/>
                      </a:cubicBezTo>
                      <a:cubicBezTo>
                        <a:pt x="40862" y="116396"/>
                        <a:pt x="40862" y="116681"/>
                        <a:pt x="40672" y="117062"/>
                      </a:cubicBezTo>
                      <a:lnTo>
                        <a:pt x="43339" y="116491"/>
                      </a:lnTo>
                      <a:cubicBezTo>
                        <a:pt x="43434" y="118015"/>
                        <a:pt x="43625" y="119634"/>
                        <a:pt x="43720" y="121063"/>
                      </a:cubicBezTo>
                      <a:cubicBezTo>
                        <a:pt x="44101" y="122968"/>
                        <a:pt x="44958" y="124111"/>
                        <a:pt x="46387" y="124587"/>
                      </a:cubicBezTo>
                      <a:lnTo>
                        <a:pt x="44863" y="126111"/>
                      </a:lnTo>
                      <a:cubicBezTo>
                        <a:pt x="44387" y="126111"/>
                        <a:pt x="45815" y="125921"/>
                        <a:pt x="49149" y="125730"/>
                      </a:cubicBezTo>
                      <a:cubicBezTo>
                        <a:pt x="50959" y="125540"/>
                        <a:pt x="52388" y="126016"/>
                        <a:pt x="53435" y="127063"/>
                      </a:cubicBezTo>
                      <a:lnTo>
                        <a:pt x="54578" y="124016"/>
                      </a:lnTo>
                      <a:cubicBezTo>
                        <a:pt x="55436" y="124016"/>
                        <a:pt x="56102" y="124587"/>
                        <a:pt x="56483" y="125730"/>
                      </a:cubicBezTo>
                      <a:cubicBezTo>
                        <a:pt x="56864" y="126873"/>
                        <a:pt x="57341" y="127445"/>
                        <a:pt x="57912" y="127445"/>
                      </a:cubicBezTo>
                      <a:cubicBezTo>
                        <a:pt x="58293" y="127445"/>
                        <a:pt x="58769" y="127349"/>
                        <a:pt x="59246" y="127063"/>
                      </a:cubicBezTo>
                      <a:cubicBezTo>
                        <a:pt x="59817" y="127540"/>
                        <a:pt x="60008" y="128016"/>
                        <a:pt x="60008" y="128397"/>
                      </a:cubicBezTo>
                      <a:cubicBezTo>
                        <a:pt x="60008" y="128778"/>
                        <a:pt x="59722" y="129159"/>
                        <a:pt x="59055" y="129540"/>
                      </a:cubicBezTo>
                      <a:cubicBezTo>
                        <a:pt x="58388" y="129921"/>
                        <a:pt x="58103" y="130302"/>
                        <a:pt x="58103" y="130683"/>
                      </a:cubicBezTo>
                      <a:cubicBezTo>
                        <a:pt x="58103" y="130874"/>
                        <a:pt x="58103" y="131064"/>
                        <a:pt x="58293" y="131254"/>
                      </a:cubicBezTo>
                      <a:lnTo>
                        <a:pt x="59912" y="131254"/>
                      </a:lnTo>
                      <a:cubicBezTo>
                        <a:pt x="60008" y="132017"/>
                        <a:pt x="59912" y="133541"/>
                        <a:pt x="59817" y="135636"/>
                      </a:cubicBezTo>
                      <a:cubicBezTo>
                        <a:pt x="59627" y="137827"/>
                        <a:pt x="59627" y="139255"/>
                        <a:pt x="59912" y="140018"/>
                      </a:cubicBezTo>
                      <a:cubicBezTo>
                        <a:pt x="60103" y="141256"/>
                        <a:pt x="60865" y="141922"/>
                        <a:pt x="62198" y="141732"/>
                      </a:cubicBezTo>
                      <a:lnTo>
                        <a:pt x="58388" y="144399"/>
                      </a:lnTo>
                      <a:lnTo>
                        <a:pt x="60008" y="145923"/>
                      </a:lnTo>
                      <a:cubicBezTo>
                        <a:pt x="60008" y="145923"/>
                        <a:pt x="59627" y="146399"/>
                        <a:pt x="59150" y="146876"/>
                      </a:cubicBezTo>
                      <a:cubicBezTo>
                        <a:pt x="58579" y="147352"/>
                        <a:pt x="58388" y="147733"/>
                        <a:pt x="58484" y="148019"/>
                      </a:cubicBezTo>
                      <a:lnTo>
                        <a:pt x="55817" y="154877"/>
                      </a:lnTo>
                      <a:cubicBezTo>
                        <a:pt x="51816" y="153829"/>
                        <a:pt x="46196" y="153829"/>
                        <a:pt x="38862" y="154877"/>
                      </a:cubicBezTo>
                      <a:lnTo>
                        <a:pt x="37338" y="152781"/>
                      </a:lnTo>
                      <a:cubicBezTo>
                        <a:pt x="35433" y="153924"/>
                        <a:pt x="33623" y="153638"/>
                        <a:pt x="31909" y="151829"/>
                      </a:cubicBezTo>
                      <a:lnTo>
                        <a:pt x="30385" y="154877"/>
                      </a:lnTo>
                      <a:cubicBezTo>
                        <a:pt x="29337" y="154496"/>
                        <a:pt x="28289" y="154305"/>
                        <a:pt x="27146" y="154305"/>
                      </a:cubicBezTo>
                      <a:cubicBezTo>
                        <a:pt x="26670" y="154305"/>
                        <a:pt x="25813" y="154305"/>
                        <a:pt x="24765" y="154496"/>
                      </a:cubicBezTo>
                      <a:cubicBezTo>
                        <a:pt x="23622" y="154591"/>
                        <a:pt x="22860" y="154686"/>
                        <a:pt x="22384" y="154686"/>
                      </a:cubicBezTo>
                      <a:cubicBezTo>
                        <a:pt x="20669" y="154686"/>
                        <a:pt x="19145" y="154115"/>
                        <a:pt x="17717" y="152781"/>
                      </a:cubicBezTo>
                      <a:lnTo>
                        <a:pt x="19241" y="151257"/>
                      </a:lnTo>
                      <a:cubicBezTo>
                        <a:pt x="18669" y="150686"/>
                        <a:pt x="18002" y="150495"/>
                        <a:pt x="17145" y="150495"/>
                      </a:cubicBezTo>
                      <a:lnTo>
                        <a:pt x="15050" y="150495"/>
                      </a:lnTo>
                      <a:cubicBezTo>
                        <a:pt x="14288" y="150400"/>
                        <a:pt x="13811" y="149828"/>
                        <a:pt x="13526" y="148971"/>
                      </a:cubicBezTo>
                      <a:lnTo>
                        <a:pt x="13526" y="144399"/>
                      </a:lnTo>
                      <a:cubicBezTo>
                        <a:pt x="13430" y="142589"/>
                        <a:pt x="13907" y="141256"/>
                        <a:pt x="15050" y="140113"/>
                      </a:cubicBezTo>
                      <a:lnTo>
                        <a:pt x="12002" y="137827"/>
                      </a:lnTo>
                      <a:lnTo>
                        <a:pt x="14097" y="134207"/>
                      </a:lnTo>
                      <a:cubicBezTo>
                        <a:pt x="14097" y="125254"/>
                        <a:pt x="14383" y="111633"/>
                        <a:pt x="15050" y="93440"/>
                      </a:cubicBezTo>
                      <a:lnTo>
                        <a:pt x="13526" y="92488"/>
                      </a:lnTo>
                      <a:cubicBezTo>
                        <a:pt x="13430" y="88392"/>
                        <a:pt x="13335" y="83725"/>
                        <a:pt x="13335" y="78581"/>
                      </a:cubicBezTo>
                      <a:cubicBezTo>
                        <a:pt x="13335" y="72390"/>
                        <a:pt x="13526" y="62675"/>
                        <a:pt x="13811" y="49244"/>
                      </a:cubicBezTo>
                      <a:cubicBezTo>
                        <a:pt x="14192" y="35814"/>
                        <a:pt x="14288" y="25718"/>
                        <a:pt x="14288" y="18955"/>
                      </a:cubicBezTo>
                      <a:cubicBezTo>
                        <a:pt x="14288" y="13716"/>
                        <a:pt x="14288" y="8858"/>
                        <a:pt x="14097" y="4382"/>
                      </a:cubicBezTo>
                      <a:cubicBezTo>
                        <a:pt x="18098" y="1429"/>
                        <a:pt x="23527" y="0"/>
                        <a:pt x="30480" y="0"/>
                      </a:cubicBezTo>
                      <a:cubicBezTo>
                        <a:pt x="32766" y="0"/>
                        <a:pt x="36290" y="95"/>
                        <a:pt x="40862" y="286"/>
                      </a:cubicBezTo>
                      <a:cubicBezTo>
                        <a:pt x="45529" y="476"/>
                        <a:pt x="48863" y="571"/>
                        <a:pt x="50864" y="571"/>
                      </a:cubicBezTo>
                      <a:lnTo>
                        <a:pt x="56483" y="571"/>
                      </a:lnTo>
                      <a:cubicBezTo>
                        <a:pt x="58960" y="4001"/>
                        <a:pt x="60198" y="8477"/>
                        <a:pt x="60198" y="13907"/>
                      </a:cubicBezTo>
                      <a:cubicBezTo>
                        <a:pt x="60198" y="15240"/>
                        <a:pt x="60103" y="17431"/>
                        <a:pt x="59817" y="20669"/>
                      </a:cubicBezTo>
                      <a:cubicBezTo>
                        <a:pt x="59627" y="23908"/>
                        <a:pt x="59531" y="26384"/>
                        <a:pt x="59531" y="28194"/>
                      </a:cubicBezTo>
                      <a:cubicBezTo>
                        <a:pt x="54102" y="32290"/>
                        <a:pt x="49911" y="34290"/>
                        <a:pt x="46863" y="34195"/>
                      </a:cubicBezTo>
                      <a:cubicBezTo>
                        <a:pt x="45339" y="36100"/>
                        <a:pt x="44577" y="39053"/>
                        <a:pt x="44577" y="42863"/>
                      </a:cubicBezTo>
                      <a:cubicBezTo>
                        <a:pt x="44577" y="50006"/>
                        <a:pt x="44768" y="53340"/>
                        <a:pt x="44768" y="52673"/>
                      </a:cubicBezTo>
                      <a:cubicBezTo>
                        <a:pt x="44958" y="52864"/>
                        <a:pt x="49625" y="52959"/>
                        <a:pt x="58579" y="53245"/>
                      </a:cubicBezTo>
                      <a:cubicBezTo>
                        <a:pt x="58388" y="54007"/>
                        <a:pt x="58198" y="54769"/>
                        <a:pt x="58198" y="55531"/>
                      </a:cubicBezTo>
                      <a:cubicBezTo>
                        <a:pt x="58198" y="56864"/>
                        <a:pt x="58579" y="58484"/>
                        <a:pt x="59341" y="60579"/>
                      </a:cubicBezTo>
                      <a:cubicBezTo>
                        <a:pt x="60103" y="62675"/>
                        <a:pt x="60484" y="64199"/>
                        <a:pt x="60484" y="65437"/>
                      </a:cubicBezTo>
                      <a:cubicBezTo>
                        <a:pt x="60484" y="66294"/>
                        <a:pt x="60293" y="67246"/>
                        <a:pt x="60103" y="68104"/>
                      </a:cubicBezTo>
                      <a:lnTo>
                        <a:pt x="57912" y="70390"/>
                      </a:lnTo>
                      <a:cubicBezTo>
                        <a:pt x="58484" y="70866"/>
                        <a:pt x="58960" y="71152"/>
                        <a:pt x="59436" y="71152"/>
                      </a:cubicBezTo>
                      <a:cubicBezTo>
                        <a:pt x="60008" y="71152"/>
                        <a:pt x="60674" y="70866"/>
                        <a:pt x="61722" y="70390"/>
                      </a:cubicBezTo>
                      <a:cubicBezTo>
                        <a:pt x="62675" y="69913"/>
                        <a:pt x="63437" y="69628"/>
                        <a:pt x="63913" y="69628"/>
                      </a:cubicBezTo>
                      <a:cubicBezTo>
                        <a:pt x="62865" y="69056"/>
                        <a:pt x="62389" y="67532"/>
                        <a:pt x="62389" y="65246"/>
                      </a:cubicBezTo>
                      <a:cubicBezTo>
                        <a:pt x="62389" y="63818"/>
                        <a:pt x="62675" y="61722"/>
                        <a:pt x="63151" y="58769"/>
                      </a:cubicBezTo>
                      <a:cubicBezTo>
                        <a:pt x="63627" y="55912"/>
                        <a:pt x="63913" y="54102"/>
                        <a:pt x="63913" y="53340"/>
                      </a:cubicBezTo>
                      <a:lnTo>
                        <a:pt x="78105" y="52769"/>
                      </a:lnTo>
                      <a:lnTo>
                        <a:pt x="85439" y="43148"/>
                      </a:lnTo>
                      <a:cubicBezTo>
                        <a:pt x="81248" y="36386"/>
                        <a:pt x="75533" y="32957"/>
                        <a:pt x="68485" y="32957"/>
                      </a:cubicBezTo>
                      <a:cubicBezTo>
                        <a:pt x="67056" y="32957"/>
                        <a:pt x="65532" y="33052"/>
                        <a:pt x="63913" y="33338"/>
                      </a:cubicBezTo>
                      <a:cubicBezTo>
                        <a:pt x="64103" y="32195"/>
                        <a:pt x="64294" y="30861"/>
                        <a:pt x="64294" y="29337"/>
                      </a:cubicBezTo>
                      <a:cubicBezTo>
                        <a:pt x="64294" y="27813"/>
                        <a:pt x="64103" y="25337"/>
                        <a:pt x="63722" y="21908"/>
                      </a:cubicBezTo>
                      <a:cubicBezTo>
                        <a:pt x="63341" y="18479"/>
                        <a:pt x="63151" y="16002"/>
                        <a:pt x="63151" y="14288"/>
                      </a:cubicBezTo>
                      <a:cubicBezTo>
                        <a:pt x="63151" y="10478"/>
                        <a:pt x="63913" y="7144"/>
                        <a:pt x="65532" y="4477"/>
                      </a:cubicBezTo>
                      <a:lnTo>
                        <a:pt x="64008" y="4477"/>
                      </a:lnTo>
                      <a:cubicBezTo>
                        <a:pt x="64484" y="1715"/>
                        <a:pt x="66485" y="476"/>
                        <a:pt x="69914" y="667"/>
                      </a:cubicBezTo>
                      <a:cubicBezTo>
                        <a:pt x="75248" y="953"/>
                        <a:pt x="77915" y="953"/>
                        <a:pt x="78200" y="857"/>
                      </a:cubicBezTo>
                      <a:cubicBezTo>
                        <a:pt x="79058" y="571"/>
                        <a:pt x="80105" y="857"/>
                        <a:pt x="81153" y="1619"/>
                      </a:cubicBezTo>
                      <a:cubicBezTo>
                        <a:pt x="82296" y="2381"/>
                        <a:pt x="82868" y="2762"/>
                        <a:pt x="82963" y="2762"/>
                      </a:cubicBezTo>
                      <a:cubicBezTo>
                        <a:pt x="83629" y="2762"/>
                        <a:pt x="84106" y="2096"/>
                        <a:pt x="84487" y="667"/>
                      </a:cubicBezTo>
                      <a:cubicBezTo>
                        <a:pt x="86011" y="2477"/>
                        <a:pt x="89059" y="3429"/>
                        <a:pt x="93536" y="3429"/>
                      </a:cubicBezTo>
                      <a:cubicBezTo>
                        <a:pt x="97536" y="3524"/>
                        <a:pt x="99727" y="4667"/>
                        <a:pt x="100298" y="6668"/>
                      </a:cubicBezTo>
                      <a:cubicBezTo>
                        <a:pt x="103632" y="9620"/>
                        <a:pt x="106966" y="12573"/>
                        <a:pt x="110490" y="15621"/>
                      </a:cubicBezTo>
                      <a:cubicBezTo>
                        <a:pt x="114300" y="18955"/>
                        <a:pt x="116586" y="22384"/>
                        <a:pt x="117443" y="25908"/>
                      </a:cubicBezTo>
                      <a:lnTo>
                        <a:pt x="119539" y="25908"/>
                      </a:lnTo>
                      <a:cubicBezTo>
                        <a:pt x="118491" y="34100"/>
                        <a:pt x="118015" y="43625"/>
                        <a:pt x="118015" y="54388"/>
                      </a:cubicBezTo>
                      <a:cubicBezTo>
                        <a:pt x="116110" y="54674"/>
                        <a:pt x="115158" y="55150"/>
                        <a:pt x="115158" y="55912"/>
                      </a:cubicBezTo>
                      <a:cubicBezTo>
                        <a:pt x="115158" y="56007"/>
                        <a:pt x="115253" y="56388"/>
                        <a:pt x="115538" y="56960"/>
                      </a:cubicBezTo>
                      <a:cubicBezTo>
                        <a:pt x="115824" y="57531"/>
                        <a:pt x="115919" y="58007"/>
                        <a:pt x="115919" y="58388"/>
                      </a:cubicBezTo>
                      <a:cubicBezTo>
                        <a:pt x="115919" y="59055"/>
                        <a:pt x="115348" y="59627"/>
                        <a:pt x="114300" y="60293"/>
                      </a:cubicBezTo>
                      <a:lnTo>
                        <a:pt x="114300" y="62389"/>
                      </a:lnTo>
                      <a:cubicBezTo>
                        <a:pt x="113633" y="61817"/>
                        <a:pt x="113157" y="61436"/>
                        <a:pt x="112776" y="61436"/>
                      </a:cubicBezTo>
                      <a:cubicBezTo>
                        <a:pt x="111538" y="62675"/>
                        <a:pt x="110871" y="63913"/>
                        <a:pt x="110871" y="65056"/>
                      </a:cubicBezTo>
                      <a:cubicBezTo>
                        <a:pt x="110871" y="66294"/>
                        <a:pt x="112300" y="68009"/>
                        <a:pt x="115158" y="69913"/>
                      </a:cubicBezTo>
                      <a:cubicBezTo>
                        <a:pt x="118015" y="71914"/>
                        <a:pt x="119729" y="73628"/>
                        <a:pt x="120110" y="75057"/>
                      </a:cubicBezTo>
                      <a:lnTo>
                        <a:pt x="121063" y="74104"/>
                      </a:lnTo>
                      <a:close/>
                      <a:moveTo>
                        <a:pt x="16859" y="107537"/>
                      </a:moveTo>
                      <a:lnTo>
                        <a:pt x="18383" y="106013"/>
                      </a:lnTo>
                      <a:lnTo>
                        <a:pt x="14669" y="106966"/>
                      </a:lnTo>
                      <a:lnTo>
                        <a:pt x="16764" y="107537"/>
                      </a:lnTo>
                      <a:close/>
                      <a:moveTo>
                        <a:pt x="18383" y="86963"/>
                      </a:moveTo>
                      <a:lnTo>
                        <a:pt x="22765" y="90011"/>
                      </a:lnTo>
                      <a:lnTo>
                        <a:pt x="22765" y="87535"/>
                      </a:lnTo>
                      <a:lnTo>
                        <a:pt x="22193" y="88487"/>
                      </a:lnTo>
                      <a:cubicBezTo>
                        <a:pt x="21336" y="88487"/>
                        <a:pt x="20765" y="88106"/>
                        <a:pt x="20479" y="87344"/>
                      </a:cubicBezTo>
                      <a:cubicBezTo>
                        <a:pt x="20193" y="86582"/>
                        <a:pt x="20003" y="86201"/>
                        <a:pt x="19717" y="86201"/>
                      </a:cubicBezTo>
                      <a:cubicBezTo>
                        <a:pt x="19431" y="86201"/>
                        <a:pt x="19050" y="86487"/>
                        <a:pt x="18383" y="86963"/>
                      </a:cubicBezTo>
                      <a:close/>
                      <a:moveTo>
                        <a:pt x="18955" y="119729"/>
                      </a:moveTo>
                      <a:cubicBezTo>
                        <a:pt x="18955" y="119729"/>
                        <a:pt x="20384" y="119348"/>
                        <a:pt x="22193" y="118205"/>
                      </a:cubicBezTo>
                      <a:cubicBezTo>
                        <a:pt x="21812" y="118110"/>
                        <a:pt x="21527" y="118015"/>
                        <a:pt x="21241" y="118015"/>
                      </a:cubicBezTo>
                      <a:cubicBezTo>
                        <a:pt x="21050" y="118015"/>
                        <a:pt x="20765" y="118301"/>
                        <a:pt x="20479" y="118967"/>
                      </a:cubicBezTo>
                      <a:cubicBezTo>
                        <a:pt x="20193" y="119634"/>
                        <a:pt x="19717" y="119920"/>
                        <a:pt x="18955" y="119729"/>
                      </a:cubicBezTo>
                      <a:close/>
                      <a:moveTo>
                        <a:pt x="27432" y="134493"/>
                      </a:moveTo>
                      <a:lnTo>
                        <a:pt x="27432" y="132017"/>
                      </a:lnTo>
                      <a:cubicBezTo>
                        <a:pt x="26194" y="132112"/>
                        <a:pt x="24765" y="133445"/>
                        <a:pt x="23241" y="135827"/>
                      </a:cubicBezTo>
                      <a:lnTo>
                        <a:pt x="22289" y="137351"/>
                      </a:lnTo>
                      <a:cubicBezTo>
                        <a:pt x="22289" y="137351"/>
                        <a:pt x="22860" y="136493"/>
                        <a:pt x="23241" y="135827"/>
                      </a:cubicBezTo>
                      <a:lnTo>
                        <a:pt x="24956" y="133541"/>
                      </a:lnTo>
                      <a:cubicBezTo>
                        <a:pt x="25337" y="134207"/>
                        <a:pt x="26194" y="134493"/>
                        <a:pt x="27432" y="134493"/>
                      </a:cubicBezTo>
                      <a:close/>
                      <a:moveTo>
                        <a:pt x="33909" y="144685"/>
                      </a:moveTo>
                      <a:lnTo>
                        <a:pt x="31052" y="146209"/>
                      </a:lnTo>
                      <a:lnTo>
                        <a:pt x="33147" y="146209"/>
                      </a:lnTo>
                      <a:lnTo>
                        <a:pt x="33909" y="144685"/>
                      </a:lnTo>
                      <a:close/>
                      <a:moveTo>
                        <a:pt x="33909" y="118682"/>
                      </a:moveTo>
                      <a:cubicBezTo>
                        <a:pt x="33909" y="118682"/>
                        <a:pt x="33719" y="119348"/>
                        <a:pt x="33719" y="119634"/>
                      </a:cubicBezTo>
                      <a:cubicBezTo>
                        <a:pt x="33719" y="120015"/>
                        <a:pt x="34481" y="120205"/>
                        <a:pt x="36004" y="120205"/>
                      </a:cubicBezTo>
                      <a:lnTo>
                        <a:pt x="33909" y="118682"/>
                      </a:lnTo>
                      <a:close/>
                      <a:moveTo>
                        <a:pt x="36576" y="108299"/>
                      </a:moveTo>
                      <a:cubicBezTo>
                        <a:pt x="37148" y="108395"/>
                        <a:pt x="37243" y="108490"/>
                        <a:pt x="36957" y="108490"/>
                      </a:cubicBezTo>
                      <a:lnTo>
                        <a:pt x="36576" y="108299"/>
                      </a:lnTo>
                      <a:close/>
                      <a:moveTo>
                        <a:pt x="39053" y="105442"/>
                      </a:moveTo>
                      <a:lnTo>
                        <a:pt x="38862" y="105251"/>
                      </a:lnTo>
                      <a:cubicBezTo>
                        <a:pt x="38862" y="105251"/>
                        <a:pt x="39053" y="105251"/>
                        <a:pt x="39053" y="105442"/>
                      </a:cubicBezTo>
                      <a:close/>
                      <a:moveTo>
                        <a:pt x="40577" y="106013"/>
                      </a:moveTo>
                      <a:lnTo>
                        <a:pt x="40767" y="106966"/>
                      </a:lnTo>
                      <a:cubicBezTo>
                        <a:pt x="40767" y="106966"/>
                        <a:pt x="40386" y="106775"/>
                        <a:pt x="40005" y="106299"/>
                      </a:cubicBezTo>
                      <a:cubicBezTo>
                        <a:pt x="39624" y="105823"/>
                        <a:pt x="39338" y="105537"/>
                        <a:pt x="39053" y="105442"/>
                      </a:cubicBezTo>
                      <a:lnTo>
                        <a:pt x="40577" y="103346"/>
                      </a:lnTo>
                      <a:cubicBezTo>
                        <a:pt x="40862" y="104108"/>
                        <a:pt x="41148" y="104489"/>
                        <a:pt x="41529" y="104489"/>
                      </a:cubicBezTo>
                      <a:cubicBezTo>
                        <a:pt x="41624" y="104489"/>
                        <a:pt x="41815" y="104489"/>
                        <a:pt x="42101" y="104299"/>
                      </a:cubicBezTo>
                      <a:cubicBezTo>
                        <a:pt x="42386" y="104204"/>
                        <a:pt x="42577" y="104108"/>
                        <a:pt x="42672" y="104108"/>
                      </a:cubicBezTo>
                      <a:cubicBezTo>
                        <a:pt x="43053" y="104108"/>
                        <a:pt x="43244" y="104489"/>
                        <a:pt x="43244" y="105442"/>
                      </a:cubicBezTo>
                      <a:lnTo>
                        <a:pt x="39624" y="105442"/>
                      </a:lnTo>
                      <a:lnTo>
                        <a:pt x="40577" y="106013"/>
                      </a:lnTo>
                      <a:close/>
                      <a:moveTo>
                        <a:pt x="42672" y="114491"/>
                      </a:moveTo>
                      <a:lnTo>
                        <a:pt x="43244" y="112204"/>
                      </a:lnTo>
                      <a:cubicBezTo>
                        <a:pt x="43910" y="112490"/>
                        <a:pt x="44196" y="113252"/>
                        <a:pt x="44196" y="114491"/>
                      </a:cubicBezTo>
                      <a:lnTo>
                        <a:pt x="42672" y="114491"/>
                      </a:lnTo>
                      <a:close/>
                      <a:moveTo>
                        <a:pt x="52292" y="85820"/>
                      </a:moveTo>
                      <a:cubicBezTo>
                        <a:pt x="52292" y="85820"/>
                        <a:pt x="52388" y="86296"/>
                        <a:pt x="52292" y="86392"/>
                      </a:cubicBezTo>
                      <a:lnTo>
                        <a:pt x="52292" y="85820"/>
                      </a:lnTo>
                      <a:close/>
                      <a:moveTo>
                        <a:pt x="59055" y="88583"/>
                      </a:moveTo>
                      <a:lnTo>
                        <a:pt x="56007" y="87059"/>
                      </a:lnTo>
                      <a:lnTo>
                        <a:pt x="59055" y="87630"/>
                      </a:lnTo>
                      <a:lnTo>
                        <a:pt x="59055" y="88583"/>
                      </a:lnTo>
                      <a:close/>
                      <a:moveTo>
                        <a:pt x="58103" y="81629"/>
                      </a:moveTo>
                      <a:lnTo>
                        <a:pt x="59722" y="86392"/>
                      </a:lnTo>
                      <a:cubicBezTo>
                        <a:pt x="58293" y="85630"/>
                        <a:pt x="57531" y="84582"/>
                        <a:pt x="57531" y="83153"/>
                      </a:cubicBezTo>
                      <a:cubicBezTo>
                        <a:pt x="57531" y="82487"/>
                        <a:pt x="57721" y="82010"/>
                        <a:pt x="58103" y="81629"/>
                      </a:cubicBezTo>
                      <a:close/>
                      <a:moveTo>
                        <a:pt x="64484" y="110680"/>
                      </a:moveTo>
                      <a:lnTo>
                        <a:pt x="66580" y="111443"/>
                      </a:lnTo>
                      <a:lnTo>
                        <a:pt x="64484" y="112204"/>
                      </a:lnTo>
                      <a:lnTo>
                        <a:pt x="64484" y="110680"/>
                      </a:lnTo>
                      <a:close/>
                      <a:moveTo>
                        <a:pt x="70771" y="144685"/>
                      </a:moveTo>
                      <a:lnTo>
                        <a:pt x="72295" y="138875"/>
                      </a:lnTo>
                      <a:cubicBezTo>
                        <a:pt x="70771" y="140208"/>
                        <a:pt x="70009" y="141446"/>
                        <a:pt x="70009" y="142685"/>
                      </a:cubicBezTo>
                      <a:cubicBezTo>
                        <a:pt x="70009" y="143351"/>
                        <a:pt x="70295" y="143923"/>
                        <a:pt x="70771" y="144590"/>
                      </a:cubicBezTo>
                      <a:close/>
                      <a:moveTo>
                        <a:pt x="75438" y="179737"/>
                      </a:moveTo>
                      <a:lnTo>
                        <a:pt x="74676" y="177451"/>
                      </a:lnTo>
                      <a:lnTo>
                        <a:pt x="76771" y="177451"/>
                      </a:lnTo>
                      <a:lnTo>
                        <a:pt x="76771" y="179165"/>
                      </a:lnTo>
                      <a:cubicBezTo>
                        <a:pt x="76771" y="179165"/>
                        <a:pt x="76010" y="179165"/>
                        <a:pt x="75438" y="179737"/>
                      </a:cubicBezTo>
                      <a:close/>
                      <a:moveTo>
                        <a:pt x="81439" y="147828"/>
                      </a:moveTo>
                      <a:lnTo>
                        <a:pt x="81439" y="146304"/>
                      </a:lnTo>
                      <a:cubicBezTo>
                        <a:pt x="80201" y="146304"/>
                        <a:pt x="79439" y="146495"/>
                        <a:pt x="79343" y="146876"/>
                      </a:cubicBezTo>
                      <a:lnTo>
                        <a:pt x="81439" y="147828"/>
                      </a:lnTo>
                      <a:close/>
                      <a:moveTo>
                        <a:pt x="91631" y="141065"/>
                      </a:moveTo>
                      <a:cubicBezTo>
                        <a:pt x="91631" y="141065"/>
                        <a:pt x="92202" y="140684"/>
                        <a:pt x="92583" y="140208"/>
                      </a:cubicBezTo>
                      <a:cubicBezTo>
                        <a:pt x="92964" y="139732"/>
                        <a:pt x="93345" y="139541"/>
                        <a:pt x="93726" y="139541"/>
                      </a:cubicBezTo>
                      <a:lnTo>
                        <a:pt x="90107" y="138970"/>
                      </a:lnTo>
                      <a:lnTo>
                        <a:pt x="91631" y="141065"/>
                      </a:lnTo>
                      <a:close/>
                      <a:moveTo>
                        <a:pt x="93154" y="129350"/>
                      </a:moveTo>
                      <a:cubicBezTo>
                        <a:pt x="94679" y="127826"/>
                        <a:pt x="95726" y="127063"/>
                        <a:pt x="96203" y="127254"/>
                      </a:cubicBezTo>
                      <a:lnTo>
                        <a:pt x="95250" y="126302"/>
                      </a:lnTo>
                      <a:lnTo>
                        <a:pt x="93154" y="129350"/>
                      </a:lnTo>
                      <a:close/>
                      <a:moveTo>
                        <a:pt x="95250" y="86963"/>
                      </a:moveTo>
                      <a:lnTo>
                        <a:pt x="98298" y="86963"/>
                      </a:lnTo>
                      <a:lnTo>
                        <a:pt x="96774" y="83915"/>
                      </a:lnTo>
                      <a:cubicBezTo>
                        <a:pt x="97441" y="85439"/>
                        <a:pt x="96774" y="86487"/>
                        <a:pt x="95250" y="86963"/>
                      </a:cubicBezTo>
                      <a:lnTo>
                        <a:pt x="93726" y="86963"/>
                      </a:lnTo>
                      <a:cubicBezTo>
                        <a:pt x="94393" y="87249"/>
                        <a:pt x="94869" y="87249"/>
                        <a:pt x="95250" y="86963"/>
                      </a:cubicBezTo>
                      <a:close/>
                      <a:moveTo>
                        <a:pt x="98298" y="109823"/>
                      </a:moveTo>
                      <a:cubicBezTo>
                        <a:pt x="97536" y="110204"/>
                        <a:pt x="96965" y="110014"/>
                        <a:pt x="96488" y="109252"/>
                      </a:cubicBezTo>
                      <a:cubicBezTo>
                        <a:pt x="96012" y="108490"/>
                        <a:pt x="95917" y="107728"/>
                        <a:pt x="96108" y="106966"/>
                      </a:cubicBezTo>
                      <a:lnTo>
                        <a:pt x="98203" y="109823"/>
                      </a:lnTo>
                      <a:close/>
                      <a:moveTo>
                        <a:pt x="101156" y="106966"/>
                      </a:moveTo>
                      <a:cubicBezTo>
                        <a:pt x="101156" y="106966"/>
                        <a:pt x="100489" y="106966"/>
                        <a:pt x="100203" y="107347"/>
                      </a:cubicBezTo>
                      <a:cubicBezTo>
                        <a:pt x="99632" y="106871"/>
                        <a:pt x="99251" y="106394"/>
                        <a:pt x="99060" y="106013"/>
                      </a:cubicBezTo>
                      <a:lnTo>
                        <a:pt x="99822" y="105442"/>
                      </a:lnTo>
                      <a:lnTo>
                        <a:pt x="96108" y="104870"/>
                      </a:lnTo>
                      <a:lnTo>
                        <a:pt x="101156" y="105442"/>
                      </a:lnTo>
                      <a:lnTo>
                        <a:pt x="101156" y="106966"/>
                      </a:lnTo>
                      <a:close/>
                      <a:moveTo>
                        <a:pt x="96774" y="101727"/>
                      </a:moveTo>
                      <a:lnTo>
                        <a:pt x="96774" y="97917"/>
                      </a:lnTo>
                      <a:cubicBezTo>
                        <a:pt x="97727" y="98965"/>
                        <a:pt x="97727" y="100203"/>
                        <a:pt x="96774" y="101727"/>
                      </a:cubicBezTo>
                      <a:close/>
                      <a:moveTo>
                        <a:pt x="99917" y="92678"/>
                      </a:moveTo>
                      <a:lnTo>
                        <a:pt x="99917" y="91154"/>
                      </a:lnTo>
                      <a:lnTo>
                        <a:pt x="97536" y="93631"/>
                      </a:lnTo>
                      <a:lnTo>
                        <a:pt x="99917" y="92678"/>
                      </a:lnTo>
                      <a:close/>
                      <a:moveTo>
                        <a:pt x="99917" y="107537"/>
                      </a:moveTo>
                      <a:cubicBezTo>
                        <a:pt x="99917" y="107537"/>
                        <a:pt x="100108" y="107537"/>
                        <a:pt x="100108" y="107347"/>
                      </a:cubicBezTo>
                      <a:lnTo>
                        <a:pt x="100298" y="107347"/>
                      </a:lnTo>
                      <a:cubicBezTo>
                        <a:pt x="100298" y="107347"/>
                        <a:pt x="100679" y="107823"/>
                        <a:pt x="100679" y="108109"/>
                      </a:cubicBezTo>
                      <a:cubicBezTo>
                        <a:pt x="100298" y="107823"/>
                        <a:pt x="100013" y="107633"/>
                        <a:pt x="99917" y="107537"/>
                      </a:cubicBezTo>
                      <a:close/>
                      <a:moveTo>
                        <a:pt x="99917" y="135827"/>
                      </a:moveTo>
                      <a:cubicBezTo>
                        <a:pt x="101346" y="136874"/>
                        <a:pt x="102108" y="137351"/>
                        <a:pt x="102203" y="137351"/>
                      </a:cubicBezTo>
                      <a:cubicBezTo>
                        <a:pt x="100870" y="136493"/>
                        <a:pt x="100489" y="135350"/>
                        <a:pt x="100870" y="134112"/>
                      </a:cubicBezTo>
                      <a:lnTo>
                        <a:pt x="101251" y="133541"/>
                      </a:lnTo>
                      <a:cubicBezTo>
                        <a:pt x="101251" y="133541"/>
                        <a:pt x="100965" y="134017"/>
                        <a:pt x="100870" y="134112"/>
                      </a:cubicBezTo>
                      <a:lnTo>
                        <a:pt x="99917" y="135827"/>
                      </a:lnTo>
                      <a:close/>
                      <a:moveTo>
                        <a:pt x="102775" y="62484"/>
                      </a:moveTo>
                      <a:lnTo>
                        <a:pt x="102775" y="59436"/>
                      </a:lnTo>
                      <a:lnTo>
                        <a:pt x="102203" y="59436"/>
                      </a:lnTo>
                      <a:lnTo>
                        <a:pt x="102203" y="62484"/>
                      </a:lnTo>
                      <a:lnTo>
                        <a:pt x="102775" y="62484"/>
                      </a:lnTo>
                      <a:close/>
                      <a:moveTo>
                        <a:pt x="107347" y="112109"/>
                      </a:moveTo>
                      <a:lnTo>
                        <a:pt x="107918" y="109823"/>
                      </a:lnTo>
                      <a:cubicBezTo>
                        <a:pt x="107823" y="110300"/>
                        <a:pt x="107061" y="110585"/>
                        <a:pt x="105823" y="110585"/>
                      </a:cubicBezTo>
                      <a:lnTo>
                        <a:pt x="104870" y="109061"/>
                      </a:lnTo>
                      <a:lnTo>
                        <a:pt x="102203" y="112871"/>
                      </a:lnTo>
                      <a:lnTo>
                        <a:pt x="103537" y="112871"/>
                      </a:lnTo>
                      <a:cubicBezTo>
                        <a:pt x="103537" y="112871"/>
                        <a:pt x="103156" y="112490"/>
                        <a:pt x="102775" y="112109"/>
                      </a:cubicBezTo>
                      <a:cubicBezTo>
                        <a:pt x="103156" y="111252"/>
                        <a:pt x="103632" y="110776"/>
                        <a:pt x="104299" y="110776"/>
                      </a:cubicBezTo>
                      <a:cubicBezTo>
                        <a:pt x="103918" y="110776"/>
                        <a:pt x="104966" y="111252"/>
                        <a:pt x="107347" y="112109"/>
                      </a:cubicBezTo>
                      <a:close/>
                      <a:moveTo>
                        <a:pt x="103727" y="134969"/>
                      </a:moveTo>
                      <a:lnTo>
                        <a:pt x="107918" y="136493"/>
                      </a:lnTo>
                      <a:lnTo>
                        <a:pt x="106394" y="134969"/>
                      </a:lnTo>
                      <a:lnTo>
                        <a:pt x="103727" y="134969"/>
                      </a:lnTo>
                      <a:close/>
                      <a:moveTo>
                        <a:pt x="110109" y="122492"/>
                      </a:moveTo>
                      <a:lnTo>
                        <a:pt x="110109" y="120205"/>
                      </a:lnTo>
                      <a:lnTo>
                        <a:pt x="108585" y="123254"/>
                      </a:lnTo>
                      <a:cubicBezTo>
                        <a:pt x="109252" y="122777"/>
                        <a:pt x="109728" y="122492"/>
                        <a:pt x="110109" y="122492"/>
                      </a:cubicBezTo>
                      <a:close/>
                      <a:moveTo>
                        <a:pt x="122777" y="142494"/>
                      </a:moveTo>
                      <a:cubicBezTo>
                        <a:pt x="122682" y="143637"/>
                        <a:pt x="122777" y="145066"/>
                        <a:pt x="123349" y="146685"/>
                      </a:cubicBezTo>
                      <a:lnTo>
                        <a:pt x="122206" y="146685"/>
                      </a:lnTo>
                      <a:cubicBezTo>
                        <a:pt x="122206" y="146685"/>
                        <a:pt x="122111" y="146113"/>
                        <a:pt x="121634" y="145637"/>
                      </a:cubicBezTo>
                      <a:cubicBezTo>
                        <a:pt x="121158" y="145161"/>
                        <a:pt x="120777" y="144875"/>
                        <a:pt x="120682" y="144590"/>
                      </a:cubicBezTo>
                      <a:lnTo>
                        <a:pt x="122777" y="142494"/>
                      </a:lnTo>
                      <a:close/>
                      <a:moveTo>
                        <a:pt x="132398" y="39624"/>
                      </a:moveTo>
                      <a:lnTo>
                        <a:pt x="134493" y="40196"/>
                      </a:lnTo>
                      <a:lnTo>
                        <a:pt x="129635" y="40196"/>
                      </a:lnTo>
                      <a:lnTo>
                        <a:pt x="132302" y="39624"/>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 name="Google Shape;1143;p99"/>
                <p:cNvSpPr/>
                <p:nvPr/>
              </p:nvSpPr>
              <p:spPr>
                <a:xfrm>
                  <a:off x="6529863" y="3775900"/>
                  <a:ext cx="34766" cy="155352"/>
                </a:xfrm>
                <a:custGeom>
                  <a:avLst/>
                  <a:gdLst/>
                  <a:ahLst/>
                  <a:cxnLst/>
                  <a:rect l="l" t="t" r="r" b="b"/>
                  <a:pathLst>
                    <a:path w="34766" h="155352" extrusionOk="0">
                      <a:moveTo>
                        <a:pt x="31718" y="135064"/>
                      </a:moveTo>
                      <a:cubicBezTo>
                        <a:pt x="31814" y="138779"/>
                        <a:pt x="31718" y="141065"/>
                        <a:pt x="31147" y="142018"/>
                      </a:cubicBezTo>
                      <a:cubicBezTo>
                        <a:pt x="32480" y="147256"/>
                        <a:pt x="32195" y="151162"/>
                        <a:pt x="30385" y="153733"/>
                      </a:cubicBezTo>
                      <a:cubicBezTo>
                        <a:pt x="29242" y="154400"/>
                        <a:pt x="27718" y="154686"/>
                        <a:pt x="26003" y="154686"/>
                      </a:cubicBezTo>
                      <a:lnTo>
                        <a:pt x="20384" y="154686"/>
                      </a:lnTo>
                      <a:cubicBezTo>
                        <a:pt x="20384" y="152781"/>
                        <a:pt x="20193" y="151733"/>
                        <a:pt x="19812" y="151543"/>
                      </a:cubicBezTo>
                      <a:cubicBezTo>
                        <a:pt x="19812" y="154114"/>
                        <a:pt x="18860" y="155353"/>
                        <a:pt x="16954" y="155353"/>
                      </a:cubicBezTo>
                      <a:cubicBezTo>
                        <a:pt x="16383" y="155353"/>
                        <a:pt x="15240" y="155162"/>
                        <a:pt x="13716" y="154781"/>
                      </a:cubicBezTo>
                      <a:cubicBezTo>
                        <a:pt x="12192" y="154400"/>
                        <a:pt x="11049" y="154209"/>
                        <a:pt x="10478" y="154209"/>
                      </a:cubicBezTo>
                      <a:cubicBezTo>
                        <a:pt x="9716" y="154209"/>
                        <a:pt x="9144" y="154400"/>
                        <a:pt x="8763" y="154591"/>
                      </a:cubicBezTo>
                      <a:cubicBezTo>
                        <a:pt x="8287" y="154114"/>
                        <a:pt x="7715" y="153829"/>
                        <a:pt x="7239" y="153829"/>
                      </a:cubicBezTo>
                      <a:cubicBezTo>
                        <a:pt x="6858" y="153829"/>
                        <a:pt x="6382" y="153924"/>
                        <a:pt x="5810" y="154114"/>
                      </a:cubicBezTo>
                      <a:cubicBezTo>
                        <a:pt x="5239" y="154305"/>
                        <a:pt x="4858" y="154400"/>
                        <a:pt x="4572" y="154400"/>
                      </a:cubicBezTo>
                      <a:cubicBezTo>
                        <a:pt x="3905" y="154400"/>
                        <a:pt x="3334" y="154114"/>
                        <a:pt x="2858" y="153638"/>
                      </a:cubicBezTo>
                      <a:cubicBezTo>
                        <a:pt x="1524" y="147638"/>
                        <a:pt x="953" y="141256"/>
                        <a:pt x="953" y="134493"/>
                      </a:cubicBezTo>
                      <a:cubicBezTo>
                        <a:pt x="953" y="129159"/>
                        <a:pt x="1619" y="120396"/>
                        <a:pt x="2858" y="108394"/>
                      </a:cubicBezTo>
                      <a:cubicBezTo>
                        <a:pt x="1334" y="99441"/>
                        <a:pt x="1048" y="84677"/>
                        <a:pt x="1905" y="64294"/>
                      </a:cubicBezTo>
                      <a:cubicBezTo>
                        <a:pt x="667" y="63055"/>
                        <a:pt x="0" y="62008"/>
                        <a:pt x="0" y="61246"/>
                      </a:cubicBezTo>
                      <a:cubicBezTo>
                        <a:pt x="0" y="60865"/>
                        <a:pt x="286" y="60293"/>
                        <a:pt x="858" y="59626"/>
                      </a:cubicBezTo>
                      <a:cubicBezTo>
                        <a:pt x="1429" y="58959"/>
                        <a:pt x="1715" y="58198"/>
                        <a:pt x="1715" y="57626"/>
                      </a:cubicBezTo>
                      <a:cubicBezTo>
                        <a:pt x="1715" y="56864"/>
                        <a:pt x="1429" y="55912"/>
                        <a:pt x="762" y="54769"/>
                      </a:cubicBezTo>
                      <a:cubicBezTo>
                        <a:pt x="1524" y="53911"/>
                        <a:pt x="1524" y="51530"/>
                        <a:pt x="762" y="47720"/>
                      </a:cubicBezTo>
                      <a:cubicBezTo>
                        <a:pt x="95" y="44386"/>
                        <a:pt x="1143" y="42481"/>
                        <a:pt x="3620" y="42005"/>
                      </a:cubicBezTo>
                      <a:lnTo>
                        <a:pt x="762" y="37242"/>
                      </a:lnTo>
                      <a:cubicBezTo>
                        <a:pt x="1810" y="36576"/>
                        <a:pt x="2381" y="35528"/>
                        <a:pt x="2381" y="34004"/>
                      </a:cubicBezTo>
                      <a:cubicBezTo>
                        <a:pt x="2381" y="32956"/>
                        <a:pt x="2096" y="31147"/>
                        <a:pt x="1429" y="28670"/>
                      </a:cubicBezTo>
                      <a:cubicBezTo>
                        <a:pt x="762" y="26098"/>
                        <a:pt x="476" y="24193"/>
                        <a:pt x="476" y="22860"/>
                      </a:cubicBezTo>
                      <a:cubicBezTo>
                        <a:pt x="476" y="21050"/>
                        <a:pt x="953" y="19621"/>
                        <a:pt x="2000" y="18478"/>
                      </a:cubicBezTo>
                      <a:cubicBezTo>
                        <a:pt x="1619" y="14097"/>
                        <a:pt x="1429" y="11621"/>
                        <a:pt x="1429" y="10954"/>
                      </a:cubicBezTo>
                      <a:cubicBezTo>
                        <a:pt x="1429" y="6001"/>
                        <a:pt x="3239" y="2762"/>
                        <a:pt x="6763" y="1333"/>
                      </a:cubicBezTo>
                      <a:lnTo>
                        <a:pt x="10192" y="1333"/>
                      </a:lnTo>
                      <a:cubicBezTo>
                        <a:pt x="11525" y="1333"/>
                        <a:pt x="13526" y="1048"/>
                        <a:pt x="16383" y="667"/>
                      </a:cubicBezTo>
                      <a:cubicBezTo>
                        <a:pt x="19241" y="286"/>
                        <a:pt x="21336" y="0"/>
                        <a:pt x="22765" y="0"/>
                      </a:cubicBezTo>
                      <a:cubicBezTo>
                        <a:pt x="26765" y="0"/>
                        <a:pt x="29623" y="1619"/>
                        <a:pt x="31433" y="4763"/>
                      </a:cubicBezTo>
                      <a:cubicBezTo>
                        <a:pt x="31718" y="16097"/>
                        <a:pt x="31718" y="32956"/>
                        <a:pt x="31433" y="55531"/>
                      </a:cubicBezTo>
                      <a:cubicBezTo>
                        <a:pt x="31337" y="55435"/>
                        <a:pt x="30671" y="55531"/>
                        <a:pt x="29718" y="56102"/>
                      </a:cubicBezTo>
                      <a:cubicBezTo>
                        <a:pt x="29433" y="56959"/>
                        <a:pt x="30004" y="57817"/>
                        <a:pt x="31242" y="58579"/>
                      </a:cubicBezTo>
                      <a:cubicBezTo>
                        <a:pt x="32385" y="59341"/>
                        <a:pt x="33052" y="59912"/>
                        <a:pt x="33052" y="60293"/>
                      </a:cubicBezTo>
                      <a:cubicBezTo>
                        <a:pt x="33052" y="60769"/>
                        <a:pt x="32576" y="61436"/>
                        <a:pt x="31528" y="62008"/>
                      </a:cubicBezTo>
                      <a:lnTo>
                        <a:pt x="29813" y="63532"/>
                      </a:lnTo>
                      <a:cubicBezTo>
                        <a:pt x="31337" y="65532"/>
                        <a:pt x="32195" y="68008"/>
                        <a:pt x="32195" y="70866"/>
                      </a:cubicBezTo>
                      <a:cubicBezTo>
                        <a:pt x="32195" y="72104"/>
                        <a:pt x="31909" y="74200"/>
                        <a:pt x="31528" y="76867"/>
                      </a:cubicBezTo>
                      <a:cubicBezTo>
                        <a:pt x="31052" y="79629"/>
                        <a:pt x="30861" y="81724"/>
                        <a:pt x="30861" y="83153"/>
                      </a:cubicBezTo>
                      <a:cubicBezTo>
                        <a:pt x="30861" y="84963"/>
                        <a:pt x="31147" y="86582"/>
                        <a:pt x="31623" y="88201"/>
                      </a:cubicBezTo>
                      <a:cubicBezTo>
                        <a:pt x="31909" y="97536"/>
                        <a:pt x="31623" y="111061"/>
                        <a:pt x="30861" y="128588"/>
                      </a:cubicBezTo>
                      <a:cubicBezTo>
                        <a:pt x="31147" y="129064"/>
                        <a:pt x="31718" y="129254"/>
                        <a:pt x="32576" y="129159"/>
                      </a:cubicBezTo>
                      <a:lnTo>
                        <a:pt x="34766" y="129159"/>
                      </a:lnTo>
                      <a:cubicBezTo>
                        <a:pt x="33052" y="130016"/>
                        <a:pt x="32290" y="132016"/>
                        <a:pt x="32290" y="135064"/>
                      </a:cubicBezTo>
                      <a:close/>
                      <a:moveTo>
                        <a:pt x="6477" y="38290"/>
                      </a:moveTo>
                      <a:cubicBezTo>
                        <a:pt x="6477" y="38290"/>
                        <a:pt x="5906" y="38576"/>
                        <a:pt x="5906" y="38862"/>
                      </a:cubicBezTo>
                      <a:cubicBezTo>
                        <a:pt x="5906" y="39338"/>
                        <a:pt x="6287" y="39814"/>
                        <a:pt x="6858" y="40196"/>
                      </a:cubicBezTo>
                      <a:cubicBezTo>
                        <a:pt x="7525" y="40576"/>
                        <a:pt x="8096" y="40672"/>
                        <a:pt x="8573" y="40386"/>
                      </a:cubicBezTo>
                      <a:cubicBezTo>
                        <a:pt x="7906" y="39529"/>
                        <a:pt x="7239" y="38862"/>
                        <a:pt x="6382" y="38290"/>
                      </a:cubicBezTo>
                      <a:close/>
                      <a:moveTo>
                        <a:pt x="7049" y="35052"/>
                      </a:moveTo>
                      <a:lnTo>
                        <a:pt x="9144" y="32004"/>
                      </a:lnTo>
                      <a:lnTo>
                        <a:pt x="6382" y="32956"/>
                      </a:lnTo>
                      <a:cubicBezTo>
                        <a:pt x="6382" y="32956"/>
                        <a:pt x="6953" y="33814"/>
                        <a:pt x="6953" y="35052"/>
                      </a:cubicBezTo>
                      <a:close/>
                      <a:moveTo>
                        <a:pt x="6477" y="138113"/>
                      </a:moveTo>
                      <a:lnTo>
                        <a:pt x="9239" y="138113"/>
                      </a:lnTo>
                      <a:cubicBezTo>
                        <a:pt x="9144" y="137541"/>
                        <a:pt x="8668" y="137160"/>
                        <a:pt x="7906" y="137160"/>
                      </a:cubicBezTo>
                      <a:cubicBezTo>
                        <a:pt x="7144" y="137160"/>
                        <a:pt x="6668" y="137541"/>
                        <a:pt x="6572" y="138113"/>
                      </a:cubicBezTo>
                      <a:close/>
                      <a:moveTo>
                        <a:pt x="28956" y="60579"/>
                      </a:moveTo>
                      <a:cubicBezTo>
                        <a:pt x="28289" y="61627"/>
                        <a:pt x="28385" y="62293"/>
                        <a:pt x="29337" y="62674"/>
                      </a:cubicBezTo>
                      <a:cubicBezTo>
                        <a:pt x="30480" y="61817"/>
                        <a:pt x="31052" y="60960"/>
                        <a:pt x="31052" y="60388"/>
                      </a:cubicBezTo>
                      <a:cubicBezTo>
                        <a:pt x="31052" y="59912"/>
                        <a:pt x="30290" y="59150"/>
                        <a:pt x="28766" y="58198"/>
                      </a:cubicBezTo>
                      <a:cubicBezTo>
                        <a:pt x="27242" y="57245"/>
                        <a:pt x="26575" y="56292"/>
                        <a:pt x="26670" y="55435"/>
                      </a:cubicBezTo>
                      <a:lnTo>
                        <a:pt x="25718" y="56007"/>
                      </a:lnTo>
                      <a:lnTo>
                        <a:pt x="27242" y="57531"/>
                      </a:lnTo>
                      <a:lnTo>
                        <a:pt x="25718" y="59055"/>
                      </a:lnTo>
                      <a:cubicBezTo>
                        <a:pt x="25241" y="58674"/>
                        <a:pt x="24765" y="57912"/>
                        <a:pt x="24194" y="56769"/>
                      </a:cubicBezTo>
                      <a:cubicBezTo>
                        <a:pt x="23622" y="55626"/>
                        <a:pt x="22955" y="55054"/>
                        <a:pt x="22098" y="55054"/>
                      </a:cubicBezTo>
                      <a:cubicBezTo>
                        <a:pt x="21717" y="55054"/>
                        <a:pt x="21146" y="55150"/>
                        <a:pt x="20384" y="55435"/>
                      </a:cubicBezTo>
                      <a:lnTo>
                        <a:pt x="22860" y="58102"/>
                      </a:lnTo>
                      <a:cubicBezTo>
                        <a:pt x="22193" y="58959"/>
                        <a:pt x="21146" y="59626"/>
                        <a:pt x="19621" y="60007"/>
                      </a:cubicBezTo>
                      <a:cubicBezTo>
                        <a:pt x="17526" y="60674"/>
                        <a:pt x="16478" y="61055"/>
                        <a:pt x="16193" y="61150"/>
                      </a:cubicBezTo>
                      <a:cubicBezTo>
                        <a:pt x="21336" y="62674"/>
                        <a:pt x="24384" y="62008"/>
                        <a:pt x="25241" y="59055"/>
                      </a:cubicBezTo>
                      <a:cubicBezTo>
                        <a:pt x="26003" y="60579"/>
                        <a:pt x="26479" y="61341"/>
                        <a:pt x="26765" y="61150"/>
                      </a:cubicBezTo>
                      <a:cubicBezTo>
                        <a:pt x="26670" y="60674"/>
                        <a:pt x="27051" y="59912"/>
                        <a:pt x="27908" y="59055"/>
                      </a:cubicBezTo>
                      <a:cubicBezTo>
                        <a:pt x="29337" y="59055"/>
                        <a:pt x="29718" y="59531"/>
                        <a:pt x="29051" y="60579"/>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 name="Google Shape;1144;p99"/>
                <p:cNvSpPr/>
                <p:nvPr/>
              </p:nvSpPr>
              <p:spPr>
                <a:xfrm>
                  <a:off x="6578242" y="3759517"/>
                  <a:ext cx="117070" cy="185927"/>
                </a:xfrm>
                <a:custGeom>
                  <a:avLst/>
                  <a:gdLst/>
                  <a:ahLst/>
                  <a:cxnLst/>
                  <a:rect l="l" t="t" r="r" b="b"/>
                  <a:pathLst>
                    <a:path w="117070" h="185927" extrusionOk="0">
                      <a:moveTo>
                        <a:pt x="105926" y="56197"/>
                      </a:moveTo>
                      <a:cubicBezTo>
                        <a:pt x="108974" y="57721"/>
                        <a:pt x="110784" y="58483"/>
                        <a:pt x="111355" y="58483"/>
                      </a:cubicBezTo>
                      <a:cubicBezTo>
                        <a:pt x="108783" y="61246"/>
                        <a:pt x="107736" y="63341"/>
                        <a:pt x="108117" y="64579"/>
                      </a:cubicBezTo>
                      <a:cubicBezTo>
                        <a:pt x="107831" y="64484"/>
                        <a:pt x="107450" y="64389"/>
                        <a:pt x="106974" y="64389"/>
                      </a:cubicBezTo>
                      <a:cubicBezTo>
                        <a:pt x="106497" y="64389"/>
                        <a:pt x="105545" y="64675"/>
                        <a:pt x="104211" y="65151"/>
                      </a:cubicBezTo>
                      <a:cubicBezTo>
                        <a:pt x="102878" y="65627"/>
                        <a:pt x="101830" y="65913"/>
                        <a:pt x="101259" y="65913"/>
                      </a:cubicBezTo>
                      <a:cubicBezTo>
                        <a:pt x="100116" y="65913"/>
                        <a:pt x="99258" y="65151"/>
                        <a:pt x="98782" y="63627"/>
                      </a:cubicBezTo>
                      <a:cubicBezTo>
                        <a:pt x="98496" y="64008"/>
                        <a:pt x="98306" y="65246"/>
                        <a:pt x="98020" y="67246"/>
                      </a:cubicBezTo>
                      <a:cubicBezTo>
                        <a:pt x="97735" y="68675"/>
                        <a:pt x="96972" y="69723"/>
                        <a:pt x="95734" y="70294"/>
                      </a:cubicBezTo>
                      <a:lnTo>
                        <a:pt x="89829" y="70866"/>
                      </a:lnTo>
                      <a:lnTo>
                        <a:pt x="90781" y="71818"/>
                      </a:lnTo>
                      <a:cubicBezTo>
                        <a:pt x="88114" y="72771"/>
                        <a:pt x="85066" y="73152"/>
                        <a:pt x="81732" y="73152"/>
                      </a:cubicBezTo>
                      <a:lnTo>
                        <a:pt x="82494" y="72390"/>
                      </a:lnTo>
                      <a:cubicBezTo>
                        <a:pt x="82780" y="70961"/>
                        <a:pt x="82304" y="70294"/>
                        <a:pt x="80970" y="70294"/>
                      </a:cubicBezTo>
                      <a:cubicBezTo>
                        <a:pt x="79351" y="70199"/>
                        <a:pt x="78303" y="69818"/>
                        <a:pt x="78113" y="69342"/>
                      </a:cubicBezTo>
                      <a:lnTo>
                        <a:pt x="75065" y="69342"/>
                      </a:lnTo>
                      <a:cubicBezTo>
                        <a:pt x="76589" y="68866"/>
                        <a:pt x="77351" y="68104"/>
                        <a:pt x="77351" y="67056"/>
                      </a:cubicBezTo>
                      <a:cubicBezTo>
                        <a:pt x="77351" y="66675"/>
                        <a:pt x="77161" y="66008"/>
                        <a:pt x="76779" y="65056"/>
                      </a:cubicBezTo>
                      <a:cubicBezTo>
                        <a:pt x="76398" y="64103"/>
                        <a:pt x="76208" y="63436"/>
                        <a:pt x="76208" y="63055"/>
                      </a:cubicBezTo>
                      <a:cubicBezTo>
                        <a:pt x="76208" y="62674"/>
                        <a:pt x="76208" y="62293"/>
                        <a:pt x="76589" y="62103"/>
                      </a:cubicBezTo>
                      <a:lnTo>
                        <a:pt x="73541" y="60960"/>
                      </a:lnTo>
                      <a:cubicBezTo>
                        <a:pt x="73827" y="60293"/>
                        <a:pt x="73922" y="59722"/>
                        <a:pt x="73922" y="59055"/>
                      </a:cubicBezTo>
                      <a:cubicBezTo>
                        <a:pt x="73922" y="57817"/>
                        <a:pt x="72969" y="56483"/>
                        <a:pt x="71064" y="55245"/>
                      </a:cubicBezTo>
                      <a:cubicBezTo>
                        <a:pt x="68778" y="53721"/>
                        <a:pt x="67445" y="52578"/>
                        <a:pt x="67064" y="52006"/>
                      </a:cubicBezTo>
                      <a:cubicBezTo>
                        <a:pt x="66111" y="52388"/>
                        <a:pt x="65349" y="52578"/>
                        <a:pt x="64778" y="52578"/>
                      </a:cubicBezTo>
                      <a:cubicBezTo>
                        <a:pt x="63540" y="52578"/>
                        <a:pt x="62302" y="51721"/>
                        <a:pt x="61063" y="49911"/>
                      </a:cubicBezTo>
                      <a:cubicBezTo>
                        <a:pt x="59825" y="48196"/>
                        <a:pt x="58872" y="47339"/>
                        <a:pt x="58111" y="47339"/>
                      </a:cubicBezTo>
                      <a:cubicBezTo>
                        <a:pt x="57348" y="47339"/>
                        <a:pt x="56396" y="47911"/>
                        <a:pt x="55348" y="48863"/>
                      </a:cubicBezTo>
                      <a:lnTo>
                        <a:pt x="52872" y="46577"/>
                      </a:lnTo>
                      <a:cubicBezTo>
                        <a:pt x="51729" y="47815"/>
                        <a:pt x="49728" y="49149"/>
                        <a:pt x="46776" y="50482"/>
                      </a:cubicBezTo>
                      <a:cubicBezTo>
                        <a:pt x="43918" y="51816"/>
                        <a:pt x="41823" y="53530"/>
                        <a:pt x="40489" y="55626"/>
                      </a:cubicBezTo>
                      <a:cubicBezTo>
                        <a:pt x="40203" y="54959"/>
                        <a:pt x="39822" y="54673"/>
                        <a:pt x="39156" y="54673"/>
                      </a:cubicBezTo>
                      <a:lnTo>
                        <a:pt x="37441" y="54673"/>
                      </a:lnTo>
                      <a:cubicBezTo>
                        <a:pt x="36203" y="55912"/>
                        <a:pt x="34393" y="60579"/>
                        <a:pt x="32012" y="68675"/>
                      </a:cubicBezTo>
                      <a:cubicBezTo>
                        <a:pt x="30297" y="74581"/>
                        <a:pt x="27154" y="77533"/>
                        <a:pt x="22582" y="77533"/>
                      </a:cubicBezTo>
                      <a:cubicBezTo>
                        <a:pt x="21535" y="77533"/>
                        <a:pt x="20391" y="77438"/>
                        <a:pt x="19058" y="77152"/>
                      </a:cubicBezTo>
                      <a:cubicBezTo>
                        <a:pt x="20582" y="77438"/>
                        <a:pt x="22868" y="77819"/>
                        <a:pt x="25821" y="78486"/>
                      </a:cubicBezTo>
                      <a:lnTo>
                        <a:pt x="25630" y="78486"/>
                      </a:lnTo>
                      <a:cubicBezTo>
                        <a:pt x="25154" y="79915"/>
                        <a:pt x="23725" y="80677"/>
                        <a:pt x="21344" y="80772"/>
                      </a:cubicBezTo>
                      <a:lnTo>
                        <a:pt x="16010" y="80772"/>
                      </a:lnTo>
                      <a:cubicBezTo>
                        <a:pt x="14962" y="80867"/>
                        <a:pt x="14105" y="81153"/>
                        <a:pt x="13533" y="81534"/>
                      </a:cubicBezTo>
                      <a:cubicBezTo>
                        <a:pt x="13343" y="82201"/>
                        <a:pt x="13343" y="82772"/>
                        <a:pt x="13343" y="83248"/>
                      </a:cubicBezTo>
                      <a:cubicBezTo>
                        <a:pt x="13343" y="84677"/>
                        <a:pt x="14200" y="85344"/>
                        <a:pt x="15819" y="85344"/>
                      </a:cubicBezTo>
                      <a:cubicBezTo>
                        <a:pt x="16105" y="85344"/>
                        <a:pt x="16581" y="85344"/>
                        <a:pt x="17153" y="85154"/>
                      </a:cubicBezTo>
                      <a:lnTo>
                        <a:pt x="18677" y="85154"/>
                      </a:lnTo>
                      <a:cubicBezTo>
                        <a:pt x="19820" y="85154"/>
                        <a:pt x="20582" y="85439"/>
                        <a:pt x="20963" y="85915"/>
                      </a:cubicBezTo>
                      <a:lnTo>
                        <a:pt x="20963" y="84201"/>
                      </a:lnTo>
                      <a:lnTo>
                        <a:pt x="25630" y="88868"/>
                      </a:lnTo>
                      <a:lnTo>
                        <a:pt x="26773" y="86487"/>
                      </a:lnTo>
                      <a:lnTo>
                        <a:pt x="26202" y="85915"/>
                      </a:lnTo>
                      <a:lnTo>
                        <a:pt x="26773" y="85154"/>
                      </a:lnTo>
                      <a:lnTo>
                        <a:pt x="28488" y="88868"/>
                      </a:lnTo>
                      <a:cubicBezTo>
                        <a:pt x="30012" y="87058"/>
                        <a:pt x="29726" y="84963"/>
                        <a:pt x="27726" y="82677"/>
                      </a:cubicBezTo>
                      <a:cubicBezTo>
                        <a:pt x="28678" y="82677"/>
                        <a:pt x="29631" y="82867"/>
                        <a:pt x="30583" y="83629"/>
                      </a:cubicBezTo>
                      <a:cubicBezTo>
                        <a:pt x="29250" y="84391"/>
                        <a:pt x="29250" y="87058"/>
                        <a:pt x="30583" y="91726"/>
                      </a:cubicBezTo>
                      <a:lnTo>
                        <a:pt x="30012" y="119253"/>
                      </a:lnTo>
                      <a:cubicBezTo>
                        <a:pt x="31060" y="120777"/>
                        <a:pt x="32298" y="124015"/>
                        <a:pt x="33727" y="128873"/>
                      </a:cubicBezTo>
                      <a:cubicBezTo>
                        <a:pt x="39632" y="134493"/>
                        <a:pt x="48776" y="138779"/>
                        <a:pt x="61254" y="141637"/>
                      </a:cubicBezTo>
                      <a:cubicBezTo>
                        <a:pt x="62302" y="138874"/>
                        <a:pt x="64873" y="137350"/>
                        <a:pt x="68969" y="136874"/>
                      </a:cubicBezTo>
                      <a:cubicBezTo>
                        <a:pt x="73065" y="136493"/>
                        <a:pt x="75446" y="134779"/>
                        <a:pt x="76113" y="132016"/>
                      </a:cubicBezTo>
                      <a:cubicBezTo>
                        <a:pt x="76875" y="131635"/>
                        <a:pt x="77827" y="130969"/>
                        <a:pt x="78780" y="129921"/>
                      </a:cubicBezTo>
                      <a:lnTo>
                        <a:pt x="77256" y="127349"/>
                      </a:lnTo>
                      <a:cubicBezTo>
                        <a:pt x="77256" y="127349"/>
                        <a:pt x="78589" y="126682"/>
                        <a:pt x="80304" y="125254"/>
                      </a:cubicBezTo>
                      <a:cubicBezTo>
                        <a:pt x="79446" y="120586"/>
                        <a:pt x="77065" y="118300"/>
                        <a:pt x="73160" y="118300"/>
                      </a:cubicBezTo>
                      <a:cubicBezTo>
                        <a:pt x="72017" y="118300"/>
                        <a:pt x="70112" y="118586"/>
                        <a:pt x="67350" y="119158"/>
                      </a:cubicBezTo>
                      <a:cubicBezTo>
                        <a:pt x="64587" y="119729"/>
                        <a:pt x="62682" y="120015"/>
                        <a:pt x="61349" y="120015"/>
                      </a:cubicBezTo>
                      <a:cubicBezTo>
                        <a:pt x="60015" y="120015"/>
                        <a:pt x="58968" y="119729"/>
                        <a:pt x="58111" y="119253"/>
                      </a:cubicBezTo>
                      <a:lnTo>
                        <a:pt x="52110" y="119253"/>
                      </a:lnTo>
                      <a:cubicBezTo>
                        <a:pt x="52110" y="119253"/>
                        <a:pt x="51729" y="118300"/>
                        <a:pt x="50586" y="117157"/>
                      </a:cubicBezTo>
                      <a:cubicBezTo>
                        <a:pt x="49633" y="118015"/>
                        <a:pt x="49062" y="118491"/>
                        <a:pt x="48681" y="118491"/>
                      </a:cubicBezTo>
                      <a:cubicBezTo>
                        <a:pt x="48300" y="118491"/>
                        <a:pt x="48014" y="118205"/>
                        <a:pt x="47919" y="117729"/>
                      </a:cubicBezTo>
                      <a:cubicBezTo>
                        <a:pt x="46490" y="116681"/>
                        <a:pt x="46109" y="114871"/>
                        <a:pt x="46680" y="112300"/>
                      </a:cubicBezTo>
                      <a:cubicBezTo>
                        <a:pt x="47252" y="109633"/>
                        <a:pt x="47157" y="107728"/>
                        <a:pt x="46395" y="106585"/>
                      </a:cubicBezTo>
                      <a:cubicBezTo>
                        <a:pt x="46395" y="102489"/>
                        <a:pt x="46395" y="100203"/>
                        <a:pt x="46585" y="99727"/>
                      </a:cubicBezTo>
                      <a:cubicBezTo>
                        <a:pt x="46966" y="96869"/>
                        <a:pt x="48109" y="94964"/>
                        <a:pt x="50014" y="93916"/>
                      </a:cubicBezTo>
                      <a:cubicBezTo>
                        <a:pt x="54872" y="92488"/>
                        <a:pt x="60587" y="91821"/>
                        <a:pt x="66969" y="91821"/>
                      </a:cubicBezTo>
                      <a:cubicBezTo>
                        <a:pt x="70017" y="91821"/>
                        <a:pt x="74779" y="92011"/>
                        <a:pt x="81066" y="92392"/>
                      </a:cubicBezTo>
                      <a:cubicBezTo>
                        <a:pt x="87447" y="92773"/>
                        <a:pt x="92210" y="92964"/>
                        <a:pt x="95639" y="92964"/>
                      </a:cubicBezTo>
                      <a:cubicBezTo>
                        <a:pt x="98306" y="92964"/>
                        <a:pt x="100878" y="92964"/>
                        <a:pt x="103164" y="92773"/>
                      </a:cubicBezTo>
                      <a:lnTo>
                        <a:pt x="110117" y="93345"/>
                      </a:lnTo>
                      <a:lnTo>
                        <a:pt x="110117" y="134112"/>
                      </a:lnTo>
                      <a:cubicBezTo>
                        <a:pt x="108117" y="135922"/>
                        <a:pt x="107069" y="137350"/>
                        <a:pt x="107069" y="138303"/>
                      </a:cubicBezTo>
                      <a:cubicBezTo>
                        <a:pt x="107069" y="138970"/>
                        <a:pt x="107260" y="139541"/>
                        <a:pt x="107831" y="140017"/>
                      </a:cubicBezTo>
                      <a:cubicBezTo>
                        <a:pt x="106212" y="143637"/>
                        <a:pt x="102497" y="147923"/>
                        <a:pt x="96687" y="153067"/>
                      </a:cubicBezTo>
                      <a:cubicBezTo>
                        <a:pt x="90400" y="158686"/>
                        <a:pt x="86400" y="162782"/>
                        <a:pt x="84780" y="165163"/>
                      </a:cubicBezTo>
                      <a:cubicBezTo>
                        <a:pt x="84209" y="164782"/>
                        <a:pt x="83733" y="164592"/>
                        <a:pt x="83256" y="164592"/>
                      </a:cubicBezTo>
                      <a:cubicBezTo>
                        <a:pt x="82590" y="164592"/>
                        <a:pt x="81542" y="165163"/>
                        <a:pt x="80208" y="166306"/>
                      </a:cubicBezTo>
                      <a:cubicBezTo>
                        <a:pt x="78780" y="167449"/>
                        <a:pt x="77637" y="168021"/>
                        <a:pt x="76779" y="168021"/>
                      </a:cubicBezTo>
                      <a:cubicBezTo>
                        <a:pt x="69731" y="170212"/>
                        <a:pt x="64492" y="171259"/>
                        <a:pt x="61158" y="171259"/>
                      </a:cubicBezTo>
                      <a:cubicBezTo>
                        <a:pt x="60015" y="171259"/>
                        <a:pt x="58872" y="171259"/>
                        <a:pt x="57729" y="171069"/>
                      </a:cubicBezTo>
                      <a:cubicBezTo>
                        <a:pt x="57444" y="170021"/>
                        <a:pt x="57158" y="169545"/>
                        <a:pt x="56586" y="169545"/>
                      </a:cubicBezTo>
                      <a:cubicBezTo>
                        <a:pt x="56301" y="169545"/>
                        <a:pt x="55824" y="169831"/>
                        <a:pt x="55158" y="170402"/>
                      </a:cubicBezTo>
                      <a:cubicBezTo>
                        <a:pt x="54396" y="170974"/>
                        <a:pt x="53824" y="171259"/>
                        <a:pt x="53348" y="171259"/>
                      </a:cubicBezTo>
                      <a:lnTo>
                        <a:pt x="49919" y="171259"/>
                      </a:lnTo>
                      <a:cubicBezTo>
                        <a:pt x="48586" y="171259"/>
                        <a:pt x="46776" y="170783"/>
                        <a:pt x="44394" y="169831"/>
                      </a:cubicBezTo>
                      <a:cubicBezTo>
                        <a:pt x="41918" y="168878"/>
                        <a:pt x="40203" y="168402"/>
                        <a:pt x="38965" y="168402"/>
                      </a:cubicBezTo>
                      <a:cubicBezTo>
                        <a:pt x="37917" y="168402"/>
                        <a:pt x="36965" y="168592"/>
                        <a:pt x="36108" y="168973"/>
                      </a:cubicBezTo>
                      <a:cubicBezTo>
                        <a:pt x="35727" y="167068"/>
                        <a:pt x="34012" y="165925"/>
                        <a:pt x="30869" y="165640"/>
                      </a:cubicBezTo>
                      <a:cubicBezTo>
                        <a:pt x="27821" y="165259"/>
                        <a:pt x="26106" y="164116"/>
                        <a:pt x="25916" y="162020"/>
                      </a:cubicBezTo>
                      <a:cubicBezTo>
                        <a:pt x="24011" y="160210"/>
                        <a:pt x="21725" y="159544"/>
                        <a:pt x="19153" y="159925"/>
                      </a:cubicBezTo>
                      <a:cubicBezTo>
                        <a:pt x="19248" y="159544"/>
                        <a:pt x="19344" y="159163"/>
                        <a:pt x="19344" y="158877"/>
                      </a:cubicBezTo>
                      <a:cubicBezTo>
                        <a:pt x="19344" y="157829"/>
                        <a:pt x="18296" y="156591"/>
                        <a:pt x="16105" y="155067"/>
                      </a:cubicBezTo>
                      <a:cubicBezTo>
                        <a:pt x="13914" y="153543"/>
                        <a:pt x="12867" y="152114"/>
                        <a:pt x="12867" y="150685"/>
                      </a:cubicBezTo>
                      <a:cubicBezTo>
                        <a:pt x="12867" y="150019"/>
                        <a:pt x="12867" y="149447"/>
                        <a:pt x="13248" y="148780"/>
                      </a:cubicBezTo>
                      <a:cubicBezTo>
                        <a:pt x="6485" y="144399"/>
                        <a:pt x="3056" y="138493"/>
                        <a:pt x="3056" y="130873"/>
                      </a:cubicBezTo>
                      <a:cubicBezTo>
                        <a:pt x="3056" y="129349"/>
                        <a:pt x="3246" y="127825"/>
                        <a:pt x="3628" y="126492"/>
                      </a:cubicBezTo>
                      <a:cubicBezTo>
                        <a:pt x="4008" y="125063"/>
                        <a:pt x="3628" y="123539"/>
                        <a:pt x="2485" y="121920"/>
                      </a:cubicBezTo>
                      <a:cubicBezTo>
                        <a:pt x="961" y="120015"/>
                        <a:pt x="103" y="118586"/>
                        <a:pt x="8" y="117634"/>
                      </a:cubicBezTo>
                      <a:cubicBezTo>
                        <a:pt x="675" y="113062"/>
                        <a:pt x="770" y="105156"/>
                        <a:pt x="198" y="94202"/>
                      </a:cubicBezTo>
                      <a:cubicBezTo>
                        <a:pt x="-278" y="84201"/>
                        <a:pt x="103" y="76486"/>
                        <a:pt x="1341" y="70961"/>
                      </a:cubicBezTo>
                      <a:cubicBezTo>
                        <a:pt x="2580" y="69247"/>
                        <a:pt x="3342" y="65151"/>
                        <a:pt x="3628" y="58483"/>
                      </a:cubicBezTo>
                      <a:cubicBezTo>
                        <a:pt x="3628" y="52959"/>
                        <a:pt x="5723" y="49244"/>
                        <a:pt x="9628" y="47339"/>
                      </a:cubicBezTo>
                      <a:cubicBezTo>
                        <a:pt x="10104" y="44196"/>
                        <a:pt x="12390" y="40576"/>
                        <a:pt x="16391" y="36766"/>
                      </a:cubicBezTo>
                      <a:cubicBezTo>
                        <a:pt x="17248" y="35909"/>
                        <a:pt x="20868" y="32766"/>
                        <a:pt x="27154" y="27527"/>
                      </a:cubicBezTo>
                      <a:cubicBezTo>
                        <a:pt x="27821" y="27908"/>
                        <a:pt x="28488" y="28099"/>
                        <a:pt x="29059" y="28099"/>
                      </a:cubicBezTo>
                      <a:cubicBezTo>
                        <a:pt x="29916" y="28099"/>
                        <a:pt x="31155" y="27337"/>
                        <a:pt x="32488" y="25908"/>
                      </a:cubicBezTo>
                      <a:cubicBezTo>
                        <a:pt x="33917" y="24384"/>
                        <a:pt x="35250" y="23717"/>
                        <a:pt x="36298" y="23717"/>
                      </a:cubicBezTo>
                      <a:cubicBezTo>
                        <a:pt x="36679" y="23717"/>
                        <a:pt x="37155" y="23717"/>
                        <a:pt x="37632" y="23908"/>
                      </a:cubicBezTo>
                      <a:cubicBezTo>
                        <a:pt x="37346" y="22669"/>
                        <a:pt x="37727" y="21907"/>
                        <a:pt x="38775" y="21622"/>
                      </a:cubicBezTo>
                      <a:cubicBezTo>
                        <a:pt x="39822" y="21336"/>
                        <a:pt x="40870" y="21146"/>
                        <a:pt x="41823" y="20860"/>
                      </a:cubicBezTo>
                      <a:lnTo>
                        <a:pt x="43347" y="22955"/>
                      </a:lnTo>
                      <a:cubicBezTo>
                        <a:pt x="46776" y="19717"/>
                        <a:pt x="50681" y="18192"/>
                        <a:pt x="55062" y="18192"/>
                      </a:cubicBezTo>
                      <a:cubicBezTo>
                        <a:pt x="59444" y="18192"/>
                        <a:pt x="63063" y="20098"/>
                        <a:pt x="65635" y="23908"/>
                      </a:cubicBezTo>
                      <a:lnTo>
                        <a:pt x="67254" y="20860"/>
                      </a:lnTo>
                      <a:cubicBezTo>
                        <a:pt x="70017" y="21526"/>
                        <a:pt x="73065" y="22193"/>
                        <a:pt x="76208" y="22955"/>
                      </a:cubicBezTo>
                      <a:cubicBezTo>
                        <a:pt x="79351" y="23717"/>
                        <a:pt x="82113" y="24955"/>
                        <a:pt x="84399" y="26575"/>
                      </a:cubicBezTo>
                      <a:cubicBezTo>
                        <a:pt x="84114" y="26860"/>
                        <a:pt x="83542" y="27051"/>
                        <a:pt x="82685" y="27337"/>
                      </a:cubicBezTo>
                      <a:cubicBezTo>
                        <a:pt x="81828" y="27622"/>
                        <a:pt x="81352" y="28004"/>
                        <a:pt x="81352" y="28670"/>
                      </a:cubicBezTo>
                      <a:lnTo>
                        <a:pt x="84399" y="28670"/>
                      </a:lnTo>
                      <a:cubicBezTo>
                        <a:pt x="85828" y="28575"/>
                        <a:pt x="86495" y="27813"/>
                        <a:pt x="86495" y="26575"/>
                      </a:cubicBezTo>
                      <a:lnTo>
                        <a:pt x="93258" y="30194"/>
                      </a:lnTo>
                      <a:cubicBezTo>
                        <a:pt x="92972" y="30671"/>
                        <a:pt x="92877" y="31242"/>
                        <a:pt x="92877" y="31718"/>
                      </a:cubicBezTo>
                      <a:cubicBezTo>
                        <a:pt x="92877" y="32861"/>
                        <a:pt x="93734" y="34004"/>
                        <a:pt x="95544" y="35147"/>
                      </a:cubicBezTo>
                      <a:cubicBezTo>
                        <a:pt x="97830" y="36671"/>
                        <a:pt x="99068" y="37529"/>
                        <a:pt x="99163" y="37624"/>
                      </a:cubicBezTo>
                      <a:cubicBezTo>
                        <a:pt x="98687" y="37909"/>
                        <a:pt x="98401" y="38576"/>
                        <a:pt x="98401" y="39719"/>
                      </a:cubicBezTo>
                      <a:lnTo>
                        <a:pt x="101259" y="41243"/>
                      </a:lnTo>
                      <a:cubicBezTo>
                        <a:pt x="101640" y="42196"/>
                        <a:pt x="101259" y="43339"/>
                        <a:pt x="100020" y="44767"/>
                      </a:cubicBezTo>
                      <a:cubicBezTo>
                        <a:pt x="98782" y="46196"/>
                        <a:pt x="98211" y="47054"/>
                        <a:pt x="98211" y="47244"/>
                      </a:cubicBezTo>
                      <a:cubicBezTo>
                        <a:pt x="98211" y="47815"/>
                        <a:pt x="99163" y="48101"/>
                        <a:pt x="101259" y="48196"/>
                      </a:cubicBezTo>
                      <a:lnTo>
                        <a:pt x="102211" y="44958"/>
                      </a:lnTo>
                      <a:cubicBezTo>
                        <a:pt x="102306" y="45720"/>
                        <a:pt x="102973" y="46101"/>
                        <a:pt x="104116" y="46291"/>
                      </a:cubicBezTo>
                      <a:cubicBezTo>
                        <a:pt x="105259" y="46387"/>
                        <a:pt x="105831" y="47054"/>
                        <a:pt x="105831" y="48196"/>
                      </a:cubicBezTo>
                      <a:lnTo>
                        <a:pt x="102211" y="49721"/>
                      </a:lnTo>
                      <a:cubicBezTo>
                        <a:pt x="102592" y="50482"/>
                        <a:pt x="104021" y="50863"/>
                        <a:pt x="106402" y="50863"/>
                      </a:cubicBezTo>
                      <a:lnTo>
                        <a:pt x="106974" y="50292"/>
                      </a:lnTo>
                      <a:cubicBezTo>
                        <a:pt x="106974" y="53816"/>
                        <a:pt x="106783" y="55721"/>
                        <a:pt x="106402" y="56102"/>
                      </a:cubicBezTo>
                      <a:close/>
                      <a:moveTo>
                        <a:pt x="25535" y="78486"/>
                      </a:moveTo>
                      <a:cubicBezTo>
                        <a:pt x="26202" y="78200"/>
                        <a:pt x="26583" y="78296"/>
                        <a:pt x="26678" y="78676"/>
                      </a:cubicBezTo>
                      <a:cubicBezTo>
                        <a:pt x="26487" y="78486"/>
                        <a:pt x="26011" y="78486"/>
                        <a:pt x="25535" y="78486"/>
                      </a:cubicBezTo>
                      <a:close/>
                      <a:moveTo>
                        <a:pt x="29726" y="79057"/>
                      </a:moveTo>
                      <a:cubicBezTo>
                        <a:pt x="29154" y="79724"/>
                        <a:pt x="28583" y="80010"/>
                        <a:pt x="28202" y="80010"/>
                      </a:cubicBezTo>
                      <a:cubicBezTo>
                        <a:pt x="28678" y="80010"/>
                        <a:pt x="28202" y="79534"/>
                        <a:pt x="26678" y="78676"/>
                      </a:cubicBezTo>
                      <a:cubicBezTo>
                        <a:pt x="27440" y="78676"/>
                        <a:pt x="28488" y="78676"/>
                        <a:pt x="29726" y="79057"/>
                      </a:cubicBezTo>
                      <a:close/>
                      <a:moveTo>
                        <a:pt x="59349" y="32480"/>
                      </a:moveTo>
                      <a:lnTo>
                        <a:pt x="61444" y="32480"/>
                      </a:lnTo>
                      <a:cubicBezTo>
                        <a:pt x="61444" y="32480"/>
                        <a:pt x="60682" y="31909"/>
                        <a:pt x="60301" y="31528"/>
                      </a:cubicBezTo>
                      <a:cubicBezTo>
                        <a:pt x="59920" y="31147"/>
                        <a:pt x="59825" y="30671"/>
                        <a:pt x="59920" y="30194"/>
                      </a:cubicBezTo>
                      <a:lnTo>
                        <a:pt x="59349" y="30194"/>
                      </a:lnTo>
                      <a:lnTo>
                        <a:pt x="59349" y="32480"/>
                      </a:lnTo>
                      <a:close/>
                      <a:moveTo>
                        <a:pt x="66111" y="39243"/>
                      </a:moveTo>
                      <a:lnTo>
                        <a:pt x="66111" y="36195"/>
                      </a:lnTo>
                      <a:lnTo>
                        <a:pt x="64587" y="36195"/>
                      </a:lnTo>
                      <a:lnTo>
                        <a:pt x="66111" y="39243"/>
                      </a:lnTo>
                      <a:close/>
                      <a:moveTo>
                        <a:pt x="72684" y="62103"/>
                      </a:moveTo>
                      <a:lnTo>
                        <a:pt x="73255" y="60769"/>
                      </a:lnTo>
                      <a:lnTo>
                        <a:pt x="73255" y="60960"/>
                      </a:lnTo>
                      <a:lnTo>
                        <a:pt x="72684" y="62103"/>
                      </a:lnTo>
                      <a:close/>
                      <a:moveTo>
                        <a:pt x="79446" y="11716"/>
                      </a:moveTo>
                      <a:lnTo>
                        <a:pt x="80780" y="13240"/>
                      </a:lnTo>
                      <a:lnTo>
                        <a:pt x="76398" y="11144"/>
                      </a:lnTo>
                      <a:lnTo>
                        <a:pt x="79446" y="11716"/>
                      </a:lnTo>
                      <a:close/>
                      <a:moveTo>
                        <a:pt x="83066" y="0"/>
                      </a:moveTo>
                      <a:lnTo>
                        <a:pt x="84399" y="0"/>
                      </a:lnTo>
                      <a:lnTo>
                        <a:pt x="82304" y="2096"/>
                      </a:lnTo>
                      <a:lnTo>
                        <a:pt x="83066" y="0"/>
                      </a:lnTo>
                      <a:close/>
                      <a:moveTo>
                        <a:pt x="85923" y="23813"/>
                      </a:moveTo>
                      <a:lnTo>
                        <a:pt x="84399" y="23813"/>
                      </a:lnTo>
                      <a:lnTo>
                        <a:pt x="88019" y="22288"/>
                      </a:lnTo>
                      <a:lnTo>
                        <a:pt x="85923" y="23813"/>
                      </a:lnTo>
                      <a:close/>
                      <a:moveTo>
                        <a:pt x="87447" y="54007"/>
                      </a:moveTo>
                      <a:lnTo>
                        <a:pt x="88971" y="53435"/>
                      </a:lnTo>
                      <a:cubicBezTo>
                        <a:pt x="88590" y="52864"/>
                        <a:pt x="87828" y="52483"/>
                        <a:pt x="86876" y="52483"/>
                      </a:cubicBezTo>
                      <a:lnTo>
                        <a:pt x="87447" y="54007"/>
                      </a:lnTo>
                      <a:close/>
                      <a:moveTo>
                        <a:pt x="95163" y="44386"/>
                      </a:moveTo>
                      <a:cubicBezTo>
                        <a:pt x="95925" y="44482"/>
                        <a:pt x="96782" y="44386"/>
                        <a:pt x="97735" y="43815"/>
                      </a:cubicBezTo>
                      <a:cubicBezTo>
                        <a:pt x="98592" y="43339"/>
                        <a:pt x="98878" y="42958"/>
                        <a:pt x="98687" y="42863"/>
                      </a:cubicBezTo>
                      <a:cubicBezTo>
                        <a:pt x="97925" y="43243"/>
                        <a:pt x="96782" y="43720"/>
                        <a:pt x="95163" y="44386"/>
                      </a:cubicBezTo>
                      <a:cubicBezTo>
                        <a:pt x="94496" y="44386"/>
                        <a:pt x="93924" y="44101"/>
                        <a:pt x="93258" y="43434"/>
                      </a:cubicBezTo>
                      <a:cubicBezTo>
                        <a:pt x="93924" y="44101"/>
                        <a:pt x="94496" y="44386"/>
                        <a:pt x="95163" y="44386"/>
                      </a:cubicBezTo>
                      <a:close/>
                      <a:moveTo>
                        <a:pt x="95544" y="50292"/>
                      </a:moveTo>
                      <a:lnTo>
                        <a:pt x="95544" y="48196"/>
                      </a:lnTo>
                      <a:lnTo>
                        <a:pt x="94972" y="47244"/>
                      </a:lnTo>
                      <a:lnTo>
                        <a:pt x="95544" y="50292"/>
                      </a:lnTo>
                      <a:close/>
                      <a:moveTo>
                        <a:pt x="97068" y="185928"/>
                      </a:moveTo>
                      <a:lnTo>
                        <a:pt x="96306" y="183832"/>
                      </a:lnTo>
                      <a:lnTo>
                        <a:pt x="97068" y="183832"/>
                      </a:lnTo>
                      <a:lnTo>
                        <a:pt x="97068" y="185928"/>
                      </a:lnTo>
                      <a:close/>
                      <a:moveTo>
                        <a:pt x="115546" y="55531"/>
                      </a:moveTo>
                      <a:lnTo>
                        <a:pt x="117070" y="57055"/>
                      </a:lnTo>
                      <a:lnTo>
                        <a:pt x="113451" y="55531"/>
                      </a:lnTo>
                      <a:lnTo>
                        <a:pt x="115546" y="5553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5" name="Google Shape;1145;p99"/>
              <p:cNvGrpSpPr/>
              <p:nvPr/>
            </p:nvGrpSpPr>
            <p:grpSpPr>
              <a:xfrm>
                <a:off x="8947207" y="7014972"/>
                <a:ext cx="170402" cy="108490"/>
                <a:chOff x="3693889" y="4733067"/>
                <a:chExt cx="170402" cy="108490"/>
              </a:xfrm>
            </p:grpSpPr>
            <p:sp>
              <p:nvSpPr>
                <p:cNvPr id="1146" name="Google Shape;1146;p99"/>
                <p:cNvSpPr/>
                <p:nvPr/>
              </p:nvSpPr>
              <p:spPr>
                <a:xfrm>
                  <a:off x="3693889" y="4742688"/>
                  <a:ext cx="74771" cy="98869"/>
                </a:xfrm>
                <a:custGeom>
                  <a:avLst/>
                  <a:gdLst/>
                  <a:ahLst/>
                  <a:cxnLst/>
                  <a:rect l="l" t="t" r="r" b="b"/>
                  <a:pathLst>
                    <a:path w="74771" h="98869" extrusionOk="0">
                      <a:moveTo>
                        <a:pt x="0" y="45625"/>
                      </a:moveTo>
                      <a:lnTo>
                        <a:pt x="571" y="45625"/>
                      </a:lnTo>
                      <a:cubicBezTo>
                        <a:pt x="571" y="45625"/>
                        <a:pt x="95" y="45720"/>
                        <a:pt x="0" y="45625"/>
                      </a:cubicBezTo>
                      <a:close/>
                      <a:moveTo>
                        <a:pt x="571" y="45625"/>
                      </a:moveTo>
                      <a:lnTo>
                        <a:pt x="1429" y="45244"/>
                      </a:lnTo>
                      <a:cubicBezTo>
                        <a:pt x="1429" y="45244"/>
                        <a:pt x="1429" y="45625"/>
                        <a:pt x="1238" y="45625"/>
                      </a:cubicBezTo>
                      <a:cubicBezTo>
                        <a:pt x="1238" y="45625"/>
                        <a:pt x="953" y="45625"/>
                        <a:pt x="571" y="45625"/>
                      </a:cubicBezTo>
                      <a:close/>
                      <a:moveTo>
                        <a:pt x="5620" y="58769"/>
                      </a:moveTo>
                      <a:lnTo>
                        <a:pt x="5334" y="59150"/>
                      </a:lnTo>
                      <a:lnTo>
                        <a:pt x="5620" y="57626"/>
                      </a:lnTo>
                      <a:lnTo>
                        <a:pt x="5620" y="58769"/>
                      </a:lnTo>
                      <a:close/>
                      <a:moveTo>
                        <a:pt x="66770" y="40672"/>
                      </a:moveTo>
                      <a:lnTo>
                        <a:pt x="70866" y="48006"/>
                      </a:lnTo>
                      <a:cubicBezTo>
                        <a:pt x="70675" y="49530"/>
                        <a:pt x="70485" y="55531"/>
                        <a:pt x="70295" y="65817"/>
                      </a:cubicBezTo>
                      <a:cubicBezTo>
                        <a:pt x="69342" y="66389"/>
                        <a:pt x="68771" y="67151"/>
                        <a:pt x="68675" y="68008"/>
                      </a:cubicBezTo>
                      <a:lnTo>
                        <a:pt x="68675" y="71056"/>
                      </a:lnTo>
                      <a:lnTo>
                        <a:pt x="67532" y="69913"/>
                      </a:lnTo>
                      <a:cubicBezTo>
                        <a:pt x="66961" y="70009"/>
                        <a:pt x="66675" y="70294"/>
                        <a:pt x="66675" y="70771"/>
                      </a:cubicBezTo>
                      <a:cubicBezTo>
                        <a:pt x="66675" y="70866"/>
                        <a:pt x="66675" y="71152"/>
                        <a:pt x="66866" y="71628"/>
                      </a:cubicBezTo>
                      <a:cubicBezTo>
                        <a:pt x="66961" y="72009"/>
                        <a:pt x="67056" y="72390"/>
                        <a:pt x="66866" y="72580"/>
                      </a:cubicBezTo>
                      <a:cubicBezTo>
                        <a:pt x="66199" y="72580"/>
                        <a:pt x="65723" y="72866"/>
                        <a:pt x="65342" y="73723"/>
                      </a:cubicBezTo>
                      <a:lnTo>
                        <a:pt x="64865" y="75533"/>
                      </a:lnTo>
                      <a:lnTo>
                        <a:pt x="58674" y="81248"/>
                      </a:lnTo>
                      <a:lnTo>
                        <a:pt x="57817" y="80391"/>
                      </a:lnTo>
                      <a:cubicBezTo>
                        <a:pt x="57817" y="80867"/>
                        <a:pt x="57436" y="81153"/>
                        <a:pt x="57055" y="81058"/>
                      </a:cubicBezTo>
                      <a:cubicBezTo>
                        <a:pt x="56674" y="81058"/>
                        <a:pt x="56388" y="81058"/>
                        <a:pt x="56293" y="81248"/>
                      </a:cubicBezTo>
                      <a:lnTo>
                        <a:pt x="55054" y="84201"/>
                      </a:lnTo>
                      <a:lnTo>
                        <a:pt x="53816" y="81248"/>
                      </a:lnTo>
                      <a:cubicBezTo>
                        <a:pt x="53816" y="81248"/>
                        <a:pt x="53435" y="81629"/>
                        <a:pt x="53435" y="82010"/>
                      </a:cubicBezTo>
                      <a:lnTo>
                        <a:pt x="53435" y="82867"/>
                      </a:lnTo>
                      <a:cubicBezTo>
                        <a:pt x="53435" y="82867"/>
                        <a:pt x="52864" y="82677"/>
                        <a:pt x="52673" y="82677"/>
                      </a:cubicBezTo>
                      <a:cubicBezTo>
                        <a:pt x="52292" y="82677"/>
                        <a:pt x="51911" y="83058"/>
                        <a:pt x="51721" y="83915"/>
                      </a:cubicBezTo>
                      <a:cubicBezTo>
                        <a:pt x="51530" y="84772"/>
                        <a:pt x="51340" y="85249"/>
                        <a:pt x="51054" y="85439"/>
                      </a:cubicBezTo>
                      <a:cubicBezTo>
                        <a:pt x="50387" y="86011"/>
                        <a:pt x="49721" y="86296"/>
                        <a:pt x="49149" y="86296"/>
                      </a:cubicBezTo>
                      <a:cubicBezTo>
                        <a:pt x="48387" y="86296"/>
                        <a:pt x="47625" y="85820"/>
                        <a:pt x="46673" y="84867"/>
                      </a:cubicBezTo>
                      <a:cubicBezTo>
                        <a:pt x="45720" y="83915"/>
                        <a:pt x="44958" y="83439"/>
                        <a:pt x="44482" y="83439"/>
                      </a:cubicBezTo>
                      <a:cubicBezTo>
                        <a:pt x="43815" y="83439"/>
                        <a:pt x="43148" y="84010"/>
                        <a:pt x="42386" y="85153"/>
                      </a:cubicBezTo>
                      <a:cubicBezTo>
                        <a:pt x="41910" y="84296"/>
                        <a:pt x="41434" y="83915"/>
                        <a:pt x="40862" y="83915"/>
                      </a:cubicBezTo>
                      <a:cubicBezTo>
                        <a:pt x="40767" y="83915"/>
                        <a:pt x="40196" y="84201"/>
                        <a:pt x="39148" y="84772"/>
                      </a:cubicBezTo>
                      <a:cubicBezTo>
                        <a:pt x="38386" y="85153"/>
                        <a:pt x="37624" y="85153"/>
                        <a:pt x="37052" y="84772"/>
                      </a:cubicBezTo>
                      <a:cubicBezTo>
                        <a:pt x="35147" y="84391"/>
                        <a:pt x="34480" y="83058"/>
                        <a:pt x="35052" y="80867"/>
                      </a:cubicBezTo>
                      <a:cubicBezTo>
                        <a:pt x="35719" y="78391"/>
                        <a:pt x="35624" y="76771"/>
                        <a:pt x="34766" y="76200"/>
                      </a:cubicBezTo>
                      <a:cubicBezTo>
                        <a:pt x="35147" y="75438"/>
                        <a:pt x="35147" y="73819"/>
                        <a:pt x="34862" y="71533"/>
                      </a:cubicBezTo>
                      <a:cubicBezTo>
                        <a:pt x="34671" y="69913"/>
                        <a:pt x="35433" y="68771"/>
                        <a:pt x="37052" y="68008"/>
                      </a:cubicBezTo>
                      <a:lnTo>
                        <a:pt x="36767" y="68771"/>
                      </a:lnTo>
                      <a:cubicBezTo>
                        <a:pt x="38767" y="69437"/>
                        <a:pt x="40291" y="69342"/>
                        <a:pt x="41243" y="68484"/>
                      </a:cubicBezTo>
                      <a:lnTo>
                        <a:pt x="42100" y="67627"/>
                      </a:lnTo>
                      <a:cubicBezTo>
                        <a:pt x="42100" y="67627"/>
                        <a:pt x="41434" y="67151"/>
                        <a:pt x="41243" y="67246"/>
                      </a:cubicBezTo>
                      <a:cubicBezTo>
                        <a:pt x="41243" y="66961"/>
                        <a:pt x="41434" y="66580"/>
                        <a:pt x="42100" y="66103"/>
                      </a:cubicBezTo>
                      <a:cubicBezTo>
                        <a:pt x="41910" y="66389"/>
                        <a:pt x="42100" y="66865"/>
                        <a:pt x="42958" y="67723"/>
                      </a:cubicBezTo>
                      <a:cubicBezTo>
                        <a:pt x="42958" y="67723"/>
                        <a:pt x="43720" y="67532"/>
                        <a:pt x="45053" y="67056"/>
                      </a:cubicBezTo>
                      <a:cubicBezTo>
                        <a:pt x="45815" y="66865"/>
                        <a:pt x="46292" y="66294"/>
                        <a:pt x="46387" y="65532"/>
                      </a:cubicBezTo>
                      <a:lnTo>
                        <a:pt x="46101" y="65151"/>
                      </a:lnTo>
                      <a:cubicBezTo>
                        <a:pt x="46101" y="65151"/>
                        <a:pt x="46196" y="65151"/>
                        <a:pt x="46292" y="65151"/>
                      </a:cubicBezTo>
                      <a:cubicBezTo>
                        <a:pt x="46387" y="65151"/>
                        <a:pt x="46673" y="65151"/>
                        <a:pt x="47149" y="65341"/>
                      </a:cubicBezTo>
                      <a:cubicBezTo>
                        <a:pt x="47530" y="65437"/>
                        <a:pt x="47911" y="65532"/>
                        <a:pt x="48196" y="65532"/>
                      </a:cubicBezTo>
                      <a:cubicBezTo>
                        <a:pt x="48673" y="65532"/>
                        <a:pt x="49054" y="65246"/>
                        <a:pt x="49340" y="64675"/>
                      </a:cubicBezTo>
                      <a:lnTo>
                        <a:pt x="48482" y="64008"/>
                      </a:lnTo>
                      <a:cubicBezTo>
                        <a:pt x="48482" y="64008"/>
                        <a:pt x="49244" y="63151"/>
                        <a:pt x="49625" y="62770"/>
                      </a:cubicBezTo>
                      <a:cubicBezTo>
                        <a:pt x="50006" y="62293"/>
                        <a:pt x="50483" y="62198"/>
                        <a:pt x="50959" y="62293"/>
                      </a:cubicBezTo>
                      <a:cubicBezTo>
                        <a:pt x="50959" y="62484"/>
                        <a:pt x="50673" y="62865"/>
                        <a:pt x="50102" y="63436"/>
                      </a:cubicBezTo>
                      <a:lnTo>
                        <a:pt x="50959" y="64294"/>
                      </a:lnTo>
                      <a:cubicBezTo>
                        <a:pt x="50959" y="64294"/>
                        <a:pt x="51340" y="64008"/>
                        <a:pt x="51625" y="63722"/>
                      </a:cubicBezTo>
                      <a:cubicBezTo>
                        <a:pt x="51911" y="63341"/>
                        <a:pt x="52197" y="63151"/>
                        <a:pt x="52388" y="63151"/>
                      </a:cubicBezTo>
                      <a:lnTo>
                        <a:pt x="52864" y="63436"/>
                      </a:lnTo>
                      <a:cubicBezTo>
                        <a:pt x="52864" y="63436"/>
                        <a:pt x="52769" y="63151"/>
                        <a:pt x="52769" y="62960"/>
                      </a:cubicBezTo>
                      <a:cubicBezTo>
                        <a:pt x="52769" y="62579"/>
                        <a:pt x="53245" y="62103"/>
                        <a:pt x="54102" y="61531"/>
                      </a:cubicBezTo>
                      <a:cubicBezTo>
                        <a:pt x="54959" y="61055"/>
                        <a:pt x="55436" y="60579"/>
                        <a:pt x="55436" y="60198"/>
                      </a:cubicBezTo>
                      <a:cubicBezTo>
                        <a:pt x="55436" y="60007"/>
                        <a:pt x="55436" y="59912"/>
                        <a:pt x="55436" y="59626"/>
                      </a:cubicBezTo>
                      <a:cubicBezTo>
                        <a:pt x="55912" y="59817"/>
                        <a:pt x="56579" y="59912"/>
                        <a:pt x="57436" y="59722"/>
                      </a:cubicBezTo>
                      <a:cubicBezTo>
                        <a:pt x="58579" y="59436"/>
                        <a:pt x="59246" y="59341"/>
                        <a:pt x="59436" y="59341"/>
                      </a:cubicBezTo>
                      <a:lnTo>
                        <a:pt x="60579" y="57817"/>
                      </a:lnTo>
                      <a:cubicBezTo>
                        <a:pt x="60579" y="57817"/>
                        <a:pt x="60293" y="57436"/>
                        <a:pt x="60198" y="57436"/>
                      </a:cubicBezTo>
                      <a:cubicBezTo>
                        <a:pt x="60103" y="57436"/>
                        <a:pt x="59722" y="57626"/>
                        <a:pt x="59150" y="58198"/>
                      </a:cubicBezTo>
                      <a:lnTo>
                        <a:pt x="57436" y="56483"/>
                      </a:lnTo>
                      <a:lnTo>
                        <a:pt x="57150" y="57055"/>
                      </a:lnTo>
                      <a:cubicBezTo>
                        <a:pt x="57150" y="57055"/>
                        <a:pt x="57245" y="56578"/>
                        <a:pt x="57245" y="56388"/>
                      </a:cubicBezTo>
                      <a:cubicBezTo>
                        <a:pt x="57245" y="56102"/>
                        <a:pt x="57055" y="56007"/>
                        <a:pt x="56864" y="56007"/>
                      </a:cubicBezTo>
                      <a:cubicBezTo>
                        <a:pt x="56674" y="56007"/>
                        <a:pt x="56483" y="56007"/>
                        <a:pt x="56198" y="56007"/>
                      </a:cubicBezTo>
                      <a:lnTo>
                        <a:pt x="55436" y="56007"/>
                      </a:lnTo>
                      <a:cubicBezTo>
                        <a:pt x="54769" y="56007"/>
                        <a:pt x="54388" y="55721"/>
                        <a:pt x="54102" y="55245"/>
                      </a:cubicBezTo>
                      <a:lnTo>
                        <a:pt x="55436" y="54959"/>
                      </a:lnTo>
                      <a:cubicBezTo>
                        <a:pt x="54769" y="53626"/>
                        <a:pt x="54197" y="53054"/>
                        <a:pt x="53721" y="53245"/>
                      </a:cubicBezTo>
                      <a:cubicBezTo>
                        <a:pt x="53626" y="53435"/>
                        <a:pt x="53435" y="53626"/>
                        <a:pt x="53340" y="54007"/>
                      </a:cubicBezTo>
                      <a:cubicBezTo>
                        <a:pt x="53150" y="53721"/>
                        <a:pt x="52388" y="53054"/>
                        <a:pt x="50959" y="52102"/>
                      </a:cubicBezTo>
                      <a:cubicBezTo>
                        <a:pt x="49911" y="51340"/>
                        <a:pt x="49340" y="50578"/>
                        <a:pt x="49340" y="49721"/>
                      </a:cubicBezTo>
                      <a:cubicBezTo>
                        <a:pt x="49340" y="49434"/>
                        <a:pt x="49340" y="49149"/>
                        <a:pt x="49625" y="48768"/>
                      </a:cubicBezTo>
                      <a:lnTo>
                        <a:pt x="48482" y="49625"/>
                      </a:lnTo>
                      <a:cubicBezTo>
                        <a:pt x="48482" y="48673"/>
                        <a:pt x="48101" y="48101"/>
                        <a:pt x="47054" y="47720"/>
                      </a:cubicBezTo>
                      <a:cubicBezTo>
                        <a:pt x="45815" y="47339"/>
                        <a:pt x="45053" y="47053"/>
                        <a:pt x="44863" y="46767"/>
                      </a:cubicBezTo>
                      <a:lnTo>
                        <a:pt x="45149" y="46196"/>
                      </a:lnTo>
                      <a:lnTo>
                        <a:pt x="38957" y="46196"/>
                      </a:lnTo>
                      <a:lnTo>
                        <a:pt x="39529" y="45815"/>
                      </a:lnTo>
                      <a:cubicBezTo>
                        <a:pt x="39529" y="45815"/>
                        <a:pt x="38671" y="46006"/>
                        <a:pt x="38386" y="46006"/>
                      </a:cubicBezTo>
                      <a:cubicBezTo>
                        <a:pt x="37719" y="46006"/>
                        <a:pt x="37052" y="45625"/>
                        <a:pt x="36481" y="44958"/>
                      </a:cubicBezTo>
                      <a:cubicBezTo>
                        <a:pt x="35528" y="43815"/>
                        <a:pt x="34957" y="43148"/>
                        <a:pt x="34671" y="42958"/>
                      </a:cubicBezTo>
                      <a:cubicBezTo>
                        <a:pt x="35052" y="42481"/>
                        <a:pt x="35147" y="41910"/>
                        <a:pt x="34957" y="41243"/>
                      </a:cubicBezTo>
                      <a:cubicBezTo>
                        <a:pt x="34671" y="40481"/>
                        <a:pt x="34576" y="40005"/>
                        <a:pt x="34671" y="39719"/>
                      </a:cubicBezTo>
                      <a:cubicBezTo>
                        <a:pt x="33623" y="39243"/>
                        <a:pt x="32861" y="39814"/>
                        <a:pt x="32480" y="41434"/>
                      </a:cubicBezTo>
                      <a:cubicBezTo>
                        <a:pt x="32671" y="41815"/>
                        <a:pt x="32671" y="42100"/>
                        <a:pt x="32671" y="42386"/>
                      </a:cubicBezTo>
                      <a:cubicBezTo>
                        <a:pt x="32671" y="43243"/>
                        <a:pt x="32004" y="44101"/>
                        <a:pt x="30671" y="44958"/>
                      </a:cubicBezTo>
                      <a:cubicBezTo>
                        <a:pt x="29337" y="45815"/>
                        <a:pt x="28670" y="46577"/>
                        <a:pt x="28670" y="47339"/>
                      </a:cubicBezTo>
                      <a:cubicBezTo>
                        <a:pt x="28194" y="46196"/>
                        <a:pt x="27718" y="45434"/>
                        <a:pt x="27051" y="44958"/>
                      </a:cubicBezTo>
                      <a:cubicBezTo>
                        <a:pt x="25813" y="44958"/>
                        <a:pt x="24860" y="45625"/>
                        <a:pt x="24194" y="46672"/>
                      </a:cubicBezTo>
                      <a:cubicBezTo>
                        <a:pt x="23432" y="48006"/>
                        <a:pt x="22765" y="48863"/>
                        <a:pt x="22193" y="49149"/>
                      </a:cubicBezTo>
                      <a:cubicBezTo>
                        <a:pt x="22193" y="49530"/>
                        <a:pt x="22479" y="49625"/>
                        <a:pt x="22860" y="49625"/>
                      </a:cubicBezTo>
                      <a:lnTo>
                        <a:pt x="23717" y="49625"/>
                      </a:lnTo>
                      <a:lnTo>
                        <a:pt x="24289" y="56102"/>
                      </a:lnTo>
                      <a:lnTo>
                        <a:pt x="21431" y="55245"/>
                      </a:lnTo>
                      <a:cubicBezTo>
                        <a:pt x="21431" y="55245"/>
                        <a:pt x="21241" y="55912"/>
                        <a:pt x="21050" y="56197"/>
                      </a:cubicBezTo>
                      <a:cubicBezTo>
                        <a:pt x="20574" y="56674"/>
                        <a:pt x="20288" y="56864"/>
                        <a:pt x="20288" y="56959"/>
                      </a:cubicBezTo>
                      <a:lnTo>
                        <a:pt x="21336" y="58007"/>
                      </a:lnTo>
                      <a:cubicBezTo>
                        <a:pt x="21336" y="58007"/>
                        <a:pt x="20765" y="57912"/>
                        <a:pt x="20574" y="58007"/>
                      </a:cubicBezTo>
                      <a:cubicBezTo>
                        <a:pt x="20383" y="58007"/>
                        <a:pt x="19717" y="57531"/>
                        <a:pt x="18574" y="56769"/>
                      </a:cubicBezTo>
                      <a:cubicBezTo>
                        <a:pt x="17717" y="56292"/>
                        <a:pt x="16954" y="56007"/>
                        <a:pt x="16097" y="56007"/>
                      </a:cubicBezTo>
                      <a:cubicBezTo>
                        <a:pt x="15907" y="56102"/>
                        <a:pt x="15907" y="56292"/>
                        <a:pt x="15907" y="56388"/>
                      </a:cubicBezTo>
                      <a:cubicBezTo>
                        <a:pt x="15907" y="56578"/>
                        <a:pt x="16097" y="56864"/>
                        <a:pt x="16574" y="57245"/>
                      </a:cubicBezTo>
                      <a:cubicBezTo>
                        <a:pt x="17050" y="57626"/>
                        <a:pt x="17336" y="57912"/>
                        <a:pt x="17336" y="58007"/>
                      </a:cubicBezTo>
                      <a:cubicBezTo>
                        <a:pt x="17336" y="58293"/>
                        <a:pt x="17050" y="58579"/>
                        <a:pt x="16478" y="58769"/>
                      </a:cubicBezTo>
                      <a:cubicBezTo>
                        <a:pt x="16574" y="59055"/>
                        <a:pt x="16859" y="59246"/>
                        <a:pt x="17336" y="59246"/>
                      </a:cubicBezTo>
                      <a:lnTo>
                        <a:pt x="18193" y="59246"/>
                      </a:lnTo>
                      <a:lnTo>
                        <a:pt x="19050" y="58293"/>
                      </a:lnTo>
                      <a:lnTo>
                        <a:pt x="20098" y="59531"/>
                      </a:lnTo>
                      <a:cubicBezTo>
                        <a:pt x="20098" y="59531"/>
                        <a:pt x="19812" y="59150"/>
                        <a:pt x="19812" y="59150"/>
                      </a:cubicBezTo>
                      <a:lnTo>
                        <a:pt x="19050" y="60007"/>
                      </a:lnTo>
                      <a:cubicBezTo>
                        <a:pt x="19050" y="60007"/>
                        <a:pt x="19621" y="60388"/>
                        <a:pt x="20669" y="60388"/>
                      </a:cubicBezTo>
                      <a:cubicBezTo>
                        <a:pt x="20669" y="60960"/>
                        <a:pt x="20860" y="61436"/>
                        <a:pt x="21146" y="61817"/>
                      </a:cubicBezTo>
                      <a:cubicBezTo>
                        <a:pt x="21431" y="62198"/>
                        <a:pt x="21527" y="62484"/>
                        <a:pt x="21527" y="62770"/>
                      </a:cubicBezTo>
                      <a:cubicBezTo>
                        <a:pt x="21527" y="63055"/>
                        <a:pt x="21527" y="63436"/>
                        <a:pt x="21241" y="63817"/>
                      </a:cubicBezTo>
                      <a:cubicBezTo>
                        <a:pt x="21241" y="63913"/>
                        <a:pt x="21241" y="64103"/>
                        <a:pt x="21431" y="64103"/>
                      </a:cubicBezTo>
                      <a:cubicBezTo>
                        <a:pt x="21431" y="64103"/>
                        <a:pt x="21717" y="64103"/>
                        <a:pt x="22098" y="63817"/>
                      </a:cubicBezTo>
                      <a:cubicBezTo>
                        <a:pt x="22384" y="63627"/>
                        <a:pt x="22479" y="63722"/>
                        <a:pt x="22479" y="63817"/>
                      </a:cubicBezTo>
                      <a:cubicBezTo>
                        <a:pt x="22479" y="64008"/>
                        <a:pt x="22479" y="64198"/>
                        <a:pt x="22384" y="64389"/>
                      </a:cubicBezTo>
                      <a:lnTo>
                        <a:pt x="23908" y="64008"/>
                      </a:lnTo>
                      <a:cubicBezTo>
                        <a:pt x="23908" y="64865"/>
                        <a:pt x="24098" y="65722"/>
                        <a:pt x="24098" y="66580"/>
                      </a:cubicBezTo>
                      <a:cubicBezTo>
                        <a:pt x="24289" y="67627"/>
                        <a:pt x="24765" y="68294"/>
                        <a:pt x="25622" y="68484"/>
                      </a:cubicBezTo>
                      <a:lnTo>
                        <a:pt x="24765" y="69342"/>
                      </a:lnTo>
                      <a:cubicBezTo>
                        <a:pt x="24765" y="69342"/>
                        <a:pt x="25241" y="69342"/>
                        <a:pt x="27146" y="69151"/>
                      </a:cubicBezTo>
                      <a:cubicBezTo>
                        <a:pt x="28194" y="69151"/>
                        <a:pt x="28956" y="69342"/>
                        <a:pt x="29528" y="69913"/>
                      </a:cubicBezTo>
                      <a:lnTo>
                        <a:pt x="30194" y="68199"/>
                      </a:lnTo>
                      <a:cubicBezTo>
                        <a:pt x="30671" y="68199"/>
                        <a:pt x="31052" y="68484"/>
                        <a:pt x="31242" y="69151"/>
                      </a:cubicBezTo>
                      <a:cubicBezTo>
                        <a:pt x="31528" y="69818"/>
                        <a:pt x="31718" y="70104"/>
                        <a:pt x="32004" y="70104"/>
                      </a:cubicBezTo>
                      <a:cubicBezTo>
                        <a:pt x="32195" y="70104"/>
                        <a:pt x="32480" y="70104"/>
                        <a:pt x="32766" y="69913"/>
                      </a:cubicBezTo>
                      <a:cubicBezTo>
                        <a:pt x="33052" y="70199"/>
                        <a:pt x="33242" y="70390"/>
                        <a:pt x="33242" y="70675"/>
                      </a:cubicBezTo>
                      <a:cubicBezTo>
                        <a:pt x="33242" y="70866"/>
                        <a:pt x="33052" y="71152"/>
                        <a:pt x="32671" y="71342"/>
                      </a:cubicBezTo>
                      <a:cubicBezTo>
                        <a:pt x="32290" y="71533"/>
                        <a:pt x="32195" y="71723"/>
                        <a:pt x="32195" y="72009"/>
                      </a:cubicBezTo>
                      <a:cubicBezTo>
                        <a:pt x="32195" y="72009"/>
                        <a:pt x="32195" y="72199"/>
                        <a:pt x="32290" y="72295"/>
                      </a:cubicBezTo>
                      <a:lnTo>
                        <a:pt x="33147" y="72295"/>
                      </a:lnTo>
                      <a:cubicBezTo>
                        <a:pt x="33147" y="72295"/>
                        <a:pt x="33147" y="73533"/>
                        <a:pt x="33147" y="74771"/>
                      </a:cubicBezTo>
                      <a:cubicBezTo>
                        <a:pt x="33052" y="75914"/>
                        <a:pt x="33147" y="76771"/>
                        <a:pt x="33147" y="77248"/>
                      </a:cubicBezTo>
                      <a:cubicBezTo>
                        <a:pt x="33242" y="77914"/>
                        <a:pt x="33719" y="78296"/>
                        <a:pt x="34385" y="78200"/>
                      </a:cubicBezTo>
                      <a:lnTo>
                        <a:pt x="32290" y="79629"/>
                      </a:lnTo>
                      <a:lnTo>
                        <a:pt x="33147" y="80486"/>
                      </a:lnTo>
                      <a:cubicBezTo>
                        <a:pt x="33147" y="80486"/>
                        <a:pt x="32957" y="80772"/>
                        <a:pt x="32671" y="81058"/>
                      </a:cubicBezTo>
                      <a:cubicBezTo>
                        <a:pt x="32385" y="81343"/>
                        <a:pt x="32195" y="81534"/>
                        <a:pt x="32290" y="81724"/>
                      </a:cubicBezTo>
                      <a:lnTo>
                        <a:pt x="30766" y="85534"/>
                      </a:lnTo>
                      <a:cubicBezTo>
                        <a:pt x="28575" y="84963"/>
                        <a:pt x="25432" y="84963"/>
                        <a:pt x="21431" y="85534"/>
                      </a:cubicBezTo>
                      <a:lnTo>
                        <a:pt x="20574" y="84391"/>
                      </a:lnTo>
                      <a:cubicBezTo>
                        <a:pt x="19526" y="85058"/>
                        <a:pt x="18479" y="84867"/>
                        <a:pt x="17621" y="83915"/>
                      </a:cubicBezTo>
                      <a:lnTo>
                        <a:pt x="16764" y="85630"/>
                      </a:lnTo>
                      <a:cubicBezTo>
                        <a:pt x="16192" y="85439"/>
                        <a:pt x="15621" y="85344"/>
                        <a:pt x="14954" y="85344"/>
                      </a:cubicBezTo>
                      <a:cubicBezTo>
                        <a:pt x="14669" y="85344"/>
                        <a:pt x="14288" y="85344"/>
                        <a:pt x="13621" y="85344"/>
                      </a:cubicBezTo>
                      <a:cubicBezTo>
                        <a:pt x="13049" y="85344"/>
                        <a:pt x="12573" y="85439"/>
                        <a:pt x="12287" y="85439"/>
                      </a:cubicBezTo>
                      <a:cubicBezTo>
                        <a:pt x="11335" y="85439"/>
                        <a:pt x="10478" y="85058"/>
                        <a:pt x="9716" y="84391"/>
                      </a:cubicBezTo>
                      <a:lnTo>
                        <a:pt x="10573" y="83534"/>
                      </a:lnTo>
                      <a:cubicBezTo>
                        <a:pt x="10573" y="83534"/>
                        <a:pt x="9906" y="83153"/>
                        <a:pt x="9430" y="83153"/>
                      </a:cubicBezTo>
                      <a:lnTo>
                        <a:pt x="8287" y="83153"/>
                      </a:lnTo>
                      <a:cubicBezTo>
                        <a:pt x="8287" y="83153"/>
                        <a:pt x="7525" y="82772"/>
                        <a:pt x="7429" y="82296"/>
                      </a:cubicBezTo>
                      <a:lnTo>
                        <a:pt x="7429" y="79724"/>
                      </a:lnTo>
                      <a:cubicBezTo>
                        <a:pt x="7429" y="78772"/>
                        <a:pt x="7620" y="78009"/>
                        <a:pt x="8287" y="77438"/>
                      </a:cubicBezTo>
                      <a:lnTo>
                        <a:pt x="6572" y="76200"/>
                      </a:lnTo>
                      <a:lnTo>
                        <a:pt x="7715" y="74200"/>
                      </a:lnTo>
                      <a:cubicBezTo>
                        <a:pt x="7715" y="69247"/>
                        <a:pt x="7906" y="61722"/>
                        <a:pt x="8192" y="51625"/>
                      </a:cubicBezTo>
                      <a:lnTo>
                        <a:pt x="7334" y="51149"/>
                      </a:lnTo>
                      <a:cubicBezTo>
                        <a:pt x="7334" y="48863"/>
                        <a:pt x="7239" y="46291"/>
                        <a:pt x="7239" y="43529"/>
                      </a:cubicBezTo>
                      <a:cubicBezTo>
                        <a:pt x="7239" y="40100"/>
                        <a:pt x="7334" y="34766"/>
                        <a:pt x="7525" y="27337"/>
                      </a:cubicBezTo>
                      <a:cubicBezTo>
                        <a:pt x="7715" y="19907"/>
                        <a:pt x="7811" y="14288"/>
                        <a:pt x="7811" y="10573"/>
                      </a:cubicBezTo>
                      <a:cubicBezTo>
                        <a:pt x="7811" y="7620"/>
                        <a:pt x="7811" y="4953"/>
                        <a:pt x="7715" y="2476"/>
                      </a:cubicBezTo>
                      <a:cubicBezTo>
                        <a:pt x="9906" y="857"/>
                        <a:pt x="12954" y="0"/>
                        <a:pt x="16764" y="0"/>
                      </a:cubicBezTo>
                      <a:cubicBezTo>
                        <a:pt x="18002" y="0"/>
                        <a:pt x="20003" y="0"/>
                        <a:pt x="22479" y="190"/>
                      </a:cubicBezTo>
                      <a:cubicBezTo>
                        <a:pt x="25051" y="286"/>
                        <a:pt x="26861" y="381"/>
                        <a:pt x="28004" y="381"/>
                      </a:cubicBezTo>
                      <a:lnTo>
                        <a:pt x="31052" y="381"/>
                      </a:lnTo>
                      <a:cubicBezTo>
                        <a:pt x="32385" y="2286"/>
                        <a:pt x="33052" y="4763"/>
                        <a:pt x="33052" y="7715"/>
                      </a:cubicBezTo>
                      <a:cubicBezTo>
                        <a:pt x="33052" y="8477"/>
                        <a:pt x="33052" y="9620"/>
                        <a:pt x="32861" y="11430"/>
                      </a:cubicBezTo>
                      <a:cubicBezTo>
                        <a:pt x="32861" y="13240"/>
                        <a:pt x="32671" y="14573"/>
                        <a:pt x="32671" y="15621"/>
                      </a:cubicBezTo>
                      <a:cubicBezTo>
                        <a:pt x="29718" y="17907"/>
                        <a:pt x="27337" y="18955"/>
                        <a:pt x="25622" y="18955"/>
                      </a:cubicBezTo>
                      <a:cubicBezTo>
                        <a:pt x="24765" y="20002"/>
                        <a:pt x="24384" y="21622"/>
                        <a:pt x="24384" y="23717"/>
                      </a:cubicBezTo>
                      <a:cubicBezTo>
                        <a:pt x="24384" y="27717"/>
                        <a:pt x="24479" y="29527"/>
                        <a:pt x="24479" y="29146"/>
                      </a:cubicBezTo>
                      <a:cubicBezTo>
                        <a:pt x="24575" y="29146"/>
                        <a:pt x="27146" y="29337"/>
                        <a:pt x="32099" y="29432"/>
                      </a:cubicBezTo>
                      <a:cubicBezTo>
                        <a:pt x="32004" y="29908"/>
                        <a:pt x="31909" y="30289"/>
                        <a:pt x="31909" y="30671"/>
                      </a:cubicBezTo>
                      <a:cubicBezTo>
                        <a:pt x="31909" y="31432"/>
                        <a:pt x="32099" y="32290"/>
                        <a:pt x="32575" y="33433"/>
                      </a:cubicBezTo>
                      <a:cubicBezTo>
                        <a:pt x="33052" y="34576"/>
                        <a:pt x="33242" y="35433"/>
                        <a:pt x="33242" y="36100"/>
                      </a:cubicBezTo>
                      <a:cubicBezTo>
                        <a:pt x="33242" y="36576"/>
                        <a:pt x="33242" y="37052"/>
                        <a:pt x="33052" y="37624"/>
                      </a:cubicBezTo>
                      <a:lnTo>
                        <a:pt x="31813" y="38862"/>
                      </a:lnTo>
                      <a:cubicBezTo>
                        <a:pt x="31813" y="38862"/>
                        <a:pt x="32385" y="39243"/>
                        <a:pt x="32671" y="39243"/>
                      </a:cubicBezTo>
                      <a:cubicBezTo>
                        <a:pt x="32957" y="39243"/>
                        <a:pt x="33338" y="39052"/>
                        <a:pt x="33909" y="38862"/>
                      </a:cubicBezTo>
                      <a:cubicBezTo>
                        <a:pt x="34480" y="38576"/>
                        <a:pt x="34862" y="38481"/>
                        <a:pt x="35147" y="38481"/>
                      </a:cubicBezTo>
                      <a:cubicBezTo>
                        <a:pt x="34576" y="38100"/>
                        <a:pt x="34290" y="37338"/>
                        <a:pt x="34290" y="36004"/>
                      </a:cubicBezTo>
                      <a:cubicBezTo>
                        <a:pt x="34290" y="35242"/>
                        <a:pt x="34480" y="34004"/>
                        <a:pt x="34671" y="32385"/>
                      </a:cubicBezTo>
                      <a:cubicBezTo>
                        <a:pt x="34957" y="30766"/>
                        <a:pt x="35052" y="29813"/>
                        <a:pt x="35052" y="29337"/>
                      </a:cubicBezTo>
                      <a:lnTo>
                        <a:pt x="42958" y="28956"/>
                      </a:lnTo>
                      <a:lnTo>
                        <a:pt x="47054" y="23622"/>
                      </a:lnTo>
                      <a:cubicBezTo>
                        <a:pt x="44672" y="19812"/>
                        <a:pt x="41529" y="18002"/>
                        <a:pt x="37719" y="18002"/>
                      </a:cubicBezTo>
                      <a:cubicBezTo>
                        <a:pt x="36957" y="18002"/>
                        <a:pt x="36100" y="18002"/>
                        <a:pt x="35147" y="18192"/>
                      </a:cubicBezTo>
                      <a:cubicBezTo>
                        <a:pt x="35242" y="17526"/>
                        <a:pt x="35338" y="16764"/>
                        <a:pt x="35338" y="15907"/>
                      </a:cubicBezTo>
                      <a:cubicBezTo>
                        <a:pt x="35338" y="15049"/>
                        <a:pt x="35242" y="13716"/>
                        <a:pt x="35052" y="11811"/>
                      </a:cubicBezTo>
                      <a:cubicBezTo>
                        <a:pt x="34862" y="9906"/>
                        <a:pt x="34766" y="8477"/>
                        <a:pt x="34766" y="7620"/>
                      </a:cubicBezTo>
                      <a:cubicBezTo>
                        <a:pt x="34766" y="5524"/>
                        <a:pt x="35147" y="3715"/>
                        <a:pt x="36100" y="2191"/>
                      </a:cubicBezTo>
                      <a:lnTo>
                        <a:pt x="35242" y="2191"/>
                      </a:lnTo>
                      <a:cubicBezTo>
                        <a:pt x="35528" y="667"/>
                        <a:pt x="36671" y="0"/>
                        <a:pt x="38576" y="95"/>
                      </a:cubicBezTo>
                      <a:cubicBezTo>
                        <a:pt x="41529" y="190"/>
                        <a:pt x="42958" y="286"/>
                        <a:pt x="43148" y="190"/>
                      </a:cubicBezTo>
                      <a:cubicBezTo>
                        <a:pt x="43625" y="0"/>
                        <a:pt x="44196" y="190"/>
                        <a:pt x="44767" y="571"/>
                      </a:cubicBezTo>
                      <a:cubicBezTo>
                        <a:pt x="45339" y="952"/>
                        <a:pt x="45720" y="1143"/>
                        <a:pt x="45720" y="1143"/>
                      </a:cubicBezTo>
                      <a:cubicBezTo>
                        <a:pt x="46101" y="1143"/>
                        <a:pt x="46387" y="762"/>
                        <a:pt x="46577" y="0"/>
                      </a:cubicBezTo>
                      <a:cubicBezTo>
                        <a:pt x="47434" y="952"/>
                        <a:pt x="49054" y="1524"/>
                        <a:pt x="51530" y="1524"/>
                      </a:cubicBezTo>
                      <a:cubicBezTo>
                        <a:pt x="53721" y="1524"/>
                        <a:pt x="54959" y="2191"/>
                        <a:pt x="55245" y="3334"/>
                      </a:cubicBezTo>
                      <a:cubicBezTo>
                        <a:pt x="57055" y="4953"/>
                        <a:pt x="58960" y="6667"/>
                        <a:pt x="60865" y="8287"/>
                      </a:cubicBezTo>
                      <a:cubicBezTo>
                        <a:pt x="62960" y="10192"/>
                        <a:pt x="64294" y="12001"/>
                        <a:pt x="64675" y="14002"/>
                      </a:cubicBezTo>
                      <a:lnTo>
                        <a:pt x="65818" y="14002"/>
                      </a:lnTo>
                      <a:cubicBezTo>
                        <a:pt x="65246" y="18574"/>
                        <a:pt x="64961" y="23813"/>
                        <a:pt x="64961" y="29718"/>
                      </a:cubicBezTo>
                      <a:cubicBezTo>
                        <a:pt x="63913" y="29908"/>
                        <a:pt x="63341" y="30099"/>
                        <a:pt x="63341" y="30575"/>
                      </a:cubicBezTo>
                      <a:cubicBezTo>
                        <a:pt x="63341" y="30575"/>
                        <a:pt x="63341" y="30861"/>
                        <a:pt x="63532" y="31147"/>
                      </a:cubicBezTo>
                      <a:cubicBezTo>
                        <a:pt x="63627" y="31432"/>
                        <a:pt x="63722" y="31718"/>
                        <a:pt x="63722" y="31909"/>
                      </a:cubicBezTo>
                      <a:cubicBezTo>
                        <a:pt x="63722" y="32290"/>
                        <a:pt x="63437" y="32575"/>
                        <a:pt x="62865" y="32956"/>
                      </a:cubicBezTo>
                      <a:lnTo>
                        <a:pt x="62865" y="34099"/>
                      </a:lnTo>
                      <a:cubicBezTo>
                        <a:pt x="62865" y="34099"/>
                        <a:pt x="62294" y="33623"/>
                        <a:pt x="62008" y="33623"/>
                      </a:cubicBezTo>
                      <a:cubicBezTo>
                        <a:pt x="61246" y="34290"/>
                        <a:pt x="60960" y="34957"/>
                        <a:pt x="60960" y="35623"/>
                      </a:cubicBezTo>
                      <a:cubicBezTo>
                        <a:pt x="60960" y="36290"/>
                        <a:pt x="61722" y="37242"/>
                        <a:pt x="63341" y="38290"/>
                      </a:cubicBezTo>
                      <a:cubicBezTo>
                        <a:pt x="64961" y="39433"/>
                        <a:pt x="65818" y="40291"/>
                        <a:pt x="66104" y="41148"/>
                      </a:cubicBezTo>
                      <a:lnTo>
                        <a:pt x="66675" y="40576"/>
                      </a:lnTo>
                      <a:close/>
                      <a:moveTo>
                        <a:pt x="9334" y="59055"/>
                      </a:moveTo>
                      <a:lnTo>
                        <a:pt x="10192" y="58198"/>
                      </a:lnTo>
                      <a:lnTo>
                        <a:pt x="8192" y="58674"/>
                      </a:lnTo>
                      <a:lnTo>
                        <a:pt x="9334" y="59055"/>
                      </a:lnTo>
                      <a:close/>
                      <a:moveTo>
                        <a:pt x="10192" y="47625"/>
                      </a:moveTo>
                      <a:lnTo>
                        <a:pt x="12668" y="49339"/>
                      </a:lnTo>
                      <a:lnTo>
                        <a:pt x="12668" y="48006"/>
                      </a:lnTo>
                      <a:lnTo>
                        <a:pt x="12287" y="48482"/>
                      </a:lnTo>
                      <a:cubicBezTo>
                        <a:pt x="12287" y="48482"/>
                        <a:pt x="11525" y="48292"/>
                        <a:pt x="11335" y="47815"/>
                      </a:cubicBezTo>
                      <a:cubicBezTo>
                        <a:pt x="11144" y="47434"/>
                        <a:pt x="11049" y="47149"/>
                        <a:pt x="10954" y="47149"/>
                      </a:cubicBezTo>
                      <a:cubicBezTo>
                        <a:pt x="10763" y="47149"/>
                        <a:pt x="10573" y="47244"/>
                        <a:pt x="10192" y="47530"/>
                      </a:cubicBezTo>
                      <a:close/>
                      <a:moveTo>
                        <a:pt x="10573" y="65722"/>
                      </a:moveTo>
                      <a:cubicBezTo>
                        <a:pt x="10573" y="65722"/>
                        <a:pt x="11335" y="65532"/>
                        <a:pt x="12383" y="64865"/>
                      </a:cubicBezTo>
                      <a:cubicBezTo>
                        <a:pt x="12192" y="64865"/>
                        <a:pt x="12002" y="64865"/>
                        <a:pt x="11811" y="64865"/>
                      </a:cubicBezTo>
                      <a:cubicBezTo>
                        <a:pt x="11716" y="64865"/>
                        <a:pt x="11525" y="65056"/>
                        <a:pt x="11430" y="65341"/>
                      </a:cubicBezTo>
                      <a:cubicBezTo>
                        <a:pt x="11240" y="65722"/>
                        <a:pt x="11049" y="65817"/>
                        <a:pt x="10573" y="65817"/>
                      </a:cubicBezTo>
                      <a:close/>
                      <a:moveTo>
                        <a:pt x="15240" y="73914"/>
                      </a:moveTo>
                      <a:lnTo>
                        <a:pt x="15240" y="72580"/>
                      </a:lnTo>
                      <a:cubicBezTo>
                        <a:pt x="14573" y="72580"/>
                        <a:pt x="13716" y="73342"/>
                        <a:pt x="12859" y="74676"/>
                      </a:cubicBezTo>
                      <a:lnTo>
                        <a:pt x="12287" y="75533"/>
                      </a:lnTo>
                      <a:cubicBezTo>
                        <a:pt x="12287" y="75533"/>
                        <a:pt x="12668" y="75057"/>
                        <a:pt x="12859" y="74676"/>
                      </a:cubicBezTo>
                      <a:lnTo>
                        <a:pt x="13811" y="73438"/>
                      </a:lnTo>
                      <a:cubicBezTo>
                        <a:pt x="13811" y="73438"/>
                        <a:pt x="14478" y="74009"/>
                        <a:pt x="15240" y="74009"/>
                      </a:cubicBezTo>
                      <a:close/>
                      <a:moveTo>
                        <a:pt x="18859" y="79534"/>
                      </a:moveTo>
                      <a:lnTo>
                        <a:pt x="17240" y="80391"/>
                      </a:lnTo>
                      <a:lnTo>
                        <a:pt x="18383" y="80391"/>
                      </a:lnTo>
                      <a:lnTo>
                        <a:pt x="18764" y="79534"/>
                      </a:lnTo>
                      <a:close/>
                      <a:moveTo>
                        <a:pt x="18859" y="65151"/>
                      </a:moveTo>
                      <a:cubicBezTo>
                        <a:pt x="18859" y="65151"/>
                        <a:pt x="18764" y="65532"/>
                        <a:pt x="18764" y="65722"/>
                      </a:cubicBezTo>
                      <a:cubicBezTo>
                        <a:pt x="18764" y="65913"/>
                        <a:pt x="19145" y="66008"/>
                        <a:pt x="20003" y="66008"/>
                      </a:cubicBezTo>
                      <a:lnTo>
                        <a:pt x="18859" y="65151"/>
                      </a:lnTo>
                      <a:close/>
                      <a:moveTo>
                        <a:pt x="20383" y="59436"/>
                      </a:moveTo>
                      <a:cubicBezTo>
                        <a:pt x="20383" y="59436"/>
                        <a:pt x="20765" y="59531"/>
                        <a:pt x="20574" y="59531"/>
                      </a:cubicBezTo>
                      <a:lnTo>
                        <a:pt x="20383" y="59531"/>
                      </a:lnTo>
                      <a:close/>
                      <a:moveTo>
                        <a:pt x="21812" y="57721"/>
                      </a:moveTo>
                      <a:lnTo>
                        <a:pt x="21812" y="57721"/>
                      </a:lnTo>
                      <a:cubicBezTo>
                        <a:pt x="21812" y="57721"/>
                        <a:pt x="21812" y="57721"/>
                        <a:pt x="21812" y="57721"/>
                      </a:cubicBezTo>
                      <a:close/>
                      <a:moveTo>
                        <a:pt x="22670" y="58102"/>
                      </a:moveTo>
                      <a:lnTo>
                        <a:pt x="22670" y="58579"/>
                      </a:lnTo>
                      <a:cubicBezTo>
                        <a:pt x="22670" y="58579"/>
                        <a:pt x="22574" y="58483"/>
                        <a:pt x="22384" y="58198"/>
                      </a:cubicBezTo>
                      <a:cubicBezTo>
                        <a:pt x="22193" y="57912"/>
                        <a:pt x="22003" y="57817"/>
                        <a:pt x="21812" y="57721"/>
                      </a:cubicBezTo>
                      <a:lnTo>
                        <a:pt x="22670" y="56578"/>
                      </a:lnTo>
                      <a:cubicBezTo>
                        <a:pt x="22670" y="56578"/>
                        <a:pt x="23050" y="57245"/>
                        <a:pt x="23241" y="57245"/>
                      </a:cubicBezTo>
                      <a:cubicBezTo>
                        <a:pt x="23241" y="57245"/>
                        <a:pt x="23432" y="57245"/>
                        <a:pt x="23527" y="57245"/>
                      </a:cubicBezTo>
                      <a:cubicBezTo>
                        <a:pt x="23717" y="57245"/>
                        <a:pt x="23813" y="57150"/>
                        <a:pt x="23908" y="57150"/>
                      </a:cubicBezTo>
                      <a:cubicBezTo>
                        <a:pt x="24098" y="57150"/>
                        <a:pt x="24194" y="57340"/>
                        <a:pt x="24194" y="57912"/>
                      </a:cubicBezTo>
                      <a:lnTo>
                        <a:pt x="22193" y="57912"/>
                      </a:lnTo>
                      <a:lnTo>
                        <a:pt x="22670" y="58293"/>
                      </a:lnTo>
                      <a:close/>
                      <a:moveTo>
                        <a:pt x="23813" y="62770"/>
                      </a:moveTo>
                      <a:lnTo>
                        <a:pt x="24098" y="61531"/>
                      </a:lnTo>
                      <a:cubicBezTo>
                        <a:pt x="24098" y="61531"/>
                        <a:pt x="24670" y="62103"/>
                        <a:pt x="24670" y="62770"/>
                      </a:cubicBezTo>
                      <a:lnTo>
                        <a:pt x="23813" y="62770"/>
                      </a:lnTo>
                      <a:close/>
                      <a:moveTo>
                        <a:pt x="29146" y="46958"/>
                      </a:moveTo>
                      <a:cubicBezTo>
                        <a:pt x="29146" y="46958"/>
                        <a:pt x="29146" y="47149"/>
                        <a:pt x="29146" y="47244"/>
                      </a:cubicBezTo>
                      <a:lnTo>
                        <a:pt x="29146" y="46958"/>
                      </a:lnTo>
                      <a:close/>
                      <a:moveTo>
                        <a:pt x="32861" y="48387"/>
                      </a:moveTo>
                      <a:lnTo>
                        <a:pt x="31147" y="47530"/>
                      </a:lnTo>
                      <a:lnTo>
                        <a:pt x="32861" y="47815"/>
                      </a:lnTo>
                      <a:lnTo>
                        <a:pt x="32861" y="48292"/>
                      </a:lnTo>
                      <a:close/>
                      <a:moveTo>
                        <a:pt x="32385" y="44577"/>
                      </a:moveTo>
                      <a:lnTo>
                        <a:pt x="33242" y="47244"/>
                      </a:lnTo>
                      <a:cubicBezTo>
                        <a:pt x="32480" y="46863"/>
                        <a:pt x="32004" y="46196"/>
                        <a:pt x="32004" y="45434"/>
                      </a:cubicBezTo>
                      <a:cubicBezTo>
                        <a:pt x="32004" y="45053"/>
                        <a:pt x="32099" y="44767"/>
                        <a:pt x="32290" y="44577"/>
                      </a:cubicBezTo>
                      <a:close/>
                      <a:moveTo>
                        <a:pt x="35909" y="60674"/>
                      </a:moveTo>
                      <a:lnTo>
                        <a:pt x="37052" y="61055"/>
                      </a:lnTo>
                      <a:lnTo>
                        <a:pt x="35909" y="61436"/>
                      </a:lnTo>
                      <a:lnTo>
                        <a:pt x="35909" y="60579"/>
                      </a:lnTo>
                      <a:close/>
                      <a:moveTo>
                        <a:pt x="39433" y="79534"/>
                      </a:moveTo>
                      <a:lnTo>
                        <a:pt x="40291" y="76390"/>
                      </a:lnTo>
                      <a:cubicBezTo>
                        <a:pt x="39433" y="77152"/>
                        <a:pt x="39053" y="77819"/>
                        <a:pt x="39053" y="78486"/>
                      </a:cubicBezTo>
                      <a:cubicBezTo>
                        <a:pt x="39053" y="78867"/>
                        <a:pt x="39148" y="79153"/>
                        <a:pt x="39433" y="79534"/>
                      </a:cubicBezTo>
                      <a:close/>
                      <a:moveTo>
                        <a:pt x="42005" y="98869"/>
                      </a:moveTo>
                      <a:lnTo>
                        <a:pt x="41624" y="97631"/>
                      </a:lnTo>
                      <a:lnTo>
                        <a:pt x="42767" y="97631"/>
                      </a:lnTo>
                      <a:lnTo>
                        <a:pt x="42767" y="98584"/>
                      </a:lnTo>
                      <a:cubicBezTo>
                        <a:pt x="42767" y="98584"/>
                        <a:pt x="42386" y="98584"/>
                        <a:pt x="42005" y="98869"/>
                      </a:cubicBezTo>
                      <a:close/>
                      <a:moveTo>
                        <a:pt x="45339" y="81248"/>
                      </a:moveTo>
                      <a:lnTo>
                        <a:pt x="45339" y="80391"/>
                      </a:lnTo>
                      <a:cubicBezTo>
                        <a:pt x="44672" y="80391"/>
                        <a:pt x="44196" y="80486"/>
                        <a:pt x="44196" y="80772"/>
                      </a:cubicBezTo>
                      <a:lnTo>
                        <a:pt x="45339" y="81248"/>
                      </a:lnTo>
                      <a:close/>
                      <a:moveTo>
                        <a:pt x="50959" y="77533"/>
                      </a:moveTo>
                      <a:cubicBezTo>
                        <a:pt x="50959" y="77533"/>
                        <a:pt x="51340" y="77343"/>
                        <a:pt x="51530" y="77057"/>
                      </a:cubicBezTo>
                      <a:cubicBezTo>
                        <a:pt x="51721" y="76867"/>
                        <a:pt x="52007" y="76676"/>
                        <a:pt x="52197" y="76676"/>
                      </a:cubicBezTo>
                      <a:lnTo>
                        <a:pt x="50197" y="76390"/>
                      </a:lnTo>
                      <a:lnTo>
                        <a:pt x="51054" y="77533"/>
                      </a:lnTo>
                      <a:close/>
                      <a:moveTo>
                        <a:pt x="51816" y="71056"/>
                      </a:moveTo>
                      <a:cubicBezTo>
                        <a:pt x="52673" y="70199"/>
                        <a:pt x="53245" y="69818"/>
                        <a:pt x="53530" y="69913"/>
                      </a:cubicBezTo>
                      <a:lnTo>
                        <a:pt x="53054" y="69342"/>
                      </a:lnTo>
                      <a:lnTo>
                        <a:pt x="51911" y="71056"/>
                      </a:lnTo>
                      <a:close/>
                      <a:moveTo>
                        <a:pt x="52959" y="47625"/>
                      </a:moveTo>
                      <a:lnTo>
                        <a:pt x="54674" y="47625"/>
                      </a:lnTo>
                      <a:lnTo>
                        <a:pt x="53816" y="45910"/>
                      </a:lnTo>
                      <a:cubicBezTo>
                        <a:pt x="54197" y="46767"/>
                        <a:pt x="53816" y="47339"/>
                        <a:pt x="52959" y="47625"/>
                      </a:cubicBezTo>
                      <a:lnTo>
                        <a:pt x="52102" y="47625"/>
                      </a:lnTo>
                      <a:cubicBezTo>
                        <a:pt x="52102" y="47625"/>
                        <a:pt x="52673" y="47720"/>
                        <a:pt x="52959" y="47625"/>
                      </a:cubicBezTo>
                      <a:close/>
                      <a:moveTo>
                        <a:pt x="54674" y="60293"/>
                      </a:moveTo>
                      <a:cubicBezTo>
                        <a:pt x="54674" y="60293"/>
                        <a:pt x="53912" y="60293"/>
                        <a:pt x="53721" y="60007"/>
                      </a:cubicBezTo>
                      <a:cubicBezTo>
                        <a:pt x="53435" y="59626"/>
                        <a:pt x="53435" y="59150"/>
                        <a:pt x="53530" y="58769"/>
                      </a:cubicBezTo>
                      <a:lnTo>
                        <a:pt x="54674" y="60388"/>
                      </a:lnTo>
                      <a:close/>
                      <a:moveTo>
                        <a:pt x="56293" y="58674"/>
                      </a:moveTo>
                      <a:cubicBezTo>
                        <a:pt x="56293" y="58674"/>
                        <a:pt x="55912" y="58674"/>
                        <a:pt x="55721" y="58864"/>
                      </a:cubicBezTo>
                      <a:cubicBezTo>
                        <a:pt x="55436" y="58579"/>
                        <a:pt x="55245" y="58388"/>
                        <a:pt x="55054" y="58102"/>
                      </a:cubicBezTo>
                      <a:lnTo>
                        <a:pt x="55436" y="57721"/>
                      </a:lnTo>
                      <a:lnTo>
                        <a:pt x="53435" y="57436"/>
                      </a:lnTo>
                      <a:lnTo>
                        <a:pt x="56198" y="57721"/>
                      </a:lnTo>
                      <a:lnTo>
                        <a:pt x="56198" y="58579"/>
                      </a:lnTo>
                      <a:close/>
                      <a:moveTo>
                        <a:pt x="53816" y="55816"/>
                      </a:moveTo>
                      <a:lnTo>
                        <a:pt x="53816" y="53721"/>
                      </a:lnTo>
                      <a:cubicBezTo>
                        <a:pt x="54292" y="54292"/>
                        <a:pt x="54292" y="54959"/>
                        <a:pt x="53816" y="55816"/>
                      </a:cubicBezTo>
                      <a:close/>
                      <a:moveTo>
                        <a:pt x="55531" y="50768"/>
                      </a:moveTo>
                      <a:lnTo>
                        <a:pt x="55531" y="49911"/>
                      </a:lnTo>
                      <a:lnTo>
                        <a:pt x="54292" y="51244"/>
                      </a:lnTo>
                      <a:lnTo>
                        <a:pt x="55531" y="50768"/>
                      </a:lnTo>
                      <a:close/>
                      <a:moveTo>
                        <a:pt x="55531" y="58959"/>
                      </a:moveTo>
                      <a:cubicBezTo>
                        <a:pt x="55531" y="58959"/>
                        <a:pt x="55626" y="58959"/>
                        <a:pt x="55626" y="58864"/>
                      </a:cubicBezTo>
                      <a:lnTo>
                        <a:pt x="55721" y="58864"/>
                      </a:lnTo>
                      <a:cubicBezTo>
                        <a:pt x="55721" y="58864"/>
                        <a:pt x="55912" y="59150"/>
                        <a:pt x="55912" y="59341"/>
                      </a:cubicBezTo>
                      <a:cubicBezTo>
                        <a:pt x="55721" y="59246"/>
                        <a:pt x="55531" y="59055"/>
                        <a:pt x="55436" y="59055"/>
                      </a:cubicBezTo>
                      <a:close/>
                      <a:moveTo>
                        <a:pt x="55531" y="74581"/>
                      </a:moveTo>
                      <a:cubicBezTo>
                        <a:pt x="56293" y="75152"/>
                        <a:pt x="56769" y="75438"/>
                        <a:pt x="56769" y="75438"/>
                      </a:cubicBezTo>
                      <a:cubicBezTo>
                        <a:pt x="56007" y="74962"/>
                        <a:pt x="55817" y="74390"/>
                        <a:pt x="56007" y="73628"/>
                      </a:cubicBezTo>
                      <a:lnTo>
                        <a:pt x="56198" y="73342"/>
                      </a:lnTo>
                      <a:cubicBezTo>
                        <a:pt x="56198" y="73342"/>
                        <a:pt x="56007" y="73628"/>
                        <a:pt x="56007" y="73628"/>
                      </a:cubicBezTo>
                      <a:lnTo>
                        <a:pt x="55531" y="74581"/>
                      </a:lnTo>
                      <a:close/>
                      <a:moveTo>
                        <a:pt x="57150" y="34004"/>
                      </a:moveTo>
                      <a:lnTo>
                        <a:pt x="57150" y="32290"/>
                      </a:lnTo>
                      <a:lnTo>
                        <a:pt x="56864" y="32290"/>
                      </a:lnTo>
                      <a:lnTo>
                        <a:pt x="56864" y="34004"/>
                      </a:lnTo>
                      <a:lnTo>
                        <a:pt x="57150" y="34004"/>
                      </a:lnTo>
                      <a:close/>
                      <a:moveTo>
                        <a:pt x="59722" y="61436"/>
                      </a:moveTo>
                      <a:lnTo>
                        <a:pt x="60008" y="60198"/>
                      </a:lnTo>
                      <a:cubicBezTo>
                        <a:pt x="60008" y="60198"/>
                        <a:pt x="59531" y="60579"/>
                        <a:pt x="58865" y="60579"/>
                      </a:cubicBezTo>
                      <a:lnTo>
                        <a:pt x="58388" y="59722"/>
                      </a:lnTo>
                      <a:lnTo>
                        <a:pt x="56864" y="61817"/>
                      </a:lnTo>
                      <a:lnTo>
                        <a:pt x="57626" y="61817"/>
                      </a:lnTo>
                      <a:cubicBezTo>
                        <a:pt x="57626" y="61817"/>
                        <a:pt x="57436" y="61627"/>
                        <a:pt x="57245" y="61436"/>
                      </a:cubicBezTo>
                      <a:cubicBezTo>
                        <a:pt x="57436" y="60960"/>
                        <a:pt x="57721" y="60674"/>
                        <a:pt x="58103" y="60674"/>
                      </a:cubicBezTo>
                      <a:cubicBezTo>
                        <a:pt x="57912" y="60674"/>
                        <a:pt x="58483" y="60960"/>
                        <a:pt x="59817" y="61436"/>
                      </a:cubicBezTo>
                      <a:close/>
                      <a:moveTo>
                        <a:pt x="57721" y="74104"/>
                      </a:moveTo>
                      <a:lnTo>
                        <a:pt x="60103" y="74962"/>
                      </a:lnTo>
                      <a:lnTo>
                        <a:pt x="59246" y="74104"/>
                      </a:lnTo>
                      <a:lnTo>
                        <a:pt x="57817" y="74104"/>
                      </a:lnTo>
                      <a:close/>
                      <a:moveTo>
                        <a:pt x="61246" y="67246"/>
                      </a:moveTo>
                      <a:lnTo>
                        <a:pt x="61246" y="66008"/>
                      </a:lnTo>
                      <a:lnTo>
                        <a:pt x="60388" y="67723"/>
                      </a:lnTo>
                      <a:cubicBezTo>
                        <a:pt x="60388" y="67723"/>
                        <a:pt x="61055" y="67342"/>
                        <a:pt x="61246" y="67342"/>
                      </a:cubicBezTo>
                      <a:close/>
                      <a:moveTo>
                        <a:pt x="68294" y="78296"/>
                      </a:moveTo>
                      <a:cubicBezTo>
                        <a:pt x="68294" y="78867"/>
                        <a:pt x="68294" y="79724"/>
                        <a:pt x="68580" y="80581"/>
                      </a:cubicBezTo>
                      <a:lnTo>
                        <a:pt x="67913" y="80581"/>
                      </a:lnTo>
                      <a:cubicBezTo>
                        <a:pt x="67913" y="80581"/>
                        <a:pt x="67913" y="80200"/>
                        <a:pt x="67532" y="80010"/>
                      </a:cubicBezTo>
                      <a:cubicBezTo>
                        <a:pt x="67246" y="79724"/>
                        <a:pt x="67056" y="79534"/>
                        <a:pt x="67056" y="79438"/>
                      </a:cubicBezTo>
                      <a:lnTo>
                        <a:pt x="68199" y="78296"/>
                      </a:lnTo>
                      <a:close/>
                      <a:moveTo>
                        <a:pt x="73628" y="21336"/>
                      </a:moveTo>
                      <a:lnTo>
                        <a:pt x="74771" y="21622"/>
                      </a:lnTo>
                      <a:lnTo>
                        <a:pt x="72104" y="21622"/>
                      </a:lnTo>
                      <a:lnTo>
                        <a:pt x="73628" y="21336"/>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 name="Google Shape;1147;p99"/>
                <p:cNvSpPr/>
                <p:nvPr/>
              </p:nvSpPr>
              <p:spPr>
                <a:xfrm>
                  <a:off x="3772947" y="4741925"/>
                  <a:ext cx="19050" cy="86106"/>
                </a:xfrm>
                <a:custGeom>
                  <a:avLst/>
                  <a:gdLst/>
                  <a:ahLst/>
                  <a:cxnLst/>
                  <a:rect l="l" t="t" r="r" b="b"/>
                  <a:pathLst>
                    <a:path w="19050" h="86106" extrusionOk="0">
                      <a:moveTo>
                        <a:pt x="17526" y="74867"/>
                      </a:moveTo>
                      <a:cubicBezTo>
                        <a:pt x="17526" y="76962"/>
                        <a:pt x="17526" y="78200"/>
                        <a:pt x="17240" y="78677"/>
                      </a:cubicBezTo>
                      <a:cubicBezTo>
                        <a:pt x="18002" y="81534"/>
                        <a:pt x="17812" y="83725"/>
                        <a:pt x="16859" y="85154"/>
                      </a:cubicBezTo>
                      <a:cubicBezTo>
                        <a:pt x="16192" y="85535"/>
                        <a:pt x="15430" y="85725"/>
                        <a:pt x="14383" y="85725"/>
                      </a:cubicBezTo>
                      <a:lnTo>
                        <a:pt x="11335" y="85725"/>
                      </a:lnTo>
                      <a:cubicBezTo>
                        <a:pt x="11335" y="84677"/>
                        <a:pt x="11335" y="84106"/>
                        <a:pt x="11049" y="84011"/>
                      </a:cubicBezTo>
                      <a:cubicBezTo>
                        <a:pt x="11049" y="85439"/>
                        <a:pt x="10478" y="86106"/>
                        <a:pt x="9430" y="86106"/>
                      </a:cubicBezTo>
                      <a:cubicBezTo>
                        <a:pt x="9049" y="86106"/>
                        <a:pt x="8477" y="86011"/>
                        <a:pt x="7620" y="85820"/>
                      </a:cubicBezTo>
                      <a:cubicBezTo>
                        <a:pt x="6763" y="85630"/>
                        <a:pt x="6191" y="85535"/>
                        <a:pt x="5810" y="85535"/>
                      </a:cubicBezTo>
                      <a:cubicBezTo>
                        <a:pt x="5429" y="85535"/>
                        <a:pt x="5048" y="85535"/>
                        <a:pt x="4858" y="85725"/>
                      </a:cubicBezTo>
                      <a:cubicBezTo>
                        <a:pt x="4572" y="85439"/>
                        <a:pt x="4286" y="85249"/>
                        <a:pt x="4000" y="85249"/>
                      </a:cubicBezTo>
                      <a:cubicBezTo>
                        <a:pt x="3810" y="85249"/>
                        <a:pt x="3524" y="85249"/>
                        <a:pt x="3238" y="85439"/>
                      </a:cubicBezTo>
                      <a:cubicBezTo>
                        <a:pt x="2953" y="85439"/>
                        <a:pt x="2667" y="85630"/>
                        <a:pt x="2572" y="85630"/>
                      </a:cubicBezTo>
                      <a:cubicBezTo>
                        <a:pt x="2191" y="85630"/>
                        <a:pt x="1905" y="85439"/>
                        <a:pt x="1619" y="85154"/>
                      </a:cubicBezTo>
                      <a:cubicBezTo>
                        <a:pt x="857" y="81820"/>
                        <a:pt x="571" y="78296"/>
                        <a:pt x="571" y="74581"/>
                      </a:cubicBezTo>
                      <a:cubicBezTo>
                        <a:pt x="571" y="71628"/>
                        <a:pt x="953" y="66770"/>
                        <a:pt x="1619" y="60103"/>
                      </a:cubicBezTo>
                      <a:cubicBezTo>
                        <a:pt x="762" y="55150"/>
                        <a:pt x="571" y="46958"/>
                        <a:pt x="1048" y="35719"/>
                      </a:cubicBezTo>
                      <a:cubicBezTo>
                        <a:pt x="286" y="35052"/>
                        <a:pt x="0" y="34480"/>
                        <a:pt x="0" y="34004"/>
                      </a:cubicBezTo>
                      <a:cubicBezTo>
                        <a:pt x="0" y="33814"/>
                        <a:pt x="191" y="33528"/>
                        <a:pt x="476" y="33147"/>
                      </a:cubicBezTo>
                      <a:cubicBezTo>
                        <a:pt x="762" y="32766"/>
                        <a:pt x="953" y="32385"/>
                        <a:pt x="953" y="32004"/>
                      </a:cubicBezTo>
                      <a:cubicBezTo>
                        <a:pt x="953" y="31623"/>
                        <a:pt x="762" y="31052"/>
                        <a:pt x="476" y="30385"/>
                      </a:cubicBezTo>
                      <a:cubicBezTo>
                        <a:pt x="857" y="29909"/>
                        <a:pt x="857" y="28575"/>
                        <a:pt x="476" y="26479"/>
                      </a:cubicBezTo>
                      <a:cubicBezTo>
                        <a:pt x="95" y="24670"/>
                        <a:pt x="667" y="23622"/>
                        <a:pt x="2096" y="23336"/>
                      </a:cubicBezTo>
                      <a:lnTo>
                        <a:pt x="476" y="20669"/>
                      </a:lnTo>
                      <a:cubicBezTo>
                        <a:pt x="1048" y="20288"/>
                        <a:pt x="1333" y="19717"/>
                        <a:pt x="1333" y="18860"/>
                      </a:cubicBezTo>
                      <a:cubicBezTo>
                        <a:pt x="1333" y="18288"/>
                        <a:pt x="1143" y="17336"/>
                        <a:pt x="857" y="15907"/>
                      </a:cubicBezTo>
                      <a:cubicBezTo>
                        <a:pt x="476" y="14478"/>
                        <a:pt x="286" y="13430"/>
                        <a:pt x="286" y="12668"/>
                      </a:cubicBezTo>
                      <a:cubicBezTo>
                        <a:pt x="286" y="11621"/>
                        <a:pt x="571" y="10859"/>
                        <a:pt x="1143" y="10192"/>
                      </a:cubicBezTo>
                      <a:cubicBezTo>
                        <a:pt x="953" y="7811"/>
                        <a:pt x="857" y="6382"/>
                        <a:pt x="857" y="6001"/>
                      </a:cubicBezTo>
                      <a:cubicBezTo>
                        <a:pt x="857" y="3238"/>
                        <a:pt x="1810" y="1524"/>
                        <a:pt x="3810" y="762"/>
                      </a:cubicBezTo>
                      <a:lnTo>
                        <a:pt x="5715" y="762"/>
                      </a:lnTo>
                      <a:cubicBezTo>
                        <a:pt x="6477" y="762"/>
                        <a:pt x="7525" y="667"/>
                        <a:pt x="9144" y="381"/>
                      </a:cubicBezTo>
                      <a:cubicBezTo>
                        <a:pt x="10668" y="190"/>
                        <a:pt x="11906" y="0"/>
                        <a:pt x="12668" y="0"/>
                      </a:cubicBezTo>
                      <a:cubicBezTo>
                        <a:pt x="14859" y="0"/>
                        <a:pt x="16478" y="857"/>
                        <a:pt x="17431" y="2667"/>
                      </a:cubicBezTo>
                      <a:cubicBezTo>
                        <a:pt x="17526" y="8858"/>
                        <a:pt x="17526" y="18288"/>
                        <a:pt x="17431" y="30766"/>
                      </a:cubicBezTo>
                      <a:cubicBezTo>
                        <a:pt x="17431" y="30766"/>
                        <a:pt x="17050" y="30766"/>
                        <a:pt x="16478" y="31147"/>
                      </a:cubicBezTo>
                      <a:cubicBezTo>
                        <a:pt x="16288" y="31623"/>
                        <a:pt x="16669" y="32099"/>
                        <a:pt x="17335" y="32480"/>
                      </a:cubicBezTo>
                      <a:cubicBezTo>
                        <a:pt x="18002" y="32861"/>
                        <a:pt x="18288" y="33242"/>
                        <a:pt x="18288" y="33433"/>
                      </a:cubicBezTo>
                      <a:cubicBezTo>
                        <a:pt x="18288" y="33719"/>
                        <a:pt x="18002" y="34004"/>
                        <a:pt x="17431" y="34385"/>
                      </a:cubicBezTo>
                      <a:lnTo>
                        <a:pt x="16478" y="35243"/>
                      </a:lnTo>
                      <a:cubicBezTo>
                        <a:pt x="17335" y="36386"/>
                        <a:pt x="17717" y="37719"/>
                        <a:pt x="17717" y="39243"/>
                      </a:cubicBezTo>
                      <a:cubicBezTo>
                        <a:pt x="17717" y="40005"/>
                        <a:pt x="17621" y="41053"/>
                        <a:pt x="17335" y="42577"/>
                      </a:cubicBezTo>
                      <a:cubicBezTo>
                        <a:pt x="17050" y="44101"/>
                        <a:pt x="16954" y="45244"/>
                        <a:pt x="16954" y="46006"/>
                      </a:cubicBezTo>
                      <a:cubicBezTo>
                        <a:pt x="16954" y="46958"/>
                        <a:pt x="17050" y="47911"/>
                        <a:pt x="17335" y="48768"/>
                      </a:cubicBezTo>
                      <a:cubicBezTo>
                        <a:pt x="17431" y="53912"/>
                        <a:pt x="17335" y="61436"/>
                        <a:pt x="16954" y="71152"/>
                      </a:cubicBezTo>
                      <a:cubicBezTo>
                        <a:pt x="17050" y="71438"/>
                        <a:pt x="17431" y="71533"/>
                        <a:pt x="17907" y="71438"/>
                      </a:cubicBezTo>
                      <a:lnTo>
                        <a:pt x="19050" y="71438"/>
                      </a:lnTo>
                      <a:cubicBezTo>
                        <a:pt x="18097" y="71914"/>
                        <a:pt x="17621" y="73057"/>
                        <a:pt x="17621" y="74771"/>
                      </a:cubicBezTo>
                      <a:close/>
                      <a:moveTo>
                        <a:pt x="3620" y="21336"/>
                      </a:moveTo>
                      <a:cubicBezTo>
                        <a:pt x="3620" y="21336"/>
                        <a:pt x="3334" y="21527"/>
                        <a:pt x="3334" y="21622"/>
                      </a:cubicBezTo>
                      <a:cubicBezTo>
                        <a:pt x="3334" y="21908"/>
                        <a:pt x="3524" y="22098"/>
                        <a:pt x="3810" y="22384"/>
                      </a:cubicBezTo>
                      <a:cubicBezTo>
                        <a:pt x="4191" y="22574"/>
                        <a:pt x="4477" y="22670"/>
                        <a:pt x="4763" y="22384"/>
                      </a:cubicBezTo>
                      <a:cubicBezTo>
                        <a:pt x="4382" y="21908"/>
                        <a:pt x="4000" y="21527"/>
                        <a:pt x="3620" y="21241"/>
                      </a:cubicBezTo>
                      <a:close/>
                      <a:moveTo>
                        <a:pt x="4000" y="19526"/>
                      </a:moveTo>
                      <a:lnTo>
                        <a:pt x="5143" y="17812"/>
                      </a:lnTo>
                      <a:lnTo>
                        <a:pt x="3620" y="18288"/>
                      </a:lnTo>
                      <a:cubicBezTo>
                        <a:pt x="3620" y="18288"/>
                        <a:pt x="4000" y="18764"/>
                        <a:pt x="4000" y="19431"/>
                      </a:cubicBezTo>
                      <a:close/>
                      <a:moveTo>
                        <a:pt x="3620" y="76581"/>
                      </a:moveTo>
                      <a:lnTo>
                        <a:pt x="5143" y="76581"/>
                      </a:lnTo>
                      <a:cubicBezTo>
                        <a:pt x="5143" y="76581"/>
                        <a:pt x="4858" y="76010"/>
                        <a:pt x="4382" y="76010"/>
                      </a:cubicBezTo>
                      <a:cubicBezTo>
                        <a:pt x="4000" y="76010"/>
                        <a:pt x="3715" y="76200"/>
                        <a:pt x="3620" y="76581"/>
                      </a:cubicBezTo>
                      <a:close/>
                      <a:moveTo>
                        <a:pt x="16097" y="33719"/>
                      </a:moveTo>
                      <a:cubicBezTo>
                        <a:pt x="15716" y="34290"/>
                        <a:pt x="15812" y="34671"/>
                        <a:pt x="16288" y="34862"/>
                      </a:cubicBezTo>
                      <a:cubicBezTo>
                        <a:pt x="16954" y="34385"/>
                        <a:pt x="17240" y="33909"/>
                        <a:pt x="17240" y="33528"/>
                      </a:cubicBezTo>
                      <a:cubicBezTo>
                        <a:pt x="17240" y="33242"/>
                        <a:pt x="16859" y="32861"/>
                        <a:pt x="16002" y="32290"/>
                      </a:cubicBezTo>
                      <a:cubicBezTo>
                        <a:pt x="15145" y="31718"/>
                        <a:pt x="14764" y="31242"/>
                        <a:pt x="14859" y="30766"/>
                      </a:cubicBezTo>
                      <a:lnTo>
                        <a:pt x="14288" y="31147"/>
                      </a:lnTo>
                      <a:lnTo>
                        <a:pt x="15145" y="32004"/>
                      </a:lnTo>
                      <a:lnTo>
                        <a:pt x="14288" y="32861"/>
                      </a:lnTo>
                      <a:cubicBezTo>
                        <a:pt x="14288" y="32861"/>
                        <a:pt x="13716" y="32195"/>
                        <a:pt x="13430" y="31623"/>
                      </a:cubicBezTo>
                      <a:cubicBezTo>
                        <a:pt x="13145" y="30956"/>
                        <a:pt x="12763" y="30671"/>
                        <a:pt x="12287" y="30671"/>
                      </a:cubicBezTo>
                      <a:cubicBezTo>
                        <a:pt x="12097" y="30671"/>
                        <a:pt x="11716" y="30671"/>
                        <a:pt x="11335" y="30861"/>
                      </a:cubicBezTo>
                      <a:lnTo>
                        <a:pt x="12763" y="32385"/>
                      </a:lnTo>
                      <a:cubicBezTo>
                        <a:pt x="12383" y="32861"/>
                        <a:pt x="11811" y="33242"/>
                        <a:pt x="10954" y="33433"/>
                      </a:cubicBezTo>
                      <a:cubicBezTo>
                        <a:pt x="9811" y="33814"/>
                        <a:pt x="9144" y="34004"/>
                        <a:pt x="9049" y="34100"/>
                      </a:cubicBezTo>
                      <a:cubicBezTo>
                        <a:pt x="11906" y="34957"/>
                        <a:pt x="13525" y="34576"/>
                        <a:pt x="14097" y="32956"/>
                      </a:cubicBezTo>
                      <a:cubicBezTo>
                        <a:pt x="14478" y="33814"/>
                        <a:pt x="14764" y="34195"/>
                        <a:pt x="14954" y="34100"/>
                      </a:cubicBezTo>
                      <a:cubicBezTo>
                        <a:pt x="14954" y="33814"/>
                        <a:pt x="15050" y="33433"/>
                        <a:pt x="15621" y="32956"/>
                      </a:cubicBezTo>
                      <a:cubicBezTo>
                        <a:pt x="16383" y="32956"/>
                        <a:pt x="16669" y="33242"/>
                        <a:pt x="16288" y="33814"/>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 name="Google Shape;1148;p99"/>
                <p:cNvSpPr/>
                <p:nvPr/>
              </p:nvSpPr>
              <p:spPr>
                <a:xfrm>
                  <a:off x="3799125" y="4733067"/>
                  <a:ext cx="65166" cy="102869"/>
                </a:xfrm>
                <a:custGeom>
                  <a:avLst/>
                  <a:gdLst/>
                  <a:ahLst/>
                  <a:cxnLst/>
                  <a:rect l="l" t="t" r="r" b="b"/>
                  <a:pathLst>
                    <a:path w="65166" h="102869" extrusionOk="0">
                      <a:moveTo>
                        <a:pt x="59070" y="31052"/>
                      </a:moveTo>
                      <a:cubicBezTo>
                        <a:pt x="60785" y="31909"/>
                        <a:pt x="61737" y="32290"/>
                        <a:pt x="62023" y="32290"/>
                      </a:cubicBezTo>
                      <a:cubicBezTo>
                        <a:pt x="60594" y="33814"/>
                        <a:pt x="60023" y="34957"/>
                        <a:pt x="60213" y="35719"/>
                      </a:cubicBezTo>
                      <a:cubicBezTo>
                        <a:pt x="60023" y="35719"/>
                        <a:pt x="59832" y="35623"/>
                        <a:pt x="59546" y="35623"/>
                      </a:cubicBezTo>
                      <a:cubicBezTo>
                        <a:pt x="59261" y="35623"/>
                        <a:pt x="58784" y="35814"/>
                        <a:pt x="58022" y="36100"/>
                      </a:cubicBezTo>
                      <a:cubicBezTo>
                        <a:pt x="57260" y="36386"/>
                        <a:pt x="56689" y="36481"/>
                        <a:pt x="56403" y="36481"/>
                      </a:cubicBezTo>
                      <a:cubicBezTo>
                        <a:pt x="55736" y="36481"/>
                        <a:pt x="55260" y="36100"/>
                        <a:pt x="54974" y="35242"/>
                      </a:cubicBezTo>
                      <a:cubicBezTo>
                        <a:pt x="54879" y="35433"/>
                        <a:pt x="54689" y="36100"/>
                        <a:pt x="54593" y="37243"/>
                      </a:cubicBezTo>
                      <a:cubicBezTo>
                        <a:pt x="54498" y="38005"/>
                        <a:pt x="54022" y="38576"/>
                        <a:pt x="53355" y="38957"/>
                      </a:cubicBezTo>
                      <a:lnTo>
                        <a:pt x="50117" y="39338"/>
                      </a:lnTo>
                      <a:lnTo>
                        <a:pt x="50593" y="39814"/>
                      </a:lnTo>
                      <a:cubicBezTo>
                        <a:pt x="49069" y="40291"/>
                        <a:pt x="47450" y="40577"/>
                        <a:pt x="45640" y="40577"/>
                      </a:cubicBezTo>
                      <a:lnTo>
                        <a:pt x="46021" y="40100"/>
                      </a:lnTo>
                      <a:cubicBezTo>
                        <a:pt x="46211" y="39338"/>
                        <a:pt x="45926" y="38957"/>
                        <a:pt x="45164" y="38957"/>
                      </a:cubicBezTo>
                      <a:cubicBezTo>
                        <a:pt x="44211" y="38957"/>
                        <a:pt x="43735" y="38671"/>
                        <a:pt x="43544" y="38481"/>
                      </a:cubicBezTo>
                      <a:lnTo>
                        <a:pt x="41830" y="38481"/>
                      </a:lnTo>
                      <a:cubicBezTo>
                        <a:pt x="42687" y="38195"/>
                        <a:pt x="43068" y="37814"/>
                        <a:pt x="43068" y="37147"/>
                      </a:cubicBezTo>
                      <a:cubicBezTo>
                        <a:pt x="43068" y="36957"/>
                        <a:pt x="42973" y="36576"/>
                        <a:pt x="42782" y="36004"/>
                      </a:cubicBezTo>
                      <a:cubicBezTo>
                        <a:pt x="42592" y="35433"/>
                        <a:pt x="42497" y="35052"/>
                        <a:pt x="42497" y="34862"/>
                      </a:cubicBezTo>
                      <a:cubicBezTo>
                        <a:pt x="42497" y="34671"/>
                        <a:pt x="42497" y="34480"/>
                        <a:pt x="42687" y="34290"/>
                      </a:cubicBezTo>
                      <a:lnTo>
                        <a:pt x="40973" y="33623"/>
                      </a:lnTo>
                      <a:cubicBezTo>
                        <a:pt x="40973" y="33623"/>
                        <a:pt x="41163" y="32861"/>
                        <a:pt x="41163" y="32575"/>
                      </a:cubicBezTo>
                      <a:cubicBezTo>
                        <a:pt x="41163" y="31909"/>
                        <a:pt x="40592" y="31147"/>
                        <a:pt x="39544" y="30480"/>
                      </a:cubicBezTo>
                      <a:cubicBezTo>
                        <a:pt x="38306" y="29623"/>
                        <a:pt x="37544" y="29051"/>
                        <a:pt x="37258" y="28670"/>
                      </a:cubicBezTo>
                      <a:cubicBezTo>
                        <a:pt x="36782" y="28861"/>
                        <a:pt x="36305" y="29051"/>
                        <a:pt x="36020" y="29051"/>
                      </a:cubicBezTo>
                      <a:cubicBezTo>
                        <a:pt x="35353" y="29051"/>
                        <a:pt x="34591" y="28575"/>
                        <a:pt x="33924" y="27622"/>
                      </a:cubicBezTo>
                      <a:cubicBezTo>
                        <a:pt x="33257" y="26670"/>
                        <a:pt x="32686" y="26194"/>
                        <a:pt x="32305" y="26194"/>
                      </a:cubicBezTo>
                      <a:cubicBezTo>
                        <a:pt x="31829" y="26194"/>
                        <a:pt x="31352" y="26479"/>
                        <a:pt x="30781" y="27051"/>
                      </a:cubicBezTo>
                      <a:lnTo>
                        <a:pt x="29447" y="25813"/>
                      </a:lnTo>
                      <a:cubicBezTo>
                        <a:pt x="28781" y="26479"/>
                        <a:pt x="27733" y="27241"/>
                        <a:pt x="26114" y="28004"/>
                      </a:cubicBezTo>
                      <a:cubicBezTo>
                        <a:pt x="24494" y="28765"/>
                        <a:pt x="23351" y="29718"/>
                        <a:pt x="22685" y="30766"/>
                      </a:cubicBezTo>
                      <a:cubicBezTo>
                        <a:pt x="22589" y="30385"/>
                        <a:pt x="22304" y="30289"/>
                        <a:pt x="21923" y="30289"/>
                      </a:cubicBezTo>
                      <a:lnTo>
                        <a:pt x="20970" y="30289"/>
                      </a:lnTo>
                      <a:cubicBezTo>
                        <a:pt x="20208" y="30956"/>
                        <a:pt x="19256" y="33623"/>
                        <a:pt x="17922" y="38005"/>
                      </a:cubicBezTo>
                      <a:cubicBezTo>
                        <a:pt x="16970" y="41243"/>
                        <a:pt x="15255" y="42863"/>
                        <a:pt x="12779" y="42863"/>
                      </a:cubicBezTo>
                      <a:cubicBezTo>
                        <a:pt x="12207" y="42863"/>
                        <a:pt x="11540" y="42863"/>
                        <a:pt x="10874" y="42672"/>
                      </a:cubicBezTo>
                      <a:cubicBezTo>
                        <a:pt x="11731" y="42863"/>
                        <a:pt x="12969" y="43053"/>
                        <a:pt x="14588" y="43434"/>
                      </a:cubicBezTo>
                      <a:lnTo>
                        <a:pt x="14493" y="43434"/>
                      </a:lnTo>
                      <a:cubicBezTo>
                        <a:pt x="14207" y="44196"/>
                        <a:pt x="13445" y="44577"/>
                        <a:pt x="12207" y="44672"/>
                      </a:cubicBezTo>
                      <a:lnTo>
                        <a:pt x="9254" y="44672"/>
                      </a:lnTo>
                      <a:cubicBezTo>
                        <a:pt x="8683" y="44672"/>
                        <a:pt x="8207" y="44863"/>
                        <a:pt x="7921" y="45053"/>
                      </a:cubicBezTo>
                      <a:cubicBezTo>
                        <a:pt x="7921" y="45434"/>
                        <a:pt x="7826" y="45720"/>
                        <a:pt x="7826" y="46006"/>
                      </a:cubicBezTo>
                      <a:cubicBezTo>
                        <a:pt x="7826" y="46768"/>
                        <a:pt x="8302" y="47149"/>
                        <a:pt x="9254" y="47149"/>
                      </a:cubicBezTo>
                      <a:cubicBezTo>
                        <a:pt x="9350" y="47149"/>
                        <a:pt x="9635" y="47149"/>
                        <a:pt x="10016" y="47054"/>
                      </a:cubicBezTo>
                      <a:lnTo>
                        <a:pt x="10874" y="47054"/>
                      </a:lnTo>
                      <a:cubicBezTo>
                        <a:pt x="11540" y="47054"/>
                        <a:pt x="11921" y="47244"/>
                        <a:pt x="12112" y="47435"/>
                      </a:cubicBezTo>
                      <a:lnTo>
                        <a:pt x="12112" y="46482"/>
                      </a:lnTo>
                      <a:lnTo>
                        <a:pt x="14684" y="49054"/>
                      </a:lnTo>
                      <a:lnTo>
                        <a:pt x="15350" y="47815"/>
                      </a:lnTo>
                      <a:lnTo>
                        <a:pt x="15065" y="47435"/>
                      </a:lnTo>
                      <a:lnTo>
                        <a:pt x="15350" y="47054"/>
                      </a:lnTo>
                      <a:lnTo>
                        <a:pt x="16303" y="49054"/>
                      </a:lnTo>
                      <a:cubicBezTo>
                        <a:pt x="17160" y="48101"/>
                        <a:pt x="16970" y="46958"/>
                        <a:pt x="15922" y="45625"/>
                      </a:cubicBezTo>
                      <a:cubicBezTo>
                        <a:pt x="16398" y="45625"/>
                        <a:pt x="16970" y="45720"/>
                        <a:pt x="17541" y="46196"/>
                      </a:cubicBezTo>
                      <a:cubicBezTo>
                        <a:pt x="16779" y="46577"/>
                        <a:pt x="16779" y="48101"/>
                        <a:pt x="17541" y="50673"/>
                      </a:cubicBezTo>
                      <a:lnTo>
                        <a:pt x="17160" y="65913"/>
                      </a:lnTo>
                      <a:cubicBezTo>
                        <a:pt x="17732" y="66770"/>
                        <a:pt x="18398" y="68580"/>
                        <a:pt x="19160" y="71247"/>
                      </a:cubicBezTo>
                      <a:cubicBezTo>
                        <a:pt x="22399" y="74390"/>
                        <a:pt x="27542" y="76676"/>
                        <a:pt x="34400" y="78296"/>
                      </a:cubicBezTo>
                      <a:cubicBezTo>
                        <a:pt x="34972" y="76771"/>
                        <a:pt x="36401" y="75914"/>
                        <a:pt x="38687" y="75629"/>
                      </a:cubicBezTo>
                      <a:cubicBezTo>
                        <a:pt x="40973" y="75438"/>
                        <a:pt x="42306" y="74486"/>
                        <a:pt x="42592" y="72962"/>
                      </a:cubicBezTo>
                      <a:cubicBezTo>
                        <a:pt x="42973" y="72771"/>
                        <a:pt x="43544" y="72390"/>
                        <a:pt x="44116" y="71819"/>
                      </a:cubicBezTo>
                      <a:lnTo>
                        <a:pt x="43259" y="70390"/>
                      </a:lnTo>
                      <a:cubicBezTo>
                        <a:pt x="43259" y="70390"/>
                        <a:pt x="43925" y="70009"/>
                        <a:pt x="44973" y="69247"/>
                      </a:cubicBezTo>
                      <a:cubicBezTo>
                        <a:pt x="44497" y="66675"/>
                        <a:pt x="43163" y="65437"/>
                        <a:pt x="41068" y="65437"/>
                      </a:cubicBezTo>
                      <a:cubicBezTo>
                        <a:pt x="40401" y="65437"/>
                        <a:pt x="39353" y="65627"/>
                        <a:pt x="37829" y="65913"/>
                      </a:cubicBezTo>
                      <a:cubicBezTo>
                        <a:pt x="36305" y="66294"/>
                        <a:pt x="35258" y="66389"/>
                        <a:pt x="34496" y="66389"/>
                      </a:cubicBezTo>
                      <a:cubicBezTo>
                        <a:pt x="33734" y="66389"/>
                        <a:pt x="33162" y="66199"/>
                        <a:pt x="32686" y="66008"/>
                      </a:cubicBezTo>
                      <a:lnTo>
                        <a:pt x="29352" y="66008"/>
                      </a:lnTo>
                      <a:cubicBezTo>
                        <a:pt x="29352" y="66008"/>
                        <a:pt x="29162" y="65437"/>
                        <a:pt x="28495" y="64865"/>
                      </a:cubicBezTo>
                      <a:cubicBezTo>
                        <a:pt x="28019" y="65341"/>
                        <a:pt x="27638" y="65627"/>
                        <a:pt x="27447" y="65627"/>
                      </a:cubicBezTo>
                      <a:cubicBezTo>
                        <a:pt x="27257" y="65627"/>
                        <a:pt x="27066" y="65437"/>
                        <a:pt x="26971" y="65151"/>
                      </a:cubicBezTo>
                      <a:cubicBezTo>
                        <a:pt x="26209" y="64579"/>
                        <a:pt x="25923" y="63532"/>
                        <a:pt x="26304" y="62103"/>
                      </a:cubicBezTo>
                      <a:cubicBezTo>
                        <a:pt x="26590" y="60674"/>
                        <a:pt x="26590" y="59627"/>
                        <a:pt x="26114" y="58960"/>
                      </a:cubicBezTo>
                      <a:cubicBezTo>
                        <a:pt x="26114" y="56674"/>
                        <a:pt x="26114" y="55436"/>
                        <a:pt x="26209" y="55150"/>
                      </a:cubicBezTo>
                      <a:cubicBezTo>
                        <a:pt x="26399" y="53530"/>
                        <a:pt x="27066" y="52483"/>
                        <a:pt x="28114" y="51911"/>
                      </a:cubicBezTo>
                      <a:cubicBezTo>
                        <a:pt x="30781" y="51149"/>
                        <a:pt x="33924" y="50768"/>
                        <a:pt x="37448" y="50768"/>
                      </a:cubicBezTo>
                      <a:cubicBezTo>
                        <a:pt x="39163" y="50768"/>
                        <a:pt x="41735" y="50863"/>
                        <a:pt x="45259" y="51054"/>
                      </a:cubicBezTo>
                      <a:cubicBezTo>
                        <a:pt x="48783" y="51245"/>
                        <a:pt x="51450" y="51340"/>
                        <a:pt x="53260" y="51340"/>
                      </a:cubicBezTo>
                      <a:cubicBezTo>
                        <a:pt x="54784" y="51340"/>
                        <a:pt x="56117" y="51340"/>
                        <a:pt x="57451" y="51245"/>
                      </a:cubicBezTo>
                      <a:lnTo>
                        <a:pt x="61261" y="51530"/>
                      </a:lnTo>
                      <a:lnTo>
                        <a:pt x="61261" y="74104"/>
                      </a:lnTo>
                      <a:cubicBezTo>
                        <a:pt x="60118" y="75152"/>
                        <a:pt x="59546" y="75914"/>
                        <a:pt x="59546" y="76390"/>
                      </a:cubicBezTo>
                      <a:cubicBezTo>
                        <a:pt x="59546" y="76771"/>
                        <a:pt x="59642" y="77057"/>
                        <a:pt x="59927" y="77343"/>
                      </a:cubicBezTo>
                      <a:cubicBezTo>
                        <a:pt x="58975" y="79343"/>
                        <a:pt x="56975" y="81724"/>
                        <a:pt x="53736" y="84582"/>
                      </a:cubicBezTo>
                      <a:cubicBezTo>
                        <a:pt x="50307" y="87725"/>
                        <a:pt x="48116" y="89916"/>
                        <a:pt x="47164" y="91249"/>
                      </a:cubicBezTo>
                      <a:cubicBezTo>
                        <a:pt x="46878" y="91059"/>
                        <a:pt x="46592" y="90964"/>
                        <a:pt x="46307" y="90964"/>
                      </a:cubicBezTo>
                      <a:cubicBezTo>
                        <a:pt x="45926" y="90964"/>
                        <a:pt x="45354" y="91249"/>
                        <a:pt x="44592" y="91916"/>
                      </a:cubicBezTo>
                      <a:cubicBezTo>
                        <a:pt x="43830" y="92583"/>
                        <a:pt x="43163" y="92869"/>
                        <a:pt x="42687" y="92869"/>
                      </a:cubicBezTo>
                      <a:cubicBezTo>
                        <a:pt x="38782" y="94012"/>
                        <a:pt x="35924" y="94679"/>
                        <a:pt x="34019" y="94679"/>
                      </a:cubicBezTo>
                      <a:cubicBezTo>
                        <a:pt x="33353" y="94679"/>
                        <a:pt x="32781" y="94679"/>
                        <a:pt x="32114" y="94583"/>
                      </a:cubicBezTo>
                      <a:cubicBezTo>
                        <a:pt x="32019" y="94012"/>
                        <a:pt x="31829" y="93726"/>
                        <a:pt x="31448" y="93726"/>
                      </a:cubicBezTo>
                      <a:cubicBezTo>
                        <a:pt x="31352" y="93726"/>
                        <a:pt x="31067" y="93916"/>
                        <a:pt x="30686" y="94202"/>
                      </a:cubicBezTo>
                      <a:cubicBezTo>
                        <a:pt x="30305" y="94488"/>
                        <a:pt x="29924" y="94679"/>
                        <a:pt x="29638" y="94679"/>
                      </a:cubicBezTo>
                      <a:lnTo>
                        <a:pt x="27733" y="94679"/>
                      </a:lnTo>
                      <a:cubicBezTo>
                        <a:pt x="27066" y="94679"/>
                        <a:pt x="26018" y="94393"/>
                        <a:pt x="24685" y="93916"/>
                      </a:cubicBezTo>
                      <a:cubicBezTo>
                        <a:pt x="23351" y="93440"/>
                        <a:pt x="22399" y="93154"/>
                        <a:pt x="21732" y="93154"/>
                      </a:cubicBezTo>
                      <a:cubicBezTo>
                        <a:pt x="21161" y="93154"/>
                        <a:pt x="20589" y="93250"/>
                        <a:pt x="20113" y="93440"/>
                      </a:cubicBezTo>
                      <a:cubicBezTo>
                        <a:pt x="19922" y="92392"/>
                        <a:pt x="18970" y="91726"/>
                        <a:pt x="17255" y="91630"/>
                      </a:cubicBezTo>
                      <a:cubicBezTo>
                        <a:pt x="15541" y="91440"/>
                        <a:pt x="14684" y="90773"/>
                        <a:pt x="14493" y="89630"/>
                      </a:cubicBezTo>
                      <a:cubicBezTo>
                        <a:pt x="13445" y="88582"/>
                        <a:pt x="12207" y="88202"/>
                        <a:pt x="10778" y="88487"/>
                      </a:cubicBezTo>
                      <a:cubicBezTo>
                        <a:pt x="10778" y="88202"/>
                        <a:pt x="10778" y="88106"/>
                        <a:pt x="10778" y="87916"/>
                      </a:cubicBezTo>
                      <a:cubicBezTo>
                        <a:pt x="10778" y="87344"/>
                        <a:pt x="10112" y="86678"/>
                        <a:pt x="8969" y="85820"/>
                      </a:cubicBezTo>
                      <a:cubicBezTo>
                        <a:pt x="7730" y="84963"/>
                        <a:pt x="7159" y="84201"/>
                        <a:pt x="7159" y="83344"/>
                      </a:cubicBezTo>
                      <a:cubicBezTo>
                        <a:pt x="7159" y="82963"/>
                        <a:pt x="7159" y="82677"/>
                        <a:pt x="7349" y="82296"/>
                      </a:cubicBezTo>
                      <a:cubicBezTo>
                        <a:pt x="3635" y="79915"/>
                        <a:pt x="1730" y="76581"/>
                        <a:pt x="1730" y="72390"/>
                      </a:cubicBezTo>
                      <a:cubicBezTo>
                        <a:pt x="1730" y="71533"/>
                        <a:pt x="1730" y="70675"/>
                        <a:pt x="2015" y="69913"/>
                      </a:cubicBezTo>
                      <a:cubicBezTo>
                        <a:pt x="2206" y="69152"/>
                        <a:pt x="2015" y="68294"/>
                        <a:pt x="1349" y="67342"/>
                      </a:cubicBezTo>
                      <a:cubicBezTo>
                        <a:pt x="491" y="66294"/>
                        <a:pt x="15" y="65532"/>
                        <a:pt x="15" y="64961"/>
                      </a:cubicBezTo>
                      <a:cubicBezTo>
                        <a:pt x="396" y="62389"/>
                        <a:pt x="396" y="58103"/>
                        <a:pt x="110" y="52006"/>
                      </a:cubicBezTo>
                      <a:cubicBezTo>
                        <a:pt x="-175" y="46482"/>
                        <a:pt x="110" y="42196"/>
                        <a:pt x="777" y="39148"/>
                      </a:cubicBezTo>
                      <a:cubicBezTo>
                        <a:pt x="1444" y="38195"/>
                        <a:pt x="1920" y="35909"/>
                        <a:pt x="2015" y="32195"/>
                      </a:cubicBezTo>
                      <a:cubicBezTo>
                        <a:pt x="2015" y="29146"/>
                        <a:pt x="3158" y="27051"/>
                        <a:pt x="5349" y="26003"/>
                      </a:cubicBezTo>
                      <a:cubicBezTo>
                        <a:pt x="5635" y="24289"/>
                        <a:pt x="6873" y="22288"/>
                        <a:pt x="9064" y="20193"/>
                      </a:cubicBezTo>
                      <a:cubicBezTo>
                        <a:pt x="9540" y="19717"/>
                        <a:pt x="11540" y="18002"/>
                        <a:pt x="14969" y="15049"/>
                      </a:cubicBezTo>
                      <a:cubicBezTo>
                        <a:pt x="15350" y="15240"/>
                        <a:pt x="15731" y="15335"/>
                        <a:pt x="16017" y="15335"/>
                      </a:cubicBezTo>
                      <a:cubicBezTo>
                        <a:pt x="16493" y="15335"/>
                        <a:pt x="17160" y="14954"/>
                        <a:pt x="17922" y="14097"/>
                      </a:cubicBezTo>
                      <a:cubicBezTo>
                        <a:pt x="18684" y="13335"/>
                        <a:pt x="19446" y="12859"/>
                        <a:pt x="20018" y="12859"/>
                      </a:cubicBezTo>
                      <a:cubicBezTo>
                        <a:pt x="20208" y="12859"/>
                        <a:pt x="20494" y="12859"/>
                        <a:pt x="20780" y="12954"/>
                      </a:cubicBezTo>
                      <a:cubicBezTo>
                        <a:pt x="20589" y="12287"/>
                        <a:pt x="20780" y="11811"/>
                        <a:pt x="21446" y="11716"/>
                      </a:cubicBezTo>
                      <a:cubicBezTo>
                        <a:pt x="22018" y="11525"/>
                        <a:pt x="22589" y="11430"/>
                        <a:pt x="23161" y="11239"/>
                      </a:cubicBezTo>
                      <a:lnTo>
                        <a:pt x="24018" y="12382"/>
                      </a:lnTo>
                      <a:cubicBezTo>
                        <a:pt x="25923" y="10573"/>
                        <a:pt x="28114" y="9715"/>
                        <a:pt x="30495" y="9715"/>
                      </a:cubicBezTo>
                      <a:cubicBezTo>
                        <a:pt x="32876" y="9715"/>
                        <a:pt x="34877" y="10763"/>
                        <a:pt x="36305" y="12859"/>
                      </a:cubicBezTo>
                      <a:lnTo>
                        <a:pt x="37163" y="11144"/>
                      </a:lnTo>
                      <a:cubicBezTo>
                        <a:pt x="38687" y="11525"/>
                        <a:pt x="40401" y="11906"/>
                        <a:pt x="42116" y="12287"/>
                      </a:cubicBezTo>
                      <a:cubicBezTo>
                        <a:pt x="43830" y="12668"/>
                        <a:pt x="45354" y="13430"/>
                        <a:pt x="46688" y="14288"/>
                      </a:cubicBezTo>
                      <a:cubicBezTo>
                        <a:pt x="46592" y="14383"/>
                        <a:pt x="46211" y="14573"/>
                        <a:pt x="45735" y="14669"/>
                      </a:cubicBezTo>
                      <a:cubicBezTo>
                        <a:pt x="45259" y="14859"/>
                        <a:pt x="44973" y="15049"/>
                        <a:pt x="44973" y="15430"/>
                      </a:cubicBezTo>
                      <a:lnTo>
                        <a:pt x="46688" y="15430"/>
                      </a:lnTo>
                      <a:cubicBezTo>
                        <a:pt x="47450" y="15430"/>
                        <a:pt x="47831" y="14954"/>
                        <a:pt x="47831" y="14288"/>
                      </a:cubicBezTo>
                      <a:lnTo>
                        <a:pt x="51545" y="16288"/>
                      </a:lnTo>
                      <a:cubicBezTo>
                        <a:pt x="51545" y="16288"/>
                        <a:pt x="51355" y="16859"/>
                        <a:pt x="51355" y="17145"/>
                      </a:cubicBezTo>
                      <a:cubicBezTo>
                        <a:pt x="51355" y="17812"/>
                        <a:pt x="51831" y="18383"/>
                        <a:pt x="52784" y="19050"/>
                      </a:cubicBezTo>
                      <a:cubicBezTo>
                        <a:pt x="54022" y="19907"/>
                        <a:pt x="54689" y="20383"/>
                        <a:pt x="54784" y="20383"/>
                      </a:cubicBezTo>
                      <a:cubicBezTo>
                        <a:pt x="54498" y="20479"/>
                        <a:pt x="54403" y="20955"/>
                        <a:pt x="54403" y="21527"/>
                      </a:cubicBezTo>
                      <a:lnTo>
                        <a:pt x="56022" y="22384"/>
                      </a:lnTo>
                      <a:cubicBezTo>
                        <a:pt x="56213" y="22860"/>
                        <a:pt x="56022" y="23527"/>
                        <a:pt x="55355" y="24289"/>
                      </a:cubicBezTo>
                      <a:cubicBezTo>
                        <a:pt x="54689" y="25051"/>
                        <a:pt x="54403" y="25527"/>
                        <a:pt x="54403" y="25622"/>
                      </a:cubicBezTo>
                      <a:cubicBezTo>
                        <a:pt x="54403" y="25908"/>
                        <a:pt x="54974" y="26098"/>
                        <a:pt x="56117" y="26194"/>
                      </a:cubicBezTo>
                      <a:lnTo>
                        <a:pt x="56689" y="24384"/>
                      </a:lnTo>
                      <a:cubicBezTo>
                        <a:pt x="56689" y="24384"/>
                        <a:pt x="57165" y="25051"/>
                        <a:pt x="57737" y="25146"/>
                      </a:cubicBezTo>
                      <a:cubicBezTo>
                        <a:pt x="58403" y="25146"/>
                        <a:pt x="58689" y="25527"/>
                        <a:pt x="58689" y="26194"/>
                      </a:cubicBezTo>
                      <a:lnTo>
                        <a:pt x="56689" y="27051"/>
                      </a:lnTo>
                      <a:cubicBezTo>
                        <a:pt x="56689" y="27051"/>
                        <a:pt x="57737" y="27622"/>
                        <a:pt x="59070" y="27622"/>
                      </a:cubicBezTo>
                      <a:lnTo>
                        <a:pt x="59356" y="27337"/>
                      </a:lnTo>
                      <a:cubicBezTo>
                        <a:pt x="59356" y="29242"/>
                        <a:pt x="59261" y="30289"/>
                        <a:pt x="59070" y="30480"/>
                      </a:cubicBezTo>
                      <a:close/>
                      <a:moveTo>
                        <a:pt x="14588" y="43434"/>
                      </a:moveTo>
                      <a:cubicBezTo>
                        <a:pt x="14588" y="43434"/>
                        <a:pt x="15160" y="43339"/>
                        <a:pt x="15255" y="43529"/>
                      </a:cubicBezTo>
                      <a:cubicBezTo>
                        <a:pt x="15160" y="43529"/>
                        <a:pt x="14874" y="43434"/>
                        <a:pt x="14588" y="43434"/>
                      </a:cubicBezTo>
                      <a:close/>
                      <a:moveTo>
                        <a:pt x="16874" y="43720"/>
                      </a:moveTo>
                      <a:cubicBezTo>
                        <a:pt x="16874" y="43720"/>
                        <a:pt x="16303" y="44196"/>
                        <a:pt x="16017" y="44196"/>
                      </a:cubicBezTo>
                      <a:cubicBezTo>
                        <a:pt x="16303" y="44196"/>
                        <a:pt x="16017" y="43910"/>
                        <a:pt x="15160" y="43434"/>
                      </a:cubicBezTo>
                      <a:cubicBezTo>
                        <a:pt x="15541" y="43434"/>
                        <a:pt x="16112" y="43434"/>
                        <a:pt x="16874" y="43624"/>
                      </a:cubicBezTo>
                      <a:close/>
                      <a:moveTo>
                        <a:pt x="33257" y="18002"/>
                      </a:moveTo>
                      <a:lnTo>
                        <a:pt x="34400" y="18002"/>
                      </a:lnTo>
                      <a:cubicBezTo>
                        <a:pt x="34400" y="18002"/>
                        <a:pt x="34019" y="17621"/>
                        <a:pt x="33734" y="17431"/>
                      </a:cubicBezTo>
                      <a:cubicBezTo>
                        <a:pt x="33543" y="17240"/>
                        <a:pt x="33448" y="16954"/>
                        <a:pt x="33543" y="16669"/>
                      </a:cubicBezTo>
                      <a:lnTo>
                        <a:pt x="33257" y="16669"/>
                      </a:lnTo>
                      <a:lnTo>
                        <a:pt x="33257" y="17907"/>
                      </a:lnTo>
                      <a:close/>
                      <a:moveTo>
                        <a:pt x="36972" y="21717"/>
                      </a:moveTo>
                      <a:lnTo>
                        <a:pt x="36972" y="20003"/>
                      </a:lnTo>
                      <a:lnTo>
                        <a:pt x="36115" y="20003"/>
                      </a:lnTo>
                      <a:lnTo>
                        <a:pt x="36972" y="21717"/>
                      </a:lnTo>
                      <a:close/>
                      <a:moveTo>
                        <a:pt x="40592" y="34385"/>
                      </a:moveTo>
                      <a:lnTo>
                        <a:pt x="40877" y="33623"/>
                      </a:lnTo>
                      <a:lnTo>
                        <a:pt x="40877" y="33623"/>
                      </a:lnTo>
                      <a:lnTo>
                        <a:pt x="40592" y="34385"/>
                      </a:lnTo>
                      <a:close/>
                      <a:moveTo>
                        <a:pt x="44306" y="6477"/>
                      </a:moveTo>
                      <a:lnTo>
                        <a:pt x="45068" y="7334"/>
                      </a:lnTo>
                      <a:lnTo>
                        <a:pt x="42592" y="6191"/>
                      </a:lnTo>
                      <a:lnTo>
                        <a:pt x="44306" y="6477"/>
                      </a:lnTo>
                      <a:close/>
                      <a:moveTo>
                        <a:pt x="46307" y="0"/>
                      </a:moveTo>
                      <a:lnTo>
                        <a:pt x="47069" y="0"/>
                      </a:lnTo>
                      <a:lnTo>
                        <a:pt x="45926" y="1143"/>
                      </a:lnTo>
                      <a:lnTo>
                        <a:pt x="46402" y="0"/>
                      </a:lnTo>
                      <a:close/>
                      <a:moveTo>
                        <a:pt x="47926" y="13145"/>
                      </a:moveTo>
                      <a:lnTo>
                        <a:pt x="47069" y="13145"/>
                      </a:lnTo>
                      <a:lnTo>
                        <a:pt x="49069" y="12287"/>
                      </a:lnTo>
                      <a:lnTo>
                        <a:pt x="47926" y="13145"/>
                      </a:lnTo>
                      <a:close/>
                      <a:moveTo>
                        <a:pt x="48783" y="29813"/>
                      </a:moveTo>
                      <a:lnTo>
                        <a:pt x="49640" y="29528"/>
                      </a:lnTo>
                      <a:cubicBezTo>
                        <a:pt x="49640" y="29528"/>
                        <a:pt x="49069" y="29051"/>
                        <a:pt x="48497" y="29051"/>
                      </a:cubicBezTo>
                      <a:lnTo>
                        <a:pt x="48783" y="29908"/>
                      </a:lnTo>
                      <a:close/>
                      <a:moveTo>
                        <a:pt x="53069" y="24479"/>
                      </a:moveTo>
                      <a:cubicBezTo>
                        <a:pt x="53069" y="24479"/>
                        <a:pt x="53927" y="24479"/>
                        <a:pt x="54498" y="24194"/>
                      </a:cubicBezTo>
                      <a:cubicBezTo>
                        <a:pt x="54974" y="23908"/>
                        <a:pt x="55165" y="23717"/>
                        <a:pt x="54974" y="23622"/>
                      </a:cubicBezTo>
                      <a:cubicBezTo>
                        <a:pt x="54593" y="23813"/>
                        <a:pt x="53927" y="24098"/>
                        <a:pt x="53069" y="24479"/>
                      </a:cubicBezTo>
                      <a:cubicBezTo>
                        <a:pt x="52688" y="24479"/>
                        <a:pt x="52403" y="24289"/>
                        <a:pt x="52022" y="23908"/>
                      </a:cubicBezTo>
                      <a:cubicBezTo>
                        <a:pt x="52403" y="24289"/>
                        <a:pt x="52688" y="24479"/>
                        <a:pt x="53069" y="24479"/>
                      </a:cubicBezTo>
                      <a:close/>
                      <a:moveTo>
                        <a:pt x="53260" y="27813"/>
                      </a:moveTo>
                      <a:lnTo>
                        <a:pt x="53260" y="26670"/>
                      </a:lnTo>
                      <a:lnTo>
                        <a:pt x="52974" y="26098"/>
                      </a:lnTo>
                      <a:lnTo>
                        <a:pt x="53260" y="27813"/>
                      </a:lnTo>
                      <a:close/>
                      <a:moveTo>
                        <a:pt x="54117" y="102870"/>
                      </a:moveTo>
                      <a:lnTo>
                        <a:pt x="53641" y="101727"/>
                      </a:lnTo>
                      <a:lnTo>
                        <a:pt x="54117" y="101727"/>
                      </a:lnTo>
                      <a:lnTo>
                        <a:pt x="54117" y="102870"/>
                      </a:lnTo>
                      <a:close/>
                      <a:moveTo>
                        <a:pt x="64309" y="30766"/>
                      </a:moveTo>
                      <a:lnTo>
                        <a:pt x="65166" y="31623"/>
                      </a:lnTo>
                      <a:lnTo>
                        <a:pt x="63166" y="30766"/>
                      </a:lnTo>
                      <a:lnTo>
                        <a:pt x="64309" y="30766"/>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9" name="Google Shape;1149;p99"/>
              <p:cNvGrpSpPr/>
              <p:nvPr/>
            </p:nvGrpSpPr>
            <p:grpSpPr>
              <a:xfrm>
                <a:off x="11807088" y="7244906"/>
                <a:ext cx="224123" cy="142779"/>
                <a:chOff x="6553770" y="4963001"/>
                <a:chExt cx="224123" cy="142779"/>
              </a:xfrm>
            </p:grpSpPr>
            <p:sp>
              <p:nvSpPr>
                <p:cNvPr id="1150" name="Google Shape;1150;p99"/>
                <p:cNvSpPr/>
                <p:nvPr/>
              </p:nvSpPr>
              <p:spPr>
                <a:xfrm>
                  <a:off x="6553770" y="4975478"/>
                  <a:ext cx="97916" cy="130302"/>
                </a:xfrm>
                <a:custGeom>
                  <a:avLst/>
                  <a:gdLst/>
                  <a:ahLst/>
                  <a:cxnLst/>
                  <a:rect l="l" t="t" r="r" b="b"/>
                  <a:pathLst>
                    <a:path w="97916" h="130302" extrusionOk="0">
                      <a:moveTo>
                        <a:pt x="0" y="60198"/>
                      </a:moveTo>
                      <a:lnTo>
                        <a:pt x="857" y="60198"/>
                      </a:lnTo>
                      <a:cubicBezTo>
                        <a:pt x="857" y="60198"/>
                        <a:pt x="286" y="60389"/>
                        <a:pt x="0" y="60198"/>
                      </a:cubicBezTo>
                      <a:close/>
                      <a:moveTo>
                        <a:pt x="857" y="60198"/>
                      </a:moveTo>
                      <a:lnTo>
                        <a:pt x="2000" y="59817"/>
                      </a:lnTo>
                      <a:cubicBezTo>
                        <a:pt x="2000" y="59817"/>
                        <a:pt x="2000" y="60293"/>
                        <a:pt x="1714" y="60389"/>
                      </a:cubicBezTo>
                      <a:cubicBezTo>
                        <a:pt x="1619" y="60389"/>
                        <a:pt x="1334" y="60389"/>
                        <a:pt x="857" y="60293"/>
                      </a:cubicBezTo>
                      <a:close/>
                      <a:moveTo>
                        <a:pt x="7429" y="77534"/>
                      </a:moveTo>
                      <a:lnTo>
                        <a:pt x="6953" y="77915"/>
                      </a:lnTo>
                      <a:lnTo>
                        <a:pt x="7429" y="75914"/>
                      </a:lnTo>
                      <a:lnTo>
                        <a:pt x="7429" y="77438"/>
                      </a:lnTo>
                      <a:close/>
                      <a:moveTo>
                        <a:pt x="87821" y="53721"/>
                      </a:moveTo>
                      <a:lnTo>
                        <a:pt x="93250" y="63341"/>
                      </a:lnTo>
                      <a:cubicBezTo>
                        <a:pt x="92964" y="65437"/>
                        <a:pt x="92773" y="73152"/>
                        <a:pt x="92583" y="86678"/>
                      </a:cubicBezTo>
                      <a:cubicBezTo>
                        <a:pt x="91250" y="87440"/>
                        <a:pt x="90583" y="88392"/>
                        <a:pt x="90488" y="89630"/>
                      </a:cubicBezTo>
                      <a:lnTo>
                        <a:pt x="90488" y="93726"/>
                      </a:lnTo>
                      <a:lnTo>
                        <a:pt x="88963" y="92202"/>
                      </a:lnTo>
                      <a:cubicBezTo>
                        <a:pt x="88202" y="92393"/>
                        <a:pt x="87821" y="92774"/>
                        <a:pt x="87821" y="93345"/>
                      </a:cubicBezTo>
                      <a:cubicBezTo>
                        <a:pt x="87821" y="93536"/>
                        <a:pt x="87821" y="93917"/>
                        <a:pt x="88106" y="94488"/>
                      </a:cubicBezTo>
                      <a:cubicBezTo>
                        <a:pt x="88297" y="95060"/>
                        <a:pt x="88392" y="95441"/>
                        <a:pt x="88202" y="95726"/>
                      </a:cubicBezTo>
                      <a:cubicBezTo>
                        <a:pt x="87249" y="95726"/>
                        <a:pt x="86678" y="96108"/>
                        <a:pt x="86296" y="97250"/>
                      </a:cubicBezTo>
                      <a:lnTo>
                        <a:pt x="85630" y="99632"/>
                      </a:lnTo>
                      <a:lnTo>
                        <a:pt x="77534" y="107156"/>
                      </a:lnTo>
                      <a:lnTo>
                        <a:pt x="76486" y="106013"/>
                      </a:lnTo>
                      <a:cubicBezTo>
                        <a:pt x="76390" y="106680"/>
                        <a:pt x="76010" y="106966"/>
                        <a:pt x="75438" y="106966"/>
                      </a:cubicBezTo>
                      <a:cubicBezTo>
                        <a:pt x="74867" y="106966"/>
                        <a:pt x="74581" y="106966"/>
                        <a:pt x="74486" y="107156"/>
                      </a:cubicBezTo>
                      <a:lnTo>
                        <a:pt x="72771" y="111062"/>
                      </a:lnTo>
                      <a:lnTo>
                        <a:pt x="71056" y="107156"/>
                      </a:lnTo>
                      <a:cubicBezTo>
                        <a:pt x="71056" y="107156"/>
                        <a:pt x="70485" y="107633"/>
                        <a:pt x="70485" y="108109"/>
                      </a:cubicBezTo>
                      <a:lnTo>
                        <a:pt x="70485" y="109252"/>
                      </a:lnTo>
                      <a:cubicBezTo>
                        <a:pt x="70485" y="109252"/>
                        <a:pt x="69818" y="108966"/>
                        <a:pt x="69532" y="108966"/>
                      </a:cubicBezTo>
                      <a:cubicBezTo>
                        <a:pt x="68961" y="108966"/>
                        <a:pt x="68580" y="109442"/>
                        <a:pt x="68294" y="110585"/>
                      </a:cubicBezTo>
                      <a:cubicBezTo>
                        <a:pt x="68104" y="111633"/>
                        <a:pt x="67818" y="112300"/>
                        <a:pt x="67437" y="112586"/>
                      </a:cubicBezTo>
                      <a:cubicBezTo>
                        <a:pt x="66485" y="113348"/>
                        <a:pt x="65627" y="113729"/>
                        <a:pt x="64961" y="113729"/>
                      </a:cubicBezTo>
                      <a:cubicBezTo>
                        <a:pt x="64008" y="113729"/>
                        <a:pt x="62960" y="113157"/>
                        <a:pt x="61627" y="111824"/>
                      </a:cubicBezTo>
                      <a:cubicBezTo>
                        <a:pt x="60388" y="110585"/>
                        <a:pt x="59436" y="109919"/>
                        <a:pt x="58769" y="109919"/>
                      </a:cubicBezTo>
                      <a:cubicBezTo>
                        <a:pt x="57912" y="109919"/>
                        <a:pt x="56960" y="110681"/>
                        <a:pt x="56007" y="112109"/>
                      </a:cubicBezTo>
                      <a:cubicBezTo>
                        <a:pt x="55340" y="110966"/>
                        <a:pt x="54673" y="110490"/>
                        <a:pt x="54007" y="110490"/>
                      </a:cubicBezTo>
                      <a:cubicBezTo>
                        <a:pt x="53816" y="110490"/>
                        <a:pt x="53054" y="110871"/>
                        <a:pt x="51816" y="111633"/>
                      </a:cubicBezTo>
                      <a:cubicBezTo>
                        <a:pt x="50768" y="112205"/>
                        <a:pt x="49816" y="112109"/>
                        <a:pt x="49054" y="111443"/>
                      </a:cubicBezTo>
                      <a:cubicBezTo>
                        <a:pt x="46482" y="110871"/>
                        <a:pt x="45625" y="109157"/>
                        <a:pt x="46387" y="106299"/>
                      </a:cubicBezTo>
                      <a:cubicBezTo>
                        <a:pt x="47244" y="103061"/>
                        <a:pt x="47054" y="100965"/>
                        <a:pt x="46006" y="100108"/>
                      </a:cubicBezTo>
                      <a:cubicBezTo>
                        <a:pt x="46482" y="99060"/>
                        <a:pt x="46482" y="97060"/>
                        <a:pt x="46196" y="93917"/>
                      </a:cubicBezTo>
                      <a:cubicBezTo>
                        <a:pt x="45911" y="91821"/>
                        <a:pt x="46863" y="90202"/>
                        <a:pt x="49149" y="89345"/>
                      </a:cubicBezTo>
                      <a:lnTo>
                        <a:pt x="48768" y="90297"/>
                      </a:lnTo>
                      <a:cubicBezTo>
                        <a:pt x="51340" y="91154"/>
                        <a:pt x="53340" y="90964"/>
                        <a:pt x="54673" y="89916"/>
                      </a:cubicBezTo>
                      <a:lnTo>
                        <a:pt x="55817" y="88773"/>
                      </a:lnTo>
                      <a:cubicBezTo>
                        <a:pt x="55817" y="88773"/>
                        <a:pt x="54959" y="88106"/>
                        <a:pt x="54673" y="88202"/>
                      </a:cubicBezTo>
                      <a:cubicBezTo>
                        <a:pt x="54673" y="87821"/>
                        <a:pt x="54959" y="87344"/>
                        <a:pt x="55817" y="86678"/>
                      </a:cubicBezTo>
                      <a:cubicBezTo>
                        <a:pt x="55531" y="87059"/>
                        <a:pt x="55817" y="87725"/>
                        <a:pt x="56960" y="88773"/>
                      </a:cubicBezTo>
                      <a:cubicBezTo>
                        <a:pt x="56960" y="88773"/>
                        <a:pt x="58007" y="88487"/>
                        <a:pt x="59722" y="87916"/>
                      </a:cubicBezTo>
                      <a:cubicBezTo>
                        <a:pt x="60770" y="87630"/>
                        <a:pt x="61341" y="86963"/>
                        <a:pt x="61531" y="85916"/>
                      </a:cubicBezTo>
                      <a:lnTo>
                        <a:pt x="61151" y="85535"/>
                      </a:lnTo>
                      <a:cubicBezTo>
                        <a:pt x="61151" y="85535"/>
                        <a:pt x="61341" y="85439"/>
                        <a:pt x="61436" y="85439"/>
                      </a:cubicBezTo>
                      <a:cubicBezTo>
                        <a:pt x="61627" y="85439"/>
                        <a:pt x="62008" y="85439"/>
                        <a:pt x="62579" y="85725"/>
                      </a:cubicBezTo>
                      <a:cubicBezTo>
                        <a:pt x="63151" y="85916"/>
                        <a:pt x="63627" y="86011"/>
                        <a:pt x="64008" y="86011"/>
                      </a:cubicBezTo>
                      <a:cubicBezTo>
                        <a:pt x="64675" y="86011"/>
                        <a:pt x="65151" y="85630"/>
                        <a:pt x="65532" y="84868"/>
                      </a:cubicBezTo>
                      <a:lnTo>
                        <a:pt x="64484" y="84011"/>
                      </a:lnTo>
                      <a:cubicBezTo>
                        <a:pt x="64961" y="83439"/>
                        <a:pt x="65437" y="82868"/>
                        <a:pt x="66008" y="82296"/>
                      </a:cubicBezTo>
                      <a:cubicBezTo>
                        <a:pt x="66580" y="81725"/>
                        <a:pt x="67151" y="81534"/>
                        <a:pt x="67818" y="81725"/>
                      </a:cubicBezTo>
                      <a:cubicBezTo>
                        <a:pt x="67818" y="82010"/>
                        <a:pt x="67437" y="82487"/>
                        <a:pt x="66675" y="83249"/>
                      </a:cubicBezTo>
                      <a:lnTo>
                        <a:pt x="67818" y="84392"/>
                      </a:lnTo>
                      <a:cubicBezTo>
                        <a:pt x="67818" y="84392"/>
                        <a:pt x="68294" y="84011"/>
                        <a:pt x="68675" y="83534"/>
                      </a:cubicBezTo>
                      <a:cubicBezTo>
                        <a:pt x="69152" y="83058"/>
                        <a:pt x="69437" y="82868"/>
                        <a:pt x="69723" y="82868"/>
                      </a:cubicBezTo>
                      <a:lnTo>
                        <a:pt x="70390" y="83249"/>
                      </a:lnTo>
                      <a:cubicBezTo>
                        <a:pt x="70390" y="83249"/>
                        <a:pt x="70199" y="82868"/>
                        <a:pt x="70199" y="82582"/>
                      </a:cubicBezTo>
                      <a:cubicBezTo>
                        <a:pt x="70199" y="82010"/>
                        <a:pt x="70771" y="81439"/>
                        <a:pt x="72009" y="80772"/>
                      </a:cubicBezTo>
                      <a:cubicBezTo>
                        <a:pt x="73152" y="80105"/>
                        <a:pt x="73723" y="79534"/>
                        <a:pt x="73723" y="78962"/>
                      </a:cubicBezTo>
                      <a:cubicBezTo>
                        <a:pt x="73723" y="78772"/>
                        <a:pt x="73723" y="78581"/>
                        <a:pt x="73628" y="78296"/>
                      </a:cubicBezTo>
                      <a:cubicBezTo>
                        <a:pt x="74295" y="78581"/>
                        <a:pt x="75152" y="78677"/>
                        <a:pt x="76295" y="78486"/>
                      </a:cubicBezTo>
                      <a:cubicBezTo>
                        <a:pt x="77819" y="78105"/>
                        <a:pt x="78677" y="77915"/>
                        <a:pt x="78962" y="77915"/>
                      </a:cubicBezTo>
                      <a:lnTo>
                        <a:pt x="80486" y="75914"/>
                      </a:lnTo>
                      <a:cubicBezTo>
                        <a:pt x="80486" y="75914"/>
                        <a:pt x="80105" y="75343"/>
                        <a:pt x="79915" y="75343"/>
                      </a:cubicBezTo>
                      <a:cubicBezTo>
                        <a:pt x="79724" y="75343"/>
                        <a:pt x="79248" y="75629"/>
                        <a:pt x="78486" y="76295"/>
                      </a:cubicBezTo>
                      <a:lnTo>
                        <a:pt x="76200" y="74009"/>
                      </a:lnTo>
                      <a:lnTo>
                        <a:pt x="75819" y="74771"/>
                      </a:lnTo>
                      <a:cubicBezTo>
                        <a:pt x="75819" y="74771"/>
                        <a:pt x="76010" y="74105"/>
                        <a:pt x="76010" y="73914"/>
                      </a:cubicBezTo>
                      <a:cubicBezTo>
                        <a:pt x="76010" y="73533"/>
                        <a:pt x="75819" y="73438"/>
                        <a:pt x="75438" y="73438"/>
                      </a:cubicBezTo>
                      <a:cubicBezTo>
                        <a:pt x="75247" y="73438"/>
                        <a:pt x="74962" y="73438"/>
                        <a:pt x="74581" y="73533"/>
                      </a:cubicBezTo>
                      <a:lnTo>
                        <a:pt x="73628" y="73533"/>
                      </a:lnTo>
                      <a:cubicBezTo>
                        <a:pt x="72771" y="73533"/>
                        <a:pt x="72200" y="73247"/>
                        <a:pt x="71914" y="72581"/>
                      </a:cubicBezTo>
                      <a:lnTo>
                        <a:pt x="73628" y="72200"/>
                      </a:lnTo>
                      <a:cubicBezTo>
                        <a:pt x="72771" y="70485"/>
                        <a:pt x="72009" y="69723"/>
                        <a:pt x="71342" y="70009"/>
                      </a:cubicBezTo>
                      <a:cubicBezTo>
                        <a:pt x="71152" y="70199"/>
                        <a:pt x="70961" y="70485"/>
                        <a:pt x="70771" y="70961"/>
                      </a:cubicBezTo>
                      <a:cubicBezTo>
                        <a:pt x="70485" y="70580"/>
                        <a:pt x="69437" y="69723"/>
                        <a:pt x="67723" y="68485"/>
                      </a:cubicBezTo>
                      <a:cubicBezTo>
                        <a:pt x="66294" y="67437"/>
                        <a:pt x="65627" y="66485"/>
                        <a:pt x="65627" y="65437"/>
                      </a:cubicBezTo>
                      <a:cubicBezTo>
                        <a:pt x="65627" y="65056"/>
                        <a:pt x="65627" y="64675"/>
                        <a:pt x="65913" y="64199"/>
                      </a:cubicBezTo>
                      <a:lnTo>
                        <a:pt x="64389" y="65342"/>
                      </a:lnTo>
                      <a:cubicBezTo>
                        <a:pt x="64389" y="64199"/>
                        <a:pt x="63913" y="63341"/>
                        <a:pt x="62579" y="62865"/>
                      </a:cubicBezTo>
                      <a:cubicBezTo>
                        <a:pt x="60865" y="62389"/>
                        <a:pt x="59912" y="62008"/>
                        <a:pt x="59627" y="61627"/>
                      </a:cubicBezTo>
                      <a:lnTo>
                        <a:pt x="60007" y="60960"/>
                      </a:lnTo>
                      <a:lnTo>
                        <a:pt x="51911" y="60960"/>
                      </a:lnTo>
                      <a:lnTo>
                        <a:pt x="52673" y="60389"/>
                      </a:lnTo>
                      <a:cubicBezTo>
                        <a:pt x="52102" y="60579"/>
                        <a:pt x="51530" y="60674"/>
                        <a:pt x="51149" y="60674"/>
                      </a:cubicBezTo>
                      <a:cubicBezTo>
                        <a:pt x="50292" y="60674"/>
                        <a:pt x="49435" y="60198"/>
                        <a:pt x="48673" y="59246"/>
                      </a:cubicBezTo>
                      <a:cubicBezTo>
                        <a:pt x="47435" y="57722"/>
                        <a:pt x="46672" y="56864"/>
                        <a:pt x="46292" y="56579"/>
                      </a:cubicBezTo>
                      <a:cubicBezTo>
                        <a:pt x="46768" y="55912"/>
                        <a:pt x="46863" y="55150"/>
                        <a:pt x="46672" y="54388"/>
                      </a:cubicBezTo>
                      <a:cubicBezTo>
                        <a:pt x="46292" y="53435"/>
                        <a:pt x="46101" y="52769"/>
                        <a:pt x="46292" y="52388"/>
                      </a:cubicBezTo>
                      <a:cubicBezTo>
                        <a:pt x="44863" y="51816"/>
                        <a:pt x="43910" y="52578"/>
                        <a:pt x="43434" y="54674"/>
                      </a:cubicBezTo>
                      <a:cubicBezTo>
                        <a:pt x="43625" y="55150"/>
                        <a:pt x="43720" y="55531"/>
                        <a:pt x="43720" y="55912"/>
                      </a:cubicBezTo>
                      <a:cubicBezTo>
                        <a:pt x="43720" y="57055"/>
                        <a:pt x="42863" y="58103"/>
                        <a:pt x="41148" y="59246"/>
                      </a:cubicBezTo>
                      <a:cubicBezTo>
                        <a:pt x="39434" y="60389"/>
                        <a:pt x="38576" y="61436"/>
                        <a:pt x="38576" y="62294"/>
                      </a:cubicBezTo>
                      <a:cubicBezTo>
                        <a:pt x="38005" y="60865"/>
                        <a:pt x="37338" y="59817"/>
                        <a:pt x="36481" y="59246"/>
                      </a:cubicBezTo>
                      <a:cubicBezTo>
                        <a:pt x="34766" y="59246"/>
                        <a:pt x="33528" y="60103"/>
                        <a:pt x="32766" y="61436"/>
                      </a:cubicBezTo>
                      <a:cubicBezTo>
                        <a:pt x="31718" y="63246"/>
                        <a:pt x="30861" y="64294"/>
                        <a:pt x="30099" y="64675"/>
                      </a:cubicBezTo>
                      <a:cubicBezTo>
                        <a:pt x="30099" y="65151"/>
                        <a:pt x="30480" y="65342"/>
                        <a:pt x="30956" y="65342"/>
                      </a:cubicBezTo>
                      <a:lnTo>
                        <a:pt x="32099" y="65342"/>
                      </a:lnTo>
                      <a:lnTo>
                        <a:pt x="32861" y="73914"/>
                      </a:lnTo>
                      <a:lnTo>
                        <a:pt x="29051" y="72771"/>
                      </a:lnTo>
                      <a:cubicBezTo>
                        <a:pt x="29051" y="72771"/>
                        <a:pt x="28861" y="73628"/>
                        <a:pt x="28480" y="74009"/>
                      </a:cubicBezTo>
                      <a:cubicBezTo>
                        <a:pt x="27813" y="74581"/>
                        <a:pt x="27527" y="74867"/>
                        <a:pt x="27527" y="74962"/>
                      </a:cubicBezTo>
                      <a:lnTo>
                        <a:pt x="28956" y="76391"/>
                      </a:lnTo>
                      <a:cubicBezTo>
                        <a:pt x="28956" y="76391"/>
                        <a:pt x="28194" y="76295"/>
                        <a:pt x="28004" y="76486"/>
                      </a:cubicBezTo>
                      <a:cubicBezTo>
                        <a:pt x="27718" y="76486"/>
                        <a:pt x="26861" y="75819"/>
                        <a:pt x="25337" y="74771"/>
                      </a:cubicBezTo>
                      <a:cubicBezTo>
                        <a:pt x="24194" y="74105"/>
                        <a:pt x="23146" y="73819"/>
                        <a:pt x="22098" y="73819"/>
                      </a:cubicBezTo>
                      <a:cubicBezTo>
                        <a:pt x="21907" y="74009"/>
                        <a:pt x="21812" y="74200"/>
                        <a:pt x="21812" y="74391"/>
                      </a:cubicBezTo>
                      <a:cubicBezTo>
                        <a:pt x="21812" y="74676"/>
                        <a:pt x="22098" y="75057"/>
                        <a:pt x="22670" y="75533"/>
                      </a:cubicBezTo>
                      <a:cubicBezTo>
                        <a:pt x="23336" y="76010"/>
                        <a:pt x="23622" y="76391"/>
                        <a:pt x="23622" y="76581"/>
                      </a:cubicBezTo>
                      <a:cubicBezTo>
                        <a:pt x="23622" y="76962"/>
                        <a:pt x="23241" y="77248"/>
                        <a:pt x="22479" y="77534"/>
                      </a:cubicBezTo>
                      <a:cubicBezTo>
                        <a:pt x="22670" y="77915"/>
                        <a:pt x="23051" y="78105"/>
                        <a:pt x="23622" y="78105"/>
                      </a:cubicBezTo>
                      <a:lnTo>
                        <a:pt x="24765" y="78105"/>
                      </a:lnTo>
                      <a:lnTo>
                        <a:pt x="25908" y="76867"/>
                      </a:lnTo>
                      <a:lnTo>
                        <a:pt x="27337" y="78581"/>
                      </a:lnTo>
                      <a:cubicBezTo>
                        <a:pt x="27337" y="78581"/>
                        <a:pt x="26956" y="78105"/>
                        <a:pt x="26956" y="78010"/>
                      </a:cubicBezTo>
                      <a:lnTo>
                        <a:pt x="26003" y="79153"/>
                      </a:lnTo>
                      <a:cubicBezTo>
                        <a:pt x="26003" y="79153"/>
                        <a:pt x="26861" y="79724"/>
                        <a:pt x="28099" y="79724"/>
                      </a:cubicBezTo>
                      <a:cubicBezTo>
                        <a:pt x="28099" y="80486"/>
                        <a:pt x="28289" y="81153"/>
                        <a:pt x="28670" y="81629"/>
                      </a:cubicBezTo>
                      <a:cubicBezTo>
                        <a:pt x="29051" y="82106"/>
                        <a:pt x="29242" y="82582"/>
                        <a:pt x="29242" y="82772"/>
                      </a:cubicBezTo>
                      <a:cubicBezTo>
                        <a:pt x="29242" y="83153"/>
                        <a:pt x="29146" y="83630"/>
                        <a:pt x="28861" y="84201"/>
                      </a:cubicBezTo>
                      <a:cubicBezTo>
                        <a:pt x="28861" y="84392"/>
                        <a:pt x="28861" y="84582"/>
                        <a:pt x="29146" y="84582"/>
                      </a:cubicBezTo>
                      <a:cubicBezTo>
                        <a:pt x="29146" y="84582"/>
                        <a:pt x="29528" y="84487"/>
                        <a:pt x="30004" y="84201"/>
                      </a:cubicBezTo>
                      <a:cubicBezTo>
                        <a:pt x="30385" y="84011"/>
                        <a:pt x="30575" y="84011"/>
                        <a:pt x="30575" y="84296"/>
                      </a:cubicBezTo>
                      <a:cubicBezTo>
                        <a:pt x="30575" y="84487"/>
                        <a:pt x="30575" y="84677"/>
                        <a:pt x="30480" y="84963"/>
                      </a:cubicBezTo>
                      <a:lnTo>
                        <a:pt x="32385" y="84582"/>
                      </a:lnTo>
                      <a:cubicBezTo>
                        <a:pt x="32385" y="85725"/>
                        <a:pt x="32576" y="86868"/>
                        <a:pt x="32671" y="87916"/>
                      </a:cubicBezTo>
                      <a:cubicBezTo>
                        <a:pt x="32956" y="89345"/>
                        <a:pt x="33623" y="90202"/>
                        <a:pt x="34671" y="90488"/>
                      </a:cubicBezTo>
                      <a:lnTo>
                        <a:pt x="33528" y="91631"/>
                      </a:lnTo>
                      <a:cubicBezTo>
                        <a:pt x="33528" y="91631"/>
                        <a:pt x="34195" y="91631"/>
                        <a:pt x="36576" y="91345"/>
                      </a:cubicBezTo>
                      <a:cubicBezTo>
                        <a:pt x="37910" y="91250"/>
                        <a:pt x="38957" y="91535"/>
                        <a:pt x="39719" y="92297"/>
                      </a:cubicBezTo>
                      <a:lnTo>
                        <a:pt x="40577" y="90011"/>
                      </a:lnTo>
                      <a:cubicBezTo>
                        <a:pt x="41243" y="90011"/>
                        <a:pt x="41720" y="90392"/>
                        <a:pt x="42005" y="91250"/>
                      </a:cubicBezTo>
                      <a:cubicBezTo>
                        <a:pt x="42291" y="92107"/>
                        <a:pt x="42577" y="92488"/>
                        <a:pt x="42958" y="92488"/>
                      </a:cubicBezTo>
                      <a:cubicBezTo>
                        <a:pt x="43244" y="92488"/>
                        <a:pt x="43625" y="92488"/>
                        <a:pt x="43910" y="92202"/>
                      </a:cubicBezTo>
                      <a:cubicBezTo>
                        <a:pt x="44291" y="92583"/>
                        <a:pt x="44482" y="92869"/>
                        <a:pt x="44482" y="93155"/>
                      </a:cubicBezTo>
                      <a:cubicBezTo>
                        <a:pt x="44482" y="93441"/>
                        <a:pt x="44291" y="93726"/>
                        <a:pt x="43815" y="94012"/>
                      </a:cubicBezTo>
                      <a:cubicBezTo>
                        <a:pt x="43339" y="94298"/>
                        <a:pt x="43148" y="94583"/>
                        <a:pt x="43148" y="94869"/>
                      </a:cubicBezTo>
                      <a:cubicBezTo>
                        <a:pt x="43148" y="94964"/>
                        <a:pt x="43148" y="95155"/>
                        <a:pt x="43339" y="95250"/>
                      </a:cubicBezTo>
                      <a:lnTo>
                        <a:pt x="44482" y="95250"/>
                      </a:lnTo>
                      <a:cubicBezTo>
                        <a:pt x="44482" y="95822"/>
                        <a:pt x="44482" y="96869"/>
                        <a:pt x="44482" y="98489"/>
                      </a:cubicBezTo>
                      <a:cubicBezTo>
                        <a:pt x="44387" y="100108"/>
                        <a:pt x="44387" y="101156"/>
                        <a:pt x="44482" y="101727"/>
                      </a:cubicBezTo>
                      <a:cubicBezTo>
                        <a:pt x="44672" y="102680"/>
                        <a:pt x="45244" y="103061"/>
                        <a:pt x="46101" y="102966"/>
                      </a:cubicBezTo>
                      <a:lnTo>
                        <a:pt x="43339" y="104966"/>
                      </a:lnTo>
                      <a:lnTo>
                        <a:pt x="44482" y="106109"/>
                      </a:lnTo>
                      <a:cubicBezTo>
                        <a:pt x="44482" y="106109"/>
                        <a:pt x="44291" y="106490"/>
                        <a:pt x="43815" y="106775"/>
                      </a:cubicBezTo>
                      <a:cubicBezTo>
                        <a:pt x="43434" y="107156"/>
                        <a:pt x="43244" y="107442"/>
                        <a:pt x="43339" y="107633"/>
                      </a:cubicBezTo>
                      <a:lnTo>
                        <a:pt x="41338" y="112681"/>
                      </a:lnTo>
                      <a:cubicBezTo>
                        <a:pt x="38481" y="111919"/>
                        <a:pt x="34385" y="111919"/>
                        <a:pt x="29051" y="112681"/>
                      </a:cubicBezTo>
                      <a:lnTo>
                        <a:pt x="27908" y="111157"/>
                      </a:lnTo>
                      <a:cubicBezTo>
                        <a:pt x="26479" y="112014"/>
                        <a:pt x="25146" y="111728"/>
                        <a:pt x="24003" y="110490"/>
                      </a:cubicBezTo>
                      <a:lnTo>
                        <a:pt x="22860" y="112681"/>
                      </a:lnTo>
                      <a:cubicBezTo>
                        <a:pt x="22098" y="112395"/>
                        <a:pt x="21336" y="112300"/>
                        <a:pt x="20479" y="112300"/>
                      </a:cubicBezTo>
                      <a:cubicBezTo>
                        <a:pt x="20098" y="112300"/>
                        <a:pt x="19526" y="112300"/>
                        <a:pt x="18764" y="112491"/>
                      </a:cubicBezTo>
                      <a:cubicBezTo>
                        <a:pt x="18002" y="112586"/>
                        <a:pt x="17431" y="112681"/>
                        <a:pt x="17050" y="112681"/>
                      </a:cubicBezTo>
                      <a:cubicBezTo>
                        <a:pt x="15812" y="112681"/>
                        <a:pt x="14764" y="112205"/>
                        <a:pt x="13716" y="111252"/>
                      </a:cubicBezTo>
                      <a:lnTo>
                        <a:pt x="14859" y="110109"/>
                      </a:lnTo>
                      <a:cubicBezTo>
                        <a:pt x="14859" y="110109"/>
                        <a:pt x="14002" y="109538"/>
                        <a:pt x="13335" y="109538"/>
                      </a:cubicBezTo>
                      <a:lnTo>
                        <a:pt x="11811" y="109538"/>
                      </a:lnTo>
                      <a:cubicBezTo>
                        <a:pt x="11239" y="109538"/>
                        <a:pt x="10859" y="109061"/>
                        <a:pt x="10668" y="108395"/>
                      </a:cubicBezTo>
                      <a:lnTo>
                        <a:pt x="10668" y="105061"/>
                      </a:lnTo>
                      <a:cubicBezTo>
                        <a:pt x="10668" y="103823"/>
                        <a:pt x="10954" y="102775"/>
                        <a:pt x="11811" y="102013"/>
                      </a:cubicBezTo>
                      <a:lnTo>
                        <a:pt x="9620" y="100299"/>
                      </a:lnTo>
                      <a:lnTo>
                        <a:pt x="11144" y="97631"/>
                      </a:lnTo>
                      <a:cubicBezTo>
                        <a:pt x="11144" y="91059"/>
                        <a:pt x="11430" y="81249"/>
                        <a:pt x="11811" y="68009"/>
                      </a:cubicBezTo>
                      <a:lnTo>
                        <a:pt x="10668" y="67342"/>
                      </a:lnTo>
                      <a:cubicBezTo>
                        <a:pt x="10668" y="64389"/>
                        <a:pt x="10573" y="60960"/>
                        <a:pt x="10573" y="57245"/>
                      </a:cubicBezTo>
                      <a:cubicBezTo>
                        <a:pt x="10573" y="52769"/>
                        <a:pt x="10668" y="45625"/>
                        <a:pt x="10859" y="35909"/>
                      </a:cubicBezTo>
                      <a:cubicBezTo>
                        <a:pt x="11144" y="26194"/>
                        <a:pt x="11239" y="18860"/>
                        <a:pt x="11239" y="13907"/>
                      </a:cubicBezTo>
                      <a:cubicBezTo>
                        <a:pt x="11239" y="10097"/>
                        <a:pt x="11239" y="6572"/>
                        <a:pt x="11144" y="3239"/>
                      </a:cubicBezTo>
                      <a:cubicBezTo>
                        <a:pt x="14002" y="1143"/>
                        <a:pt x="18002" y="0"/>
                        <a:pt x="23051" y="0"/>
                      </a:cubicBezTo>
                      <a:cubicBezTo>
                        <a:pt x="24670" y="0"/>
                        <a:pt x="27242" y="0"/>
                        <a:pt x="30575" y="191"/>
                      </a:cubicBezTo>
                      <a:cubicBezTo>
                        <a:pt x="33909" y="286"/>
                        <a:pt x="36386" y="381"/>
                        <a:pt x="37814" y="381"/>
                      </a:cubicBezTo>
                      <a:lnTo>
                        <a:pt x="41910" y="381"/>
                      </a:lnTo>
                      <a:cubicBezTo>
                        <a:pt x="43625" y="2858"/>
                        <a:pt x="44577" y="6096"/>
                        <a:pt x="44577" y="10001"/>
                      </a:cubicBezTo>
                      <a:cubicBezTo>
                        <a:pt x="44577" y="10954"/>
                        <a:pt x="44577" y="12573"/>
                        <a:pt x="44387" y="14954"/>
                      </a:cubicBezTo>
                      <a:cubicBezTo>
                        <a:pt x="44291" y="17336"/>
                        <a:pt x="44196" y="19145"/>
                        <a:pt x="44196" y="20384"/>
                      </a:cubicBezTo>
                      <a:cubicBezTo>
                        <a:pt x="40291" y="23336"/>
                        <a:pt x="37243" y="24860"/>
                        <a:pt x="34957" y="24765"/>
                      </a:cubicBezTo>
                      <a:cubicBezTo>
                        <a:pt x="33814" y="26194"/>
                        <a:pt x="33338" y="28289"/>
                        <a:pt x="33338" y="31052"/>
                      </a:cubicBezTo>
                      <a:cubicBezTo>
                        <a:pt x="33338" y="36291"/>
                        <a:pt x="33528" y="38672"/>
                        <a:pt x="33528" y="38195"/>
                      </a:cubicBezTo>
                      <a:cubicBezTo>
                        <a:pt x="33719" y="38291"/>
                        <a:pt x="37052" y="38386"/>
                        <a:pt x="43529" y="38576"/>
                      </a:cubicBezTo>
                      <a:cubicBezTo>
                        <a:pt x="43339" y="39148"/>
                        <a:pt x="43244" y="39719"/>
                        <a:pt x="43244" y="40291"/>
                      </a:cubicBezTo>
                      <a:cubicBezTo>
                        <a:pt x="43244" y="41243"/>
                        <a:pt x="43529" y="42482"/>
                        <a:pt x="44101" y="43910"/>
                      </a:cubicBezTo>
                      <a:cubicBezTo>
                        <a:pt x="44672" y="45434"/>
                        <a:pt x="44958" y="46577"/>
                        <a:pt x="44958" y="47435"/>
                      </a:cubicBezTo>
                      <a:cubicBezTo>
                        <a:pt x="44958" y="48101"/>
                        <a:pt x="44863" y="48673"/>
                        <a:pt x="44672" y="49435"/>
                      </a:cubicBezTo>
                      <a:lnTo>
                        <a:pt x="43148" y="51149"/>
                      </a:lnTo>
                      <a:cubicBezTo>
                        <a:pt x="43148" y="51149"/>
                        <a:pt x="43910" y="51721"/>
                        <a:pt x="44291" y="51721"/>
                      </a:cubicBezTo>
                      <a:cubicBezTo>
                        <a:pt x="44672" y="51721"/>
                        <a:pt x="45244" y="51530"/>
                        <a:pt x="45911" y="51149"/>
                      </a:cubicBezTo>
                      <a:cubicBezTo>
                        <a:pt x="46577" y="50768"/>
                        <a:pt x="47149" y="50578"/>
                        <a:pt x="47530" y="50578"/>
                      </a:cubicBezTo>
                      <a:cubicBezTo>
                        <a:pt x="46768" y="50102"/>
                        <a:pt x="46387" y="49054"/>
                        <a:pt x="46387" y="47339"/>
                      </a:cubicBezTo>
                      <a:cubicBezTo>
                        <a:pt x="46387" y="46292"/>
                        <a:pt x="46577" y="44768"/>
                        <a:pt x="46958" y="42672"/>
                      </a:cubicBezTo>
                      <a:cubicBezTo>
                        <a:pt x="47339" y="40577"/>
                        <a:pt x="47530" y="39243"/>
                        <a:pt x="47530" y="38672"/>
                      </a:cubicBezTo>
                      <a:lnTo>
                        <a:pt x="57817" y="38291"/>
                      </a:lnTo>
                      <a:lnTo>
                        <a:pt x="63151" y="31337"/>
                      </a:lnTo>
                      <a:cubicBezTo>
                        <a:pt x="60103" y="26384"/>
                        <a:pt x="55912" y="23908"/>
                        <a:pt x="50863" y="23908"/>
                      </a:cubicBezTo>
                      <a:cubicBezTo>
                        <a:pt x="49816" y="23908"/>
                        <a:pt x="48673" y="23908"/>
                        <a:pt x="47530" y="24194"/>
                      </a:cubicBezTo>
                      <a:cubicBezTo>
                        <a:pt x="47720" y="23336"/>
                        <a:pt x="47815" y="22384"/>
                        <a:pt x="47815" y="21241"/>
                      </a:cubicBezTo>
                      <a:cubicBezTo>
                        <a:pt x="47815" y="20098"/>
                        <a:pt x="47720" y="18383"/>
                        <a:pt x="47435" y="15907"/>
                      </a:cubicBezTo>
                      <a:cubicBezTo>
                        <a:pt x="47149" y="13430"/>
                        <a:pt x="46958" y="11525"/>
                        <a:pt x="46958" y="10383"/>
                      </a:cubicBezTo>
                      <a:cubicBezTo>
                        <a:pt x="46958" y="7620"/>
                        <a:pt x="47530" y="5239"/>
                        <a:pt x="48673" y="3239"/>
                      </a:cubicBezTo>
                      <a:lnTo>
                        <a:pt x="47530" y="3239"/>
                      </a:lnTo>
                      <a:cubicBezTo>
                        <a:pt x="47911" y="1238"/>
                        <a:pt x="49339" y="381"/>
                        <a:pt x="51816" y="476"/>
                      </a:cubicBezTo>
                      <a:cubicBezTo>
                        <a:pt x="55626" y="667"/>
                        <a:pt x="57626" y="667"/>
                        <a:pt x="57817" y="572"/>
                      </a:cubicBezTo>
                      <a:cubicBezTo>
                        <a:pt x="58484" y="381"/>
                        <a:pt x="59150" y="572"/>
                        <a:pt x="60007" y="1143"/>
                      </a:cubicBezTo>
                      <a:cubicBezTo>
                        <a:pt x="60865" y="1715"/>
                        <a:pt x="61246" y="2000"/>
                        <a:pt x="61341" y="2000"/>
                      </a:cubicBezTo>
                      <a:cubicBezTo>
                        <a:pt x="61817" y="2000"/>
                        <a:pt x="62198" y="1524"/>
                        <a:pt x="62484" y="476"/>
                      </a:cubicBezTo>
                      <a:cubicBezTo>
                        <a:pt x="63627" y="1715"/>
                        <a:pt x="65818" y="2477"/>
                        <a:pt x="69056" y="2477"/>
                      </a:cubicBezTo>
                      <a:cubicBezTo>
                        <a:pt x="71914" y="2477"/>
                        <a:pt x="73533" y="3334"/>
                        <a:pt x="73914" y="4858"/>
                      </a:cubicBezTo>
                      <a:cubicBezTo>
                        <a:pt x="76295" y="7049"/>
                        <a:pt x="78772" y="9144"/>
                        <a:pt x="81344" y="11335"/>
                      </a:cubicBezTo>
                      <a:cubicBezTo>
                        <a:pt x="84106" y="13811"/>
                        <a:pt x="85820" y="16288"/>
                        <a:pt x="86392" y="18764"/>
                      </a:cubicBezTo>
                      <a:lnTo>
                        <a:pt x="87916" y="18764"/>
                      </a:lnTo>
                      <a:cubicBezTo>
                        <a:pt x="87154" y="24765"/>
                        <a:pt x="86773" y="31623"/>
                        <a:pt x="86773" y="39434"/>
                      </a:cubicBezTo>
                      <a:cubicBezTo>
                        <a:pt x="85344" y="39624"/>
                        <a:pt x="84677" y="40005"/>
                        <a:pt x="84677" y="40577"/>
                      </a:cubicBezTo>
                      <a:cubicBezTo>
                        <a:pt x="84677" y="40577"/>
                        <a:pt x="84677" y="40958"/>
                        <a:pt x="84963" y="41339"/>
                      </a:cubicBezTo>
                      <a:cubicBezTo>
                        <a:pt x="85154" y="41720"/>
                        <a:pt x="85249" y="42101"/>
                        <a:pt x="85249" y="42386"/>
                      </a:cubicBezTo>
                      <a:cubicBezTo>
                        <a:pt x="85249" y="42863"/>
                        <a:pt x="84868" y="43339"/>
                        <a:pt x="84106" y="43815"/>
                      </a:cubicBezTo>
                      <a:lnTo>
                        <a:pt x="84106" y="45339"/>
                      </a:lnTo>
                      <a:cubicBezTo>
                        <a:pt x="84106" y="45339"/>
                        <a:pt x="83248" y="44672"/>
                        <a:pt x="83058" y="44672"/>
                      </a:cubicBezTo>
                      <a:cubicBezTo>
                        <a:pt x="82105" y="45625"/>
                        <a:pt x="81629" y="46482"/>
                        <a:pt x="81629" y="47339"/>
                      </a:cubicBezTo>
                      <a:cubicBezTo>
                        <a:pt x="81629" y="48292"/>
                        <a:pt x="82677" y="49435"/>
                        <a:pt x="84772" y="50864"/>
                      </a:cubicBezTo>
                      <a:cubicBezTo>
                        <a:pt x="86868" y="52292"/>
                        <a:pt x="88106" y="53531"/>
                        <a:pt x="88392" y="54578"/>
                      </a:cubicBezTo>
                      <a:lnTo>
                        <a:pt x="89059" y="53912"/>
                      </a:lnTo>
                      <a:close/>
                      <a:moveTo>
                        <a:pt x="12287" y="77915"/>
                      </a:moveTo>
                      <a:lnTo>
                        <a:pt x="13430" y="76772"/>
                      </a:lnTo>
                      <a:lnTo>
                        <a:pt x="10763" y="77438"/>
                      </a:lnTo>
                      <a:lnTo>
                        <a:pt x="12287" y="77819"/>
                      </a:lnTo>
                      <a:close/>
                      <a:moveTo>
                        <a:pt x="13430" y="62960"/>
                      </a:moveTo>
                      <a:lnTo>
                        <a:pt x="16669" y="65151"/>
                      </a:lnTo>
                      <a:lnTo>
                        <a:pt x="16669" y="63341"/>
                      </a:lnTo>
                      <a:lnTo>
                        <a:pt x="16193" y="64008"/>
                      </a:lnTo>
                      <a:cubicBezTo>
                        <a:pt x="15526" y="64008"/>
                        <a:pt x="15145" y="63722"/>
                        <a:pt x="14954" y="63151"/>
                      </a:cubicBezTo>
                      <a:cubicBezTo>
                        <a:pt x="14764" y="62579"/>
                        <a:pt x="14573" y="62294"/>
                        <a:pt x="14383" y="62294"/>
                      </a:cubicBezTo>
                      <a:cubicBezTo>
                        <a:pt x="14192" y="62294"/>
                        <a:pt x="13906" y="62484"/>
                        <a:pt x="13430" y="62865"/>
                      </a:cubicBezTo>
                      <a:close/>
                      <a:moveTo>
                        <a:pt x="13906" y="86773"/>
                      </a:moveTo>
                      <a:cubicBezTo>
                        <a:pt x="13906" y="86773"/>
                        <a:pt x="14954" y="86487"/>
                        <a:pt x="16288" y="85630"/>
                      </a:cubicBezTo>
                      <a:cubicBezTo>
                        <a:pt x="16002" y="85630"/>
                        <a:pt x="15812" y="85535"/>
                        <a:pt x="15621" y="85535"/>
                      </a:cubicBezTo>
                      <a:cubicBezTo>
                        <a:pt x="15430" y="85535"/>
                        <a:pt x="15240" y="85725"/>
                        <a:pt x="15050" y="86201"/>
                      </a:cubicBezTo>
                      <a:cubicBezTo>
                        <a:pt x="14859" y="86678"/>
                        <a:pt x="14478" y="86868"/>
                        <a:pt x="13906" y="86773"/>
                      </a:cubicBezTo>
                      <a:close/>
                      <a:moveTo>
                        <a:pt x="20003" y="97536"/>
                      </a:moveTo>
                      <a:lnTo>
                        <a:pt x="20003" y="95726"/>
                      </a:lnTo>
                      <a:cubicBezTo>
                        <a:pt x="19050" y="95726"/>
                        <a:pt x="18002" y="96774"/>
                        <a:pt x="16954" y="98489"/>
                      </a:cubicBezTo>
                      <a:lnTo>
                        <a:pt x="16288" y="99632"/>
                      </a:lnTo>
                      <a:cubicBezTo>
                        <a:pt x="16288" y="99632"/>
                        <a:pt x="16764" y="98965"/>
                        <a:pt x="16954" y="98489"/>
                      </a:cubicBezTo>
                      <a:lnTo>
                        <a:pt x="18193" y="96774"/>
                      </a:lnTo>
                      <a:cubicBezTo>
                        <a:pt x="18479" y="97250"/>
                        <a:pt x="19050" y="97441"/>
                        <a:pt x="20003" y="97441"/>
                      </a:cubicBezTo>
                      <a:close/>
                      <a:moveTo>
                        <a:pt x="24765" y="104966"/>
                      </a:moveTo>
                      <a:lnTo>
                        <a:pt x="22670" y="106109"/>
                      </a:lnTo>
                      <a:lnTo>
                        <a:pt x="24194" y="106109"/>
                      </a:lnTo>
                      <a:lnTo>
                        <a:pt x="24765" y="104966"/>
                      </a:lnTo>
                      <a:close/>
                      <a:moveTo>
                        <a:pt x="24765" y="86106"/>
                      </a:moveTo>
                      <a:cubicBezTo>
                        <a:pt x="24765" y="86106"/>
                        <a:pt x="24670" y="86583"/>
                        <a:pt x="24670" y="86868"/>
                      </a:cubicBezTo>
                      <a:cubicBezTo>
                        <a:pt x="24670" y="87154"/>
                        <a:pt x="25241" y="87249"/>
                        <a:pt x="26384" y="87249"/>
                      </a:cubicBezTo>
                      <a:lnTo>
                        <a:pt x="24860" y="86106"/>
                      </a:lnTo>
                      <a:close/>
                      <a:moveTo>
                        <a:pt x="26765" y="78581"/>
                      </a:moveTo>
                      <a:cubicBezTo>
                        <a:pt x="26765" y="78581"/>
                        <a:pt x="27242" y="78677"/>
                        <a:pt x="27051" y="78677"/>
                      </a:cubicBezTo>
                      <a:lnTo>
                        <a:pt x="26765" y="78677"/>
                      </a:lnTo>
                      <a:close/>
                      <a:moveTo>
                        <a:pt x="28575" y="76295"/>
                      </a:moveTo>
                      <a:lnTo>
                        <a:pt x="28480" y="76295"/>
                      </a:lnTo>
                      <a:cubicBezTo>
                        <a:pt x="28480" y="76295"/>
                        <a:pt x="28575" y="76295"/>
                        <a:pt x="28575" y="76295"/>
                      </a:cubicBezTo>
                      <a:close/>
                      <a:moveTo>
                        <a:pt x="29718" y="76676"/>
                      </a:moveTo>
                      <a:lnTo>
                        <a:pt x="29718" y="77343"/>
                      </a:lnTo>
                      <a:cubicBezTo>
                        <a:pt x="29718" y="77343"/>
                        <a:pt x="29528" y="77153"/>
                        <a:pt x="29337" y="76867"/>
                      </a:cubicBezTo>
                      <a:cubicBezTo>
                        <a:pt x="29051" y="76486"/>
                        <a:pt x="28861" y="76295"/>
                        <a:pt x="28670" y="76200"/>
                      </a:cubicBezTo>
                      <a:lnTo>
                        <a:pt x="29813" y="74676"/>
                      </a:lnTo>
                      <a:cubicBezTo>
                        <a:pt x="30004" y="75248"/>
                        <a:pt x="30194" y="75533"/>
                        <a:pt x="30480" y="75533"/>
                      </a:cubicBezTo>
                      <a:cubicBezTo>
                        <a:pt x="30480" y="75533"/>
                        <a:pt x="30671" y="75533"/>
                        <a:pt x="30861" y="75438"/>
                      </a:cubicBezTo>
                      <a:cubicBezTo>
                        <a:pt x="31052" y="75343"/>
                        <a:pt x="31147" y="75248"/>
                        <a:pt x="31242" y="75248"/>
                      </a:cubicBezTo>
                      <a:cubicBezTo>
                        <a:pt x="31528" y="75248"/>
                        <a:pt x="31623" y="75533"/>
                        <a:pt x="31623" y="76200"/>
                      </a:cubicBezTo>
                      <a:lnTo>
                        <a:pt x="28956" y="76200"/>
                      </a:lnTo>
                      <a:lnTo>
                        <a:pt x="29623" y="76581"/>
                      </a:lnTo>
                      <a:close/>
                      <a:moveTo>
                        <a:pt x="31242" y="82868"/>
                      </a:moveTo>
                      <a:lnTo>
                        <a:pt x="31623" y="81153"/>
                      </a:lnTo>
                      <a:cubicBezTo>
                        <a:pt x="31623" y="81153"/>
                        <a:pt x="32385" y="81915"/>
                        <a:pt x="32385" y="82868"/>
                      </a:cubicBezTo>
                      <a:lnTo>
                        <a:pt x="31242" y="82868"/>
                      </a:lnTo>
                      <a:close/>
                      <a:moveTo>
                        <a:pt x="38195" y="62008"/>
                      </a:moveTo>
                      <a:cubicBezTo>
                        <a:pt x="38195" y="62008"/>
                        <a:pt x="38290" y="62389"/>
                        <a:pt x="38195" y="62389"/>
                      </a:cubicBezTo>
                      <a:lnTo>
                        <a:pt x="38195" y="62008"/>
                      </a:lnTo>
                      <a:close/>
                      <a:moveTo>
                        <a:pt x="43053" y="64008"/>
                      </a:moveTo>
                      <a:lnTo>
                        <a:pt x="40862" y="62865"/>
                      </a:lnTo>
                      <a:lnTo>
                        <a:pt x="43053" y="63246"/>
                      </a:lnTo>
                      <a:lnTo>
                        <a:pt x="43053" y="63913"/>
                      </a:lnTo>
                      <a:close/>
                      <a:moveTo>
                        <a:pt x="42386" y="58960"/>
                      </a:moveTo>
                      <a:lnTo>
                        <a:pt x="43529" y="62484"/>
                      </a:lnTo>
                      <a:cubicBezTo>
                        <a:pt x="42481" y="61913"/>
                        <a:pt x="42005" y="61151"/>
                        <a:pt x="42005" y="60103"/>
                      </a:cubicBezTo>
                      <a:cubicBezTo>
                        <a:pt x="42005" y="59627"/>
                        <a:pt x="42196" y="59246"/>
                        <a:pt x="42386" y="58960"/>
                      </a:cubicBezTo>
                      <a:close/>
                      <a:moveTo>
                        <a:pt x="46958" y="80105"/>
                      </a:moveTo>
                      <a:lnTo>
                        <a:pt x="48482" y="80677"/>
                      </a:lnTo>
                      <a:lnTo>
                        <a:pt x="46958" y="81249"/>
                      </a:lnTo>
                      <a:lnTo>
                        <a:pt x="46958" y="80105"/>
                      </a:lnTo>
                      <a:close/>
                      <a:moveTo>
                        <a:pt x="51530" y="104870"/>
                      </a:moveTo>
                      <a:lnTo>
                        <a:pt x="52673" y="100679"/>
                      </a:lnTo>
                      <a:cubicBezTo>
                        <a:pt x="51530" y="101632"/>
                        <a:pt x="50959" y="102584"/>
                        <a:pt x="50959" y="103537"/>
                      </a:cubicBezTo>
                      <a:cubicBezTo>
                        <a:pt x="50959" y="104013"/>
                        <a:pt x="51149" y="104489"/>
                        <a:pt x="51530" y="104870"/>
                      </a:cubicBezTo>
                      <a:close/>
                      <a:moveTo>
                        <a:pt x="54864" y="130302"/>
                      </a:moveTo>
                      <a:lnTo>
                        <a:pt x="54293" y="128588"/>
                      </a:lnTo>
                      <a:lnTo>
                        <a:pt x="55817" y="128588"/>
                      </a:lnTo>
                      <a:lnTo>
                        <a:pt x="55817" y="129826"/>
                      </a:lnTo>
                      <a:cubicBezTo>
                        <a:pt x="55817" y="129826"/>
                        <a:pt x="55340" y="129826"/>
                        <a:pt x="54864" y="130207"/>
                      </a:cubicBezTo>
                      <a:close/>
                      <a:moveTo>
                        <a:pt x="59246" y="107061"/>
                      </a:moveTo>
                      <a:lnTo>
                        <a:pt x="59246" y="105918"/>
                      </a:lnTo>
                      <a:cubicBezTo>
                        <a:pt x="58293" y="105918"/>
                        <a:pt x="57817" y="106109"/>
                        <a:pt x="57721" y="106394"/>
                      </a:cubicBezTo>
                      <a:lnTo>
                        <a:pt x="59246" y="107061"/>
                      </a:lnTo>
                      <a:close/>
                      <a:moveTo>
                        <a:pt x="66675" y="102203"/>
                      </a:moveTo>
                      <a:cubicBezTo>
                        <a:pt x="66675" y="102203"/>
                        <a:pt x="67056" y="101918"/>
                        <a:pt x="67342" y="101537"/>
                      </a:cubicBezTo>
                      <a:cubicBezTo>
                        <a:pt x="67628" y="101251"/>
                        <a:pt x="67913" y="101060"/>
                        <a:pt x="68199" y="101060"/>
                      </a:cubicBezTo>
                      <a:lnTo>
                        <a:pt x="65532" y="100584"/>
                      </a:lnTo>
                      <a:lnTo>
                        <a:pt x="66675" y="102108"/>
                      </a:lnTo>
                      <a:close/>
                      <a:moveTo>
                        <a:pt x="67818" y="93726"/>
                      </a:moveTo>
                      <a:cubicBezTo>
                        <a:pt x="68961" y="92583"/>
                        <a:pt x="69723" y="92107"/>
                        <a:pt x="70009" y="92202"/>
                      </a:cubicBezTo>
                      <a:lnTo>
                        <a:pt x="69342" y="91535"/>
                      </a:lnTo>
                      <a:lnTo>
                        <a:pt x="67818" y="93821"/>
                      </a:lnTo>
                      <a:close/>
                      <a:moveTo>
                        <a:pt x="69342" y="62960"/>
                      </a:moveTo>
                      <a:lnTo>
                        <a:pt x="71533" y="62960"/>
                      </a:lnTo>
                      <a:lnTo>
                        <a:pt x="70390" y="60674"/>
                      </a:lnTo>
                      <a:cubicBezTo>
                        <a:pt x="70866" y="61817"/>
                        <a:pt x="70390" y="62579"/>
                        <a:pt x="69247" y="62960"/>
                      </a:cubicBezTo>
                      <a:lnTo>
                        <a:pt x="68104" y="62960"/>
                      </a:lnTo>
                      <a:cubicBezTo>
                        <a:pt x="68104" y="62960"/>
                        <a:pt x="68961" y="63151"/>
                        <a:pt x="69247" y="62960"/>
                      </a:cubicBezTo>
                      <a:close/>
                      <a:moveTo>
                        <a:pt x="71533" y="79629"/>
                      </a:moveTo>
                      <a:cubicBezTo>
                        <a:pt x="70961" y="79915"/>
                        <a:pt x="70580" y="79724"/>
                        <a:pt x="70199" y="79153"/>
                      </a:cubicBezTo>
                      <a:cubicBezTo>
                        <a:pt x="69913" y="78581"/>
                        <a:pt x="69818" y="78010"/>
                        <a:pt x="70009" y="77534"/>
                      </a:cubicBezTo>
                      <a:lnTo>
                        <a:pt x="71533" y="79629"/>
                      </a:lnTo>
                      <a:close/>
                      <a:moveTo>
                        <a:pt x="73628" y="77534"/>
                      </a:moveTo>
                      <a:cubicBezTo>
                        <a:pt x="73628" y="77534"/>
                        <a:pt x="73152" y="77534"/>
                        <a:pt x="72962" y="77819"/>
                      </a:cubicBezTo>
                      <a:cubicBezTo>
                        <a:pt x="72580" y="77438"/>
                        <a:pt x="72295" y="77153"/>
                        <a:pt x="72104" y="76867"/>
                      </a:cubicBezTo>
                      <a:lnTo>
                        <a:pt x="72676" y="76486"/>
                      </a:lnTo>
                      <a:lnTo>
                        <a:pt x="70009" y="76010"/>
                      </a:lnTo>
                      <a:lnTo>
                        <a:pt x="73628" y="76486"/>
                      </a:lnTo>
                      <a:lnTo>
                        <a:pt x="73628" y="77629"/>
                      </a:lnTo>
                      <a:close/>
                      <a:moveTo>
                        <a:pt x="70390" y="73724"/>
                      </a:moveTo>
                      <a:lnTo>
                        <a:pt x="70390" y="70961"/>
                      </a:lnTo>
                      <a:cubicBezTo>
                        <a:pt x="71056" y="71724"/>
                        <a:pt x="71056" y="72676"/>
                        <a:pt x="70390" y="73724"/>
                      </a:cubicBezTo>
                      <a:close/>
                      <a:moveTo>
                        <a:pt x="72676" y="67151"/>
                      </a:moveTo>
                      <a:lnTo>
                        <a:pt x="72676" y="66008"/>
                      </a:lnTo>
                      <a:lnTo>
                        <a:pt x="70961" y="67818"/>
                      </a:lnTo>
                      <a:lnTo>
                        <a:pt x="72676" y="67151"/>
                      </a:lnTo>
                      <a:close/>
                      <a:moveTo>
                        <a:pt x="72676" y="77915"/>
                      </a:moveTo>
                      <a:cubicBezTo>
                        <a:pt x="72676" y="77915"/>
                        <a:pt x="72866" y="77915"/>
                        <a:pt x="72866" y="77724"/>
                      </a:cubicBezTo>
                      <a:lnTo>
                        <a:pt x="72962" y="77724"/>
                      </a:lnTo>
                      <a:cubicBezTo>
                        <a:pt x="72962" y="77724"/>
                        <a:pt x="73247" y="78105"/>
                        <a:pt x="73247" y="78296"/>
                      </a:cubicBezTo>
                      <a:cubicBezTo>
                        <a:pt x="72962" y="78105"/>
                        <a:pt x="72771" y="78010"/>
                        <a:pt x="72676" y="77915"/>
                      </a:cubicBezTo>
                      <a:close/>
                      <a:moveTo>
                        <a:pt x="72676" y="98489"/>
                      </a:moveTo>
                      <a:cubicBezTo>
                        <a:pt x="73723" y="99251"/>
                        <a:pt x="74295" y="99632"/>
                        <a:pt x="74390" y="99632"/>
                      </a:cubicBezTo>
                      <a:cubicBezTo>
                        <a:pt x="73438" y="98965"/>
                        <a:pt x="73152" y="98203"/>
                        <a:pt x="73343" y="97250"/>
                      </a:cubicBezTo>
                      <a:lnTo>
                        <a:pt x="73628" y="96774"/>
                      </a:lnTo>
                      <a:cubicBezTo>
                        <a:pt x="73628" y="96774"/>
                        <a:pt x="73438" y="97155"/>
                        <a:pt x="73343" y="97250"/>
                      </a:cubicBezTo>
                      <a:lnTo>
                        <a:pt x="72676" y="98489"/>
                      </a:lnTo>
                      <a:close/>
                      <a:moveTo>
                        <a:pt x="74771" y="45149"/>
                      </a:moveTo>
                      <a:lnTo>
                        <a:pt x="74771" y="42958"/>
                      </a:lnTo>
                      <a:lnTo>
                        <a:pt x="74390" y="42958"/>
                      </a:lnTo>
                      <a:lnTo>
                        <a:pt x="74390" y="45149"/>
                      </a:lnTo>
                      <a:lnTo>
                        <a:pt x="74771" y="45149"/>
                      </a:lnTo>
                      <a:close/>
                      <a:moveTo>
                        <a:pt x="78105" y="81249"/>
                      </a:moveTo>
                      <a:lnTo>
                        <a:pt x="78486" y="79534"/>
                      </a:lnTo>
                      <a:cubicBezTo>
                        <a:pt x="78486" y="79534"/>
                        <a:pt x="77914" y="80105"/>
                        <a:pt x="76962" y="80105"/>
                      </a:cubicBezTo>
                      <a:lnTo>
                        <a:pt x="76295" y="78962"/>
                      </a:lnTo>
                      <a:lnTo>
                        <a:pt x="74295" y="81725"/>
                      </a:lnTo>
                      <a:lnTo>
                        <a:pt x="75247" y="81725"/>
                      </a:lnTo>
                      <a:cubicBezTo>
                        <a:pt x="75247" y="81725"/>
                        <a:pt x="74962" y="81439"/>
                        <a:pt x="74676" y="81153"/>
                      </a:cubicBezTo>
                      <a:cubicBezTo>
                        <a:pt x="74962" y="80486"/>
                        <a:pt x="75343" y="80201"/>
                        <a:pt x="75819" y="80201"/>
                      </a:cubicBezTo>
                      <a:cubicBezTo>
                        <a:pt x="75533" y="80201"/>
                        <a:pt x="76295" y="80582"/>
                        <a:pt x="78105" y="81153"/>
                      </a:cubicBezTo>
                      <a:close/>
                      <a:moveTo>
                        <a:pt x="75438" y="97917"/>
                      </a:moveTo>
                      <a:lnTo>
                        <a:pt x="78486" y="99060"/>
                      </a:lnTo>
                      <a:lnTo>
                        <a:pt x="77343" y="97917"/>
                      </a:lnTo>
                      <a:lnTo>
                        <a:pt x="75438" y="97917"/>
                      </a:lnTo>
                      <a:close/>
                      <a:moveTo>
                        <a:pt x="80105" y="88773"/>
                      </a:moveTo>
                      <a:lnTo>
                        <a:pt x="80105" y="87059"/>
                      </a:lnTo>
                      <a:lnTo>
                        <a:pt x="78962" y="89249"/>
                      </a:lnTo>
                      <a:cubicBezTo>
                        <a:pt x="79438" y="88868"/>
                        <a:pt x="79820" y="88678"/>
                        <a:pt x="80105" y="88678"/>
                      </a:cubicBezTo>
                      <a:close/>
                      <a:moveTo>
                        <a:pt x="89345" y="103346"/>
                      </a:moveTo>
                      <a:cubicBezTo>
                        <a:pt x="89345" y="104204"/>
                        <a:pt x="89345" y="105251"/>
                        <a:pt x="89821" y="106394"/>
                      </a:cubicBezTo>
                      <a:lnTo>
                        <a:pt x="88963" y="106394"/>
                      </a:lnTo>
                      <a:cubicBezTo>
                        <a:pt x="88963" y="106394"/>
                        <a:pt x="88963" y="105918"/>
                        <a:pt x="88582" y="105633"/>
                      </a:cubicBezTo>
                      <a:cubicBezTo>
                        <a:pt x="88202" y="105251"/>
                        <a:pt x="88011" y="105061"/>
                        <a:pt x="87916" y="104870"/>
                      </a:cubicBezTo>
                      <a:lnTo>
                        <a:pt x="89440" y="103346"/>
                      </a:lnTo>
                      <a:close/>
                      <a:moveTo>
                        <a:pt x="96393" y="28575"/>
                      </a:moveTo>
                      <a:lnTo>
                        <a:pt x="97917" y="28956"/>
                      </a:lnTo>
                      <a:lnTo>
                        <a:pt x="94393" y="28956"/>
                      </a:lnTo>
                      <a:lnTo>
                        <a:pt x="96298" y="28575"/>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 name="Google Shape;1151;p99"/>
                <p:cNvSpPr/>
                <p:nvPr/>
              </p:nvSpPr>
              <p:spPr>
                <a:xfrm>
                  <a:off x="6657403" y="4974907"/>
                  <a:ext cx="25241" cy="112966"/>
                </a:xfrm>
                <a:custGeom>
                  <a:avLst/>
                  <a:gdLst/>
                  <a:ahLst/>
                  <a:cxnLst/>
                  <a:rect l="l" t="t" r="r" b="b"/>
                  <a:pathLst>
                    <a:path w="25241" h="112966" extrusionOk="0">
                      <a:moveTo>
                        <a:pt x="23336" y="98203"/>
                      </a:moveTo>
                      <a:cubicBezTo>
                        <a:pt x="23336" y="100870"/>
                        <a:pt x="23336" y="102584"/>
                        <a:pt x="22955" y="103251"/>
                      </a:cubicBezTo>
                      <a:cubicBezTo>
                        <a:pt x="23908" y="107061"/>
                        <a:pt x="23717" y="109919"/>
                        <a:pt x="22384" y="111728"/>
                      </a:cubicBezTo>
                      <a:cubicBezTo>
                        <a:pt x="21527" y="112204"/>
                        <a:pt x="20479" y="112490"/>
                        <a:pt x="19145" y="112490"/>
                      </a:cubicBezTo>
                      <a:lnTo>
                        <a:pt x="15049" y="112490"/>
                      </a:lnTo>
                      <a:cubicBezTo>
                        <a:pt x="15049" y="111062"/>
                        <a:pt x="14954" y="110300"/>
                        <a:pt x="14669" y="110204"/>
                      </a:cubicBezTo>
                      <a:cubicBezTo>
                        <a:pt x="14669" y="112109"/>
                        <a:pt x="14002" y="112967"/>
                        <a:pt x="12573" y="112967"/>
                      </a:cubicBezTo>
                      <a:cubicBezTo>
                        <a:pt x="12097" y="112967"/>
                        <a:pt x="11335" y="112776"/>
                        <a:pt x="10192" y="112586"/>
                      </a:cubicBezTo>
                      <a:cubicBezTo>
                        <a:pt x="9049" y="112300"/>
                        <a:pt x="8287" y="112204"/>
                        <a:pt x="7811" y="112204"/>
                      </a:cubicBezTo>
                      <a:cubicBezTo>
                        <a:pt x="7239" y="112204"/>
                        <a:pt x="6858" y="112300"/>
                        <a:pt x="6572" y="112490"/>
                      </a:cubicBezTo>
                      <a:cubicBezTo>
                        <a:pt x="6191" y="112109"/>
                        <a:pt x="5810" y="111919"/>
                        <a:pt x="5429" y="111919"/>
                      </a:cubicBezTo>
                      <a:cubicBezTo>
                        <a:pt x="5144" y="111919"/>
                        <a:pt x="4763" y="111919"/>
                        <a:pt x="4381" y="112109"/>
                      </a:cubicBezTo>
                      <a:cubicBezTo>
                        <a:pt x="4000" y="112300"/>
                        <a:pt x="3620" y="112300"/>
                        <a:pt x="3429" y="112300"/>
                      </a:cubicBezTo>
                      <a:cubicBezTo>
                        <a:pt x="2953" y="112300"/>
                        <a:pt x="2572" y="112109"/>
                        <a:pt x="2191" y="111728"/>
                      </a:cubicBezTo>
                      <a:cubicBezTo>
                        <a:pt x="1238" y="107347"/>
                        <a:pt x="762" y="102679"/>
                        <a:pt x="762" y="97822"/>
                      </a:cubicBezTo>
                      <a:cubicBezTo>
                        <a:pt x="762" y="93917"/>
                        <a:pt x="1238" y="87535"/>
                        <a:pt x="2191" y="78867"/>
                      </a:cubicBezTo>
                      <a:cubicBezTo>
                        <a:pt x="1048" y="72390"/>
                        <a:pt x="857" y="61627"/>
                        <a:pt x="1429" y="46768"/>
                      </a:cubicBezTo>
                      <a:cubicBezTo>
                        <a:pt x="476" y="45815"/>
                        <a:pt x="0" y="45149"/>
                        <a:pt x="0" y="44577"/>
                      </a:cubicBezTo>
                      <a:cubicBezTo>
                        <a:pt x="0" y="44291"/>
                        <a:pt x="190" y="43910"/>
                        <a:pt x="667" y="43434"/>
                      </a:cubicBezTo>
                      <a:cubicBezTo>
                        <a:pt x="1143" y="42958"/>
                        <a:pt x="1238" y="42386"/>
                        <a:pt x="1238" y="42005"/>
                      </a:cubicBezTo>
                      <a:cubicBezTo>
                        <a:pt x="1238" y="41434"/>
                        <a:pt x="1048" y="40767"/>
                        <a:pt x="571" y="39910"/>
                      </a:cubicBezTo>
                      <a:cubicBezTo>
                        <a:pt x="1143" y="39243"/>
                        <a:pt x="1143" y="37529"/>
                        <a:pt x="571" y="34766"/>
                      </a:cubicBezTo>
                      <a:cubicBezTo>
                        <a:pt x="95" y="32385"/>
                        <a:pt x="857" y="30956"/>
                        <a:pt x="2667" y="30575"/>
                      </a:cubicBezTo>
                      <a:lnTo>
                        <a:pt x="571" y="27051"/>
                      </a:lnTo>
                      <a:cubicBezTo>
                        <a:pt x="1333" y="26575"/>
                        <a:pt x="1714" y="25813"/>
                        <a:pt x="1714" y="24670"/>
                      </a:cubicBezTo>
                      <a:cubicBezTo>
                        <a:pt x="1714" y="23908"/>
                        <a:pt x="1429" y="22574"/>
                        <a:pt x="1048" y="20765"/>
                      </a:cubicBezTo>
                      <a:cubicBezTo>
                        <a:pt x="571" y="18860"/>
                        <a:pt x="381" y="17526"/>
                        <a:pt x="381" y="16574"/>
                      </a:cubicBezTo>
                      <a:cubicBezTo>
                        <a:pt x="381" y="15240"/>
                        <a:pt x="762" y="14192"/>
                        <a:pt x="1524" y="13335"/>
                      </a:cubicBezTo>
                      <a:cubicBezTo>
                        <a:pt x="1238" y="10192"/>
                        <a:pt x="1143" y="8382"/>
                        <a:pt x="1143" y="7906"/>
                      </a:cubicBezTo>
                      <a:cubicBezTo>
                        <a:pt x="1143" y="4286"/>
                        <a:pt x="2477" y="2000"/>
                        <a:pt x="5048" y="953"/>
                      </a:cubicBezTo>
                      <a:lnTo>
                        <a:pt x="7525" y="953"/>
                      </a:lnTo>
                      <a:cubicBezTo>
                        <a:pt x="8477" y="953"/>
                        <a:pt x="10001" y="762"/>
                        <a:pt x="12002" y="476"/>
                      </a:cubicBezTo>
                      <a:cubicBezTo>
                        <a:pt x="14097" y="191"/>
                        <a:pt x="15621" y="0"/>
                        <a:pt x="16573" y="0"/>
                      </a:cubicBezTo>
                      <a:cubicBezTo>
                        <a:pt x="19431" y="0"/>
                        <a:pt x="21622" y="1143"/>
                        <a:pt x="22860" y="3524"/>
                      </a:cubicBezTo>
                      <a:cubicBezTo>
                        <a:pt x="23050" y="11716"/>
                        <a:pt x="23050" y="24003"/>
                        <a:pt x="22860" y="40481"/>
                      </a:cubicBezTo>
                      <a:cubicBezTo>
                        <a:pt x="22765" y="40481"/>
                        <a:pt x="22384" y="40481"/>
                        <a:pt x="21622" y="40862"/>
                      </a:cubicBezTo>
                      <a:cubicBezTo>
                        <a:pt x="21431" y="41529"/>
                        <a:pt x="21812" y="42101"/>
                        <a:pt x="22670" y="42672"/>
                      </a:cubicBezTo>
                      <a:cubicBezTo>
                        <a:pt x="23527" y="43244"/>
                        <a:pt x="24003" y="43625"/>
                        <a:pt x="24003" y="43910"/>
                      </a:cubicBezTo>
                      <a:cubicBezTo>
                        <a:pt x="24003" y="44291"/>
                        <a:pt x="23622" y="44672"/>
                        <a:pt x="22860" y="45149"/>
                      </a:cubicBezTo>
                      <a:lnTo>
                        <a:pt x="21622" y="46292"/>
                      </a:lnTo>
                      <a:cubicBezTo>
                        <a:pt x="22765" y="47720"/>
                        <a:pt x="23336" y="49530"/>
                        <a:pt x="23336" y="51626"/>
                      </a:cubicBezTo>
                      <a:cubicBezTo>
                        <a:pt x="23336" y="52578"/>
                        <a:pt x="23146" y="54007"/>
                        <a:pt x="22860" y="56007"/>
                      </a:cubicBezTo>
                      <a:cubicBezTo>
                        <a:pt x="22574" y="58008"/>
                        <a:pt x="22384" y="59531"/>
                        <a:pt x="22384" y="60579"/>
                      </a:cubicBezTo>
                      <a:cubicBezTo>
                        <a:pt x="22384" y="61913"/>
                        <a:pt x="22574" y="63056"/>
                        <a:pt x="22955" y="64199"/>
                      </a:cubicBezTo>
                      <a:cubicBezTo>
                        <a:pt x="23146" y="70961"/>
                        <a:pt x="22955" y="80772"/>
                        <a:pt x="22384" y="93536"/>
                      </a:cubicBezTo>
                      <a:cubicBezTo>
                        <a:pt x="22574" y="93917"/>
                        <a:pt x="22955" y="94012"/>
                        <a:pt x="23622" y="93917"/>
                      </a:cubicBezTo>
                      <a:lnTo>
                        <a:pt x="25241" y="93917"/>
                      </a:lnTo>
                      <a:cubicBezTo>
                        <a:pt x="24003" y="94583"/>
                        <a:pt x="23431" y="96012"/>
                        <a:pt x="23431" y="98298"/>
                      </a:cubicBezTo>
                      <a:close/>
                      <a:moveTo>
                        <a:pt x="4953" y="27908"/>
                      </a:moveTo>
                      <a:cubicBezTo>
                        <a:pt x="4953" y="27908"/>
                        <a:pt x="4572" y="28099"/>
                        <a:pt x="4572" y="28289"/>
                      </a:cubicBezTo>
                      <a:cubicBezTo>
                        <a:pt x="4572" y="28670"/>
                        <a:pt x="4858" y="28956"/>
                        <a:pt x="5239" y="29242"/>
                      </a:cubicBezTo>
                      <a:cubicBezTo>
                        <a:pt x="5715" y="29528"/>
                        <a:pt x="6191" y="29623"/>
                        <a:pt x="6477" y="29433"/>
                      </a:cubicBezTo>
                      <a:cubicBezTo>
                        <a:pt x="6001" y="28766"/>
                        <a:pt x="5524" y="28289"/>
                        <a:pt x="4858" y="27908"/>
                      </a:cubicBezTo>
                      <a:close/>
                      <a:moveTo>
                        <a:pt x="5334" y="25527"/>
                      </a:moveTo>
                      <a:lnTo>
                        <a:pt x="6858" y="23336"/>
                      </a:lnTo>
                      <a:lnTo>
                        <a:pt x="4858" y="24003"/>
                      </a:lnTo>
                      <a:cubicBezTo>
                        <a:pt x="4858" y="24003"/>
                        <a:pt x="5239" y="24575"/>
                        <a:pt x="5239" y="25527"/>
                      </a:cubicBezTo>
                      <a:close/>
                      <a:moveTo>
                        <a:pt x="4953" y="100489"/>
                      </a:moveTo>
                      <a:lnTo>
                        <a:pt x="6953" y="100489"/>
                      </a:lnTo>
                      <a:cubicBezTo>
                        <a:pt x="6953" y="100489"/>
                        <a:pt x="6572" y="99727"/>
                        <a:pt x="5905" y="99727"/>
                      </a:cubicBezTo>
                      <a:cubicBezTo>
                        <a:pt x="5334" y="99727"/>
                        <a:pt x="5048" y="100013"/>
                        <a:pt x="4953" y="100489"/>
                      </a:cubicBezTo>
                      <a:close/>
                      <a:moveTo>
                        <a:pt x="21336" y="44101"/>
                      </a:moveTo>
                      <a:cubicBezTo>
                        <a:pt x="20860" y="44863"/>
                        <a:pt x="20955" y="45339"/>
                        <a:pt x="21622" y="45625"/>
                      </a:cubicBezTo>
                      <a:cubicBezTo>
                        <a:pt x="22479" y="44958"/>
                        <a:pt x="22860" y="44387"/>
                        <a:pt x="22860" y="43910"/>
                      </a:cubicBezTo>
                      <a:cubicBezTo>
                        <a:pt x="22860" y="43529"/>
                        <a:pt x="22288" y="43053"/>
                        <a:pt x="21146" y="42291"/>
                      </a:cubicBezTo>
                      <a:cubicBezTo>
                        <a:pt x="20003" y="41624"/>
                        <a:pt x="19526" y="40958"/>
                        <a:pt x="19621" y="40291"/>
                      </a:cubicBezTo>
                      <a:lnTo>
                        <a:pt x="18860" y="40672"/>
                      </a:lnTo>
                      <a:lnTo>
                        <a:pt x="20003" y="41815"/>
                      </a:lnTo>
                      <a:lnTo>
                        <a:pt x="18860" y="42958"/>
                      </a:lnTo>
                      <a:cubicBezTo>
                        <a:pt x="18860" y="42958"/>
                        <a:pt x="18193" y="42101"/>
                        <a:pt x="17716" y="41243"/>
                      </a:cubicBezTo>
                      <a:cubicBezTo>
                        <a:pt x="17336" y="40386"/>
                        <a:pt x="16859" y="40005"/>
                        <a:pt x="16193" y="40005"/>
                      </a:cubicBezTo>
                      <a:cubicBezTo>
                        <a:pt x="15907" y="40005"/>
                        <a:pt x="15430" y="40005"/>
                        <a:pt x="14954" y="40291"/>
                      </a:cubicBezTo>
                      <a:lnTo>
                        <a:pt x="16764" y="42196"/>
                      </a:lnTo>
                      <a:cubicBezTo>
                        <a:pt x="16288" y="42863"/>
                        <a:pt x="15526" y="43339"/>
                        <a:pt x="14383" y="43529"/>
                      </a:cubicBezTo>
                      <a:cubicBezTo>
                        <a:pt x="12859" y="44006"/>
                        <a:pt x="12097" y="44291"/>
                        <a:pt x="11906" y="44387"/>
                      </a:cubicBezTo>
                      <a:cubicBezTo>
                        <a:pt x="15621" y="45529"/>
                        <a:pt x="17812" y="44958"/>
                        <a:pt x="18479" y="42863"/>
                      </a:cubicBezTo>
                      <a:cubicBezTo>
                        <a:pt x="19050" y="44006"/>
                        <a:pt x="19431" y="44482"/>
                        <a:pt x="19621" y="44387"/>
                      </a:cubicBezTo>
                      <a:cubicBezTo>
                        <a:pt x="19621" y="44006"/>
                        <a:pt x="19812" y="43529"/>
                        <a:pt x="20479" y="42863"/>
                      </a:cubicBezTo>
                      <a:cubicBezTo>
                        <a:pt x="21527" y="42863"/>
                        <a:pt x="21812" y="43244"/>
                        <a:pt x="21336" y="44006"/>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 name="Google Shape;1152;p99"/>
                <p:cNvSpPr/>
                <p:nvPr/>
              </p:nvSpPr>
              <p:spPr>
                <a:xfrm>
                  <a:off x="6692359" y="4963001"/>
                  <a:ext cx="85534" cy="135350"/>
                </a:xfrm>
                <a:custGeom>
                  <a:avLst/>
                  <a:gdLst/>
                  <a:ahLst/>
                  <a:cxnLst/>
                  <a:rect l="l" t="t" r="r" b="b"/>
                  <a:pathLst>
                    <a:path w="85534" h="135350" extrusionOk="0">
                      <a:moveTo>
                        <a:pt x="77438" y="40862"/>
                      </a:moveTo>
                      <a:cubicBezTo>
                        <a:pt x="79724" y="42005"/>
                        <a:pt x="80963" y="42577"/>
                        <a:pt x="81344" y="42577"/>
                      </a:cubicBezTo>
                      <a:cubicBezTo>
                        <a:pt x="79439" y="44672"/>
                        <a:pt x="78677" y="46101"/>
                        <a:pt x="78962" y="47054"/>
                      </a:cubicBezTo>
                      <a:cubicBezTo>
                        <a:pt x="78772" y="47054"/>
                        <a:pt x="78486" y="46958"/>
                        <a:pt x="78105" y="46958"/>
                      </a:cubicBezTo>
                      <a:cubicBezTo>
                        <a:pt x="77724" y="46958"/>
                        <a:pt x="77058" y="47149"/>
                        <a:pt x="76105" y="47530"/>
                      </a:cubicBezTo>
                      <a:cubicBezTo>
                        <a:pt x="75152" y="47911"/>
                        <a:pt x="74391" y="48101"/>
                        <a:pt x="73914" y="48101"/>
                      </a:cubicBezTo>
                      <a:cubicBezTo>
                        <a:pt x="73057" y="48101"/>
                        <a:pt x="72485" y="47530"/>
                        <a:pt x="72104" y="46387"/>
                      </a:cubicBezTo>
                      <a:cubicBezTo>
                        <a:pt x="71914" y="46673"/>
                        <a:pt x="71724" y="47530"/>
                        <a:pt x="71533" y="49054"/>
                      </a:cubicBezTo>
                      <a:cubicBezTo>
                        <a:pt x="71342" y="50102"/>
                        <a:pt x="70771" y="50864"/>
                        <a:pt x="69818" y="51340"/>
                      </a:cubicBezTo>
                      <a:lnTo>
                        <a:pt x="65532" y="51721"/>
                      </a:lnTo>
                      <a:lnTo>
                        <a:pt x="66199" y="52388"/>
                      </a:lnTo>
                      <a:cubicBezTo>
                        <a:pt x="64199" y="53054"/>
                        <a:pt x="62103" y="53435"/>
                        <a:pt x="59627" y="53435"/>
                      </a:cubicBezTo>
                      <a:lnTo>
                        <a:pt x="60198" y="52864"/>
                      </a:lnTo>
                      <a:cubicBezTo>
                        <a:pt x="60389" y="51816"/>
                        <a:pt x="60008" y="51340"/>
                        <a:pt x="59055" y="51340"/>
                      </a:cubicBezTo>
                      <a:cubicBezTo>
                        <a:pt x="57912" y="51340"/>
                        <a:pt x="57150" y="51054"/>
                        <a:pt x="56960" y="50673"/>
                      </a:cubicBezTo>
                      <a:lnTo>
                        <a:pt x="54769" y="50673"/>
                      </a:lnTo>
                      <a:cubicBezTo>
                        <a:pt x="55817" y="50292"/>
                        <a:pt x="56388" y="49721"/>
                        <a:pt x="56388" y="48959"/>
                      </a:cubicBezTo>
                      <a:cubicBezTo>
                        <a:pt x="56388" y="48673"/>
                        <a:pt x="56198" y="48196"/>
                        <a:pt x="56007" y="47530"/>
                      </a:cubicBezTo>
                      <a:cubicBezTo>
                        <a:pt x="55721" y="46768"/>
                        <a:pt x="55626" y="46292"/>
                        <a:pt x="55626" y="46006"/>
                      </a:cubicBezTo>
                      <a:cubicBezTo>
                        <a:pt x="55626" y="45720"/>
                        <a:pt x="55626" y="45529"/>
                        <a:pt x="55912" y="45339"/>
                      </a:cubicBezTo>
                      <a:lnTo>
                        <a:pt x="53721" y="44482"/>
                      </a:lnTo>
                      <a:cubicBezTo>
                        <a:pt x="53721" y="44482"/>
                        <a:pt x="54007" y="43529"/>
                        <a:pt x="54007" y="43053"/>
                      </a:cubicBezTo>
                      <a:cubicBezTo>
                        <a:pt x="54007" y="42101"/>
                        <a:pt x="53340" y="41148"/>
                        <a:pt x="51911" y="40291"/>
                      </a:cubicBezTo>
                      <a:cubicBezTo>
                        <a:pt x="50197" y="39148"/>
                        <a:pt x="49244" y="38386"/>
                        <a:pt x="48959" y="37910"/>
                      </a:cubicBezTo>
                      <a:cubicBezTo>
                        <a:pt x="48292" y="38195"/>
                        <a:pt x="47720" y="38291"/>
                        <a:pt x="47244" y="38291"/>
                      </a:cubicBezTo>
                      <a:cubicBezTo>
                        <a:pt x="46292" y="38291"/>
                        <a:pt x="45434" y="37624"/>
                        <a:pt x="44482" y="36386"/>
                      </a:cubicBezTo>
                      <a:cubicBezTo>
                        <a:pt x="43625" y="35147"/>
                        <a:pt x="42863" y="34481"/>
                        <a:pt x="42291" y="34481"/>
                      </a:cubicBezTo>
                      <a:cubicBezTo>
                        <a:pt x="41720" y="34481"/>
                        <a:pt x="41053" y="34862"/>
                        <a:pt x="40291" y="35624"/>
                      </a:cubicBezTo>
                      <a:lnTo>
                        <a:pt x="38481" y="33909"/>
                      </a:lnTo>
                      <a:cubicBezTo>
                        <a:pt x="37624" y="34862"/>
                        <a:pt x="36195" y="35814"/>
                        <a:pt x="34100" y="36767"/>
                      </a:cubicBezTo>
                      <a:cubicBezTo>
                        <a:pt x="32004" y="37719"/>
                        <a:pt x="30480" y="38958"/>
                        <a:pt x="29528" y="40481"/>
                      </a:cubicBezTo>
                      <a:cubicBezTo>
                        <a:pt x="29337" y="40005"/>
                        <a:pt x="29051" y="39815"/>
                        <a:pt x="28575" y="39815"/>
                      </a:cubicBezTo>
                      <a:lnTo>
                        <a:pt x="27337" y="39815"/>
                      </a:lnTo>
                      <a:cubicBezTo>
                        <a:pt x="26384" y="40767"/>
                        <a:pt x="25051" y="44196"/>
                        <a:pt x="23432" y="50006"/>
                      </a:cubicBezTo>
                      <a:cubicBezTo>
                        <a:pt x="22193" y="54293"/>
                        <a:pt x="19812" y="56483"/>
                        <a:pt x="16574" y="56483"/>
                      </a:cubicBezTo>
                      <a:cubicBezTo>
                        <a:pt x="15812" y="56483"/>
                        <a:pt x="14954" y="56483"/>
                        <a:pt x="14097" y="56198"/>
                      </a:cubicBezTo>
                      <a:cubicBezTo>
                        <a:pt x="15240" y="56388"/>
                        <a:pt x="16859" y="56674"/>
                        <a:pt x="18955" y="57150"/>
                      </a:cubicBezTo>
                      <a:lnTo>
                        <a:pt x="18860" y="57150"/>
                      </a:lnTo>
                      <a:cubicBezTo>
                        <a:pt x="18479" y="58198"/>
                        <a:pt x="17431" y="58769"/>
                        <a:pt x="15812" y="58865"/>
                      </a:cubicBezTo>
                      <a:lnTo>
                        <a:pt x="11906" y="58865"/>
                      </a:lnTo>
                      <a:cubicBezTo>
                        <a:pt x="11144" y="58865"/>
                        <a:pt x="10573" y="59150"/>
                        <a:pt x="10097" y="59436"/>
                      </a:cubicBezTo>
                      <a:cubicBezTo>
                        <a:pt x="10001" y="59912"/>
                        <a:pt x="10001" y="60293"/>
                        <a:pt x="10001" y="60674"/>
                      </a:cubicBezTo>
                      <a:cubicBezTo>
                        <a:pt x="10001" y="61722"/>
                        <a:pt x="10573" y="62198"/>
                        <a:pt x="11811" y="62198"/>
                      </a:cubicBezTo>
                      <a:cubicBezTo>
                        <a:pt x="12002" y="62198"/>
                        <a:pt x="12287" y="62198"/>
                        <a:pt x="12764" y="62008"/>
                      </a:cubicBezTo>
                      <a:lnTo>
                        <a:pt x="13907" y="62008"/>
                      </a:lnTo>
                      <a:cubicBezTo>
                        <a:pt x="14764" y="62008"/>
                        <a:pt x="15335" y="62198"/>
                        <a:pt x="15621" y="62579"/>
                      </a:cubicBezTo>
                      <a:lnTo>
                        <a:pt x="15621" y="61341"/>
                      </a:lnTo>
                      <a:lnTo>
                        <a:pt x="18955" y="64770"/>
                      </a:lnTo>
                      <a:lnTo>
                        <a:pt x="19812" y="63056"/>
                      </a:lnTo>
                      <a:lnTo>
                        <a:pt x="19431" y="62579"/>
                      </a:lnTo>
                      <a:lnTo>
                        <a:pt x="19812" y="62008"/>
                      </a:lnTo>
                      <a:lnTo>
                        <a:pt x="21050" y="64675"/>
                      </a:lnTo>
                      <a:cubicBezTo>
                        <a:pt x="22098" y="63341"/>
                        <a:pt x="22003" y="61913"/>
                        <a:pt x="20479" y="60198"/>
                      </a:cubicBezTo>
                      <a:cubicBezTo>
                        <a:pt x="21146" y="60198"/>
                        <a:pt x="21812" y="60389"/>
                        <a:pt x="22574" y="60960"/>
                      </a:cubicBezTo>
                      <a:cubicBezTo>
                        <a:pt x="21622" y="61532"/>
                        <a:pt x="21622" y="63437"/>
                        <a:pt x="22574" y="66866"/>
                      </a:cubicBezTo>
                      <a:lnTo>
                        <a:pt x="22098" y="86868"/>
                      </a:lnTo>
                      <a:cubicBezTo>
                        <a:pt x="22860" y="88011"/>
                        <a:pt x="23717" y="90297"/>
                        <a:pt x="24765" y="93821"/>
                      </a:cubicBezTo>
                      <a:cubicBezTo>
                        <a:pt x="29051" y="97917"/>
                        <a:pt x="35719" y="101060"/>
                        <a:pt x="44768" y="103061"/>
                      </a:cubicBezTo>
                      <a:cubicBezTo>
                        <a:pt x="45530" y="101060"/>
                        <a:pt x="47339" y="99917"/>
                        <a:pt x="50387" y="99632"/>
                      </a:cubicBezTo>
                      <a:cubicBezTo>
                        <a:pt x="53340" y="99346"/>
                        <a:pt x="55055" y="98108"/>
                        <a:pt x="55531" y="96108"/>
                      </a:cubicBezTo>
                      <a:cubicBezTo>
                        <a:pt x="56102" y="95821"/>
                        <a:pt x="56769" y="95345"/>
                        <a:pt x="57531" y="94583"/>
                      </a:cubicBezTo>
                      <a:lnTo>
                        <a:pt x="56388" y="92774"/>
                      </a:lnTo>
                      <a:cubicBezTo>
                        <a:pt x="56388" y="92774"/>
                        <a:pt x="57341" y="92297"/>
                        <a:pt x="58674" y="91250"/>
                      </a:cubicBezTo>
                      <a:cubicBezTo>
                        <a:pt x="58008" y="87916"/>
                        <a:pt x="56293" y="86201"/>
                        <a:pt x="53531" y="86201"/>
                      </a:cubicBezTo>
                      <a:cubicBezTo>
                        <a:pt x="52674" y="86201"/>
                        <a:pt x="51245" y="86392"/>
                        <a:pt x="49340" y="86773"/>
                      </a:cubicBezTo>
                      <a:cubicBezTo>
                        <a:pt x="47339" y="87249"/>
                        <a:pt x="45911" y="87440"/>
                        <a:pt x="44958" y="87440"/>
                      </a:cubicBezTo>
                      <a:cubicBezTo>
                        <a:pt x="44006" y="87440"/>
                        <a:pt x="43244" y="87249"/>
                        <a:pt x="42577" y="86868"/>
                      </a:cubicBezTo>
                      <a:lnTo>
                        <a:pt x="38195" y="86868"/>
                      </a:lnTo>
                      <a:cubicBezTo>
                        <a:pt x="38195" y="86868"/>
                        <a:pt x="37910" y="86201"/>
                        <a:pt x="37052" y="85344"/>
                      </a:cubicBezTo>
                      <a:cubicBezTo>
                        <a:pt x="36386" y="86011"/>
                        <a:pt x="35909" y="86296"/>
                        <a:pt x="35624" y="86296"/>
                      </a:cubicBezTo>
                      <a:cubicBezTo>
                        <a:pt x="35338" y="86296"/>
                        <a:pt x="35147" y="86106"/>
                        <a:pt x="35052" y="85725"/>
                      </a:cubicBezTo>
                      <a:cubicBezTo>
                        <a:pt x="34004" y="84963"/>
                        <a:pt x="33719" y="83629"/>
                        <a:pt x="34195" y="81725"/>
                      </a:cubicBezTo>
                      <a:cubicBezTo>
                        <a:pt x="34576" y="79820"/>
                        <a:pt x="34576" y="78391"/>
                        <a:pt x="34004" y="77534"/>
                      </a:cubicBezTo>
                      <a:cubicBezTo>
                        <a:pt x="34004" y="74581"/>
                        <a:pt x="34004" y="72866"/>
                        <a:pt x="34195" y="72485"/>
                      </a:cubicBezTo>
                      <a:cubicBezTo>
                        <a:pt x="34481" y="70390"/>
                        <a:pt x="35338" y="68961"/>
                        <a:pt x="36671" y="68294"/>
                      </a:cubicBezTo>
                      <a:cubicBezTo>
                        <a:pt x="40196" y="67246"/>
                        <a:pt x="44291" y="66770"/>
                        <a:pt x="48959" y="66770"/>
                      </a:cubicBezTo>
                      <a:cubicBezTo>
                        <a:pt x="51245" y="66770"/>
                        <a:pt x="54578" y="66961"/>
                        <a:pt x="59246" y="67246"/>
                      </a:cubicBezTo>
                      <a:cubicBezTo>
                        <a:pt x="63818" y="67533"/>
                        <a:pt x="67342" y="67628"/>
                        <a:pt x="69818" y="67628"/>
                      </a:cubicBezTo>
                      <a:cubicBezTo>
                        <a:pt x="71819" y="67628"/>
                        <a:pt x="73628" y="67628"/>
                        <a:pt x="75248" y="67437"/>
                      </a:cubicBezTo>
                      <a:lnTo>
                        <a:pt x="80296" y="67818"/>
                      </a:lnTo>
                      <a:lnTo>
                        <a:pt x="80296" y="97536"/>
                      </a:lnTo>
                      <a:cubicBezTo>
                        <a:pt x="78772" y="98774"/>
                        <a:pt x="78105" y="99822"/>
                        <a:pt x="78105" y="100584"/>
                      </a:cubicBezTo>
                      <a:cubicBezTo>
                        <a:pt x="78105" y="101060"/>
                        <a:pt x="78296" y="101441"/>
                        <a:pt x="78677" y="101822"/>
                      </a:cubicBezTo>
                      <a:cubicBezTo>
                        <a:pt x="77438" y="104489"/>
                        <a:pt x="74771" y="107633"/>
                        <a:pt x="70580" y="111347"/>
                      </a:cubicBezTo>
                      <a:cubicBezTo>
                        <a:pt x="66104" y="115443"/>
                        <a:pt x="63151" y="118396"/>
                        <a:pt x="61913" y="120206"/>
                      </a:cubicBezTo>
                      <a:cubicBezTo>
                        <a:pt x="61532" y="119920"/>
                        <a:pt x="61151" y="119825"/>
                        <a:pt x="60770" y="119825"/>
                      </a:cubicBezTo>
                      <a:cubicBezTo>
                        <a:pt x="60293" y="119825"/>
                        <a:pt x="59531" y="120206"/>
                        <a:pt x="58484" y="121063"/>
                      </a:cubicBezTo>
                      <a:cubicBezTo>
                        <a:pt x="57436" y="121920"/>
                        <a:pt x="56579" y="122301"/>
                        <a:pt x="56007" y="122301"/>
                      </a:cubicBezTo>
                      <a:cubicBezTo>
                        <a:pt x="50864" y="123920"/>
                        <a:pt x="47149" y="124683"/>
                        <a:pt x="44672" y="124683"/>
                      </a:cubicBezTo>
                      <a:cubicBezTo>
                        <a:pt x="43815" y="124683"/>
                        <a:pt x="42958" y="124683"/>
                        <a:pt x="42196" y="124587"/>
                      </a:cubicBezTo>
                      <a:cubicBezTo>
                        <a:pt x="42005" y="123825"/>
                        <a:pt x="41720" y="123444"/>
                        <a:pt x="41339" y="123444"/>
                      </a:cubicBezTo>
                      <a:cubicBezTo>
                        <a:pt x="41148" y="123444"/>
                        <a:pt x="40767" y="123635"/>
                        <a:pt x="40291" y="124016"/>
                      </a:cubicBezTo>
                      <a:cubicBezTo>
                        <a:pt x="39719" y="124396"/>
                        <a:pt x="39338" y="124587"/>
                        <a:pt x="38958" y="124587"/>
                      </a:cubicBezTo>
                      <a:lnTo>
                        <a:pt x="36481" y="124587"/>
                      </a:lnTo>
                      <a:cubicBezTo>
                        <a:pt x="35528" y="124587"/>
                        <a:pt x="34195" y="124206"/>
                        <a:pt x="32385" y="123539"/>
                      </a:cubicBezTo>
                      <a:cubicBezTo>
                        <a:pt x="30575" y="122873"/>
                        <a:pt x="29337" y="122492"/>
                        <a:pt x="28480" y="122492"/>
                      </a:cubicBezTo>
                      <a:cubicBezTo>
                        <a:pt x="27718" y="122492"/>
                        <a:pt x="27051" y="122682"/>
                        <a:pt x="26384" y="122873"/>
                      </a:cubicBezTo>
                      <a:cubicBezTo>
                        <a:pt x="26099" y="121444"/>
                        <a:pt x="24860" y="120682"/>
                        <a:pt x="22574" y="120396"/>
                      </a:cubicBezTo>
                      <a:cubicBezTo>
                        <a:pt x="20384" y="120110"/>
                        <a:pt x="19145" y="119253"/>
                        <a:pt x="18955" y="117824"/>
                      </a:cubicBezTo>
                      <a:cubicBezTo>
                        <a:pt x="17526" y="116491"/>
                        <a:pt x="15907" y="116015"/>
                        <a:pt x="14097" y="116300"/>
                      </a:cubicBezTo>
                      <a:cubicBezTo>
                        <a:pt x="14097" y="116015"/>
                        <a:pt x="14192" y="115824"/>
                        <a:pt x="14192" y="115538"/>
                      </a:cubicBezTo>
                      <a:cubicBezTo>
                        <a:pt x="14192" y="114776"/>
                        <a:pt x="13430" y="113919"/>
                        <a:pt x="11811" y="112776"/>
                      </a:cubicBezTo>
                      <a:cubicBezTo>
                        <a:pt x="10192" y="111633"/>
                        <a:pt x="9430" y="110585"/>
                        <a:pt x="9430" y="109538"/>
                      </a:cubicBezTo>
                      <a:cubicBezTo>
                        <a:pt x="9430" y="109061"/>
                        <a:pt x="9430" y="108585"/>
                        <a:pt x="9716" y="108204"/>
                      </a:cubicBezTo>
                      <a:cubicBezTo>
                        <a:pt x="4763" y="104966"/>
                        <a:pt x="2286" y="100679"/>
                        <a:pt x="2286" y="95155"/>
                      </a:cubicBezTo>
                      <a:cubicBezTo>
                        <a:pt x="2286" y="94012"/>
                        <a:pt x="2381" y="92964"/>
                        <a:pt x="2667" y="91916"/>
                      </a:cubicBezTo>
                      <a:cubicBezTo>
                        <a:pt x="2953" y="90869"/>
                        <a:pt x="2667" y="89821"/>
                        <a:pt x="1810" y="88583"/>
                      </a:cubicBezTo>
                      <a:cubicBezTo>
                        <a:pt x="667" y="87154"/>
                        <a:pt x="95" y="86106"/>
                        <a:pt x="0" y="85535"/>
                      </a:cubicBezTo>
                      <a:cubicBezTo>
                        <a:pt x="476" y="82201"/>
                        <a:pt x="572" y="76486"/>
                        <a:pt x="191" y="68485"/>
                      </a:cubicBezTo>
                      <a:cubicBezTo>
                        <a:pt x="-190" y="61151"/>
                        <a:pt x="191" y="55531"/>
                        <a:pt x="1048" y="51530"/>
                      </a:cubicBezTo>
                      <a:cubicBezTo>
                        <a:pt x="2000" y="50292"/>
                        <a:pt x="2572" y="47244"/>
                        <a:pt x="2762" y="42386"/>
                      </a:cubicBezTo>
                      <a:cubicBezTo>
                        <a:pt x="2762" y="38386"/>
                        <a:pt x="4286" y="35719"/>
                        <a:pt x="7144" y="34290"/>
                      </a:cubicBezTo>
                      <a:cubicBezTo>
                        <a:pt x="7525" y="32004"/>
                        <a:pt x="9144" y="29433"/>
                        <a:pt x="12002" y="26670"/>
                      </a:cubicBezTo>
                      <a:cubicBezTo>
                        <a:pt x="12668" y="26003"/>
                        <a:pt x="15240" y="23813"/>
                        <a:pt x="19812" y="20003"/>
                      </a:cubicBezTo>
                      <a:cubicBezTo>
                        <a:pt x="20288" y="20288"/>
                        <a:pt x="20765" y="20384"/>
                        <a:pt x="21241" y="20384"/>
                      </a:cubicBezTo>
                      <a:cubicBezTo>
                        <a:pt x="21908" y="20384"/>
                        <a:pt x="22765" y="19812"/>
                        <a:pt x="23717" y="18764"/>
                      </a:cubicBezTo>
                      <a:cubicBezTo>
                        <a:pt x="24765" y="17717"/>
                        <a:pt x="25718" y="17145"/>
                        <a:pt x="26480" y="17145"/>
                      </a:cubicBezTo>
                      <a:cubicBezTo>
                        <a:pt x="26766" y="17145"/>
                        <a:pt x="27051" y="17145"/>
                        <a:pt x="27527" y="17240"/>
                      </a:cubicBezTo>
                      <a:cubicBezTo>
                        <a:pt x="27337" y="16288"/>
                        <a:pt x="27527" y="15812"/>
                        <a:pt x="28385" y="15621"/>
                      </a:cubicBezTo>
                      <a:cubicBezTo>
                        <a:pt x="29147" y="15431"/>
                        <a:pt x="29909" y="15240"/>
                        <a:pt x="30671" y="15050"/>
                      </a:cubicBezTo>
                      <a:lnTo>
                        <a:pt x="31814" y="16574"/>
                      </a:lnTo>
                      <a:cubicBezTo>
                        <a:pt x="34290" y="14288"/>
                        <a:pt x="37148" y="13049"/>
                        <a:pt x="40291" y="13049"/>
                      </a:cubicBezTo>
                      <a:cubicBezTo>
                        <a:pt x="43434" y="13049"/>
                        <a:pt x="46101" y="14478"/>
                        <a:pt x="48006" y="17240"/>
                      </a:cubicBezTo>
                      <a:lnTo>
                        <a:pt x="49149" y="15050"/>
                      </a:lnTo>
                      <a:cubicBezTo>
                        <a:pt x="51149" y="15526"/>
                        <a:pt x="53340" y="16002"/>
                        <a:pt x="55626" y="16574"/>
                      </a:cubicBezTo>
                      <a:cubicBezTo>
                        <a:pt x="57912" y="17145"/>
                        <a:pt x="59912" y="18002"/>
                        <a:pt x="61532" y="19241"/>
                      </a:cubicBezTo>
                      <a:cubicBezTo>
                        <a:pt x="61341" y="19431"/>
                        <a:pt x="60960" y="19621"/>
                        <a:pt x="60293" y="19812"/>
                      </a:cubicBezTo>
                      <a:cubicBezTo>
                        <a:pt x="59627" y="20003"/>
                        <a:pt x="59341" y="20288"/>
                        <a:pt x="59341" y="20860"/>
                      </a:cubicBezTo>
                      <a:lnTo>
                        <a:pt x="61627" y="20860"/>
                      </a:lnTo>
                      <a:cubicBezTo>
                        <a:pt x="62675" y="20860"/>
                        <a:pt x="63151" y="20288"/>
                        <a:pt x="63151" y="19336"/>
                      </a:cubicBezTo>
                      <a:lnTo>
                        <a:pt x="68009" y="22003"/>
                      </a:lnTo>
                      <a:cubicBezTo>
                        <a:pt x="68009" y="22003"/>
                        <a:pt x="67723" y="22765"/>
                        <a:pt x="67723" y="23146"/>
                      </a:cubicBezTo>
                      <a:cubicBezTo>
                        <a:pt x="67723" y="24003"/>
                        <a:pt x="68390" y="24860"/>
                        <a:pt x="69628" y="25622"/>
                      </a:cubicBezTo>
                      <a:cubicBezTo>
                        <a:pt x="71247" y="26765"/>
                        <a:pt x="72200" y="27337"/>
                        <a:pt x="72295" y="27432"/>
                      </a:cubicBezTo>
                      <a:cubicBezTo>
                        <a:pt x="71914" y="27623"/>
                        <a:pt x="71724" y="28099"/>
                        <a:pt x="71724" y="28956"/>
                      </a:cubicBezTo>
                      <a:lnTo>
                        <a:pt x="73819" y="30099"/>
                      </a:lnTo>
                      <a:cubicBezTo>
                        <a:pt x="74105" y="30766"/>
                        <a:pt x="73819" y="31623"/>
                        <a:pt x="72962" y="32671"/>
                      </a:cubicBezTo>
                      <a:cubicBezTo>
                        <a:pt x="72104" y="33719"/>
                        <a:pt x="71628" y="34290"/>
                        <a:pt x="71628" y="34481"/>
                      </a:cubicBezTo>
                      <a:cubicBezTo>
                        <a:pt x="71628" y="34862"/>
                        <a:pt x="72390" y="35147"/>
                        <a:pt x="73819" y="35243"/>
                      </a:cubicBezTo>
                      <a:lnTo>
                        <a:pt x="74581" y="32861"/>
                      </a:lnTo>
                      <a:cubicBezTo>
                        <a:pt x="74581" y="33433"/>
                        <a:pt x="75152" y="33719"/>
                        <a:pt x="76010" y="33814"/>
                      </a:cubicBezTo>
                      <a:cubicBezTo>
                        <a:pt x="76867" y="33814"/>
                        <a:pt x="77248" y="34385"/>
                        <a:pt x="77248" y="35147"/>
                      </a:cubicBezTo>
                      <a:lnTo>
                        <a:pt x="74581" y="36290"/>
                      </a:lnTo>
                      <a:cubicBezTo>
                        <a:pt x="74867" y="36862"/>
                        <a:pt x="75914" y="37148"/>
                        <a:pt x="77629" y="37148"/>
                      </a:cubicBezTo>
                      <a:lnTo>
                        <a:pt x="78010" y="36767"/>
                      </a:lnTo>
                      <a:cubicBezTo>
                        <a:pt x="78010" y="39338"/>
                        <a:pt x="77915" y="40672"/>
                        <a:pt x="77629" y="40958"/>
                      </a:cubicBezTo>
                      <a:close/>
                      <a:moveTo>
                        <a:pt x="18955" y="57055"/>
                      </a:moveTo>
                      <a:cubicBezTo>
                        <a:pt x="19431" y="56864"/>
                        <a:pt x="19717" y="56864"/>
                        <a:pt x="19812" y="57245"/>
                      </a:cubicBezTo>
                      <a:cubicBezTo>
                        <a:pt x="19622" y="57245"/>
                        <a:pt x="19336" y="57055"/>
                        <a:pt x="18955" y="57055"/>
                      </a:cubicBezTo>
                      <a:close/>
                      <a:moveTo>
                        <a:pt x="22003" y="57531"/>
                      </a:moveTo>
                      <a:cubicBezTo>
                        <a:pt x="22003" y="57531"/>
                        <a:pt x="21241" y="58198"/>
                        <a:pt x="20955" y="58198"/>
                      </a:cubicBezTo>
                      <a:cubicBezTo>
                        <a:pt x="21336" y="58198"/>
                        <a:pt x="20955" y="57817"/>
                        <a:pt x="19812" y="57245"/>
                      </a:cubicBezTo>
                      <a:cubicBezTo>
                        <a:pt x="20384" y="57245"/>
                        <a:pt x="21146" y="57245"/>
                        <a:pt x="22003" y="57531"/>
                      </a:cubicBezTo>
                      <a:close/>
                      <a:moveTo>
                        <a:pt x="43529" y="23717"/>
                      </a:moveTo>
                      <a:lnTo>
                        <a:pt x="45053" y="23717"/>
                      </a:lnTo>
                      <a:cubicBezTo>
                        <a:pt x="45053" y="23717"/>
                        <a:pt x="44482" y="23241"/>
                        <a:pt x="44196" y="23051"/>
                      </a:cubicBezTo>
                      <a:cubicBezTo>
                        <a:pt x="43910" y="22765"/>
                        <a:pt x="43815" y="22479"/>
                        <a:pt x="43910" y="22098"/>
                      </a:cubicBezTo>
                      <a:lnTo>
                        <a:pt x="43529" y="22098"/>
                      </a:lnTo>
                      <a:lnTo>
                        <a:pt x="43529" y="23813"/>
                      </a:lnTo>
                      <a:close/>
                      <a:moveTo>
                        <a:pt x="48387" y="28575"/>
                      </a:moveTo>
                      <a:lnTo>
                        <a:pt x="48387" y="26384"/>
                      </a:lnTo>
                      <a:lnTo>
                        <a:pt x="47244" y="26384"/>
                      </a:lnTo>
                      <a:lnTo>
                        <a:pt x="48387" y="28575"/>
                      </a:lnTo>
                      <a:close/>
                      <a:moveTo>
                        <a:pt x="53150" y="45244"/>
                      </a:moveTo>
                      <a:lnTo>
                        <a:pt x="53531" y="44291"/>
                      </a:lnTo>
                      <a:lnTo>
                        <a:pt x="53531" y="44291"/>
                      </a:lnTo>
                      <a:lnTo>
                        <a:pt x="53150" y="45244"/>
                      </a:lnTo>
                      <a:close/>
                      <a:moveTo>
                        <a:pt x="58008" y="8573"/>
                      </a:moveTo>
                      <a:lnTo>
                        <a:pt x="58960" y="9716"/>
                      </a:lnTo>
                      <a:lnTo>
                        <a:pt x="55721" y="8192"/>
                      </a:lnTo>
                      <a:lnTo>
                        <a:pt x="58008" y="8573"/>
                      </a:lnTo>
                      <a:close/>
                      <a:moveTo>
                        <a:pt x="60674" y="0"/>
                      </a:moveTo>
                      <a:lnTo>
                        <a:pt x="61627" y="0"/>
                      </a:lnTo>
                      <a:lnTo>
                        <a:pt x="60103" y="1524"/>
                      </a:lnTo>
                      <a:lnTo>
                        <a:pt x="60674" y="0"/>
                      </a:lnTo>
                      <a:close/>
                      <a:moveTo>
                        <a:pt x="62770" y="17336"/>
                      </a:moveTo>
                      <a:lnTo>
                        <a:pt x="61627" y="17336"/>
                      </a:lnTo>
                      <a:lnTo>
                        <a:pt x="64294" y="16193"/>
                      </a:lnTo>
                      <a:lnTo>
                        <a:pt x="62770" y="17336"/>
                      </a:lnTo>
                      <a:close/>
                      <a:moveTo>
                        <a:pt x="63913" y="39338"/>
                      </a:moveTo>
                      <a:lnTo>
                        <a:pt x="65056" y="38958"/>
                      </a:lnTo>
                      <a:cubicBezTo>
                        <a:pt x="65056" y="38958"/>
                        <a:pt x="64199" y="38291"/>
                        <a:pt x="63532" y="38291"/>
                      </a:cubicBezTo>
                      <a:lnTo>
                        <a:pt x="63913" y="39434"/>
                      </a:lnTo>
                      <a:close/>
                      <a:moveTo>
                        <a:pt x="69533" y="32385"/>
                      </a:moveTo>
                      <a:cubicBezTo>
                        <a:pt x="70104" y="32385"/>
                        <a:pt x="70676" y="32385"/>
                        <a:pt x="71342" y="32004"/>
                      </a:cubicBezTo>
                      <a:cubicBezTo>
                        <a:pt x="72009" y="31623"/>
                        <a:pt x="72200" y="31433"/>
                        <a:pt x="72009" y="31337"/>
                      </a:cubicBezTo>
                      <a:cubicBezTo>
                        <a:pt x="71438" y="31623"/>
                        <a:pt x="70580" y="32004"/>
                        <a:pt x="69533" y="32480"/>
                      </a:cubicBezTo>
                      <a:cubicBezTo>
                        <a:pt x="69056" y="32480"/>
                        <a:pt x="68580" y="32195"/>
                        <a:pt x="68104" y="31814"/>
                      </a:cubicBezTo>
                      <a:cubicBezTo>
                        <a:pt x="68580" y="32290"/>
                        <a:pt x="69056" y="32480"/>
                        <a:pt x="69533" y="32480"/>
                      </a:cubicBezTo>
                      <a:close/>
                      <a:moveTo>
                        <a:pt x="69818" y="36767"/>
                      </a:moveTo>
                      <a:lnTo>
                        <a:pt x="69818" y="35243"/>
                      </a:lnTo>
                      <a:lnTo>
                        <a:pt x="69437" y="34481"/>
                      </a:lnTo>
                      <a:lnTo>
                        <a:pt x="69818" y="36767"/>
                      </a:lnTo>
                      <a:close/>
                      <a:moveTo>
                        <a:pt x="70961" y="135350"/>
                      </a:moveTo>
                      <a:lnTo>
                        <a:pt x="70390" y="133826"/>
                      </a:lnTo>
                      <a:lnTo>
                        <a:pt x="70961" y="133826"/>
                      </a:lnTo>
                      <a:lnTo>
                        <a:pt x="70961" y="135350"/>
                      </a:lnTo>
                      <a:close/>
                      <a:moveTo>
                        <a:pt x="84392" y="40481"/>
                      </a:moveTo>
                      <a:lnTo>
                        <a:pt x="85535" y="41624"/>
                      </a:lnTo>
                      <a:lnTo>
                        <a:pt x="82868" y="40481"/>
                      </a:lnTo>
                      <a:lnTo>
                        <a:pt x="84392" y="4048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53" name="Google Shape;1153;p99"/>
              <p:cNvGrpSpPr/>
              <p:nvPr/>
            </p:nvGrpSpPr>
            <p:grpSpPr>
              <a:xfrm>
                <a:off x="11590323" y="4155186"/>
                <a:ext cx="1394531" cy="260372"/>
                <a:chOff x="6337005" y="1873281"/>
                <a:chExt cx="1394531" cy="260372"/>
              </a:xfrm>
            </p:grpSpPr>
            <p:sp>
              <p:nvSpPr>
                <p:cNvPr id="1154" name="Google Shape;1154;p99"/>
                <p:cNvSpPr/>
                <p:nvPr/>
              </p:nvSpPr>
              <p:spPr>
                <a:xfrm>
                  <a:off x="6337005" y="1905762"/>
                  <a:ext cx="172378" cy="196595"/>
                </a:xfrm>
                <a:custGeom>
                  <a:avLst/>
                  <a:gdLst/>
                  <a:ahLst/>
                  <a:cxnLst/>
                  <a:rect l="l" t="t" r="r" b="b"/>
                  <a:pathLst>
                    <a:path w="172378" h="196595" extrusionOk="0">
                      <a:moveTo>
                        <a:pt x="166092" y="171641"/>
                      </a:moveTo>
                      <a:cubicBezTo>
                        <a:pt x="170283" y="172402"/>
                        <a:pt x="172379" y="174974"/>
                        <a:pt x="172379" y="179356"/>
                      </a:cubicBezTo>
                      <a:cubicBezTo>
                        <a:pt x="172379" y="177355"/>
                        <a:pt x="171712" y="180975"/>
                        <a:pt x="170569" y="190024"/>
                      </a:cubicBezTo>
                      <a:cubicBezTo>
                        <a:pt x="166569" y="194500"/>
                        <a:pt x="160282" y="196596"/>
                        <a:pt x="151710" y="196596"/>
                      </a:cubicBezTo>
                      <a:cubicBezTo>
                        <a:pt x="137898" y="196596"/>
                        <a:pt x="131326" y="196501"/>
                        <a:pt x="132088" y="196215"/>
                      </a:cubicBezTo>
                      <a:cubicBezTo>
                        <a:pt x="126944" y="194691"/>
                        <a:pt x="124277" y="190024"/>
                        <a:pt x="124087" y="182213"/>
                      </a:cubicBezTo>
                      <a:cubicBezTo>
                        <a:pt x="123992" y="174308"/>
                        <a:pt x="122182" y="169354"/>
                        <a:pt x="118753" y="167450"/>
                      </a:cubicBezTo>
                      <a:cubicBezTo>
                        <a:pt x="116753" y="166688"/>
                        <a:pt x="111704" y="166402"/>
                        <a:pt x="103608" y="166402"/>
                      </a:cubicBezTo>
                      <a:cubicBezTo>
                        <a:pt x="97703" y="166402"/>
                        <a:pt x="93131" y="164878"/>
                        <a:pt x="89892" y="161639"/>
                      </a:cubicBezTo>
                      <a:cubicBezTo>
                        <a:pt x="89416" y="161449"/>
                        <a:pt x="88940" y="158210"/>
                        <a:pt x="88463" y="152209"/>
                      </a:cubicBezTo>
                      <a:cubicBezTo>
                        <a:pt x="88178" y="149542"/>
                        <a:pt x="87225" y="148018"/>
                        <a:pt x="85511" y="147447"/>
                      </a:cubicBezTo>
                      <a:cubicBezTo>
                        <a:pt x="83796" y="150685"/>
                        <a:pt x="82463" y="154114"/>
                        <a:pt x="81415" y="157829"/>
                      </a:cubicBezTo>
                      <a:cubicBezTo>
                        <a:pt x="80367" y="163068"/>
                        <a:pt x="79415" y="166878"/>
                        <a:pt x="78462" y="169259"/>
                      </a:cubicBezTo>
                      <a:cubicBezTo>
                        <a:pt x="76462" y="169735"/>
                        <a:pt x="73414" y="169640"/>
                        <a:pt x="69223" y="168878"/>
                      </a:cubicBezTo>
                      <a:cubicBezTo>
                        <a:pt x="64270" y="168116"/>
                        <a:pt x="61031" y="167735"/>
                        <a:pt x="59603" y="167735"/>
                      </a:cubicBezTo>
                      <a:cubicBezTo>
                        <a:pt x="54459" y="167735"/>
                        <a:pt x="51030" y="170117"/>
                        <a:pt x="49602" y="174974"/>
                      </a:cubicBezTo>
                      <a:cubicBezTo>
                        <a:pt x="49602" y="175450"/>
                        <a:pt x="48363" y="178308"/>
                        <a:pt x="45887" y="183356"/>
                      </a:cubicBezTo>
                      <a:cubicBezTo>
                        <a:pt x="43982" y="187262"/>
                        <a:pt x="42934" y="190405"/>
                        <a:pt x="42934" y="192881"/>
                      </a:cubicBezTo>
                      <a:cubicBezTo>
                        <a:pt x="42934" y="194310"/>
                        <a:pt x="43220" y="195548"/>
                        <a:pt x="43696" y="196501"/>
                      </a:cubicBezTo>
                      <a:lnTo>
                        <a:pt x="21503" y="196501"/>
                      </a:lnTo>
                      <a:cubicBezTo>
                        <a:pt x="11882" y="196501"/>
                        <a:pt x="4739" y="195453"/>
                        <a:pt x="71" y="193167"/>
                      </a:cubicBezTo>
                      <a:cubicBezTo>
                        <a:pt x="-405" y="181642"/>
                        <a:pt x="1500" y="170402"/>
                        <a:pt x="5786" y="159639"/>
                      </a:cubicBezTo>
                      <a:cubicBezTo>
                        <a:pt x="10073" y="148780"/>
                        <a:pt x="14645" y="138017"/>
                        <a:pt x="19312" y="127159"/>
                      </a:cubicBezTo>
                      <a:cubicBezTo>
                        <a:pt x="17312" y="126206"/>
                        <a:pt x="16359" y="125063"/>
                        <a:pt x="16359" y="123825"/>
                      </a:cubicBezTo>
                      <a:cubicBezTo>
                        <a:pt x="16359" y="123063"/>
                        <a:pt x="16740" y="121920"/>
                        <a:pt x="17502" y="120301"/>
                      </a:cubicBezTo>
                      <a:cubicBezTo>
                        <a:pt x="18264" y="118681"/>
                        <a:pt x="18550" y="117538"/>
                        <a:pt x="18550" y="116776"/>
                      </a:cubicBezTo>
                      <a:cubicBezTo>
                        <a:pt x="18550" y="115824"/>
                        <a:pt x="18360" y="114967"/>
                        <a:pt x="17788" y="114205"/>
                      </a:cubicBezTo>
                      <a:cubicBezTo>
                        <a:pt x="17312" y="111252"/>
                        <a:pt x="19312" y="109061"/>
                        <a:pt x="23884" y="107442"/>
                      </a:cubicBezTo>
                      <a:cubicBezTo>
                        <a:pt x="28456" y="105823"/>
                        <a:pt x="30647" y="104394"/>
                        <a:pt x="30647" y="103156"/>
                      </a:cubicBezTo>
                      <a:cubicBezTo>
                        <a:pt x="30647" y="102394"/>
                        <a:pt x="30075" y="101346"/>
                        <a:pt x="28837" y="99822"/>
                      </a:cubicBezTo>
                      <a:lnTo>
                        <a:pt x="28837" y="100203"/>
                      </a:lnTo>
                      <a:cubicBezTo>
                        <a:pt x="28837" y="99155"/>
                        <a:pt x="28456" y="98584"/>
                        <a:pt x="27789" y="98298"/>
                      </a:cubicBezTo>
                      <a:cubicBezTo>
                        <a:pt x="28742" y="96869"/>
                        <a:pt x="30647" y="96012"/>
                        <a:pt x="33695" y="95726"/>
                      </a:cubicBezTo>
                      <a:cubicBezTo>
                        <a:pt x="38362" y="94964"/>
                        <a:pt x="41219" y="94488"/>
                        <a:pt x="42267" y="94297"/>
                      </a:cubicBezTo>
                      <a:cubicBezTo>
                        <a:pt x="42267" y="92107"/>
                        <a:pt x="41601" y="89916"/>
                        <a:pt x="40362" y="88011"/>
                      </a:cubicBezTo>
                      <a:cubicBezTo>
                        <a:pt x="38648" y="85058"/>
                        <a:pt x="36552" y="84106"/>
                        <a:pt x="34076" y="85058"/>
                      </a:cubicBezTo>
                      <a:lnTo>
                        <a:pt x="28932" y="85058"/>
                      </a:lnTo>
                      <a:cubicBezTo>
                        <a:pt x="28646" y="81343"/>
                        <a:pt x="30361" y="78105"/>
                        <a:pt x="34076" y="75438"/>
                      </a:cubicBezTo>
                      <a:lnTo>
                        <a:pt x="36266" y="55054"/>
                      </a:lnTo>
                      <a:cubicBezTo>
                        <a:pt x="38457" y="54769"/>
                        <a:pt x="39886" y="53435"/>
                        <a:pt x="40267" y="50959"/>
                      </a:cubicBezTo>
                      <a:cubicBezTo>
                        <a:pt x="40743" y="47530"/>
                        <a:pt x="41410" y="45434"/>
                        <a:pt x="42172" y="44672"/>
                      </a:cubicBezTo>
                      <a:cubicBezTo>
                        <a:pt x="42172" y="41720"/>
                        <a:pt x="43505" y="36957"/>
                        <a:pt x="46268" y="30480"/>
                      </a:cubicBezTo>
                      <a:cubicBezTo>
                        <a:pt x="48935" y="23908"/>
                        <a:pt x="50459" y="19050"/>
                        <a:pt x="50744" y="15812"/>
                      </a:cubicBezTo>
                      <a:cubicBezTo>
                        <a:pt x="51221" y="15335"/>
                        <a:pt x="51792" y="12478"/>
                        <a:pt x="52554" y="7334"/>
                      </a:cubicBezTo>
                      <a:cubicBezTo>
                        <a:pt x="53316" y="3810"/>
                        <a:pt x="55126" y="1905"/>
                        <a:pt x="58079" y="1429"/>
                      </a:cubicBezTo>
                      <a:lnTo>
                        <a:pt x="64079" y="1429"/>
                      </a:lnTo>
                      <a:cubicBezTo>
                        <a:pt x="65032" y="4667"/>
                        <a:pt x="66175" y="6287"/>
                        <a:pt x="67413" y="6287"/>
                      </a:cubicBezTo>
                      <a:cubicBezTo>
                        <a:pt x="68175" y="6287"/>
                        <a:pt x="69509" y="5239"/>
                        <a:pt x="71509" y="3143"/>
                      </a:cubicBezTo>
                      <a:cubicBezTo>
                        <a:pt x="73509" y="1048"/>
                        <a:pt x="75224" y="0"/>
                        <a:pt x="76652" y="0"/>
                      </a:cubicBezTo>
                      <a:cubicBezTo>
                        <a:pt x="77129" y="0"/>
                        <a:pt x="77795" y="95"/>
                        <a:pt x="78557" y="381"/>
                      </a:cubicBezTo>
                      <a:lnTo>
                        <a:pt x="110371" y="1429"/>
                      </a:lnTo>
                      <a:cubicBezTo>
                        <a:pt x="118562" y="13811"/>
                        <a:pt x="122658" y="21812"/>
                        <a:pt x="122658" y="25527"/>
                      </a:cubicBezTo>
                      <a:cubicBezTo>
                        <a:pt x="122658" y="26765"/>
                        <a:pt x="122372" y="28004"/>
                        <a:pt x="121896" y="29242"/>
                      </a:cubicBezTo>
                      <a:cubicBezTo>
                        <a:pt x="127040" y="31909"/>
                        <a:pt x="129707" y="35528"/>
                        <a:pt x="129707" y="40005"/>
                      </a:cubicBezTo>
                      <a:cubicBezTo>
                        <a:pt x="129707" y="41243"/>
                        <a:pt x="129421" y="43148"/>
                        <a:pt x="128945" y="45720"/>
                      </a:cubicBezTo>
                      <a:cubicBezTo>
                        <a:pt x="128469" y="48292"/>
                        <a:pt x="128183" y="50197"/>
                        <a:pt x="128183" y="51435"/>
                      </a:cubicBezTo>
                      <a:cubicBezTo>
                        <a:pt x="128183" y="55626"/>
                        <a:pt x="130850" y="58864"/>
                        <a:pt x="136279" y="61055"/>
                      </a:cubicBezTo>
                      <a:cubicBezTo>
                        <a:pt x="135327" y="67246"/>
                        <a:pt x="136279" y="74581"/>
                        <a:pt x="139232" y="83249"/>
                      </a:cubicBezTo>
                      <a:cubicBezTo>
                        <a:pt x="141708" y="90868"/>
                        <a:pt x="144185" y="98393"/>
                        <a:pt x="146661" y="105823"/>
                      </a:cubicBezTo>
                      <a:lnTo>
                        <a:pt x="144852" y="105823"/>
                      </a:lnTo>
                      <a:cubicBezTo>
                        <a:pt x="145804" y="106299"/>
                        <a:pt x="146376" y="108299"/>
                        <a:pt x="146471" y="111538"/>
                      </a:cubicBezTo>
                      <a:cubicBezTo>
                        <a:pt x="146566" y="114871"/>
                        <a:pt x="147519" y="116491"/>
                        <a:pt x="149233" y="116491"/>
                      </a:cubicBezTo>
                      <a:cubicBezTo>
                        <a:pt x="149995" y="116491"/>
                        <a:pt x="150852" y="116205"/>
                        <a:pt x="151805" y="115729"/>
                      </a:cubicBezTo>
                      <a:cubicBezTo>
                        <a:pt x="152090" y="119634"/>
                        <a:pt x="152281" y="123634"/>
                        <a:pt x="152567" y="127825"/>
                      </a:cubicBezTo>
                      <a:cubicBezTo>
                        <a:pt x="153329" y="132969"/>
                        <a:pt x="155519" y="136493"/>
                        <a:pt x="159234" y="138493"/>
                      </a:cubicBezTo>
                      <a:cubicBezTo>
                        <a:pt x="158472" y="140684"/>
                        <a:pt x="158091" y="142780"/>
                        <a:pt x="158091" y="144685"/>
                      </a:cubicBezTo>
                      <a:cubicBezTo>
                        <a:pt x="158091" y="147923"/>
                        <a:pt x="159520" y="151638"/>
                        <a:pt x="162568" y="155924"/>
                      </a:cubicBezTo>
                      <a:cubicBezTo>
                        <a:pt x="165521" y="160210"/>
                        <a:pt x="166949" y="163830"/>
                        <a:pt x="166949" y="166783"/>
                      </a:cubicBezTo>
                      <a:cubicBezTo>
                        <a:pt x="166949" y="168212"/>
                        <a:pt x="166664" y="169831"/>
                        <a:pt x="166283" y="171545"/>
                      </a:cubicBezTo>
                      <a:close/>
                      <a:moveTo>
                        <a:pt x="23598" y="100013"/>
                      </a:moveTo>
                      <a:lnTo>
                        <a:pt x="23598" y="104870"/>
                      </a:lnTo>
                      <a:lnTo>
                        <a:pt x="21693" y="100013"/>
                      </a:lnTo>
                      <a:lnTo>
                        <a:pt x="23598" y="100013"/>
                      </a:lnTo>
                      <a:close/>
                      <a:moveTo>
                        <a:pt x="30552" y="175927"/>
                      </a:moveTo>
                      <a:cubicBezTo>
                        <a:pt x="31790" y="174688"/>
                        <a:pt x="31790" y="173450"/>
                        <a:pt x="30552" y="172212"/>
                      </a:cubicBezTo>
                      <a:lnTo>
                        <a:pt x="30552" y="175927"/>
                      </a:lnTo>
                      <a:cubicBezTo>
                        <a:pt x="29599" y="176689"/>
                        <a:pt x="28742" y="177546"/>
                        <a:pt x="27980" y="178499"/>
                      </a:cubicBezTo>
                      <a:cubicBezTo>
                        <a:pt x="28170" y="178784"/>
                        <a:pt x="29027" y="178975"/>
                        <a:pt x="30552" y="179260"/>
                      </a:cubicBezTo>
                      <a:lnTo>
                        <a:pt x="30552" y="175927"/>
                      </a:lnTo>
                      <a:close/>
                      <a:moveTo>
                        <a:pt x="32076" y="33814"/>
                      </a:moveTo>
                      <a:cubicBezTo>
                        <a:pt x="30170" y="31813"/>
                        <a:pt x="29123" y="30480"/>
                        <a:pt x="29123" y="29718"/>
                      </a:cubicBezTo>
                      <a:cubicBezTo>
                        <a:pt x="29123" y="28956"/>
                        <a:pt x="29599" y="28194"/>
                        <a:pt x="30552" y="27527"/>
                      </a:cubicBezTo>
                      <a:cubicBezTo>
                        <a:pt x="31599" y="27527"/>
                        <a:pt x="32076" y="28384"/>
                        <a:pt x="32076" y="30099"/>
                      </a:cubicBezTo>
                      <a:lnTo>
                        <a:pt x="32076" y="33814"/>
                      </a:lnTo>
                      <a:close/>
                      <a:moveTo>
                        <a:pt x="105323" y="130778"/>
                      </a:moveTo>
                      <a:cubicBezTo>
                        <a:pt x="107037" y="128778"/>
                        <a:pt x="107990" y="126587"/>
                        <a:pt x="107990" y="124111"/>
                      </a:cubicBezTo>
                      <a:cubicBezTo>
                        <a:pt x="107990" y="121634"/>
                        <a:pt x="106847" y="118396"/>
                        <a:pt x="104656" y="114491"/>
                      </a:cubicBezTo>
                      <a:cubicBezTo>
                        <a:pt x="102465" y="110585"/>
                        <a:pt x="101322" y="107823"/>
                        <a:pt x="101322" y="106394"/>
                      </a:cubicBezTo>
                      <a:cubicBezTo>
                        <a:pt x="101322" y="104394"/>
                        <a:pt x="102275" y="102775"/>
                        <a:pt x="104275" y="101537"/>
                      </a:cubicBezTo>
                      <a:lnTo>
                        <a:pt x="100179" y="97536"/>
                      </a:lnTo>
                      <a:cubicBezTo>
                        <a:pt x="101418" y="95536"/>
                        <a:pt x="102084" y="93726"/>
                        <a:pt x="102084" y="91916"/>
                      </a:cubicBezTo>
                      <a:cubicBezTo>
                        <a:pt x="102084" y="89725"/>
                        <a:pt x="100179" y="87154"/>
                        <a:pt x="96560" y="84296"/>
                      </a:cubicBezTo>
                      <a:cubicBezTo>
                        <a:pt x="92845" y="81439"/>
                        <a:pt x="90940" y="78772"/>
                        <a:pt x="90940" y="76295"/>
                      </a:cubicBezTo>
                      <a:cubicBezTo>
                        <a:pt x="90940" y="74581"/>
                        <a:pt x="91511" y="72676"/>
                        <a:pt x="92845" y="70771"/>
                      </a:cubicBezTo>
                      <a:cubicBezTo>
                        <a:pt x="89321" y="63341"/>
                        <a:pt x="85892" y="59626"/>
                        <a:pt x="82463" y="59626"/>
                      </a:cubicBezTo>
                      <a:cubicBezTo>
                        <a:pt x="77795" y="63817"/>
                        <a:pt x="75414" y="73438"/>
                        <a:pt x="75414" y="88487"/>
                      </a:cubicBezTo>
                      <a:cubicBezTo>
                        <a:pt x="70461" y="87725"/>
                        <a:pt x="67985" y="89249"/>
                        <a:pt x="67985" y="92964"/>
                      </a:cubicBezTo>
                      <a:cubicBezTo>
                        <a:pt x="67985" y="94393"/>
                        <a:pt x="68556" y="96869"/>
                        <a:pt x="69604" y="100203"/>
                      </a:cubicBezTo>
                      <a:cubicBezTo>
                        <a:pt x="70747" y="103537"/>
                        <a:pt x="71223" y="105442"/>
                        <a:pt x="70937" y="105918"/>
                      </a:cubicBezTo>
                      <a:cubicBezTo>
                        <a:pt x="70652" y="107442"/>
                        <a:pt x="69509" y="108680"/>
                        <a:pt x="67604" y="109633"/>
                      </a:cubicBezTo>
                      <a:cubicBezTo>
                        <a:pt x="65699" y="110680"/>
                        <a:pt x="64365" y="111347"/>
                        <a:pt x="63984" y="111919"/>
                      </a:cubicBezTo>
                      <a:cubicBezTo>
                        <a:pt x="63508" y="114109"/>
                        <a:pt x="63222" y="116205"/>
                        <a:pt x="63222" y="118205"/>
                      </a:cubicBezTo>
                      <a:cubicBezTo>
                        <a:pt x="63222" y="127825"/>
                        <a:pt x="68652" y="133350"/>
                        <a:pt x="79510" y="134874"/>
                      </a:cubicBezTo>
                      <a:cubicBezTo>
                        <a:pt x="81510" y="135350"/>
                        <a:pt x="82463" y="136493"/>
                        <a:pt x="82463" y="138208"/>
                      </a:cubicBezTo>
                      <a:cubicBezTo>
                        <a:pt x="82463" y="139922"/>
                        <a:pt x="82653" y="141446"/>
                        <a:pt x="82844" y="142875"/>
                      </a:cubicBezTo>
                      <a:cubicBezTo>
                        <a:pt x="83129" y="144209"/>
                        <a:pt x="83987" y="145066"/>
                        <a:pt x="85415" y="145256"/>
                      </a:cubicBezTo>
                      <a:cubicBezTo>
                        <a:pt x="84939" y="139541"/>
                        <a:pt x="87320" y="136017"/>
                        <a:pt x="92464" y="134493"/>
                      </a:cubicBezTo>
                      <a:cubicBezTo>
                        <a:pt x="96655" y="133255"/>
                        <a:pt x="100941" y="132017"/>
                        <a:pt x="105418" y="130778"/>
                      </a:cubicBezTo>
                      <a:close/>
                      <a:moveTo>
                        <a:pt x="139041" y="117443"/>
                      </a:moveTo>
                      <a:lnTo>
                        <a:pt x="136088" y="114491"/>
                      </a:lnTo>
                      <a:lnTo>
                        <a:pt x="139041" y="111919"/>
                      </a:lnTo>
                      <a:lnTo>
                        <a:pt x="136088" y="111919"/>
                      </a:lnTo>
                      <a:cubicBezTo>
                        <a:pt x="135422" y="112871"/>
                        <a:pt x="134660" y="113347"/>
                        <a:pt x="133898" y="113347"/>
                      </a:cubicBezTo>
                      <a:cubicBezTo>
                        <a:pt x="133136" y="113347"/>
                        <a:pt x="132278" y="112585"/>
                        <a:pt x="131040" y="111062"/>
                      </a:cubicBezTo>
                      <a:cubicBezTo>
                        <a:pt x="129993" y="109538"/>
                        <a:pt x="129230" y="108871"/>
                        <a:pt x="129040" y="108871"/>
                      </a:cubicBezTo>
                      <a:cubicBezTo>
                        <a:pt x="128087" y="112776"/>
                        <a:pt x="131421" y="115633"/>
                        <a:pt x="139041" y="117348"/>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 name="Google Shape;1155;p99"/>
                <p:cNvSpPr/>
                <p:nvPr/>
              </p:nvSpPr>
              <p:spPr>
                <a:xfrm>
                  <a:off x="6528244" y="1905000"/>
                  <a:ext cx="164687" cy="198825"/>
                </a:xfrm>
                <a:custGeom>
                  <a:avLst/>
                  <a:gdLst/>
                  <a:ahLst/>
                  <a:cxnLst/>
                  <a:rect l="l" t="t" r="r" b="b"/>
                  <a:pathLst>
                    <a:path w="164687" h="198825" extrusionOk="0">
                      <a:moveTo>
                        <a:pt x="164306" y="19336"/>
                      </a:moveTo>
                      <a:cubicBezTo>
                        <a:pt x="163068" y="23527"/>
                        <a:pt x="162401" y="28194"/>
                        <a:pt x="162401" y="33433"/>
                      </a:cubicBezTo>
                      <a:cubicBezTo>
                        <a:pt x="162401" y="36862"/>
                        <a:pt x="162782" y="42005"/>
                        <a:pt x="163544" y="48768"/>
                      </a:cubicBezTo>
                      <a:cubicBezTo>
                        <a:pt x="164306" y="55531"/>
                        <a:pt x="164687" y="60579"/>
                        <a:pt x="164687" y="63722"/>
                      </a:cubicBezTo>
                      <a:cubicBezTo>
                        <a:pt x="164687" y="66199"/>
                        <a:pt x="164592" y="68485"/>
                        <a:pt x="164306" y="70771"/>
                      </a:cubicBezTo>
                      <a:lnTo>
                        <a:pt x="162401" y="189547"/>
                      </a:lnTo>
                      <a:cubicBezTo>
                        <a:pt x="158877" y="193453"/>
                        <a:pt x="153067" y="195834"/>
                        <a:pt x="144685" y="196596"/>
                      </a:cubicBezTo>
                      <a:cubicBezTo>
                        <a:pt x="137541" y="197358"/>
                        <a:pt x="130492" y="198120"/>
                        <a:pt x="123634" y="198787"/>
                      </a:cubicBezTo>
                      <a:cubicBezTo>
                        <a:pt x="116014" y="199263"/>
                        <a:pt x="111252" y="195358"/>
                        <a:pt x="109538" y="186976"/>
                      </a:cubicBezTo>
                      <a:cubicBezTo>
                        <a:pt x="107347" y="177355"/>
                        <a:pt x="104013" y="171736"/>
                        <a:pt x="99536" y="169926"/>
                      </a:cubicBezTo>
                      <a:cubicBezTo>
                        <a:pt x="99822" y="167450"/>
                        <a:pt x="98488" y="164687"/>
                        <a:pt x="95631" y="161639"/>
                      </a:cubicBezTo>
                      <a:cubicBezTo>
                        <a:pt x="92773" y="158591"/>
                        <a:pt x="91345" y="156115"/>
                        <a:pt x="91345" y="154400"/>
                      </a:cubicBezTo>
                      <a:cubicBezTo>
                        <a:pt x="91345" y="153448"/>
                        <a:pt x="91726" y="152400"/>
                        <a:pt x="92488" y="151447"/>
                      </a:cubicBezTo>
                      <a:cubicBezTo>
                        <a:pt x="87344" y="151924"/>
                        <a:pt x="84106" y="150304"/>
                        <a:pt x="83248" y="146495"/>
                      </a:cubicBezTo>
                      <a:cubicBezTo>
                        <a:pt x="82201" y="142684"/>
                        <a:pt x="81248" y="138875"/>
                        <a:pt x="80296" y="135255"/>
                      </a:cubicBezTo>
                      <a:cubicBezTo>
                        <a:pt x="82010" y="136684"/>
                        <a:pt x="84772" y="136970"/>
                        <a:pt x="88392" y="136017"/>
                      </a:cubicBezTo>
                      <a:cubicBezTo>
                        <a:pt x="92107" y="135064"/>
                        <a:pt x="94869" y="135826"/>
                        <a:pt x="96488" y="138208"/>
                      </a:cubicBezTo>
                      <a:cubicBezTo>
                        <a:pt x="96964" y="134779"/>
                        <a:pt x="95631" y="131445"/>
                        <a:pt x="92488" y="128207"/>
                      </a:cubicBezTo>
                      <a:cubicBezTo>
                        <a:pt x="91249" y="128492"/>
                        <a:pt x="89249" y="129254"/>
                        <a:pt x="86773" y="130588"/>
                      </a:cubicBezTo>
                      <a:cubicBezTo>
                        <a:pt x="84201" y="131921"/>
                        <a:pt x="82105" y="132588"/>
                        <a:pt x="80677" y="132588"/>
                      </a:cubicBezTo>
                      <a:cubicBezTo>
                        <a:pt x="79248" y="132588"/>
                        <a:pt x="77724" y="132112"/>
                        <a:pt x="76200" y="131064"/>
                      </a:cubicBezTo>
                      <a:cubicBezTo>
                        <a:pt x="72771" y="129350"/>
                        <a:pt x="69913" y="125349"/>
                        <a:pt x="67723" y="119253"/>
                      </a:cubicBezTo>
                      <a:cubicBezTo>
                        <a:pt x="65532" y="113062"/>
                        <a:pt x="63151" y="109347"/>
                        <a:pt x="60674" y="108109"/>
                      </a:cubicBezTo>
                      <a:cubicBezTo>
                        <a:pt x="59150" y="107156"/>
                        <a:pt x="58103" y="104680"/>
                        <a:pt x="57340" y="100679"/>
                      </a:cubicBezTo>
                      <a:cubicBezTo>
                        <a:pt x="56864" y="97726"/>
                        <a:pt x="54959" y="96488"/>
                        <a:pt x="51816" y="96964"/>
                      </a:cubicBezTo>
                      <a:lnTo>
                        <a:pt x="47339" y="108109"/>
                      </a:lnTo>
                      <a:cubicBezTo>
                        <a:pt x="48863" y="119729"/>
                        <a:pt x="49244" y="133636"/>
                        <a:pt x="48482" y="149924"/>
                      </a:cubicBezTo>
                      <a:cubicBezTo>
                        <a:pt x="47720" y="172879"/>
                        <a:pt x="47339" y="186023"/>
                        <a:pt x="47339" y="189547"/>
                      </a:cubicBezTo>
                      <a:cubicBezTo>
                        <a:pt x="43434" y="194691"/>
                        <a:pt x="38195" y="197358"/>
                        <a:pt x="31813" y="197358"/>
                      </a:cubicBezTo>
                      <a:cubicBezTo>
                        <a:pt x="29813" y="197358"/>
                        <a:pt x="26861" y="197072"/>
                        <a:pt x="22765" y="196405"/>
                      </a:cubicBezTo>
                      <a:cubicBezTo>
                        <a:pt x="18669" y="195834"/>
                        <a:pt x="15621" y="195453"/>
                        <a:pt x="13716" y="195453"/>
                      </a:cubicBezTo>
                      <a:cubicBezTo>
                        <a:pt x="12192" y="195453"/>
                        <a:pt x="10763" y="195548"/>
                        <a:pt x="9239" y="195834"/>
                      </a:cubicBezTo>
                      <a:lnTo>
                        <a:pt x="3334" y="185452"/>
                      </a:lnTo>
                      <a:cubicBezTo>
                        <a:pt x="3334" y="187166"/>
                        <a:pt x="3143" y="177355"/>
                        <a:pt x="2953" y="155829"/>
                      </a:cubicBezTo>
                      <a:cubicBezTo>
                        <a:pt x="2762" y="143161"/>
                        <a:pt x="4191" y="133636"/>
                        <a:pt x="7429" y="126968"/>
                      </a:cubicBezTo>
                      <a:cubicBezTo>
                        <a:pt x="4191" y="120015"/>
                        <a:pt x="2762" y="111347"/>
                        <a:pt x="2953" y="100679"/>
                      </a:cubicBezTo>
                      <a:cubicBezTo>
                        <a:pt x="2953" y="79915"/>
                        <a:pt x="3143" y="70961"/>
                        <a:pt x="3334" y="73628"/>
                      </a:cubicBezTo>
                      <a:lnTo>
                        <a:pt x="4477" y="73628"/>
                      </a:lnTo>
                      <a:cubicBezTo>
                        <a:pt x="4953" y="71628"/>
                        <a:pt x="4381" y="68580"/>
                        <a:pt x="2667" y="64389"/>
                      </a:cubicBezTo>
                      <a:cubicBezTo>
                        <a:pt x="857" y="60198"/>
                        <a:pt x="0" y="57150"/>
                        <a:pt x="0" y="55150"/>
                      </a:cubicBezTo>
                      <a:cubicBezTo>
                        <a:pt x="0" y="52197"/>
                        <a:pt x="1524" y="49721"/>
                        <a:pt x="4381" y="47720"/>
                      </a:cubicBezTo>
                      <a:lnTo>
                        <a:pt x="4381" y="10668"/>
                      </a:lnTo>
                      <a:cubicBezTo>
                        <a:pt x="6382" y="10954"/>
                        <a:pt x="8763" y="10287"/>
                        <a:pt x="11430" y="8858"/>
                      </a:cubicBezTo>
                      <a:lnTo>
                        <a:pt x="11430" y="5905"/>
                      </a:lnTo>
                      <a:cubicBezTo>
                        <a:pt x="11906" y="6191"/>
                        <a:pt x="14192" y="7429"/>
                        <a:pt x="18097" y="9620"/>
                      </a:cubicBezTo>
                      <a:cubicBezTo>
                        <a:pt x="21050" y="11335"/>
                        <a:pt x="23431" y="12192"/>
                        <a:pt x="25146" y="12192"/>
                      </a:cubicBezTo>
                      <a:cubicBezTo>
                        <a:pt x="26575" y="12192"/>
                        <a:pt x="27813" y="11716"/>
                        <a:pt x="28861" y="10668"/>
                      </a:cubicBezTo>
                      <a:lnTo>
                        <a:pt x="22955" y="4763"/>
                      </a:lnTo>
                      <a:cubicBezTo>
                        <a:pt x="23908" y="4572"/>
                        <a:pt x="25527" y="4572"/>
                        <a:pt x="27718" y="4763"/>
                      </a:cubicBezTo>
                      <a:lnTo>
                        <a:pt x="27718" y="0"/>
                      </a:lnTo>
                      <a:cubicBezTo>
                        <a:pt x="44291" y="953"/>
                        <a:pt x="55245" y="5810"/>
                        <a:pt x="60674" y="14478"/>
                      </a:cubicBezTo>
                      <a:cubicBezTo>
                        <a:pt x="62865" y="24193"/>
                        <a:pt x="66675" y="31433"/>
                        <a:pt x="72104" y="36386"/>
                      </a:cubicBezTo>
                      <a:cubicBezTo>
                        <a:pt x="71914" y="38386"/>
                        <a:pt x="73057" y="40386"/>
                        <a:pt x="75629" y="42386"/>
                      </a:cubicBezTo>
                      <a:cubicBezTo>
                        <a:pt x="78200" y="44387"/>
                        <a:pt x="79820" y="45720"/>
                        <a:pt x="80296" y="46387"/>
                      </a:cubicBezTo>
                      <a:lnTo>
                        <a:pt x="78105" y="48673"/>
                      </a:lnTo>
                      <a:cubicBezTo>
                        <a:pt x="80296" y="50387"/>
                        <a:pt x="82582" y="53530"/>
                        <a:pt x="84772" y="57912"/>
                      </a:cubicBezTo>
                      <a:cubicBezTo>
                        <a:pt x="86963" y="62389"/>
                        <a:pt x="88868" y="65056"/>
                        <a:pt x="90678" y="66104"/>
                      </a:cubicBezTo>
                      <a:cubicBezTo>
                        <a:pt x="94679" y="73057"/>
                        <a:pt x="100394" y="83629"/>
                        <a:pt x="108109" y="98012"/>
                      </a:cubicBezTo>
                      <a:cubicBezTo>
                        <a:pt x="106680" y="97536"/>
                        <a:pt x="104584" y="97917"/>
                        <a:pt x="102203" y="99155"/>
                      </a:cubicBezTo>
                      <a:cubicBezTo>
                        <a:pt x="103156" y="99441"/>
                        <a:pt x="104775" y="100013"/>
                        <a:pt x="106966" y="100870"/>
                      </a:cubicBezTo>
                      <a:cubicBezTo>
                        <a:pt x="109156" y="101727"/>
                        <a:pt x="110776" y="102203"/>
                        <a:pt x="111823" y="102203"/>
                      </a:cubicBezTo>
                      <a:cubicBezTo>
                        <a:pt x="113824" y="102203"/>
                        <a:pt x="115253" y="101251"/>
                        <a:pt x="116300" y="99250"/>
                      </a:cubicBezTo>
                      <a:cubicBezTo>
                        <a:pt x="116014" y="77819"/>
                        <a:pt x="116586" y="45339"/>
                        <a:pt x="118110" y="1905"/>
                      </a:cubicBezTo>
                      <a:lnTo>
                        <a:pt x="161354" y="1905"/>
                      </a:lnTo>
                      <a:cubicBezTo>
                        <a:pt x="162115" y="3143"/>
                        <a:pt x="162496" y="5239"/>
                        <a:pt x="162496" y="8192"/>
                      </a:cubicBezTo>
                      <a:cubicBezTo>
                        <a:pt x="162211" y="11906"/>
                        <a:pt x="162211" y="14097"/>
                        <a:pt x="162496" y="14859"/>
                      </a:cubicBezTo>
                      <a:lnTo>
                        <a:pt x="158496" y="17812"/>
                      </a:lnTo>
                      <a:cubicBezTo>
                        <a:pt x="158972" y="18764"/>
                        <a:pt x="159829" y="19336"/>
                        <a:pt x="161068" y="19336"/>
                      </a:cubicBezTo>
                      <a:lnTo>
                        <a:pt x="164402" y="19336"/>
                      </a:lnTo>
                      <a:close/>
                      <a:moveTo>
                        <a:pt x="22955" y="4858"/>
                      </a:moveTo>
                      <a:cubicBezTo>
                        <a:pt x="22384" y="4382"/>
                        <a:pt x="22003" y="3905"/>
                        <a:pt x="21812" y="3429"/>
                      </a:cubicBezTo>
                      <a:lnTo>
                        <a:pt x="22955" y="4858"/>
                      </a:lnTo>
                      <a:close/>
                      <a:moveTo>
                        <a:pt x="75152" y="55245"/>
                      </a:moveTo>
                      <a:cubicBezTo>
                        <a:pt x="76390" y="54292"/>
                        <a:pt x="76771" y="53054"/>
                        <a:pt x="76200" y="51530"/>
                      </a:cubicBezTo>
                      <a:lnTo>
                        <a:pt x="74771" y="49339"/>
                      </a:lnTo>
                      <a:lnTo>
                        <a:pt x="75152" y="48958"/>
                      </a:lnTo>
                      <a:lnTo>
                        <a:pt x="74771" y="49339"/>
                      </a:lnTo>
                      <a:lnTo>
                        <a:pt x="72199" y="52292"/>
                      </a:lnTo>
                      <a:lnTo>
                        <a:pt x="75247" y="55245"/>
                      </a:lnTo>
                      <a:close/>
                      <a:moveTo>
                        <a:pt x="103632" y="130016"/>
                      </a:moveTo>
                      <a:lnTo>
                        <a:pt x="114014" y="135160"/>
                      </a:lnTo>
                      <a:cubicBezTo>
                        <a:pt x="114014" y="135160"/>
                        <a:pt x="114776" y="134684"/>
                        <a:pt x="115633" y="134398"/>
                      </a:cubicBezTo>
                      <a:cubicBezTo>
                        <a:pt x="116491" y="134112"/>
                        <a:pt x="117348" y="133636"/>
                        <a:pt x="118110" y="132874"/>
                      </a:cubicBezTo>
                      <a:cubicBezTo>
                        <a:pt x="116872" y="132588"/>
                        <a:pt x="116014" y="132874"/>
                        <a:pt x="115538" y="134017"/>
                      </a:cubicBezTo>
                      <a:cubicBezTo>
                        <a:pt x="114776" y="134017"/>
                        <a:pt x="110776" y="132683"/>
                        <a:pt x="103632" y="129921"/>
                      </a:cubicBezTo>
                      <a:close/>
                      <a:moveTo>
                        <a:pt x="122872" y="143732"/>
                      </a:moveTo>
                      <a:lnTo>
                        <a:pt x="123634" y="144494"/>
                      </a:lnTo>
                      <a:cubicBezTo>
                        <a:pt x="123634" y="144494"/>
                        <a:pt x="123349" y="144018"/>
                        <a:pt x="122872" y="143732"/>
                      </a:cubicBezTo>
                      <a:cubicBezTo>
                        <a:pt x="121634" y="142970"/>
                        <a:pt x="120587" y="142589"/>
                        <a:pt x="119539" y="142589"/>
                      </a:cubicBezTo>
                      <a:cubicBezTo>
                        <a:pt x="118110" y="142589"/>
                        <a:pt x="116014" y="143446"/>
                        <a:pt x="113443" y="145161"/>
                      </a:cubicBezTo>
                      <a:cubicBezTo>
                        <a:pt x="110871" y="146875"/>
                        <a:pt x="109061" y="148018"/>
                        <a:pt x="108013" y="148495"/>
                      </a:cubicBezTo>
                      <a:lnTo>
                        <a:pt x="110966" y="151447"/>
                      </a:lnTo>
                      <a:cubicBezTo>
                        <a:pt x="113157" y="149162"/>
                        <a:pt x="114490" y="148209"/>
                        <a:pt x="114967" y="148495"/>
                      </a:cubicBezTo>
                      <a:cubicBezTo>
                        <a:pt x="115253" y="148495"/>
                        <a:pt x="115633" y="148876"/>
                        <a:pt x="116110" y="149638"/>
                      </a:cubicBezTo>
                      <a:cubicBezTo>
                        <a:pt x="115633" y="150400"/>
                        <a:pt x="115633" y="150971"/>
                        <a:pt x="116110" y="151543"/>
                      </a:cubicBezTo>
                      <a:cubicBezTo>
                        <a:pt x="116396" y="150590"/>
                        <a:pt x="116396" y="149924"/>
                        <a:pt x="116110" y="149638"/>
                      </a:cubicBezTo>
                      <a:cubicBezTo>
                        <a:pt x="118110" y="145161"/>
                        <a:pt x="120301" y="143256"/>
                        <a:pt x="122777" y="143732"/>
                      </a:cubicBezTo>
                      <a:close/>
                      <a:moveTo>
                        <a:pt x="141065" y="142589"/>
                      </a:moveTo>
                      <a:lnTo>
                        <a:pt x="132493" y="141542"/>
                      </a:lnTo>
                      <a:lnTo>
                        <a:pt x="136588" y="144494"/>
                      </a:lnTo>
                      <a:cubicBezTo>
                        <a:pt x="136112" y="146495"/>
                        <a:pt x="135255" y="147447"/>
                        <a:pt x="133921" y="147447"/>
                      </a:cubicBezTo>
                      <a:cubicBezTo>
                        <a:pt x="133255" y="147447"/>
                        <a:pt x="132112" y="146875"/>
                        <a:pt x="130588" y="145637"/>
                      </a:cubicBezTo>
                      <a:cubicBezTo>
                        <a:pt x="129159" y="144399"/>
                        <a:pt x="128397" y="144018"/>
                        <a:pt x="128397" y="144589"/>
                      </a:cubicBezTo>
                      <a:cubicBezTo>
                        <a:pt x="129159" y="147542"/>
                        <a:pt x="130492" y="149066"/>
                        <a:pt x="132493" y="149066"/>
                      </a:cubicBezTo>
                      <a:cubicBezTo>
                        <a:pt x="135255" y="149066"/>
                        <a:pt x="138017" y="146971"/>
                        <a:pt x="141065" y="142780"/>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 name="Google Shape;1156;p99"/>
                <p:cNvSpPr/>
                <p:nvPr/>
              </p:nvSpPr>
              <p:spPr>
                <a:xfrm>
                  <a:off x="6721434" y="1905762"/>
                  <a:ext cx="172473" cy="196595"/>
                </a:xfrm>
                <a:custGeom>
                  <a:avLst/>
                  <a:gdLst/>
                  <a:ahLst/>
                  <a:cxnLst/>
                  <a:rect l="l" t="t" r="r" b="b"/>
                  <a:pathLst>
                    <a:path w="172473" h="196595" extrusionOk="0">
                      <a:moveTo>
                        <a:pt x="166187" y="171641"/>
                      </a:moveTo>
                      <a:cubicBezTo>
                        <a:pt x="170378" y="172402"/>
                        <a:pt x="172474" y="174974"/>
                        <a:pt x="172474" y="179356"/>
                      </a:cubicBezTo>
                      <a:cubicBezTo>
                        <a:pt x="172474" y="177355"/>
                        <a:pt x="171807" y="180975"/>
                        <a:pt x="170664" y="190024"/>
                      </a:cubicBezTo>
                      <a:cubicBezTo>
                        <a:pt x="166759" y="194500"/>
                        <a:pt x="160472" y="196596"/>
                        <a:pt x="151805" y="196596"/>
                      </a:cubicBezTo>
                      <a:cubicBezTo>
                        <a:pt x="137993" y="196596"/>
                        <a:pt x="131421" y="196501"/>
                        <a:pt x="132183" y="196215"/>
                      </a:cubicBezTo>
                      <a:cubicBezTo>
                        <a:pt x="126944" y="194691"/>
                        <a:pt x="124373" y="190024"/>
                        <a:pt x="124182" y="182213"/>
                      </a:cubicBezTo>
                      <a:cubicBezTo>
                        <a:pt x="124182" y="174308"/>
                        <a:pt x="122277" y="169354"/>
                        <a:pt x="118848" y="167450"/>
                      </a:cubicBezTo>
                      <a:cubicBezTo>
                        <a:pt x="116848" y="166688"/>
                        <a:pt x="111800" y="166402"/>
                        <a:pt x="103608" y="166402"/>
                      </a:cubicBezTo>
                      <a:cubicBezTo>
                        <a:pt x="97703" y="166402"/>
                        <a:pt x="93131" y="164878"/>
                        <a:pt x="89892" y="161639"/>
                      </a:cubicBezTo>
                      <a:cubicBezTo>
                        <a:pt x="89416" y="161449"/>
                        <a:pt x="88940" y="158210"/>
                        <a:pt x="88463" y="152209"/>
                      </a:cubicBezTo>
                      <a:cubicBezTo>
                        <a:pt x="88178" y="149542"/>
                        <a:pt x="87225" y="148018"/>
                        <a:pt x="85511" y="147447"/>
                      </a:cubicBezTo>
                      <a:cubicBezTo>
                        <a:pt x="83796" y="150685"/>
                        <a:pt x="82367" y="154114"/>
                        <a:pt x="81415" y="157829"/>
                      </a:cubicBezTo>
                      <a:cubicBezTo>
                        <a:pt x="80462" y="163068"/>
                        <a:pt x="79415" y="166878"/>
                        <a:pt x="78462" y="169259"/>
                      </a:cubicBezTo>
                      <a:cubicBezTo>
                        <a:pt x="76462" y="169735"/>
                        <a:pt x="73414" y="169640"/>
                        <a:pt x="69223" y="168878"/>
                      </a:cubicBezTo>
                      <a:cubicBezTo>
                        <a:pt x="64270" y="168116"/>
                        <a:pt x="61126" y="167735"/>
                        <a:pt x="59603" y="167735"/>
                      </a:cubicBezTo>
                      <a:cubicBezTo>
                        <a:pt x="54364" y="167735"/>
                        <a:pt x="51125" y="170117"/>
                        <a:pt x="49601" y="174974"/>
                      </a:cubicBezTo>
                      <a:cubicBezTo>
                        <a:pt x="49601" y="175450"/>
                        <a:pt x="48363" y="178308"/>
                        <a:pt x="45887" y="183356"/>
                      </a:cubicBezTo>
                      <a:cubicBezTo>
                        <a:pt x="43886" y="187262"/>
                        <a:pt x="42934" y="190405"/>
                        <a:pt x="42934" y="192881"/>
                      </a:cubicBezTo>
                      <a:cubicBezTo>
                        <a:pt x="42934" y="194310"/>
                        <a:pt x="43220" y="195548"/>
                        <a:pt x="43696" y="196501"/>
                      </a:cubicBezTo>
                      <a:lnTo>
                        <a:pt x="21503" y="196501"/>
                      </a:lnTo>
                      <a:cubicBezTo>
                        <a:pt x="11882" y="196501"/>
                        <a:pt x="4739" y="195453"/>
                        <a:pt x="71" y="193167"/>
                      </a:cubicBezTo>
                      <a:cubicBezTo>
                        <a:pt x="-405" y="181642"/>
                        <a:pt x="1500" y="170402"/>
                        <a:pt x="5786" y="159639"/>
                      </a:cubicBezTo>
                      <a:cubicBezTo>
                        <a:pt x="10168" y="148780"/>
                        <a:pt x="14645" y="138017"/>
                        <a:pt x="19312" y="127159"/>
                      </a:cubicBezTo>
                      <a:cubicBezTo>
                        <a:pt x="17407" y="126206"/>
                        <a:pt x="16359" y="125063"/>
                        <a:pt x="16359" y="123825"/>
                      </a:cubicBezTo>
                      <a:cubicBezTo>
                        <a:pt x="16359" y="123063"/>
                        <a:pt x="16740" y="121920"/>
                        <a:pt x="17407" y="120301"/>
                      </a:cubicBezTo>
                      <a:cubicBezTo>
                        <a:pt x="18169" y="118681"/>
                        <a:pt x="18550" y="117538"/>
                        <a:pt x="18550" y="116776"/>
                      </a:cubicBezTo>
                      <a:cubicBezTo>
                        <a:pt x="18550" y="115824"/>
                        <a:pt x="18264" y="114967"/>
                        <a:pt x="17788" y="114205"/>
                      </a:cubicBezTo>
                      <a:cubicBezTo>
                        <a:pt x="17312" y="111252"/>
                        <a:pt x="19312" y="109061"/>
                        <a:pt x="23884" y="107442"/>
                      </a:cubicBezTo>
                      <a:cubicBezTo>
                        <a:pt x="28456" y="105823"/>
                        <a:pt x="30742" y="104394"/>
                        <a:pt x="30742" y="103156"/>
                      </a:cubicBezTo>
                      <a:cubicBezTo>
                        <a:pt x="30742" y="102394"/>
                        <a:pt x="30170" y="101346"/>
                        <a:pt x="28837" y="99822"/>
                      </a:cubicBezTo>
                      <a:lnTo>
                        <a:pt x="28837" y="100203"/>
                      </a:lnTo>
                      <a:cubicBezTo>
                        <a:pt x="28837" y="99155"/>
                        <a:pt x="28456" y="98584"/>
                        <a:pt x="27789" y="98298"/>
                      </a:cubicBezTo>
                      <a:cubicBezTo>
                        <a:pt x="28837" y="96869"/>
                        <a:pt x="30742" y="96012"/>
                        <a:pt x="33695" y="95726"/>
                      </a:cubicBezTo>
                      <a:cubicBezTo>
                        <a:pt x="38362" y="94964"/>
                        <a:pt x="41219" y="94488"/>
                        <a:pt x="42172" y="94297"/>
                      </a:cubicBezTo>
                      <a:cubicBezTo>
                        <a:pt x="42172" y="92107"/>
                        <a:pt x="41505" y="89916"/>
                        <a:pt x="40267" y="88011"/>
                      </a:cubicBezTo>
                      <a:cubicBezTo>
                        <a:pt x="38552" y="85058"/>
                        <a:pt x="36457" y="84106"/>
                        <a:pt x="33980" y="85058"/>
                      </a:cubicBezTo>
                      <a:lnTo>
                        <a:pt x="28742" y="85058"/>
                      </a:lnTo>
                      <a:cubicBezTo>
                        <a:pt x="28456" y="81343"/>
                        <a:pt x="30266" y="78105"/>
                        <a:pt x="33980" y="75438"/>
                      </a:cubicBezTo>
                      <a:lnTo>
                        <a:pt x="36171" y="55054"/>
                      </a:lnTo>
                      <a:cubicBezTo>
                        <a:pt x="38362" y="54769"/>
                        <a:pt x="39695" y="53435"/>
                        <a:pt x="40267" y="50959"/>
                      </a:cubicBezTo>
                      <a:cubicBezTo>
                        <a:pt x="40743" y="47530"/>
                        <a:pt x="41410" y="45434"/>
                        <a:pt x="42172" y="44672"/>
                      </a:cubicBezTo>
                      <a:cubicBezTo>
                        <a:pt x="42172" y="41720"/>
                        <a:pt x="43505" y="36957"/>
                        <a:pt x="46268" y="30480"/>
                      </a:cubicBezTo>
                      <a:cubicBezTo>
                        <a:pt x="48934" y="23908"/>
                        <a:pt x="50459" y="19050"/>
                        <a:pt x="50744" y="15812"/>
                      </a:cubicBezTo>
                      <a:cubicBezTo>
                        <a:pt x="51221" y="15335"/>
                        <a:pt x="51792" y="12478"/>
                        <a:pt x="52554" y="7334"/>
                      </a:cubicBezTo>
                      <a:cubicBezTo>
                        <a:pt x="53316" y="3810"/>
                        <a:pt x="55221" y="1905"/>
                        <a:pt x="58079" y="1429"/>
                      </a:cubicBezTo>
                      <a:lnTo>
                        <a:pt x="63984" y="1429"/>
                      </a:lnTo>
                      <a:cubicBezTo>
                        <a:pt x="65032" y="4667"/>
                        <a:pt x="66080" y="6287"/>
                        <a:pt x="67318" y="6287"/>
                      </a:cubicBezTo>
                      <a:cubicBezTo>
                        <a:pt x="68080" y="6287"/>
                        <a:pt x="69413" y="5239"/>
                        <a:pt x="71414" y="3143"/>
                      </a:cubicBezTo>
                      <a:cubicBezTo>
                        <a:pt x="73414" y="1048"/>
                        <a:pt x="75128" y="0"/>
                        <a:pt x="76652" y="0"/>
                      </a:cubicBezTo>
                      <a:cubicBezTo>
                        <a:pt x="77129" y="0"/>
                        <a:pt x="77795" y="95"/>
                        <a:pt x="78557" y="381"/>
                      </a:cubicBezTo>
                      <a:lnTo>
                        <a:pt x="110371" y="1429"/>
                      </a:lnTo>
                      <a:cubicBezTo>
                        <a:pt x="118562" y="13811"/>
                        <a:pt x="122658" y="21812"/>
                        <a:pt x="122658" y="25527"/>
                      </a:cubicBezTo>
                      <a:cubicBezTo>
                        <a:pt x="122658" y="26765"/>
                        <a:pt x="122372" y="28004"/>
                        <a:pt x="121896" y="29242"/>
                      </a:cubicBezTo>
                      <a:cubicBezTo>
                        <a:pt x="127040" y="31909"/>
                        <a:pt x="129611" y="35528"/>
                        <a:pt x="129611" y="40005"/>
                      </a:cubicBezTo>
                      <a:cubicBezTo>
                        <a:pt x="129611" y="41243"/>
                        <a:pt x="129326" y="43148"/>
                        <a:pt x="128849" y="45720"/>
                      </a:cubicBezTo>
                      <a:cubicBezTo>
                        <a:pt x="128373" y="48292"/>
                        <a:pt x="128087" y="50197"/>
                        <a:pt x="128087" y="51435"/>
                      </a:cubicBezTo>
                      <a:cubicBezTo>
                        <a:pt x="128087" y="55626"/>
                        <a:pt x="130850" y="58864"/>
                        <a:pt x="136279" y="61055"/>
                      </a:cubicBezTo>
                      <a:cubicBezTo>
                        <a:pt x="135231" y="67246"/>
                        <a:pt x="136279" y="74581"/>
                        <a:pt x="139232" y="83249"/>
                      </a:cubicBezTo>
                      <a:cubicBezTo>
                        <a:pt x="141708" y="90868"/>
                        <a:pt x="144184" y="98393"/>
                        <a:pt x="146661" y="105823"/>
                      </a:cubicBezTo>
                      <a:lnTo>
                        <a:pt x="144851" y="105823"/>
                      </a:lnTo>
                      <a:cubicBezTo>
                        <a:pt x="145804" y="106299"/>
                        <a:pt x="146375" y="108299"/>
                        <a:pt x="146471" y="111538"/>
                      </a:cubicBezTo>
                      <a:cubicBezTo>
                        <a:pt x="146661" y="114871"/>
                        <a:pt x="147614" y="116491"/>
                        <a:pt x="149233" y="116491"/>
                      </a:cubicBezTo>
                      <a:cubicBezTo>
                        <a:pt x="149995" y="116491"/>
                        <a:pt x="150852" y="116205"/>
                        <a:pt x="151805" y="115729"/>
                      </a:cubicBezTo>
                      <a:cubicBezTo>
                        <a:pt x="152090" y="119634"/>
                        <a:pt x="152281" y="123634"/>
                        <a:pt x="152567" y="127825"/>
                      </a:cubicBezTo>
                      <a:cubicBezTo>
                        <a:pt x="153329" y="132969"/>
                        <a:pt x="155519" y="136493"/>
                        <a:pt x="159234" y="138493"/>
                      </a:cubicBezTo>
                      <a:cubicBezTo>
                        <a:pt x="158472" y="140684"/>
                        <a:pt x="158091" y="142780"/>
                        <a:pt x="158091" y="144685"/>
                      </a:cubicBezTo>
                      <a:cubicBezTo>
                        <a:pt x="158091" y="147923"/>
                        <a:pt x="159615" y="151638"/>
                        <a:pt x="162568" y="155924"/>
                      </a:cubicBezTo>
                      <a:cubicBezTo>
                        <a:pt x="165521" y="160210"/>
                        <a:pt x="167045" y="163830"/>
                        <a:pt x="167045" y="166783"/>
                      </a:cubicBezTo>
                      <a:cubicBezTo>
                        <a:pt x="167045" y="168212"/>
                        <a:pt x="166854" y="169831"/>
                        <a:pt x="166283" y="171545"/>
                      </a:cubicBezTo>
                      <a:close/>
                      <a:moveTo>
                        <a:pt x="23693" y="100013"/>
                      </a:moveTo>
                      <a:lnTo>
                        <a:pt x="23693" y="104870"/>
                      </a:lnTo>
                      <a:lnTo>
                        <a:pt x="21884" y="100013"/>
                      </a:lnTo>
                      <a:lnTo>
                        <a:pt x="23693" y="100013"/>
                      </a:lnTo>
                      <a:close/>
                      <a:moveTo>
                        <a:pt x="30742" y="175927"/>
                      </a:moveTo>
                      <a:cubicBezTo>
                        <a:pt x="31980" y="174688"/>
                        <a:pt x="31980" y="173450"/>
                        <a:pt x="30742" y="172212"/>
                      </a:cubicBezTo>
                      <a:lnTo>
                        <a:pt x="30742" y="175927"/>
                      </a:lnTo>
                      <a:cubicBezTo>
                        <a:pt x="29789" y="176689"/>
                        <a:pt x="28837" y="177546"/>
                        <a:pt x="28170" y="178499"/>
                      </a:cubicBezTo>
                      <a:cubicBezTo>
                        <a:pt x="28456" y="178784"/>
                        <a:pt x="29313" y="178975"/>
                        <a:pt x="30742" y="179260"/>
                      </a:cubicBezTo>
                      <a:lnTo>
                        <a:pt x="30742" y="175927"/>
                      </a:lnTo>
                      <a:close/>
                      <a:moveTo>
                        <a:pt x="32266" y="33814"/>
                      </a:moveTo>
                      <a:cubicBezTo>
                        <a:pt x="30266" y="31813"/>
                        <a:pt x="29313" y="30480"/>
                        <a:pt x="29313" y="29718"/>
                      </a:cubicBezTo>
                      <a:cubicBezTo>
                        <a:pt x="29313" y="28956"/>
                        <a:pt x="29789" y="28194"/>
                        <a:pt x="30837" y="27527"/>
                      </a:cubicBezTo>
                      <a:cubicBezTo>
                        <a:pt x="31790" y="27527"/>
                        <a:pt x="32361" y="28384"/>
                        <a:pt x="32361" y="30099"/>
                      </a:cubicBezTo>
                      <a:lnTo>
                        <a:pt x="32361" y="33814"/>
                      </a:lnTo>
                      <a:close/>
                      <a:moveTo>
                        <a:pt x="105513" y="130778"/>
                      </a:moveTo>
                      <a:cubicBezTo>
                        <a:pt x="107228" y="128778"/>
                        <a:pt x="108085" y="126587"/>
                        <a:pt x="108085" y="124111"/>
                      </a:cubicBezTo>
                      <a:cubicBezTo>
                        <a:pt x="108085" y="121634"/>
                        <a:pt x="106942" y="118396"/>
                        <a:pt x="104751" y="114491"/>
                      </a:cubicBezTo>
                      <a:cubicBezTo>
                        <a:pt x="102560" y="110585"/>
                        <a:pt x="101417" y="107823"/>
                        <a:pt x="101417" y="106394"/>
                      </a:cubicBezTo>
                      <a:cubicBezTo>
                        <a:pt x="101417" y="104394"/>
                        <a:pt x="102370" y="102775"/>
                        <a:pt x="104370" y="101537"/>
                      </a:cubicBezTo>
                      <a:lnTo>
                        <a:pt x="100274" y="97536"/>
                      </a:lnTo>
                      <a:cubicBezTo>
                        <a:pt x="101513" y="95536"/>
                        <a:pt x="102084" y="93726"/>
                        <a:pt x="102084" y="91916"/>
                      </a:cubicBezTo>
                      <a:cubicBezTo>
                        <a:pt x="102084" y="89725"/>
                        <a:pt x="100274" y="87154"/>
                        <a:pt x="96559" y="84296"/>
                      </a:cubicBezTo>
                      <a:cubicBezTo>
                        <a:pt x="92845" y="81439"/>
                        <a:pt x="91035" y="78772"/>
                        <a:pt x="91035" y="76295"/>
                      </a:cubicBezTo>
                      <a:cubicBezTo>
                        <a:pt x="91035" y="74581"/>
                        <a:pt x="91607" y="72676"/>
                        <a:pt x="92845" y="70771"/>
                      </a:cubicBezTo>
                      <a:cubicBezTo>
                        <a:pt x="89416" y="63341"/>
                        <a:pt x="85892" y="59626"/>
                        <a:pt x="82463" y="59626"/>
                      </a:cubicBezTo>
                      <a:cubicBezTo>
                        <a:pt x="77795" y="63817"/>
                        <a:pt x="75414" y="73438"/>
                        <a:pt x="75414" y="88487"/>
                      </a:cubicBezTo>
                      <a:cubicBezTo>
                        <a:pt x="70461" y="87725"/>
                        <a:pt x="67984" y="89249"/>
                        <a:pt x="67984" y="92964"/>
                      </a:cubicBezTo>
                      <a:cubicBezTo>
                        <a:pt x="67984" y="94393"/>
                        <a:pt x="68556" y="96869"/>
                        <a:pt x="69699" y="100203"/>
                      </a:cubicBezTo>
                      <a:cubicBezTo>
                        <a:pt x="70842" y="103537"/>
                        <a:pt x="71223" y="105442"/>
                        <a:pt x="71033" y="105918"/>
                      </a:cubicBezTo>
                      <a:cubicBezTo>
                        <a:pt x="70747" y="107442"/>
                        <a:pt x="69699" y="108680"/>
                        <a:pt x="67699" y="109633"/>
                      </a:cubicBezTo>
                      <a:cubicBezTo>
                        <a:pt x="65794" y="110680"/>
                        <a:pt x="64556" y="111347"/>
                        <a:pt x="63984" y="111919"/>
                      </a:cubicBezTo>
                      <a:cubicBezTo>
                        <a:pt x="63508" y="114109"/>
                        <a:pt x="63222" y="116205"/>
                        <a:pt x="63222" y="118205"/>
                      </a:cubicBezTo>
                      <a:cubicBezTo>
                        <a:pt x="63222" y="127825"/>
                        <a:pt x="68651" y="133350"/>
                        <a:pt x="79510" y="134874"/>
                      </a:cubicBezTo>
                      <a:cubicBezTo>
                        <a:pt x="81415" y="135350"/>
                        <a:pt x="82463" y="136493"/>
                        <a:pt x="82463" y="138208"/>
                      </a:cubicBezTo>
                      <a:cubicBezTo>
                        <a:pt x="82463" y="139922"/>
                        <a:pt x="82653" y="141446"/>
                        <a:pt x="82843" y="142875"/>
                      </a:cubicBezTo>
                      <a:cubicBezTo>
                        <a:pt x="83034" y="144209"/>
                        <a:pt x="83891" y="145066"/>
                        <a:pt x="85415" y="145256"/>
                      </a:cubicBezTo>
                      <a:cubicBezTo>
                        <a:pt x="84939" y="139541"/>
                        <a:pt x="87320" y="136017"/>
                        <a:pt x="92464" y="134493"/>
                      </a:cubicBezTo>
                      <a:cubicBezTo>
                        <a:pt x="96655" y="133255"/>
                        <a:pt x="101036" y="132017"/>
                        <a:pt x="105418" y="130778"/>
                      </a:cubicBezTo>
                      <a:close/>
                      <a:moveTo>
                        <a:pt x="139136" y="117443"/>
                      </a:moveTo>
                      <a:lnTo>
                        <a:pt x="136184" y="114491"/>
                      </a:lnTo>
                      <a:lnTo>
                        <a:pt x="139136" y="111919"/>
                      </a:lnTo>
                      <a:lnTo>
                        <a:pt x="136184" y="111919"/>
                      </a:lnTo>
                      <a:cubicBezTo>
                        <a:pt x="135422" y="112871"/>
                        <a:pt x="134659" y="113347"/>
                        <a:pt x="133993" y="113347"/>
                      </a:cubicBezTo>
                      <a:cubicBezTo>
                        <a:pt x="133326" y="113347"/>
                        <a:pt x="132278" y="112585"/>
                        <a:pt x="131231" y="111062"/>
                      </a:cubicBezTo>
                      <a:cubicBezTo>
                        <a:pt x="130088" y="109538"/>
                        <a:pt x="129421" y="108871"/>
                        <a:pt x="129135" y="108871"/>
                      </a:cubicBezTo>
                      <a:cubicBezTo>
                        <a:pt x="128183" y="112776"/>
                        <a:pt x="131516" y="115633"/>
                        <a:pt x="139136" y="117348"/>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 name="Google Shape;1157;p99"/>
                <p:cNvSpPr/>
                <p:nvPr/>
              </p:nvSpPr>
              <p:spPr>
                <a:xfrm>
                  <a:off x="6879049" y="1873281"/>
                  <a:ext cx="194595" cy="242316"/>
                </a:xfrm>
                <a:custGeom>
                  <a:avLst/>
                  <a:gdLst/>
                  <a:ahLst/>
                  <a:cxnLst/>
                  <a:rect l="l" t="t" r="r" b="b"/>
                  <a:pathLst>
                    <a:path w="194595" h="242316" extrusionOk="0">
                      <a:moveTo>
                        <a:pt x="0" y="59626"/>
                      </a:moveTo>
                      <a:lnTo>
                        <a:pt x="4763" y="61436"/>
                      </a:lnTo>
                      <a:lnTo>
                        <a:pt x="5905" y="62579"/>
                      </a:lnTo>
                      <a:lnTo>
                        <a:pt x="0" y="59626"/>
                      </a:lnTo>
                      <a:close/>
                      <a:moveTo>
                        <a:pt x="27337" y="104394"/>
                      </a:moveTo>
                      <a:cubicBezTo>
                        <a:pt x="29051" y="105156"/>
                        <a:pt x="30099" y="105537"/>
                        <a:pt x="30290" y="105537"/>
                      </a:cubicBezTo>
                      <a:cubicBezTo>
                        <a:pt x="30290" y="106775"/>
                        <a:pt x="29623" y="107728"/>
                        <a:pt x="28480" y="108490"/>
                      </a:cubicBezTo>
                      <a:lnTo>
                        <a:pt x="27337" y="108490"/>
                      </a:lnTo>
                      <a:lnTo>
                        <a:pt x="27337" y="104394"/>
                      </a:lnTo>
                      <a:close/>
                      <a:moveTo>
                        <a:pt x="194596" y="206502"/>
                      </a:moveTo>
                      <a:cubicBezTo>
                        <a:pt x="191357" y="208979"/>
                        <a:pt x="189833" y="212693"/>
                        <a:pt x="189833" y="217646"/>
                      </a:cubicBezTo>
                      <a:cubicBezTo>
                        <a:pt x="190024" y="225552"/>
                        <a:pt x="190214" y="229553"/>
                        <a:pt x="190214" y="229838"/>
                      </a:cubicBezTo>
                      <a:cubicBezTo>
                        <a:pt x="189262" y="230315"/>
                        <a:pt x="187833" y="230600"/>
                        <a:pt x="186119" y="230600"/>
                      </a:cubicBezTo>
                      <a:cubicBezTo>
                        <a:pt x="184690" y="230600"/>
                        <a:pt x="182308" y="230410"/>
                        <a:pt x="179070" y="229838"/>
                      </a:cubicBezTo>
                      <a:cubicBezTo>
                        <a:pt x="175927" y="229362"/>
                        <a:pt x="173355" y="229076"/>
                        <a:pt x="171640" y="229076"/>
                      </a:cubicBezTo>
                      <a:cubicBezTo>
                        <a:pt x="166497" y="229076"/>
                        <a:pt x="163640" y="231838"/>
                        <a:pt x="163164" y="237173"/>
                      </a:cubicBezTo>
                      <a:cubicBezTo>
                        <a:pt x="162401" y="232982"/>
                        <a:pt x="160116" y="229553"/>
                        <a:pt x="156115" y="226790"/>
                      </a:cubicBezTo>
                      <a:cubicBezTo>
                        <a:pt x="153353" y="229267"/>
                        <a:pt x="150209" y="230029"/>
                        <a:pt x="146495" y="228981"/>
                      </a:cubicBezTo>
                      <a:cubicBezTo>
                        <a:pt x="141066" y="226790"/>
                        <a:pt x="138113" y="225647"/>
                        <a:pt x="137636" y="225647"/>
                      </a:cubicBezTo>
                      <a:cubicBezTo>
                        <a:pt x="135446" y="225647"/>
                        <a:pt x="133445" y="226790"/>
                        <a:pt x="131636" y="228981"/>
                      </a:cubicBezTo>
                      <a:cubicBezTo>
                        <a:pt x="130207" y="226981"/>
                        <a:pt x="128302" y="226028"/>
                        <a:pt x="126111" y="226028"/>
                      </a:cubicBezTo>
                      <a:cubicBezTo>
                        <a:pt x="124873" y="226028"/>
                        <a:pt x="122396" y="226695"/>
                        <a:pt x="118681" y="227933"/>
                      </a:cubicBezTo>
                      <a:cubicBezTo>
                        <a:pt x="114967" y="229171"/>
                        <a:pt x="112109" y="229457"/>
                        <a:pt x="110205" y="228981"/>
                      </a:cubicBezTo>
                      <a:cubicBezTo>
                        <a:pt x="106014" y="227743"/>
                        <a:pt x="101917" y="227171"/>
                        <a:pt x="98012" y="227171"/>
                      </a:cubicBezTo>
                      <a:cubicBezTo>
                        <a:pt x="93059" y="227171"/>
                        <a:pt x="83820" y="228505"/>
                        <a:pt x="70199" y="231267"/>
                      </a:cubicBezTo>
                      <a:lnTo>
                        <a:pt x="70199" y="234220"/>
                      </a:lnTo>
                      <a:cubicBezTo>
                        <a:pt x="68294" y="230791"/>
                        <a:pt x="63913" y="229076"/>
                        <a:pt x="57245" y="229076"/>
                      </a:cubicBezTo>
                      <a:lnTo>
                        <a:pt x="48292" y="229076"/>
                      </a:lnTo>
                      <a:cubicBezTo>
                        <a:pt x="43339" y="229076"/>
                        <a:pt x="39815" y="228124"/>
                        <a:pt x="37529" y="226124"/>
                      </a:cubicBezTo>
                      <a:cubicBezTo>
                        <a:pt x="37529" y="219742"/>
                        <a:pt x="37529" y="207074"/>
                        <a:pt x="37147" y="188309"/>
                      </a:cubicBezTo>
                      <a:cubicBezTo>
                        <a:pt x="36862" y="172498"/>
                        <a:pt x="36862" y="159925"/>
                        <a:pt x="37147" y="150781"/>
                      </a:cubicBezTo>
                      <a:cubicBezTo>
                        <a:pt x="37624" y="137160"/>
                        <a:pt x="38767" y="125444"/>
                        <a:pt x="40481" y="115538"/>
                      </a:cubicBezTo>
                      <a:cubicBezTo>
                        <a:pt x="38481" y="114300"/>
                        <a:pt x="37147" y="111919"/>
                        <a:pt x="36386" y="108299"/>
                      </a:cubicBezTo>
                      <a:cubicBezTo>
                        <a:pt x="35624" y="104680"/>
                        <a:pt x="34576" y="102489"/>
                        <a:pt x="33052" y="101441"/>
                      </a:cubicBezTo>
                      <a:lnTo>
                        <a:pt x="32671" y="101441"/>
                      </a:lnTo>
                      <a:cubicBezTo>
                        <a:pt x="35147" y="100679"/>
                        <a:pt x="36290" y="99727"/>
                        <a:pt x="36290" y="98488"/>
                      </a:cubicBezTo>
                      <a:cubicBezTo>
                        <a:pt x="36290" y="98012"/>
                        <a:pt x="36004" y="97441"/>
                        <a:pt x="35528" y="96965"/>
                      </a:cubicBezTo>
                      <a:lnTo>
                        <a:pt x="32957" y="94012"/>
                      </a:lnTo>
                      <a:cubicBezTo>
                        <a:pt x="35909" y="94012"/>
                        <a:pt x="37433" y="92964"/>
                        <a:pt x="37433" y="91059"/>
                      </a:cubicBezTo>
                      <a:lnTo>
                        <a:pt x="35624" y="76962"/>
                      </a:lnTo>
                      <a:lnTo>
                        <a:pt x="34195" y="76962"/>
                      </a:lnTo>
                      <a:lnTo>
                        <a:pt x="37529" y="68485"/>
                      </a:lnTo>
                      <a:cubicBezTo>
                        <a:pt x="35814" y="68771"/>
                        <a:pt x="33719" y="68104"/>
                        <a:pt x="31242" y="66675"/>
                      </a:cubicBezTo>
                      <a:cubicBezTo>
                        <a:pt x="36100" y="64675"/>
                        <a:pt x="38291" y="62389"/>
                        <a:pt x="37529" y="59626"/>
                      </a:cubicBezTo>
                      <a:lnTo>
                        <a:pt x="28289" y="58483"/>
                      </a:lnTo>
                      <a:cubicBezTo>
                        <a:pt x="33433" y="58483"/>
                        <a:pt x="36576" y="57531"/>
                        <a:pt x="37529" y="55531"/>
                      </a:cubicBezTo>
                      <a:cubicBezTo>
                        <a:pt x="34100" y="53340"/>
                        <a:pt x="33242" y="51245"/>
                        <a:pt x="34957" y="49244"/>
                      </a:cubicBezTo>
                      <a:lnTo>
                        <a:pt x="38957" y="44482"/>
                      </a:lnTo>
                      <a:cubicBezTo>
                        <a:pt x="38957" y="42958"/>
                        <a:pt x="37433" y="41529"/>
                        <a:pt x="34195" y="40005"/>
                      </a:cubicBezTo>
                      <a:cubicBezTo>
                        <a:pt x="34671" y="36100"/>
                        <a:pt x="37147" y="33623"/>
                        <a:pt x="41624" y="32766"/>
                      </a:cubicBezTo>
                      <a:cubicBezTo>
                        <a:pt x="46101" y="31909"/>
                        <a:pt x="48578" y="30956"/>
                        <a:pt x="49054" y="30004"/>
                      </a:cubicBezTo>
                      <a:lnTo>
                        <a:pt x="48673" y="32575"/>
                      </a:lnTo>
                      <a:cubicBezTo>
                        <a:pt x="51340" y="32099"/>
                        <a:pt x="54102" y="32671"/>
                        <a:pt x="56769" y="34480"/>
                      </a:cubicBezTo>
                      <a:cubicBezTo>
                        <a:pt x="59531" y="36195"/>
                        <a:pt x="61246" y="37052"/>
                        <a:pt x="62008" y="37052"/>
                      </a:cubicBezTo>
                      <a:cubicBezTo>
                        <a:pt x="63437" y="37052"/>
                        <a:pt x="65151" y="35528"/>
                        <a:pt x="67246" y="32671"/>
                      </a:cubicBezTo>
                      <a:cubicBezTo>
                        <a:pt x="70676" y="33909"/>
                        <a:pt x="73057" y="34385"/>
                        <a:pt x="74295" y="34100"/>
                      </a:cubicBezTo>
                      <a:lnTo>
                        <a:pt x="75343" y="29718"/>
                      </a:lnTo>
                      <a:lnTo>
                        <a:pt x="75343" y="34100"/>
                      </a:lnTo>
                      <a:lnTo>
                        <a:pt x="84582" y="35624"/>
                      </a:lnTo>
                      <a:cubicBezTo>
                        <a:pt x="84582" y="45529"/>
                        <a:pt x="85535" y="51149"/>
                        <a:pt x="87535" y="52673"/>
                      </a:cubicBezTo>
                      <a:cubicBezTo>
                        <a:pt x="86773" y="54388"/>
                        <a:pt x="85154" y="55626"/>
                        <a:pt x="82772" y="56388"/>
                      </a:cubicBezTo>
                      <a:cubicBezTo>
                        <a:pt x="80296" y="57150"/>
                        <a:pt x="77819" y="57912"/>
                        <a:pt x="75343" y="58579"/>
                      </a:cubicBezTo>
                      <a:lnTo>
                        <a:pt x="84582" y="62675"/>
                      </a:lnTo>
                      <a:cubicBezTo>
                        <a:pt x="82868" y="64199"/>
                        <a:pt x="82010" y="66104"/>
                        <a:pt x="82010" y="68580"/>
                      </a:cubicBezTo>
                      <a:cubicBezTo>
                        <a:pt x="82010" y="70104"/>
                        <a:pt x="82582" y="72771"/>
                        <a:pt x="83629" y="76771"/>
                      </a:cubicBezTo>
                      <a:cubicBezTo>
                        <a:pt x="84772" y="80677"/>
                        <a:pt x="85249" y="83725"/>
                        <a:pt x="85249" y="85630"/>
                      </a:cubicBezTo>
                      <a:cubicBezTo>
                        <a:pt x="85249" y="87344"/>
                        <a:pt x="85058" y="88868"/>
                        <a:pt x="84582" y="90107"/>
                      </a:cubicBezTo>
                      <a:lnTo>
                        <a:pt x="81629" y="90107"/>
                      </a:lnTo>
                      <a:cubicBezTo>
                        <a:pt x="82105" y="91821"/>
                        <a:pt x="82582" y="93440"/>
                        <a:pt x="83153" y="94869"/>
                      </a:cubicBezTo>
                      <a:cubicBezTo>
                        <a:pt x="84106" y="97822"/>
                        <a:pt x="86011" y="99060"/>
                        <a:pt x="88678" y="98584"/>
                      </a:cubicBezTo>
                      <a:cubicBezTo>
                        <a:pt x="84487" y="105251"/>
                        <a:pt x="82391" y="110776"/>
                        <a:pt x="82391" y="115253"/>
                      </a:cubicBezTo>
                      <a:cubicBezTo>
                        <a:pt x="82391" y="118015"/>
                        <a:pt x="83153" y="120396"/>
                        <a:pt x="84582" y="122587"/>
                      </a:cubicBezTo>
                      <a:cubicBezTo>
                        <a:pt x="83153" y="123349"/>
                        <a:pt x="82391" y="124206"/>
                        <a:pt x="82391" y="125158"/>
                      </a:cubicBezTo>
                      <a:cubicBezTo>
                        <a:pt x="82391" y="125635"/>
                        <a:pt x="82677" y="126492"/>
                        <a:pt x="83344" y="127540"/>
                      </a:cubicBezTo>
                      <a:cubicBezTo>
                        <a:pt x="83915" y="128683"/>
                        <a:pt x="84392" y="129445"/>
                        <a:pt x="84582" y="130016"/>
                      </a:cubicBezTo>
                      <a:cubicBezTo>
                        <a:pt x="83629" y="134398"/>
                        <a:pt x="83153" y="139446"/>
                        <a:pt x="83153" y="145161"/>
                      </a:cubicBezTo>
                      <a:cubicBezTo>
                        <a:pt x="83153" y="148590"/>
                        <a:pt x="83534" y="155543"/>
                        <a:pt x="84296" y="165925"/>
                      </a:cubicBezTo>
                      <a:cubicBezTo>
                        <a:pt x="84963" y="174308"/>
                        <a:pt x="85154" y="180784"/>
                        <a:pt x="84677" y="185547"/>
                      </a:cubicBezTo>
                      <a:cubicBezTo>
                        <a:pt x="82201" y="185547"/>
                        <a:pt x="80677" y="185071"/>
                        <a:pt x="80296" y="184118"/>
                      </a:cubicBezTo>
                      <a:cubicBezTo>
                        <a:pt x="79248" y="184880"/>
                        <a:pt x="78772" y="185833"/>
                        <a:pt x="78772" y="187071"/>
                      </a:cubicBezTo>
                      <a:cubicBezTo>
                        <a:pt x="79534" y="188786"/>
                        <a:pt x="80391" y="189643"/>
                        <a:pt x="81344" y="189643"/>
                      </a:cubicBezTo>
                      <a:cubicBezTo>
                        <a:pt x="81820" y="189643"/>
                        <a:pt x="82963" y="189262"/>
                        <a:pt x="84677" y="188500"/>
                      </a:cubicBezTo>
                      <a:cubicBezTo>
                        <a:pt x="85916" y="188024"/>
                        <a:pt x="86868" y="188024"/>
                        <a:pt x="87630" y="188500"/>
                      </a:cubicBezTo>
                      <a:lnTo>
                        <a:pt x="88773" y="192596"/>
                      </a:lnTo>
                      <a:lnTo>
                        <a:pt x="95821" y="188500"/>
                      </a:lnTo>
                      <a:lnTo>
                        <a:pt x="173546" y="188500"/>
                      </a:lnTo>
                      <a:lnTo>
                        <a:pt x="174688" y="185547"/>
                      </a:lnTo>
                      <a:cubicBezTo>
                        <a:pt x="175451" y="187262"/>
                        <a:pt x="176498" y="188119"/>
                        <a:pt x="178023" y="188119"/>
                      </a:cubicBezTo>
                      <a:cubicBezTo>
                        <a:pt x="178689" y="188119"/>
                        <a:pt x="180118" y="187738"/>
                        <a:pt x="181928" y="186976"/>
                      </a:cubicBezTo>
                      <a:cubicBezTo>
                        <a:pt x="183737" y="186214"/>
                        <a:pt x="185166" y="185833"/>
                        <a:pt x="186119" y="185833"/>
                      </a:cubicBezTo>
                      <a:cubicBezTo>
                        <a:pt x="188595" y="185833"/>
                        <a:pt x="190405" y="187738"/>
                        <a:pt x="191643" y="191453"/>
                      </a:cubicBezTo>
                      <a:cubicBezTo>
                        <a:pt x="190690" y="192881"/>
                        <a:pt x="190214" y="194500"/>
                        <a:pt x="190214" y="196215"/>
                      </a:cubicBezTo>
                      <a:cubicBezTo>
                        <a:pt x="190214" y="199454"/>
                        <a:pt x="191643" y="202883"/>
                        <a:pt x="194596" y="206597"/>
                      </a:cubicBezTo>
                      <a:close/>
                      <a:moveTo>
                        <a:pt x="47720" y="111347"/>
                      </a:moveTo>
                      <a:lnTo>
                        <a:pt x="47720" y="107251"/>
                      </a:lnTo>
                      <a:lnTo>
                        <a:pt x="42863" y="105346"/>
                      </a:lnTo>
                      <a:lnTo>
                        <a:pt x="47720" y="111252"/>
                      </a:lnTo>
                      <a:close/>
                      <a:moveTo>
                        <a:pt x="49911" y="25527"/>
                      </a:moveTo>
                      <a:cubicBezTo>
                        <a:pt x="50102" y="27242"/>
                        <a:pt x="49911" y="28766"/>
                        <a:pt x="49149" y="29908"/>
                      </a:cubicBezTo>
                      <a:lnTo>
                        <a:pt x="49911" y="25527"/>
                      </a:lnTo>
                      <a:close/>
                      <a:moveTo>
                        <a:pt x="58769" y="22574"/>
                      </a:moveTo>
                      <a:cubicBezTo>
                        <a:pt x="57531" y="22098"/>
                        <a:pt x="56674" y="20193"/>
                        <a:pt x="56197" y="17050"/>
                      </a:cubicBezTo>
                      <a:cubicBezTo>
                        <a:pt x="55912" y="14097"/>
                        <a:pt x="56102" y="12573"/>
                        <a:pt x="56579" y="12573"/>
                      </a:cubicBezTo>
                      <a:cubicBezTo>
                        <a:pt x="57341" y="13049"/>
                        <a:pt x="58103" y="15050"/>
                        <a:pt x="58865" y="18479"/>
                      </a:cubicBezTo>
                      <a:lnTo>
                        <a:pt x="58865" y="22574"/>
                      </a:lnTo>
                      <a:close/>
                      <a:moveTo>
                        <a:pt x="71342" y="192405"/>
                      </a:moveTo>
                      <a:lnTo>
                        <a:pt x="75343" y="188309"/>
                      </a:lnTo>
                      <a:cubicBezTo>
                        <a:pt x="72676" y="188595"/>
                        <a:pt x="68961" y="188119"/>
                        <a:pt x="64294" y="186785"/>
                      </a:cubicBezTo>
                      <a:lnTo>
                        <a:pt x="64294" y="191262"/>
                      </a:lnTo>
                      <a:cubicBezTo>
                        <a:pt x="63532" y="191453"/>
                        <a:pt x="62865" y="190976"/>
                        <a:pt x="62103" y="189738"/>
                      </a:cubicBezTo>
                      <a:lnTo>
                        <a:pt x="58769" y="194215"/>
                      </a:lnTo>
                      <a:lnTo>
                        <a:pt x="66199" y="194215"/>
                      </a:lnTo>
                      <a:lnTo>
                        <a:pt x="66199" y="192310"/>
                      </a:lnTo>
                      <a:lnTo>
                        <a:pt x="70295" y="189738"/>
                      </a:lnTo>
                      <a:cubicBezTo>
                        <a:pt x="71533" y="190976"/>
                        <a:pt x="71914" y="191834"/>
                        <a:pt x="71438" y="192310"/>
                      </a:cubicBezTo>
                      <a:close/>
                      <a:moveTo>
                        <a:pt x="68390" y="108395"/>
                      </a:moveTo>
                      <a:lnTo>
                        <a:pt x="63246" y="114300"/>
                      </a:lnTo>
                      <a:cubicBezTo>
                        <a:pt x="63913" y="113824"/>
                        <a:pt x="64579" y="113538"/>
                        <a:pt x="65056" y="113538"/>
                      </a:cubicBezTo>
                      <a:lnTo>
                        <a:pt x="65437" y="113538"/>
                      </a:lnTo>
                      <a:lnTo>
                        <a:pt x="65818" y="119825"/>
                      </a:lnTo>
                      <a:lnTo>
                        <a:pt x="66199" y="119444"/>
                      </a:lnTo>
                      <a:lnTo>
                        <a:pt x="67342" y="119444"/>
                      </a:lnTo>
                      <a:lnTo>
                        <a:pt x="68390" y="108299"/>
                      </a:lnTo>
                      <a:close/>
                      <a:moveTo>
                        <a:pt x="71342" y="26575"/>
                      </a:moveTo>
                      <a:cubicBezTo>
                        <a:pt x="71057" y="27813"/>
                        <a:pt x="70104" y="28670"/>
                        <a:pt x="68390" y="29146"/>
                      </a:cubicBezTo>
                      <a:cubicBezTo>
                        <a:pt x="66675" y="29908"/>
                        <a:pt x="65246" y="29623"/>
                        <a:pt x="64294" y="28384"/>
                      </a:cubicBezTo>
                      <a:cubicBezTo>
                        <a:pt x="64770" y="25432"/>
                        <a:pt x="66104" y="23908"/>
                        <a:pt x="68390" y="23908"/>
                      </a:cubicBezTo>
                      <a:cubicBezTo>
                        <a:pt x="69628" y="23908"/>
                        <a:pt x="70580" y="24765"/>
                        <a:pt x="71342" y="26479"/>
                      </a:cubicBezTo>
                      <a:close/>
                      <a:moveTo>
                        <a:pt x="73152" y="51054"/>
                      </a:moveTo>
                      <a:cubicBezTo>
                        <a:pt x="73152" y="51054"/>
                        <a:pt x="72200" y="51435"/>
                        <a:pt x="71628" y="51435"/>
                      </a:cubicBezTo>
                      <a:cubicBezTo>
                        <a:pt x="70961" y="51435"/>
                        <a:pt x="70009" y="50863"/>
                        <a:pt x="69056" y="49816"/>
                      </a:cubicBezTo>
                      <a:cubicBezTo>
                        <a:pt x="68104" y="48673"/>
                        <a:pt x="67151" y="48196"/>
                        <a:pt x="66104" y="48196"/>
                      </a:cubicBezTo>
                      <a:lnTo>
                        <a:pt x="67246" y="52578"/>
                      </a:lnTo>
                      <a:cubicBezTo>
                        <a:pt x="71152" y="52578"/>
                        <a:pt x="73152" y="52102"/>
                        <a:pt x="73152" y="51149"/>
                      </a:cubicBezTo>
                      <a:close/>
                      <a:moveTo>
                        <a:pt x="74295" y="74009"/>
                      </a:moveTo>
                      <a:cubicBezTo>
                        <a:pt x="72580" y="73533"/>
                        <a:pt x="70199" y="74009"/>
                        <a:pt x="67246" y="75533"/>
                      </a:cubicBezTo>
                      <a:cubicBezTo>
                        <a:pt x="68961" y="76009"/>
                        <a:pt x="71247" y="75533"/>
                        <a:pt x="74295" y="74009"/>
                      </a:cubicBezTo>
                      <a:close/>
                      <a:moveTo>
                        <a:pt x="71342" y="36957"/>
                      </a:moveTo>
                      <a:lnTo>
                        <a:pt x="71342" y="41053"/>
                      </a:lnTo>
                      <a:lnTo>
                        <a:pt x="73152" y="41053"/>
                      </a:lnTo>
                      <a:lnTo>
                        <a:pt x="73152" y="36957"/>
                      </a:lnTo>
                      <a:lnTo>
                        <a:pt x="71342" y="36957"/>
                      </a:lnTo>
                      <a:close/>
                      <a:moveTo>
                        <a:pt x="80201" y="192405"/>
                      </a:moveTo>
                      <a:lnTo>
                        <a:pt x="80201" y="189833"/>
                      </a:lnTo>
                      <a:lnTo>
                        <a:pt x="78677" y="191357"/>
                      </a:lnTo>
                      <a:lnTo>
                        <a:pt x="80201" y="192405"/>
                      </a:lnTo>
                      <a:close/>
                      <a:moveTo>
                        <a:pt x="89821" y="121349"/>
                      </a:moveTo>
                      <a:lnTo>
                        <a:pt x="85725" y="114300"/>
                      </a:lnTo>
                      <a:lnTo>
                        <a:pt x="92774" y="118396"/>
                      </a:lnTo>
                      <a:lnTo>
                        <a:pt x="89821" y="121349"/>
                      </a:lnTo>
                      <a:close/>
                      <a:moveTo>
                        <a:pt x="95726" y="1048"/>
                      </a:moveTo>
                      <a:lnTo>
                        <a:pt x="92774" y="5144"/>
                      </a:lnTo>
                      <a:lnTo>
                        <a:pt x="89821" y="0"/>
                      </a:lnTo>
                      <a:lnTo>
                        <a:pt x="95726" y="1143"/>
                      </a:lnTo>
                      <a:close/>
                      <a:moveTo>
                        <a:pt x="92774" y="29528"/>
                      </a:moveTo>
                      <a:cubicBezTo>
                        <a:pt x="94012" y="30004"/>
                        <a:pt x="95060" y="29623"/>
                        <a:pt x="95726" y="28480"/>
                      </a:cubicBezTo>
                      <a:lnTo>
                        <a:pt x="92774" y="25527"/>
                      </a:lnTo>
                      <a:cubicBezTo>
                        <a:pt x="96203" y="24575"/>
                        <a:pt x="98012" y="24860"/>
                        <a:pt x="98012" y="26575"/>
                      </a:cubicBezTo>
                      <a:cubicBezTo>
                        <a:pt x="98012" y="26099"/>
                        <a:pt x="97250" y="28099"/>
                        <a:pt x="95726" y="32480"/>
                      </a:cubicBezTo>
                      <a:lnTo>
                        <a:pt x="92774" y="29528"/>
                      </a:lnTo>
                      <a:close/>
                      <a:moveTo>
                        <a:pt x="97250" y="88011"/>
                      </a:moveTo>
                      <a:lnTo>
                        <a:pt x="92774" y="85820"/>
                      </a:lnTo>
                      <a:cubicBezTo>
                        <a:pt x="95060" y="81915"/>
                        <a:pt x="97250" y="79915"/>
                        <a:pt x="99441" y="79915"/>
                      </a:cubicBezTo>
                      <a:cubicBezTo>
                        <a:pt x="100203" y="79915"/>
                        <a:pt x="100870" y="80296"/>
                        <a:pt x="101632" y="81058"/>
                      </a:cubicBezTo>
                      <a:cubicBezTo>
                        <a:pt x="102108" y="82772"/>
                        <a:pt x="101823" y="84106"/>
                        <a:pt x="100680" y="85058"/>
                      </a:cubicBezTo>
                      <a:cubicBezTo>
                        <a:pt x="99631" y="86106"/>
                        <a:pt x="98393" y="87058"/>
                        <a:pt x="97155" y="88011"/>
                      </a:cubicBezTo>
                      <a:close/>
                      <a:moveTo>
                        <a:pt x="97250" y="132779"/>
                      </a:moveTo>
                      <a:lnTo>
                        <a:pt x="103156" y="132779"/>
                      </a:lnTo>
                      <a:lnTo>
                        <a:pt x="95726" y="133826"/>
                      </a:lnTo>
                      <a:lnTo>
                        <a:pt x="97250" y="132779"/>
                      </a:lnTo>
                      <a:close/>
                      <a:moveTo>
                        <a:pt x="98679" y="9525"/>
                      </a:moveTo>
                      <a:lnTo>
                        <a:pt x="98679" y="14288"/>
                      </a:lnTo>
                      <a:lnTo>
                        <a:pt x="97250" y="14288"/>
                      </a:lnTo>
                      <a:lnTo>
                        <a:pt x="98679" y="9525"/>
                      </a:lnTo>
                      <a:close/>
                      <a:moveTo>
                        <a:pt x="104299" y="61341"/>
                      </a:moveTo>
                      <a:cubicBezTo>
                        <a:pt x="104013" y="63055"/>
                        <a:pt x="103918" y="64961"/>
                        <a:pt x="103918" y="66866"/>
                      </a:cubicBezTo>
                      <a:cubicBezTo>
                        <a:pt x="103632" y="67913"/>
                        <a:pt x="103442" y="68771"/>
                        <a:pt x="103251" y="69437"/>
                      </a:cubicBezTo>
                      <a:lnTo>
                        <a:pt x="98774" y="64294"/>
                      </a:lnTo>
                      <a:lnTo>
                        <a:pt x="104394" y="61341"/>
                      </a:lnTo>
                      <a:close/>
                      <a:moveTo>
                        <a:pt x="100203" y="108395"/>
                      </a:moveTo>
                      <a:lnTo>
                        <a:pt x="103156" y="108395"/>
                      </a:lnTo>
                      <a:lnTo>
                        <a:pt x="98679" y="111347"/>
                      </a:lnTo>
                      <a:lnTo>
                        <a:pt x="100203" y="108395"/>
                      </a:lnTo>
                      <a:close/>
                      <a:moveTo>
                        <a:pt x="117253" y="29528"/>
                      </a:moveTo>
                      <a:cubicBezTo>
                        <a:pt x="113729" y="30766"/>
                        <a:pt x="111442" y="31242"/>
                        <a:pt x="110205" y="31051"/>
                      </a:cubicBezTo>
                      <a:lnTo>
                        <a:pt x="114300" y="25527"/>
                      </a:lnTo>
                      <a:lnTo>
                        <a:pt x="117253" y="29528"/>
                      </a:lnTo>
                      <a:close/>
                      <a:moveTo>
                        <a:pt x="127540" y="80963"/>
                      </a:moveTo>
                      <a:lnTo>
                        <a:pt x="127540" y="89821"/>
                      </a:lnTo>
                      <a:lnTo>
                        <a:pt x="125635" y="89821"/>
                      </a:lnTo>
                      <a:lnTo>
                        <a:pt x="125635" y="80963"/>
                      </a:lnTo>
                      <a:lnTo>
                        <a:pt x="127540" y="80963"/>
                      </a:lnTo>
                      <a:close/>
                      <a:moveTo>
                        <a:pt x="163068" y="237077"/>
                      </a:moveTo>
                      <a:cubicBezTo>
                        <a:pt x="163544" y="238601"/>
                        <a:pt x="163544" y="240221"/>
                        <a:pt x="163068" y="242316"/>
                      </a:cubicBezTo>
                      <a:lnTo>
                        <a:pt x="163068" y="237077"/>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 name="Google Shape;1158;p99"/>
                <p:cNvSpPr/>
                <p:nvPr/>
              </p:nvSpPr>
              <p:spPr>
                <a:xfrm>
                  <a:off x="7081837" y="1903190"/>
                  <a:ext cx="174688" cy="218408"/>
                </a:xfrm>
                <a:custGeom>
                  <a:avLst/>
                  <a:gdLst/>
                  <a:ahLst/>
                  <a:cxnLst/>
                  <a:rect l="l" t="t" r="r" b="b"/>
                  <a:pathLst>
                    <a:path w="174688" h="218408" extrusionOk="0">
                      <a:moveTo>
                        <a:pt x="0" y="142494"/>
                      </a:moveTo>
                      <a:cubicBezTo>
                        <a:pt x="2000" y="142970"/>
                        <a:pt x="2953" y="144685"/>
                        <a:pt x="2953" y="147638"/>
                      </a:cubicBezTo>
                      <a:cubicBezTo>
                        <a:pt x="2953" y="153543"/>
                        <a:pt x="2953" y="156115"/>
                        <a:pt x="2953" y="155353"/>
                      </a:cubicBezTo>
                      <a:lnTo>
                        <a:pt x="1810" y="156877"/>
                      </a:lnTo>
                      <a:lnTo>
                        <a:pt x="0" y="142494"/>
                      </a:lnTo>
                      <a:close/>
                      <a:moveTo>
                        <a:pt x="159163" y="3715"/>
                      </a:moveTo>
                      <a:cubicBezTo>
                        <a:pt x="160591" y="3238"/>
                        <a:pt x="161925" y="2953"/>
                        <a:pt x="163259" y="2953"/>
                      </a:cubicBezTo>
                      <a:cubicBezTo>
                        <a:pt x="167450" y="2953"/>
                        <a:pt x="171259" y="8001"/>
                        <a:pt x="174689" y="18098"/>
                      </a:cubicBezTo>
                      <a:cubicBezTo>
                        <a:pt x="170783" y="19336"/>
                        <a:pt x="168211" y="22003"/>
                        <a:pt x="167164" y="26003"/>
                      </a:cubicBezTo>
                      <a:cubicBezTo>
                        <a:pt x="166116" y="30099"/>
                        <a:pt x="165164" y="34100"/>
                        <a:pt x="164402" y="38005"/>
                      </a:cubicBezTo>
                      <a:cubicBezTo>
                        <a:pt x="160687" y="37529"/>
                        <a:pt x="157353" y="38862"/>
                        <a:pt x="154400" y="42005"/>
                      </a:cubicBezTo>
                      <a:cubicBezTo>
                        <a:pt x="151448" y="45244"/>
                        <a:pt x="149638" y="48673"/>
                        <a:pt x="148876" y="52388"/>
                      </a:cubicBezTo>
                      <a:cubicBezTo>
                        <a:pt x="149828" y="53816"/>
                        <a:pt x="150305" y="55054"/>
                        <a:pt x="150305" y="56102"/>
                      </a:cubicBezTo>
                      <a:cubicBezTo>
                        <a:pt x="150305" y="57817"/>
                        <a:pt x="148495" y="60008"/>
                        <a:pt x="144970" y="62579"/>
                      </a:cubicBezTo>
                      <a:cubicBezTo>
                        <a:pt x="141351" y="65151"/>
                        <a:pt x="139732" y="67532"/>
                        <a:pt x="140018" y="69818"/>
                      </a:cubicBezTo>
                      <a:cubicBezTo>
                        <a:pt x="137255" y="69056"/>
                        <a:pt x="135541" y="70199"/>
                        <a:pt x="134874" y="73152"/>
                      </a:cubicBezTo>
                      <a:cubicBezTo>
                        <a:pt x="134112" y="75629"/>
                        <a:pt x="134112" y="77819"/>
                        <a:pt x="134874" y="79820"/>
                      </a:cubicBezTo>
                      <a:lnTo>
                        <a:pt x="137826" y="82105"/>
                      </a:lnTo>
                      <a:lnTo>
                        <a:pt x="131921" y="82105"/>
                      </a:lnTo>
                      <a:cubicBezTo>
                        <a:pt x="131636" y="81629"/>
                        <a:pt x="132016" y="80867"/>
                        <a:pt x="133064" y="79820"/>
                      </a:cubicBezTo>
                      <a:lnTo>
                        <a:pt x="130778" y="76867"/>
                      </a:lnTo>
                      <a:lnTo>
                        <a:pt x="128968" y="78010"/>
                      </a:lnTo>
                      <a:cubicBezTo>
                        <a:pt x="128968" y="78010"/>
                        <a:pt x="128301" y="78391"/>
                        <a:pt x="127825" y="78391"/>
                      </a:cubicBezTo>
                      <a:cubicBezTo>
                        <a:pt x="127635" y="78391"/>
                        <a:pt x="126968" y="77533"/>
                        <a:pt x="126016" y="75819"/>
                      </a:cubicBezTo>
                      <a:cubicBezTo>
                        <a:pt x="125063" y="74104"/>
                        <a:pt x="123920" y="73247"/>
                        <a:pt x="122682" y="73247"/>
                      </a:cubicBezTo>
                      <a:cubicBezTo>
                        <a:pt x="121920" y="73247"/>
                        <a:pt x="121253" y="73533"/>
                        <a:pt x="120491" y="74009"/>
                      </a:cubicBezTo>
                      <a:cubicBezTo>
                        <a:pt x="120301" y="75248"/>
                        <a:pt x="119158" y="76771"/>
                        <a:pt x="117348" y="78677"/>
                      </a:cubicBezTo>
                      <a:cubicBezTo>
                        <a:pt x="115443" y="80486"/>
                        <a:pt x="114586" y="81820"/>
                        <a:pt x="114586" y="82582"/>
                      </a:cubicBezTo>
                      <a:cubicBezTo>
                        <a:pt x="114586" y="83534"/>
                        <a:pt x="115538" y="84582"/>
                        <a:pt x="117443" y="85534"/>
                      </a:cubicBezTo>
                      <a:lnTo>
                        <a:pt x="117443" y="88487"/>
                      </a:lnTo>
                      <a:cubicBezTo>
                        <a:pt x="117443" y="88487"/>
                        <a:pt x="116014" y="88583"/>
                        <a:pt x="114586" y="89535"/>
                      </a:cubicBezTo>
                      <a:cubicBezTo>
                        <a:pt x="115062" y="90773"/>
                        <a:pt x="115919" y="91345"/>
                        <a:pt x="117157" y="91345"/>
                      </a:cubicBezTo>
                      <a:lnTo>
                        <a:pt x="120491" y="91345"/>
                      </a:lnTo>
                      <a:cubicBezTo>
                        <a:pt x="121253" y="90869"/>
                        <a:pt x="121634" y="89345"/>
                        <a:pt x="121634" y="86963"/>
                      </a:cubicBezTo>
                      <a:cubicBezTo>
                        <a:pt x="123349" y="86487"/>
                        <a:pt x="125063" y="86487"/>
                        <a:pt x="126778" y="86963"/>
                      </a:cubicBezTo>
                      <a:cubicBezTo>
                        <a:pt x="128492" y="87725"/>
                        <a:pt x="129350" y="88678"/>
                        <a:pt x="129350" y="89916"/>
                      </a:cubicBezTo>
                      <a:cubicBezTo>
                        <a:pt x="129350" y="90392"/>
                        <a:pt x="129254" y="90869"/>
                        <a:pt x="128968" y="91345"/>
                      </a:cubicBezTo>
                      <a:cubicBezTo>
                        <a:pt x="125349" y="98298"/>
                        <a:pt x="121730" y="105156"/>
                        <a:pt x="118205" y="112109"/>
                      </a:cubicBezTo>
                      <a:cubicBezTo>
                        <a:pt x="113824" y="120491"/>
                        <a:pt x="111538" y="127730"/>
                        <a:pt x="111538" y="133921"/>
                      </a:cubicBezTo>
                      <a:cubicBezTo>
                        <a:pt x="111538" y="137160"/>
                        <a:pt x="112109" y="140303"/>
                        <a:pt x="113348" y="143542"/>
                      </a:cubicBezTo>
                      <a:cubicBezTo>
                        <a:pt x="111823" y="143066"/>
                        <a:pt x="109918" y="143637"/>
                        <a:pt x="107442" y="145447"/>
                      </a:cubicBezTo>
                      <a:cubicBezTo>
                        <a:pt x="111633" y="148400"/>
                        <a:pt x="113729" y="153543"/>
                        <a:pt x="113729" y="160973"/>
                      </a:cubicBezTo>
                      <a:cubicBezTo>
                        <a:pt x="113729" y="176022"/>
                        <a:pt x="113633" y="182880"/>
                        <a:pt x="113348" y="181356"/>
                      </a:cubicBezTo>
                      <a:cubicBezTo>
                        <a:pt x="113824" y="181642"/>
                        <a:pt x="114776" y="180975"/>
                        <a:pt x="116300" y="179451"/>
                      </a:cubicBezTo>
                      <a:lnTo>
                        <a:pt x="117348" y="181356"/>
                      </a:lnTo>
                      <a:cubicBezTo>
                        <a:pt x="117348" y="181356"/>
                        <a:pt x="116395" y="180975"/>
                        <a:pt x="115919" y="180975"/>
                      </a:cubicBezTo>
                      <a:cubicBezTo>
                        <a:pt x="115443" y="180975"/>
                        <a:pt x="114776" y="181356"/>
                        <a:pt x="113919" y="182118"/>
                      </a:cubicBezTo>
                      <a:cubicBezTo>
                        <a:pt x="113062" y="182880"/>
                        <a:pt x="112395" y="183166"/>
                        <a:pt x="111919" y="183166"/>
                      </a:cubicBezTo>
                      <a:cubicBezTo>
                        <a:pt x="110966" y="183166"/>
                        <a:pt x="110109" y="181928"/>
                        <a:pt x="109347" y="179451"/>
                      </a:cubicBezTo>
                      <a:cubicBezTo>
                        <a:pt x="107632" y="180880"/>
                        <a:pt x="106775" y="182309"/>
                        <a:pt x="106775" y="183737"/>
                      </a:cubicBezTo>
                      <a:cubicBezTo>
                        <a:pt x="106775" y="185166"/>
                        <a:pt x="107918" y="186976"/>
                        <a:pt x="109918" y="189262"/>
                      </a:cubicBezTo>
                      <a:cubicBezTo>
                        <a:pt x="112014" y="191548"/>
                        <a:pt x="113062" y="193358"/>
                        <a:pt x="113062" y="194786"/>
                      </a:cubicBezTo>
                      <a:cubicBezTo>
                        <a:pt x="113062" y="196215"/>
                        <a:pt x="112205" y="197644"/>
                        <a:pt x="110490" y="199073"/>
                      </a:cubicBezTo>
                      <a:cubicBezTo>
                        <a:pt x="109824" y="198215"/>
                        <a:pt x="106966" y="197739"/>
                        <a:pt x="102013" y="197739"/>
                      </a:cubicBezTo>
                      <a:cubicBezTo>
                        <a:pt x="102013" y="197263"/>
                        <a:pt x="101060" y="195548"/>
                        <a:pt x="99060" y="192405"/>
                      </a:cubicBezTo>
                      <a:cubicBezTo>
                        <a:pt x="99536" y="193738"/>
                        <a:pt x="99822" y="194786"/>
                        <a:pt x="99822" y="195644"/>
                      </a:cubicBezTo>
                      <a:cubicBezTo>
                        <a:pt x="99822" y="198215"/>
                        <a:pt x="97536" y="199358"/>
                        <a:pt x="92773" y="199168"/>
                      </a:cubicBezTo>
                      <a:cubicBezTo>
                        <a:pt x="86392" y="198787"/>
                        <a:pt x="82582" y="198787"/>
                        <a:pt x="81629" y="198977"/>
                      </a:cubicBezTo>
                      <a:cubicBezTo>
                        <a:pt x="80867" y="198311"/>
                        <a:pt x="79915" y="198025"/>
                        <a:pt x="78677" y="198025"/>
                      </a:cubicBezTo>
                      <a:lnTo>
                        <a:pt x="73152" y="199073"/>
                      </a:lnTo>
                      <a:cubicBezTo>
                        <a:pt x="70866" y="199834"/>
                        <a:pt x="69152" y="199454"/>
                        <a:pt x="67627" y="198025"/>
                      </a:cubicBezTo>
                      <a:cubicBezTo>
                        <a:pt x="67627" y="188404"/>
                        <a:pt x="67533" y="178784"/>
                        <a:pt x="67246" y="169164"/>
                      </a:cubicBezTo>
                      <a:cubicBezTo>
                        <a:pt x="67246" y="157829"/>
                        <a:pt x="66008" y="148876"/>
                        <a:pt x="63532" y="142208"/>
                      </a:cubicBezTo>
                      <a:cubicBezTo>
                        <a:pt x="66199" y="142018"/>
                        <a:pt x="67627" y="140208"/>
                        <a:pt x="67627" y="136874"/>
                      </a:cubicBezTo>
                      <a:cubicBezTo>
                        <a:pt x="67627" y="133541"/>
                        <a:pt x="68009" y="131540"/>
                        <a:pt x="68675" y="130778"/>
                      </a:cubicBezTo>
                      <a:cubicBezTo>
                        <a:pt x="66961" y="130016"/>
                        <a:pt x="66104" y="128969"/>
                        <a:pt x="66104" y="127445"/>
                      </a:cubicBezTo>
                      <a:cubicBezTo>
                        <a:pt x="66104" y="126683"/>
                        <a:pt x="66389" y="125444"/>
                        <a:pt x="67056" y="123730"/>
                      </a:cubicBezTo>
                      <a:cubicBezTo>
                        <a:pt x="67723" y="122015"/>
                        <a:pt x="68009" y="120777"/>
                        <a:pt x="68009" y="120015"/>
                      </a:cubicBezTo>
                      <a:cubicBezTo>
                        <a:pt x="68009" y="118777"/>
                        <a:pt x="67533" y="117634"/>
                        <a:pt x="66484" y="116681"/>
                      </a:cubicBezTo>
                      <a:cubicBezTo>
                        <a:pt x="53150" y="97441"/>
                        <a:pt x="45911" y="82201"/>
                        <a:pt x="45053" y="70866"/>
                      </a:cubicBezTo>
                      <a:cubicBezTo>
                        <a:pt x="40100" y="66961"/>
                        <a:pt x="35433" y="61055"/>
                        <a:pt x="30956" y="53150"/>
                      </a:cubicBezTo>
                      <a:cubicBezTo>
                        <a:pt x="25813" y="43529"/>
                        <a:pt x="21812" y="37148"/>
                        <a:pt x="19145" y="33909"/>
                      </a:cubicBezTo>
                      <a:cubicBezTo>
                        <a:pt x="19812" y="30004"/>
                        <a:pt x="17907" y="26003"/>
                        <a:pt x="13240" y="21908"/>
                      </a:cubicBezTo>
                      <a:cubicBezTo>
                        <a:pt x="8573" y="17907"/>
                        <a:pt x="6191" y="14478"/>
                        <a:pt x="6191" y="11811"/>
                      </a:cubicBezTo>
                      <a:cubicBezTo>
                        <a:pt x="6191" y="9334"/>
                        <a:pt x="7144" y="6667"/>
                        <a:pt x="9144" y="3715"/>
                      </a:cubicBezTo>
                      <a:cubicBezTo>
                        <a:pt x="20955" y="1238"/>
                        <a:pt x="27717" y="0"/>
                        <a:pt x="29433" y="0"/>
                      </a:cubicBezTo>
                      <a:cubicBezTo>
                        <a:pt x="33909" y="0"/>
                        <a:pt x="38481" y="857"/>
                        <a:pt x="43149" y="2572"/>
                      </a:cubicBezTo>
                      <a:cubicBezTo>
                        <a:pt x="46101" y="6287"/>
                        <a:pt x="51435" y="6572"/>
                        <a:pt x="59055" y="3715"/>
                      </a:cubicBezTo>
                      <a:cubicBezTo>
                        <a:pt x="58769" y="4667"/>
                        <a:pt x="58674" y="5715"/>
                        <a:pt x="58674" y="6667"/>
                      </a:cubicBezTo>
                      <a:cubicBezTo>
                        <a:pt x="58674" y="8954"/>
                        <a:pt x="60007" y="11335"/>
                        <a:pt x="62579" y="14097"/>
                      </a:cubicBezTo>
                      <a:cubicBezTo>
                        <a:pt x="65151" y="16859"/>
                        <a:pt x="66484" y="18859"/>
                        <a:pt x="66484" y="20383"/>
                      </a:cubicBezTo>
                      <a:cubicBezTo>
                        <a:pt x="66484" y="21908"/>
                        <a:pt x="65817" y="23527"/>
                        <a:pt x="64580" y="25241"/>
                      </a:cubicBezTo>
                      <a:cubicBezTo>
                        <a:pt x="65532" y="27718"/>
                        <a:pt x="69532" y="32766"/>
                        <a:pt x="76486" y="40386"/>
                      </a:cubicBezTo>
                      <a:cubicBezTo>
                        <a:pt x="82105" y="46577"/>
                        <a:pt x="84867" y="52007"/>
                        <a:pt x="84582" y="56674"/>
                      </a:cubicBezTo>
                      <a:cubicBezTo>
                        <a:pt x="85344" y="57912"/>
                        <a:pt x="86583" y="58579"/>
                        <a:pt x="88297" y="58579"/>
                      </a:cubicBezTo>
                      <a:lnTo>
                        <a:pt x="93155" y="58579"/>
                      </a:lnTo>
                      <a:cubicBezTo>
                        <a:pt x="96584" y="56388"/>
                        <a:pt x="99250" y="52197"/>
                        <a:pt x="101251" y="46196"/>
                      </a:cubicBezTo>
                      <a:cubicBezTo>
                        <a:pt x="103251" y="40196"/>
                        <a:pt x="105918" y="36100"/>
                        <a:pt x="109442" y="34195"/>
                      </a:cubicBezTo>
                      <a:lnTo>
                        <a:pt x="109442" y="28289"/>
                      </a:lnTo>
                      <a:cubicBezTo>
                        <a:pt x="110395" y="28575"/>
                        <a:pt x="111252" y="28670"/>
                        <a:pt x="112014" y="28670"/>
                      </a:cubicBezTo>
                      <a:cubicBezTo>
                        <a:pt x="113729" y="28670"/>
                        <a:pt x="114681" y="26099"/>
                        <a:pt x="114967" y="20955"/>
                      </a:cubicBezTo>
                      <a:cubicBezTo>
                        <a:pt x="114967" y="18955"/>
                        <a:pt x="115443" y="17621"/>
                        <a:pt x="116491" y="16859"/>
                      </a:cubicBezTo>
                      <a:cubicBezTo>
                        <a:pt x="119158" y="7715"/>
                        <a:pt x="128397" y="3143"/>
                        <a:pt x="144304" y="3143"/>
                      </a:cubicBezTo>
                      <a:cubicBezTo>
                        <a:pt x="147447" y="3143"/>
                        <a:pt x="152591" y="3429"/>
                        <a:pt x="159448" y="3905"/>
                      </a:cubicBezTo>
                      <a:close/>
                      <a:moveTo>
                        <a:pt x="37433" y="111062"/>
                      </a:moveTo>
                      <a:cubicBezTo>
                        <a:pt x="37433" y="108395"/>
                        <a:pt x="38862" y="106966"/>
                        <a:pt x="41815" y="106966"/>
                      </a:cubicBezTo>
                      <a:cubicBezTo>
                        <a:pt x="41815" y="109157"/>
                        <a:pt x="41339" y="110585"/>
                        <a:pt x="40386" y="111062"/>
                      </a:cubicBezTo>
                      <a:lnTo>
                        <a:pt x="37433" y="111062"/>
                      </a:lnTo>
                      <a:close/>
                      <a:moveTo>
                        <a:pt x="103251" y="172498"/>
                      </a:moveTo>
                      <a:lnTo>
                        <a:pt x="107347" y="174022"/>
                      </a:lnTo>
                      <a:lnTo>
                        <a:pt x="106204" y="169926"/>
                      </a:lnTo>
                      <a:lnTo>
                        <a:pt x="103251" y="172498"/>
                      </a:lnTo>
                      <a:close/>
                      <a:moveTo>
                        <a:pt x="111443" y="205835"/>
                      </a:moveTo>
                      <a:cubicBezTo>
                        <a:pt x="111919" y="206312"/>
                        <a:pt x="112205" y="206692"/>
                        <a:pt x="112205" y="206978"/>
                      </a:cubicBezTo>
                      <a:cubicBezTo>
                        <a:pt x="112205" y="207454"/>
                        <a:pt x="111347" y="207169"/>
                        <a:pt x="109633" y="206026"/>
                      </a:cubicBezTo>
                      <a:cubicBezTo>
                        <a:pt x="107918" y="204883"/>
                        <a:pt x="107156" y="203835"/>
                        <a:pt x="107347" y="202883"/>
                      </a:cubicBezTo>
                      <a:lnTo>
                        <a:pt x="110300" y="199930"/>
                      </a:lnTo>
                      <a:lnTo>
                        <a:pt x="111443" y="205835"/>
                      </a:lnTo>
                      <a:close/>
                      <a:moveTo>
                        <a:pt x="111443" y="218408"/>
                      </a:moveTo>
                      <a:cubicBezTo>
                        <a:pt x="109157" y="216408"/>
                        <a:pt x="109824" y="214313"/>
                        <a:pt x="113252" y="212122"/>
                      </a:cubicBezTo>
                      <a:cubicBezTo>
                        <a:pt x="112776" y="212884"/>
                        <a:pt x="112109" y="213455"/>
                        <a:pt x="111443" y="213932"/>
                      </a:cubicBezTo>
                      <a:lnTo>
                        <a:pt x="111443" y="218408"/>
                      </a:lnTo>
                      <a:close/>
                      <a:moveTo>
                        <a:pt x="113252" y="212122"/>
                      </a:moveTo>
                      <a:cubicBezTo>
                        <a:pt x="114205" y="211169"/>
                        <a:pt x="115252" y="210788"/>
                        <a:pt x="116205" y="210979"/>
                      </a:cubicBezTo>
                      <a:cubicBezTo>
                        <a:pt x="115443" y="210979"/>
                        <a:pt x="114491" y="211360"/>
                        <a:pt x="113252" y="212122"/>
                      </a:cubicBezTo>
                      <a:close/>
                      <a:moveTo>
                        <a:pt x="120301" y="189548"/>
                      </a:moveTo>
                      <a:cubicBezTo>
                        <a:pt x="119539" y="192691"/>
                        <a:pt x="120586" y="195167"/>
                        <a:pt x="123254" y="196977"/>
                      </a:cubicBezTo>
                      <a:lnTo>
                        <a:pt x="117348" y="196977"/>
                      </a:lnTo>
                      <a:lnTo>
                        <a:pt x="117348" y="189548"/>
                      </a:lnTo>
                      <a:lnTo>
                        <a:pt x="120301" y="189548"/>
                      </a:lnTo>
                      <a:close/>
                      <a:moveTo>
                        <a:pt x="134779" y="171069"/>
                      </a:moveTo>
                      <a:lnTo>
                        <a:pt x="134779" y="175546"/>
                      </a:lnTo>
                      <a:lnTo>
                        <a:pt x="120301" y="164021"/>
                      </a:lnTo>
                      <a:lnTo>
                        <a:pt x="134779" y="171069"/>
                      </a:lnTo>
                      <a:close/>
                      <a:moveTo>
                        <a:pt x="137732" y="186595"/>
                      </a:moveTo>
                      <a:lnTo>
                        <a:pt x="134779" y="192500"/>
                      </a:lnTo>
                      <a:lnTo>
                        <a:pt x="125825" y="185452"/>
                      </a:lnTo>
                      <a:cubicBezTo>
                        <a:pt x="126302" y="185738"/>
                        <a:pt x="127445" y="186500"/>
                        <a:pt x="129350" y="187833"/>
                      </a:cubicBezTo>
                      <a:cubicBezTo>
                        <a:pt x="131159" y="189167"/>
                        <a:pt x="132779" y="189833"/>
                        <a:pt x="133921" y="189833"/>
                      </a:cubicBezTo>
                      <a:cubicBezTo>
                        <a:pt x="135445" y="189833"/>
                        <a:pt x="136684" y="188690"/>
                        <a:pt x="137636" y="186500"/>
                      </a:cubicBezTo>
                      <a:close/>
                      <a:moveTo>
                        <a:pt x="130683" y="75248"/>
                      </a:moveTo>
                      <a:lnTo>
                        <a:pt x="130683" y="71152"/>
                      </a:lnTo>
                      <a:lnTo>
                        <a:pt x="127349" y="73057"/>
                      </a:lnTo>
                      <a:lnTo>
                        <a:pt x="130683" y="75248"/>
                      </a:lnTo>
                      <a:close/>
                      <a:moveTo>
                        <a:pt x="138875" y="209931"/>
                      </a:moveTo>
                      <a:cubicBezTo>
                        <a:pt x="136398" y="212122"/>
                        <a:pt x="134017" y="211550"/>
                        <a:pt x="131826" y="208121"/>
                      </a:cubicBezTo>
                      <a:lnTo>
                        <a:pt x="138875" y="209931"/>
                      </a:lnTo>
                      <a:close/>
                      <a:moveTo>
                        <a:pt x="156210" y="209931"/>
                      </a:moveTo>
                      <a:lnTo>
                        <a:pt x="160306" y="214027"/>
                      </a:lnTo>
                      <a:cubicBezTo>
                        <a:pt x="159544" y="213741"/>
                        <a:pt x="158686" y="213646"/>
                        <a:pt x="157639" y="213646"/>
                      </a:cubicBezTo>
                      <a:cubicBezTo>
                        <a:pt x="155924" y="212408"/>
                        <a:pt x="155448" y="211169"/>
                        <a:pt x="156210" y="209931"/>
                      </a:cubicBezTo>
                      <a:close/>
                      <a:moveTo>
                        <a:pt x="164402" y="52673"/>
                      </a:moveTo>
                      <a:lnTo>
                        <a:pt x="164402" y="46768"/>
                      </a:lnTo>
                      <a:lnTo>
                        <a:pt x="166307" y="51530"/>
                      </a:lnTo>
                      <a:lnTo>
                        <a:pt x="164402" y="52673"/>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 name="Google Shape;1159;p99"/>
                <p:cNvSpPr/>
                <p:nvPr/>
              </p:nvSpPr>
              <p:spPr>
                <a:xfrm>
                  <a:off x="7280242" y="1903666"/>
                  <a:ext cx="173640" cy="229987"/>
                </a:xfrm>
                <a:custGeom>
                  <a:avLst/>
                  <a:gdLst/>
                  <a:ahLst/>
                  <a:cxnLst/>
                  <a:rect l="l" t="t" r="r" b="b"/>
                  <a:pathLst>
                    <a:path w="173640" h="229987" extrusionOk="0">
                      <a:moveTo>
                        <a:pt x="146209" y="106871"/>
                      </a:moveTo>
                      <a:cubicBezTo>
                        <a:pt x="146971" y="109061"/>
                        <a:pt x="149161" y="112871"/>
                        <a:pt x="152876" y="118396"/>
                      </a:cubicBezTo>
                      <a:cubicBezTo>
                        <a:pt x="155638" y="123063"/>
                        <a:pt x="156972" y="126968"/>
                        <a:pt x="156972" y="130207"/>
                      </a:cubicBezTo>
                      <a:cubicBezTo>
                        <a:pt x="156972" y="132969"/>
                        <a:pt x="156400" y="135636"/>
                        <a:pt x="155162" y="138303"/>
                      </a:cubicBezTo>
                      <a:cubicBezTo>
                        <a:pt x="156114" y="141542"/>
                        <a:pt x="156591" y="145066"/>
                        <a:pt x="156591" y="149066"/>
                      </a:cubicBezTo>
                      <a:cubicBezTo>
                        <a:pt x="156591" y="158972"/>
                        <a:pt x="154114" y="165830"/>
                        <a:pt x="149161" y="169831"/>
                      </a:cubicBezTo>
                      <a:cubicBezTo>
                        <a:pt x="149637" y="168878"/>
                        <a:pt x="149923" y="167830"/>
                        <a:pt x="149923" y="166878"/>
                      </a:cubicBezTo>
                      <a:cubicBezTo>
                        <a:pt x="149923" y="162973"/>
                        <a:pt x="147733" y="160972"/>
                        <a:pt x="143351" y="160972"/>
                      </a:cubicBezTo>
                      <a:cubicBezTo>
                        <a:pt x="141351" y="160972"/>
                        <a:pt x="139446" y="161449"/>
                        <a:pt x="137731" y="162401"/>
                      </a:cubicBezTo>
                      <a:lnTo>
                        <a:pt x="140684" y="165354"/>
                      </a:lnTo>
                      <a:cubicBezTo>
                        <a:pt x="139446" y="164592"/>
                        <a:pt x="138398" y="164211"/>
                        <a:pt x="137350" y="164211"/>
                      </a:cubicBezTo>
                      <a:cubicBezTo>
                        <a:pt x="135636" y="164211"/>
                        <a:pt x="133921" y="165640"/>
                        <a:pt x="132397" y="168497"/>
                      </a:cubicBezTo>
                      <a:cubicBezTo>
                        <a:pt x="130778" y="171355"/>
                        <a:pt x="129254" y="174117"/>
                        <a:pt x="127730" y="176879"/>
                      </a:cubicBezTo>
                      <a:lnTo>
                        <a:pt x="129254" y="178689"/>
                      </a:lnTo>
                      <a:cubicBezTo>
                        <a:pt x="127254" y="178213"/>
                        <a:pt x="124873" y="178594"/>
                        <a:pt x="122205" y="179832"/>
                      </a:cubicBezTo>
                      <a:lnTo>
                        <a:pt x="122205" y="182785"/>
                      </a:lnTo>
                      <a:cubicBezTo>
                        <a:pt x="121158" y="182023"/>
                        <a:pt x="120110" y="181261"/>
                        <a:pt x="118872" y="180404"/>
                      </a:cubicBezTo>
                      <a:cubicBezTo>
                        <a:pt x="117634" y="179546"/>
                        <a:pt x="116395" y="179356"/>
                        <a:pt x="115157" y="179832"/>
                      </a:cubicBezTo>
                      <a:cubicBezTo>
                        <a:pt x="116871" y="182594"/>
                        <a:pt x="119634" y="187928"/>
                        <a:pt x="123349" y="196120"/>
                      </a:cubicBezTo>
                      <a:cubicBezTo>
                        <a:pt x="110490" y="197072"/>
                        <a:pt x="99631" y="197644"/>
                        <a:pt x="90773" y="197644"/>
                      </a:cubicBezTo>
                      <a:cubicBezTo>
                        <a:pt x="81915" y="197644"/>
                        <a:pt x="71342" y="197167"/>
                        <a:pt x="58960" y="196120"/>
                      </a:cubicBezTo>
                      <a:cubicBezTo>
                        <a:pt x="58960" y="194120"/>
                        <a:pt x="57626" y="192691"/>
                        <a:pt x="55054" y="191643"/>
                      </a:cubicBezTo>
                      <a:cubicBezTo>
                        <a:pt x="52483" y="190691"/>
                        <a:pt x="51149" y="189452"/>
                        <a:pt x="51149" y="187928"/>
                      </a:cubicBezTo>
                      <a:cubicBezTo>
                        <a:pt x="51149" y="187452"/>
                        <a:pt x="51149" y="186690"/>
                        <a:pt x="51530" y="185738"/>
                      </a:cubicBezTo>
                      <a:cubicBezTo>
                        <a:pt x="49339" y="186976"/>
                        <a:pt x="46767" y="187547"/>
                        <a:pt x="44101" y="187547"/>
                      </a:cubicBezTo>
                      <a:cubicBezTo>
                        <a:pt x="39624" y="187547"/>
                        <a:pt x="30194" y="183928"/>
                        <a:pt x="15621" y="176879"/>
                      </a:cubicBezTo>
                      <a:lnTo>
                        <a:pt x="12668" y="169831"/>
                      </a:lnTo>
                      <a:lnTo>
                        <a:pt x="8572" y="171259"/>
                      </a:lnTo>
                      <a:lnTo>
                        <a:pt x="0" y="145733"/>
                      </a:lnTo>
                      <a:cubicBezTo>
                        <a:pt x="2953" y="142494"/>
                        <a:pt x="12954" y="133255"/>
                        <a:pt x="30003" y="118015"/>
                      </a:cubicBezTo>
                      <a:cubicBezTo>
                        <a:pt x="32195" y="117729"/>
                        <a:pt x="34099" y="118872"/>
                        <a:pt x="35528" y="121349"/>
                      </a:cubicBezTo>
                      <a:cubicBezTo>
                        <a:pt x="37242" y="124492"/>
                        <a:pt x="38671" y="126492"/>
                        <a:pt x="40005" y="127254"/>
                      </a:cubicBezTo>
                      <a:cubicBezTo>
                        <a:pt x="40481" y="130207"/>
                        <a:pt x="44672" y="138113"/>
                        <a:pt x="52578" y="150971"/>
                      </a:cubicBezTo>
                      <a:cubicBezTo>
                        <a:pt x="54578" y="150209"/>
                        <a:pt x="56292" y="149828"/>
                        <a:pt x="57817" y="149828"/>
                      </a:cubicBezTo>
                      <a:cubicBezTo>
                        <a:pt x="60007" y="149828"/>
                        <a:pt x="62484" y="151257"/>
                        <a:pt x="65246" y="154019"/>
                      </a:cubicBezTo>
                      <a:cubicBezTo>
                        <a:pt x="67913" y="156877"/>
                        <a:pt x="70295" y="158305"/>
                        <a:pt x="72199" y="158305"/>
                      </a:cubicBezTo>
                      <a:cubicBezTo>
                        <a:pt x="73247" y="158305"/>
                        <a:pt x="74390" y="157925"/>
                        <a:pt x="75914" y="157258"/>
                      </a:cubicBezTo>
                      <a:cubicBezTo>
                        <a:pt x="75247" y="158687"/>
                        <a:pt x="76200" y="160496"/>
                        <a:pt x="78867" y="162401"/>
                      </a:cubicBezTo>
                      <a:cubicBezTo>
                        <a:pt x="79629" y="155734"/>
                        <a:pt x="84963" y="151924"/>
                        <a:pt x="94774" y="150971"/>
                      </a:cubicBezTo>
                      <a:lnTo>
                        <a:pt x="100679" y="150971"/>
                      </a:lnTo>
                      <a:cubicBezTo>
                        <a:pt x="100203" y="152209"/>
                        <a:pt x="100584" y="153162"/>
                        <a:pt x="101822" y="153924"/>
                      </a:cubicBezTo>
                      <a:cubicBezTo>
                        <a:pt x="103537" y="152686"/>
                        <a:pt x="104394" y="151067"/>
                        <a:pt x="104394" y="149066"/>
                      </a:cubicBezTo>
                      <a:cubicBezTo>
                        <a:pt x="104394" y="148304"/>
                        <a:pt x="104204" y="147257"/>
                        <a:pt x="103822" y="145733"/>
                      </a:cubicBezTo>
                      <a:cubicBezTo>
                        <a:pt x="103441" y="144209"/>
                        <a:pt x="103251" y="143161"/>
                        <a:pt x="103251" y="142399"/>
                      </a:cubicBezTo>
                      <a:cubicBezTo>
                        <a:pt x="103251" y="140684"/>
                        <a:pt x="103727" y="139351"/>
                        <a:pt x="104775" y="138303"/>
                      </a:cubicBezTo>
                      <a:cubicBezTo>
                        <a:pt x="105727" y="136112"/>
                        <a:pt x="103441" y="131826"/>
                        <a:pt x="97727" y="125349"/>
                      </a:cubicBezTo>
                      <a:cubicBezTo>
                        <a:pt x="96012" y="126111"/>
                        <a:pt x="94488" y="126492"/>
                        <a:pt x="93250" y="126492"/>
                      </a:cubicBezTo>
                      <a:cubicBezTo>
                        <a:pt x="91059" y="126492"/>
                        <a:pt x="88963" y="124587"/>
                        <a:pt x="86963" y="120777"/>
                      </a:cubicBezTo>
                      <a:cubicBezTo>
                        <a:pt x="84963" y="116967"/>
                        <a:pt x="83058" y="115062"/>
                        <a:pt x="81058" y="115062"/>
                      </a:cubicBezTo>
                      <a:cubicBezTo>
                        <a:pt x="79534" y="115062"/>
                        <a:pt x="77819" y="115729"/>
                        <a:pt x="75819" y="116967"/>
                      </a:cubicBezTo>
                      <a:cubicBezTo>
                        <a:pt x="73437" y="114491"/>
                        <a:pt x="69437" y="112681"/>
                        <a:pt x="64008" y="111442"/>
                      </a:cubicBezTo>
                      <a:lnTo>
                        <a:pt x="50292" y="108109"/>
                      </a:lnTo>
                      <a:cubicBezTo>
                        <a:pt x="48577" y="103632"/>
                        <a:pt x="45148" y="101060"/>
                        <a:pt x="39910" y="100298"/>
                      </a:cubicBezTo>
                      <a:cubicBezTo>
                        <a:pt x="33718" y="99346"/>
                        <a:pt x="29908" y="97726"/>
                        <a:pt x="28384" y="95536"/>
                      </a:cubicBezTo>
                      <a:lnTo>
                        <a:pt x="25432" y="98488"/>
                      </a:lnTo>
                      <a:cubicBezTo>
                        <a:pt x="25146" y="97726"/>
                        <a:pt x="25051" y="96869"/>
                        <a:pt x="25051" y="95917"/>
                      </a:cubicBezTo>
                      <a:cubicBezTo>
                        <a:pt x="25051" y="94964"/>
                        <a:pt x="25241" y="93345"/>
                        <a:pt x="25622" y="91059"/>
                      </a:cubicBezTo>
                      <a:cubicBezTo>
                        <a:pt x="26003" y="88868"/>
                        <a:pt x="26194" y="87154"/>
                        <a:pt x="26194" y="85916"/>
                      </a:cubicBezTo>
                      <a:cubicBezTo>
                        <a:pt x="26194" y="82677"/>
                        <a:pt x="24955" y="80200"/>
                        <a:pt x="22479" y="78486"/>
                      </a:cubicBezTo>
                      <a:cubicBezTo>
                        <a:pt x="22955" y="77533"/>
                        <a:pt x="23526" y="76486"/>
                        <a:pt x="24193" y="75343"/>
                      </a:cubicBezTo>
                      <a:cubicBezTo>
                        <a:pt x="24765" y="74200"/>
                        <a:pt x="25718" y="73819"/>
                        <a:pt x="26955" y="74009"/>
                      </a:cubicBezTo>
                      <a:cubicBezTo>
                        <a:pt x="28480" y="74962"/>
                        <a:pt x="28765" y="76391"/>
                        <a:pt x="27908" y="78296"/>
                      </a:cubicBezTo>
                      <a:cubicBezTo>
                        <a:pt x="27051" y="80105"/>
                        <a:pt x="27717" y="81439"/>
                        <a:pt x="29908" y="82201"/>
                      </a:cubicBezTo>
                      <a:cubicBezTo>
                        <a:pt x="33051" y="79534"/>
                        <a:pt x="34671" y="76771"/>
                        <a:pt x="34671" y="74009"/>
                      </a:cubicBezTo>
                      <a:cubicBezTo>
                        <a:pt x="34671" y="72771"/>
                        <a:pt x="34004" y="71628"/>
                        <a:pt x="32766" y="70675"/>
                      </a:cubicBezTo>
                      <a:cubicBezTo>
                        <a:pt x="34290" y="70199"/>
                        <a:pt x="36004" y="68866"/>
                        <a:pt x="37909" y="66580"/>
                      </a:cubicBezTo>
                      <a:cubicBezTo>
                        <a:pt x="37433" y="65532"/>
                        <a:pt x="36766" y="65056"/>
                        <a:pt x="35719" y="65056"/>
                      </a:cubicBezTo>
                      <a:cubicBezTo>
                        <a:pt x="35243" y="65056"/>
                        <a:pt x="34290" y="65532"/>
                        <a:pt x="32956" y="66294"/>
                      </a:cubicBezTo>
                      <a:cubicBezTo>
                        <a:pt x="31528" y="67151"/>
                        <a:pt x="30575" y="67628"/>
                        <a:pt x="29813" y="67628"/>
                      </a:cubicBezTo>
                      <a:cubicBezTo>
                        <a:pt x="29813" y="67151"/>
                        <a:pt x="30099" y="66104"/>
                        <a:pt x="30670" y="64675"/>
                      </a:cubicBezTo>
                      <a:cubicBezTo>
                        <a:pt x="31242" y="63246"/>
                        <a:pt x="31623" y="61817"/>
                        <a:pt x="31623" y="60674"/>
                      </a:cubicBezTo>
                      <a:cubicBezTo>
                        <a:pt x="30670" y="61150"/>
                        <a:pt x="29623" y="61436"/>
                        <a:pt x="28670" y="61436"/>
                      </a:cubicBezTo>
                      <a:cubicBezTo>
                        <a:pt x="26765" y="61436"/>
                        <a:pt x="24765" y="59912"/>
                        <a:pt x="22764" y="56959"/>
                      </a:cubicBezTo>
                      <a:cubicBezTo>
                        <a:pt x="20098" y="53245"/>
                        <a:pt x="18192" y="51054"/>
                        <a:pt x="17240" y="50292"/>
                      </a:cubicBezTo>
                      <a:lnTo>
                        <a:pt x="17240" y="37719"/>
                      </a:lnTo>
                      <a:cubicBezTo>
                        <a:pt x="18955" y="36004"/>
                        <a:pt x="21050" y="32861"/>
                        <a:pt x="23336" y="28289"/>
                      </a:cubicBezTo>
                      <a:cubicBezTo>
                        <a:pt x="25622" y="23717"/>
                        <a:pt x="27337" y="20669"/>
                        <a:pt x="28289" y="19241"/>
                      </a:cubicBezTo>
                      <a:cubicBezTo>
                        <a:pt x="31432" y="18288"/>
                        <a:pt x="35147" y="14954"/>
                        <a:pt x="39338" y="9239"/>
                      </a:cubicBezTo>
                      <a:cubicBezTo>
                        <a:pt x="42481" y="4763"/>
                        <a:pt x="46482" y="2858"/>
                        <a:pt x="51245" y="3334"/>
                      </a:cubicBezTo>
                      <a:cubicBezTo>
                        <a:pt x="55436" y="1143"/>
                        <a:pt x="61055" y="95"/>
                        <a:pt x="68294" y="381"/>
                      </a:cubicBezTo>
                      <a:cubicBezTo>
                        <a:pt x="77438" y="667"/>
                        <a:pt x="83344" y="571"/>
                        <a:pt x="86010" y="0"/>
                      </a:cubicBezTo>
                      <a:lnTo>
                        <a:pt x="121920" y="1810"/>
                      </a:lnTo>
                      <a:cubicBezTo>
                        <a:pt x="128588" y="5334"/>
                        <a:pt x="132683" y="7620"/>
                        <a:pt x="134112" y="8858"/>
                      </a:cubicBezTo>
                      <a:cubicBezTo>
                        <a:pt x="138113" y="11811"/>
                        <a:pt x="140684" y="15621"/>
                        <a:pt x="141922" y="20288"/>
                      </a:cubicBezTo>
                      <a:cubicBezTo>
                        <a:pt x="143065" y="19812"/>
                        <a:pt x="144303" y="20098"/>
                        <a:pt x="145637" y="21241"/>
                      </a:cubicBezTo>
                      <a:cubicBezTo>
                        <a:pt x="146875" y="22288"/>
                        <a:pt x="148018" y="23527"/>
                        <a:pt x="148971" y="24765"/>
                      </a:cubicBezTo>
                      <a:cubicBezTo>
                        <a:pt x="145828" y="24765"/>
                        <a:pt x="144208" y="25432"/>
                        <a:pt x="144208" y="26670"/>
                      </a:cubicBezTo>
                      <a:cubicBezTo>
                        <a:pt x="144208" y="27146"/>
                        <a:pt x="144685" y="28099"/>
                        <a:pt x="145446" y="29623"/>
                      </a:cubicBezTo>
                      <a:cubicBezTo>
                        <a:pt x="146304" y="31051"/>
                        <a:pt x="146780" y="32385"/>
                        <a:pt x="146780" y="33338"/>
                      </a:cubicBezTo>
                      <a:cubicBezTo>
                        <a:pt x="146780" y="34290"/>
                        <a:pt x="146113" y="35338"/>
                        <a:pt x="144875" y="36290"/>
                      </a:cubicBezTo>
                      <a:cubicBezTo>
                        <a:pt x="143732" y="35814"/>
                        <a:pt x="142684" y="35528"/>
                        <a:pt x="141922" y="35528"/>
                      </a:cubicBezTo>
                      <a:cubicBezTo>
                        <a:pt x="140398" y="35528"/>
                        <a:pt x="139541" y="37147"/>
                        <a:pt x="139351" y="40386"/>
                      </a:cubicBezTo>
                      <a:cubicBezTo>
                        <a:pt x="139160" y="43625"/>
                        <a:pt x="138398" y="45529"/>
                        <a:pt x="137350" y="46101"/>
                      </a:cubicBezTo>
                      <a:cubicBezTo>
                        <a:pt x="136207" y="46768"/>
                        <a:pt x="134207" y="49435"/>
                        <a:pt x="131254" y="54197"/>
                      </a:cubicBezTo>
                      <a:cubicBezTo>
                        <a:pt x="128301" y="58960"/>
                        <a:pt x="125730" y="61436"/>
                        <a:pt x="123444" y="61436"/>
                      </a:cubicBezTo>
                      <a:cubicBezTo>
                        <a:pt x="121444" y="61436"/>
                        <a:pt x="119348" y="59817"/>
                        <a:pt x="117157" y="56674"/>
                      </a:cubicBezTo>
                      <a:cubicBezTo>
                        <a:pt x="111252" y="48482"/>
                        <a:pt x="105060" y="43339"/>
                        <a:pt x="98679" y="41148"/>
                      </a:cubicBezTo>
                      <a:lnTo>
                        <a:pt x="95726" y="36290"/>
                      </a:lnTo>
                      <a:cubicBezTo>
                        <a:pt x="89535" y="37243"/>
                        <a:pt x="83439" y="38100"/>
                        <a:pt x="77248" y="38862"/>
                      </a:cubicBezTo>
                      <a:cubicBezTo>
                        <a:pt x="70104" y="40386"/>
                        <a:pt x="64865" y="44196"/>
                        <a:pt x="61722" y="50387"/>
                      </a:cubicBezTo>
                      <a:cubicBezTo>
                        <a:pt x="60960" y="56293"/>
                        <a:pt x="62198" y="60960"/>
                        <a:pt x="65437" y="64484"/>
                      </a:cubicBezTo>
                      <a:cubicBezTo>
                        <a:pt x="67437" y="66770"/>
                        <a:pt x="71151" y="69247"/>
                        <a:pt x="76676" y="71914"/>
                      </a:cubicBezTo>
                      <a:cubicBezTo>
                        <a:pt x="82296" y="74676"/>
                        <a:pt x="86106" y="77153"/>
                        <a:pt x="88392" y="79343"/>
                      </a:cubicBezTo>
                      <a:lnTo>
                        <a:pt x="97631" y="79343"/>
                      </a:lnTo>
                      <a:cubicBezTo>
                        <a:pt x="101346" y="82772"/>
                        <a:pt x="107156" y="86868"/>
                        <a:pt x="114967" y="91535"/>
                      </a:cubicBezTo>
                      <a:cubicBezTo>
                        <a:pt x="116491" y="90773"/>
                        <a:pt x="117824" y="90392"/>
                        <a:pt x="119063" y="90392"/>
                      </a:cubicBezTo>
                      <a:cubicBezTo>
                        <a:pt x="121253" y="90392"/>
                        <a:pt x="124015" y="91726"/>
                        <a:pt x="127254" y="94297"/>
                      </a:cubicBezTo>
                      <a:cubicBezTo>
                        <a:pt x="130397" y="96869"/>
                        <a:pt x="132874" y="98298"/>
                        <a:pt x="134683" y="98584"/>
                      </a:cubicBezTo>
                      <a:cubicBezTo>
                        <a:pt x="134398" y="98870"/>
                        <a:pt x="134302" y="99250"/>
                        <a:pt x="134302" y="99727"/>
                      </a:cubicBezTo>
                      <a:cubicBezTo>
                        <a:pt x="134302" y="100965"/>
                        <a:pt x="135160" y="102489"/>
                        <a:pt x="136779" y="104299"/>
                      </a:cubicBezTo>
                      <a:cubicBezTo>
                        <a:pt x="138398" y="106108"/>
                        <a:pt x="140112" y="107061"/>
                        <a:pt x="142113" y="107061"/>
                      </a:cubicBezTo>
                      <a:lnTo>
                        <a:pt x="146209" y="107061"/>
                      </a:lnTo>
                      <a:close/>
                      <a:moveTo>
                        <a:pt x="19621" y="62484"/>
                      </a:moveTo>
                      <a:lnTo>
                        <a:pt x="17430" y="57626"/>
                      </a:lnTo>
                      <a:lnTo>
                        <a:pt x="21527" y="60579"/>
                      </a:lnTo>
                      <a:lnTo>
                        <a:pt x="19621" y="62389"/>
                      </a:lnTo>
                      <a:close/>
                      <a:moveTo>
                        <a:pt x="19621" y="73914"/>
                      </a:moveTo>
                      <a:lnTo>
                        <a:pt x="18574" y="72104"/>
                      </a:lnTo>
                      <a:cubicBezTo>
                        <a:pt x="19526" y="72104"/>
                        <a:pt x="20764" y="71533"/>
                        <a:pt x="22193" y="70485"/>
                      </a:cubicBezTo>
                      <a:cubicBezTo>
                        <a:pt x="23717" y="69342"/>
                        <a:pt x="24574" y="68866"/>
                        <a:pt x="24860" y="68866"/>
                      </a:cubicBezTo>
                      <a:cubicBezTo>
                        <a:pt x="25336" y="68866"/>
                        <a:pt x="25622" y="69151"/>
                        <a:pt x="25622" y="69628"/>
                      </a:cubicBezTo>
                      <a:cubicBezTo>
                        <a:pt x="24860" y="70675"/>
                        <a:pt x="24003" y="71628"/>
                        <a:pt x="22955" y="72580"/>
                      </a:cubicBezTo>
                      <a:cubicBezTo>
                        <a:pt x="22003" y="73533"/>
                        <a:pt x="20860" y="74009"/>
                        <a:pt x="19621" y="74009"/>
                      </a:cubicBezTo>
                      <a:close/>
                      <a:moveTo>
                        <a:pt x="21527" y="53530"/>
                      </a:moveTo>
                      <a:lnTo>
                        <a:pt x="25622" y="53530"/>
                      </a:lnTo>
                      <a:cubicBezTo>
                        <a:pt x="24860" y="51816"/>
                        <a:pt x="24479" y="50768"/>
                        <a:pt x="24479" y="50197"/>
                      </a:cubicBezTo>
                      <a:lnTo>
                        <a:pt x="21527" y="53530"/>
                      </a:lnTo>
                      <a:close/>
                      <a:moveTo>
                        <a:pt x="22574" y="78296"/>
                      </a:moveTo>
                      <a:cubicBezTo>
                        <a:pt x="22098" y="78772"/>
                        <a:pt x="21717" y="78676"/>
                        <a:pt x="21527" y="77914"/>
                      </a:cubicBezTo>
                      <a:lnTo>
                        <a:pt x="22193" y="77914"/>
                      </a:lnTo>
                      <a:cubicBezTo>
                        <a:pt x="22193" y="77914"/>
                        <a:pt x="22384" y="78296"/>
                        <a:pt x="22574" y="78296"/>
                      </a:cubicBezTo>
                      <a:close/>
                      <a:moveTo>
                        <a:pt x="91821" y="145637"/>
                      </a:moveTo>
                      <a:lnTo>
                        <a:pt x="91821" y="147828"/>
                      </a:lnTo>
                      <a:lnTo>
                        <a:pt x="81439" y="149733"/>
                      </a:lnTo>
                      <a:cubicBezTo>
                        <a:pt x="81915" y="148209"/>
                        <a:pt x="83248" y="147257"/>
                        <a:pt x="85534" y="146780"/>
                      </a:cubicBezTo>
                      <a:cubicBezTo>
                        <a:pt x="87725" y="146304"/>
                        <a:pt x="89821" y="145923"/>
                        <a:pt x="91821" y="145733"/>
                      </a:cubicBezTo>
                      <a:close/>
                      <a:moveTo>
                        <a:pt x="94774" y="210407"/>
                      </a:moveTo>
                      <a:cubicBezTo>
                        <a:pt x="95535" y="210884"/>
                        <a:pt x="95917" y="213265"/>
                        <a:pt x="95917" y="217456"/>
                      </a:cubicBezTo>
                      <a:lnTo>
                        <a:pt x="91916" y="217456"/>
                      </a:lnTo>
                      <a:lnTo>
                        <a:pt x="94869" y="210407"/>
                      </a:lnTo>
                      <a:close/>
                      <a:moveTo>
                        <a:pt x="98870" y="204121"/>
                      </a:moveTo>
                      <a:lnTo>
                        <a:pt x="98870" y="201168"/>
                      </a:lnTo>
                      <a:lnTo>
                        <a:pt x="102965" y="201168"/>
                      </a:lnTo>
                      <a:lnTo>
                        <a:pt x="102965" y="204121"/>
                      </a:lnTo>
                      <a:lnTo>
                        <a:pt x="98870" y="204121"/>
                      </a:lnTo>
                      <a:close/>
                      <a:moveTo>
                        <a:pt x="113347" y="136684"/>
                      </a:moveTo>
                      <a:cubicBezTo>
                        <a:pt x="113824" y="134493"/>
                        <a:pt x="113442" y="132017"/>
                        <a:pt x="112204" y="129254"/>
                      </a:cubicBezTo>
                      <a:lnTo>
                        <a:pt x="107728" y="136684"/>
                      </a:lnTo>
                      <a:lnTo>
                        <a:pt x="113347" y="136684"/>
                      </a:lnTo>
                      <a:close/>
                      <a:moveTo>
                        <a:pt x="117348" y="119729"/>
                      </a:moveTo>
                      <a:cubicBezTo>
                        <a:pt x="117824" y="122206"/>
                        <a:pt x="121825" y="124016"/>
                        <a:pt x="129254" y="125254"/>
                      </a:cubicBezTo>
                      <a:lnTo>
                        <a:pt x="117348" y="119729"/>
                      </a:lnTo>
                      <a:close/>
                      <a:moveTo>
                        <a:pt x="129254" y="224790"/>
                      </a:moveTo>
                      <a:cubicBezTo>
                        <a:pt x="128968" y="225742"/>
                        <a:pt x="128778" y="226600"/>
                        <a:pt x="128492" y="227362"/>
                      </a:cubicBezTo>
                      <a:cubicBezTo>
                        <a:pt x="127254" y="229362"/>
                        <a:pt x="125920" y="230219"/>
                        <a:pt x="124396" y="229934"/>
                      </a:cubicBezTo>
                      <a:cubicBezTo>
                        <a:pt x="122205" y="229934"/>
                        <a:pt x="120777" y="229553"/>
                        <a:pt x="120301" y="228791"/>
                      </a:cubicBezTo>
                      <a:lnTo>
                        <a:pt x="129254" y="224790"/>
                      </a:lnTo>
                      <a:close/>
                      <a:moveTo>
                        <a:pt x="126302" y="201073"/>
                      </a:moveTo>
                      <a:cubicBezTo>
                        <a:pt x="126778" y="202311"/>
                        <a:pt x="128301" y="202883"/>
                        <a:pt x="130683" y="202883"/>
                      </a:cubicBezTo>
                      <a:lnTo>
                        <a:pt x="123349" y="204025"/>
                      </a:lnTo>
                      <a:lnTo>
                        <a:pt x="126302" y="201073"/>
                      </a:lnTo>
                      <a:close/>
                      <a:moveTo>
                        <a:pt x="130683" y="135255"/>
                      </a:moveTo>
                      <a:cubicBezTo>
                        <a:pt x="133350" y="136017"/>
                        <a:pt x="135827" y="134969"/>
                        <a:pt x="137731" y="132302"/>
                      </a:cubicBezTo>
                      <a:cubicBezTo>
                        <a:pt x="136779" y="131064"/>
                        <a:pt x="135160" y="130683"/>
                        <a:pt x="132969" y="131254"/>
                      </a:cubicBezTo>
                      <a:cubicBezTo>
                        <a:pt x="130683" y="131731"/>
                        <a:pt x="130016" y="133064"/>
                        <a:pt x="130683" y="135350"/>
                      </a:cubicBezTo>
                      <a:close/>
                      <a:moveTo>
                        <a:pt x="137731" y="182594"/>
                      </a:moveTo>
                      <a:cubicBezTo>
                        <a:pt x="136970" y="180118"/>
                        <a:pt x="137826" y="178689"/>
                        <a:pt x="140303" y="178117"/>
                      </a:cubicBezTo>
                      <a:cubicBezTo>
                        <a:pt x="139351" y="178403"/>
                        <a:pt x="140875" y="178499"/>
                        <a:pt x="145066" y="178499"/>
                      </a:cubicBezTo>
                      <a:cubicBezTo>
                        <a:pt x="144875" y="178499"/>
                        <a:pt x="144018" y="179260"/>
                        <a:pt x="142684" y="180689"/>
                      </a:cubicBezTo>
                      <a:cubicBezTo>
                        <a:pt x="141351" y="182213"/>
                        <a:pt x="140112" y="182880"/>
                        <a:pt x="139160" y="182880"/>
                      </a:cubicBezTo>
                      <a:cubicBezTo>
                        <a:pt x="138684" y="182880"/>
                        <a:pt x="138113" y="182785"/>
                        <a:pt x="137636" y="182499"/>
                      </a:cubicBezTo>
                      <a:close/>
                      <a:moveTo>
                        <a:pt x="142208" y="112681"/>
                      </a:moveTo>
                      <a:cubicBezTo>
                        <a:pt x="141446" y="111252"/>
                        <a:pt x="140398" y="110680"/>
                        <a:pt x="139255" y="111252"/>
                      </a:cubicBezTo>
                      <a:cubicBezTo>
                        <a:pt x="138017" y="111728"/>
                        <a:pt x="137446" y="112585"/>
                        <a:pt x="137731" y="113824"/>
                      </a:cubicBezTo>
                      <a:lnTo>
                        <a:pt x="142208" y="114871"/>
                      </a:lnTo>
                      <a:lnTo>
                        <a:pt x="142208" y="112681"/>
                      </a:lnTo>
                      <a:close/>
                      <a:moveTo>
                        <a:pt x="141065" y="151924"/>
                      </a:moveTo>
                      <a:cubicBezTo>
                        <a:pt x="143732" y="149733"/>
                        <a:pt x="145066" y="148495"/>
                        <a:pt x="145066" y="148209"/>
                      </a:cubicBezTo>
                      <a:cubicBezTo>
                        <a:pt x="145066" y="147257"/>
                        <a:pt x="144113" y="146399"/>
                        <a:pt x="142113" y="145637"/>
                      </a:cubicBezTo>
                      <a:lnTo>
                        <a:pt x="140970" y="151924"/>
                      </a:lnTo>
                      <a:cubicBezTo>
                        <a:pt x="139922" y="153162"/>
                        <a:pt x="139827" y="154305"/>
                        <a:pt x="140589" y="155258"/>
                      </a:cubicBezTo>
                      <a:lnTo>
                        <a:pt x="140970" y="151924"/>
                      </a:lnTo>
                      <a:close/>
                      <a:moveTo>
                        <a:pt x="151066" y="124111"/>
                      </a:moveTo>
                      <a:cubicBezTo>
                        <a:pt x="151829" y="121634"/>
                        <a:pt x="152209" y="120587"/>
                        <a:pt x="152209" y="120777"/>
                      </a:cubicBezTo>
                      <a:cubicBezTo>
                        <a:pt x="152019" y="120015"/>
                        <a:pt x="149923" y="119634"/>
                        <a:pt x="146304" y="119634"/>
                      </a:cubicBezTo>
                      <a:lnTo>
                        <a:pt x="151066" y="124016"/>
                      </a:lnTo>
                      <a:close/>
                      <a:moveTo>
                        <a:pt x="165545" y="149638"/>
                      </a:moveTo>
                      <a:lnTo>
                        <a:pt x="170783" y="152591"/>
                      </a:lnTo>
                      <a:lnTo>
                        <a:pt x="160782" y="153638"/>
                      </a:lnTo>
                      <a:lnTo>
                        <a:pt x="165639" y="149542"/>
                      </a:lnTo>
                      <a:close/>
                      <a:moveTo>
                        <a:pt x="166592" y="175546"/>
                      </a:moveTo>
                      <a:cubicBezTo>
                        <a:pt x="167068" y="176308"/>
                        <a:pt x="169069" y="176689"/>
                        <a:pt x="172498" y="176689"/>
                      </a:cubicBezTo>
                      <a:lnTo>
                        <a:pt x="166592" y="181546"/>
                      </a:lnTo>
                      <a:lnTo>
                        <a:pt x="166592" y="175641"/>
                      </a:lnTo>
                      <a:close/>
                      <a:moveTo>
                        <a:pt x="169545" y="219932"/>
                      </a:moveTo>
                      <a:cubicBezTo>
                        <a:pt x="169545" y="219456"/>
                        <a:pt x="169830" y="218980"/>
                        <a:pt x="170307" y="218408"/>
                      </a:cubicBezTo>
                      <a:lnTo>
                        <a:pt x="169545" y="219932"/>
                      </a:lnTo>
                      <a:close/>
                      <a:moveTo>
                        <a:pt x="170307" y="218408"/>
                      </a:moveTo>
                      <a:lnTo>
                        <a:pt x="172498" y="215455"/>
                      </a:lnTo>
                      <a:lnTo>
                        <a:pt x="173641" y="217265"/>
                      </a:lnTo>
                      <a:cubicBezTo>
                        <a:pt x="172688" y="217265"/>
                        <a:pt x="171545" y="217646"/>
                        <a:pt x="170307" y="218313"/>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 name="Google Shape;1160;p99"/>
                <p:cNvSpPr/>
                <p:nvPr/>
              </p:nvSpPr>
              <p:spPr>
                <a:xfrm>
                  <a:off x="7451597" y="1877663"/>
                  <a:ext cx="110394" cy="224408"/>
                </a:xfrm>
                <a:custGeom>
                  <a:avLst/>
                  <a:gdLst/>
                  <a:ahLst/>
                  <a:cxnLst/>
                  <a:rect l="l" t="t" r="r" b="b"/>
                  <a:pathLst>
                    <a:path w="110394" h="224408" extrusionOk="0">
                      <a:moveTo>
                        <a:pt x="0" y="56293"/>
                      </a:moveTo>
                      <a:cubicBezTo>
                        <a:pt x="2762" y="56293"/>
                        <a:pt x="4191" y="56674"/>
                        <a:pt x="4382" y="57436"/>
                      </a:cubicBezTo>
                      <a:lnTo>
                        <a:pt x="4382" y="63341"/>
                      </a:lnTo>
                      <a:lnTo>
                        <a:pt x="0" y="56293"/>
                      </a:lnTo>
                      <a:close/>
                      <a:moveTo>
                        <a:pt x="75819" y="104394"/>
                      </a:moveTo>
                      <a:cubicBezTo>
                        <a:pt x="74866" y="105156"/>
                        <a:pt x="74390" y="105823"/>
                        <a:pt x="74390" y="106585"/>
                      </a:cubicBezTo>
                      <a:cubicBezTo>
                        <a:pt x="74390" y="107347"/>
                        <a:pt x="75057" y="108394"/>
                        <a:pt x="76581" y="109728"/>
                      </a:cubicBezTo>
                      <a:cubicBezTo>
                        <a:pt x="78010" y="111061"/>
                        <a:pt x="78772" y="112300"/>
                        <a:pt x="78772" y="113252"/>
                      </a:cubicBezTo>
                      <a:cubicBezTo>
                        <a:pt x="77724" y="111252"/>
                        <a:pt x="75819" y="110204"/>
                        <a:pt x="72866" y="110109"/>
                      </a:cubicBezTo>
                      <a:cubicBezTo>
                        <a:pt x="69913" y="110014"/>
                        <a:pt x="68009" y="109728"/>
                        <a:pt x="67246" y="109156"/>
                      </a:cubicBezTo>
                      <a:cubicBezTo>
                        <a:pt x="66960" y="109156"/>
                        <a:pt x="66389" y="110490"/>
                        <a:pt x="65341" y="113252"/>
                      </a:cubicBezTo>
                      <a:cubicBezTo>
                        <a:pt x="64103" y="111252"/>
                        <a:pt x="62675" y="110300"/>
                        <a:pt x="60865" y="110300"/>
                      </a:cubicBezTo>
                      <a:cubicBezTo>
                        <a:pt x="59436" y="110300"/>
                        <a:pt x="57150" y="111252"/>
                        <a:pt x="53911" y="113062"/>
                      </a:cubicBezTo>
                      <a:cubicBezTo>
                        <a:pt x="50673" y="114871"/>
                        <a:pt x="48387" y="115919"/>
                        <a:pt x="46863" y="116205"/>
                      </a:cubicBezTo>
                      <a:cubicBezTo>
                        <a:pt x="49816" y="116967"/>
                        <a:pt x="51911" y="118205"/>
                        <a:pt x="53150" y="119920"/>
                      </a:cubicBezTo>
                      <a:cubicBezTo>
                        <a:pt x="54864" y="122682"/>
                        <a:pt x="56579" y="124587"/>
                        <a:pt x="58293" y="125825"/>
                      </a:cubicBezTo>
                      <a:cubicBezTo>
                        <a:pt x="57341" y="127254"/>
                        <a:pt x="56959" y="128302"/>
                        <a:pt x="57150" y="128778"/>
                      </a:cubicBezTo>
                      <a:cubicBezTo>
                        <a:pt x="58388" y="130969"/>
                        <a:pt x="59627" y="132112"/>
                        <a:pt x="60770" y="132112"/>
                      </a:cubicBezTo>
                      <a:cubicBezTo>
                        <a:pt x="61532" y="132112"/>
                        <a:pt x="62579" y="131254"/>
                        <a:pt x="63913" y="129730"/>
                      </a:cubicBezTo>
                      <a:cubicBezTo>
                        <a:pt x="65246" y="128111"/>
                        <a:pt x="66294" y="127254"/>
                        <a:pt x="67056" y="127254"/>
                      </a:cubicBezTo>
                      <a:cubicBezTo>
                        <a:pt x="68103" y="127254"/>
                        <a:pt x="69056" y="127730"/>
                        <a:pt x="70009" y="128778"/>
                      </a:cubicBezTo>
                      <a:lnTo>
                        <a:pt x="66294" y="120586"/>
                      </a:lnTo>
                      <a:cubicBezTo>
                        <a:pt x="67818" y="122777"/>
                        <a:pt x="70390" y="124206"/>
                        <a:pt x="74104" y="124682"/>
                      </a:cubicBezTo>
                      <a:lnTo>
                        <a:pt x="75533" y="123539"/>
                      </a:lnTo>
                      <a:lnTo>
                        <a:pt x="70009" y="117253"/>
                      </a:lnTo>
                      <a:cubicBezTo>
                        <a:pt x="70009" y="116014"/>
                        <a:pt x="70390" y="115443"/>
                        <a:pt x="71151" y="115443"/>
                      </a:cubicBezTo>
                      <a:cubicBezTo>
                        <a:pt x="71438" y="115443"/>
                        <a:pt x="72485" y="116014"/>
                        <a:pt x="74295" y="117062"/>
                      </a:cubicBezTo>
                      <a:cubicBezTo>
                        <a:pt x="76105" y="118110"/>
                        <a:pt x="77534" y="118777"/>
                        <a:pt x="78581" y="118777"/>
                      </a:cubicBezTo>
                      <a:cubicBezTo>
                        <a:pt x="77343" y="127635"/>
                        <a:pt x="73914" y="133921"/>
                        <a:pt x="68199" y="137636"/>
                      </a:cubicBezTo>
                      <a:cubicBezTo>
                        <a:pt x="73628" y="137636"/>
                        <a:pt x="76962" y="140494"/>
                        <a:pt x="78200" y="146113"/>
                      </a:cubicBezTo>
                      <a:cubicBezTo>
                        <a:pt x="78486" y="147638"/>
                        <a:pt x="78581" y="152781"/>
                        <a:pt x="78581" y="161639"/>
                      </a:cubicBezTo>
                      <a:lnTo>
                        <a:pt x="74104" y="161639"/>
                      </a:lnTo>
                      <a:cubicBezTo>
                        <a:pt x="73343" y="162115"/>
                        <a:pt x="72961" y="162592"/>
                        <a:pt x="72961" y="163068"/>
                      </a:cubicBezTo>
                      <a:cubicBezTo>
                        <a:pt x="72961" y="163830"/>
                        <a:pt x="73343" y="164687"/>
                        <a:pt x="74104" y="165640"/>
                      </a:cubicBezTo>
                      <a:cubicBezTo>
                        <a:pt x="74771" y="166592"/>
                        <a:pt x="75342" y="167259"/>
                        <a:pt x="75533" y="167450"/>
                      </a:cubicBezTo>
                      <a:cubicBezTo>
                        <a:pt x="76295" y="167450"/>
                        <a:pt x="77628" y="166497"/>
                        <a:pt x="79629" y="164497"/>
                      </a:cubicBezTo>
                      <a:lnTo>
                        <a:pt x="77057" y="218504"/>
                      </a:lnTo>
                      <a:cubicBezTo>
                        <a:pt x="63722" y="222409"/>
                        <a:pt x="52197" y="224409"/>
                        <a:pt x="42576" y="224409"/>
                      </a:cubicBezTo>
                      <a:cubicBezTo>
                        <a:pt x="35147" y="224409"/>
                        <a:pt x="28099" y="223456"/>
                        <a:pt x="21050" y="221456"/>
                      </a:cubicBezTo>
                      <a:cubicBezTo>
                        <a:pt x="17431" y="214027"/>
                        <a:pt x="15526" y="204025"/>
                        <a:pt x="15526" y="191452"/>
                      </a:cubicBezTo>
                      <a:lnTo>
                        <a:pt x="15526" y="174022"/>
                      </a:lnTo>
                      <a:cubicBezTo>
                        <a:pt x="15526" y="164878"/>
                        <a:pt x="14668" y="157543"/>
                        <a:pt x="12954" y="151829"/>
                      </a:cubicBezTo>
                      <a:cubicBezTo>
                        <a:pt x="15144" y="145923"/>
                        <a:pt x="16288" y="137636"/>
                        <a:pt x="16288" y="126968"/>
                      </a:cubicBezTo>
                      <a:cubicBezTo>
                        <a:pt x="16002" y="114395"/>
                        <a:pt x="16288" y="106013"/>
                        <a:pt x="16954" y="101822"/>
                      </a:cubicBezTo>
                      <a:lnTo>
                        <a:pt x="21050" y="101822"/>
                      </a:lnTo>
                      <a:cubicBezTo>
                        <a:pt x="18097" y="99822"/>
                        <a:pt x="16478" y="96488"/>
                        <a:pt x="16097" y="91821"/>
                      </a:cubicBezTo>
                      <a:cubicBezTo>
                        <a:pt x="15716" y="87154"/>
                        <a:pt x="15335" y="82677"/>
                        <a:pt x="15144" y="78486"/>
                      </a:cubicBezTo>
                      <a:lnTo>
                        <a:pt x="6953" y="78486"/>
                      </a:lnTo>
                      <a:lnTo>
                        <a:pt x="16954" y="75533"/>
                      </a:lnTo>
                      <a:cubicBezTo>
                        <a:pt x="15240" y="71628"/>
                        <a:pt x="14954" y="66104"/>
                        <a:pt x="16097" y="59055"/>
                      </a:cubicBezTo>
                      <a:cubicBezTo>
                        <a:pt x="17145" y="52006"/>
                        <a:pt x="16478" y="46577"/>
                        <a:pt x="14001" y="42577"/>
                      </a:cubicBezTo>
                      <a:cubicBezTo>
                        <a:pt x="14764" y="42577"/>
                        <a:pt x="15716" y="42005"/>
                        <a:pt x="16954" y="40767"/>
                      </a:cubicBezTo>
                      <a:cubicBezTo>
                        <a:pt x="18192" y="39529"/>
                        <a:pt x="19241" y="38767"/>
                        <a:pt x="19907" y="38576"/>
                      </a:cubicBezTo>
                      <a:cubicBezTo>
                        <a:pt x="18192" y="37624"/>
                        <a:pt x="17336" y="36385"/>
                        <a:pt x="17336" y="34861"/>
                      </a:cubicBezTo>
                      <a:cubicBezTo>
                        <a:pt x="17336" y="33623"/>
                        <a:pt x="18002" y="32385"/>
                        <a:pt x="19526" y="31147"/>
                      </a:cubicBezTo>
                      <a:cubicBezTo>
                        <a:pt x="20955" y="29908"/>
                        <a:pt x="26289" y="29051"/>
                        <a:pt x="35433" y="28575"/>
                      </a:cubicBezTo>
                      <a:cubicBezTo>
                        <a:pt x="39910" y="28575"/>
                        <a:pt x="43243" y="27622"/>
                        <a:pt x="45434" y="25622"/>
                      </a:cubicBezTo>
                      <a:cubicBezTo>
                        <a:pt x="46672" y="27813"/>
                        <a:pt x="48482" y="28956"/>
                        <a:pt x="50959" y="28956"/>
                      </a:cubicBezTo>
                      <a:cubicBezTo>
                        <a:pt x="51435" y="28956"/>
                        <a:pt x="55054" y="28384"/>
                        <a:pt x="61626" y="27146"/>
                      </a:cubicBezTo>
                      <a:cubicBezTo>
                        <a:pt x="66389" y="25908"/>
                        <a:pt x="69913" y="25908"/>
                        <a:pt x="72390" y="27146"/>
                      </a:cubicBezTo>
                      <a:cubicBezTo>
                        <a:pt x="73343" y="26860"/>
                        <a:pt x="73819" y="26098"/>
                        <a:pt x="73819" y="24765"/>
                      </a:cubicBezTo>
                      <a:cubicBezTo>
                        <a:pt x="73819" y="23431"/>
                        <a:pt x="74200" y="22765"/>
                        <a:pt x="74962" y="22765"/>
                      </a:cubicBezTo>
                      <a:cubicBezTo>
                        <a:pt x="75438" y="22765"/>
                        <a:pt x="76105" y="22860"/>
                        <a:pt x="76867" y="23146"/>
                      </a:cubicBezTo>
                      <a:cubicBezTo>
                        <a:pt x="76867" y="26860"/>
                        <a:pt x="77343" y="31909"/>
                        <a:pt x="78295" y="38290"/>
                      </a:cubicBezTo>
                      <a:cubicBezTo>
                        <a:pt x="79248" y="44672"/>
                        <a:pt x="79724" y="49435"/>
                        <a:pt x="79724" y="52388"/>
                      </a:cubicBezTo>
                      <a:cubicBezTo>
                        <a:pt x="79724" y="58293"/>
                        <a:pt x="78295" y="63722"/>
                        <a:pt x="75247" y="68675"/>
                      </a:cubicBezTo>
                      <a:cubicBezTo>
                        <a:pt x="78486" y="73628"/>
                        <a:pt x="80010" y="79343"/>
                        <a:pt x="80010" y="86106"/>
                      </a:cubicBezTo>
                      <a:cubicBezTo>
                        <a:pt x="80010" y="84106"/>
                        <a:pt x="79438" y="90773"/>
                        <a:pt x="78200" y="106108"/>
                      </a:cubicBezTo>
                      <a:cubicBezTo>
                        <a:pt x="77438" y="104870"/>
                        <a:pt x="76485" y="104299"/>
                        <a:pt x="75247" y="104299"/>
                      </a:cubicBezTo>
                      <a:close/>
                      <a:moveTo>
                        <a:pt x="28860" y="59246"/>
                      </a:moveTo>
                      <a:lnTo>
                        <a:pt x="31813" y="50387"/>
                      </a:lnTo>
                      <a:cubicBezTo>
                        <a:pt x="30289" y="49911"/>
                        <a:pt x="28956" y="50292"/>
                        <a:pt x="27717" y="51530"/>
                      </a:cubicBezTo>
                      <a:cubicBezTo>
                        <a:pt x="25718" y="53245"/>
                        <a:pt x="24669" y="54292"/>
                        <a:pt x="24384" y="54483"/>
                      </a:cubicBezTo>
                      <a:lnTo>
                        <a:pt x="28860" y="59246"/>
                      </a:lnTo>
                      <a:close/>
                      <a:moveTo>
                        <a:pt x="45911" y="114395"/>
                      </a:moveTo>
                      <a:cubicBezTo>
                        <a:pt x="45911" y="111919"/>
                        <a:pt x="46196" y="110585"/>
                        <a:pt x="46958" y="110300"/>
                      </a:cubicBezTo>
                      <a:lnTo>
                        <a:pt x="38767" y="107347"/>
                      </a:lnTo>
                      <a:cubicBezTo>
                        <a:pt x="38767" y="108585"/>
                        <a:pt x="39719" y="109538"/>
                        <a:pt x="41529" y="110300"/>
                      </a:cubicBezTo>
                      <a:cubicBezTo>
                        <a:pt x="43434" y="111061"/>
                        <a:pt x="44291" y="111633"/>
                        <a:pt x="44291" y="112109"/>
                      </a:cubicBezTo>
                      <a:cubicBezTo>
                        <a:pt x="44291" y="112871"/>
                        <a:pt x="43815" y="113538"/>
                        <a:pt x="42767" y="114300"/>
                      </a:cubicBezTo>
                      <a:lnTo>
                        <a:pt x="45720" y="114300"/>
                      </a:lnTo>
                      <a:close/>
                      <a:moveTo>
                        <a:pt x="55531" y="139541"/>
                      </a:moveTo>
                      <a:lnTo>
                        <a:pt x="48959" y="140303"/>
                      </a:lnTo>
                      <a:cubicBezTo>
                        <a:pt x="52578" y="140303"/>
                        <a:pt x="54864" y="140113"/>
                        <a:pt x="55531" y="139541"/>
                      </a:cubicBezTo>
                      <a:lnTo>
                        <a:pt x="64389" y="139160"/>
                      </a:lnTo>
                      <a:lnTo>
                        <a:pt x="56674" y="135064"/>
                      </a:lnTo>
                      <a:lnTo>
                        <a:pt x="56674" y="134302"/>
                      </a:lnTo>
                      <a:lnTo>
                        <a:pt x="58484" y="131731"/>
                      </a:lnTo>
                      <a:lnTo>
                        <a:pt x="56292" y="131731"/>
                      </a:lnTo>
                      <a:lnTo>
                        <a:pt x="56674" y="134302"/>
                      </a:lnTo>
                      <a:lnTo>
                        <a:pt x="56292" y="134684"/>
                      </a:lnTo>
                      <a:lnTo>
                        <a:pt x="56674" y="135064"/>
                      </a:lnTo>
                      <a:lnTo>
                        <a:pt x="57435" y="137636"/>
                      </a:lnTo>
                      <a:cubicBezTo>
                        <a:pt x="57150" y="138398"/>
                        <a:pt x="56579" y="138970"/>
                        <a:pt x="55531" y="139541"/>
                      </a:cubicBezTo>
                      <a:close/>
                      <a:moveTo>
                        <a:pt x="60388" y="0"/>
                      </a:moveTo>
                      <a:lnTo>
                        <a:pt x="60388" y="4381"/>
                      </a:lnTo>
                      <a:lnTo>
                        <a:pt x="58484" y="0"/>
                      </a:lnTo>
                      <a:lnTo>
                        <a:pt x="60388" y="0"/>
                      </a:lnTo>
                      <a:close/>
                      <a:moveTo>
                        <a:pt x="66675" y="120682"/>
                      </a:moveTo>
                      <a:cubicBezTo>
                        <a:pt x="66675" y="120682"/>
                        <a:pt x="66104" y="119825"/>
                        <a:pt x="65532" y="118872"/>
                      </a:cubicBezTo>
                      <a:lnTo>
                        <a:pt x="66675" y="120682"/>
                      </a:lnTo>
                      <a:close/>
                      <a:moveTo>
                        <a:pt x="90011" y="6382"/>
                      </a:moveTo>
                      <a:lnTo>
                        <a:pt x="94488" y="6382"/>
                      </a:lnTo>
                      <a:lnTo>
                        <a:pt x="92964" y="9334"/>
                      </a:lnTo>
                      <a:lnTo>
                        <a:pt x="90011" y="9334"/>
                      </a:lnTo>
                      <a:lnTo>
                        <a:pt x="90011" y="6382"/>
                      </a:lnTo>
                      <a:close/>
                      <a:moveTo>
                        <a:pt x="104489" y="21526"/>
                      </a:moveTo>
                      <a:lnTo>
                        <a:pt x="110394" y="28956"/>
                      </a:lnTo>
                      <a:cubicBezTo>
                        <a:pt x="104204" y="29242"/>
                        <a:pt x="100869" y="25717"/>
                        <a:pt x="100393" y="18574"/>
                      </a:cubicBezTo>
                      <a:lnTo>
                        <a:pt x="108585" y="18574"/>
                      </a:lnTo>
                      <a:lnTo>
                        <a:pt x="104489" y="21526"/>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 name="Google Shape;1161;p99"/>
                <p:cNvSpPr/>
                <p:nvPr/>
              </p:nvSpPr>
              <p:spPr>
                <a:xfrm>
                  <a:off x="7557800" y="1903666"/>
                  <a:ext cx="173736" cy="229987"/>
                </a:xfrm>
                <a:custGeom>
                  <a:avLst/>
                  <a:gdLst/>
                  <a:ahLst/>
                  <a:cxnLst/>
                  <a:rect l="l" t="t" r="r" b="b"/>
                  <a:pathLst>
                    <a:path w="173736" h="229987" extrusionOk="0">
                      <a:moveTo>
                        <a:pt x="146209" y="106871"/>
                      </a:moveTo>
                      <a:cubicBezTo>
                        <a:pt x="146971" y="109061"/>
                        <a:pt x="149162" y="112871"/>
                        <a:pt x="152877" y="118396"/>
                      </a:cubicBezTo>
                      <a:cubicBezTo>
                        <a:pt x="155639" y="123063"/>
                        <a:pt x="156972" y="126968"/>
                        <a:pt x="156972" y="130207"/>
                      </a:cubicBezTo>
                      <a:cubicBezTo>
                        <a:pt x="156972" y="132969"/>
                        <a:pt x="156306" y="135636"/>
                        <a:pt x="155067" y="138303"/>
                      </a:cubicBezTo>
                      <a:cubicBezTo>
                        <a:pt x="156020" y="141542"/>
                        <a:pt x="156591" y="145066"/>
                        <a:pt x="156591" y="149066"/>
                      </a:cubicBezTo>
                      <a:cubicBezTo>
                        <a:pt x="156591" y="158972"/>
                        <a:pt x="154115" y="165830"/>
                        <a:pt x="149066" y="169831"/>
                      </a:cubicBezTo>
                      <a:cubicBezTo>
                        <a:pt x="149543" y="168878"/>
                        <a:pt x="149829" y="167830"/>
                        <a:pt x="149829" y="166878"/>
                      </a:cubicBezTo>
                      <a:cubicBezTo>
                        <a:pt x="149829" y="162973"/>
                        <a:pt x="147638" y="160972"/>
                        <a:pt x="143161" y="160972"/>
                      </a:cubicBezTo>
                      <a:cubicBezTo>
                        <a:pt x="141161" y="160972"/>
                        <a:pt x="139351" y="161449"/>
                        <a:pt x="137636" y="162401"/>
                      </a:cubicBezTo>
                      <a:lnTo>
                        <a:pt x="140589" y="165354"/>
                      </a:lnTo>
                      <a:cubicBezTo>
                        <a:pt x="139351" y="164592"/>
                        <a:pt x="138208" y="164211"/>
                        <a:pt x="137256" y="164211"/>
                      </a:cubicBezTo>
                      <a:cubicBezTo>
                        <a:pt x="135541" y="164211"/>
                        <a:pt x="133922" y="165640"/>
                        <a:pt x="132207" y="168497"/>
                      </a:cubicBezTo>
                      <a:cubicBezTo>
                        <a:pt x="130588" y="171355"/>
                        <a:pt x="129064" y="174117"/>
                        <a:pt x="127635" y="176879"/>
                      </a:cubicBezTo>
                      <a:lnTo>
                        <a:pt x="129160" y="178689"/>
                      </a:lnTo>
                      <a:cubicBezTo>
                        <a:pt x="127159" y="178213"/>
                        <a:pt x="124873" y="178594"/>
                        <a:pt x="122111" y="179832"/>
                      </a:cubicBezTo>
                      <a:lnTo>
                        <a:pt x="122111" y="182785"/>
                      </a:lnTo>
                      <a:cubicBezTo>
                        <a:pt x="121063" y="182023"/>
                        <a:pt x="120015" y="181261"/>
                        <a:pt x="118777" y="180404"/>
                      </a:cubicBezTo>
                      <a:cubicBezTo>
                        <a:pt x="117539" y="179546"/>
                        <a:pt x="116300" y="179356"/>
                        <a:pt x="115062" y="179832"/>
                      </a:cubicBezTo>
                      <a:cubicBezTo>
                        <a:pt x="116777" y="182594"/>
                        <a:pt x="119539" y="187928"/>
                        <a:pt x="123254" y="196120"/>
                      </a:cubicBezTo>
                      <a:cubicBezTo>
                        <a:pt x="110395" y="197072"/>
                        <a:pt x="99536" y="197644"/>
                        <a:pt x="90678" y="197644"/>
                      </a:cubicBezTo>
                      <a:cubicBezTo>
                        <a:pt x="81820" y="197644"/>
                        <a:pt x="71152" y="197167"/>
                        <a:pt x="58865" y="196120"/>
                      </a:cubicBezTo>
                      <a:cubicBezTo>
                        <a:pt x="58865" y="194120"/>
                        <a:pt x="57531" y="192691"/>
                        <a:pt x="54959" y="191643"/>
                      </a:cubicBezTo>
                      <a:cubicBezTo>
                        <a:pt x="52388" y="190691"/>
                        <a:pt x="51054" y="189452"/>
                        <a:pt x="51054" y="187928"/>
                      </a:cubicBezTo>
                      <a:cubicBezTo>
                        <a:pt x="51054" y="187452"/>
                        <a:pt x="51150" y="186690"/>
                        <a:pt x="51435" y="185738"/>
                      </a:cubicBezTo>
                      <a:cubicBezTo>
                        <a:pt x="49245" y="186976"/>
                        <a:pt x="46768" y="187547"/>
                        <a:pt x="44006" y="187547"/>
                      </a:cubicBezTo>
                      <a:cubicBezTo>
                        <a:pt x="39624" y="187547"/>
                        <a:pt x="30099" y="183928"/>
                        <a:pt x="15526" y="176879"/>
                      </a:cubicBezTo>
                      <a:lnTo>
                        <a:pt x="12573" y="169831"/>
                      </a:lnTo>
                      <a:lnTo>
                        <a:pt x="8477" y="171259"/>
                      </a:lnTo>
                      <a:lnTo>
                        <a:pt x="0" y="145733"/>
                      </a:lnTo>
                      <a:cubicBezTo>
                        <a:pt x="2953" y="142494"/>
                        <a:pt x="12954" y="133255"/>
                        <a:pt x="30004" y="118015"/>
                      </a:cubicBezTo>
                      <a:cubicBezTo>
                        <a:pt x="32290" y="117729"/>
                        <a:pt x="34100" y="118872"/>
                        <a:pt x="35624" y="121349"/>
                      </a:cubicBezTo>
                      <a:cubicBezTo>
                        <a:pt x="37338" y="124492"/>
                        <a:pt x="38767" y="126492"/>
                        <a:pt x="40100" y="127254"/>
                      </a:cubicBezTo>
                      <a:cubicBezTo>
                        <a:pt x="40577" y="130207"/>
                        <a:pt x="44768" y="138113"/>
                        <a:pt x="52674" y="150971"/>
                      </a:cubicBezTo>
                      <a:cubicBezTo>
                        <a:pt x="54674" y="150209"/>
                        <a:pt x="56388" y="149828"/>
                        <a:pt x="57912" y="149828"/>
                      </a:cubicBezTo>
                      <a:cubicBezTo>
                        <a:pt x="60103" y="149828"/>
                        <a:pt x="62579" y="151257"/>
                        <a:pt x="65342" y="154019"/>
                      </a:cubicBezTo>
                      <a:cubicBezTo>
                        <a:pt x="68009" y="156877"/>
                        <a:pt x="70390" y="158305"/>
                        <a:pt x="72390" y="158305"/>
                      </a:cubicBezTo>
                      <a:cubicBezTo>
                        <a:pt x="73343" y="158305"/>
                        <a:pt x="74581" y="157925"/>
                        <a:pt x="76105" y="157258"/>
                      </a:cubicBezTo>
                      <a:cubicBezTo>
                        <a:pt x="75343" y="158687"/>
                        <a:pt x="76391" y="160496"/>
                        <a:pt x="79058" y="162401"/>
                      </a:cubicBezTo>
                      <a:cubicBezTo>
                        <a:pt x="79820" y="155734"/>
                        <a:pt x="85154" y="151924"/>
                        <a:pt x="94965" y="150971"/>
                      </a:cubicBezTo>
                      <a:lnTo>
                        <a:pt x="100870" y="150971"/>
                      </a:lnTo>
                      <a:cubicBezTo>
                        <a:pt x="100394" y="152209"/>
                        <a:pt x="100775" y="153162"/>
                        <a:pt x="102013" y="153924"/>
                      </a:cubicBezTo>
                      <a:cubicBezTo>
                        <a:pt x="103727" y="152686"/>
                        <a:pt x="104585" y="151067"/>
                        <a:pt x="104585" y="149066"/>
                      </a:cubicBezTo>
                      <a:cubicBezTo>
                        <a:pt x="104585" y="148304"/>
                        <a:pt x="104394" y="147257"/>
                        <a:pt x="104109" y="145733"/>
                      </a:cubicBezTo>
                      <a:cubicBezTo>
                        <a:pt x="103727" y="144209"/>
                        <a:pt x="103537" y="143161"/>
                        <a:pt x="103537" y="142399"/>
                      </a:cubicBezTo>
                      <a:cubicBezTo>
                        <a:pt x="103537" y="140684"/>
                        <a:pt x="104013" y="139351"/>
                        <a:pt x="104966" y="138303"/>
                      </a:cubicBezTo>
                      <a:cubicBezTo>
                        <a:pt x="106013" y="136112"/>
                        <a:pt x="103632" y="131826"/>
                        <a:pt x="97917" y="125349"/>
                      </a:cubicBezTo>
                      <a:cubicBezTo>
                        <a:pt x="96203" y="126111"/>
                        <a:pt x="94679" y="126492"/>
                        <a:pt x="93536" y="126492"/>
                      </a:cubicBezTo>
                      <a:cubicBezTo>
                        <a:pt x="91345" y="126492"/>
                        <a:pt x="89154" y="124587"/>
                        <a:pt x="87249" y="120777"/>
                      </a:cubicBezTo>
                      <a:cubicBezTo>
                        <a:pt x="85249" y="116967"/>
                        <a:pt x="83344" y="115062"/>
                        <a:pt x="81344" y="115062"/>
                      </a:cubicBezTo>
                      <a:cubicBezTo>
                        <a:pt x="79820" y="115062"/>
                        <a:pt x="78105" y="115729"/>
                        <a:pt x="76105" y="116967"/>
                      </a:cubicBezTo>
                      <a:cubicBezTo>
                        <a:pt x="73629" y="114491"/>
                        <a:pt x="69723" y="112681"/>
                        <a:pt x="64294" y="111442"/>
                      </a:cubicBezTo>
                      <a:lnTo>
                        <a:pt x="50673" y="108109"/>
                      </a:lnTo>
                      <a:cubicBezTo>
                        <a:pt x="48959" y="103632"/>
                        <a:pt x="45530" y="101060"/>
                        <a:pt x="40291" y="100298"/>
                      </a:cubicBezTo>
                      <a:cubicBezTo>
                        <a:pt x="34100" y="99346"/>
                        <a:pt x="30290" y="97726"/>
                        <a:pt x="28766" y="95536"/>
                      </a:cubicBezTo>
                      <a:lnTo>
                        <a:pt x="25813" y="98488"/>
                      </a:lnTo>
                      <a:cubicBezTo>
                        <a:pt x="25528" y="97726"/>
                        <a:pt x="25432" y="96869"/>
                        <a:pt x="25432" y="95917"/>
                      </a:cubicBezTo>
                      <a:cubicBezTo>
                        <a:pt x="25432" y="94964"/>
                        <a:pt x="25622" y="93345"/>
                        <a:pt x="26004" y="91059"/>
                      </a:cubicBezTo>
                      <a:cubicBezTo>
                        <a:pt x="26384" y="88868"/>
                        <a:pt x="26575" y="87154"/>
                        <a:pt x="26575" y="85916"/>
                      </a:cubicBezTo>
                      <a:cubicBezTo>
                        <a:pt x="26575" y="82677"/>
                        <a:pt x="25337" y="80200"/>
                        <a:pt x="22860" y="78486"/>
                      </a:cubicBezTo>
                      <a:cubicBezTo>
                        <a:pt x="23336" y="77533"/>
                        <a:pt x="23908" y="76486"/>
                        <a:pt x="24479" y="75343"/>
                      </a:cubicBezTo>
                      <a:cubicBezTo>
                        <a:pt x="25146" y="74200"/>
                        <a:pt x="26004" y="73819"/>
                        <a:pt x="27242" y="74009"/>
                      </a:cubicBezTo>
                      <a:cubicBezTo>
                        <a:pt x="28766" y="74962"/>
                        <a:pt x="28956" y="76391"/>
                        <a:pt x="28194" y="78296"/>
                      </a:cubicBezTo>
                      <a:cubicBezTo>
                        <a:pt x="27242" y="80105"/>
                        <a:pt x="28004" y="81439"/>
                        <a:pt x="30195" y="82201"/>
                      </a:cubicBezTo>
                      <a:cubicBezTo>
                        <a:pt x="33433" y="79534"/>
                        <a:pt x="34957" y="76771"/>
                        <a:pt x="34957" y="74009"/>
                      </a:cubicBezTo>
                      <a:cubicBezTo>
                        <a:pt x="34957" y="72771"/>
                        <a:pt x="34386" y="71628"/>
                        <a:pt x="33147" y="70675"/>
                      </a:cubicBezTo>
                      <a:cubicBezTo>
                        <a:pt x="34576" y="70199"/>
                        <a:pt x="36291" y="68866"/>
                        <a:pt x="38291" y="66580"/>
                      </a:cubicBezTo>
                      <a:cubicBezTo>
                        <a:pt x="37815" y="65532"/>
                        <a:pt x="37148" y="65056"/>
                        <a:pt x="36100" y="65056"/>
                      </a:cubicBezTo>
                      <a:cubicBezTo>
                        <a:pt x="35624" y="65056"/>
                        <a:pt x="34671" y="65532"/>
                        <a:pt x="33338" y="66294"/>
                      </a:cubicBezTo>
                      <a:cubicBezTo>
                        <a:pt x="32004" y="67151"/>
                        <a:pt x="30956" y="67628"/>
                        <a:pt x="30195" y="67628"/>
                      </a:cubicBezTo>
                      <a:cubicBezTo>
                        <a:pt x="30195" y="67151"/>
                        <a:pt x="30480" y="66104"/>
                        <a:pt x="31052" y="64675"/>
                      </a:cubicBezTo>
                      <a:cubicBezTo>
                        <a:pt x="31718" y="63246"/>
                        <a:pt x="32004" y="61817"/>
                        <a:pt x="32004" y="60674"/>
                      </a:cubicBezTo>
                      <a:cubicBezTo>
                        <a:pt x="31052" y="61150"/>
                        <a:pt x="30004" y="61436"/>
                        <a:pt x="29052" y="61436"/>
                      </a:cubicBezTo>
                      <a:cubicBezTo>
                        <a:pt x="27051" y="61436"/>
                        <a:pt x="25146" y="59912"/>
                        <a:pt x="23146" y="56959"/>
                      </a:cubicBezTo>
                      <a:cubicBezTo>
                        <a:pt x="20479" y="53245"/>
                        <a:pt x="18574" y="51054"/>
                        <a:pt x="17622" y="50292"/>
                      </a:cubicBezTo>
                      <a:lnTo>
                        <a:pt x="17622" y="37719"/>
                      </a:lnTo>
                      <a:cubicBezTo>
                        <a:pt x="19336" y="36004"/>
                        <a:pt x="21336" y="32861"/>
                        <a:pt x="23718" y="28289"/>
                      </a:cubicBezTo>
                      <a:cubicBezTo>
                        <a:pt x="26004" y="23717"/>
                        <a:pt x="27718" y="20669"/>
                        <a:pt x="28670" y="19241"/>
                      </a:cubicBezTo>
                      <a:cubicBezTo>
                        <a:pt x="31909" y="18288"/>
                        <a:pt x="35624" y="14954"/>
                        <a:pt x="39815" y="9239"/>
                      </a:cubicBezTo>
                      <a:cubicBezTo>
                        <a:pt x="42958" y="4763"/>
                        <a:pt x="46959" y="2858"/>
                        <a:pt x="51626" y="3334"/>
                      </a:cubicBezTo>
                      <a:cubicBezTo>
                        <a:pt x="55817" y="1143"/>
                        <a:pt x="61436" y="95"/>
                        <a:pt x="68675" y="381"/>
                      </a:cubicBezTo>
                      <a:cubicBezTo>
                        <a:pt x="77820" y="667"/>
                        <a:pt x="83725" y="571"/>
                        <a:pt x="86392" y="0"/>
                      </a:cubicBezTo>
                      <a:lnTo>
                        <a:pt x="122301" y="1810"/>
                      </a:lnTo>
                      <a:cubicBezTo>
                        <a:pt x="128969" y="5334"/>
                        <a:pt x="132969" y="7620"/>
                        <a:pt x="134494" y="8858"/>
                      </a:cubicBezTo>
                      <a:cubicBezTo>
                        <a:pt x="138399" y="11811"/>
                        <a:pt x="141066" y="15621"/>
                        <a:pt x="142304" y="20288"/>
                      </a:cubicBezTo>
                      <a:cubicBezTo>
                        <a:pt x="143542" y="19812"/>
                        <a:pt x="144780" y="20098"/>
                        <a:pt x="146018" y="21241"/>
                      </a:cubicBezTo>
                      <a:cubicBezTo>
                        <a:pt x="147257" y="22288"/>
                        <a:pt x="148400" y="23527"/>
                        <a:pt x="149353" y="24765"/>
                      </a:cubicBezTo>
                      <a:cubicBezTo>
                        <a:pt x="146209" y="24765"/>
                        <a:pt x="144590" y="25432"/>
                        <a:pt x="144590" y="26670"/>
                      </a:cubicBezTo>
                      <a:cubicBezTo>
                        <a:pt x="144590" y="27146"/>
                        <a:pt x="145066" y="28099"/>
                        <a:pt x="145923" y="29623"/>
                      </a:cubicBezTo>
                      <a:cubicBezTo>
                        <a:pt x="146781" y="31051"/>
                        <a:pt x="147161" y="32385"/>
                        <a:pt x="147161" y="33338"/>
                      </a:cubicBezTo>
                      <a:cubicBezTo>
                        <a:pt x="147161" y="34290"/>
                        <a:pt x="146590" y="35338"/>
                        <a:pt x="145256" y="36290"/>
                      </a:cubicBezTo>
                      <a:cubicBezTo>
                        <a:pt x="144019" y="35814"/>
                        <a:pt x="143066" y="35528"/>
                        <a:pt x="142304" y="35528"/>
                      </a:cubicBezTo>
                      <a:cubicBezTo>
                        <a:pt x="140780" y="35528"/>
                        <a:pt x="139922" y="37147"/>
                        <a:pt x="139637" y="40386"/>
                      </a:cubicBezTo>
                      <a:cubicBezTo>
                        <a:pt x="139351" y="43625"/>
                        <a:pt x="138685" y="45529"/>
                        <a:pt x="137636" y="46101"/>
                      </a:cubicBezTo>
                      <a:cubicBezTo>
                        <a:pt x="136493" y="46768"/>
                        <a:pt x="134494" y="49435"/>
                        <a:pt x="131541" y="54197"/>
                      </a:cubicBezTo>
                      <a:cubicBezTo>
                        <a:pt x="128588" y="58960"/>
                        <a:pt x="126016" y="61436"/>
                        <a:pt x="123730" y="61436"/>
                      </a:cubicBezTo>
                      <a:cubicBezTo>
                        <a:pt x="121730" y="61436"/>
                        <a:pt x="119635" y="59817"/>
                        <a:pt x="117443" y="56674"/>
                      </a:cubicBezTo>
                      <a:cubicBezTo>
                        <a:pt x="111538" y="48482"/>
                        <a:pt x="105347" y="43339"/>
                        <a:pt x="98965" y="41148"/>
                      </a:cubicBezTo>
                      <a:lnTo>
                        <a:pt x="96012" y="36290"/>
                      </a:lnTo>
                      <a:cubicBezTo>
                        <a:pt x="89821" y="37243"/>
                        <a:pt x="83725" y="38100"/>
                        <a:pt x="77534" y="38862"/>
                      </a:cubicBezTo>
                      <a:cubicBezTo>
                        <a:pt x="70390" y="40386"/>
                        <a:pt x="65151" y="44196"/>
                        <a:pt x="61913" y="50387"/>
                      </a:cubicBezTo>
                      <a:cubicBezTo>
                        <a:pt x="61151" y="56293"/>
                        <a:pt x="62485" y="60960"/>
                        <a:pt x="65627" y="64484"/>
                      </a:cubicBezTo>
                      <a:cubicBezTo>
                        <a:pt x="67628" y="66770"/>
                        <a:pt x="71343" y="69247"/>
                        <a:pt x="76867" y="71914"/>
                      </a:cubicBezTo>
                      <a:cubicBezTo>
                        <a:pt x="82391" y="74676"/>
                        <a:pt x="86297" y="77153"/>
                        <a:pt x="88488" y="79343"/>
                      </a:cubicBezTo>
                      <a:lnTo>
                        <a:pt x="97727" y="79343"/>
                      </a:lnTo>
                      <a:cubicBezTo>
                        <a:pt x="101441" y="82772"/>
                        <a:pt x="107252" y="86868"/>
                        <a:pt x="115158" y="91535"/>
                      </a:cubicBezTo>
                      <a:cubicBezTo>
                        <a:pt x="116681" y="90773"/>
                        <a:pt x="118015" y="90392"/>
                        <a:pt x="119253" y="90392"/>
                      </a:cubicBezTo>
                      <a:cubicBezTo>
                        <a:pt x="121444" y="90392"/>
                        <a:pt x="124206" y="91726"/>
                        <a:pt x="127445" y="94297"/>
                      </a:cubicBezTo>
                      <a:cubicBezTo>
                        <a:pt x="130588" y="96869"/>
                        <a:pt x="133065" y="98298"/>
                        <a:pt x="134874" y="98584"/>
                      </a:cubicBezTo>
                      <a:cubicBezTo>
                        <a:pt x="134588" y="98870"/>
                        <a:pt x="134494" y="99250"/>
                        <a:pt x="134494" y="99727"/>
                      </a:cubicBezTo>
                      <a:cubicBezTo>
                        <a:pt x="134494" y="100965"/>
                        <a:pt x="135350" y="102489"/>
                        <a:pt x="136875" y="104299"/>
                      </a:cubicBezTo>
                      <a:cubicBezTo>
                        <a:pt x="138494" y="106108"/>
                        <a:pt x="140304" y="107061"/>
                        <a:pt x="142304" y="107061"/>
                      </a:cubicBezTo>
                      <a:lnTo>
                        <a:pt x="146304" y="107061"/>
                      </a:lnTo>
                      <a:close/>
                      <a:moveTo>
                        <a:pt x="19622" y="62484"/>
                      </a:moveTo>
                      <a:lnTo>
                        <a:pt x="17431" y="57626"/>
                      </a:lnTo>
                      <a:lnTo>
                        <a:pt x="21527" y="60579"/>
                      </a:lnTo>
                      <a:lnTo>
                        <a:pt x="19622" y="62389"/>
                      </a:lnTo>
                      <a:close/>
                      <a:moveTo>
                        <a:pt x="19622" y="73914"/>
                      </a:moveTo>
                      <a:lnTo>
                        <a:pt x="18479" y="72104"/>
                      </a:lnTo>
                      <a:cubicBezTo>
                        <a:pt x="19431" y="72104"/>
                        <a:pt x="20765" y="71533"/>
                        <a:pt x="22193" y="70485"/>
                      </a:cubicBezTo>
                      <a:cubicBezTo>
                        <a:pt x="23718" y="69342"/>
                        <a:pt x="24575" y="68866"/>
                        <a:pt x="24861" y="68866"/>
                      </a:cubicBezTo>
                      <a:cubicBezTo>
                        <a:pt x="25337" y="68866"/>
                        <a:pt x="25528" y="69151"/>
                        <a:pt x="25528" y="69628"/>
                      </a:cubicBezTo>
                      <a:cubicBezTo>
                        <a:pt x="24861" y="70675"/>
                        <a:pt x="23908" y="71628"/>
                        <a:pt x="22956" y="72580"/>
                      </a:cubicBezTo>
                      <a:cubicBezTo>
                        <a:pt x="22003" y="73533"/>
                        <a:pt x="20860" y="74009"/>
                        <a:pt x="19622" y="74009"/>
                      </a:cubicBezTo>
                      <a:close/>
                      <a:moveTo>
                        <a:pt x="21527" y="53530"/>
                      </a:moveTo>
                      <a:lnTo>
                        <a:pt x="25528" y="53530"/>
                      </a:lnTo>
                      <a:cubicBezTo>
                        <a:pt x="24861" y="51816"/>
                        <a:pt x="24385" y="50768"/>
                        <a:pt x="24385" y="50197"/>
                      </a:cubicBezTo>
                      <a:lnTo>
                        <a:pt x="21431" y="53530"/>
                      </a:lnTo>
                      <a:close/>
                      <a:moveTo>
                        <a:pt x="22670" y="78296"/>
                      </a:moveTo>
                      <a:cubicBezTo>
                        <a:pt x="22193" y="78772"/>
                        <a:pt x="21813" y="78676"/>
                        <a:pt x="21527" y="77914"/>
                      </a:cubicBezTo>
                      <a:lnTo>
                        <a:pt x="22193" y="77914"/>
                      </a:lnTo>
                      <a:cubicBezTo>
                        <a:pt x="22193" y="77914"/>
                        <a:pt x="22289" y="78296"/>
                        <a:pt x="22575" y="78296"/>
                      </a:cubicBezTo>
                      <a:close/>
                      <a:moveTo>
                        <a:pt x="91821" y="145637"/>
                      </a:moveTo>
                      <a:lnTo>
                        <a:pt x="91821" y="147828"/>
                      </a:lnTo>
                      <a:lnTo>
                        <a:pt x="81439" y="149733"/>
                      </a:lnTo>
                      <a:cubicBezTo>
                        <a:pt x="81915" y="148209"/>
                        <a:pt x="83344" y="147257"/>
                        <a:pt x="85535" y="146780"/>
                      </a:cubicBezTo>
                      <a:cubicBezTo>
                        <a:pt x="87725" y="146304"/>
                        <a:pt x="89821" y="145923"/>
                        <a:pt x="91821" y="145733"/>
                      </a:cubicBezTo>
                      <a:close/>
                      <a:moveTo>
                        <a:pt x="94774" y="210407"/>
                      </a:moveTo>
                      <a:cubicBezTo>
                        <a:pt x="95536" y="210884"/>
                        <a:pt x="95822" y="213265"/>
                        <a:pt x="95822" y="217456"/>
                      </a:cubicBezTo>
                      <a:lnTo>
                        <a:pt x="91726" y="217456"/>
                      </a:lnTo>
                      <a:lnTo>
                        <a:pt x="94679" y="210407"/>
                      </a:lnTo>
                      <a:close/>
                      <a:moveTo>
                        <a:pt x="98870" y="204121"/>
                      </a:moveTo>
                      <a:lnTo>
                        <a:pt x="98870" y="201168"/>
                      </a:lnTo>
                      <a:lnTo>
                        <a:pt x="102966" y="201168"/>
                      </a:lnTo>
                      <a:lnTo>
                        <a:pt x="102966" y="204121"/>
                      </a:lnTo>
                      <a:lnTo>
                        <a:pt x="98870" y="204121"/>
                      </a:lnTo>
                      <a:close/>
                      <a:moveTo>
                        <a:pt x="113348" y="136684"/>
                      </a:moveTo>
                      <a:cubicBezTo>
                        <a:pt x="113824" y="134493"/>
                        <a:pt x="113348" y="132017"/>
                        <a:pt x="112205" y="129254"/>
                      </a:cubicBezTo>
                      <a:lnTo>
                        <a:pt x="107823" y="136684"/>
                      </a:lnTo>
                      <a:lnTo>
                        <a:pt x="113348" y="136684"/>
                      </a:lnTo>
                      <a:close/>
                      <a:moveTo>
                        <a:pt x="117348" y="119729"/>
                      </a:moveTo>
                      <a:cubicBezTo>
                        <a:pt x="117825" y="122206"/>
                        <a:pt x="121825" y="124016"/>
                        <a:pt x="129254" y="125254"/>
                      </a:cubicBezTo>
                      <a:lnTo>
                        <a:pt x="117348" y="119729"/>
                      </a:lnTo>
                      <a:close/>
                      <a:moveTo>
                        <a:pt x="129254" y="224790"/>
                      </a:moveTo>
                      <a:cubicBezTo>
                        <a:pt x="129064" y="225742"/>
                        <a:pt x="128778" y="226600"/>
                        <a:pt x="128493" y="227362"/>
                      </a:cubicBezTo>
                      <a:cubicBezTo>
                        <a:pt x="127254" y="229362"/>
                        <a:pt x="125921" y="230219"/>
                        <a:pt x="124397" y="229934"/>
                      </a:cubicBezTo>
                      <a:cubicBezTo>
                        <a:pt x="122206" y="229934"/>
                        <a:pt x="120778" y="229553"/>
                        <a:pt x="120301" y="228791"/>
                      </a:cubicBezTo>
                      <a:lnTo>
                        <a:pt x="129160" y="224790"/>
                      </a:lnTo>
                      <a:close/>
                      <a:moveTo>
                        <a:pt x="126302" y="201073"/>
                      </a:moveTo>
                      <a:cubicBezTo>
                        <a:pt x="126778" y="202311"/>
                        <a:pt x="128302" y="202883"/>
                        <a:pt x="130779" y="202883"/>
                      </a:cubicBezTo>
                      <a:lnTo>
                        <a:pt x="123349" y="204025"/>
                      </a:lnTo>
                      <a:lnTo>
                        <a:pt x="126302" y="201073"/>
                      </a:lnTo>
                      <a:close/>
                      <a:moveTo>
                        <a:pt x="130779" y="135255"/>
                      </a:moveTo>
                      <a:cubicBezTo>
                        <a:pt x="133445" y="136017"/>
                        <a:pt x="135827" y="134969"/>
                        <a:pt x="137827" y="132302"/>
                      </a:cubicBezTo>
                      <a:cubicBezTo>
                        <a:pt x="136779" y="131064"/>
                        <a:pt x="135255" y="130683"/>
                        <a:pt x="132969" y="131254"/>
                      </a:cubicBezTo>
                      <a:cubicBezTo>
                        <a:pt x="130779" y="131731"/>
                        <a:pt x="130016" y="133064"/>
                        <a:pt x="130779" y="135350"/>
                      </a:cubicBezTo>
                      <a:close/>
                      <a:moveTo>
                        <a:pt x="137827" y="182594"/>
                      </a:moveTo>
                      <a:cubicBezTo>
                        <a:pt x="137065" y="180118"/>
                        <a:pt x="137922" y="178689"/>
                        <a:pt x="140399" y="178117"/>
                      </a:cubicBezTo>
                      <a:cubicBezTo>
                        <a:pt x="139351" y="178403"/>
                        <a:pt x="140970" y="178499"/>
                        <a:pt x="145161" y="178499"/>
                      </a:cubicBezTo>
                      <a:cubicBezTo>
                        <a:pt x="144875" y="178499"/>
                        <a:pt x="144113" y="179260"/>
                        <a:pt x="142780" y="180689"/>
                      </a:cubicBezTo>
                      <a:cubicBezTo>
                        <a:pt x="141447" y="182213"/>
                        <a:pt x="140208" y="182880"/>
                        <a:pt x="139256" y="182880"/>
                      </a:cubicBezTo>
                      <a:cubicBezTo>
                        <a:pt x="138779" y="182880"/>
                        <a:pt x="138303" y="182785"/>
                        <a:pt x="137732" y="182499"/>
                      </a:cubicBezTo>
                      <a:close/>
                      <a:moveTo>
                        <a:pt x="142304" y="112681"/>
                      </a:moveTo>
                      <a:cubicBezTo>
                        <a:pt x="141542" y="111252"/>
                        <a:pt x="140589" y="110680"/>
                        <a:pt x="139351" y="111252"/>
                      </a:cubicBezTo>
                      <a:cubicBezTo>
                        <a:pt x="138113" y="111728"/>
                        <a:pt x="137636" y="112585"/>
                        <a:pt x="137827" y="113824"/>
                      </a:cubicBezTo>
                      <a:lnTo>
                        <a:pt x="142304" y="114871"/>
                      </a:lnTo>
                      <a:lnTo>
                        <a:pt x="142304" y="112681"/>
                      </a:lnTo>
                      <a:close/>
                      <a:moveTo>
                        <a:pt x="141161" y="151924"/>
                      </a:moveTo>
                      <a:cubicBezTo>
                        <a:pt x="143923" y="149733"/>
                        <a:pt x="145161" y="148495"/>
                        <a:pt x="145161" y="148209"/>
                      </a:cubicBezTo>
                      <a:cubicBezTo>
                        <a:pt x="145161" y="147257"/>
                        <a:pt x="144209" y="146399"/>
                        <a:pt x="142209" y="145637"/>
                      </a:cubicBezTo>
                      <a:lnTo>
                        <a:pt x="141066" y="151924"/>
                      </a:lnTo>
                      <a:cubicBezTo>
                        <a:pt x="140113" y="153162"/>
                        <a:pt x="139922" y="154305"/>
                        <a:pt x="140684" y="155258"/>
                      </a:cubicBezTo>
                      <a:lnTo>
                        <a:pt x="141066" y="151924"/>
                      </a:lnTo>
                      <a:close/>
                      <a:moveTo>
                        <a:pt x="151162" y="124111"/>
                      </a:moveTo>
                      <a:cubicBezTo>
                        <a:pt x="151924" y="121634"/>
                        <a:pt x="152305" y="120587"/>
                        <a:pt x="152305" y="120777"/>
                      </a:cubicBezTo>
                      <a:cubicBezTo>
                        <a:pt x="152019" y="120015"/>
                        <a:pt x="150019" y="119634"/>
                        <a:pt x="146400" y="119634"/>
                      </a:cubicBezTo>
                      <a:lnTo>
                        <a:pt x="151257" y="124016"/>
                      </a:lnTo>
                      <a:close/>
                      <a:moveTo>
                        <a:pt x="165545" y="149638"/>
                      </a:moveTo>
                      <a:lnTo>
                        <a:pt x="170784" y="152591"/>
                      </a:lnTo>
                      <a:lnTo>
                        <a:pt x="160782" y="153638"/>
                      </a:lnTo>
                      <a:lnTo>
                        <a:pt x="165545" y="149542"/>
                      </a:lnTo>
                      <a:close/>
                      <a:moveTo>
                        <a:pt x="166688" y="175546"/>
                      </a:moveTo>
                      <a:cubicBezTo>
                        <a:pt x="167164" y="176308"/>
                        <a:pt x="169164" y="176689"/>
                        <a:pt x="172594" y="176689"/>
                      </a:cubicBezTo>
                      <a:lnTo>
                        <a:pt x="166688" y="181546"/>
                      </a:lnTo>
                      <a:lnTo>
                        <a:pt x="166688" y="175641"/>
                      </a:lnTo>
                      <a:close/>
                      <a:moveTo>
                        <a:pt x="169641" y="219932"/>
                      </a:moveTo>
                      <a:cubicBezTo>
                        <a:pt x="169641" y="219456"/>
                        <a:pt x="169926" y="218980"/>
                        <a:pt x="170402" y="218408"/>
                      </a:cubicBezTo>
                      <a:lnTo>
                        <a:pt x="169641" y="219932"/>
                      </a:lnTo>
                      <a:close/>
                      <a:moveTo>
                        <a:pt x="170402" y="218408"/>
                      </a:moveTo>
                      <a:lnTo>
                        <a:pt x="172594" y="215455"/>
                      </a:lnTo>
                      <a:lnTo>
                        <a:pt x="173736" y="217265"/>
                      </a:lnTo>
                      <a:cubicBezTo>
                        <a:pt x="172784" y="217265"/>
                        <a:pt x="171641" y="217646"/>
                        <a:pt x="170402" y="218313"/>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62" name="Google Shape;1162;p99"/>
              <p:cNvGrpSpPr/>
              <p:nvPr/>
            </p:nvGrpSpPr>
            <p:grpSpPr>
              <a:xfrm>
                <a:off x="11977872" y="4988529"/>
                <a:ext cx="1343405" cy="256984"/>
                <a:chOff x="6724554" y="2706624"/>
                <a:chExt cx="1343405" cy="256984"/>
              </a:xfrm>
            </p:grpSpPr>
            <p:sp>
              <p:nvSpPr>
                <p:cNvPr id="1163" name="Google Shape;1163;p99"/>
                <p:cNvSpPr/>
                <p:nvPr/>
              </p:nvSpPr>
              <p:spPr>
                <a:xfrm>
                  <a:off x="6724554" y="2713672"/>
                  <a:ext cx="200882" cy="240791"/>
                </a:xfrm>
                <a:custGeom>
                  <a:avLst/>
                  <a:gdLst/>
                  <a:ahLst/>
                  <a:cxnLst/>
                  <a:rect l="l" t="t" r="r" b="b"/>
                  <a:pathLst>
                    <a:path w="200882" h="240791" extrusionOk="0">
                      <a:moveTo>
                        <a:pt x="156496" y="196310"/>
                      </a:moveTo>
                      <a:cubicBezTo>
                        <a:pt x="155829" y="198882"/>
                        <a:pt x="155448" y="201263"/>
                        <a:pt x="155448" y="203454"/>
                      </a:cubicBezTo>
                      <a:cubicBezTo>
                        <a:pt x="155448" y="206883"/>
                        <a:pt x="156305" y="210788"/>
                        <a:pt x="158020" y="215265"/>
                      </a:cubicBezTo>
                      <a:cubicBezTo>
                        <a:pt x="160401" y="220694"/>
                        <a:pt x="161735" y="224314"/>
                        <a:pt x="162116" y="226028"/>
                      </a:cubicBezTo>
                      <a:cubicBezTo>
                        <a:pt x="162973" y="227076"/>
                        <a:pt x="163449" y="228029"/>
                        <a:pt x="163449" y="229172"/>
                      </a:cubicBezTo>
                      <a:cubicBezTo>
                        <a:pt x="163449" y="230410"/>
                        <a:pt x="162687" y="231839"/>
                        <a:pt x="161163" y="233553"/>
                      </a:cubicBezTo>
                      <a:cubicBezTo>
                        <a:pt x="158972" y="236125"/>
                        <a:pt x="157639" y="237649"/>
                        <a:pt x="157353" y="238220"/>
                      </a:cubicBezTo>
                      <a:cubicBezTo>
                        <a:pt x="155638" y="237839"/>
                        <a:pt x="153734" y="237649"/>
                        <a:pt x="151733" y="237649"/>
                      </a:cubicBezTo>
                      <a:cubicBezTo>
                        <a:pt x="149733" y="237649"/>
                        <a:pt x="146590" y="237839"/>
                        <a:pt x="142494" y="238316"/>
                      </a:cubicBezTo>
                      <a:cubicBezTo>
                        <a:pt x="138398" y="238697"/>
                        <a:pt x="135350" y="238887"/>
                        <a:pt x="133541" y="238887"/>
                      </a:cubicBezTo>
                      <a:cubicBezTo>
                        <a:pt x="126397" y="238887"/>
                        <a:pt x="121158" y="236696"/>
                        <a:pt x="117920" y="232220"/>
                      </a:cubicBezTo>
                      <a:cubicBezTo>
                        <a:pt x="118967" y="229934"/>
                        <a:pt x="119539" y="227933"/>
                        <a:pt x="119539" y="226028"/>
                      </a:cubicBezTo>
                      <a:cubicBezTo>
                        <a:pt x="119539" y="223266"/>
                        <a:pt x="118110" y="220218"/>
                        <a:pt x="115157" y="216789"/>
                      </a:cubicBezTo>
                      <a:cubicBezTo>
                        <a:pt x="111062" y="212217"/>
                        <a:pt x="108585" y="209074"/>
                        <a:pt x="107918" y="207550"/>
                      </a:cubicBezTo>
                      <a:cubicBezTo>
                        <a:pt x="107061" y="207169"/>
                        <a:pt x="106109" y="207074"/>
                        <a:pt x="105061" y="207074"/>
                      </a:cubicBezTo>
                      <a:cubicBezTo>
                        <a:pt x="103727" y="207074"/>
                        <a:pt x="101441" y="207454"/>
                        <a:pt x="98203" y="208217"/>
                      </a:cubicBezTo>
                      <a:cubicBezTo>
                        <a:pt x="94964" y="208979"/>
                        <a:pt x="92583" y="209360"/>
                        <a:pt x="91345" y="209360"/>
                      </a:cubicBezTo>
                      <a:cubicBezTo>
                        <a:pt x="87916" y="209360"/>
                        <a:pt x="85725" y="207836"/>
                        <a:pt x="84677" y="204788"/>
                      </a:cubicBezTo>
                      <a:lnTo>
                        <a:pt x="82582" y="204788"/>
                      </a:lnTo>
                      <a:cubicBezTo>
                        <a:pt x="82582" y="203645"/>
                        <a:pt x="82296" y="202025"/>
                        <a:pt x="81820" y="200025"/>
                      </a:cubicBezTo>
                      <a:cubicBezTo>
                        <a:pt x="81344" y="198025"/>
                        <a:pt x="81058" y="196691"/>
                        <a:pt x="81058" y="196025"/>
                      </a:cubicBezTo>
                      <a:cubicBezTo>
                        <a:pt x="81058" y="194691"/>
                        <a:pt x="81534" y="193548"/>
                        <a:pt x="82582" y="192691"/>
                      </a:cubicBezTo>
                      <a:cubicBezTo>
                        <a:pt x="81725" y="191548"/>
                        <a:pt x="81344" y="190310"/>
                        <a:pt x="81344" y="189071"/>
                      </a:cubicBezTo>
                      <a:cubicBezTo>
                        <a:pt x="81344" y="188024"/>
                        <a:pt x="81820" y="186595"/>
                        <a:pt x="82582" y="184595"/>
                      </a:cubicBezTo>
                      <a:cubicBezTo>
                        <a:pt x="83439" y="182594"/>
                        <a:pt x="83915" y="181166"/>
                        <a:pt x="83915" y="180118"/>
                      </a:cubicBezTo>
                      <a:cubicBezTo>
                        <a:pt x="83915" y="179451"/>
                        <a:pt x="83725" y="178689"/>
                        <a:pt x="83439" y="177832"/>
                      </a:cubicBezTo>
                      <a:cubicBezTo>
                        <a:pt x="84963" y="175260"/>
                        <a:pt x="89535" y="173927"/>
                        <a:pt x="97060" y="173736"/>
                      </a:cubicBezTo>
                      <a:cubicBezTo>
                        <a:pt x="103918" y="173546"/>
                        <a:pt x="107252" y="172403"/>
                        <a:pt x="107252" y="170117"/>
                      </a:cubicBezTo>
                      <a:cubicBezTo>
                        <a:pt x="107252" y="168783"/>
                        <a:pt x="106299" y="166688"/>
                        <a:pt x="104489" y="164021"/>
                      </a:cubicBezTo>
                      <a:lnTo>
                        <a:pt x="108109" y="164021"/>
                      </a:lnTo>
                      <a:cubicBezTo>
                        <a:pt x="107918" y="165354"/>
                        <a:pt x="108395" y="166973"/>
                        <a:pt x="109347" y="168878"/>
                      </a:cubicBezTo>
                      <a:cubicBezTo>
                        <a:pt x="109823" y="168402"/>
                        <a:pt x="110204" y="166973"/>
                        <a:pt x="110395" y="164783"/>
                      </a:cubicBezTo>
                      <a:cubicBezTo>
                        <a:pt x="110585" y="163068"/>
                        <a:pt x="111538" y="162116"/>
                        <a:pt x="113252" y="161925"/>
                      </a:cubicBezTo>
                      <a:lnTo>
                        <a:pt x="110109" y="158877"/>
                      </a:lnTo>
                      <a:lnTo>
                        <a:pt x="113252" y="158115"/>
                      </a:lnTo>
                      <a:lnTo>
                        <a:pt x="110966" y="156020"/>
                      </a:lnTo>
                      <a:cubicBezTo>
                        <a:pt x="110966" y="156020"/>
                        <a:pt x="111728" y="156496"/>
                        <a:pt x="112204" y="156496"/>
                      </a:cubicBezTo>
                      <a:cubicBezTo>
                        <a:pt x="112871" y="156496"/>
                        <a:pt x="113824" y="156115"/>
                        <a:pt x="115157" y="155353"/>
                      </a:cubicBezTo>
                      <a:cubicBezTo>
                        <a:pt x="116396" y="154591"/>
                        <a:pt x="117348" y="154210"/>
                        <a:pt x="117824" y="154210"/>
                      </a:cubicBezTo>
                      <a:cubicBezTo>
                        <a:pt x="118682" y="154210"/>
                        <a:pt x="119253" y="155067"/>
                        <a:pt x="119348" y="156782"/>
                      </a:cubicBezTo>
                      <a:cubicBezTo>
                        <a:pt x="118872" y="156782"/>
                        <a:pt x="116777" y="157448"/>
                        <a:pt x="113252" y="158877"/>
                      </a:cubicBezTo>
                      <a:cubicBezTo>
                        <a:pt x="113443" y="159068"/>
                        <a:pt x="114776" y="159925"/>
                        <a:pt x="117348" y="161449"/>
                      </a:cubicBezTo>
                      <a:cubicBezTo>
                        <a:pt x="118872" y="162497"/>
                        <a:pt x="119729" y="163544"/>
                        <a:pt x="119729" y="164497"/>
                      </a:cubicBezTo>
                      <a:cubicBezTo>
                        <a:pt x="119729" y="164973"/>
                        <a:pt x="119634" y="165545"/>
                        <a:pt x="119444" y="166021"/>
                      </a:cubicBezTo>
                      <a:cubicBezTo>
                        <a:pt x="120301" y="165545"/>
                        <a:pt x="120872" y="164592"/>
                        <a:pt x="121253" y="163259"/>
                      </a:cubicBezTo>
                      <a:cubicBezTo>
                        <a:pt x="121634" y="161925"/>
                        <a:pt x="121539" y="160877"/>
                        <a:pt x="120968" y="160211"/>
                      </a:cubicBezTo>
                      <a:lnTo>
                        <a:pt x="124301" y="156877"/>
                      </a:lnTo>
                      <a:lnTo>
                        <a:pt x="117348" y="150495"/>
                      </a:lnTo>
                      <a:lnTo>
                        <a:pt x="118110" y="149162"/>
                      </a:lnTo>
                      <a:cubicBezTo>
                        <a:pt x="117634" y="148495"/>
                        <a:pt x="117062" y="148114"/>
                        <a:pt x="116300" y="148114"/>
                      </a:cubicBezTo>
                      <a:cubicBezTo>
                        <a:pt x="116015" y="148114"/>
                        <a:pt x="115253" y="148495"/>
                        <a:pt x="114110" y="149352"/>
                      </a:cubicBezTo>
                      <a:cubicBezTo>
                        <a:pt x="112967" y="150209"/>
                        <a:pt x="111919" y="150495"/>
                        <a:pt x="110966" y="150400"/>
                      </a:cubicBezTo>
                      <a:cubicBezTo>
                        <a:pt x="110585" y="150209"/>
                        <a:pt x="108395" y="150114"/>
                        <a:pt x="104299" y="150114"/>
                      </a:cubicBezTo>
                      <a:cubicBezTo>
                        <a:pt x="101918" y="150114"/>
                        <a:pt x="100584" y="148495"/>
                        <a:pt x="100489" y="145256"/>
                      </a:cubicBezTo>
                      <a:cubicBezTo>
                        <a:pt x="99155" y="144780"/>
                        <a:pt x="98488" y="143732"/>
                        <a:pt x="98488" y="142208"/>
                      </a:cubicBezTo>
                      <a:cubicBezTo>
                        <a:pt x="98488" y="141542"/>
                        <a:pt x="98679" y="140399"/>
                        <a:pt x="98965" y="138875"/>
                      </a:cubicBezTo>
                      <a:cubicBezTo>
                        <a:pt x="99346" y="137351"/>
                        <a:pt x="99441" y="136112"/>
                        <a:pt x="99441" y="135255"/>
                      </a:cubicBezTo>
                      <a:cubicBezTo>
                        <a:pt x="99441" y="133064"/>
                        <a:pt x="98012" y="131731"/>
                        <a:pt x="95345" y="131445"/>
                      </a:cubicBezTo>
                      <a:cubicBezTo>
                        <a:pt x="94869" y="130588"/>
                        <a:pt x="94583" y="129540"/>
                        <a:pt x="94583" y="128397"/>
                      </a:cubicBezTo>
                      <a:cubicBezTo>
                        <a:pt x="94583" y="127921"/>
                        <a:pt x="94679" y="127064"/>
                        <a:pt x="94869" y="126016"/>
                      </a:cubicBezTo>
                      <a:cubicBezTo>
                        <a:pt x="95060" y="124873"/>
                        <a:pt x="95060" y="124111"/>
                        <a:pt x="95060" y="123539"/>
                      </a:cubicBezTo>
                      <a:cubicBezTo>
                        <a:pt x="95060" y="121825"/>
                        <a:pt x="94202" y="120491"/>
                        <a:pt x="92488" y="119444"/>
                      </a:cubicBezTo>
                      <a:lnTo>
                        <a:pt x="89726" y="118682"/>
                      </a:lnTo>
                      <a:cubicBezTo>
                        <a:pt x="91059" y="116967"/>
                        <a:pt x="91821" y="115157"/>
                        <a:pt x="91821" y="113348"/>
                      </a:cubicBezTo>
                      <a:cubicBezTo>
                        <a:pt x="91821" y="111633"/>
                        <a:pt x="91250" y="109538"/>
                        <a:pt x="90011" y="106966"/>
                      </a:cubicBezTo>
                      <a:cubicBezTo>
                        <a:pt x="88963" y="105061"/>
                        <a:pt x="88011" y="103156"/>
                        <a:pt x="86963" y="101060"/>
                      </a:cubicBezTo>
                      <a:cubicBezTo>
                        <a:pt x="87821" y="100584"/>
                        <a:pt x="88392" y="99822"/>
                        <a:pt x="88487" y="98774"/>
                      </a:cubicBezTo>
                      <a:cubicBezTo>
                        <a:pt x="88678" y="97536"/>
                        <a:pt x="88106" y="96679"/>
                        <a:pt x="86963" y="96203"/>
                      </a:cubicBezTo>
                      <a:lnTo>
                        <a:pt x="82868" y="96965"/>
                      </a:lnTo>
                      <a:lnTo>
                        <a:pt x="81820" y="89821"/>
                      </a:lnTo>
                      <a:cubicBezTo>
                        <a:pt x="80486" y="90107"/>
                        <a:pt x="79724" y="91154"/>
                        <a:pt x="79724" y="92869"/>
                      </a:cubicBezTo>
                      <a:cubicBezTo>
                        <a:pt x="79629" y="94583"/>
                        <a:pt x="78772" y="95631"/>
                        <a:pt x="76962" y="96203"/>
                      </a:cubicBezTo>
                      <a:cubicBezTo>
                        <a:pt x="77343" y="97250"/>
                        <a:pt x="77438" y="98203"/>
                        <a:pt x="77438" y="99060"/>
                      </a:cubicBezTo>
                      <a:cubicBezTo>
                        <a:pt x="77438" y="100584"/>
                        <a:pt x="76771" y="102775"/>
                        <a:pt x="75438" y="105442"/>
                      </a:cubicBezTo>
                      <a:cubicBezTo>
                        <a:pt x="74104" y="108204"/>
                        <a:pt x="73438" y="111062"/>
                        <a:pt x="73628" y="113919"/>
                      </a:cubicBezTo>
                      <a:cubicBezTo>
                        <a:pt x="71057" y="115253"/>
                        <a:pt x="69628" y="117539"/>
                        <a:pt x="69247" y="120777"/>
                      </a:cubicBezTo>
                      <a:cubicBezTo>
                        <a:pt x="68675" y="125444"/>
                        <a:pt x="68294" y="128016"/>
                        <a:pt x="68009" y="128492"/>
                      </a:cubicBezTo>
                      <a:cubicBezTo>
                        <a:pt x="67151" y="128302"/>
                        <a:pt x="66008" y="129540"/>
                        <a:pt x="64675" y="132112"/>
                      </a:cubicBezTo>
                      <a:cubicBezTo>
                        <a:pt x="63151" y="135350"/>
                        <a:pt x="61627" y="137446"/>
                        <a:pt x="60103" y="138494"/>
                      </a:cubicBezTo>
                      <a:cubicBezTo>
                        <a:pt x="60103" y="138779"/>
                        <a:pt x="60770" y="139732"/>
                        <a:pt x="62103" y="141351"/>
                      </a:cubicBezTo>
                      <a:lnTo>
                        <a:pt x="63913" y="139256"/>
                      </a:lnTo>
                      <a:cubicBezTo>
                        <a:pt x="63913" y="139256"/>
                        <a:pt x="64389" y="139732"/>
                        <a:pt x="64389" y="140018"/>
                      </a:cubicBezTo>
                      <a:cubicBezTo>
                        <a:pt x="64389" y="140589"/>
                        <a:pt x="64008" y="141446"/>
                        <a:pt x="63246" y="142875"/>
                      </a:cubicBezTo>
                      <a:cubicBezTo>
                        <a:pt x="62484" y="144209"/>
                        <a:pt x="62103" y="145066"/>
                        <a:pt x="62103" y="145447"/>
                      </a:cubicBezTo>
                      <a:cubicBezTo>
                        <a:pt x="60770" y="147352"/>
                        <a:pt x="60103" y="148304"/>
                        <a:pt x="60103" y="148495"/>
                      </a:cubicBezTo>
                      <a:lnTo>
                        <a:pt x="62103" y="150590"/>
                      </a:lnTo>
                      <a:cubicBezTo>
                        <a:pt x="62579" y="149733"/>
                        <a:pt x="63246" y="149257"/>
                        <a:pt x="63913" y="149257"/>
                      </a:cubicBezTo>
                      <a:lnTo>
                        <a:pt x="63913" y="151352"/>
                      </a:lnTo>
                      <a:cubicBezTo>
                        <a:pt x="63151" y="151067"/>
                        <a:pt x="62579" y="150781"/>
                        <a:pt x="62103" y="150781"/>
                      </a:cubicBezTo>
                      <a:cubicBezTo>
                        <a:pt x="60770" y="150781"/>
                        <a:pt x="59722" y="152495"/>
                        <a:pt x="59055" y="155924"/>
                      </a:cubicBezTo>
                      <a:cubicBezTo>
                        <a:pt x="58198" y="159829"/>
                        <a:pt x="57150" y="162211"/>
                        <a:pt x="55912" y="163068"/>
                      </a:cubicBezTo>
                      <a:cubicBezTo>
                        <a:pt x="56960" y="163925"/>
                        <a:pt x="57721" y="165735"/>
                        <a:pt x="58198" y="168593"/>
                      </a:cubicBezTo>
                      <a:cubicBezTo>
                        <a:pt x="58769" y="171355"/>
                        <a:pt x="60008" y="173165"/>
                        <a:pt x="62008" y="173831"/>
                      </a:cubicBezTo>
                      <a:cubicBezTo>
                        <a:pt x="63055" y="173165"/>
                        <a:pt x="65437" y="172879"/>
                        <a:pt x="69152" y="173069"/>
                      </a:cubicBezTo>
                      <a:cubicBezTo>
                        <a:pt x="72390" y="173069"/>
                        <a:pt x="74295" y="172593"/>
                        <a:pt x="74771" y="171831"/>
                      </a:cubicBezTo>
                      <a:cubicBezTo>
                        <a:pt x="74867" y="173736"/>
                        <a:pt x="75533" y="177832"/>
                        <a:pt x="76581" y="184118"/>
                      </a:cubicBezTo>
                      <a:cubicBezTo>
                        <a:pt x="77438" y="189071"/>
                        <a:pt x="77819" y="193072"/>
                        <a:pt x="77819" y="196215"/>
                      </a:cubicBezTo>
                      <a:cubicBezTo>
                        <a:pt x="77819" y="200978"/>
                        <a:pt x="77057" y="205550"/>
                        <a:pt x="75533" y="209741"/>
                      </a:cubicBezTo>
                      <a:cubicBezTo>
                        <a:pt x="73152" y="210407"/>
                        <a:pt x="69152" y="210693"/>
                        <a:pt x="63627" y="210503"/>
                      </a:cubicBezTo>
                      <a:cubicBezTo>
                        <a:pt x="58103" y="210312"/>
                        <a:pt x="53816" y="211074"/>
                        <a:pt x="50959" y="212598"/>
                      </a:cubicBezTo>
                      <a:lnTo>
                        <a:pt x="52292" y="213360"/>
                      </a:lnTo>
                      <a:cubicBezTo>
                        <a:pt x="48196" y="214408"/>
                        <a:pt x="45815" y="217361"/>
                        <a:pt x="45149" y="222314"/>
                      </a:cubicBezTo>
                      <a:cubicBezTo>
                        <a:pt x="44768" y="226409"/>
                        <a:pt x="44387" y="230410"/>
                        <a:pt x="43815" y="234410"/>
                      </a:cubicBezTo>
                      <a:cubicBezTo>
                        <a:pt x="42672" y="238316"/>
                        <a:pt x="39148" y="240030"/>
                        <a:pt x="33338" y="239554"/>
                      </a:cubicBezTo>
                      <a:cubicBezTo>
                        <a:pt x="32861" y="240411"/>
                        <a:pt x="32099" y="240792"/>
                        <a:pt x="31242" y="240792"/>
                      </a:cubicBezTo>
                      <a:cubicBezTo>
                        <a:pt x="30575" y="240792"/>
                        <a:pt x="29432" y="240316"/>
                        <a:pt x="27813" y="239554"/>
                      </a:cubicBezTo>
                      <a:cubicBezTo>
                        <a:pt x="26194" y="238697"/>
                        <a:pt x="24955" y="238220"/>
                        <a:pt x="24194" y="238125"/>
                      </a:cubicBezTo>
                      <a:cubicBezTo>
                        <a:pt x="23527" y="238030"/>
                        <a:pt x="22384" y="237935"/>
                        <a:pt x="21050" y="237935"/>
                      </a:cubicBezTo>
                      <a:cubicBezTo>
                        <a:pt x="19907" y="237935"/>
                        <a:pt x="18098" y="238125"/>
                        <a:pt x="15621" y="238506"/>
                      </a:cubicBezTo>
                      <a:cubicBezTo>
                        <a:pt x="13240" y="238887"/>
                        <a:pt x="11430" y="238982"/>
                        <a:pt x="10287" y="238982"/>
                      </a:cubicBezTo>
                      <a:cubicBezTo>
                        <a:pt x="4953" y="238982"/>
                        <a:pt x="1810" y="237268"/>
                        <a:pt x="762" y="233839"/>
                      </a:cubicBezTo>
                      <a:cubicBezTo>
                        <a:pt x="286" y="232315"/>
                        <a:pt x="0" y="230791"/>
                        <a:pt x="0" y="229457"/>
                      </a:cubicBezTo>
                      <a:cubicBezTo>
                        <a:pt x="0" y="227457"/>
                        <a:pt x="857" y="224600"/>
                        <a:pt x="2572" y="220980"/>
                      </a:cubicBezTo>
                      <a:cubicBezTo>
                        <a:pt x="4286" y="217361"/>
                        <a:pt x="4953" y="214313"/>
                        <a:pt x="4382" y="211741"/>
                      </a:cubicBezTo>
                      <a:cubicBezTo>
                        <a:pt x="7239" y="210884"/>
                        <a:pt x="8763" y="208883"/>
                        <a:pt x="8763" y="205835"/>
                      </a:cubicBezTo>
                      <a:cubicBezTo>
                        <a:pt x="8763" y="205359"/>
                        <a:pt x="8668" y="204597"/>
                        <a:pt x="8477" y="203549"/>
                      </a:cubicBezTo>
                      <a:lnTo>
                        <a:pt x="8477" y="200978"/>
                      </a:lnTo>
                      <a:cubicBezTo>
                        <a:pt x="8477" y="199263"/>
                        <a:pt x="8858" y="197929"/>
                        <a:pt x="9525" y="196882"/>
                      </a:cubicBezTo>
                      <a:cubicBezTo>
                        <a:pt x="12287" y="195834"/>
                        <a:pt x="13621" y="193929"/>
                        <a:pt x="13621" y="191262"/>
                      </a:cubicBezTo>
                      <a:cubicBezTo>
                        <a:pt x="13621" y="190405"/>
                        <a:pt x="13526" y="188976"/>
                        <a:pt x="13145" y="187071"/>
                      </a:cubicBezTo>
                      <a:cubicBezTo>
                        <a:pt x="12859" y="185261"/>
                        <a:pt x="12668" y="183737"/>
                        <a:pt x="12668" y="182690"/>
                      </a:cubicBezTo>
                      <a:cubicBezTo>
                        <a:pt x="12668" y="179737"/>
                        <a:pt x="13907" y="177641"/>
                        <a:pt x="16478" y="176308"/>
                      </a:cubicBezTo>
                      <a:cubicBezTo>
                        <a:pt x="16097" y="175165"/>
                        <a:pt x="16002" y="174022"/>
                        <a:pt x="16002" y="172974"/>
                      </a:cubicBezTo>
                      <a:cubicBezTo>
                        <a:pt x="16002" y="170783"/>
                        <a:pt x="17050" y="168021"/>
                        <a:pt x="19145" y="164783"/>
                      </a:cubicBezTo>
                      <a:cubicBezTo>
                        <a:pt x="21146" y="161544"/>
                        <a:pt x="22193" y="159068"/>
                        <a:pt x="22193" y="157353"/>
                      </a:cubicBezTo>
                      <a:cubicBezTo>
                        <a:pt x="22193" y="155829"/>
                        <a:pt x="21717" y="154210"/>
                        <a:pt x="20669" y="152495"/>
                      </a:cubicBezTo>
                      <a:cubicBezTo>
                        <a:pt x="23527" y="149066"/>
                        <a:pt x="25622" y="144018"/>
                        <a:pt x="26861" y="137351"/>
                      </a:cubicBezTo>
                      <a:cubicBezTo>
                        <a:pt x="27527" y="132207"/>
                        <a:pt x="28099" y="127064"/>
                        <a:pt x="28670" y="121920"/>
                      </a:cubicBezTo>
                      <a:cubicBezTo>
                        <a:pt x="31433" y="120682"/>
                        <a:pt x="33147" y="117729"/>
                        <a:pt x="33909" y="112967"/>
                      </a:cubicBezTo>
                      <a:cubicBezTo>
                        <a:pt x="34671" y="108204"/>
                        <a:pt x="36100" y="104966"/>
                        <a:pt x="38386" y="103442"/>
                      </a:cubicBezTo>
                      <a:cubicBezTo>
                        <a:pt x="37719" y="101918"/>
                        <a:pt x="37338" y="100203"/>
                        <a:pt x="37338" y="98298"/>
                      </a:cubicBezTo>
                      <a:cubicBezTo>
                        <a:pt x="37338" y="96583"/>
                        <a:pt x="37624" y="94393"/>
                        <a:pt x="38195" y="91631"/>
                      </a:cubicBezTo>
                      <a:cubicBezTo>
                        <a:pt x="38767" y="88964"/>
                        <a:pt x="39053" y="87154"/>
                        <a:pt x="39053" y="86487"/>
                      </a:cubicBezTo>
                      <a:cubicBezTo>
                        <a:pt x="41053" y="85249"/>
                        <a:pt x="42101" y="83725"/>
                        <a:pt x="42101" y="81915"/>
                      </a:cubicBezTo>
                      <a:lnTo>
                        <a:pt x="42101" y="78772"/>
                      </a:lnTo>
                      <a:cubicBezTo>
                        <a:pt x="42101" y="76200"/>
                        <a:pt x="43434" y="74104"/>
                        <a:pt x="46196" y="72390"/>
                      </a:cubicBezTo>
                      <a:cubicBezTo>
                        <a:pt x="44768" y="70009"/>
                        <a:pt x="44768" y="65818"/>
                        <a:pt x="46196" y="59817"/>
                      </a:cubicBezTo>
                      <a:cubicBezTo>
                        <a:pt x="50102" y="59150"/>
                        <a:pt x="51626" y="56483"/>
                        <a:pt x="50768" y="51816"/>
                      </a:cubicBezTo>
                      <a:cubicBezTo>
                        <a:pt x="49721" y="46387"/>
                        <a:pt x="49816" y="43053"/>
                        <a:pt x="51054" y="42101"/>
                      </a:cubicBezTo>
                      <a:cubicBezTo>
                        <a:pt x="55817" y="36576"/>
                        <a:pt x="59722" y="33814"/>
                        <a:pt x="62579" y="33814"/>
                      </a:cubicBezTo>
                      <a:cubicBezTo>
                        <a:pt x="64675" y="33814"/>
                        <a:pt x="66389" y="34862"/>
                        <a:pt x="68009" y="36862"/>
                      </a:cubicBezTo>
                      <a:cubicBezTo>
                        <a:pt x="68485" y="36576"/>
                        <a:pt x="68771" y="35624"/>
                        <a:pt x="68771" y="34100"/>
                      </a:cubicBezTo>
                      <a:cubicBezTo>
                        <a:pt x="69342" y="33719"/>
                        <a:pt x="69913" y="33623"/>
                        <a:pt x="70580" y="33623"/>
                      </a:cubicBezTo>
                      <a:cubicBezTo>
                        <a:pt x="71247" y="33623"/>
                        <a:pt x="72390" y="33814"/>
                        <a:pt x="74009" y="34195"/>
                      </a:cubicBezTo>
                      <a:cubicBezTo>
                        <a:pt x="75629" y="34671"/>
                        <a:pt x="76771" y="34862"/>
                        <a:pt x="77438" y="34862"/>
                      </a:cubicBezTo>
                      <a:cubicBezTo>
                        <a:pt x="79438" y="34862"/>
                        <a:pt x="80963" y="33909"/>
                        <a:pt x="81820" y="32004"/>
                      </a:cubicBezTo>
                      <a:cubicBezTo>
                        <a:pt x="82677" y="32671"/>
                        <a:pt x="84392" y="33909"/>
                        <a:pt x="86963" y="35624"/>
                      </a:cubicBezTo>
                      <a:cubicBezTo>
                        <a:pt x="87630" y="34195"/>
                        <a:pt x="88678" y="33623"/>
                        <a:pt x="90011" y="33623"/>
                      </a:cubicBezTo>
                      <a:cubicBezTo>
                        <a:pt x="90869" y="33623"/>
                        <a:pt x="92297" y="33909"/>
                        <a:pt x="94202" y="34481"/>
                      </a:cubicBezTo>
                      <a:cubicBezTo>
                        <a:pt x="96203" y="35052"/>
                        <a:pt x="97822" y="35338"/>
                        <a:pt x="98965" y="35338"/>
                      </a:cubicBezTo>
                      <a:cubicBezTo>
                        <a:pt x="99822" y="35338"/>
                        <a:pt x="100584" y="35147"/>
                        <a:pt x="101251" y="34862"/>
                      </a:cubicBezTo>
                      <a:cubicBezTo>
                        <a:pt x="103442" y="36195"/>
                        <a:pt x="105632" y="37624"/>
                        <a:pt x="107918" y="39243"/>
                      </a:cubicBezTo>
                      <a:cubicBezTo>
                        <a:pt x="110204" y="40767"/>
                        <a:pt x="111252" y="42863"/>
                        <a:pt x="111252" y="45339"/>
                      </a:cubicBezTo>
                      <a:cubicBezTo>
                        <a:pt x="111252" y="46006"/>
                        <a:pt x="111252" y="46768"/>
                        <a:pt x="110966" y="47625"/>
                      </a:cubicBezTo>
                      <a:lnTo>
                        <a:pt x="115348" y="46863"/>
                      </a:lnTo>
                      <a:cubicBezTo>
                        <a:pt x="114586" y="49149"/>
                        <a:pt x="114300" y="51340"/>
                        <a:pt x="114300" y="53816"/>
                      </a:cubicBezTo>
                      <a:cubicBezTo>
                        <a:pt x="114300" y="58960"/>
                        <a:pt x="116300" y="64865"/>
                        <a:pt x="120205" y="71533"/>
                      </a:cubicBezTo>
                      <a:lnTo>
                        <a:pt x="115348" y="73533"/>
                      </a:lnTo>
                      <a:lnTo>
                        <a:pt x="120205" y="75343"/>
                      </a:lnTo>
                      <a:cubicBezTo>
                        <a:pt x="119539" y="75152"/>
                        <a:pt x="118205" y="75819"/>
                        <a:pt x="116110" y="77343"/>
                      </a:cubicBezTo>
                      <a:lnTo>
                        <a:pt x="116110" y="78391"/>
                      </a:lnTo>
                      <a:cubicBezTo>
                        <a:pt x="117538" y="77819"/>
                        <a:pt x="119825" y="78200"/>
                        <a:pt x="123063" y="79439"/>
                      </a:cubicBezTo>
                      <a:lnTo>
                        <a:pt x="119444" y="85058"/>
                      </a:lnTo>
                      <a:cubicBezTo>
                        <a:pt x="123444" y="89821"/>
                        <a:pt x="126873" y="92202"/>
                        <a:pt x="130016" y="92202"/>
                      </a:cubicBezTo>
                      <a:lnTo>
                        <a:pt x="130016" y="94298"/>
                      </a:lnTo>
                      <a:cubicBezTo>
                        <a:pt x="128778" y="92583"/>
                        <a:pt x="127826" y="91916"/>
                        <a:pt x="127159" y="92202"/>
                      </a:cubicBezTo>
                      <a:cubicBezTo>
                        <a:pt x="126492" y="94583"/>
                        <a:pt x="126111" y="97155"/>
                        <a:pt x="126111" y="99917"/>
                      </a:cubicBezTo>
                      <a:cubicBezTo>
                        <a:pt x="126111" y="105537"/>
                        <a:pt x="127349" y="109823"/>
                        <a:pt x="130016" y="112681"/>
                      </a:cubicBezTo>
                      <a:cubicBezTo>
                        <a:pt x="129350" y="113348"/>
                        <a:pt x="128969" y="114014"/>
                        <a:pt x="128969" y="114681"/>
                      </a:cubicBezTo>
                      <a:cubicBezTo>
                        <a:pt x="128969" y="115348"/>
                        <a:pt x="129635" y="116300"/>
                        <a:pt x="130874" y="117539"/>
                      </a:cubicBezTo>
                      <a:cubicBezTo>
                        <a:pt x="132112" y="118777"/>
                        <a:pt x="132779" y="119729"/>
                        <a:pt x="132779" y="120587"/>
                      </a:cubicBezTo>
                      <a:cubicBezTo>
                        <a:pt x="132779" y="121063"/>
                        <a:pt x="132493" y="121729"/>
                        <a:pt x="132017" y="122396"/>
                      </a:cubicBezTo>
                      <a:lnTo>
                        <a:pt x="135065" y="123730"/>
                      </a:lnTo>
                      <a:cubicBezTo>
                        <a:pt x="136779" y="133445"/>
                        <a:pt x="137827" y="139351"/>
                        <a:pt x="138398" y="141446"/>
                      </a:cubicBezTo>
                      <a:cubicBezTo>
                        <a:pt x="139922" y="148114"/>
                        <a:pt x="142113" y="153734"/>
                        <a:pt x="144780" y="158401"/>
                      </a:cubicBezTo>
                      <a:cubicBezTo>
                        <a:pt x="142780" y="161830"/>
                        <a:pt x="143446" y="164402"/>
                        <a:pt x="146876" y="166307"/>
                      </a:cubicBezTo>
                      <a:cubicBezTo>
                        <a:pt x="146495" y="174879"/>
                        <a:pt x="147828" y="180785"/>
                        <a:pt x="150686" y="184023"/>
                      </a:cubicBezTo>
                      <a:cubicBezTo>
                        <a:pt x="150686" y="192215"/>
                        <a:pt x="152686" y="196406"/>
                        <a:pt x="156877" y="196596"/>
                      </a:cubicBezTo>
                      <a:close/>
                      <a:moveTo>
                        <a:pt x="8096" y="36671"/>
                      </a:moveTo>
                      <a:lnTo>
                        <a:pt x="6001" y="38767"/>
                      </a:lnTo>
                      <a:lnTo>
                        <a:pt x="3238" y="35433"/>
                      </a:lnTo>
                      <a:lnTo>
                        <a:pt x="8096" y="36671"/>
                      </a:lnTo>
                      <a:close/>
                      <a:moveTo>
                        <a:pt x="12478" y="75152"/>
                      </a:moveTo>
                      <a:lnTo>
                        <a:pt x="14002" y="80010"/>
                      </a:lnTo>
                      <a:lnTo>
                        <a:pt x="10192" y="86106"/>
                      </a:lnTo>
                      <a:lnTo>
                        <a:pt x="12478" y="75152"/>
                      </a:lnTo>
                      <a:close/>
                      <a:moveTo>
                        <a:pt x="15812" y="52388"/>
                      </a:moveTo>
                      <a:cubicBezTo>
                        <a:pt x="15812" y="52388"/>
                        <a:pt x="14669" y="53054"/>
                        <a:pt x="13240" y="54483"/>
                      </a:cubicBezTo>
                      <a:lnTo>
                        <a:pt x="12478" y="51626"/>
                      </a:lnTo>
                      <a:lnTo>
                        <a:pt x="15812" y="52388"/>
                      </a:lnTo>
                      <a:close/>
                      <a:moveTo>
                        <a:pt x="37910" y="57531"/>
                      </a:moveTo>
                      <a:cubicBezTo>
                        <a:pt x="36671" y="54769"/>
                        <a:pt x="34385" y="53816"/>
                        <a:pt x="30956" y="54483"/>
                      </a:cubicBezTo>
                      <a:lnTo>
                        <a:pt x="30194" y="55531"/>
                      </a:lnTo>
                      <a:cubicBezTo>
                        <a:pt x="30194" y="53816"/>
                        <a:pt x="30671" y="52959"/>
                        <a:pt x="31813" y="52959"/>
                      </a:cubicBezTo>
                      <a:cubicBezTo>
                        <a:pt x="31909" y="52959"/>
                        <a:pt x="32861" y="53245"/>
                        <a:pt x="34576" y="53721"/>
                      </a:cubicBezTo>
                      <a:cubicBezTo>
                        <a:pt x="35909" y="54102"/>
                        <a:pt x="37052" y="54102"/>
                        <a:pt x="38005" y="53721"/>
                      </a:cubicBezTo>
                      <a:lnTo>
                        <a:pt x="38005" y="57531"/>
                      </a:lnTo>
                      <a:close/>
                      <a:moveTo>
                        <a:pt x="33814" y="140494"/>
                      </a:moveTo>
                      <a:lnTo>
                        <a:pt x="33814" y="135636"/>
                      </a:lnTo>
                      <a:lnTo>
                        <a:pt x="33052" y="135636"/>
                      </a:lnTo>
                      <a:lnTo>
                        <a:pt x="33052" y="140494"/>
                      </a:lnTo>
                      <a:lnTo>
                        <a:pt x="33814" y="140494"/>
                      </a:lnTo>
                      <a:close/>
                      <a:moveTo>
                        <a:pt x="47911" y="61532"/>
                      </a:moveTo>
                      <a:lnTo>
                        <a:pt x="53530" y="58483"/>
                      </a:lnTo>
                      <a:lnTo>
                        <a:pt x="52769" y="55436"/>
                      </a:lnTo>
                      <a:lnTo>
                        <a:pt x="47911" y="61532"/>
                      </a:lnTo>
                      <a:close/>
                      <a:moveTo>
                        <a:pt x="53530" y="96869"/>
                      </a:moveTo>
                      <a:lnTo>
                        <a:pt x="58484" y="98108"/>
                      </a:lnTo>
                      <a:lnTo>
                        <a:pt x="57721" y="96869"/>
                      </a:lnTo>
                      <a:lnTo>
                        <a:pt x="53626" y="96869"/>
                      </a:lnTo>
                      <a:close/>
                      <a:moveTo>
                        <a:pt x="57626" y="92012"/>
                      </a:moveTo>
                      <a:lnTo>
                        <a:pt x="59627" y="91059"/>
                      </a:lnTo>
                      <a:lnTo>
                        <a:pt x="57626" y="89059"/>
                      </a:lnTo>
                      <a:lnTo>
                        <a:pt x="57626" y="92107"/>
                      </a:lnTo>
                      <a:close/>
                      <a:moveTo>
                        <a:pt x="59627" y="49530"/>
                      </a:moveTo>
                      <a:lnTo>
                        <a:pt x="62770" y="48768"/>
                      </a:lnTo>
                      <a:lnTo>
                        <a:pt x="58388" y="47435"/>
                      </a:lnTo>
                      <a:lnTo>
                        <a:pt x="59627" y="49530"/>
                      </a:lnTo>
                      <a:close/>
                      <a:moveTo>
                        <a:pt x="60388" y="17812"/>
                      </a:moveTo>
                      <a:lnTo>
                        <a:pt x="61627" y="20860"/>
                      </a:lnTo>
                      <a:lnTo>
                        <a:pt x="59627" y="20860"/>
                      </a:lnTo>
                      <a:lnTo>
                        <a:pt x="60388" y="17812"/>
                      </a:lnTo>
                      <a:close/>
                      <a:moveTo>
                        <a:pt x="69628" y="10858"/>
                      </a:moveTo>
                      <a:cubicBezTo>
                        <a:pt x="68294" y="10287"/>
                        <a:pt x="67532" y="9335"/>
                        <a:pt x="67532" y="7715"/>
                      </a:cubicBezTo>
                      <a:lnTo>
                        <a:pt x="67532" y="4096"/>
                      </a:lnTo>
                      <a:lnTo>
                        <a:pt x="74486" y="0"/>
                      </a:lnTo>
                      <a:cubicBezTo>
                        <a:pt x="74486" y="667"/>
                        <a:pt x="73628" y="1524"/>
                        <a:pt x="71819" y="2381"/>
                      </a:cubicBezTo>
                      <a:cubicBezTo>
                        <a:pt x="70009" y="3334"/>
                        <a:pt x="69152" y="4191"/>
                        <a:pt x="69152" y="5048"/>
                      </a:cubicBezTo>
                      <a:cubicBezTo>
                        <a:pt x="69152" y="5525"/>
                        <a:pt x="69533" y="6191"/>
                        <a:pt x="70390" y="7049"/>
                      </a:cubicBezTo>
                      <a:cubicBezTo>
                        <a:pt x="70676" y="8096"/>
                        <a:pt x="70390" y="9239"/>
                        <a:pt x="69628" y="10668"/>
                      </a:cubicBezTo>
                      <a:close/>
                      <a:moveTo>
                        <a:pt x="76486" y="23908"/>
                      </a:moveTo>
                      <a:lnTo>
                        <a:pt x="78296" y="23908"/>
                      </a:lnTo>
                      <a:lnTo>
                        <a:pt x="75248" y="29051"/>
                      </a:lnTo>
                      <a:lnTo>
                        <a:pt x="76486" y="23908"/>
                      </a:lnTo>
                      <a:close/>
                      <a:moveTo>
                        <a:pt x="76486" y="59531"/>
                      </a:moveTo>
                      <a:lnTo>
                        <a:pt x="76486" y="56483"/>
                      </a:lnTo>
                      <a:lnTo>
                        <a:pt x="75248" y="56483"/>
                      </a:lnTo>
                      <a:lnTo>
                        <a:pt x="75248" y="59531"/>
                      </a:lnTo>
                      <a:lnTo>
                        <a:pt x="76486" y="59531"/>
                      </a:lnTo>
                      <a:close/>
                      <a:moveTo>
                        <a:pt x="89345" y="19812"/>
                      </a:moveTo>
                      <a:lnTo>
                        <a:pt x="89345" y="23908"/>
                      </a:lnTo>
                      <a:lnTo>
                        <a:pt x="86487" y="16954"/>
                      </a:lnTo>
                      <a:cubicBezTo>
                        <a:pt x="88392" y="16954"/>
                        <a:pt x="89345" y="17907"/>
                        <a:pt x="89345" y="19812"/>
                      </a:cubicBezTo>
                      <a:close/>
                      <a:moveTo>
                        <a:pt x="94202" y="57436"/>
                      </a:moveTo>
                      <a:lnTo>
                        <a:pt x="100108" y="55436"/>
                      </a:lnTo>
                      <a:lnTo>
                        <a:pt x="97060" y="55436"/>
                      </a:lnTo>
                      <a:lnTo>
                        <a:pt x="94202" y="57436"/>
                      </a:lnTo>
                      <a:close/>
                      <a:moveTo>
                        <a:pt x="94202" y="77153"/>
                      </a:moveTo>
                      <a:lnTo>
                        <a:pt x="94964" y="74104"/>
                      </a:lnTo>
                      <a:lnTo>
                        <a:pt x="94202" y="73343"/>
                      </a:lnTo>
                      <a:lnTo>
                        <a:pt x="94202" y="77153"/>
                      </a:lnTo>
                      <a:close/>
                      <a:moveTo>
                        <a:pt x="102965" y="158115"/>
                      </a:moveTo>
                      <a:cubicBezTo>
                        <a:pt x="102965" y="158115"/>
                        <a:pt x="103823" y="158306"/>
                        <a:pt x="104966" y="158877"/>
                      </a:cubicBezTo>
                      <a:lnTo>
                        <a:pt x="105728" y="158115"/>
                      </a:lnTo>
                      <a:lnTo>
                        <a:pt x="102965" y="155258"/>
                      </a:lnTo>
                      <a:lnTo>
                        <a:pt x="107061" y="156782"/>
                      </a:lnTo>
                      <a:cubicBezTo>
                        <a:pt x="104870" y="158972"/>
                        <a:pt x="103537" y="160115"/>
                        <a:pt x="102965" y="160115"/>
                      </a:cubicBezTo>
                      <a:lnTo>
                        <a:pt x="102965" y="158115"/>
                      </a:lnTo>
                      <a:close/>
                      <a:moveTo>
                        <a:pt x="110680" y="108680"/>
                      </a:moveTo>
                      <a:cubicBezTo>
                        <a:pt x="112490" y="107823"/>
                        <a:pt x="113348" y="106204"/>
                        <a:pt x="112967" y="103823"/>
                      </a:cubicBezTo>
                      <a:cubicBezTo>
                        <a:pt x="110395" y="104489"/>
                        <a:pt x="109061" y="105823"/>
                        <a:pt x="109061" y="107918"/>
                      </a:cubicBezTo>
                      <a:cubicBezTo>
                        <a:pt x="109823" y="108585"/>
                        <a:pt x="110300" y="108871"/>
                        <a:pt x="110680" y="108680"/>
                      </a:cubicBezTo>
                      <a:close/>
                      <a:moveTo>
                        <a:pt x="112967" y="70009"/>
                      </a:moveTo>
                      <a:lnTo>
                        <a:pt x="109823" y="70009"/>
                      </a:lnTo>
                      <a:lnTo>
                        <a:pt x="110585" y="77153"/>
                      </a:lnTo>
                      <a:lnTo>
                        <a:pt x="112871" y="70009"/>
                      </a:lnTo>
                      <a:close/>
                      <a:moveTo>
                        <a:pt x="112967" y="96107"/>
                      </a:moveTo>
                      <a:cubicBezTo>
                        <a:pt x="112586" y="95441"/>
                        <a:pt x="112490" y="94869"/>
                        <a:pt x="112490" y="94298"/>
                      </a:cubicBezTo>
                      <a:cubicBezTo>
                        <a:pt x="112490" y="92964"/>
                        <a:pt x="113443" y="92297"/>
                        <a:pt x="115348" y="92297"/>
                      </a:cubicBezTo>
                      <a:lnTo>
                        <a:pt x="117062" y="92012"/>
                      </a:lnTo>
                      <a:lnTo>
                        <a:pt x="117062" y="91059"/>
                      </a:lnTo>
                      <a:cubicBezTo>
                        <a:pt x="116586" y="90869"/>
                        <a:pt x="116015" y="90773"/>
                        <a:pt x="115538" y="90773"/>
                      </a:cubicBezTo>
                      <a:cubicBezTo>
                        <a:pt x="114300" y="90773"/>
                        <a:pt x="113252" y="91345"/>
                        <a:pt x="112204" y="92583"/>
                      </a:cubicBezTo>
                      <a:cubicBezTo>
                        <a:pt x="111157" y="93821"/>
                        <a:pt x="110680" y="94964"/>
                        <a:pt x="110680" y="96203"/>
                      </a:cubicBezTo>
                      <a:lnTo>
                        <a:pt x="112967" y="96203"/>
                      </a:lnTo>
                      <a:close/>
                      <a:moveTo>
                        <a:pt x="114014" y="139160"/>
                      </a:moveTo>
                      <a:cubicBezTo>
                        <a:pt x="114014" y="139160"/>
                        <a:pt x="114395" y="138303"/>
                        <a:pt x="115062" y="137160"/>
                      </a:cubicBezTo>
                      <a:cubicBezTo>
                        <a:pt x="114014" y="136970"/>
                        <a:pt x="113348" y="137160"/>
                        <a:pt x="113157" y="137922"/>
                      </a:cubicBezTo>
                      <a:cubicBezTo>
                        <a:pt x="112871" y="138589"/>
                        <a:pt x="112490" y="139065"/>
                        <a:pt x="112014" y="139160"/>
                      </a:cubicBezTo>
                      <a:lnTo>
                        <a:pt x="114014" y="139160"/>
                      </a:lnTo>
                      <a:close/>
                      <a:moveTo>
                        <a:pt x="115062" y="29813"/>
                      </a:moveTo>
                      <a:lnTo>
                        <a:pt x="117062" y="27718"/>
                      </a:lnTo>
                      <a:lnTo>
                        <a:pt x="114014" y="24860"/>
                      </a:lnTo>
                      <a:lnTo>
                        <a:pt x="115824" y="22860"/>
                      </a:lnTo>
                      <a:lnTo>
                        <a:pt x="119158" y="28956"/>
                      </a:lnTo>
                      <a:lnTo>
                        <a:pt x="115157" y="29718"/>
                      </a:lnTo>
                      <a:close/>
                      <a:moveTo>
                        <a:pt x="127635" y="155353"/>
                      </a:moveTo>
                      <a:lnTo>
                        <a:pt x="127635" y="152019"/>
                      </a:lnTo>
                      <a:cubicBezTo>
                        <a:pt x="127635" y="152019"/>
                        <a:pt x="127254" y="152495"/>
                        <a:pt x="125540" y="153257"/>
                      </a:cubicBezTo>
                      <a:cubicBezTo>
                        <a:pt x="124968" y="152972"/>
                        <a:pt x="124492" y="152305"/>
                        <a:pt x="123825" y="151448"/>
                      </a:cubicBezTo>
                      <a:cubicBezTo>
                        <a:pt x="123254" y="150590"/>
                        <a:pt x="122777" y="150209"/>
                        <a:pt x="122492" y="150209"/>
                      </a:cubicBezTo>
                      <a:cubicBezTo>
                        <a:pt x="121920" y="150209"/>
                        <a:pt x="121349" y="150590"/>
                        <a:pt x="120682" y="151257"/>
                      </a:cubicBezTo>
                      <a:lnTo>
                        <a:pt x="127635" y="155353"/>
                      </a:lnTo>
                      <a:close/>
                      <a:moveTo>
                        <a:pt x="133826" y="154019"/>
                      </a:moveTo>
                      <a:cubicBezTo>
                        <a:pt x="133826" y="154019"/>
                        <a:pt x="134112" y="153829"/>
                        <a:pt x="133826" y="153543"/>
                      </a:cubicBezTo>
                      <a:lnTo>
                        <a:pt x="132779" y="147161"/>
                      </a:lnTo>
                      <a:cubicBezTo>
                        <a:pt x="132112" y="147828"/>
                        <a:pt x="131731" y="148495"/>
                        <a:pt x="131731" y="149162"/>
                      </a:cubicBezTo>
                      <a:cubicBezTo>
                        <a:pt x="131731" y="148685"/>
                        <a:pt x="132398" y="150114"/>
                        <a:pt x="133826" y="153543"/>
                      </a:cubicBezTo>
                      <a:lnTo>
                        <a:pt x="133826" y="154019"/>
                      </a:lnTo>
                      <a:close/>
                      <a:moveTo>
                        <a:pt x="145352" y="857"/>
                      </a:moveTo>
                      <a:lnTo>
                        <a:pt x="145352" y="3143"/>
                      </a:lnTo>
                      <a:lnTo>
                        <a:pt x="141732" y="3143"/>
                      </a:lnTo>
                      <a:lnTo>
                        <a:pt x="145352" y="857"/>
                      </a:lnTo>
                      <a:close/>
                      <a:moveTo>
                        <a:pt x="147352" y="41815"/>
                      </a:moveTo>
                      <a:lnTo>
                        <a:pt x="144590" y="44577"/>
                      </a:lnTo>
                      <a:lnTo>
                        <a:pt x="147352" y="40481"/>
                      </a:lnTo>
                      <a:lnTo>
                        <a:pt x="147352" y="41720"/>
                      </a:lnTo>
                      <a:close/>
                      <a:moveTo>
                        <a:pt x="162211" y="86868"/>
                      </a:moveTo>
                      <a:lnTo>
                        <a:pt x="160211" y="88964"/>
                      </a:lnTo>
                      <a:lnTo>
                        <a:pt x="158687" y="88964"/>
                      </a:lnTo>
                      <a:lnTo>
                        <a:pt x="162306" y="86868"/>
                      </a:lnTo>
                      <a:close/>
                      <a:moveTo>
                        <a:pt x="161449" y="43815"/>
                      </a:moveTo>
                      <a:cubicBezTo>
                        <a:pt x="160973" y="44196"/>
                        <a:pt x="160687" y="43720"/>
                        <a:pt x="160592" y="42386"/>
                      </a:cubicBezTo>
                      <a:cubicBezTo>
                        <a:pt x="160401" y="41053"/>
                        <a:pt x="160306" y="40481"/>
                        <a:pt x="160211" y="40481"/>
                      </a:cubicBezTo>
                      <a:lnTo>
                        <a:pt x="161449" y="40481"/>
                      </a:lnTo>
                      <a:lnTo>
                        <a:pt x="161449" y="43815"/>
                      </a:lnTo>
                      <a:close/>
                      <a:moveTo>
                        <a:pt x="198882" y="22860"/>
                      </a:moveTo>
                      <a:cubicBezTo>
                        <a:pt x="198692" y="22193"/>
                        <a:pt x="198882" y="21431"/>
                        <a:pt x="199263" y="20669"/>
                      </a:cubicBezTo>
                      <a:cubicBezTo>
                        <a:pt x="199644" y="19907"/>
                        <a:pt x="200216" y="19622"/>
                        <a:pt x="200882" y="19812"/>
                      </a:cubicBezTo>
                      <a:lnTo>
                        <a:pt x="200882" y="22860"/>
                      </a:lnTo>
                      <a:lnTo>
                        <a:pt x="198882" y="22860"/>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 name="Google Shape;1164;p99"/>
                <p:cNvSpPr/>
                <p:nvPr/>
              </p:nvSpPr>
              <p:spPr>
                <a:xfrm>
                  <a:off x="6898004" y="2746724"/>
                  <a:ext cx="145732" cy="216884"/>
                </a:xfrm>
                <a:custGeom>
                  <a:avLst/>
                  <a:gdLst/>
                  <a:ahLst/>
                  <a:cxnLst/>
                  <a:rect l="l" t="t" r="r" b="b"/>
                  <a:pathLst>
                    <a:path w="145732" h="216884" extrusionOk="0">
                      <a:moveTo>
                        <a:pt x="144970" y="146590"/>
                      </a:moveTo>
                      <a:cubicBezTo>
                        <a:pt x="143732" y="147066"/>
                        <a:pt x="143160" y="147828"/>
                        <a:pt x="143160" y="148685"/>
                      </a:cubicBezTo>
                      <a:cubicBezTo>
                        <a:pt x="143160" y="148019"/>
                        <a:pt x="143732" y="149257"/>
                        <a:pt x="144970" y="152495"/>
                      </a:cubicBezTo>
                      <a:cubicBezTo>
                        <a:pt x="143256" y="155734"/>
                        <a:pt x="142399" y="159829"/>
                        <a:pt x="142399" y="164783"/>
                      </a:cubicBezTo>
                      <a:cubicBezTo>
                        <a:pt x="142399" y="167545"/>
                        <a:pt x="142780" y="171736"/>
                        <a:pt x="143542" y="177451"/>
                      </a:cubicBezTo>
                      <a:cubicBezTo>
                        <a:pt x="144303" y="183166"/>
                        <a:pt x="144685" y="187262"/>
                        <a:pt x="144685" y="189548"/>
                      </a:cubicBezTo>
                      <a:cubicBezTo>
                        <a:pt x="144685" y="200692"/>
                        <a:pt x="138684" y="206788"/>
                        <a:pt x="126778" y="208026"/>
                      </a:cubicBezTo>
                      <a:cubicBezTo>
                        <a:pt x="125253" y="206502"/>
                        <a:pt x="123634" y="205740"/>
                        <a:pt x="121920" y="205740"/>
                      </a:cubicBezTo>
                      <a:cubicBezTo>
                        <a:pt x="121062" y="205740"/>
                        <a:pt x="119919" y="206026"/>
                        <a:pt x="118491" y="206502"/>
                      </a:cubicBezTo>
                      <a:cubicBezTo>
                        <a:pt x="117062" y="206978"/>
                        <a:pt x="116014" y="207264"/>
                        <a:pt x="115538" y="207264"/>
                      </a:cubicBezTo>
                      <a:cubicBezTo>
                        <a:pt x="113824" y="207264"/>
                        <a:pt x="112586" y="206407"/>
                        <a:pt x="111919" y="204692"/>
                      </a:cubicBezTo>
                      <a:lnTo>
                        <a:pt x="109061" y="203930"/>
                      </a:lnTo>
                      <a:lnTo>
                        <a:pt x="110300" y="203168"/>
                      </a:lnTo>
                      <a:cubicBezTo>
                        <a:pt x="107537" y="202692"/>
                        <a:pt x="104870" y="200311"/>
                        <a:pt x="102298" y="196120"/>
                      </a:cubicBezTo>
                      <a:cubicBezTo>
                        <a:pt x="99631" y="191929"/>
                        <a:pt x="96869" y="189643"/>
                        <a:pt x="94202" y="189071"/>
                      </a:cubicBezTo>
                      <a:cubicBezTo>
                        <a:pt x="94297" y="188404"/>
                        <a:pt x="94297" y="187643"/>
                        <a:pt x="94202" y="186785"/>
                      </a:cubicBezTo>
                      <a:cubicBezTo>
                        <a:pt x="93821" y="185738"/>
                        <a:pt x="93726" y="185166"/>
                        <a:pt x="93726" y="184975"/>
                      </a:cubicBezTo>
                      <a:cubicBezTo>
                        <a:pt x="93726" y="184118"/>
                        <a:pt x="94297" y="183452"/>
                        <a:pt x="95535" y="183166"/>
                      </a:cubicBezTo>
                      <a:cubicBezTo>
                        <a:pt x="92773" y="181261"/>
                        <a:pt x="90011" y="177451"/>
                        <a:pt x="87344" y="171450"/>
                      </a:cubicBezTo>
                      <a:cubicBezTo>
                        <a:pt x="84582" y="165545"/>
                        <a:pt x="81915" y="161830"/>
                        <a:pt x="79438" y="160020"/>
                      </a:cubicBezTo>
                      <a:cubicBezTo>
                        <a:pt x="78772" y="155067"/>
                        <a:pt x="76486" y="149352"/>
                        <a:pt x="72485" y="142875"/>
                      </a:cubicBezTo>
                      <a:cubicBezTo>
                        <a:pt x="66484" y="133541"/>
                        <a:pt x="63341" y="128397"/>
                        <a:pt x="63055" y="127540"/>
                      </a:cubicBezTo>
                      <a:cubicBezTo>
                        <a:pt x="63151" y="126016"/>
                        <a:pt x="62579" y="124016"/>
                        <a:pt x="61150" y="121634"/>
                      </a:cubicBezTo>
                      <a:cubicBezTo>
                        <a:pt x="59722" y="119253"/>
                        <a:pt x="58960" y="117443"/>
                        <a:pt x="58960" y="116205"/>
                      </a:cubicBezTo>
                      <a:cubicBezTo>
                        <a:pt x="58960" y="115538"/>
                        <a:pt x="59246" y="114776"/>
                        <a:pt x="59722" y="113919"/>
                      </a:cubicBezTo>
                      <a:cubicBezTo>
                        <a:pt x="58864" y="114300"/>
                        <a:pt x="58102" y="114395"/>
                        <a:pt x="57436" y="114395"/>
                      </a:cubicBezTo>
                      <a:cubicBezTo>
                        <a:pt x="55054" y="114395"/>
                        <a:pt x="52959" y="111824"/>
                        <a:pt x="51340" y="106585"/>
                      </a:cubicBezTo>
                      <a:cubicBezTo>
                        <a:pt x="49625" y="101441"/>
                        <a:pt x="47054" y="98774"/>
                        <a:pt x="43720" y="98774"/>
                      </a:cubicBezTo>
                      <a:cubicBezTo>
                        <a:pt x="43053" y="98774"/>
                        <a:pt x="42291" y="98774"/>
                        <a:pt x="41434" y="99060"/>
                      </a:cubicBezTo>
                      <a:cubicBezTo>
                        <a:pt x="42291" y="103632"/>
                        <a:pt x="42672" y="108775"/>
                        <a:pt x="42672" y="114395"/>
                      </a:cubicBezTo>
                      <a:cubicBezTo>
                        <a:pt x="42672" y="118967"/>
                        <a:pt x="42196" y="125825"/>
                        <a:pt x="41434" y="134969"/>
                      </a:cubicBezTo>
                      <a:cubicBezTo>
                        <a:pt x="40481" y="144113"/>
                        <a:pt x="40196" y="150876"/>
                        <a:pt x="40196" y="155258"/>
                      </a:cubicBezTo>
                      <a:cubicBezTo>
                        <a:pt x="40196" y="163735"/>
                        <a:pt x="41338" y="171355"/>
                        <a:pt x="43434" y="178022"/>
                      </a:cubicBezTo>
                      <a:cubicBezTo>
                        <a:pt x="41243" y="179356"/>
                        <a:pt x="40196" y="181356"/>
                        <a:pt x="40196" y="183833"/>
                      </a:cubicBezTo>
                      <a:cubicBezTo>
                        <a:pt x="40196" y="185166"/>
                        <a:pt x="40481" y="187166"/>
                        <a:pt x="41243" y="189738"/>
                      </a:cubicBezTo>
                      <a:cubicBezTo>
                        <a:pt x="41910" y="192310"/>
                        <a:pt x="42291" y="194215"/>
                        <a:pt x="42291" y="195358"/>
                      </a:cubicBezTo>
                      <a:cubicBezTo>
                        <a:pt x="42291" y="197929"/>
                        <a:pt x="40957" y="199739"/>
                        <a:pt x="38481" y="200692"/>
                      </a:cubicBezTo>
                      <a:cubicBezTo>
                        <a:pt x="38481" y="202883"/>
                        <a:pt x="37814" y="204502"/>
                        <a:pt x="36481" y="205550"/>
                      </a:cubicBezTo>
                      <a:lnTo>
                        <a:pt x="9620" y="204407"/>
                      </a:lnTo>
                      <a:cubicBezTo>
                        <a:pt x="9620" y="203359"/>
                        <a:pt x="9334" y="202787"/>
                        <a:pt x="8763" y="202787"/>
                      </a:cubicBezTo>
                      <a:cubicBezTo>
                        <a:pt x="8667" y="202787"/>
                        <a:pt x="8191" y="202978"/>
                        <a:pt x="7525" y="203454"/>
                      </a:cubicBezTo>
                      <a:cubicBezTo>
                        <a:pt x="6858" y="203930"/>
                        <a:pt x="6286" y="204121"/>
                        <a:pt x="6001" y="204121"/>
                      </a:cubicBezTo>
                      <a:cubicBezTo>
                        <a:pt x="5524" y="204121"/>
                        <a:pt x="5048" y="203835"/>
                        <a:pt x="4763" y="203073"/>
                      </a:cubicBezTo>
                      <a:cubicBezTo>
                        <a:pt x="2191" y="201359"/>
                        <a:pt x="952" y="199263"/>
                        <a:pt x="952" y="196691"/>
                      </a:cubicBezTo>
                      <a:cubicBezTo>
                        <a:pt x="952" y="195453"/>
                        <a:pt x="1429" y="193358"/>
                        <a:pt x="2381" y="190405"/>
                      </a:cubicBezTo>
                      <a:cubicBezTo>
                        <a:pt x="3334" y="187452"/>
                        <a:pt x="3810" y="185071"/>
                        <a:pt x="3810" y="183356"/>
                      </a:cubicBezTo>
                      <a:cubicBezTo>
                        <a:pt x="3810" y="181832"/>
                        <a:pt x="3429" y="180404"/>
                        <a:pt x="2762" y="178975"/>
                      </a:cubicBezTo>
                      <a:cubicBezTo>
                        <a:pt x="2096" y="174498"/>
                        <a:pt x="1810" y="166592"/>
                        <a:pt x="2000" y="155162"/>
                      </a:cubicBezTo>
                      <a:cubicBezTo>
                        <a:pt x="2191" y="145066"/>
                        <a:pt x="1524" y="137255"/>
                        <a:pt x="0" y="131636"/>
                      </a:cubicBezTo>
                      <a:cubicBezTo>
                        <a:pt x="1429" y="129731"/>
                        <a:pt x="2000" y="127349"/>
                        <a:pt x="2000" y="124492"/>
                      </a:cubicBezTo>
                      <a:cubicBezTo>
                        <a:pt x="2000" y="123254"/>
                        <a:pt x="1810" y="121444"/>
                        <a:pt x="1524" y="118967"/>
                      </a:cubicBezTo>
                      <a:cubicBezTo>
                        <a:pt x="1143" y="116491"/>
                        <a:pt x="1048" y="114681"/>
                        <a:pt x="1048" y="113443"/>
                      </a:cubicBezTo>
                      <a:cubicBezTo>
                        <a:pt x="1048" y="110014"/>
                        <a:pt x="2096" y="107252"/>
                        <a:pt x="4191" y="104966"/>
                      </a:cubicBezTo>
                      <a:cubicBezTo>
                        <a:pt x="1619" y="95060"/>
                        <a:pt x="476" y="83820"/>
                        <a:pt x="857" y="71152"/>
                      </a:cubicBezTo>
                      <a:lnTo>
                        <a:pt x="2096" y="71152"/>
                      </a:lnTo>
                      <a:cubicBezTo>
                        <a:pt x="1714" y="69818"/>
                        <a:pt x="1619" y="68199"/>
                        <a:pt x="1619" y="66294"/>
                      </a:cubicBezTo>
                      <a:cubicBezTo>
                        <a:pt x="1619" y="64579"/>
                        <a:pt x="1810" y="61913"/>
                        <a:pt x="2286" y="58293"/>
                      </a:cubicBezTo>
                      <a:cubicBezTo>
                        <a:pt x="2667" y="54769"/>
                        <a:pt x="2953" y="52007"/>
                        <a:pt x="2953" y="50102"/>
                      </a:cubicBezTo>
                      <a:cubicBezTo>
                        <a:pt x="2953" y="46387"/>
                        <a:pt x="2286" y="43053"/>
                        <a:pt x="857" y="40386"/>
                      </a:cubicBezTo>
                      <a:cubicBezTo>
                        <a:pt x="2953" y="40196"/>
                        <a:pt x="5143" y="39338"/>
                        <a:pt x="7525" y="37814"/>
                      </a:cubicBezTo>
                      <a:cubicBezTo>
                        <a:pt x="7715" y="38291"/>
                        <a:pt x="8477" y="38671"/>
                        <a:pt x="9811" y="38671"/>
                      </a:cubicBezTo>
                      <a:cubicBezTo>
                        <a:pt x="11144" y="38671"/>
                        <a:pt x="12192" y="39053"/>
                        <a:pt x="12859" y="39529"/>
                      </a:cubicBezTo>
                      <a:lnTo>
                        <a:pt x="14859" y="36767"/>
                      </a:lnTo>
                      <a:cubicBezTo>
                        <a:pt x="14383" y="38100"/>
                        <a:pt x="14478" y="39529"/>
                        <a:pt x="15430" y="40958"/>
                      </a:cubicBezTo>
                      <a:cubicBezTo>
                        <a:pt x="16288" y="42386"/>
                        <a:pt x="17431" y="42863"/>
                        <a:pt x="19050" y="42386"/>
                      </a:cubicBezTo>
                      <a:cubicBezTo>
                        <a:pt x="20574" y="40672"/>
                        <a:pt x="21336" y="39148"/>
                        <a:pt x="21336" y="37814"/>
                      </a:cubicBezTo>
                      <a:cubicBezTo>
                        <a:pt x="21336" y="35433"/>
                        <a:pt x="18669" y="33147"/>
                        <a:pt x="13430" y="31052"/>
                      </a:cubicBezTo>
                      <a:cubicBezTo>
                        <a:pt x="8096" y="28861"/>
                        <a:pt x="5239" y="27527"/>
                        <a:pt x="4953" y="26861"/>
                      </a:cubicBezTo>
                      <a:cubicBezTo>
                        <a:pt x="5620" y="27051"/>
                        <a:pt x="6382" y="27146"/>
                        <a:pt x="6953" y="27146"/>
                      </a:cubicBezTo>
                      <a:cubicBezTo>
                        <a:pt x="8287" y="27146"/>
                        <a:pt x="11906" y="25718"/>
                        <a:pt x="17716" y="22765"/>
                      </a:cubicBezTo>
                      <a:cubicBezTo>
                        <a:pt x="17145" y="21717"/>
                        <a:pt x="16573" y="21241"/>
                        <a:pt x="15907" y="21241"/>
                      </a:cubicBezTo>
                      <a:cubicBezTo>
                        <a:pt x="15526" y="21241"/>
                        <a:pt x="14954" y="21527"/>
                        <a:pt x="14097" y="22003"/>
                      </a:cubicBezTo>
                      <a:cubicBezTo>
                        <a:pt x="13240" y="22479"/>
                        <a:pt x="12573" y="22765"/>
                        <a:pt x="12097" y="22765"/>
                      </a:cubicBezTo>
                      <a:cubicBezTo>
                        <a:pt x="12573" y="22384"/>
                        <a:pt x="12859" y="21527"/>
                        <a:pt x="12859" y="20003"/>
                      </a:cubicBezTo>
                      <a:cubicBezTo>
                        <a:pt x="8287" y="17145"/>
                        <a:pt x="4667" y="16097"/>
                        <a:pt x="2096" y="17145"/>
                      </a:cubicBezTo>
                      <a:lnTo>
                        <a:pt x="2096" y="5144"/>
                      </a:lnTo>
                      <a:lnTo>
                        <a:pt x="45434" y="3905"/>
                      </a:lnTo>
                      <a:cubicBezTo>
                        <a:pt x="47625" y="8382"/>
                        <a:pt x="49816" y="12859"/>
                        <a:pt x="51911" y="17336"/>
                      </a:cubicBezTo>
                      <a:cubicBezTo>
                        <a:pt x="54102" y="21908"/>
                        <a:pt x="54864" y="26765"/>
                        <a:pt x="54388" y="32099"/>
                      </a:cubicBezTo>
                      <a:cubicBezTo>
                        <a:pt x="55626" y="30671"/>
                        <a:pt x="56579" y="30099"/>
                        <a:pt x="57436" y="30099"/>
                      </a:cubicBezTo>
                      <a:cubicBezTo>
                        <a:pt x="58102" y="30099"/>
                        <a:pt x="58864" y="31052"/>
                        <a:pt x="59722" y="33052"/>
                      </a:cubicBezTo>
                      <a:cubicBezTo>
                        <a:pt x="60579" y="35052"/>
                        <a:pt x="61436" y="36290"/>
                        <a:pt x="62293" y="37052"/>
                      </a:cubicBezTo>
                      <a:cubicBezTo>
                        <a:pt x="61913" y="38195"/>
                        <a:pt x="61817" y="39338"/>
                        <a:pt x="61817" y="40386"/>
                      </a:cubicBezTo>
                      <a:cubicBezTo>
                        <a:pt x="61817" y="42577"/>
                        <a:pt x="63436" y="45244"/>
                        <a:pt x="66675" y="48196"/>
                      </a:cubicBezTo>
                      <a:cubicBezTo>
                        <a:pt x="69913" y="51149"/>
                        <a:pt x="71533" y="54007"/>
                        <a:pt x="71342" y="56769"/>
                      </a:cubicBezTo>
                      <a:cubicBezTo>
                        <a:pt x="72009" y="58103"/>
                        <a:pt x="75342" y="64389"/>
                        <a:pt x="81343" y="75438"/>
                      </a:cubicBezTo>
                      <a:cubicBezTo>
                        <a:pt x="81343" y="80010"/>
                        <a:pt x="82010" y="83058"/>
                        <a:pt x="83344" y="84392"/>
                      </a:cubicBezTo>
                      <a:cubicBezTo>
                        <a:pt x="84011" y="84011"/>
                        <a:pt x="84582" y="83915"/>
                        <a:pt x="85154" y="83915"/>
                      </a:cubicBezTo>
                      <a:cubicBezTo>
                        <a:pt x="86010" y="83915"/>
                        <a:pt x="86582" y="84677"/>
                        <a:pt x="86677" y="85916"/>
                      </a:cubicBezTo>
                      <a:cubicBezTo>
                        <a:pt x="86868" y="87821"/>
                        <a:pt x="87059" y="88868"/>
                        <a:pt x="87249" y="89249"/>
                      </a:cubicBezTo>
                      <a:cubicBezTo>
                        <a:pt x="88296" y="89916"/>
                        <a:pt x="90106" y="92488"/>
                        <a:pt x="92678" y="96965"/>
                      </a:cubicBezTo>
                      <a:cubicBezTo>
                        <a:pt x="94679" y="100203"/>
                        <a:pt x="97155" y="101918"/>
                        <a:pt x="100108" y="102108"/>
                      </a:cubicBezTo>
                      <a:cubicBezTo>
                        <a:pt x="99822" y="103251"/>
                        <a:pt x="100489" y="104585"/>
                        <a:pt x="102203" y="105918"/>
                      </a:cubicBezTo>
                      <a:lnTo>
                        <a:pt x="105060" y="102775"/>
                      </a:lnTo>
                      <a:lnTo>
                        <a:pt x="104299" y="66008"/>
                      </a:lnTo>
                      <a:cubicBezTo>
                        <a:pt x="105442" y="65151"/>
                        <a:pt x="106013" y="64294"/>
                        <a:pt x="106013" y="63437"/>
                      </a:cubicBezTo>
                      <a:cubicBezTo>
                        <a:pt x="106013" y="62770"/>
                        <a:pt x="105442" y="61627"/>
                        <a:pt x="104394" y="60103"/>
                      </a:cubicBezTo>
                      <a:cubicBezTo>
                        <a:pt x="103251" y="58483"/>
                        <a:pt x="102775" y="57341"/>
                        <a:pt x="102775" y="56483"/>
                      </a:cubicBezTo>
                      <a:cubicBezTo>
                        <a:pt x="102775" y="55245"/>
                        <a:pt x="103537" y="54197"/>
                        <a:pt x="105060" y="53150"/>
                      </a:cubicBezTo>
                      <a:cubicBezTo>
                        <a:pt x="103727" y="49340"/>
                        <a:pt x="103061" y="45339"/>
                        <a:pt x="103061" y="41053"/>
                      </a:cubicBezTo>
                      <a:cubicBezTo>
                        <a:pt x="103061" y="38005"/>
                        <a:pt x="103441" y="33623"/>
                        <a:pt x="104299" y="28004"/>
                      </a:cubicBezTo>
                      <a:cubicBezTo>
                        <a:pt x="105156" y="22384"/>
                        <a:pt x="105537" y="18288"/>
                        <a:pt x="105537" y="15716"/>
                      </a:cubicBezTo>
                      <a:cubicBezTo>
                        <a:pt x="105537" y="13621"/>
                        <a:pt x="105442" y="11716"/>
                        <a:pt x="105060" y="9811"/>
                      </a:cubicBezTo>
                      <a:cubicBezTo>
                        <a:pt x="106966" y="9811"/>
                        <a:pt x="108680" y="8001"/>
                        <a:pt x="110394" y="4382"/>
                      </a:cubicBezTo>
                      <a:cubicBezTo>
                        <a:pt x="111919" y="1333"/>
                        <a:pt x="114109" y="95"/>
                        <a:pt x="116777" y="762"/>
                      </a:cubicBezTo>
                      <a:lnTo>
                        <a:pt x="121158" y="762"/>
                      </a:lnTo>
                      <a:cubicBezTo>
                        <a:pt x="122872" y="762"/>
                        <a:pt x="125253" y="667"/>
                        <a:pt x="128301" y="381"/>
                      </a:cubicBezTo>
                      <a:cubicBezTo>
                        <a:pt x="131445" y="95"/>
                        <a:pt x="133731" y="0"/>
                        <a:pt x="135255" y="0"/>
                      </a:cubicBezTo>
                      <a:cubicBezTo>
                        <a:pt x="138589" y="0"/>
                        <a:pt x="141446" y="1048"/>
                        <a:pt x="143732" y="3048"/>
                      </a:cubicBezTo>
                      <a:cubicBezTo>
                        <a:pt x="144780" y="14669"/>
                        <a:pt x="145256" y="28956"/>
                        <a:pt x="145256" y="45815"/>
                      </a:cubicBezTo>
                      <a:cubicBezTo>
                        <a:pt x="145256" y="52673"/>
                        <a:pt x="145256" y="63151"/>
                        <a:pt x="144970" y="77343"/>
                      </a:cubicBezTo>
                      <a:cubicBezTo>
                        <a:pt x="144780" y="91440"/>
                        <a:pt x="144685" y="102108"/>
                        <a:pt x="144685" y="109061"/>
                      </a:cubicBezTo>
                      <a:cubicBezTo>
                        <a:pt x="144685" y="123539"/>
                        <a:pt x="144970" y="136017"/>
                        <a:pt x="145732" y="146495"/>
                      </a:cubicBezTo>
                      <a:close/>
                      <a:moveTo>
                        <a:pt x="1524" y="30099"/>
                      </a:moveTo>
                      <a:lnTo>
                        <a:pt x="4381" y="32957"/>
                      </a:lnTo>
                      <a:lnTo>
                        <a:pt x="4381" y="35719"/>
                      </a:lnTo>
                      <a:lnTo>
                        <a:pt x="1524" y="30099"/>
                      </a:lnTo>
                      <a:close/>
                      <a:moveTo>
                        <a:pt x="6382" y="35719"/>
                      </a:moveTo>
                      <a:cubicBezTo>
                        <a:pt x="6763" y="36386"/>
                        <a:pt x="6858" y="37148"/>
                        <a:pt x="6858" y="38005"/>
                      </a:cubicBezTo>
                      <a:cubicBezTo>
                        <a:pt x="6477" y="37338"/>
                        <a:pt x="6382" y="36576"/>
                        <a:pt x="6382" y="35719"/>
                      </a:cubicBezTo>
                      <a:close/>
                      <a:moveTo>
                        <a:pt x="10192" y="32957"/>
                      </a:moveTo>
                      <a:lnTo>
                        <a:pt x="10192" y="35719"/>
                      </a:lnTo>
                      <a:lnTo>
                        <a:pt x="7144" y="32099"/>
                      </a:lnTo>
                      <a:lnTo>
                        <a:pt x="10192" y="32861"/>
                      </a:lnTo>
                      <a:close/>
                      <a:moveTo>
                        <a:pt x="8382" y="22193"/>
                      </a:moveTo>
                      <a:cubicBezTo>
                        <a:pt x="10192" y="22193"/>
                        <a:pt x="11144" y="22479"/>
                        <a:pt x="11525" y="22955"/>
                      </a:cubicBezTo>
                      <a:lnTo>
                        <a:pt x="10192" y="23717"/>
                      </a:lnTo>
                      <a:lnTo>
                        <a:pt x="8382" y="22193"/>
                      </a:lnTo>
                      <a:close/>
                      <a:moveTo>
                        <a:pt x="21241" y="22955"/>
                      </a:moveTo>
                      <a:lnTo>
                        <a:pt x="20764" y="22479"/>
                      </a:lnTo>
                      <a:lnTo>
                        <a:pt x="18764" y="19145"/>
                      </a:lnTo>
                      <a:cubicBezTo>
                        <a:pt x="18097" y="18002"/>
                        <a:pt x="16859" y="17336"/>
                        <a:pt x="15240" y="17336"/>
                      </a:cubicBezTo>
                      <a:cubicBezTo>
                        <a:pt x="15907" y="17717"/>
                        <a:pt x="17812" y="19431"/>
                        <a:pt x="20860" y="22479"/>
                      </a:cubicBezTo>
                      <a:lnTo>
                        <a:pt x="21336" y="22955"/>
                      </a:lnTo>
                      <a:close/>
                      <a:moveTo>
                        <a:pt x="24289" y="37052"/>
                      </a:moveTo>
                      <a:lnTo>
                        <a:pt x="28099" y="37052"/>
                      </a:lnTo>
                      <a:cubicBezTo>
                        <a:pt x="27051" y="36576"/>
                        <a:pt x="25813" y="36576"/>
                        <a:pt x="24289" y="37052"/>
                      </a:cubicBezTo>
                      <a:lnTo>
                        <a:pt x="22003" y="37052"/>
                      </a:lnTo>
                      <a:lnTo>
                        <a:pt x="22765" y="39148"/>
                      </a:lnTo>
                      <a:cubicBezTo>
                        <a:pt x="22765" y="39148"/>
                        <a:pt x="22955" y="40005"/>
                        <a:pt x="23336" y="40672"/>
                      </a:cubicBezTo>
                      <a:lnTo>
                        <a:pt x="22765" y="39148"/>
                      </a:lnTo>
                      <a:cubicBezTo>
                        <a:pt x="22765" y="38100"/>
                        <a:pt x="23336" y="37433"/>
                        <a:pt x="24289" y="37052"/>
                      </a:cubicBezTo>
                      <a:close/>
                      <a:moveTo>
                        <a:pt x="28099" y="158782"/>
                      </a:moveTo>
                      <a:lnTo>
                        <a:pt x="28099" y="151829"/>
                      </a:lnTo>
                      <a:lnTo>
                        <a:pt x="27051" y="151829"/>
                      </a:lnTo>
                      <a:lnTo>
                        <a:pt x="27051" y="158782"/>
                      </a:lnTo>
                      <a:lnTo>
                        <a:pt x="28099" y="158782"/>
                      </a:lnTo>
                      <a:close/>
                      <a:moveTo>
                        <a:pt x="32480" y="40672"/>
                      </a:moveTo>
                      <a:cubicBezTo>
                        <a:pt x="32480" y="40672"/>
                        <a:pt x="33338" y="41434"/>
                        <a:pt x="34004" y="41910"/>
                      </a:cubicBezTo>
                      <a:lnTo>
                        <a:pt x="32480" y="40672"/>
                      </a:lnTo>
                      <a:cubicBezTo>
                        <a:pt x="32480" y="39624"/>
                        <a:pt x="32099" y="38005"/>
                        <a:pt x="31242" y="35814"/>
                      </a:cubicBezTo>
                      <a:cubicBezTo>
                        <a:pt x="30385" y="36481"/>
                        <a:pt x="30004" y="37148"/>
                        <a:pt x="30004" y="37910"/>
                      </a:cubicBezTo>
                      <a:cubicBezTo>
                        <a:pt x="30004" y="38767"/>
                        <a:pt x="30861" y="39719"/>
                        <a:pt x="32480" y="40767"/>
                      </a:cubicBezTo>
                      <a:close/>
                      <a:moveTo>
                        <a:pt x="33242" y="47816"/>
                      </a:moveTo>
                      <a:lnTo>
                        <a:pt x="38100" y="47816"/>
                      </a:lnTo>
                      <a:lnTo>
                        <a:pt x="34766" y="45053"/>
                      </a:lnTo>
                      <a:lnTo>
                        <a:pt x="33242" y="47816"/>
                      </a:lnTo>
                      <a:close/>
                      <a:moveTo>
                        <a:pt x="80676" y="205835"/>
                      </a:moveTo>
                      <a:cubicBezTo>
                        <a:pt x="81915" y="205454"/>
                        <a:pt x="83153" y="205835"/>
                        <a:pt x="84487" y="206693"/>
                      </a:cubicBezTo>
                      <a:lnTo>
                        <a:pt x="81439" y="208883"/>
                      </a:lnTo>
                      <a:lnTo>
                        <a:pt x="80676" y="205835"/>
                      </a:lnTo>
                      <a:close/>
                      <a:moveTo>
                        <a:pt x="101441" y="216884"/>
                      </a:moveTo>
                      <a:lnTo>
                        <a:pt x="101441" y="213074"/>
                      </a:lnTo>
                      <a:lnTo>
                        <a:pt x="102489" y="213074"/>
                      </a:lnTo>
                      <a:cubicBezTo>
                        <a:pt x="102679" y="214122"/>
                        <a:pt x="102394" y="215360"/>
                        <a:pt x="101441" y="216884"/>
                      </a:cubicBezTo>
                      <a:close/>
                      <a:moveTo>
                        <a:pt x="111157" y="174403"/>
                      </a:moveTo>
                      <a:cubicBezTo>
                        <a:pt x="109347" y="175450"/>
                        <a:pt x="108299" y="176403"/>
                        <a:pt x="108299" y="177451"/>
                      </a:cubicBezTo>
                      <a:cubicBezTo>
                        <a:pt x="108299" y="178118"/>
                        <a:pt x="108871" y="179165"/>
                        <a:pt x="109823" y="180689"/>
                      </a:cubicBezTo>
                      <a:cubicBezTo>
                        <a:pt x="110871" y="182118"/>
                        <a:pt x="111347" y="183261"/>
                        <a:pt x="111347" y="183928"/>
                      </a:cubicBezTo>
                      <a:lnTo>
                        <a:pt x="111347" y="184404"/>
                      </a:lnTo>
                      <a:cubicBezTo>
                        <a:pt x="111347" y="184404"/>
                        <a:pt x="111061" y="184975"/>
                        <a:pt x="111061" y="185166"/>
                      </a:cubicBezTo>
                      <a:cubicBezTo>
                        <a:pt x="111252" y="184785"/>
                        <a:pt x="111347" y="184309"/>
                        <a:pt x="111443" y="183737"/>
                      </a:cubicBezTo>
                      <a:cubicBezTo>
                        <a:pt x="111537" y="183166"/>
                        <a:pt x="111823" y="182213"/>
                        <a:pt x="112395" y="181070"/>
                      </a:cubicBezTo>
                      <a:cubicBezTo>
                        <a:pt x="112871" y="179927"/>
                        <a:pt x="113157" y="178975"/>
                        <a:pt x="113157" y="178308"/>
                      </a:cubicBezTo>
                      <a:cubicBezTo>
                        <a:pt x="113157" y="177165"/>
                        <a:pt x="112490" y="175832"/>
                        <a:pt x="111157" y="174498"/>
                      </a:cubicBezTo>
                      <a:close/>
                      <a:moveTo>
                        <a:pt x="111157" y="196977"/>
                      </a:moveTo>
                      <a:cubicBezTo>
                        <a:pt x="112871" y="195644"/>
                        <a:pt x="113538" y="194405"/>
                        <a:pt x="113157" y="193358"/>
                      </a:cubicBezTo>
                      <a:cubicBezTo>
                        <a:pt x="112776" y="192215"/>
                        <a:pt x="112204" y="191738"/>
                        <a:pt x="111157" y="192119"/>
                      </a:cubicBezTo>
                      <a:cubicBezTo>
                        <a:pt x="110109" y="193072"/>
                        <a:pt x="109823" y="194120"/>
                        <a:pt x="110109" y="195167"/>
                      </a:cubicBezTo>
                      <a:cubicBezTo>
                        <a:pt x="110776" y="196882"/>
                        <a:pt x="111157" y="197549"/>
                        <a:pt x="111157" y="197263"/>
                      </a:cubicBezTo>
                      <a:lnTo>
                        <a:pt x="111919" y="198025"/>
                      </a:lnTo>
                      <a:cubicBezTo>
                        <a:pt x="112776" y="198882"/>
                        <a:pt x="113157" y="199549"/>
                        <a:pt x="113157" y="200120"/>
                      </a:cubicBezTo>
                      <a:cubicBezTo>
                        <a:pt x="113347" y="199549"/>
                        <a:pt x="113157" y="199073"/>
                        <a:pt x="112395" y="198501"/>
                      </a:cubicBezTo>
                      <a:cubicBezTo>
                        <a:pt x="111728" y="197929"/>
                        <a:pt x="111252" y="197453"/>
                        <a:pt x="111157" y="197072"/>
                      </a:cubicBezTo>
                      <a:close/>
                      <a:moveTo>
                        <a:pt x="132969" y="65532"/>
                      </a:moveTo>
                      <a:lnTo>
                        <a:pt x="138113" y="68294"/>
                      </a:lnTo>
                      <a:lnTo>
                        <a:pt x="135350" y="64675"/>
                      </a:lnTo>
                      <a:lnTo>
                        <a:pt x="136874" y="62579"/>
                      </a:lnTo>
                      <a:lnTo>
                        <a:pt x="126873" y="58483"/>
                      </a:lnTo>
                      <a:cubicBezTo>
                        <a:pt x="128301" y="58960"/>
                        <a:pt x="128968" y="59817"/>
                        <a:pt x="128968" y="60770"/>
                      </a:cubicBezTo>
                      <a:cubicBezTo>
                        <a:pt x="128968" y="61722"/>
                        <a:pt x="128301" y="62675"/>
                        <a:pt x="126873" y="63341"/>
                      </a:cubicBezTo>
                      <a:cubicBezTo>
                        <a:pt x="126396" y="62103"/>
                        <a:pt x="125730" y="61532"/>
                        <a:pt x="124873" y="61532"/>
                      </a:cubicBezTo>
                      <a:cubicBezTo>
                        <a:pt x="124396" y="61532"/>
                        <a:pt x="123539" y="61627"/>
                        <a:pt x="122587" y="62008"/>
                      </a:cubicBezTo>
                      <a:cubicBezTo>
                        <a:pt x="121539" y="62389"/>
                        <a:pt x="120777" y="62484"/>
                        <a:pt x="120301" y="62484"/>
                      </a:cubicBezTo>
                      <a:cubicBezTo>
                        <a:pt x="119634" y="62484"/>
                        <a:pt x="118967" y="62294"/>
                        <a:pt x="118491" y="61722"/>
                      </a:cubicBezTo>
                      <a:lnTo>
                        <a:pt x="119253" y="60484"/>
                      </a:lnTo>
                      <a:lnTo>
                        <a:pt x="110490" y="62484"/>
                      </a:lnTo>
                      <a:lnTo>
                        <a:pt x="115348" y="62484"/>
                      </a:lnTo>
                      <a:cubicBezTo>
                        <a:pt x="117062" y="62294"/>
                        <a:pt x="118396" y="63056"/>
                        <a:pt x="119539" y="64770"/>
                      </a:cubicBezTo>
                      <a:cubicBezTo>
                        <a:pt x="120682" y="66389"/>
                        <a:pt x="121158" y="67913"/>
                        <a:pt x="121158" y="69152"/>
                      </a:cubicBezTo>
                      <a:lnTo>
                        <a:pt x="121920" y="68104"/>
                      </a:lnTo>
                      <a:cubicBezTo>
                        <a:pt x="122587" y="67913"/>
                        <a:pt x="123158" y="68104"/>
                        <a:pt x="123634" y="68580"/>
                      </a:cubicBezTo>
                      <a:cubicBezTo>
                        <a:pt x="124492" y="69628"/>
                        <a:pt x="125063" y="70104"/>
                        <a:pt x="125159" y="70104"/>
                      </a:cubicBezTo>
                      <a:lnTo>
                        <a:pt x="125159" y="66294"/>
                      </a:lnTo>
                      <a:cubicBezTo>
                        <a:pt x="124968" y="64770"/>
                        <a:pt x="125539" y="63722"/>
                        <a:pt x="126682" y="63246"/>
                      </a:cubicBezTo>
                      <a:cubicBezTo>
                        <a:pt x="127921" y="64103"/>
                        <a:pt x="128588" y="64484"/>
                        <a:pt x="128778" y="64484"/>
                      </a:cubicBezTo>
                      <a:cubicBezTo>
                        <a:pt x="128778" y="62770"/>
                        <a:pt x="129159" y="61817"/>
                        <a:pt x="130016" y="61627"/>
                      </a:cubicBezTo>
                      <a:cubicBezTo>
                        <a:pt x="130683" y="61341"/>
                        <a:pt x="132016" y="61817"/>
                        <a:pt x="133826" y="63151"/>
                      </a:cubicBezTo>
                      <a:cubicBezTo>
                        <a:pt x="134017" y="63627"/>
                        <a:pt x="133635" y="64294"/>
                        <a:pt x="132779" y="65151"/>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 name="Google Shape;1165;p99"/>
                <p:cNvSpPr/>
                <p:nvPr/>
              </p:nvSpPr>
              <p:spPr>
                <a:xfrm>
                  <a:off x="7064406" y="2713672"/>
                  <a:ext cx="201453" cy="240791"/>
                </a:xfrm>
                <a:custGeom>
                  <a:avLst/>
                  <a:gdLst/>
                  <a:ahLst/>
                  <a:cxnLst/>
                  <a:rect l="l" t="t" r="r" b="b"/>
                  <a:pathLst>
                    <a:path w="201453" h="240791" extrusionOk="0">
                      <a:moveTo>
                        <a:pt x="157067" y="196310"/>
                      </a:moveTo>
                      <a:cubicBezTo>
                        <a:pt x="156401" y="198882"/>
                        <a:pt x="156020" y="201263"/>
                        <a:pt x="156020" y="203454"/>
                      </a:cubicBezTo>
                      <a:cubicBezTo>
                        <a:pt x="156020" y="206883"/>
                        <a:pt x="156877" y="210788"/>
                        <a:pt x="158591" y="215265"/>
                      </a:cubicBezTo>
                      <a:cubicBezTo>
                        <a:pt x="160973" y="220694"/>
                        <a:pt x="162306" y="224314"/>
                        <a:pt x="162687" y="226028"/>
                      </a:cubicBezTo>
                      <a:cubicBezTo>
                        <a:pt x="163545" y="227076"/>
                        <a:pt x="164021" y="228029"/>
                        <a:pt x="164021" y="229172"/>
                      </a:cubicBezTo>
                      <a:cubicBezTo>
                        <a:pt x="164021" y="230410"/>
                        <a:pt x="163163" y="231839"/>
                        <a:pt x="161640" y="233553"/>
                      </a:cubicBezTo>
                      <a:cubicBezTo>
                        <a:pt x="159448" y="236125"/>
                        <a:pt x="158115" y="237649"/>
                        <a:pt x="157829" y="238220"/>
                      </a:cubicBezTo>
                      <a:cubicBezTo>
                        <a:pt x="156115" y="237839"/>
                        <a:pt x="154305" y="237649"/>
                        <a:pt x="152210" y="237649"/>
                      </a:cubicBezTo>
                      <a:cubicBezTo>
                        <a:pt x="150114" y="237649"/>
                        <a:pt x="147066" y="237839"/>
                        <a:pt x="142970" y="238316"/>
                      </a:cubicBezTo>
                      <a:cubicBezTo>
                        <a:pt x="138970" y="238697"/>
                        <a:pt x="135922" y="238887"/>
                        <a:pt x="134017" y="238887"/>
                      </a:cubicBezTo>
                      <a:cubicBezTo>
                        <a:pt x="126873" y="238887"/>
                        <a:pt x="121634" y="236696"/>
                        <a:pt x="118396" y="232220"/>
                      </a:cubicBezTo>
                      <a:cubicBezTo>
                        <a:pt x="119444" y="229934"/>
                        <a:pt x="119920" y="227933"/>
                        <a:pt x="119920" y="226028"/>
                      </a:cubicBezTo>
                      <a:cubicBezTo>
                        <a:pt x="119920" y="223266"/>
                        <a:pt x="118491" y="220218"/>
                        <a:pt x="115538" y="216789"/>
                      </a:cubicBezTo>
                      <a:cubicBezTo>
                        <a:pt x="111443" y="212217"/>
                        <a:pt x="109061" y="209074"/>
                        <a:pt x="108395" y="207550"/>
                      </a:cubicBezTo>
                      <a:cubicBezTo>
                        <a:pt x="107538" y="207169"/>
                        <a:pt x="106585" y="207074"/>
                        <a:pt x="105633" y="207074"/>
                      </a:cubicBezTo>
                      <a:cubicBezTo>
                        <a:pt x="104204" y="207074"/>
                        <a:pt x="101918" y="207454"/>
                        <a:pt x="98679" y="208217"/>
                      </a:cubicBezTo>
                      <a:cubicBezTo>
                        <a:pt x="95441" y="208979"/>
                        <a:pt x="93155" y="209360"/>
                        <a:pt x="91726" y="209360"/>
                      </a:cubicBezTo>
                      <a:cubicBezTo>
                        <a:pt x="88297" y="209360"/>
                        <a:pt x="86106" y="207836"/>
                        <a:pt x="85058" y="204788"/>
                      </a:cubicBezTo>
                      <a:lnTo>
                        <a:pt x="83058" y="204788"/>
                      </a:lnTo>
                      <a:cubicBezTo>
                        <a:pt x="83058" y="203645"/>
                        <a:pt x="82772" y="202025"/>
                        <a:pt x="82296" y="200025"/>
                      </a:cubicBezTo>
                      <a:cubicBezTo>
                        <a:pt x="81820" y="198025"/>
                        <a:pt x="81534" y="196691"/>
                        <a:pt x="81534" y="196025"/>
                      </a:cubicBezTo>
                      <a:cubicBezTo>
                        <a:pt x="81534" y="194691"/>
                        <a:pt x="82105" y="193548"/>
                        <a:pt x="83058" y="192691"/>
                      </a:cubicBezTo>
                      <a:cubicBezTo>
                        <a:pt x="82201" y="191548"/>
                        <a:pt x="81820" y="190310"/>
                        <a:pt x="81820" y="189071"/>
                      </a:cubicBezTo>
                      <a:cubicBezTo>
                        <a:pt x="81820" y="188024"/>
                        <a:pt x="82201" y="186595"/>
                        <a:pt x="83058" y="184595"/>
                      </a:cubicBezTo>
                      <a:cubicBezTo>
                        <a:pt x="83915" y="182594"/>
                        <a:pt x="84297" y="181166"/>
                        <a:pt x="84297" y="180118"/>
                      </a:cubicBezTo>
                      <a:cubicBezTo>
                        <a:pt x="84297" y="179451"/>
                        <a:pt x="84106" y="178689"/>
                        <a:pt x="83820" y="177832"/>
                      </a:cubicBezTo>
                      <a:cubicBezTo>
                        <a:pt x="85344" y="175260"/>
                        <a:pt x="89821" y="173927"/>
                        <a:pt x="97346" y="173736"/>
                      </a:cubicBezTo>
                      <a:cubicBezTo>
                        <a:pt x="104204" y="173546"/>
                        <a:pt x="107632" y="172403"/>
                        <a:pt x="107632" y="170117"/>
                      </a:cubicBezTo>
                      <a:cubicBezTo>
                        <a:pt x="107632" y="168783"/>
                        <a:pt x="106680" y="166688"/>
                        <a:pt x="104775" y="164021"/>
                      </a:cubicBezTo>
                      <a:lnTo>
                        <a:pt x="108395" y="164021"/>
                      </a:lnTo>
                      <a:cubicBezTo>
                        <a:pt x="108299" y="165354"/>
                        <a:pt x="108681" y="166973"/>
                        <a:pt x="109728" y="168878"/>
                      </a:cubicBezTo>
                      <a:cubicBezTo>
                        <a:pt x="110204" y="168402"/>
                        <a:pt x="110586" y="166973"/>
                        <a:pt x="110776" y="164783"/>
                      </a:cubicBezTo>
                      <a:cubicBezTo>
                        <a:pt x="110966" y="163068"/>
                        <a:pt x="111919" y="162116"/>
                        <a:pt x="113538" y="161925"/>
                      </a:cubicBezTo>
                      <a:lnTo>
                        <a:pt x="110490" y="158877"/>
                      </a:lnTo>
                      <a:lnTo>
                        <a:pt x="113538" y="158115"/>
                      </a:lnTo>
                      <a:lnTo>
                        <a:pt x="111252" y="156020"/>
                      </a:lnTo>
                      <a:cubicBezTo>
                        <a:pt x="111252" y="156020"/>
                        <a:pt x="112014" y="156496"/>
                        <a:pt x="112490" y="156496"/>
                      </a:cubicBezTo>
                      <a:cubicBezTo>
                        <a:pt x="113252" y="156496"/>
                        <a:pt x="114205" y="156115"/>
                        <a:pt x="115443" y="155353"/>
                      </a:cubicBezTo>
                      <a:cubicBezTo>
                        <a:pt x="116681" y="154591"/>
                        <a:pt x="117634" y="154210"/>
                        <a:pt x="118110" y="154210"/>
                      </a:cubicBezTo>
                      <a:cubicBezTo>
                        <a:pt x="118967" y="154210"/>
                        <a:pt x="119444" y="155067"/>
                        <a:pt x="119634" y="156782"/>
                      </a:cubicBezTo>
                      <a:cubicBezTo>
                        <a:pt x="119158" y="156782"/>
                        <a:pt x="117063" y="157448"/>
                        <a:pt x="113443" y="158877"/>
                      </a:cubicBezTo>
                      <a:cubicBezTo>
                        <a:pt x="113633" y="159068"/>
                        <a:pt x="114967" y="159925"/>
                        <a:pt x="117539" y="161449"/>
                      </a:cubicBezTo>
                      <a:cubicBezTo>
                        <a:pt x="119063" y="162497"/>
                        <a:pt x="119825" y="163544"/>
                        <a:pt x="119825" y="164497"/>
                      </a:cubicBezTo>
                      <a:cubicBezTo>
                        <a:pt x="119825" y="164973"/>
                        <a:pt x="119825" y="165545"/>
                        <a:pt x="119539" y="166021"/>
                      </a:cubicBezTo>
                      <a:cubicBezTo>
                        <a:pt x="120396" y="165545"/>
                        <a:pt x="120968" y="164592"/>
                        <a:pt x="121348" y="163259"/>
                      </a:cubicBezTo>
                      <a:cubicBezTo>
                        <a:pt x="121634" y="161925"/>
                        <a:pt x="121634" y="160877"/>
                        <a:pt x="121063" y="160211"/>
                      </a:cubicBezTo>
                      <a:lnTo>
                        <a:pt x="124396" y="156877"/>
                      </a:lnTo>
                      <a:lnTo>
                        <a:pt x="117539" y="150495"/>
                      </a:lnTo>
                      <a:lnTo>
                        <a:pt x="118301" y="149162"/>
                      </a:lnTo>
                      <a:cubicBezTo>
                        <a:pt x="117824" y="148495"/>
                        <a:pt x="117157" y="148114"/>
                        <a:pt x="116491" y="148114"/>
                      </a:cubicBezTo>
                      <a:cubicBezTo>
                        <a:pt x="116110" y="148114"/>
                        <a:pt x="115443" y="148495"/>
                        <a:pt x="114300" y="149352"/>
                      </a:cubicBezTo>
                      <a:cubicBezTo>
                        <a:pt x="113157" y="150209"/>
                        <a:pt x="112109" y="150495"/>
                        <a:pt x="111157" y="150400"/>
                      </a:cubicBezTo>
                      <a:cubicBezTo>
                        <a:pt x="110776" y="150209"/>
                        <a:pt x="108585" y="150114"/>
                        <a:pt x="104490" y="150114"/>
                      </a:cubicBezTo>
                      <a:cubicBezTo>
                        <a:pt x="102108" y="150114"/>
                        <a:pt x="100775" y="148495"/>
                        <a:pt x="100679" y="145256"/>
                      </a:cubicBezTo>
                      <a:cubicBezTo>
                        <a:pt x="99251" y="144780"/>
                        <a:pt x="98584" y="143732"/>
                        <a:pt x="98584" y="142208"/>
                      </a:cubicBezTo>
                      <a:cubicBezTo>
                        <a:pt x="98584" y="141542"/>
                        <a:pt x="98774" y="140399"/>
                        <a:pt x="99060" y="138875"/>
                      </a:cubicBezTo>
                      <a:cubicBezTo>
                        <a:pt x="99441" y="137351"/>
                        <a:pt x="99536" y="136112"/>
                        <a:pt x="99536" y="135255"/>
                      </a:cubicBezTo>
                      <a:cubicBezTo>
                        <a:pt x="99536" y="133064"/>
                        <a:pt x="98107" y="131731"/>
                        <a:pt x="95441" y="131445"/>
                      </a:cubicBezTo>
                      <a:cubicBezTo>
                        <a:pt x="94965" y="130588"/>
                        <a:pt x="94679" y="129540"/>
                        <a:pt x="94679" y="128397"/>
                      </a:cubicBezTo>
                      <a:cubicBezTo>
                        <a:pt x="94679" y="127921"/>
                        <a:pt x="94774" y="127064"/>
                        <a:pt x="94965" y="126016"/>
                      </a:cubicBezTo>
                      <a:cubicBezTo>
                        <a:pt x="95155" y="124873"/>
                        <a:pt x="95250" y="124111"/>
                        <a:pt x="95250" y="123539"/>
                      </a:cubicBezTo>
                      <a:cubicBezTo>
                        <a:pt x="95250" y="121825"/>
                        <a:pt x="94393" y="120491"/>
                        <a:pt x="92679" y="119444"/>
                      </a:cubicBezTo>
                      <a:lnTo>
                        <a:pt x="89821" y="118682"/>
                      </a:lnTo>
                      <a:cubicBezTo>
                        <a:pt x="91154" y="116967"/>
                        <a:pt x="91821" y="115157"/>
                        <a:pt x="91821" y="113348"/>
                      </a:cubicBezTo>
                      <a:cubicBezTo>
                        <a:pt x="91821" y="111633"/>
                        <a:pt x="91250" y="109538"/>
                        <a:pt x="90011" y="106966"/>
                      </a:cubicBezTo>
                      <a:cubicBezTo>
                        <a:pt x="88964" y="105061"/>
                        <a:pt x="87916" y="103156"/>
                        <a:pt x="86868" y="101060"/>
                      </a:cubicBezTo>
                      <a:cubicBezTo>
                        <a:pt x="87821" y="100584"/>
                        <a:pt x="88297" y="99822"/>
                        <a:pt x="88488" y="98774"/>
                      </a:cubicBezTo>
                      <a:cubicBezTo>
                        <a:pt x="88678" y="97536"/>
                        <a:pt x="88106" y="96679"/>
                        <a:pt x="86868" y="96203"/>
                      </a:cubicBezTo>
                      <a:lnTo>
                        <a:pt x="82868" y="96965"/>
                      </a:lnTo>
                      <a:lnTo>
                        <a:pt x="81820" y="89821"/>
                      </a:lnTo>
                      <a:cubicBezTo>
                        <a:pt x="80391" y="90107"/>
                        <a:pt x="79724" y="91154"/>
                        <a:pt x="79629" y="92869"/>
                      </a:cubicBezTo>
                      <a:cubicBezTo>
                        <a:pt x="79629" y="94583"/>
                        <a:pt x="78677" y="95631"/>
                        <a:pt x="76962" y="96203"/>
                      </a:cubicBezTo>
                      <a:cubicBezTo>
                        <a:pt x="77343" y="97250"/>
                        <a:pt x="77534" y="98203"/>
                        <a:pt x="77534" y="99060"/>
                      </a:cubicBezTo>
                      <a:cubicBezTo>
                        <a:pt x="77534" y="100584"/>
                        <a:pt x="76867" y="102775"/>
                        <a:pt x="75533" y="105442"/>
                      </a:cubicBezTo>
                      <a:cubicBezTo>
                        <a:pt x="74105" y="108204"/>
                        <a:pt x="73533" y="111062"/>
                        <a:pt x="73723" y="113919"/>
                      </a:cubicBezTo>
                      <a:cubicBezTo>
                        <a:pt x="71152" y="115253"/>
                        <a:pt x="69723" y="117539"/>
                        <a:pt x="69342" y="120777"/>
                      </a:cubicBezTo>
                      <a:cubicBezTo>
                        <a:pt x="68771" y="125444"/>
                        <a:pt x="68389" y="128016"/>
                        <a:pt x="68009" y="128492"/>
                      </a:cubicBezTo>
                      <a:cubicBezTo>
                        <a:pt x="67151" y="128302"/>
                        <a:pt x="66008" y="129540"/>
                        <a:pt x="64675" y="132112"/>
                      </a:cubicBezTo>
                      <a:cubicBezTo>
                        <a:pt x="63151" y="135350"/>
                        <a:pt x="61627" y="137446"/>
                        <a:pt x="60007" y="138494"/>
                      </a:cubicBezTo>
                      <a:cubicBezTo>
                        <a:pt x="60007" y="138779"/>
                        <a:pt x="60674" y="139732"/>
                        <a:pt x="62103" y="141351"/>
                      </a:cubicBezTo>
                      <a:lnTo>
                        <a:pt x="63913" y="139256"/>
                      </a:lnTo>
                      <a:cubicBezTo>
                        <a:pt x="63913" y="139256"/>
                        <a:pt x="64484" y="139732"/>
                        <a:pt x="64484" y="140018"/>
                      </a:cubicBezTo>
                      <a:cubicBezTo>
                        <a:pt x="64484" y="140589"/>
                        <a:pt x="64104" y="141446"/>
                        <a:pt x="63246" y="142875"/>
                      </a:cubicBezTo>
                      <a:cubicBezTo>
                        <a:pt x="62484" y="144209"/>
                        <a:pt x="62103" y="145066"/>
                        <a:pt x="62103" y="145447"/>
                      </a:cubicBezTo>
                      <a:cubicBezTo>
                        <a:pt x="60674" y="147352"/>
                        <a:pt x="60007" y="148304"/>
                        <a:pt x="60007" y="148495"/>
                      </a:cubicBezTo>
                      <a:lnTo>
                        <a:pt x="62103" y="150590"/>
                      </a:lnTo>
                      <a:cubicBezTo>
                        <a:pt x="62579" y="149733"/>
                        <a:pt x="63151" y="149257"/>
                        <a:pt x="63913" y="149257"/>
                      </a:cubicBezTo>
                      <a:lnTo>
                        <a:pt x="63913" y="151352"/>
                      </a:lnTo>
                      <a:cubicBezTo>
                        <a:pt x="63246" y="151067"/>
                        <a:pt x="62579" y="150781"/>
                        <a:pt x="62103" y="150781"/>
                      </a:cubicBezTo>
                      <a:cubicBezTo>
                        <a:pt x="60674" y="150781"/>
                        <a:pt x="59722" y="152495"/>
                        <a:pt x="58960" y="155924"/>
                      </a:cubicBezTo>
                      <a:cubicBezTo>
                        <a:pt x="58103" y="159829"/>
                        <a:pt x="57055" y="162211"/>
                        <a:pt x="55912" y="163068"/>
                      </a:cubicBezTo>
                      <a:cubicBezTo>
                        <a:pt x="56960" y="163925"/>
                        <a:pt x="57721" y="165735"/>
                        <a:pt x="58198" y="168593"/>
                      </a:cubicBezTo>
                      <a:cubicBezTo>
                        <a:pt x="58674" y="171355"/>
                        <a:pt x="60007" y="173165"/>
                        <a:pt x="62103" y="173831"/>
                      </a:cubicBezTo>
                      <a:cubicBezTo>
                        <a:pt x="63151" y="173165"/>
                        <a:pt x="65532" y="172879"/>
                        <a:pt x="69342" y="173069"/>
                      </a:cubicBezTo>
                      <a:cubicBezTo>
                        <a:pt x="72486" y="173069"/>
                        <a:pt x="74390" y="172593"/>
                        <a:pt x="74962" y="171831"/>
                      </a:cubicBezTo>
                      <a:cubicBezTo>
                        <a:pt x="75152" y="173736"/>
                        <a:pt x="75724" y="177832"/>
                        <a:pt x="76771" y="184118"/>
                      </a:cubicBezTo>
                      <a:cubicBezTo>
                        <a:pt x="77629" y="189071"/>
                        <a:pt x="78105" y="193072"/>
                        <a:pt x="78105" y="196215"/>
                      </a:cubicBezTo>
                      <a:cubicBezTo>
                        <a:pt x="78105" y="200978"/>
                        <a:pt x="77343" y="205550"/>
                        <a:pt x="75819" y="209741"/>
                      </a:cubicBezTo>
                      <a:cubicBezTo>
                        <a:pt x="73343" y="210407"/>
                        <a:pt x="69438" y="210693"/>
                        <a:pt x="63818" y="210503"/>
                      </a:cubicBezTo>
                      <a:cubicBezTo>
                        <a:pt x="58293" y="210312"/>
                        <a:pt x="54102" y="211074"/>
                        <a:pt x="51149" y="212598"/>
                      </a:cubicBezTo>
                      <a:lnTo>
                        <a:pt x="52388" y="213360"/>
                      </a:lnTo>
                      <a:cubicBezTo>
                        <a:pt x="48196" y="214408"/>
                        <a:pt x="45911" y="217361"/>
                        <a:pt x="45148" y="222314"/>
                      </a:cubicBezTo>
                      <a:cubicBezTo>
                        <a:pt x="44768" y="226409"/>
                        <a:pt x="44387" y="230410"/>
                        <a:pt x="43911" y="234410"/>
                      </a:cubicBezTo>
                      <a:cubicBezTo>
                        <a:pt x="42767" y="238316"/>
                        <a:pt x="39243" y="240030"/>
                        <a:pt x="33433" y="239554"/>
                      </a:cubicBezTo>
                      <a:cubicBezTo>
                        <a:pt x="32957" y="240411"/>
                        <a:pt x="32195" y="240792"/>
                        <a:pt x="31338" y="240792"/>
                      </a:cubicBezTo>
                      <a:cubicBezTo>
                        <a:pt x="30671" y="240792"/>
                        <a:pt x="29528" y="240316"/>
                        <a:pt x="27908" y="239554"/>
                      </a:cubicBezTo>
                      <a:cubicBezTo>
                        <a:pt x="26289" y="238697"/>
                        <a:pt x="25051" y="238220"/>
                        <a:pt x="24289" y="238125"/>
                      </a:cubicBezTo>
                      <a:cubicBezTo>
                        <a:pt x="23527" y="238030"/>
                        <a:pt x="22479" y="237935"/>
                        <a:pt x="21050" y="237935"/>
                      </a:cubicBezTo>
                      <a:cubicBezTo>
                        <a:pt x="19812" y="237935"/>
                        <a:pt x="18098" y="238125"/>
                        <a:pt x="15716" y="238506"/>
                      </a:cubicBezTo>
                      <a:cubicBezTo>
                        <a:pt x="13240" y="238887"/>
                        <a:pt x="11525" y="238982"/>
                        <a:pt x="10287" y="238982"/>
                      </a:cubicBezTo>
                      <a:cubicBezTo>
                        <a:pt x="5049" y="238982"/>
                        <a:pt x="1810" y="237268"/>
                        <a:pt x="762" y="233839"/>
                      </a:cubicBezTo>
                      <a:cubicBezTo>
                        <a:pt x="191" y="232315"/>
                        <a:pt x="0" y="230791"/>
                        <a:pt x="0" y="229457"/>
                      </a:cubicBezTo>
                      <a:cubicBezTo>
                        <a:pt x="0" y="227457"/>
                        <a:pt x="858" y="224600"/>
                        <a:pt x="2572" y="220980"/>
                      </a:cubicBezTo>
                      <a:cubicBezTo>
                        <a:pt x="4286" y="217361"/>
                        <a:pt x="4953" y="214313"/>
                        <a:pt x="4382" y="211741"/>
                      </a:cubicBezTo>
                      <a:cubicBezTo>
                        <a:pt x="7334" y="210884"/>
                        <a:pt x="8763" y="208883"/>
                        <a:pt x="8763" y="205835"/>
                      </a:cubicBezTo>
                      <a:cubicBezTo>
                        <a:pt x="8763" y="205359"/>
                        <a:pt x="8763" y="204597"/>
                        <a:pt x="8477" y="203549"/>
                      </a:cubicBezTo>
                      <a:lnTo>
                        <a:pt x="8477" y="200978"/>
                      </a:lnTo>
                      <a:cubicBezTo>
                        <a:pt x="8477" y="199263"/>
                        <a:pt x="8763" y="197929"/>
                        <a:pt x="9525" y="196882"/>
                      </a:cubicBezTo>
                      <a:cubicBezTo>
                        <a:pt x="12288" y="195834"/>
                        <a:pt x="13621" y="193929"/>
                        <a:pt x="13621" y="191262"/>
                      </a:cubicBezTo>
                      <a:cubicBezTo>
                        <a:pt x="13621" y="190405"/>
                        <a:pt x="13431" y="188976"/>
                        <a:pt x="13049" y="187071"/>
                      </a:cubicBezTo>
                      <a:cubicBezTo>
                        <a:pt x="12668" y="185261"/>
                        <a:pt x="12573" y="183737"/>
                        <a:pt x="12573" y="182690"/>
                      </a:cubicBezTo>
                      <a:cubicBezTo>
                        <a:pt x="12573" y="179737"/>
                        <a:pt x="13811" y="177641"/>
                        <a:pt x="16479" y="176308"/>
                      </a:cubicBezTo>
                      <a:cubicBezTo>
                        <a:pt x="16097" y="175165"/>
                        <a:pt x="16002" y="174022"/>
                        <a:pt x="16002" y="172974"/>
                      </a:cubicBezTo>
                      <a:cubicBezTo>
                        <a:pt x="16002" y="170783"/>
                        <a:pt x="17050" y="168021"/>
                        <a:pt x="19050" y="164783"/>
                      </a:cubicBezTo>
                      <a:cubicBezTo>
                        <a:pt x="21050" y="161544"/>
                        <a:pt x="22098" y="159068"/>
                        <a:pt x="22098" y="157353"/>
                      </a:cubicBezTo>
                      <a:cubicBezTo>
                        <a:pt x="22098" y="155829"/>
                        <a:pt x="21622" y="154210"/>
                        <a:pt x="20574" y="152495"/>
                      </a:cubicBezTo>
                      <a:cubicBezTo>
                        <a:pt x="23527" y="149066"/>
                        <a:pt x="25527" y="144018"/>
                        <a:pt x="26765" y="137351"/>
                      </a:cubicBezTo>
                      <a:cubicBezTo>
                        <a:pt x="27432" y="132207"/>
                        <a:pt x="28099" y="127064"/>
                        <a:pt x="28575" y="121920"/>
                      </a:cubicBezTo>
                      <a:cubicBezTo>
                        <a:pt x="31338" y="120682"/>
                        <a:pt x="33052" y="117729"/>
                        <a:pt x="33814" y="112967"/>
                      </a:cubicBezTo>
                      <a:cubicBezTo>
                        <a:pt x="34576" y="108204"/>
                        <a:pt x="36005" y="104966"/>
                        <a:pt x="38291" y="103442"/>
                      </a:cubicBezTo>
                      <a:cubicBezTo>
                        <a:pt x="37624" y="101918"/>
                        <a:pt x="37243" y="100203"/>
                        <a:pt x="37243" y="98298"/>
                      </a:cubicBezTo>
                      <a:cubicBezTo>
                        <a:pt x="37243" y="96583"/>
                        <a:pt x="37529" y="94393"/>
                        <a:pt x="38195" y="91631"/>
                      </a:cubicBezTo>
                      <a:cubicBezTo>
                        <a:pt x="38767" y="88964"/>
                        <a:pt x="39053" y="87154"/>
                        <a:pt x="39053" y="86487"/>
                      </a:cubicBezTo>
                      <a:cubicBezTo>
                        <a:pt x="41053" y="85249"/>
                        <a:pt x="42101" y="83725"/>
                        <a:pt x="42101" y="81915"/>
                      </a:cubicBezTo>
                      <a:lnTo>
                        <a:pt x="42101" y="78772"/>
                      </a:lnTo>
                      <a:cubicBezTo>
                        <a:pt x="42101" y="76200"/>
                        <a:pt x="43434" y="74104"/>
                        <a:pt x="46197" y="72390"/>
                      </a:cubicBezTo>
                      <a:cubicBezTo>
                        <a:pt x="44768" y="70009"/>
                        <a:pt x="44768" y="65818"/>
                        <a:pt x="46197" y="59817"/>
                      </a:cubicBezTo>
                      <a:cubicBezTo>
                        <a:pt x="50102" y="59150"/>
                        <a:pt x="51721" y="56483"/>
                        <a:pt x="50864" y="51816"/>
                      </a:cubicBezTo>
                      <a:cubicBezTo>
                        <a:pt x="49816" y="46387"/>
                        <a:pt x="49911" y="43053"/>
                        <a:pt x="51054" y="42101"/>
                      </a:cubicBezTo>
                      <a:cubicBezTo>
                        <a:pt x="55817" y="36576"/>
                        <a:pt x="59627" y="33814"/>
                        <a:pt x="62579" y="33814"/>
                      </a:cubicBezTo>
                      <a:cubicBezTo>
                        <a:pt x="64675" y="33814"/>
                        <a:pt x="66390" y="34862"/>
                        <a:pt x="68009" y="36862"/>
                      </a:cubicBezTo>
                      <a:cubicBezTo>
                        <a:pt x="68485" y="36576"/>
                        <a:pt x="68771" y="35624"/>
                        <a:pt x="68771" y="34100"/>
                      </a:cubicBezTo>
                      <a:cubicBezTo>
                        <a:pt x="69342" y="33719"/>
                        <a:pt x="69914" y="33623"/>
                        <a:pt x="70581" y="33623"/>
                      </a:cubicBezTo>
                      <a:cubicBezTo>
                        <a:pt x="71247" y="33623"/>
                        <a:pt x="72390" y="33814"/>
                        <a:pt x="74009" y="34195"/>
                      </a:cubicBezTo>
                      <a:cubicBezTo>
                        <a:pt x="75629" y="34671"/>
                        <a:pt x="76771" y="34862"/>
                        <a:pt x="77534" y="34862"/>
                      </a:cubicBezTo>
                      <a:cubicBezTo>
                        <a:pt x="79629" y="34862"/>
                        <a:pt x="81058" y="33909"/>
                        <a:pt x="81915" y="32004"/>
                      </a:cubicBezTo>
                      <a:cubicBezTo>
                        <a:pt x="82772" y="32671"/>
                        <a:pt x="84487" y="33909"/>
                        <a:pt x="86963" y="35624"/>
                      </a:cubicBezTo>
                      <a:cubicBezTo>
                        <a:pt x="87725" y="34195"/>
                        <a:pt x="88678" y="33623"/>
                        <a:pt x="90107" y="33623"/>
                      </a:cubicBezTo>
                      <a:cubicBezTo>
                        <a:pt x="90964" y="33623"/>
                        <a:pt x="92393" y="33909"/>
                        <a:pt x="94298" y="34481"/>
                      </a:cubicBezTo>
                      <a:cubicBezTo>
                        <a:pt x="96203" y="35052"/>
                        <a:pt x="97822" y="35338"/>
                        <a:pt x="99060" y="35338"/>
                      </a:cubicBezTo>
                      <a:cubicBezTo>
                        <a:pt x="99917" y="35338"/>
                        <a:pt x="100679" y="35147"/>
                        <a:pt x="101346" y="34862"/>
                      </a:cubicBezTo>
                      <a:cubicBezTo>
                        <a:pt x="103537" y="36195"/>
                        <a:pt x="105823" y="37624"/>
                        <a:pt x="108014" y="39243"/>
                      </a:cubicBezTo>
                      <a:cubicBezTo>
                        <a:pt x="110204" y="40767"/>
                        <a:pt x="111347" y="42863"/>
                        <a:pt x="111347" y="45339"/>
                      </a:cubicBezTo>
                      <a:cubicBezTo>
                        <a:pt x="111347" y="46006"/>
                        <a:pt x="111347" y="46768"/>
                        <a:pt x="111062" y="47625"/>
                      </a:cubicBezTo>
                      <a:lnTo>
                        <a:pt x="115348" y="46863"/>
                      </a:lnTo>
                      <a:cubicBezTo>
                        <a:pt x="114681" y="49149"/>
                        <a:pt x="114300" y="51340"/>
                        <a:pt x="114300" y="53816"/>
                      </a:cubicBezTo>
                      <a:cubicBezTo>
                        <a:pt x="114300" y="58960"/>
                        <a:pt x="116205" y="64865"/>
                        <a:pt x="120205" y="71533"/>
                      </a:cubicBezTo>
                      <a:lnTo>
                        <a:pt x="115348" y="73533"/>
                      </a:lnTo>
                      <a:lnTo>
                        <a:pt x="120205" y="75343"/>
                      </a:lnTo>
                      <a:cubicBezTo>
                        <a:pt x="119539" y="75152"/>
                        <a:pt x="118206" y="75819"/>
                        <a:pt x="116110" y="77343"/>
                      </a:cubicBezTo>
                      <a:lnTo>
                        <a:pt x="116110" y="78391"/>
                      </a:lnTo>
                      <a:cubicBezTo>
                        <a:pt x="117443" y="77819"/>
                        <a:pt x="119825" y="78200"/>
                        <a:pt x="123063" y="79439"/>
                      </a:cubicBezTo>
                      <a:lnTo>
                        <a:pt x="119444" y="85058"/>
                      </a:lnTo>
                      <a:cubicBezTo>
                        <a:pt x="123349" y="89821"/>
                        <a:pt x="126873" y="92202"/>
                        <a:pt x="129921" y="92202"/>
                      </a:cubicBezTo>
                      <a:lnTo>
                        <a:pt x="129921" y="94298"/>
                      </a:lnTo>
                      <a:cubicBezTo>
                        <a:pt x="128683" y="92583"/>
                        <a:pt x="127731" y="91916"/>
                        <a:pt x="127064" y="92202"/>
                      </a:cubicBezTo>
                      <a:cubicBezTo>
                        <a:pt x="126397" y="94583"/>
                        <a:pt x="126016" y="97155"/>
                        <a:pt x="126016" y="99917"/>
                      </a:cubicBezTo>
                      <a:cubicBezTo>
                        <a:pt x="126016" y="105537"/>
                        <a:pt x="127349" y="109823"/>
                        <a:pt x="129921" y="112681"/>
                      </a:cubicBezTo>
                      <a:cubicBezTo>
                        <a:pt x="129159" y="113348"/>
                        <a:pt x="128969" y="114014"/>
                        <a:pt x="128969" y="114681"/>
                      </a:cubicBezTo>
                      <a:cubicBezTo>
                        <a:pt x="128969" y="115348"/>
                        <a:pt x="129540" y="116300"/>
                        <a:pt x="130873" y="117539"/>
                      </a:cubicBezTo>
                      <a:cubicBezTo>
                        <a:pt x="132207" y="118777"/>
                        <a:pt x="132779" y="119729"/>
                        <a:pt x="132779" y="120587"/>
                      </a:cubicBezTo>
                      <a:cubicBezTo>
                        <a:pt x="132779" y="121063"/>
                        <a:pt x="132493" y="121729"/>
                        <a:pt x="132017" y="122396"/>
                      </a:cubicBezTo>
                      <a:lnTo>
                        <a:pt x="135160" y="123730"/>
                      </a:lnTo>
                      <a:cubicBezTo>
                        <a:pt x="136874" y="133445"/>
                        <a:pt x="138017" y="139351"/>
                        <a:pt x="138399" y="141446"/>
                      </a:cubicBezTo>
                      <a:cubicBezTo>
                        <a:pt x="140018" y="148114"/>
                        <a:pt x="142113" y="153734"/>
                        <a:pt x="144780" y="158401"/>
                      </a:cubicBezTo>
                      <a:cubicBezTo>
                        <a:pt x="142685" y="161830"/>
                        <a:pt x="143446" y="164402"/>
                        <a:pt x="146876" y="166307"/>
                      </a:cubicBezTo>
                      <a:cubicBezTo>
                        <a:pt x="146495" y="174879"/>
                        <a:pt x="147828" y="180785"/>
                        <a:pt x="150686" y="184023"/>
                      </a:cubicBezTo>
                      <a:cubicBezTo>
                        <a:pt x="150686" y="192215"/>
                        <a:pt x="152781" y="196406"/>
                        <a:pt x="156877" y="196596"/>
                      </a:cubicBezTo>
                      <a:close/>
                      <a:moveTo>
                        <a:pt x="8763" y="36671"/>
                      </a:moveTo>
                      <a:lnTo>
                        <a:pt x="6668" y="38767"/>
                      </a:lnTo>
                      <a:lnTo>
                        <a:pt x="3906" y="35433"/>
                      </a:lnTo>
                      <a:lnTo>
                        <a:pt x="8763" y="36671"/>
                      </a:lnTo>
                      <a:close/>
                      <a:moveTo>
                        <a:pt x="13145" y="75152"/>
                      </a:moveTo>
                      <a:lnTo>
                        <a:pt x="14669" y="80010"/>
                      </a:lnTo>
                      <a:lnTo>
                        <a:pt x="10859" y="86106"/>
                      </a:lnTo>
                      <a:lnTo>
                        <a:pt x="13145" y="75152"/>
                      </a:lnTo>
                      <a:close/>
                      <a:moveTo>
                        <a:pt x="16479" y="52388"/>
                      </a:moveTo>
                      <a:cubicBezTo>
                        <a:pt x="16479" y="52388"/>
                        <a:pt x="15240" y="53054"/>
                        <a:pt x="13907" y="54483"/>
                      </a:cubicBezTo>
                      <a:lnTo>
                        <a:pt x="13145" y="51626"/>
                      </a:lnTo>
                      <a:lnTo>
                        <a:pt x="16479" y="52388"/>
                      </a:lnTo>
                      <a:close/>
                      <a:moveTo>
                        <a:pt x="38481" y="57531"/>
                      </a:moveTo>
                      <a:cubicBezTo>
                        <a:pt x="37243" y="54769"/>
                        <a:pt x="34957" y="53816"/>
                        <a:pt x="31528" y="54483"/>
                      </a:cubicBezTo>
                      <a:lnTo>
                        <a:pt x="30766" y="55531"/>
                      </a:lnTo>
                      <a:cubicBezTo>
                        <a:pt x="30766" y="53816"/>
                        <a:pt x="31242" y="52959"/>
                        <a:pt x="32290" y="52959"/>
                      </a:cubicBezTo>
                      <a:cubicBezTo>
                        <a:pt x="32481" y="52959"/>
                        <a:pt x="33433" y="53245"/>
                        <a:pt x="35147" y="53721"/>
                      </a:cubicBezTo>
                      <a:cubicBezTo>
                        <a:pt x="36481" y="54102"/>
                        <a:pt x="37624" y="54102"/>
                        <a:pt x="38481" y="53721"/>
                      </a:cubicBezTo>
                      <a:lnTo>
                        <a:pt x="38481" y="57531"/>
                      </a:lnTo>
                      <a:close/>
                      <a:moveTo>
                        <a:pt x="34386" y="140494"/>
                      </a:moveTo>
                      <a:lnTo>
                        <a:pt x="34386" y="135636"/>
                      </a:lnTo>
                      <a:lnTo>
                        <a:pt x="33624" y="135636"/>
                      </a:lnTo>
                      <a:lnTo>
                        <a:pt x="33624" y="140494"/>
                      </a:lnTo>
                      <a:lnTo>
                        <a:pt x="34386" y="140494"/>
                      </a:lnTo>
                      <a:close/>
                      <a:moveTo>
                        <a:pt x="48483" y="61532"/>
                      </a:moveTo>
                      <a:lnTo>
                        <a:pt x="54197" y="58483"/>
                      </a:lnTo>
                      <a:lnTo>
                        <a:pt x="53436" y="55436"/>
                      </a:lnTo>
                      <a:lnTo>
                        <a:pt x="48483" y="61532"/>
                      </a:lnTo>
                      <a:close/>
                      <a:moveTo>
                        <a:pt x="54197" y="96869"/>
                      </a:moveTo>
                      <a:lnTo>
                        <a:pt x="59055" y="98108"/>
                      </a:lnTo>
                      <a:lnTo>
                        <a:pt x="58293" y="96869"/>
                      </a:lnTo>
                      <a:lnTo>
                        <a:pt x="54197" y="96869"/>
                      </a:lnTo>
                      <a:close/>
                      <a:moveTo>
                        <a:pt x="58293" y="92012"/>
                      </a:moveTo>
                      <a:lnTo>
                        <a:pt x="60293" y="91059"/>
                      </a:lnTo>
                      <a:lnTo>
                        <a:pt x="58293" y="89059"/>
                      </a:lnTo>
                      <a:lnTo>
                        <a:pt x="58293" y="92107"/>
                      </a:lnTo>
                      <a:close/>
                      <a:moveTo>
                        <a:pt x="60293" y="49530"/>
                      </a:moveTo>
                      <a:lnTo>
                        <a:pt x="63437" y="48768"/>
                      </a:lnTo>
                      <a:lnTo>
                        <a:pt x="59055" y="47435"/>
                      </a:lnTo>
                      <a:lnTo>
                        <a:pt x="60293" y="49530"/>
                      </a:lnTo>
                      <a:close/>
                      <a:moveTo>
                        <a:pt x="61056" y="17812"/>
                      </a:moveTo>
                      <a:lnTo>
                        <a:pt x="62389" y="20860"/>
                      </a:lnTo>
                      <a:lnTo>
                        <a:pt x="60293" y="20860"/>
                      </a:lnTo>
                      <a:lnTo>
                        <a:pt x="61056" y="17812"/>
                      </a:lnTo>
                      <a:close/>
                      <a:moveTo>
                        <a:pt x="70295" y="10858"/>
                      </a:moveTo>
                      <a:cubicBezTo>
                        <a:pt x="69056" y="10287"/>
                        <a:pt x="68295" y="9335"/>
                        <a:pt x="68295" y="7715"/>
                      </a:cubicBezTo>
                      <a:lnTo>
                        <a:pt x="68295" y="4096"/>
                      </a:lnTo>
                      <a:lnTo>
                        <a:pt x="75152" y="0"/>
                      </a:lnTo>
                      <a:cubicBezTo>
                        <a:pt x="75152" y="667"/>
                        <a:pt x="74295" y="1524"/>
                        <a:pt x="72486" y="2381"/>
                      </a:cubicBezTo>
                      <a:cubicBezTo>
                        <a:pt x="70676" y="3334"/>
                        <a:pt x="69818" y="4191"/>
                        <a:pt x="69818" y="5048"/>
                      </a:cubicBezTo>
                      <a:cubicBezTo>
                        <a:pt x="69818" y="5525"/>
                        <a:pt x="70199" y="6191"/>
                        <a:pt x="71152" y="7049"/>
                      </a:cubicBezTo>
                      <a:cubicBezTo>
                        <a:pt x="71438" y="8096"/>
                        <a:pt x="71152" y="9239"/>
                        <a:pt x="70390" y="10668"/>
                      </a:cubicBezTo>
                      <a:close/>
                      <a:moveTo>
                        <a:pt x="77248" y="23908"/>
                      </a:moveTo>
                      <a:lnTo>
                        <a:pt x="79057" y="23908"/>
                      </a:lnTo>
                      <a:lnTo>
                        <a:pt x="76010" y="29051"/>
                      </a:lnTo>
                      <a:lnTo>
                        <a:pt x="77248" y="23908"/>
                      </a:lnTo>
                      <a:close/>
                      <a:moveTo>
                        <a:pt x="77248" y="59531"/>
                      </a:moveTo>
                      <a:lnTo>
                        <a:pt x="77248" y="56483"/>
                      </a:lnTo>
                      <a:lnTo>
                        <a:pt x="76010" y="56483"/>
                      </a:lnTo>
                      <a:lnTo>
                        <a:pt x="76010" y="59531"/>
                      </a:lnTo>
                      <a:lnTo>
                        <a:pt x="77248" y="59531"/>
                      </a:lnTo>
                      <a:close/>
                      <a:moveTo>
                        <a:pt x="90107" y="19812"/>
                      </a:moveTo>
                      <a:lnTo>
                        <a:pt x="90107" y="23908"/>
                      </a:lnTo>
                      <a:lnTo>
                        <a:pt x="87249" y="16954"/>
                      </a:lnTo>
                      <a:cubicBezTo>
                        <a:pt x="89249" y="16954"/>
                        <a:pt x="90107" y="17907"/>
                        <a:pt x="90107" y="19812"/>
                      </a:cubicBezTo>
                      <a:close/>
                      <a:moveTo>
                        <a:pt x="94965" y="57436"/>
                      </a:moveTo>
                      <a:lnTo>
                        <a:pt x="100870" y="55436"/>
                      </a:lnTo>
                      <a:lnTo>
                        <a:pt x="97822" y="55436"/>
                      </a:lnTo>
                      <a:lnTo>
                        <a:pt x="94965" y="57436"/>
                      </a:lnTo>
                      <a:close/>
                      <a:moveTo>
                        <a:pt x="94965" y="77153"/>
                      </a:moveTo>
                      <a:lnTo>
                        <a:pt x="95726" y="74104"/>
                      </a:lnTo>
                      <a:lnTo>
                        <a:pt x="94965" y="73343"/>
                      </a:lnTo>
                      <a:lnTo>
                        <a:pt x="94965" y="77153"/>
                      </a:lnTo>
                      <a:close/>
                      <a:moveTo>
                        <a:pt x="103632" y="158115"/>
                      </a:moveTo>
                      <a:cubicBezTo>
                        <a:pt x="103632" y="158115"/>
                        <a:pt x="104490" y="158306"/>
                        <a:pt x="105728" y="158877"/>
                      </a:cubicBezTo>
                      <a:lnTo>
                        <a:pt x="106489" y="158115"/>
                      </a:lnTo>
                      <a:lnTo>
                        <a:pt x="103632" y="155258"/>
                      </a:lnTo>
                      <a:lnTo>
                        <a:pt x="107823" y="156782"/>
                      </a:lnTo>
                      <a:cubicBezTo>
                        <a:pt x="105537" y="158972"/>
                        <a:pt x="104204" y="160115"/>
                        <a:pt x="103632" y="160115"/>
                      </a:cubicBezTo>
                      <a:lnTo>
                        <a:pt x="103632" y="158115"/>
                      </a:lnTo>
                      <a:close/>
                      <a:moveTo>
                        <a:pt x="111347" y="108680"/>
                      </a:moveTo>
                      <a:cubicBezTo>
                        <a:pt x="113157" y="107823"/>
                        <a:pt x="114015" y="106204"/>
                        <a:pt x="113633" y="103823"/>
                      </a:cubicBezTo>
                      <a:cubicBezTo>
                        <a:pt x="111062" y="104489"/>
                        <a:pt x="109824" y="105823"/>
                        <a:pt x="109824" y="107918"/>
                      </a:cubicBezTo>
                      <a:cubicBezTo>
                        <a:pt x="110490" y="108585"/>
                        <a:pt x="110966" y="108871"/>
                        <a:pt x="111347" y="108680"/>
                      </a:cubicBezTo>
                      <a:close/>
                      <a:moveTo>
                        <a:pt x="113633" y="70009"/>
                      </a:moveTo>
                      <a:lnTo>
                        <a:pt x="110586" y="70009"/>
                      </a:lnTo>
                      <a:lnTo>
                        <a:pt x="111347" y="77153"/>
                      </a:lnTo>
                      <a:lnTo>
                        <a:pt x="113633" y="70009"/>
                      </a:lnTo>
                      <a:close/>
                      <a:moveTo>
                        <a:pt x="113633" y="96107"/>
                      </a:moveTo>
                      <a:cubicBezTo>
                        <a:pt x="113252" y="95441"/>
                        <a:pt x="113157" y="94869"/>
                        <a:pt x="113157" y="94298"/>
                      </a:cubicBezTo>
                      <a:cubicBezTo>
                        <a:pt x="113157" y="92964"/>
                        <a:pt x="114110" y="92297"/>
                        <a:pt x="115920" y="92297"/>
                      </a:cubicBezTo>
                      <a:lnTo>
                        <a:pt x="117729" y="92012"/>
                      </a:lnTo>
                      <a:lnTo>
                        <a:pt x="117729" y="91059"/>
                      </a:lnTo>
                      <a:cubicBezTo>
                        <a:pt x="117157" y="90869"/>
                        <a:pt x="116681" y="90773"/>
                        <a:pt x="116205" y="90773"/>
                      </a:cubicBezTo>
                      <a:cubicBezTo>
                        <a:pt x="115062" y="90773"/>
                        <a:pt x="113919" y="91345"/>
                        <a:pt x="112872" y="92583"/>
                      </a:cubicBezTo>
                      <a:cubicBezTo>
                        <a:pt x="111823" y="93821"/>
                        <a:pt x="111347" y="94964"/>
                        <a:pt x="111347" y="96203"/>
                      </a:cubicBezTo>
                      <a:lnTo>
                        <a:pt x="113633" y="96203"/>
                      </a:lnTo>
                      <a:close/>
                      <a:moveTo>
                        <a:pt x="114681" y="139160"/>
                      </a:moveTo>
                      <a:cubicBezTo>
                        <a:pt x="114681" y="139160"/>
                        <a:pt x="115062" y="138303"/>
                        <a:pt x="115729" y="137160"/>
                      </a:cubicBezTo>
                      <a:cubicBezTo>
                        <a:pt x="114681" y="136970"/>
                        <a:pt x="114110" y="137160"/>
                        <a:pt x="113824" y="137922"/>
                      </a:cubicBezTo>
                      <a:cubicBezTo>
                        <a:pt x="113538" y="138589"/>
                        <a:pt x="113157" y="139065"/>
                        <a:pt x="112681" y="139160"/>
                      </a:cubicBezTo>
                      <a:lnTo>
                        <a:pt x="114776" y="139160"/>
                      </a:lnTo>
                      <a:close/>
                      <a:moveTo>
                        <a:pt x="115729" y="29813"/>
                      </a:moveTo>
                      <a:lnTo>
                        <a:pt x="117824" y="27718"/>
                      </a:lnTo>
                      <a:lnTo>
                        <a:pt x="114776" y="24860"/>
                      </a:lnTo>
                      <a:lnTo>
                        <a:pt x="116586" y="22860"/>
                      </a:lnTo>
                      <a:lnTo>
                        <a:pt x="119920" y="28956"/>
                      </a:lnTo>
                      <a:lnTo>
                        <a:pt x="115824" y="29718"/>
                      </a:lnTo>
                      <a:close/>
                      <a:moveTo>
                        <a:pt x="128302" y="155353"/>
                      </a:moveTo>
                      <a:lnTo>
                        <a:pt x="128302" y="152019"/>
                      </a:lnTo>
                      <a:cubicBezTo>
                        <a:pt x="128302" y="152019"/>
                        <a:pt x="127921" y="152495"/>
                        <a:pt x="126206" y="153257"/>
                      </a:cubicBezTo>
                      <a:cubicBezTo>
                        <a:pt x="125730" y="152972"/>
                        <a:pt x="125159" y="152305"/>
                        <a:pt x="124587" y="151448"/>
                      </a:cubicBezTo>
                      <a:cubicBezTo>
                        <a:pt x="123920" y="150590"/>
                        <a:pt x="123444" y="150209"/>
                        <a:pt x="123158" y="150209"/>
                      </a:cubicBezTo>
                      <a:cubicBezTo>
                        <a:pt x="122682" y="150209"/>
                        <a:pt x="122015" y="150590"/>
                        <a:pt x="121348" y="151257"/>
                      </a:cubicBezTo>
                      <a:lnTo>
                        <a:pt x="128207" y="155353"/>
                      </a:lnTo>
                      <a:close/>
                      <a:moveTo>
                        <a:pt x="134398" y="154019"/>
                      </a:moveTo>
                      <a:cubicBezTo>
                        <a:pt x="134398" y="154019"/>
                        <a:pt x="134779" y="153829"/>
                        <a:pt x="134398" y="153543"/>
                      </a:cubicBezTo>
                      <a:lnTo>
                        <a:pt x="133350" y="147161"/>
                      </a:lnTo>
                      <a:cubicBezTo>
                        <a:pt x="132683" y="147828"/>
                        <a:pt x="132398" y="148495"/>
                        <a:pt x="132398" y="149162"/>
                      </a:cubicBezTo>
                      <a:cubicBezTo>
                        <a:pt x="132398" y="148685"/>
                        <a:pt x="133065" y="150114"/>
                        <a:pt x="134398" y="153543"/>
                      </a:cubicBezTo>
                      <a:lnTo>
                        <a:pt x="134398" y="154019"/>
                      </a:lnTo>
                      <a:close/>
                      <a:moveTo>
                        <a:pt x="145923" y="857"/>
                      </a:moveTo>
                      <a:lnTo>
                        <a:pt x="145923" y="3143"/>
                      </a:lnTo>
                      <a:lnTo>
                        <a:pt x="142304" y="3143"/>
                      </a:lnTo>
                      <a:lnTo>
                        <a:pt x="145923" y="857"/>
                      </a:lnTo>
                      <a:close/>
                      <a:moveTo>
                        <a:pt x="147924" y="41815"/>
                      </a:moveTo>
                      <a:lnTo>
                        <a:pt x="145066" y="44577"/>
                      </a:lnTo>
                      <a:lnTo>
                        <a:pt x="147924" y="40481"/>
                      </a:lnTo>
                      <a:lnTo>
                        <a:pt x="147924" y="41720"/>
                      </a:lnTo>
                      <a:close/>
                      <a:moveTo>
                        <a:pt x="162783" y="86868"/>
                      </a:moveTo>
                      <a:lnTo>
                        <a:pt x="160782" y="88964"/>
                      </a:lnTo>
                      <a:lnTo>
                        <a:pt x="159258" y="88964"/>
                      </a:lnTo>
                      <a:lnTo>
                        <a:pt x="162878" y="86868"/>
                      </a:lnTo>
                      <a:close/>
                      <a:moveTo>
                        <a:pt x="162020" y="43815"/>
                      </a:moveTo>
                      <a:cubicBezTo>
                        <a:pt x="161544" y="44196"/>
                        <a:pt x="161258" y="43720"/>
                        <a:pt x="161163" y="42386"/>
                      </a:cubicBezTo>
                      <a:cubicBezTo>
                        <a:pt x="160973" y="41053"/>
                        <a:pt x="160973" y="40481"/>
                        <a:pt x="160782" y="40481"/>
                      </a:cubicBezTo>
                      <a:lnTo>
                        <a:pt x="162020" y="40481"/>
                      </a:lnTo>
                      <a:lnTo>
                        <a:pt x="162020" y="43815"/>
                      </a:lnTo>
                      <a:close/>
                      <a:moveTo>
                        <a:pt x="199454" y="22860"/>
                      </a:moveTo>
                      <a:cubicBezTo>
                        <a:pt x="199263" y="22193"/>
                        <a:pt x="199454" y="21431"/>
                        <a:pt x="199835" y="20669"/>
                      </a:cubicBezTo>
                      <a:cubicBezTo>
                        <a:pt x="200216" y="19907"/>
                        <a:pt x="200787" y="19622"/>
                        <a:pt x="201454" y="19812"/>
                      </a:cubicBezTo>
                      <a:lnTo>
                        <a:pt x="201454" y="22860"/>
                      </a:lnTo>
                      <a:lnTo>
                        <a:pt x="199454" y="22860"/>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 name="Google Shape;1166;p99"/>
                <p:cNvSpPr/>
                <p:nvPr/>
              </p:nvSpPr>
              <p:spPr>
                <a:xfrm>
                  <a:off x="7168895" y="2744342"/>
                  <a:ext cx="214788" cy="209169"/>
                </a:xfrm>
                <a:custGeom>
                  <a:avLst/>
                  <a:gdLst/>
                  <a:ahLst/>
                  <a:cxnLst/>
                  <a:rect l="l" t="t" r="r" b="b"/>
                  <a:pathLst>
                    <a:path w="214788" h="209169" extrusionOk="0">
                      <a:moveTo>
                        <a:pt x="2095" y="111824"/>
                      </a:moveTo>
                      <a:cubicBezTo>
                        <a:pt x="2095" y="111824"/>
                        <a:pt x="2477" y="112395"/>
                        <a:pt x="3238" y="112967"/>
                      </a:cubicBezTo>
                      <a:cubicBezTo>
                        <a:pt x="4000" y="113538"/>
                        <a:pt x="4286" y="114110"/>
                        <a:pt x="4096" y="114586"/>
                      </a:cubicBezTo>
                      <a:lnTo>
                        <a:pt x="0" y="114586"/>
                      </a:lnTo>
                      <a:lnTo>
                        <a:pt x="2000" y="111728"/>
                      </a:lnTo>
                      <a:close/>
                      <a:moveTo>
                        <a:pt x="95" y="126683"/>
                      </a:moveTo>
                      <a:cubicBezTo>
                        <a:pt x="952" y="128016"/>
                        <a:pt x="2095" y="128969"/>
                        <a:pt x="3715" y="129540"/>
                      </a:cubicBezTo>
                      <a:lnTo>
                        <a:pt x="95" y="129540"/>
                      </a:lnTo>
                      <a:lnTo>
                        <a:pt x="95" y="126683"/>
                      </a:lnTo>
                      <a:close/>
                      <a:moveTo>
                        <a:pt x="857" y="140494"/>
                      </a:moveTo>
                      <a:lnTo>
                        <a:pt x="95" y="137446"/>
                      </a:lnTo>
                      <a:cubicBezTo>
                        <a:pt x="952" y="137636"/>
                        <a:pt x="2286" y="138303"/>
                        <a:pt x="4191" y="139541"/>
                      </a:cubicBezTo>
                      <a:lnTo>
                        <a:pt x="857" y="140589"/>
                      </a:lnTo>
                      <a:close/>
                      <a:moveTo>
                        <a:pt x="7048" y="129445"/>
                      </a:moveTo>
                      <a:cubicBezTo>
                        <a:pt x="5810" y="129635"/>
                        <a:pt x="4667" y="129635"/>
                        <a:pt x="3715" y="129445"/>
                      </a:cubicBezTo>
                      <a:lnTo>
                        <a:pt x="7048" y="129445"/>
                      </a:lnTo>
                      <a:close/>
                      <a:moveTo>
                        <a:pt x="4953" y="145542"/>
                      </a:moveTo>
                      <a:cubicBezTo>
                        <a:pt x="5429" y="145352"/>
                        <a:pt x="6477" y="145923"/>
                        <a:pt x="7811" y="147066"/>
                      </a:cubicBezTo>
                      <a:lnTo>
                        <a:pt x="7811" y="148400"/>
                      </a:lnTo>
                      <a:lnTo>
                        <a:pt x="4953" y="148400"/>
                      </a:lnTo>
                      <a:lnTo>
                        <a:pt x="4953" y="145542"/>
                      </a:lnTo>
                      <a:close/>
                      <a:moveTo>
                        <a:pt x="11906" y="108871"/>
                      </a:moveTo>
                      <a:cubicBezTo>
                        <a:pt x="12382" y="109538"/>
                        <a:pt x="12763" y="110776"/>
                        <a:pt x="12859" y="112490"/>
                      </a:cubicBezTo>
                      <a:cubicBezTo>
                        <a:pt x="11049" y="112490"/>
                        <a:pt x="10001" y="112204"/>
                        <a:pt x="9810" y="111728"/>
                      </a:cubicBezTo>
                      <a:lnTo>
                        <a:pt x="11811" y="108871"/>
                      </a:lnTo>
                      <a:close/>
                      <a:moveTo>
                        <a:pt x="9906" y="176022"/>
                      </a:moveTo>
                      <a:cubicBezTo>
                        <a:pt x="10096" y="175546"/>
                        <a:pt x="11144" y="175260"/>
                        <a:pt x="12954" y="175260"/>
                      </a:cubicBezTo>
                      <a:lnTo>
                        <a:pt x="12954" y="176784"/>
                      </a:lnTo>
                      <a:lnTo>
                        <a:pt x="9906" y="176022"/>
                      </a:lnTo>
                      <a:close/>
                      <a:moveTo>
                        <a:pt x="21907" y="142208"/>
                      </a:moveTo>
                      <a:cubicBezTo>
                        <a:pt x="23146" y="141637"/>
                        <a:pt x="24193" y="141256"/>
                        <a:pt x="25336" y="140970"/>
                      </a:cubicBezTo>
                      <a:cubicBezTo>
                        <a:pt x="26861" y="140399"/>
                        <a:pt x="28004" y="140589"/>
                        <a:pt x="28860" y="141446"/>
                      </a:cubicBezTo>
                      <a:lnTo>
                        <a:pt x="21907" y="142208"/>
                      </a:lnTo>
                      <a:close/>
                      <a:moveTo>
                        <a:pt x="26765" y="116586"/>
                      </a:moveTo>
                      <a:cubicBezTo>
                        <a:pt x="24574" y="111252"/>
                        <a:pt x="25241" y="107728"/>
                        <a:pt x="28765" y="105823"/>
                      </a:cubicBezTo>
                      <a:lnTo>
                        <a:pt x="29813" y="106871"/>
                      </a:lnTo>
                      <a:cubicBezTo>
                        <a:pt x="27813" y="106871"/>
                        <a:pt x="26670" y="108014"/>
                        <a:pt x="26479" y="110490"/>
                      </a:cubicBezTo>
                      <a:cubicBezTo>
                        <a:pt x="26670" y="112490"/>
                        <a:pt x="26765" y="114586"/>
                        <a:pt x="26765" y="116681"/>
                      </a:cubicBezTo>
                      <a:close/>
                      <a:moveTo>
                        <a:pt x="51625" y="129350"/>
                      </a:moveTo>
                      <a:cubicBezTo>
                        <a:pt x="50959" y="129540"/>
                        <a:pt x="50196" y="129159"/>
                        <a:pt x="49435" y="128302"/>
                      </a:cubicBezTo>
                      <a:cubicBezTo>
                        <a:pt x="48673" y="127445"/>
                        <a:pt x="48006" y="127064"/>
                        <a:pt x="47530" y="127064"/>
                      </a:cubicBezTo>
                      <a:cubicBezTo>
                        <a:pt x="47339" y="127064"/>
                        <a:pt x="47149" y="127064"/>
                        <a:pt x="46767" y="127349"/>
                      </a:cubicBezTo>
                      <a:cubicBezTo>
                        <a:pt x="49530" y="125254"/>
                        <a:pt x="51816" y="125063"/>
                        <a:pt x="53721" y="126587"/>
                      </a:cubicBezTo>
                      <a:cubicBezTo>
                        <a:pt x="53911" y="127254"/>
                        <a:pt x="53721" y="127825"/>
                        <a:pt x="53149" y="128302"/>
                      </a:cubicBezTo>
                      <a:cubicBezTo>
                        <a:pt x="52578" y="128683"/>
                        <a:pt x="52101" y="129064"/>
                        <a:pt x="51625" y="129445"/>
                      </a:cubicBezTo>
                      <a:close/>
                      <a:moveTo>
                        <a:pt x="49530" y="76010"/>
                      </a:moveTo>
                      <a:lnTo>
                        <a:pt x="49530" y="79058"/>
                      </a:lnTo>
                      <a:lnTo>
                        <a:pt x="48768" y="76010"/>
                      </a:lnTo>
                      <a:lnTo>
                        <a:pt x="49530" y="76010"/>
                      </a:lnTo>
                      <a:close/>
                      <a:moveTo>
                        <a:pt x="50768" y="99536"/>
                      </a:moveTo>
                      <a:cubicBezTo>
                        <a:pt x="52006" y="99346"/>
                        <a:pt x="52959" y="99822"/>
                        <a:pt x="53626" y="100870"/>
                      </a:cubicBezTo>
                      <a:cubicBezTo>
                        <a:pt x="53244" y="101537"/>
                        <a:pt x="52673" y="101822"/>
                        <a:pt x="51816" y="101632"/>
                      </a:cubicBezTo>
                      <a:lnTo>
                        <a:pt x="49435" y="101632"/>
                      </a:lnTo>
                      <a:cubicBezTo>
                        <a:pt x="49244" y="100394"/>
                        <a:pt x="49720" y="99727"/>
                        <a:pt x="50673" y="99536"/>
                      </a:cubicBezTo>
                      <a:close/>
                      <a:moveTo>
                        <a:pt x="50292" y="154115"/>
                      </a:moveTo>
                      <a:lnTo>
                        <a:pt x="50292" y="153067"/>
                      </a:lnTo>
                      <a:lnTo>
                        <a:pt x="53626" y="153067"/>
                      </a:lnTo>
                      <a:lnTo>
                        <a:pt x="50292" y="154115"/>
                      </a:lnTo>
                      <a:close/>
                      <a:moveTo>
                        <a:pt x="51625" y="140303"/>
                      </a:moveTo>
                      <a:lnTo>
                        <a:pt x="51625" y="137255"/>
                      </a:lnTo>
                      <a:lnTo>
                        <a:pt x="54483" y="140303"/>
                      </a:lnTo>
                      <a:lnTo>
                        <a:pt x="51625" y="140303"/>
                      </a:lnTo>
                      <a:close/>
                      <a:moveTo>
                        <a:pt x="53721" y="121349"/>
                      </a:moveTo>
                      <a:cubicBezTo>
                        <a:pt x="55245" y="121349"/>
                        <a:pt x="56102" y="121729"/>
                        <a:pt x="56483" y="122396"/>
                      </a:cubicBezTo>
                      <a:lnTo>
                        <a:pt x="53721" y="124492"/>
                      </a:lnTo>
                      <a:lnTo>
                        <a:pt x="53721" y="121444"/>
                      </a:lnTo>
                      <a:close/>
                      <a:moveTo>
                        <a:pt x="56483" y="112395"/>
                      </a:moveTo>
                      <a:cubicBezTo>
                        <a:pt x="57912" y="115157"/>
                        <a:pt x="58102" y="116777"/>
                        <a:pt x="57245" y="117253"/>
                      </a:cubicBezTo>
                      <a:lnTo>
                        <a:pt x="56483" y="117253"/>
                      </a:lnTo>
                      <a:lnTo>
                        <a:pt x="56483" y="112395"/>
                      </a:lnTo>
                      <a:close/>
                      <a:moveTo>
                        <a:pt x="57245" y="168974"/>
                      </a:moveTo>
                      <a:cubicBezTo>
                        <a:pt x="61055" y="169831"/>
                        <a:pt x="63055" y="168783"/>
                        <a:pt x="63436" y="165925"/>
                      </a:cubicBezTo>
                      <a:cubicBezTo>
                        <a:pt x="63627" y="166783"/>
                        <a:pt x="62960" y="168212"/>
                        <a:pt x="61341" y="170307"/>
                      </a:cubicBezTo>
                      <a:cubicBezTo>
                        <a:pt x="60293" y="170498"/>
                        <a:pt x="58960" y="170021"/>
                        <a:pt x="57245" y="168974"/>
                      </a:cubicBezTo>
                      <a:close/>
                      <a:moveTo>
                        <a:pt x="58578" y="107537"/>
                      </a:moveTo>
                      <a:cubicBezTo>
                        <a:pt x="59721" y="107252"/>
                        <a:pt x="61341" y="107537"/>
                        <a:pt x="63436" y="108775"/>
                      </a:cubicBezTo>
                      <a:lnTo>
                        <a:pt x="58578" y="108775"/>
                      </a:lnTo>
                      <a:lnTo>
                        <a:pt x="58578" y="107537"/>
                      </a:lnTo>
                      <a:close/>
                      <a:moveTo>
                        <a:pt x="62960" y="116015"/>
                      </a:moveTo>
                      <a:cubicBezTo>
                        <a:pt x="62484" y="115538"/>
                        <a:pt x="62293" y="114967"/>
                        <a:pt x="62484" y="114491"/>
                      </a:cubicBezTo>
                      <a:lnTo>
                        <a:pt x="62960" y="116015"/>
                      </a:lnTo>
                      <a:close/>
                      <a:moveTo>
                        <a:pt x="62960" y="116015"/>
                      </a:moveTo>
                      <a:lnTo>
                        <a:pt x="65532" y="119063"/>
                      </a:lnTo>
                      <a:cubicBezTo>
                        <a:pt x="65532" y="119539"/>
                        <a:pt x="65151" y="120015"/>
                        <a:pt x="64484" y="120587"/>
                      </a:cubicBezTo>
                      <a:lnTo>
                        <a:pt x="62960" y="116015"/>
                      </a:lnTo>
                      <a:close/>
                      <a:moveTo>
                        <a:pt x="180213" y="166973"/>
                      </a:moveTo>
                      <a:cubicBezTo>
                        <a:pt x="181642" y="167259"/>
                        <a:pt x="183261" y="167450"/>
                        <a:pt x="185071" y="167450"/>
                      </a:cubicBezTo>
                      <a:cubicBezTo>
                        <a:pt x="186404" y="167450"/>
                        <a:pt x="188690" y="167354"/>
                        <a:pt x="191834" y="167069"/>
                      </a:cubicBezTo>
                      <a:cubicBezTo>
                        <a:pt x="194976" y="166878"/>
                        <a:pt x="197358" y="166688"/>
                        <a:pt x="198882" y="166688"/>
                      </a:cubicBezTo>
                      <a:cubicBezTo>
                        <a:pt x="206693" y="166688"/>
                        <a:pt x="212027" y="169069"/>
                        <a:pt x="214789" y="173831"/>
                      </a:cubicBezTo>
                      <a:cubicBezTo>
                        <a:pt x="214408" y="179832"/>
                        <a:pt x="214122" y="185738"/>
                        <a:pt x="213741" y="191548"/>
                      </a:cubicBezTo>
                      <a:cubicBezTo>
                        <a:pt x="213074" y="198501"/>
                        <a:pt x="211074" y="203930"/>
                        <a:pt x="207836" y="207645"/>
                      </a:cubicBezTo>
                      <a:cubicBezTo>
                        <a:pt x="206502" y="208693"/>
                        <a:pt x="205073" y="209169"/>
                        <a:pt x="203740" y="209169"/>
                      </a:cubicBezTo>
                      <a:cubicBezTo>
                        <a:pt x="202406" y="209169"/>
                        <a:pt x="200596" y="208598"/>
                        <a:pt x="198311" y="207359"/>
                      </a:cubicBezTo>
                      <a:cubicBezTo>
                        <a:pt x="196024" y="206121"/>
                        <a:pt x="194120" y="205550"/>
                        <a:pt x="192786" y="205550"/>
                      </a:cubicBezTo>
                      <a:cubicBezTo>
                        <a:pt x="191262" y="205550"/>
                        <a:pt x="189738" y="206216"/>
                        <a:pt x="188119" y="207550"/>
                      </a:cubicBezTo>
                      <a:cubicBezTo>
                        <a:pt x="181832" y="208217"/>
                        <a:pt x="173450" y="208312"/>
                        <a:pt x="163163" y="207836"/>
                      </a:cubicBezTo>
                      <a:cubicBezTo>
                        <a:pt x="152781" y="207359"/>
                        <a:pt x="144685" y="207454"/>
                        <a:pt x="138684" y="208407"/>
                      </a:cubicBezTo>
                      <a:lnTo>
                        <a:pt x="138684" y="207836"/>
                      </a:lnTo>
                      <a:cubicBezTo>
                        <a:pt x="131921" y="207454"/>
                        <a:pt x="121920" y="207645"/>
                        <a:pt x="108966" y="208407"/>
                      </a:cubicBezTo>
                      <a:cubicBezTo>
                        <a:pt x="104489" y="207359"/>
                        <a:pt x="98584" y="207264"/>
                        <a:pt x="91059" y="207836"/>
                      </a:cubicBezTo>
                      <a:lnTo>
                        <a:pt x="70009" y="207836"/>
                      </a:lnTo>
                      <a:lnTo>
                        <a:pt x="70009" y="148971"/>
                      </a:lnTo>
                      <a:lnTo>
                        <a:pt x="73343" y="146875"/>
                      </a:lnTo>
                      <a:lnTo>
                        <a:pt x="66389" y="146114"/>
                      </a:lnTo>
                      <a:cubicBezTo>
                        <a:pt x="68770" y="144875"/>
                        <a:pt x="70009" y="142970"/>
                        <a:pt x="70009" y="140208"/>
                      </a:cubicBezTo>
                      <a:cubicBezTo>
                        <a:pt x="70009" y="139351"/>
                        <a:pt x="69818" y="137922"/>
                        <a:pt x="69532" y="135922"/>
                      </a:cubicBezTo>
                      <a:cubicBezTo>
                        <a:pt x="69152" y="133921"/>
                        <a:pt x="69056" y="132588"/>
                        <a:pt x="69056" y="131636"/>
                      </a:cubicBezTo>
                      <a:cubicBezTo>
                        <a:pt x="69056" y="130588"/>
                        <a:pt x="69056" y="129731"/>
                        <a:pt x="69342" y="129064"/>
                      </a:cubicBezTo>
                      <a:lnTo>
                        <a:pt x="66484" y="129064"/>
                      </a:lnTo>
                      <a:cubicBezTo>
                        <a:pt x="68009" y="128588"/>
                        <a:pt x="69913" y="126968"/>
                        <a:pt x="72104" y="124206"/>
                      </a:cubicBezTo>
                      <a:cubicBezTo>
                        <a:pt x="69723" y="122301"/>
                        <a:pt x="68485" y="119825"/>
                        <a:pt x="68485" y="116777"/>
                      </a:cubicBezTo>
                      <a:cubicBezTo>
                        <a:pt x="68485" y="115062"/>
                        <a:pt x="69056" y="112395"/>
                        <a:pt x="70295" y="108585"/>
                      </a:cubicBezTo>
                      <a:cubicBezTo>
                        <a:pt x="71438" y="104870"/>
                        <a:pt x="72104" y="102203"/>
                        <a:pt x="72104" y="100679"/>
                      </a:cubicBezTo>
                      <a:cubicBezTo>
                        <a:pt x="72580" y="100679"/>
                        <a:pt x="72866" y="101156"/>
                        <a:pt x="73057" y="102108"/>
                      </a:cubicBezTo>
                      <a:cubicBezTo>
                        <a:pt x="73057" y="103061"/>
                        <a:pt x="73247" y="103537"/>
                        <a:pt x="73437" y="103537"/>
                      </a:cubicBezTo>
                      <a:cubicBezTo>
                        <a:pt x="73914" y="103537"/>
                        <a:pt x="74580" y="103061"/>
                        <a:pt x="75152" y="102299"/>
                      </a:cubicBezTo>
                      <a:lnTo>
                        <a:pt x="79343" y="109442"/>
                      </a:lnTo>
                      <a:cubicBezTo>
                        <a:pt x="80486" y="107252"/>
                        <a:pt x="80676" y="103632"/>
                        <a:pt x="80105" y="98679"/>
                      </a:cubicBezTo>
                      <a:cubicBezTo>
                        <a:pt x="79248" y="97822"/>
                        <a:pt x="77914" y="97441"/>
                        <a:pt x="76009" y="97441"/>
                      </a:cubicBezTo>
                      <a:lnTo>
                        <a:pt x="72485" y="97441"/>
                      </a:lnTo>
                      <a:cubicBezTo>
                        <a:pt x="72485" y="96393"/>
                        <a:pt x="72104" y="95917"/>
                        <a:pt x="71438" y="95917"/>
                      </a:cubicBezTo>
                      <a:lnTo>
                        <a:pt x="77343" y="94679"/>
                      </a:lnTo>
                      <a:cubicBezTo>
                        <a:pt x="74295" y="93440"/>
                        <a:pt x="72390" y="91345"/>
                        <a:pt x="71723" y="88297"/>
                      </a:cubicBezTo>
                      <a:cubicBezTo>
                        <a:pt x="71723" y="85535"/>
                        <a:pt x="71723" y="82772"/>
                        <a:pt x="71438" y="79915"/>
                      </a:cubicBezTo>
                      <a:lnTo>
                        <a:pt x="73533" y="77915"/>
                      </a:lnTo>
                      <a:lnTo>
                        <a:pt x="68675" y="71247"/>
                      </a:lnTo>
                      <a:cubicBezTo>
                        <a:pt x="70771" y="61532"/>
                        <a:pt x="71723" y="56293"/>
                        <a:pt x="71723" y="55436"/>
                      </a:cubicBezTo>
                      <a:cubicBezTo>
                        <a:pt x="71723" y="52197"/>
                        <a:pt x="70961" y="49530"/>
                        <a:pt x="69437" y="47530"/>
                      </a:cubicBezTo>
                      <a:cubicBezTo>
                        <a:pt x="69628" y="46863"/>
                        <a:pt x="70009" y="39053"/>
                        <a:pt x="70771" y="24003"/>
                      </a:cubicBezTo>
                      <a:cubicBezTo>
                        <a:pt x="71247" y="14669"/>
                        <a:pt x="73247" y="7620"/>
                        <a:pt x="76581" y="3048"/>
                      </a:cubicBezTo>
                      <a:cubicBezTo>
                        <a:pt x="75724" y="3048"/>
                        <a:pt x="80296" y="3048"/>
                        <a:pt x="90297" y="3048"/>
                      </a:cubicBezTo>
                      <a:cubicBezTo>
                        <a:pt x="95726" y="3239"/>
                        <a:pt x="99917" y="2191"/>
                        <a:pt x="103061" y="0"/>
                      </a:cubicBezTo>
                      <a:cubicBezTo>
                        <a:pt x="107823" y="5525"/>
                        <a:pt x="110204" y="14478"/>
                        <a:pt x="110204" y="26861"/>
                      </a:cubicBezTo>
                      <a:lnTo>
                        <a:pt x="110204" y="47149"/>
                      </a:lnTo>
                      <a:cubicBezTo>
                        <a:pt x="110204" y="52769"/>
                        <a:pt x="110490" y="57436"/>
                        <a:pt x="111252" y="61246"/>
                      </a:cubicBezTo>
                      <a:cubicBezTo>
                        <a:pt x="109823" y="62103"/>
                        <a:pt x="109251" y="63437"/>
                        <a:pt x="109251" y="65342"/>
                      </a:cubicBezTo>
                      <a:cubicBezTo>
                        <a:pt x="109251" y="66199"/>
                        <a:pt x="109347" y="67532"/>
                        <a:pt x="109728" y="69152"/>
                      </a:cubicBezTo>
                      <a:cubicBezTo>
                        <a:pt x="110109" y="70866"/>
                        <a:pt x="110204" y="72009"/>
                        <a:pt x="110204" y="72771"/>
                      </a:cubicBezTo>
                      <a:cubicBezTo>
                        <a:pt x="110204" y="73628"/>
                        <a:pt x="110204" y="74295"/>
                        <a:pt x="109918" y="74771"/>
                      </a:cubicBezTo>
                      <a:lnTo>
                        <a:pt x="109156" y="74009"/>
                      </a:lnTo>
                      <a:cubicBezTo>
                        <a:pt x="109156" y="75057"/>
                        <a:pt x="109442" y="76962"/>
                        <a:pt x="110014" y="79629"/>
                      </a:cubicBezTo>
                      <a:cubicBezTo>
                        <a:pt x="110585" y="82296"/>
                        <a:pt x="110871" y="84392"/>
                        <a:pt x="110871" y="85725"/>
                      </a:cubicBezTo>
                      <a:cubicBezTo>
                        <a:pt x="110871" y="87630"/>
                        <a:pt x="110680" y="89345"/>
                        <a:pt x="110109" y="90869"/>
                      </a:cubicBezTo>
                      <a:lnTo>
                        <a:pt x="111919" y="94679"/>
                      </a:lnTo>
                      <a:lnTo>
                        <a:pt x="111157" y="94679"/>
                      </a:lnTo>
                      <a:cubicBezTo>
                        <a:pt x="110490" y="95821"/>
                        <a:pt x="110109" y="98870"/>
                        <a:pt x="110109" y="103632"/>
                      </a:cubicBezTo>
                      <a:cubicBezTo>
                        <a:pt x="110109" y="107347"/>
                        <a:pt x="109061" y="110014"/>
                        <a:pt x="106966" y="111538"/>
                      </a:cubicBezTo>
                      <a:cubicBezTo>
                        <a:pt x="107346" y="112014"/>
                        <a:pt x="108395" y="112300"/>
                        <a:pt x="110109" y="112300"/>
                      </a:cubicBezTo>
                      <a:cubicBezTo>
                        <a:pt x="111157" y="131921"/>
                        <a:pt x="111157" y="147923"/>
                        <a:pt x="110109" y="160211"/>
                      </a:cubicBezTo>
                      <a:cubicBezTo>
                        <a:pt x="109918" y="159353"/>
                        <a:pt x="109347" y="158877"/>
                        <a:pt x="108490" y="158877"/>
                      </a:cubicBezTo>
                      <a:lnTo>
                        <a:pt x="106013" y="158877"/>
                      </a:lnTo>
                      <a:cubicBezTo>
                        <a:pt x="106394" y="159353"/>
                        <a:pt x="106489" y="159925"/>
                        <a:pt x="106489" y="160401"/>
                      </a:cubicBezTo>
                      <a:cubicBezTo>
                        <a:pt x="106489" y="161258"/>
                        <a:pt x="106013" y="162306"/>
                        <a:pt x="104965" y="163449"/>
                      </a:cubicBezTo>
                      <a:cubicBezTo>
                        <a:pt x="103917" y="164687"/>
                        <a:pt x="103441" y="165640"/>
                        <a:pt x="103441" y="166307"/>
                      </a:cubicBezTo>
                      <a:cubicBezTo>
                        <a:pt x="103441" y="167164"/>
                        <a:pt x="103917" y="168021"/>
                        <a:pt x="104680" y="168878"/>
                      </a:cubicBezTo>
                      <a:cubicBezTo>
                        <a:pt x="105918" y="165449"/>
                        <a:pt x="107537" y="163735"/>
                        <a:pt x="109823" y="163735"/>
                      </a:cubicBezTo>
                      <a:cubicBezTo>
                        <a:pt x="111157" y="163735"/>
                        <a:pt x="114490" y="165449"/>
                        <a:pt x="119824" y="168878"/>
                      </a:cubicBezTo>
                      <a:cubicBezTo>
                        <a:pt x="120301" y="169069"/>
                        <a:pt x="121062" y="168688"/>
                        <a:pt x="121920" y="167831"/>
                      </a:cubicBezTo>
                      <a:lnTo>
                        <a:pt x="121920" y="165830"/>
                      </a:lnTo>
                      <a:cubicBezTo>
                        <a:pt x="122777" y="166497"/>
                        <a:pt x="125253" y="166878"/>
                        <a:pt x="129540" y="166878"/>
                      </a:cubicBezTo>
                      <a:lnTo>
                        <a:pt x="128778" y="167926"/>
                      </a:lnTo>
                      <a:cubicBezTo>
                        <a:pt x="129826" y="168402"/>
                        <a:pt x="130778" y="168688"/>
                        <a:pt x="131826" y="168688"/>
                      </a:cubicBezTo>
                      <a:cubicBezTo>
                        <a:pt x="132874" y="168688"/>
                        <a:pt x="134302" y="168212"/>
                        <a:pt x="136207" y="167259"/>
                      </a:cubicBezTo>
                      <a:cubicBezTo>
                        <a:pt x="138113" y="166307"/>
                        <a:pt x="139446" y="165830"/>
                        <a:pt x="140303" y="165830"/>
                      </a:cubicBezTo>
                      <a:cubicBezTo>
                        <a:pt x="141637" y="165830"/>
                        <a:pt x="143065" y="166497"/>
                        <a:pt x="144399" y="167831"/>
                      </a:cubicBezTo>
                      <a:cubicBezTo>
                        <a:pt x="147828" y="166497"/>
                        <a:pt x="151543" y="165830"/>
                        <a:pt x="155638" y="165830"/>
                      </a:cubicBezTo>
                      <a:cubicBezTo>
                        <a:pt x="157734" y="165830"/>
                        <a:pt x="160782" y="166116"/>
                        <a:pt x="164878" y="166592"/>
                      </a:cubicBezTo>
                      <a:cubicBezTo>
                        <a:pt x="168973" y="167069"/>
                        <a:pt x="172117" y="167354"/>
                        <a:pt x="174307" y="167354"/>
                      </a:cubicBezTo>
                      <a:cubicBezTo>
                        <a:pt x="176403" y="167354"/>
                        <a:pt x="178308" y="167164"/>
                        <a:pt x="180213" y="166878"/>
                      </a:cubicBezTo>
                      <a:close/>
                      <a:moveTo>
                        <a:pt x="69342" y="88773"/>
                      </a:moveTo>
                      <a:lnTo>
                        <a:pt x="69342" y="90869"/>
                      </a:lnTo>
                      <a:lnTo>
                        <a:pt x="66484" y="87821"/>
                      </a:lnTo>
                      <a:cubicBezTo>
                        <a:pt x="67151" y="87821"/>
                        <a:pt x="68103" y="88202"/>
                        <a:pt x="69342" y="88868"/>
                      </a:cubicBezTo>
                      <a:close/>
                      <a:moveTo>
                        <a:pt x="72485" y="97536"/>
                      </a:moveTo>
                      <a:cubicBezTo>
                        <a:pt x="72294" y="98012"/>
                        <a:pt x="72199" y="98012"/>
                        <a:pt x="72199" y="97536"/>
                      </a:cubicBezTo>
                      <a:lnTo>
                        <a:pt x="72485" y="97536"/>
                      </a:lnTo>
                      <a:close/>
                      <a:moveTo>
                        <a:pt x="75247" y="155162"/>
                      </a:moveTo>
                      <a:lnTo>
                        <a:pt x="73533" y="153067"/>
                      </a:lnTo>
                      <a:lnTo>
                        <a:pt x="76581" y="150304"/>
                      </a:lnTo>
                      <a:lnTo>
                        <a:pt x="74295" y="150304"/>
                      </a:lnTo>
                      <a:lnTo>
                        <a:pt x="75342" y="146971"/>
                      </a:lnTo>
                      <a:lnTo>
                        <a:pt x="72294" y="152114"/>
                      </a:lnTo>
                      <a:lnTo>
                        <a:pt x="73343" y="154400"/>
                      </a:lnTo>
                      <a:cubicBezTo>
                        <a:pt x="73723" y="155258"/>
                        <a:pt x="74390" y="155543"/>
                        <a:pt x="75342" y="155162"/>
                      </a:cubicBezTo>
                      <a:close/>
                      <a:moveTo>
                        <a:pt x="82201" y="160306"/>
                      </a:moveTo>
                      <a:lnTo>
                        <a:pt x="86296" y="158972"/>
                      </a:lnTo>
                      <a:lnTo>
                        <a:pt x="83534" y="158972"/>
                      </a:lnTo>
                      <a:lnTo>
                        <a:pt x="82296" y="160306"/>
                      </a:lnTo>
                      <a:close/>
                      <a:moveTo>
                        <a:pt x="95059" y="107537"/>
                      </a:moveTo>
                      <a:lnTo>
                        <a:pt x="98393" y="105728"/>
                      </a:lnTo>
                      <a:lnTo>
                        <a:pt x="96298" y="105728"/>
                      </a:lnTo>
                      <a:lnTo>
                        <a:pt x="95059" y="107537"/>
                      </a:lnTo>
                      <a:close/>
                      <a:moveTo>
                        <a:pt x="98393" y="74009"/>
                      </a:moveTo>
                      <a:lnTo>
                        <a:pt x="99155" y="71247"/>
                      </a:lnTo>
                      <a:lnTo>
                        <a:pt x="96298" y="70009"/>
                      </a:lnTo>
                      <a:lnTo>
                        <a:pt x="98393" y="74104"/>
                      </a:lnTo>
                      <a:close/>
                      <a:moveTo>
                        <a:pt x="133731" y="48673"/>
                      </a:moveTo>
                      <a:lnTo>
                        <a:pt x="133731" y="52292"/>
                      </a:lnTo>
                      <a:lnTo>
                        <a:pt x="132969" y="52292"/>
                      </a:lnTo>
                      <a:lnTo>
                        <a:pt x="132969" y="48673"/>
                      </a:lnTo>
                      <a:lnTo>
                        <a:pt x="133731" y="48673"/>
                      </a:lnTo>
                      <a:close/>
                      <a:moveTo>
                        <a:pt x="182213" y="176022"/>
                      </a:moveTo>
                      <a:lnTo>
                        <a:pt x="182213" y="173165"/>
                      </a:lnTo>
                      <a:lnTo>
                        <a:pt x="181165" y="171069"/>
                      </a:lnTo>
                      <a:lnTo>
                        <a:pt x="182213" y="175927"/>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 name="Google Shape;1167;p99"/>
                <p:cNvSpPr/>
                <p:nvPr/>
              </p:nvSpPr>
              <p:spPr>
                <a:xfrm>
                  <a:off x="7387017" y="2747581"/>
                  <a:ext cx="151352" cy="205930"/>
                </a:xfrm>
                <a:custGeom>
                  <a:avLst/>
                  <a:gdLst/>
                  <a:ahLst/>
                  <a:cxnLst/>
                  <a:rect l="l" t="t" r="r" b="b"/>
                  <a:pathLst>
                    <a:path w="151352" h="205930" extrusionOk="0">
                      <a:moveTo>
                        <a:pt x="146685" y="0"/>
                      </a:moveTo>
                      <a:cubicBezTo>
                        <a:pt x="146495" y="1714"/>
                        <a:pt x="147161" y="3429"/>
                        <a:pt x="148876" y="5143"/>
                      </a:cubicBezTo>
                      <a:cubicBezTo>
                        <a:pt x="150495" y="6858"/>
                        <a:pt x="151352" y="8001"/>
                        <a:pt x="151352" y="8763"/>
                      </a:cubicBezTo>
                      <a:cubicBezTo>
                        <a:pt x="151352" y="9811"/>
                        <a:pt x="150019" y="11144"/>
                        <a:pt x="147543" y="12859"/>
                      </a:cubicBezTo>
                      <a:cubicBezTo>
                        <a:pt x="147828" y="13525"/>
                        <a:pt x="148019" y="14288"/>
                        <a:pt x="148019" y="15145"/>
                      </a:cubicBezTo>
                      <a:cubicBezTo>
                        <a:pt x="148019" y="17335"/>
                        <a:pt x="145923" y="20574"/>
                        <a:pt x="141923" y="24670"/>
                      </a:cubicBezTo>
                      <a:lnTo>
                        <a:pt x="143923" y="26670"/>
                      </a:lnTo>
                      <a:cubicBezTo>
                        <a:pt x="137827" y="33718"/>
                        <a:pt x="134684" y="39243"/>
                        <a:pt x="134684" y="43339"/>
                      </a:cubicBezTo>
                      <a:cubicBezTo>
                        <a:pt x="133160" y="45910"/>
                        <a:pt x="130874" y="47053"/>
                        <a:pt x="127731" y="46672"/>
                      </a:cubicBezTo>
                      <a:cubicBezTo>
                        <a:pt x="127921" y="47339"/>
                        <a:pt x="128016" y="44482"/>
                        <a:pt x="128016" y="38005"/>
                      </a:cubicBezTo>
                      <a:cubicBezTo>
                        <a:pt x="128016" y="35147"/>
                        <a:pt x="126683" y="33623"/>
                        <a:pt x="123920" y="33433"/>
                      </a:cubicBezTo>
                      <a:lnTo>
                        <a:pt x="123920" y="41624"/>
                      </a:lnTo>
                      <a:cubicBezTo>
                        <a:pt x="123444" y="41434"/>
                        <a:pt x="122682" y="41815"/>
                        <a:pt x="121825" y="42672"/>
                      </a:cubicBezTo>
                      <a:cubicBezTo>
                        <a:pt x="121825" y="43720"/>
                        <a:pt x="122015" y="44196"/>
                        <a:pt x="122397" y="44196"/>
                      </a:cubicBezTo>
                      <a:cubicBezTo>
                        <a:pt x="122492" y="44196"/>
                        <a:pt x="122777" y="44101"/>
                        <a:pt x="123254" y="43910"/>
                      </a:cubicBezTo>
                      <a:cubicBezTo>
                        <a:pt x="123730" y="43720"/>
                        <a:pt x="123920" y="43624"/>
                        <a:pt x="124111" y="43624"/>
                      </a:cubicBezTo>
                      <a:cubicBezTo>
                        <a:pt x="124492" y="43624"/>
                        <a:pt x="124683" y="44005"/>
                        <a:pt x="124873" y="44672"/>
                      </a:cubicBezTo>
                      <a:lnTo>
                        <a:pt x="118968" y="47530"/>
                      </a:lnTo>
                      <a:lnTo>
                        <a:pt x="116872" y="44672"/>
                      </a:lnTo>
                      <a:lnTo>
                        <a:pt x="114110" y="48292"/>
                      </a:lnTo>
                      <a:cubicBezTo>
                        <a:pt x="114110" y="48292"/>
                        <a:pt x="114300" y="47720"/>
                        <a:pt x="114300" y="47530"/>
                      </a:cubicBezTo>
                      <a:cubicBezTo>
                        <a:pt x="114300" y="46863"/>
                        <a:pt x="113919" y="46387"/>
                        <a:pt x="113062" y="46101"/>
                      </a:cubicBezTo>
                      <a:cubicBezTo>
                        <a:pt x="112205" y="45815"/>
                        <a:pt x="111919" y="45625"/>
                        <a:pt x="112014" y="45434"/>
                      </a:cubicBezTo>
                      <a:cubicBezTo>
                        <a:pt x="114586" y="44386"/>
                        <a:pt x="116491" y="43148"/>
                        <a:pt x="117634" y="41529"/>
                      </a:cubicBezTo>
                      <a:cubicBezTo>
                        <a:pt x="117348" y="40481"/>
                        <a:pt x="116681" y="40195"/>
                        <a:pt x="115634" y="40481"/>
                      </a:cubicBezTo>
                      <a:lnTo>
                        <a:pt x="114110" y="42481"/>
                      </a:lnTo>
                      <a:cubicBezTo>
                        <a:pt x="113252" y="42005"/>
                        <a:pt x="112776" y="41338"/>
                        <a:pt x="112776" y="40481"/>
                      </a:cubicBezTo>
                      <a:cubicBezTo>
                        <a:pt x="114015" y="40005"/>
                        <a:pt x="114491" y="39243"/>
                        <a:pt x="114491" y="38386"/>
                      </a:cubicBezTo>
                      <a:cubicBezTo>
                        <a:pt x="114491" y="37909"/>
                        <a:pt x="114015" y="36957"/>
                        <a:pt x="113157" y="35623"/>
                      </a:cubicBezTo>
                      <a:cubicBezTo>
                        <a:pt x="112205" y="34195"/>
                        <a:pt x="111824" y="33242"/>
                        <a:pt x="112014" y="32575"/>
                      </a:cubicBezTo>
                      <a:cubicBezTo>
                        <a:pt x="111347" y="32385"/>
                        <a:pt x="110776" y="32575"/>
                        <a:pt x="110204" y="33052"/>
                      </a:cubicBezTo>
                      <a:cubicBezTo>
                        <a:pt x="109728" y="33528"/>
                        <a:pt x="109252" y="34099"/>
                        <a:pt x="108966" y="34576"/>
                      </a:cubicBezTo>
                      <a:cubicBezTo>
                        <a:pt x="108585" y="35433"/>
                        <a:pt x="109252" y="36671"/>
                        <a:pt x="110776" y="38195"/>
                      </a:cubicBezTo>
                      <a:lnTo>
                        <a:pt x="110014" y="38195"/>
                      </a:lnTo>
                      <a:cubicBezTo>
                        <a:pt x="109824" y="38671"/>
                        <a:pt x="109824" y="40672"/>
                        <a:pt x="109824" y="44101"/>
                      </a:cubicBezTo>
                      <a:cubicBezTo>
                        <a:pt x="110014" y="46672"/>
                        <a:pt x="109347" y="48482"/>
                        <a:pt x="108109" y="49435"/>
                      </a:cubicBezTo>
                      <a:cubicBezTo>
                        <a:pt x="108776" y="49435"/>
                        <a:pt x="109728" y="50006"/>
                        <a:pt x="110871" y="51244"/>
                      </a:cubicBezTo>
                      <a:cubicBezTo>
                        <a:pt x="112109" y="52483"/>
                        <a:pt x="113157" y="52768"/>
                        <a:pt x="114205" y="52292"/>
                      </a:cubicBezTo>
                      <a:lnTo>
                        <a:pt x="115729" y="50292"/>
                      </a:lnTo>
                      <a:cubicBezTo>
                        <a:pt x="115062" y="51149"/>
                        <a:pt x="114967" y="52006"/>
                        <a:pt x="115443" y="52864"/>
                      </a:cubicBezTo>
                      <a:cubicBezTo>
                        <a:pt x="116014" y="53721"/>
                        <a:pt x="116491" y="54483"/>
                        <a:pt x="116967" y="55150"/>
                      </a:cubicBezTo>
                      <a:cubicBezTo>
                        <a:pt x="118015" y="55340"/>
                        <a:pt x="118777" y="54578"/>
                        <a:pt x="119253" y="53054"/>
                      </a:cubicBezTo>
                      <a:cubicBezTo>
                        <a:pt x="119825" y="51530"/>
                        <a:pt x="120682" y="51054"/>
                        <a:pt x="121825" y="51530"/>
                      </a:cubicBezTo>
                      <a:cubicBezTo>
                        <a:pt x="122015" y="52197"/>
                        <a:pt x="122777" y="52578"/>
                        <a:pt x="124111" y="52578"/>
                      </a:cubicBezTo>
                      <a:cubicBezTo>
                        <a:pt x="124587" y="52578"/>
                        <a:pt x="125254" y="52578"/>
                        <a:pt x="126111" y="52292"/>
                      </a:cubicBezTo>
                      <a:lnTo>
                        <a:pt x="128111" y="52292"/>
                      </a:lnTo>
                      <a:cubicBezTo>
                        <a:pt x="129826" y="52292"/>
                        <a:pt x="130683" y="52768"/>
                        <a:pt x="130683" y="53530"/>
                      </a:cubicBezTo>
                      <a:cubicBezTo>
                        <a:pt x="130683" y="54197"/>
                        <a:pt x="130397" y="55150"/>
                        <a:pt x="129636" y="56388"/>
                      </a:cubicBezTo>
                      <a:lnTo>
                        <a:pt x="126873" y="53054"/>
                      </a:lnTo>
                      <a:cubicBezTo>
                        <a:pt x="127540" y="54102"/>
                        <a:pt x="127921" y="55245"/>
                        <a:pt x="127921" y="56674"/>
                      </a:cubicBezTo>
                      <a:cubicBezTo>
                        <a:pt x="127921" y="59722"/>
                        <a:pt x="125825" y="63532"/>
                        <a:pt x="121730" y="67913"/>
                      </a:cubicBezTo>
                      <a:lnTo>
                        <a:pt x="118968" y="67151"/>
                      </a:lnTo>
                      <a:cubicBezTo>
                        <a:pt x="118777" y="67818"/>
                        <a:pt x="118396" y="69247"/>
                        <a:pt x="117824" y="71247"/>
                      </a:cubicBezTo>
                      <a:cubicBezTo>
                        <a:pt x="117253" y="73342"/>
                        <a:pt x="116967" y="74867"/>
                        <a:pt x="116967" y="75819"/>
                      </a:cubicBezTo>
                      <a:cubicBezTo>
                        <a:pt x="116967" y="77057"/>
                        <a:pt x="117253" y="78105"/>
                        <a:pt x="117729" y="79153"/>
                      </a:cubicBezTo>
                      <a:cubicBezTo>
                        <a:pt x="117063" y="79153"/>
                        <a:pt x="116110" y="78486"/>
                        <a:pt x="114967" y="77057"/>
                      </a:cubicBezTo>
                      <a:cubicBezTo>
                        <a:pt x="113824" y="75724"/>
                        <a:pt x="112872" y="75057"/>
                        <a:pt x="112109" y="75057"/>
                      </a:cubicBezTo>
                      <a:cubicBezTo>
                        <a:pt x="111443" y="75057"/>
                        <a:pt x="110680" y="75724"/>
                        <a:pt x="110014" y="77057"/>
                      </a:cubicBezTo>
                      <a:cubicBezTo>
                        <a:pt x="110680" y="78581"/>
                        <a:pt x="111062" y="80296"/>
                        <a:pt x="111062" y="81915"/>
                      </a:cubicBezTo>
                      <a:cubicBezTo>
                        <a:pt x="111062" y="83820"/>
                        <a:pt x="110490" y="86677"/>
                        <a:pt x="109347" y="90392"/>
                      </a:cubicBezTo>
                      <a:cubicBezTo>
                        <a:pt x="108204" y="94202"/>
                        <a:pt x="107728" y="96964"/>
                        <a:pt x="108109" y="98869"/>
                      </a:cubicBezTo>
                      <a:cubicBezTo>
                        <a:pt x="107442" y="98393"/>
                        <a:pt x="106680" y="98107"/>
                        <a:pt x="106013" y="98107"/>
                      </a:cubicBezTo>
                      <a:cubicBezTo>
                        <a:pt x="105156" y="98107"/>
                        <a:pt x="104013" y="98488"/>
                        <a:pt x="102394" y="99155"/>
                      </a:cubicBezTo>
                      <a:cubicBezTo>
                        <a:pt x="100870" y="99822"/>
                        <a:pt x="99632" y="100203"/>
                        <a:pt x="98774" y="100203"/>
                      </a:cubicBezTo>
                      <a:cubicBezTo>
                        <a:pt x="98298" y="100203"/>
                        <a:pt x="97727" y="100013"/>
                        <a:pt x="97250" y="99727"/>
                      </a:cubicBezTo>
                      <a:cubicBezTo>
                        <a:pt x="97250" y="100584"/>
                        <a:pt x="98108" y="102298"/>
                        <a:pt x="99918" y="104775"/>
                      </a:cubicBezTo>
                      <a:cubicBezTo>
                        <a:pt x="101727" y="107251"/>
                        <a:pt x="102584" y="109156"/>
                        <a:pt x="102584" y="110490"/>
                      </a:cubicBezTo>
                      <a:cubicBezTo>
                        <a:pt x="102584" y="111728"/>
                        <a:pt x="102204" y="112776"/>
                        <a:pt x="101346" y="113824"/>
                      </a:cubicBezTo>
                      <a:lnTo>
                        <a:pt x="97250" y="117634"/>
                      </a:lnTo>
                      <a:cubicBezTo>
                        <a:pt x="98108" y="129730"/>
                        <a:pt x="98489" y="143161"/>
                        <a:pt x="98489" y="157829"/>
                      </a:cubicBezTo>
                      <a:cubicBezTo>
                        <a:pt x="98489" y="172498"/>
                        <a:pt x="98108" y="186499"/>
                        <a:pt x="97250" y="199549"/>
                      </a:cubicBezTo>
                      <a:cubicBezTo>
                        <a:pt x="93536" y="203835"/>
                        <a:pt x="87821" y="205930"/>
                        <a:pt x="80296" y="205930"/>
                      </a:cubicBezTo>
                      <a:cubicBezTo>
                        <a:pt x="77914" y="205930"/>
                        <a:pt x="74390" y="205740"/>
                        <a:pt x="69628" y="205168"/>
                      </a:cubicBezTo>
                      <a:cubicBezTo>
                        <a:pt x="64961" y="204597"/>
                        <a:pt x="61532" y="204406"/>
                        <a:pt x="59531" y="204406"/>
                      </a:cubicBezTo>
                      <a:cubicBezTo>
                        <a:pt x="56483" y="203168"/>
                        <a:pt x="54579" y="200692"/>
                        <a:pt x="53912" y="196691"/>
                      </a:cubicBezTo>
                      <a:cubicBezTo>
                        <a:pt x="53340" y="193453"/>
                        <a:pt x="52959" y="190119"/>
                        <a:pt x="52674" y="186690"/>
                      </a:cubicBezTo>
                      <a:cubicBezTo>
                        <a:pt x="53721" y="183642"/>
                        <a:pt x="54007" y="178689"/>
                        <a:pt x="53530" y="171926"/>
                      </a:cubicBezTo>
                      <a:cubicBezTo>
                        <a:pt x="53150" y="165163"/>
                        <a:pt x="53530" y="160210"/>
                        <a:pt x="54674" y="156972"/>
                      </a:cubicBezTo>
                      <a:cubicBezTo>
                        <a:pt x="55722" y="158305"/>
                        <a:pt x="56769" y="159067"/>
                        <a:pt x="58008" y="159067"/>
                      </a:cubicBezTo>
                      <a:cubicBezTo>
                        <a:pt x="58388" y="159067"/>
                        <a:pt x="59531" y="158496"/>
                        <a:pt x="61627" y="157543"/>
                      </a:cubicBezTo>
                      <a:cubicBezTo>
                        <a:pt x="62961" y="156877"/>
                        <a:pt x="64294" y="157067"/>
                        <a:pt x="65532" y="158305"/>
                      </a:cubicBezTo>
                      <a:lnTo>
                        <a:pt x="62389" y="154972"/>
                      </a:lnTo>
                      <a:lnTo>
                        <a:pt x="64675" y="153448"/>
                      </a:lnTo>
                      <a:lnTo>
                        <a:pt x="61627" y="150114"/>
                      </a:lnTo>
                      <a:lnTo>
                        <a:pt x="64675" y="151447"/>
                      </a:lnTo>
                      <a:lnTo>
                        <a:pt x="64675" y="146304"/>
                      </a:lnTo>
                      <a:lnTo>
                        <a:pt x="58864" y="146304"/>
                      </a:lnTo>
                      <a:cubicBezTo>
                        <a:pt x="61056" y="144970"/>
                        <a:pt x="62389" y="144304"/>
                        <a:pt x="62961" y="144304"/>
                      </a:cubicBezTo>
                      <a:cubicBezTo>
                        <a:pt x="64294" y="144304"/>
                        <a:pt x="65627" y="145351"/>
                        <a:pt x="66770" y="147352"/>
                      </a:cubicBezTo>
                      <a:cubicBezTo>
                        <a:pt x="67246" y="147161"/>
                        <a:pt x="67533" y="146685"/>
                        <a:pt x="67533" y="145828"/>
                      </a:cubicBezTo>
                      <a:cubicBezTo>
                        <a:pt x="67342" y="144685"/>
                        <a:pt x="67342" y="143923"/>
                        <a:pt x="67533" y="143542"/>
                      </a:cubicBezTo>
                      <a:lnTo>
                        <a:pt x="72390" y="144304"/>
                      </a:lnTo>
                      <a:cubicBezTo>
                        <a:pt x="72771" y="141922"/>
                        <a:pt x="72771" y="140589"/>
                        <a:pt x="72676" y="140494"/>
                      </a:cubicBezTo>
                      <a:cubicBezTo>
                        <a:pt x="72486" y="140303"/>
                        <a:pt x="73057" y="140017"/>
                        <a:pt x="74486" y="139446"/>
                      </a:cubicBezTo>
                      <a:cubicBezTo>
                        <a:pt x="71724" y="135350"/>
                        <a:pt x="68199" y="134493"/>
                        <a:pt x="63913" y="136874"/>
                      </a:cubicBezTo>
                      <a:cubicBezTo>
                        <a:pt x="59531" y="139255"/>
                        <a:pt x="56102" y="138779"/>
                        <a:pt x="53530" y="135350"/>
                      </a:cubicBezTo>
                      <a:cubicBezTo>
                        <a:pt x="53530" y="126587"/>
                        <a:pt x="54007" y="120396"/>
                        <a:pt x="54769" y="116681"/>
                      </a:cubicBezTo>
                      <a:cubicBezTo>
                        <a:pt x="50673" y="116872"/>
                        <a:pt x="48483" y="113824"/>
                        <a:pt x="48196" y="107632"/>
                      </a:cubicBezTo>
                      <a:cubicBezTo>
                        <a:pt x="47816" y="101346"/>
                        <a:pt x="45720" y="97822"/>
                        <a:pt x="42006" y="96964"/>
                      </a:cubicBezTo>
                      <a:cubicBezTo>
                        <a:pt x="34195" y="79153"/>
                        <a:pt x="22003" y="53054"/>
                        <a:pt x="5429" y="18574"/>
                      </a:cubicBezTo>
                      <a:cubicBezTo>
                        <a:pt x="5239" y="18097"/>
                        <a:pt x="5429" y="17526"/>
                        <a:pt x="6191" y="17050"/>
                      </a:cubicBezTo>
                      <a:cubicBezTo>
                        <a:pt x="6858" y="16573"/>
                        <a:pt x="7239" y="16097"/>
                        <a:pt x="7430" y="15811"/>
                      </a:cubicBezTo>
                      <a:cubicBezTo>
                        <a:pt x="5905" y="14668"/>
                        <a:pt x="4286" y="13335"/>
                        <a:pt x="2572" y="11906"/>
                      </a:cubicBezTo>
                      <a:cubicBezTo>
                        <a:pt x="858" y="10477"/>
                        <a:pt x="0" y="8858"/>
                        <a:pt x="0" y="7144"/>
                      </a:cubicBezTo>
                      <a:cubicBezTo>
                        <a:pt x="0" y="6096"/>
                        <a:pt x="381" y="5048"/>
                        <a:pt x="1238" y="3810"/>
                      </a:cubicBezTo>
                      <a:cubicBezTo>
                        <a:pt x="5525" y="1238"/>
                        <a:pt x="11145" y="0"/>
                        <a:pt x="18098" y="0"/>
                      </a:cubicBezTo>
                      <a:cubicBezTo>
                        <a:pt x="20574" y="0"/>
                        <a:pt x="23908" y="190"/>
                        <a:pt x="28385" y="571"/>
                      </a:cubicBezTo>
                      <a:cubicBezTo>
                        <a:pt x="32861" y="952"/>
                        <a:pt x="36005" y="1048"/>
                        <a:pt x="37815" y="1048"/>
                      </a:cubicBezTo>
                      <a:lnTo>
                        <a:pt x="40672" y="1048"/>
                      </a:lnTo>
                      <a:cubicBezTo>
                        <a:pt x="44387" y="3429"/>
                        <a:pt x="47435" y="7715"/>
                        <a:pt x="49721" y="13811"/>
                      </a:cubicBezTo>
                      <a:cubicBezTo>
                        <a:pt x="52102" y="20002"/>
                        <a:pt x="54674" y="24003"/>
                        <a:pt x="57531" y="25908"/>
                      </a:cubicBezTo>
                      <a:cubicBezTo>
                        <a:pt x="56960" y="29623"/>
                        <a:pt x="57912" y="33814"/>
                        <a:pt x="60293" y="38481"/>
                      </a:cubicBezTo>
                      <a:cubicBezTo>
                        <a:pt x="62008" y="41719"/>
                        <a:pt x="63722" y="45053"/>
                        <a:pt x="65437" y="48482"/>
                      </a:cubicBezTo>
                      <a:cubicBezTo>
                        <a:pt x="64580" y="52388"/>
                        <a:pt x="65437" y="54483"/>
                        <a:pt x="68199" y="54673"/>
                      </a:cubicBezTo>
                      <a:cubicBezTo>
                        <a:pt x="67818" y="56197"/>
                        <a:pt x="68866" y="58102"/>
                        <a:pt x="71152" y="60293"/>
                      </a:cubicBezTo>
                      <a:cubicBezTo>
                        <a:pt x="73438" y="62484"/>
                        <a:pt x="74772" y="64198"/>
                        <a:pt x="75057" y="65437"/>
                      </a:cubicBezTo>
                      <a:cubicBezTo>
                        <a:pt x="82963" y="58579"/>
                        <a:pt x="88297" y="48482"/>
                        <a:pt x="91250" y="34957"/>
                      </a:cubicBezTo>
                      <a:cubicBezTo>
                        <a:pt x="97155" y="25717"/>
                        <a:pt x="101061" y="17526"/>
                        <a:pt x="102775" y="10096"/>
                      </a:cubicBezTo>
                      <a:cubicBezTo>
                        <a:pt x="106680" y="3429"/>
                        <a:pt x="114491" y="95"/>
                        <a:pt x="126111" y="95"/>
                      </a:cubicBezTo>
                      <a:cubicBezTo>
                        <a:pt x="141351" y="95"/>
                        <a:pt x="148114" y="95"/>
                        <a:pt x="146590" y="381"/>
                      </a:cubicBezTo>
                      <a:close/>
                      <a:moveTo>
                        <a:pt x="58864" y="146304"/>
                      </a:moveTo>
                      <a:cubicBezTo>
                        <a:pt x="56960" y="148018"/>
                        <a:pt x="55150" y="148018"/>
                        <a:pt x="53436" y="146304"/>
                      </a:cubicBezTo>
                      <a:lnTo>
                        <a:pt x="58864" y="146304"/>
                      </a:lnTo>
                      <a:close/>
                      <a:moveTo>
                        <a:pt x="67533" y="150114"/>
                      </a:moveTo>
                      <a:lnTo>
                        <a:pt x="73152" y="150114"/>
                      </a:lnTo>
                      <a:lnTo>
                        <a:pt x="67533" y="149352"/>
                      </a:lnTo>
                      <a:lnTo>
                        <a:pt x="67533" y="150114"/>
                      </a:lnTo>
                      <a:close/>
                      <a:moveTo>
                        <a:pt x="74390" y="142113"/>
                      </a:moveTo>
                      <a:lnTo>
                        <a:pt x="77248" y="141351"/>
                      </a:lnTo>
                      <a:lnTo>
                        <a:pt x="74390" y="141351"/>
                      </a:lnTo>
                      <a:lnTo>
                        <a:pt x="74390" y="142113"/>
                      </a:lnTo>
                      <a:close/>
                      <a:moveTo>
                        <a:pt x="82296" y="126492"/>
                      </a:moveTo>
                      <a:cubicBezTo>
                        <a:pt x="83154" y="125825"/>
                        <a:pt x="83439" y="124682"/>
                        <a:pt x="83058" y="123158"/>
                      </a:cubicBezTo>
                      <a:cubicBezTo>
                        <a:pt x="82677" y="121825"/>
                        <a:pt x="82201" y="120872"/>
                        <a:pt x="81534" y="120396"/>
                      </a:cubicBezTo>
                      <a:lnTo>
                        <a:pt x="81534" y="127254"/>
                      </a:lnTo>
                      <a:lnTo>
                        <a:pt x="82296" y="126492"/>
                      </a:lnTo>
                      <a:close/>
                      <a:moveTo>
                        <a:pt x="112776" y="52959"/>
                      </a:moveTo>
                      <a:lnTo>
                        <a:pt x="112014" y="55054"/>
                      </a:lnTo>
                      <a:cubicBezTo>
                        <a:pt x="113157" y="56769"/>
                        <a:pt x="114110" y="57436"/>
                        <a:pt x="114871" y="57055"/>
                      </a:cubicBezTo>
                      <a:cubicBezTo>
                        <a:pt x="114681" y="56007"/>
                        <a:pt x="114015" y="54673"/>
                        <a:pt x="112776" y="52959"/>
                      </a:cubicBezTo>
                      <a:close/>
                      <a:moveTo>
                        <a:pt x="116872" y="36576"/>
                      </a:moveTo>
                      <a:lnTo>
                        <a:pt x="118968" y="36576"/>
                      </a:lnTo>
                      <a:cubicBezTo>
                        <a:pt x="117920" y="35623"/>
                        <a:pt x="117253" y="35147"/>
                        <a:pt x="116872" y="35338"/>
                      </a:cubicBezTo>
                      <a:cubicBezTo>
                        <a:pt x="116014" y="36385"/>
                        <a:pt x="115634" y="37338"/>
                        <a:pt x="115634" y="38195"/>
                      </a:cubicBezTo>
                      <a:lnTo>
                        <a:pt x="115920" y="38671"/>
                      </a:lnTo>
                      <a:cubicBezTo>
                        <a:pt x="115920" y="38671"/>
                        <a:pt x="116586" y="37814"/>
                        <a:pt x="116967" y="36576"/>
                      </a:cubicBezTo>
                      <a:close/>
                      <a:moveTo>
                        <a:pt x="119729" y="56293"/>
                      </a:moveTo>
                      <a:cubicBezTo>
                        <a:pt x="118015" y="56483"/>
                        <a:pt x="117158" y="57150"/>
                        <a:pt x="117443" y="58293"/>
                      </a:cubicBezTo>
                      <a:cubicBezTo>
                        <a:pt x="117634" y="60198"/>
                        <a:pt x="117729" y="61150"/>
                        <a:pt x="117729" y="61341"/>
                      </a:cubicBezTo>
                      <a:cubicBezTo>
                        <a:pt x="119825" y="60198"/>
                        <a:pt x="120491" y="58388"/>
                        <a:pt x="119825" y="56197"/>
                      </a:cubicBezTo>
                      <a:close/>
                      <a:moveTo>
                        <a:pt x="117634" y="65818"/>
                      </a:moveTo>
                      <a:lnTo>
                        <a:pt x="119729" y="62960"/>
                      </a:lnTo>
                      <a:lnTo>
                        <a:pt x="117634" y="62960"/>
                      </a:lnTo>
                      <a:lnTo>
                        <a:pt x="117634" y="65818"/>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 name="Google Shape;1168;p99"/>
                <p:cNvSpPr/>
                <p:nvPr/>
              </p:nvSpPr>
              <p:spPr>
                <a:xfrm>
                  <a:off x="7547799" y="2747791"/>
                  <a:ext cx="138683" cy="206863"/>
                </a:xfrm>
                <a:custGeom>
                  <a:avLst/>
                  <a:gdLst/>
                  <a:ahLst/>
                  <a:cxnLst/>
                  <a:rect l="l" t="t" r="r" b="b"/>
                  <a:pathLst>
                    <a:path w="138683" h="206863" extrusionOk="0">
                      <a:moveTo>
                        <a:pt x="136589" y="7219"/>
                      </a:moveTo>
                      <a:lnTo>
                        <a:pt x="138684" y="43605"/>
                      </a:lnTo>
                      <a:cubicBezTo>
                        <a:pt x="134398" y="45033"/>
                        <a:pt x="128588" y="45319"/>
                        <a:pt x="121254" y="44652"/>
                      </a:cubicBezTo>
                      <a:cubicBezTo>
                        <a:pt x="112490" y="43795"/>
                        <a:pt x="106775" y="43605"/>
                        <a:pt x="104108" y="43890"/>
                      </a:cubicBezTo>
                      <a:cubicBezTo>
                        <a:pt x="98013" y="44748"/>
                        <a:pt x="93059" y="47605"/>
                        <a:pt x="89249" y="52558"/>
                      </a:cubicBezTo>
                      <a:cubicBezTo>
                        <a:pt x="89535" y="53796"/>
                        <a:pt x="89726" y="55035"/>
                        <a:pt x="89726" y="56368"/>
                      </a:cubicBezTo>
                      <a:cubicBezTo>
                        <a:pt x="89726" y="57702"/>
                        <a:pt x="89440" y="59702"/>
                        <a:pt x="88964" y="62369"/>
                      </a:cubicBezTo>
                      <a:cubicBezTo>
                        <a:pt x="88488" y="65036"/>
                        <a:pt x="88202" y="67036"/>
                        <a:pt x="88202" y="68370"/>
                      </a:cubicBezTo>
                      <a:cubicBezTo>
                        <a:pt x="88202" y="70465"/>
                        <a:pt x="88488" y="72370"/>
                        <a:pt x="89249" y="74275"/>
                      </a:cubicBezTo>
                      <a:cubicBezTo>
                        <a:pt x="89726" y="75323"/>
                        <a:pt x="90011" y="76275"/>
                        <a:pt x="90011" y="77133"/>
                      </a:cubicBezTo>
                      <a:cubicBezTo>
                        <a:pt x="90011" y="78276"/>
                        <a:pt x="89726" y="79704"/>
                        <a:pt x="88964" y="81228"/>
                      </a:cubicBezTo>
                      <a:cubicBezTo>
                        <a:pt x="88297" y="82752"/>
                        <a:pt x="87916" y="83895"/>
                        <a:pt x="87916" y="84562"/>
                      </a:cubicBezTo>
                      <a:cubicBezTo>
                        <a:pt x="87916" y="85610"/>
                        <a:pt x="88297" y="86562"/>
                        <a:pt x="89154" y="87420"/>
                      </a:cubicBezTo>
                      <a:lnTo>
                        <a:pt x="88392" y="98945"/>
                      </a:lnTo>
                      <a:cubicBezTo>
                        <a:pt x="88202" y="97611"/>
                        <a:pt x="87249" y="96754"/>
                        <a:pt x="85535" y="96373"/>
                      </a:cubicBezTo>
                      <a:cubicBezTo>
                        <a:pt x="83154" y="95706"/>
                        <a:pt x="81820" y="95325"/>
                        <a:pt x="81439" y="95135"/>
                      </a:cubicBezTo>
                      <a:cubicBezTo>
                        <a:pt x="80772" y="95611"/>
                        <a:pt x="80582" y="96278"/>
                        <a:pt x="80677" y="97040"/>
                      </a:cubicBezTo>
                      <a:cubicBezTo>
                        <a:pt x="80867" y="97802"/>
                        <a:pt x="80677" y="98564"/>
                        <a:pt x="80391" y="99231"/>
                      </a:cubicBezTo>
                      <a:cubicBezTo>
                        <a:pt x="81439" y="98754"/>
                        <a:pt x="82296" y="98469"/>
                        <a:pt x="82963" y="98469"/>
                      </a:cubicBezTo>
                      <a:cubicBezTo>
                        <a:pt x="84201" y="98469"/>
                        <a:pt x="85154" y="99707"/>
                        <a:pt x="85820" y="102374"/>
                      </a:cubicBezTo>
                      <a:cubicBezTo>
                        <a:pt x="86487" y="105612"/>
                        <a:pt x="87059" y="107517"/>
                        <a:pt x="87630" y="107994"/>
                      </a:cubicBezTo>
                      <a:lnTo>
                        <a:pt x="86392" y="107994"/>
                      </a:lnTo>
                      <a:cubicBezTo>
                        <a:pt x="88392" y="113613"/>
                        <a:pt x="89535" y="121424"/>
                        <a:pt x="89726" y="131520"/>
                      </a:cubicBezTo>
                      <a:cubicBezTo>
                        <a:pt x="89535" y="139712"/>
                        <a:pt x="89440" y="147808"/>
                        <a:pt x="89440" y="155904"/>
                      </a:cubicBezTo>
                      <a:cubicBezTo>
                        <a:pt x="89631" y="160667"/>
                        <a:pt x="89916" y="164953"/>
                        <a:pt x="90392" y="168668"/>
                      </a:cubicBezTo>
                      <a:cubicBezTo>
                        <a:pt x="90583" y="168668"/>
                        <a:pt x="91250" y="169049"/>
                        <a:pt x="92393" y="169716"/>
                      </a:cubicBezTo>
                      <a:cubicBezTo>
                        <a:pt x="93536" y="170382"/>
                        <a:pt x="94488" y="170573"/>
                        <a:pt x="95345" y="170192"/>
                      </a:cubicBezTo>
                      <a:cubicBezTo>
                        <a:pt x="94107" y="172764"/>
                        <a:pt x="93345" y="179336"/>
                        <a:pt x="93059" y="189909"/>
                      </a:cubicBezTo>
                      <a:cubicBezTo>
                        <a:pt x="92869" y="195719"/>
                        <a:pt x="91059" y="199719"/>
                        <a:pt x="87630" y="201910"/>
                      </a:cubicBezTo>
                      <a:cubicBezTo>
                        <a:pt x="88106" y="202291"/>
                        <a:pt x="88392" y="203148"/>
                        <a:pt x="88392" y="204768"/>
                      </a:cubicBezTo>
                      <a:cubicBezTo>
                        <a:pt x="86487" y="204958"/>
                        <a:pt x="80677" y="204958"/>
                        <a:pt x="70961" y="204768"/>
                      </a:cubicBezTo>
                      <a:cubicBezTo>
                        <a:pt x="63722" y="204577"/>
                        <a:pt x="58008" y="205339"/>
                        <a:pt x="53816" y="206863"/>
                      </a:cubicBezTo>
                      <a:cubicBezTo>
                        <a:pt x="50292" y="203720"/>
                        <a:pt x="48483" y="199148"/>
                        <a:pt x="48483" y="192957"/>
                      </a:cubicBezTo>
                      <a:cubicBezTo>
                        <a:pt x="48578" y="187718"/>
                        <a:pt x="48768" y="182384"/>
                        <a:pt x="48768" y="177050"/>
                      </a:cubicBezTo>
                      <a:cubicBezTo>
                        <a:pt x="49625" y="157428"/>
                        <a:pt x="50006" y="136950"/>
                        <a:pt x="50006" y="115518"/>
                      </a:cubicBezTo>
                      <a:cubicBezTo>
                        <a:pt x="50006" y="94087"/>
                        <a:pt x="49530" y="72370"/>
                        <a:pt x="48768" y="49701"/>
                      </a:cubicBezTo>
                      <a:cubicBezTo>
                        <a:pt x="47720" y="46081"/>
                        <a:pt x="44958" y="44271"/>
                        <a:pt x="40577" y="44271"/>
                      </a:cubicBezTo>
                      <a:cubicBezTo>
                        <a:pt x="39720" y="44271"/>
                        <a:pt x="38576" y="44367"/>
                        <a:pt x="36957" y="44557"/>
                      </a:cubicBezTo>
                      <a:lnTo>
                        <a:pt x="33624" y="44557"/>
                      </a:lnTo>
                      <a:cubicBezTo>
                        <a:pt x="31432" y="44557"/>
                        <a:pt x="29623" y="44271"/>
                        <a:pt x="28194" y="43509"/>
                      </a:cubicBezTo>
                      <a:cubicBezTo>
                        <a:pt x="29813" y="43700"/>
                        <a:pt x="24670" y="43795"/>
                        <a:pt x="12859" y="43795"/>
                      </a:cubicBezTo>
                      <a:cubicBezTo>
                        <a:pt x="7620" y="43795"/>
                        <a:pt x="3334" y="42366"/>
                        <a:pt x="0" y="39699"/>
                      </a:cubicBezTo>
                      <a:lnTo>
                        <a:pt x="0" y="3790"/>
                      </a:lnTo>
                      <a:cubicBezTo>
                        <a:pt x="858" y="4647"/>
                        <a:pt x="1905" y="5124"/>
                        <a:pt x="3143" y="5124"/>
                      </a:cubicBezTo>
                      <a:cubicBezTo>
                        <a:pt x="5239" y="5124"/>
                        <a:pt x="7239" y="3790"/>
                        <a:pt x="9335" y="1028"/>
                      </a:cubicBezTo>
                      <a:cubicBezTo>
                        <a:pt x="19717" y="361"/>
                        <a:pt x="35147" y="266"/>
                        <a:pt x="55531" y="742"/>
                      </a:cubicBezTo>
                      <a:cubicBezTo>
                        <a:pt x="76010" y="1218"/>
                        <a:pt x="91630" y="1028"/>
                        <a:pt x="102489" y="171"/>
                      </a:cubicBezTo>
                      <a:cubicBezTo>
                        <a:pt x="103061" y="1218"/>
                        <a:pt x="103823" y="1695"/>
                        <a:pt x="104775" y="1695"/>
                      </a:cubicBezTo>
                      <a:cubicBezTo>
                        <a:pt x="105442" y="1695"/>
                        <a:pt x="106395" y="1504"/>
                        <a:pt x="107632" y="933"/>
                      </a:cubicBezTo>
                      <a:cubicBezTo>
                        <a:pt x="108871" y="361"/>
                        <a:pt x="109728" y="171"/>
                        <a:pt x="110204" y="171"/>
                      </a:cubicBezTo>
                      <a:cubicBezTo>
                        <a:pt x="112300" y="1409"/>
                        <a:pt x="117634" y="1409"/>
                        <a:pt x="126302" y="171"/>
                      </a:cubicBezTo>
                      <a:cubicBezTo>
                        <a:pt x="132779" y="-687"/>
                        <a:pt x="136207" y="1695"/>
                        <a:pt x="136589" y="7124"/>
                      </a:cubicBezTo>
                      <a:close/>
                      <a:moveTo>
                        <a:pt x="22098" y="15125"/>
                      </a:moveTo>
                      <a:cubicBezTo>
                        <a:pt x="23813" y="12363"/>
                        <a:pt x="26004" y="11029"/>
                        <a:pt x="28766" y="11029"/>
                      </a:cubicBezTo>
                      <a:cubicBezTo>
                        <a:pt x="29813" y="11029"/>
                        <a:pt x="31432" y="11315"/>
                        <a:pt x="33814" y="11791"/>
                      </a:cubicBezTo>
                      <a:cubicBezTo>
                        <a:pt x="36100" y="12267"/>
                        <a:pt x="37910" y="12553"/>
                        <a:pt x="39338" y="12553"/>
                      </a:cubicBezTo>
                      <a:cubicBezTo>
                        <a:pt x="40767" y="12553"/>
                        <a:pt x="42006" y="12363"/>
                        <a:pt x="43149" y="12077"/>
                      </a:cubicBezTo>
                      <a:lnTo>
                        <a:pt x="39053" y="7981"/>
                      </a:lnTo>
                      <a:cubicBezTo>
                        <a:pt x="37433" y="7981"/>
                        <a:pt x="36862" y="7314"/>
                        <a:pt x="36957" y="5886"/>
                      </a:cubicBezTo>
                      <a:cubicBezTo>
                        <a:pt x="37338" y="4171"/>
                        <a:pt x="37338" y="3219"/>
                        <a:pt x="36957" y="3028"/>
                      </a:cubicBezTo>
                      <a:cubicBezTo>
                        <a:pt x="36481" y="4076"/>
                        <a:pt x="35814" y="4647"/>
                        <a:pt x="35147" y="4838"/>
                      </a:cubicBezTo>
                      <a:cubicBezTo>
                        <a:pt x="34766" y="4647"/>
                        <a:pt x="34290" y="4552"/>
                        <a:pt x="33814" y="4552"/>
                      </a:cubicBezTo>
                      <a:cubicBezTo>
                        <a:pt x="33624" y="4743"/>
                        <a:pt x="33624" y="5600"/>
                        <a:pt x="33814" y="7124"/>
                      </a:cubicBezTo>
                      <a:cubicBezTo>
                        <a:pt x="31814" y="8457"/>
                        <a:pt x="29146" y="9315"/>
                        <a:pt x="25908" y="9696"/>
                      </a:cubicBezTo>
                      <a:cubicBezTo>
                        <a:pt x="22003" y="10077"/>
                        <a:pt x="19431" y="10458"/>
                        <a:pt x="18288" y="10934"/>
                      </a:cubicBezTo>
                      <a:lnTo>
                        <a:pt x="23432" y="10934"/>
                      </a:lnTo>
                      <a:cubicBezTo>
                        <a:pt x="22384" y="12458"/>
                        <a:pt x="21431" y="13506"/>
                        <a:pt x="20288" y="14077"/>
                      </a:cubicBezTo>
                      <a:cubicBezTo>
                        <a:pt x="20193" y="14077"/>
                        <a:pt x="20003" y="13982"/>
                        <a:pt x="20003" y="13791"/>
                      </a:cubicBezTo>
                      <a:cubicBezTo>
                        <a:pt x="19621" y="13982"/>
                        <a:pt x="19336" y="14172"/>
                        <a:pt x="18955" y="14553"/>
                      </a:cubicBezTo>
                      <a:cubicBezTo>
                        <a:pt x="17907" y="14839"/>
                        <a:pt x="17145" y="15030"/>
                        <a:pt x="16669" y="15030"/>
                      </a:cubicBezTo>
                      <a:cubicBezTo>
                        <a:pt x="16002" y="14744"/>
                        <a:pt x="15050" y="14744"/>
                        <a:pt x="13907" y="15030"/>
                      </a:cubicBezTo>
                      <a:cubicBezTo>
                        <a:pt x="10287" y="14744"/>
                        <a:pt x="7811" y="14744"/>
                        <a:pt x="6477" y="15030"/>
                      </a:cubicBezTo>
                      <a:lnTo>
                        <a:pt x="6477" y="13791"/>
                      </a:lnTo>
                      <a:lnTo>
                        <a:pt x="3429" y="17125"/>
                      </a:lnTo>
                      <a:cubicBezTo>
                        <a:pt x="4286" y="17506"/>
                        <a:pt x="5239" y="17697"/>
                        <a:pt x="6191" y="17697"/>
                      </a:cubicBezTo>
                      <a:cubicBezTo>
                        <a:pt x="6572" y="17697"/>
                        <a:pt x="9144" y="16839"/>
                        <a:pt x="13907" y="15125"/>
                      </a:cubicBezTo>
                      <a:lnTo>
                        <a:pt x="16669" y="15125"/>
                      </a:lnTo>
                      <a:cubicBezTo>
                        <a:pt x="17145" y="15506"/>
                        <a:pt x="17622" y="15982"/>
                        <a:pt x="17907" y="16554"/>
                      </a:cubicBezTo>
                      <a:cubicBezTo>
                        <a:pt x="18288" y="17125"/>
                        <a:pt x="18574" y="17887"/>
                        <a:pt x="18955" y="18744"/>
                      </a:cubicBezTo>
                      <a:cubicBezTo>
                        <a:pt x="18765" y="18268"/>
                        <a:pt x="18574" y="17601"/>
                        <a:pt x="18193" y="16935"/>
                      </a:cubicBezTo>
                      <a:cubicBezTo>
                        <a:pt x="18193" y="15887"/>
                        <a:pt x="18479" y="15125"/>
                        <a:pt x="18955" y="14649"/>
                      </a:cubicBezTo>
                      <a:cubicBezTo>
                        <a:pt x="19336" y="14649"/>
                        <a:pt x="19717" y="14458"/>
                        <a:pt x="20193" y="14172"/>
                      </a:cubicBezTo>
                      <a:cubicBezTo>
                        <a:pt x="21431" y="15887"/>
                        <a:pt x="22003" y="16935"/>
                        <a:pt x="22003" y="17220"/>
                      </a:cubicBezTo>
                      <a:lnTo>
                        <a:pt x="28861" y="15982"/>
                      </a:lnTo>
                      <a:lnTo>
                        <a:pt x="22003" y="15220"/>
                      </a:lnTo>
                      <a:close/>
                      <a:moveTo>
                        <a:pt x="16955" y="26936"/>
                      </a:moveTo>
                      <a:lnTo>
                        <a:pt x="21050" y="24936"/>
                      </a:lnTo>
                      <a:lnTo>
                        <a:pt x="18955" y="24936"/>
                      </a:lnTo>
                      <a:lnTo>
                        <a:pt x="16859" y="26936"/>
                      </a:lnTo>
                      <a:close/>
                      <a:moveTo>
                        <a:pt x="48768" y="7219"/>
                      </a:moveTo>
                      <a:lnTo>
                        <a:pt x="51816" y="3885"/>
                      </a:lnTo>
                      <a:cubicBezTo>
                        <a:pt x="50768" y="3790"/>
                        <a:pt x="49530" y="3219"/>
                        <a:pt x="48006" y="2361"/>
                      </a:cubicBezTo>
                      <a:lnTo>
                        <a:pt x="44672" y="7219"/>
                      </a:lnTo>
                      <a:lnTo>
                        <a:pt x="41053" y="5124"/>
                      </a:lnTo>
                      <a:lnTo>
                        <a:pt x="45911" y="9981"/>
                      </a:lnTo>
                      <a:cubicBezTo>
                        <a:pt x="45911" y="6552"/>
                        <a:pt x="46673" y="4552"/>
                        <a:pt x="48006" y="3790"/>
                      </a:cubicBezTo>
                      <a:cubicBezTo>
                        <a:pt x="48578" y="4171"/>
                        <a:pt x="48768" y="5219"/>
                        <a:pt x="48768" y="7124"/>
                      </a:cubicBezTo>
                      <a:close/>
                      <a:moveTo>
                        <a:pt x="58770" y="109899"/>
                      </a:moveTo>
                      <a:cubicBezTo>
                        <a:pt x="61817" y="110280"/>
                        <a:pt x="63151" y="109899"/>
                        <a:pt x="62865" y="109137"/>
                      </a:cubicBezTo>
                      <a:cubicBezTo>
                        <a:pt x="62199" y="108851"/>
                        <a:pt x="60865" y="109137"/>
                        <a:pt x="58770" y="109899"/>
                      </a:cubicBezTo>
                      <a:cubicBezTo>
                        <a:pt x="57912" y="109518"/>
                        <a:pt x="57245" y="109518"/>
                        <a:pt x="56769" y="109899"/>
                      </a:cubicBezTo>
                      <a:cubicBezTo>
                        <a:pt x="57531" y="110280"/>
                        <a:pt x="58293" y="110280"/>
                        <a:pt x="58770" y="109899"/>
                      </a:cubicBezTo>
                      <a:close/>
                      <a:moveTo>
                        <a:pt x="85725" y="105803"/>
                      </a:moveTo>
                      <a:cubicBezTo>
                        <a:pt x="83820" y="104469"/>
                        <a:pt x="81058" y="103803"/>
                        <a:pt x="77534" y="103803"/>
                      </a:cubicBezTo>
                      <a:cubicBezTo>
                        <a:pt x="73247" y="103803"/>
                        <a:pt x="70295" y="103612"/>
                        <a:pt x="68866" y="103041"/>
                      </a:cubicBezTo>
                      <a:lnTo>
                        <a:pt x="75819" y="107136"/>
                      </a:lnTo>
                      <a:cubicBezTo>
                        <a:pt x="74962" y="107517"/>
                        <a:pt x="74581" y="108184"/>
                        <a:pt x="74581" y="109137"/>
                      </a:cubicBezTo>
                      <a:lnTo>
                        <a:pt x="76581" y="109137"/>
                      </a:lnTo>
                      <a:cubicBezTo>
                        <a:pt x="77248" y="109518"/>
                        <a:pt x="77629" y="109803"/>
                        <a:pt x="77629" y="110184"/>
                      </a:cubicBezTo>
                      <a:cubicBezTo>
                        <a:pt x="77629" y="110375"/>
                        <a:pt x="77438" y="110851"/>
                        <a:pt x="76867" y="111708"/>
                      </a:cubicBezTo>
                      <a:cubicBezTo>
                        <a:pt x="76391" y="112566"/>
                        <a:pt x="76295" y="113328"/>
                        <a:pt x="76581" y="113994"/>
                      </a:cubicBezTo>
                      <a:lnTo>
                        <a:pt x="80677" y="113994"/>
                      </a:lnTo>
                      <a:cubicBezTo>
                        <a:pt x="78677" y="111994"/>
                        <a:pt x="77629" y="110470"/>
                        <a:pt x="77629" y="109613"/>
                      </a:cubicBezTo>
                      <a:cubicBezTo>
                        <a:pt x="77629" y="108946"/>
                        <a:pt x="78105" y="108375"/>
                        <a:pt x="79057" y="107898"/>
                      </a:cubicBezTo>
                      <a:cubicBezTo>
                        <a:pt x="80010" y="107517"/>
                        <a:pt x="81153" y="107041"/>
                        <a:pt x="82487" y="106470"/>
                      </a:cubicBezTo>
                      <a:cubicBezTo>
                        <a:pt x="83725" y="106279"/>
                        <a:pt x="84868" y="106660"/>
                        <a:pt x="85820" y="107708"/>
                      </a:cubicBezTo>
                      <a:lnTo>
                        <a:pt x="85820" y="105612"/>
                      </a:lnTo>
                      <a:close/>
                      <a:moveTo>
                        <a:pt x="75724" y="88182"/>
                      </a:moveTo>
                      <a:cubicBezTo>
                        <a:pt x="76771" y="89610"/>
                        <a:pt x="78105" y="90182"/>
                        <a:pt x="79820" y="90182"/>
                      </a:cubicBezTo>
                      <a:cubicBezTo>
                        <a:pt x="82391" y="90182"/>
                        <a:pt x="84582" y="89229"/>
                        <a:pt x="86487" y="87324"/>
                      </a:cubicBezTo>
                      <a:lnTo>
                        <a:pt x="82582" y="85991"/>
                      </a:lnTo>
                      <a:cubicBezTo>
                        <a:pt x="82391" y="88086"/>
                        <a:pt x="82011" y="89039"/>
                        <a:pt x="81344" y="89039"/>
                      </a:cubicBezTo>
                      <a:cubicBezTo>
                        <a:pt x="81153" y="89039"/>
                        <a:pt x="80486" y="88467"/>
                        <a:pt x="79153" y="87229"/>
                      </a:cubicBezTo>
                      <a:cubicBezTo>
                        <a:pt x="77914" y="85991"/>
                        <a:pt x="76676" y="85610"/>
                        <a:pt x="75724" y="85896"/>
                      </a:cubicBezTo>
                      <a:lnTo>
                        <a:pt x="75724" y="87991"/>
                      </a:lnTo>
                      <a:close/>
                      <a:moveTo>
                        <a:pt x="85154" y="112470"/>
                      </a:moveTo>
                      <a:lnTo>
                        <a:pt x="85630" y="112756"/>
                      </a:lnTo>
                      <a:lnTo>
                        <a:pt x="85154" y="112470"/>
                      </a:lnTo>
                      <a:lnTo>
                        <a:pt x="80486" y="109137"/>
                      </a:lnTo>
                      <a:cubicBezTo>
                        <a:pt x="80010" y="110661"/>
                        <a:pt x="80486" y="111613"/>
                        <a:pt x="82011" y="111994"/>
                      </a:cubicBezTo>
                      <a:cubicBezTo>
                        <a:pt x="83058" y="112185"/>
                        <a:pt x="84011" y="112375"/>
                        <a:pt x="85154" y="112470"/>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 name="Google Shape;1169;p99"/>
                <p:cNvSpPr/>
                <p:nvPr/>
              </p:nvSpPr>
              <p:spPr>
                <a:xfrm>
                  <a:off x="7698104" y="2746057"/>
                  <a:ext cx="45910" cy="207073"/>
                </a:xfrm>
                <a:custGeom>
                  <a:avLst/>
                  <a:gdLst/>
                  <a:ahLst/>
                  <a:cxnLst/>
                  <a:rect l="l" t="t" r="r" b="b"/>
                  <a:pathLst>
                    <a:path w="45910" h="207073" extrusionOk="0">
                      <a:moveTo>
                        <a:pt x="42386" y="179832"/>
                      </a:moveTo>
                      <a:cubicBezTo>
                        <a:pt x="42576" y="184785"/>
                        <a:pt x="42386" y="187833"/>
                        <a:pt x="41624" y="189071"/>
                      </a:cubicBezTo>
                      <a:cubicBezTo>
                        <a:pt x="43339" y="196120"/>
                        <a:pt x="42958" y="201263"/>
                        <a:pt x="40577" y="204692"/>
                      </a:cubicBezTo>
                      <a:cubicBezTo>
                        <a:pt x="39052" y="205550"/>
                        <a:pt x="37052" y="206026"/>
                        <a:pt x="34671" y="206026"/>
                      </a:cubicBezTo>
                      <a:lnTo>
                        <a:pt x="27241" y="206026"/>
                      </a:lnTo>
                      <a:cubicBezTo>
                        <a:pt x="27241" y="203454"/>
                        <a:pt x="26956" y="202121"/>
                        <a:pt x="26479" y="201930"/>
                      </a:cubicBezTo>
                      <a:cubicBezTo>
                        <a:pt x="26479" y="205359"/>
                        <a:pt x="25241" y="207073"/>
                        <a:pt x="22670" y="207073"/>
                      </a:cubicBezTo>
                      <a:cubicBezTo>
                        <a:pt x="21812" y="207073"/>
                        <a:pt x="20384" y="206788"/>
                        <a:pt x="18383" y="206312"/>
                      </a:cubicBezTo>
                      <a:cubicBezTo>
                        <a:pt x="16287" y="205835"/>
                        <a:pt x="14859" y="205550"/>
                        <a:pt x="14001" y="205550"/>
                      </a:cubicBezTo>
                      <a:cubicBezTo>
                        <a:pt x="12954" y="205550"/>
                        <a:pt x="12192" y="205740"/>
                        <a:pt x="11716" y="206121"/>
                      </a:cubicBezTo>
                      <a:cubicBezTo>
                        <a:pt x="10953" y="205454"/>
                        <a:pt x="10287" y="205073"/>
                        <a:pt x="9715" y="205073"/>
                      </a:cubicBezTo>
                      <a:cubicBezTo>
                        <a:pt x="9144" y="205073"/>
                        <a:pt x="8572" y="205168"/>
                        <a:pt x="7715" y="205454"/>
                      </a:cubicBezTo>
                      <a:cubicBezTo>
                        <a:pt x="6953" y="205740"/>
                        <a:pt x="6382" y="205835"/>
                        <a:pt x="6096" y="205835"/>
                      </a:cubicBezTo>
                      <a:cubicBezTo>
                        <a:pt x="5239" y="205835"/>
                        <a:pt x="4476" y="205454"/>
                        <a:pt x="3810" y="204788"/>
                      </a:cubicBezTo>
                      <a:cubicBezTo>
                        <a:pt x="2095" y="196787"/>
                        <a:pt x="1334" y="188309"/>
                        <a:pt x="1334" y="179260"/>
                      </a:cubicBezTo>
                      <a:cubicBezTo>
                        <a:pt x="1334" y="172117"/>
                        <a:pt x="2191" y="160496"/>
                        <a:pt x="3810" y="144494"/>
                      </a:cubicBezTo>
                      <a:cubicBezTo>
                        <a:pt x="1810" y="132588"/>
                        <a:pt x="1334" y="112967"/>
                        <a:pt x="2571" y="85725"/>
                      </a:cubicBezTo>
                      <a:cubicBezTo>
                        <a:pt x="857" y="84010"/>
                        <a:pt x="0" y="82677"/>
                        <a:pt x="0" y="81629"/>
                      </a:cubicBezTo>
                      <a:cubicBezTo>
                        <a:pt x="0" y="81153"/>
                        <a:pt x="381" y="80391"/>
                        <a:pt x="1143" y="79438"/>
                      </a:cubicBezTo>
                      <a:cubicBezTo>
                        <a:pt x="1905" y="78486"/>
                        <a:pt x="2286" y="77533"/>
                        <a:pt x="2286" y="76771"/>
                      </a:cubicBezTo>
                      <a:cubicBezTo>
                        <a:pt x="2286" y="75724"/>
                        <a:pt x="1810" y="74485"/>
                        <a:pt x="952" y="72962"/>
                      </a:cubicBezTo>
                      <a:cubicBezTo>
                        <a:pt x="1905" y="71723"/>
                        <a:pt x="1905" y="68675"/>
                        <a:pt x="952" y="63532"/>
                      </a:cubicBezTo>
                      <a:cubicBezTo>
                        <a:pt x="95" y="59150"/>
                        <a:pt x="1334" y="56579"/>
                        <a:pt x="4763" y="55912"/>
                      </a:cubicBezTo>
                      <a:lnTo>
                        <a:pt x="952" y="49530"/>
                      </a:lnTo>
                      <a:cubicBezTo>
                        <a:pt x="2286" y="48673"/>
                        <a:pt x="2953" y="47244"/>
                        <a:pt x="2953" y="45244"/>
                      </a:cubicBezTo>
                      <a:cubicBezTo>
                        <a:pt x="2953" y="43910"/>
                        <a:pt x="2571" y="41529"/>
                        <a:pt x="1714" y="38100"/>
                      </a:cubicBezTo>
                      <a:cubicBezTo>
                        <a:pt x="857" y="34671"/>
                        <a:pt x="476" y="32099"/>
                        <a:pt x="476" y="30480"/>
                      </a:cubicBezTo>
                      <a:cubicBezTo>
                        <a:pt x="476" y="28099"/>
                        <a:pt x="1143" y="26098"/>
                        <a:pt x="2477" y="24575"/>
                      </a:cubicBezTo>
                      <a:cubicBezTo>
                        <a:pt x="1905" y="18764"/>
                        <a:pt x="1714" y="15430"/>
                        <a:pt x="1714" y="14573"/>
                      </a:cubicBezTo>
                      <a:cubicBezTo>
                        <a:pt x="1714" y="7906"/>
                        <a:pt x="4096" y="3619"/>
                        <a:pt x="8858" y="1810"/>
                      </a:cubicBezTo>
                      <a:lnTo>
                        <a:pt x="13430" y="1810"/>
                      </a:lnTo>
                      <a:cubicBezTo>
                        <a:pt x="15144" y="1810"/>
                        <a:pt x="17907" y="1524"/>
                        <a:pt x="21621" y="857"/>
                      </a:cubicBezTo>
                      <a:cubicBezTo>
                        <a:pt x="25432" y="286"/>
                        <a:pt x="28194" y="0"/>
                        <a:pt x="30099" y="0"/>
                      </a:cubicBezTo>
                      <a:cubicBezTo>
                        <a:pt x="35337" y="0"/>
                        <a:pt x="39148" y="2096"/>
                        <a:pt x="41624" y="6382"/>
                      </a:cubicBezTo>
                      <a:cubicBezTo>
                        <a:pt x="42005" y="21431"/>
                        <a:pt x="42005" y="43910"/>
                        <a:pt x="41624" y="74009"/>
                      </a:cubicBezTo>
                      <a:cubicBezTo>
                        <a:pt x="41434" y="73819"/>
                        <a:pt x="40671" y="74009"/>
                        <a:pt x="39338" y="74771"/>
                      </a:cubicBezTo>
                      <a:cubicBezTo>
                        <a:pt x="39052" y="75914"/>
                        <a:pt x="39624" y="77057"/>
                        <a:pt x="41243" y="78105"/>
                      </a:cubicBezTo>
                      <a:cubicBezTo>
                        <a:pt x="42863" y="79153"/>
                        <a:pt x="43719" y="79915"/>
                        <a:pt x="43719" y="80391"/>
                      </a:cubicBezTo>
                      <a:cubicBezTo>
                        <a:pt x="43719" y="81058"/>
                        <a:pt x="43053" y="81820"/>
                        <a:pt x="41720" y="82677"/>
                      </a:cubicBezTo>
                      <a:lnTo>
                        <a:pt x="39434" y="84677"/>
                      </a:lnTo>
                      <a:cubicBezTo>
                        <a:pt x="41529" y="87439"/>
                        <a:pt x="42576" y="90678"/>
                        <a:pt x="42576" y="94393"/>
                      </a:cubicBezTo>
                      <a:cubicBezTo>
                        <a:pt x="42576" y="96107"/>
                        <a:pt x="42291" y="98774"/>
                        <a:pt x="41720" y="102489"/>
                      </a:cubicBezTo>
                      <a:cubicBezTo>
                        <a:pt x="41053" y="106108"/>
                        <a:pt x="40862" y="108966"/>
                        <a:pt x="40862" y="110776"/>
                      </a:cubicBezTo>
                      <a:cubicBezTo>
                        <a:pt x="40862" y="113157"/>
                        <a:pt x="41243" y="115348"/>
                        <a:pt x="41910" y="117443"/>
                      </a:cubicBezTo>
                      <a:cubicBezTo>
                        <a:pt x="42291" y="129921"/>
                        <a:pt x="41910" y="147828"/>
                        <a:pt x="40862" y="171259"/>
                      </a:cubicBezTo>
                      <a:cubicBezTo>
                        <a:pt x="41243" y="171926"/>
                        <a:pt x="41910" y="172212"/>
                        <a:pt x="43148" y="172021"/>
                      </a:cubicBezTo>
                      <a:lnTo>
                        <a:pt x="45911" y="172021"/>
                      </a:lnTo>
                      <a:cubicBezTo>
                        <a:pt x="43719" y="173260"/>
                        <a:pt x="42576" y="175927"/>
                        <a:pt x="42576" y="180022"/>
                      </a:cubicBezTo>
                      <a:close/>
                      <a:moveTo>
                        <a:pt x="8858" y="50959"/>
                      </a:moveTo>
                      <a:cubicBezTo>
                        <a:pt x="8287" y="51149"/>
                        <a:pt x="8001" y="51340"/>
                        <a:pt x="8001" y="51721"/>
                      </a:cubicBezTo>
                      <a:cubicBezTo>
                        <a:pt x="8001" y="52388"/>
                        <a:pt x="8477" y="52959"/>
                        <a:pt x="9334" y="53530"/>
                      </a:cubicBezTo>
                      <a:cubicBezTo>
                        <a:pt x="10192" y="54007"/>
                        <a:pt x="10859" y="54102"/>
                        <a:pt x="11620" y="53816"/>
                      </a:cubicBezTo>
                      <a:cubicBezTo>
                        <a:pt x="10763" y="52673"/>
                        <a:pt x="9810" y="51721"/>
                        <a:pt x="8763" y="50959"/>
                      </a:cubicBezTo>
                      <a:close/>
                      <a:moveTo>
                        <a:pt x="9620" y="46577"/>
                      </a:moveTo>
                      <a:lnTo>
                        <a:pt x="12382" y="42481"/>
                      </a:lnTo>
                      <a:lnTo>
                        <a:pt x="8763" y="43815"/>
                      </a:lnTo>
                      <a:cubicBezTo>
                        <a:pt x="9334" y="44005"/>
                        <a:pt x="9525" y="44958"/>
                        <a:pt x="9525" y="46577"/>
                      </a:cubicBezTo>
                      <a:close/>
                      <a:moveTo>
                        <a:pt x="8858" y="183928"/>
                      </a:moveTo>
                      <a:lnTo>
                        <a:pt x="12478" y="183928"/>
                      </a:lnTo>
                      <a:cubicBezTo>
                        <a:pt x="12287" y="183071"/>
                        <a:pt x="11716" y="182689"/>
                        <a:pt x="10668" y="182689"/>
                      </a:cubicBezTo>
                      <a:cubicBezTo>
                        <a:pt x="9620" y="182689"/>
                        <a:pt x="9049" y="183071"/>
                        <a:pt x="8858" y="183928"/>
                      </a:cubicBezTo>
                      <a:close/>
                      <a:moveTo>
                        <a:pt x="38862" y="80677"/>
                      </a:moveTo>
                      <a:cubicBezTo>
                        <a:pt x="38005" y="82010"/>
                        <a:pt x="38100" y="82963"/>
                        <a:pt x="39338" y="83439"/>
                      </a:cubicBezTo>
                      <a:cubicBezTo>
                        <a:pt x="40862" y="82201"/>
                        <a:pt x="41624" y="81248"/>
                        <a:pt x="41624" y="80391"/>
                      </a:cubicBezTo>
                      <a:cubicBezTo>
                        <a:pt x="41624" y="79724"/>
                        <a:pt x="40577" y="78772"/>
                        <a:pt x="38576" y="77438"/>
                      </a:cubicBezTo>
                      <a:cubicBezTo>
                        <a:pt x="36576" y="76200"/>
                        <a:pt x="35528" y="74867"/>
                        <a:pt x="35719" y="73723"/>
                      </a:cubicBezTo>
                      <a:lnTo>
                        <a:pt x="34480" y="74485"/>
                      </a:lnTo>
                      <a:lnTo>
                        <a:pt x="36576" y="76581"/>
                      </a:lnTo>
                      <a:lnTo>
                        <a:pt x="34480" y="78581"/>
                      </a:lnTo>
                      <a:cubicBezTo>
                        <a:pt x="33814" y="78105"/>
                        <a:pt x="33051" y="77057"/>
                        <a:pt x="32480" y="75533"/>
                      </a:cubicBezTo>
                      <a:cubicBezTo>
                        <a:pt x="31813" y="74009"/>
                        <a:pt x="30861" y="73247"/>
                        <a:pt x="29623" y="73247"/>
                      </a:cubicBezTo>
                      <a:cubicBezTo>
                        <a:pt x="29146" y="73247"/>
                        <a:pt x="28384" y="73438"/>
                        <a:pt x="27337" y="73819"/>
                      </a:cubicBezTo>
                      <a:lnTo>
                        <a:pt x="30670" y="77343"/>
                      </a:lnTo>
                      <a:cubicBezTo>
                        <a:pt x="29813" y="78581"/>
                        <a:pt x="28289" y="79438"/>
                        <a:pt x="26289" y="79915"/>
                      </a:cubicBezTo>
                      <a:cubicBezTo>
                        <a:pt x="23526" y="80772"/>
                        <a:pt x="22003" y="81248"/>
                        <a:pt x="21621" y="81439"/>
                      </a:cubicBezTo>
                      <a:cubicBezTo>
                        <a:pt x="28480" y="83439"/>
                        <a:pt x="32480" y="82582"/>
                        <a:pt x="33623" y="78581"/>
                      </a:cubicBezTo>
                      <a:cubicBezTo>
                        <a:pt x="34671" y="80677"/>
                        <a:pt x="35337" y="81629"/>
                        <a:pt x="35623" y="81439"/>
                      </a:cubicBezTo>
                      <a:cubicBezTo>
                        <a:pt x="35433" y="80772"/>
                        <a:pt x="35909" y="79819"/>
                        <a:pt x="37242" y="78581"/>
                      </a:cubicBezTo>
                      <a:cubicBezTo>
                        <a:pt x="39052" y="78581"/>
                        <a:pt x="39624" y="79248"/>
                        <a:pt x="38767" y="80677"/>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 name="Google Shape;1170;p99"/>
                <p:cNvSpPr/>
                <p:nvPr/>
              </p:nvSpPr>
              <p:spPr>
                <a:xfrm>
                  <a:off x="7762016" y="2706624"/>
                  <a:ext cx="145256" cy="245840"/>
                </a:xfrm>
                <a:custGeom>
                  <a:avLst/>
                  <a:gdLst/>
                  <a:ahLst/>
                  <a:cxnLst/>
                  <a:rect l="l" t="t" r="r" b="b"/>
                  <a:pathLst>
                    <a:path w="145256" h="245840" extrusionOk="0">
                      <a:moveTo>
                        <a:pt x="138303" y="183356"/>
                      </a:moveTo>
                      <a:cubicBezTo>
                        <a:pt x="142590" y="183737"/>
                        <a:pt x="144685" y="186023"/>
                        <a:pt x="144495" y="190309"/>
                      </a:cubicBezTo>
                      <a:cubicBezTo>
                        <a:pt x="144113" y="197167"/>
                        <a:pt x="144019" y="200787"/>
                        <a:pt x="144209" y="201073"/>
                      </a:cubicBezTo>
                      <a:cubicBezTo>
                        <a:pt x="142113" y="204692"/>
                        <a:pt x="140018" y="208121"/>
                        <a:pt x="138018" y="211550"/>
                      </a:cubicBezTo>
                      <a:cubicBezTo>
                        <a:pt x="135446" y="215360"/>
                        <a:pt x="132588" y="217837"/>
                        <a:pt x="129350" y="219265"/>
                      </a:cubicBezTo>
                      <a:lnTo>
                        <a:pt x="131350" y="220789"/>
                      </a:lnTo>
                      <a:cubicBezTo>
                        <a:pt x="127635" y="224218"/>
                        <a:pt x="123825" y="227552"/>
                        <a:pt x="120015" y="231076"/>
                      </a:cubicBezTo>
                      <a:cubicBezTo>
                        <a:pt x="115634" y="234791"/>
                        <a:pt x="111062" y="236315"/>
                        <a:pt x="106490" y="235648"/>
                      </a:cubicBezTo>
                      <a:cubicBezTo>
                        <a:pt x="104775" y="239077"/>
                        <a:pt x="101537" y="240792"/>
                        <a:pt x="96774" y="240792"/>
                      </a:cubicBezTo>
                      <a:lnTo>
                        <a:pt x="94202" y="240792"/>
                      </a:lnTo>
                      <a:cubicBezTo>
                        <a:pt x="93059" y="240601"/>
                        <a:pt x="92203" y="240506"/>
                        <a:pt x="91631" y="240506"/>
                      </a:cubicBezTo>
                      <a:cubicBezTo>
                        <a:pt x="86678" y="240506"/>
                        <a:pt x="83154" y="242125"/>
                        <a:pt x="81153" y="245364"/>
                      </a:cubicBezTo>
                      <a:cubicBezTo>
                        <a:pt x="78581" y="245650"/>
                        <a:pt x="75915" y="245840"/>
                        <a:pt x="73247" y="245840"/>
                      </a:cubicBezTo>
                      <a:cubicBezTo>
                        <a:pt x="57912" y="245840"/>
                        <a:pt x="42006" y="239839"/>
                        <a:pt x="25622" y="227647"/>
                      </a:cubicBezTo>
                      <a:cubicBezTo>
                        <a:pt x="23908" y="227457"/>
                        <a:pt x="21813" y="226123"/>
                        <a:pt x="19431" y="223552"/>
                      </a:cubicBezTo>
                      <a:cubicBezTo>
                        <a:pt x="17622" y="221551"/>
                        <a:pt x="15907" y="219551"/>
                        <a:pt x="14002" y="217646"/>
                      </a:cubicBezTo>
                      <a:cubicBezTo>
                        <a:pt x="14097" y="215075"/>
                        <a:pt x="12478" y="212598"/>
                        <a:pt x="8954" y="210217"/>
                      </a:cubicBezTo>
                      <a:cubicBezTo>
                        <a:pt x="5429" y="207835"/>
                        <a:pt x="3715" y="205550"/>
                        <a:pt x="3715" y="203263"/>
                      </a:cubicBezTo>
                      <a:cubicBezTo>
                        <a:pt x="3715" y="202025"/>
                        <a:pt x="4096" y="200692"/>
                        <a:pt x="4763" y="199168"/>
                      </a:cubicBezTo>
                      <a:cubicBezTo>
                        <a:pt x="2477" y="196977"/>
                        <a:pt x="1429" y="193358"/>
                        <a:pt x="1429" y="188214"/>
                      </a:cubicBezTo>
                      <a:cubicBezTo>
                        <a:pt x="1429" y="187071"/>
                        <a:pt x="1429" y="185071"/>
                        <a:pt x="1715" y="182404"/>
                      </a:cubicBezTo>
                      <a:cubicBezTo>
                        <a:pt x="1905" y="179737"/>
                        <a:pt x="2000" y="177832"/>
                        <a:pt x="2000" y="176689"/>
                      </a:cubicBezTo>
                      <a:cubicBezTo>
                        <a:pt x="2000" y="172593"/>
                        <a:pt x="1334" y="169545"/>
                        <a:pt x="0" y="167450"/>
                      </a:cubicBezTo>
                      <a:cubicBezTo>
                        <a:pt x="1524" y="164211"/>
                        <a:pt x="1810" y="159734"/>
                        <a:pt x="762" y="153924"/>
                      </a:cubicBezTo>
                      <a:cubicBezTo>
                        <a:pt x="-190" y="148114"/>
                        <a:pt x="191" y="143446"/>
                        <a:pt x="2096" y="139827"/>
                      </a:cubicBezTo>
                      <a:cubicBezTo>
                        <a:pt x="1905" y="134017"/>
                        <a:pt x="2191" y="125825"/>
                        <a:pt x="2858" y="115252"/>
                      </a:cubicBezTo>
                      <a:cubicBezTo>
                        <a:pt x="1620" y="111823"/>
                        <a:pt x="1048" y="108299"/>
                        <a:pt x="1048" y="104489"/>
                      </a:cubicBezTo>
                      <a:cubicBezTo>
                        <a:pt x="1048" y="93250"/>
                        <a:pt x="8763" y="79058"/>
                        <a:pt x="24099" y="61817"/>
                      </a:cubicBezTo>
                      <a:lnTo>
                        <a:pt x="24861" y="63151"/>
                      </a:lnTo>
                      <a:cubicBezTo>
                        <a:pt x="25908" y="62293"/>
                        <a:pt x="26670" y="60865"/>
                        <a:pt x="27147" y="58769"/>
                      </a:cubicBezTo>
                      <a:cubicBezTo>
                        <a:pt x="27623" y="56769"/>
                        <a:pt x="28766" y="55435"/>
                        <a:pt x="30480" y="54959"/>
                      </a:cubicBezTo>
                      <a:lnTo>
                        <a:pt x="34576" y="54959"/>
                      </a:lnTo>
                      <a:lnTo>
                        <a:pt x="34576" y="56197"/>
                      </a:lnTo>
                      <a:cubicBezTo>
                        <a:pt x="34766" y="55531"/>
                        <a:pt x="35814" y="55245"/>
                        <a:pt x="37719" y="55340"/>
                      </a:cubicBezTo>
                      <a:cubicBezTo>
                        <a:pt x="39720" y="55340"/>
                        <a:pt x="40672" y="55245"/>
                        <a:pt x="40672" y="54673"/>
                      </a:cubicBezTo>
                      <a:cubicBezTo>
                        <a:pt x="40672" y="54197"/>
                        <a:pt x="40005" y="53340"/>
                        <a:pt x="38577" y="52102"/>
                      </a:cubicBezTo>
                      <a:cubicBezTo>
                        <a:pt x="40958" y="50292"/>
                        <a:pt x="43339" y="48482"/>
                        <a:pt x="45530" y="46768"/>
                      </a:cubicBezTo>
                      <a:cubicBezTo>
                        <a:pt x="47720" y="45053"/>
                        <a:pt x="50673" y="44196"/>
                        <a:pt x="54197" y="44196"/>
                      </a:cubicBezTo>
                      <a:cubicBezTo>
                        <a:pt x="54769" y="42863"/>
                        <a:pt x="55531" y="42196"/>
                        <a:pt x="56484" y="42196"/>
                      </a:cubicBezTo>
                      <a:cubicBezTo>
                        <a:pt x="57055" y="42196"/>
                        <a:pt x="57912" y="42577"/>
                        <a:pt x="59246" y="43339"/>
                      </a:cubicBezTo>
                      <a:cubicBezTo>
                        <a:pt x="60484" y="44101"/>
                        <a:pt x="61532" y="44387"/>
                        <a:pt x="62199" y="44196"/>
                      </a:cubicBezTo>
                      <a:cubicBezTo>
                        <a:pt x="61818" y="43720"/>
                        <a:pt x="61722" y="43243"/>
                        <a:pt x="61722" y="42958"/>
                      </a:cubicBezTo>
                      <a:cubicBezTo>
                        <a:pt x="61722" y="42100"/>
                        <a:pt x="62389" y="41053"/>
                        <a:pt x="63913" y="39814"/>
                      </a:cubicBezTo>
                      <a:cubicBezTo>
                        <a:pt x="65342" y="38481"/>
                        <a:pt x="66104" y="37529"/>
                        <a:pt x="66104" y="36862"/>
                      </a:cubicBezTo>
                      <a:cubicBezTo>
                        <a:pt x="66104" y="36004"/>
                        <a:pt x="65532" y="35242"/>
                        <a:pt x="64294" y="34576"/>
                      </a:cubicBezTo>
                      <a:cubicBezTo>
                        <a:pt x="64961" y="34576"/>
                        <a:pt x="65913" y="35909"/>
                        <a:pt x="67152" y="38671"/>
                      </a:cubicBezTo>
                      <a:lnTo>
                        <a:pt x="66390" y="39433"/>
                      </a:lnTo>
                      <a:cubicBezTo>
                        <a:pt x="67246" y="40481"/>
                        <a:pt x="69056" y="40576"/>
                        <a:pt x="71819" y="39719"/>
                      </a:cubicBezTo>
                      <a:cubicBezTo>
                        <a:pt x="74009" y="39052"/>
                        <a:pt x="75534" y="39910"/>
                        <a:pt x="76486" y="42291"/>
                      </a:cubicBezTo>
                      <a:cubicBezTo>
                        <a:pt x="77629" y="41053"/>
                        <a:pt x="78867" y="40481"/>
                        <a:pt x="80106" y="40481"/>
                      </a:cubicBezTo>
                      <a:cubicBezTo>
                        <a:pt x="81153" y="40481"/>
                        <a:pt x="82678" y="41243"/>
                        <a:pt x="84677" y="42863"/>
                      </a:cubicBezTo>
                      <a:cubicBezTo>
                        <a:pt x="86773" y="44482"/>
                        <a:pt x="88392" y="45339"/>
                        <a:pt x="89821" y="45339"/>
                      </a:cubicBezTo>
                      <a:cubicBezTo>
                        <a:pt x="90869" y="45339"/>
                        <a:pt x="91821" y="44958"/>
                        <a:pt x="92869" y="44291"/>
                      </a:cubicBezTo>
                      <a:cubicBezTo>
                        <a:pt x="93726" y="45815"/>
                        <a:pt x="94774" y="46577"/>
                        <a:pt x="95917" y="46577"/>
                      </a:cubicBezTo>
                      <a:cubicBezTo>
                        <a:pt x="96298" y="46577"/>
                        <a:pt x="97536" y="46101"/>
                        <a:pt x="99727" y="45053"/>
                      </a:cubicBezTo>
                      <a:lnTo>
                        <a:pt x="100965" y="50197"/>
                      </a:lnTo>
                      <a:cubicBezTo>
                        <a:pt x="100965" y="50197"/>
                        <a:pt x="102870" y="49816"/>
                        <a:pt x="105537" y="48958"/>
                      </a:cubicBezTo>
                      <a:cubicBezTo>
                        <a:pt x="107442" y="48292"/>
                        <a:pt x="109157" y="48101"/>
                        <a:pt x="110681" y="48482"/>
                      </a:cubicBezTo>
                      <a:cubicBezTo>
                        <a:pt x="110681" y="51244"/>
                        <a:pt x="112586" y="53816"/>
                        <a:pt x="116586" y="56388"/>
                      </a:cubicBezTo>
                      <a:cubicBezTo>
                        <a:pt x="118110" y="55721"/>
                        <a:pt x="119444" y="55340"/>
                        <a:pt x="120587" y="55340"/>
                      </a:cubicBezTo>
                      <a:cubicBezTo>
                        <a:pt x="122873" y="55340"/>
                        <a:pt x="125159" y="57912"/>
                        <a:pt x="127445" y="63055"/>
                      </a:cubicBezTo>
                      <a:cubicBezTo>
                        <a:pt x="129636" y="68199"/>
                        <a:pt x="132684" y="70866"/>
                        <a:pt x="136208" y="71247"/>
                      </a:cubicBezTo>
                      <a:cubicBezTo>
                        <a:pt x="136017" y="74485"/>
                        <a:pt x="137446" y="78676"/>
                        <a:pt x="140589" y="83725"/>
                      </a:cubicBezTo>
                      <a:cubicBezTo>
                        <a:pt x="143637" y="88773"/>
                        <a:pt x="145256" y="92964"/>
                        <a:pt x="145256" y="96393"/>
                      </a:cubicBezTo>
                      <a:cubicBezTo>
                        <a:pt x="145256" y="98393"/>
                        <a:pt x="144875" y="100584"/>
                        <a:pt x="144209" y="102775"/>
                      </a:cubicBezTo>
                      <a:cubicBezTo>
                        <a:pt x="141732" y="102965"/>
                        <a:pt x="138684" y="104394"/>
                        <a:pt x="134684" y="107156"/>
                      </a:cubicBezTo>
                      <a:cubicBezTo>
                        <a:pt x="130779" y="109918"/>
                        <a:pt x="127445" y="111252"/>
                        <a:pt x="124683" y="111252"/>
                      </a:cubicBezTo>
                      <a:cubicBezTo>
                        <a:pt x="123730" y="111252"/>
                        <a:pt x="122587" y="111062"/>
                        <a:pt x="121349" y="110776"/>
                      </a:cubicBezTo>
                      <a:cubicBezTo>
                        <a:pt x="120587" y="112681"/>
                        <a:pt x="119063" y="113729"/>
                        <a:pt x="116491" y="113824"/>
                      </a:cubicBezTo>
                      <a:cubicBezTo>
                        <a:pt x="113348" y="114014"/>
                        <a:pt x="111443" y="114586"/>
                        <a:pt x="110586" y="115633"/>
                      </a:cubicBezTo>
                      <a:cubicBezTo>
                        <a:pt x="105061" y="113729"/>
                        <a:pt x="101156" y="106204"/>
                        <a:pt x="98775" y="93059"/>
                      </a:cubicBezTo>
                      <a:cubicBezTo>
                        <a:pt x="92583" y="88297"/>
                        <a:pt x="89250" y="85820"/>
                        <a:pt x="88773" y="85630"/>
                      </a:cubicBezTo>
                      <a:cubicBezTo>
                        <a:pt x="85344" y="83439"/>
                        <a:pt x="82011" y="82296"/>
                        <a:pt x="78581" y="82296"/>
                      </a:cubicBezTo>
                      <a:cubicBezTo>
                        <a:pt x="76867" y="82296"/>
                        <a:pt x="75057" y="82487"/>
                        <a:pt x="73153" y="83058"/>
                      </a:cubicBezTo>
                      <a:cubicBezTo>
                        <a:pt x="58103" y="84772"/>
                        <a:pt x="48578" y="90678"/>
                        <a:pt x="44482" y="100775"/>
                      </a:cubicBezTo>
                      <a:cubicBezTo>
                        <a:pt x="43149" y="102108"/>
                        <a:pt x="41720" y="102775"/>
                        <a:pt x="40196" y="102775"/>
                      </a:cubicBezTo>
                      <a:cubicBezTo>
                        <a:pt x="39338" y="102775"/>
                        <a:pt x="38195" y="102584"/>
                        <a:pt x="36862" y="102203"/>
                      </a:cubicBezTo>
                      <a:cubicBezTo>
                        <a:pt x="35529" y="101822"/>
                        <a:pt x="34481" y="101537"/>
                        <a:pt x="33814" y="101537"/>
                      </a:cubicBezTo>
                      <a:lnTo>
                        <a:pt x="34576" y="104584"/>
                      </a:lnTo>
                      <a:cubicBezTo>
                        <a:pt x="34290" y="105632"/>
                        <a:pt x="33624" y="106108"/>
                        <a:pt x="32766" y="106108"/>
                      </a:cubicBezTo>
                      <a:cubicBezTo>
                        <a:pt x="32100" y="106108"/>
                        <a:pt x="30671" y="105537"/>
                        <a:pt x="28575" y="104299"/>
                      </a:cubicBezTo>
                      <a:cubicBezTo>
                        <a:pt x="26384" y="103156"/>
                        <a:pt x="24765" y="102489"/>
                        <a:pt x="23527" y="102489"/>
                      </a:cubicBezTo>
                      <a:cubicBezTo>
                        <a:pt x="21622" y="102489"/>
                        <a:pt x="20098" y="103632"/>
                        <a:pt x="18955" y="105823"/>
                      </a:cubicBezTo>
                      <a:cubicBezTo>
                        <a:pt x="20574" y="106394"/>
                        <a:pt x="22860" y="106585"/>
                        <a:pt x="25622" y="106585"/>
                      </a:cubicBezTo>
                      <a:lnTo>
                        <a:pt x="24003" y="108585"/>
                      </a:lnTo>
                      <a:cubicBezTo>
                        <a:pt x="24670" y="109252"/>
                        <a:pt x="25241" y="109538"/>
                        <a:pt x="25622" y="109347"/>
                      </a:cubicBezTo>
                      <a:lnTo>
                        <a:pt x="27623" y="107823"/>
                      </a:lnTo>
                      <a:cubicBezTo>
                        <a:pt x="27623" y="108299"/>
                        <a:pt x="28861" y="109347"/>
                        <a:pt x="31242" y="110776"/>
                      </a:cubicBezTo>
                      <a:cubicBezTo>
                        <a:pt x="33624" y="112204"/>
                        <a:pt x="34957" y="113824"/>
                        <a:pt x="35338" y="115538"/>
                      </a:cubicBezTo>
                      <a:cubicBezTo>
                        <a:pt x="36481" y="114871"/>
                        <a:pt x="37243" y="114014"/>
                        <a:pt x="37338" y="112967"/>
                      </a:cubicBezTo>
                      <a:lnTo>
                        <a:pt x="37338" y="110680"/>
                      </a:lnTo>
                      <a:cubicBezTo>
                        <a:pt x="37529" y="110014"/>
                        <a:pt x="38577" y="109538"/>
                        <a:pt x="40481" y="109347"/>
                      </a:cubicBezTo>
                      <a:cubicBezTo>
                        <a:pt x="41339" y="112109"/>
                        <a:pt x="41720" y="115729"/>
                        <a:pt x="41720" y="120110"/>
                      </a:cubicBezTo>
                      <a:cubicBezTo>
                        <a:pt x="41529" y="128492"/>
                        <a:pt x="41434" y="132112"/>
                        <a:pt x="41434" y="131159"/>
                      </a:cubicBezTo>
                      <a:cubicBezTo>
                        <a:pt x="38958" y="131635"/>
                        <a:pt x="36576" y="130778"/>
                        <a:pt x="34576" y="128302"/>
                      </a:cubicBezTo>
                      <a:lnTo>
                        <a:pt x="32576" y="131159"/>
                      </a:lnTo>
                      <a:cubicBezTo>
                        <a:pt x="31909" y="130492"/>
                        <a:pt x="31147" y="130207"/>
                        <a:pt x="30480" y="130397"/>
                      </a:cubicBezTo>
                      <a:lnTo>
                        <a:pt x="29719" y="131159"/>
                      </a:lnTo>
                      <a:cubicBezTo>
                        <a:pt x="31242" y="133731"/>
                        <a:pt x="34481" y="134684"/>
                        <a:pt x="39434" y="133921"/>
                      </a:cubicBezTo>
                      <a:cubicBezTo>
                        <a:pt x="39053" y="134779"/>
                        <a:pt x="38958" y="135636"/>
                        <a:pt x="38958" y="136493"/>
                      </a:cubicBezTo>
                      <a:cubicBezTo>
                        <a:pt x="38958" y="137541"/>
                        <a:pt x="39434" y="138970"/>
                        <a:pt x="40481" y="140970"/>
                      </a:cubicBezTo>
                      <a:cubicBezTo>
                        <a:pt x="41434" y="142970"/>
                        <a:pt x="42006" y="144494"/>
                        <a:pt x="42006" y="145733"/>
                      </a:cubicBezTo>
                      <a:cubicBezTo>
                        <a:pt x="42006" y="146780"/>
                        <a:pt x="41815" y="147733"/>
                        <a:pt x="41434" y="148780"/>
                      </a:cubicBezTo>
                      <a:cubicBezTo>
                        <a:pt x="40100" y="150114"/>
                        <a:pt x="39434" y="151733"/>
                        <a:pt x="39434" y="153638"/>
                      </a:cubicBezTo>
                      <a:cubicBezTo>
                        <a:pt x="39529" y="156591"/>
                        <a:pt x="39529" y="158305"/>
                        <a:pt x="39434" y="158782"/>
                      </a:cubicBezTo>
                      <a:cubicBezTo>
                        <a:pt x="39529" y="159448"/>
                        <a:pt x="40100" y="163925"/>
                        <a:pt x="40958" y="172117"/>
                      </a:cubicBezTo>
                      <a:cubicBezTo>
                        <a:pt x="41434" y="178308"/>
                        <a:pt x="42863" y="182689"/>
                        <a:pt x="45244" y="185452"/>
                      </a:cubicBezTo>
                      <a:cubicBezTo>
                        <a:pt x="44863" y="186500"/>
                        <a:pt x="44768" y="187357"/>
                        <a:pt x="44768" y="188023"/>
                      </a:cubicBezTo>
                      <a:cubicBezTo>
                        <a:pt x="44768" y="189262"/>
                        <a:pt x="45625" y="190405"/>
                        <a:pt x="47340" y="191643"/>
                      </a:cubicBezTo>
                      <a:cubicBezTo>
                        <a:pt x="49054" y="192881"/>
                        <a:pt x="49816" y="194405"/>
                        <a:pt x="49435" y="196310"/>
                      </a:cubicBezTo>
                      <a:cubicBezTo>
                        <a:pt x="51531" y="196120"/>
                        <a:pt x="54293" y="196977"/>
                        <a:pt x="57912" y="198787"/>
                      </a:cubicBezTo>
                      <a:cubicBezTo>
                        <a:pt x="61532" y="200596"/>
                        <a:pt x="64389" y="201454"/>
                        <a:pt x="66580" y="201454"/>
                      </a:cubicBezTo>
                      <a:cubicBezTo>
                        <a:pt x="67437" y="201454"/>
                        <a:pt x="68295" y="201454"/>
                        <a:pt x="69152" y="201168"/>
                      </a:cubicBezTo>
                      <a:cubicBezTo>
                        <a:pt x="70961" y="203073"/>
                        <a:pt x="73057" y="204025"/>
                        <a:pt x="75248" y="204025"/>
                      </a:cubicBezTo>
                      <a:cubicBezTo>
                        <a:pt x="76677" y="204025"/>
                        <a:pt x="78772" y="203359"/>
                        <a:pt x="81629" y="202121"/>
                      </a:cubicBezTo>
                      <a:cubicBezTo>
                        <a:pt x="84487" y="200882"/>
                        <a:pt x="86869" y="200215"/>
                        <a:pt x="88583" y="200215"/>
                      </a:cubicBezTo>
                      <a:cubicBezTo>
                        <a:pt x="89440" y="200215"/>
                        <a:pt x="90202" y="200215"/>
                        <a:pt x="90964" y="200406"/>
                      </a:cubicBezTo>
                      <a:cubicBezTo>
                        <a:pt x="91631" y="198692"/>
                        <a:pt x="94298" y="195739"/>
                        <a:pt x="98870" y="191452"/>
                      </a:cubicBezTo>
                      <a:cubicBezTo>
                        <a:pt x="102489" y="188214"/>
                        <a:pt x="104109" y="184880"/>
                        <a:pt x="103727" y="181451"/>
                      </a:cubicBezTo>
                      <a:lnTo>
                        <a:pt x="105823" y="179927"/>
                      </a:lnTo>
                      <a:lnTo>
                        <a:pt x="104585" y="178594"/>
                      </a:lnTo>
                      <a:cubicBezTo>
                        <a:pt x="106585" y="174688"/>
                        <a:pt x="109252" y="172688"/>
                        <a:pt x="112490" y="172688"/>
                      </a:cubicBezTo>
                      <a:cubicBezTo>
                        <a:pt x="114015" y="172688"/>
                        <a:pt x="116491" y="173355"/>
                        <a:pt x="119825" y="174593"/>
                      </a:cubicBezTo>
                      <a:cubicBezTo>
                        <a:pt x="123159" y="175831"/>
                        <a:pt x="125730" y="176498"/>
                        <a:pt x="127350" y="176498"/>
                      </a:cubicBezTo>
                      <a:cubicBezTo>
                        <a:pt x="127826" y="178213"/>
                        <a:pt x="129636" y="179260"/>
                        <a:pt x="132874" y="179832"/>
                      </a:cubicBezTo>
                      <a:cubicBezTo>
                        <a:pt x="136017" y="180308"/>
                        <a:pt x="137827" y="181546"/>
                        <a:pt x="138399" y="183451"/>
                      </a:cubicBezTo>
                      <a:close/>
                      <a:moveTo>
                        <a:pt x="25622" y="156686"/>
                      </a:moveTo>
                      <a:cubicBezTo>
                        <a:pt x="26956" y="158115"/>
                        <a:pt x="28290" y="158782"/>
                        <a:pt x="29719" y="158782"/>
                      </a:cubicBezTo>
                      <a:cubicBezTo>
                        <a:pt x="30385" y="158782"/>
                        <a:pt x="32290" y="158115"/>
                        <a:pt x="35338" y="156686"/>
                      </a:cubicBezTo>
                      <a:lnTo>
                        <a:pt x="31718" y="152876"/>
                      </a:lnTo>
                      <a:lnTo>
                        <a:pt x="33814" y="154876"/>
                      </a:lnTo>
                      <a:lnTo>
                        <a:pt x="31718" y="156686"/>
                      </a:lnTo>
                      <a:cubicBezTo>
                        <a:pt x="30195" y="156591"/>
                        <a:pt x="29433" y="155829"/>
                        <a:pt x="29528" y="154496"/>
                      </a:cubicBezTo>
                      <a:cubicBezTo>
                        <a:pt x="29528" y="153257"/>
                        <a:pt x="29433" y="152305"/>
                        <a:pt x="28861" y="151543"/>
                      </a:cubicBezTo>
                      <a:cubicBezTo>
                        <a:pt x="28670" y="151924"/>
                        <a:pt x="27813" y="152686"/>
                        <a:pt x="26289" y="153829"/>
                      </a:cubicBezTo>
                      <a:cubicBezTo>
                        <a:pt x="25432" y="154305"/>
                        <a:pt x="25146" y="155258"/>
                        <a:pt x="25528" y="156591"/>
                      </a:cubicBezTo>
                      <a:close/>
                      <a:moveTo>
                        <a:pt x="33814" y="44958"/>
                      </a:moveTo>
                      <a:cubicBezTo>
                        <a:pt x="33243" y="44958"/>
                        <a:pt x="32957" y="44863"/>
                        <a:pt x="32766" y="44482"/>
                      </a:cubicBezTo>
                      <a:cubicBezTo>
                        <a:pt x="32766" y="43815"/>
                        <a:pt x="33528" y="43434"/>
                        <a:pt x="35053" y="43434"/>
                      </a:cubicBezTo>
                      <a:cubicBezTo>
                        <a:pt x="35719" y="43434"/>
                        <a:pt x="36290" y="43720"/>
                        <a:pt x="36576" y="44196"/>
                      </a:cubicBezTo>
                      <a:lnTo>
                        <a:pt x="33814" y="44958"/>
                      </a:lnTo>
                      <a:close/>
                      <a:moveTo>
                        <a:pt x="37624" y="61150"/>
                      </a:moveTo>
                      <a:lnTo>
                        <a:pt x="37624" y="64770"/>
                      </a:lnTo>
                      <a:lnTo>
                        <a:pt x="39434" y="64770"/>
                      </a:lnTo>
                      <a:cubicBezTo>
                        <a:pt x="40100" y="63722"/>
                        <a:pt x="39434" y="62579"/>
                        <a:pt x="37624" y="61150"/>
                      </a:cubicBezTo>
                      <a:close/>
                      <a:moveTo>
                        <a:pt x="37624" y="106489"/>
                      </a:moveTo>
                      <a:lnTo>
                        <a:pt x="37624" y="104489"/>
                      </a:lnTo>
                      <a:lnTo>
                        <a:pt x="40481" y="104489"/>
                      </a:lnTo>
                      <a:lnTo>
                        <a:pt x="37624" y="106489"/>
                      </a:lnTo>
                      <a:close/>
                      <a:moveTo>
                        <a:pt x="56293" y="95726"/>
                      </a:moveTo>
                      <a:lnTo>
                        <a:pt x="53531" y="94393"/>
                      </a:lnTo>
                      <a:lnTo>
                        <a:pt x="55055" y="90773"/>
                      </a:lnTo>
                      <a:lnTo>
                        <a:pt x="56293" y="95631"/>
                      </a:lnTo>
                      <a:close/>
                      <a:moveTo>
                        <a:pt x="58388" y="80867"/>
                      </a:moveTo>
                      <a:cubicBezTo>
                        <a:pt x="57436" y="80486"/>
                        <a:pt x="56007" y="81248"/>
                        <a:pt x="54293" y="82963"/>
                      </a:cubicBezTo>
                      <a:lnTo>
                        <a:pt x="58388" y="83725"/>
                      </a:lnTo>
                      <a:lnTo>
                        <a:pt x="58388" y="80963"/>
                      </a:lnTo>
                      <a:close/>
                      <a:moveTo>
                        <a:pt x="66294" y="14573"/>
                      </a:moveTo>
                      <a:lnTo>
                        <a:pt x="67056" y="15621"/>
                      </a:lnTo>
                      <a:lnTo>
                        <a:pt x="60103" y="14573"/>
                      </a:lnTo>
                      <a:lnTo>
                        <a:pt x="66294" y="14573"/>
                      </a:lnTo>
                      <a:close/>
                      <a:moveTo>
                        <a:pt x="63722" y="87535"/>
                      </a:moveTo>
                      <a:cubicBezTo>
                        <a:pt x="64199" y="87535"/>
                        <a:pt x="64675" y="87916"/>
                        <a:pt x="64961" y="88773"/>
                      </a:cubicBezTo>
                      <a:lnTo>
                        <a:pt x="64961" y="91535"/>
                      </a:lnTo>
                      <a:cubicBezTo>
                        <a:pt x="64770" y="90868"/>
                        <a:pt x="64294" y="90488"/>
                        <a:pt x="63437" y="90488"/>
                      </a:cubicBezTo>
                      <a:lnTo>
                        <a:pt x="61436" y="90773"/>
                      </a:lnTo>
                      <a:cubicBezTo>
                        <a:pt x="61436" y="88583"/>
                        <a:pt x="62199" y="87439"/>
                        <a:pt x="63722" y="87439"/>
                      </a:cubicBezTo>
                      <a:close/>
                      <a:moveTo>
                        <a:pt x="65532" y="55054"/>
                      </a:moveTo>
                      <a:lnTo>
                        <a:pt x="64294" y="54292"/>
                      </a:lnTo>
                      <a:cubicBezTo>
                        <a:pt x="64580" y="54769"/>
                        <a:pt x="65056" y="55054"/>
                        <a:pt x="65532" y="55054"/>
                      </a:cubicBezTo>
                      <a:lnTo>
                        <a:pt x="67056" y="56293"/>
                      </a:lnTo>
                      <a:lnTo>
                        <a:pt x="67056" y="55054"/>
                      </a:lnTo>
                      <a:lnTo>
                        <a:pt x="65532" y="55054"/>
                      </a:lnTo>
                      <a:close/>
                      <a:moveTo>
                        <a:pt x="69914" y="97822"/>
                      </a:moveTo>
                      <a:lnTo>
                        <a:pt x="66294" y="97822"/>
                      </a:lnTo>
                      <a:lnTo>
                        <a:pt x="66294" y="93726"/>
                      </a:lnTo>
                      <a:lnTo>
                        <a:pt x="69914" y="97822"/>
                      </a:lnTo>
                      <a:close/>
                      <a:moveTo>
                        <a:pt x="71152" y="72009"/>
                      </a:moveTo>
                      <a:lnTo>
                        <a:pt x="67056" y="71247"/>
                      </a:lnTo>
                      <a:lnTo>
                        <a:pt x="67056" y="72009"/>
                      </a:lnTo>
                      <a:lnTo>
                        <a:pt x="71152" y="72009"/>
                      </a:lnTo>
                      <a:close/>
                      <a:moveTo>
                        <a:pt x="74962" y="14668"/>
                      </a:moveTo>
                      <a:lnTo>
                        <a:pt x="74200" y="17717"/>
                      </a:lnTo>
                      <a:lnTo>
                        <a:pt x="73153" y="17717"/>
                      </a:lnTo>
                      <a:lnTo>
                        <a:pt x="74962" y="14668"/>
                      </a:lnTo>
                      <a:close/>
                      <a:moveTo>
                        <a:pt x="77058" y="37433"/>
                      </a:moveTo>
                      <a:cubicBezTo>
                        <a:pt x="75152" y="37433"/>
                        <a:pt x="74200" y="37147"/>
                        <a:pt x="74200" y="36671"/>
                      </a:cubicBezTo>
                      <a:cubicBezTo>
                        <a:pt x="74200" y="36290"/>
                        <a:pt x="74486" y="35719"/>
                        <a:pt x="75057" y="34766"/>
                      </a:cubicBezTo>
                      <a:cubicBezTo>
                        <a:pt x="75724" y="33814"/>
                        <a:pt x="75915" y="33052"/>
                        <a:pt x="75724" y="32575"/>
                      </a:cubicBezTo>
                      <a:cubicBezTo>
                        <a:pt x="76391" y="33052"/>
                        <a:pt x="77153" y="33623"/>
                        <a:pt x="78010" y="34100"/>
                      </a:cubicBezTo>
                      <a:cubicBezTo>
                        <a:pt x="78105" y="34480"/>
                        <a:pt x="77820" y="35528"/>
                        <a:pt x="76962" y="37433"/>
                      </a:cubicBezTo>
                      <a:close/>
                      <a:moveTo>
                        <a:pt x="75819" y="32575"/>
                      </a:moveTo>
                      <a:cubicBezTo>
                        <a:pt x="75819" y="32575"/>
                        <a:pt x="75152" y="31909"/>
                        <a:pt x="75057" y="31528"/>
                      </a:cubicBezTo>
                      <a:cubicBezTo>
                        <a:pt x="75248" y="31528"/>
                        <a:pt x="75438" y="31623"/>
                        <a:pt x="75629" y="31909"/>
                      </a:cubicBezTo>
                      <a:cubicBezTo>
                        <a:pt x="75724" y="32194"/>
                        <a:pt x="75915" y="32385"/>
                        <a:pt x="75915" y="32575"/>
                      </a:cubicBezTo>
                      <a:close/>
                      <a:moveTo>
                        <a:pt x="77058" y="55150"/>
                      </a:moveTo>
                      <a:lnTo>
                        <a:pt x="76295" y="57150"/>
                      </a:lnTo>
                      <a:cubicBezTo>
                        <a:pt x="78296" y="57150"/>
                        <a:pt x="79915" y="57817"/>
                        <a:pt x="81153" y="59150"/>
                      </a:cubicBezTo>
                      <a:cubicBezTo>
                        <a:pt x="81629" y="57817"/>
                        <a:pt x="81153" y="56864"/>
                        <a:pt x="79629" y="56197"/>
                      </a:cubicBezTo>
                      <a:cubicBezTo>
                        <a:pt x="78105" y="55626"/>
                        <a:pt x="77248" y="55150"/>
                        <a:pt x="77058" y="55054"/>
                      </a:cubicBezTo>
                      <a:close/>
                      <a:moveTo>
                        <a:pt x="86011" y="26670"/>
                      </a:moveTo>
                      <a:lnTo>
                        <a:pt x="86011" y="28765"/>
                      </a:lnTo>
                      <a:lnTo>
                        <a:pt x="79058" y="27432"/>
                      </a:lnTo>
                      <a:lnTo>
                        <a:pt x="79058" y="25337"/>
                      </a:lnTo>
                      <a:cubicBezTo>
                        <a:pt x="79534" y="26860"/>
                        <a:pt x="80677" y="27622"/>
                        <a:pt x="82391" y="27622"/>
                      </a:cubicBezTo>
                      <a:cubicBezTo>
                        <a:pt x="83725" y="27813"/>
                        <a:pt x="84868" y="27432"/>
                        <a:pt x="85916" y="26575"/>
                      </a:cubicBezTo>
                      <a:close/>
                      <a:moveTo>
                        <a:pt x="87821" y="0"/>
                      </a:moveTo>
                      <a:lnTo>
                        <a:pt x="88773" y="5620"/>
                      </a:lnTo>
                      <a:lnTo>
                        <a:pt x="87821" y="762"/>
                      </a:lnTo>
                      <a:lnTo>
                        <a:pt x="87821" y="0"/>
                      </a:lnTo>
                      <a:close/>
                      <a:moveTo>
                        <a:pt x="91631" y="48387"/>
                      </a:moveTo>
                      <a:cubicBezTo>
                        <a:pt x="91631" y="48387"/>
                        <a:pt x="90583" y="48863"/>
                        <a:pt x="89440" y="49911"/>
                      </a:cubicBezTo>
                      <a:cubicBezTo>
                        <a:pt x="88297" y="50959"/>
                        <a:pt x="87821" y="51816"/>
                        <a:pt x="87821" y="52483"/>
                      </a:cubicBezTo>
                      <a:cubicBezTo>
                        <a:pt x="87821" y="53340"/>
                        <a:pt x="88392" y="53912"/>
                        <a:pt x="89535" y="54292"/>
                      </a:cubicBezTo>
                      <a:cubicBezTo>
                        <a:pt x="89726" y="53912"/>
                        <a:pt x="89535" y="53245"/>
                        <a:pt x="88773" y="52197"/>
                      </a:cubicBezTo>
                      <a:cubicBezTo>
                        <a:pt x="90678" y="50673"/>
                        <a:pt x="92012" y="50006"/>
                        <a:pt x="92679" y="50197"/>
                      </a:cubicBezTo>
                      <a:cubicBezTo>
                        <a:pt x="91821" y="49339"/>
                        <a:pt x="91536" y="48768"/>
                        <a:pt x="91631" y="48387"/>
                      </a:cubicBezTo>
                      <a:close/>
                      <a:moveTo>
                        <a:pt x="94012" y="38671"/>
                      </a:moveTo>
                      <a:lnTo>
                        <a:pt x="96774" y="38671"/>
                      </a:lnTo>
                      <a:lnTo>
                        <a:pt x="94012" y="40196"/>
                      </a:lnTo>
                      <a:lnTo>
                        <a:pt x="94012" y="38671"/>
                      </a:lnTo>
                      <a:close/>
                      <a:moveTo>
                        <a:pt x="104013" y="41719"/>
                      </a:moveTo>
                      <a:cubicBezTo>
                        <a:pt x="104013" y="41719"/>
                        <a:pt x="102870" y="40576"/>
                        <a:pt x="100965" y="39148"/>
                      </a:cubicBezTo>
                      <a:cubicBezTo>
                        <a:pt x="99727" y="38100"/>
                        <a:pt x="99156" y="37147"/>
                        <a:pt x="99156" y="36290"/>
                      </a:cubicBezTo>
                      <a:cubicBezTo>
                        <a:pt x="99156" y="35814"/>
                        <a:pt x="99346" y="35147"/>
                        <a:pt x="99727" y="34480"/>
                      </a:cubicBezTo>
                      <a:cubicBezTo>
                        <a:pt x="101918" y="34290"/>
                        <a:pt x="103156" y="35052"/>
                        <a:pt x="103442" y="36671"/>
                      </a:cubicBezTo>
                      <a:cubicBezTo>
                        <a:pt x="103727" y="38290"/>
                        <a:pt x="103918" y="40005"/>
                        <a:pt x="104013" y="41624"/>
                      </a:cubicBezTo>
                      <a:close/>
                      <a:moveTo>
                        <a:pt x="101728" y="71152"/>
                      </a:moveTo>
                      <a:lnTo>
                        <a:pt x="99727" y="69151"/>
                      </a:lnTo>
                      <a:lnTo>
                        <a:pt x="101728" y="72009"/>
                      </a:lnTo>
                      <a:lnTo>
                        <a:pt x="101728" y="71247"/>
                      </a:lnTo>
                      <a:close/>
                      <a:moveTo>
                        <a:pt x="103727" y="66008"/>
                      </a:moveTo>
                      <a:lnTo>
                        <a:pt x="103727" y="69056"/>
                      </a:lnTo>
                      <a:cubicBezTo>
                        <a:pt x="106109" y="69056"/>
                        <a:pt x="108300" y="67913"/>
                        <a:pt x="110109" y="65722"/>
                      </a:cubicBezTo>
                      <a:cubicBezTo>
                        <a:pt x="110681" y="65342"/>
                        <a:pt x="111157" y="64770"/>
                        <a:pt x="111633" y="63913"/>
                      </a:cubicBezTo>
                      <a:cubicBezTo>
                        <a:pt x="111253" y="64770"/>
                        <a:pt x="110776" y="65342"/>
                        <a:pt x="110109" y="65722"/>
                      </a:cubicBezTo>
                      <a:cubicBezTo>
                        <a:pt x="108585" y="65532"/>
                        <a:pt x="106490" y="65722"/>
                        <a:pt x="103727" y="66008"/>
                      </a:cubicBezTo>
                      <a:close/>
                      <a:moveTo>
                        <a:pt x="104013" y="41719"/>
                      </a:moveTo>
                      <a:cubicBezTo>
                        <a:pt x="104394" y="42386"/>
                        <a:pt x="104585" y="42958"/>
                        <a:pt x="104585" y="43529"/>
                      </a:cubicBezTo>
                      <a:cubicBezTo>
                        <a:pt x="104204" y="42863"/>
                        <a:pt x="104013" y="42291"/>
                        <a:pt x="104013" y="41719"/>
                      </a:cubicBezTo>
                      <a:close/>
                      <a:moveTo>
                        <a:pt x="115824" y="79629"/>
                      </a:moveTo>
                      <a:lnTo>
                        <a:pt x="115824" y="76009"/>
                      </a:lnTo>
                      <a:lnTo>
                        <a:pt x="111729" y="78867"/>
                      </a:lnTo>
                      <a:lnTo>
                        <a:pt x="115824" y="79629"/>
                      </a:lnTo>
                      <a:close/>
                      <a:moveTo>
                        <a:pt x="114586" y="64770"/>
                      </a:moveTo>
                      <a:cubicBezTo>
                        <a:pt x="115253" y="65437"/>
                        <a:pt x="115634" y="66008"/>
                        <a:pt x="115634" y="66580"/>
                      </a:cubicBezTo>
                      <a:cubicBezTo>
                        <a:pt x="115634" y="67151"/>
                        <a:pt x="115158" y="67627"/>
                        <a:pt x="114110" y="68389"/>
                      </a:cubicBezTo>
                      <a:cubicBezTo>
                        <a:pt x="113157" y="69056"/>
                        <a:pt x="112586" y="69533"/>
                        <a:pt x="112586" y="69628"/>
                      </a:cubicBezTo>
                      <a:cubicBezTo>
                        <a:pt x="112586" y="70199"/>
                        <a:pt x="113252" y="70675"/>
                        <a:pt x="114586" y="71152"/>
                      </a:cubicBezTo>
                      <a:cubicBezTo>
                        <a:pt x="115158" y="69437"/>
                        <a:pt x="115729" y="67723"/>
                        <a:pt x="116396" y="65913"/>
                      </a:cubicBezTo>
                      <a:cubicBezTo>
                        <a:pt x="117158" y="64103"/>
                        <a:pt x="118110" y="63246"/>
                        <a:pt x="119539" y="63246"/>
                      </a:cubicBezTo>
                      <a:lnTo>
                        <a:pt x="117443" y="61150"/>
                      </a:lnTo>
                      <a:lnTo>
                        <a:pt x="114586" y="64770"/>
                      </a:lnTo>
                      <a:close/>
                      <a:moveTo>
                        <a:pt x="116681" y="23813"/>
                      </a:moveTo>
                      <a:lnTo>
                        <a:pt x="116681" y="27432"/>
                      </a:lnTo>
                      <a:lnTo>
                        <a:pt x="115920" y="27432"/>
                      </a:lnTo>
                      <a:lnTo>
                        <a:pt x="115920" y="23813"/>
                      </a:lnTo>
                      <a:lnTo>
                        <a:pt x="116681" y="23813"/>
                      </a:lnTo>
                      <a:close/>
                      <a:moveTo>
                        <a:pt x="124587" y="18955"/>
                      </a:moveTo>
                      <a:cubicBezTo>
                        <a:pt x="123349" y="19431"/>
                        <a:pt x="122587" y="19717"/>
                        <a:pt x="122301" y="19717"/>
                      </a:cubicBezTo>
                      <a:lnTo>
                        <a:pt x="122301" y="16859"/>
                      </a:lnTo>
                      <a:lnTo>
                        <a:pt x="124587" y="18955"/>
                      </a:lnTo>
                      <a:close/>
                      <a:moveTo>
                        <a:pt x="129445" y="54292"/>
                      </a:moveTo>
                      <a:lnTo>
                        <a:pt x="129445" y="57150"/>
                      </a:lnTo>
                      <a:cubicBezTo>
                        <a:pt x="128397" y="56579"/>
                        <a:pt x="127826" y="56388"/>
                        <a:pt x="127635" y="56388"/>
                      </a:cubicBezTo>
                      <a:cubicBezTo>
                        <a:pt x="128874" y="56388"/>
                        <a:pt x="129445" y="55721"/>
                        <a:pt x="129445" y="54388"/>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 name="Google Shape;1171;p99"/>
                <p:cNvSpPr/>
                <p:nvPr/>
              </p:nvSpPr>
              <p:spPr>
                <a:xfrm>
                  <a:off x="7877269" y="2746057"/>
                  <a:ext cx="190690" cy="206406"/>
                </a:xfrm>
                <a:custGeom>
                  <a:avLst/>
                  <a:gdLst/>
                  <a:ahLst/>
                  <a:cxnLst/>
                  <a:rect l="l" t="t" r="r" b="b"/>
                  <a:pathLst>
                    <a:path w="190690" h="206406" extrusionOk="0">
                      <a:moveTo>
                        <a:pt x="2762" y="143161"/>
                      </a:moveTo>
                      <a:cubicBezTo>
                        <a:pt x="2572" y="144875"/>
                        <a:pt x="2762" y="145733"/>
                        <a:pt x="3524" y="145733"/>
                      </a:cubicBezTo>
                      <a:cubicBezTo>
                        <a:pt x="3620" y="145733"/>
                        <a:pt x="4000" y="145637"/>
                        <a:pt x="4476" y="145447"/>
                      </a:cubicBezTo>
                      <a:cubicBezTo>
                        <a:pt x="4953" y="145351"/>
                        <a:pt x="5429" y="145161"/>
                        <a:pt x="5810" y="145161"/>
                      </a:cubicBezTo>
                      <a:cubicBezTo>
                        <a:pt x="6382" y="145161"/>
                        <a:pt x="6668" y="145542"/>
                        <a:pt x="6858" y="146209"/>
                      </a:cubicBezTo>
                      <a:cubicBezTo>
                        <a:pt x="2762" y="146209"/>
                        <a:pt x="476" y="145828"/>
                        <a:pt x="0" y="145161"/>
                      </a:cubicBezTo>
                      <a:lnTo>
                        <a:pt x="2762" y="143161"/>
                      </a:lnTo>
                      <a:close/>
                      <a:moveTo>
                        <a:pt x="6858" y="169259"/>
                      </a:moveTo>
                      <a:cubicBezTo>
                        <a:pt x="7144" y="168402"/>
                        <a:pt x="7906" y="167926"/>
                        <a:pt x="8858" y="167926"/>
                      </a:cubicBezTo>
                      <a:lnTo>
                        <a:pt x="11716" y="167926"/>
                      </a:lnTo>
                      <a:cubicBezTo>
                        <a:pt x="11525" y="168783"/>
                        <a:pt x="10953" y="169259"/>
                        <a:pt x="9716" y="169259"/>
                      </a:cubicBezTo>
                      <a:lnTo>
                        <a:pt x="6858" y="169259"/>
                      </a:lnTo>
                      <a:close/>
                      <a:moveTo>
                        <a:pt x="15526" y="182785"/>
                      </a:moveTo>
                      <a:lnTo>
                        <a:pt x="15526" y="179927"/>
                      </a:lnTo>
                      <a:lnTo>
                        <a:pt x="17621" y="179927"/>
                      </a:lnTo>
                      <a:lnTo>
                        <a:pt x="15526" y="182785"/>
                      </a:lnTo>
                      <a:close/>
                      <a:moveTo>
                        <a:pt x="26575" y="165830"/>
                      </a:moveTo>
                      <a:cubicBezTo>
                        <a:pt x="27337" y="165449"/>
                        <a:pt x="28670" y="166116"/>
                        <a:pt x="30385" y="167926"/>
                      </a:cubicBezTo>
                      <a:lnTo>
                        <a:pt x="29623" y="169259"/>
                      </a:lnTo>
                      <a:lnTo>
                        <a:pt x="26575" y="165925"/>
                      </a:lnTo>
                      <a:close/>
                      <a:moveTo>
                        <a:pt x="30385" y="182785"/>
                      </a:moveTo>
                      <a:cubicBezTo>
                        <a:pt x="30956" y="182594"/>
                        <a:pt x="31432" y="182118"/>
                        <a:pt x="32099" y="181261"/>
                      </a:cubicBezTo>
                      <a:cubicBezTo>
                        <a:pt x="32671" y="180404"/>
                        <a:pt x="33242" y="179927"/>
                        <a:pt x="33718" y="179927"/>
                      </a:cubicBezTo>
                      <a:cubicBezTo>
                        <a:pt x="33718" y="180594"/>
                        <a:pt x="33338" y="181546"/>
                        <a:pt x="32385" y="182785"/>
                      </a:cubicBezTo>
                      <a:lnTo>
                        <a:pt x="30385" y="182785"/>
                      </a:lnTo>
                      <a:close/>
                      <a:moveTo>
                        <a:pt x="35243" y="160020"/>
                      </a:moveTo>
                      <a:lnTo>
                        <a:pt x="34480" y="162020"/>
                      </a:lnTo>
                      <a:lnTo>
                        <a:pt x="31623" y="162020"/>
                      </a:lnTo>
                      <a:cubicBezTo>
                        <a:pt x="32385" y="160020"/>
                        <a:pt x="33051" y="158972"/>
                        <a:pt x="33718" y="158972"/>
                      </a:cubicBezTo>
                      <a:cubicBezTo>
                        <a:pt x="34194" y="158972"/>
                        <a:pt x="34766" y="159353"/>
                        <a:pt x="35243" y="160020"/>
                      </a:cubicBezTo>
                      <a:close/>
                      <a:moveTo>
                        <a:pt x="39338" y="142304"/>
                      </a:moveTo>
                      <a:lnTo>
                        <a:pt x="39338" y="144304"/>
                      </a:lnTo>
                      <a:lnTo>
                        <a:pt x="35243" y="140970"/>
                      </a:lnTo>
                      <a:cubicBezTo>
                        <a:pt x="36290" y="140589"/>
                        <a:pt x="37624" y="140970"/>
                        <a:pt x="39338" y="142208"/>
                      </a:cubicBezTo>
                      <a:close/>
                      <a:moveTo>
                        <a:pt x="35243" y="172021"/>
                      </a:moveTo>
                      <a:cubicBezTo>
                        <a:pt x="36576" y="172021"/>
                        <a:pt x="37338" y="172974"/>
                        <a:pt x="37338" y="174879"/>
                      </a:cubicBezTo>
                      <a:lnTo>
                        <a:pt x="35243" y="174879"/>
                      </a:lnTo>
                      <a:lnTo>
                        <a:pt x="35243" y="172021"/>
                      </a:lnTo>
                      <a:close/>
                      <a:moveTo>
                        <a:pt x="40100" y="193834"/>
                      </a:moveTo>
                      <a:lnTo>
                        <a:pt x="39338" y="192786"/>
                      </a:lnTo>
                      <a:lnTo>
                        <a:pt x="43434" y="190500"/>
                      </a:lnTo>
                      <a:lnTo>
                        <a:pt x="40100" y="193834"/>
                      </a:lnTo>
                      <a:close/>
                      <a:moveTo>
                        <a:pt x="190691" y="153067"/>
                      </a:moveTo>
                      <a:lnTo>
                        <a:pt x="181737" y="154400"/>
                      </a:lnTo>
                      <a:cubicBezTo>
                        <a:pt x="181737" y="154400"/>
                        <a:pt x="181451" y="154972"/>
                        <a:pt x="181451" y="155162"/>
                      </a:cubicBezTo>
                      <a:cubicBezTo>
                        <a:pt x="181451" y="155638"/>
                        <a:pt x="182118" y="156400"/>
                        <a:pt x="183642" y="157163"/>
                      </a:cubicBezTo>
                      <a:cubicBezTo>
                        <a:pt x="185071" y="158020"/>
                        <a:pt x="185833" y="158972"/>
                        <a:pt x="185833" y="160020"/>
                      </a:cubicBezTo>
                      <a:lnTo>
                        <a:pt x="187833" y="160020"/>
                      </a:lnTo>
                      <a:cubicBezTo>
                        <a:pt x="186785" y="165354"/>
                        <a:pt x="185833" y="170593"/>
                        <a:pt x="184975" y="175927"/>
                      </a:cubicBezTo>
                      <a:cubicBezTo>
                        <a:pt x="183642" y="181546"/>
                        <a:pt x="180308" y="185261"/>
                        <a:pt x="174974" y="186976"/>
                      </a:cubicBezTo>
                      <a:cubicBezTo>
                        <a:pt x="174117" y="183928"/>
                        <a:pt x="172021" y="182975"/>
                        <a:pt x="168783" y="184118"/>
                      </a:cubicBezTo>
                      <a:lnTo>
                        <a:pt x="167735" y="184880"/>
                      </a:lnTo>
                      <a:lnTo>
                        <a:pt x="171641" y="188976"/>
                      </a:lnTo>
                      <a:cubicBezTo>
                        <a:pt x="170021" y="188595"/>
                        <a:pt x="168307" y="187642"/>
                        <a:pt x="166497" y="186023"/>
                      </a:cubicBezTo>
                      <a:cubicBezTo>
                        <a:pt x="164592" y="184404"/>
                        <a:pt x="163163" y="183642"/>
                        <a:pt x="162116" y="183642"/>
                      </a:cubicBezTo>
                      <a:cubicBezTo>
                        <a:pt x="160877" y="183642"/>
                        <a:pt x="159544" y="184309"/>
                        <a:pt x="158019" y="185738"/>
                      </a:cubicBezTo>
                      <a:lnTo>
                        <a:pt x="161544" y="185738"/>
                      </a:lnTo>
                      <a:lnTo>
                        <a:pt x="160782" y="186976"/>
                      </a:lnTo>
                      <a:cubicBezTo>
                        <a:pt x="162782" y="187642"/>
                        <a:pt x="165449" y="189262"/>
                        <a:pt x="168687" y="191834"/>
                      </a:cubicBezTo>
                      <a:lnTo>
                        <a:pt x="161544" y="194881"/>
                      </a:lnTo>
                      <a:lnTo>
                        <a:pt x="162782" y="195643"/>
                      </a:lnTo>
                      <a:cubicBezTo>
                        <a:pt x="162782" y="195643"/>
                        <a:pt x="159734" y="197072"/>
                        <a:pt x="154591" y="199263"/>
                      </a:cubicBezTo>
                      <a:cubicBezTo>
                        <a:pt x="151829" y="200311"/>
                        <a:pt x="149257" y="200787"/>
                        <a:pt x="146875" y="200787"/>
                      </a:cubicBezTo>
                      <a:cubicBezTo>
                        <a:pt x="145637" y="200787"/>
                        <a:pt x="144399" y="200787"/>
                        <a:pt x="142970" y="200501"/>
                      </a:cubicBezTo>
                      <a:cubicBezTo>
                        <a:pt x="142113" y="202787"/>
                        <a:pt x="141827" y="204311"/>
                        <a:pt x="142208" y="205168"/>
                      </a:cubicBezTo>
                      <a:lnTo>
                        <a:pt x="103251" y="206407"/>
                      </a:lnTo>
                      <a:cubicBezTo>
                        <a:pt x="100203" y="203549"/>
                        <a:pt x="95345" y="201073"/>
                        <a:pt x="88582" y="199072"/>
                      </a:cubicBezTo>
                      <a:cubicBezTo>
                        <a:pt x="81248" y="196882"/>
                        <a:pt x="76581" y="195072"/>
                        <a:pt x="74486" y="193738"/>
                      </a:cubicBezTo>
                      <a:cubicBezTo>
                        <a:pt x="73628" y="192596"/>
                        <a:pt x="72200" y="191738"/>
                        <a:pt x="70009" y="191262"/>
                      </a:cubicBezTo>
                      <a:cubicBezTo>
                        <a:pt x="67913" y="190691"/>
                        <a:pt x="65817" y="190214"/>
                        <a:pt x="63722" y="189738"/>
                      </a:cubicBezTo>
                      <a:lnTo>
                        <a:pt x="66580" y="186976"/>
                      </a:lnTo>
                      <a:lnTo>
                        <a:pt x="62769" y="182975"/>
                      </a:lnTo>
                      <a:lnTo>
                        <a:pt x="61722" y="185833"/>
                      </a:lnTo>
                      <a:cubicBezTo>
                        <a:pt x="58293" y="184975"/>
                        <a:pt x="56388" y="182118"/>
                        <a:pt x="56102" y="177355"/>
                      </a:cubicBezTo>
                      <a:cubicBezTo>
                        <a:pt x="56007" y="173069"/>
                        <a:pt x="53530" y="170974"/>
                        <a:pt x="48959" y="170974"/>
                      </a:cubicBezTo>
                      <a:lnTo>
                        <a:pt x="45625" y="170974"/>
                      </a:lnTo>
                      <a:cubicBezTo>
                        <a:pt x="48482" y="170783"/>
                        <a:pt x="50006" y="169164"/>
                        <a:pt x="50006" y="166116"/>
                      </a:cubicBezTo>
                      <a:cubicBezTo>
                        <a:pt x="50006" y="165068"/>
                        <a:pt x="49720" y="164116"/>
                        <a:pt x="49244" y="163259"/>
                      </a:cubicBezTo>
                      <a:cubicBezTo>
                        <a:pt x="48768" y="162401"/>
                        <a:pt x="46958" y="161449"/>
                        <a:pt x="43815" y="160210"/>
                      </a:cubicBezTo>
                      <a:lnTo>
                        <a:pt x="43053" y="160972"/>
                      </a:lnTo>
                      <a:cubicBezTo>
                        <a:pt x="43053" y="160972"/>
                        <a:pt x="42672" y="161449"/>
                        <a:pt x="42291" y="161449"/>
                      </a:cubicBezTo>
                      <a:cubicBezTo>
                        <a:pt x="41720" y="161449"/>
                        <a:pt x="41338" y="160782"/>
                        <a:pt x="40957" y="159448"/>
                      </a:cubicBezTo>
                      <a:cubicBezTo>
                        <a:pt x="40672" y="158210"/>
                        <a:pt x="40672" y="157163"/>
                        <a:pt x="40957" y="156115"/>
                      </a:cubicBezTo>
                      <a:cubicBezTo>
                        <a:pt x="42672" y="155734"/>
                        <a:pt x="45244" y="154019"/>
                        <a:pt x="48673" y="150781"/>
                      </a:cubicBezTo>
                      <a:cubicBezTo>
                        <a:pt x="51721" y="148018"/>
                        <a:pt x="54293" y="146685"/>
                        <a:pt x="56292" y="146685"/>
                      </a:cubicBezTo>
                      <a:cubicBezTo>
                        <a:pt x="57341" y="146685"/>
                        <a:pt x="58388" y="146875"/>
                        <a:pt x="59627" y="147447"/>
                      </a:cubicBezTo>
                      <a:cubicBezTo>
                        <a:pt x="58960" y="146304"/>
                        <a:pt x="58864" y="145256"/>
                        <a:pt x="59531" y="144399"/>
                      </a:cubicBezTo>
                      <a:cubicBezTo>
                        <a:pt x="60103" y="143542"/>
                        <a:pt x="59531" y="142304"/>
                        <a:pt x="57817" y="140589"/>
                      </a:cubicBezTo>
                      <a:lnTo>
                        <a:pt x="66580" y="136493"/>
                      </a:lnTo>
                      <a:lnTo>
                        <a:pt x="64579" y="133636"/>
                      </a:lnTo>
                      <a:cubicBezTo>
                        <a:pt x="65913" y="133636"/>
                        <a:pt x="68199" y="132779"/>
                        <a:pt x="71247" y="131159"/>
                      </a:cubicBezTo>
                      <a:cubicBezTo>
                        <a:pt x="74295" y="129540"/>
                        <a:pt x="76391" y="128778"/>
                        <a:pt x="77343" y="128778"/>
                      </a:cubicBezTo>
                      <a:cubicBezTo>
                        <a:pt x="79057" y="128778"/>
                        <a:pt x="80200" y="130016"/>
                        <a:pt x="80676" y="132683"/>
                      </a:cubicBezTo>
                      <a:cubicBezTo>
                        <a:pt x="80200" y="138303"/>
                        <a:pt x="82296" y="143923"/>
                        <a:pt x="86868" y="149542"/>
                      </a:cubicBezTo>
                      <a:cubicBezTo>
                        <a:pt x="89154" y="152305"/>
                        <a:pt x="93631" y="156591"/>
                        <a:pt x="100489" y="162306"/>
                      </a:cubicBezTo>
                      <a:cubicBezTo>
                        <a:pt x="101536" y="164687"/>
                        <a:pt x="103251" y="165925"/>
                        <a:pt x="105632" y="165925"/>
                      </a:cubicBezTo>
                      <a:cubicBezTo>
                        <a:pt x="106299" y="165925"/>
                        <a:pt x="107442" y="165735"/>
                        <a:pt x="108871" y="165544"/>
                      </a:cubicBezTo>
                      <a:cubicBezTo>
                        <a:pt x="110300" y="165259"/>
                        <a:pt x="111347" y="165163"/>
                        <a:pt x="112014" y="165163"/>
                      </a:cubicBezTo>
                      <a:cubicBezTo>
                        <a:pt x="113538" y="165163"/>
                        <a:pt x="115062" y="165544"/>
                        <a:pt x="116300" y="166211"/>
                      </a:cubicBezTo>
                      <a:cubicBezTo>
                        <a:pt x="117729" y="166878"/>
                        <a:pt x="119253" y="167259"/>
                        <a:pt x="120872" y="167259"/>
                      </a:cubicBezTo>
                      <a:cubicBezTo>
                        <a:pt x="124016" y="167259"/>
                        <a:pt x="127540" y="165830"/>
                        <a:pt x="131636" y="162877"/>
                      </a:cubicBezTo>
                      <a:cubicBezTo>
                        <a:pt x="137731" y="158782"/>
                        <a:pt x="141256" y="156591"/>
                        <a:pt x="142113" y="156210"/>
                      </a:cubicBezTo>
                      <a:cubicBezTo>
                        <a:pt x="142970" y="154876"/>
                        <a:pt x="143446" y="153448"/>
                        <a:pt x="143446" y="152114"/>
                      </a:cubicBezTo>
                      <a:cubicBezTo>
                        <a:pt x="143446" y="150019"/>
                        <a:pt x="142304" y="147352"/>
                        <a:pt x="140018" y="144018"/>
                      </a:cubicBezTo>
                      <a:cubicBezTo>
                        <a:pt x="137731" y="140684"/>
                        <a:pt x="136398" y="138113"/>
                        <a:pt x="136017" y="136493"/>
                      </a:cubicBezTo>
                      <a:cubicBezTo>
                        <a:pt x="131731" y="135826"/>
                        <a:pt x="129350" y="134207"/>
                        <a:pt x="128778" y="131635"/>
                      </a:cubicBezTo>
                      <a:lnTo>
                        <a:pt x="130111" y="130588"/>
                      </a:lnTo>
                      <a:cubicBezTo>
                        <a:pt x="124682" y="128016"/>
                        <a:pt x="117062" y="124111"/>
                        <a:pt x="107252" y="118777"/>
                      </a:cubicBezTo>
                      <a:cubicBezTo>
                        <a:pt x="106203" y="119634"/>
                        <a:pt x="105251" y="120015"/>
                        <a:pt x="104204" y="120015"/>
                      </a:cubicBezTo>
                      <a:cubicBezTo>
                        <a:pt x="102775" y="120015"/>
                        <a:pt x="101060" y="119063"/>
                        <a:pt x="99060" y="117253"/>
                      </a:cubicBezTo>
                      <a:cubicBezTo>
                        <a:pt x="97060" y="115348"/>
                        <a:pt x="95441" y="114395"/>
                        <a:pt x="94202" y="114395"/>
                      </a:cubicBezTo>
                      <a:cubicBezTo>
                        <a:pt x="93631" y="114395"/>
                        <a:pt x="93154" y="114586"/>
                        <a:pt x="92583" y="114871"/>
                      </a:cubicBezTo>
                      <a:cubicBezTo>
                        <a:pt x="88297" y="113729"/>
                        <a:pt x="84011" y="110204"/>
                        <a:pt x="79820" y="104394"/>
                      </a:cubicBezTo>
                      <a:cubicBezTo>
                        <a:pt x="75057" y="97917"/>
                        <a:pt x="71056" y="93726"/>
                        <a:pt x="67818" y="91821"/>
                      </a:cubicBezTo>
                      <a:cubicBezTo>
                        <a:pt x="68199" y="89916"/>
                        <a:pt x="67342" y="87535"/>
                        <a:pt x="65246" y="84772"/>
                      </a:cubicBezTo>
                      <a:cubicBezTo>
                        <a:pt x="63151" y="81915"/>
                        <a:pt x="62293" y="79724"/>
                        <a:pt x="62675" y="78200"/>
                      </a:cubicBezTo>
                      <a:cubicBezTo>
                        <a:pt x="61531" y="76009"/>
                        <a:pt x="60674" y="71723"/>
                        <a:pt x="60293" y="65342"/>
                      </a:cubicBezTo>
                      <a:cubicBezTo>
                        <a:pt x="59912" y="59722"/>
                        <a:pt x="59627" y="54102"/>
                        <a:pt x="59531" y="48387"/>
                      </a:cubicBezTo>
                      <a:cubicBezTo>
                        <a:pt x="60865" y="47816"/>
                        <a:pt x="61531" y="47244"/>
                        <a:pt x="61531" y="46292"/>
                      </a:cubicBezTo>
                      <a:cubicBezTo>
                        <a:pt x="61531" y="45815"/>
                        <a:pt x="61150" y="44958"/>
                        <a:pt x="60484" y="43815"/>
                      </a:cubicBezTo>
                      <a:cubicBezTo>
                        <a:pt x="59817" y="42672"/>
                        <a:pt x="59436" y="41910"/>
                        <a:pt x="59436" y="41434"/>
                      </a:cubicBezTo>
                      <a:cubicBezTo>
                        <a:pt x="60293" y="39052"/>
                        <a:pt x="63151" y="35814"/>
                        <a:pt x="68199" y="31718"/>
                      </a:cubicBezTo>
                      <a:cubicBezTo>
                        <a:pt x="72294" y="28099"/>
                        <a:pt x="74295" y="24670"/>
                        <a:pt x="74295" y="21431"/>
                      </a:cubicBezTo>
                      <a:cubicBezTo>
                        <a:pt x="74962" y="21241"/>
                        <a:pt x="76200" y="20574"/>
                        <a:pt x="77724" y="19431"/>
                      </a:cubicBezTo>
                      <a:cubicBezTo>
                        <a:pt x="79343" y="18193"/>
                        <a:pt x="80486" y="17621"/>
                        <a:pt x="81248" y="17621"/>
                      </a:cubicBezTo>
                      <a:cubicBezTo>
                        <a:pt x="81725" y="17621"/>
                        <a:pt x="82201" y="18002"/>
                        <a:pt x="82486" y="18669"/>
                      </a:cubicBezTo>
                      <a:cubicBezTo>
                        <a:pt x="85725" y="13716"/>
                        <a:pt x="90964" y="9906"/>
                        <a:pt x="98107" y="7144"/>
                      </a:cubicBezTo>
                      <a:cubicBezTo>
                        <a:pt x="104394" y="5048"/>
                        <a:pt x="110776" y="3048"/>
                        <a:pt x="117062" y="1048"/>
                      </a:cubicBezTo>
                      <a:cubicBezTo>
                        <a:pt x="118872" y="381"/>
                        <a:pt x="120777" y="0"/>
                        <a:pt x="122682" y="0"/>
                      </a:cubicBezTo>
                      <a:cubicBezTo>
                        <a:pt x="125349" y="0"/>
                        <a:pt x="129064" y="1048"/>
                        <a:pt x="133635" y="3238"/>
                      </a:cubicBezTo>
                      <a:cubicBezTo>
                        <a:pt x="138208" y="5429"/>
                        <a:pt x="141922" y="6477"/>
                        <a:pt x="144589" y="6477"/>
                      </a:cubicBezTo>
                      <a:cubicBezTo>
                        <a:pt x="145828" y="6477"/>
                        <a:pt x="146971" y="6287"/>
                        <a:pt x="148209" y="6001"/>
                      </a:cubicBezTo>
                      <a:cubicBezTo>
                        <a:pt x="149352" y="8382"/>
                        <a:pt x="151543" y="10001"/>
                        <a:pt x="154591" y="10858"/>
                      </a:cubicBezTo>
                      <a:cubicBezTo>
                        <a:pt x="158496" y="12097"/>
                        <a:pt x="161068" y="13049"/>
                        <a:pt x="162306" y="13906"/>
                      </a:cubicBezTo>
                      <a:cubicBezTo>
                        <a:pt x="168116" y="14383"/>
                        <a:pt x="173355" y="21908"/>
                        <a:pt x="177927" y="36481"/>
                      </a:cubicBezTo>
                      <a:cubicBezTo>
                        <a:pt x="177832" y="38576"/>
                        <a:pt x="176308" y="41243"/>
                        <a:pt x="173450" y="44672"/>
                      </a:cubicBezTo>
                      <a:cubicBezTo>
                        <a:pt x="170688" y="48101"/>
                        <a:pt x="169259" y="50959"/>
                        <a:pt x="169450" y="53340"/>
                      </a:cubicBezTo>
                      <a:cubicBezTo>
                        <a:pt x="167544" y="52959"/>
                        <a:pt x="166592" y="53721"/>
                        <a:pt x="166401" y="55340"/>
                      </a:cubicBezTo>
                      <a:cubicBezTo>
                        <a:pt x="166211" y="57531"/>
                        <a:pt x="165735" y="58864"/>
                        <a:pt x="165068" y="59150"/>
                      </a:cubicBezTo>
                      <a:cubicBezTo>
                        <a:pt x="160306" y="61436"/>
                        <a:pt x="156972" y="62484"/>
                        <a:pt x="155067" y="62484"/>
                      </a:cubicBezTo>
                      <a:cubicBezTo>
                        <a:pt x="152400" y="62484"/>
                        <a:pt x="149828" y="60769"/>
                        <a:pt x="147447" y="57341"/>
                      </a:cubicBezTo>
                      <a:cubicBezTo>
                        <a:pt x="147256" y="54578"/>
                        <a:pt x="145542" y="52578"/>
                        <a:pt x="142304" y="51149"/>
                      </a:cubicBezTo>
                      <a:cubicBezTo>
                        <a:pt x="138493" y="49816"/>
                        <a:pt x="136303" y="48196"/>
                        <a:pt x="135636" y="46292"/>
                      </a:cubicBezTo>
                      <a:cubicBezTo>
                        <a:pt x="134588" y="46101"/>
                        <a:pt x="131921" y="45244"/>
                        <a:pt x="127635" y="43529"/>
                      </a:cubicBezTo>
                      <a:cubicBezTo>
                        <a:pt x="124206" y="42100"/>
                        <a:pt x="121539" y="41434"/>
                        <a:pt x="119443" y="41434"/>
                      </a:cubicBezTo>
                      <a:cubicBezTo>
                        <a:pt x="116586" y="41434"/>
                        <a:pt x="114109" y="42767"/>
                        <a:pt x="112014" y="45529"/>
                      </a:cubicBezTo>
                      <a:cubicBezTo>
                        <a:pt x="111347" y="45339"/>
                        <a:pt x="110776" y="45244"/>
                        <a:pt x="110204" y="45244"/>
                      </a:cubicBezTo>
                      <a:cubicBezTo>
                        <a:pt x="108775" y="45244"/>
                        <a:pt x="106680" y="46482"/>
                        <a:pt x="103822" y="49054"/>
                      </a:cubicBezTo>
                      <a:cubicBezTo>
                        <a:pt x="104680" y="50578"/>
                        <a:pt x="105060" y="52006"/>
                        <a:pt x="105060" y="53150"/>
                      </a:cubicBezTo>
                      <a:cubicBezTo>
                        <a:pt x="105060" y="54673"/>
                        <a:pt x="103917" y="56102"/>
                        <a:pt x="101632" y="57341"/>
                      </a:cubicBezTo>
                      <a:cubicBezTo>
                        <a:pt x="99346" y="58674"/>
                        <a:pt x="98203" y="59817"/>
                        <a:pt x="98203" y="61055"/>
                      </a:cubicBezTo>
                      <a:cubicBezTo>
                        <a:pt x="98203" y="62103"/>
                        <a:pt x="98774" y="63437"/>
                        <a:pt x="100013" y="65151"/>
                      </a:cubicBezTo>
                      <a:cubicBezTo>
                        <a:pt x="107156" y="75533"/>
                        <a:pt x="118015" y="83439"/>
                        <a:pt x="132588" y="88678"/>
                      </a:cubicBezTo>
                      <a:cubicBezTo>
                        <a:pt x="134493" y="89249"/>
                        <a:pt x="137160" y="90868"/>
                        <a:pt x="140589" y="93726"/>
                      </a:cubicBezTo>
                      <a:cubicBezTo>
                        <a:pt x="144113" y="96488"/>
                        <a:pt x="147066" y="98108"/>
                        <a:pt x="149447" y="98298"/>
                      </a:cubicBezTo>
                      <a:cubicBezTo>
                        <a:pt x="151829" y="98584"/>
                        <a:pt x="155162" y="100489"/>
                        <a:pt x="159448" y="104108"/>
                      </a:cubicBezTo>
                      <a:cubicBezTo>
                        <a:pt x="163163" y="107537"/>
                        <a:pt x="166783" y="108966"/>
                        <a:pt x="170212" y="108394"/>
                      </a:cubicBezTo>
                      <a:cubicBezTo>
                        <a:pt x="170212" y="110109"/>
                        <a:pt x="170497" y="111062"/>
                        <a:pt x="170974" y="111252"/>
                      </a:cubicBezTo>
                      <a:cubicBezTo>
                        <a:pt x="172498" y="111252"/>
                        <a:pt x="173641" y="112395"/>
                        <a:pt x="174403" y="114681"/>
                      </a:cubicBezTo>
                      <a:cubicBezTo>
                        <a:pt x="175165" y="117062"/>
                        <a:pt x="176308" y="117919"/>
                        <a:pt x="177832" y="117443"/>
                      </a:cubicBezTo>
                      <a:cubicBezTo>
                        <a:pt x="178212" y="118586"/>
                        <a:pt x="180404" y="122110"/>
                        <a:pt x="184595" y="127921"/>
                      </a:cubicBezTo>
                      <a:cubicBezTo>
                        <a:pt x="187643" y="132683"/>
                        <a:pt x="189166" y="137065"/>
                        <a:pt x="189166" y="140970"/>
                      </a:cubicBezTo>
                      <a:cubicBezTo>
                        <a:pt x="190024" y="142018"/>
                        <a:pt x="190405" y="143066"/>
                        <a:pt x="190405" y="144018"/>
                      </a:cubicBezTo>
                      <a:cubicBezTo>
                        <a:pt x="190405" y="144875"/>
                        <a:pt x="190024" y="145923"/>
                        <a:pt x="189166" y="147256"/>
                      </a:cubicBezTo>
                      <a:cubicBezTo>
                        <a:pt x="188309" y="148495"/>
                        <a:pt x="187928" y="149447"/>
                        <a:pt x="187928" y="149923"/>
                      </a:cubicBezTo>
                      <a:cubicBezTo>
                        <a:pt x="187928" y="150971"/>
                        <a:pt x="188595" y="151924"/>
                        <a:pt x="190024" y="152971"/>
                      </a:cubicBezTo>
                      <a:close/>
                      <a:moveTo>
                        <a:pt x="43434" y="159258"/>
                      </a:moveTo>
                      <a:lnTo>
                        <a:pt x="49339" y="157163"/>
                      </a:lnTo>
                      <a:lnTo>
                        <a:pt x="46577" y="157163"/>
                      </a:lnTo>
                      <a:lnTo>
                        <a:pt x="43529" y="159258"/>
                      </a:lnTo>
                      <a:close/>
                      <a:moveTo>
                        <a:pt x="45148" y="184118"/>
                      </a:moveTo>
                      <a:lnTo>
                        <a:pt x="46482" y="184118"/>
                      </a:lnTo>
                      <a:lnTo>
                        <a:pt x="48482" y="185642"/>
                      </a:lnTo>
                      <a:lnTo>
                        <a:pt x="45148" y="184118"/>
                      </a:lnTo>
                      <a:close/>
                      <a:moveTo>
                        <a:pt x="53340" y="197739"/>
                      </a:moveTo>
                      <a:cubicBezTo>
                        <a:pt x="53054" y="195834"/>
                        <a:pt x="53626" y="194119"/>
                        <a:pt x="55150" y="192596"/>
                      </a:cubicBezTo>
                      <a:lnTo>
                        <a:pt x="54864" y="192881"/>
                      </a:lnTo>
                      <a:cubicBezTo>
                        <a:pt x="54864" y="193358"/>
                        <a:pt x="55245" y="194024"/>
                        <a:pt x="56007" y="194786"/>
                      </a:cubicBezTo>
                      <a:cubicBezTo>
                        <a:pt x="56769" y="195548"/>
                        <a:pt x="57150" y="196120"/>
                        <a:pt x="57150" y="196405"/>
                      </a:cubicBezTo>
                      <a:cubicBezTo>
                        <a:pt x="57150" y="196977"/>
                        <a:pt x="56769" y="197358"/>
                        <a:pt x="56102" y="197739"/>
                      </a:cubicBezTo>
                      <a:lnTo>
                        <a:pt x="53244" y="197739"/>
                      </a:lnTo>
                      <a:close/>
                      <a:moveTo>
                        <a:pt x="55721" y="191834"/>
                      </a:moveTo>
                      <a:cubicBezTo>
                        <a:pt x="55721" y="191834"/>
                        <a:pt x="55245" y="192405"/>
                        <a:pt x="55245" y="192596"/>
                      </a:cubicBezTo>
                      <a:cubicBezTo>
                        <a:pt x="55245" y="192405"/>
                        <a:pt x="55340" y="192119"/>
                        <a:pt x="55721" y="191834"/>
                      </a:cubicBezTo>
                      <a:close/>
                      <a:moveTo>
                        <a:pt x="56197" y="186976"/>
                      </a:moveTo>
                      <a:cubicBezTo>
                        <a:pt x="56864" y="186976"/>
                        <a:pt x="57626" y="187357"/>
                        <a:pt x="58484" y="188214"/>
                      </a:cubicBezTo>
                      <a:cubicBezTo>
                        <a:pt x="59341" y="189071"/>
                        <a:pt x="59817" y="189547"/>
                        <a:pt x="60007" y="189738"/>
                      </a:cubicBezTo>
                      <a:cubicBezTo>
                        <a:pt x="58960" y="189929"/>
                        <a:pt x="57531" y="190595"/>
                        <a:pt x="55721" y="191834"/>
                      </a:cubicBezTo>
                      <a:cubicBezTo>
                        <a:pt x="57055" y="190119"/>
                        <a:pt x="57245" y="188500"/>
                        <a:pt x="56197" y="186976"/>
                      </a:cubicBezTo>
                      <a:close/>
                      <a:moveTo>
                        <a:pt x="62103" y="165163"/>
                      </a:moveTo>
                      <a:lnTo>
                        <a:pt x="62103" y="163068"/>
                      </a:lnTo>
                      <a:lnTo>
                        <a:pt x="56197" y="160020"/>
                      </a:lnTo>
                      <a:lnTo>
                        <a:pt x="62103" y="165163"/>
                      </a:lnTo>
                      <a:close/>
                      <a:moveTo>
                        <a:pt x="66960" y="173164"/>
                      </a:moveTo>
                      <a:cubicBezTo>
                        <a:pt x="66960" y="173164"/>
                        <a:pt x="67627" y="173355"/>
                        <a:pt x="69532" y="173641"/>
                      </a:cubicBezTo>
                      <a:cubicBezTo>
                        <a:pt x="70580" y="173831"/>
                        <a:pt x="71247" y="173260"/>
                        <a:pt x="71818" y="172117"/>
                      </a:cubicBezTo>
                      <a:cubicBezTo>
                        <a:pt x="69818" y="171450"/>
                        <a:pt x="68199" y="171736"/>
                        <a:pt x="66960" y="173164"/>
                      </a:cubicBezTo>
                      <a:cubicBezTo>
                        <a:pt x="66484" y="173164"/>
                        <a:pt x="66199" y="173450"/>
                        <a:pt x="66199" y="173926"/>
                      </a:cubicBezTo>
                      <a:lnTo>
                        <a:pt x="64103" y="175927"/>
                      </a:lnTo>
                      <a:lnTo>
                        <a:pt x="66199" y="175927"/>
                      </a:lnTo>
                      <a:cubicBezTo>
                        <a:pt x="66008" y="175069"/>
                        <a:pt x="66008" y="174403"/>
                        <a:pt x="66199" y="173926"/>
                      </a:cubicBezTo>
                      <a:lnTo>
                        <a:pt x="66960" y="173164"/>
                      </a:lnTo>
                      <a:close/>
                      <a:moveTo>
                        <a:pt x="68294" y="76105"/>
                      </a:moveTo>
                      <a:cubicBezTo>
                        <a:pt x="69152" y="75247"/>
                        <a:pt x="69437" y="74485"/>
                        <a:pt x="69056" y="73819"/>
                      </a:cubicBezTo>
                      <a:lnTo>
                        <a:pt x="69818" y="72009"/>
                      </a:lnTo>
                      <a:cubicBezTo>
                        <a:pt x="69152" y="71152"/>
                        <a:pt x="68294" y="70485"/>
                        <a:pt x="67151" y="69913"/>
                      </a:cubicBezTo>
                      <a:cubicBezTo>
                        <a:pt x="66008" y="69437"/>
                        <a:pt x="65246" y="69151"/>
                        <a:pt x="64961" y="69151"/>
                      </a:cubicBezTo>
                      <a:cubicBezTo>
                        <a:pt x="67723" y="70485"/>
                        <a:pt x="69056" y="72104"/>
                        <a:pt x="69056" y="73819"/>
                      </a:cubicBezTo>
                      <a:lnTo>
                        <a:pt x="68294" y="76105"/>
                      </a:lnTo>
                      <a:close/>
                      <a:moveTo>
                        <a:pt x="86010" y="61246"/>
                      </a:moveTo>
                      <a:lnTo>
                        <a:pt x="86010" y="60484"/>
                      </a:lnTo>
                      <a:cubicBezTo>
                        <a:pt x="85249" y="56007"/>
                        <a:pt x="82201" y="53816"/>
                        <a:pt x="76771" y="53816"/>
                      </a:cubicBezTo>
                      <a:cubicBezTo>
                        <a:pt x="72485" y="53816"/>
                        <a:pt x="68961" y="55054"/>
                        <a:pt x="66294" y="57436"/>
                      </a:cubicBezTo>
                      <a:cubicBezTo>
                        <a:pt x="67151" y="57721"/>
                        <a:pt x="68009" y="59436"/>
                        <a:pt x="69056" y="62389"/>
                      </a:cubicBezTo>
                      <a:cubicBezTo>
                        <a:pt x="69913" y="65342"/>
                        <a:pt x="71628" y="66580"/>
                        <a:pt x="74009" y="66104"/>
                      </a:cubicBezTo>
                      <a:lnTo>
                        <a:pt x="74009" y="65342"/>
                      </a:lnTo>
                      <a:cubicBezTo>
                        <a:pt x="74486" y="64865"/>
                        <a:pt x="75057" y="62960"/>
                        <a:pt x="75819" y="59722"/>
                      </a:cubicBezTo>
                      <a:cubicBezTo>
                        <a:pt x="76295" y="57055"/>
                        <a:pt x="77343" y="55626"/>
                        <a:pt x="78867" y="55626"/>
                      </a:cubicBezTo>
                      <a:cubicBezTo>
                        <a:pt x="79534" y="55626"/>
                        <a:pt x="80296" y="55912"/>
                        <a:pt x="81153" y="56388"/>
                      </a:cubicBezTo>
                      <a:lnTo>
                        <a:pt x="81153" y="58388"/>
                      </a:lnTo>
                      <a:cubicBezTo>
                        <a:pt x="81153" y="58388"/>
                        <a:pt x="81915" y="58102"/>
                        <a:pt x="82486" y="58102"/>
                      </a:cubicBezTo>
                      <a:cubicBezTo>
                        <a:pt x="82772" y="58102"/>
                        <a:pt x="84011" y="59150"/>
                        <a:pt x="86106" y="61150"/>
                      </a:cubicBezTo>
                      <a:close/>
                      <a:moveTo>
                        <a:pt x="69818" y="143256"/>
                      </a:moveTo>
                      <a:cubicBezTo>
                        <a:pt x="68294" y="143256"/>
                        <a:pt x="67342" y="142970"/>
                        <a:pt x="66960" y="142494"/>
                      </a:cubicBezTo>
                      <a:lnTo>
                        <a:pt x="68961" y="145351"/>
                      </a:lnTo>
                      <a:cubicBezTo>
                        <a:pt x="69818" y="144875"/>
                        <a:pt x="70009" y="144209"/>
                        <a:pt x="69723" y="143351"/>
                      </a:cubicBezTo>
                      <a:close/>
                      <a:moveTo>
                        <a:pt x="71818" y="64103"/>
                      </a:moveTo>
                      <a:lnTo>
                        <a:pt x="71056" y="63341"/>
                      </a:lnTo>
                      <a:lnTo>
                        <a:pt x="73057" y="63341"/>
                      </a:lnTo>
                      <a:cubicBezTo>
                        <a:pt x="73057" y="63341"/>
                        <a:pt x="72485" y="63817"/>
                        <a:pt x="71818" y="64103"/>
                      </a:cubicBezTo>
                      <a:close/>
                      <a:moveTo>
                        <a:pt x="73057" y="63341"/>
                      </a:moveTo>
                      <a:cubicBezTo>
                        <a:pt x="73057" y="63341"/>
                        <a:pt x="73723" y="62960"/>
                        <a:pt x="73819" y="63341"/>
                      </a:cubicBezTo>
                      <a:lnTo>
                        <a:pt x="73057" y="63341"/>
                      </a:lnTo>
                      <a:close/>
                      <a:moveTo>
                        <a:pt x="74866" y="189167"/>
                      </a:moveTo>
                      <a:lnTo>
                        <a:pt x="76867" y="187166"/>
                      </a:lnTo>
                      <a:cubicBezTo>
                        <a:pt x="76009" y="186309"/>
                        <a:pt x="75342" y="185928"/>
                        <a:pt x="74866" y="185928"/>
                      </a:cubicBezTo>
                      <a:lnTo>
                        <a:pt x="74866" y="189262"/>
                      </a:lnTo>
                      <a:close/>
                      <a:moveTo>
                        <a:pt x="77914" y="66961"/>
                      </a:moveTo>
                      <a:cubicBezTo>
                        <a:pt x="78200" y="65913"/>
                        <a:pt x="77914" y="64770"/>
                        <a:pt x="76867" y="63341"/>
                      </a:cubicBezTo>
                      <a:lnTo>
                        <a:pt x="76867" y="68199"/>
                      </a:lnTo>
                      <a:lnTo>
                        <a:pt x="77914" y="66961"/>
                      </a:lnTo>
                      <a:close/>
                      <a:moveTo>
                        <a:pt x="81819" y="205550"/>
                      </a:moveTo>
                      <a:lnTo>
                        <a:pt x="81058" y="204788"/>
                      </a:lnTo>
                      <a:lnTo>
                        <a:pt x="83153" y="204788"/>
                      </a:lnTo>
                      <a:cubicBezTo>
                        <a:pt x="82105" y="205264"/>
                        <a:pt x="81725" y="205550"/>
                        <a:pt x="81915" y="205550"/>
                      </a:cubicBezTo>
                      <a:close/>
                      <a:moveTo>
                        <a:pt x="106680" y="184309"/>
                      </a:moveTo>
                      <a:lnTo>
                        <a:pt x="107728" y="183071"/>
                      </a:lnTo>
                      <a:lnTo>
                        <a:pt x="106680" y="180213"/>
                      </a:lnTo>
                      <a:lnTo>
                        <a:pt x="106680" y="184309"/>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72" name="Google Shape;1172;p99"/>
              <p:cNvGrpSpPr/>
              <p:nvPr/>
            </p:nvGrpSpPr>
            <p:grpSpPr>
              <a:xfrm>
                <a:off x="12507938" y="3996690"/>
                <a:ext cx="360330" cy="69246"/>
                <a:chOff x="7254620" y="1714785"/>
                <a:chExt cx="360330" cy="69246"/>
              </a:xfrm>
            </p:grpSpPr>
            <p:sp>
              <p:nvSpPr>
                <p:cNvPr id="1173" name="Google Shape;1173;p99"/>
                <p:cNvSpPr/>
                <p:nvPr/>
              </p:nvSpPr>
              <p:spPr>
                <a:xfrm>
                  <a:off x="7254620" y="1717071"/>
                  <a:ext cx="53721" cy="64008"/>
                </a:xfrm>
                <a:custGeom>
                  <a:avLst/>
                  <a:gdLst/>
                  <a:ahLst/>
                  <a:cxnLst/>
                  <a:rect l="l" t="t" r="r" b="b"/>
                  <a:pathLst>
                    <a:path w="53721" h="64008" extrusionOk="0">
                      <a:moveTo>
                        <a:pt x="42005" y="52483"/>
                      </a:moveTo>
                      <a:cubicBezTo>
                        <a:pt x="41815" y="53150"/>
                        <a:pt x="41720" y="53816"/>
                        <a:pt x="41720" y="54388"/>
                      </a:cubicBezTo>
                      <a:cubicBezTo>
                        <a:pt x="41720" y="55340"/>
                        <a:pt x="42005" y="56388"/>
                        <a:pt x="42386" y="57531"/>
                      </a:cubicBezTo>
                      <a:cubicBezTo>
                        <a:pt x="43053" y="58960"/>
                        <a:pt x="43434" y="59912"/>
                        <a:pt x="43434" y="60389"/>
                      </a:cubicBezTo>
                      <a:cubicBezTo>
                        <a:pt x="43719" y="60674"/>
                        <a:pt x="43815" y="60960"/>
                        <a:pt x="43815" y="61246"/>
                      </a:cubicBezTo>
                      <a:cubicBezTo>
                        <a:pt x="43815" y="61532"/>
                        <a:pt x="43624" y="61913"/>
                        <a:pt x="43148" y="62389"/>
                      </a:cubicBezTo>
                      <a:cubicBezTo>
                        <a:pt x="42576" y="63056"/>
                        <a:pt x="42196" y="63532"/>
                        <a:pt x="42100" y="63627"/>
                      </a:cubicBezTo>
                      <a:cubicBezTo>
                        <a:pt x="41624" y="63532"/>
                        <a:pt x="41148" y="63437"/>
                        <a:pt x="40577" y="63437"/>
                      </a:cubicBezTo>
                      <a:cubicBezTo>
                        <a:pt x="40005" y="63437"/>
                        <a:pt x="39243" y="63437"/>
                        <a:pt x="38100" y="63627"/>
                      </a:cubicBezTo>
                      <a:cubicBezTo>
                        <a:pt x="37052" y="63722"/>
                        <a:pt x="36195" y="63818"/>
                        <a:pt x="35719" y="63818"/>
                      </a:cubicBezTo>
                      <a:cubicBezTo>
                        <a:pt x="33814" y="63818"/>
                        <a:pt x="32385" y="63246"/>
                        <a:pt x="31528" y="62008"/>
                      </a:cubicBezTo>
                      <a:cubicBezTo>
                        <a:pt x="31813" y="61436"/>
                        <a:pt x="31909" y="60865"/>
                        <a:pt x="31909" y="60389"/>
                      </a:cubicBezTo>
                      <a:cubicBezTo>
                        <a:pt x="31909" y="59627"/>
                        <a:pt x="31528" y="58865"/>
                        <a:pt x="30766" y="57912"/>
                      </a:cubicBezTo>
                      <a:cubicBezTo>
                        <a:pt x="29623" y="56674"/>
                        <a:pt x="28956" y="55817"/>
                        <a:pt x="28860" y="55435"/>
                      </a:cubicBezTo>
                      <a:cubicBezTo>
                        <a:pt x="28670" y="55340"/>
                        <a:pt x="28384" y="55340"/>
                        <a:pt x="28099" y="55340"/>
                      </a:cubicBezTo>
                      <a:cubicBezTo>
                        <a:pt x="27717" y="55340"/>
                        <a:pt x="27146" y="55340"/>
                        <a:pt x="26289" y="55626"/>
                      </a:cubicBezTo>
                      <a:cubicBezTo>
                        <a:pt x="25432" y="55817"/>
                        <a:pt x="24765" y="55912"/>
                        <a:pt x="24479" y="55912"/>
                      </a:cubicBezTo>
                      <a:cubicBezTo>
                        <a:pt x="23526" y="55912"/>
                        <a:pt x="22955" y="55531"/>
                        <a:pt x="22670" y="54674"/>
                      </a:cubicBezTo>
                      <a:lnTo>
                        <a:pt x="22098" y="54674"/>
                      </a:lnTo>
                      <a:cubicBezTo>
                        <a:pt x="22098" y="54674"/>
                        <a:pt x="22098" y="53912"/>
                        <a:pt x="21907" y="53435"/>
                      </a:cubicBezTo>
                      <a:cubicBezTo>
                        <a:pt x="21812" y="52959"/>
                        <a:pt x="21717" y="52578"/>
                        <a:pt x="21717" y="52388"/>
                      </a:cubicBezTo>
                      <a:cubicBezTo>
                        <a:pt x="21717" y="52007"/>
                        <a:pt x="21812" y="51721"/>
                        <a:pt x="22098" y="51530"/>
                      </a:cubicBezTo>
                      <a:cubicBezTo>
                        <a:pt x="21907" y="51245"/>
                        <a:pt x="21717" y="50864"/>
                        <a:pt x="21717" y="50578"/>
                      </a:cubicBezTo>
                      <a:cubicBezTo>
                        <a:pt x="21717" y="50292"/>
                        <a:pt x="21812" y="49911"/>
                        <a:pt x="22098" y="49340"/>
                      </a:cubicBezTo>
                      <a:cubicBezTo>
                        <a:pt x="22384" y="48863"/>
                        <a:pt x="22479" y="48387"/>
                        <a:pt x="22479" y="48101"/>
                      </a:cubicBezTo>
                      <a:cubicBezTo>
                        <a:pt x="22479" y="47911"/>
                        <a:pt x="22479" y="47720"/>
                        <a:pt x="22384" y="47435"/>
                      </a:cubicBezTo>
                      <a:cubicBezTo>
                        <a:pt x="22765" y="46768"/>
                        <a:pt x="24003" y="46387"/>
                        <a:pt x="26003" y="46387"/>
                      </a:cubicBezTo>
                      <a:cubicBezTo>
                        <a:pt x="27813" y="46387"/>
                        <a:pt x="28765" y="46006"/>
                        <a:pt x="28765" y="45434"/>
                      </a:cubicBezTo>
                      <a:cubicBezTo>
                        <a:pt x="28765" y="45053"/>
                        <a:pt x="28480" y="44482"/>
                        <a:pt x="28004" y="43815"/>
                      </a:cubicBezTo>
                      <a:lnTo>
                        <a:pt x="28956" y="43815"/>
                      </a:lnTo>
                      <a:cubicBezTo>
                        <a:pt x="28956" y="43815"/>
                        <a:pt x="28956" y="44577"/>
                        <a:pt x="29337" y="45149"/>
                      </a:cubicBezTo>
                      <a:cubicBezTo>
                        <a:pt x="29432" y="45053"/>
                        <a:pt x="29527" y="44672"/>
                        <a:pt x="29623" y="44101"/>
                      </a:cubicBezTo>
                      <a:cubicBezTo>
                        <a:pt x="29623" y="43625"/>
                        <a:pt x="29909" y="43434"/>
                        <a:pt x="30385" y="43339"/>
                      </a:cubicBezTo>
                      <a:lnTo>
                        <a:pt x="29527" y="42482"/>
                      </a:lnTo>
                      <a:lnTo>
                        <a:pt x="30385" y="42291"/>
                      </a:lnTo>
                      <a:lnTo>
                        <a:pt x="29813" y="41720"/>
                      </a:lnTo>
                      <a:cubicBezTo>
                        <a:pt x="29813" y="41720"/>
                        <a:pt x="30003" y="41815"/>
                        <a:pt x="30194" y="41815"/>
                      </a:cubicBezTo>
                      <a:cubicBezTo>
                        <a:pt x="30385" y="41815"/>
                        <a:pt x="30670" y="41720"/>
                        <a:pt x="30956" y="41529"/>
                      </a:cubicBezTo>
                      <a:cubicBezTo>
                        <a:pt x="31337" y="41339"/>
                        <a:pt x="31528" y="41243"/>
                        <a:pt x="31718" y="41243"/>
                      </a:cubicBezTo>
                      <a:cubicBezTo>
                        <a:pt x="31909" y="41243"/>
                        <a:pt x="32099" y="41434"/>
                        <a:pt x="32099" y="41910"/>
                      </a:cubicBezTo>
                      <a:cubicBezTo>
                        <a:pt x="32004" y="41910"/>
                        <a:pt x="31432" y="42101"/>
                        <a:pt x="30480" y="42482"/>
                      </a:cubicBezTo>
                      <a:cubicBezTo>
                        <a:pt x="30480" y="42482"/>
                        <a:pt x="30861" y="42767"/>
                        <a:pt x="31528" y="43148"/>
                      </a:cubicBezTo>
                      <a:cubicBezTo>
                        <a:pt x="32004" y="43434"/>
                        <a:pt x="32195" y="43720"/>
                        <a:pt x="32195" y="44006"/>
                      </a:cubicBezTo>
                      <a:cubicBezTo>
                        <a:pt x="32195" y="44196"/>
                        <a:pt x="32195" y="44291"/>
                        <a:pt x="32195" y="44387"/>
                      </a:cubicBezTo>
                      <a:cubicBezTo>
                        <a:pt x="32385" y="44291"/>
                        <a:pt x="32575" y="44006"/>
                        <a:pt x="32671" y="43625"/>
                      </a:cubicBezTo>
                      <a:cubicBezTo>
                        <a:pt x="32671" y="43244"/>
                        <a:pt x="32671" y="42958"/>
                        <a:pt x="32671" y="42767"/>
                      </a:cubicBezTo>
                      <a:lnTo>
                        <a:pt x="33528" y="41910"/>
                      </a:lnTo>
                      <a:lnTo>
                        <a:pt x="31623" y="40196"/>
                      </a:lnTo>
                      <a:lnTo>
                        <a:pt x="31813" y="39815"/>
                      </a:lnTo>
                      <a:cubicBezTo>
                        <a:pt x="31813" y="39815"/>
                        <a:pt x="31528" y="39529"/>
                        <a:pt x="31337" y="39529"/>
                      </a:cubicBezTo>
                      <a:cubicBezTo>
                        <a:pt x="31242" y="39529"/>
                        <a:pt x="31052" y="39624"/>
                        <a:pt x="30766" y="39910"/>
                      </a:cubicBezTo>
                      <a:cubicBezTo>
                        <a:pt x="30480" y="40100"/>
                        <a:pt x="30194" y="40196"/>
                        <a:pt x="29909" y="40196"/>
                      </a:cubicBezTo>
                      <a:cubicBezTo>
                        <a:pt x="29909" y="40196"/>
                        <a:pt x="29242" y="40196"/>
                        <a:pt x="28099" y="40196"/>
                      </a:cubicBezTo>
                      <a:cubicBezTo>
                        <a:pt x="27432" y="40196"/>
                        <a:pt x="27146" y="39719"/>
                        <a:pt x="27051" y="38862"/>
                      </a:cubicBezTo>
                      <a:cubicBezTo>
                        <a:pt x="26670" y="38767"/>
                        <a:pt x="26479" y="38481"/>
                        <a:pt x="26479" y="38005"/>
                      </a:cubicBezTo>
                      <a:cubicBezTo>
                        <a:pt x="26479" y="37814"/>
                        <a:pt x="26479" y="37529"/>
                        <a:pt x="26575" y="37148"/>
                      </a:cubicBezTo>
                      <a:cubicBezTo>
                        <a:pt x="26670" y="36767"/>
                        <a:pt x="26670" y="36385"/>
                        <a:pt x="26670" y="36195"/>
                      </a:cubicBezTo>
                      <a:cubicBezTo>
                        <a:pt x="26670" y="35624"/>
                        <a:pt x="26289" y="35243"/>
                        <a:pt x="25622" y="35147"/>
                      </a:cubicBezTo>
                      <a:cubicBezTo>
                        <a:pt x="25527" y="34957"/>
                        <a:pt x="25432" y="34671"/>
                        <a:pt x="25432" y="34290"/>
                      </a:cubicBezTo>
                      <a:cubicBezTo>
                        <a:pt x="25432" y="34195"/>
                        <a:pt x="25432" y="33909"/>
                        <a:pt x="25432" y="33623"/>
                      </a:cubicBezTo>
                      <a:cubicBezTo>
                        <a:pt x="25432" y="33338"/>
                        <a:pt x="25432" y="33147"/>
                        <a:pt x="25432" y="32957"/>
                      </a:cubicBezTo>
                      <a:cubicBezTo>
                        <a:pt x="25432" y="32480"/>
                        <a:pt x="25241" y="32099"/>
                        <a:pt x="24765" y="31814"/>
                      </a:cubicBezTo>
                      <a:lnTo>
                        <a:pt x="24003" y="31623"/>
                      </a:lnTo>
                      <a:cubicBezTo>
                        <a:pt x="24003" y="31623"/>
                        <a:pt x="24574" y="30671"/>
                        <a:pt x="24574" y="30194"/>
                      </a:cubicBezTo>
                      <a:cubicBezTo>
                        <a:pt x="24574" y="29718"/>
                        <a:pt x="24479" y="29147"/>
                        <a:pt x="24098" y="28480"/>
                      </a:cubicBezTo>
                      <a:cubicBezTo>
                        <a:pt x="23813" y="28004"/>
                        <a:pt x="23526" y="27432"/>
                        <a:pt x="23241" y="26860"/>
                      </a:cubicBezTo>
                      <a:cubicBezTo>
                        <a:pt x="23431" y="26670"/>
                        <a:pt x="23622" y="26480"/>
                        <a:pt x="23622" y="26194"/>
                      </a:cubicBezTo>
                      <a:cubicBezTo>
                        <a:pt x="23622" y="25908"/>
                        <a:pt x="23622" y="25622"/>
                        <a:pt x="23241" y="25527"/>
                      </a:cubicBezTo>
                      <a:lnTo>
                        <a:pt x="22098" y="25718"/>
                      </a:lnTo>
                      <a:lnTo>
                        <a:pt x="21812" y="23813"/>
                      </a:lnTo>
                      <a:cubicBezTo>
                        <a:pt x="21812" y="23813"/>
                        <a:pt x="21241" y="24194"/>
                        <a:pt x="21241" y="24670"/>
                      </a:cubicBezTo>
                      <a:cubicBezTo>
                        <a:pt x="21241" y="25146"/>
                        <a:pt x="20955" y="25432"/>
                        <a:pt x="20478" y="25527"/>
                      </a:cubicBezTo>
                      <a:cubicBezTo>
                        <a:pt x="20574" y="25813"/>
                        <a:pt x="20669" y="26003"/>
                        <a:pt x="20669" y="26289"/>
                      </a:cubicBezTo>
                      <a:cubicBezTo>
                        <a:pt x="20669" y="26670"/>
                        <a:pt x="20478" y="27242"/>
                        <a:pt x="20098" y="28004"/>
                      </a:cubicBezTo>
                      <a:cubicBezTo>
                        <a:pt x="19717" y="28766"/>
                        <a:pt x="19621" y="29528"/>
                        <a:pt x="19621" y="30290"/>
                      </a:cubicBezTo>
                      <a:cubicBezTo>
                        <a:pt x="18955" y="30671"/>
                        <a:pt x="18574" y="31242"/>
                        <a:pt x="18479" y="32099"/>
                      </a:cubicBezTo>
                      <a:cubicBezTo>
                        <a:pt x="18383" y="33338"/>
                        <a:pt x="18192" y="34004"/>
                        <a:pt x="18097" y="34195"/>
                      </a:cubicBezTo>
                      <a:cubicBezTo>
                        <a:pt x="17907" y="34195"/>
                        <a:pt x="17621" y="34481"/>
                        <a:pt x="17240" y="35147"/>
                      </a:cubicBezTo>
                      <a:cubicBezTo>
                        <a:pt x="16859" y="36005"/>
                        <a:pt x="16383" y="36576"/>
                        <a:pt x="16002" y="36862"/>
                      </a:cubicBezTo>
                      <a:cubicBezTo>
                        <a:pt x="16002" y="36862"/>
                        <a:pt x="16193" y="37243"/>
                        <a:pt x="16573" y="37624"/>
                      </a:cubicBezTo>
                      <a:lnTo>
                        <a:pt x="17050" y="37052"/>
                      </a:lnTo>
                      <a:cubicBezTo>
                        <a:pt x="17050" y="37052"/>
                        <a:pt x="17145" y="37148"/>
                        <a:pt x="17145" y="37243"/>
                      </a:cubicBezTo>
                      <a:cubicBezTo>
                        <a:pt x="17145" y="37433"/>
                        <a:pt x="17050" y="37624"/>
                        <a:pt x="16859" y="38005"/>
                      </a:cubicBezTo>
                      <a:cubicBezTo>
                        <a:pt x="16669" y="38386"/>
                        <a:pt x="16573" y="38576"/>
                        <a:pt x="16573" y="38672"/>
                      </a:cubicBezTo>
                      <a:cubicBezTo>
                        <a:pt x="16193" y="39148"/>
                        <a:pt x="16002" y="39434"/>
                        <a:pt x="16002" y="39529"/>
                      </a:cubicBezTo>
                      <a:lnTo>
                        <a:pt x="16573" y="40100"/>
                      </a:lnTo>
                      <a:cubicBezTo>
                        <a:pt x="16573" y="40100"/>
                        <a:pt x="16859" y="39719"/>
                        <a:pt x="17050" y="39719"/>
                      </a:cubicBezTo>
                      <a:lnTo>
                        <a:pt x="17050" y="40291"/>
                      </a:lnTo>
                      <a:cubicBezTo>
                        <a:pt x="17050" y="40291"/>
                        <a:pt x="16669" y="40100"/>
                        <a:pt x="16573" y="40100"/>
                      </a:cubicBezTo>
                      <a:cubicBezTo>
                        <a:pt x="16193" y="40100"/>
                        <a:pt x="15907" y="40577"/>
                        <a:pt x="15811" y="41434"/>
                      </a:cubicBezTo>
                      <a:cubicBezTo>
                        <a:pt x="15526" y="42482"/>
                        <a:pt x="15335" y="43148"/>
                        <a:pt x="14954" y="43339"/>
                      </a:cubicBezTo>
                      <a:cubicBezTo>
                        <a:pt x="15240" y="43529"/>
                        <a:pt x="15430" y="44101"/>
                        <a:pt x="15526" y="44863"/>
                      </a:cubicBezTo>
                      <a:cubicBezTo>
                        <a:pt x="15716" y="45625"/>
                        <a:pt x="16002" y="46101"/>
                        <a:pt x="16573" y="46292"/>
                      </a:cubicBezTo>
                      <a:cubicBezTo>
                        <a:pt x="16859" y="46101"/>
                        <a:pt x="17526" y="46006"/>
                        <a:pt x="18479" y="46101"/>
                      </a:cubicBezTo>
                      <a:cubicBezTo>
                        <a:pt x="19335" y="46101"/>
                        <a:pt x="19812" y="46006"/>
                        <a:pt x="20002" y="45720"/>
                      </a:cubicBezTo>
                      <a:cubicBezTo>
                        <a:pt x="20002" y="46196"/>
                        <a:pt x="20193" y="47339"/>
                        <a:pt x="20478" y="48959"/>
                      </a:cubicBezTo>
                      <a:cubicBezTo>
                        <a:pt x="20669" y="50292"/>
                        <a:pt x="20860" y="51340"/>
                        <a:pt x="20860" y="52197"/>
                      </a:cubicBezTo>
                      <a:cubicBezTo>
                        <a:pt x="20860" y="53435"/>
                        <a:pt x="20669" y="54674"/>
                        <a:pt x="20288" y="55817"/>
                      </a:cubicBezTo>
                      <a:cubicBezTo>
                        <a:pt x="19621" y="56007"/>
                        <a:pt x="18574" y="56102"/>
                        <a:pt x="17050" y="56007"/>
                      </a:cubicBezTo>
                      <a:cubicBezTo>
                        <a:pt x="15526" y="56007"/>
                        <a:pt x="14478" y="56198"/>
                        <a:pt x="13621" y="56579"/>
                      </a:cubicBezTo>
                      <a:lnTo>
                        <a:pt x="14001" y="56769"/>
                      </a:lnTo>
                      <a:cubicBezTo>
                        <a:pt x="12954" y="57055"/>
                        <a:pt x="12287" y="57817"/>
                        <a:pt x="12096" y="59150"/>
                      </a:cubicBezTo>
                      <a:cubicBezTo>
                        <a:pt x="12002" y="60293"/>
                        <a:pt x="11906" y="61341"/>
                        <a:pt x="11716" y="62389"/>
                      </a:cubicBezTo>
                      <a:cubicBezTo>
                        <a:pt x="11430" y="63437"/>
                        <a:pt x="10477" y="63913"/>
                        <a:pt x="8954" y="63722"/>
                      </a:cubicBezTo>
                      <a:cubicBezTo>
                        <a:pt x="8763" y="63913"/>
                        <a:pt x="8572" y="64008"/>
                        <a:pt x="8382" y="64008"/>
                      </a:cubicBezTo>
                      <a:cubicBezTo>
                        <a:pt x="8191" y="64008"/>
                        <a:pt x="7905" y="63913"/>
                        <a:pt x="7429" y="63722"/>
                      </a:cubicBezTo>
                      <a:cubicBezTo>
                        <a:pt x="6953" y="63532"/>
                        <a:pt x="6668" y="63341"/>
                        <a:pt x="6477" y="63341"/>
                      </a:cubicBezTo>
                      <a:cubicBezTo>
                        <a:pt x="6286" y="63341"/>
                        <a:pt x="6001" y="63341"/>
                        <a:pt x="5619" y="63341"/>
                      </a:cubicBezTo>
                      <a:cubicBezTo>
                        <a:pt x="5334" y="63341"/>
                        <a:pt x="4858" y="63341"/>
                        <a:pt x="4191" y="63532"/>
                      </a:cubicBezTo>
                      <a:cubicBezTo>
                        <a:pt x="3524" y="63532"/>
                        <a:pt x="3048" y="63627"/>
                        <a:pt x="2762" y="63627"/>
                      </a:cubicBezTo>
                      <a:cubicBezTo>
                        <a:pt x="1334" y="63627"/>
                        <a:pt x="476" y="63151"/>
                        <a:pt x="190" y="62198"/>
                      </a:cubicBezTo>
                      <a:cubicBezTo>
                        <a:pt x="95" y="61817"/>
                        <a:pt x="0" y="61436"/>
                        <a:pt x="0" y="61055"/>
                      </a:cubicBezTo>
                      <a:cubicBezTo>
                        <a:pt x="0" y="60484"/>
                        <a:pt x="190" y="59722"/>
                        <a:pt x="667" y="58769"/>
                      </a:cubicBezTo>
                      <a:cubicBezTo>
                        <a:pt x="1143" y="57817"/>
                        <a:pt x="1334" y="56960"/>
                        <a:pt x="1143" y="56293"/>
                      </a:cubicBezTo>
                      <a:cubicBezTo>
                        <a:pt x="1905" y="56102"/>
                        <a:pt x="2286" y="55531"/>
                        <a:pt x="2286" y="54674"/>
                      </a:cubicBezTo>
                      <a:cubicBezTo>
                        <a:pt x="2286" y="54578"/>
                        <a:pt x="2286" y="54293"/>
                        <a:pt x="2286" y="54007"/>
                      </a:cubicBezTo>
                      <a:lnTo>
                        <a:pt x="2286" y="53340"/>
                      </a:lnTo>
                      <a:cubicBezTo>
                        <a:pt x="2286" y="53340"/>
                        <a:pt x="2286" y="52483"/>
                        <a:pt x="2571" y="52197"/>
                      </a:cubicBezTo>
                      <a:cubicBezTo>
                        <a:pt x="3334" y="51911"/>
                        <a:pt x="3715" y="51435"/>
                        <a:pt x="3715" y="50673"/>
                      </a:cubicBezTo>
                      <a:cubicBezTo>
                        <a:pt x="3715" y="50387"/>
                        <a:pt x="3715" y="50102"/>
                        <a:pt x="3620" y="49530"/>
                      </a:cubicBezTo>
                      <a:cubicBezTo>
                        <a:pt x="3620" y="49054"/>
                        <a:pt x="3524" y="48673"/>
                        <a:pt x="3524" y="48387"/>
                      </a:cubicBezTo>
                      <a:cubicBezTo>
                        <a:pt x="3524" y="47625"/>
                        <a:pt x="3905" y="47054"/>
                        <a:pt x="4572" y="46673"/>
                      </a:cubicBezTo>
                      <a:cubicBezTo>
                        <a:pt x="4572" y="46387"/>
                        <a:pt x="4381" y="46101"/>
                        <a:pt x="4381" y="45815"/>
                      </a:cubicBezTo>
                      <a:cubicBezTo>
                        <a:pt x="4381" y="45244"/>
                        <a:pt x="4667" y="44482"/>
                        <a:pt x="5239" y="43625"/>
                      </a:cubicBezTo>
                      <a:cubicBezTo>
                        <a:pt x="5810" y="42767"/>
                        <a:pt x="6096" y="42101"/>
                        <a:pt x="6096" y="41624"/>
                      </a:cubicBezTo>
                      <a:cubicBezTo>
                        <a:pt x="6096" y="41243"/>
                        <a:pt x="6001" y="40767"/>
                        <a:pt x="5715" y="40291"/>
                      </a:cubicBezTo>
                      <a:cubicBezTo>
                        <a:pt x="6477" y="39338"/>
                        <a:pt x="7048" y="38005"/>
                        <a:pt x="7334" y="36195"/>
                      </a:cubicBezTo>
                      <a:cubicBezTo>
                        <a:pt x="7525" y="34862"/>
                        <a:pt x="7715" y="33433"/>
                        <a:pt x="7811" y="32099"/>
                      </a:cubicBezTo>
                      <a:cubicBezTo>
                        <a:pt x="8572" y="31814"/>
                        <a:pt x="9049" y="30956"/>
                        <a:pt x="9239" y="29718"/>
                      </a:cubicBezTo>
                      <a:cubicBezTo>
                        <a:pt x="9430" y="28385"/>
                        <a:pt x="9810" y="27623"/>
                        <a:pt x="10477" y="27146"/>
                      </a:cubicBezTo>
                      <a:cubicBezTo>
                        <a:pt x="10287" y="26765"/>
                        <a:pt x="10192" y="26289"/>
                        <a:pt x="10192" y="25813"/>
                      </a:cubicBezTo>
                      <a:cubicBezTo>
                        <a:pt x="10192" y="25337"/>
                        <a:pt x="10192" y="24765"/>
                        <a:pt x="10382" y="24003"/>
                      </a:cubicBezTo>
                      <a:cubicBezTo>
                        <a:pt x="10573" y="23241"/>
                        <a:pt x="10668" y="22860"/>
                        <a:pt x="10668" y="22670"/>
                      </a:cubicBezTo>
                      <a:cubicBezTo>
                        <a:pt x="11239" y="22384"/>
                        <a:pt x="11525" y="21908"/>
                        <a:pt x="11525" y="21431"/>
                      </a:cubicBezTo>
                      <a:lnTo>
                        <a:pt x="11525" y="20574"/>
                      </a:lnTo>
                      <a:cubicBezTo>
                        <a:pt x="11525" y="19907"/>
                        <a:pt x="11906" y="19336"/>
                        <a:pt x="12668" y="18860"/>
                      </a:cubicBezTo>
                      <a:cubicBezTo>
                        <a:pt x="12287" y="18193"/>
                        <a:pt x="12287" y="17050"/>
                        <a:pt x="12668" y="15526"/>
                      </a:cubicBezTo>
                      <a:cubicBezTo>
                        <a:pt x="13716" y="15335"/>
                        <a:pt x="14097" y="14669"/>
                        <a:pt x="13906" y="13335"/>
                      </a:cubicBezTo>
                      <a:cubicBezTo>
                        <a:pt x="13621" y="11906"/>
                        <a:pt x="13621" y="11049"/>
                        <a:pt x="13906" y="10763"/>
                      </a:cubicBezTo>
                      <a:cubicBezTo>
                        <a:pt x="15144" y="9239"/>
                        <a:pt x="16193" y="8573"/>
                        <a:pt x="16954" y="8573"/>
                      </a:cubicBezTo>
                      <a:cubicBezTo>
                        <a:pt x="17526" y="8573"/>
                        <a:pt x="18002" y="8858"/>
                        <a:pt x="18383" y="9430"/>
                      </a:cubicBezTo>
                      <a:cubicBezTo>
                        <a:pt x="18479" y="9430"/>
                        <a:pt x="18574" y="9049"/>
                        <a:pt x="18574" y="8668"/>
                      </a:cubicBezTo>
                      <a:cubicBezTo>
                        <a:pt x="18669" y="8573"/>
                        <a:pt x="18859" y="8573"/>
                        <a:pt x="19050" y="8573"/>
                      </a:cubicBezTo>
                      <a:cubicBezTo>
                        <a:pt x="19240" y="8573"/>
                        <a:pt x="19526" y="8573"/>
                        <a:pt x="20002" y="8763"/>
                      </a:cubicBezTo>
                      <a:cubicBezTo>
                        <a:pt x="20478" y="8858"/>
                        <a:pt x="20764" y="8954"/>
                        <a:pt x="20955" y="8954"/>
                      </a:cubicBezTo>
                      <a:cubicBezTo>
                        <a:pt x="21527" y="8954"/>
                        <a:pt x="21907" y="8668"/>
                        <a:pt x="22098" y="8192"/>
                      </a:cubicBezTo>
                      <a:cubicBezTo>
                        <a:pt x="22288" y="8382"/>
                        <a:pt x="22765" y="8668"/>
                        <a:pt x="23526" y="9144"/>
                      </a:cubicBezTo>
                      <a:cubicBezTo>
                        <a:pt x="23717" y="8763"/>
                        <a:pt x="24003" y="8573"/>
                        <a:pt x="24384" y="8573"/>
                      </a:cubicBezTo>
                      <a:cubicBezTo>
                        <a:pt x="24574" y="8573"/>
                        <a:pt x="24955" y="8573"/>
                        <a:pt x="25527" y="8763"/>
                      </a:cubicBezTo>
                      <a:cubicBezTo>
                        <a:pt x="26098" y="8954"/>
                        <a:pt x="26479" y="9049"/>
                        <a:pt x="26765" y="9049"/>
                      </a:cubicBezTo>
                      <a:cubicBezTo>
                        <a:pt x="27051" y="9049"/>
                        <a:pt x="27241" y="9049"/>
                        <a:pt x="27432" y="8858"/>
                      </a:cubicBezTo>
                      <a:cubicBezTo>
                        <a:pt x="28004" y="9239"/>
                        <a:pt x="28575" y="9620"/>
                        <a:pt x="29146" y="10001"/>
                      </a:cubicBezTo>
                      <a:cubicBezTo>
                        <a:pt x="29718" y="10382"/>
                        <a:pt x="30003" y="10954"/>
                        <a:pt x="30003" y="11621"/>
                      </a:cubicBezTo>
                      <a:cubicBezTo>
                        <a:pt x="30003" y="11811"/>
                        <a:pt x="30003" y="12002"/>
                        <a:pt x="30003" y="12192"/>
                      </a:cubicBezTo>
                      <a:lnTo>
                        <a:pt x="31146" y="12002"/>
                      </a:lnTo>
                      <a:cubicBezTo>
                        <a:pt x="30956" y="12573"/>
                        <a:pt x="30861" y="13240"/>
                        <a:pt x="30861" y="13907"/>
                      </a:cubicBezTo>
                      <a:cubicBezTo>
                        <a:pt x="30861" y="15240"/>
                        <a:pt x="31432" y="16859"/>
                        <a:pt x="32480" y="18669"/>
                      </a:cubicBezTo>
                      <a:lnTo>
                        <a:pt x="31242" y="19241"/>
                      </a:lnTo>
                      <a:lnTo>
                        <a:pt x="32480" y="19717"/>
                      </a:lnTo>
                      <a:cubicBezTo>
                        <a:pt x="32480" y="19717"/>
                        <a:pt x="31909" y="19812"/>
                        <a:pt x="31432" y="20288"/>
                      </a:cubicBezTo>
                      <a:lnTo>
                        <a:pt x="31432" y="20574"/>
                      </a:lnTo>
                      <a:cubicBezTo>
                        <a:pt x="31432" y="20574"/>
                        <a:pt x="32385" y="20574"/>
                        <a:pt x="33242" y="20860"/>
                      </a:cubicBezTo>
                      <a:lnTo>
                        <a:pt x="32290" y="22384"/>
                      </a:lnTo>
                      <a:cubicBezTo>
                        <a:pt x="33338" y="23622"/>
                        <a:pt x="34290" y="24289"/>
                        <a:pt x="35147" y="24289"/>
                      </a:cubicBezTo>
                      <a:lnTo>
                        <a:pt x="35147" y="24860"/>
                      </a:lnTo>
                      <a:cubicBezTo>
                        <a:pt x="35147" y="24860"/>
                        <a:pt x="34576" y="24194"/>
                        <a:pt x="34385" y="24289"/>
                      </a:cubicBezTo>
                      <a:cubicBezTo>
                        <a:pt x="34194" y="24956"/>
                        <a:pt x="34099" y="25622"/>
                        <a:pt x="34099" y="26384"/>
                      </a:cubicBezTo>
                      <a:cubicBezTo>
                        <a:pt x="34099" y="27908"/>
                        <a:pt x="34480" y="29051"/>
                        <a:pt x="35147" y="29813"/>
                      </a:cubicBezTo>
                      <a:cubicBezTo>
                        <a:pt x="34957" y="30004"/>
                        <a:pt x="34861" y="30194"/>
                        <a:pt x="34861" y="30385"/>
                      </a:cubicBezTo>
                      <a:cubicBezTo>
                        <a:pt x="34861" y="30575"/>
                        <a:pt x="35052" y="30861"/>
                        <a:pt x="35337" y="31147"/>
                      </a:cubicBezTo>
                      <a:cubicBezTo>
                        <a:pt x="35719" y="31433"/>
                        <a:pt x="35814" y="31718"/>
                        <a:pt x="35814" y="32004"/>
                      </a:cubicBezTo>
                      <a:cubicBezTo>
                        <a:pt x="35814" y="32099"/>
                        <a:pt x="35814" y="32290"/>
                        <a:pt x="35623" y="32480"/>
                      </a:cubicBezTo>
                      <a:lnTo>
                        <a:pt x="36480" y="32861"/>
                      </a:lnTo>
                      <a:cubicBezTo>
                        <a:pt x="36957" y="35433"/>
                        <a:pt x="37242" y="37052"/>
                        <a:pt x="37338" y="37624"/>
                      </a:cubicBezTo>
                      <a:cubicBezTo>
                        <a:pt x="37719" y="39434"/>
                        <a:pt x="38290" y="40958"/>
                        <a:pt x="39052" y="42196"/>
                      </a:cubicBezTo>
                      <a:cubicBezTo>
                        <a:pt x="38481" y="43148"/>
                        <a:pt x="38671" y="43815"/>
                        <a:pt x="39624" y="44291"/>
                      </a:cubicBezTo>
                      <a:cubicBezTo>
                        <a:pt x="39624" y="46577"/>
                        <a:pt x="39910" y="48197"/>
                        <a:pt x="40671" y="49054"/>
                      </a:cubicBezTo>
                      <a:cubicBezTo>
                        <a:pt x="40671" y="51245"/>
                        <a:pt x="41243" y="52388"/>
                        <a:pt x="42291" y="52388"/>
                      </a:cubicBezTo>
                      <a:close/>
                      <a:moveTo>
                        <a:pt x="2286" y="9716"/>
                      </a:moveTo>
                      <a:lnTo>
                        <a:pt x="1714" y="10287"/>
                      </a:lnTo>
                      <a:lnTo>
                        <a:pt x="952" y="9430"/>
                      </a:lnTo>
                      <a:lnTo>
                        <a:pt x="2286" y="9811"/>
                      </a:lnTo>
                      <a:close/>
                      <a:moveTo>
                        <a:pt x="3429" y="20003"/>
                      </a:moveTo>
                      <a:lnTo>
                        <a:pt x="3810" y="21336"/>
                      </a:lnTo>
                      <a:lnTo>
                        <a:pt x="2762" y="22955"/>
                      </a:lnTo>
                      <a:lnTo>
                        <a:pt x="3334" y="20003"/>
                      </a:lnTo>
                      <a:close/>
                      <a:moveTo>
                        <a:pt x="4286" y="13907"/>
                      </a:moveTo>
                      <a:cubicBezTo>
                        <a:pt x="4286" y="13907"/>
                        <a:pt x="4000" y="14097"/>
                        <a:pt x="3620" y="14478"/>
                      </a:cubicBezTo>
                      <a:lnTo>
                        <a:pt x="3429" y="13716"/>
                      </a:lnTo>
                      <a:lnTo>
                        <a:pt x="4286" y="13907"/>
                      </a:lnTo>
                      <a:close/>
                      <a:moveTo>
                        <a:pt x="10192" y="15240"/>
                      </a:moveTo>
                      <a:cubicBezTo>
                        <a:pt x="9810" y="14478"/>
                        <a:pt x="9239" y="14192"/>
                        <a:pt x="8287" y="14383"/>
                      </a:cubicBezTo>
                      <a:lnTo>
                        <a:pt x="8096" y="14669"/>
                      </a:lnTo>
                      <a:cubicBezTo>
                        <a:pt x="8096" y="14669"/>
                        <a:pt x="8191" y="14002"/>
                        <a:pt x="8477" y="14002"/>
                      </a:cubicBezTo>
                      <a:cubicBezTo>
                        <a:pt x="8477" y="14002"/>
                        <a:pt x="8763" y="14002"/>
                        <a:pt x="9239" y="14192"/>
                      </a:cubicBezTo>
                      <a:cubicBezTo>
                        <a:pt x="9620" y="14288"/>
                        <a:pt x="9906" y="14288"/>
                        <a:pt x="10192" y="14192"/>
                      </a:cubicBezTo>
                      <a:lnTo>
                        <a:pt x="10192" y="15240"/>
                      </a:lnTo>
                      <a:close/>
                      <a:moveTo>
                        <a:pt x="9049" y="37433"/>
                      </a:moveTo>
                      <a:lnTo>
                        <a:pt x="9049" y="36100"/>
                      </a:lnTo>
                      <a:lnTo>
                        <a:pt x="8858" y="36100"/>
                      </a:lnTo>
                      <a:lnTo>
                        <a:pt x="8858" y="37433"/>
                      </a:lnTo>
                      <a:lnTo>
                        <a:pt x="9049" y="37433"/>
                      </a:lnTo>
                      <a:close/>
                      <a:moveTo>
                        <a:pt x="12859" y="16288"/>
                      </a:moveTo>
                      <a:lnTo>
                        <a:pt x="14383" y="15431"/>
                      </a:lnTo>
                      <a:lnTo>
                        <a:pt x="14192" y="14573"/>
                      </a:lnTo>
                      <a:lnTo>
                        <a:pt x="12859" y="16193"/>
                      </a:lnTo>
                      <a:close/>
                      <a:moveTo>
                        <a:pt x="14383" y="25813"/>
                      </a:moveTo>
                      <a:lnTo>
                        <a:pt x="15716" y="26194"/>
                      </a:lnTo>
                      <a:lnTo>
                        <a:pt x="15526" y="25813"/>
                      </a:lnTo>
                      <a:lnTo>
                        <a:pt x="14383" y="25813"/>
                      </a:lnTo>
                      <a:close/>
                      <a:moveTo>
                        <a:pt x="15526" y="24479"/>
                      </a:moveTo>
                      <a:lnTo>
                        <a:pt x="16097" y="24194"/>
                      </a:lnTo>
                      <a:lnTo>
                        <a:pt x="15526" y="23622"/>
                      </a:lnTo>
                      <a:lnTo>
                        <a:pt x="15526" y="24384"/>
                      </a:lnTo>
                      <a:close/>
                      <a:moveTo>
                        <a:pt x="16097" y="13145"/>
                      </a:moveTo>
                      <a:lnTo>
                        <a:pt x="16954" y="12954"/>
                      </a:lnTo>
                      <a:lnTo>
                        <a:pt x="15811" y="12573"/>
                      </a:lnTo>
                      <a:lnTo>
                        <a:pt x="16193" y="13145"/>
                      </a:lnTo>
                      <a:close/>
                      <a:moveTo>
                        <a:pt x="16287" y="4667"/>
                      </a:moveTo>
                      <a:lnTo>
                        <a:pt x="16669" y="5525"/>
                      </a:lnTo>
                      <a:lnTo>
                        <a:pt x="16097" y="5525"/>
                      </a:lnTo>
                      <a:lnTo>
                        <a:pt x="16287" y="4667"/>
                      </a:lnTo>
                      <a:close/>
                      <a:moveTo>
                        <a:pt x="18764" y="2858"/>
                      </a:moveTo>
                      <a:cubicBezTo>
                        <a:pt x="18764" y="2858"/>
                        <a:pt x="18192" y="2477"/>
                        <a:pt x="18192" y="2000"/>
                      </a:cubicBezTo>
                      <a:lnTo>
                        <a:pt x="18192" y="1048"/>
                      </a:lnTo>
                      <a:lnTo>
                        <a:pt x="20002" y="0"/>
                      </a:lnTo>
                      <a:cubicBezTo>
                        <a:pt x="20002" y="0"/>
                        <a:pt x="19812" y="381"/>
                        <a:pt x="19335" y="667"/>
                      </a:cubicBezTo>
                      <a:cubicBezTo>
                        <a:pt x="18859" y="857"/>
                        <a:pt x="18574" y="1143"/>
                        <a:pt x="18574" y="1429"/>
                      </a:cubicBezTo>
                      <a:cubicBezTo>
                        <a:pt x="18574" y="1619"/>
                        <a:pt x="18669" y="1715"/>
                        <a:pt x="18955" y="2000"/>
                      </a:cubicBezTo>
                      <a:cubicBezTo>
                        <a:pt x="18955" y="2286"/>
                        <a:pt x="18955" y="2572"/>
                        <a:pt x="18764" y="2953"/>
                      </a:cubicBezTo>
                      <a:close/>
                      <a:moveTo>
                        <a:pt x="20574" y="6382"/>
                      </a:moveTo>
                      <a:lnTo>
                        <a:pt x="21050" y="6382"/>
                      </a:lnTo>
                      <a:lnTo>
                        <a:pt x="20288" y="7715"/>
                      </a:lnTo>
                      <a:lnTo>
                        <a:pt x="20669" y="6382"/>
                      </a:lnTo>
                      <a:close/>
                      <a:moveTo>
                        <a:pt x="20574" y="15907"/>
                      </a:moveTo>
                      <a:lnTo>
                        <a:pt x="20574" y="15050"/>
                      </a:lnTo>
                      <a:lnTo>
                        <a:pt x="20193" y="15050"/>
                      </a:lnTo>
                      <a:lnTo>
                        <a:pt x="20193" y="15907"/>
                      </a:lnTo>
                      <a:lnTo>
                        <a:pt x="20574" y="15907"/>
                      </a:lnTo>
                      <a:close/>
                      <a:moveTo>
                        <a:pt x="24003" y="5239"/>
                      </a:moveTo>
                      <a:lnTo>
                        <a:pt x="24003" y="6287"/>
                      </a:lnTo>
                      <a:lnTo>
                        <a:pt x="23241" y="4477"/>
                      </a:lnTo>
                      <a:cubicBezTo>
                        <a:pt x="23717" y="4477"/>
                        <a:pt x="24003" y="4763"/>
                        <a:pt x="24003" y="5239"/>
                      </a:cubicBezTo>
                      <a:close/>
                      <a:moveTo>
                        <a:pt x="25241" y="15335"/>
                      </a:moveTo>
                      <a:lnTo>
                        <a:pt x="26861" y="14764"/>
                      </a:lnTo>
                      <a:lnTo>
                        <a:pt x="26003" y="14764"/>
                      </a:lnTo>
                      <a:lnTo>
                        <a:pt x="25241" y="15335"/>
                      </a:lnTo>
                      <a:close/>
                      <a:moveTo>
                        <a:pt x="25241" y="20574"/>
                      </a:moveTo>
                      <a:lnTo>
                        <a:pt x="25432" y="19717"/>
                      </a:lnTo>
                      <a:lnTo>
                        <a:pt x="25241" y="19526"/>
                      </a:lnTo>
                      <a:lnTo>
                        <a:pt x="25241" y="20574"/>
                      </a:lnTo>
                      <a:close/>
                      <a:moveTo>
                        <a:pt x="27622" y="42291"/>
                      </a:moveTo>
                      <a:cubicBezTo>
                        <a:pt x="27622" y="42291"/>
                        <a:pt x="27813" y="42291"/>
                        <a:pt x="28194" y="42482"/>
                      </a:cubicBezTo>
                      <a:lnTo>
                        <a:pt x="28384" y="42291"/>
                      </a:lnTo>
                      <a:lnTo>
                        <a:pt x="27622" y="41529"/>
                      </a:lnTo>
                      <a:lnTo>
                        <a:pt x="28670" y="41910"/>
                      </a:lnTo>
                      <a:cubicBezTo>
                        <a:pt x="28099" y="42482"/>
                        <a:pt x="27717" y="42767"/>
                        <a:pt x="27622" y="42767"/>
                      </a:cubicBezTo>
                      <a:lnTo>
                        <a:pt x="27622" y="42196"/>
                      </a:lnTo>
                      <a:close/>
                      <a:moveTo>
                        <a:pt x="29623" y="29051"/>
                      </a:moveTo>
                      <a:cubicBezTo>
                        <a:pt x="30099" y="28861"/>
                        <a:pt x="30289" y="28385"/>
                        <a:pt x="30194" y="27718"/>
                      </a:cubicBezTo>
                      <a:cubicBezTo>
                        <a:pt x="29527" y="27908"/>
                        <a:pt x="29146" y="28289"/>
                        <a:pt x="29146" y="28861"/>
                      </a:cubicBezTo>
                      <a:cubicBezTo>
                        <a:pt x="29337" y="29051"/>
                        <a:pt x="29527" y="29147"/>
                        <a:pt x="29527" y="29051"/>
                      </a:cubicBezTo>
                      <a:close/>
                      <a:moveTo>
                        <a:pt x="30194" y="18669"/>
                      </a:moveTo>
                      <a:lnTo>
                        <a:pt x="29337" y="18669"/>
                      </a:lnTo>
                      <a:lnTo>
                        <a:pt x="29527" y="20574"/>
                      </a:lnTo>
                      <a:lnTo>
                        <a:pt x="30099" y="18669"/>
                      </a:lnTo>
                      <a:close/>
                      <a:moveTo>
                        <a:pt x="30194" y="25718"/>
                      </a:moveTo>
                      <a:cubicBezTo>
                        <a:pt x="30194" y="25718"/>
                        <a:pt x="30099" y="25337"/>
                        <a:pt x="30099" y="25241"/>
                      </a:cubicBezTo>
                      <a:cubicBezTo>
                        <a:pt x="30099" y="24860"/>
                        <a:pt x="30385" y="24670"/>
                        <a:pt x="30861" y="24670"/>
                      </a:cubicBezTo>
                      <a:lnTo>
                        <a:pt x="31337" y="24670"/>
                      </a:lnTo>
                      <a:lnTo>
                        <a:pt x="31337" y="24289"/>
                      </a:lnTo>
                      <a:cubicBezTo>
                        <a:pt x="31337" y="24289"/>
                        <a:pt x="31052" y="24289"/>
                        <a:pt x="30956" y="24289"/>
                      </a:cubicBezTo>
                      <a:cubicBezTo>
                        <a:pt x="30670" y="24289"/>
                        <a:pt x="30289" y="24479"/>
                        <a:pt x="30099" y="24765"/>
                      </a:cubicBezTo>
                      <a:cubicBezTo>
                        <a:pt x="29813" y="25051"/>
                        <a:pt x="29718" y="25432"/>
                        <a:pt x="29718" y="25718"/>
                      </a:cubicBezTo>
                      <a:lnTo>
                        <a:pt x="30289" y="25718"/>
                      </a:lnTo>
                      <a:close/>
                      <a:moveTo>
                        <a:pt x="30480" y="37243"/>
                      </a:moveTo>
                      <a:cubicBezTo>
                        <a:pt x="30480" y="37243"/>
                        <a:pt x="30480" y="37052"/>
                        <a:pt x="30766" y="36671"/>
                      </a:cubicBezTo>
                      <a:cubicBezTo>
                        <a:pt x="30480" y="36671"/>
                        <a:pt x="30289" y="36671"/>
                        <a:pt x="30194" y="36862"/>
                      </a:cubicBezTo>
                      <a:cubicBezTo>
                        <a:pt x="30194" y="37052"/>
                        <a:pt x="30003" y="37148"/>
                        <a:pt x="29909" y="37243"/>
                      </a:cubicBezTo>
                      <a:lnTo>
                        <a:pt x="30480" y="37243"/>
                      </a:lnTo>
                      <a:close/>
                      <a:moveTo>
                        <a:pt x="30766" y="8001"/>
                      </a:moveTo>
                      <a:lnTo>
                        <a:pt x="31242" y="7430"/>
                      </a:lnTo>
                      <a:lnTo>
                        <a:pt x="30480" y="6668"/>
                      </a:lnTo>
                      <a:lnTo>
                        <a:pt x="30956" y="6096"/>
                      </a:lnTo>
                      <a:lnTo>
                        <a:pt x="31813" y="7715"/>
                      </a:lnTo>
                      <a:lnTo>
                        <a:pt x="30766" y="7906"/>
                      </a:lnTo>
                      <a:close/>
                      <a:moveTo>
                        <a:pt x="34099" y="41624"/>
                      </a:moveTo>
                      <a:lnTo>
                        <a:pt x="34099" y="40767"/>
                      </a:lnTo>
                      <a:cubicBezTo>
                        <a:pt x="34099" y="40767"/>
                        <a:pt x="34004" y="40862"/>
                        <a:pt x="33528" y="41148"/>
                      </a:cubicBezTo>
                      <a:cubicBezTo>
                        <a:pt x="33338" y="41148"/>
                        <a:pt x="33242" y="40862"/>
                        <a:pt x="33051" y="40672"/>
                      </a:cubicBezTo>
                      <a:cubicBezTo>
                        <a:pt x="32861" y="40386"/>
                        <a:pt x="32766" y="40291"/>
                        <a:pt x="32671" y="40291"/>
                      </a:cubicBezTo>
                      <a:cubicBezTo>
                        <a:pt x="32480" y="40291"/>
                        <a:pt x="32385" y="40291"/>
                        <a:pt x="32195" y="40577"/>
                      </a:cubicBezTo>
                      <a:lnTo>
                        <a:pt x="34099" y="41720"/>
                      </a:lnTo>
                      <a:close/>
                      <a:moveTo>
                        <a:pt x="35719" y="41243"/>
                      </a:moveTo>
                      <a:cubicBezTo>
                        <a:pt x="35719" y="41243"/>
                        <a:pt x="35719" y="41243"/>
                        <a:pt x="35719" y="41148"/>
                      </a:cubicBezTo>
                      <a:lnTo>
                        <a:pt x="35433" y="39434"/>
                      </a:lnTo>
                      <a:cubicBezTo>
                        <a:pt x="35433" y="39434"/>
                        <a:pt x="35147" y="39815"/>
                        <a:pt x="35147" y="40005"/>
                      </a:cubicBezTo>
                      <a:cubicBezTo>
                        <a:pt x="35147" y="39910"/>
                        <a:pt x="35337" y="40291"/>
                        <a:pt x="35719" y="41148"/>
                      </a:cubicBezTo>
                      <a:lnTo>
                        <a:pt x="35719" y="41148"/>
                      </a:lnTo>
                      <a:close/>
                      <a:moveTo>
                        <a:pt x="38862" y="381"/>
                      </a:moveTo>
                      <a:lnTo>
                        <a:pt x="38862" y="953"/>
                      </a:lnTo>
                      <a:lnTo>
                        <a:pt x="37909" y="953"/>
                      </a:lnTo>
                      <a:lnTo>
                        <a:pt x="38862" y="381"/>
                      </a:lnTo>
                      <a:close/>
                      <a:moveTo>
                        <a:pt x="39434" y="11335"/>
                      </a:moveTo>
                      <a:lnTo>
                        <a:pt x="38671" y="12097"/>
                      </a:lnTo>
                      <a:lnTo>
                        <a:pt x="39434" y="11049"/>
                      </a:lnTo>
                      <a:lnTo>
                        <a:pt x="39434" y="11430"/>
                      </a:lnTo>
                      <a:close/>
                      <a:moveTo>
                        <a:pt x="43434" y="23432"/>
                      </a:moveTo>
                      <a:lnTo>
                        <a:pt x="42958" y="24003"/>
                      </a:lnTo>
                      <a:lnTo>
                        <a:pt x="42576" y="24003"/>
                      </a:lnTo>
                      <a:lnTo>
                        <a:pt x="43529" y="23432"/>
                      </a:lnTo>
                      <a:close/>
                      <a:moveTo>
                        <a:pt x="43243" y="11906"/>
                      </a:moveTo>
                      <a:cubicBezTo>
                        <a:pt x="43243" y="11906"/>
                        <a:pt x="43053" y="11906"/>
                        <a:pt x="43053" y="11525"/>
                      </a:cubicBezTo>
                      <a:cubicBezTo>
                        <a:pt x="43053" y="11144"/>
                        <a:pt x="43053" y="11049"/>
                        <a:pt x="43053" y="11049"/>
                      </a:cubicBezTo>
                      <a:lnTo>
                        <a:pt x="43339" y="11049"/>
                      </a:lnTo>
                      <a:lnTo>
                        <a:pt x="43339" y="11906"/>
                      </a:lnTo>
                      <a:close/>
                      <a:moveTo>
                        <a:pt x="53244" y="6287"/>
                      </a:moveTo>
                      <a:cubicBezTo>
                        <a:pt x="53244" y="6287"/>
                        <a:pt x="53244" y="5906"/>
                        <a:pt x="53244" y="5715"/>
                      </a:cubicBezTo>
                      <a:cubicBezTo>
                        <a:pt x="53340" y="5525"/>
                        <a:pt x="53530" y="5429"/>
                        <a:pt x="53721" y="5525"/>
                      </a:cubicBezTo>
                      <a:lnTo>
                        <a:pt x="53721" y="6382"/>
                      </a:lnTo>
                      <a:lnTo>
                        <a:pt x="53149" y="6382"/>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 name="Google Shape;1174;p99"/>
                <p:cNvSpPr/>
                <p:nvPr/>
              </p:nvSpPr>
              <p:spPr>
                <a:xfrm>
                  <a:off x="7300816" y="1725834"/>
                  <a:ext cx="39338" cy="58197"/>
                </a:xfrm>
                <a:custGeom>
                  <a:avLst/>
                  <a:gdLst/>
                  <a:ahLst/>
                  <a:cxnLst/>
                  <a:rect l="l" t="t" r="r" b="b"/>
                  <a:pathLst>
                    <a:path w="39338" h="58197" extrusionOk="0">
                      <a:moveTo>
                        <a:pt x="39243" y="39243"/>
                      </a:moveTo>
                      <a:cubicBezTo>
                        <a:pt x="39243" y="39243"/>
                        <a:pt x="38767" y="39529"/>
                        <a:pt x="38767" y="39815"/>
                      </a:cubicBezTo>
                      <a:cubicBezTo>
                        <a:pt x="38767" y="39624"/>
                        <a:pt x="38862" y="40005"/>
                        <a:pt x="39243" y="40862"/>
                      </a:cubicBezTo>
                      <a:cubicBezTo>
                        <a:pt x="38767" y="41719"/>
                        <a:pt x="38576" y="42863"/>
                        <a:pt x="38576" y="44196"/>
                      </a:cubicBezTo>
                      <a:cubicBezTo>
                        <a:pt x="38576" y="44958"/>
                        <a:pt x="38671" y="46101"/>
                        <a:pt x="38862" y="47625"/>
                      </a:cubicBezTo>
                      <a:cubicBezTo>
                        <a:pt x="39053" y="49149"/>
                        <a:pt x="39148" y="50197"/>
                        <a:pt x="39148" y="50863"/>
                      </a:cubicBezTo>
                      <a:cubicBezTo>
                        <a:pt x="39148" y="53816"/>
                        <a:pt x="37529" y="55531"/>
                        <a:pt x="34385" y="55817"/>
                      </a:cubicBezTo>
                      <a:cubicBezTo>
                        <a:pt x="34004" y="55435"/>
                        <a:pt x="33528" y="55245"/>
                        <a:pt x="33052" y="55245"/>
                      </a:cubicBezTo>
                      <a:cubicBezTo>
                        <a:pt x="32766" y="55245"/>
                        <a:pt x="32481" y="55245"/>
                        <a:pt x="32099" y="55435"/>
                      </a:cubicBezTo>
                      <a:cubicBezTo>
                        <a:pt x="31718" y="55626"/>
                        <a:pt x="31432" y="55626"/>
                        <a:pt x="31338" y="55626"/>
                      </a:cubicBezTo>
                      <a:cubicBezTo>
                        <a:pt x="30861" y="55626"/>
                        <a:pt x="30575" y="55435"/>
                        <a:pt x="30385" y="54959"/>
                      </a:cubicBezTo>
                      <a:lnTo>
                        <a:pt x="29623" y="54769"/>
                      </a:lnTo>
                      <a:lnTo>
                        <a:pt x="30004" y="54578"/>
                      </a:lnTo>
                      <a:cubicBezTo>
                        <a:pt x="29242" y="54388"/>
                        <a:pt x="28575" y="53816"/>
                        <a:pt x="27813" y="52673"/>
                      </a:cubicBezTo>
                      <a:cubicBezTo>
                        <a:pt x="27051" y="51530"/>
                        <a:pt x="26384" y="50959"/>
                        <a:pt x="25622" y="50768"/>
                      </a:cubicBezTo>
                      <a:cubicBezTo>
                        <a:pt x="25622" y="50578"/>
                        <a:pt x="25622" y="50387"/>
                        <a:pt x="25622" y="50197"/>
                      </a:cubicBezTo>
                      <a:cubicBezTo>
                        <a:pt x="25622" y="49911"/>
                        <a:pt x="25432" y="49721"/>
                        <a:pt x="25432" y="49721"/>
                      </a:cubicBezTo>
                      <a:cubicBezTo>
                        <a:pt x="25432" y="49530"/>
                        <a:pt x="25622" y="49340"/>
                        <a:pt x="25908" y="49244"/>
                      </a:cubicBezTo>
                      <a:cubicBezTo>
                        <a:pt x="25146" y="48768"/>
                        <a:pt x="24384" y="47720"/>
                        <a:pt x="23717" y="46101"/>
                      </a:cubicBezTo>
                      <a:cubicBezTo>
                        <a:pt x="22956" y="44577"/>
                        <a:pt x="22289" y="43529"/>
                        <a:pt x="21527" y="43053"/>
                      </a:cubicBezTo>
                      <a:cubicBezTo>
                        <a:pt x="21336" y="41719"/>
                        <a:pt x="20764" y="40196"/>
                        <a:pt x="19717" y="38481"/>
                      </a:cubicBezTo>
                      <a:cubicBezTo>
                        <a:pt x="18098" y="36004"/>
                        <a:pt x="17240" y="34576"/>
                        <a:pt x="17145" y="34385"/>
                      </a:cubicBezTo>
                      <a:cubicBezTo>
                        <a:pt x="17145" y="34004"/>
                        <a:pt x="17050" y="33433"/>
                        <a:pt x="16669" y="32861"/>
                      </a:cubicBezTo>
                      <a:cubicBezTo>
                        <a:pt x="16288" y="32194"/>
                        <a:pt x="16097" y="31718"/>
                        <a:pt x="16097" y="31432"/>
                      </a:cubicBezTo>
                      <a:cubicBezTo>
                        <a:pt x="16097" y="31242"/>
                        <a:pt x="16097" y="31051"/>
                        <a:pt x="16288" y="30766"/>
                      </a:cubicBezTo>
                      <a:cubicBezTo>
                        <a:pt x="16097" y="30861"/>
                        <a:pt x="15812" y="30956"/>
                        <a:pt x="15621" y="30956"/>
                      </a:cubicBezTo>
                      <a:cubicBezTo>
                        <a:pt x="15050" y="30956"/>
                        <a:pt x="14478" y="30290"/>
                        <a:pt x="14002" y="28861"/>
                      </a:cubicBezTo>
                      <a:cubicBezTo>
                        <a:pt x="13525" y="27432"/>
                        <a:pt x="12859" y="26765"/>
                        <a:pt x="11906" y="26765"/>
                      </a:cubicBezTo>
                      <a:cubicBezTo>
                        <a:pt x="11716" y="26765"/>
                        <a:pt x="11525" y="26765"/>
                        <a:pt x="11239" y="26765"/>
                      </a:cubicBezTo>
                      <a:cubicBezTo>
                        <a:pt x="11525" y="28003"/>
                        <a:pt x="11621" y="29337"/>
                        <a:pt x="11621" y="30861"/>
                      </a:cubicBezTo>
                      <a:cubicBezTo>
                        <a:pt x="11621" y="32099"/>
                        <a:pt x="11525" y="33909"/>
                        <a:pt x="11239" y="36385"/>
                      </a:cubicBezTo>
                      <a:cubicBezTo>
                        <a:pt x="10954" y="38862"/>
                        <a:pt x="10859" y="40672"/>
                        <a:pt x="10859" y="41815"/>
                      </a:cubicBezTo>
                      <a:cubicBezTo>
                        <a:pt x="10859" y="44101"/>
                        <a:pt x="11144" y="46101"/>
                        <a:pt x="11716" y="47911"/>
                      </a:cubicBezTo>
                      <a:cubicBezTo>
                        <a:pt x="11144" y="48292"/>
                        <a:pt x="10859" y="48768"/>
                        <a:pt x="10859" y="49435"/>
                      </a:cubicBezTo>
                      <a:cubicBezTo>
                        <a:pt x="10859" y="49816"/>
                        <a:pt x="10859" y="50292"/>
                        <a:pt x="11144" y="51054"/>
                      </a:cubicBezTo>
                      <a:cubicBezTo>
                        <a:pt x="11335" y="51721"/>
                        <a:pt x="11430" y="52197"/>
                        <a:pt x="11430" y="52578"/>
                      </a:cubicBezTo>
                      <a:cubicBezTo>
                        <a:pt x="11430" y="53245"/>
                        <a:pt x="11049" y="53721"/>
                        <a:pt x="10383" y="54007"/>
                      </a:cubicBezTo>
                      <a:cubicBezTo>
                        <a:pt x="10383" y="54578"/>
                        <a:pt x="10192" y="55054"/>
                        <a:pt x="9811" y="55340"/>
                      </a:cubicBezTo>
                      <a:lnTo>
                        <a:pt x="2667" y="55054"/>
                      </a:lnTo>
                      <a:cubicBezTo>
                        <a:pt x="2667" y="55054"/>
                        <a:pt x="2667" y="54578"/>
                        <a:pt x="2477" y="54578"/>
                      </a:cubicBezTo>
                      <a:cubicBezTo>
                        <a:pt x="2477" y="54578"/>
                        <a:pt x="2286" y="54578"/>
                        <a:pt x="2096" y="54769"/>
                      </a:cubicBezTo>
                      <a:cubicBezTo>
                        <a:pt x="1905" y="54864"/>
                        <a:pt x="1810" y="54959"/>
                        <a:pt x="1714" y="54959"/>
                      </a:cubicBezTo>
                      <a:cubicBezTo>
                        <a:pt x="1619" y="54959"/>
                        <a:pt x="1429" y="54959"/>
                        <a:pt x="1334" y="54673"/>
                      </a:cubicBezTo>
                      <a:cubicBezTo>
                        <a:pt x="667" y="54197"/>
                        <a:pt x="286" y="53626"/>
                        <a:pt x="286" y="52959"/>
                      </a:cubicBezTo>
                      <a:cubicBezTo>
                        <a:pt x="286" y="52673"/>
                        <a:pt x="381" y="52102"/>
                        <a:pt x="667" y="51244"/>
                      </a:cubicBezTo>
                      <a:cubicBezTo>
                        <a:pt x="953" y="50482"/>
                        <a:pt x="1048" y="49816"/>
                        <a:pt x="1048" y="49340"/>
                      </a:cubicBezTo>
                      <a:cubicBezTo>
                        <a:pt x="1048" y="48958"/>
                        <a:pt x="953" y="48577"/>
                        <a:pt x="762" y="48196"/>
                      </a:cubicBezTo>
                      <a:cubicBezTo>
                        <a:pt x="571" y="47053"/>
                        <a:pt x="476" y="44863"/>
                        <a:pt x="571" y="41815"/>
                      </a:cubicBezTo>
                      <a:cubicBezTo>
                        <a:pt x="571" y="39148"/>
                        <a:pt x="381" y="37052"/>
                        <a:pt x="0" y="35528"/>
                      </a:cubicBezTo>
                      <a:cubicBezTo>
                        <a:pt x="381" y="35052"/>
                        <a:pt x="571" y="34385"/>
                        <a:pt x="571" y="33623"/>
                      </a:cubicBezTo>
                      <a:cubicBezTo>
                        <a:pt x="571" y="33338"/>
                        <a:pt x="571" y="32766"/>
                        <a:pt x="381" y="32099"/>
                      </a:cubicBezTo>
                      <a:cubicBezTo>
                        <a:pt x="286" y="31432"/>
                        <a:pt x="191" y="30956"/>
                        <a:pt x="191" y="30575"/>
                      </a:cubicBezTo>
                      <a:cubicBezTo>
                        <a:pt x="191" y="29623"/>
                        <a:pt x="476" y="28956"/>
                        <a:pt x="1048" y="28289"/>
                      </a:cubicBezTo>
                      <a:cubicBezTo>
                        <a:pt x="381" y="25622"/>
                        <a:pt x="0" y="22574"/>
                        <a:pt x="191" y="19240"/>
                      </a:cubicBezTo>
                      <a:lnTo>
                        <a:pt x="571" y="19240"/>
                      </a:lnTo>
                      <a:cubicBezTo>
                        <a:pt x="571" y="19240"/>
                        <a:pt x="381" y="18478"/>
                        <a:pt x="381" y="17907"/>
                      </a:cubicBezTo>
                      <a:cubicBezTo>
                        <a:pt x="381" y="17431"/>
                        <a:pt x="381" y="16764"/>
                        <a:pt x="571" y="15811"/>
                      </a:cubicBezTo>
                      <a:cubicBezTo>
                        <a:pt x="667" y="14859"/>
                        <a:pt x="762" y="14097"/>
                        <a:pt x="762" y="13621"/>
                      </a:cubicBezTo>
                      <a:cubicBezTo>
                        <a:pt x="762" y="12573"/>
                        <a:pt x="571" y="11716"/>
                        <a:pt x="191" y="11049"/>
                      </a:cubicBezTo>
                      <a:cubicBezTo>
                        <a:pt x="762" y="11049"/>
                        <a:pt x="1334" y="10763"/>
                        <a:pt x="2000" y="10382"/>
                      </a:cubicBezTo>
                      <a:cubicBezTo>
                        <a:pt x="2000" y="10477"/>
                        <a:pt x="2286" y="10573"/>
                        <a:pt x="2667" y="10668"/>
                      </a:cubicBezTo>
                      <a:cubicBezTo>
                        <a:pt x="3048" y="10668"/>
                        <a:pt x="3334" y="10763"/>
                        <a:pt x="3429" y="10858"/>
                      </a:cubicBezTo>
                      <a:lnTo>
                        <a:pt x="4000" y="10096"/>
                      </a:lnTo>
                      <a:cubicBezTo>
                        <a:pt x="4000" y="10096"/>
                        <a:pt x="3906" y="10858"/>
                        <a:pt x="4191" y="11240"/>
                      </a:cubicBezTo>
                      <a:cubicBezTo>
                        <a:pt x="4382" y="11621"/>
                        <a:pt x="4763" y="11811"/>
                        <a:pt x="5144" y="11621"/>
                      </a:cubicBezTo>
                      <a:cubicBezTo>
                        <a:pt x="5525" y="11144"/>
                        <a:pt x="5715" y="10763"/>
                        <a:pt x="5715" y="10382"/>
                      </a:cubicBezTo>
                      <a:cubicBezTo>
                        <a:pt x="5715" y="9715"/>
                        <a:pt x="4953" y="9144"/>
                        <a:pt x="3620" y="8572"/>
                      </a:cubicBezTo>
                      <a:cubicBezTo>
                        <a:pt x="2191" y="8001"/>
                        <a:pt x="1429" y="7620"/>
                        <a:pt x="1334" y="7429"/>
                      </a:cubicBezTo>
                      <a:cubicBezTo>
                        <a:pt x="1524" y="7429"/>
                        <a:pt x="1714" y="7429"/>
                        <a:pt x="1905" y="7429"/>
                      </a:cubicBezTo>
                      <a:cubicBezTo>
                        <a:pt x="2286" y="7429"/>
                        <a:pt x="3239" y="7048"/>
                        <a:pt x="4763" y="6286"/>
                      </a:cubicBezTo>
                      <a:cubicBezTo>
                        <a:pt x="4667" y="6001"/>
                        <a:pt x="4477" y="5905"/>
                        <a:pt x="4286" y="5905"/>
                      </a:cubicBezTo>
                      <a:cubicBezTo>
                        <a:pt x="4286" y="5905"/>
                        <a:pt x="4000" y="5905"/>
                        <a:pt x="3810" y="6096"/>
                      </a:cubicBezTo>
                      <a:cubicBezTo>
                        <a:pt x="3620" y="6191"/>
                        <a:pt x="3334" y="6286"/>
                        <a:pt x="3239" y="6286"/>
                      </a:cubicBezTo>
                      <a:cubicBezTo>
                        <a:pt x="3334" y="6286"/>
                        <a:pt x="3429" y="5905"/>
                        <a:pt x="3429" y="5524"/>
                      </a:cubicBezTo>
                      <a:cubicBezTo>
                        <a:pt x="2191" y="4763"/>
                        <a:pt x="1238" y="4477"/>
                        <a:pt x="571" y="4763"/>
                      </a:cubicBezTo>
                      <a:lnTo>
                        <a:pt x="571" y="1524"/>
                      </a:lnTo>
                      <a:lnTo>
                        <a:pt x="12192" y="1143"/>
                      </a:lnTo>
                      <a:cubicBezTo>
                        <a:pt x="12764" y="2286"/>
                        <a:pt x="13335" y="3524"/>
                        <a:pt x="13907" y="4763"/>
                      </a:cubicBezTo>
                      <a:cubicBezTo>
                        <a:pt x="14478" y="6001"/>
                        <a:pt x="14764" y="7334"/>
                        <a:pt x="14574" y="8668"/>
                      </a:cubicBezTo>
                      <a:cubicBezTo>
                        <a:pt x="14954" y="8287"/>
                        <a:pt x="15145" y="8096"/>
                        <a:pt x="15430" y="8096"/>
                      </a:cubicBezTo>
                      <a:cubicBezTo>
                        <a:pt x="15621" y="8096"/>
                        <a:pt x="15812" y="8382"/>
                        <a:pt x="16097" y="8858"/>
                      </a:cubicBezTo>
                      <a:cubicBezTo>
                        <a:pt x="16288" y="9430"/>
                        <a:pt x="16573" y="9715"/>
                        <a:pt x="16764" y="9906"/>
                      </a:cubicBezTo>
                      <a:cubicBezTo>
                        <a:pt x="16669" y="10192"/>
                        <a:pt x="16573" y="10573"/>
                        <a:pt x="16573" y="10763"/>
                      </a:cubicBezTo>
                      <a:cubicBezTo>
                        <a:pt x="16573" y="11335"/>
                        <a:pt x="17050" y="12097"/>
                        <a:pt x="17907" y="12859"/>
                      </a:cubicBezTo>
                      <a:cubicBezTo>
                        <a:pt x="18765" y="13621"/>
                        <a:pt x="19241" y="14383"/>
                        <a:pt x="19145" y="15145"/>
                      </a:cubicBezTo>
                      <a:cubicBezTo>
                        <a:pt x="19336" y="15526"/>
                        <a:pt x="20193" y="17145"/>
                        <a:pt x="21813" y="20193"/>
                      </a:cubicBezTo>
                      <a:cubicBezTo>
                        <a:pt x="21813" y="21431"/>
                        <a:pt x="22003" y="22193"/>
                        <a:pt x="22384" y="22574"/>
                      </a:cubicBezTo>
                      <a:cubicBezTo>
                        <a:pt x="22574" y="22574"/>
                        <a:pt x="22765" y="22479"/>
                        <a:pt x="22860" y="22479"/>
                      </a:cubicBezTo>
                      <a:cubicBezTo>
                        <a:pt x="23146" y="22479"/>
                        <a:pt x="23241" y="22669"/>
                        <a:pt x="23241" y="23050"/>
                      </a:cubicBezTo>
                      <a:cubicBezTo>
                        <a:pt x="23241" y="23527"/>
                        <a:pt x="23241" y="23813"/>
                        <a:pt x="23432" y="23908"/>
                      </a:cubicBezTo>
                      <a:cubicBezTo>
                        <a:pt x="23717" y="24098"/>
                        <a:pt x="24194" y="24765"/>
                        <a:pt x="24860" y="25908"/>
                      </a:cubicBezTo>
                      <a:cubicBezTo>
                        <a:pt x="25432" y="26765"/>
                        <a:pt x="26098" y="27242"/>
                        <a:pt x="26861" y="27242"/>
                      </a:cubicBezTo>
                      <a:cubicBezTo>
                        <a:pt x="26861" y="27527"/>
                        <a:pt x="26861" y="27908"/>
                        <a:pt x="27432" y="28289"/>
                      </a:cubicBezTo>
                      <a:lnTo>
                        <a:pt x="28194" y="27432"/>
                      </a:lnTo>
                      <a:lnTo>
                        <a:pt x="28004" y="17621"/>
                      </a:lnTo>
                      <a:cubicBezTo>
                        <a:pt x="28004" y="17621"/>
                        <a:pt x="28480" y="17145"/>
                        <a:pt x="28480" y="16954"/>
                      </a:cubicBezTo>
                      <a:cubicBezTo>
                        <a:pt x="28480" y="16764"/>
                        <a:pt x="28290" y="16478"/>
                        <a:pt x="28004" y="16097"/>
                      </a:cubicBezTo>
                      <a:cubicBezTo>
                        <a:pt x="27718" y="15716"/>
                        <a:pt x="27527" y="15335"/>
                        <a:pt x="27527" y="15145"/>
                      </a:cubicBezTo>
                      <a:cubicBezTo>
                        <a:pt x="27527" y="14859"/>
                        <a:pt x="27718" y="14573"/>
                        <a:pt x="28194" y="14288"/>
                      </a:cubicBezTo>
                      <a:cubicBezTo>
                        <a:pt x="27813" y="13240"/>
                        <a:pt x="27623" y="12192"/>
                        <a:pt x="27623" y="11049"/>
                      </a:cubicBezTo>
                      <a:cubicBezTo>
                        <a:pt x="27623" y="10192"/>
                        <a:pt x="27718" y="9049"/>
                        <a:pt x="28004" y="7525"/>
                      </a:cubicBezTo>
                      <a:cubicBezTo>
                        <a:pt x="28290" y="6001"/>
                        <a:pt x="28384" y="4858"/>
                        <a:pt x="28384" y="4191"/>
                      </a:cubicBezTo>
                      <a:cubicBezTo>
                        <a:pt x="28384" y="3619"/>
                        <a:pt x="28384" y="3143"/>
                        <a:pt x="28290" y="2572"/>
                      </a:cubicBezTo>
                      <a:cubicBezTo>
                        <a:pt x="28766" y="2572"/>
                        <a:pt x="29242" y="2096"/>
                        <a:pt x="29718" y="1143"/>
                      </a:cubicBezTo>
                      <a:cubicBezTo>
                        <a:pt x="30099" y="286"/>
                        <a:pt x="30671" y="0"/>
                        <a:pt x="31432" y="190"/>
                      </a:cubicBezTo>
                      <a:lnTo>
                        <a:pt x="32575" y="190"/>
                      </a:lnTo>
                      <a:cubicBezTo>
                        <a:pt x="32575" y="190"/>
                        <a:pt x="33719" y="190"/>
                        <a:pt x="34480" y="95"/>
                      </a:cubicBezTo>
                      <a:cubicBezTo>
                        <a:pt x="35338" y="95"/>
                        <a:pt x="35909" y="0"/>
                        <a:pt x="36386" y="0"/>
                      </a:cubicBezTo>
                      <a:cubicBezTo>
                        <a:pt x="37338" y="0"/>
                        <a:pt x="38005" y="286"/>
                        <a:pt x="38671" y="857"/>
                      </a:cubicBezTo>
                      <a:cubicBezTo>
                        <a:pt x="38958" y="4000"/>
                        <a:pt x="39053" y="7810"/>
                        <a:pt x="39053" y="12287"/>
                      </a:cubicBezTo>
                      <a:cubicBezTo>
                        <a:pt x="39053" y="14097"/>
                        <a:pt x="39053" y="16954"/>
                        <a:pt x="39053" y="20765"/>
                      </a:cubicBezTo>
                      <a:cubicBezTo>
                        <a:pt x="39053" y="24574"/>
                        <a:pt x="39053" y="27432"/>
                        <a:pt x="39053" y="29242"/>
                      </a:cubicBezTo>
                      <a:cubicBezTo>
                        <a:pt x="39053" y="33147"/>
                        <a:pt x="39053" y="36481"/>
                        <a:pt x="39338" y="39243"/>
                      </a:cubicBezTo>
                      <a:close/>
                      <a:moveTo>
                        <a:pt x="858" y="8001"/>
                      </a:moveTo>
                      <a:lnTo>
                        <a:pt x="1619" y="8763"/>
                      </a:lnTo>
                      <a:lnTo>
                        <a:pt x="1619" y="9525"/>
                      </a:lnTo>
                      <a:lnTo>
                        <a:pt x="858" y="8001"/>
                      </a:lnTo>
                      <a:close/>
                      <a:moveTo>
                        <a:pt x="2096" y="9525"/>
                      </a:moveTo>
                      <a:cubicBezTo>
                        <a:pt x="2096" y="9525"/>
                        <a:pt x="2191" y="9906"/>
                        <a:pt x="2191" y="10192"/>
                      </a:cubicBezTo>
                      <a:cubicBezTo>
                        <a:pt x="2191" y="10001"/>
                        <a:pt x="2096" y="9811"/>
                        <a:pt x="2096" y="9525"/>
                      </a:cubicBezTo>
                      <a:close/>
                      <a:moveTo>
                        <a:pt x="3143" y="8763"/>
                      </a:moveTo>
                      <a:lnTo>
                        <a:pt x="3143" y="9525"/>
                      </a:lnTo>
                      <a:lnTo>
                        <a:pt x="2286" y="8572"/>
                      </a:lnTo>
                      <a:lnTo>
                        <a:pt x="3143" y="8763"/>
                      </a:lnTo>
                      <a:close/>
                      <a:moveTo>
                        <a:pt x="2667" y="5905"/>
                      </a:moveTo>
                      <a:cubicBezTo>
                        <a:pt x="2667" y="5905"/>
                        <a:pt x="3429" y="5905"/>
                        <a:pt x="3524" y="6096"/>
                      </a:cubicBezTo>
                      <a:lnTo>
                        <a:pt x="3143" y="6286"/>
                      </a:lnTo>
                      <a:lnTo>
                        <a:pt x="2667" y="5905"/>
                      </a:lnTo>
                      <a:close/>
                      <a:moveTo>
                        <a:pt x="6096" y="6096"/>
                      </a:moveTo>
                      <a:lnTo>
                        <a:pt x="6001" y="6096"/>
                      </a:lnTo>
                      <a:lnTo>
                        <a:pt x="5429" y="5048"/>
                      </a:lnTo>
                      <a:cubicBezTo>
                        <a:pt x="5429" y="5048"/>
                        <a:pt x="4953" y="4572"/>
                        <a:pt x="4477" y="4572"/>
                      </a:cubicBezTo>
                      <a:cubicBezTo>
                        <a:pt x="4667" y="4572"/>
                        <a:pt x="5144" y="5144"/>
                        <a:pt x="6001" y="5905"/>
                      </a:cubicBezTo>
                      <a:lnTo>
                        <a:pt x="6096" y="5905"/>
                      </a:lnTo>
                      <a:close/>
                      <a:moveTo>
                        <a:pt x="6953" y="10001"/>
                      </a:moveTo>
                      <a:lnTo>
                        <a:pt x="8001" y="10001"/>
                      </a:lnTo>
                      <a:cubicBezTo>
                        <a:pt x="8001" y="10001"/>
                        <a:pt x="7334" y="9906"/>
                        <a:pt x="6953" y="10001"/>
                      </a:cubicBezTo>
                      <a:lnTo>
                        <a:pt x="6382" y="10001"/>
                      </a:lnTo>
                      <a:lnTo>
                        <a:pt x="6572" y="10573"/>
                      </a:lnTo>
                      <a:cubicBezTo>
                        <a:pt x="6572" y="10573"/>
                        <a:pt x="6572" y="10763"/>
                        <a:pt x="6763" y="10954"/>
                      </a:cubicBezTo>
                      <a:lnTo>
                        <a:pt x="6572" y="10573"/>
                      </a:lnTo>
                      <a:cubicBezTo>
                        <a:pt x="6572" y="10573"/>
                        <a:pt x="6763" y="10096"/>
                        <a:pt x="6953" y="10001"/>
                      </a:cubicBezTo>
                      <a:close/>
                      <a:moveTo>
                        <a:pt x="8001" y="42577"/>
                      </a:moveTo>
                      <a:lnTo>
                        <a:pt x="8001" y="40672"/>
                      </a:lnTo>
                      <a:lnTo>
                        <a:pt x="7715" y="40672"/>
                      </a:lnTo>
                      <a:lnTo>
                        <a:pt x="7715" y="42577"/>
                      </a:lnTo>
                      <a:lnTo>
                        <a:pt x="8001" y="42577"/>
                      </a:lnTo>
                      <a:close/>
                      <a:moveTo>
                        <a:pt x="9144" y="10954"/>
                      </a:moveTo>
                      <a:cubicBezTo>
                        <a:pt x="9144" y="10954"/>
                        <a:pt x="9334" y="11144"/>
                        <a:pt x="9525" y="11335"/>
                      </a:cubicBezTo>
                      <a:lnTo>
                        <a:pt x="9144" y="10954"/>
                      </a:lnTo>
                      <a:cubicBezTo>
                        <a:pt x="9144" y="10954"/>
                        <a:pt x="9049" y="10192"/>
                        <a:pt x="8763" y="9620"/>
                      </a:cubicBezTo>
                      <a:cubicBezTo>
                        <a:pt x="8573" y="9811"/>
                        <a:pt x="8477" y="10001"/>
                        <a:pt x="8477" y="10192"/>
                      </a:cubicBezTo>
                      <a:cubicBezTo>
                        <a:pt x="8477" y="10382"/>
                        <a:pt x="8668" y="10668"/>
                        <a:pt x="9144" y="10954"/>
                      </a:cubicBezTo>
                      <a:close/>
                      <a:moveTo>
                        <a:pt x="9334" y="12859"/>
                      </a:moveTo>
                      <a:lnTo>
                        <a:pt x="10668" y="12859"/>
                      </a:lnTo>
                      <a:lnTo>
                        <a:pt x="9811" y="12097"/>
                      </a:lnTo>
                      <a:lnTo>
                        <a:pt x="9430" y="12859"/>
                      </a:lnTo>
                      <a:close/>
                      <a:moveTo>
                        <a:pt x="22003" y="55245"/>
                      </a:moveTo>
                      <a:cubicBezTo>
                        <a:pt x="22003" y="55245"/>
                        <a:pt x="22670" y="55245"/>
                        <a:pt x="23050" y="55435"/>
                      </a:cubicBezTo>
                      <a:lnTo>
                        <a:pt x="22193" y="56007"/>
                      </a:lnTo>
                      <a:lnTo>
                        <a:pt x="22003" y="55150"/>
                      </a:lnTo>
                      <a:close/>
                      <a:moveTo>
                        <a:pt x="27527" y="58198"/>
                      </a:moveTo>
                      <a:lnTo>
                        <a:pt x="27527" y="57150"/>
                      </a:lnTo>
                      <a:lnTo>
                        <a:pt x="27813" y="57150"/>
                      </a:lnTo>
                      <a:cubicBezTo>
                        <a:pt x="27813" y="57150"/>
                        <a:pt x="27813" y="57721"/>
                        <a:pt x="27527" y="58198"/>
                      </a:cubicBezTo>
                      <a:close/>
                      <a:moveTo>
                        <a:pt x="30099" y="46768"/>
                      </a:moveTo>
                      <a:cubicBezTo>
                        <a:pt x="29623" y="47053"/>
                        <a:pt x="29337" y="47339"/>
                        <a:pt x="29337" y="47625"/>
                      </a:cubicBezTo>
                      <a:cubicBezTo>
                        <a:pt x="29337" y="47815"/>
                        <a:pt x="29433" y="48101"/>
                        <a:pt x="29718" y="48482"/>
                      </a:cubicBezTo>
                      <a:cubicBezTo>
                        <a:pt x="30004" y="48863"/>
                        <a:pt x="30099" y="49149"/>
                        <a:pt x="30099" y="49340"/>
                      </a:cubicBezTo>
                      <a:lnTo>
                        <a:pt x="30099" y="49340"/>
                      </a:lnTo>
                      <a:cubicBezTo>
                        <a:pt x="30099" y="49340"/>
                        <a:pt x="30099" y="49625"/>
                        <a:pt x="30099" y="49721"/>
                      </a:cubicBezTo>
                      <a:cubicBezTo>
                        <a:pt x="30099" y="49625"/>
                        <a:pt x="30099" y="49530"/>
                        <a:pt x="30194" y="49340"/>
                      </a:cubicBezTo>
                      <a:cubicBezTo>
                        <a:pt x="30194" y="49149"/>
                        <a:pt x="30289" y="48958"/>
                        <a:pt x="30480" y="48577"/>
                      </a:cubicBezTo>
                      <a:cubicBezTo>
                        <a:pt x="30575" y="48292"/>
                        <a:pt x="30671" y="48006"/>
                        <a:pt x="30671" y="47815"/>
                      </a:cubicBezTo>
                      <a:cubicBezTo>
                        <a:pt x="30671" y="47530"/>
                        <a:pt x="30480" y="47149"/>
                        <a:pt x="30099" y="46768"/>
                      </a:cubicBezTo>
                      <a:close/>
                      <a:moveTo>
                        <a:pt x="30099" y="52769"/>
                      </a:moveTo>
                      <a:cubicBezTo>
                        <a:pt x="30099" y="52769"/>
                        <a:pt x="30766" y="52102"/>
                        <a:pt x="30671" y="51816"/>
                      </a:cubicBezTo>
                      <a:cubicBezTo>
                        <a:pt x="30575" y="51530"/>
                        <a:pt x="30385" y="51435"/>
                        <a:pt x="30099" y="51435"/>
                      </a:cubicBezTo>
                      <a:cubicBezTo>
                        <a:pt x="29813" y="51721"/>
                        <a:pt x="29718" y="52006"/>
                        <a:pt x="29813" y="52292"/>
                      </a:cubicBezTo>
                      <a:cubicBezTo>
                        <a:pt x="30004" y="52769"/>
                        <a:pt x="30099" y="52959"/>
                        <a:pt x="30099" y="52864"/>
                      </a:cubicBezTo>
                      <a:lnTo>
                        <a:pt x="30289" y="53054"/>
                      </a:lnTo>
                      <a:cubicBezTo>
                        <a:pt x="30289" y="53054"/>
                        <a:pt x="30671" y="53435"/>
                        <a:pt x="30671" y="53626"/>
                      </a:cubicBezTo>
                      <a:cubicBezTo>
                        <a:pt x="30671" y="53530"/>
                        <a:pt x="30671" y="53340"/>
                        <a:pt x="30480" y="53149"/>
                      </a:cubicBezTo>
                      <a:cubicBezTo>
                        <a:pt x="30289" y="52959"/>
                        <a:pt x="30194" y="52864"/>
                        <a:pt x="30099" y="52769"/>
                      </a:cubicBezTo>
                      <a:close/>
                      <a:moveTo>
                        <a:pt x="35909" y="17526"/>
                      </a:moveTo>
                      <a:lnTo>
                        <a:pt x="37243" y="18288"/>
                      </a:lnTo>
                      <a:lnTo>
                        <a:pt x="36481" y="17335"/>
                      </a:lnTo>
                      <a:lnTo>
                        <a:pt x="36957" y="16764"/>
                      </a:lnTo>
                      <a:lnTo>
                        <a:pt x="34290" y="15716"/>
                      </a:lnTo>
                      <a:cubicBezTo>
                        <a:pt x="34290" y="15716"/>
                        <a:pt x="34862" y="16097"/>
                        <a:pt x="34862" y="16288"/>
                      </a:cubicBezTo>
                      <a:cubicBezTo>
                        <a:pt x="34862" y="16478"/>
                        <a:pt x="34671" y="16764"/>
                        <a:pt x="34290" y="16954"/>
                      </a:cubicBezTo>
                      <a:cubicBezTo>
                        <a:pt x="34195" y="16669"/>
                        <a:pt x="34004" y="16478"/>
                        <a:pt x="33719" y="16478"/>
                      </a:cubicBezTo>
                      <a:cubicBezTo>
                        <a:pt x="33624" y="16478"/>
                        <a:pt x="33338" y="16478"/>
                        <a:pt x="33147" y="16573"/>
                      </a:cubicBezTo>
                      <a:cubicBezTo>
                        <a:pt x="32861" y="16573"/>
                        <a:pt x="32671" y="16669"/>
                        <a:pt x="32575" y="16669"/>
                      </a:cubicBezTo>
                      <a:cubicBezTo>
                        <a:pt x="32385" y="16669"/>
                        <a:pt x="32195" y="16669"/>
                        <a:pt x="32099" y="16478"/>
                      </a:cubicBezTo>
                      <a:lnTo>
                        <a:pt x="32290" y="16097"/>
                      </a:lnTo>
                      <a:lnTo>
                        <a:pt x="29909" y="16669"/>
                      </a:lnTo>
                      <a:lnTo>
                        <a:pt x="31242" y="16669"/>
                      </a:lnTo>
                      <a:cubicBezTo>
                        <a:pt x="31242" y="16669"/>
                        <a:pt x="32099" y="16859"/>
                        <a:pt x="32385" y="17240"/>
                      </a:cubicBezTo>
                      <a:cubicBezTo>
                        <a:pt x="32671" y="17717"/>
                        <a:pt x="32861" y="18097"/>
                        <a:pt x="32861" y="18383"/>
                      </a:cubicBezTo>
                      <a:lnTo>
                        <a:pt x="33052" y="18097"/>
                      </a:lnTo>
                      <a:cubicBezTo>
                        <a:pt x="33052" y="18097"/>
                        <a:pt x="33433" y="18097"/>
                        <a:pt x="33528" y="18193"/>
                      </a:cubicBezTo>
                      <a:cubicBezTo>
                        <a:pt x="33719" y="18478"/>
                        <a:pt x="33909" y="18574"/>
                        <a:pt x="33909" y="18574"/>
                      </a:cubicBezTo>
                      <a:lnTo>
                        <a:pt x="33909" y="17526"/>
                      </a:lnTo>
                      <a:cubicBezTo>
                        <a:pt x="33909" y="17526"/>
                        <a:pt x="33909" y="16859"/>
                        <a:pt x="34290" y="16669"/>
                      </a:cubicBezTo>
                      <a:cubicBezTo>
                        <a:pt x="34576" y="16859"/>
                        <a:pt x="34766" y="17050"/>
                        <a:pt x="34862" y="17050"/>
                      </a:cubicBezTo>
                      <a:cubicBezTo>
                        <a:pt x="34862" y="16573"/>
                        <a:pt x="34957" y="16383"/>
                        <a:pt x="35243" y="16288"/>
                      </a:cubicBezTo>
                      <a:cubicBezTo>
                        <a:pt x="35433" y="16288"/>
                        <a:pt x="35719" y="16288"/>
                        <a:pt x="36290" y="16669"/>
                      </a:cubicBezTo>
                      <a:cubicBezTo>
                        <a:pt x="36290" y="16859"/>
                        <a:pt x="36290" y="16954"/>
                        <a:pt x="36005" y="17240"/>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 name="Google Shape;1175;p99"/>
                <p:cNvSpPr/>
                <p:nvPr/>
              </p:nvSpPr>
              <p:spPr>
                <a:xfrm>
                  <a:off x="7345679" y="1717071"/>
                  <a:ext cx="53911" cy="64008"/>
                </a:xfrm>
                <a:custGeom>
                  <a:avLst/>
                  <a:gdLst/>
                  <a:ahLst/>
                  <a:cxnLst/>
                  <a:rect l="l" t="t" r="r" b="b"/>
                  <a:pathLst>
                    <a:path w="53911" h="64008" extrusionOk="0">
                      <a:moveTo>
                        <a:pt x="42196" y="52483"/>
                      </a:moveTo>
                      <a:cubicBezTo>
                        <a:pt x="42005" y="53150"/>
                        <a:pt x="41910" y="53816"/>
                        <a:pt x="41910" y="54388"/>
                      </a:cubicBezTo>
                      <a:cubicBezTo>
                        <a:pt x="41910" y="55340"/>
                        <a:pt x="42100" y="56388"/>
                        <a:pt x="42576" y="57531"/>
                      </a:cubicBezTo>
                      <a:cubicBezTo>
                        <a:pt x="43243" y="58960"/>
                        <a:pt x="43625" y="59912"/>
                        <a:pt x="43719" y="60389"/>
                      </a:cubicBezTo>
                      <a:cubicBezTo>
                        <a:pt x="43910" y="60674"/>
                        <a:pt x="44101" y="60960"/>
                        <a:pt x="44101" y="61246"/>
                      </a:cubicBezTo>
                      <a:cubicBezTo>
                        <a:pt x="44101" y="61532"/>
                        <a:pt x="43910" y="61913"/>
                        <a:pt x="43434" y="62389"/>
                      </a:cubicBezTo>
                      <a:cubicBezTo>
                        <a:pt x="42863" y="63056"/>
                        <a:pt x="42481" y="63532"/>
                        <a:pt x="42386" y="63627"/>
                      </a:cubicBezTo>
                      <a:cubicBezTo>
                        <a:pt x="41910" y="63532"/>
                        <a:pt x="41434" y="63437"/>
                        <a:pt x="40862" y="63437"/>
                      </a:cubicBezTo>
                      <a:cubicBezTo>
                        <a:pt x="40291" y="63437"/>
                        <a:pt x="39528" y="63437"/>
                        <a:pt x="38385" y="63627"/>
                      </a:cubicBezTo>
                      <a:cubicBezTo>
                        <a:pt x="37338" y="63722"/>
                        <a:pt x="36481" y="63818"/>
                        <a:pt x="36004" y="63818"/>
                      </a:cubicBezTo>
                      <a:cubicBezTo>
                        <a:pt x="34100" y="63818"/>
                        <a:pt x="32671" y="63246"/>
                        <a:pt x="31813" y="62008"/>
                      </a:cubicBezTo>
                      <a:cubicBezTo>
                        <a:pt x="32099" y="61436"/>
                        <a:pt x="32195" y="60865"/>
                        <a:pt x="32195" y="60389"/>
                      </a:cubicBezTo>
                      <a:cubicBezTo>
                        <a:pt x="32195" y="59627"/>
                        <a:pt x="31813" y="58865"/>
                        <a:pt x="31052" y="57912"/>
                      </a:cubicBezTo>
                      <a:cubicBezTo>
                        <a:pt x="30003" y="56674"/>
                        <a:pt x="29337" y="55817"/>
                        <a:pt x="29146" y="55435"/>
                      </a:cubicBezTo>
                      <a:cubicBezTo>
                        <a:pt x="28860" y="55340"/>
                        <a:pt x="28670" y="55340"/>
                        <a:pt x="28384" y="55340"/>
                      </a:cubicBezTo>
                      <a:cubicBezTo>
                        <a:pt x="28004" y="55340"/>
                        <a:pt x="27432" y="55340"/>
                        <a:pt x="26575" y="55626"/>
                      </a:cubicBezTo>
                      <a:cubicBezTo>
                        <a:pt x="25718" y="55817"/>
                        <a:pt x="25051" y="55912"/>
                        <a:pt x="24765" y="55912"/>
                      </a:cubicBezTo>
                      <a:cubicBezTo>
                        <a:pt x="23813" y="55912"/>
                        <a:pt x="23241" y="55531"/>
                        <a:pt x="22955" y="54674"/>
                      </a:cubicBezTo>
                      <a:lnTo>
                        <a:pt x="22384" y="54674"/>
                      </a:lnTo>
                      <a:cubicBezTo>
                        <a:pt x="22384" y="54674"/>
                        <a:pt x="22384" y="53912"/>
                        <a:pt x="22193" y="53435"/>
                      </a:cubicBezTo>
                      <a:cubicBezTo>
                        <a:pt x="22003" y="52959"/>
                        <a:pt x="22003" y="52578"/>
                        <a:pt x="22003" y="52388"/>
                      </a:cubicBezTo>
                      <a:cubicBezTo>
                        <a:pt x="22003" y="52007"/>
                        <a:pt x="22098" y="51721"/>
                        <a:pt x="22384" y="51530"/>
                      </a:cubicBezTo>
                      <a:cubicBezTo>
                        <a:pt x="22193" y="51245"/>
                        <a:pt x="22003" y="50864"/>
                        <a:pt x="22003" y="50578"/>
                      </a:cubicBezTo>
                      <a:cubicBezTo>
                        <a:pt x="22003" y="50292"/>
                        <a:pt x="22098" y="49911"/>
                        <a:pt x="22384" y="49340"/>
                      </a:cubicBezTo>
                      <a:cubicBezTo>
                        <a:pt x="22574" y="48863"/>
                        <a:pt x="22765" y="48387"/>
                        <a:pt x="22765" y="48101"/>
                      </a:cubicBezTo>
                      <a:cubicBezTo>
                        <a:pt x="22765" y="47911"/>
                        <a:pt x="22765" y="47720"/>
                        <a:pt x="22574" y="47435"/>
                      </a:cubicBezTo>
                      <a:cubicBezTo>
                        <a:pt x="22955" y="46768"/>
                        <a:pt x="24193" y="46387"/>
                        <a:pt x="26194" y="46387"/>
                      </a:cubicBezTo>
                      <a:cubicBezTo>
                        <a:pt x="28004" y="46387"/>
                        <a:pt x="28956" y="46006"/>
                        <a:pt x="28956" y="45434"/>
                      </a:cubicBezTo>
                      <a:cubicBezTo>
                        <a:pt x="28956" y="45053"/>
                        <a:pt x="28670" y="44482"/>
                        <a:pt x="28194" y="43815"/>
                      </a:cubicBezTo>
                      <a:lnTo>
                        <a:pt x="29146" y="43815"/>
                      </a:lnTo>
                      <a:cubicBezTo>
                        <a:pt x="29146" y="43815"/>
                        <a:pt x="29146" y="44577"/>
                        <a:pt x="29432" y="45149"/>
                      </a:cubicBezTo>
                      <a:cubicBezTo>
                        <a:pt x="29623" y="45053"/>
                        <a:pt x="29623" y="44672"/>
                        <a:pt x="29718" y="44101"/>
                      </a:cubicBezTo>
                      <a:cubicBezTo>
                        <a:pt x="29718" y="43625"/>
                        <a:pt x="30003" y="43434"/>
                        <a:pt x="30480" y="43339"/>
                      </a:cubicBezTo>
                      <a:lnTo>
                        <a:pt x="29623" y="42482"/>
                      </a:lnTo>
                      <a:lnTo>
                        <a:pt x="30480" y="42291"/>
                      </a:lnTo>
                      <a:lnTo>
                        <a:pt x="29813" y="41720"/>
                      </a:lnTo>
                      <a:cubicBezTo>
                        <a:pt x="29813" y="41720"/>
                        <a:pt x="30003" y="41815"/>
                        <a:pt x="30194" y="41815"/>
                      </a:cubicBezTo>
                      <a:cubicBezTo>
                        <a:pt x="30385" y="41815"/>
                        <a:pt x="30670" y="41720"/>
                        <a:pt x="30956" y="41529"/>
                      </a:cubicBezTo>
                      <a:cubicBezTo>
                        <a:pt x="31337" y="41339"/>
                        <a:pt x="31528" y="41243"/>
                        <a:pt x="31718" y="41243"/>
                      </a:cubicBezTo>
                      <a:cubicBezTo>
                        <a:pt x="31909" y="41243"/>
                        <a:pt x="32099" y="41434"/>
                        <a:pt x="32099" y="41910"/>
                      </a:cubicBezTo>
                      <a:cubicBezTo>
                        <a:pt x="32004" y="41910"/>
                        <a:pt x="31432" y="42101"/>
                        <a:pt x="30480" y="42482"/>
                      </a:cubicBezTo>
                      <a:cubicBezTo>
                        <a:pt x="30480" y="42482"/>
                        <a:pt x="30861" y="42767"/>
                        <a:pt x="31623" y="43148"/>
                      </a:cubicBezTo>
                      <a:cubicBezTo>
                        <a:pt x="32004" y="43434"/>
                        <a:pt x="32195" y="43720"/>
                        <a:pt x="32195" y="44006"/>
                      </a:cubicBezTo>
                      <a:cubicBezTo>
                        <a:pt x="32195" y="44196"/>
                        <a:pt x="32195" y="44291"/>
                        <a:pt x="32195" y="44387"/>
                      </a:cubicBezTo>
                      <a:cubicBezTo>
                        <a:pt x="32480" y="44291"/>
                        <a:pt x="32575" y="44006"/>
                        <a:pt x="32671" y="43625"/>
                      </a:cubicBezTo>
                      <a:cubicBezTo>
                        <a:pt x="32671" y="43244"/>
                        <a:pt x="32671" y="42958"/>
                        <a:pt x="32671" y="42767"/>
                      </a:cubicBezTo>
                      <a:lnTo>
                        <a:pt x="33528" y="41910"/>
                      </a:lnTo>
                      <a:lnTo>
                        <a:pt x="31718" y="40196"/>
                      </a:lnTo>
                      <a:lnTo>
                        <a:pt x="31909" y="39815"/>
                      </a:lnTo>
                      <a:cubicBezTo>
                        <a:pt x="31909" y="39815"/>
                        <a:pt x="31623" y="39529"/>
                        <a:pt x="31432" y="39529"/>
                      </a:cubicBezTo>
                      <a:cubicBezTo>
                        <a:pt x="31337" y="39529"/>
                        <a:pt x="31146" y="39624"/>
                        <a:pt x="30861" y="39910"/>
                      </a:cubicBezTo>
                      <a:cubicBezTo>
                        <a:pt x="30575" y="40100"/>
                        <a:pt x="30289" y="40196"/>
                        <a:pt x="30003" y="40196"/>
                      </a:cubicBezTo>
                      <a:cubicBezTo>
                        <a:pt x="30003" y="40196"/>
                        <a:pt x="29337" y="40196"/>
                        <a:pt x="28194" y="40196"/>
                      </a:cubicBezTo>
                      <a:cubicBezTo>
                        <a:pt x="27527" y="40196"/>
                        <a:pt x="27241" y="39719"/>
                        <a:pt x="27146" y="38862"/>
                      </a:cubicBezTo>
                      <a:cubicBezTo>
                        <a:pt x="26765" y="38767"/>
                        <a:pt x="26575" y="38481"/>
                        <a:pt x="26575" y="38005"/>
                      </a:cubicBezTo>
                      <a:cubicBezTo>
                        <a:pt x="26575" y="37814"/>
                        <a:pt x="26575" y="37529"/>
                        <a:pt x="26670" y="37148"/>
                      </a:cubicBezTo>
                      <a:cubicBezTo>
                        <a:pt x="26670" y="36767"/>
                        <a:pt x="26765" y="36385"/>
                        <a:pt x="26765" y="36195"/>
                      </a:cubicBezTo>
                      <a:cubicBezTo>
                        <a:pt x="26765" y="35624"/>
                        <a:pt x="26384" y="35243"/>
                        <a:pt x="25622" y="35147"/>
                      </a:cubicBezTo>
                      <a:cubicBezTo>
                        <a:pt x="25527" y="34957"/>
                        <a:pt x="25432" y="34671"/>
                        <a:pt x="25432" y="34290"/>
                      </a:cubicBezTo>
                      <a:cubicBezTo>
                        <a:pt x="25432" y="34195"/>
                        <a:pt x="25432" y="33909"/>
                        <a:pt x="25432" y="33623"/>
                      </a:cubicBezTo>
                      <a:cubicBezTo>
                        <a:pt x="25432" y="33338"/>
                        <a:pt x="25432" y="33147"/>
                        <a:pt x="25432" y="32957"/>
                      </a:cubicBezTo>
                      <a:cubicBezTo>
                        <a:pt x="25432" y="32480"/>
                        <a:pt x="25241" y="32099"/>
                        <a:pt x="24765" y="31814"/>
                      </a:cubicBezTo>
                      <a:lnTo>
                        <a:pt x="24003" y="31623"/>
                      </a:lnTo>
                      <a:cubicBezTo>
                        <a:pt x="24003" y="31623"/>
                        <a:pt x="24575" y="30671"/>
                        <a:pt x="24575" y="30194"/>
                      </a:cubicBezTo>
                      <a:cubicBezTo>
                        <a:pt x="24575" y="29718"/>
                        <a:pt x="24384" y="29147"/>
                        <a:pt x="24098" y="28480"/>
                      </a:cubicBezTo>
                      <a:cubicBezTo>
                        <a:pt x="23813" y="28004"/>
                        <a:pt x="23526" y="27432"/>
                        <a:pt x="23241" y="26860"/>
                      </a:cubicBezTo>
                      <a:cubicBezTo>
                        <a:pt x="23526" y="26670"/>
                        <a:pt x="23622" y="26480"/>
                        <a:pt x="23622" y="26194"/>
                      </a:cubicBezTo>
                      <a:cubicBezTo>
                        <a:pt x="23622" y="25908"/>
                        <a:pt x="23622" y="25622"/>
                        <a:pt x="23241" y="25527"/>
                      </a:cubicBezTo>
                      <a:lnTo>
                        <a:pt x="22193" y="25718"/>
                      </a:lnTo>
                      <a:lnTo>
                        <a:pt x="21907" y="23813"/>
                      </a:lnTo>
                      <a:cubicBezTo>
                        <a:pt x="21907" y="23813"/>
                        <a:pt x="21336" y="24194"/>
                        <a:pt x="21336" y="24670"/>
                      </a:cubicBezTo>
                      <a:cubicBezTo>
                        <a:pt x="21336" y="25146"/>
                        <a:pt x="21050" y="25432"/>
                        <a:pt x="20574" y="25527"/>
                      </a:cubicBezTo>
                      <a:cubicBezTo>
                        <a:pt x="20574" y="25813"/>
                        <a:pt x="20764" y="26003"/>
                        <a:pt x="20764" y="26289"/>
                      </a:cubicBezTo>
                      <a:cubicBezTo>
                        <a:pt x="20764" y="26670"/>
                        <a:pt x="20574" y="27242"/>
                        <a:pt x="20193" y="28004"/>
                      </a:cubicBezTo>
                      <a:cubicBezTo>
                        <a:pt x="19812" y="28766"/>
                        <a:pt x="19717" y="29528"/>
                        <a:pt x="19717" y="30290"/>
                      </a:cubicBezTo>
                      <a:cubicBezTo>
                        <a:pt x="19050" y="30671"/>
                        <a:pt x="18669" y="31242"/>
                        <a:pt x="18574" y="32099"/>
                      </a:cubicBezTo>
                      <a:cubicBezTo>
                        <a:pt x="18383" y="33338"/>
                        <a:pt x="18288" y="34004"/>
                        <a:pt x="18192" y="34195"/>
                      </a:cubicBezTo>
                      <a:cubicBezTo>
                        <a:pt x="17907" y="34195"/>
                        <a:pt x="17621" y="34481"/>
                        <a:pt x="17336" y="35147"/>
                      </a:cubicBezTo>
                      <a:cubicBezTo>
                        <a:pt x="16954" y="36005"/>
                        <a:pt x="16478" y="36576"/>
                        <a:pt x="16097" y="36862"/>
                      </a:cubicBezTo>
                      <a:cubicBezTo>
                        <a:pt x="16097" y="36862"/>
                        <a:pt x="16287" y="37243"/>
                        <a:pt x="16669" y="37624"/>
                      </a:cubicBezTo>
                      <a:lnTo>
                        <a:pt x="17145" y="37052"/>
                      </a:lnTo>
                      <a:cubicBezTo>
                        <a:pt x="17145" y="37052"/>
                        <a:pt x="17240" y="37148"/>
                        <a:pt x="17240" y="37243"/>
                      </a:cubicBezTo>
                      <a:cubicBezTo>
                        <a:pt x="17240" y="37433"/>
                        <a:pt x="17240" y="37624"/>
                        <a:pt x="16954" y="38005"/>
                      </a:cubicBezTo>
                      <a:cubicBezTo>
                        <a:pt x="16764" y="38386"/>
                        <a:pt x="16669" y="38576"/>
                        <a:pt x="16669" y="38672"/>
                      </a:cubicBezTo>
                      <a:cubicBezTo>
                        <a:pt x="16287" y="39148"/>
                        <a:pt x="16097" y="39434"/>
                        <a:pt x="16097" y="39529"/>
                      </a:cubicBezTo>
                      <a:lnTo>
                        <a:pt x="16669" y="40100"/>
                      </a:lnTo>
                      <a:cubicBezTo>
                        <a:pt x="16669" y="40100"/>
                        <a:pt x="16954" y="39719"/>
                        <a:pt x="17145" y="39719"/>
                      </a:cubicBezTo>
                      <a:lnTo>
                        <a:pt x="17145" y="40291"/>
                      </a:lnTo>
                      <a:cubicBezTo>
                        <a:pt x="17145" y="40291"/>
                        <a:pt x="16764" y="40100"/>
                        <a:pt x="16669" y="40100"/>
                      </a:cubicBezTo>
                      <a:cubicBezTo>
                        <a:pt x="16287" y="40100"/>
                        <a:pt x="16002" y="40577"/>
                        <a:pt x="15811" y="41434"/>
                      </a:cubicBezTo>
                      <a:cubicBezTo>
                        <a:pt x="15526" y="42482"/>
                        <a:pt x="15335" y="43148"/>
                        <a:pt x="14954" y="43339"/>
                      </a:cubicBezTo>
                      <a:cubicBezTo>
                        <a:pt x="15240" y="43529"/>
                        <a:pt x="15430" y="44101"/>
                        <a:pt x="15526" y="44863"/>
                      </a:cubicBezTo>
                      <a:cubicBezTo>
                        <a:pt x="15716" y="45625"/>
                        <a:pt x="16002" y="46101"/>
                        <a:pt x="16573" y="46292"/>
                      </a:cubicBezTo>
                      <a:cubicBezTo>
                        <a:pt x="16859" y="46101"/>
                        <a:pt x="17431" y="46006"/>
                        <a:pt x="18479" y="46101"/>
                      </a:cubicBezTo>
                      <a:cubicBezTo>
                        <a:pt x="19335" y="46101"/>
                        <a:pt x="19812" y="46006"/>
                        <a:pt x="20002" y="45720"/>
                      </a:cubicBezTo>
                      <a:cubicBezTo>
                        <a:pt x="20002" y="46196"/>
                        <a:pt x="20193" y="47339"/>
                        <a:pt x="20478" y="48959"/>
                      </a:cubicBezTo>
                      <a:cubicBezTo>
                        <a:pt x="20764" y="50292"/>
                        <a:pt x="20860" y="51340"/>
                        <a:pt x="20860" y="52197"/>
                      </a:cubicBezTo>
                      <a:cubicBezTo>
                        <a:pt x="20860" y="53435"/>
                        <a:pt x="20574" y="54674"/>
                        <a:pt x="20193" y="55817"/>
                      </a:cubicBezTo>
                      <a:cubicBezTo>
                        <a:pt x="19526" y="56007"/>
                        <a:pt x="18479" y="56102"/>
                        <a:pt x="16954" y="56007"/>
                      </a:cubicBezTo>
                      <a:cubicBezTo>
                        <a:pt x="15526" y="56007"/>
                        <a:pt x="14383" y="56198"/>
                        <a:pt x="13621" y="56579"/>
                      </a:cubicBezTo>
                      <a:lnTo>
                        <a:pt x="14001" y="56769"/>
                      </a:lnTo>
                      <a:cubicBezTo>
                        <a:pt x="12859" y="57055"/>
                        <a:pt x="12287" y="57817"/>
                        <a:pt x="12096" y="59150"/>
                      </a:cubicBezTo>
                      <a:cubicBezTo>
                        <a:pt x="12096" y="60293"/>
                        <a:pt x="11906" y="61341"/>
                        <a:pt x="11716" y="62389"/>
                      </a:cubicBezTo>
                      <a:cubicBezTo>
                        <a:pt x="11430" y="63437"/>
                        <a:pt x="10477" y="63913"/>
                        <a:pt x="8954" y="63722"/>
                      </a:cubicBezTo>
                      <a:cubicBezTo>
                        <a:pt x="8858" y="63913"/>
                        <a:pt x="8667" y="64008"/>
                        <a:pt x="8382" y="64008"/>
                      </a:cubicBezTo>
                      <a:cubicBezTo>
                        <a:pt x="8191" y="64008"/>
                        <a:pt x="7906" y="63913"/>
                        <a:pt x="7429" y="63722"/>
                      </a:cubicBezTo>
                      <a:cubicBezTo>
                        <a:pt x="6953" y="63532"/>
                        <a:pt x="6668" y="63341"/>
                        <a:pt x="6477" y="63341"/>
                      </a:cubicBezTo>
                      <a:cubicBezTo>
                        <a:pt x="6286" y="63341"/>
                        <a:pt x="6001" y="63341"/>
                        <a:pt x="5619" y="63341"/>
                      </a:cubicBezTo>
                      <a:cubicBezTo>
                        <a:pt x="5334" y="63341"/>
                        <a:pt x="4858" y="63341"/>
                        <a:pt x="4191" y="63532"/>
                      </a:cubicBezTo>
                      <a:cubicBezTo>
                        <a:pt x="3524" y="63532"/>
                        <a:pt x="3048" y="63627"/>
                        <a:pt x="2762" y="63627"/>
                      </a:cubicBezTo>
                      <a:cubicBezTo>
                        <a:pt x="1334" y="63627"/>
                        <a:pt x="476" y="63151"/>
                        <a:pt x="190" y="62198"/>
                      </a:cubicBezTo>
                      <a:cubicBezTo>
                        <a:pt x="95" y="61817"/>
                        <a:pt x="0" y="61436"/>
                        <a:pt x="0" y="61055"/>
                      </a:cubicBezTo>
                      <a:cubicBezTo>
                        <a:pt x="0" y="60484"/>
                        <a:pt x="285" y="59722"/>
                        <a:pt x="667" y="58769"/>
                      </a:cubicBezTo>
                      <a:cubicBezTo>
                        <a:pt x="1143" y="57817"/>
                        <a:pt x="1334" y="56960"/>
                        <a:pt x="1143" y="56293"/>
                      </a:cubicBezTo>
                      <a:cubicBezTo>
                        <a:pt x="1905" y="56102"/>
                        <a:pt x="2286" y="55531"/>
                        <a:pt x="2286" y="54674"/>
                      </a:cubicBezTo>
                      <a:cubicBezTo>
                        <a:pt x="2286" y="54578"/>
                        <a:pt x="2286" y="54293"/>
                        <a:pt x="2286" y="54007"/>
                      </a:cubicBezTo>
                      <a:lnTo>
                        <a:pt x="2286" y="53340"/>
                      </a:lnTo>
                      <a:cubicBezTo>
                        <a:pt x="2286" y="53340"/>
                        <a:pt x="2286" y="52483"/>
                        <a:pt x="2571" y="52197"/>
                      </a:cubicBezTo>
                      <a:cubicBezTo>
                        <a:pt x="3334" y="51911"/>
                        <a:pt x="3715" y="51435"/>
                        <a:pt x="3715" y="50673"/>
                      </a:cubicBezTo>
                      <a:cubicBezTo>
                        <a:pt x="3715" y="50387"/>
                        <a:pt x="3715" y="50102"/>
                        <a:pt x="3524" y="49530"/>
                      </a:cubicBezTo>
                      <a:cubicBezTo>
                        <a:pt x="3524" y="49054"/>
                        <a:pt x="3429" y="48673"/>
                        <a:pt x="3429" y="48387"/>
                      </a:cubicBezTo>
                      <a:cubicBezTo>
                        <a:pt x="3429" y="47625"/>
                        <a:pt x="3715" y="47054"/>
                        <a:pt x="4476" y="46673"/>
                      </a:cubicBezTo>
                      <a:cubicBezTo>
                        <a:pt x="4381" y="46387"/>
                        <a:pt x="4286" y="46101"/>
                        <a:pt x="4286" y="45815"/>
                      </a:cubicBezTo>
                      <a:cubicBezTo>
                        <a:pt x="4286" y="45244"/>
                        <a:pt x="4572" y="44482"/>
                        <a:pt x="5143" y="43625"/>
                      </a:cubicBezTo>
                      <a:cubicBezTo>
                        <a:pt x="5715" y="42767"/>
                        <a:pt x="5905" y="42101"/>
                        <a:pt x="5905" y="41624"/>
                      </a:cubicBezTo>
                      <a:cubicBezTo>
                        <a:pt x="5905" y="41243"/>
                        <a:pt x="5810" y="40767"/>
                        <a:pt x="5525" y="40291"/>
                      </a:cubicBezTo>
                      <a:cubicBezTo>
                        <a:pt x="6286" y="39338"/>
                        <a:pt x="6858" y="38005"/>
                        <a:pt x="7144" y="36195"/>
                      </a:cubicBezTo>
                      <a:cubicBezTo>
                        <a:pt x="7334" y="34862"/>
                        <a:pt x="7525" y="33433"/>
                        <a:pt x="7620" y="32099"/>
                      </a:cubicBezTo>
                      <a:cubicBezTo>
                        <a:pt x="8382" y="31814"/>
                        <a:pt x="8763" y="30956"/>
                        <a:pt x="9049" y="29718"/>
                      </a:cubicBezTo>
                      <a:cubicBezTo>
                        <a:pt x="9239" y="28385"/>
                        <a:pt x="9620" y="27623"/>
                        <a:pt x="10287" y="27146"/>
                      </a:cubicBezTo>
                      <a:cubicBezTo>
                        <a:pt x="10096" y="26765"/>
                        <a:pt x="10001" y="26289"/>
                        <a:pt x="10001" y="25813"/>
                      </a:cubicBezTo>
                      <a:cubicBezTo>
                        <a:pt x="10001" y="25337"/>
                        <a:pt x="10001" y="24765"/>
                        <a:pt x="10287" y="24003"/>
                      </a:cubicBezTo>
                      <a:cubicBezTo>
                        <a:pt x="10477" y="23241"/>
                        <a:pt x="10477" y="22860"/>
                        <a:pt x="10477" y="22670"/>
                      </a:cubicBezTo>
                      <a:cubicBezTo>
                        <a:pt x="11049" y="22384"/>
                        <a:pt x="11335" y="21908"/>
                        <a:pt x="11335" y="21431"/>
                      </a:cubicBezTo>
                      <a:lnTo>
                        <a:pt x="11335" y="20574"/>
                      </a:lnTo>
                      <a:cubicBezTo>
                        <a:pt x="11335" y="19907"/>
                        <a:pt x="11716" y="19336"/>
                        <a:pt x="12382" y="18860"/>
                      </a:cubicBezTo>
                      <a:cubicBezTo>
                        <a:pt x="12002" y="18193"/>
                        <a:pt x="12002" y="17050"/>
                        <a:pt x="12382" y="15526"/>
                      </a:cubicBezTo>
                      <a:cubicBezTo>
                        <a:pt x="13430" y="15335"/>
                        <a:pt x="13906" y="14669"/>
                        <a:pt x="13621" y="13335"/>
                      </a:cubicBezTo>
                      <a:cubicBezTo>
                        <a:pt x="13335" y="11906"/>
                        <a:pt x="13335" y="11049"/>
                        <a:pt x="13621" y="10763"/>
                      </a:cubicBezTo>
                      <a:cubicBezTo>
                        <a:pt x="14859" y="9239"/>
                        <a:pt x="15907" y="8573"/>
                        <a:pt x="16669" y="8573"/>
                      </a:cubicBezTo>
                      <a:cubicBezTo>
                        <a:pt x="17240" y="8573"/>
                        <a:pt x="17716" y="8858"/>
                        <a:pt x="18097" y="9430"/>
                      </a:cubicBezTo>
                      <a:cubicBezTo>
                        <a:pt x="18192" y="9430"/>
                        <a:pt x="18288" y="9049"/>
                        <a:pt x="18288" y="8668"/>
                      </a:cubicBezTo>
                      <a:cubicBezTo>
                        <a:pt x="18479" y="8573"/>
                        <a:pt x="18574" y="8573"/>
                        <a:pt x="18764" y="8573"/>
                      </a:cubicBezTo>
                      <a:cubicBezTo>
                        <a:pt x="18955" y="8573"/>
                        <a:pt x="19240" y="8573"/>
                        <a:pt x="19621" y="8763"/>
                      </a:cubicBezTo>
                      <a:cubicBezTo>
                        <a:pt x="20098" y="8858"/>
                        <a:pt x="20384" y="8954"/>
                        <a:pt x="20574" y="8954"/>
                      </a:cubicBezTo>
                      <a:cubicBezTo>
                        <a:pt x="21145" y="8954"/>
                        <a:pt x="21527" y="8668"/>
                        <a:pt x="21717" y="8192"/>
                      </a:cubicBezTo>
                      <a:cubicBezTo>
                        <a:pt x="21907" y="8382"/>
                        <a:pt x="22384" y="8668"/>
                        <a:pt x="23050" y="9144"/>
                      </a:cubicBezTo>
                      <a:cubicBezTo>
                        <a:pt x="23241" y="8763"/>
                        <a:pt x="23526" y="8573"/>
                        <a:pt x="23908" y="8573"/>
                      </a:cubicBezTo>
                      <a:cubicBezTo>
                        <a:pt x="24098" y="8573"/>
                        <a:pt x="24479" y="8573"/>
                        <a:pt x="25051" y="8763"/>
                      </a:cubicBezTo>
                      <a:cubicBezTo>
                        <a:pt x="25527" y="8954"/>
                        <a:pt x="26003" y="9049"/>
                        <a:pt x="26289" y="9049"/>
                      </a:cubicBezTo>
                      <a:cubicBezTo>
                        <a:pt x="26479" y="9049"/>
                        <a:pt x="26765" y="9049"/>
                        <a:pt x="26861" y="8858"/>
                      </a:cubicBezTo>
                      <a:cubicBezTo>
                        <a:pt x="27432" y="9239"/>
                        <a:pt x="28099" y="9620"/>
                        <a:pt x="28670" y="10001"/>
                      </a:cubicBezTo>
                      <a:cubicBezTo>
                        <a:pt x="29242" y="10382"/>
                        <a:pt x="29527" y="10954"/>
                        <a:pt x="29527" y="11621"/>
                      </a:cubicBezTo>
                      <a:cubicBezTo>
                        <a:pt x="29527" y="11811"/>
                        <a:pt x="29527" y="12002"/>
                        <a:pt x="29527" y="12192"/>
                      </a:cubicBezTo>
                      <a:lnTo>
                        <a:pt x="30670" y="12002"/>
                      </a:lnTo>
                      <a:cubicBezTo>
                        <a:pt x="30480" y="12573"/>
                        <a:pt x="30385" y="13240"/>
                        <a:pt x="30385" y="13907"/>
                      </a:cubicBezTo>
                      <a:cubicBezTo>
                        <a:pt x="30385" y="15240"/>
                        <a:pt x="30861" y="16859"/>
                        <a:pt x="32004" y="18669"/>
                      </a:cubicBezTo>
                      <a:lnTo>
                        <a:pt x="30670" y="19241"/>
                      </a:lnTo>
                      <a:lnTo>
                        <a:pt x="32004" y="19717"/>
                      </a:lnTo>
                      <a:cubicBezTo>
                        <a:pt x="32004" y="19717"/>
                        <a:pt x="31432" y="19812"/>
                        <a:pt x="30861" y="20288"/>
                      </a:cubicBezTo>
                      <a:lnTo>
                        <a:pt x="30861" y="20574"/>
                      </a:lnTo>
                      <a:cubicBezTo>
                        <a:pt x="30861" y="20574"/>
                        <a:pt x="31813" y="20574"/>
                        <a:pt x="32766" y="20860"/>
                      </a:cubicBezTo>
                      <a:lnTo>
                        <a:pt x="31813" y="22384"/>
                      </a:lnTo>
                      <a:cubicBezTo>
                        <a:pt x="32861" y="23622"/>
                        <a:pt x="33814" y="24289"/>
                        <a:pt x="34671" y="24289"/>
                      </a:cubicBezTo>
                      <a:lnTo>
                        <a:pt x="34671" y="24860"/>
                      </a:lnTo>
                      <a:cubicBezTo>
                        <a:pt x="34671" y="24860"/>
                        <a:pt x="34100" y="24194"/>
                        <a:pt x="33909" y="24289"/>
                      </a:cubicBezTo>
                      <a:cubicBezTo>
                        <a:pt x="33718" y="24956"/>
                        <a:pt x="33623" y="25622"/>
                        <a:pt x="33623" y="26384"/>
                      </a:cubicBezTo>
                      <a:cubicBezTo>
                        <a:pt x="33623" y="27908"/>
                        <a:pt x="34004" y="29051"/>
                        <a:pt x="34671" y="29813"/>
                      </a:cubicBezTo>
                      <a:cubicBezTo>
                        <a:pt x="34480" y="30004"/>
                        <a:pt x="34385" y="30194"/>
                        <a:pt x="34385" y="30385"/>
                      </a:cubicBezTo>
                      <a:cubicBezTo>
                        <a:pt x="34385" y="30575"/>
                        <a:pt x="34576" y="30861"/>
                        <a:pt x="34861" y="31147"/>
                      </a:cubicBezTo>
                      <a:cubicBezTo>
                        <a:pt x="35243" y="31433"/>
                        <a:pt x="35337" y="31718"/>
                        <a:pt x="35337" y="32004"/>
                      </a:cubicBezTo>
                      <a:cubicBezTo>
                        <a:pt x="35337" y="32099"/>
                        <a:pt x="35337" y="32290"/>
                        <a:pt x="35147" y="32480"/>
                      </a:cubicBezTo>
                      <a:lnTo>
                        <a:pt x="36004" y="32861"/>
                      </a:lnTo>
                      <a:cubicBezTo>
                        <a:pt x="36481" y="35433"/>
                        <a:pt x="36766" y="37052"/>
                        <a:pt x="36862" y="37624"/>
                      </a:cubicBezTo>
                      <a:cubicBezTo>
                        <a:pt x="37242" y="39434"/>
                        <a:pt x="37814" y="40958"/>
                        <a:pt x="38576" y="42196"/>
                      </a:cubicBezTo>
                      <a:cubicBezTo>
                        <a:pt x="38005" y="43148"/>
                        <a:pt x="38195" y="43815"/>
                        <a:pt x="39148" y="44291"/>
                      </a:cubicBezTo>
                      <a:cubicBezTo>
                        <a:pt x="39148" y="46577"/>
                        <a:pt x="39434" y="48197"/>
                        <a:pt x="40195" y="49054"/>
                      </a:cubicBezTo>
                      <a:cubicBezTo>
                        <a:pt x="40195" y="51245"/>
                        <a:pt x="40767" y="52388"/>
                        <a:pt x="41815" y="52388"/>
                      </a:cubicBezTo>
                      <a:close/>
                      <a:moveTo>
                        <a:pt x="2477" y="9716"/>
                      </a:moveTo>
                      <a:lnTo>
                        <a:pt x="1905" y="10287"/>
                      </a:lnTo>
                      <a:lnTo>
                        <a:pt x="1143" y="9430"/>
                      </a:lnTo>
                      <a:lnTo>
                        <a:pt x="2477" y="9811"/>
                      </a:lnTo>
                      <a:close/>
                      <a:moveTo>
                        <a:pt x="3620" y="20003"/>
                      </a:moveTo>
                      <a:lnTo>
                        <a:pt x="4000" y="21336"/>
                      </a:lnTo>
                      <a:lnTo>
                        <a:pt x="2953" y="22955"/>
                      </a:lnTo>
                      <a:lnTo>
                        <a:pt x="3524" y="20003"/>
                      </a:lnTo>
                      <a:close/>
                      <a:moveTo>
                        <a:pt x="4476" y="13907"/>
                      </a:moveTo>
                      <a:cubicBezTo>
                        <a:pt x="4476" y="13907"/>
                        <a:pt x="4191" y="14097"/>
                        <a:pt x="3810" y="14478"/>
                      </a:cubicBezTo>
                      <a:lnTo>
                        <a:pt x="3524" y="13716"/>
                      </a:lnTo>
                      <a:lnTo>
                        <a:pt x="4381" y="13907"/>
                      </a:lnTo>
                      <a:close/>
                      <a:moveTo>
                        <a:pt x="10382" y="15240"/>
                      </a:moveTo>
                      <a:cubicBezTo>
                        <a:pt x="10001" y="14478"/>
                        <a:pt x="9430" y="14192"/>
                        <a:pt x="8477" y="14383"/>
                      </a:cubicBezTo>
                      <a:lnTo>
                        <a:pt x="8287" y="14669"/>
                      </a:lnTo>
                      <a:cubicBezTo>
                        <a:pt x="8287" y="14669"/>
                        <a:pt x="8382" y="14002"/>
                        <a:pt x="8667" y="14002"/>
                      </a:cubicBezTo>
                      <a:cubicBezTo>
                        <a:pt x="8667" y="14002"/>
                        <a:pt x="8954" y="14002"/>
                        <a:pt x="9430" y="14192"/>
                      </a:cubicBezTo>
                      <a:cubicBezTo>
                        <a:pt x="9810" y="14288"/>
                        <a:pt x="10096" y="14288"/>
                        <a:pt x="10287" y="14192"/>
                      </a:cubicBezTo>
                      <a:lnTo>
                        <a:pt x="10287" y="15240"/>
                      </a:lnTo>
                      <a:close/>
                      <a:moveTo>
                        <a:pt x="9239" y="37433"/>
                      </a:moveTo>
                      <a:lnTo>
                        <a:pt x="9239" y="36100"/>
                      </a:lnTo>
                      <a:lnTo>
                        <a:pt x="9049" y="36100"/>
                      </a:lnTo>
                      <a:lnTo>
                        <a:pt x="9049" y="37433"/>
                      </a:lnTo>
                      <a:lnTo>
                        <a:pt x="9239" y="37433"/>
                      </a:lnTo>
                      <a:close/>
                      <a:moveTo>
                        <a:pt x="12954" y="16288"/>
                      </a:moveTo>
                      <a:lnTo>
                        <a:pt x="14478" y="15431"/>
                      </a:lnTo>
                      <a:lnTo>
                        <a:pt x="14288" y="14573"/>
                      </a:lnTo>
                      <a:lnTo>
                        <a:pt x="12954" y="16193"/>
                      </a:lnTo>
                      <a:close/>
                      <a:moveTo>
                        <a:pt x="14478" y="25813"/>
                      </a:moveTo>
                      <a:lnTo>
                        <a:pt x="15811" y="26194"/>
                      </a:lnTo>
                      <a:lnTo>
                        <a:pt x="15621" y="25813"/>
                      </a:lnTo>
                      <a:lnTo>
                        <a:pt x="14573" y="25813"/>
                      </a:lnTo>
                      <a:close/>
                      <a:moveTo>
                        <a:pt x="15526" y="24479"/>
                      </a:moveTo>
                      <a:lnTo>
                        <a:pt x="16097" y="24194"/>
                      </a:lnTo>
                      <a:lnTo>
                        <a:pt x="15526" y="23622"/>
                      </a:lnTo>
                      <a:lnTo>
                        <a:pt x="15526" y="24384"/>
                      </a:lnTo>
                      <a:close/>
                      <a:moveTo>
                        <a:pt x="16097" y="13145"/>
                      </a:moveTo>
                      <a:lnTo>
                        <a:pt x="16954" y="12954"/>
                      </a:lnTo>
                      <a:lnTo>
                        <a:pt x="15811" y="12573"/>
                      </a:lnTo>
                      <a:lnTo>
                        <a:pt x="16193" y="13145"/>
                      </a:lnTo>
                      <a:close/>
                      <a:moveTo>
                        <a:pt x="16287" y="4667"/>
                      </a:moveTo>
                      <a:lnTo>
                        <a:pt x="16669" y="5525"/>
                      </a:lnTo>
                      <a:lnTo>
                        <a:pt x="16097" y="5525"/>
                      </a:lnTo>
                      <a:lnTo>
                        <a:pt x="16287" y="4667"/>
                      </a:lnTo>
                      <a:close/>
                      <a:moveTo>
                        <a:pt x="18764" y="2858"/>
                      </a:moveTo>
                      <a:cubicBezTo>
                        <a:pt x="18764" y="2858"/>
                        <a:pt x="18192" y="2477"/>
                        <a:pt x="18192" y="2000"/>
                      </a:cubicBezTo>
                      <a:lnTo>
                        <a:pt x="18192" y="1048"/>
                      </a:lnTo>
                      <a:lnTo>
                        <a:pt x="20002" y="0"/>
                      </a:lnTo>
                      <a:cubicBezTo>
                        <a:pt x="20002" y="0"/>
                        <a:pt x="19717" y="381"/>
                        <a:pt x="19240" y="667"/>
                      </a:cubicBezTo>
                      <a:cubicBezTo>
                        <a:pt x="18764" y="857"/>
                        <a:pt x="18479" y="1143"/>
                        <a:pt x="18479" y="1429"/>
                      </a:cubicBezTo>
                      <a:cubicBezTo>
                        <a:pt x="18479" y="1619"/>
                        <a:pt x="18574" y="1715"/>
                        <a:pt x="18859" y="2000"/>
                      </a:cubicBezTo>
                      <a:cubicBezTo>
                        <a:pt x="18859" y="2286"/>
                        <a:pt x="18859" y="2572"/>
                        <a:pt x="18669" y="2953"/>
                      </a:cubicBezTo>
                      <a:close/>
                      <a:moveTo>
                        <a:pt x="20574" y="6382"/>
                      </a:moveTo>
                      <a:lnTo>
                        <a:pt x="21050" y="6382"/>
                      </a:lnTo>
                      <a:lnTo>
                        <a:pt x="20288" y="7715"/>
                      </a:lnTo>
                      <a:lnTo>
                        <a:pt x="20669" y="6382"/>
                      </a:lnTo>
                      <a:close/>
                      <a:moveTo>
                        <a:pt x="20574" y="15907"/>
                      </a:moveTo>
                      <a:lnTo>
                        <a:pt x="20574" y="15050"/>
                      </a:lnTo>
                      <a:lnTo>
                        <a:pt x="20193" y="15050"/>
                      </a:lnTo>
                      <a:lnTo>
                        <a:pt x="20193" y="15907"/>
                      </a:lnTo>
                      <a:lnTo>
                        <a:pt x="20574" y="15907"/>
                      </a:lnTo>
                      <a:close/>
                      <a:moveTo>
                        <a:pt x="24003" y="5239"/>
                      </a:moveTo>
                      <a:lnTo>
                        <a:pt x="24003" y="6287"/>
                      </a:lnTo>
                      <a:lnTo>
                        <a:pt x="23241" y="4477"/>
                      </a:lnTo>
                      <a:cubicBezTo>
                        <a:pt x="23813" y="4477"/>
                        <a:pt x="24003" y="4763"/>
                        <a:pt x="24003" y="5239"/>
                      </a:cubicBezTo>
                      <a:close/>
                      <a:moveTo>
                        <a:pt x="25336" y="15335"/>
                      </a:moveTo>
                      <a:lnTo>
                        <a:pt x="26956" y="14764"/>
                      </a:lnTo>
                      <a:lnTo>
                        <a:pt x="26098" y="14764"/>
                      </a:lnTo>
                      <a:lnTo>
                        <a:pt x="25336" y="15335"/>
                      </a:lnTo>
                      <a:close/>
                      <a:moveTo>
                        <a:pt x="25336" y="20574"/>
                      </a:moveTo>
                      <a:lnTo>
                        <a:pt x="25527" y="19717"/>
                      </a:lnTo>
                      <a:lnTo>
                        <a:pt x="25336" y="19526"/>
                      </a:lnTo>
                      <a:lnTo>
                        <a:pt x="25336" y="20574"/>
                      </a:lnTo>
                      <a:close/>
                      <a:moveTo>
                        <a:pt x="27622" y="42291"/>
                      </a:moveTo>
                      <a:cubicBezTo>
                        <a:pt x="27622" y="42291"/>
                        <a:pt x="27908" y="42291"/>
                        <a:pt x="28194" y="42482"/>
                      </a:cubicBezTo>
                      <a:lnTo>
                        <a:pt x="28384" y="42291"/>
                      </a:lnTo>
                      <a:lnTo>
                        <a:pt x="27622" y="41529"/>
                      </a:lnTo>
                      <a:lnTo>
                        <a:pt x="28765" y="41910"/>
                      </a:lnTo>
                      <a:cubicBezTo>
                        <a:pt x="28194" y="42482"/>
                        <a:pt x="27813" y="42767"/>
                        <a:pt x="27622" y="42767"/>
                      </a:cubicBezTo>
                      <a:lnTo>
                        <a:pt x="27622" y="42196"/>
                      </a:lnTo>
                      <a:close/>
                      <a:moveTo>
                        <a:pt x="29718" y="29051"/>
                      </a:moveTo>
                      <a:cubicBezTo>
                        <a:pt x="30194" y="28861"/>
                        <a:pt x="30480" y="28385"/>
                        <a:pt x="30385" y="27718"/>
                      </a:cubicBezTo>
                      <a:cubicBezTo>
                        <a:pt x="29718" y="27908"/>
                        <a:pt x="29337" y="28289"/>
                        <a:pt x="29337" y="28861"/>
                      </a:cubicBezTo>
                      <a:cubicBezTo>
                        <a:pt x="29527" y="29051"/>
                        <a:pt x="29623" y="29147"/>
                        <a:pt x="29718" y="29051"/>
                      </a:cubicBezTo>
                      <a:close/>
                      <a:moveTo>
                        <a:pt x="30385" y="18669"/>
                      </a:moveTo>
                      <a:lnTo>
                        <a:pt x="29527" y="18669"/>
                      </a:lnTo>
                      <a:lnTo>
                        <a:pt x="29718" y="20574"/>
                      </a:lnTo>
                      <a:lnTo>
                        <a:pt x="30385" y="18669"/>
                      </a:lnTo>
                      <a:close/>
                      <a:moveTo>
                        <a:pt x="30385" y="25718"/>
                      </a:moveTo>
                      <a:cubicBezTo>
                        <a:pt x="30385" y="25718"/>
                        <a:pt x="30289" y="25337"/>
                        <a:pt x="30289" y="25241"/>
                      </a:cubicBezTo>
                      <a:cubicBezTo>
                        <a:pt x="30289" y="24860"/>
                        <a:pt x="30575" y="24670"/>
                        <a:pt x="31052" y="24670"/>
                      </a:cubicBezTo>
                      <a:lnTo>
                        <a:pt x="31528" y="24670"/>
                      </a:lnTo>
                      <a:lnTo>
                        <a:pt x="31528" y="24289"/>
                      </a:lnTo>
                      <a:cubicBezTo>
                        <a:pt x="31528" y="24289"/>
                        <a:pt x="31242" y="24289"/>
                        <a:pt x="31146" y="24289"/>
                      </a:cubicBezTo>
                      <a:cubicBezTo>
                        <a:pt x="30766" y="24289"/>
                        <a:pt x="30480" y="24479"/>
                        <a:pt x="30289" y="24765"/>
                      </a:cubicBezTo>
                      <a:cubicBezTo>
                        <a:pt x="30003" y="25051"/>
                        <a:pt x="29909" y="25432"/>
                        <a:pt x="29909" y="25718"/>
                      </a:cubicBezTo>
                      <a:lnTo>
                        <a:pt x="30575" y="25718"/>
                      </a:lnTo>
                      <a:close/>
                      <a:moveTo>
                        <a:pt x="30670" y="37243"/>
                      </a:moveTo>
                      <a:cubicBezTo>
                        <a:pt x="30670" y="37243"/>
                        <a:pt x="30670" y="37052"/>
                        <a:pt x="30956" y="36671"/>
                      </a:cubicBezTo>
                      <a:cubicBezTo>
                        <a:pt x="30670" y="36671"/>
                        <a:pt x="30480" y="36671"/>
                        <a:pt x="30480" y="36862"/>
                      </a:cubicBezTo>
                      <a:cubicBezTo>
                        <a:pt x="30480" y="37052"/>
                        <a:pt x="30289" y="37148"/>
                        <a:pt x="30194" y="37243"/>
                      </a:cubicBezTo>
                      <a:lnTo>
                        <a:pt x="30766" y="37243"/>
                      </a:lnTo>
                      <a:close/>
                      <a:moveTo>
                        <a:pt x="30956" y="8001"/>
                      </a:moveTo>
                      <a:lnTo>
                        <a:pt x="31528" y="7430"/>
                      </a:lnTo>
                      <a:lnTo>
                        <a:pt x="30670" y="6668"/>
                      </a:lnTo>
                      <a:lnTo>
                        <a:pt x="31146" y="6096"/>
                      </a:lnTo>
                      <a:lnTo>
                        <a:pt x="32004" y="7715"/>
                      </a:lnTo>
                      <a:lnTo>
                        <a:pt x="30956" y="7906"/>
                      </a:lnTo>
                      <a:close/>
                      <a:moveTo>
                        <a:pt x="34290" y="41624"/>
                      </a:moveTo>
                      <a:lnTo>
                        <a:pt x="34290" y="40767"/>
                      </a:lnTo>
                      <a:cubicBezTo>
                        <a:pt x="34290" y="40767"/>
                        <a:pt x="34290" y="40862"/>
                        <a:pt x="33718" y="41148"/>
                      </a:cubicBezTo>
                      <a:cubicBezTo>
                        <a:pt x="33623" y="41148"/>
                        <a:pt x="33433" y="40862"/>
                        <a:pt x="33338" y="40672"/>
                      </a:cubicBezTo>
                      <a:cubicBezTo>
                        <a:pt x="33147" y="40386"/>
                        <a:pt x="33051" y="40291"/>
                        <a:pt x="32956" y="40291"/>
                      </a:cubicBezTo>
                      <a:cubicBezTo>
                        <a:pt x="32861" y="40291"/>
                        <a:pt x="32671" y="40291"/>
                        <a:pt x="32480" y="40577"/>
                      </a:cubicBezTo>
                      <a:lnTo>
                        <a:pt x="34290" y="41720"/>
                      </a:lnTo>
                      <a:close/>
                      <a:moveTo>
                        <a:pt x="35909" y="41243"/>
                      </a:moveTo>
                      <a:cubicBezTo>
                        <a:pt x="35909" y="41243"/>
                        <a:pt x="35909" y="41243"/>
                        <a:pt x="35909" y="41148"/>
                      </a:cubicBezTo>
                      <a:lnTo>
                        <a:pt x="35623" y="39434"/>
                      </a:lnTo>
                      <a:cubicBezTo>
                        <a:pt x="35623" y="39434"/>
                        <a:pt x="35337" y="39815"/>
                        <a:pt x="35337" y="40005"/>
                      </a:cubicBezTo>
                      <a:cubicBezTo>
                        <a:pt x="35337" y="39910"/>
                        <a:pt x="35528" y="40291"/>
                        <a:pt x="35909" y="41148"/>
                      </a:cubicBezTo>
                      <a:lnTo>
                        <a:pt x="35909" y="41148"/>
                      </a:lnTo>
                      <a:close/>
                      <a:moveTo>
                        <a:pt x="38957" y="381"/>
                      </a:moveTo>
                      <a:lnTo>
                        <a:pt x="38957" y="953"/>
                      </a:lnTo>
                      <a:lnTo>
                        <a:pt x="38005" y="953"/>
                      </a:lnTo>
                      <a:lnTo>
                        <a:pt x="38957" y="381"/>
                      </a:lnTo>
                      <a:close/>
                      <a:moveTo>
                        <a:pt x="39528" y="11335"/>
                      </a:moveTo>
                      <a:lnTo>
                        <a:pt x="38767" y="12097"/>
                      </a:lnTo>
                      <a:lnTo>
                        <a:pt x="39528" y="11049"/>
                      </a:lnTo>
                      <a:lnTo>
                        <a:pt x="39528" y="11430"/>
                      </a:lnTo>
                      <a:close/>
                      <a:moveTo>
                        <a:pt x="43529" y="23432"/>
                      </a:moveTo>
                      <a:lnTo>
                        <a:pt x="42958" y="24003"/>
                      </a:lnTo>
                      <a:lnTo>
                        <a:pt x="42576" y="24003"/>
                      </a:lnTo>
                      <a:lnTo>
                        <a:pt x="43529" y="23432"/>
                      </a:lnTo>
                      <a:close/>
                      <a:moveTo>
                        <a:pt x="43339" y="11906"/>
                      </a:moveTo>
                      <a:cubicBezTo>
                        <a:pt x="43339" y="11906"/>
                        <a:pt x="43148" y="11906"/>
                        <a:pt x="43148" y="11525"/>
                      </a:cubicBezTo>
                      <a:cubicBezTo>
                        <a:pt x="43148" y="11144"/>
                        <a:pt x="43148" y="11049"/>
                        <a:pt x="43053" y="11049"/>
                      </a:cubicBezTo>
                      <a:lnTo>
                        <a:pt x="43339" y="11049"/>
                      </a:lnTo>
                      <a:lnTo>
                        <a:pt x="43339" y="11906"/>
                      </a:lnTo>
                      <a:close/>
                      <a:moveTo>
                        <a:pt x="53340" y="6287"/>
                      </a:moveTo>
                      <a:cubicBezTo>
                        <a:pt x="53340" y="6287"/>
                        <a:pt x="53340" y="5906"/>
                        <a:pt x="53435" y="5715"/>
                      </a:cubicBezTo>
                      <a:cubicBezTo>
                        <a:pt x="53530" y="5525"/>
                        <a:pt x="53721" y="5429"/>
                        <a:pt x="53911" y="5525"/>
                      </a:cubicBezTo>
                      <a:lnTo>
                        <a:pt x="53911" y="6382"/>
                      </a:lnTo>
                      <a:lnTo>
                        <a:pt x="53340" y="6382"/>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 name="Google Shape;1176;p99"/>
                <p:cNvSpPr/>
                <p:nvPr/>
              </p:nvSpPr>
              <p:spPr>
                <a:xfrm>
                  <a:off x="7373778" y="1724882"/>
                  <a:ext cx="57721" cy="56292"/>
                </a:xfrm>
                <a:custGeom>
                  <a:avLst/>
                  <a:gdLst/>
                  <a:ahLst/>
                  <a:cxnLst/>
                  <a:rect l="l" t="t" r="r" b="b"/>
                  <a:pathLst>
                    <a:path w="57721" h="56292" extrusionOk="0">
                      <a:moveTo>
                        <a:pt x="571" y="30290"/>
                      </a:moveTo>
                      <a:cubicBezTo>
                        <a:pt x="571" y="30290"/>
                        <a:pt x="666" y="30480"/>
                        <a:pt x="857" y="30575"/>
                      </a:cubicBezTo>
                      <a:cubicBezTo>
                        <a:pt x="1048" y="30766"/>
                        <a:pt x="1143" y="30861"/>
                        <a:pt x="1143" y="31052"/>
                      </a:cubicBezTo>
                      <a:lnTo>
                        <a:pt x="0" y="31052"/>
                      </a:lnTo>
                      <a:lnTo>
                        <a:pt x="571" y="30290"/>
                      </a:lnTo>
                      <a:close/>
                      <a:moveTo>
                        <a:pt x="0" y="34290"/>
                      </a:moveTo>
                      <a:cubicBezTo>
                        <a:pt x="0" y="34290"/>
                        <a:pt x="571" y="34957"/>
                        <a:pt x="952" y="35052"/>
                      </a:cubicBezTo>
                      <a:lnTo>
                        <a:pt x="0" y="35052"/>
                      </a:lnTo>
                      <a:lnTo>
                        <a:pt x="0" y="34290"/>
                      </a:lnTo>
                      <a:close/>
                      <a:moveTo>
                        <a:pt x="190" y="38005"/>
                      </a:moveTo>
                      <a:lnTo>
                        <a:pt x="0" y="37148"/>
                      </a:lnTo>
                      <a:cubicBezTo>
                        <a:pt x="0" y="37148"/>
                        <a:pt x="571" y="37338"/>
                        <a:pt x="1143" y="37719"/>
                      </a:cubicBezTo>
                      <a:lnTo>
                        <a:pt x="190" y="38005"/>
                      </a:lnTo>
                      <a:close/>
                      <a:moveTo>
                        <a:pt x="1905" y="35052"/>
                      </a:moveTo>
                      <a:cubicBezTo>
                        <a:pt x="1905" y="35052"/>
                        <a:pt x="1238" y="35052"/>
                        <a:pt x="1048" y="35052"/>
                      </a:cubicBezTo>
                      <a:lnTo>
                        <a:pt x="1905" y="35052"/>
                      </a:lnTo>
                      <a:close/>
                      <a:moveTo>
                        <a:pt x="1333" y="39338"/>
                      </a:moveTo>
                      <a:cubicBezTo>
                        <a:pt x="1333" y="39338"/>
                        <a:pt x="1714" y="39338"/>
                        <a:pt x="2095" y="39719"/>
                      </a:cubicBezTo>
                      <a:lnTo>
                        <a:pt x="2095" y="40100"/>
                      </a:lnTo>
                      <a:lnTo>
                        <a:pt x="1333" y="40100"/>
                      </a:lnTo>
                      <a:lnTo>
                        <a:pt x="1333" y="39338"/>
                      </a:lnTo>
                      <a:close/>
                      <a:moveTo>
                        <a:pt x="3143" y="29528"/>
                      </a:moveTo>
                      <a:cubicBezTo>
                        <a:pt x="3143" y="29528"/>
                        <a:pt x="3429" y="30004"/>
                        <a:pt x="3429" y="30480"/>
                      </a:cubicBezTo>
                      <a:cubicBezTo>
                        <a:pt x="2953" y="30480"/>
                        <a:pt x="2667" y="30480"/>
                        <a:pt x="2571" y="30290"/>
                      </a:cubicBezTo>
                      <a:lnTo>
                        <a:pt x="3143" y="29528"/>
                      </a:lnTo>
                      <a:close/>
                      <a:moveTo>
                        <a:pt x="2571" y="47530"/>
                      </a:moveTo>
                      <a:cubicBezTo>
                        <a:pt x="2571" y="47530"/>
                        <a:pt x="2857" y="47339"/>
                        <a:pt x="3429" y="47339"/>
                      </a:cubicBezTo>
                      <a:lnTo>
                        <a:pt x="3429" y="47720"/>
                      </a:lnTo>
                      <a:lnTo>
                        <a:pt x="2571" y="47530"/>
                      </a:lnTo>
                      <a:close/>
                      <a:moveTo>
                        <a:pt x="5810" y="38481"/>
                      </a:moveTo>
                      <a:cubicBezTo>
                        <a:pt x="5810" y="38481"/>
                        <a:pt x="6382" y="38195"/>
                        <a:pt x="6667" y="38100"/>
                      </a:cubicBezTo>
                      <a:cubicBezTo>
                        <a:pt x="7048" y="37910"/>
                        <a:pt x="7429" y="38005"/>
                        <a:pt x="7620" y="38195"/>
                      </a:cubicBezTo>
                      <a:lnTo>
                        <a:pt x="5810" y="38386"/>
                      </a:lnTo>
                      <a:close/>
                      <a:moveTo>
                        <a:pt x="7144" y="31623"/>
                      </a:moveTo>
                      <a:cubicBezTo>
                        <a:pt x="6572" y="30194"/>
                        <a:pt x="6762" y="29242"/>
                        <a:pt x="7715" y="28766"/>
                      </a:cubicBezTo>
                      <a:lnTo>
                        <a:pt x="8001" y="29051"/>
                      </a:lnTo>
                      <a:cubicBezTo>
                        <a:pt x="7429" y="29051"/>
                        <a:pt x="7144" y="29337"/>
                        <a:pt x="7144" y="30004"/>
                      </a:cubicBezTo>
                      <a:cubicBezTo>
                        <a:pt x="7144" y="30575"/>
                        <a:pt x="7144" y="31052"/>
                        <a:pt x="7144" y="31623"/>
                      </a:cubicBezTo>
                      <a:close/>
                      <a:moveTo>
                        <a:pt x="13811" y="35052"/>
                      </a:moveTo>
                      <a:cubicBezTo>
                        <a:pt x="13811" y="35052"/>
                        <a:pt x="13430" y="35052"/>
                        <a:pt x="13239" y="34766"/>
                      </a:cubicBezTo>
                      <a:cubicBezTo>
                        <a:pt x="13049" y="34576"/>
                        <a:pt x="12859" y="34385"/>
                        <a:pt x="12668" y="34385"/>
                      </a:cubicBezTo>
                      <a:cubicBezTo>
                        <a:pt x="12668" y="34385"/>
                        <a:pt x="12668" y="34385"/>
                        <a:pt x="12478" y="34385"/>
                      </a:cubicBezTo>
                      <a:cubicBezTo>
                        <a:pt x="13239" y="33814"/>
                        <a:pt x="13811" y="33719"/>
                        <a:pt x="14382" y="34195"/>
                      </a:cubicBezTo>
                      <a:cubicBezTo>
                        <a:pt x="14382" y="34385"/>
                        <a:pt x="14382" y="34481"/>
                        <a:pt x="14288" y="34671"/>
                      </a:cubicBezTo>
                      <a:cubicBezTo>
                        <a:pt x="14097" y="34766"/>
                        <a:pt x="14001" y="34862"/>
                        <a:pt x="13906" y="34957"/>
                      </a:cubicBezTo>
                      <a:close/>
                      <a:moveTo>
                        <a:pt x="13239" y="20765"/>
                      </a:moveTo>
                      <a:lnTo>
                        <a:pt x="13239" y="21622"/>
                      </a:lnTo>
                      <a:lnTo>
                        <a:pt x="13049" y="20765"/>
                      </a:lnTo>
                      <a:lnTo>
                        <a:pt x="13239" y="20765"/>
                      </a:lnTo>
                      <a:close/>
                      <a:moveTo>
                        <a:pt x="13525" y="27051"/>
                      </a:moveTo>
                      <a:cubicBezTo>
                        <a:pt x="13525" y="27051"/>
                        <a:pt x="14097" y="27051"/>
                        <a:pt x="14288" y="27432"/>
                      </a:cubicBezTo>
                      <a:cubicBezTo>
                        <a:pt x="14288" y="27623"/>
                        <a:pt x="14001" y="27718"/>
                        <a:pt x="13811" y="27623"/>
                      </a:cubicBezTo>
                      <a:lnTo>
                        <a:pt x="13239" y="27623"/>
                      </a:lnTo>
                      <a:cubicBezTo>
                        <a:pt x="13239" y="27623"/>
                        <a:pt x="13239" y="27146"/>
                        <a:pt x="13525" y="27051"/>
                      </a:cubicBezTo>
                      <a:close/>
                      <a:moveTo>
                        <a:pt x="13430" y="41624"/>
                      </a:moveTo>
                      <a:lnTo>
                        <a:pt x="13430" y="41339"/>
                      </a:lnTo>
                      <a:lnTo>
                        <a:pt x="14288" y="41339"/>
                      </a:lnTo>
                      <a:lnTo>
                        <a:pt x="13430" y="41624"/>
                      </a:lnTo>
                      <a:close/>
                      <a:moveTo>
                        <a:pt x="13811" y="37910"/>
                      </a:moveTo>
                      <a:lnTo>
                        <a:pt x="13811" y="37052"/>
                      </a:lnTo>
                      <a:lnTo>
                        <a:pt x="14573" y="37910"/>
                      </a:lnTo>
                      <a:lnTo>
                        <a:pt x="13811" y="37910"/>
                      </a:lnTo>
                      <a:close/>
                      <a:moveTo>
                        <a:pt x="14382" y="32861"/>
                      </a:moveTo>
                      <a:cubicBezTo>
                        <a:pt x="14382" y="32861"/>
                        <a:pt x="15049" y="32957"/>
                        <a:pt x="15144" y="33147"/>
                      </a:cubicBezTo>
                      <a:lnTo>
                        <a:pt x="14382" y="33719"/>
                      </a:lnTo>
                      <a:lnTo>
                        <a:pt x="14382" y="32861"/>
                      </a:lnTo>
                      <a:close/>
                      <a:moveTo>
                        <a:pt x="15144" y="30480"/>
                      </a:moveTo>
                      <a:cubicBezTo>
                        <a:pt x="15526" y="31242"/>
                        <a:pt x="15621" y="31623"/>
                        <a:pt x="15335" y="31814"/>
                      </a:cubicBezTo>
                      <a:lnTo>
                        <a:pt x="15144" y="31814"/>
                      </a:lnTo>
                      <a:lnTo>
                        <a:pt x="15144" y="30480"/>
                      </a:lnTo>
                      <a:close/>
                      <a:moveTo>
                        <a:pt x="15335" y="45625"/>
                      </a:moveTo>
                      <a:cubicBezTo>
                        <a:pt x="16287" y="45815"/>
                        <a:pt x="16859" y="45625"/>
                        <a:pt x="16954" y="44863"/>
                      </a:cubicBezTo>
                      <a:cubicBezTo>
                        <a:pt x="16954" y="45053"/>
                        <a:pt x="16859" y="45434"/>
                        <a:pt x="16383" y="46006"/>
                      </a:cubicBezTo>
                      <a:cubicBezTo>
                        <a:pt x="16097" y="46006"/>
                        <a:pt x="15716" y="46006"/>
                        <a:pt x="15335" y="45625"/>
                      </a:cubicBezTo>
                      <a:close/>
                      <a:moveTo>
                        <a:pt x="15621" y="29147"/>
                      </a:moveTo>
                      <a:cubicBezTo>
                        <a:pt x="15621" y="29147"/>
                        <a:pt x="16383" y="29147"/>
                        <a:pt x="16954" y="29528"/>
                      </a:cubicBezTo>
                      <a:lnTo>
                        <a:pt x="15621" y="29528"/>
                      </a:lnTo>
                      <a:lnTo>
                        <a:pt x="15621" y="29147"/>
                      </a:lnTo>
                      <a:close/>
                      <a:moveTo>
                        <a:pt x="16859" y="31433"/>
                      </a:moveTo>
                      <a:cubicBezTo>
                        <a:pt x="16859" y="31433"/>
                        <a:pt x="16669" y="31147"/>
                        <a:pt x="16764" y="31052"/>
                      </a:cubicBezTo>
                      <a:lnTo>
                        <a:pt x="16764" y="31433"/>
                      </a:lnTo>
                      <a:close/>
                      <a:moveTo>
                        <a:pt x="16954" y="31433"/>
                      </a:moveTo>
                      <a:lnTo>
                        <a:pt x="17621" y="32290"/>
                      </a:lnTo>
                      <a:cubicBezTo>
                        <a:pt x="17621" y="32290"/>
                        <a:pt x="17621" y="32576"/>
                        <a:pt x="17335" y="32671"/>
                      </a:cubicBezTo>
                      <a:lnTo>
                        <a:pt x="16954" y="31433"/>
                      </a:lnTo>
                      <a:close/>
                      <a:moveTo>
                        <a:pt x="48387" y="45053"/>
                      </a:moveTo>
                      <a:cubicBezTo>
                        <a:pt x="48387" y="45053"/>
                        <a:pt x="49244" y="45149"/>
                        <a:pt x="49720" y="45149"/>
                      </a:cubicBezTo>
                      <a:cubicBezTo>
                        <a:pt x="50101" y="45149"/>
                        <a:pt x="50672" y="45149"/>
                        <a:pt x="51530" y="45053"/>
                      </a:cubicBezTo>
                      <a:cubicBezTo>
                        <a:pt x="52388" y="45053"/>
                        <a:pt x="52959" y="44958"/>
                        <a:pt x="53435" y="44958"/>
                      </a:cubicBezTo>
                      <a:cubicBezTo>
                        <a:pt x="55530" y="44958"/>
                        <a:pt x="56959" y="45625"/>
                        <a:pt x="57721" y="46863"/>
                      </a:cubicBezTo>
                      <a:cubicBezTo>
                        <a:pt x="57721" y="48482"/>
                        <a:pt x="57531" y="50006"/>
                        <a:pt x="57435" y="51626"/>
                      </a:cubicBezTo>
                      <a:cubicBezTo>
                        <a:pt x="57245" y="53531"/>
                        <a:pt x="56673" y="54959"/>
                        <a:pt x="55816" y="55912"/>
                      </a:cubicBezTo>
                      <a:cubicBezTo>
                        <a:pt x="55435" y="56198"/>
                        <a:pt x="55054" y="56293"/>
                        <a:pt x="54673" y="56293"/>
                      </a:cubicBezTo>
                      <a:cubicBezTo>
                        <a:pt x="54292" y="56293"/>
                        <a:pt x="53816" y="56102"/>
                        <a:pt x="53244" y="55817"/>
                      </a:cubicBezTo>
                      <a:cubicBezTo>
                        <a:pt x="52578" y="55531"/>
                        <a:pt x="52101" y="55340"/>
                        <a:pt x="51721" y="55340"/>
                      </a:cubicBezTo>
                      <a:cubicBezTo>
                        <a:pt x="51339" y="55340"/>
                        <a:pt x="50863" y="55531"/>
                        <a:pt x="50482" y="55912"/>
                      </a:cubicBezTo>
                      <a:cubicBezTo>
                        <a:pt x="48863" y="56102"/>
                        <a:pt x="46577" y="56102"/>
                        <a:pt x="43815" y="55912"/>
                      </a:cubicBezTo>
                      <a:cubicBezTo>
                        <a:pt x="41053" y="55817"/>
                        <a:pt x="38862" y="55912"/>
                        <a:pt x="37242" y="56102"/>
                      </a:cubicBezTo>
                      <a:lnTo>
                        <a:pt x="37242" y="55912"/>
                      </a:lnTo>
                      <a:cubicBezTo>
                        <a:pt x="35433" y="55912"/>
                        <a:pt x="32766" y="55912"/>
                        <a:pt x="29241" y="56102"/>
                      </a:cubicBezTo>
                      <a:cubicBezTo>
                        <a:pt x="28098" y="55817"/>
                        <a:pt x="26479" y="55817"/>
                        <a:pt x="24479" y="55912"/>
                      </a:cubicBezTo>
                      <a:lnTo>
                        <a:pt x="18859" y="55912"/>
                      </a:lnTo>
                      <a:lnTo>
                        <a:pt x="18859" y="40100"/>
                      </a:lnTo>
                      <a:lnTo>
                        <a:pt x="19716" y="39529"/>
                      </a:lnTo>
                      <a:lnTo>
                        <a:pt x="17907" y="39338"/>
                      </a:lnTo>
                      <a:cubicBezTo>
                        <a:pt x="18573" y="38957"/>
                        <a:pt x="18859" y="38481"/>
                        <a:pt x="18859" y="37719"/>
                      </a:cubicBezTo>
                      <a:cubicBezTo>
                        <a:pt x="18859" y="37433"/>
                        <a:pt x="18859" y="37148"/>
                        <a:pt x="18669" y="36576"/>
                      </a:cubicBezTo>
                      <a:cubicBezTo>
                        <a:pt x="18669" y="36100"/>
                        <a:pt x="18573" y="35719"/>
                        <a:pt x="18573" y="35433"/>
                      </a:cubicBezTo>
                      <a:cubicBezTo>
                        <a:pt x="18573" y="35147"/>
                        <a:pt x="18573" y="34957"/>
                        <a:pt x="18573" y="34766"/>
                      </a:cubicBezTo>
                      <a:lnTo>
                        <a:pt x="17812" y="34766"/>
                      </a:lnTo>
                      <a:cubicBezTo>
                        <a:pt x="17812" y="34766"/>
                        <a:pt x="18764" y="34195"/>
                        <a:pt x="19335" y="33433"/>
                      </a:cubicBezTo>
                      <a:cubicBezTo>
                        <a:pt x="18669" y="32957"/>
                        <a:pt x="18383" y="32290"/>
                        <a:pt x="18383" y="31433"/>
                      </a:cubicBezTo>
                      <a:cubicBezTo>
                        <a:pt x="18383" y="30956"/>
                        <a:pt x="18573" y="30290"/>
                        <a:pt x="18859" y="29242"/>
                      </a:cubicBezTo>
                      <a:cubicBezTo>
                        <a:pt x="19145" y="28194"/>
                        <a:pt x="19335" y="27527"/>
                        <a:pt x="19335" y="27146"/>
                      </a:cubicBezTo>
                      <a:cubicBezTo>
                        <a:pt x="19431" y="27146"/>
                        <a:pt x="19526" y="27242"/>
                        <a:pt x="19621" y="27527"/>
                      </a:cubicBezTo>
                      <a:cubicBezTo>
                        <a:pt x="19621" y="27813"/>
                        <a:pt x="19621" y="27908"/>
                        <a:pt x="19621" y="27908"/>
                      </a:cubicBezTo>
                      <a:cubicBezTo>
                        <a:pt x="19812" y="27908"/>
                        <a:pt x="19907" y="27813"/>
                        <a:pt x="20098" y="27527"/>
                      </a:cubicBezTo>
                      <a:lnTo>
                        <a:pt x="21241" y="29432"/>
                      </a:lnTo>
                      <a:cubicBezTo>
                        <a:pt x="21526" y="28861"/>
                        <a:pt x="21621" y="27908"/>
                        <a:pt x="21431" y="26575"/>
                      </a:cubicBezTo>
                      <a:cubicBezTo>
                        <a:pt x="21241" y="26384"/>
                        <a:pt x="20860" y="26194"/>
                        <a:pt x="20383" y="26194"/>
                      </a:cubicBezTo>
                      <a:lnTo>
                        <a:pt x="19431" y="26194"/>
                      </a:lnTo>
                      <a:cubicBezTo>
                        <a:pt x="19431" y="26194"/>
                        <a:pt x="19431" y="25813"/>
                        <a:pt x="19145" y="25813"/>
                      </a:cubicBezTo>
                      <a:lnTo>
                        <a:pt x="20764" y="25527"/>
                      </a:lnTo>
                      <a:cubicBezTo>
                        <a:pt x="19907" y="25241"/>
                        <a:pt x="19431" y="24670"/>
                        <a:pt x="19240" y="23813"/>
                      </a:cubicBezTo>
                      <a:cubicBezTo>
                        <a:pt x="19240" y="23051"/>
                        <a:pt x="19240" y="22289"/>
                        <a:pt x="19240" y="21527"/>
                      </a:cubicBezTo>
                      <a:lnTo>
                        <a:pt x="19812" y="20955"/>
                      </a:lnTo>
                      <a:lnTo>
                        <a:pt x="18479" y="19145"/>
                      </a:lnTo>
                      <a:cubicBezTo>
                        <a:pt x="19050" y="16574"/>
                        <a:pt x="19335" y="15145"/>
                        <a:pt x="19335" y="14859"/>
                      </a:cubicBezTo>
                      <a:cubicBezTo>
                        <a:pt x="19335" y="14002"/>
                        <a:pt x="19145" y="13240"/>
                        <a:pt x="18764" y="12764"/>
                      </a:cubicBezTo>
                      <a:cubicBezTo>
                        <a:pt x="18764" y="12573"/>
                        <a:pt x="18955" y="10478"/>
                        <a:pt x="19145" y="6477"/>
                      </a:cubicBezTo>
                      <a:cubicBezTo>
                        <a:pt x="19240" y="4001"/>
                        <a:pt x="19812" y="2096"/>
                        <a:pt x="20669" y="857"/>
                      </a:cubicBezTo>
                      <a:cubicBezTo>
                        <a:pt x="20478" y="857"/>
                        <a:pt x="21717" y="857"/>
                        <a:pt x="24384" y="857"/>
                      </a:cubicBezTo>
                      <a:cubicBezTo>
                        <a:pt x="25812" y="857"/>
                        <a:pt x="26955" y="667"/>
                        <a:pt x="27813" y="0"/>
                      </a:cubicBezTo>
                      <a:cubicBezTo>
                        <a:pt x="29051" y="1429"/>
                        <a:pt x="29718" y="3905"/>
                        <a:pt x="29718" y="7239"/>
                      </a:cubicBezTo>
                      <a:lnTo>
                        <a:pt x="29718" y="12668"/>
                      </a:lnTo>
                      <a:cubicBezTo>
                        <a:pt x="29718" y="14192"/>
                        <a:pt x="29813" y="15431"/>
                        <a:pt x="30003" y="16478"/>
                      </a:cubicBezTo>
                      <a:cubicBezTo>
                        <a:pt x="29623" y="16669"/>
                        <a:pt x="29432" y="17050"/>
                        <a:pt x="29432" y="17621"/>
                      </a:cubicBezTo>
                      <a:cubicBezTo>
                        <a:pt x="29432" y="17812"/>
                        <a:pt x="29432" y="18193"/>
                        <a:pt x="29527" y="18669"/>
                      </a:cubicBezTo>
                      <a:cubicBezTo>
                        <a:pt x="29527" y="19145"/>
                        <a:pt x="29623" y="19431"/>
                        <a:pt x="29623" y="19622"/>
                      </a:cubicBezTo>
                      <a:cubicBezTo>
                        <a:pt x="29623" y="19812"/>
                        <a:pt x="29623" y="20003"/>
                        <a:pt x="29623" y="20193"/>
                      </a:cubicBezTo>
                      <a:lnTo>
                        <a:pt x="29432" y="20003"/>
                      </a:lnTo>
                      <a:cubicBezTo>
                        <a:pt x="29432" y="20003"/>
                        <a:pt x="29432" y="20765"/>
                        <a:pt x="29718" y="21527"/>
                      </a:cubicBezTo>
                      <a:cubicBezTo>
                        <a:pt x="29908" y="22289"/>
                        <a:pt x="29908" y="22765"/>
                        <a:pt x="29908" y="23146"/>
                      </a:cubicBezTo>
                      <a:cubicBezTo>
                        <a:pt x="29908" y="23622"/>
                        <a:pt x="29908" y="24098"/>
                        <a:pt x="29718" y="24479"/>
                      </a:cubicBezTo>
                      <a:lnTo>
                        <a:pt x="30194" y="25527"/>
                      </a:lnTo>
                      <a:lnTo>
                        <a:pt x="30003" y="25527"/>
                      </a:lnTo>
                      <a:cubicBezTo>
                        <a:pt x="30003" y="25527"/>
                        <a:pt x="29718" y="26670"/>
                        <a:pt x="29718" y="27908"/>
                      </a:cubicBezTo>
                      <a:cubicBezTo>
                        <a:pt x="29718" y="28956"/>
                        <a:pt x="29432" y="29623"/>
                        <a:pt x="28860" y="30004"/>
                      </a:cubicBezTo>
                      <a:cubicBezTo>
                        <a:pt x="28860" y="30194"/>
                        <a:pt x="29241" y="30194"/>
                        <a:pt x="29718" y="30194"/>
                      </a:cubicBezTo>
                      <a:cubicBezTo>
                        <a:pt x="30003" y="35433"/>
                        <a:pt x="30003" y="39719"/>
                        <a:pt x="29718" y="43053"/>
                      </a:cubicBezTo>
                      <a:cubicBezTo>
                        <a:pt x="29718" y="42863"/>
                        <a:pt x="29527" y="42672"/>
                        <a:pt x="29241" y="42672"/>
                      </a:cubicBezTo>
                      <a:lnTo>
                        <a:pt x="28575" y="42672"/>
                      </a:lnTo>
                      <a:cubicBezTo>
                        <a:pt x="28575" y="42672"/>
                        <a:pt x="28670" y="42958"/>
                        <a:pt x="28670" y="43053"/>
                      </a:cubicBezTo>
                      <a:cubicBezTo>
                        <a:pt x="28670" y="43244"/>
                        <a:pt x="28575" y="43529"/>
                        <a:pt x="28289" y="43910"/>
                      </a:cubicBezTo>
                      <a:cubicBezTo>
                        <a:pt x="28004" y="44196"/>
                        <a:pt x="27813" y="44482"/>
                        <a:pt x="27813" y="44672"/>
                      </a:cubicBezTo>
                      <a:cubicBezTo>
                        <a:pt x="27813" y="44863"/>
                        <a:pt x="27908" y="45149"/>
                        <a:pt x="28194" y="45339"/>
                      </a:cubicBezTo>
                      <a:cubicBezTo>
                        <a:pt x="28575" y="44482"/>
                        <a:pt x="28956" y="44006"/>
                        <a:pt x="29527" y="44006"/>
                      </a:cubicBezTo>
                      <a:cubicBezTo>
                        <a:pt x="29908" y="44006"/>
                        <a:pt x="30766" y="44482"/>
                        <a:pt x="32195" y="45339"/>
                      </a:cubicBezTo>
                      <a:cubicBezTo>
                        <a:pt x="32289" y="45339"/>
                        <a:pt x="32575" y="45339"/>
                        <a:pt x="32766" y="45053"/>
                      </a:cubicBezTo>
                      <a:lnTo>
                        <a:pt x="32766" y="44482"/>
                      </a:lnTo>
                      <a:cubicBezTo>
                        <a:pt x="32766" y="44482"/>
                        <a:pt x="33623" y="44768"/>
                        <a:pt x="34861" y="44768"/>
                      </a:cubicBezTo>
                      <a:lnTo>
                        <a:pt x="34671" y="45053"/>
                      </a:lnTo>
                      <a:cubicBezTo>
                        <a:pt x="34671" y="45053"/>
                        <a:pt x="35242" y="45244"/>
                        <a:pt x="35528" y="45244"/>
                      </a:cubicBezTo>
                      <a:cubicBezTo>
                        <a:pt x="35814" y="45244"/>
                        <a:pt x="36195" y="45149"/>
                        <a:pt x="36671" y="44863"/>
                      </a:cubicBezTo>
                      <a:cubicBezTo>
                        <a:pt x="37147" y="44577"/>
                        <a:pt x="37529" y="44482"/>
                        <a:pt x="37719" y="44482"/>
                      </a:cubicBezTo>
                      <a:cubicBezTo>
                        <a:pt x="38100" y="44482"/>
                        <a:pt x="38481" y="44672"/>
                        <a:pt x="38766" y="45053"/>
                      </a:cubicBezTo>
                      <a:cubicBezTo>
                        <a:pt x="39624" y="44672"/>
                        <a:pt x="40671" y="44482"/>
                        <a:pt x="41814" y="44482"/>
                      </a:cubicBezTo>
                      <a:cubicBezTo>
                        <a:pt x="42386" y="44482"/>
                        <a:pt x="43243" y="44482"/>
                        <a:pt x="44291" y="44672"/>
                      </a:cubicBezTo>
                      <a:cubicBezTo>
                        <a:pt x="45434" y="44768"/>
                        <a:pt x="46196" y="44863"/>
                        <a:pt x="46863" y="44863"/>
                      </a:cubicBezTo>
                      <a:cubicBezTo>
                        <a:pt x="47434" y="44863"/>
                        <a:pt x="47910" y="44863"/>
                        <a:pt x="48387" y="44768"/>
                      </a:cubicBezTo>
                      <a:close/>
                      <a:moveTo>
                        <a:pt x="18669" y="24098"/>
                      </a:moveTo>
                      <a:lnTo>
                        <a:pt x="18669" y="24670"/>
                      </a:lnTo>
                      <a:lnTo>
                        <a:pt x="17907" y="23813"/>
                      </a:lnTo>
                      <a:cubicBezTo>
                        <a:pt x="17907" y="23813"/>
                        <a:pt x="18383" y="23813"/>
                        <a:pt x="18669" y="24098"/>
                      </a:cubicBezTo>
                      <a:close/>
                      <a:moveTo>
                        <a:pt x="19526" y="26480"/>
                      </a:moveTo>
                      <a:cubicBezTo>
                        <a:pt x="19526" y="26480"/>
                        <a:pt x="19526" y="26575"/>
                        <a:pt x="19526" y="26480"/>
                      </a:cubicBezTo>
                      <a:lnTo>
                        <a:pt x="19526" y="26480"/>
                      </a:lnTo>
                      <a:close/>
                      <a:moveTo>
                        <a:pt x="20288" y="41910"/>
                      </a:moveTo>
                      <a:lnTo>
                        <a:pt x="19812" y="41339"/>
                      </a:lnTo>
                      <a:lnTo>
                        <a:pt x="20669" y="40577"/>
                      </a:lnTo>
                      <a:lnTo>
                        <a:pt x="20098" y="40577"/>
                      </a:lnTo>
                      <a:lnTo>
                        <a:pt x="20383" y="39719"/>
                      </a:lnTo>
                      <a:lnTo>
                        <a:pt x="19621" y="41148"/>
                      </a:lnTo>
                      <a:lnTo>
                        <a:pt x="19907" y="41720"/>
                      </a:lnTo>
                      <a:cubicBezTo>
                        <a:pt x="19907" y="41720"/>
                        <a:pt x="20193" y="42005"/>
                        <a:pt x="20478" y="41910"/>
                      </a:cubicBezTo>
                      <a:close/>
                      <a:moveTo>
                        <a:pt x="22193" y="43244"/>
                      </a:moveTo>
                      <a:lnTo>
                        <a:pt x="23336" y="42863"/>
                      </a:lnTo>
                      <a:lnTo>
                        <a:pt x="22574" y="42863"/>
                      </a:lnTo>
                      <a:lnTo>
                        <a:pt x="22193" y="43244"/>
                      </a:lnTo>
                      <a:close/>
                      <a:moveTo>
                        <a:pt x="25622" y="29147"/>
                      </a:moveTo>
                      <a:lnTo>
                        <a:pt x="26479" y="28670"/>
                      </a:lnTo>
                      <a:lnTo>
                        <a:pt x="25908" y="28670"/>
                      </a:lnTo>
                      <a:lnTo>
                        <a:pt x="25527" y="29147"/>
                      </a:lnTo>
                      <a:close/>
                      <a:moveTo>
                        <a:pt x="26479" y="20193"/>
                      </a:moveTo>
                      <a:lnTo>
                        <a:pt x="26670" y="19431"/>
                      </a:lnTo>
                      <a:lnTo>
                        <a:pt x="25908" y="19050"/>
                      </a:lnTo>
                      <a:lnTo>
                        <a:pt x="26479" y="20193"/>
                      </a:lnTo>
                      <a:close/>
                      <a:moveTo>
                        <a:pt x="36004" y="13430"/>
                      </a:moveTo>
                      <a:lnTo>
                        <a:pt x="36004" y="14383"/>
                      </a:lnTo>
                      <a:lnTo>
                        <a:pt x="35814" y="14383"/>
                      </a:lnTo>
                      <a:lnTo>
                        <a:pt x="35814" y="13430"/>
                      </a:lnTo>
                      <a:lnTo>
                        <a:pt x="36004" y="13430"/>
                      </a:lnTo>
                      <a:close/>
                      <a:moveTo>
                        <a:pt x="48958" y="47530"/>
                      </a:moveTo>
                      <a:lnTo>
                        <a:pt x="48958" y="46768"/>
                      </a:lnTo>
                      <a:lnTo>
                        <a:pt x="48673" y="46196"/>
                      </a:lnTo>
                      <a:lnTo>
                        <a:pt x="48958" y="47530"/>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 name="Google Shape;1177;p99"/>
                <p:cNvSpPr/>
                <p:nvPr/>
              </p:nvSpPr>
              <p:spPr>
                <a:xfrm>
                  <a:off x="7431976" y="1726025"/>
                  <a:ext cx="40766" cy="55340"/>
                </a:xfrm>
                <a:custGeom>
                  <a:avLst/>
                  <a:gdLst/>
                  <a:ahLst/>
                  <a:cxnLst/>
                  <a:rect l="l" t="t" r="r" b="b"/>
                  <a:pathLst>
                    <a:path w="40766" h="55340" extrusionOk="0">
                      <a:moveTo>
                        <a:pt x="39528" y="0"/>
                      </a:moveTo>
                      <a:cubicBezTo>
                        <a:pt x="39528" y="0"/>
                        <a:pt x="39624" y="952"/>
                        <a:pt x="40100" y="1333"/>
                      </a:cubicBezTo>
                      <a:cubicBezTo>
                        <a:pt x="40577" y="1810"/>
                        <a:pt x="40767" y="2096"/>
                        <a:pt x="40767" y="2286"/>
                      </a:cubicBezTo>
                      <a:cubicBezTo>
                        <a:pt x="40767" y="2572"/>
                        <a:pt x="40386" y="2953"/>
                        <a:pt x="39719" y="3334"/>
                      </a:cubicBezTo>
                      <a:cubicBezTo>
                        <a:pt x="39719" y="3524"/>
                        <a:pt x="39814" y="3715"/>
                        <a:pt x="39814" y="4000"/>
                      </a:cubicBezTo>
                      <a:cubicBezTo>
                        <a:pt x="39814" y="4572"/>
                        <a:pt x="39243" y="5429"/>
                        <a:pt x="38195" y="6572"/>
                      </a:cubicBezTo>
                      <a:lnTo>
                        <a:pt x="38767" y="7144"/>
                      </a:lnTo>
                      <a:cubicBezTo>
                        <a:pt x="37147" y="9049"/>
                        <a:pt x="36290" y="10477"/>
                        <a:pt x="36290" y="11621"/>
                      </a:cubicBezTo>
                      <a:cubicBezTo>
                        <a:pt x="35909" y="12287"/>
                        <a:pt x="35243" y="12573"/>
                        <a:pt x="34480" y="12478"/>
                      </a:cubicBezTo>
                      <a:cubicBezTo>
                        <a:pt x="34480" y="12668"/>
                        <a:pt x="34480" y="11906"/>
                        <a:pt x="34480" y="10192"/>
                      </a:cubicBezTo>
                      <a:cubicBezTo>
                        <a:pt x="34480" y="9430"/>
                        <a:pt x="34100" y="8954"/>
                        <a:pt x="33338" y="8954"/>
                      </a:cubicBezTo>
                      <a:lnTo>
                        <a:pt x="33338" y="11144"/>
                      </a:lnTo>
                      <a:cubicBezTo>
                        <a:pt x="33338" y="11144"/>
                        <a:pt x="33051" y="11144"/>
                        <a:pt x="32766" y="11430"/>
                      </a:cubicBezTo>
                      <a:cubicBezTo>
                        <a:pt x="32766" y="11716"/>
                        <a:pt x="32766" y="11811"/>
                        <a:pt x="32956" y="11811"/>
                      </a:cubicBezTo>
                      <a:cubicBezTo>
                        <a:pt x="32956" y="11811"/>
                        <a:pt x="33051" y="11811"/>
                        <a:pt x="33147" y="11811"/>
                      </a:cubicBezTo>
                      <a:cubicBezTo>
                        <a:pt x="33242" y="11811"/>
                        <a:pt x="33338" y="11811"/>
                        <a:pt x="33338" y="11811"/>
                      </a:cubicBezTo>
                      <a:cubicBezTo>
                        <a:pt x="33338" y="11811"/>
                        <a:pt x="33528" y="11906"/>
                        <a:pt x="33528" y="12097"/>
                      </a:cubicBezTo>
                      <a:lnTo>
                        <a:pt x="31909" y="12859"/>
                      </a:lnTo>
                      <a:lnTo>
                        <a:pt x="31432" y="12097"/>
                      </a:lnTo>
                      <a:lnTo>
                        <a:pt x="30670" y="13049"/>
                      </a:lnTo>
                      <a:cubicBezTo>
                        <a:pt x="30670" y="13049"/>
                        <a:pt x="30670" y="12859"/>
                        <a:pt x="30670" y="12859"/>
                      </a:cubicBezTo>
                      <a:cubicBezTo>
                        <a:pt x="30670" y="12668"/>
                        <a:pt x="30575" y="12573"/>
                        <a:pt x="30385" y="12478"/>
                      </a:cubicBezTo>
                      <a:cubicBezTo>
                        <a:pt x="30099" y="12478"/>
                        <a:pt x="30099" y="12383"/>
                        <a:pt x="30099" y="12287"/>
                      </a:cubicBezTo>
                      <a:cubicBezTo>
                        <a:pt x="30766" y="12002"/>
                        <a:pt x="31242" y="11716"/>
                        <a:pt x="31623" y="11240"/>
                      </a:cubicBezTo>
                      <a:cubicBezTo>
                        <a:pt x="31623" y="10954"/>
                        <a:pt x="31337" y="10858"/>
                        <a:pt x="31052" y="10954"/>
                      </a:cubicBezTo>
                      <a:lnTo>
                        <a:pt x="30670" y="11525"/>
                      </a:lnTo>
                      <a:cubicBezTo>
                        <a:pt x="30670" y="11525"/>
                        <a:pt x="30385" y="11240"/>
                        <a:pt x="30385" y="10954"/>
                      </a:cubicBezTo>
                      <a:cubicBezTo>
                        <a:pt x="30670" y="10858"/>
                        <a:pt x="30861" y="10668"/>
                        <a:pt x="30861" y="10382"/>
                      </a:cubicBezTo>
                      <a:cubicBezTo>
                        <a:pt x="30861" y="10287"/>
                        <a:pt x="30766" y="10001"/>
                        <a:pt x="30480" y="9620"/>
                      </a:cubicBezTo>
                      <a:cubicBezTo>
                        <a:pt x="30194" y="9239"/>
                        <a:pt x="30099" y="8954"/>
                        <a:pt x="30194" y="8763"/>
                      </a:cubicBezTo>
                      <a:cubicBezTo>
                        <a:pt x="30003" y="8763"/>
                        <a:pt x="29813" y="8763"/>
                        <a:pt x="29718" y="8858"/>
                      </a:cubicBezTo>
                      <a:cubicBezTo>
                        <a:pt x="29623" y="8954"/>
                        <a:pt x="29432" y="9144"/>
                        <a:pt x="29337" y="9239"/>
                      </a:cubicBezTo>
                      <a:cubicBezTo>
                        <a:pt x="29242" y="9430"/>
                        <a:pt x="29337" y="9811"/>
                        <a:pt x="29813" y="10192"/>
                      </a:cubicBezTo>
                      <a:lnTo>
                        <a:pt x="29623" y="10192"/>
                      </a:lnTo>
                      <a:cubicBezTo>
                        <a:pt x="29623" y="10192"/>
                        <a:pt x="29623" y="10858"/>
                        <a:pt x="29623" y="11811"/>
                      </a:cubicBezTo>
                      <a:cubicBezTo>
                        <a:pt x="29623" y="12478"/>
                        <a:pt x="29527" y="12954"/>
                        <a:pt x="29146" y="13240"/>
                      </a:cubicBezTo>
                      <a:cubicBezTo>
                        <a:pt x="29337" y="13240"/>
                        <a:pt x="29623" y="13430"/>
                        <a:pt x="29909" y="13716"/>
                      </a:cubicBezTo>
                      <a:cubicBezTo>
                        <a:pt x="30289" y="14002"/>
                        <a:pt x="30575" y="14097"/>
                        <a:pt x="30766" y="14002"/>
                      </a:cubicBezTo>
                      <a:lnTo>
                        <a:pt x="31147" y="13430"/>
                      </a:lnTo>
                      <a:cubicBezTo>
                        <a:pt x="31147" y="13430"/>
                        <a:pt x="30956" y="13906"/>
                        <a:pt x="31147" y="14097"/>
                      </a:cubicBezTo>
                      <a:cubicBezTo>
                        <a:pt x="31242" y="14288"/>
                        <a:pt x="31432" y="14478"/>
                        <a:pt x="31528" y="14764"/>
                      </a:cubicBezTo>
                      <a:cubicBezTo>
                        <a:pt x="31813" y="14764"/>
                        <a:pt x="32004" y="14669"/>
                        <a:pt x="32099" y="14192"/>
                      </a:cubicBezTo>
                      <a:cubicBezTo>
                        <a:pt x="32290" y="13811"/>
                        <a:pt x="32480" y="13621"/>
                        <a:pt x="32766" y="13811"/>
                      </a:cubicBezTo>
                      <a:cubicBezTo>
                        <a:pt x="32766" y="14002"/>
                        <a:pt x="33051" y="14097"/>
                        <a:pt x="33338" y="14097"/>
                      </a:cubicBezTo>
                      <a:cubicBezTo>
                        <a:pt x="33528" y="14097"/>
                        <a:pt x="33623" y="14097"/>
                        <a:pt x="33909" y="14097"/>
                      </a:cubicBezTo>
                      <a:lnTo>
                        <a:pt x="34480" y="14097"/>
                      </a:lnTo>
                      <a:cubicBezTo>
                        <a:pt x="34480" y="14097"/>
                        <a:pt x="35147" y="14192"/>
                        <a:pt x="35147" y="14383"/>
                      </a:cubicBezTo>
                      <a:cubicBezTo>
                        <a:pt x="35147" y="14573"/>
                        <a:pt x="35052" y="14859"/>
                        <a:pt x="34861" y="15145"/>
                      </a:cubicBezTo>
                      <a:lnTo>
                        <a:pt x="34100" y="14288"/>
                      </a:lnTo>
                      <a:cubicBezTo>
                        <a:pt x="34100" y="14288"/>
                        <a:pt x="34385" y="14859"/>
                        <a:pt x="34385" y="15240"/>
                      </a:cubicBezTo>
                      <a:cubicBezTo>
                        <a:pt x="34385" y="16097"/>
                        <a:pt x="33814" y="17050"/>
                        <a:pt x="32766" y="18288"/>
                      </a:cubicBezTo>
                      <a:lnTo>
                        <a:pt x="32004" y="18098"/>
                      </a:lnTo>
                      <a:cubicBezTo>
                        <a:pt x="32004" y="18098"/>
                        <a:pt x="31909" y="18669"/>
                        <a:pt x="31718" y="19241"/>
                      </a:cubicBezTo>
                      <a:cubicBezTo>
                        <a:pt x="31528" y="19812"/>
                        <a:pt x="31528" y="20193"/>
                        <a:pt x="31528" y="20479"/>
                      </a:cubicBezTo>
                      <a:cubicBezTo>
                        <a:pt x="31528" y="20765"/>
                        <a:pt x="31528" y="21050"/>
                        <a:pt x="31718" y="21336"/>
                      </a:cubicBezTo>
                      <a:cubicBezTo>
                        <a:pt x="31528" y="21336"/>
                        <a:pt x="31337" y="21146"/>
                        <a:pt x="30956" y="20765"/>
                      </a:cubicBezTo>
                      <a:cubicBezTo>
                        <a:pt x="30670" y="20383"/>
                        <a:pt x="30385" y="20193"/>
                        <a:pt x="30194" y="20193"/>
                      </a:cubicBezTo>
                      <a:cubicBezTo>
                        <a:pt x="30003" y="20193"/>
                        <a:pt x="29813" y="20383"/>
                        <a:pt x="29623" y="20765"/>
                      </a:cubicBezTo>
                      <a:cubicBezTo>
                        <a:pt x="29813" y="21146"/>
                        <a:pt x="29909" y="21622"/>
                        <a:pt x="29909" y="22098"/>
                      </a:cubicBezTo>
                      <a:cubicBezTo>
                        <a:pt x="29909" y="22574"/>
                        <a:pt x="29718" y="23336"/>
                        <a:pt x="29432" y="24384"/>
                      </a:cubicBezTo>
                      <a:cubicBezTo>
                        <a:pt x="29051" y="25432"/>
                        <a:pt x="28956" y="26098"/>
                        <a:pt x="29051" y="26670"/>
                      </a:cubicBezTo>
                      <a:cubicBezTo>
                        <a:pt x="28860" y="26575"/>
                        <a:pt x="28670" y="26479"/>
                        <a:pt x="28480" y="26479"/>
                      </a:cubicBezTo>
                      <a:cubicBezTo>
                        <a:pt x="28194" y="26479"/>
                        <a:pt x="27908" y="26479"/>
                        <a:pt x="27527" y="26765"/>
                      </a:cubicBezTo>
                      <a:cubicBezTo>
                        <a:pt x="27146" y="26956"/>
                        <a:pt x="26765" y="27051"/>
                        <a:pt x="26575" y="27051"/>
                      </a:cubicBezTo>
                      <a:cubicBezTo>
                        <a:pt x="26384" y="27051"/>
                        <a:pt x="26289" y="27051"/>
                        <a:pt x="26194" y="26956"/>
                      </a:cubicBezTo>
                      <a:cubicBezTo>
                        <a:pt x="26194" y="27146"/>
                        <a:pt x="26479" y="27623"/>
                        <a:pt x="26956" y="28289"/>
                      </a:cubicBezTo>
                      <a:cubicBezTo>
                        <a:pt x="27432" y="28956"/>
                        <a:pt x="27717" y="29432"/>
                        <a:pt x="27717" y="29813"/>
                      </a:cubicBezTo>
                      <a:cubicBezTo>
                        <a:pt x="27717" y="30099"/>
                        <a:pt x="27622" y="30385"/>
                        <a:pt x="27337" y="30671"/>
                      </a:cubicBezTo>
                      <a:lnTo>
                        <a:pt x="26194" y="31718"/>
                      </a:lnTo>
                      <a:cubicBezTo>
                        <a:pt x="26479" y="34957"/>
                        <a:pt x="26575" y="38576"/>
                        <a:pt x="26575" y="42481"/>
                      </a:cubicBezTo>
                      <a:cubicBezTo>
                        <a:pt x="26575" y="46387"/>
                        <a:pt x="26479" y="50102"/>
                        <a:pt x="26194" y="53626"/>
                      </a:cubicBezTo>
                      <a:cubicBezTo>
                        <a:pt x="25146" y="54769"/>
                        <a:pt x="23622" y="55340"/>
                        <a:pt x="21622" y="55340"/>
                      </a:cubicBezTo>
                      <a:cubicBezTo>
                        <a:pt x="20955" y="55340"/>
                        <a:pt x="20002" y="55340"/>
                        <a:pt x="18764" y="55150"/>
                      </a:cubicBezTo>
                      <a:cubicBezTo>
                        <a:pt x="17526" y="55054"/>
                        <a:pt x="16573" y="54959"/>
                        <a:pt x="16002" y="54959"/>
                      </a:cubicBezTo>
                      <a:cubicBezTo>
                        <a:pt x="15144" y="54673"/>
                        <a:pt x="14668" y="54007"/>
                        <a:pt x="14478" y="52864"/>
                      </a:cubicBezTo>
                      <a:cubicBezTo>
                        <a:pt x="14383" y="52006"/>
                        <a:pt x="14192" y="51054"/>
                        <a:pt x="14097" y="50197"/>
                      </a:cubicBezTo>
                      <a:cubicBezTo>
                        <a:pt x="14383" y="49340"/>
                        <a:pt x="14478" y="48101"/>
                        <a:pt x="14383" y="46292"/>
                      </a:cubicBezTo>
                      <a:cubicBezTo>
                        <a:pt x="14288" y="44482"/>
                        <a:pt x="14383" y="43148"/>
                        <a:pt x="14668" y="42291"/>
                      </a:cubicBezTo>
                      <a:cubicBezTo>
                        <a:pt x="14954" y="42672"/>
                        <a:pt x="15240" y="42863"/>
                        <a:pt x="15526" y="42863"/>
                      </a:cubicBezTo>
                      <a:cubicBezTo>
                        <a:pt x="15621" y="42863"/>
                        <a:pt x="15907" y="42672"/>
                        <a:pt x="16478" y="42481"/>
                      </a:cubicBezTo>
                      <a:cubicBezTo>
                        <a:pt x="16859" y="42291"/>
                        <a:pt x="17240" y="42386"/>
                        <a:pt x="17526" y="42672"/>
                      </a:cubicBezTo>
                      <a:lnTo>
                        <a:pt x="16669" y="41815"/>
                      </a:lnTo>
                      <a:lnTo>
                        <a:pt x="17336" y="41434"/>
                      </a:lnTo>
                      <a:lnTo>
                        <a:pt x="16478" y="40577"/>
                      </a:lnTo>
                      <a:lnTo>
                        <a:pt x="17336" y="40958"/>
                      </a:lnTo>
                      <a:lnTo>
                        <a:pt x="17336" y="39624"/>
                      </a:lnTo>
                      <a:lnTo>
                        <a:pt x="15716" y="39624"/>
                      </a:lnTo>
                      <a:cubicBezTo>
                        <a:pt x="16287" y="39243"/>
                        <a:pt x="16669" y="39052"/>
                        <a:pt x="16859" y="39052"/>
                      </a:cubicBezTo>
                      <a:cubicBezTo>
                        <a:pt x="17240" y="39052"/>
                        <a:pt x="17621" y="39338"/>
                        <a:pt x="17907" y="39910"/>
                      </a:cubicBezTo>
                      <a:cubicBezTo>
                        <a:pt x="18097" y="39910"/>
                        <a:pt x="18097" y="39719"/>
                        <a:pt x="18097" y="39529"/>
                      </a:cubicBezTo>
                      <a:cubicBezTo>
                        <a:pt x="18097" y="39243"/>
                        <a:pt x="18097" y="39052"/>
                        <a:pt x="18097" y="38957"/>
                      </a:cubicBezTo>
                      <a:lnTo>
                        <a:pt x="19431" y="39148"/>
                      </a:lnTo>
                      <a:cubicBezTo>
                        <a:pt x="19431" y="38481"/>
                        <a:pt x="19526" y="38195"/>
                        <a:pt x="19431" y="38100"/>
                      </a:cubicBezTo>
                      <a:cubicBezTo>
                        <a:pt x="19431" y="38100"/>
                        <a:pt x="19526" y="38005"/>
                        <a:pt x="19907" y="37814"/>
                      </a:cubicBezTo>
                      <a:cubicBezTo>
                        <a:pt x="19145" y="36767"/>
                        <a:pt x="18288" y="36481"/>
                        <a:pt x="17050" y="37148"/>
                      </a:cubicBezTo>
                      <a:cubicBezTo>
                        <a:pt x="15907" y="37814"/>
                        <a:pt x="14954" y="37624"/>
                        <a:pt x="14288" y="36767"/>
                      </a:cubicBezTo>
                      <a:cubicBezTo>
                        <a:pt x="14288" y="34481"/>
                        <a:pt x="14383" y="32766"/>
                        <a:pt x="14668" y="31718"/>
                      </a:cubicBezTo>
                      <a:cubicBezTo>
                        <a:pt x="13525" y="31718"/>
                        <a:pt x="12954" y="30956"/>
                        <a:pt x="12859" y="29242"/>
                      </a:cubicBezTo>
                      <a:cubicBezTo>
                        <a:pt x="12763" y="27527"/>
                        <a:pt x="12192" y="26575"/>
                        <a:pt x="11239" y="26384"/>
                      </a:cubicBezTo>
                      <a:cubicBezTo>
                        <a:pt x="9144" y="21622"/>
                        <a:pt x="5905" y="14669"/>
                        <a:pt x="1428" y="5429"/>
                      </a:cubicBezTo>
                      <a:cubicBezTo>
                        <a:pt x="1428" y="5334"/>
                        <a:pt x="1428" y="5144"/>
                        <a:pt x="1619" y="5048"/>
                      </a:cubicBezTo>
                      <a:cubicBezTo>
                        <a:pt x="1810" y="4953"/>
                        <a:pt x="1905" y="4763"/>
                        <a:pt x="2000" y="4667"/>
                      </a:cubicBezTo>
                      <a:cubicBezTo>
                        <a:pt x="1619" y="4381"/>
                        <a:pt x="1143" y="4000"/>
                        <a:pt x="667" y="3619"/>
                      </a:cubicBezTo>
                      <a:cubicBezTo>
                        <a:pt x="191" y="3239"/>
                        <a:pt x="0" y="2762"/>
                        <a:pt x="0" y="2381"/>
                      </a:cubicBezTo>
                      <a:cubicBezTo>
                        <a:pt x="0" y="2096"/>
                        <a:pt x="95" y="1810"/>
                        <a:pt x="381" y="1524"/>
                      </a:cubicBezTo>
                      <a:cubicBezTo>
                        <a:pt x="1524" y="857"/>
                        <a:pt x="3048" y="476"/>
                        <a:pt x="4858" y="476"/>
                      </a:cubicBezTo>
                      <a:cubicBezTo>
                        <a:pt x="5525" y="476"/>
                        <a:pt x="6477" y="476"/>
                        <a:pt x="7620" y="571"/>
                      </a:cubicBezTo>
                      <a:cubicBezTo>
                        <a:pt x="8858" y="667"/>
                        <a:pt x="9620" y="667"/>
                        <a:pt x="10192" y="667"/>
                      </a:cubicBezTo>
                      <a:lnTo>
                        <a:pt x="10953" y="667"/>
                      </a:lnTo>
                      <a:cubicBezTo>
                        <a:pt x="11906" y="1333"/>
                        <a:pt x="12763" y="2477"/>
                        <a:pt x="13430" y="4096"/>
                      </a:cubicBezTo>
                      <a:cubicBezTo>
                        <a:pt x="14097" y="5715"/>
                        <a:pt x="14764" y="6858"/>
                        <a:pt x="15526" y="7334"/>
                      </a:cubicBezTo>
                      <a:cubicBezTo>
                        <a:pt x="15430" y="8287"/>
                        <a:pt x="15621" y="9430"/>
                        <a:pt x="16287" y="10668"/>
                      </a:cubicBezTo>
                      <a:cubicBezTo>
                        <a:pt x="16764" y="11525"/>
                        <a:pt x="17240" y="12383"/>
                        <a:pt x="17716" y="13335"/>
                      </a:cubicBezTo>
                      <a:cubicBezTo>
                        <a:pt x="17526" y="14383"/>
                        <a:pt x="17716" y="14954"/>
                        <a:pt x="18479" y="14954"/>
                      </a:cubicBezTo>
                      <a:cubicBezTo>
                        <a:pt x="18383" y="15335"/>
                        <a:pt x="18669" y="15907"/>
                        <a:pt x="19241" y="16478"/>
                      </a:cubicBezTo>
                      <a:cubicBezTo>
                        <a:pt x="19907" y="17050"/>
                        <a:pt x="20193" y="17526"/>
                        <a:pt x="20288" y="17812"/>
                      </a:cubicBezTo>
                      <a:cubicBezTo>
                        <a:pt x="22384" y="16002"/>
                        <a:pt x="23813" y="13240"/>
                        <a:pt x="24575" y="9620"/>
                      </a:cubicBezTo>
                      <a:cubicBezTo>
                        <a:pt x="26194" y="7144"/>
                        <a:pt x="27241" y="4953"/>
                        <a:pt x="27717" y="2953"/>
                      </a:cubicBezTo>
                      <a:cubicBezTo>
                        <a:pt x="28766" y="1143"/>
                        <a:pt x="30861" y="286"/>
                        <a:pt x="34004" y="286"/>
                      </a:cubicBezTo>
                      <a:cubicBezTo>
                        <a:pt x="38100" y="286"/>
                        <a:pt x="39910" y="286"/>
                        <a:pt x="39528" y="286"/>
                      </a:cubicBezTo>
                      <a:close/>
                      <a:moveTo>
                        <a:pt x="16002" y="39148"/>
                      </a:moveTo>
                      <a:cubicBezTo>
                        <a:pt x="15526" y="39624"/>
                        <a:pt x="15050" y="39624"/>
                        <a:pt x="14573" y="39148"/>
                      </a:cubicBezTo>
                      <a:lnTo>
                        <a:pt x="16002" y="39148"/>
                      </a:lnTo>
                      <a:close/>
                      <a:moveTo>
                        <a:pt x="18288" y="40196"/>
                      </a:moveTo>
                      <a:lnTo>
                        <a:pt x="19812" y="40196"/>
                      </a:lnTo>
                      <a:lnTo>
                        <a:pt x="18288" y="40005"/>
                      </a:lnTo>
                      <a:lnTo>
                        <a:pt x="18288" y="40196"/>
                      </a:lnTo>
                      <a:close/>
                      <a:moveTo>
                        <a:pt x="20098" y="38100"/>
                      </a:moveTo>
                      <a:lnTo>
                        <a:pt x="20860" y="37910"/>
                      </a:lnTo>
                      <a:lnTo>
                        <a:pt x="20098" y="37910"/>
                      </a:lnTo>
                      <a:lnTo>
                        <a:pt x="20098" y="38100"/>
                      </a:lnTo>
                      <a:close/>
                      <a:moveTo>
                        <a:pt x="22193" y="33909"/>
                      </a:moveTo>
                      <a:cubicBezTo>
                        <a:pt x="22193" y="33909"/>
                        <a:pt x="22479" y="33433"/>
                        <a:pt x="22384" y="32956"/>
                      </a:cubicBezTo>
                      <a:cubicBezTo>
                        <a:pt x="22288" y="32575"/>
                        <a:pt x="22098" y="32385"/>
                        <a:pt x="22003" y="32194"/>
                      </a:cubicBezTo>
                      <a:lnTo>
                        <a:pt x="22003" y="34004"/>
                      </a:lnTo>
                      <a:lnTo>
                        <a:pt x="22193" y="33814"/>
                      </a:lnTo>
                      <a:close/>
                      <a:moveTo>
                        <a:pt x="30385" y="14192"/>
                      </a:moveTo>
                      <a:lnTo>
                        <a:pt x="30194" y="14764"/>
                      </a:lnTo>
                      <a:cubicBezTo>
                        <a:pt x="30194" y="14764"/>
                        <a:pt x="30766" y="15431"/>
                        <a:pt x="30956" y="15335"/>
                      </a:cubicBezTo>
                      <a:cubicBezTo>
                        <a:pt x="30956" y="15050"/>
                        <a:pt x="30766" y="14669"/>
                        <a:pt x="30385" y="14192"/>
                      </a:cubicBezTo>
                      <a:close/>
                      <a:moveTo>
                        <a:pt x="31528" y="9811"/>
                      </a:moveTo>
                      <a:lnTo>
                        <a:pt x="32004" y="9811"/>
                      </a:lnTo>
                      <a:cubicBezTo>
                        <a:pt x="32004" y="9811"/>
                        <a:pt x="31528" y="9430"/>
                        <a:pt x="31528" y="9430"/>
                      </a:cubicBezTo>
                      <a:cubicBezTo>
                        <a:pt x="31242" y="9716"/>
                        <a:pt x="31147" y="10001"/>
                        <a:pt x="31147" y="10192"/>
                      </a:cubicBezTo>
                      <a:lnTo>
                        <a:pt x="31147" y="10192"/>
                      </a:lnTo>
                      <a:cubicBezTo>
                        <a:pt x="31147" y="10192"/>
                        <a:pt x="31337" y="10192"/>
                        <a:pt x="31432" y="9811"/>
                      </a:cubicBezTo>
                      <a:close/>
                      <a:moveTo>
                        <a:pt x="32290" y="15145"/>
                      </a:moveTo>
                      <a:cubicBezTo>
                        <a:pt x="32290" y="15145"/>
                        <a:pt x="31623" y="15335"/>
                        <a:pt x="31623" y="15716"/>
                      </a:cubicBezTo>
                      <a:cubicBezTo>
                        <a:pt x="31623" y="16193"/>
                        <a:pt x="31623" y="16478"/>
                        <a:pt x="31623" y="16573"/>
                      </a:cubicBezTo>
                      <a:cubicBezTo>
                        <a:pt x="32195" y="16288"/>
                        <a:pt x="32385" y="15812"/>
                        <a:pt x="32195" y="15240"/>
                      </a:cubicBezTo>
                      <a:close/>
                      <a:moveTo>
                        <a:pt x="31718" y="17717"/>
                      </a:moveTo>
                      <a:lnTo>
                        <a:pt x="32290" y="16954"/>
                      </a:lnTo>
                      <a:lnTo>
                        <a:pt x="31718" y="16954"/>
                      </a:lnTo>
                      <a:lnTo>
                        <a:pt x="31718" y="17717"/>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 name="Google Shape;1178;p99"/>
                <p:cNvSpPr/>
                <p:nvPr/>
              </p:nvSpPr>
              <p:spPr>
                <a:xfrm>
                  <a:off x="7475314" y="1726275"/>
                  <a:ext cx="37147" cy="55375"/>
                </a:xfrm>
                <a:custGeom>
                  <a:avLst/>
                  <a:gdLst/>
                  <a:ahLst/>
                  <a:cxnLst/>
                  <a:rect l="l" t="t" r="r" b="b"/>
                  <a:pathLst>
                    <a:path w="37147" h="55375" extrusionOk="0">
                      <a:moveTo>
                        <a:pt x="36576" y="1750"/>
                      </a:moveTo>
                      <a:lnTo>
                        <a:pt x="37148" y="11466"/>
                      </a:lnTo>
                      <a:cubicBezTo>
                        <a:pt x="36005" y="11847"/>
                        <a:pt x="34480" y="11942"/>
                        <a:pt x="32480" y="11751"/>
                      </a:cubicBezTo>
                      <a:cubicBezTo>
                        <a:pt x="30194" y="11561"/>
                        <a:pt x="28575" y="11466"/>
                        <a:pt x="27908" y="11561"/>
                      </a:cubicBezTo>
                      <a:cubicBezTo>
                        <a:pt x="26289" y="11751"/>
                        <a:pt x="24955" y="12609"/>
                        <a:pt x="23908" y="13942"/>
                      </a:cubicBezTo>
                      <a:cubicBezTo>
                        <a:pt x="24003" y="14228"/>
                        <a:pt x="24099" y="14609"/>
                        <a:pt x="24099" y="14990"/>
                      </a:cubicBezTo>
                      <a:cubicBezTo>
                        <a:pt x="24099" y="15371"/>
                        <a:pt x="24099" y="15847"/>
                        <a:pt x="23908" y="16609"/>
                      </a:cubicBezTo>
                      <a:cubicBezTo>
                        <a:pt x="23813" y="17276"/>
                        <a:pt x="23717" y="17847"/>
                        <a:pt x="23717" y="18228"/>
                      </a:cubicBezTo>
                      <a:cubicBezTo>
                        <a:pt x="23717" y="18800"/>
                        <a:pt x="23717" y="19276"/>
                        <a:pt x="24003" y="19848"/>
                      </a:cubicBezTo>
                      <a:cubicBezTo>
                        <a:pt x="24193" y="20133"/>
                        <a:pt x="24193" y="20324"/>
                        <a:pt x="24193" y="20610"/>
                      </a:cubicBezTo>
                      <a:cubicBezTo>
                        <a:pt x="24193" y="20895"/>
                        <a:pt x="24193" y="21276"/>
                        <a:pt x="23908" y="21657"/>
                      </a:cubicBezTo>
                      <a:cubicBezTo>
                        <a:pt x="23717" y="22038"/>
                        <a:pt x="23622" y="22419"/>
                        <a:pt x="23622" y="22515"/>
                      </a:cubicBezTo>
                      <a:cubicBezTo>
                        <a:pt x="23622" y="22800"/>
                        <a:pt x="23622" y="23086"/>
                        <a:pt x="23908" y="23277"/>
                      </a:cubicBezTo>
                      <a:lnTo>
                        <a:pt x="23717" y="26325"/>
                      </a:lnTo>
                      <a:cubicBezTo>
                        <a:pt x="23717" y="26325"/>
                        <a:pt x="23432" y="25753"/>
                        <a:pt x="22955" y="25658"/>
                      </a:cubicBezTo>
                      <a:cubicBezTo>
                        <a:pt x="22289" y="25467"/>
                        <a:pt x="22003" y="25372"/>
                        <a:pt x="21812" y="25277"/>
                      </a:cubicBezTo>
                      <a:cubicBezTo>
                        <a:pt x="21622" y="25467"/>
                        <a:pt x="21527" y="25563"/>
                        <a:pt x="21622" y="25848"/>
                      </a:cubicBezTo>
                      <a:cubicBezTo>
                        <a:pt x="21622" y="26039"/>
                        <a:pt x="21622" y="26229"/>
                        <a:pt x="21622" y="26420"/>
                      </a:cubicBezTo>
                      <a:cubicBezTo>
                        <a:pt x="21907" y="26325"/>
                        <a:pt x="22098" y="26229"/>
                        <a:pt x="22289" y="26229"/>
                      </a:cubicBezTo>
                      <a:cubicBezTo>
                        <a:pt x="22574" y="26229"/>
                        <a:pt x="22860" y="26610"/>
                        <a:pt x="23050" y="27277"/>
                      </a:cubicBezTo>
                      <a:cubicBezTo>
                        <a:pt x="23241" y="28134"/>
                        <a:pt x="23432" y="28611"/>
                        <a:pt x="23527" y="28801"/>
                      </a:cubicBezTo>
                      <a:lnTo>
                        <a:pt x="23146" y="28801"/>
                      </a:lnTo>
                      <a:cubicBezTo>
                        <a:pt x="23717" y="30325"/>
                        <a:pt x="24003" y="32421"/>
                        <a:pt x="24003" y="35088"/>
                      </a:cubicBezTo>
                      <a:cubicBezTo>
                        <a:pt x="24003" y="37278"/>
                        <a:pt x="24003" y="39469"/>
                        <a:pt x="24003" y="41565"/>
                      </a:cubicBezTo>
                      <a:cubicBezTo>
                        <a:pt x="24003" y="42898"/>
                        <a:pt x="24099" y="44041"/>
                        <a:pt x="24289" y="44994"/>
                      </a:cubicBezTo>
                      <a:cubicBezTo>
                        <a:pt x="24289" y="44994"/>
                        <a:pt x="24479" y="44994"/>
                        <a:pt x="24765" y="45279"/>
                      </a:cubicBezTo>
                      <a:cubicBezTo>
                        <a:pt x="25051" y="45470"/>
                        <a:pt x="25336" y="45565"/>
                        <a:pt x="25527" y="45470"/>
                      </a:cubicBezTo>
                      <a:cubicBezTo>
                        <a:pt x="25146" y="46137"/>
                        <a:pt x="24955" y="47946"/>
                        <a:pt x="24860" y="50804"/>
                      </a:cubicBezTo>
                      <a:cubicBezTo>
                        <a:pt x="24860" y="52328"/>
                        <a:pt x="24289" y="53471"/>
                        <a:pt x="23432" y="54042"/>
                      </a:cubicBezTo>
                      <a:cubicBezTo>
                        <a:pt x="23527" y="54042"/>
                        <a:pt x="23622" y="54423"/>
                        <a:pt x="23622" y="54804"/>
                      </a:cubicBezTo>
                      <a:cubicBezTo>
                        <a:pt x="23146" y="54804"/>
                        <a:pt x="21527" y="54804"/>
                        <a:pt x="18955" y="54804"/>
                      </a:cubicBezTo>
                      <a:cubicBezTo>
                        <a:pt x="17050" y="54804"/>
                        <a:pt x="15526" y="54995"/>
                        <a:pt x="14383" y="55376"/>
                      </a:cubicBezTo>
                      <a:cubicBezTo>
                        <a:pt x="13430" y="54519"/>
                        <a:pt x="12954" y="53280"/>
                        <a:pt x="12954" y="51661"/>
                      </a:cubicBezTo>
                      <a:cubicBezTo>
                        <a:pt x="12954" y="50232"/>
                        <a:pt x="12954" y="48804"/>
                        <a:pt x="12954" y="47375"/>
                      </a:cubicBezTo>
                      <a:cubicBezTo>
                        <a:pt x="13145" y="42136"/>
                        <a:pt x="13240" y="36612"/>
                        <a:pt x="13240" y="30897"/>
                      </a:cubicBezTo>
                      <a:cubicBezTo>
                        <a:pt x="13240" y="25182"/>
                        <a:pt x="13145" y="19371"/>
                        <a:pt x="12954" y="13275"/>
                      </a:cubicBezTo>
                      <a:cubicBezTo>
                        <a:pt x="12668" y="12323"/>
                        <a:pt x="11906" y="11847"/>
                        <a:pt x="10763" y="11847"/>
                      </a:cubicBezTo>
                      <a:cubicBezTo>
                        <a:pt x="10573" y="11847"/>
                        <a:pt x="10287" y="11847"/>
                        <a:pt x="9811" y="11847"/>
                      </a:cubicBezTo>
                      <a:lnTo>
                        <a:pt x="8954" y="11847"/>
                      </a:lnTo>
                      <a:cubicBezTo>
                        <a:pt x="8382" y="11847"/>
                        <a:pt x="7906" y="11847"/>
                        <a:pt x="7525" y="11561"/>
                      </a:cubicBezTo>
                      <a:cubicBezTo>
                        <a:pt x="7906" y="11561"/>
                        <a:pt x="6572" y="11561"/>
                        <a:pt x="3429" y="11561"/>
                      </a:cubicBezTo>
                      <a:cubicBezTo>
                        <a:pt x="2000" y="11561"/>
                        <a:pt x="858" y="11180"/>
                        <a:pt x="0" y="10513"/>
                      </a:cubicBezTo>
                      <a:lnTo>
                        <a:pt x="0" y="893"/>
                      </a:lnTo>
                      <a:cubicBezTo>
                        <a:pt x="0" y="893"/>
                        <a:pt x="571" y="1274"/>
                        <a:pt x="858" y="1274"/>
                      </a:cubicBezTo>
                      <a:cubicBezTo>
                        <a:pt x="1429" y="1274"/>
                        <a:pt x="2000" y="893"/>
                        <a:pt x="2477" y="226"/>
                      </a:cubicBezTo>
                      <a:cubicBezTo>
                        <a:pt x="5239" y="36"/>
                        <a:pt x="9430" y="36"/>
                        <a:pt x="14859" y="226"/>
                      </a:cubicBezTo>
                      <a:cubicBezTo>
                        <a:pt x="20288" y="321"/>
                        <a:pt x="24575" y="226"/>
                        <a:pt x="27432" y="36"/>
                      </a:cubicBezTo>
                      <a:cubicBezTo>
                        <a:pt x="27527" y="321"/>
                        <a:pt x="27813" y="417"/>
                        <a:pt x="28099" y="417"/>
                      </a:cubicBezTo>
                      <a:cubicBezTo>
                        <a:pt x="28290" y="417"/>
                        <a:pt x="28575" y="417"/>
                        <a:pt x="28861" y="226"/>
                      </a:cubicBezTo>
                      <a:cubicBezTo>
                        <a:pt x="29146" y="36"/>
                        <a:pt x="29433" y="36"/>
                        <a:pt x="29527" y="36"/>
                      </a:cubicBezTo>
                      <a:cubicBezTo>
                        <a:pt x="30099" y="321"/>
                        <a:pt x="31528" y="321"/>
                        <a:pt x="33814" y="36"/>
                      </a:cubicBezTo>
                      <a:cubicBezTo>
                        <a:pt x="35528" y="-155"/>
                        <a:pt x="36481" y="417"/>
                        <a:pt x="36576" y="1845"/>
                      </a:cubicBezTo>
                      <a:close/>
                      <a:moveTo>
                        <a:pt x="5905" y="3846"/>
                      </a:moveTo>
                      <a:cubicBezTo>
                        <a:pt x="6382" y="3084"/>
                        <a:pt x="6953" y="2703"/>
                        <a:pt x="7715" y="2703"/>
                      </a:cubicBezTo>
                      <a:cubicBezTo>
                        <a:pt x="8001" y="2703"/>
                        <a:pt x="8382" y="2703"/>
                        <a:pt x="9049" y="2893"/>
                      </a:cubicBezTo>
                      <a:cubicBezTo>
                        <a:pt x="9716" y="3084"/>
                        <a:pt x="10192" y="3084"/>
                        <a:pt x="10477" y="3084"/>
                      </a:cubicBezTo>
                      <a:cubicBezTo>
                        <a:pt x="10763" y="3084"/>
                        <a:pt x="11144" y="3084"/>
                        <a:pt x="11525" y="2988"/>
                      </a:cubicBezTo>
                      <a:lnTo>
                        <a:pt x="10383" y="1941"/>
                      </a:lnTo>
                      <a:cubicBezTo>
                        <a:pt x="10383" y="1941"/>
                        <a:pt x="9811" y="1750"/>
                        <a:pt x="9811" y="1369"/>
                      </a:cubicBezTo>
                      <a:cubicBezTo>
                        <a:pt x="9811" y="893"/>
                        <a:pt x="9811" y="702"/>
                        <a:pt x="9811" y="607"/>
                      </a:cubicBezTo>
                      <a:cubicBezTo>
                        <a:pt x="9716" y="893"/>
                        <a:pt x="9525" y="1083"/>
                        <a:pt x="9334" y="1083"/>
                      </a:cubicBezTo>
                      <a:cubicBezTo>
                        <a:pt x="9240" y="1083"/>
                        <a:pt x="9144" y="1083"/>
                        <a:pt x="8954" y="1083"/>
                      </a:cubicBezTo>
                      <a:cubicBezTo>
                        <a:pt x="8954" y="1083"/>
                        <a:pt x="8954" y="1369"/>
                        <a:pt x="8954" y="1750"/>
                      </a:cubicBezTo>
                      <a:cubicBezTo>
                        <a:pt x="8382" y="2131"/>
                        <a:pt x="7715" y="2322"/>
                        <a:pt x="6858" y="2417"/>
                      </a:cubicBezTo>
                      <a:cubicBezTo>
                        <a:pt x="5810" y="2417"/>
                        <a:pt x="5143" y="2607"/>
                        <a:pt x="4763" y="2798"/>
                      </a:cubicBezTo>
                      <a:lnTo>
                        <a:pt x="6096" y="2798"/>
                      </a:lnTo>
                      <a:cubicBezTo>
                        <a:pt x="6096" y="2798"/>
                        <a:pt x="5525" y="3465"/>
                        <a:pt x="5334" y="3655"/>
                      </a:cubicBezTo>
                      <a:cubicBezTo>
                        <a:pt x="5334" y="3655"/>
                        <a:pt x="5334" y="3655"/>
                        <a:pt x="5334" y="3655"/>
                      </a:cubicBezTo>
                      <a:cubicBezTo>
                        <a:pt x="5334" y="3655"/>
                        <a:pt x="5143" y="3750"/>
                        <a:pt x="5049" y="3846"/>
                      </a:cubicBezTo>
                      <a:cubicBezTo>
                        <a:pt x="4763" y="3846"/>
                        <a:pt x="4572" y="3941"/>
                        <a:pt x="4382" y="3941"/>
                      </a:cubicBezTo>
                      <a:cubicBezTo>
                        <a:pt x="4191" y="3941"/>
                        <a:pt x="4000" y="3941"/>
                        <a:pt x="3620" y="3941"/>
                      </a:cubicBezTo>
                      <a:cubicBezTo>
                        <a:pt x="2667" y="3941"/>
                        <a:pt x="2000" y="3941"/>
                        <a:pt x="1619" y="3941"/>
                      </a:cubicBezTo>
                      <a:lnTo>
                        <a:pt x="1619" y="3560"/>
                      </a:lnTo>
                      <a:lnTo>
                        <a:pt x="762" y="4417"/>
                      </a:lnTo>
                      <a:cubicBezTo>
                        <a:pt x="762" y="4417"/>
                        <a:pt x="1238" y="4608"/>
                        <a:pt x="1524" y="4608"/>
                      </a:cubicBezTo>
                      <a:cubicBezTo>
                        <a:pt x="1619" y="4608"/>
                        <a:pt x="2286" y="4417"/>
                        <a:pt x="3620" y="3941"/>
                      </a:cubicBezTo>
                      <a:lnTo>
                        <a:pt x="4382" y="3941"/>
                      </a:lnTo>
                      <a:cubicBezTo>
                        <a:pt x="4382" y="3941"/>
                        <a:pt x="4667" y="4131"/>
                        <a:pt x="4763" y="4322"/>
                      </a:cubicBezTo>
                      <a:cubicBezTo>
                        <a:pt x="4763" y="4512"/>
                        <a:pt x="4953" y="4703"/>
                        <a:pt x="5049" y="4893"/>
                      </a:cubicBezTo>
                      <a:cubicBezTo>
                        <a:pt x="5049" y="4798"/>
                        <a:pt x="4953" y="4608"/>
                        <a:pt x="4858" y="4417"/>
                      </a:cubicBezTo>
                      <a:cubicBezTo>
                        <a:pt x="4858" y="4131"/>
                        <a:pt x="4858" y="3941"/>
                        <a:pt x="5049" y="3846"/>
                      </a:cubicBezTo>
                      <a:cubicBezTo>
                        <a:pt x="5049" y="3846"/>
                        <a:pt x="5239" y="3846"/>
                        <a:pt x="5429" y="3655"/>
                      </a:cubicBezTo>
                      <a:cubicBezTo>
                        <a:pt x="5715" y="4131"/>
                        <a:pt x="5905" y="4417"/>
                        <a:pt x="5905" y="4512"/>
                      </a:cubicBezTo>
                      <a:lnTo>
                        <a:pt x="7715" y="4131"/>
                      </a:lnTo>
                      <a:lnTo>
                        <a:pt x="5905" y="3941"/>
                      </a:lnTo>
                      <a:close/>
                      <a:moveTo>
                        <a:pt x="4572" y="6989"/>
                      </a:moveTo>
                      <a:lnTo>
                        <a:pt x="5620" y="6417"/>
                      </a:lnTo>
                      <a:lnTo>
                        <a:pt x="5049" y="6417"/>
                      </a:lnTo>
                      <a:lnTo>
                        <a:pt x="4477" y="6989"/>
                      </a:lnTo>
                      <a:close/>
                      <a:moveTo>
                        <a:pt x="13049" y="1750"/>
                      </a:moveTo>
                      <a:lnTo>
                        <a:pt x="13811" y="893"/>
                      </a:lnTo>
                      <a:cubicBezTo>
                        <a:pt x="13811" y="893"/>
                        <a:pt x="13240" y="702"/>
                        <a:pt x="12764" y="512"/>
                      </a:cubicBezTo>
                      <a:lnTo>
                        <a:pt x="11906" y="1845"/>
                      </a:lnTo>
                      <a:lnTo>
                        <a:pt x="10954" y="1274"/>
                      </a:lnTo>
                      <a:lnTo>
                        <a:pt x="12287" y="2607"/>
                      </a:lnTo>
                      <a:cubicBezTo>
                        <a:pt x="12287" y="1655"/>
                        <a:pt x="12478" y="1179"/>
                        <a:pt x="12859" y="988"/>
                      </a:cubicBezTo>
                      <a:cubicBezTo>
                        <a:pt x="12954" y="988"/>
                        <a:pt x="13049" y="1369"/>
                        <a:pt x="13049" y="1845"/>
                      </a:cubicBezTo>
                      <a:close/>
                      <a:moveTo>
                        <a:pt x="15716" y="29277"/>
                      </a:moveTo>
                      <a:cubicBezTo>
                        <a:pt x="16478" y="29373"/>
                        <a:pt x="16955" y="29277"/>
                        <a:pt x="16859" y="29087"/>
                      </a:cubicBezTo>
                      <a:cubicBezTo>
                        <a:pt x="16669" y="29087"/>
                        <a:pt x="16288" y="29087"/>
                        <a:pt x="15716" y="29277"/>
                      </a:cubicBezTo>
                      <a:cubicBezTo>
                        <a:pt x="15526" y="29277"/>
                        <a:pt x="15335" y="29277"/>
                        <a:pt x="15145" y="29277"/>
                      </a:cubicBezTo>
                      <a:cubicBezTo>
                        <a:pt x="15335" y="29373"/>
                        <a:pt x="15526" y="29373"/>
                        <a:pt x="15716" y="29277"/>
                      </a:cubicBezTo>
                      <a:close/>
                      <a:moveTo>
                        <a:pt x="22955" y="28134"/>
                      </a:moveTo>
                      <a:cubicBezTo>
                        <a:pt x="22479" y="27753"/>
                        <a:pt x="21717" y="27563"/>
                        <a:pt x="20764" y="27563"/>
                      </a:cubicBezTo>
                      <a:cubicBezTo>
                        <a:pt x="19621" y="27563"/>
                        <a:pt x="18859" y="27563"/>
                        <a:pt x="18479" y="27372"/>
                      </a:cubicBezTo>
                      <a:lnTo>
                        <a:pt x="20288" y="28515"/>
                      </a:lnTo>
                      <a:cubicBezTo>
                        <a:pt x="20288" y="28515"/>
                        <a:pt x="19908" y="28801"/>
                        <a:pt x="19908" y="29087"/>
                      </a:cubicBezTo>
                      <a:lnTo>
                        <a:pt x="20479" y="29087"/>
                      </a:lnTo>
                      <a:cubicBezTo>
                        <a:pt x="20479" y="29087"/>
                        <a:pt x="20764" y="29277"/>
                        <a:pt x="20764" y="29373"/>
                      </a:cubicBezTo>
                      <a:cubicBezTo>
                        <a:pt x="20764" y="29373"/>
                        <a:pt x="20764" y="29563"/>
                        <a:pt x="20574" y="29754"/>
                      </a:cubicBezTo>
                      <a:cubicBezTo>
                        <a:pt x="20479" y="29944"/>
                        <a:pt x="20384" y="30230"/>
                        <a:pt x="20574" y="30325"/>
                      </a:cubicBezTo>
                      <a:lnTo>
                        <a:pt x="21717" y="30325"/>
                      </a:lnTo>
                      <a:cubicBezTo>
                        <a:pt x="21146" y="29754"/>
                        <a:pt x="20860" y="29373"/>
                        <a:pt x="20860" y="29182"/>
                      </a:cubicBezTo>
                      <a:cubicBezTo>
                        <a:pt x="20860" y="28992"/>
                        <a:pt x="20955" y="28896"/>
                        <a:pt x="21241" y="28706"/>
                      </a:cubicBezTo>
                      <a:cubicBezTo>
                        <a:pt x="21527" y="28611"/>
                        <a:pt x="21812" y="28515"/>
                        <a:pt x="22193" y="28325"/>
                      </a:cubicBezTo>
                      <a:cubicBezTo>
                        <a:pt x="22574" y="28325"/>
                        <a:pt x="22860" y="28325"/>
                        <a:pt x="23050" y="28706"/>
                      </a:cubicBezTo>
                      <a:lnTo>
                        <a:pt x="23050" y="28134"/>
                      </a:lnTo>
                      <a:close/>
                      <a:moveTo>
                        <a:pt x="20288" y="23372"/>
                      </a:moveTo>
                      <a:cubicBezTo>
                        <a:pt x="20288" y="23372"/>
                        <a:pt x="20955" y="23943"/>
                        <a:pt x="21431" y="23943"/>
                      </a:cubicBezTo>
                      <a:cubicBezTo>
                        <a:pt x="22098" y="23943"/>
                        <a:pt x="22670" y="23658"/>
                        <a:pt x="23241" y="23181"/>
                      </a:cubicBezTo>
                      <a:lnTo>
                        <a:pt x="22193" y="22800"/>
                      </a:lnTo>
                      <a:cubicBezTo>
                        <a:pt x="22193" y="23372"/>
                        <a:pt x="22098" y="23658"/>
                        <a:pt x="21907" y="23658"/>
                      </a:cubicBezTo>
                      <a:cubicBezTo>
                        <a:pt x="21907" y="23658"/>
                        <a:pt x="21622" y="23467"/>
                        <a:pt x="21336" y="23181"/>
                      </a:cubicBezTo>
                      <a:cubicBezTo>
                        <a:pt x="20955" y="22896"/>
                        <a:pt x="20669" y="22705"/>
                        <a:pt x="20384" y="22800"/>
                      </a:cubicBezTo>
                      <a:lnTo>
                        <a:pt x="20384" y="23372"/>
                      </a:lnTo>
                      <a:close/>
                      <a:moveTo>
                        <a:pt x="22860" y="29849"/>
                      </a:moveTo>
                      <a:lnTo>
                        <a:pt x="22860" y="29849"/>
                      </a:lnTo>
                      <a:lnTo>
                        <a:pt x="21622" y="28992"/>
                      </a:lnTo>
                      <a:cubicBezTo>
                        <a:pt x="21622" y="28992"/>
                        <a:pt x="21622" y="29658"/>
                        <a:pt x="22003" y="29754"/>
                      </a:cubicBezTo>
                      <a:cubicBezTo>
                        <a:pt x="22289" y="29754"/>
                        <a:pt x="22574" y="29849"/>
                        <a:pt x="22860" y="29849"/>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 name="Google Shape;1179;p99"/>
                <p:cNvSpPr/>
                <p:nvPr/>
              </p:nvSpPr>
              <p:spPr>
                <a:xfrm>
                  <a:off x="7515319" y="1725644"/>
                  <a:ext cx="11906" cy="55530"/>
                </a:xfrm>
                <a:custGeom>
                  <a:avLst/>
                  <a:gdLst/>
                  <a:ahLst/>
                  <a:cxnLst/>
                  <a:rect l="l" t="t" r="r" b="b"/>
                  <a:pathLst>
                    <a:path w="11906" h="55530" extrusionOk="0">
                      <a:moveTo>
                        <a:pt x="11620" y="48197"/>
                      </a:moveTo>
                      <a:cubicBezTo>
                        <a:pt x="11620" y="49530"/>
                        <a:pt x="11620" y="50387"/>
                        <a:pt x="11430" y="50673"/>
                      </a:cubicBezTo>
                      <a:cubicBezTo>
                        <a:pt x="11906" y="52578"/>
                        <a:pt x="11811" y="53912"/>
                        <a:pt x="11144" y="54864"/>
                      </a:cubicBezTo>
                      <a:cubicBezTo>
                        <a:pt x="10763" y="55054"/>
                        <a:pt x="10192" y="55245"/>
                        <a:pt x="9525" y="55245"/>
                      </a:cubicBezTo>
                      <a:lnTo>
                        <a:pt x="7525" y="55245"/>
                      </a:lnTo>
                      <a:cubicBezTo>
                        <a:pt x="7525" y="54578"/>
                        <a:pt x="7525" y="54197"/>
                        <a:pt x="7334" y="54197"/>
                      </a:cubicBezTo>
                      <a:cubicBezTo>
                        <a:pt x="7334" y="55150"/>
                        <a:pt x="6953" y="55531"/>
                        <a:pt x="6286" y="55531"/>
                      </a:cubicBezTo>
                      <a:cubicBezTo>
                        <a:pt x="6096" y="55531"/>
                        <a:pt x="5715" y="55531"/>
                        <a:pt x="5143" y="55340"/>
                      </a:cubicBezTo>
                      <a:cubicBezTo>
                        <a:pt x="4572" y="55245"/>
                        <a:pt x="4191" y="55150"/>
                        <a:pt x="4000" y="55150"/>
                      </a:cubicBezTo>
                      <a:cubicBezTo>
                        <a:pt x="3715" y="55150"/>
                        <a:pt x="3524" y="55150"/>
                        <a:pt x="3334" y="55340"/>
                      </a:cubicBezTo>
                      <a:cubicBezTo>
                        <a:pt x="3143" y="55150"/>
                        <a:pt x="2953" y="55054"/>
                        <a:pt x="2762" y="55054"/>
                      </a:cubicBezTo>
                      <a:cubicBezTo>
                        <a:pt x="2572" y="55054"/>
                        <a:pt x="2477" y="55054"/>
                        <a:pt x="2191" y="55150"/>
                      </a:cubicBezTo>
                      <a:cubicBezTo>
                        <a:pt x="2000" y="55150"/>
                        <a:pt x="1810" y="55245"/>
                        <a:pt x="1714" y="55245"/>
                      </a:cubicBezTo>
                      <a:cubicBezTo>
                        <a:pt x="1524" y="55245"/>
                        <a:pt x="1334" y="55150"/>
                        <a:pt x="1048" y="54959"/>
                      </a:cubicBezTo>
                      <a:cubicBezTo>
                        <a:pt x="571" y="52769"/>
                        <a:pt x="381" y="50578"/>
                        <a:pt x="381" y="48101"/>
                      </a:cubicBezTo>
                      <a:cubicBezTo>
                        <a:pt x="381" y="46196"/>
                        <a:pt x="571" y="43053"/>
                        <a:pt x="1048" y="38767"/>
                      </a:cubicBezTo>
                      <a:cubicBezTo>
                        <a:pt x="476" y="35528"/>
                        <a:pt x="381" y="30290"/>
                        <a:pt x="667" y="23050"/>
                      </a:cubicBezTo>
                      <a:cubicBezTo>
                        <a:pt x="191" y="22574"/>
                        <a:pt x="0" y="22193"/>
                        <a:pt x="0" y="22003"/>
                      </a:cubicBezTo>
                      <a:cubicBezTo>
                        <a:pt x="0" y="21908"/>
                        <a:pt x="95" y="21622"/>
                        <a:pt x="285" y="21431"/>
                      </a:cubicBezTo>
                      <a:cubicBezTo>
                        <a:pt x="476" y="21146"/>
                        <a:pt x="571" y="20955"/>
                        <a:pt x="571" y="20669"/>
                      </a:cubicBezTo>
                      <a:cubicBezTo>
                        <a:pt x="571" y="20383"/>
                        <a:pt x="476" y="20002"/>
                        <a:pt x="191" y="19622"/>
                      </a:cubicBezTo>
                      <a:cubicBezTo>
                        <a:pt x="476" y="19336"/>
                        <a:pt x="476" y="18479"/>
                        <a:pt x="191" y="17050"/>
                      </a:cubicBezTo>
                      <a:cubicBezTo>
                        <a:pt x="0" y="15907"/>
                        <a:pt x="285" y="15145"/>
                        <a:pt x="1238" y="15050"/>
                      </a:cubicBezTo>
                      <a:lnTo>
                        <a:pt x="191" y="13335"/>
                      </a:lnTo>
                      <a:cubicBezTo>
                        <a:pt x="191" y="13335"/>
                        <a:pt x="762" y="12764"/>
                        <a:pt x="762" y="12192"/>
                      </a:cubicBezTo>
                      <a:cubicBezTo>
                        <a:pt x="762" y="11811"/>
                        <a:pt x="667" y="11144"/>
                        <a:pt x="381" y="10287"/>
                      </a:cubicBezTo>
                      <a:cubicBezTo>
                        <a:pt x="95" y="9335"/>
                        <a:pt x="0" y="8668"/>
                        <a:pt x="0" y="8192"/>
                      </a:cubicBezTo>
                      <a:cubicBezTo>
                        <a:pt x="0" y="7525"/>
                        <a:pt x="191" y="7049"/>
                        <a:pt x="571" y="6572"/>
                      </a:cubicBezTo>
                      <a:cubicBezTo>
                        <a:pt x="381" y="5048"/>
                        <a:pt x="381" y="4096"/>
                        <a:pt x="381" y="3905"/>
                      </a:cubicBezTo>
                      <a:cubicBezTo>
                        <a:pt x="381" y="2096"/>
                        <a:pt x="1048" y="952"/>
                        <a:pt x="2286" y="476"/>
                      </a:cubicBezTo>
                      <a:lnTo>
                        <a:pt x="3524" y="476"/>
                      </a:lnTo>
                      <a:cubicBezTo>
                        <a:pt x="3524" y="476"/>
                        <a:pt x="4667" y="476"/>
                        <a:pt x="5715" y="286"/>
                      </a:cubicBezTo>
                      <a:cubicBezTo>
                        <a:pt x="6668" y="95"/>
                        <a:pt x="7525" y="0"/>
                        <a:pt x="8001" y="0"/>
                      </a:cubicBezTo>
                      <a:cubicBezTo>
                        <a:pt x="9430" y="0"/>
                        <a:pt x="10382" y="572"/>
                        <a:pt x="11049" y="1715"/>
                      </a:cubicBezTo>
                      <a:cubicBezTo>
                        <a:pt x="11049" y="5715"/>
                        <a:pt x="11049" y="11811"/>
                        <a:pt x="11049" y="19812"/>
                      </a:cubicBezTo>
                      <a:cubicBezTo>
                        <a:pt x="11049" y="19812"/>
                        <a:pt x="10763" y="19812"/>
                        <a:pt x="10382" y="20002"/>
                      </a:cubicBezTo>
                      <a:cubicBezTo>
                        <a:pt x="10382" y="20288"/>
                        <a:pt x="10382" y="20574"/>
                        <a:pt x="10859" y="20860"/>
                      </a:cubicBezTo>
                      <a:cubicBezTo>
                        <a:pt x="11335" y="21146"/>
                        <a:pt x="11525" y="21336"/>
                        <a:pt x="11525" y="21431"/>
                      </a:cubicBezTo>
                      <a:cubicBezTo>
                        <a:pt x="11525" y="21622"/>
                        <a:pt x="11335" y="21812"/>
                        <a:pt x="10953" y="22098"/>
                      </a:cubicBezTo>
                      <a:lnTo>
                        <a:pt x="10287" y="22670"/>
                      </a:lnTo>
                      <a:cubicBezTo>
                        <a:pt x="10859" y="23431"/>
                        <a:pt x="11144" y="24289"/>
                        <a:pt x="11144" y="25241"/>
                      </a:cubicBezTo>
                      <a:cubicBezTo>
                        <a:pt x="11144" y="25718"/>
                        <a:pt x="11144" y="26384"/>
                        <a:pt x="10859" y="27432"/>
                      </a:cubicBezTo>
                      <a:cubicBezTo>
                        <a:pt x="10668" y="28385"/>
                        <a:pt x="10573" y="29147"/>
                        <a:pt x="10573" y="29623"/>
                      </a:cubicBezTo>
                      <a:cubicBezTo>
                        <a:pt x="10573" y="30290"/>
                        <a:pt x="10573" y="30861"/>
                        <a:pt x="10859" y="31433"/>
                      </a:cubicBezTo>
                      <a:cubicBezTo>
                        <a:pt x="10859" y="34766"/>
                        <a:pt x="10859" y="39624"/>
                        <a:pt x="10573" y="45815"/>
                      </a:cubicBezTo>
                      <a:cubicBezTo>
                        <a:pt x="10573" y="46006"/>
                        <a:pt x="10859" y="46101"/>
                        <a:pt x="11144" y="46006"/>
                      </a:cubicBezTo>
                      <a:lnTo>
                        <a:pt x="11906" y="46006"/>
                      </a:lnTo>
                      <a:cubicBezTo>
                        <a:pt x="11335" y="46292"/>
                        <a:pt x="11049" y="47054"/>
                        <a:pt x="11049" y="48101"/>
                      </a:cubicBezTo>
                      <a:close/>
                      <a:moveTo>
                        <a:pt x="2572" y="13716"/>
                      </a:moveTo>
                      <a:cubicBezTo>
                        <a:pt x="2572" y="13716"/>
                        <a:pt x="2381" y="13811"/>
                        <a:pt x="2381" y="13906"/>
                      </a:cubicBezTo>
                      <a:cubicBezTo>
                        <a:pt x="2381" y="14097"/>
                        <a:pt x="2477" y="14288"/>
                        <a:pt x="2762" y="14383"/>
                      </a:cubicBezTo>
                      <a:cubicBezTo>
                        <a:pt x="2953" y="14478"/>
                        <a:pt x="3143" y="14573"/>
                        <a:pt x="3334" y="14383"/>
                      </a:cubicBezTo>
                      <a:cubicBezTo>
                        <a:pt x="3048" y="14097"/>
                        <a:pt x="2857" y="13811"/>
                        <a:pt x="2572" y="13621"/>
                      </a:cubicBezTo>
                      <a:close/>
                      <a:moveTo>
                        <a:pt x="2762" y="12573"/>
                      </a:moveTo>
                      <a:lnTo>
                        <a:pt x="3524" y="11430"/>
                      </a:lnTo>
                      <a:lnTo>
                        <a:pt x="2572" y="11811"/>
                      </a:lnTo>
                      <a:cubicBezTo>
                        <a:pt x="2572" y="11811"/>
                        <a:pt x="2762" y="12097"/>
                        <a:pt x="2762" y="12573"/>
                      </a:cubicBezTo>
                      <a:close/>
                      <a:moveTo>
                        <a:pt x="2572" y="49340"/>
                      </a:moveTo>
                      <a:lnTo>
                        <a:pt x="3524" y="49340"/>
                      </a:lnTo>
                      <a:cubicBezTo>
                        <a:pt x="3524" y="49340"/>
                        <a:pt x="3334" y="48958"/>
                        <a:pt x="3048" y="48958"/>
                      </a:cubicBezTo>
                      <a:cubicBezTo>
                        <a:pt x="2762" y="48958"/>
                        <a:pt x="2572" y="49054"/>
                        <a:pt x="2572" y="49340"/>
                      </a:cubicBezTo>
                      <a:close/>
                      <a:moveTo>
                        <a:pt x="10573" y="21717"/>
                      </a:moveTo>
                      <a:cubicBezTo>
                        <a:pt x="10573" y="21717"/>
                        <a:pt x="10382" y="22289"/>
                        <a:pt x="10668" y="22479"/>
                      </a:cubicBezTo>
                      <a:cubicBezTo>
                        <a:pt x="11144" y="22193"/>
                        <a:pt x="11335" y="21908"/>
                        <a:pt x="11335" y="21622"/>
                      </a:cubicBezTo>
                      <a:cubicBezTo>
                        <a:pt x="11335" y="21431"/>
                        <a:pt x="11049" y="21146"/>
                        <a:pt x="10477" y="20860"/>
                      </a:cubicBezTo>
                      <a:cubicBezTo>
                        <a:pt x="9906" y="20479"/>
                        <a:pt x="9716" y="20193"/>
                        <a:pt x="9716" y="19907"/>
                      </a:cubicBezTo>
                      <a:lnTo>
                        <a:pt x="9334" y="20098"/>
                      </a:lnTo>
                      <a:lnTo>
                        <a:pt x="9906" y="20669"/>
                      </a:lnTo>
                      <a:lnTo>
                        <a:pt x="9334" y="21241"/>
                      </a:lnTo>
                      <a:cubicBezTo>
                        <a:pt x="9334" y="21241"/>
                        <a:pt x="8954" y="20860"/>
                        <a:pt x="8763" y="20383"/>
                      </a:cubicBezTo>
                      <a:cubicBezTo>
                        <a:pt x="8572" y="20002"/>
                        <a:pt x="8382" y="19717"/>
                        <a:pt x="8001" y="19717"/>
                      </a:cubicBezTo>
                      <a:cubicBezTo>
                        <a:pt x="7906" y="19717"/>
                        <a:pt x="7715" y="19717"/>
                        <a:pt x="7429" y="19812"/>
                      </a:cubicBezTo>
                      <a:lnTo>
                        <a:pt x="8287" y="20765"/>
                      </a:lnTo>
                      <a:cubicBezTo>
                        <a:pt x="8287" y="20765"/>
                        <a:pt x="7620" y="21336"/>
                        <a:pt x="7144" y="21431"/>
                      </a:cubicBezTo>
                      <a:cubicBezTo>
                        <a:pt x="6382" y="21622"/>
                        <a:pt x="6001" y="21812"/>
                        <a:pt x="5905" y="21812"/>
                      </a:cubicBezTo>
                      <a:cubicBezTo>
                        <a:pt x="7715" y="22384"/>
                        <a:pt x="8763" y="22098"/>
                        <a:pt x="9144" y="21050"/>
                      </a:cubicBezTo>
                      <a:cubicBezTo>
                        <a:pt x="9430" y="21622"/>
                        <a:pt x="9620" y="21908"/>
                        <a:pt x="9716" y="21812"/>
                      </a:cubicBezTo>
                      <a:cubicBezTo>
                        <a:pt x="9716" y="21622"/>
                        <a:pt x="9716" y="21336"/>
                        <a:pt x="10192" y="21050"/>
                      </a:cubicBezTo>
                      <a:cubicBezTo>
                        <a:pt x="10668" y="21050"/>
                        <a:pt x="10859" y="21241"/>
                        <a:pt x="10573" y="21622"/>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 name="Google Shape;1180;p99"/>
                <p:cNvSpPr/>
                <p:nvPr/>
              </p:nvSpPr>
              <p:spPr>
                <a:xfrm>
                  <a:off x="7532655" y="1714785"/>
                  <a:ext cx="39052" cy="66103"/>
                </a:xfrm>
                <a:custGeom>
                  <a:avLst/>
                  <a:gdLst/>
                  <a:ahLst/>
                  <a:cxnLst/>
                  <a:rect l="l" t="t" r="r" b="b"/>
                  <a:pathLst>
                    <a:path w="39052" h="66103" extrusionOk="0">
                      <a:moveTo>
                        <a:pt x="37052" y="49435"/>
                      </a:moveTo>
                      <a:cubicBezTo>
                        <a:pt x="38195" y="49435"/>
                        <a:pt x="38767" y="50102"/>
                        <a:pt x="38671" y="51245"/>
                      </a:cubicBezTo>
                      <a:cubicBezTo>
                        <a:pt x="38671" y="53054"/>
                        <a:pt x="38576" y="54007"/>
                        <a:pt x="38671" y="54102"/>
                      </a:cubicBezTo>
                      <a:cubicBezTo>
                        <a:pt x="38100" y="55054"/>
                        <a:pt x="37529" y="56007"/>
                        <a:pt x="36957" y="56864"/>
                      </a:cubicBezTo>
                      <a:cubicBezTo>
                        <a:pt x="36290" y="57912"/>
                        <a:pt x="35528" y="58579"/>
                        <a:pt x="34671" y="58960"/>
                      </a:cubicBezTo>
                      <a:lnTo>
                        <a:pt x="35243" y="59341"/>
                      </a:lnTo>
                      <a:cubicBezTo>
                        <a:pt x="34290" y="60293"/>
                        <a:pt x="33242" y="61150"/>
                        <a:pt x="32195" y="62103"/>
                      </a:cubicBezTo>
                      <a:cubicBezTo>
                        <a:pt x="30956" y="63056"/>
                        <a:pt x="29813" y="63532"/>
                        <a:pt x="28575" y="63341"/>
                      </a:cubicBezTo>
                      <a:cubicBezTo>
                        <a:pt x="28099" y="64294"/>
                        <a:pt x="27241" y="64675"/>
                        <a:pt x="26003" y="64675"/>
                      </a:cubicBezTo>
                      <a:lnTo>
                        <a:pt x="25336" y="64675"/>
                      </a:lnTo>
                      <a:cubicBezTo>
                        <a:pt x="25336" y="64675"/>
                        <a:pt x="24765" y="64675"/>
                        <a:pt x="24669" y="64675"/>
                      </a:cubicBezTo>
                      <a:cubicBezTo>
                        <a:pt x="23336" y="64675"/>
                        <a:pt x="22384" y="65151"/>
                        <a:pt x="21812" y="66008"/>
                      </a:cubicBezTo>
                      <a:cubicBezTo>
                        <a:pt x="21145" y="66008"/>
                        <a:pt x="20383" y="66104"/>
                        <a:pt x="19717" y="66104"/>
                      </a:cubicBezTo>
                      <a:cubicBezTo>
                        <a:pt x="15621" y="66104"/>
                        <a:pt x="11335" y="64484"/>
                        <a:pt x="6953" y="61246"/>
                      </a:cubicBezTo>
                      <a:cubicBezTo>
                        <a:pt x="6477" y="61246"/>
                        <a:pt x="5905" y="60865"/>
                        <a:pt x="5334" y="60198"/>
                      </a:cubicBezTo>
                      <a:cubicBezTo>
                        <a:pt x="4858" y="59627"/>
                        <a:pt x="4381" y="59150"/>
                        <a:pt x="3905" y="58579"/>
                      </a:cubicBezTo>
                      <a:cubicBezTo>
                        <a:pt x="3905" y="57912"/>
                        <a:pt x="3524" y="57245"/>
                        <a:pt x="2571" y="56579"/>
                      </a:cubicBezTo>
                      <a:cubicBezTo>
                        <a:pt x="1619" y="55912"/>
                        <a:pt x="1143" y="55340"/>
                        <a:pt x="1143" y="54769"/>
                      </a:cubicBezTo>
                      <a:cubicBezTo>
                        <a:pt x="1143" y="54483"/>
                        <a:pt x="1238" y="54102"/>
                        <a:pt x="1428" y="53626"/>
                      </a:cubicBezTo>
                      <a:cubicBezTo>
                        <a:pt x="857" y="53054"/>
                        <a:pt x="571" y="52102"/>
                        <a:pt x="571" y="50673"/>
                      </a:cubicBezTo>
                      <a:cubicBezTo>
                        <a:pt x="571" y="50387"/>
                        <a:pt x="571" y="49816"/>
                        <a:pt x="571" y="49149"/>
                      </a:cubicBezTo>
                      <a:cubicBezTo>
                        <a:pt x="571" y="48482"/>
                        <a:pt x="571" y="47911"/>
                        <a:pt x="571" y="47625"/>
                      </a:cubicBezTo>
                      <a:cubicBezTo>
                        <a:pt x="571" y="46577"/>
                        <a:pt x="381" y="45720"/>
                        <a:pt x="0" y="45148"/>
                      </a:cubicBezTo>
                      <a:cubicBezTo>
                        <a:pt x="381" y="44291"/>
                        <a:pt x="476" y="43053"/>
                        <a:pt x="190" y="41529"/>
                      </a:cubicBezTo>
                      <a:cubicBezTo>
                        <a:pt x="-95" y="40005"/>
                        <a:pt x="0" y="38767"/>
                        <a:pt x="571" y="37719"/>
                      </a:cubicBezTo>
                      <a:cubicBezTo>
                        <a:pt x="571" y="36195"/>
                        <a:pt x="571" y="34004"/>
                        <a:pt x="762" y="31147"/>
                      </a:cubicBezTo>
                      <a:cubicBezTo>
                        <a:pt x="476" y="30194"/>
                        <a:pt x="285" y="29242"/>
                        <a:pt x="285" y="28289"/>
                      </a:cubicBezTo>
                      <a:cubicBezTo>
                        <a:pt x="285" y="25241"/>
                        <a:pt x="2381" y="21431"/>
                        <a:pt x="6477" y="16859"/>
                      </a:cubicBezTo>
                      <a:lnTo>
                        <a:pt x="6668" y="17240"/>
                      </a:lnTo>
                      <a:cubicBezTo>
                        <a:pt x="6668" y="17240"/>
                        <a:pt x="7144" y="16573"/>
                        <a:pt x="7239" y="16097"/>
                      </a:cubicBezTo>
                      <a:cubicBezTo>
                        <a:pt x="7429" y="15526"/>
                        <a:pt x="7715" y="15240"/>
                        <a:pt x="8096" y="15050"/>
                      </a:cubicBezTo>
                      <a:lnTo>
                        <a:pt x="9239" y="15050"/>
                      </a:lnTo>
                      <a:lnTo>
                        <a:pt x="9239" y="15431"/>
                      </a:lnTo>
                      <a:cubicBezTo>
                        <a:pt x="9239" y="15431"/>
                        <a:pt x="9620" y="15145"/>
                        <a:pt x="10096" y="15145"/>
                      </a:cubicBezTo>
                      <a:cubicBezTo>
                        <a:pt x="10668" y="15145"/>
                        <a:pt x="10858" y="15145"/>
                        <a:pt x="10858" y="14954"/>
                      </a:cubicBezTo>
                      <a:cubicBezTo>
                        <a:pt x="10858" y="14764"/>
                        <a:pt x="10668" y="14573"/>
                        <a:pt x="10287" y="14288"/>
                      </a:cubicBezTo>
                      <a:cubicBezTo>
                        <a:pt x="10953" y="13811"/>
                        <a:pt x="11525" y="13335"/>
                        <a:pt x="12096" y="12859"/>
                      </a:cubicBezTo>
                      <a:cubicBezTo>
                        <a:pt x="12668" y="12383"/>
                        <a:pt x="13525" y="12192"/>
                        <a:pt x="14478" y="12192"/>
                      </a:cubicBezTo>
                      <a:cubicBezTo>
                        <a:pt x="14668" y="11811"/>
                        <a:pt x="14859" y="11621"/>
                        <a:pt x="15049" y="11621"/>
                      </a:cubicBezTo>
                      <a:cubicBezTo>
                        <a:pt x="15240" y="11621"/>
                        <a:pt x="15430" y="11621"/>
                        <a:pt x="15811" y="11906"/>
                      </a:cubicBezTo>
                      <a:cubicBezTo>
                        <a:pt x="16193" y="12097"/>
                        <a:pt x="16383" y="12192"/>
                        <a:pt x="16573" y="12097"/>
                      </a:cubicBezTo>
                      <a:cubicBezTo>
                        <a:pt x="16573" y="12002"/>
                        <a:pt x="16478" y="11811"/>
                        <a:pt x="16478" y="11716"/>
                      </a:cubicBezTo>
                      <a:cubicBezTo>
                        <a:pt x="16478" y="11525"/>
                        <a:pt x="16669" y="11240"/>
                        <a:pt x="17050" y="10858"/>
                      </a:cubicBezTo>
                      <a:cubicBezTo>
                        <a:pt x="17430" y="10477"/>
                        <a:pt x="17621" y="10287"/>
                        <a:pt x="17621" y="10096"/>
                      </a:cubicBezTo>
                      <a:cubicBezTo>
                        <a:pt x="17621" y="9906"/>
                        <a:pt x="17430" y="9620"/>
                        <a:pt x="17145" y="9430"/>
                      </a:cubicBezTo>
                      <a:cubicBezTo>
                        <a:pt x="17336" y="9430"/>
                        <a:pt x="17621" y="9811"/>
                        <a:pt x="17907" y="10573"/>
                      </a:cubicBezTo>
                      <a:lnTo>
                        <a:pt x="17716" y="10763"/>
                      </a:lnTo>
                      <a:cubicBezTo>
                        <a:pt x="17716" y="10763"/>
                        <a:pt x="18479" y="11049"/>
                        <a:pt x="19145" y="10763"/>
                      </a:cubicBezTo>
                      <a:cubicBezTo>
                        <a:pt x="19717" y="10573"/>
                        <a:pt x="20098" y="10763"/>
                        <a:pt x="20383" y="11430"/>
                      </a:cubicBezTo>
                      <a:cubicBezTo>
                        <a:pt x="20764" y="11144"/>
                        <a:pt x="21050" y="10954"/>
                        <a:pt x="21336" y="10954"/>
                      </a:cubicBezTo>
                      <a:cubicBezTo>
                        <a:pt x="21621" y="10954"/>
                        <a:pt x="22003" y="11144"/>
                        <a:pt x="22574" y="11621"/>
                      </a:cubicBezTo>
                      <a:cubicBezTo>
                        <a:pt x="23146" y="12097"/>
                        <a:pt x="23622" y="12287"/>
                        <a:pt x="24003" y="12287"/>
                      </a:cubicBezTo>
                      <a:cubicBezTo>
                        <a:pt x="24289" y="12287"/>
                        <a:pt x="24574" y="12287"/>
                        <a:pt x="24860" y="12002"/>
                      </a:cubicBezTo>
                      <a:cubicBezTo>
                        <a:pt x="25146" y="12383"/>
                        <a:pt x="25336" y="12668"/>
                        <a:pt x="25718" y="12668"/>
                      </a:cubicBezTo>
                      <a:cubicBezTo>
                        <a:pt x="25718" y="12668"/>
                        <a:pt x="26098" y="12573"/>
                        <a:pt x="26765" y="12287"/>
                      </a:cubicBezTo>
                      <a:lnTo>
                        <a:pt x="27146" y="13621"/>
                      </a:lnTo>
                      <a:cubicBezTo>
                        <a:pt x="27146" y="13621"/>
                        <a:pt x="27622" y="13525"/>
                        <a:pt x="28384" y="13240"/>
                      </a:cubicBezTo>
                      <a:cubicBezTo>
                        <a:pt x="28860" y="13049"/>
                        <a:pt x="29337" y="13049"/>
                        <a:pt x="29813" y="13145"/>
                      </a:cubicBezTo>
                      <a:cubicBezTo>
                        <a:pt x="29813" y="13906"/>
                        <a:pt x="30385" y="14573"/>
                        <a:pt x="31432" y="15240"/>
                      </a:cubicBezTo>
                      <a:cubicBezTo>
                        <a:pt x="31813" y="15050"/>
                        <a:pt x="32195" y="14954"/>
                        <a:pt x="32480" y="14954"/>
                      </a:cubicBezTo>
                      <a:cubicBezTo>
                        <a:pt x="33051" y="14954"/>
                        <a:pt x="33718" y="15621"/>
                        <a:pt x="34290" y="17050"/>
                      </a:cubicBezTo>
                      <a:cubicBezTo>
                        <a:pt x="34861" y="18383"/>
                        <a:pt x="35719" y="19145"/>
                        <a:pt x="36671" y="19241"/>
                      </a:cubicBezTo>
                      <a:cubicBezTo>
                        <a:pt x="36671" y="20098"/>
                        <a:pt x="37052" y="21241"/>
                        <a:pt x="37814" y="22574"/>
                      </a:cubicBezTo>
                      <a:cubicBezTo>
                        <a:pt x="38671" y="23908"/>
                        <a:pt x="39052" y="25051"/>
                        <a:pt x="39052" y="26003"/>
                      </a:cubicBezTo>
                      <a:cubicBezTo>
                        <a:pt x="39052" y="26575"/>
                        <a:pt x="39052" y="27146"/>
                        <a:pt x="38767" y="27718"/>
                      </a:cubicBezTo>
                      <a:cubicBezTo>
                        <a:pt x="38100" y="27718"/>
                        <a:pt x="37242" y="28194"/>
                        <a:pt x="36195" y="28861"/>
                      </a:cubicBezTo>
                      <a:cubicBezTo>
                        <a:pt x="35147" y="29623"/>
                        <a:pt x="34290" y="30004"/>
                        <a:pt x="33528" y="30004"/>
                      </a:cubicBezTo>
                      <a:cubicBezTo>
                        <a:pt x="33242" y="30004"/>
                        <a:pt x="32956" y="30004"/>
                        <a:pt x="32671" y="29908"/>
                      </a:cubicBezTo>
                      <a:cubicBezTo>
                        <a:pt x="32480" y="30385"/>
                        <a:pt x="32004" y="30671"/>
                        <a:pt x="31337" y="30766"/>
                      </a:cubicBezTo>
                      <a:cubicBezTo>
                        <a:pt x="30480" y="30766"/>
                        <a:pt x="30003" y="30956"/>
                        <a:pt x="29718" y="31242"/>
                      </a:cubicBezTo>
                      <a:cubicBezTo>
                        <a:pt x="28289" y="30766"/>
                        <a:pt x="27241" y="28766"/>
                        <a:pt x="26575" y="25241"/>
                      </a:cubicBezTo>
                      <a:cubicBezTo>
                        <a:pt x="24955" y="24003"/>
                        <a:pt x="24003" y="23336"/>
                        <a:pt x="23908" y="23241"/>
                      </a:cubicBezTo>
                      <a:cubicBezTo>
                        <a:pt x="22955" y="22670"/>
                        <a:pt x="22098" y="22384"/>
                        <a:pt x="21145" y="22384"/>
                      </a:cubicBezTo>
                      <a:cubicBezTo>
                        <a:pt x="20669" y="22384"/>
                        <a:pt x="20193" y="22384"/>
                        <a:pt x="19717" y="22574"/>
                      </a:cubicBezTo>
                      <a:cubicBezTo>
                        <a:pt x="15621" y="23050"/>
                        <a:pt x="13145" y="24575"/>
                        <a:pt x="12002" y="27337"/>
                      </a:cubicBezTo>
                      <a:cubicBezTo>
                        <a:pt x="11620" y="27718"/>
                        <a:pt x="11239" y="27908"/>
                        <a:pt x="10858" y="27908"/>
                      </a:cubicBezTo>
                      <a:cubicBezTo>
                        <a:pt x="10668" y="27908"/>
                        <a:pt x="10382" y="27908"/>
                        <a:pt x="10001" y="27718"/>
                      </a:cubicBezTo>
                      <a:cubicBezTo>
                        <a:pt x="9620" y="27623"/>
                        <a:pt x="9334" y="27527"/>
                        <a:pt x="9144" y="27527"/>
                      </a:cubicBezTo>
                      <a:lnTo>
                        <a:pt x="9334" y="28385"/>
                      </a:lnTo>
                      <a:cubicBezTo>
                        <a:pt x="9334" y="28385"/>
                        <a:pt x="9049" y="28766"/>
                        <a:pt x="8858" y="28766"/>
                      </a:cubicBezTo>
                      <a:cubicBezTo>
                        <a:pt x="8667" y="28766"/>
                        <a:pt x="8287" y="28575"/>
                        <a:pt x="7715" y="28289"/>
                      </a:cubicBezTo>
                      <a:cubicBezTo>
                        <a:pt x="7144" y="28004"/>
                        <a:pt x="6668" y="27813"/>
                        <a:pt x="6382" y="27813"/>
                      </a:cubicBezTo>
                      <a:cubicBezTo>
                        <a:pt x="5905" y="27813"/>
                        <a:pt x="5524" y="28099"/>
                        <a:pt x="5143" y="28670"/>
                      </a:cubicBezTo>
                      <a:cubicBezTo>
                        <a:pt x="5619" y="28861"/>
                        <a:pt x="6191" y="28861"/>
                        <a:pt x="6953" y="28861"/>
                      </a:cubicBezTo>
                      <a:lnTo>
                        <a:pt x="6477" y="29432"/>
                      </a:lnTo>
                      <a:cubicBezTo>
                        <a:pt x="6477" y="29432"/>
                        <a:pt x="6858" y="29718"/>
                        <a:pt x="6953" y="29623"/>
                      </a:cubicBezTo>
                      <a:lnTo>
                        <a:pt x="7525" y="29242"/>
                      </a:lnTo>
                      <a:cubicBezTo>
                        <a:pt x="7525" y="29242"/>
                        <a:pt x="7811" y="29623"/>
                        <a:pt x="8477" y="30004"/>
                      </a:cubicBezTo>
                      <a:cubicBezTo>
                        <a:pt x="9144" y="30385"/>
                        <a:pt x="9525" y="30861"/>
                        <a:pt x="9620" y="31242"/>
                      </a:cubicBezTo>
                      <a:cubicBezTo>
                        <a:pt x="9906" y="31052"/>
                        <a:pt x="10096" y="30861"/>
                        <a:pt x="10192" y="30575"/>
                      </a:cubicBezTo>
                      <a:lnTo>
                        <a:pt x="10192" y="30004"/>
                      </a:lnTo>
                      <a:cubicBezTo>
                        <a:pt x="10192" y="30004"/>
                        <a:pt x="10477" y="29718"/>
                        <a:pt x="11049" y="29623"/>
                      </a:cubicBezTo>
                      <a:cubicBezTo>
                        <a:pt x="11335" y="30385"/>
                        <a:pt x="11430" y="31337"/>
                        <a:pt x="11430" y="32480"/>
                      </a:cubicBezTo>
                      <a:cubicBezTo>
                        <a:pt x="11430" y="34671"/>
                        <a:pt x="11430" y="35719"/>
                        <a:pt x="11430" y="35433"/>
                      </a:cubicBezTo>
                      <a:cubicBezTo>
                        <a:pt x="10763" y="35528"/>
                        <a:pt x="10096" y="35338"/>
                        <a:pt x="9620" y="34671"/>
                      </a:cubicBezTo>
                      <a:lnTo>
                        <a:pt x="9144" y="35433"/>
                      </a:lnTo>
                      <a:cubicBezTo>
                        <a:pt x="9144" y="35433"/>
                        <a:pt x="8763" y="35147"/>
                        <a:pt x="8572" y="35243"/>
                      </a:cubicBezTo>
                      <a:lnTo>
                        <a:pt x="8382" y="35433"/>
                      </a:lnTo>
                      <a:cubicBezTo>
                        <a:pt x="8763" y="36100"/>
                        <a:pt x="9715" y="36385"/>
                        <a:pt x="11049" y="36195"/>
                      </a:cubicBezTo>
                      <a:cubicBezTo>
                        <a:pt x="11049" y="36385"/>
                        <a:pt x="10953" y="36671"/>
                        <a:pt x="10953" y="36862"/>
                      </a:cubicBezTo>
                      <a:cubicBezTo>
                        <a:pt x="10953" y="37148"/>
                        <a:pt x="11049" y="37529"/>
                        <a:pt x="11335" y="38100"/>
                      </a:cubicBezTo>
                      <a:cubicBezTo>
                        <a:pt x="11620" y="38671"/>
                        <a:pt x="11716" y="39052"/>
                        <a:pt x="11716" y="39338"/>
                      </a:cubicBezTo>
                      <a:cubicBezTo>
                        <a:pt x="11716" y="39624"/>
                        <a:pt x="11716" y="39910"/>
                        <a:pt x="11620" y="40196"/>
                      </a:cubicBezTo>
                      <a:cubicBezTo>
                        <a:pt x="11239" y="40577"/>
                        <a:pt x="11049" y="40958"/>
                        <a:pt x="11049" y="41529"/>
                      </a:cubicBezTo>
                      <a:cubicBezTo>
                        <a:pt x="11049" y="42291"/>
                        <a:pt x="11049" y="42767"/>
                        <a:pt x="11049" y="42863"/>
                      </a:cubicBezTo>
                      <a:cubicBezTo>
                        <a:pt x="11049" y="43053"/>
                        <a:pt x="11239" y="44196"/>
                        <a:pt x="11430" y="46387"/>
                      </a:cubicBezTo>
                      <a:cubicBezTo>
                        <a:pt x="11525" y="48006"/>
                        <a:pt x="11906" y="49244"/>
                        <a:pt x="12573" y="49911"/>
                      </a:cubicBezTo>
                      <a:cubicBezTo>
                        <a:pt x="12573" y="50197"/>
                        <a:pt x="12478" y="50387"/>
                        <a:pt x="12478" y="50578"/>
                      </a:cubicBezTo>
                      <a:cubicBezTo>
                        <a:pt x="12478" y="50864"/>
                        <a:pt x="12668" y="51245"/>
                        <a:pt x="13145" y="51530"/>
                      </a:cubicBezTo>
                      <a:cubicBezTo>
                        <a:pt x="13621" y="51816"/>
                        <a:pt x="13811" y="52292"/>
                        <a:pt x="13716" y="52769"/>
                      </a:cubicBezTo>
                      <a:cubicBezTo>
                        <a:pt x="14288" y="52769"/>
                        <a:pt x="15049" y="52959"/>
                        <a:pt x="16002" y="53435"/>
                      </a:cubicBezTo>
                      <a:cubicBezTo>
                        <a:pt x="16954" y="53912"/>
                        <a:pt x="17716" y="54197"/>
                        <a:pt x="18383" y="54197"/>
                      </a:cubicBezTo>
                      <a:cubicBezTo>
                        <a:pt x="18574" y="54197"/>
                        <a:pt x="18859" y="54197"/>
                        <a:pt x="19050" y="54197"/>
                      </a:cubicBezTo>
                      <a:cubicBezTo>
                        <a:pt x="19526" y="54673"/>
                        <a:pt x="20098" y="54959"/>
                        <a:pt x="20669" y="54959"/>
                      </a:cubicBezTo>
                      <a:cubicBezTo>
                        <a:pt x="21050" y="54959"/>
                        <a:pt x="21621" y="54769"/>
                        <a:pt x="22384" y="54388"/>
                      </a:cubicBezTo>
                      <a:cubicBezTo>
                        <a:pt x="23146" y="54007"/>
                        <a:pt x="23813" y="53912"/>
                        <a:pt x="24193" y="53912"/>
                      </a:cubicBezTo>
                      <a:cubicBezTo>
                        <a:pt x="24384" y="53912"/>
                        <a:pt x="24574" y="53912"/>
                        <a:pt x="24860" y="53912"/>
                      </a:cubicBezTo>
                      <a:cubicBezTo>
                        <a:pt x="25051" y="53435"/>
                        <a:pt x="25718" y="52673"/>
                        <a:pt x="26955" y="51530"/>
                      </a:cubicBezTo>
                      <a:cubicBezTo>
                        <a:pt x="27908" y="50673"/>
                        <a:pt x="28384" y="49816"/>
                        <a:pt x="28289" y="48863"/>
                      </a:cubicBezTo>
                      <a:lnTo>
                        <a:pt x="28860" y="48482"/>
                      </a:lnTo>
                      <a:lnTo>
                        <a:pt x="28480" y="48101"/>
                      </a:lnTo>
                      <a:cubicBezTo>
                        <a:pt x="29051" y="47054"/>
                        <a:pt x="29718" y="46482"/>
                        <a:pt x="30575" y="46482"/>
                      </a:cubicBezTo>
                      <a:cubicBezTo>
                        <a:pt x="30956" y="46482"/>
                        <a:pt x="31623" y="46673"/>
                        <a:pt x="32575" y="46958"/>
                      </a:cubicBezTo>
                      <a:cubicBezTo>
                        <a:pt x="33433" y="47339"/>
                        <a:pt x="34099" y="47435"/>
                        <a:pt x="34576" y="47435"/>
                      </a:cubicBezTo>
                      <a:cubicBezTo>
                        <a:pt x="34671" y="47911"/>
                        <a:pt x="35243" y="48196"/>
                        <a:pt x="36100" y="48292"/>
                      </a:cubicBezTo>
                      <a:cubicBezTo>
                        <a:pt x="36957" y="48387"/>
                        <a:pt x="37433" y="48768"/>
                        <a:pt x="37529" y="49244"/>
                      </a:cubicBezTo>
                      <a:close/>
                      <a:moveTo>
                        <a:pt x="6858" y="42291"/>
                      </a:moveTo>
                      <a:cubicBezTo>
                        <a:pt x="6858" y="42291"/>
                        <a:pt x="7620" y="42863"/>
                        <a:pt x="7905" y="42863"/>
                      </a:cubicBezTo>
                      <a:cubicBezTo>
                        <a:pt x="8096" y="42863"/>
                        <a:pt x="8572" y="42672"/>
                        <a:pt x="9430" y="42291"/>
                      </a:cubicBezTo>
                      <a:lnTo>
                        <a:pt x="8477" y="41243"/>
                      </a:lnTo>
                      <a:lnTo>
                        <a:pt x="9049" y="41815"/>
                      </a:lnTo>
                      <a:lnTo>
                        <a:pt x="8477" y="42291"/>
                      </a:lnTo>
                      <a:cubicBezTo>
                        <a:pt x="8477" y="42291"/>
                        <a:pt x="7811" y="42005"/>
                        <a:pt x="7905" y="41720"/>
                      </a:cubicBezTo>
                      <a:cubicBezTo>
                        <a:pt x="7905" y="41339"/>
                        <a:pt x="7905" y="41148"/>
                        <a:pt x="7715" y="40958"/>
                      </a:cubicBezTo>
                      <a:cubicBezTo>
                        <a:pt x="7715" y="40958"/>
                        <a:pt x="7429" y="41243"/>
                        <a:pt x="7048" y="41624"/>
                      </a:cubicBezTo>
                      <a:cubicBezTo>
                        <a:pt x="6858" y="41815"/>
                        <a:pt x="6762" y="42005"/>
                        <a:pt x="6858" y="42386"/>
                      </a:cubicBezTo>
                      <a:close/>
                      <a:moveTo>
                        <a:pt x="9049" y="12383"/>
                      </a:moveTo>
                      <a:cubicBezTo>
                        <a:pt x="9049" y="12383"/>
                        <a:pt x="8858" y="12383"/>
                        <a:pt x="8763" y="12287"/>
                      </a:cubicBezTo>
                      <a:cubicBezTo>
                        <a:pt x="8763" y="12097"/>
                        <a:pt x="8954" y="12002"/>
                        <a:pt x="9334" y="12002"/>
                      </a:cubicBezTo>
                      <a:cubicBezTo>
                        <a:pt x="9525" y="12002"/>
                        <a:pt x="9715" y="12002"/>
                        <a:pt x="9715" y="12192"/>
                      </a:cubicBezTo>
                      <a:lnTo>
                        <a:pt x="8954" y="12383"/>
                      </a:lnTo>
                      <a:close/>
                      <a:moveTo>
                        <a:pt x="10096" y="16669"/>
                      </a:moveTo>
                      <a:lnTo>
                        <a:pt x="10096" y="17621"/>
                      </a:lnTo>
                      <a:lnTo>
                        <a:pt x="10573" y="17621"/>
                      </a:lnTo>
                      <a:cubicBezTo>
                        <a:pt x="10573" y="17621"/>
                        <a:pt x="10573" y="17050"/>
                        <a:pt x="10096" y="16669"/>
                      </a:cubicBezTo>
                      <a:close/>
                      <a:moveTo>
                        <a:pt x="10096" y="28766"/>
                      </a:moveTo>
                      <a:lnTo>
                        <a:pt x="10096" y="28194"/>
                      </a:lnTo>
                      <a:lnTo>
                        <a:pt x="10858" y="28194"/>
                      </a:lnTo>
                      <a:lnTo>
                        <a:pt x="10096" y="28766"/>
                      </a:lnTo>
                      <a:close/>
                      <a:moveTo>
                        <a:pt x="15049" y="25908"/>
                      </a:moveTo>
                      <a:lnTo>
                        <a:pt x="14288" y="25527"/>
                      </a:lnTo>
                      <a:lnTo>
                        <a:pt x="14668" y="24575"/>
                      </a:lnTo>
                      <a:lnTo>
                        <a:pt x="14954" y="25908"/>
                      </a:lnTo>
                      <a:close/>
                      <a:moveTo>
                        <a:pt x="15621" y="21908"/>
                      </a:moveTo>
                      <a:cubicBezTo>
                        <a:pt x="15621" y="21908"/>
                        <a:pt x="14954" y="21908"/>
                        <a:pt x="14478" y="22479"/>
                      </a:cubicBezTo>
                      <a:lnTo>
                        <a:pt x="15621" y="22670"/>
                      </a:lnTo>
                      <a:lnTo>
                        <a:pt x="15621" y="21908"/>
                      </a:lnTo>
                      <a:close/>
                      <a:moveTo>
                        <a:pt x="17716" y="4096"/>
                      </a:moveTo>
                      <a:lnTo>
                        <a:pt x="17907" y="4381"/>
                      </a:lnTo>
                      <a:lnTo>
                        <a:pt x="16097" y="4096"/>
                      </a:lnTo>
                      <a:lnTo>
                        <a:pt x="17716" y="4096"/>
                      </a:lnTo>
                      <a:close/>
                      <a:moveTo>
                        <a:pt x="17050" y="23622"/>
                      </a:moveTo>
                      <a:cubicBezTo>
                        <a:pt x="17050" y="23622"/>
                        <a:pt x="17336" y="23717"/>
                        <a:pt x="17430" y="24003"/>
                      </a:cubicBezTo>
                      <a:lnTo>
                        <a:pt x="17430" y="24765"/>
                      </a:lnTo>
                      <a:cubicBezTo>
                        <a:pt x="17430" y="24765"/>
                        <a:pt x="17240" y="24479"/>
                        <a:pt x="17050" y="24479"/>
                      </a:cubicBezTo>
                      <a:lnTo>
                        <a:pt x="16478" y="24479"/>
                      </a:lnTo>
                      <a:cubicBezTo>
                        <a:pt x="16478" y="23908"/>
                        <a:pt x="16669" y="23622"/>
                        <a:pt x="17050" y="23622"/>
                      </a:cubicBezTo>
                      <a:close/>
                      <a:moveTo>
                        <a:pt x="17526" y="14859"/>
                      </a:moveTo>
                      <a:lnTo>
                        <a:pt x="17240" y="14669"/>
                      </a:lnTo>
                      <a:cubicBezTo>
                        <a:pt x="17240" y="14669"/>
                        <a:pt x="17430" y="14859"/>
                        <a:pt x="17526" y="14859"/>
                      </a:cubicBezTo>
                      <a:lnTo>
                        <a:pt x="17907" y="15240"/>
                      </a:lnTo>
                      <a:lnTo>
                        <a:pt x="17907" y="14859"/>
                      </a:lnTo>
                      <a:lnTo>
                        <a:pt x="17526" y="14859"/>
                      </a:lnTo>
                      <a:close/>
                      <a:moveTo>
                        <a:pt x="18669" y="26289"/>
                      </a:moveTo>
                      <a:lnTo>
                        <a:pt x="17716" y="26289"/>
                      </a:lnTo>
                      <a:lnTo>
                        <a:pt x="17716" y="25241"/>
                      </a:lnTo>
                      <a:lnTo>
                        <a:pt x="18669" y="26289"/>
                      </a:lnTo>
                      <a:close/>
                      <a:moveTo>
                        <a:pt x="19050" y="19336"/>
                      </a:moveTo>
                      <a:lnTo>
                        <a:pt x="17907" y="19145"/>
                      </a:lnTo>
                      <a:lnTo>
                        <a:pt x="17907" y="19336"/>
                      </a:lnTo>
                      <a:lnTo>
                        <a:pt x="19050" y="19336"/>
                      </a:lnTo>
                      <a:close/>
                      <a:moveTo>
                        <a:pt x="20098" y="4000"/>
                      </a:moveTo>
                      <a:lnTo>
                        <a:pt x="19907" y="4763"/>
                      </a:lnTo>
                      <a:lnTo>
                        <a:pt x="19621" y="4763"/>
                      </a:lnTo>
                      <a:lnTo>
                        <a:pt x="20098" y="4000"/>
                      </a:lnTo>
                      <a:close/>
                      <a:moveTo>
                        <a:pt x="20669" y="10096"/>
                      </a:moveTo>
                      <a:cubicBezTo>
                        <a:pt x="20193" y="10096"/>
                        <a:pt x="19907" y="10096"/>
                        <a:pt x="19907" y="9906"/>
                      </a:cubicBezTo>
                      <a:cubicBezTo>
                        <a:pt x="19907" y="9906"/>
                        <a:pt x="19907" y="9620"/>
                        <a:pt x="20098" y="9430"/>
                      </a:cubicBezTo>
                      <a:cubicBezTo>
                        <a:pt x="20288" y="9144"/>
                        <a:pt x="20288" y="8954"/>
                        <a:pt x="20288" y="8858"/>
                      </a:cubicBezTo>
                      <a:cubicBezTo>
                        <a:pt x="20478" y="8954"/>
                        <a:pt x="20669" y="9144"/>
                        <a:pt x="20955" y="9239"/>
                      </a:cubicBezTo>
                      <a:cubicBezTo>
                        <a:pt x="20955" y="9239"/>
                        <a:pt x="20955" y="9620"/>
                        <a:pt x="20669" y="10096"/>
                      </a:cubicBezTo>
                      <a:close/>
                      <a:moveTo>
                        <a:pt x="20288" y="8763"/>
                      </a:moveTo>
                      <a:cubicBezTo>
                        <a:pt x="20288" y="8763"/>
                        <a:pt x="20098" y="8573"/>
                        <a:pt x="20098" y="8477"/>
                      </a:cubicBezTo>
                      <a:cubicBezTo>
                        <a:pt x="20098" y="8477"/>
                        <a:pt x="20193" y="8477"/>
                        <a:pt x="20193" y="8573"/>
                      </a:cubicBezTo>
                      <a:cubicBezTo>
                        <a:pt x="20193" y="8573"/>
                        <a:pt x="20193" y="8668"/>
                        <a:pt x="20193" y="8763"/>
                      </a:cubicBezTo>
                      <a:close/>
                      <a:moveTo>
                        <a:pt x="20669" y="14764"/>
                      </a:moveTo>
                      <a:lnTo>
                        <a:pt x="20478" y="15335"/>
                      </a:lnTo>
                      <a:cubicBezTo>
                        <a:pt x="21050" y="15335"/>
                        <a:pt x="21431" y="15526"/>
                        <a:pt x="21812" y="15907"/>
                      </a:cubicBezTo>
                      <a:cubicBezTo>
                        <a:pt x="21907" y="15526"/>
                        <a:pt x="21812" y="15335"/>
                        <a:pt x="21431" y="15145"/>
                      </a:cubicBezTo>
                      <a:cubicBezTo>
                        <a:pt x="21050" y="14954"/>
                        <a:pt x="20764" y="14859"/>
                        <a:pt x="20764" y="14859"/>
                      </a:cubicBezTo>
                      <a:close/>
                      <a:moveTo>
                        <a:pt x="23050" y="7144"/>
                      </a:moveTo>
                      <a:lnTo>
                        <a:pt x="23050" y="7715"/>
                      </a:lnTo>
                      <a:lnTo>
                        <a:pt x="21145" y="7334"/>
                      </a:lnTo>
                      <a:lnTo>
                        <a:pt x="21145" y="6763"/>
                      </a:lnTo>
                      <a:cubicBezTo>
                        <a:pt x="21145" y="6763"/>
                        <a:pt x="21527" y="7334"/>
                        <a:pt x="22003" y="7334"/>
                      </a:cubicBezTo>
                      <a:cubicBezTo>
                        <a:pt x="22384" y="7334"/>
                        <a:pt x="22670" y="7334"/>
                        <a:pt x="22955" y="7048"/>
                      </a:cubicBezTo>
                      <a:close/>
                      <a:moveTo>
                        <a:pt x="23526" y="0"/>
                      </a:moveTo>
                      <a:lnTo>
                        <a:pt x="23813" y="1524"/>
                      </a:lnTo>
                      <a:lnTo>
                        <a:pt x="23526" y="191"/>
                      </a:lnTo>
                      <a:lnTo>
                        <a:pt x="23526" y="0"/>
                      </a:lnTo>
                      <a:close/>
                      <a:moveTo>
                        <a:pt x="24574" y="12954"/>
                      </a:moveTo>
                      <a:cubicBezTo>
                        <a:pt x="24574" y="12954"/>
                        <a:pt x="24289" y="13049"/>
                        <a:pt x="24003" y="13335"/>
                      </a:cubicBezTo>
                      <a:cubicBezTo>
                        <a:pt x="23717" y="13621"/>
                        <a:pt x="23622" y="13811"/>
                        <a:pt x="23622" y="14002"/>
                      </a:cubicBezTo>
                      <a:cubicBezTo>
                        <a:pt x="23622" y="14192"/>
                        <a:pt x="23717" y="14383"/>
                        <a:pt x="24098" y="14478"/>
                      </a:cubicBezTo>
                      <a:cubicBezTo>
                        <a:pt x="24098" y="14478"/>
                        <a:pt x="24098" y="14192"/>
                        <a:pt x="23908" y="13906"/>
                      </a:cubicBezTo>
                      <a:cubicBezTo>
                        <a:pt x="24384" y="13525"/>
                        <a:pt x="24765" y="13335"/>
                        <a:pt x="24955" y="13335"/>
                      </a:cubicBezTo>
                      <a:cubicBezTo>
                        <a:pt x="24765" y="13145"/>
                        <a:pt x="24669" y="12954"/>
                        <a:pt x="24669" y="12859"/>
                      </a:cubicBezTo>
                      <a:close/>
                      <a:moveTo>
                        <a:pt x="25146" y="10382"/>
                      </a:moveTo>
                      <a:lnTo>
                        <a:pt x="25908" y="10382"/>
                      </a:lnTo>
                      <a:lnTo>
                        <a:pt x="25146" y="10763"/>
                      </a:lnTo>
                      <a:lnTo>
                        <a:pt x="25146" y="10382"/>
                      </a:lnTo>
                      <a:close/>
                      <a:moveTo>
                        <a:pt x="27813" y="11240"/>
                      </a:moveTo>
                      <a:cubicBezTo>
                        <a:pt x="27813" y="11240"/>
                        <a:pt x="27527" y="10954"/>
                        <a:pt x="26955" y="10573"/>
                      </a:cubicBezTo>
                      <a:cubicBezTo>
                        <a:pt x="26670" y="10287"/>
                        <a:pt x="26479" y="10001"/>
                        <a:pt x="26479" y="9811"/>
                      </a:cubicBezTo>
                      <a:cubicBezTo>
                        <a:pt x="26479" y="9716"/>
                        <a:pt x="26479" y="9525"/>
                        <a:pt x="26670" y="9335"/>
                      </a:cubicBezTo>
                      <a:cubicBezTo>
                        <a:pt x="27241" y="9335"/>
                        <a:pt x="27527" y="9525"/>
                        <a:pt x="27622" y="9906"/>
                      </a:cubicBezTo>
                      <a:cubicBezTo>
                        <a:pt x="27622" y="10382"/>
                        <a:pt x="27717" y="10763"/>
                        <a:pt x="27813" y="11240"/>
                      </a:cubicBezTo>
                      <a:close/>
                      <a:moveTo>
                        <a:pt x="27146" y="19145"/>
                      </a:moveTo>
                      <a:lnTo>
                        <a:pt x="26575" y="18574"/>
                      </a:lnTo>
                      <a:lnTo>
                        <a:pt x="27146" y="19336"/>
                      </a:lnTo>
                      <a:lnTo>
                        <a:pt x="27146" y="19145"/>
                      </a:lnTo>
                      <a:close/>
                      <a:moveTo>
                        <a:pt x="27717" y="17717"/>
                      </a:moveTo>
                      <a:lnTo>
                        <a:pt x="27717" y="18574"/>
                      </a:lnTo>
                      <a:cubicBezTo>
                        <a:pt x="28384" y="18574"/>
                        <a:pt x="28956" y="18288"/>
                        <a:pt x="29432" y="17717"/>
                      </a:cubicBezTo>
                      <a:cubicBezTo>
                        <a:pt x="29527" y="17717"/>
                        <a:pt x="29718" y="17431"/>
                        <a:pt x="29813" y="17240"/>
                      </a:cubicBezTo>
                      <a:cubicBezTo>
                        <a:pt x="29813" y="17431"/>
                        <a:pt x="29623" y="17621"/>
                        <a:pt x="29432" y="17717"/>
                      </a:cubicBezTo>
                      <a:cubicBezTo>
                        <a:pt x="29051" y="17717"/>
                        <a:pt x="28384" y="17717"/>
                        <a:pt x="27717" y="17717"/>
                      </a:cubicBezTo>
                      <a:close/>
                      <a:moveTo>
                        <a:pt x="27717" y="11240"/>
                      </a:moveTo>
                      <a:cubicBezTo>
                        <a:pt x="27717" y="11240"/>
                        <a:pt x="27813" y="11621"/>
                        <a:pt x="27813" y="11716"/>
                      </a:cubicBezTo>
                      <a:cubicBezTo>
                        <a:pt x="27813" y="11525"/>
                        <a:pt x="27717" y="11430"/>
                        <a:pt x="27717" y="11240"/>
                      </a:cubicBezTo>
                      <a:close/>
                      <a:moveTo>
                        <a:pt x="30861" y="21431"/>
                      </a:moveTo>
                      <a:lnTo>
                        <a:pt x="30861" y="20479"/>
                      </a:lnTo>
                      <a:lnTo>
                        <a:pt x="29718" y="21241"/>
                      </a:lnTo>
                      <a:lnTo>
                        <a:pt x="30861" y="21431"/>
                      </a:lnTo>
                      <a:close/>
                      <a:moveTo>
                        <a:pt x="30480" y="17431"/>
                      </a:moveTo>
                      <a:cubicBezTo>
                        <a:pt x="30480" y="17431"/>
                        <a:pt x="30766" y="17812"/>
                        <a:pt x="30766" y="17907"/>
                      </a:cubicBezTo>
                      <a:cubicBezTo>
                        <a:pt x="30766" y="18002"/>
                        <a:pt x="30670" y="18193"/>
                        <a:pt x="30385" y="18383"/>
                      </a:cubicBezTo>
                      <a:cubicBezTo>
                        <a:pt x="30099" y="18574"/>
                        <a:pt x="30003" y="18669"/>
                        <a:pt x="30003" y="18764"/>
                      </a:cubicBezTo>
                      <a:cubicBezTo>
                        <a:pt x="30003" y="18955"/>
                        <a:pt x="30194" y="19050"/>
                        <a:pt x="30575" y="19145"/>
                      </a:cubicBezTo>
                      <a:cubicBezTo>
                        <a:pt x="30766" y="18669"/>
                        <a:pt x="30861" y="18193"/>
                        <a:pt x="31052" y="17717"/>
                      </a:cubicBezTo>
                      <a:cubicBezTo>
                        <a:pt x="31242" y="17240"/>
                        <a:pt x="31528" y="17050"/>
                        <a:pt x="31909" y="17050"/>
                      </a:cubicBezTo>
                      <a:lnTo>
                        <a:pt x="31337" y="16478"/>
                      </a:lnTo>
                      <a:lnTo>
                        <a:pt x="30575" y="17431"/>
                      </a:lnTo>
                      <a:close/>
                      <a:moveTo>
                        <a:pt x="31052" y="6477"/>
                      </a:moveTo>
                      <a:lnTo>
                        <a:pt x="31052" y="7429"/>
                      </a:lnTo>
                      <a:lnTo>
                        <a:pt x="30861" y="7429"/>
                      </a:lnTo>
                      <a:lnTo>
                        <a:pt x="30861" y="6477"/>
                      </a:lnTo>
                      <a:lnTo>
                        <a:pt x="31052" y="6477"/>
                      </a:lnTo>
                      <a:close/>
                      <a:moveTo>
                        <a:pt x="33147" y="5144"/>
                      </a:moveTo>
                      <a:cubicBezTo>
                        <a:pt x="33147" y="5144"/>
                        <a:pt x="32671" y="5334"/>
                        <a:pt x="32575" y="5334"/>
                      </a:cubicBezTo>
                      <a:lnTo>
                        <a:pt x="32575" y="4572"/>
                      </a:lnTo>
                      <a:lnTo>
                        <a:pt x="33147" y="5144"/>
                      </a:lnTo>
                      <a:close/>
                      <a:moveTo>
                        <a:pt x="34480" y="14573"/>
                      </a:moveTo>
                      <a:lnTo>
                        <a:pt x="34480" y="15335"/>
                      </a:lnTo>
                      <a:cubicBezTo>
                        <a:pt x="34480" y="15335"/>
                        <a:pt x="34004" y="15145"/>
                        <a:pt x="34004" y="15145"/>
                      </a:cubicBezTo>
                      <a:cubicBezTo>
                        <a:pt x="34290" y="15145"/>
                        <a:pt x="34480" y="14954"/>
                        <a:pt x="34480" y="14573"/>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 name="Google Shape;1181;p99"/>
                <p:cNvSpPr/>
                <p:nvPr/>
              </p:nvSpPr>
              <p:spPr>
                <a:xfrm>
                  <a:off x="7563611" y="1725644"/>
                  <a:ext cx="51339" cy="55435"/>
                </a:xfrm>
                <a:custGeom>
                  <a:avLst/>
                  <a:gdLst/>
                  <a:ahLst/>
                  <a:cxnLst/>
                  <a:rect l="l" t="t" r="r" b="b"/>
                  <a:pathLst>
                    <a:path w="51339" h="55435" extrusionOk="0">
                      <a:moveTo>
                        <a:pt x="667" y="38386"/>
                      </a:moveTo>
                      <a:cubicBezTo>
                        <a:pt x="667" y="38386"/>
                        <a:pt x="667" y="39052"/>
                        <a:pt x="857" y="39052"/>
                      </a:cubicBezTo>
                      <a:cubicBezTo>
                        <a:pt x="857" y="39052"/>
                        <a:pt x="952" y="39052"/>
                        <a:pt x="1143" y="39052"/>
                      </a:cubicBezTo>
                      <a:cubicBezTo>
                        <a:pt x="1238" y="39052"/>
                        <a:pt x="1428" y="39052"/>
                        <a:pt x="1524" y="39052"/>
                      </a:cubicBezTo>
                      <a:cubicBezTo>
                        <a:pt x="1714" y="39052"/>
                        <a:pt x="1810" y="39052"/>
                        <a:pt x="1810" y="39338"/>
                      </a:cubicBezTo>
                      <a:cubicBezTo>
                        <a:pt x="667" y="39338"/>
                        <a:pt x="95" y="39338"/>
                        <a:pt x="0" y="39052"/>
                      </a:cubicBezTo>
                      <a:lnTo>
                        <a:pt x="762" y="38481"/>
                      </a:lnTo>
                      <a:close/>
                      <a:moveTo>
                        <a:pt x="1810" y="45434"/>
                      </a:moveTo>
                      <a:cubicBezTo>
                        <a:pt x="1810" y="45434"/>
                        <a:pt x="2095" y="45053"/>
                        <a:pt x="2381" y="45053"/>
                      </a:cubicBezTo>
                      <a:lnTo>
                        <a:pt x="3143" y="45053"/>
                      </a:lnTo>
                      <a:cubicBezTo>
                        <a:pt x="3143" y="45053"/>
                        <a:pt x="2953" y="45434"/>
                        <a:pt x="2667" y="45434"/>
                      </a:cubicBezTo>
                      <a:lnTo>
                        <a:pt x="1905" y="45434"/>
                      </a:lnTo>
                      <a:close/>
                      <a:moveTo>
                        <a:pt x="4191" y="49054"/>
                      </a:moveTo>
                      <a:lnTo>
                        <a:pt x="4191" y="48292"/>
                      </a:lnTo>
                      <a:lnTo>
                        <a:pt x="4763" y="48292"/>
                      </a:lnTo>
                      <a:lnTo>
                        <a:pt x="4191" y="49054"/>
                      </a:lnTo>
                      <a:close/>
                      <a:moveTo>
                        <a:pt x="7144" y="44482"/>
                      </a:moveTo>
                      <a:cubicBezTo>
                        <a:pt x="7144" y="44482"/>
                        <a:pt x="7715" y="44482"/>
                        <a:pt x="8191" y="45053"/>
                      </a:cubicBezTo>
                      <a:lnTo>
                        <a:pt x="8001" y="45434"/>
                      </a:lnTo>
                      <a:lnTo>
                        <a:pt x="7144" y="44577"/>
                      </a:lnTo>
                      <a:close/>
                      <a:moveTo>
                        <a:pt x="8191" y="49054"/>
                      </a:moveTo>
                      <a:cubicBezTo>
                        <a:pt x="8191" y="49054"/>
                        <a:pt x="8477" y="48863"/>
                        <a:pt x="8667" y="48673"/>
                      </a:cubicBezTo>
                      <a:cubicBezTo>
                        <a:pt x="8858" y="48482"/>
                        <a:pt x="8954" y="48292"/>
                        <a:pt x="9144" y="48292"/>
                      </a:cubicBezTo>
                      <a:cubicBezTo>
                        <a:pt x="9144" y="48482"/>
                        <a:pt x="9049" y="48673"/>
                        <a:pt x="8763" y="49054"/>
                      </a:cubicBezTo>
                      <a:lnTo>
                        <a:pt x="8191" y="49054"/>
                      </a:lnTo>
                      <a:close/>
                      <a:moveTo>
                        <a:pt x="9525" y="42958"/>
                      </a:moveTo>
                      <a:lnTo>
                        <a:pt x="9334" y="43529"/>
                      </a:lnTo>
                      <a:lnTo>
                        <a:pt x="8572" y="43529"/>
                      </a:lnTo>
                      <a:cubicBezTo>
                        <a:pt x="8763" y="42958"/>
                        <a:pt x="8954" y="42672"/>
                        <a:pt x="9144" y="42672"/>
                      </a:cubicBezTo>
                      <a:cubicBezTo>
                        <a:pt x="9239" y="42672"/>
                        <a:pt x="9430" y="42767"/>
                        <a:pt x="9525" y="42958"/>
                      </a:cubicBezTo>
                      <a:close/>
                      <a:moveTo>
                        <a:pt x="10573" y="38195"/>
                      </a:moveTo>
                      <a:lnTo>
                        <a:pt x="10573" y="38767"/>
                      </a:lnTo>
                      <a:lnTo>
                        <a:pt x="9525" y="37910"/>
                      </a:lnTo>
                      <a:cubicBezTo>
                        <a:pt x="9525" y="37910"/>
                        <a:pt x="10192" y="37910"/>
                        <a:pt x="10573" y="38291"/>
                      </a:cubicBezTo>
                      <a:close/>
                      <a:moveTo>
                        <a:pt x="9525" y="46196"/>
                      </a:moveTo>
                      <a:cubicBezTo>
                        <a:pt x="9525" y="46196"/>
                        <a:pt x="10096" y="46482"/>
                        <a:pt x="10096" y="46958"/>
                      </a:cubicBezTo>
                      <a:lnTo>
                        <a:pt x="9525" y="46958"/>
                      </a:lnTo>
                      <a:lnTo>
                        <a:pt x="9525" y="46196"/>
                      </a:lnTo>
                      <a:close/>
                      <a:moveTo>
                        <a:pt x="10858" y="52006"/>
                      </a:moveTo>
                      <a:lnTo>
                        <a:pt x="10668" y="51721"/>
                      </a:lnTo>
                      <a:lnTo>
                        <a:pt x="11811" y="51149"/>
                      </a:lnTo>
                      <a:lnTo>
                        <a:pt x="10953" y="52006"/>
                      </a:lnTo>
                      <a:close/>
                      <a:moveTo>
                        <a:pt x="51245" y="41053"/>
                      </a:moveTo>
                      <a:lnTo>
                        <a:pt x="48863" y="41434"/>
                      </a:lnTo>
                      <a:cubicBezTo>
                        <a:pt x="48863" y="41434"/>
                        <a:pt x="48863" y="41624"/>
                        <a:pt x="48863" y="41624"/>
                      </a:cubicBezTo>
                      <a:cubicBezTo>
                        <a:pt x="48863" y="41720"/>
                        <a:pt x="49053" y="41910"/>
                        <a:pt x="49435" y="42196"/>
                      </a:cubicBezTo>
                      <a:cubicBezTo>
                        <a:pt x="49816" y="42386"/>
                        <a:pt x="50006" y="42672"/>
                        <a:pt x="50006" y="42958"/>
                      </a:cubicBezTo>
                      <a:lnTo>
                        <a:pt x="50578" y="42958"/>
                      </a:lnTo>
                      <a:cubicBezTo>
                        <a:pt x="50292" y="44387"/>
                        <a:pt x="50102" y="45815"/>
                        <a:pt x="49816" y="47244"/>
                      </a:cubicBezTo>
                      <a:cubicBezTo>
                        <a:pt x="49435" y="48768"/>
                        <a:pt x="48577" y="49721"/>
                        <a:pt x="47149" y="50197"/>
                      </a:cubicBezTo>
                      <a:cubicBezTo>
                        <a:pt x="46958" y="49340"/>
                        <a:pt x="46387" y="49149"/>
                        <a:pt x="45434" y="49435"/>
                      </a:cubicBezTo>
                      <a:lnTo>
                        <a:pt x="45148" y="49625"/>
                      </a:lnTo>
                      <a:lnTo>
                        <a:pt x="46196" y="50673"/>
                      </a:lnTo>
                      <a:cubicBezTo>
                        <a:pt x="46196" y="50673"/>
                        <a:pt x="45339" y="50292"/>
                        <a:pt x="44768" y="49911"/>
                      </a:cubicBezTo>
                      <a:cubicBezTo>
                        <a:pt x="44291" y="49435"/>
                        <a:pt x="43910" y="49244"/>
                        <a:pt x="43624" y="49244"/>
                      </a:cubicBezTo>
                      <a:cubicBezTo>
                        <a:pt x="43339" y="49244"/>
                        <a:pt x="42958" y="49435"/>
                        <a:pt x="42481" y="49816"/>
                      </a:cubicBezTo>
                      <a:lnTo>
                        <a:pt x="43434" y="49816"/>
                      </a:lnTo>
                      <a:lnTo>
                        <a:pt x="43243" y="50197"/>
                      </a:lnTo>
                      <a:cubicBezTo>
                        <a:pt x="43815" y="50387"/>
                        <a:pt x="44482" y="50768"/>
                        <a:pt x="45339" y="51530"/>
                      </a:cubicBezTo>
                      <a:lnTo>
                        <a:pt x="43434" y="52388"/>
                      </a:lnTo>
                      <a:lnTo>
                        <a:pt x="43815" y="52578"/>
                      </a:lnTo>
                      <a:cubicBezTo>
                        <a:pt x="43815" y="52578"/>
                        <a:pt x="42958" y="52959"/>
                        <a:pt x="41624" y="53531"/>
                      </a:cubicBezTo>
                      <a:cubicBezTo>
                        <a:pt x="40862" y="53816"/>
                        <a:pt x="40195" y="53912"/>
                        <a:pt x="39624" y="53912"/>
                      </a:cubicBezTo>
                      <a:cubicBezTo>
                        <a:pt x="39338" y="53912"/>
                        <a:pt x="38957" y="53912"/>
                        <a:pt x="38576" y="53912"/>
                      </a:cubicBezTo>
                      <a:cubicBezTo>
                        <a:pt x="38385" y="54483"/>
                        <a:pt x="38290" y="54959"/>
                        <a:pt x="38385" y="55150"/>
                      </a:cubicBezTo>
                      <a:lnTo>
                        <a:pt x="27908" y="55435"/>
                      </a:lnTo>
                      <a:cubicBezTo>
                        <a:pt x="27051" y="54674"/>
                        <a:pt x="25812" y="54007"/>
                        <a:pt x="24003" y="53435"/>
                      </a:cubicBezTo>
                      <a:cubicBezTo>
                        <a:pt x="22003" y="52864"/>
                        <a:pt x="20764" y="52388"/>
                        <a:pt x="20193" y="52006"/>
                      </a:cubicBezTo>
                      <a:cubicBezTo>
                        <a:pt x="20002" y="51721"/>
                        <a:pt x="19526" y="51435"/>
                        <a:pt x="19050" y="51340"/>
                      </a:cubicBezTo>
                      <a:cubicBezTo>
                        <a:pt x="18479" y="51245"/>
                        <a:pt x="17907" y="51054"/>
                        <a:pt x="17336" y="50959"/>
                      </a:cubicBezTo>
                      <a:lnTo>
                        <a:pt x="18097" y="50197"/>
                      </a:lnTo>
                      <a:lnTo>
                        <a:pt x="17050" y="49149"/>
                      </a:lnTo>
                      <a:lnTo>
                        <a:pt x="16764" y="49911"/>
                      </a:lnTo>
                      <a:cubicBezTo>
                        <a:pt x="15907" y="49721"/>
                        <a:pt x="15335" y="48958"/>
                        <a:pt x="15240" y="47625"/>
                      </a:cubicBezTo>
                      <a:cubicBezTo>
                        <a:pt x="15240" y="46482"/>
                        <a:pt x="14573" y="45910"/>
                        <a:pt x="13335" y="45910"/>
                      </a:cubicBezTo>
                      <a:lnTo>
                        <a:pt x="12478" y="45910"/>
                      </a:lnTo>
                      <a:cubicBezTo>
                        <a:pt x="13239" y="45910"/>
                        <a:pt x="13621" y="45434"/>
                        <a:pt x="13621" y="44577"/>
                      </a:cubicBezTo>
                      <a:cubicBezTo>
                        <a:pt x="13621" y="44291"/>
                        <a:pt x="13621" y="44006"/>
                        <a:pt x="13430" y="43815"/>
                      </a:cubicBezTo>
                      <a:cubicBezTo>
                        <a:pt x="13239" y="43625"/>
                        <a:pt x="12763" y="43339"/>
                        <a:pt x="12002" y="42958"/>
                      </a:cubicBezTo>
                      <a:lnTo>
                        <a:pt x="11811" y="43148"/>
                      </a:lnTo>
                      <a:cubicBezTo>
                        <a:pt x="11811" y="43148"/>
                        <a:pt x="11811" y="43339"/>
                        <a:pt x="11620" y="43339"/>
                      </a:cubicBezTo>
                      <a:cubicBezTo>
                        <a:pt x="11430" y="43339"/>
                        <a:pt x="11335" y="43148"/>
                        <a:pt x="11239" y="42767"/>
                      </a:cubicBezTo>
                      <a:cubicBezTo>
                        <a:pt x="11239" y="42481"/>
                        <a:pt x="11239" y="42196"/>
                        <a:pt x="11239" y="41910"/>
                      </a:cubicBezTo>
                      <a:cubicBezTo>
                        <a:pt x="11716" y="41815"/>
                        <a:pt x="12382" y="41339"/>
                        <a:pt x="13239" y="40481"/>
                      </a:cubicBezTo>
                      <a:cubicBezTo>
                        <a:pt x="14097" y="39719"/>
                        <a:pt x="14764" y="39338"/>
                        <a:pt x="15240" y="39338"/>
                      </a:cubicBezTo>
                      <a:cubicBezTo>
                        <a:pt x="15526" y="39338"/>
                        <a:pt x="15811" y="39338"/>
                        <a:pt x="16193" y="39529"/>
                      </a:cubicBezTo>
                      <a:cubicBezTo>
                        <a:pt x="16002" y="39243"/>
                        <a:pt x="16002" y="38957"/>
                        <a:pt x="16193" y="38672"/>
                      </a:cubicBezTo>
                      <a:cubicBezTo>
                        <a:pt x="16383" y="38481"/>
                        <a:pt x="16193" y="38100"/>
                        <a:pt x="15716" y="37624"/>
                      </a:cubicBezTo>
                      <a:lnTo>
                        <a:pt x="18097" y="36481"/>
                      </a:lnTo>
                      <a:lnTo>
                        <a:pt x="17526" y="35719"/>
                      </a:lnTo>
                      <a:cubicBezTo>
                        <a:pt x="17526" y="35719"/>
                        <a:pt x="18479" y="35528"/>
                        <a:pt x="19335" y="35052"/>
                      </a:cubicBezTo>
                      <a:cubicBezTo>
                        <a:pt x="20193" y="34576"/>
                        <a:pt x="20669" y="34385"/>
                        <a:pt x="20955" y="34385"/>
                      </a:cubicBezTo>
                      <a:cubicBezTo>
                        <a:pt x="21431" y="34385"/>
                        <a:pt x="21717" y="34766"/>
                        <a:pt x="21812" y="35433"/>
                      </a:cubicBezTo>
                      <a:cubicBezTo>
                        <a:pt x="21717" y="36957"/>
                        <a:pt x="22193" y="38481"/>
                        <a:pt x="23431" y="40005"/>
                      </a:cubicBezTo>
                      <a:cubicBezTo>
                        <a:pt x="24003" y="40767"/>
                        <a:pt x="25241" y="41910"/>
                        <a:pt x="27051" y="43434"/>
                      </a:cubicBezTo>
                      <a:cubicBezTo>
                        <a:pt x="27337" y="44101"/>
                        <a:pt x="27813" y="44387"/>
                        <a:pt x="28384" y="44387"/>
                      </a:cubicBezTo>
                      <a:cubicBezTo>
                        <a:pt x="28575" y="44387"/>
                        <a:pt x="28860" y="44387"/>
                        <a:pt x="29242" y="44291"/>
                      </a:cubicBezTo>
                      <a:cubicBezTo>
                        <a:pt x="29623" y="44291"/>
                        <a:pt x="29908" y="44196"/>
                        <a:pt x="30099" y="44196"/>
                      </a:cubicBezTo>
                      <a:cubicBezTo>
                        <a:pt x="30480" y="44196"/>
                        <a:pt x="30861" y="44291"/>
                        <a:pt x="31242" y="44482"/>
                      </a:cubicBezTo>
                      <a:cubicBezTo>
                        <a:pt x="31623" y="44672"/>
                        <a:pt x="32004" y="44768"/>
                        <a:pt x="32480" y="44768"/>
                      </a:cubicBezTo>
                      <a:cubicBezTo>
                        <a:pt x="33338" y="44768"/>
                        <a:pt x="34290" y="44387"/>
                        <a:pt x="35337" y="43625"/>
                      </a:cubicBezTo>
                      <a:cubicBezTo>
                        <a:pt x="36957" y="42481"/>
                        <a:pt x="37909" y="41910"/>
                        <a:pt x="38100" y="41815"/>
                      </a:cubicBezTo>
                      <a:cubicBezTo>
                        <a:pt x="38290" y="41434"/>
                        <a:pt x="38481" y="41053"/>
                        <a:pt x="38481" y="40672"/>
                      </a:cubicBezTo>
                      <a:cubicBezTo>
                        <a:pt x="38481" y="40100"/>
                        <a:pt x="38195" y="39433"/>
                        <a:pt x="37529" y="38481"/>
                      </a:cubicBezTo>
                      <a:cubicBezTo>
                        <a:pt x="36862" y="37624"/>
                        <a:pt x="36576" y="36957"/>
                        <a:pt x="36480" y="36481"/>
                      </a:cubicBezTo>
                      <a:cubicBezTo>
                        <a:pt x="35337" y="36290"/>
                        <a:pt x="34671" y="35909"/>
                        <a:pt x="34576" y="35147"/>
                      </a:cubicBezTo>
                      <a:lnTo>
                        <a:pt x="34957" y="34862"/>
                      </a:lnTo>
                      <a:cubicBezTo>
                        <a:pt x="33528" y="34195"/>
                        <a:pt x="31432" y="33147"/>
                        <a:pt x="28860" y="31718"/>
                      </a:cubicBezTo>
                      <a:cubicBezTo>
                        <a:pt x="28575" y="31909"/>
                        <a:pt x="28289" y="32099"/>
                        <a:pt x="28099" y="32099"/>
                      </a:cubicBezTo>
                      <a:cubicBezTo>
                        <a:pt x="27717" y="32099"/>
                        <a:pt x="27241" y="31814"/>
                        <a:pt x="26765" y="31337"/>
                      </a:cubicBezTo>
                      <a:cubicBezTo>
                        <a:pt x="26194" y="30861"/>
                        <a:pt x="25812" y="30575"/>
                        <a:pt x="25432" y="30575"/>
                      </a:cubicBezTo>
                      <a:cubicBezTo>
                        <a:pt x="25241" y="30575"/>
                        <a:pt x="25146" y="30575"/>
                        <a:pt x="25051" y="30671"/>
                      </a:cubicBezTo>
                      <a:cubicBezTo>
                        <a:pt x="23908" y="30385"/>
                        <a:pt x="22764" y="29432"/>
                        <a:pt x="21621" y="27908"/>
                      </a:cubicBezTo>
                      <a:cubicBezTo>
                        <a:pt x="20383" y="26194"/>
                        <a:pt x="19240" y="25051"/>
                        <a:pt x="18383" y="24575"/>
                      </a:cubicBezTo>
                      <a:cubicBezTo>
                        <a:pt x="18479" y="24098"/>
                        <a:pt x="18288" y="23431"/>
                        <a:pt x="17716" y="22670"/>
                      </a:cubicBezTo>
                      <a:cubicBezTo>
                        <a:pt x="17145" y="21908"/>
                        <a:pt x="16954" y="21336"/>
                        <a:pt x="17050" y="20955"/>
                      </a:cubicBezTo>
                      <a:cubicBezTo>
                        <a:pt x="16764" y="20383"/>
                        <a:pt x="16478" y="19241"/>
                        <a:pt x="16383" y="17526"/>
                      </a:cubicBezTo>
                      <a:cubicBezTo>
                        <a:pt x="16383" y="16002"/>
                        <a:pt x="16193" y="14478"/>
                        <a:pt x="16193" y="12954"/>
                      </a:cubicBezTo>
                      <a:cubicBezTo>
                        <a:pt x="16573" y="12764"/>
                        <a:pt x="16669" y="12668"/>
                        <a:pt x="16669" y="12383"/>
                      </a:cubicBezTo>
                      <a:cubicBezTo>
                        <a:pt x="16669" y="12287"/>
                        <a:pt x="16669" y="12002"/>
                        <a:pt x="16383" y="11716"/>
                      </a:cubicBezTo>
                      <a:cubicBezTo>
                        <a:pt x="16193" y="11430"/>
                        <a:pt x="16097" y="11240"/>
                        <a:pt x="16097" y="11049"/>
                      </a:cubicBezTo>
                      <a:cubicBezTo>
                        <a:pt x="16287" y="10382"/>
                        <a:pt x="17050" y="9525"/>
                        <a:pt x="18383" y="8477"/>
                      </a:cubicBezTo>
                      <a:cubicBezTo>
                        <a:pt x="19526" y="7525"/>
                        <a:pt x="20002" y="6572"/>
                        <a:pt x="20002" y="5715"/>
                      </a:cubicBezTo>
                      <a:cubicBezTo>
                        <a:pt x="20193" y="5715"/>
                        <a:pt x="20478" y="5525"/>
                        <a:pt x="20955" y="5144"/>
                      </a:cubicBezTo>
                      <a:cubicBezTo>
                        <a:pt x="21431" y="4858"/>
                        <a:pt x="21717" y="4667"/>
                        <a:pt x="21907" y="4667"/>
                      </a:cubicBezTo>
                      <a:cubicBezTo>
                        <a:pt x="22003" y="4667"/>
                        <a:pt x="22193" y="4667"/>
                        <a:pt x="22288" y="4953"/>
                      </a:cubicBezTo>
                      <a:cubicBezTo>
                        <a:pt x="23146" y="3620"/>
                        <a:pt x="24574" y="2572"/>
                        <a:pt x="26479" y="1905"/>
                      </a:cubicBezTo>
                      <a:cubicBezTo>
                        <a:pt x="28194" y="1333"/>
                        <a:pt x="29813" y="857"/>
                        <a:pt x="31528" y="286"/>
                      </a:cubicBezTo>
                      <a:cubicBezTo>
                        <a:pt x="32004" y="95"/>
                        <a:pt x="32480" y="0"/>
                        <a:pt x="33051" y="0"/>
                      </a:cubicBezTo>
                      <a:cubicBezTo>
                        <a:pt x="33814" y="0"/>
                        <a:pt x="34766" y="286"/>
                        <a:pt x="36004" y="857"/>
                      </a:cubicBezTo>
                      <a:cubicBezTo>
                        <a:pt x="37242" y="1429"/>
                        <a:pt x="38195" y="1715"/>
                        <a:pt x="38957" y="1715"/>
                      </a:cubicBezTo>
                      <a:cubicBezTo>
                        <a:pt x="39243" y="1715"/>
                        <a:pt x="39624" y="1715"/>
                        <a:pt x="39910" y="1619"/>
                      </a:cubicBezTo>
                      <a:cubicBezTo>
                        <a:pt x="40291" y="2286"/>
                        <a:pt x="40767" y="2667"/>
                        <a:pt x="41624" y="2953"/>
                      </a:cubicBezTo>
                      <a:cubicBezTo>
                        <a:pt x="42672" y="3239"/>
                        <a:pt x="43339" y="3524"/>
                        <a:pt x="43719" y="3810"/>
                      </a:cubicBezTo>
                      <a:cubicBezTo>
                        <a:pt x="45244" y="3905"/>
                        <a:pt x="46672" y="6001"/>
                        <a:pt x="47910" y="9811"/>
                      </a:cubicBezTo>
                      <a:cubicBezTo>
                        <a:pt x="47910" y="10382"/>
                        <a:pt x="47434" y="11049"/>
                        <a:pt x="46672" y="12002"/>
                      </a:cubicBezTo>
                      <a:cubicBezTo>
                        <a:pt x="45911" y="12954"/>
                        <a:pt x="45529" y="13716"/>
                        <a:pt x="45625" y="14383"/>
                      </a:cubicBezTo>
                      <a:cubicBezTo>
                        <a:pt x="45148" y="14288"/>
                        <a:pt x="44862" y="14383"/>
                        <a:pt x="44768" y="14954"/>
                      </a:cubicBezTo>
                      <a:cubicBezTo>
                        <a:pt x="44768" y="15526"/>
                        <a:pt x="44577" y="15907"/>
                        <a:pt x="44386" y="16002"/>
                      </a:cubicBezTo>
                      <a:cubicBezTo>
                        <a:pt x="43148" y="16574"/>
                        <a:pt x="42196" y="16859"/>
                        <a:pt x="41720" y="16859"/>
                      </a:cubicBezTo>
                      <a:cubicBezTo>
                        <a:pt x="40957" y="16859"/>
                        <a:pt x="40291" y="16383"/>
                        <a:pt x="39624" y="15526"/>
                      </a:cubicBezTo>
                      <a:cubicBezTo>
                        <a:pt x="39624" y="14764"/>
                        <a:pt x="39148" y="14288"/>
                        <a:pt x="38290" y="13906"/>
                      </a:cubicBezTo>
                      <a:cubicBezTo>
                        <a:pt x="37242" y="13525"/>
                        <a:pt x="36671" y="13145"/>
                        <a:pt x="36480" y="12573"/>
                      </a:cubicBezTo>
                      <a:cubicBezTo>
                        <a:pt x="36195" y="12573"/>
                        <a:pt x="35433" y="12287"/>
                        <a:pt x="34385" y="11811"/>
                      </a:cubicBezTo>
                      <a:cubicBezTo>
                        <a:pt x="33433" y="11430"/>
                        <a:pt x="32766" y="11240"/>
                        <a:pt x="32195" y="11240"/>
                      </a:cubicBezTo>
                      <a:cubicBezTo>
                        <a:pt x="31432" y="11240"/>
                        <a:pt x="30766" y="11621"/>
                        <a:pt x="30194" y="12287"/>
                      </a:cubicBezTo>
                      <a:cubicBezTo>
                        <a:pt x="30003" y="12287"/>
                        <a:pt x="29813" y="12287"/>
                        <a:pt x="29718" y="12287"/>
                      </a:cubicBezTo>
                      <a:cubicBezTo>
                        <a:pt x="29337" y="12287"/>
                        <a:pt x="28765" y="12668"/>
                        <a:pt x="28004" y="13335"/>
                      </a:cubicBezTo>
                      <a:cubicBezTo>
                        <a:pt x="28194" y="13716"/>
                        <a:pt x="28384" y="14097"/>
                        <a:pt x="28384" y="14478"/>
                      </a:cubicBezTo>
                      <a:cubicBezTo>
                        <a:pt x="28384" y="14859"/>
                        <a:pt x="28099" y="15240"/>
                        <a:pt x="27432" y="15621"/>
                      </a:cubicBezTo>
                      <a:cubicBezTo>
                        <a:pt x="26861" y="16002"/>
                        <a:pt x="26479" y="16288"/>
                        <a:pt x="26479" y="16669"/>
                      </a:cubicBezTo>
                      <a:cubicBezTo>
                        <a:pt x="26479" y="16954"/>
                        <a:pt x="26670" y="17335"/>
                        <a:pt x="26955" y="17812"/>
                      </a:cubicBezTo>
                      <a:cubicBezTo>
                        <a:pt x="28860" y="20574"/>
                        <a:pt x="31813" y="22670"/>
                        <a:pt x="35719" y="24098"/>
                      </a:cubicBezTo>
                      <a:cubicBezTo>
                        <a:pt x="36195" y="24289"/>
                        <a:pt x="36957" y="24670"/>
                        <a:pt x="37909" y="25432"/>
                      </a:cubicBezTo>
                      <a:cubicBezTo>
                        <a:pt x="38862" y="26194"/>
                        <a:pt x="39624" y="26575"/>
                        <a:pt x="40291" y="26670"/>
                      </a:cubicBezTo>
                      <a:cubicBezTo>
                        <a:pt x="40957" y="26670"/>
                        <a:pt x="41814" y="27242"/>
                        <a:pt x="42958" y="28194"/>
                      </a:cubicBezTo>
                      <a:cubicBezTo>
                        <a:pt x="44005" y="29051"/>
                        <a:pt x="44958" y="29527"/>
                        <a:pt x="45815" y="29337"/>
                      </a:cubicBezTo>
                      <a:cubicBezTo>
                        <a:pt x="45815" y="29813"/>
                        <a:pt x="45815" y="30004"/>
                        <a:pt x="46005" y="30099"/>
                      </a:cubicBezTo>
                      <a:cubicBezTo>
                        <a:pt x="46387" y="30099"/>
                        <a:pt x="46672" y="30385"/>
                        <a:pt x="46958" y="31052"/>
                      </a:cubicBezTo>
                      <a:cubicBezTo>
                        <a:pt x="47149" y="31718"/>
                        <a:pt x="47434" y="31909"/>
                        <a:pt x="47910" y="31814"/>
                      </a:cubicBezTo>
                      <a:cubicBezTo>
                        <a:pt x="47910" y="32099"/>
                        <a:pt x="48577" y="33052"/>
                        <a:pt x="49720" y="34671"/>
                      </a:cubicBezTo>
                      <a:cubicBezTo>
                        <a:pt x="50482" y="35909"/>
                        <a:pt x="50959" y="37148"/>
                        <a:pt x="50959" y="38195"/>
                      </a:cubicBezTo>
                      <a:cubicBezTo>
                        <a:pt x="51245" y="38481"/>
                        <a:pt x="51339" y="38767"/>
                        <a:pt x="51339" y="39052"/>
                      </a:cubicBezTo>
                      <a:cubicBezTo>
                        <a:pt x="51339" y="39243"/>
                        <a:pt x="51245" y="39529"/>
                        <a:pt x="50959" y="39910"/>
                      </a:cubicBezTo>
                      <a:cubicBezTo>
                        <a:pt x="50768" y="40291"/>
                        <a:pt x="50578" y="40481"/>
                        <a:pt x="50578" y="40672"/>
                      </a:cubicBezTo>
                      <a:cubicBezTo>
                        <a:pt x="50578" y="40958"/>
                        <a:pt x="50768" y="41243"/>
                        <a:pt x="51149" y="41434"/>
                      </a:cubicBezTo>
                      <a:close/>
                      <a:moveTo>
                        <a:pt x="11811" y="42672"/>
                      </a:moveTo>
                      <a:lnTo>
                        <a:pt x="13430" y="42100"/>
                      </a:lnTo>
                      <a:lnTo>
                        <a:pt x="12668" y="42100"/>
                      </a:lnTo>
                      <a:lnTo>
                        <a:pt x="11811" y="42672"/>
                      </a:lnTo>
                      <a:close/>
                      <a:moveTo>
                        <a:pt x="12287" y="49340"/>
                      </a:moveTo>
                      <a:lnTo>
                        <a:pt x="12668" y="49340"/>
                      </a:lnTo>
                      <a:lnTo>
                        <a:pt x="13239" y="49721"/>
                      </a:lnTo>
                      <a:lnTo>
                        <a:pt x="12382" y="49340"/>
                      </a:lnTo>
                      <a:close/>
                      <a:moveTo>
                        <a:pt x="14478" y="52959"/>
                      </a:moveTo>
                      <a:cubicBezTo>
                        <a:pt x="14478" y="52483"/>
                        <a:pt x="14478" y="52006"/>
                        <a:pt x="14954" y="51625"/>
                      </a:cubicBezTo>
                      <a:lnTo>
                        <a:pt x="14954" y="51625"/>
                      </a:lnTo>
                      <a:cubicBezTo>
                        <a:pt x="14954" y="51625"/>
                        <a:pt x="15049" y="52006"/>
                        <a:pt x="15240" y="52197"/>
                      </a:cubicBezTo>
                      <a:cubicBezTo>
                        <a:pt x="15430" y="52388"/>
                        <a:pt x="15526" y="52578"/>
                        <a:pt x="15526" y="52673"/>
                      </a:cubicBezTo>
                      <a:cubicBezTo>
                        <a:pt x="15526" y="52769"/>
                        <a:pt x="15526" y="52959"/>
                        <a:pt x="15240" y="53054"/>
                      </a:cubicBezTo>
                      <a:lnTo>
                        <a:pt x="14478" y="53054"/>
                      </a:lnTo>
                      <a:close/>
                      <a:moveTo>
                        <a:pt x="15049" y="51435"/>
                      </a:moveTo>
                      <a:cubicBezTo>
                        <a:pt x="15049" y="51435"/>
                        <a:pt x="14954" y="51625"/>
                        <a:pt x="14954" y="51625"/>
                      </a:cubicBezTo>
                      <a:cubicBezTo>
                        <a:pt x="14954" y="51625"/>
                        <a:pt x="14954" y="51530"/>
                        <a:pt x="15049" y="51435"/>
                      </a:cubicBezTo>
                      <a:close/>
                      <a:moveTo>
                        <a:pt x="15240" y="50102"/>
                      </a:moveTo>
                      <a:cubicBezTo>
                        <a:pt x="15240" y="50102"/>
                        <a:pt x="15621" y="50197"/>
                        <a:pt x="15811" y="50483"/>
                      </a:cubicBezTo>
                      <a:cubicBezTo>
                        <a:pt x="16002" y="50673"/>
                        <a:pt x="16193" y="50864"/>
                        <a:pt x="16287" y="50864"/>
                      </a:cubicBezTo>
                      <a:cubicBezTo>
                        <a:pt x="16002" y="50864"/>
                        <a:pt x="15621" y="51054"/>
                        <a:pt x="15144" y="51435"/>
                      </a:cubicBezTo>
                      <a:cubicBezTo>
                        <a:pt x="15526" y="50959"/>
                        <a:pt x="15526" y="50578"/>
                        <a:pt x="15335" y="50102"/>
                      </a:cubicBezTo>
                      <a:close/>
                      <a:moveTo>
                        <a:pt x="16764" y="44291"/>
                      </a:moveTo>
                      <a:lnTo>
                        <a:pt x="16764" y="43720"/>
                      </a:lnTo>
                      <a:lnTo>
                        <a:pt x="15240" y="42863"/>
                      </a:lnTo>
                      <a:lnTo>
                        <a:pt x="16764" y="44196"/>
                      </a:lnTo>
                      <a:close/>
                      <a:moveTo>
                        <a:pt x="18097" y="46387"/>
                      </a:moveTo>
                      <a:cubicBezTo>
                        <a:pt x="18097" y="46387"/>
                        <a:pt x="18288" y="46387"/>
                        <a:pt x="18764" y="46482"/>
                      </a:cubicBezTo>
                      <a:cubicBezTo>
                        <a:pt x="19050" y="46482"/>
                        <a:pt x="19240" y="46482"/>
                        <a:pt x="19335" y="46101"/>
                      </a:cubicBezTo>
                      <a:cubicBezTo>
                        <a:pt x="18764" y="45910"/>
                        <a:pt x="18383" y="46101"/>
                        <a:pt x="18002" y="46387"/>
                      </a:cubicBezTo>
                      <a:cubicBezTo>
                        <a:pt x="17907" y="46387"/>
                        <a:pt x="17812" y="46387"/>
                        <a:pt x="17812" y="46577"/>
                      </a:cubicBezTo>
                      <a:lnTo>
                        <a:pt x="17240" y="47149"/>
                      </a:lnTo>
                      <a:lnTo>
                        <a:pt x="17812" y="47149"/>
                      </a:lnTo>
                      <a:cubicBezTo>
                        <a:pt x="17812" y="47149"/>
                        <a:pt x="17812" y="46768"/>
                        <a:pt x="17812" y="46577"/>
                      </a:cubicBezTo>
                      <a:lnTo>
                        <a:pt x="18002" y="46387"/>
                      </a:lnTo>
                      <a:close/>
                      <a:moveTo>
                        <a:pt x="18383" y="20383"/>
                      </a:moveTo>
                      <a:cubicBezTo>
                        <a:pt x="18383" y="20383"/>
                        <a:pt x="18669" y="19907"/>
                        <a:pt x="18574" y="19812"/>
                      </a:cubicBezTo>
                      <a:lnTo>
                        <a:pt x="18764" y="19336"/>
                      </a:lnTo>
                      <a:cubicBezTo>
                        <a:pt x="18764" y="19336"/>
                        <a:pt x="18383" y="18955"/>
                        <a:pt x="18002" y="18764"/>
                      </a:cubicBezTo>
                      <a:cubicBezTo>
                        <a:pt x="17716" y="18669"/>
                        <a:pt x="17526" y="18574"/>
                        <a:pt x="17430" y="18574"/>
                      </a:cubicBezTo>
                      <a:cubicBezTo>
                        <a:pt x="18192" y="18955"/>
                        <a:pt x="18574" y="19336"/>
                        <a:pt x="18574" y="19812"/>
                      </a:cubicBezTo>
                      <a:lnTo>
                        <a:pt x="18383" y="20383"/>
                      </a:lnTo>
                      <a:close/>
                      <a:moveTo>
                        <a:pt x="23146" y="16383"/>
                      </a:moveTo>
                      <a:lnTo>
                        <a:pt x="23146" y="16193"/>
                      </a:lnTo>
                      <a:cubicBezTo>
                        <a:pt x="22955" y="14954"/>
                        <a:pt x="22193" y="14383"/>
                        <a:pt x="20669" y="14383"/>
                      </a:cubicBezTo>
                      <a:cubicBezTo>
                        <a:pt x="19526" y="14383"/>
                        <a:pt x="18574" y="14669"/>
                        <a:pt x="17907" y="15335"/>
                      </a:cubicBezTo>
                      <a:cubicBezTo>
                        <a:pt x="18097" y="15335"/>
                        <a:pt x="18383" y="15907"/>
                        <a:pt x="18574" y="16669"/>
                      </a:cubicBezTo>
                      <a:cubicBezTo>
                        <a:pt x="18764" y="17431"/>
                        <a:pt x="19240" y="17812"/>
                        <a:pt x="19907" y="17717"/>
                      </a:cubicBezTo>
                      <a:lnTo>
                        <a:pt x="19907" y="17526"/>
                      </a:lnTo>
                      <a:cubicBezTo>
                        <a:pt x="19907" y="17526"/>
                        <a:pt x="20193" y="16859"/>
                        <a:pt x="20383" y="16002"/>
                      </a:cubicBezTo>
                      <a:cubicBezTo>
                        <a:pt x="20574" y="15240"/>
                        <a:pt x="20764" y="14954"/>
                        <a:pt x="21241" y="14954"/>
                      </a:cubicBezTo>
                      <a:cubicBezTo>
                        <a:pt x="21431" y="14954"/>
                        <a:pt x="21621" y="14954"/>
                        <a:pt x="21812" y="15145"/>
                      </a:cubicBezTo>
                      <a:lnTo>
                        <a:pt x="21812" y="15716"/>
                      </a:lnTo>
                      <a:cubicBezTo>
                        <a:pt x="21812" y="15716"/>
                        <a:pt x="22003" y="15716"/>
                        <a:pt x="22193" y="15716"/>
                      </a:cubicBezTo>
                      <a:cubicBezTo>
                        <a:pt x="22288" y="15716"/>
                        <a:pt x="22574" y="16002"/>
                        <a:pt x="23146" y="16574"/>
                      </a:cubicBezTo>
                      <a:close/>
                      <a:moveTo>
                        <a:pt x="18859" y="38386"/>
                      </a:moveTo>
                      <a:cubicBezTo>
                        <a:pt x="18859" y="38386"/>
                        <a:pt x="18192" y="38386"/>
                        <a:pt x="18097" y="38195"/>
                      </a:cubicBezTo>
                      <a:lnTo>
                        <a:pt x="18669" y="38957"/>
                      </a:lnTo>
                      <a:cubicBezTo>
                        <a:pt x="18669" y="38957"/>
                        <a:pt x="18955" y="38672"/>
                        <a:pt x="18859" y="38386"/>
                      </a:cubicBezTo>
                      <a:close/>
                      <a:moveTo>
                        <a:pt x="19431" y="17145"/>
                      </a:moveTo>
                      <a:lnTo>
                        <a:pt x="19240" y="16954"/>
                      </a:lnTo>
                      <a:lnTo>
                        <a:pt x="19812" y="16954"/>
                      </a:lnTo>
                      <a:cubicBezTo>
                        <a:pt x="19812" y="16954"/>
                        <a:pt x="19621" y="17050"/>
                        <a:pt x="19431" y="17145"/>
                      </a:cubicBezTo>
                      <a:close/>
                      <a:moveTo>
                        <a:pt x="19812" y="16954"/>
                      </a:moveTo>
                      <a:cubicBezTo>
                        <a:pt x="19812" y="16954"/>
                        <a:pt x="20002" y="16954"/>
                        <a:pt x="20002" y="16954"/>
                      </a:cubicBezTo>
                      <a:lnTo>
                        <a:pt x="19812" y="16954"/>
                      </a:lnTo>
                      <a:close/>
                      <a:moveTo>
                        <a:pt x="20288" y="50673"/>
                      </a:moveTo>
                      <a:lnTo>
                        <a:pt x="20860" y="50102"/>
                      </a:lnTo>
                      <a:cubicBezTo>
                        <a:pt x="20860" y="50102"/>
                        <a:pt x="20478" y="49721"/>
                        <a:pt x="20288" y="49721"/>
                      </a:cubicBezTo>
                      <a:lnTo>
                        <a:pt x="20288" y="50578"/>
                      </a:lnTo>
                      <a:close/>
                      <a:moveTo>
                        <a:pt x="21145" y="17907"/>
                      </a:moveTo>
                      <a:cubicBezTo>
                        <a:pt x="21145" y="17907"/>
                        <a:pt x="21145" y="17335"/>
                        <a:pt x="20860" y="16954"/>
                      </a:cubicBezTo>
                      <a:lnTo>
                        <a:pt x="20860" y="18288"/>
                      </a:lnTo>
                      <a:lnTo>
                        <a:pt x="21145" y="17907"/>
                      </a:lnTo>
                      <a:close/>
                      <a:moveTo>
                        <a:pt x="22193" y="55054"/>
                      </a:moveTo>
                      <a:lnTo>
                        <a:pt x="22003" y="54864"/>
                      </a:lnTo>
                      <a:lnTo>
                        <a:pt x="22574" y="54864"/>
                      </a:lnTo>
                      <a:cubicBezTo>
                        <a:pt x="22574" y="54864"/>
                        <a:pt x="22193" y="55054"/>
                        <a:pt x="22193" y="55054"/>
                      </a:cubicBezTo>
                      <a:close/>
                      <a:moveTo>
                        <a:pt x="28860" y="49340"/>
                      </a:moveTo>
                      <a:lnTo>
                        <a:pt x="29146" y="48958"/>
                      </a:lnTo>
                      <a:lnTo>
                        <a:pt x="28860" y="48197"/>
                      </a:lnTo>
                      <a:lnTo>
                        <a:pt x="28860" y="49244"/>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82" name="Google Shape;1182;p99"/>
              <p:cNvGrpSpPr/>
              <p:nvPr/>
            </p:nvGrpSpPr>
            <p:grpSpPr>
              <a:xfrm>
                <a:off x="12132081" y="4791136"/>
                <a:ext cx="1048988" cy="206822"/>
                <a:chOff x="6878763" y="2509231"/>
                <a:chExt cx="1048988" cy="206822"/>
              </a:xfrm>
            </p:grpSpPr>
            <p:sp>
              <p:nvSpPr>
                <p:cNvPr id="1183" name="Google Shape;1183;p99"/>
                <p:cNvSpPr/>
                <p:nvPr/>
              </p:nvSpPr>
              <p:spPr>
                <a:xfrm>
                  <a:off x="6878763" y="2526220"/>
                  <a:ext cx="174212" cy="188023"/>
                </a:xfrm>
                <a:custGeom>
                  <a:avLst/>
                  <a:gdLst/>
                  <a:ahLst/>
                  <a:cxnLst/>
                  <a:rect l="l" t="t" r="r" b="b"/>
                  <a:pathLst>
                    <a:path w="174212" h="188023" extrusionOk="0">
                      <a:moveTo>
                        <a:pt x="2572" y="130397"/>
                      </a:moveTo>
                      <a:cubicBezTo>
                        <a:pt x="2381" y="131921"/>
                        <a:pt x="2572" y="132779"/>
                        <a:pt x="3238" y="132779"/>
                      </a:cubicBezTo>
                      <a:cubicBezTo>
                        <a:pt x="3429" y="132779"/>
                        <a:pt x="3715" y="132779"/>
                        <a:pt x="4191" y="132588"/>
                      </a:cubicBezTo>
                      <a:cubicBezTo>
                        <a:pt x="4667" y="132397"/>
                        <a:pt x="5048" y="132397"/>
                        <a:pt x="5429" y="132397"/>
                      </a:cubicBezTo>
                      <a:cubicBezTo>
                        <a:pt x="5810" y="132397"/>
                        <a:pt x="6191" y="132683"/>
                        <a:pt x="6382" y="133350"/>
                      </a:cubicBezTo>
                      <a:cubicBezTo>
                        <a:pt x="2667" y="133350"/>
                        <a:pt x="476" y="133064"/>
                        <a:pt x="0" y="132397"/>
                      </a:cubicBezTo>
                      <a:lnTo>
                        <a:pt x="2667" y="130492"/>
                      </a:lnTo>
                      <a:close/>
                      <a:moveTo>
                        <a:pt x="6287" y="154210"/>
                      </a:moveTo>
                      <a:cubicBezTo>
                        <a:pt x="6572" y="153448"/>
                        <a:pt x="7144" y="152971"/>
                        <a:pt x="8096" y="152971"/>
                      </a:cubicBezTo>
                      <a:lnTo>
                        <a:pt x="10668" y="152971"/>
                      </a:lnTo>
                      <a:cubicBezTo>
                        <a:pt x="10573" y="153734"/>
                        <a:pt x="9906" y="154210"/>
                        <a:pt x="8763" y="154210"/>
                      </a:cubicBezTo>
                      <a:lnTo>
                        <a:pt x="6287" y="154210"/>
                      </a:lnTo>
                      <a:close/>
                      <a:moveTo>
                        <a:pt x="14192" y="166497"/>
                      </a:moveTo>
                      <a:lnTo>
                        <a:pt x="14192" y="163925"/>
                      </a:lnTo>
                      <a:lnTo>
                        <a:pt x="16097" y="163925"/>
                      </a:lnTo>
                      <a:lnTo>
                        <a:pt x="14192" y="166497"/>
                      </a:lnTo>
                      <a:close/>
                      <a:moveTo>
                        <a:pt x="24194" y="151067"/>
                      </a:moveTo>
                      <a:cubicBezTo>
                        <a:pt x="25051" y="150781"/>
                        <a:pt x="26099" y="151352"/>
                        <a:pt x="27718" y="152971"/>
                      </a:cubicBezTo>
                      <a:lnTo>
                        <a:pt x="27051" y="154210"/>
                      </a:lnTo>
                      <a:lnTo>
                        <a:pt x="24194" y="151162"/>
                      </a:lnTo>
                      <a:close/>
                      <a:moveTo>
                        <a:pt x="27718" y="166497"/>
                      </a:moveTo>
                      <a:cubicBezTo>
                        <a:pt x="28194" y="166402"/>
                        <a:pt x="28670" y="165830"/>
                        <a:pt x="29242" y="165068"/>
                      </a:cubicBezTo>
                      <a:cubicBezTo>
                        <a:pt x="29718" y="164306"/>
                        <a:pt x="30289" y="163925"/>
                        <a:pt x="30766" y="163925"/>
                      </a:cubicBezTo>
                      <a:cubicBezTo>
                        <a:pt x="30766" y="164592"/>
                        <a:pt x="30385" y="165354"/>
                        <a:pt x="29528" y="166497"/>
                      </a:cubicBezTo>
                      <a:lnTo>
                        <a:pt x="27622" y="166497"/>
                      </a:lnTo>
                      <a:close/>
                      <a:moveTo>
                        <a:pt x="32195" y="145733"/>
                      </a:moveTo>
                      <a:lnTo>
                        <a:pt x="31433" y="147542"/>
                      </a:lnTo>
                      <a:lnTo>
                        <a:pt x="28861" y="147542"/>
                      </a:lnTo>
                      <a:cubicBezTo>
                        <a:pt x="29528" y="145733"/>
                        <a:pt x="30099" y="144780"/>
                        <a:pt x="30766" y="144780"/>
                      </a:cubicBezTo>
                      <a:cubicBezTo>
                        <a:pt x="31242" y="144780"/>
                        <a:pt x="31718" y="145066"/>
                        <a:pt x="32099" y="145733"/>
                      </a:cubicBezTo>
                      <a:close/>
                      <a:moveTo>
                        <a:pt x="35909" y="129635"/>
                      </a:moveTo>
                      <a:lnTo>
                        <a:pt x="35909" y="131540"/>
                      </a:lnTo>
                      <a:lnTo>
                        <a:pt x="32195" y="128492"/>
                      </a:lnTo>
                      <a:cubicBezTo>
                        <a:pt x="33147" y="128206"/>
                        <a:pt x="34385" y="128588"/>
                        <a:pt x="35909" y="129635"/>
                      </a:cubicBezTo>
                      <a:close/>
                      <a:moveTo>
                        <a:pt x="32195" y="156686"/>
                      </a:moveTo>
                      <a:cubicBezTo>
                        <a:pt x="33433" y="156686"/>
                        <a:pt x="34100" y="157543"/>
                        <a:pt x="34100" y="159258"/>
                      </a:cubicBezTo>
                      <a:lnTo>
                        <a:pt x="32195" y="159258"/>
                      </a:lnTo>
                      <a:lnTo>
                        <a:pt x="32195" y="156686"/>
                      </a:lnTo>
                      <a:close/>
                      <a:moveTo>
                        <a:pt x="36671" y="176498"/>
                      </a:moveTo>
                      <a:lnTo>
                        <a:pt x="36004" y="175546"/>
                      </a:lnTo>
                      <a:lnTo>
                        <a:pt x="39719" y="173450"/>
                      </a:lnTo>
                      <a:lnTo>
                        <a:pt x="36671" y="176498"/>
                      </a:lnTo>
                      <a:close/>
                      <a:moveTo>
                        <a:pt x="173736" y="139446"/>
                      </a:moveTo>
                      <a:lnTo>
                        <a:pt x="165545" y="140589"/>
                      </a:lnTo>
                      <a:cubicBezTo>
                        <a:pt x="165545" y="140589"/>
                        <a:pt x="165354" y="141160"/>
                        <a:pt x="165354" y="141351"/>
                      </a:cubicBezTo>
                      <a:cubicBezTo>
                        <a:pt x="165354" y="141827"/>
                        <a:pt x="166021" y="142399"/>
                        <a:pt x="167354" y="143161"/>
                      </a:cubicBezTo>
                      <a:cubicBezTo>
                        <a:pt x="168688" y="143923"/>
                        <a:pt x="169355" y="144780"/>
                        <a:pt x="169355" y="145733"/>
                      </a:cubicBezTo>
                      <a:lnTo>
                        <a:pt x="171165" y="145733"/>
                      </a:lnTo>
                      <a:cubicBezTo>
                        <a:pt x="170212" y="150590"/>
                        <a:pt x="169355" y="155353"/>
                        <a:pt x="168593" y="160210"/>
                      </a:cubicBezTo>
                      <a:cubicBezTo>
                        <a:pt x="167354" y="165354"/>
                        <a:pt x="164306" y="168688"/>
                        <a:pt x="159448" y="170212"/>
                      </a:cubicBezTo>
                      <a:cubicBezTo>
                        <a:pt x="158687" y="167450"/>
                        <a:pt x="156782" y="166592"/>
                        <a:pt x="153829" y="167640"/>
                      </a:cubicBezTo>
                      <a:lnTo>
                        <a:pt x="152971" y="168307"/>
                      </a:lnTo>
                      <a:lnTo>
                        <a:pt x="156400" y="172117"/>
                      </a:lnTo>
                      <a:cubicBezTo>
                        <a:pt x="154972" y="171831"/>
                        <a:pt x="153448" y="170879"/>
                        <a:pt x="151733" y="169354"/>
                      </a:cubicBezTo>
                      <a:cubicBezTo>
                        <a:pt x="150019" y="167926"/>
                        <a:pt x="148685" y="167164"/>
                        <a:pt x="147733" y="167164"/>
                      </a:cubicBezTo>
                      <a:cubicBezTo>
                        <a:pt x="146685" y="167164"/>
                        <a:pt x="145447" y="167830"/>
                        <a:pt x="144018" y="169069"/>
                      </a:cubicBezTo>
                      <a:lnTo>
                        <a:pt x="147257" y="169069"/>
                      </a:lnTo>
                      <a:lnTo>
                        <a:pt x="146495" y="170212"/>
                      </a:lnTo>
                      <a:cubicBezTo>
                        <a:pt x="148400" y="170879"/>
                        <a:pt x="150781" y="172307"/>
                        <a:pt x="153734" y="174593"/>
                      </a:cubicBezTo>
                      <a:lnTo>
                        <a:pt x="147257" y="177355"/>
                      </a:lnTo>
                      <a:lnTo>
                        <a:pt x="148400" y="178117"/>
                      </a:lnTo>
                      <a:cubicBezTo>
                        <a:pt x="148400" y="178117"/>
                        <a:pt x="145542" y="179356"/>
                        <a:pt x="140970" y="181356"/>
                      </a:cubicBezTo>
                      <a:cubicBezTo>
                        <a:pt x="138493" y="182309"/>
                        <a:pt x="136112" y="182785"/>
                        <a:pt x="134017" y="182785"/>
                      </a:cubicBezTo>
                      <a:cubicBezTo>
                        <a:pt x="132874" y="182785"/>
                        <a:pt x="131731" y="182785"/>
                        <a:pt x="130493" y="182594"/>
                      </a:cubicBezTo>
                      <a:cubicBezTo>
                        <a:pt x="129730" y="184690"/>
                        <a:pt x="129445" y="186118"/>
                        <a:pt x="129826" y="186880"/>
                      </a:cubicBezTo>
                      <a:lnTo>
                        <a:pt x="94393" y="188024"/>
                      </a:lnTo>
                      <a:cubicBezTo>
                        <a:pt x="91535" y="185356"/>
                        <a:pt x="87154" y="183166"/>
                        <a:pt x="81058" y="181356"/>
                      </a:cubicBezTo>
                      <a:cubicBezTo>
                        <a:pt x="74390" y="179356"/>
                        <a:pt x="70104" y="177737"/>
                        <a:pt x="68294" y="176498"/>
                      </a:cubicBezTo>
                      <a:cubicBezTo>
                        <a:pt x="67532" y="175450"/>
                        <a:pt x="66199" y="174688"/>
                        <a:pt x="64199" y="174117"/>
                      </a:cubicBezTo>
                      <a:cubicBezTo>
                        <a:pt x="62294" y="173736"/>
                        <a:pt x="60388" y="173260"/>
                        <a:pt x="58484" y="172784"/>
                      </a:cubicBezTo>
                      <a:lnTo>
                        <a:pt x="60960" y="170212"/>
                      </a:lnTo>
                      <a:lnTo>
                        <a:pt x="57436" y="166497"/>
                      </a:lnTo>
                      <a:lnTo>
                        <a:pt x="56579" y="169069"/>
                      </a:lnTo>
                      <a:cubicBezTo>
                        <a:pt x="53435" y="168307"/>
                        <a:pt x="51721" y="165735"/>
                        <a:pt x="51435" y="161354"/>
                      </a:cubicBezTo>
                      <a:cubicBezTo>
                        <a:pt x="51340" y="157448"/>
                        <a:pt x="49149" y="155543"/>
                        <a:pt x="44958" y="155543"/>
                      </a:cubicBezTo>
                      <a:lnTo>
                        <a:pt x="41910" y="155543"/>
                      </a:lnTo>
                      <a:cubicBezTo>
                        <a:pt x="44577" y="155353"/>
                        <a:pt x="45911" y="153924"/>
                        <a:pt x="45911" y="151067"/>
                      </a:cubicBezTo>
                      <a:cubicBezTo>
                        <a:pt x="45911" y="150209"/>
                        <a:pt x="45720" y="149257"/>
                        <a:pt x="45244" y="148495"/>
                      </a:cubicBezTo>
                      <a:cubicBezTo>
                        <a:pt x="44768" y="147733"/>
                        <a:pt x="43148" y="146780"/>
                        <a:pt x="40291" y="145733"/>
                      </a:cubicBezTo>
                      <a:lnTo>
                        <a:pt x="39624" y="146399"/>
                      </a:lnTo>
                      <a:cubicBezTo>
                        <a:pt x="39624" y="146399"/>
                        <a:pt x="39243" y="146875"/>
                        <a:pt x="38957" y="146875"/>
                      </a:cubicBezTo>
                      <a:cubicBezTo>
                        <a:pt x="38481" y="146875"/>
                        <a:pt x="38100" y="146209"/>
                        <a:pt x="37814" y="145066"/>
                      </a:cubicBezTo>
                      <a:cubicBezTo>
                        <a:pt x="37433" y="144018"/>
                        <a:pt x="37433" y="142970"/>
                        <a:pt x="37814" y="142018"/>
                      </a:cubicBezTo>
                      <a:cubicBezTo>
                        <a:pt x="39338" y="141732"/>
                        <a:pt x="41624" y="140113"/>
                        <a:pt x="44768" y="137160"/>
                      </a:cubicBezTo>
                      <a:cubicBezTo>
                        <a:pt x="47530" y="134684"/>
                        <a:pt x="49911" y="133445"/>
                        <a:pt x="51721" y="133445"/>
                      </a:cubicBezTo>
                      <a:cubicBezTo>
                        <a:pt x="52673" y="133445"/>
                        <a:pt x="53626" y="133731"/>
                        <a:pt x="54769" y="134207"/>
                      </a:cubicBezTo>
                      <a:cubicBezTo>
                        <a:pt x="54197" y="133159"/>
                        <a:pt x="54102" y="132207"/>
                        <a:pt x="54674" y="131350"/>
                      </a:cubicBezTo>
                      <a:cubicBezTo>
                        <a:pt x="55245" y="130588"/>
                        <a:pt x="54674" y="129445"/>
                        <a:pt x="53150" y="127825"/>
                      </a:cubicBezTo>
                      <a:lnTo>
                        <a:pt x="61055" y="124111"/>
                      </a:lnTo>
                      <a:lnTo>
                        <a:pt x="59246" y="121539"/>
                      </a:lnTo>
                      <a:cubicBezTo>
                        <a:pt x="60484" y="121539"/>
                        <a:pt x="62484" y="120872"/>
                        <a:pt x="65342" y="119348"/>
                      </a:cubicBezTo>
                      <a:cubicBezTo>
                        <a:pt x="68104" y="117824"/>
                        <a:pt x="70009" y="117158"/>
                        <a:pt x="70961" y="117158"/>
                      </a:cubicBezTo>
                      <a:cubicBezTo>
                        <a:pt x="72580" y="117158"/>
                        <a:pt x="73533" y="118300"/>
                        <a:pt x="74009" y="120682"/>
                      </a:cubicBezTo>
                      <a:cubicBezTo>
                        <a:pt x="73533" y="125825"/>
                        <a:pt x="75438" y="130969"/>
                        <a:pt x="79629" y="136112"/>
                      </a:cubicBezTo>
                      <a:cubicBezTo>
                        <a:pt x="81629" y="138589"/>
                        <a:pt x="85725" y="142494"/>
                        <a:pt x="92012" y="147733"/>
                      </a:cubicBezTo>
                      <a:cubicBezTo>
                        <a:pt x="92869" y="149924"/>
                        <a:pt x="94488" y="150971"/>
                        <a:pt x="96679" y="150971"/>
                      </a:cubicBezTo>
                      <a:cubicBezTo>
                        <a:pt x="97346" y="150971"/>
                        <a:pt x="98298" y="150876"/>
                        <a:pt x="99632" y="150685"/>
                      </a:cubicBezTo>
                      <a:cubicBezTo>
                        <a:pt x="100965" y="150400"/>
                        <a:pt x="101918" y="150304"/>
                        <a:pt x="102584" y="150304"/>
                      </a:cubicBezTo>
                      <a:cubicBezTo>
                        <a:pt x="104013" y="150304"/>
                        <a:pt x="105346" y="150590"/>
                        <a:pt x="106585" y="151162"/>
                      </a:cubicBezTo>
                      <a:cubicBezTo>
                        <a:pt x="107823" y="151829"/>
                        <a:pt x="109252" y="152114"/>
                        <a:pt x="110776" y="152114"/>
                      </a:cubicBezTo>
                      <a:cubicBezTo>
                        <a:pt x="113538" y="152114"/>
                        <a:pt x="116777" y="150781"/>
                        <a:pt x="120587" y="148114"/>
                      </a:cubicBezTo>
                      <a:cubicBezTo>
                        <a:pt x="126206" y="144399"/>
                        <a:pt x="129350" y="142399"/>
                        <a:pt x="130112" y="142113"/>
                      </a:cubicBezTo>
                      <a:cubicBezTo>
                        <a:pt x="130873" y="140875"/>
                        <a:pt x="131255" y="139637"/>
                        <a:pt x="131255" y="138398"/>
                      </a:cubicBezTo>
                      <a:cubicBezTo>
                        <a:pt x="131255" y="136493"/>
                        <a:pt x="130207" y="134112"/>
                        <a:pt x="128111" y="131064"/>
                      </a:cubicBezTo>
                      <a:cubicBezTo>
                        <a:pt x="126111" y="128016"/>
                        <a:pt x="124778" y="125730"/>
                        <a:pt x="124492" y="124206"/>
                      </a:cubicBezTo>
                      <a:cubicBezTo>
                        <a:pt x="120682" y="123539"/>
                        <a:pt x="118491" y="122110"/>
                        <a:pt x="118015" y="119729"/>
                      </a:cubicBezTo>
                      <a:lnTo>
                        <a:pt x="119158" y="118777"/>
                      </a:lnTo>
                      <a:cubicBezTo>
                        <a:pt x="114205" y="116491"/>
                        <a:pt x="107252" y="112871"/>
                        <a:pt x="98393" y="108013"/>
                      </a:cubicBezTo>
                      <a:cubicBezTo>
                        <a:pt x="97441" y="108775"/>
                        <a:pt x="96488" y="109156"/>
                        <a:pt x="95631" y="109156"/>
                      </a:cubicBezTo>
                      <a:cubicBezTo>
                        <a:pt x="94393" y="109156"/>
                        <a:pt x="92869" y="108299"/>
                        <a:pt x="90964" y="106585"/>
                      </a:cubicBezTo>
                      <a:cubicBezTo>
                        <a:pt x="89059" y="104870"/>
                        <a:pt x="87630" y="104013"/>
                        <a:pt x="86487" y="104013"/>
                      </a:cubicBezTo>
                      <a:cubicBezTo>
                        <a:pt x="86011" y="104013"/>
                        <a:pt x="85535" y="104204"/>
                        <a:pt x="85058" y="104489"/>
                      </a:cubicBezTo>
                      <a:cubicBezTo>
                        <a:pt x="81248" y="103346"/>
                        <a:pt x="77343" y="100203"/>
                        <a:pt x="73438" y="94869"/>
                      </a:cubicBezTo>
                      <a:cubicBezTo>
                        <a:pt x="69056" y="88963"/>
                        <a:pt x="65437" y="85154"/>
                        <a:pt x="62484" y="83439"/>
                      </a:cubicBezTo>
                      <a:cubicBezTo>
                        <a:pt x="62770" y="81725"/>
                        <a:pt x="62008" y="79629"/>
                        <a:pt x="60103" y="77057"/>
                      </a:cubicBezTo>
                      <a:cubicBezTo>
                        <a:pt x="58198" y="74485"/>
                        <a:pt x="57436" y="72485"/>
                        <a:pt x="57721" y="71152"/>
                      </a:cubicBezTo>
                      <a:cubicBezTo>
                        <a:pt x="56674" y="69151"/>
                        <a:pt x="55912" y="65246"/>
                        <a:pt x="55626" y="59436"/>
                      </a:cubicBezTo>
                      <a:cubicBezTo>
                        <a:pt x="55340" y="54292"/>
                        <a:pt x="55054" y="49149"/>
                        <a:pt x="54864" y="44005"/>
                      </a:cubicBezTo>
                      <a:cubicBezTo>
                        <a:pt x="56102" y="43529"/>
                        <a:pt x="56769" y="42958"/>
                        <a:pt x="56769" y="42196"/>
                      </a:cubicBezTo>
                      <a:cubicBezTo>
                        <a:pt x="56769" y="41720"/>
                        <a:pt x="56483" y="41053"/>
                        <a:pt x="55817" y="39910"/>
                      </a:cubicBezTo>
                      <a:cubicBezTo>
                        <a:pt x="55150" y="38862"/>
                        <a:pt x="54864" y="38195"/>
                        <a:pt x="54864" y="37719"/>
                      </a:cubicBezTo>
                      <a:cubicBezTo>
                        <a:pt x="55626" y="35528"/>
                        <a:pt x="58293" y="32575"/>
                        <a:pt x="62770" y="28861"/>
                      </a:cubicBezTo>
                      <a:cubicBezTo>
                        <a:pt x="66485" y="25622"/>
                        <a:pt x="68389" y="22479"/>
                        <a:pt x="68389" y="19526"/>
                      </a:cubicBezTo>
                      <a:cubicBezTo>
                        <a:pt x="69056" y="19431"/>
                        <a:pt x="70009" y="18764"/>
                        <a:pt x="71533" y="17717"/>
                      </a:cubicBezTo>
                      <a:cubicBezTo>
                        <a:pt x="73057" y="16669"/>
                        <a:pt x="74104" y="16097"/>
                        <a:pt x="74676" y="16097"/>
                      </a:cubicBezTo>
                      <a:cubicBezTo>
                        <a:pt x="75152" y="16097"/>
                        <a:pt x="75533" y="16383"/>
                        <a:pt x="75819" y="17050"/>
                      </a:cubicBezTo>
                      <a:cubicBezTo>
                        <a:pt x="78772" y="12573"/>
                        <a:pt x="83534" y="9049"/>
                        <a:pt x="90011" y="6572"/>
                      </a:cubicBezTo>
                      <a:cubicBezTo>
                        <a:pt x="95726" y="4667"/>
                        <a:pt x="101537" y="2858"/>
                        <a:pt x="107252" y="953"/>
                      </a:cubicBezTo>
                      <a:cubicBezTo>
                        <a:pt x="108966" y="381"/>
                        <a:pt x="110680" y="0"/>
                        <a:pt x="112395" y="0"/>
                      </a:cubicBezTo>
                      <a:cubicBezTo>
                        <a:pt x="114871" y="0"/>
                        <a:pt x="118206" y="953"/>
                        <a:pt x="122397" y="2858"/>
                      </a:cubicBezTo>
                      <a:cubicBezTo>
                        <a:pt x="126587" y="4858"/>
                        <a:pt x="129921" y="5810"/>
                        <a:pt x="132398" y="5810"/>
                      </a:cubicBezTo>
                      <a:cubicBezTo>
                        <a:pt x="133445" y="5810"/>
                        <a:pt x="134588" y="5620"/>
                        <a:pt x="135636" y="5334"/>
                      </a:cubicBezTo>
                      <a:cubicBezTo>
                        <a:pt x="136779" y="7525"/>
                        <a:pt x="138684" y="8954"/>
                        <a:pt x="141447" y="9716"/>
                      </a:cubicBezTo>
                      <a:cubicBezTo>
                        <a:pt x="145066" y="10858"/>
                        <a:pt x="147447" y="11716"/>
                        <a:pt x="148495" y="12573"/>
                      </a:cubicBezTo>
                      <a:cubicBezTo>
                        <a:pt x="153829" y="13049"/>
                        <a:pt x="158496" y="19907"/>
                        <a:pt x="162687" y="33052"/>
                      </a:cubicBezTo>
                      <a:cubicBezTo>
                        <a:pt x="162496" y="34957"/>
                        <a:pt x="161163" y="37433"/>
                        <a:pt x="158591" y="40481"/>
                      </a:cubicBezTo>
                      <a:cubicBezTo>
                        <a:pt x="156020" y="43625"/>
                        <a:pt x="154877" y="46196"/>
                        <a:pt x="154972" y="48387"/>
                      </a:cubicBezTo>
                      <a:cubicBezTo>
                        <a:pt x="153258" y="48101"/>
                        <a:pt x="152305" y="48673"/>
                        <a:pt x="152209" y="50197"/>
                      </a:cubicBezTo>
                      <a:cubicBezTo>
                        <a:pt x="152019" y="52197"/>
                        <a:pt x="151638" y="53435"/>
                        <a:pt x="151066" y="53721"/>
                      </a:cubicBezTo>
                      <a:cubicBezTo>
                        <a:pt x="146781" y="55721"/>
                        <a:pt x="143637" y="56769"/>
                        <a:pt x="141923" y="56769"/>
                      </a:cubicBezTo>
                      <a:cubicBezTo>
                        <a:pt x="139446" y="56769"/>
                        <a:pt x="137160" y="55245"/>
                        <a:pt x="134969" y="52102"/>
                      </a:cubicBezTo>
                      <a:cubicBezTo>
                        <a:pt x="134874" y="49625"/>
                        <a:pt x="133255" y="47720"/>
                        <a:pt x="130302" y="46482"/>
                      </a:cubicBezTo>
                      <a:cubicBezTo>
                        <a:pt x="126873" y="45244"/>
                        <a:pt x="124873" y="43720"/>
                        <a:pt x="124206" y="42005"/>
                      </a:cubicBezTo>
                      <a:cubicBezTo>
                        <a:pt x="123349" y="41815"/>
                        <a:pt x="120968" y="40958"/>
                        <a:pt x="116967" y="39433"/>
                      </a:cubicBezTo>
                      <a:cubicBezTo>
                        <a:pt x="113824" y="38195"/>
                        <a:pt x="111347" y="37529"/>
                        <a:pt x="109538" y="37529"/>
                      </a:cubicBezTo>
                      <a:cubicBezTo>
                        <a:pt x="106871" y="37529"/>
                        <a:pt x="104584" y="38767"/>
                        <a:pt x="102775" y="41338"/>
                      </a:cubicBezTo>
                      <a:cubicBezTo>
                        <a:pt x="102203" y="41148"/>
                        <a:pt x="101632" y="41053"/>
                        <a:pt x="101155" y="41053"/>
                      </a:cubicBezTo>
                      <a:cubicBezTo>
                        <a:pt x="99917" y="41053"/>
                        <a:pt x="97917" y="42196"/>
                        <a:pt x="95345" y="44577"/>
                      </a:cubicBezTo>
                      <a:cubicBezTo>
                        <a:pt x="96107" y="46006"/>
                        <a:pt x="96488" y="47244"/>
                        <a:pt x="96488" y="48292"/>
                      </a:cubicBezTo>
                      <a:cubicBezTo>
                        <a:pt x="96488" y="49721"/>
                        <a:pt x="95441" y="50959"/>
                        <a:pt x="93345" y="52102"/>
                      </a:cubicBezTo>
                      <a:cubicBezTo>
                        <a:pt x="91250" y="53245"/>
                        <a:pt x="90202" y="54388"/>
                        <a:pt x="90202" y="55531"/>
                      </a:cubicBezTo>
                      <a:cubicBezTo>
                        <a:pt x="90202" y="56483"/>
                        <a:pt x="90678" y="57721"/>
                        <a:pt x="91821" y="59246"/>
                      </a:cubicBezTo>
                      <a:cubicBezTo>
                        <a:pt x="98298" y="68771"/>
                        <a:pt x="108204" y="75914"/>
                        <a:pt x="121444" y="80677"/>
                      </a:cubicBezTo>
                      <a:cubicBezTo>
                        <a:pt x="123158" y="81153"/>
                        <a:pt x="125635" y="82677"/>
                        <a:pt x="128778" y="85249"/>
                      </a:cubicBezTo>
                      <a:cubicBezTo>
                        <a:pt x="131922" y="87821"/>
                        <a:pt x="134684" y="89249"/>
                        <a:pt x="136874" y="89440"/>
                      </a:cubicBezTo>
                      <a:cubicBezTo>
                        <a:pt x="139065" y="89630"/>
                        <a:pt x="142113" y="91440"/>
                        <a:pt x="145923" y="94679"/>
                      </a:cubicBezTo>
                      <a:cubicBezTo>
                        <a:pt x="149352" y="97822"/>
                        <a:pt x="152686" y="99155"/>
                        <a:pt x="155734" y="98679"/>
                      </a:cubicBezTo>
                      <a:cubicBezTo>
                        <a:pt x="155734" y="100203"/>
                        <a:pt x="156020" y="101060"/>
                        <a:pt x="156400" y="101251"/>
                      </a:cubicBezTo>
                      <a:cubicBezTo>
                        <a:pt x="157829" y="101251"/>
                        <a:pt x="158877" y="102299"/>
                        <a:pt x="159544" y="104394"/>
                      </a:cubicBezTo>
                      <a:cubicBezTo>
                        <a:pt x="160211" y="106489"/>
                        <a:pt x="161354" y="107347"/>
                        <a:pt x="162687" y="106871"/>
                      </a:cubicBezTo>
                      <a:cubicBezTo>
                        <a:pt x="162973" y="107918"/>
                        <a:pt x="165068" y="111157"/>
                        <a:pt x="168783" y="116491"/>
                      </a:cubicBezTo>
                      <a:cubicBezTo>
                        <a:pt x="171545" y="120777"/>
                        <a:pt x="172974" y="124778"/>
                        <a:pt x="172974" y="128302"/>
                      </a:cubicBezTo>
                      <a:cubicBezTo>
                        <a:pt x="173736" y="129254"/>
                        <a:pt x="174212" y="130207"/>
                        <a:pt x="174212" y="131064"/>
                      </a:cubicBezTo>
                      <a:cubicBezTo>
                        <a:pt x="174212" y="131826"/>
                        <a:pt x="173831" y="132779"/>
                        <a:pt x="172974" y="134017"/>
                      </a:cubicBezTo>
                      <a:cubicBezTo>
                        <a:pt x="172212" y="135160"/>
                        <a:pt x="171831" y="136017"/>
                        <a:pt x="171831" y="136493"/>
                      </a:cubicBezTo>
                      <a:cubicBezTo>
                        <a:pt x="171831" y="137446"/>
                        <a:pt x="172498" y="138398"/>
                        <a:pt x="173736" y="139255"/>
                      </a:cubicBezTo>
                      <a:close/>
                      <a:moveTo>
                        <a:pt x="39719" y="145066"/>
                      </a:moveTo>
                      <a:lnTo>
                        <a:pt x="45053" y="143161"/>
                      </a:lnTo>
                      <a:lnTo>
                        <a:pt x="42482" y="143161"/>
                      </a:lnTo>
                      <a:lnTo>
                        <a:pt x="39719" y="145066"/>
                      </a:lnTo>
                      <a:close/>
                      <a:moveTo>
                        <a:pt x="41338" y="167640"/>
                      </a:moveTo>
                      <a:lnTo>
                        <a:pt x="42482" y="167640"/>
                      </a:lnTo>
                      <a:lnTo>
                        <a:pt x="44387" y="169069"/>
                      </a:lnTo>
                      <a:lnTo>
                        <a:pt x="41338" y="167640"/>
                      </a:lnTo>
                      <a:close/>
                      <a:moveTo>
                        <a:pt x="48768" y="180022"/>
                      </a:moveTo>
                      <a:cubicBezTo>
                        <a:pt x="48387" y="178308"/>
                        <a:pt x="49054" y="176784"/>
                        <a:pt x="50387" y="175355"/>
                      </a:cubicBezTo>
                      <a:lnTo>
                        <a:pt x="50197" y="175641"/>
                      </a:lnTo>
                      <a:cubicBezTo>
                        <a:pt x="50197" y="175641"/>
                        <a:pt x="50578" y="176689"/>
                        <a:pt x="51245" y="177355"/>
                      </a:cubicBezTo>
                      <a:cubicBezTo>
                        <a:pt x="52007" y="178022"/>
                        <a:pt x="52292" y="178499"/>
                        <a:pt x="52292" y="178784"/>
                      </a:cubicBezTo>
                      <a:cubicBezTo>
                        <a:pt x="52292" y="179260"/>
                        <a:pt x="52007" y="179642"/>
                        <a:pt x="51340" y="180022"/>
                      </a:cubicBezTo>
                      <a:lnTo>
                        <a:pt x="48768" y="180022"/>
                      </a:lnTo>
                      <a:close/>
                      <a:moveTo>
                        <a:pt x="50863" y="174593"/>
                      </a:moveTo>
                      <a:cubicBezTo>
                        <a:pt x="50863" y="174593"/>
                        <a:pt x="50387" y="175165"/>
                        <a:pt x="50387" y="175355"/>
                      </a:cubicBezTo>
                      <a:cubicBezTo>
                        <a:pt x="50387" y="175165"/>
                        <a:pt x="50578" y="174974"/>
                        <a:pt x="50863" y="174593"/>
                      </a:cubicBezTo>
                      <a:close/>
                      <a:moveTo>
                        <a:pt x="51340" y="170212"/>
                      </a:moveTo>
                      <a:cubicBezTo>
                        <a:pt x="51911" y="170212"/>
                        <a:pt x="52673" y="170593"/>
                        <a:pt x="53435" y="171355"/>
                      </a:cubicBezTo>
                      <a:cubicBezTo>
                        <a:pt x="54197" y="172117"/>
                        <a:pt x="54674" y="172593"/>
                        <a:pt x="54769" y="172784"/>
                      </a:cubicBezTo>
                      <a:cubicBezTo>
                        <a:pt x="53816" y="172974"/>
                        <a:pt x="52483" y="173546"/>
                        <a:pt x="50863" y="174593"/>
                      </a:cubicBezTo>
                      <a:cubicBezTo>
                        <a:pt x="52102" y="173069"/>
                        <a:pt x="52292" y="171545"/>
                        <a:pt x="51340" y="170212"/>
                      </a:cubicBezTo>
                      <a:close/>
                      <a:moveTo>
                        <a:pt x="56674" y="150400"/>
                      </a:moveTo>
                      <a:lnTo>
                        <a:pt x="56674" y="148495"/>
                      </a:lnTo>
                      <a:lnTo>
                        <a:pt x="51340" y="145733"/>
                      </a:lnTo>
                      <a:lnTo>
                        <a:pt x="56674" y="150400"/>
                      </a:lnTo>
                      <a:close/>
                      <a:moveTo>
                        <a:pt x="61055" y="157639"/>
                      </a:moveTo>
                      <a:cubicBezTo>
                        <a:pt x="61055" y="157639"/>
                        <a:pt x="61722" y="157829"/>
                        <a:pt x="63437" y="158115"/>
                      </a:cubicBezTo>
                      <a:cubicBezTo>
                        <a:pt x="64294" y="158305"/>
                        <a:pt x="65056" y="157829"/>
                        <a:pt x="65532" y="156686"/>
                      </a:cubicBezTo>
                      <a:cubicBezTo>
                        <a:pt x="63627" y="156115"/>
                        <a:pt x="62198" y="156400"/>
                        <a:pt x="61055" y="157639"/>
                      </a:cubicBezTo>
                      <a:cubicBezTo>
                        <a:pt x="60674" y="157639"/>
                        <a:pt x="60388" y="157829"/>
                        <a:pt x="60388" y="158305"/>
                      </a:cubicBezTo>
                      <a:lnTo>
                        <a:pt x="58579" y="160115"/>
                      </a:lnTo>
                      <a:lnTo>
                        <a:pt x="60388" y="160115"/>
                      </a:lnTo>
                      <a:cubicBezTo>
                        <a:pt x="60198" y="159353"/>
                        <a:pt x="60198" y="158687"/>
                        <a:pt x="60388" y="158305"/>
                      </a:cubicBezTo>
                      <a:lnTo>
                        <a:pt x="61055" y="157639"/>
                      </a:lnTo>
                      <a:close/>
                      <a:moveTo>
                        <a:pt x="62294" y="69342"/>
                      </a:moveTo>
                      <a:cubicBezTo>
                        <a:pt x="63055" y="68580"/>
                        <a:pt x="63341" y="67913"/>
                        <a:pt x="63055" y="67246"/>
                      </a:cubicBezTo>
                      <a:lnTo>
                        <a:pt x="63722" y="65627"/>
                      </a:lnTo>
                      <a:cubicBezTo>
                        <a:pt x="63055" y="64865"/>
                        <a:pt x="62294" y="64199"/>
                        <a:pt x="61246" y="63722"/>
                      </a:cubicBezTo>
                      <a:cubicBezTo>
                        <a:pt x="60198" y="63246"/>
                        <a:pt x="59627" y="63055"/>
                        <a:pt x="59246" y="63055"/>
                      </a:cubicBezTo>
                      <a:cubicBezTo>
                        <a:pt x="61722" y="64294"/>
                        <a:pt x="62960" y="65722"/>
                        <a:pt x="62960" y="67246"/>
                      </a:cubicBezTo>
                      <a:lnTo>
                        <a:pt x="62198" y="69342"/>
                      </a:lnTo>
                      <a:close/>
                      <a:moveTo>
                        <a:pt x="78391" y="55817"/>
                      </a:moveTo>
                      <a:lnTo>
                        <a:pt x="78391" y="55054"/>
                      </a:lnTo>
                      <a:cubicBezTo>
                        <a:pt x="77724" y="51054"/>
                        <a:pt x="74962" y="49054"/>
                        <a:pt x="70009" y="49054"/>
                      </a:cubicBezTo>
                      <a:cubicBezTo>
                        <a:pt x="66104" y="49054"/>
                        <a:pt x="62960" y="50101"/>
                        <a:pt x="60484" y="52292"/>
                      </a:cubicBezTo>
                      <a:cubicBezTo>
                        <a:pt x="61246" y="52578"/>
                        <a:pt x="62103" y="54102"/>
                        <a:pt x="62960" y="56864"/>
                      </a:cubicBezTo>
                      <a:cubicBezTo>
                        <a:pt x="63818" y="59626"/>
                        <a:pt x="65342" y="60674"/>
                        <a:pt x="67532" y="60198"/>
                      </a:cubicBezTo>
                      <a:lnTo>
                        <a:pt x="67532" y="59531"/>
                      </a:lnTo>
                      <a:cubicBezTo>
                        <a:pt x="67532" y="59531"/>
                        <a:pt x="68580" y="57341"/>
                        <a:pt x="69152" y="54388"/>
                      </a:cubicBezTo>
                      <a:cubicBezTo>
                        <a:pt x="69628" y="51911"/>
                        <a:pt x="70580" y="50673"/>
                        <a:pt x="72009" y="50673"/>
                      </a:cubicBezTo>
                      <a:cubicBezTo>
                        <a:pt x="72676" y="50673"/>
                        <a:pt x="73343" y="50863"/>
                        <a:pt x="74104" y="51340"/>
                      </a:cubicBezTo>
                      <a:lnTo>
                        <a:pt x="74104" y="53245"/>
                      </a:lnTo>
                      <a:cubicBezTo>
                        <a:pt x="74104" y="53245"/>
                        <a:pt x="74867" y="52959"/>
                        <a:pt x="75247" y="52959"/>
                      </a:cubicBezTo>
                      <a:cubicBezTo>
                        <a:pt x="75533" y="52959"/>
                        <a:pt x="76676" y="53912"/>
                        <a:pt x="78581" y="55817"/>
                      </a:cubicBezTo>
                      <a:close/>
                      <a:moveTo>
                        <a:pt x="63627" y="130397"/>
                      </a:moveTo>
                      <a:cubicBezTo>
                        <a:pt x="62198" y="130397"/>
                        <a:pt x="61341" y="130207"/>
                        <a:pt x="61055" y="129730"/>
                      </a:cubicBezTo>
                      <a:lnTo>
                        <a:pt x="62960" y="132302"/>
                      </a:lnTo>
                      <a:cubicBezTo>
                        <a:pt x="63722" y="131826"/>
                        <a:pt x="64008" y="131159"/>
                        <a:pt x="63627" y="130397"/>
                      </a:cubicBezTo>
                      <a:close/>
                      <a:moveTo>
                        <a:pt x="65532" y="58388"/>
                      </a:moveTo>
                      <a:lnTo>
                        <a:pt x="64865" y="57721"/>
                      </a:lnTo>
                      <a:lnTo>
                        <a:pt x="66770" y="57721"/>
                      </a:lnTo>
                      <a:cubicBezTo>
                        <a:pt x="66770" y="57721"/>
                        <a:pt x="66199" y="58103"/>
                        <a:pt x="65627" y="58388"/>
                      </a:cubicBezTo>
                      <a:close/>
                      <a:moveTo>
                        <a:pt x="66675" y="57721"/>
                      </a:moveTo>
                      <a:cubicBezTo>
                        <a:pt x="66675" y="57721"/>
                        <a:pt x="67246" y="57436"/>
                        <a:pt x="67342" y="57721"/>
                      </a:cubicBezTo>
                      <a:lnTo>
                        <a:pt x="66675" y="57721"/>
                      </a:lnTo>
                      <a:close/>
                      <a:moveTo>
                        <a:pt x="68294" y="172212"/>
                      </a:moveTo>
                      <a:lnTo>
                        <a:pt x="70199" y="170307"/>
                      </a:lnTo>
                      <a:cubicBezTo>
                        <a:pt x="69342" y="169545"/>
                        <a:pt x="68771" y="169164"/>
                        <a:pt x="68294" y="169164"/>
                      </a:cubicBezTo>
                      <a:lnTo>
                        <a:pt x="68294" y="172212"/>
                      </a:lnTo>
                      <a:close/>
                      <a:moveTo>
                        <a:pt x="71057" y="61055"/>
                      </a:moveTo>
                      <a:cubicBezTo>
                        <a:pt x="71342" y="60103"/>
                        <a:pt x="71057" y="59055"/>
                        <a:pt x="70104" y="57817"/>
                      </a:cubicBezTo>
                      <a:lnTo>
                        <a:pt x="70104" y="62198"/>
                      </a:lnTo>
                      <a:lnTo>
                        <a:pt x="71057" y="61055"/>
                      </a:lnTo>
                      <a:close/>
                      <a:moveTo>
                        <a:pt x="74581" y="187166"/>
                      </a:moveTo>
                      <a:lnTo>
                        <a:pt x="73819" y="186500"/>
                      </a:lnTo>
                      <a:lnTo>
                        <a:pt x="75724" y="186500"/>
                      </a:lnTo>
                      <a:cubicBezTo>
                        <a:pt x="74771" y="186976"/>
                        <a:pt x="74390" y="187166"/>
                        <a:pt x="74581" y="187166"/>
                      </a:cubicBezTo>
                      <a:close/>
                      <a:moveTo>
                        <a:pt x="97155" y="167830"/>
                      </a:moveTo>
                      <a:lnTo>
                        <a:pt x="98108" y="166688"/>
                      </a:lnTo>
                      <a:lnTo>
                        <a:pt x="97155" y="164116"/>
                      </a:lnTo>
                      <a:lnTo>
                        <a:pt x="97155" y="167830"/>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 name="Google Shape;1184;p99"/>
                <p:cNvSpPr/>
                <p:nvPr/>
              </p:nvSpPr>
              <p:spPr>
                <a:xfrm>
                  <a:off x="7059072" y="2527077"/>
                  <a:ext cx="138017" cy="188023"/>
                </a:xfrm>
                <a:custGeom>
                  <a:avLst/>
                  <a:gdLst/>
                  <a:ahLst/>
                  <a:cxnLst/>
                  <a:rect l="l" t="t" r="r" b="b"/>
                  <a:pathLst>
                    <a:path w="138017" h="188023" extrusionOk="0">
                      <a:moveTo>
                        <a:pt x="133826" y="667"/>
                      </a:moveTo>
                      <a:cubicBezTo>
                        <a:pt x="133731" y="2191"/>
                        <a:pt x="134398" y="3810"/>
                        <a:pt x="135827" y="5334"/>
                      </a:cubicBezTo>
                      <a:cubicBezTo>
                        <a:pt x="137351" y="6953"/>
                        <a:pt x="138017" y="8001"/>
                        <a:pt x="138017" y="8573"/>
                      </a:cubicBezTo>
                      <a:cubicBezTo>
                        <a:pt x="138017" y="9525"/>
                        <a:pt x="136874" y="10763"/>
                        <a:pt x="134493" y="12287"/>
                      </a:cubicBezTo>
                      <a:cubicBezTo>
                        <a:pt x="134874" y="12954"/>
                        <a:pt x="134970" y="13621"/>
                        <a:pt x="134970" y="14383"/>
                      </a:cubicBezTo>
                      <a:cubicBezTo>
                        <a:pt x="134970" y="16383"/>
                        <a:pt x="133065" y="19241"/>
                        <a:pt x="129350" y="23050"/>
                      </a:cubicBezTo>
                      <a:lnTo>
                        <a:pt x="131255" y="24955"/>
                      </a:lnTo>
                      <a:cubicBezTo>
                        <a:pt x="125635" y="31337"/>
                        <a:pt x="122873" y="36386"/>
                        <a:pt x="122873" y="40100"/>
                      </a:cubicBezTo>
                      <a:cubicBezTo>
                        <a:pt x="121444" y="42386"/>
                        <a:pt x="119349" y="43434"/>
                        <a:pt x="116586" y="43148"/>
                      </a:cubicBezTo>
                      <a:cubicBezTo>
                        <a:pt x="116777" y="43815"/>
                        <a:pt x="116872" y="41148"/>
                        <a:pt x="116872" y="35242"/>
                      </a:cubicBezTo>
                      <a:cubicBezTo>
                        <a:pt x="116872" y="32575"/>
                        <a:pt x="115634" y="31242"/>
                        <a:pt x="113157" y="31052"/>
                      </a:cubicBezTo>
                      <a:lnTo>
                        <a:pt x="113157" y="38481"/>
                      </a:lnTo>
                      <a:cubicBezTo>
                        <a:pt x="113157" y="38481"/>
                        <a:pt x="112109" y="38671"/>
                        <a:pt x="111347" y="39433"/>
                      </a:cubicBezTo>
                      <a:cubicBezTo>
                        <a:pt x="111347" y="40386"/>
                        <a:pt x="111443" y="40862"/>
                        <a:pt x="111823" y="40862"/>
                      </a:cubicBezTo>
                      <a:cubicBezTo>
                        <a:pt x="111919" y="40862"/>
                        <a:pt x="112300" y="40767"/>
                        <a:pt x="112586" y="40577"/>
                      </a:cubicBezTo>
                      <a:cubicBezTo>
                        <a:pt x="112966" y="40386"/>
                        <a:pt x="113252" y="40291"/>
                        <a:pt x="113443" y="40291"/>
                      </a:cubicBezTo>
                      <a:cubicBezTo>
                        <a:pt x="113729" y="40291"/>
                        <a:pt x="114015" y="40577"/>
                        <a:pt x="114110" y="41243"/>
                      </a:cubicBezTo>
                      <a:lnTo>
                        <a:pt x="108776" y="43815"/>
                      </a:lnTo>
                      <a:lnTo>
                        <a:pt x="106871" y="41243"/>
                      </a:lnTo>
                      <a:lnTo>
                        <a:pt x="104299" y="44482"/>
                      </a:lnTo>
                      <a:cubicBezTo>
                        <a:pt x="104299" y="44482"/>
                        <a:pt x="104490" y="44005"/>
                        <a:pt x="104490" y="43815"/>
                      </a:cubicBezTo>
                      <a:cubicBezTo>
                        <a:pt x="104490" y="43148"/>
                        <a:pt x="104108" y="42767"/>
                        <a:pt x="103347" y="42577"/>
                      </a:cubicBezTo>
                      <a:cubicBezTo>
                        <a:pt x="102584" y="42386"/>
                        <a:pt x="102204" y="42196"/>
                        <a:pt x="102394" y="42005"/>
                      </a:cubicBezTo>
                      <a:cubicBezTo>
                        <a:pt x="104680" y="41053"/>
                        <a:pt x="106395" y="39910"/>
                        <a:pt x="107442" y="38481"/>
                      </a:cubicBezTo>
                      <a:cubicBezTo>
                        <a:pt x="107156" y="37529"/>
                        <a:pt x="106585" y="37243"/>
                        <a:pt x="105633" y="37529"/>
                      </a:cubicBezTo>
                      <a:lnTo>
                        <a:pt x="104299" y="39338"/>
                      </a:lnTo>
                      <a:cubicBezTo>
                        <a:pt x="103537" y="38862"/>
                        <a:pt x="103156" y="38291"/>
                        <a:pt x="103156" y="37529"/>
                      </a:cubicBezTo>
                      <a:cubicBezTo>
                        <a:pt x="104204" y="37052"/>
                        <a:pt x="104775" y="36386"/>
                        <a:pt x="104775" y="35624"/>
                      </a:cubicBezTo>
                      <a:cubicBezTo>
                        <a:pt x="104775" y="35147"/>
                        <a:pt x="104394" y="34290"/>
                        <a:pt x="103537" y="33052"/>
                      </a:cubicBezTo>
                      <a:cubicBezTo>
                        <a:pt x="102680" y="31813"/>
                        <a:pt x="102298" y="30861"/>
                        <a:pt x="102489" y="30194"/>
                      </a:cubicBezTo>
                      <a:cubicBezTo>
                        <a:pt x="101822" y="30099"/>
                        <a:pt x="101251" y="30194"/>
                        <a:pt x="100870" y="30671"/>
                      </a:cubicBezTo>
                      <a:cubicBezTo>
                        <a:pt x="100394" y="31147"/>
                        <a:pt x="100013" y="31623"/>
                        <a:pt x="99632" y="32099"/>
                      </a:cubicBezTo>
                      <a:cubicBezTo>
                        <a:pt x="99346" y="32957"/>
                        <a:pt x="99917" y="33909"/>
                        <a:pt x="101251" y="35338"/>
                      </a:cubicBezTo>
                      <a:lnTo>
                        <a:pt x="100584" y="35338"/>
                      </a:lnTo>
                      <a:cubicBezTo>
                        <a:pt x="100394" y="35814"/>
                        <a:pt x="100394" y="37624"/>
                        <a:pt x="100394" y="40767"/>
                      </a:cubicBezTo>
                      <a:cubicBezTo>
                        <a:pt x="100584" y="43053"/>
                        <a:pt x="100013" y="44672"/>
                        <a:pt x="98774" y="45625"/>
                      </a:cubicBezTo>
                      <a:cubicBezTo>
                        <a:pt x="99346" y="45625"/>
                        <a:pt x="100203" y="46196"/>
                        <a:pt x="101251" y="47244"/>
                      </a:cubicBezTo>
                      <a:cubicBezTo>
                        <a:pt x="102394" y="48292"/>
                        <a:pt x="103347" y="48673"/>
                        <a:pt x="104299" y="48196"/>
                      </a:cubicBezTo>
                      <a:lnTo>
                        <a:pt x="105633" y="46292"/>
                      </a:lnTo>
                      <a:cubicBezTo>
                        <a:pt x="105061" y="47054"/>
                        <a:pt x="104966" y="47816"/>
                        <a:pt x="105442" y="48578"/>
                      </a:cubicBezTo>
                      <a:cubicBezTo>
                        <a:pt x="105918" y="49340"/>
                        <a:pt x="106395" y="50006"/>
                        <a:pt x="106871" y="50673"/>
                      </a:cubicBezTo>
                      <a:cubicBezTo>
                        <a:pt x="107823" y="50863"/>
                        <a:pt x="108490" y="50197"/>
                        <a:pt x="108966" y="48768"/>
                      </a:cubicBezTo>
                      <a:cubicBezTo>
                        <a:pt x="109347" y="47434"/>
                        <a:pt x="110204" y="46863"/>
                        <a:pt x="111347" y="47434"/>
                      </a:cubicBezTo>
                      <a:cubicBezTo>
                        <a:pt x="111443" y="48006"/>
                        <a:pt x="112205" y="48292"/>
                        <a:pt x="113443" y="48292"/>
                      </a:cubicBezTo>
                      <a:cubicBezTo>
                        <a:pt x="113919" y="48292"/>
                        <a:pt x="114491" y="48292"/>
                        <a:pt x="115253" y="48101"/>
                      </a:cubicBezTo>
                      <a:lnTo>
                        <a:pt x="117157" y="48101"/>
                      </a:lnTo>
                      <a:cubicBezTo>
                        <a:pt x="118682" y="48101"/>
                        <a:pt x="119539" y="48482"/>
                        <a:pt x="119539" y="49244"/>
                      </a:cubicBezTo>
                      <a:cubicBezTo>
                        <a:pt x="119539" y="49911"/>
                        <a:pt x="119253" y="50673"/>
                        <a:pt x="118586" y="51816"/>
                      </a:cubicBezTo>
                      <a:lnTo>
                        <a:pt x="116014" y="48768"/>
                      </a:lnTo>
                      <a:cubicBezTo>
                        <a:pt x="116586" y="49721"/>
                        <a:pt x="116967" y="50768"/>
                        <a:pt x="116967" y="52007"/>
                      </a:cubicBezTo>
                      <a:cubicBezTo>
                        <a:pt x="116967" y="54864"/>
                        <a:pt x="115062" y="58198"/>
                        <a:pt x="111347" y="62294"/>
                      </a:cubicBezTo>
                      <a:lnTo>
                        <a:pt x="108776" y="61532"/>
                      </a:lnTo>
                      <a:cubicBezTo>
                        <a:pt x="108585" y="62198"/>
                        <a:pt x="108299" y="63437"/>
                        <a:pt x="107728" y="65246"/>
                      </a:cubicBezTo>
                      <a:cubicBezTo>
                        <a:pt x="107156" y="67151"/>
                        <a:pt x="106871" y="68485"/>
                        <a:pt x="106871" y="69437"/>
                      </a:cubicBezTo>
                      <a:cubicBezTo>
                        <a:pt x="106871" y="70485"/>
                        <a:pt x="107156" y="71533"/>
                        <a:pt x="107538" y="72485"/>
                      </a:cubicBezTo>
                      <a:cubicBezTo>
                        <a:pt x="106871" y="72485"/>
                        <a:pt x="106109" y="71819"/>
                        <a:pt x="104966" y="70580"/>
                      </a:cubicBezTo>
                      <a:cubicBezTo>
                        <a:pt x="103823" y="69342"/>
                        <a:pt x="103061" y="68771"/>
                        <a:pt x="102394" y="68771"/>
                      </a:cubicBezTo>
                      <a:cubicBezTo>
                        <a:pt x="101727" y="68771"/>
                        <a:pt x="101155" y="69342"/>
                        <a:pt x="100489" y="70580"/>
                      </a:cubicBezTo>
                      <a:cubicBezTo>
                        <a:pt x="101155" y="72009"/>
                        <a:pt x="101441" y="73438"/>
                        <a:pt x="101441" y="75057"/>
                      </a:cubicBezTo>
                      <a:cubicBezTo>
                        <a:pt x="101441" y="76771"/>
                        <a:pt x="100870" y="79343"/>
                        <a:pt x="99822" y="82772"/>
                      </a:cubicBezTo>
                      <a:cubicBezTo>
                        <a:pt x="98679" y="86201"/>
                        <a:pt x="98393" y="88773"/>
                        <a:pt x="98679" y="90488"/>
                      </a:cubicBezTo>
                      <a:cubicBezTo>
                        <a:pt x="98013" y="90011"/>
                        <a:pt x="97441" y="89821"/>
                        <a:pt x="96870" y="89821"/>
                      </a:cubicBezTo>
                      <a:cubicBezTo>
                        <a:pt x="96012" y="89821"/>
                        <a:pt x="94965" y="90107"/>
                        <a:pt x="93631" y="90773"/>
                      </a:cubicBezTo>
                      <a:cubicBezTo>
                        <a:pt x="92202" y="91345"/>
                        <a:pt x="91154" y="91726"/>
                        <a:pt x="90392" y="91726"/>
                      </a:cubicBezTo>
                      <a:cubicBezTo>
                        <a:pt x="89916" y="91726"/>
                        <a:pt x="89440" y="91535"/>
                        <a:pt x="88964" y="91250"/>
                      </a:cubicBezTo>
                      <a:cubicBezTo>
                        <a:pt x="88964" y="92012"/>
                        <a:pt x="89726" y="93536"/>
                        <a:pt x="91345" y="95821"/>
                      </a:cubicBezTo>
                      <a:cubicBezTo>
                        <a:pt x="92964" y="98108"/>
                        <a:pt x="93822" y="99822"/>
                        <a:pt x="93822" y="101060"/>
                      </a:cubicBezTo>
                      <a:cubicBezTo>
                        <a:pt x="93822" y="102108"/>
                        <a:pt x="93440" y="103156"/>
                        <a:pt x="92583" y="104108"/>
                      </a:cubicBezTo>
                      <a:lnTo>
                        <a:pt x="88868" y="107633"/>
                      </a:lnTo>
                      <a:cubicBezTo>
                        <a:pt x="89631" y="118682"/>
                        <a:pt x="90011" y="130874"/>
                        <a:pt x="90011" y="144209"/>
                      </a:cubicBezTo>
                      <a:cubicBezTo>
                        <a:pt x="90011" y="157544"/>
                        <a:pt x="89631" y="170212"/>
                        <a:pt x="88868" y="182213"/>
                      </a:cubicBezTo>
                      <a:cubicBezTo>
                        <a:pt x="85440" y="186119"/>
                        <a:pt x="80296" y="188024"/>
                        <a:pt x="73438" y="188024"/>
                      </a:cubicBezTo>
                      <a:cubicBezTo>
                        <a:pt x="71342" y="188024"/>
                        <a:pt x="68009" y="187833"/>
                        <a:pt x="63722" y="187357"/>
                      </a:cubicBezTo>
                      <a:cubicBezTo>
                        <a:pt x="59436" y="186880"/>
                        <a:pt x="56388" y="186690"/>
                        <a:pt x="54483" y="186690"/>
                      </a:cubicBezTo>
                      <a:cubicBezTo>
                        <a:pt x="51626" y="185642"/>
                        <a:pt x="50006" y="183261"/>
                        <a:pt x="49339" y="179642"/>
                      </a:cubicBezTo>
                      <a:cubicBezTo>
                        <a:pt x="48863" y="176689"/>
                        <a:pt x="48483" y="173641"/>
                        <a:pt x="48101" y="170593"/>
                      </a:cubicBezTo>
                      <a:cubicBezTo>
                        <a:pt x="49054" y="167830"/>
                        <a:pt x="49339" y="163354"/>
                        <a:pt x="48959" y="157163"/>
                      </a:cubicBezTo>
                      <a:cubicBezTo>
                        <a:pt x="48578" y="150971"/>
                        <a:pt x="48959" y="146399"/>
                        <a:pt x="50006" y="143542"/>
                      </a:cubicBezTo>
                      <a:cubicBezTo>
                        <a:pt x="50864" y="144780"/>
                        <a:pt x="51911" y="145447"/>
                        <a:pt x="53054" y="145447"/>
                      </a:cubicBezTo>
                      <a:cubicBezTo>
                        <a:pt x="53340" y="145447"/>
                        <a:pt x="54388" y="144971"/>
                        <a:pt x="56293" y="144018"/>
                      </a:cubicBezTo>
                      <a:cubicBezTo>
                        <a:pt x="57531" y="143351"/>
                        <a:pt x="58674" y="143637"/>
                        <a:pt x="59722" y="144685"/>
                      </a:cubicBezTo>
                      <a:lnTo>
                        <a:pt x="56960" y="141637"/>
                      </a:lnTo>
                      <a:lnTo>
                        <a:pt x="59055" y="140208"/>
                      </a:lnTo>
                      <a:lnTo>
                        <a:pt x="56293" y="137160"/>
                      </a:lnTo>
                      <a:lnTo>
                        <a:pt x="59055" y="138303"/>
                      </a:lnTo>
                      <a:lnTo>
                        <a:pt x="59055" y="133636"/>
                      </a:lnTo>
                      <a:lnTo>
                        <a:pt x="53721" y="133636"/>
                      </a:lnTo>
                      <a:cubicBezTo>
                        <a:pt x="55722" y="132398"/>
                        <a:pt x="56960" y="131731"/>
                        <a:pt x="57436" y="131731"/>
                      </a:cubicBezTo>
                      <a:cubicBezTo>
                        <a:pt x="58674" y="131731"/>
                        <a:pt x="59817" y="132683"/>
                        <a:pt x="60960" y="134493"/>
                      </a:cubicBezTo>
                      <a:cubicBezTo>
                        <a:pt x="61341" y="134398"/>
                        <a:pt x="61627" y="133921"/>
                        <a:pt x="61627" y="133159"/>
                      </a:cubicBezTo>
                      <a:cubicBezTo>
                        <a:pt x="61436" y="132112"/>
                        <a:pt x="61436" y="131350"/>
                        <a:pt x="61627" y="131064"/>
                      </a:cubicBezTo>
                      <a:lnTo>
                        <a:pt x="66104" y="131731"/>
                      </a:lnTo>
                      <a:cubicBezTo>
                        <a:pt x="66390" y="129540"/>
                        <a:pt x="66485" y="128397"/>
                        <a:pt x="66294" y="128207"/>
                      </a:cubicBezTo>
                      <a:cubicBezTo>
                        <a:pt x="66104" y="128016"/>
                        <a:pt x="66675" y="127730"/>
                        <a:pt x="67913" y="127254"/>
                      </a:cubicBezTo>
                      <a:cubicBezTo>
                        <a:pt x="65437" y="123539"/>
                        <a:pt x="62199" y="122777"/>
                        <a:pt x="58198" y="124873"/>
                      </a:cubicBezTo>
                      <a:cubicBezTo>
                        <a:pt x="54293" y="127063"/>
                        <a:pt x="51149" y="126587"/>
                        <a:pt x="48768" y="123444"/>
                      </a:cubicBezTo>
                      <a:cubicBezTo>
                        <a:pt x="48768" y="115538"/>
                        <a:pt x="49149" y="109823"/>
                        <a:pt x="49911" y="106394"/>
                      </a:cubicBezTo>
                      <a:cubicBezTo>
                        <a:pt x="46197" y="106585"/>
                        <a:pt x="44101" y="103727"/>
                        <a:pt x="43815" y="98108"/>
                      </a:cubicBezTo>
                      <a:cubicBezTo>
                        <a:pt x="43434" y="92392"/>
                        <a:pt x="41624" y="89154"/>
                        <a:pt x="38195" y="88487"/>
                      </a:cubicBezTo>
                      <a:cubicBezTo>
                        <a:pt x="31052" y="72295"/>
                        <a:pt x="19908" y="48482"/>
                        <a:pt x="4858" y="17145"/>
                      </a:cubicBezTo>
                      <a:cubicBezTo>
                        <a:pt x="4763" y="16669"/>
                        <a:pt x="4953" y="16288"/>
                        <a:pt x="5620" y="15716"/>
                      </a:cubicBezTo>
                      <a:cubicBezTo>
                        <a:pt x="6287" y="15240"/>
                        <a:pt x="6668" y="14859"/>
                        <a:pt x="6763" y="14573"/>
                      </a:cubicBezTo>
                      <a:cubicBezTo>
                        <a:pt x="5334" y="13525"/>
                        <a:pt x="3906" y="12287"/>
                        <a:pt x="2286" y="10954"/>
                      </a:cubicBezTo>
                      <a:cubicBezTo>
                        <a:pt x="762" y="9620"/>
                        <a:pt x="0" y="8192"/>
                        <a:pt x="0" y="6572"/>
                      </a:cubicBezTo>
                      <a:cubicBezTo>
                        <a:pt x="0" y="5715"/>
                        <a:pt x="381" y="4667"/>
                        <a:pt x="1143" y="3524"/>
                      </a:cubicBezTo>
                      <a:cubicBezTo>
                        <a:pt x="4953" y="1143"/>
                        <a:pt x="10096" y="0"/>
                        <a:pt x="16479" y="0"/>
                      </a:cubicBezTo>
                      <a:cubicBezTo>
                        <a:pt x="18669" y="0"/>
                        <a:pt x="21813" y="191"/>
                        <a:pt x="25813" y="476"/>
                      </a:cubicBezTo>
                      <a:cubicBezTo>
                        <a:pt x="29813" y="762"/>
                        <a:pt x="32671" y="953"/>
                        <a:pt x="34385" y="953"/>
                      </a:cubicBezTo>
                      <a:lnTo>
                        <a:pt x="36957" y="953"/>
                      </a:lnTo>
                      <a:cubicBezTo>
                        <a:pt x="40386" y="3143"/>
                        <a:pt x="43149" y="7049"/>
                        <a:pt x="45244" y="12573"/>
                      </a:cubicBezTo>
                      <a:cubicBezTo>
                        <a:pt x="47340" y="18193"/>
                        <a:pt x="49721" y="21812"/>
                        <a:pt x="52388" y="23527"/>
                      </a:cubicBezTo>
                      <a:cubicBezTo>
                        <a:pt x="51911" y="26956"/>
                        <a:pt x="52769" y="30766"/>
                        <a:pt x="54959" y="34957"/>
                      </a:cubicBezTo>
                      <a:cubicBezTo>
                        <a:pt x="56579" y="37909"/>
                        <a:pt x="58103" y="40958"/>
                        <a:pt x="59627" y="44005"/>
                      </a:cubicBezTo>
                      <a:cubicBezTo>
                        <a:pt x="58864" y="47625"/>
                        <a:pt x="59627" y="49530"/>
                        <a:pt x="62199" y="49625"/>
                      </a:cubicBezTo>
                      <a:cubicBezTo>
                        <a:pt x="61913" y="51054"/>
                        <a:pt x="62770" y="52769"/>
                        <a:pt x="64865" y="54769"/>
                      </a:cubicBezTo>
                      <a:cubicBezTo>
                        <a:pt x="66961" y="56769"/>
                        <a:pt x="68104" y="58388"/>
                        <a:pt x="68485" y="59436"/>
                      </a:cubicBezTo>
                      <a:cubicBezTo>
                        <a:pt x="75629" y="53245"/>
                        <a:pt x="80582" y="44005"/>
                        <a:pt x="83154" y="31718"/>
                      </a:cubicBezTo>
                      <a:cubicBezTo>
                        <a:pt x="88582" y="23336"/>
                        <a:pt x="92012" y="15812"/>
                        <a:pt x="93631" y="9144"/>
                      </a:cubicBezTo>
                      <a:cubicBezTo>
                        <a:pt x="97250" y="3048"/>
                        <a:pt x="104299" y="95"/>
                        <a:pt x="114871" y="95"/>
                      </a:cubicBezTo>
                      <a:cubicBezTo>
                        <a:pt x="128683" y="95"/>
                        <a:pt x="134970" y="95"/>
                        <a:pt x="133445" y="286"/>
                      </a:cubicBezTo>
                      <a:close/>
                      <a:moveTo>
                        <a:pt x="53912" y="133826"/>
                      </a:moveTo>
                      <a:cubicBezTo>
                        <a:pt x="52197" y="135350"/>
                        <a:pt x="50578" y="135350"/>
                        <a:pt x="48959" y="133826"/>
                      </a:cubicBezTo>
                      <a:lnTo>
                        <a:pt x="53912" y="133826"/>
                      </a:lnTo>
                      <a:close/>
                      <a:moveTo>
                        <a:pt x="61817" y="137350"/>
                      </a:moveTo>
                      <a:lnTo>
                        <a:pt x="66961" y="137350"/>
                      </a:lnTo>
                      <a:lnTo>
                        <a:pt x="61817" y="136684"/>
                      </a:lnTo>
                      <a:lnTo>
                        <a:pt x="61817" y="137350"/>
                      </a:lnTo>
                      <a:close/>
                      <a:moveTo>
                        <a:pt x="68104" y="130112"/>
                      </a:moveTo>
                      <a:lnTo>
                        <a:pt x="70676" y="129350"/>
                      </a:lnTo>
                      <a:lnTo>
                        <a:pt x="68104" y="129350"/>
                      </a:lnTo>
                      <a:lnTo>
                        <a:pt x="68104" y="130112"/>
                      </a:lnTo>
                      <a:close/>
                      <a:moveTo>
                        <a:pt x="75343" y="115919"/>
                      </a:moveTo>
                      <a:cubicBezTo>
                        <a:pt x="76200" y="115253"/>
                        <a:pt x="76391" y="114205"/>
                        <a:pt x="76105" y="112871"/>
                      </a:cubicBezTo>
                      <a:cubicBezTo>
                        <a:pt x="75819" y="111633"/>
                        <a:pt x="75343" y="110776"/>
                        <a:pt x="74772" y="110300"/>
                      </a:cubicBezTo>
                      <a:lnTo>
                        <a:pt x="74772" y="116586"/>
                      </a:lnTo>
                      <a:lnTo>
                        <a:pt x="75438" y="115919"/>
                      </a:lnTo>
                      <a:close/>
                      <a:moveTo>
                        <a:pt x="103156" y="48958"/>
                      </a:moveTo>
                      <a:lnTo>
                        <a:pt x="102489" y="50863"/>
                      </a:lnTo>
                      <a:cubicBezTo>
                        <a:pt x="103537" y="52388"/>
                        <a:pt x="104394" y="53054"/>
                        <a:pt x="105061" y="52673"/>
                      </a:cubicBezTo>
                      <a:cubicBezTo>
                        <a:pt x="104966" y="51721"/>
                        <a:pt x="104299" y="50483"/>
                        <a:pt x="103251" y="48958"/>
                      </a:cubicBezTo>
                      <a:close/>
                      <a:moveTo>
                        <a:pt x="106871" y="34004"/>
                      </a:moveTo>
                      <a:lnTo>
                        <a:pt x="108776" y="34004"/>
                      </a:lnTo>
                      <a:cubicBezTo>
                        <a:pt x="107823" y="33147"/>
                        <a:pt x="107252" y="32766"/>
                        <a:pt x="106871" y="32861"/>
                      </a:cubicBezTo>
                      <a:cubicBezTo>
                        <a:pt x="106109" y="33814"/>
                        <a:pt x="105728" y="34671"/>
                        <a:pt x="105728" y="35433"/>
                      </a:cubicBezTo>
                      <a:lnTo>
                        <a:pt x="106013" y="35909"/>
                      </a:lnTo>
                      <a:cubicBezTo>
                        <a:pt x="106013" y="35909"/>
                        <a:pt x="106680" y="35147"/>
                        <a:pt x="106966" y="34004"/>
                      </a:cubicBezTo>
                      <a:close/>
                      <a:moveTo>
                        <a:pt x="109442" y="52007"/>
                      </a:moveTo>
                      <a:cubicBezTo>
                        <a:pt x="107918" y="52197"/>
                        <a:pt x="107252" y="52769"/>
                        <a:pt x="107347" y="53912"/>
                      </a:cubicBezTo>
                      <a:cubicBezTo>
                        <a:pt x="107538" y="55626"/>
                        <a:pt x="107538" y="56579"/>
                        <a:pt x="107538" y="56674"/>
                      </a:cubicBezTo>
                      <a:cubicBezTo>
                        <a:pt x="109347" y="55626"/>
                        <a:pt x="110014" y="54102"/>
                        <a:pt x="109347" y="52007"/>
                      </a:cubicBezTo>
                      <a:close/>
                      <a:moveTo>
                        <a:pt x="107632" y="60674"/>
                      </a:moveTo>
                      <a:lnTo>
                        <a:pt x="109442" y="58103"/>
                      </a:lnTo>
                      <a:lnTo>
                        <a:pt x="107632" y="58103"/>
                      </a:lnTo>
                      <a:lnTo>
                        <a:pt x="107632" y="60674"/>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 name="Google Shape;1185;p99"/>
                <p:cNvSpPr/>
                <p:nvPr/>
              </p:nvSpPr>
              <p:spPr>
                <a:xfrm>
                  <a:off x="7163657" y="2526220"/>
                  <a:ext cx="174402" cy="188023"/>
                </a:xfrm>
                <a:custGeom>
                  <a:avLst/>
                  <a:gdLst/>
                  <a:ahLst/>
                  <a:cxnLst/>
                  <a:rect l="l" t="t" r="r" b="b"/>
                  <a:pathLst>
                    <a:path w="174402" h="188023" extrusionOk="0">
                      <a:moveTo>
                        <a:pt x="2667" y="130397"/>
                      </a:moveTo>
                      <a:cubicBezTo>
                        <a:pt x="2476" y="131921"/>
                        <a:pt x="2667" y="132779"/>
                        <a:pt x="3334" y="132779"/>
                      </a:cubicBezTo>
                      <a:cubicBezTo>
                        <a:pt x="3524" y="132779"/>
                        <a:pt x="3810" y="132779"/>
                        <a:pt x="4286" y="132588"/>
                      </a:cubicBezTo>
                      <a:cubicBezTo>
                        <a:pt x="4667" y="132397"/>
                        <a:pt x="5143" y="132397"/>
                        <a:pt x="5429" y="132397"/>
                      </a:cubicBezTo>
                      <a:cubicBezTo>
                        <a:pt x="5905" y="132397"/>
                        <a:pt x="6191" y="132683"/>
                        <a:pt x="6382" y="133350"/>
                      </a:cubicBezTo>
                      <a:cubicBezTo>
                        <a:pt x="2667" y="133350"/>
                        <a:pt x="571" y="133064"/>
                        <a:pt x="0" y="132397"/>
                      </a:cubicBezTo>
                      <a:lnTo>
                        <a:pt x="2571" y="130492"/>
                      </a:lnTo>
                      <a:close/>
                      <a:moveTo>
                        <a:pt x="6382" y="154210"/>
                      </a:moveTo>
                      <a:cubicBezTo>
                        <a:pt x="6667" y="153448"/>
                        <a:pt x="7239" y="152971"/>
                        <a:pt x="8191" y="152971"/>
                      </a:cubicBezTo>
                      <a:lnTo>
                        <a:pt x="10763" y="152971"/>
                      </a:lnTo>
                      <a:cubicBezTo>
                        <a:pt x="10668" y="153734"/>
                        <a:pt x="10001" y="154210"/>
                        <a:pt x="8954" y="154210"/>
                      </a:cubicBezTo>
                      <a:lnTo>
                        <a:pt x="6382" y="154210"/>
                      </a:lnTo>
                      <a:close/>
                      <a:moveTo>
                        <a:pt x="14288" y="166497"/>
                      </a:moveTo>
                      <a:lnTo>
                        <a:pt x="14288" y="163925"/>
                      </a:lnTo>
                      <a:lnTo>
                        <a:pt x="16192" y="163925"/>
                      </a:lnTo>
                      <a:lnTo>
                        <a:pt x="14288" y="166497"/>
                      </a:lnTo>
                      <a:close/>
                      <a:moveTo>
                        <a:pt x="24289" y="151067"/>
                      </a:moveTo>
                      <a:cubicBezTo>
                        <a:pt x="25146" y="150781"/>
                        <a:pt x="26194" y="151352"/>
                        <a:pt x="27813" y="152971"/>
                      </a:cubicBezTo>
                      <a:lnTo>
                        <a:pt x="27146" y="154210"/>
                      </a:lnTo>
                      <a:lnTo>
                        <a:pt x="24289" y="151162"/>
                      </a:lnTo>
                      <a:close/>
                      <a:moveTo>
                        <a:pt x="27813" y="166497"/>
                      </a:moveTo>
                      <a:cubicBezTo>
                        <a:pt x="27813" y="166497"/>
                        <a:pt x="28765" y="165830"/>
                        <a:pt x="29337" y="165068"/>
                      </a:cubicBezTo>
                      <a:cubicBezTo>
                        <a:pt x="29908" y="164306"/>
                        <a:pt x="30385" y="163925"/>
                        <a:pt x="30861" y="163925"/>
                      </a:cubicBezTo>
                      <a:cubicBezTo>
                        <a:pt x="30861" y="164592"/>
                        <a:pt x="30480" y="165354"/>
                        <a:pt x="29718" y="166497"/>
                      </a:cubicBezTo>
                      <a:lnTo>
                        <a:pt x="27908" y="166497"/>
                      </a:lnTo>
                      <a:close/>
                      <a:moveTo>
                        <a:pt x="32194" y="145733"/>
                      </a:moveTo>
                      <a:lnTo>
                        <a:pt x="31528" y="147542"/>
                      </a:lnTo>
                      <a:lnTo>
                        <a:pt x="28956" y="147542"/>
                      </a:lnTo>
                      <a:cubicBezTo>
                        <a:pt x="29623" y="145733"/>
                        <a:pt x="30194" y="144780"/>
                        <a:pt x="30766" y="144780"/>
                      </a:cubicBezTo>
                      <a:cubicBezTo>
                        <a:pt x="31242" y="144780"/>
                        <a:pt x="31718" y="145066"/>
                        <a:pt x="32194" y="145733"/>
                      </a:cubicBezTo>
                      <a:close/>
                      <a:moveTo>
                        <a:pt x="35909" y="129635"/>
                      </a:moveTo>
                      <a:lnTo>
                        <a:pt x="35909" y="131540"/>
                      </a:lnTo>
                      <a:lnTo>
                        <a:pt x="32194" y="128492"/>
                      </a:lnTo>
                      <a:cubicBezTo>
                        <a:pt x="33147" y="128206"/>
                        <a:pt x="34385" y="128588"/>
                        <a:pt x="35909" y="129635"/>
                      </a:cubicBezTo>
                      <a:close/>
                      <a:moveTo>
                        <a:pt x="32194" y="156686"/>
                      </a:moveTo>
                      <a:cubicBezTo>
                        <a:pt x="33432" y="156686"/>
                        <a:pt x="34099" y="157543"/>
                        <a:pt x="34099" y="159258"/>
                      </a:cubicBezTo>
                      <a:lnTo>
                        <a:pt x="32194" y="159258"/>
                      </a:lnTo>
                      <a:lnTo>
                        <a:pt x="32194" y="156686"/>
                      </a:lnTo>
                      <a:close/>
                      <a:moveTo>
                        <a:pt x="36576" y="176498"/>
                      </a:moveTo>
                      <a:lnTo>
                        <a:pt x="35909" y="175546"/>
                      </a:lnTo>
                      <a:lnTo>
                        <a:pt x="39624" y="173450"/>
                      </a:lnTo>
                      <a:lnTo>
                        <a:pt x="36576" y="176498"/>
                      </a:lnTo>
                      <a:close/>
                      <a:moveTo>
                        <a:pt x="173641" y="139446"/>
                      </a:moveTo>
                      <a:lnTo>
                        <a:pt x="165449" y="140589"/>
                      </a:lnTo>
                      <a:cubicBezTo>
                        <a:pt x="165449" y="140589"/>
                        <a:pt x="165259" y="141160"/>
                        <a:pt x="165259" y="141351"/>
                      </a:cubicBezTo>
                      <a:cubicBezTo>
                        <a:pt x="165259" y="141827"/>
                        <a:pt x="165925" y="142399"/>
                        <a:pt x="167259" y="143161"/>
                      </a:cubicBezTo>
                      <a:cubicBezTo>
                        <a:pt x="168592" y="143923"/>
                        <a:pt x="169259" y="144780"/>
                        <a:pt x="169259" y="145733"/>
                      </a:cubicBezTo>
                      <a:lnTo>
                        <a:pt x="171164" y="145733"/>
                      </a:lnTo>
                      <a:cubicBezTo>
                        <a:pt x="170212" y="150590"/>
                        <a:pt x="169354" y="155353"/>
                        <a:pt x="168592" y="160210"/>
                      </a:cubicBezTo>
                      <a:cubicBezTo>
                        <a:pt x="167354" y="165354"/>
                        <a:pt x="164306" y="168688"/>
                        <a:pt x="159544" y="170212"/>
                      </a:cubicBezTo>
                      <a:cubicBezTo>
                        <a:pt x="158782" y="167450"/>
                        <a:pt x="156876" y="166592"/>
                        <a:pt x="153924" y="167640"/>
                      </a:cubicBezTo>
                      <a:lnTo>
                        <a:pt x="153066" y="168307"/>
                      </a:lnTo>
                      <a:lnTo>
                        <a:pt x="156591" y="172117"/>
                      </a:lnTo>
                      <a:cubicBezTo>
                        <a:pt x="155162" y="171831"/>
                        <a:pt x="153638" y="170879"/>
                        <a:pt x="151923" y="169354"/>
                      </a:cubicBezTo>
                      <a:cubicBezTo>
                        <a:pt x="150209" y="167926"/>
                        <a:pt x="148875" y="167164"/>
                        <a:pt x="147923" y="167164"/>
                      </a:cubicBezTo>
                      <a:cubicBezTo>
                        <a:pt x="146780" y="167164"/>
                        <a:pt x="145637" y="167830"/>
                        <a:pt x="144208" y="169069"/>
                      </a:cubicBezTo>
                      <a:lnTo>
                        <a:pt x="147447" y="169069"/>
                      </a:lnTo>
                      <a:lnTo>
                        <a:pt x="146780" y="170212"/>
                      </a:lnTo>
                      <a:cubicBezTo>
                        <a:pt x="148590" y="170879"/>
                        <a:pt x="151066" y="172307"/>
                        <a:pt x="154019" y="174593"/>
                      </a:cubicBezTo>
                      <a:lnTo>
                        <a:pt x="147542" y="177355"/>
                      </a:lnTo>
                      <a:lnTo>
                        <a:pt x="148685" y="178117"/>
                      </a:lnTo>
                      <a:cubicBezTo>
                        <a:pt x="148685" y="178117"/>
                        <a:pt x="145922" y="179356"/>
                        <a:pt x="141255" y="181356"/>
                      </a:cubicBezTo>
                      <a:cubicBezTo>
                        <a:pt x="138779" y="182309"/>
                        <a:pt x="136397" y="182785"/>
                        <a:pt x="134302" y="182785"/>
                      </a:cubicBezTo>
                      <a:cubicBezTo>
                        <a:pt x="133159" y="182785"/>
                        <a:pt x="132016" y="182785"/>
                        <a:pt x="130778" y="182594"/>
                      </a:cubicBezTo>
                      <a:cubicBezTo>
                        <a:pt x="130016" y="184690"/>
                        <a:pt x="129730" y="186118"/>
                        <a:pt x="130111" y="186880"/>
                      </a:cubicBezTo>
                      <a:lnTo>
                        <a:pt x="94679" y="188024"/>
                      </a:lnTo>
                      <a:cubicBezTo>
                        <a:pt x="91821" y="185356"/>
                        <a:pt x="87439" y="183166"/>
                        <a:pt x="81343" y="181356"/>
                      </a:cubicBezTo>
                      <a:cubicBezTo>
                        <a:pt x="74676" y="179356"/>
                        <a:pt x="70389" y="177737"/>
                        <a:pt x="68580" y="176498"/>
                      </a:cubicBezTo>
                      <a:cubicBezTo>
                        <a:pt x="67818" y="175450"/>
                        <a:pt x="66484" y="174688"/>
                        <a:pt x="64484" y="174117"/>
                      </a:cubicBezTo>
                      <a:cubicBezTo>
                        <a:pt x="62579" y="173736"/>
                        <a:pt x="60579" y="173260"/>
                        <a:pt x="58769" y="172784"/>
                      </a:cubicBezTo>
                      <a:lnTo>
                        <a:pt x="61341" y="170212"/>
                      </a:lnTo>
                      <a:lnTo>
                        <a:pt x="57816" y="166497"/>
                      </a:lnTo>
                      <a:lnTo>
                        <a:pt x="56959" y="169069"/>
                      </a:lnTo>
                      <a:cubicBezTo>
                        <a:pt x="53816" y="168307"/>
                        <a:pt x="52101" y="165735"/>
                        <a:pt x="51816" y="161354"/>
                      </a:cubicBezTo>
                      <a:cubicBezTo>
                        <a:pt x="51625" y="157448"/>
                        <a:pt x="49530" y="155543"/>
                        <a:pt x="45339" y="155543"/>
                      </a:cubicBezTo>
                      <a:lnTo>
                        <a:pt x="42291" y="155543"/>
                      </a:lnTo>
                      <a:cubicBezTo>
                        <a:pt x="44862" y="155353"/>
                        <a:pt x="46196" y="153924"/>
                        <a:pt x="46196" y="151067"/>
                      </a:cubicBezTo>
                      <a:cubicBezTo>
                        <a:pt x="46196" y="150209"/>
                        <a:pt x="46005" y="149257"/>
                        <a:pt x="45529" y="148495"/>
                      </a:cubicBezTo>
                      <a:cubicBezTo>
                        <a:pt x="45053" y="147733"/>
                        <a:pt x="43434" y="146780"/>
                        <a:pt x="40671" y="145733"/>
                      </a:cubicBezTo>
                      <a:lnTo>
                        <a:pt x="40005" y="146399"/>
                      </a:lnTo>
                      <a:cubicBezTo>
                        <a:pt x="40005" y="146399"/>
                        <a:pt x="39624" y="146875"/>
                        <a:pt x="39338" y="146875"/>
                      </a:cubicBezTo>
                      <a:cubicBezTo>
                        <a:pt x="38862" y="146875"/>
                        <a:pt x="38481" y="146209"/>
                        <a:pt x="38195" y="145066"/>
                      </a:cubicBezTo>
                      <a:cubicBezTo>
                        <a:pt x="37814" y="144018"/>
                        <a:pt x="37814" y="142970"/>
                        <a:pt x="38195" y="142018"/>
                      </a:cubicBezTo>
                      <a:cubicBezTo>
                        <a:pt x="39719" y="141732"/>
                        <a:pt x="42100" y="140113"/>
                        <a:pt x="45148" y="137160"/>
                      </a:cubicBezTo>
                      <a:cubicBezTo>
                        <a:pt x="47910" y="134684"/>
                        <a:pt x="50292" y="133445"/>
                        <a:pt x="52197" y="133445"/>
                      </a:cubicBezTo>
                      <a:cubicBezTo>
                        <a:pt x="53149" y="133445"/>
                        <a:pt x="54102" y="133731"/>
                        <a:pt x="55150" y="134207"/>
                      </a:cubicBezTo>
                      <a:cubicBezTo>
                        <a:pt x="54578" y="133159"/>
                        <a:pt x="54483" y="132207"/>
                        <a:pt x="55150" y="131350"/>
                      </a:cubicBezTo>
                      <a:cubicBezTo>
                        <a:pt x="55721" y="130588"/>
                        <a:pt x="55150" y="129445"/>
                        <a:pt x="53625" y="127825"/>
                      </a:cubicBezTo>
                      <a:lnTo>
                        <a:pt x="61531" y="124111"/>
                      </a:lnTo>
                      <a:lnTo>
                        <a:pt x="59626" y="121539"/>
                      </a:lnTo>
                      <a:cubicBezTo>
                        <a:pt x="60864" y="121539"/>
                        <a:pt x="62865" y="120872"/>
                        <a:pt x="65722" y="119348"/>
                      </a:cubicBezTo>
                      <a:cubicBezTo>
                        <a:pt x="68485" y="117824"/>
                        <a:pt x="70389" y="117158"/>
                        <a:pt x="71342" y="117158"/>
                      </a:cubicBezTo>
                      <a:cubicBezTo>
                        <a:pt x="72866" y="117158"/>
                        <a:pt x="73914" y="118300"/>
                        <a:pt x="74390" y="120682"/>
                      </a:cubicBezTo>
                      <a:cubicBezTo>
                        <a:pt x="73914" y="125825"/>
                        <a:pt x="75723" y="130969"/>
                        <a:pt x="79914" y="136112"/>
                      </a:cubicBezTo>
                      <a:cubicBezTo>
                        <a:pt x="82010" y="138589"/>
                        <a:pt x="86106" y="142494"/>
                        <a:pt x="92297" y="147733"/>
                      </a:cubicBezTo>
                      <a:cubicBezTo>
                        <a:pt x="93250" y="149924"/>
                        <a:pt x="94773" y="150971"/>
                        <a:pt x="96964" y="150971"/>
                      </a:cubicBezTo>
                      <a:cubicBezTo>
                        <a:pt x="97631" y="150971"/>
                        <a:pt x="98584" y="150876"/>
                        <a:pt x="99822" y="150685"/>
                      </a:cubicBezTo>
                      <a:cubicBezTo>
                        <a:pt x="101155" y="150400"/>
                        <a:pt x="102108" y="150304"/>
                        <a:pt x="102775" y="150304"/>
                      </a:cubicBezTo>
                      <a:cubicBezTo>
                        <a:pt x="104108" y="150304"/>
                        <a:pt x="105537" y="150590"/>
                        <a:pt x="106680" y="151162"/>
                      </a:cubicBezTo>
                      <a:cubicBezTo>
                        <a:pt x="107918" y="151829"/>
                        <a:pt x="109251" y="152114"/>
                        <a:pt x="110871" y="152114"/>
                      </a:cubicBezTo>
                      <a:cubicBezTo>
                        <a:pt x="113729" y="152114"/>
                        <a:pt x="116967" y="150781"/>
                        <a:pt x="120682" y="148114"/>
                      </a:cubicBezTo>
                      <a:cubicBezTo>
                        <a:pt x="126301" y="144399"/>
                        <a:pt x="129444" y="142399"/>
                        <a:pt x="130207" y="142113"/>
                      </a:cubicBezTo>
                      <a:cubicBezTo>
                        <a:pt x="130969" y="140875"/>
                        <a:pt x="131350" y="139637"/>
                        <a:pt x="131350" y="138398"/>
                      </a:cubicBezTo>
                      <a:cubicBezTo>
                        <a:pt x="131350" y="136493"/>
                        <a:pt x="130302" y="134112"/>
                        <a:pt x="128206" y="131064"/>
                      </a:cubicBezTo>
                      <a:cubicBezTo>
                        <a:pt x="126111" y="128016"/>
                        <a:pt x="124968" y="125730"/>
                        <a:pt x="124587" y="124206"/>
                      </a:cubicBezTo>
                      <a:cubicBezTo>
                        <a:pt x="120682" y="123539"/>
                        <a:pt x="118491" y="122110"/>
                        <a:pt x="118014" y="119729"/>
                      </a:cubicBezTo>
                      <a:lnTo>
                        <a:pt x="119157" y="118777"/>
                      </a:lnTo>
                      <a:cubicBezTo>
                        <a:pt x="114205" y="116491"/>
                        <a:pt x="107251" y="112871"/>
                        <a:pt x="98393" y="108013"/>
                      </a:cubicBezTo>
                      <a:cubicBezTo>
                        <a:pt x="97441" y="108775"/>
                        <a:pt x="96488" y="109156"/>
                        <a:pt x="95535" y="109156"/>
                      </a:cubicBezTo>
                      <a:cubicBezTo>
                        <a:pt x="94297" y="109156"/>
                        <a:pt x="92773" y="108299"/>
                        <a:pt x="90868" y="106585"/>
                      </a:cubicBezTo>
                      <a:cubicBezTo>
                        <a:pt x="89059" y="104870"/>
                        <a:pt x="87630" y="104013"/>
                        <a:pt x="86487" y="104013"/>
                      </a:cubicBezTo>
                      <a:cubicBezTo>
                        <a:pt x="86010" y="104013"/>
                        <a:pt x="85534" y="104204"/>
                        <a:pt x="85058" y="104489"/>
                      </a:cubicBezTo>
                      <a:cubicBezTo>
                        <a:pt x="81153" y="103346"/>
                        <a:pt x="77248" y="100203"/>
                        <a:pt x="73437" y="94869"/>
                      </a:cubicBezTo>
                      <a:cubicBezTo>
                        <a:pt x="69056" y="88963"/>
                        <a:pt x="65437" y="85154"/>
                        <a:pt x="62484" y="83439"/>
                      </a:cubicBezTo>
                      <a:cubicBezTo>
                        <a:pt x="62769" y="81725"/>
                        <a:pt x="62007" y="79629"/>
                        <a:pt x="60197" y="77057"/>
                      </a:cubicBezTo>
                      <a:cubicBezTo>
                        <a:pt x="58293" y="74485"/>
                        <a:pt x="57531" y="72485"/>
                        <a:pt x="57816" y="71152"/>
                      </a:cubicBezTo>
                      <a:cubicBezTo>
                        <a:pt x="56673" y="69151"/>
                        <a:pt x="56102" y="65246"/>
                        <a:pt x="55721" y="59436"/>
                      </a:cubicBezTo>
                      <a:cubicBezTo>
                        <a:pt x="55435" y="54292"/>
                        <a:pt x="55150" y="49149"/>
                        <a:pt x="54959" y="44005"/>
                      </a:cubicBezTo>
                      <a:cubicBezTo>
                        <a:pt x="56197" y="43529"/>
                        <a:pt x="56864" y="42958"/>
                        <a:pt x="56864" y="42196"/>
                      </a:cubicBezTo>
                      <a:cubicBezTo>
                        <a:pt x="56864" y="41720"/>
                        <a:pt x="56483" y="41053"/>
                        <a:pt x="55912" y="39910"/>
                      </a:cubicBezTo>
                      <a:cubicBezTo>
                        <a:pt x="55245" y="38862"/>
                        <a:pt x="54959" y="38195"/>
                        <a:pt x="54959" y="37719"/>
                      </a:cubicBezTo>
                      <a:cubicBezTo>
                        <a:pt x="55721" y="35528"/>
                        <a:pt x="58388" y="32575"/>
                        <a:pt x="62865" y="28861"/>
                      </a:cubicBezTo>
                      <a:cubicBezTo>
                        <a:pt x="66580" y="25622"/>
                        <a:pt x="68485" y="22479"/>
                        <a:pt x="68485" y="19526"/>
                      </a:cubicBezTo>
                      <a:cubicBezTo>
                        <a:pt x="69056" y="19431"/>
                        <a:pt x="70104" y="18764"/>
                        <a:pt x="71628" y="17717"/>
                      </a:cubicBezTo>
                      <a:cubicBezTo>
                        <a:pt x="73057" y="16669"/>
                        <a:pt x="74104" y="16097"/>
                        <a:pt x="74771" y="16097"/>
                      </a:cubicBezTo>
                      <a:cubicBezTo>
                        <a:pt x="75247" y="16097"/>
                        <a:pt x="75629" y="16383"/>
                        <a:pt x="75914" y="17050"/>
                      </a:cubicBezTo>
                      <a:cubicBezTo>
                        <a:pt x="78867" y="12573"/>
                        <a:pt x="83629" y="9049"/>
                        <a:pt x="90201" y="6572"/>
                      </a:cubicBezTo>
                      <a:cubicBezTo>
                        <a:pt x="95916" y="4667"/>
                        <a:pt x="101632" y="2858"/>
                        <a:pt x="107442" y="953"/>
                      </a:cubicBezTo>
                      <a:cubicBezTo>
                        <a:pt x="109156" y="381"/>
                        <a:pt x="110871" y="0"/>
                        <a:pt x="112585" y="0"/>
                      </a:cubicBezTo>
                      <a:cubicBezTo>
                        <a:pt x="115062" y="0"/>
                        <a:pt x="118396" y="953"/>
                        <a:pt x="122587" y="2858"/>
                      </a:cubicBezTo>
                      <a:cubicBezTo>
                        <a:pt x="126778" y="4858"/>
                        <a:pt x="130111" y="5810"/>
                        <a:pt x="132588" y="5810"/>
                      </a:cubicBezTo>
                      <a:cubicBezTo>
                        <a:pt x="133635" y="5810"/>
                        <a:pt x="134778" y="5620"/>
                        <a:pt x="135826" y="5334"/>
                      </a:cubicBezTo>
                      <a:cubicBezTo>
                        <a:pt x="136969" y="7525"/>
                        <a:pt x="138874" y="8954"/>
                        <a:pt x="141637" y="9716"/>
                      </a:cubicBezTo>
                      <a:cubicBezTo>
                        <a:pt x="145256" y="10858"/>
                        <a:pt x="147542" y="11716"/>
                        <a:pt x="148590" y="12573"/>
                      </a:cubicBezTo>
                      <a:cubicBezTo>
                        <a:pt x="153828" y="13049"/>
                        <a:pt x="158686" y="19907"/>
                        <a:pt x="162782" y="33052"/>
                      </a:cubicBezTo>
                      <a:cubicBezTo>
                        <a:pt x="162687" y="34957"/>
                        <a:pt x="161258" y="37433"/>
                        <a:pt x="158782" y="40481"/>
                      </a:cubicBezTo>
                      <a:cubicBezTo>
                        <a:pt x="156210" y="43625"/>
                        <a:pt x="155067" y="46196"/>
                        <a:pt x="155162" y="48387"/>
                      </a:cubicBezTo>
                      <a:cubicBezTo>
                        <a:pt x="153448" y="48101"/>
                        <a:pt x="152495" y="48673"/>
                        <a:pt x="152400" y="50197"/>
                      </a:cubicBezTo>
                      <a:cubicBezTo>
                        <a:pt x="152209" y="52197"/>
                        <a:pt x="151829" y="53435"/>
                        <a:pt x="151256" y="53721"/>
                      </a:cubicBezTo>
                      <a:cubicBezTo>
                        <a:pt x="146875" y="55721"/>
                        <a:pt x="143923" y="56769"/>
                        <a:pt x="142208" y="56769"/>
                      </a:cubicBezTo>
                      <a:cubicBezTo>
                        <a:pt x="139732" y="56769"/>
                        <a:pt x="137350" y="55245"/>
                        <a:pt x="135160" y="52102"/>
                      </a:cubicBezTo>
                      <a:cubicBezTo>
                        <a:pt x="134969" y="49625"/>
                        <a:pt x="133445" y="47720"/>
                        <a:pt x="130492" y="46482"/>
                      </a:cubicBezTo>
                      <a:cubicBezTo>
                        <a:pt x="127063" y="45244"/>
                        <a:pt x="125063" y="43720"/>
                        <a:pt x="124491" y="42005"/>
                      </a:cubicBezTo>
                      <a:cubicBezTo>
                        <a:pt x="123539" y="41815"/>
                        <a:pt x="121158" y="40958"/>
                        <a:pt x="117253" y="39433"/>
                      </a:cubicBezTo>
                      <a:cubicBezTo>
                        <a:pt x="114205" y="38195"/>
                        <a:pt x="111633" y="37529"/>
                        <a:pt x="109823" y="37529"/>
                      </a:cubicBezTo>
                      <a:cubicBezTo>
                        <a:pt x="107156" y="37529"/>
                        <a:pt x="104965" y="38767"/>
                        <a:pt x="103060" y="41338"/>
                      </a:cubicBezTo>
                      <a:cubicBezTo>
                        <a:pt x="102394" y="41148"/>
                        <a:pt x="101917" y="41053"/>
                        <a:pt x="101441" y="41053"/>
                      </a:cubicBezTo>
                      <a:cubicBezTo>
                        <a:pt x="100203" y="41053"/>
                        <a:pt x="98203" y="42196"/>
                        <a:pt x="95631" y="44577"/>
                      </a:cubicBezTo>
                      <a:cubicBezTo>
                        <a:pt x="96488" y="46006"/>
                        <a:pt x="96774" y="47244"/>
                        <a:pt x="96774" y="48292"/>
                      </a:cubicBezTo>
                      <a:cubicBezTo>
                        <a:pt x="96774" y="49721"/>
                        <a:pt x="95726" y="50959"/>
                        <a:pt x="93630" y="52102"/>
                      </a:cubicBezTo>
                      <a:cubicBezTo>
                        <a:pt x="91535" y="53245"/>
                        <a:pt x="90488" y="54388"/>
                        <a:pt x="90488" y="55531"/>
                      </a:cubicBezTo>
                      <a:cubicBezTo>
                        <a:pt x="90488" y="56483"/>
                        <a:pt x="90964" y="57721"/>
                        <a:pt x="92107" y="59246"/>
                      </a:cubicBezTo>
                      <a:cubicBezTo>
                        <a:pt x="98679" y="68771"/>
                        <a:pt x="108489" y="75914"/>
                        <a:pt x="121729" y="80677"/>
                      </a:cubicBezTo>
                      <a:cubicBezTo>
                        <a:pt x="123444" y="81153"/>
                        <a:pt x="125920" y="82677"/>
                        <a:pt x="129064" y="85249"/>
                      </a:cubicBezTo>
                      <a:cubicBezTo>
                        <a:pt x="132206" y="87821"/>
                        <a:pt x="134969" y="89249"/>
                        <a:pt x="137064" y="89440"/>
                      </a:cubicBezTo>
                      <a:cubicBezTo>
                        <a:pt x="139255" y="89630"/>
                        <a:pt x="142304" y="91440"/>
                        <a:pt x="146209" y="94679"/>
                      </a:cubicBezTo>
                      <a:cubicBezTo>
                        <a:pt x="149637" y="97822"/>
                        <a:pt x="152876" y="99155"/>
                        <a:pt x="156019" y="98679"/>
                      </a:cubicBezTo>
                      <a:cubicBezTo>
                        <a:pt x="156019" y="100203"/>
                        <a:pt x="156210" y="101060"/>
                        <a:pt x="156686" y="101251"/>
                      </a:cubicBezTo>
                      <a:cubicBezTo>
                        <a:pt x="158019" y="101251"/>
                        <a:pt x="159162" y="102299"/>
                        <a:pt x="159829" y="104394"/>
                      </a:cubicBezTo>
                      <a:cubicBezTo>
                        <a:pt x="160496" y="106489"/>
                        <a:pt x="161544" y="107347"/>
                        <a:pt x="162973" y="106871"/>
                      </a:cubicBezTo>
                      <a:cubicBezTo>
                        <a:pt x="163258" y="107918"/>
                        <a:pt x="165354" y="111157"/>
                        <a:pt x="169069" y="116491"/>
                      </a:cubicBezTo>
                      <a:cubicBezTo>
                        <a:pt x="171831" y="120777"/>
                        <a:pt x="173260" y="124778"/>
                        <a:pt x="173260" y="128302"/>
                      </a:cubicBezTo>
                      <a:cubicBezTo>
                        <a:pt x="174021" y="129254"/>
                        <a:pt x="174403" y="130207"/>
                        <a:pt x="174403" y="131064"/>
                      </a:cubicBezTo>
                      <a:cubicBezTo>
                        <a:pt x="174403" y="131826"/>
                        <a:pt x="174021" y="132779"/>
                        <a:pt x="173260" y="134017"/>
                      </a:cubicBezTo>
                      <a:cubicBezTo>
                        <a:pt x="172498" y="135160"/>
                        <a:pt x="172116" y="136017"/>
                        <a:pt x="172116" y="136493"/>
                      </a:cubicBezTo>
                      <a:cubicBezTo>
                        <a:pt x="172116" y="137446"/>
                        <a:pt x="172688" y="138398"/>
                        <a:pt x="174021" y="139255"/>
                      </a:cubicBezTo>
                      <a:close/>
                      <a:moveTo>
                        <a:pt x="39624" y="145066"/>
                      </a:moveTo>
                      <a:lnTo>
                        <a:pt x="44958" y="143161"/>
                      </a:lnTo>
                      <a:lnTo>
                        <a:pt x="42386" y="143161"/>
                      </a:lnTo>
                      <a:lnTo>
                        <a:pt x="39624" y="145066"/>
                      </a:lnTo>
                      <a:close/>
                      <a:moveTo>
                        <a:pt x="41243" y="167640"/>
                      </a:moveTo>
                      <a:lnTo>
                        <a:pt x="42386" y="167640"/>
                      </a:lnTo>
                      <a:lnTo>
                        <a:pt x="44291" y="169069"/>
                      </a:lnTo>
                      <a:lnTo>
                        <a:pt x="41243" y="167640"/>
                      </a:lnTo>
                      <a:close/>
                      <a:moveTo>
                        <a:pt x="48673" y="180022"/>
                      </a:moveTo>
                      <a:cubicBezTo>
                        <a:pt x="48387" y="178308"/>
                        <a:pt x="48958" y="176784"/>
                        <a:pt x="50292" y="175355"/>
                      </a:cubicBezTo>
                      <a:lnTo>
                        <a:pt x="50101" y="175641"/>
                      </a:lnTo>
                      <a:cubicBezTo>
                        <a:pt x="50101" y="175641"/>
                        <a:pt x="50387" y="176689"/>
                        <a:pt x="51054" y="177355"/>
                      </a:cubicBezTo>
                      <a:cubicBezTo>
                        <a:pt x="51721" y="178022"/>
                        <a:pt x="52101" y="178499"/>
                        <a:pt x="52101" y="178784"/>
                      </a:cubicBezTo>
                      <a:cubicBezTo>
                        <a:pt x="52101" y="179260"/>
                        <a:pt x="51816" y="179642"/>
                        <a:pt x="51149" y="180022"/>
                      </a:cubicBezTo>
                      <a:lnTo>
                        <a:pt x="48577" y="180022"/>
                      </a:lnTo>
                      <a:close/>
                      <a:moveTo>
                        <a:pt x="50768" y="174593"/>
                      </a:moveTo>
                      <a:cubicBezTo>
                        <a:pt x="50768" y="174593"/>
                        <a:pt x="50292" y="175165"/>
                        <a:pt x="50292" y="175355"/>
                      </a:cubicBezTo>
                      <a:cubicBezTo>
                        <a:pt x="50292" y="175165"/>
                        <a:pt x="50482" y="174974"/>
                        <a:pt x="50768" y="174593"/>
                      </a:cubicBezTo>
                      <a:close/>
                      <a:moveTo>
                        <a:pt x="51244" y="170212"/>
                      </a:moveTo>
                      <a:cubicBezTo>
                        <a:pt x="51911" y="170212"/>
                        <a:pt x="52578" y="170593"/>
                        <a:pt x="53340" y="171355"/>
                      </a:cubicBezTo>
                      <a:cubicBezTo>
                        <a:pt x="54197" y="172117"/>
                        <a:pt x="54578" y="172593"/>
                        <a:pt x="54769" y="172784"/>
                      </a:cubicBezTo>
                      <a:cubicBezTo>
                        <a:pt x="53816" y="172974"/>
                        <a:pt x="52482" y="173546"/>
                        <a:pt x="50768" y="174593"/>
                      </a:cubicBezTo>
                      <a:cubicBezTo>
                        <a:pt x="52006" y="173069"/>
                        <a:pt x="52197" y="171545"/>
                        <a:pt x="51244" y="170212"/>
                      </a:cubicBezTo>
                      <a:close/>
                      <a:moveTo>
                        <a:pt x="56673" y="150400"/>
                      </a:moveTo>
                      <a:lnTo>
                        <a:pt x="56673" y="148495"/>
                      </a:lnTo>
                      <a:lnTo>
                        <a:pt x="51244" y="145733"/>
                      </a:lnTo>
                      <a:lnTo>
                        <a:pt x="56673" y="150400"/>
                      </a:lnTo>
                      <a:close/>
                      <a:moveTo>
                        <a:pt x="61055" y="157639"/>
                      </a:moveTo>
                      <a:cubicBezTo>
                        <a:pt x="61055" y="157639"/>
                        <a:pt x="61722" y="157829"/>
                        <a:pt x="63436" y="158115"/>
                      </a:cubicBezTo>
                      <a:cubicBezTo>
                        <a:pt x="64294" y="158305"/>
                        <a:pt x="65055" y="157829"/>
                        <a:pt x="65531" y="156686"/>
                      </a:cubicBezTo>
                      <a:cubicBezTo>
                        <a:pt x="63722" y="156115"/>
                        <a:pt x="62198" y="156400"/>
                        <a:pt x="61150" y="157639"/>
                      </a:cubicBezTo>
                      <a:cubicBezTo>
                        <a:pt x="60769" y="157639"/>
                        <a:pt x="60388" y="157829"/>
                        <a:pt x="60388" y="158305"/>
                      </a:cubicBezTo>
                      <a:lnTo>
                        <a:pt x="58578" y="160115"/>
                      </a:lnTo>
                      <a:lnTo>
                        <a:pt x="60388" y="160115"/>
                      </a:lnTo>
                      <a:cubicBezTo>
                        <a:pt x="60388" y="159353"/>
                        <a:pt x="60388" y="158687"/>
                        <a:pt x="60388" y="158305"/>
                      </a:cubicBezTo>
                      <a:lnTo>
                        <a:pt x="61150" y="157639"/>
                      </a:lnTo>
                      <a:close/>
                      <a:moveTo>
                        <a:pt x="62198" y="69342"/>
                      </a:moveTo>
                      <a:cubicBezTo>
                        <a:pt x="62960" y="68580"/>
                        <a:pt x="63246" y="67913"/>
                        <a:pt x="62865" y="67246"/>
                      </a:cubicBezTo>
                      <a:lnTo>
                        <a:pt x="63627" y="65627"/>
                      </a:lnTo>
                      <a:cubicBezTo>
                        <a:pt x="62960" y="64865"/>
                        <a:pt x="62198" y="64199"/>
                        <a:pt x="61150" y="63722"/>
                      </a:cubicBezTo>
                      <a:cubicBezTo>
                        <a:pt x="60197" y="63246"/>
                        <a:pt x="59531" y="63055"/>
                        <a:pt x="59150" y="63055"/>
                      </a:cubicBezTo>
                      <a:cubicBezTo>
                        <a:pt x="61626" y="64294"/>
                        <a:pt x="62865" y="65722"/>
                        <a:pt x="62865" y="67246"/>
                      </a:cubicBezTo>
                      <a:lnTo>
                        <a:pt x="62198" y="69342"/>
                      </a:lnTo>
                      <a:close/>
                      <a:moveTo>
                        <a:pt x="78295" y="55817"/>
                      </a:moveTo>
                      <a:lnTo>
                        <a:pt x="78295" y="55054"/>
                      </a:lnTo>
                      <a:cubicBezTo>
                        <a:pt x="77628" y="51054"/>
                        <a:pt x="74866" y="49054"/>
                        <a:pt x="69913" y="49054"/>
                      </a:cubicBezTo>
                      <a:cubicBezTo>
                        <a:pt x="66104" y="49054"/>
                        <a:pt x="62865" y="50101"/>
                        <a:pt x="60293" y="52292"/>
                      </a:cubicBezTo>
                      <a:cubicBezTo>
                        <a:pt x="61150" y="52578"/>
                        <a:pt x="61913" y="54102"/>
                        <a:pt x="62769" y="56864"/>
                      </a:cubicBezTo>
                      <a:cubicBezTo>
                        <a:pt x="63627" y="59626"/>
                        <a:pt x="65151" y="60674"/>
                        <a:pt x="67341" y="60198"/>
                      </a:cubicBezTo>
                      <a:lnTo>
                        <a:pt x="67341" y="59531"/>
                      </a:lnTo>
                      <a:cubicBezTo>
                        <a:pt x="67341" y="59531"/>
                        <a:pt x="68294" y="57341"/>
                        <a:pt x="68961" y="54388"/>
                      </a:cubicBezTo>
                      <a:cubicBezTo>
                        <a:pt x="69437" y="51911"/>
                        <a:pt x="70389" y="50673"/>
                        <a:pt x="71723" y="50673"/>
                      </a:cubicBezTo>
                      <a:cubicBezTo>
                        <a:pt x="72390" y="50673"/>
                        <a:pt x="73057" y="50863"/>
                        <a:pt x="73819" y="51340"/>
                      </a:cubicBezTo>
                      <a:lnTo>
                        <a:pt x="73819" y="53245"/>
                      </a:lnTo>
                      <a:cubicBezTo>
                        <a:pt x="73819" y="53245"/>
                        <a:pt x="74485" y="52959"/>
                        <a:pt x="74962" y="52959"/>
                      </a:cubicBezTo>
                      <a:cubicBezTo>
                        <a:pt x="75342" y="52959"/>
                        <a:pt x="76390" y="53912"/>
                        <a:pt x="78295" y="55817"/>
                      </a:cubicBezTo>
                      <a:close/>
                      <a:moveTo>
                        <a:pt x="63627" y="130397"/>
                      </a:moveTo>
                      <a:cubicBezTo>
                        <a:pt x="62198" y="130397"/>
                        <a:pt x="61341" y="130207"/>
                        <a:pt x="61055" y="129730"/>
                      </a:cubicBezTo>
                      <a:lnTo>
                        <a:pt x="62865" y="132302"/>
                      </a:lnTo>
                      <a:cubicBezTo>
                        <a:pt x="63627" y="131826"/>
                        <a:pt x="63912" y="131159"/>
                        <a:pt x="63627" y="130397"/>
                      </a:cubicBezTo>
                      <a:close/>
                      <a:moveTo>
                        <a:pt x="65437" y="58388"/>
                      </a:moveTo>
                      <a:lnTo>
                        <a:pt x="64770" y="57721"/>
                      </a:lnTo>
                      <a:lnTo>
                        <a:pt x="66675" y="57721"/>
                      </a:lnTo>
                      <a:cubicBezTo>
                        <a:pt x="66675" y="57721"/>
                        <a:pt x="66104" y="58103"/>
                        <a:pt x="65531" y="58388"/>
                      </a:cubicBezTo>
                      <a:close/>
                      <a:moveTo>
                        <a:pt x="66580" y="57721"/>
                      </a:moveTo>
                      <a:cubicBezTo>
                        <a:pt x="66580" y="57721"/>
                        <a:pt x="67056" y="57436"/>
                        <a:pt x="67341" y="57721"/>
                      </a:cubicBezTo>
                      <a:lnTo>
                        <a:pt x="66580" y="57721"/>
                      </a:lnTo>
                      <a:close/>
                      <a:moveTo>
                        <a:pt x="68199" y="172212"/>
                      </a:moveTo>
                      <a:lnTo>
                        <a:pt x="70104" y="170307"/>
                      </a:lnTo>
                      <a:cubicBezTo>
                        <a:pt x="69342" y="169545"/>
                        <a:pt x="68675" y="169164"/>
                        <a:pt x="68199" y="169164"/>
                      </a:cubicBezTo>
                      <a:lnTo>
                        <a:pt x="68199" y="172212"/>
                      </a:lnTo>
                      <a:close/>
                      <a:moveTo>
                        <a:pt x="71056" y="61055"/>
                      </a:moveTo>
                      <a:cubicBezTo>
                        <a:pt x="71342" y="60103"/>
                        <a:pt x="71056" y="59055"/>
                        <a:pt x="70104" y="57817"/>
                      </a:cubicBezTo>
                      <a:lnTo>
                        <a:pt x="70104" y="62198"/>
                      </a:lnTo>
                      <a:lnTo>
                        <a:pt x="71056" y="61055"/>
                      </a:lnTo>
                      <a:close/>
                      <a:moveTo>
                        <a:pt x="74580" y="187166"/>
                      </a:moveTo>
                      <a:lnTo>
                        <a:pt x="73914" y="186500"/>
                      </a:lnTo>
                      <a:lnTo>
                        <a:pt x="75723" y="186500"/>
                      </a:lnTo>
                      <a:cubicBezTo>
                        <a:pt x="74771" y="186976"/>
                        <a:pt x="74485" y="187166"/>
                        <a:pt x="74580" y="187166"/>
                      </a:cubicBezTo>
                      <a:close/>
                      <a:moveTo>
                        <a:pt x="97155" y="167830"/>
                      </a:moveTo>
                      <a:lnTo>
                        <a:pt x="98107" y="166688"/>
                      </a:lnTo>
                      <a:lnTo>
                        <a:pt x="97155" y="164116"/>
                      </a:lnTo>
                      <a:lnTo>
                        <a:pt x="97155" y="167830"/>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 name="Google Shape;1186;p99"/>
                <p:cNvSpPr/>
                <p:nvPr/>
              </p:nvSpPr>
              <p:spPr>
                <a:xfrm>
                  <a:off x="7347489" y="2528163"/>
                  <a:ext cx="125824" cy="187890"/>
                </a:xfrm>
                <a:custGeom>
                  <a:avLst/>
                  <a:gdLst/>
                  <a:ahLst/>
                  <a:cxnLst/>
                  <a:rect l="l" t="t" r="r" b="b"/>
                  <a:pathLst>
                    <a:path w="125824" h="187890" extrusionOk="0">
                      <a:moveTo>
                        <a:pt x="123920" y="6344"/>
                      </a:moveTo>
                      <a:lnTo>
                        <a:pt x="125825" y="39395"/>
                      </a:lnTo>
                      <a:cubicBezTo>
                        <a:pt x="121920" y="40634"/>
                        <a:pt x="116681" y="40919"/>
                        <a:pt x="109918" y="40348"/>
                      </a:cubicBezTo>
                      <a:cubicBezTo>
                        <a:pt x="102012" y="39586"/>
                        <a:pt x="96774" y="39300"/>
                        <a:pt x="94297" y="39681"/>
                      </a:cubicBezTo>
                      <a:cubicBezTo>
                        <a:pt x="88773" y="40443"/>
                        <a:pt x="84201" y="43015"/>
                        <a:pt x="80772" y="47587"/>
                      </a:cubicBezTo>
                      <a:cubicBezTo>
                        <a:pt x="81058" y="48635"/>
                        <a:pt x="81248" y="49873"/>
                        <a:pt x="81248" y="51111"/>
                      </a:cubicBezTo>
                      <a:cubicBezTo>
                        <a:pt x="81248" y="52349"/>
                        <a:pt x="81058" y="54159"/>
                        <a:pt x="80581" y="56636"/>
                      </a:cubicBezTo>
                      <a:cubicBezTo>
                        <a:pt x="80200" y="59017"/>
                        <a:pt x="79915" y="60827"/>
                        <a:pt x="79915" y="62065"/>
                      </a:cubicBezTo>
                      <a:cubicBezTo>
                        <a:pt x="79915" y="63970"/>
                        <a:pt x="80200" y="65684"/>
                        <a:pt x="80867" y="67399"/>
                      </a:cubicBezTo>
                      <a:cubicBezTo>
                        <a:pt x="81343" y="68351"/>
                        <a:pt x="81534" y="69209"/>
                        <a:pt x="81534" y="69971"/>
                      </a:cubicBezTo>
                      <a:cubicBezTo>
                        <a:pt x="81534" y="71018"/>
                        <a:pt x="81248" y="72257"/>
                        <a:pt x="80581" y="73685"/>
                      </a:cubicBezTo>
                      <a:cubicBezTo>
                        <a:pt x="80010" y="75114"/>
                        <a:pt x="79724" y="76067"/>
                        <a:pt x="79724" y="76733"/>
                      </a:cubicBezTo>
                      <a:cubicBezTo>
                        <a:pt x="79724" y="77686"/>
                        <a:pt x="80105" y="78543"/>
                        <a:pt x="80867" y="79305"/>
                      </a:cubicBezTo>
                      <a:lnTo>
                        <a:pt x="80200" y="89783"/>
                      </a:lnTo>
                      <a:cubicBezTo>
                        <a:pt x="80010" y="88544"/>
                        <a:pt x="79153" y="87782"/>
                        <a:pt x="77628" y="87497"/>
                      </a:cubicBezTo>
                      <a:cubicBezTo>
                        <a:pt x="75438" y="86830"/>
                        <a:pt x="74200" y="86449"/>
                        <a:pt x="73914" y="86354"/>
                      </a:cubicBezTo>
                      <a:cubicBezTo>
                        <a:pt x="73343" y="86830"/>
                        <a:pt x="73057" y="87401"/>
                        <a:pt x="73247" y="88068"/>
                      </a:cubicBezTo>
                      <a:cubicBezTo>
                        <a:pt x="73343" y="88830"/>
                        <a:pt x="73247" y="89497"/>
                        <a:pt x="73057" y="90068"/>
                      </a:cubicBezTo>
                      <a:cubicBezTo>
                        <a:pt x="73914" y="89592"/>
                        <a:pt x="74771" y="89402"/>
                        <a:pt x="75342" y="89402"/>
                      </a:cubicBezTo>
                      <a:cubicBezTo>
                        <a:pt x="76390" y="89402"/>
                        <a:pt x="77248" y="90545"/>
                        <a:pt x="77914" y="92926"/>
                      </a:cubicBezTo>
                      <a:cubicBezTo>
                        <a:pt x="78581" y="95879"/>
                        <a:pt x="79057" y="97593"/>
                        <a:pt x="79534" y="98069"/>
                      </a:cubicBezTo>
                      <a:lnTo>
                        <a:pt x="78391" y="98069"/>
                      </a:lnTo>
                      <a:cubicBezTo>
                        <a:pt x="80296" y="103213"/>
                        <a:pt x="81248" y="110357"/>
                        <a:pt x="81439" y="119501"/>
                      </a:cubicBezTo>
                      <a:cubicBezTo>
                        <a:pt x="81343" y="126930"/>
                        <a:pt x="81248" y="134360"/>
                        <a:pt x="81248" y="141599"/>
                      </a:cubicBezTo>
                      <a:cubicBezTo>
                        <a:pt x="81439" y="145885"/>
                        <a:pt x="81724" y="149790"/>
                        <a:pt x="82201" y="153219"/>
                      </a:cubicBezTo>
                      <a:cubicBezTo>
                        <a:pt x="82391" y="153219"/>
                        <a:pt x="82962" y="153505"/>
                        <a:pt x="84011" y="154172"/>
                      </a:cubicBezTo>
                      <a:cubicBezTo>
                        <a:pt x="85058" y="154743"/>
                        <a:pt x="85915" y="154934"/>
                        <a:pt x="86677" y="154648"/>
                      </a:cubicBezTo>
                      <a:cubicBezTo>
                        <a:pt x="85630" y="157029"/>
                        <a:pt x="84963" y="162935"/>
                        <a:pt x="84582" y="172555"/>
                      </a:cubicBezTo>
                      <a:cubicBezTo>
                        <a:pt x="84487" y="177889"/>
                        <a:pt x="82868" y="181508"/>
                        <a:pt x="79724" y="183509"/>
                      </a:cubicBezTo>
                      <a:cubicBezTo>
                        <a:pt x="80200" y="183794"/>
                        <a:pt x="80486" y="184652"/>
                        <a:pt x="80486" y="186080"/>
                      </a:cubicBezTo>
                      <a:cubicBezTo>
                        <a:pt x="78771" y="186176"/>
                        <a:pt x="73437" y="186176"/>
                        <a:pt x="64579" y="186080"/>
                      </a:cubicBezTo>
                      <a:cubicBezTo>
                        <a:pt x="58102" y="185890"/>
                        <a:pt x="52864" y="186461"/>
                        <a:pt x="48959" y="187890"/>
                      </a:cubicBezTo>
                      <a:cubicBezTo>
                        <a:pt x="45625" y="185128"/>
                        <a:pt x="44101" y="180937"/>
                        <a:pt x="44101" y="175317"/>
                      </a:cubicBezTo>
                      <a:cubicBezTo>
                        <a:pt x="44101" y="170459"/>
                        <a:pt x="44291" y="165697"/>
                        <a:pt x="44291" y="160839"/>
                      </a:cubicBezTo>
                      <a:cubicBezTo>
                        <a:pt x="45053" y="142932"/>
                        <a:pt x="45434" y="124358"/>
                        <a:pt x="45434" y="104927"/>
                      </a:cubicBezTo>
                      <a:cubicBezTo>
                        <a:pt x="45434" y="85496"/>
                        <a:pt x="45053" y="65684"/>
                        <a:pt x="44291" y="45015"/>
                      </a:cubicBezTo>
                      <a:cubicBezTo>
                        <a:pt x="43339" y="41777"/>
                        <a:pt x="40862" y="40157"/>
                        <a:pt x="36862" y="40157"/>
                      </a:cubicBezTo>
                      <a:cubicBezTo>
                        <a:pt x="36100" y="40157"/>
                        <a:pt x="34957" y="40157"/>
                        <a:pt x="33623" y="40443"/>
                      </a:cubicBezTo>
                      <a:lnTo>
                        <a:pt x="30575" y="40443"/>
                      </a:lnTo>
                      <a:cubicBezTo>
                        <a:pt x="28575" y="40443"/>
                        <a:pt x="26955" y="40157"/>
                        <a:pt x="25718" y="39491"/>
                      </a:cubicBezTo>
                      <a:cubicBezTo>
                        <a:pt x="27146" y="39681"/>
                        <a:pt x="22479" y="39776"/>
                        <a:pt x="11716" y="39776"/>
                      </a:cubicBezTo>
                      <a:cubicBezTo>
                        <a:pt x="6858" y="39776"/>
                        <a:pt x="3048" y="38538"/>
                        <a:pt x="0" y="35966"/>
                      </a:cubicBezTo>
                      <a:lnTo>
                        <a:pt x="0" y="3391"/>
                      </a:lnTo>
                      <a:cubicBezTo>
                        <a:pt x="762" y="4153"/>
                        <a:pt x="1714" y="4534"/>
                        <a:pt x="2857" y="4534"/>
                      </a:cubicBezTo>
                      <a:cubicBezTo>
                        <a:pt x="4763" y="4534"/>
                        <a:pt x="6572" y="3296"/>
                        <a:pt x="8477" y="819"/>
                      </a:cubicBezTo>
                      <a:cubicBezTo>
                        <a:pt x="17907" y="152"/>
                        <a:pt x="32004" y="152"/>
                        <a:pt x="50482" y="533"/>
                      </a:cubicBezTo>
                      <a:cubicBezTo>
                        <a:pt x="69056" y="1010"/>
                        <a:pt x="83248" y="819"/>
                        <a:pt x="93250" y="57"/>
                      </a:cubicBezTo>
                      <a:cubicBezTo>
                        <a:pt x="93726" y="1010"/>
                        <a:pt x="94392" y="1486"/>
                        <a:pt x="95345" y="1486"/>
                      </a:cubicBezTo>
                      <a:cubicBezTo>
                        <a:pt x="96012" y="1486"/>
                        <a:pt x="96774" y="1295"/>
                        <a:pt x="97917" y="819"/>
                      </a:cubicBezTo>
                      <a:cubicBezTo>
                        <a:pt x="99060" y="343"/>
                        <a:pt x="99822" y="152"/>
                        <a:pt x="100298" y="152"/>
                      </a:cubicBezTo>
                      <a:cubicBezTo>
                        <a:pt x="102203" y="1200"/>
                        <a:pt x="107061" y="1200"/>
                        <a:pt x="114967" y="152"/>
                      </a:cubicBezTo>
                      <a:cubicBezTo>
                        <a:pt x="120872" y="-610"/>
                        <a:pt x="124015" y="1486"/>
                        <a:pt x="124301" y="6439"/>
                      </a:cubicBezTo>
                      <a:close/>
                      <a:moveTo>
                        <a:pt x="19717" y="13583"/>
                      </a:moveTo>
                      <a:cubicBezTo>
                        <a:pt x="21336" y="11106"/>
                        <a:pt x="23336" y="9868"/>
                        <a:pt x="25812" y="9868"/>
                      </a:cubicBezTo>
                      <a:cubicBezTo>
                        <a:pt x="26765" y="9868"/>
                        <a:pt x="28289" y="10154"/>
                        <a:pt x="30385" y="10535"/>
                      </a:cubicBezTo>
                      <a:cubicBezTo>
                        <a:pt x="32480" y="11011"/>
                        <a:pt x="34194" y="11201"/>
                        <a:pt x="35433" y="11201"/>
                      </a:cubicBezTo>
                      <a:cubicBezTo>
                        <a:pt x="36671" y="11201"/>
                        <a:pt x="37814" y="11106"/>
                        <a:pt x="38957" y="10725"/>
                      </a:cubicBezTo>
                      <a:lnTo>
                        <a:pt x="35243" y="7010"/>
                      </a:lnTo>
                      <a:cubicBezTo>
                        <a:pt x="33909" y="7010"/>
                        <a:pt x="33242" y="6344"/>
                        <a:pt x="33433" y="5105"/>
                      </a:cubicBezTo>
                      <a:cubicBezTo>
                        <a:pt x="33718" y="3581"/>
                        <a:pt x="33718" y="2724"/>
                        <a:pt x="33433" y="2534"/>
                      </a:cubicBezTo>
                      <a:cubicBezTo>
                        <a:pt x="32956" y="3486"/>
                        <a:pt x="32385" y="3962"/>
                        <a:pt x="31813" y="4153"/>
                      </a:cubicBezTo>
                      <a:cubicBezTo>
                        <a:pt x="31528" y="3962"/>
                        <a:pt x="31146" y="3962"/>
                        <a:pt x="30670" y="3962"/>
                      </a:cubicBezTo>
                      <a:cubicBezTo>
                        <a:pt x="30575" y="4153"/>
                        <a:pt x="30575" y="4915"/>
                        <a:pt x="30670" y="6344"/>
                      </a:cubicBezTo>
                      <a:cubicBezTo>
                        <a:pt x="28860" y="7582"/>
                        <a:pt x="26384" y="8344"/>
                        <a:pt x="23431" y="8630"/>
                      </a:cubicBezTo>
                      <a:cubicBezTo>
                        <a:pt x="19907" y="8915"/>
                        <a:pt x="17621" y="9392"/>
                        <a:pt x="16478" y="9773"/>
                      </a:cubicBezTo>
                      <a:lnTo>
                        <a:pt x="21145" y="9773"/>
                      </a:lnTo>
                      <a:cubicBezTo>
                        <a:pt x="20193" y="11201"/>
                        <a:pt x="19335" y="12154"/>
                        <a:pt x="18383" y="12535"/>
                      </a:cubicBezTo>
                      <a:cubicBezTo>
                        <a:pt x="18192" y="12535"/>
                        <a:pt x="18192" y="12535"/>
                        <a:pt x="18192" y="12344"/>
                      </a:cubicBezTo>
                      <a:cubicBezTo>
                        <a:pt x="17812" y="12440"/>
                        <a:pt x="17526" y="12725"/>
                        <a:pt x="17240" y="13011"/>
                      </a:cubicBezTo>
                      <a:cubicBezTo>
                        <a:pt x="16287" y="13297"/>
                        <a:pt x="15621" y="13487"/>
                        <a:pt x="15144" y="13487"/>
                      </a:cubicBezTo>
                      <a:cubicBezTo>
                        <a:pt x="14478" y="13202"/>
                        <a:pt x="13716" y="13202"/>
                        <a:pt x="12573" y="13487"/>
                      </a:cubicBezTo>
                      <a:cubicBezTo>
                        <a:pt x="9239" y="13202"/>
                        <a:pt x="7048" y="13202"/>
                        <a:pt x="5810" y="13487"/>
                      </a:cubicBezTo>
                      <a:lnTo>
                        <a:pt x="5810" y="12344"/>
                      </a:lnTo>
                      <a:lnTo>
                        <a:pt x="3048" y="15392"/>
                      </a:lnTo>
                      <a:cubicBezTo>
                        <a:pt x="3810" y="15678"/>
                        <a:pt x="4667" y="15869"/>
                        <a:pt x="5619" y="15869"/>
                      </a:cubicBezTo>
                      <a:cubicBezTo>
                        <a:pt x="5905" y="15869"/>
                        <a:pt x="8191" y="15107"/>
                        <a:pt x="12573" y="13487"/>
                      </a:cubicBezTo>
                      <a:lnTo>
                        <a:pt x="15144" y="13487"/>
                      </a:lnTo>
                      <a:cubicBezTo>
                        <a:pt x="15621" y="13773"/>
                        <a:pt x="16002" y="14249"/>
                        <a:pt x="16287" y="14726"/>
                      </a:cubicBezTo>
                      <a:cubicBezTo>
                        <a:pt x="16669" y="15297"/>
                        <a:pt x="16954" y="15964"/>
                        <a:pt x="17240" y="16726"/>
                      </a:cubicBezTo>
                      <a:cubicBezTo>
                        <a:pt x="17050" y="16250"/>
                        <a:pt x="16859" y="15678"/>
                        <a:pt x="16573" y="15107"/>
                      </a:cubicBezTo>
                      <a:cubicBezTo>
                        <a:pt x="16573" y="14154"/>
                        <a:pt x="16764" y="13487"/>
                        <a:pt x="17240" y="13011"/>
                      </a:cubicBezTo>
                      <a:cubicBezTo>
                        <a:pt x="17526" y="13011"/>
                        <a:pt x="17907" y="12821"/>
                        <a:pt x="18383" y="12535"/>
                      </a:cubicBezTo>
                      <a:cubicBezTo>
                        <a:pt x="19431" y="14059"/>
                        <a:pt x="20002" y="15011"/>
                        <a:pt x="20002" y="15297"/>
                      </a:cubicBezTo>
                      <a:lnTo>
                        <a:pt x="26384" y="14154"/>
                      </a:lnTo>
                      <a:lnTo>
                        <a:pt x="20002" y="13487"/>
                      </a:lnTo>
                      <a:close/>
                      <a:moveTo>
                        <a:pt x="15144" y="24346"/>
                      </a:moveTo>
                      <a:lnTo>
                        <a:pt x="18859" y="22441"/>
                      </a:lnTo>
                      <a:lnTo>
                        <a:pt x="16954" y="22441"/>
                      </a:lnTo>
                      <a:lnTo>
                        <a:pt x="15049" y="24346"/>
                      </a:lnTo>
                      <a:close/>
                      <a:moveTo>
                        <a:pt x="44005" y="6439"/>
                      </a:moveTo>
                      <a:lnTo>
                        <a:pt x="46767" y="3391"/>
                      </a:lnTo>
                      <a:cubicBezTo>
                        <a:pt x="45815" y="3200"/>
                        <a:pt x="44672" y="2724"/>
                        <a:pt x="43243" y="1962"/>
                      </a:cubicBezTo>
                      <a:lnTo>
                        <a:pt x="40195" y="6344"/>
                      </a:lnTo>
                      <a:lnTo>
                        <a:pt x="36957" y="4439"/>
                      </a:lnTo>
                      <a:lnTo>
                        <a:pt x="41338" y="8915"/>
                      </a:lnTo>
                      <a:cubicBezTo>
                        <a:pt x="41338" y="5867"/>
                        <a:pt x="42005" y="3962"/>
                        <a:pt x="43243" y="3296"/>
                      </a:cubicBezTo>
                      <a:cubicBezTo>
                        <a:pt x="43719" y="3581"/>
                        <a:pt x="43910" y="4629"/>
                        <a:pt x="43910" y="6344"/>
                      </a:cubicBezTo>
                      <a:close/>
                      <a:moveTo>
                        <a:pt x="53149" y="99879"/>
                      </a:moveTo>
                      <a:cubicBezTo>
                        <a:pt x="55912" y="100165"/>
                        <a:pt x="57150" y="99879"/>
                        <a:pt x="56864" y="99117"/>
                      </a:cubicBezTo>
                      <a:cubicBezTo>
                        <a:pt x="56197" y="98831"/>
                        <a:pt x="54959" y="99117"/>
                        <a:pt x="53149" y="99879"/>
                      </a:cubicBezTo>
                      <a:cubicBezTo>
                        <a:pt x="52388" y="99593"/>
                        <a:pt x="51721" y="99593"/>
                        <a:pt x="51245" y="99879"/>
                      </a:cubicBezTo>
                      <a:cubicBezTo>
                        <a:pt x="52006" y="100165"/>
                        <a:pt x="52673" y="100165"/>
                        <a:pt x="53149" y="99879"/>
                      </a:cubicBezTo>
                      <a:close/>
                      <a:moveTo>
                        <a:pt x="77628" y="96164"/>
                      </a:moveTo>
                      <a:cubicBezTo>
                        <a:pt x="75914" y="94926"/>
                        <a:pt x="73437" y="94259"/>
                        <a:pt x="70104" y="94259"/>
                      </a:cubicBezTo>
                      <a:cubicBezTo>
                        <a:pt x="66199" y="94259"/>
                        <a:pt x="63532" y="94069"/>
                        <a:pt x="62198" y="93593"/>
                      </a:cubicBezTo>
                      <a:lnTo>
                        <a:pt x="68485" y="97307"/>
                      </a:lnTo>
                      <a:cubicBezTo>
                        <a:pt x="67723" y="97593"/>
                        <a:pt x="67342" y="98260"/>
                        <a:pt x="67342" y="99117"/>
                      </a:cubicBezTo>
                      <a:lnTo>
                        <a:pt x="69246" y="99117"/>
                      </a:lnTo>
                      <a:cubicBezTo>
                        <a:pt x="69818" y="99403"/>
                        <a:pt x="70104" y="99784"/>
                        <a:pt x="70104" y="100070"/>
                      </a:cubicBezTo>
                      <a:cubicBezTo>
                        <a:pt x="70104" y="100165"/>
                        <a:pt x="69913" y="100641"/>
                        <a:pt x="69437" y="101403"/>
                      </a:cubicBezTo>
                      <a:cubicBezTo>
                        <a:pt x="68961" y="102165"/>
                        <a:pt x="68866" y="102832"/>
                        <a:pt x="69246" y="103499"/>
                      </a:cubicBezTo>
                      <a:lnTo>
                        <a:pt x="72961" y="103499"/>
                      </a:lnTo>
                      <a:cubicBezTo>
                        <a:pt x="71056" y="101689"/>
                        <a:pt x="70104" y="100355"/>
                        <a:pt x="70104" y="99593"/>
                      </a:cubicBezTo>
                      <a:cubicBezTo>
                        <a:pt x="70104" y="98927"/>
                        <a:pt x="70580" y="98450"/>
                        <a:pt x="71438" y="98069"/>
                      </a:cubicBezTo>
                      <a:cubicBezTo>
                        <a:pt x="72294" y="97688"/>
                        <a:pt x="73343" y="97212"/>
                        <a:pt x="74580" y="96831"/>
                      </a:cubicBezTo>
                      <a:cubicBezTo>
                        <a:pt x="75629" y="96641"/>
                        <a:pt x="76676" y="97022"/>
                        <a:pt x="77628" y="97974"/>
                      </a:cubicBezTo>
                      <a:lnTo>
                        <a:pt x="77628" y="96069"/>
                      </a:lnTo>
                      <a:close/>
                      <a:moveTo>
                        <a:pt x="68580" y="80067"/>
                      </a:moveTo>
                      <a:cubicBezTo>
                        <a:pt x="69532" y="81305"/>
                        <a:pt x="70771" y="81877"/>
                        <a:pt x="72294" y="81877"/>
                      </a:cubicBezTo>
                      <a:cubicBezTo>
                        <a:pt x="74580" y="81877"/>
                        <a:pt x="76581" y="81020"/>
                        <a:pt x="78295" y="79305"/>
                      </a:cubicBezTo>
                      <a:lnTo>
                        <a:pt x="74771" y="78162"/>
                      </a:lnTo>
                      <a:cubicBezTo>
                        <a:pt x="74580" y="80067"/>
                        <a:pt x="74200" y="80924"/>
                        <a:pt x="73628" y="80924"/>
                      </a:cubicBezTo>
                      <a:cubicBezTo>
                        <a:pt x="73437" y="80924"/>
                        <a:pt x="72771" y="80353"/>
                        <a:pt x="71628" y="79305"/>
                      </a:cubicBezTo>
                      <a:cubicBezTo>
                        <a:pt x="70485" y="78257"/>
                        <a:pt x="69437" y="77876"/>
                        <a:pt x="68485" y="78162"/>
                      </a:cubicBezTo>
                      <a:lnTo>
                        <a:pt x="68485" y="80067"/>
                      </a:lnTo>
                      <a:close/>
                      <a:moveTo>
                        <a:pt x="77248" y="102165"/>
                      </a:moveTo>
                      <a:lnTo>
                        <a:pt x="77724" y="102356"/>
                      </a:lnTo>
                      <a:lnTo>
                        <a:pt x="77248" y="102165"/>
                      </a:lnTo>
                      <a:lnTo>
                        <a:pt x="73057" y="99117"/>
                      </a:lnTo>
                      <a:cubicBezTo>
                        <a:pt x="72580" y="100546"/>
                        <a:pt x="73057" y="101403"/>
                        <a:pt x="74390" y="101689"/>
                      </a:cubicBezTo>
                      <a:cubicBezTo>
                        <a:pt x="75342" y="101879"/>
                        <a:pt x="76295" y="101975"/>
                        <a:pt x="77248" y="102165"/>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 name="Google Shape;1187;p99"/>
                <p:cNvSpPr/>
                <p:nvPr/>
              </p:nvSpPr>
              <p:spPr>
                <a:xfrm>
                  <a:off x="7483315" y="2526315"/>
                  <a:ext cx="144874" cy="189737"/>
                </a:xfrm>
                <a:custGeom>
                  <a:avLst/>
                  <a:gdLst/>
                  <a:ahLst/>
                  <a:cxnLst/>
                  <a:rect l="l" t="t" r="r" b="b"/>
                  <a:pathLst>
                    <a:path w="144874" h="189737" extrusionOk="0">
                      <a:moveTo>
                        <a:pt x="127730" y="151733"/>
                      </a:moveTo>
                      <a:cubicBezTo>
                        <a:pt x="130873" y="153734"/>
                        <a:pt x="132588" y="157067"/>
                        <a:pt x="132873" y="161735"/>
                      </a:cubicBezTo>
                      <a:cubicBezTo>
                        <a:pt x="132969" y="165735"/>
                        <a:pt x="133064" y="169736"/>
                        <a:pt x="133064" y="173641"/>
                      </a:cubicBezTo>
                      <a:cubicBezTo>
                        <a:pt x="133255" y="175832"/>
                        <a:pt x="133540" y="177641"/>
                        <a:pt x="134016" y="179261"/>
                      </a:cubicBezTo>
                      <a:cubicBezTo>
                        <a:pt x="129635" y="186214"/>
                        <a:pt x="122396" y="189738"/>
                        <a:pt x="112109" y="189738"/>
                      </a:cubicBezTo>
                      <a:cubicBezTo>
                        <a:pt x="109156" y="189738"/>
                        <a:pt x="104489" y="189452"/>
                        <a:pt x="98203" y="188786"/>
                      </a:cubicBezTo>
                      <a:cubicBezTo>
                        <a:pt x="91916" y="188214"/>
                        <a:pt x="87153" y="187833"/>
                        <a:pt x="84105" y="187833"/>
                      </a:cubicBezTo>
                      <a:cubicBezTo>
                        <a:pt x="80772" y="187833"/>
                        <a:pt x="77914" y="187928"/>
                        <a:pt x="75438" y="188214"/>
                      </a:cubicBezTo>
                      <a:lnTo>
                        <a:pt x="22288" y="188214"/>
                      </a:lnTo>
                      <a:lnTo>
                        <a:pt x="22288" y="187547"/>
                      </a:lnTo>
                      <a:cubicBezTo>
                        <a:pt x="20383" y="186404"/>
                        <a:pt x="17145" y="186309"/>
                        <a:pt x="12572" y="187071"/>
                      </a:cubicBezTo>
                      <a:cubicBezTo>
                        <a:pt x="7810" y="187833"/>
                        <a:pt x="4286" y="187357"/>
                        <a:pt x="1810" y="185642"/>
                      </a:cubicBezTo>
                      <a:cubicBezTo>
                        <a:pt x="2571" y="163449"/>
                        <a:pt x="2953" y="141446"/>
                        <a:pt x="2953" y="119729"/>
                      </a:cubicBezTo>
                      <a:cubicBezTo>
                        <a:pt x="2953" y="98012"/>
                        <a:pt x="2571" y="76010"/>
                        <a:pt x="1810" y="53721"/>
                      </a:cubicBezTo>
                      <a:cubicBezTo>
                        <a:pt x="2762" y="54388"/>
                        <a:pt x="3334" y="54578"/>
                        <a:pt x="3620" y="54483"/>
                      </a:cubicBezTo>
                      <a:lnTo>
                        <a:pt x="4381" y="53721"/>
                      </a:lnTo>
                      <a:cubicBezTo>
                        <a:pt x="4476" y="52769"/>
                        <a:pt x="4191" y="52197"/>
                        <a:pt x="3238" y="51721"/>
                      </a:cubicBezTo>
                      <a:cubicBezTo>
                        <a:pt x="2286" y="51340"/>
                        <a:pt x="1810" y="51054"/>
                        <a:pt x="1810" y="50864"/>
                      </a:cubicBezTo>
                      <a:cubicBezTo>
                        <a:pt x="1810" y="50578"/>
                        <a:pt x="2191" y="50006"/>
                        <a:pt x="2953" y="49244"/>
                      </a:cubicBezTo>
                      <a:cubicBezTo>
                        <a:pt x="2953" y="50673"/>
                        <a:pt x="3143" y="51530"/>
                        <a:pt x="3620" y="51816"/>
                      </a:cubicBezTo>
                      <a:cubicBezTo>
                        <a:pt x="5239" y="51625"/>
                        <a:pt x="5619" y="50768"/>
                        <a:pt x="4953" y="49149"/>
                      </a:cubicBezTo>
                      <a:cubicBezTo>
                        <a:pt x="4286" y="47530"/>
                        <a:pt x="4476" y="46577"/>
                        <a:pt x="5524" y="46292"/>
                      </a:cubicBezTo>
                      <a:cubicBezTo>
                        <a:pt x="5429" y="46577"/>
                        <a:pt x="5334" y="46863"/>
                        <a:pt x="5334" y="47244"/>
                      </a:cubicBezTo>
                      <a:cubicBezTo>
                        <a:pt x="5334" y="47911"/>
                        <a:pt x="5715" y="48482"/>
                        <a:pt x="6572" y="49244"/>
                      </a:cubicBezTo>
                      <a:cubicBezTo>
                        <a:pt x="7429" y="49911"/>
                        <a:pt x="7905" y="50483"/>
                        <a:pt x="8096" y="50768"/>
                      </a:cubicBezTo>
                      <a:lnTo>
                        <a:pt x="11811" y="50102"/>
                      </a:lnTo>
                      <a:lnTo>
                        <a:pt x="8096" y="47530"/>
                      </a:lnTo>
                      <a:lnTo>
                        <a:pt x="11811" y="45625"/>
                      </a:lnTo>
                      <a:cubicBezTo>
                        <a:pt x="11811" y="45625"/>
                        <a:pt x="10668" y="44577"/>
                        <a:pt x="8954" y="42863"/>
                      </a:cubicBezTo>
                      <a:cubicBezTo>
                        <a:pt x="7715" y="41720"/>
                        <a:pt x="6667" y="41243"/>
                        <a:pt x="5905" y="41243"/>
                      </a:cubicBezTo>
                      <a:cubicBezTo>
                        <a:pt x="4953" y="41243"/>
                        <a:pt x="4191" y="41910"/>
                        <a:pt x="3524" y="43148"/>
                      </a:cubicBezTo>
                      <a:cubicBezTo>
                        <a:pt x="2476" y="42482"/>
                        <a:pt x="1905" y="41910"/>
                        <a:pt x="1905" y="41243"/>
                      </a:cubicBezTo>
                      <a:cubicBezTo>
                        <a:pt x="1905" y="40958"/>
                        <a:pt x="2476" y="40291"/>
                        <a:pt x="3810" y="39243"/>
                      </a:cubicBezTo>
                      <a:cubicBezTo>
                        <a:pt x="5048" y="38195"/>
                        <a:pt x="5619" y="37338"/>
                        <a:pt x="5429" y="36576"/>
                      </a:cubicBezTo>
                      <a:lnTo>
                        <a:pt x="7334" y="38481"/>
                      </a:lnTo>
                      <a:lnTo>
                        <a:pt x="8477" y="37052"/>
                      </a:lnTo>
                      <a:cubicBezTo>
                        <a:pt x="8477" y="37052"/>
                        <a:pt x="9525" y="37719"/>
                        <a:pt x="10096" y="37719"/>
                      </a:cubicBezTo>
                      <a:cubicBezTo>
                        <a:pt x="10858" y="37719"/>
                        <a:pt x="12096" y="37338"/>
                        <a:pt x="13716" y="36576"/>
                      </a:cubicBezTo>
                      <a:cubicBezTo>
                        <a:pt x="15335" y="35814"/>
                        <a:pt x="16478" y="35433"/>
                        <a:pt x="17335" y="35433"/>
                      </a:cubicBezTo>
                      <a:cubicBezTo>
                        <a:pt x="18288" y="35433"/>
                        <a:pt x="19050" y="35814"/>
                        <a:pt x="19716" y="36576"/>
                      </a:cubicBezTo>
                      <a:lnTo>
                        <a:pt x="20860" y="35909"/>
                      </a:lnTo>
                      <a:cubicBezTo>
                        <a:pt x="20669" y="34481"/>
                        <a:pt x="19812" y="33528"/>
                        <a:pt x="18192" y="32957"/>
                      </a:cubicBezTo>
                      <a:cubicBezTo>
                        <a:pt x="16573" y="32480"/>
                        <a:pt x="15526" y="31909"/>
                        <a:pt x="15335" y="31433"/>
                      </a:cubicBezTo>
                      <a:cubicBezTo>
                        <a:pt x="12859" y="31242"/>
                        <a:pt x="9810" y="31242"/>
                        <a:pt x="6191" y="31433"/>
                      </a:cubicBezTo>
                      <a:cubicBezTo>
                        <a:pt x="5810" y="32195"/>
                        <a:pt x="5619" y="32575"/>
                        <a:pt x="5334" y="32575"/>
                      </a:cubicBezTo>
                      <a:cubicBezTo>
                        <a:pt x="4667" y="32099"/>
                        <a:pt x="4191" y="31909"/>
                        <a:pt x="3905" y="31909"/>
                      </a:cubicBezTo>
                      <a:cubicBezTo>
                        <a:pt x="3620" y="31909"/>
                        <a:pt x="3238" y="31909"/>
                        <a:pt x="3047" y="32099"/>
                      </a:cubicBezTo>
                      <a:lnTo>
                        <a:pt x="1238" y="25146"/>
                      </a:lnTo>
                      <a:cubicBezTo>
                        <a:pt x="2476" y="25146"/>
                        <a:pt x="3334" y="24765"/>
                        <a:pt x="3714" y="23908"/>
                      </a:cubicBezTo>
                      <a:cubicBezTo>
                        <a:pt x="3714" y="22574"/>
                        <a:pt x="3143" y="22098"/>
                        <a:pt x="2000" y="22765"/>
                      </a:cubicBezTo>
                      <a:cubicBezTo>
                        <a:pt x="857" y="23432"/>
                        <a:pt x="190" y="23241"/>
                        <a:pt x="0" y="22289"/>
                      </a:cubicBezTo>
                      <a:lnTo>
                        <a:pt x="1905" y="20383"/>
                      </a:lnTo>
                      <a:lnTo>
                        <a:pt x="3714" y="22289"/>
                      </a:lnTo>
                      <a:cubicBezTo>
                        <a:pt x="4191" y="21812"/>
                        <a:pt x="4476" y="20383"/>
                        <a:pt x="4476" y="17812"/>
                      </a:cubicBezTo>
                      <a:cubicBezTo>
                        <a:pt x="4476" y="18479"/>
                        <a:pt x="4857" y="18860"/>
                        <a:pt x="5619" y="19145"/>
                      </a:cubicBezTo>
                      <a:cubicBezTo>
                        <a:pt x="6858" y="18193"/>
                        <a:pt x="7525" y="17431"/>
                        <a:pt x="7525" y="16859"/>
                      </a:cubicBezTo>
                      <a:cubicBezTo>
                        <a:pt x="7525" y="16097"/>
                        <a:pt x="6477" y="14954"/>
                        <a:pt x="4381" y="13430"/>
                      </a:cubicBezTo>
                      <a:cubicBezTo>
                        <a:pt x="2286" y="12002"/>
                        <a:pt x="1238" y="10573"/>
                        <a:pt x="1238" y="9335"/>
                      </a:cubicBezTo>
                      <a:cubicBezTo>
                        <a:pt x="1238" y="8287"/>
                        <a:pt x="1810" y="7049"/>
                        <a:pt x="3047" y="5810"/>
                      </a:cubicBezTo>
                      <a:lnTo>
                        <a:pt x="7525" y="1143"/>
                      </a:lnTo>
                      <a:cubicBezTo>
                        <a:pt x="15430" y="381"/>
                        <a:pt x="23907" y="0"/>
                        <a:pt x="32956" y="0"/>
                      </a:cubicBezTo>
                      <a:cubicBezTo>
                        <a:pt x="42005" y="0"/>
                        <a:pt x="54292" y="476"/>
                        <a:pt x="71438" y="1429"/>
                      </a:cubicBezTo>
                      <a:cubicBezTo>
                        <a:pt x="88487" y="2381"/>
                        <a:pt x="101441" y="2858"/>
                        <a:pt x="110109" y="2858"/>
                      </a:cubicBezTo>
                      <a:cubicBezTo>
                        <a:pt x="116300" y="2858"/>
                        <a:pt x="122205" y="2667"/>
                        <a:pt x="127825" y="2381"/>
                      </a:cubicBezTo>
                      <a:cubicBezTo>
                        <a:pt x="131445" y="5239"/>
                        <a:pt x="133255" y="8858"/>
                        <a:pt x="133255" y="13525"/>
                      </a:cubicBezTo>
                      <a:cubicBezTo>
                        <a:pt x="133255" y="14954"/>
                        <a:pt x="133064" y="17336"/>
                        <a:pt x="132588" y="20765"/>
                      </a:cubicBezTo>
                      <a:cubicBezTo>
                        <a:pt x="132112" y="24194"/>
                        <a:pt x="131921" y="26861"/>
                        <a:pt x="131921" y="28670"/>
                      </a:cubicBezTo>
                      <a:cubicBezTo>
                        <a:pt x="131921" y="30480"/>
                        <a:pt x="132112" y="32290"/>
                        <a:pt x="132397" y="33814"/>
                      </a:cubicBezTo>
                      <a:cubicBezTo>
                        <a:pt x="132397" y="36290"/>
                        <a:pt x="130873" y="37529"/>
                        <a:pt x="127730" y="37529"/>
                      </a:cubicBezTo>
                      <a:cubicBezTo>
                        <a:pt x="127254" y="37529"/>
                        <a:pt x="126396" y="37529"/>
                        <a:pt x="125349" y="37338"/>
                      </a:cubicBezTo>
                      <a:lnTo>
                        <a:pt x="122967" y="37338"/>
                      </a:lnTo>
                      <a:cubicBezTo>
                        <a:pt x="121158" y="37338"/>
                        <a:pt x="119729" y="37719"/>
                        <a:pt x="118776" y="38291"/>
                      </a:cubicBezTo>
                      <a:lnTo>
                        <a:pt x="113633" y="38291"/>
                      </a:lnTo>
                      <a:lnTo>
                        <a:pt x="113633" y="37338"/>
                      </a:lnTo>
                      <a:cubicBezTo>
                        <a:pt x="106489" y="38005"/>
                        <a:pt x="98393" y="38291"/>
                        <a:pt x="89439" y="38291"/>
                      </a:cubicBezTo>
                      <a:cubicBezTo>
                        <a:pt x="83820" y="38481"/>
                        <a:pt x="75629" y="38481"/>
                        <a:pt x="64960" y="38291"/>
                      </a:cubicBezTo>
                      <a:lnTo>
                        <a:pt x="40481" y="38291"/>
                      </a:lnTo>
                      <a:cubicBezTo>
                        <a:pt x="39338" y="41053"/>
                        <a:pt x="38862" y="44291"/>
                        <a:pt x="38862" y="47816"/>
                      </a:cubicBezTo>
                      <a:cubicBezTo>
                        <a:pt x="38862" y="48863"/>
                        <a:pt x="38862" y="50578"/>
                        <a:pt x="39052" y="52673"/>
                      </a:cubicBezTo>
                      <a:lnTo>
                        <a:pt x="39052" y="57817"/>
                      </a:lnTo>
                      <a:cubicBezTo>
                        <a:pt x="39052" y="61246"/>
                        <a:pt x="38671" y="64389"/>
                        <a:pt x="37909" y="67151"/>
                      </a:cubicBezTo>
                      <a:cubicBezTo>
                        <a:pt x="38385" y="69342"/>
                        <a:pt x="38766" y="71533"/>
                        <a:pt x="39052" y="73628"/>
                      </a:cubicBezTo>
                      <a:cubicBezTo>
                        <a:pt x="39910" y="76486"/>
                        <a:pt x="41243" y="77819"/>
                        <a:pt x="43243" y="77819"/>
                      </a:cubicBezTo>
                      <a:cubicBezTo>
                        <a:pt x="43910" y="77819"/>
                        <a:pt x="44482" y="77819"/>
                        <a:pt x="45053" y="77533"/>
                      </a:cubicBezTo>
                      <a:cubicBezTo>
                        <a:pt x="45529" y="77724"/>
                        <a:pt x="46101" y="77819"/>
                        <a:pt x="46672" y="77819"/>
                      </a:cubicBezTo>
                      <a:cubicBezTo>
                        <a:pt x="47339" y="77819"/>
                        <a:pt x="48291" y="77629"/>
                        <a:pt x="49530" y="77343"/>
                      </a:cubicBezTo>
                      <a:cubicBezTo>
                        <a:pt x="50768" y="77057"/>
                        <a:pt x="51625" y="76867"/>
                        <a:pt x="52101" y="76867"/>
                      </a:cubicBezTo>
                      <a:cubicBezTo>
                        <a:pt x="53244" y="76867"/>
                        <a:pt x="54292" y="77533"/>
                        <a:pt x="55054" y="78772"/>
                      </a:cubicBezTo>
                      <a:cubicBezTo>
                        <a:pt x="59245" y="77533"/>
                        <a:pt x="64103" y="76867"/>
                        <a:pt x="69722" y="76867"/>
                      </a:cubicBezTo>
                      <a:cubicBezTo>
                        <a:pt x="72485" y="76867"/>
                        <a:pt x="76581" y="77057"/>
                        <a:pt x="81915" y="77438"/>
                      </a:cubicBezTo>
                      <a:cubicBezTo>
                        <a:pt x="87249" y="77819"/>
                        <a:pt x="91249" y="78010"/>
                        <a:pt x="93916" y="78010"/>
                      </a:cubicBezTo>
                      <a:cubicBezTo>
                        <a:pt x="96583" y="78010"/>
                        <a:pt x="99060" y="77915"/>
                        <a:pt x="101346" y="77533"/>
                      </a:cubicBezTo>
                      <a:cubicBezTo>
                        <a:pt x="102394" y="81439"/>
                        <a:pt x="102870" y="86868"/>
                        <a:pt x="102679" y="93821"/>
                      </a:cubicBezTo>
                      <a:cubicBezTo>
                        <a:pt x="102584" y="101727"/>
                        <a:pt x="102679" y="107156"/>
                        <a:pt x="103155" y="110109"/>
                      </a:cubicBezTo>
                      <a:cubicBezTo>
                        <a:pt x="99822" y="112490"/>
                        <a:pt x="95440" y="113633"/>
                        <a:pt x="89821" y="113633"/>
                      </a:cubicBezTo>
                      <a:cubicBezTo>
                        <a:pt x="87535" y="113633"/>
                        <a:pt x="84010" y="113443"/>
                        <a:pt x="79247" y="112871"/>
                      </a:cubicBezTo>
                      <a:cubicBezTo>
                        <a:pt x="74580" y="112395"/>
                        <a:pt x="70961" y="112204"/>
                        <a:pt x="68485" y="112204"/>
                      </a:cubicBezTo>
                      <a:cubicBezTo>
                        <a:pt x="66198" y="112204"/>
                        <a:pt x="64008" y="112395"/>
                        <a:pt x="61913" y="112681"/>
                      </a:cubicBezTo>
                      <a:lnTo>
                        <a:pt x="61913" y="111538"/>
                      </a:lnTo>
                      <a:cubicBezTo>
                        <a:pt x="60770" y="111728"/>
                        <a:pt x="58388" y="111728"/>
                        <a:pt x="54673" y="111728"/>
                      </a:cubicBezTo>
                      <a:cubicBezTo>
                        <a:pt x="52197" y="111728"/>
                        <a:pt x="49816" y="112300"/>
                        <a:pt x="47720" y="113348"/>
                      </a:cubicBezTo>
                      <a:cubicBezTo>
                        <a:pt x="46958" y="112871"/>
                        <a:pt x="45910" y="112681"/>
                        <a:pt x="44672" y="112681"/>
                      </a:cubicBezTo>
                      <a:cubicBezTo>
                        <a:pt x="42863" y="112871"/>
                        <a:pt x="41720" y="112871"/>
                        <a:pt x="41434" y="112681"/>
                      </a:cubicBezTo>
                      <a:cubicBezTo>
                        <a:pt x="38957" y="113443"/>
                        <a:pt x="37719" y="115443"/>
                        <a:pt x="37719" y="118491"/>
                      </a:cubicBezTo>
                      <a:cubicBezTo>
                        <a:pt x="37719" y="120682"/>
                        <a:pt x="38100" y="122396"/>
                        <a:pt x="38862" y="123635"/>
                      </a:cubicBezTo>
                      <a:cubicBezTo>
                        <a:pt x="35433" y="122682"/>
                        <a:pt x="32385" y="123635"/>
                        <a:pt x="29813" y="126206"/>
                      </a:cubicBezTo>
                      <a:lnTo>
                        <a:pt x="35909" y="125063"/>
                      </a:lnTo>
                      <a:lnTo>
                        <a:pt x="35147" y="126206"/>
                      </a:lnTo>
                      <a:cubicBezTo>
                        <a:pt x="35433" y="126873"/>
                        <a:pt x="35909" y="127159"/>
                        <a:pt x="36290" y="127159"/>
                      </a:cubicBezTo>
                      <a:cubicBezTo>
                        <a:pt x="36004" y="127159"/>
                        <a:pt x="36862" y="126492"/>
                        <a:pt x="38862" y="125063"/>
                      </a:cubicBezTo>
                      <a:cubicBezTo>
                        <a:pt x="38862" y="124396"/>
                        <a:pt x="38862" y="128969"/>
                        <a:pt x="38671" y="138589"/>
                      </a:cubicBezTo>
                      <a:cubicBezTo>
                        <a:pt x="38481" y="144209"/>
                        <a:pt x="39433" y="148400"/>
                        <a:pt x="41434" y="151448"/>
                      </a:cubicBezTo>
                      <a:cubicBezTo>
                        <a:pt x="47244" y="152210"/>
                        <a:pt x="53244" y="152591"/>
                        <a:pt x="59626" y="152591"/>
                      </a:cubicBezTo>
                      <a:cubicBezTo>
                        <a:pt x="64389" y="152591"/>
                        <a:pt x="71438" y="152305"/>
                        <a:pt x="80676" y="151638"/>
                      </a:cubicBezTo>
                      <a:cubicBezTo>
                        <a:pt x="89916" y="151067"/>
                        <a:pt x="96869" y="150686"/>
                        <a:pt x="101536" y="150686"/>
                      </a:cubicBezTo>
                      <a:cubicBezTo>
                        <a:pt x="108489" y="150686"/>
                        <a:pt x="114966" y="151162"/>
                        <a:pt x="121062" y="152114"/>
                      </a:cubicBezTo>
                      <a:cubicBezTo>
                        <a:pt x="122205" y="149638"/>
                        <a:pt x="124301" y="149352"/>
                        <a:pt x="127635" y="151448"/>
                      </a:cubicBezTo>
                      <a:close/>
                      <a:moveTo>
                        <a:pt x="7525" y="34671"/>
                      </a:moveTo>
                      <a:lnTo>
                        <a:pt x="8954" y="36576"/>
                      </a:lnTo>
                      <a:lnTo>
                        <a:pt x="8667" y="37052"/>
                      </a:lnTo>
                      <a:cubicBezTo>
                        <a:pt x="8096" y="36386"/>
                        <a:pt x="7620" y="35624"/>
                        <a:pt x="7525" y="34671"/>
                      </a:cubicBezTo>
                      <a:close/>
                      <a:moveTo>
                        <a:pt x="55340" y="101346"/>
                      </a:moveTo>
                      <a:lnTo>
                        <a:pt x="52482" y="101346"/>
                      </a:lnTo>
                      <a:cubicBezTo>
                        <a:pt x="52959" y="102394"/>
                        <a:pt x="53911" y="102394"/>
                        <a:pt x="55340" y="101346"/>
                      </a:cubicBezTo>
                      <a:lnTo>
                        <a:pt x="56483" y="101346"/>
                      </a:lnTo>
                      <a:cubicBezTo>
                        <a:pt x="56483" y="101346"/>
                        <a:pt x="56959" y="102203"/>
                        <a:pt x="56959" y="102965"/>
                      </a:cubicBezTo>
                      <a:lnTo>
                        <a:pt x="60197" y="101346"/>
                      </a:lnTo>
                      <a:cubicBezTo>
                        <a:pt x="60960" y="102108"/>
                        <a:pt x="61341" y="102679"/>
                        <a:pt x="61341" y="102965"/>
                      </a:cubicBezTo>
                      <a:lnTo>
                        <a:pt x="64865" y="102965"/>
                      </a:lnTo>
                      <a:lnTo>
                        <a:pt x="64865" y="101346"/>
                      </a:lnTo>
                      <a:lnTo>
                        <a:pt x="56388" y="101346"/>
                      </a:lnTo>
                      <a:cubicBezTo>
                        <a:pt x="56388" y="101346"/>
                        <a:pt x="55721" y="101060"/>
                        <a:pt x="55245" y="101346"/>
                      </a:cubicBezTo>
                      <a:close/>
                      <a:moveTo>
                        <a:pt x="100774" y="13430"/>
                      </a:moveTo>
                      <a:lnTo>
                        <a:pt x="98870" y="12287"/>
                      </a:lnTo>
                      <a:lnTo>
                        <a:pt x="100774" y="16002"/>
                      </a:lnTo>
                      <a:lnTo>
                        <a:pt x="100774" y="13430"/>
                      </a:lnTo>
                      <a:close/>
                      <a:moveTo>
                        <a:pt x="143923" y="164211"/>
                      </a:moveTo>
                      <a:lnTo>
                        <a:pt x="144875" y="164211"/>
                      </a:lnTo>
                      <a:lnTo>
                        <a:pt x="142018" y="165830"/>
                      </a:lnTo>
                      <a:lnTo>
                        <a:pt x="143923" y="16421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 name="Google Shape;1188;p99"/>
                <p:cNvSpPr/>
                <p:nvPr/>
              </p:nvSpPr>
              <p:spPr>
                <a:xfrm>
                  <a:off x="7592662" y="2509231"/>
                  <a:ext cx="181165" cy="206060"/>
                </a:xfrm>
                <a:custGeom>
                  <a:avLst/>
                  <a:gdLst/>
                  <a:ahLst/>
                  <a:cxnLst/>
                  <a:rect l="l" t="t" r="r" b="b"/>
                  <a:pathLst>
                    <a:path w="181165" h="206060" extrusionOk="0">
                      <a:moveTo>
                        <a:pt x="667" y="87760"/>
                      </a:moveTo>
                      <a:lnTo>
                        <a:pt x="0" y="84235"/>
                      </a:lnTo>
                      <a:lnTo>
                        <a:pt x="1905" y="86807"/>
                      </a:lnTo>
                      <a:lnTo>
                        <a:pt x="762" y="87760"/>
                      </a:lnTo>
                      <a:close/>
                      <a:moveTo>
                        <a:pt x="14192" y="114525"/>
                      </a:moveTo>
                      <a:cubicBezTo>
                        <a:pt x="14764" y="114525"/>
                        <a:pt x="15716" y="114906"/>
                        <a:pt x="17050" y="115763"/>
                      </a:cubicBezTo>
                      <a:lnTo>
                        <a:pt x="14192" y="117668"/>
                      </a:lnTo>
                      <a:lnTo>
                        <a:pt x="14192" y="114620"/>
                      </a:lnTo>
                      <a:close/>
                      <a:moveTo>
                        <a:pt x="20479" y="51184"/>
                      </a:moveTo>
                      <a:cubicBezTo>
                        <a:pt x="19717" y="51946"/>
                        <a:pt x="19050" y="52327"/>
                        <a:pt x="18574" y="52327"/>
                      </a:cubicBezTo>
                      <a:cubicBezTo>
                        <a:pt x="18098" y="52327"/>
                        <a:pt x="17716" y="51755"/>
                        <a:pt x="17431" y="50422"/>
                      </a:cubicBezTo>
                      <a:lnTo>
                        <a:pt x="16954" y="47659"/>
                      </a:lnTo>
                      <a:lnTo>
                        <a:pt x="20479" y="51184"/>
                      </a:lnTo>
                      <a:close/>
                      <a:moveTo>
                        <a:pt x="24193" y="56708"/>
                      </a:moveTo>
                      <a:lnTo>
                        <a:pt x="24955" y="52327"/>
                      </a:lnTo>
                      <a:lnTo>
                        <a:pt x="27527" y="56708"/>
                      </a:lnTo>
                      <a:lnTo>
                        <a:pt x="24193" y="56708"/>
                      </a:lnTo>
                      <a:close/>
                      <a:moveTo>
                        <a:pt x="30575" y="45754"/>
                      </a:moveTo>
                      <a:cubicBezTo>
                        <a:pt x="30385" y="44516"/>
                        <a:pt x="29337" y="43564"/>
                        <a:pt x="27527" y="42992"/>
                      </a:cubicBezTo>
                      <a:cubicBezTo>
                        <a:pt x="25622" y="42325"/>
                        <a:pt x="24765" y="41468"/>
                        <a:pt x="24955" y="40230"/>
                      </a:cubicBezTo>
                      <a:cubicBezTo>
                        <a:pt x="26003" y="39944"/>
                        <a:pt x="27051" y="40230"/>
                        <a:pt x="28004" y="41373"/>
                      </a:cubicBezTo>
                      <a:cubicBezTo>
                        <a:pt x="29527" y="43087"/>
                        <a:pt x="30385" y="43945"/>
                        <a:pt x="30575" y="43945"/>
                      </a:cubicBezTo>
                      <a:lnTo>
                        <a:pt x="30575" y="45850"/>
                      </a:lnTo>
                      <a:close/>
                      <a:moveTo>
                        <a:pt x="31909" y="54803"/>
                      </a:moveTo>
                      <a:lnTo>
                        <a:pt x="29337" y="54803"/>
                      </a:lnTo>
                      <a:cubicBezTo>
                        <a:pt x="29242" y="54041"/>
                        <a:pt x="29623" y="53374"/>
                        <a:pt x="30575" y="52993"/>
                      </a:cubicBezTo>
                      <a:cubicBezTo>
                        <a:pt x="31337" y="52517"/>
                        <a:pt x="31813" y="52803"/>
                        <a:pt x="31909" y="53660"/>
                      </a:cubicBezTo>
                      <a:lnTo>
                        <a:pt x="31909" y="54803"/>
                      </a:lnTo>
                      <a:close/>
                      <a:moveTo>
                        <a:pt x="29337" y="134337"/>
                      </a:moveTo>
                      <a:lnTo>
                        <a:pt x="31242" y="131765"/>
                      </a:lnTo>
                      <a:cubicBezTo>
                        <a:pt x="31242" y="133384"/>
                        <a:pt x="30956" y="134146"/>
                        <a:pt x="30575" y="134337"/>
                      </a:cubicBezTo>
                      <a:lnTo>
                        <a:pt x="29337" y="134337"/>
                      </a:lnTo>
                      <a:close/>
                      <a:moveTo>
                        <a:pt x="30575" y="122716"/>
                      </a:moveTo>
                      <a:cubicBezTo>
                        <a:pt x="30289" y="121478"/>
                        <a:pt x="31337" y="120811"/>
                        <a:pt x="33814" y="120811"/>
                      </a:cubicBezTo>
                      <a:cubicBezTo>
                        <a:pt x="34194" y="121573"/>
                        <a:pt x="33814" y="122240"/>
                        <a:pt x="33147" y="122716"/>
                      </a:cubicBezTo>
                      <a:lnTo>
                        <a:pt x="30575" y="122716"/>
                      </a:lnTo>
                      <a:close/>
                      <a:moveTo>
                        <a:pt x="180023" y="179104"/>
                      </a:moveTo>
                      <a:cubicBezTo>
                        <a:pt x="178879" y="182343"/>
                        <a:pt x="179261" y="190439"/>
                        <a:pt x="181166" y="203298"/>
                      </a:cubicBezTo>
                      <a:cubicBezTo>
                        <a:pt x="180404" y="205203"/>
                        <a:pt x="179165" y="206060"/>
                        <a:pt x="177451" y="206060"/>
                      </a:cubicBezTo>
                      <a:cubicBezTo>
                        <a:pt x="176498" y="206060"/>
                        <a:pt x="175070" y="205774"/>
                        <a:pt x="173260" y="205108"/>
                      </a:cubicBezTo>
                      <a:cubicBezTo>
                        <a:pt x="171355" y="204441"/>
                        <a:pt x="170021" y="204155"/>
                        <a:pt x="169069" y="204155"/>
                      </a:cubicBezTo>
                      <a:cubicBezTo>
                        <a:pt x="166021" y="204917"/>
                        <a:pt x="162116" y="205298"/>
                        <a:pt x="157639" y="205298"/>
                      </a:cubicBezTo>
                      <a:cubicBezTo>
                        <a:pt x="153162" y="205298"/>
                        <a:pt x="148971" y="204917"/>
                        <a:pt x="145256" y="204155"/>
                      </a:cubicBezTo>
                      <a:cubicBezTo>
                        <a:pt x="141637" y="196821"/>
                        <a:pt x="139922" y="190058"/>
                        <a:pt x="139922" y="183867"/>
                      </a:cubicBezTo>
                      <a:cubicBezTo>
                        <a:pt x="139922" y="180438"/>
                        <a:pt x="140494" y="177390"/>
                        <a:pt x="141541" y="174532"/>
                      </a:cubicBezTo>
                      <a:lnTo>
                        <a:pt x="142208" y="174532"/>
                      </a:lnTo>
                      <a:cubicBezTo>
                        <a:pt x="139827" y="172818"/>
                        <a:pt x="139255" y="169008"/>
                        <a:pt x="140303" y="163102"/>
                      </a:cubicBezTo>
                      <a:cubicBezTo>
                        <a:pt x="141351" y="157197"/>
                        <a:pt x="141161" y="153292"/>
                        <a:pt x="139541" y="151482"/>
                      </a:cubicBezTo>
                      <a:cubicBezTo>
                        <a:pt x="140303" y="148529"/>
                        <a:pt x="140684" y="143957"/>
                        <a:pt x="140494" y="137861"/>
                      </a:cubicBezTo>
                      <a:cubicBezTo>
                        <a:pt x="140398" y="131670"/>
                        <a:pt x="140684" y="127288"/>
                        <a:pt x="141446" y="124431"/>
                      </a:cubicBezTo>
                      <a:cubicBezTo>
                        <a:pt x="140018" y="123764"/>
                        <a:pt x="138779" y="123478"/>
                        <a:pt x="137732" y="123478"/>
                      </a:cubicBezTo>
                      <a:cubicBezTo>
                        <a:pt x="134493" y="123478"/>
                        <a:pt x="131540" y="126622"/>
                        <a:pt x="128873" y="133003"/>
                      </a:cubicBezTo>
                      <a:cubicBezTo>
                        <a:pt x="125444" y="140814"/>
                        <a:pt x="122777" y="145481"/>
                        <a:pt x="120968" y="147005"/>
                      </a:cubicBezTo>
                      <a:cubicBezTo>
                        <a:pt x="120682" y="147672"/>
                        <a:pt x="120491" y="148243"/>
                        <a:pt x="120491" y="148815"/>
                      </a:cubicBezTo>
                      <a:cubicBezTo>
                        <a:pt x="120491" y="149386"/>
                        <a:pt x="120777" y="150244"/>
                        <a:pt x="121348" y="151291"/>
                      </a:cubicBezTo>
                      <a:cubicBezTo>
                        <a:pt x="122015" y="152339"/>
                        <a:pt x="122301" y="153006"/>
                        <a:pt x="122301" y="153482"/>
                      </a:cubicBezTo>
                      <a:cubicBezTo>
                        <a:pt x="122301" y="154149"/>
                        <a:pt x="121825" y="154911"/>
                        <a:pt x="120872" y="155768"/>
                      </a:cubicBezTo>
                      <a:cubicBezTo>
                        <a:pt x="117729" y="157292"/>
                        <a:pt x="115538" y="158816"/>
                        <a:pt x="114300" y="160150"/>
                      </a:cubicBezTo>
                      <a:cubicBezTo>
                        <a:pt x="115443" y="160721"/>
                        <a:pt x="116014" y="161007"/>
                        <a:pt x="116205" y="160816"/>
                      </a:cubicBezTo>
                      <a:cubicBezTo>
                        <a:pt x="115538" y="162245"/>
                        <a:pt x="113919" y="163960"/>
                        <a:pt x="111252" y="166150"/>
                      </a:cubicBezTo>
                      <a:cubicBezTo>
                        <a:pt x="108204" y="168913"/>
                        <a:pt x="106204" y="170818"/>
                        <a:pt x="105442" y="171770"/>
                      </a:cubicBezTo>
                      <a:cubicBezTo>
                        <a:pt x="103061" y="170722"/>
                        <a:pt x="101060" y="167865"/>
                        <a:pt x="99346" y="163293"/>
                      </a:cubicBezTo>
                      <a:cubicBezTo>
                        <a:pt x="97631" y="158721"/>
                        <a:pt x="95155" y="155768"/>
                        <a:pt x="91821" y="154530"/>
                      </a:cubicBezTo>
                      <a:cubicBezTo>
                        <a:pt x="92297" y="153482"/>
                        <a:pt x="92488" y="152339"/>
                        <a:pt x="92488" y="151291"/>
                      </a:cubicBezTo>
                      <a:cubicBezTo>
                        <a:pt x="92488" y="149291"/>
                        <a:pt x="91440" y="146719"/>
                        <a:pt x="89154" y="143576"/>
                      </a:cubicBezTo>
                      <a:cubicBezTo>
                        <a:pt x="86677" y="139671"/>
                        <a:pt x="85249" y="137099"/>
                        <a:pt x="84773" y="135861"/>
                      </a:cubicBezTo>
                      <a:lnTo>
                        <a:pt x="86582" y="132146"/>
                      </a:lnTo>
                      <a:lnTo>
                        <a:pt x="77534" y="128908"/>
                      </a:lnTo>
                      <a:cubicBezTo>
                        <a:pt x="77914" y="128336"/>
                        <a:pt x="78486" y="128050"/>
                        <a:pt x="79057" y="128050"/>
                      </a:cubicBezTo>
                      <a:cubicBezTo>
                        <a:pt x="80010" y="128050"/>
                        <a:pt x="81248" y="128908"/>
                        <a:pt x="82772" y="130813"/>
                      </a:cubicBezTo>
                      <a:cubicBezTo>
                        <a:pt x="82772" y="124717"/>
                        <a:pt x="80200" y="119859"/>
                        <a:pt x="74866" y="116144"/>
                      </a:cubicBezTo>
                      <a:cubicBezTo>
                        <a:pt x="73343" y="117668"/>
                        <a:pt x="72580" y="120621"/>
                        <a:pt x="72676" y="125002"/>
                      </a:cubicBezTo>
                      <a:cubicBezTo>
                        <a:pt x="72676" y="129289"/>
                        <a:pt x="72009" y="132146"/>
                        <a:pt x="70485" y="133384"/>
                      </a:cubicBezTo>
                      <a:lnTo>
                        <a:pt x="69247" y="132241"/>
                      </a:lnTo>
                      <a:lnTo>
                        <a:pt x="68580" y="133384"/>
                      </a:lnTo>
                      <a:cubicBezTo>
                        <a:pt x="71057" y="135099"/>
                        <a:pt x="72294" y="137956"/>
                        <a:pt x="72294" y="141957"/>
                      </a:cubicBezTo>
                      <a:cubicBezTo>
                        <a:pt x="72294" y="142528"/>
                        <a:pt x="72294" y="143671"/>
                        <a:pt x="72104" y="145195"/>
                      </a:cubicBezTo>
                      <a:lnTo>
                        <a:pt x="72104" y="148243"/>
                      </a:lnTo>
                      <a:cubicBezTo>
                        <a:pt x="72104" y="150625"/>
                        <a:pt x="72390" y="152434"/>
                        <a:pt x="73057" y="153863"/>
                      </a:cubicBezTo>
                      <a:cubicBezTo>
                        <a:pt x="72390" y="155863"/>
                        <a:pt x="72104" y="159007"/>
                        <a:pt x="72104" y="163198"/>
                      </a:cubicBezTo>
                      <a:cubicBezTo>
                        <a:pt x="72104" y="167389"/>
                        <a:pt x="71818" y="170437"/>
                        <a:pt x="71151" y="172532"/>
                      </a:cubicBezTo>
                      <a:cubicBezTo>
                        <a:pt x="71342" y="173580"/>
                        <a:pt x="71628" y="175485"/>
                        <a:pt x="72104" y="178152"/>
                      </a:cubicBezTo>
                      <a:cubicBezTo>
                        <a:pt x="72580" y="180819"/>
                        <a:pt x="72866" y="182724"/>
                        <a:pt x="72866" y="183962"/>
                      </a:cubicBezTo>
                      <a:cubicBezTo>
                        <a:pt x="72866" y="185581"/>
                        <a:pt x="72580" y="186820"/>
                        <a:pt x="71914" y="187963"/>
                      </a:cubicBezTo>
                      <a:lnTo>
                        <a:pt x="73819" y="189868"/>
                      </a:lnTo>
                      <a:lnTo>
                        <a:pt x="71914" y="189868"/>
                      </a:lnTo>
                      <a:cubicBezTo>
                        <a:pt x="72009" y="190915"/>
                        <a:pt x="72200" y="192154"/>
                        <a:pt x="72200" y="193392"/>
                      </a:cubicBezTo>
                      <a:cubicBezTo>
                        <a:pt x="72200" y="199774"/>
                        <a:pt x="69818" y="203965"/>
                        <a:pt x="64961" y="205965"/>
                      </a:cubicBezTo>
                      <a:cubicBezTo>
                        <a:pt x="59817" y="205489"/>
                        <a:pt x="54769" y="205108"/>
                        <a:pt x="49625" y="204822"/>
                      </a:cubicBezTo>
                      <a:cubicBezTo>
                        <a:pt x="43148" y="204155"/>
                        <a:pt x="38385" y="202345"/>
                        <a:pt x="35433" y="199488"/>
                      </a:cubicBezTo>
                      <a:cubicBezTo>
                        <a:pt x="35719" y="188725"/>
                        <a:pt x="35433" y="171865"/>
                        <a:pt x="34671" y="148624"/>
                      </a:cubicBezTo>
                      <a:lnTo>
                        <a:pt x="37242" y="145862"/>
                      </a:lnTo>
                      <a:cubicBezTo>
                        <a:pt x="35909" y="144814"/>
                        <a:pt x="35338" y="143290"/>
                        <a:pt x="35338" y="141385"/>
                      </a:cubicBezTo>
                      <a:cubicBezTo>
                        <a:pt x="35338" y="140623"/>
                        <a:pt x="35528" y="139290"/>
                        <a:pt x="35909" y="137385"/>
                      </a:cubicBezTo>
                      <a:cubicBezTo>
                        <a:pt x="36290" y="135575"/>
                        <a:pt x="36481" y="134242"/>
                        <a:pt x="36481" y="133480"/>
                      </a:cubicBezTo>
                      <a:cubicBezTo>
                        <a:pt x="36481" y="131575"/>
                        <a:pt x="35814" y="130146"/>
                        <a:pt x="34576" y="129003"/>
                      </a:cubicBezTo>
                      <a:lnTo>
                        <a:pt x="35338" y="108524"/>
                      </a:lnTo>
                      <a:cubicBezTo>
                        <a:pt x="36386" y="107762"/>
                        <a:pt x="36957" y="106619"/>
                        <a:pt x="36957" y="105286"/>
                      </a:cubicBezTo>
                      <a:cubicBezTo>
                        <a:pt x="36957" y="104238"/>
                        <a:pt x="36386" y="102428"/>
                        <a:pt x="35338" y="100047"/>
                      </a:cubicBezTo>
                      <a:cubicBezTo>
                        <a:pt x="34194" y="97666"/>
                        <a:pt x="33623" y="95951"/>
                        <a:pt x="33433" y="94999"/>
                      </a:cubicBezTo>
                      <a:cubicBezTo>
                        <a:pt x="34861" y="92522"/>
                        <a:pt x="35528" y="89474"/>
                        <a:pt x="35528" y="85855"/>
                      </a:cubicBezTo>
                      <a:cubicBezTo>
                        <a:pt x="35338" y="79663"/>
                        <a:pt x="35243" y="76330"/>
                        <a:pt x="35243" y="75853"/>
                      </a:cubicBezTo>
                      <a:cubicBezTo>
                        <a:pt x="36957" y="75853"/>
                        <a:pt x="37909" y="75663"/>
                        <a:pt x="38005" y="75187"/>
                      </a:cubicBezTo>
                      <a:cubicBezTo>
                        <a:pt x="38005" y="74234"/>
                        <a:pt x="37719" y="73663"/>
                        <a:pt x="37242" y="73567"/>
                      </a:cubicBezTo>
                      <a:lnTo>
                        <a:pt x="35623" y="73758"/>
                      </a:lnTo>
                      <a:cubicBezTo>
                        <a:pt x="35052" y="73948"/>
                        <a:pt x="34671" y="73758"/>
                        <a:pt x="34480" y="73282"/>
                      </a:cubicBezTo>
                      <a:cubicBezTo>
                        <a:pt x="34671" y="71758"/>
                        <a:pt x="35433" y="71281"/>
                        <a:pt x="36766" y="72043"/>
                      </a:cubicBezTo>
                      <a:cubicBezTo>
                        <a:pt x="38195" y="72805"/>
                        <a:pt x="39243" y="72615"/>
                        <a:pt x="39814" y="71472"/>
                      </a:cubicBezTo>
                      <a:lnTo>
                        <a:pt x="40577" y="74520"/>
                      </a:lnTo>
                      <a:cubicBezTo>
                        <a:pt x="41053" y="73853"/>
                        <a:pt x="41529" y="73567"/>
                        <a:pt x="41910" y="73567"/>
                      </a:cubicBezTo>
                      <a:cubicBezTo>
                        <a:pt x="42100" y="73567"/>
                        <a:pt x="42291" y="73663"/>
                        <a:pt x="42767" y="73948"/>
                      </a:cubicBezTo>
                      <a:cubicBezTo>
                        <a:pt x="43148" y="74139"/>
                        <a:pt x="43434" y="74234"/>
                        <a:pt x="43625" y="74234"/>
                      </a:cubicBezTo>
                      <a:cubicBezTo>
                        <a:pt x="43910" y="74234"/>
                        <a:pt x="44101" y="73663"/>
                        <a:pt x="44291" y="72615"/>
                      </a:cubicBezTo>
                      <a:lnTo>
                        <a:pt x="42386" y="70710"/>
                      </a:lnTo>
                      <a:cubicBezTo>
                        <a:pt x="43148" y="70900"/>
                        <a:pt x="44101" y="71472"/>
                        <a:pt x="45244" y="72615"/>
                      </a:cubicBezTo>
                      <a:cubicBezTo>
                        <a:pt x="46291" y="73663"/>
                        <a:pt x="47244" y="74329"/>
                        <a:pt x="48006" y="74425"/>
                      </a:cubicBezTo>
                      <a:cubicBezTo>
                        <a:pt x="48006" y="74139"/>
                        <a:pt x="48292" y="73663"/>
                        <a:pt x="48863" y="72996"/>
                      </a:cubicBezTo>
                      <a:cubicBezTo>
                        <a:pt x="49435" y="72424"/>
                        <a:pt x="49625" y="71853"/>
                        <a:pt x="49435" y="71377"/>
                      </a:cubicBezTo>
                      <a:lnTo>
                        <a:pt x="48482" y="71091"/>
                      </a:lnTo>
                      <a:cubicBezTo>
                        <a:pt x="49054" y="70900"/>
                        <a:pt x="49816" y="70329"/>
                        <a:pt x="50768" y="69091"/>
                      </a:cubicBezTo>
                      <a:cubicBezTo>
                        <a:pt x="51721" y="67948"/>
                        <a:pt x="52578" y="67376"/>
                        <a:pt x="53244" y="67376"/>
                      </a:cubicBezTo>
                      <a:cubicBezTo>
                        <a:pt x="53721" y="67376"/>
                        <a:pt x="54293" y="67567"/>
                        <a:pt x="54864" y="68043"/>
                      </a:cubicBezTo>
                      <a:lnTo>
                        <a:pt x="52959" y="65947"/>
                      </a:lnTo>
                      <a:cubicBezTo>
                        <a:pt x="53911" y="65471"/>
                        <a:pt x="54197" y="64900"/>
                        <a:pt x="53721" y="64042"/>
                      </a:cubicBezTo>
                      <a:cubicBezTo>
                        <a:pt x="52483" y="64233"/>
                        <a:pt x="51245" y="64233"/>
                        <a:pt x="50006" y="64233"/>
                      </a:cubicBezTo>
                      <a:cubicBezTo>
                        <a:pt x="48292" y="64233"/>
                        <a:pt x="46291" y="63947"/>
                        <a:pt x="44005" y="63280"/>
                      </a:cubicBezTo>
                      <a:cubicBezTo>
                        <a:pt x="40862" y="62328"/>
                        <a:pt x="38576" y="61661"/>
                        <a:pt x="37052" y="61375"/>
                      </a:cubicBezTo>
                      <a:lnTo>
                        <a:pt x="38862" y="65757"/>
                      </a:lnTo>
                      <a:lnTo>
                        <a:pt x="34385" y="65757"/>
                      </a:lnTo>
                      <a:lnTo>
                        <a:pt x="36957" y="65090"/>
                      </a:lnTo>
                      <a:cubicBezTo>
                        <a:pt x="36290" y="63376"/>
                        <a:pt x="35909" y="61090"/>
                        <a:pt x="35909" y="58327"/>
                      </a:cubicBezTo>
                      <a:cubicBezTo>
                        <a:pt x="35814" y="55565"/>
                        <a:pt x="35528" y="53565"/>
                        <a:pt x="35052" y="52517"/>
                      </a:cubicBezTo>
                      <a:cubicBezTo>
                        <a:pt x="34290" y="50041"/>
                        <a:pt x="35147" y="48517"/>
                        <a:pt x="37814" y="47850"/>
                      </a:cubicBezTo>
                      <a:cubicBezTo>
                        <a:pt x="35433" y="45373"/>
                        <a:pt x="34290" y="42230"/>
                        <a:pt x="34290" y="38325"/>
                      </a:cubicBezTo>
                      <a:cubicBezTo>
                        <a:pt x="34290" y="36610"/>
                        <a:pt x="34576" y="33753"/>
                        <a:pt x="35243" y="29943"/>
                      </a:cubicBezTo>
                      <a:cubicBezTo>
                        <a:pt x="35814" y="26038"/>
                        <a:pt x="36100" y="23085"/>
                        <a:pt x="35909" y="21085"/>
                      </a:cubicBezTo>
                      <a:cubicBezTo>
                        <a:pt x="42100" y="19370"/>
                        <a:pt x="49339" y="18513"/>
                        <a:pt x="57341" y="18513"/>
                      </a:cubicBezTo>
                      <a:cubicBezTo>
                        <a:pt x="60960" y="18513"/>
                        <a:pt x="64008" y="18703"/>
                        <a:pt x="66484" y="19180"/>
                      </a:cubicBezTo>
                      <a:lnTo>
                        <a:pt x="73438" y="24799"/>
                      </a:lnTo>
                      <a:lnTo>
                        <a:pt x="72771" y="25466"/>
                      </a:lnTo>
                      <a:cubicBezTo>
                        <a:pt x="74771" y="26323"/>
                        <a:pt x="76295" y="28514"/>
                        <a:pt x="77438" y="31753"/>
                      </a:cubicBezTo>
                      <a:lnTo>
                        <a:pt x="80010" y="39658"/>
                      </a:lnTo>
                      <a:cubicBezTo>
                        <a:pt x="83248" y="41849"/>
                        <a:pt x="85820" y="46897"/>
                        <a:pt x="87535" y="54803"/>
                      </a:cubicBezTo>
                      <a:cubicBezTo>
                        <a:pt x="89345" y="62709"/>
                        <a:pt x="92202" y="67948"/>
                        <a:pt x="96012" y="70424"/>
                      </a:cubicBezTo>
                      <a:cubicBezTo>
                        <a:pt x="97536" y="74044"/>
                        <a:pt x="99441" y="79568"/>
                        <a:pt x="101632" y="87188"/>
                      </a:cubicBezTo>
                      <a:cubicBezTo>
                        <a:pt x="102679" y="87188"/>
                        <a:pt x="103251" y="87379"/>
                        <a:pt x="103251" y="87855"/>
                      </a:cubicBezTo>
                      <a:cubicBezTo>
                        <a:pt x="103251" y="88141"/>
                        <a:pt x="103061" y="88617"/>
                        <a:pt x="102679" y="89093"/>
                      </a:cubicBezTo>
                      <a:cubicBezTo>
                        <a:pt x="102298" y="89665"/>
                        <a:pt x="102108" y="90046"/>
                        <a:pt x="102108" y="90331"/>
                      </a:cubicBezTo>
                      <a:cubicBezTo>
                        <a:pt x="102108" y="90808"/>
                        <a:pt x="102394" y="91189"/>
                        <a:pt x="103061" y="91474"/>
                      </a:cubicBezTo>
                      <a:cubicBezTo>
                        <a:pt x="107442" y="87950"/>
                        <a:pt x="110014" y="85759"/>
                        <a:pt x="110680" y="84997"/>
                      </a:cubicBezTo>
                      <a:cubicBezTo>
                        <a:pt x="113062" y="82807"/>
                        <a:pt x="114967" y="80235"/>
                        <a:pt x="116586" y="77282"/>
                      </a:cubicBezTo>
                      <a:lnTo>
                        <a:pt x="113062" y="75377"/>
                      </a:lnTo>
                      <a:cubicBezTo>
                        <a:pt x="113062" y="74615"/>
                        <a:pt x="114300" y="73853"/>
                        <a:pt x="116872" y="73282"/>
                      </a:cubicBezTo>
                      <a:cubicBezTo>
                        <a:pt x="119443" y="72710"/>
                        <a:pt x="120777" y="71377"/>
                        <a:pt x="120968" y="69281"/>
                      </a:cubicBezTo>
                      <a:cubicBezTo>
                        <a:pt x="120205" y="68329"/>
                        <a:pt x="119825" y="67471"/>
                        <a:pt x="119825" y="66519"/>
                      </a:cubicBezTo>
                      <a:cubicBezTo>
                        <a:pt x="119825" y="65471"/>
                        <a:pt x="120872" y="63852"/>
                        <a:pt x="123063" y="61756"/>
                      </a:cubicBezTo>
                      <a:cubicBezTo>
                        <a:pt x="125254" y="59661"/>
                        <a:pt x="126397" y="58042"/>
                        <a:pt x="126587" y="56803"/>
                      </a:cubicBezTo>
                      <a:lnTo>
                        <a:pt x="125444" y="56137"/>
                      </a:lnTo>
                      <a:cubicBezTo>
                        <a:pt x="126682" y="55089"/>
                        <a:pt x="127921" y="53184"/>
                        <a:pt x="129159" y="50612"/>
                      </a:cubicBezTo>
                      <a:cubicBezTo>
                        <a:pt x="128207" y="50136"/>
                        <a:pt x="127730" y="49469"/>
                        <a:pt x="127730" y="48707"/>
                      </a:cubicBezTo>
                      <a:cubicBezTo>
                        <a:pt x="127730" y="48421"/>
                        <a:pt x="128016" y="47755"/>
                        <a:pt x="128492" y="46993"/>
                      </a:cubicBezTo>
                      <a:cubicBezTo>
                        <a:pt x="128968" y="46135"/>
                        <a:pt x="129159" y="45564"/>
                        <a:pt x="129159" y="45278"/>
                      </a:cubicBezTo>
                      <a:cubicBezTo>
                        <a:pt x="129826" y="45659"/>
                        <a:pt x="130302" y="45754"/>
                        <a:pt x="130778" y="45754"/>
                      </a:cubicBezTo>
                      <a:cubicBezTo>
                        <a:pt x="131731" y="45754"/>
                        <a:pt x="132398" y="44611"/>
                        <a:pt x="132969" y="42230"/>
                      </a:cubicBezTo>
                      <a:cubicBezTo>
                        <a:pt x="133541" y="39849"/>
                        <a:pt x="134588" y="38611"/>
                        <a:pt x="136303" y="38230"/>
                      </a:cubicBezTo>
                      <a:cubicBezTo>
                        <a:pt x="136017" y="37563"/>
                        <a:pt x="135827" y="36896"/>
                        <a:pt x="135827" y="36039"/>
                      </a:cubicBezTo>
                      <a:cubicBezTo>
                        <a:pt x="135827" y="34229"/>
                        <a:pt x="137255" y="31562"/>
                        <a:pt x="140018" y="28133"/>
                      </a:cubicBezTo>
                      <a:lnTo>
                        <a:pt x="138208" y="26228"/>
                      </a:lnTo>
                      <a:cubicBezTo>
                        <a:pt x="138684" y="25371"/>
                        <a:pt x="138875" y="24799"/>
                        <a:pt x="138875" y="24609"/>
                      </a:cubicBezTo>
                      <a:cubicBezTo>
                        <a:pt x="139827" y="25657"/>
                        <a:pt x="140779" y="26228"/>
                        <a:pt x="141732" y="26228"/>
                      </a:cubicBezTo>
                      <a:cubicBezTo>
                        <a:pt x="142684" y="26228"/>
                        <a:pt x="144113" y="24895"/>
                        <a:pt x="146018" y="22132"/>
                      </a:cubicBezTo>
                      <a:cubicBezTo>
                        <a:pt x="148018" y="19465"/>
                        <a:pt x="149828" y="18132"/>
                        <a:pt x="151543" y="18322"/>
                      </a:cubicBezTo>
                      <a:cubicBezTo>
                        <a:pt x="163449" y="17751"/>
                        <a:pt x="172498" y="18799"/>
                        <a:pt x="178594" y="21561"/>
                      </a:cubicBezTo>
                      <a:cubicBezTo>
                        <a:pt x="179737" y="29467"/>
                        <a:pt x="180213" y="34991"/>
                        <a:pt x="180213" y="38134"/>
                      </a:cubicBezTo>
                      <a:cubicBezTo>
                        <a:pt x="180213" y="42421"/>
                        <a:pt x="179737" y="46612"/>
                        <a:pt x="178594" y="50517"/>
                      </a:cubicBezTo>
                      <a:lnTo>
                        <a:pt x="181166" y="52327"/>
                      </a:lnTo>
                      <a:cubicBezTo>
                        <a:pt x="179737" y="68614"/>
                        <a:pt x="179165" y="89379"/>
                        <a:pt x="179356" y="114525"/>
                      </a:cubicBezTo>
                      <a:lnTo>
                        <a:pt x="179356" y="178342"/>
                      </a:lnTo>
                      <a:close/>
                      <a:moveTo>
                        <a:pt x="44863" y="86140"/>
                      </a:moveTo>
                      <a:lnTo>
                        <a:pt x="44863" y="84235"/>
                      </a:lnTo>
                      <a:lnTo>
                        <a:pt x="41148" y="86140"/>
                      </a:lnTo>
                      <a:lnTo>
                        <a:pt x="44863" y="86140"/>
                      </a:lnTo>
                      <a:close/>
                      <a:moveTo>
                        <a:pt x="49054" y="71472"/>
                      </a:moveTo>
                      <a:cubicBezTo>
                        <a:pt x="48387" y="71472"/>
                        <a:pt x="47910" y="71281"/>
                        <a:pt x="47434" y="70996"/>
                      </a:cubicBezTo>
                      <a:lnTo>
                        <a:pt x="49054" y="71472"/>
                      </a:lnTo>
                      <a:close/>
                      <a:moveTo>
                        <a:pt x="50006" y="25371"/>
                      </a:moveTo>
                      <a:lnTo>
                        <a:pt x="49339" y="28800"/>
                      </a:lnTo>
                      <a:lnTo>
                        <a:pt x="51149" y="28800"/>
                      </a:lnTo>
                      <a:lnTo>
                        <a:pt x="50006" y="25371"/>
                      </a:lnTo>
                      <a:close/>
                      <a:moveTo>
                        <a:pt x="56292" y="36706"/>
                      </a:moveTo>
                      <a:cubicBezTo>
                        <a:pt x="56292" y="36706"/>
                        <a:pt x="56959" y="36420"/>
                        <a:pt x="57435" y="35753"/>
                      </a:cubicBezTo>
                      <a:cubicBezTo>
                        <a:pt x="56959" y="36229"/>
                        <a:pt x="56579" y="36515"/>
                        <a:pt x="56292" y="36706"/>
                      </a:cubicBezTo>
                      <a:cubicBezTo>
                        <a:pt x="55816" y="36706"/>
                        <a:pt x="55150" y="36420"/>
                        <a:pt x="54293" y="35944"/>
                      </a:cubicBezTo>
                      <a:cubicBezTo>
                        <a:pt x="53435" y="35372"/>
                        <a:pt x="52768" y="35086"/>
                        <a:pt x="52292" y="35086"/>
                      </a:cubicBezTo>
                      <a:cubicBezTo>
                        <a:pt x="51816" y="35086"/>
                        <a:pt x="51435" y="35277"/>
                        <a:pt x="51149" y="35753"/>
                      </a:cubicBezTo>
                      <a:cubicBezTo>
                        <a:pt x="52864" y="37182"/>
                        <a:pt x="54578" y="37468"/>
                        <a:pt x="56292" y="36706"/>
                      </a:cubicBezTo>
                      <a:close/>
                      <a:moveTo>
                        <a:pt x="69056" y="76139"/>
                      </a:moveTo>
                      <a:cubicBezTo>
                        <a:pt x="69532" y="75949"/>
                        <a:pt x="69723" y="75091"/>
                        <a:pt x="69723" y="73567"/>
                      </a:cubicBezTo>
                      <a:cubicBezTo>
                        <a:pt x="68294" y="72139"/>
                        <a:pt x="67532" y="71567"/>
                        <a:pt x="67246" y="71758"/>
                      </a:cubicBezTo>
                      <a:cubicBezTo>
                        <a:pt x="66580" y="72234"/>
                        <a:pt x="66294" y="72805"/>
                        <a:pt x="66294" y="73377"/>
                      </a:cubicBezTo>
                      <a:cubicBezTo>
                        <a:pt x="66294" y="75282"/>
                        <a:pt x="67246" y="76139"/>
                        <a:pt x="69056" y="76139"/>
                      </a:cubicBezTo>
                      <a:close/>
                      <a:moveTo>
                        <a:pt x="69056" y="31372"/>
                      </a:moveTo>
                      <a:cubicBezTo>
                        <a:pt x="68104" y="31657"/>
                        <a:pt x="67532" y="32419"/>
                        <a:pt x="67246" y="33467"/>
                      </a:cubicBezTo>
                      <a:cubicBezTo>
                        <a:pt x="66770" y="34515"/>
                        <a:pt x="66770" y="35277"/>
                        <a:pt x="67246" y="35753"/>
                      </a:cubicBezTo>
                      <a:lnTo>
                        <a:pt x="69056" y="31372"/>
                      </a:lnTo>
                      <a:close/>
                      <a:moveTo>
                        <a:pt x="69723" y="47659"/>
                      </a:moveTo>
                      <a:cubicBezTo>
                        <a:pt x="70961" y="45945"/>
                        <a:pt x="71628" y="44992"/>
                        <a:pt x="71628" y="44802"/>
                      </a:cubicBezTo>
                      <a:lnTo>
                        <a:pt x="69723" y="44802"/>
                      </a:lnTo>
                      <a:lnTo>
                        <a:pt x="69723" y="47659"/>
                      </a:lnTo>
                      <a:close/>
                      <a:moveTo>
                        <a:pt x="75819" y="21561"/>
                      </a:moveTo>
                      <a:cubicBezTo>
                        <a:pt x="75342" y="21751"/>
                        <a:pt x="74771" y="21751"/>
                        <a:pt x="74200" y="21561"/>
                      </a:cubicBezTo>
                      <a:lnTo>
                        <a:pt x="75819" y="21561"/>
                      </a:lnTo>
                      <a:close/>
                      <a:moveTo>
                        <a:pt x="75819" y="21561"/>
                      </a:moveTo>
                      <a:lnTo>
                        <a:pt x="77914" y="20894"/>
                      </a:lnTo>
                      <a:cubicBezTo>
                        <a:pt x="77914" y="20894"/>
                        <a:pt x="77152" y="21561"/>
                        <a:pt x="75819" y="21561"/>
                      </a:cubicBezTo>
                      <a:close/>
                      <a:moveTo>
                        <a:pt x="79724" y="113096"/>
                      </a:moveTo>
                      <a:lnTo>
                        <a:pt x="85154" y="111286"/>
                      </a:lnTo>
                      <a:lnTo>
                        <a:pt x="80676" y="111286"/>
                      </a:lnTo>
                      <a:lnTo>
                        <a:pt x="79724" y="113096"/>
                      </a:lnTo>
                      <a:close/>
                      <a:moveTo>
                        <a:pt x="82105" y="987"/>
                      </a:moveTo>
                      <a:cubicBezTo>
                        <a:pt x="82105" y="987"/>
                        <a:pt x="81153" y="1177"/>
                        <a:pt x="80676" y="987"/>
                      </a:cubicBezTo>
                      <a:lnTo>
                        <a:pt x="82105" y="987"/>
                      </a:lnTo>
                      <a:close/>
                      <a:moveTo>
                        <a:pt x="82105" y="987"/>
                      </a:moveTo>
                      <a:cubicBezTo>
                        <a:pt x="82105" y="987"/>
                        <a:pt x="82677" y="796"/>
                        <a:pt x="83248" y="415"/>
                      </a:cubicBezTo>
                      <a:cubicBezTo>
                        <a:pt x="83915" y="34"/>
                        <a:pt x="84391" y="-61"/>
                        <a:pt x="84677" y="34"/>
                      </a:cubicBezTo>
                      <a:cubicBezTo>
                        <a:pt x="85154" y="34"/>
                        <a:pt x="85534" y="320"/>
                        <a:pt x="85820" y="987"/>
                      </a:cubicBezTo>
                      <a:lnTo>
                        <a:pt x="82105" y="987"/>
                      </a:lnTo>
                      <a:close/>
                      <a:moveTo>
                        <a:pt x="88868" y="131003"/>
                      </a:moveTo>
                      <a:lnTo>
                        <a:pt x="88868" y="127955"/>
                      </a:lnTo>
                      <a:lnTo>
                        <a:pt x="86963" y="127955"/>
                      </a:lnTo>
                      <a:lnTo>
                        <a:pt x="88868" y="131003"/>
                      </a:lnTo>
                      <a:close/>
                      <a:moveTo>
                        <a:pt x="92107" y="131670"/>
                      </a:moveTo>
                      <a:cubicBezTo>
                        <a:pt x="94012" y="132337"/>
                        <a:pt x="95250" y="131670"/>
                        <a:pt x="95821" y="129860"/>
                      </a:cubicBezTo>
                      <a:cubicBezTo>
                        <a:pt x="94488" y="129860"/>
                        <a:pt x="93631" y="129574"/>
                        <a:pt x="93250" y="129098"/>
                      </a:cubicBezTo>
                      <a:lnTo>
                        <a:pt x="93916" y="127955"/>
                      </a:lnTo>
                      <a:lnTo>
                        <a:pt x="92011" y="127955"/>
                      </a:lnTo>
                      <a:lnTo>
                        <a:pt x="92011" y="131670"/>
                      </a:lnTo>
                      <a:close/>
                      <a:moveTo>
                        <a:pt x="101155" y="64328"/>
                      </a:moveTo>
                      <a:cubicBezTo>
                        <a:pt x="100393" y="64328"/>
                        <a:pt x="99441" y="63757"/>
                        <a:pt x="98488" y="62709"/>
                      </a:cubicBezTo>
                      <a:cubicBezTo>
                        <a:pt x="97441" y="61661"/>
                        <a:pt x="96584" y="61090"/>
                        <a:pt x="95821" y="61090"/>
                      </a:cubicBezTo>
                      <a:lnTo>
                        <a:pt x="101155" y="59280"/>
                      </a:lnTo>
                      <a:lnTo>
                        <a:pt x="101155" y="64423"/>
                      </a:lnTo>
                      <a:close/>
                      <a:moveTo>
                        <a:pt x="99250" y="114430"/>
                      </a:moveTo>
                      <a:cubicBezTo>
                        <a:pt x="99250" y="114430"/>
                        <a:pt x="98393" y="113763"/>
                        <a:pt x="98298" y="113763"/>
                      </a:cubicBezTo>
                      <a:cubicBezTo>
                        <a:pt x="98107" y="113096"/>
                        <a:pt x="98774" y="112048"/>
                        <a:pt x="100013" y="110429"/>
                      </a:cubicBezTo>
                      <a:cubicBezTo>
                        <a:pt x="101346" y="108905"/>
                        <a:pt x="102108" y="107857"/>
                        <a:pt x="102203" y="107381"/>
                      </a:cubicBezTo>
                      <a:cubicBezTo>
                        <a:pt x="100489" y="107381"/>
                        <a:pt x="99250" y="108048"/>
                        <a:pt x="98298" y="109381"/>
                      </a:cubicBezTo>
                      <a:cubicBezTo>
                        <a:pt x="97441" y="110715"/>
                        <a:pt x="97155" y="112144"/>
                        <a:pt x="97441" y="113668"/>
                      </a:cubicBezTo>
                      <a:cubicBezTo>
                        <a:pt x="97727" y="113382"/>
                        <a:pt x="98012" y="113382"/>
                        <a:pt x="98107" y="113668"/>
                      </a:cubicBezTo>
                      <a:cubicBezTo>
                        <a:pt x="98107" y="113953"/>
                        <a:pt x="98393" y="114144"/>
                        <a:pt x="99060" y="114334"/>
                      </a:cubicBezTo>
                      <a:close/>
                      <a:moveTo>
                        <a:pt x="101155" y="54708"/>
                      </a:moveTo>
                      <a:cubicBezTo>
                        <a:pt x="100393" y="55089"/>
                        <a:pt x="99632" y="54803"/>
                        <a:pt x="98965" y="54136"/>
                      </a:cubicBezTo>
                      <a:cubicBezTo>
                        <a:pt x="98298" y="53470"/>
                        <a:pt x="98107" y="52803"/>
                        <a:pt x="98584" y="52136"/>
                      </a:cubicBezTo>
                      <a:lnTo>
                        <a:pt x="101155" y="52136"/>
                      </a:lnTo>
                      <a:lnTo>
                        <a:pt x="101155" y="54708"/>
                      </a:lnTo>
                      <a:close/>
                      <a:moveTo>
                        <a:pt x="109347" y="68995"/>
                      </a:moveTo>
                      <a:cubicBezTo>
                        <a:pt x="106204" y="70043"/>
                        <a:pt x="104108" y="70043"/>
                        <a:pt x="103061" y="68995"/>
                      </a:cubicBezTo>
                      <a:lnTo>
                        <a:pt x="104870" y="66138"/>
                      </a:lnTo>
                      <a:lnTo>
                        <a:pt x="109347" y="68995"/>
                      </a:lnTo>
                      <a:close/>
                      <a:moveTo>
                        <a:pt x="106775" y="50326"/>
                      </a:moveTo>
                      <a:cubicBezTo>
                        <a:pt x="106394" y="50803"/>
                        <a:pt x="105442" y="51088"/>
                        <a:pt x="103727" y="51088"/>
                      </a:cubicBezTo>
                      <a:lnTo>
                        <a:pt x="103727" y="47564"/>
                      </a:lnTo>
                      <a:lnTo>
                        <a:pt x="106775" y="50326"/>
                      </a:lnTo>
                      <a:close/>
                      <a:moveTo>
                        <a:pt x="106299" y="102047"/>
                      </a:moveTo>
                      <a:lnTo>
                        <a:pt x="111157" y="102047"/>
                      </a:lnTo>
                      <a:cubicBezTo>
                        <a:pt x="111157" y="100523"/>
                        <a:pt x="110871" y="99666"/>
                        <a:pt x="110300" y="99666"/>
                      </a:cubicBezTo>
                      <a:cubicBezTo>
                        <a:pt x="110394" y="99666"/>
                        <a:pt x="109157" y="100428"/>
                        <a:pt x="106299" y="102047"/>
                      </a:cubicBezTo>
                      <a:lnTo>
                        <a:pt x="104870" y="102047"/>
                      </a:lnTo>
                      <a:cubicBezTo>
                        <a:pt x="105156" y="102714"/>
                        <a:pt x="105632" y="102714"/>
                        <a:pt x="106299" y="102047"/>
                      </a:cubicBezTo>
                      <a:close/>
                      <a:moveTo>
                        <a:pt x="104870" y="129860"/>
                      </a:moveTo>
                      <a:cubicBezTo>
                        <a:pt x="105823" y="129955"/>
                        <a:pt x="106680" y="129289"/>
                        <a:pt x="107442" y="127860"/>
                      </a:cubicBezTo>
                      <a:cubicBezTo>
                        <a:pt x="108204" y="126431"/>
                        <a:pt x="108490" y="125288"/>
                        <a:pt x="108109" y="124526"/>
                      </a:cubicBezTo>
                      <a:cubicBezTo>
                        <a:pt x="107156" y="124717"/>
                        <a:pt x="106585" y="125479"/>
                        <a:pt x="106109" y="126907"/>
                      </a:cubicBezTo>
                      <a:cubicBezTo>
                        <a:pt x="105727" y="128431"/>
                        <a:pt x="105346" y="129384"/>
                        <a:pt x="104870" y="129860"/>
                      </a:cubicBezTo>
                      <a:close/>
                      <a:moveTo>
                        <a:pt x="109347" y="43087"/>
                      </a:moveTo>
                      <a:lnTo>
                        <a:pt x="106775" y="44707"/>
                      </a:lnTo>
                      <a:lnTo>
                        <a:pt x="105632" y="43087"/>
                      </a:lnTo>
                      <a:lnTo>
                        <a:pt x="109347" y="43087"/>
                      </a:lnTo>
                      <a:close/>
                      <a:moveTo>
                        <a:pt x="111919" y="30514"/>
                      </a:moveTo>
                      <a:lnTo>
                        <a:pt x="111919" y="31181"/>
                      </a:lnTo>
                      <a:lnTo>
                        <a:pt x="109347" y="27657"/>
                      </a:lnTo>
                      <a:lnTo>
                        <a:pt x="111919" y="30419"/>
                      </a:lnTo>
                      <a:close/>
                      <a:moveTo>
                        <a:pt x="111919" y="96427"/>
                      </a:moveTo>
                      <a:lnTo>
                        <a:pt x="111919" y="94999"/>
                      </a:lnTo>
                      <a:cubicBezTo>
                        <a:pt x="111443" y="94237"/>
                        <a:pt x="110585" y="93856"/>
                        <a:pt x="109347" y="93856"/>
                      </a:cubicBezTo>
                      <a:lnTo>
                        <a:pt x="111919" y="96427"/>
                      </a:lnTo>
                      <a:close/>
                      <a:moveTo>
                        <a:pt x="119158" y="63566"/>
                      </a:moveTo>
                      <a:lnTo>
                        <a:pt x="118205" y="64233"/>
                      </a:lnTo>
                      <a:lnTo>
                        <a:pt x="116395" y="59756"/>
                      </a:lnTo>
                      <a:lnTo>
                        <a:pt x="119158" y="63471"/>
                      </a:lnTo>
                      <a:close/>
                      <a:moveTo>
                        <a:pt x="119158" y="96427"/>
                      </a:moveTo>
                      <a:cubicBezTo>
                        <a:pt x="119825" y="96427"/>
                        <a:pt x="121253" y="96808"/>
                        <a:pt x="123634" y="97570"/>
                      </a:cubicBezTo>
                      <a:lnTo>
                        <a:pt x="122873" y="94999"/>
                      </a:lnTo>
                      <a:lnTo>
                        <a:pt x="119158" y="96427"/>
                      </a:lnTo>
                      <a:close/>
                      <a:moveTo>
                        <a:pt x="125444" y="52136"/>
                      </a:moveTo>
                      <a:lnTo>
                        <a:pt x="124777" y="52803"/>
                      </a:lnTo>
                      <a:lnTo>
                        <a:pt x="121729" y="50231"/>
                      </a:lnTo>
                      <a:cubicBezTo>
                        <a:pt x="122682" y="50231"/>
                        <a:pt x="123825" y="50898"/>
                        <a:pt x="125444" y="52136"/>
                      </a:cubicBezTo>
                      <a:close/>
                      <a:moveTo>
                        <a:pt x="126206" y="84997"/>
                      </a:moveTo>
                      <a:lnTo>
                        <a:pt x="126206" y="84045"/>
                      </a:lnTo>
                      <a:lnTo>
                        <a:pt x="123634" y="87569"/>
                      </a:lnTo>
                      <a:lnTo>
                        <a:pt x="126206" y="84997"/>
                      </a:lnTo>
                      <a:close/>
                      <a:moveTo>
                        <a:pt x="130588" y="59089"/>
                      </a:moveTo>
                      <a:lnTo>
                        <a:pt x="130588" y="57184"/>
                      </a:lnTo>
                      <a:lnTo>
                        <a:pt x="129254" y="60899"/>
                      </a:lnTo>
                      <a:lnTo>
                        <a:pt x="130588" y="59089"/>
                      </a:lnTo>
                      <a:close/>
                      <a:moveTo>
                        <a:pt x="138969" y="53470"/>
                      </a:moveTo>
                      <a:lnTo>
                        <a:pt x="140779" y="53470"/>
                      </a:lnTo>
                      <a:cubicBezTo>
                        <a:pt x="139922" y="51469"/>
                        <a:pt x="138303" y="49945"/>
                        <a:pt x="136112" y="49088"/>
                      </a:cubicBezTo>
                      <a:lnTo>
                        <a:pt x="139636" y="52803"/>
                      </a:lnTo>
                      <a:lnTo>
                        <a:pt x="138969" y="53470"/>
                      </a:lnTo>
                      <a:close/>
                      <a:moveTo>
                        <a:pt x="136112" y="96332"/>
                      </a:moveTo>
                      <a:lnTo>
                        <a:pt x="138969" y="93760"/>
                      </a:lnTo>
                      <a:lnTo>
                        <a:pt x="136112" y="93760"/>
                      </a:lnTo>
                      <a:lnTo>
                        <a:pt x="136112" y="96332"/>
                      </a:lnTo>
                      <a:close/>
                      <a:moveTo>
                        <a:pt x="145923" y="72615"/>
                      </a:moveTo>
                      <a:cubicBezTo>
                        <a:pt x="147351" y="72424"/>
                        <a:pt x="148685" y="72329"/>
                        <a:pt x="150019" y="72139"/>
                      </a:cubicBezTo>
                      <a:cubicBezTo>
                        <a:pt x="151352" y="71948"/>
                        <a:pt x="152305" y="70900"/>
                        <a:pt x="152971" y="68900"/>
                      </a:cubicBezTo>
                      <a:cubicBezTo>
                        <a:pt x="152591" y="69186"/>
                        <a:pt x="150304" y="70424"/>
                        <a:pt x="145923" y="72615"/>
                      </a:cubicBezTo>
                      <a:close/>
                      <a:moveTo>
                        <a:pt x="154114" y="27562"/>
                      </a:moveTo>
                      <a:lnTo>
                        <a:pt x="157639" y="28514"/>
                      </a:lnTo>
                      <a:cubicBezTo>
                        <a:pt x="156305" y="26323"/>
                        <a:pt x="155734" y="25180"/>
                        <a:pt x="155734" y="25085"/>
                      </a:cubicBezTo>
                      <a:lnTo>
                        <a:pt x="154114" y="27657"/>
                      </a:lnTo>
                      <a:close/>
                      <a:moveTo>
                        <a:pt x="154781" y="7940"/>
                      </a:moveTo>
                      <a:lnTo>
                        <a:pt x="156876" y="6988"/>
                      </a:lnTo>
                      <a:cubicBezTo>
                        <a:pt x="157639" y="6702"/>
                        <a:pt x="158305" y="6988"/>
                        <a:pt x="158782" y="7940"/>
                      </a:cubicBezTo>
                      <a:lnTo>
                        <a:pt x="154781" y="7940"/>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 name="Google Shape;1189;p99"/>
                <p:cNvSpPr/>
                <p:nvPr/>
              </p:nvSpPr>
              <p:spPr>
                <a:xfrm>
                  <a:off x="7753444" y="2526220"/>
                  <a:ext cx="174307" cy="188023"/>
                </a:xfrm>
                <a:custGeom>
                  <a:avLst/>
                  <a:gdLst/>
                  <a:ahLst/>
                  <a:cxnLst/>
                  <a:rect l="l" t="t" r="r" b="b"/>
                  <a:pathLst>
                    <a:path w="174307" h="188023" extrusionOk="0">
                      <a:moveTo>
                        <a:pt x="2667" y="130397"/>
                      </a:moveTo>
                      <a:cubicBezTo>
                        <a:pt x="2477" y="131921"/>
                        <a:pt x="2667" y="132779"/>
                        <a:pt x="3334" y="132779"/>
                      </a:cubicBezTo>
                      <a:cubicBezTo>
                        <a:pt x="3524" y="132779"/>
                        <a:pt x="3810" y="132779"/>
                        <a:pt x="4286" y="132588"/>
                      </a:cubicBezTo>
                      <a:cubicBezTo>
                        <a:pt x="4763" y="132397"/>
                        <a:pt x="5143" y="132397"/>
                        <a:pt x="5429" y="132397"/>
                      </a:cubicBezTo>
                      <a:cubicBezTo>
                        <a:pt x="5905" y="132397"/>
                        <a:pt x="6191" y="132683"/>
                        <a:pt x="6382" y="133350"/>
                      </a:cubicBezTo>
                      <a:cubicBezTo>
                        <a:pt x="2667" y="133350"/>
                        <a:pt x="476" y="133064"/>
                        <a:pt x="0" y="132397"/>
                      </a:cubicBezTo>
                      <a:lnTo>
                        <a:pt x="2572" y="130492"/>
                      </a:lnTo>
                      <a:close/>
                      <a:moveTo>
                        <a:pt x="6382" y="154210"/>
                      </a:moveTo>
                      <a:cubicBezTo>
                        <a:pt x="6668" y="153448"/>
                        <a:pt x="7239" y="152971"/>
                        <a:pt x="8191" y="152971"/>
                      </a:cubicBezTo>
                      <a:lnTo>
                        <a:pt x="10763" y="152971"/>
                      </a:lnTo>
                      <a:cubicBezTo>
                        <a:pt x="10573" y="153734"/>
                        <a:pt x="9906" y="154210"/>
                        <a:pt x="8858" y="154210"/>
                      </a:cubicBezTo>
                      <a:lnTo>
                        <a:pt x="6286" y="154210"/>
                      </a:lnTo>
                      <a:close/>
                      <a:moveTo>
                        <a:pt x="14288" y="166497"/>
                      </a:moveTo>
                      <a:lnTo>
                        <a:pt x="14288" y="163925"/>
                      </a:lnTo>
                      <a:lnTo>
                        <a:pt x="16193" y="163925"/>
                      </a:lnTo>
                      <a:lnTo>
                        <a:pt x="14288" y="166497"/>
                      </a:lnTo>
                      <a:close/>
                      <a:moveTo>
                        <a:pt x="24384" y="151067"/>
                      </a:moveTo>
                      <a:cubicBezTo>
                        <a:pt x="25146" y="150781"/>
                        <a:pt x="26289" y="151352"/>
                        <a:pt x="27908" y="152971"/>
                      </a:cubicBezTo>
                      <a:lnTo>
                        <a:pt x="27146" y="154210"/>
                      </a:lnTo>
                      <a:lnTo>
                        <a:pt x="24384" y="151162"/>
                      </a:lnTo>
                      <a:close/>
                      <a:moveTo>
                        <a:pt x="27908" y="166497"/>
                      </a:moveTo>
                      <a:cubicBezTo>
                        <a:pt x="27908" y="166497"/>
                        <a:pt x="28860" y="165830"/>
                        <a:pt x="29432" y="165068"/>
                      </a:cubicBezTo>
                      <a:cubicBezTo>
                        <a:pt x="30003" y="164306"/>
                        <a:pt x="30480" y="163925"/>
                        <a:pt x="30956" y="163925"/>
                      </a:cubicBezTo>
                      <a:cubicBezTo>
                        <a:pt x="30956" y="164592"/>
                        <a:pt x="30575" y="165354"/>
                        <a:pt x="29813" y="166497"/>
                      </a:cubicBezTo>
                      <a:lnTo>
                        <a:pt x="27908" y="166497"/>
                      </a:lnTo>
                      <a:close/>
                      <a:moveTo>
                        <a:pt x="32290" y="145733"/>
                      </a:moveTo>
                      <a:lnTo>
                        <a:pt x="31623" y="147542"/>
                      </a:lnTo>
                      <a:lnTo>
                        <a:pt x="29051" y="147542"/>
                      </a:lnTo>
                      <a:cubicBezTo>
                        <a:pt x="29718" y="145733"/>
                        <a:pt x="30289" y="144780"/>
                        <a:pt x="30956" y="144780"/>
                      </a:cubicBezTo>
                      <a:cubicBezTo>
                        <a:pt x="31432" y="144780"/>
                        <a:pt x="31813" y="145066"/>
                        <a:pt x="32385" y="145733"/>
                      </a:cubicBezTo>
                      <a:close/>
                      <a:moveTo>
                        <a:pt x="36004" y="129635"/>
                      </a:moveTo>
                      <a:lnTo>
                        <a:pt x="36004" y="131540"/>
                      </a:lnTo>
                      <a:lnTo>
                        <a:pt x="32290" y="128492"/>
                      </a:lnTo>
                      <a:cubicBezTo>
                        <a:pt x="33242" y="128206"/>
                        <a:pt x="34480" y="128588"/>
                        <a:pt x="36004" y="129635"/>
                      </a:cubicBezTo>
                      <a:close/>
                      <a:moveTo>
                        <a:pt x="32290" y="156686"/>
                      </a:moveTo>
                      <a:cubicBezTo>
                        <a:pt x="33528" y="156686"/>
                        <a:pt x="34194" y="157543"/>
                        <a:pt x="34194" y="159258"/>
                      </a:cubicBezTo>
                      <a:lnTo>
                        <a:pt x="32290" y="159258"/>
                      </a:lnTo>
                      <a:lnTo>
                        <a:pt x="32290" y="156686"/>
                      </a:lnTo>
                      <a:close/>
                      <a:moveTo>
                        <a:pt x="36766" y="176498"/>
                      </a:moveTo>
                      <a:lnTo>
                        <a:pt x="36004" y="175546"/>
                      </a:lnTo>
                      <a:lnTo>
                        <a:pt x="39719" y="173450"/>
                      </a:lnTo>
                      <a:lnTo>
                        <a:pt x="36766" y="176498"/>
                      </a:lnTo>
                      <a:close/>
                      <a:moveTo>
                        <a:pt x="173831" y="139446"/>
                      </a:moveTo>
                      <a:lnTo>
                        <a:pt x="165640" y="140589"/>
                      </a:lnTo>
                      <a:cubicBezTo>
                        <a:pt x="165640" y="140589"/>
                        <a:pt x="165449" y="141160"/>
                        <a:pt x="165449" y="141351"/>
                      </a:cubicBezTo>
                      <a:cubicBezTo>
                        <a:pt x="165449" y="141827"/>
                        <a:pt x="166116" y="142399"/>
                        <a:pt x="167450" y="143161"/>
                      </a:cubicBezTo>
                      <a:cubicBezTo>
                        <a:pt x="168783" y="143923"/>
                        <a:pt x="169450" y="144780"/>
                        <a:pt x="169450" y="145733"/>
                      </a:cubicBezTo>
                      <a:lnTo>
                        <a:pt x="171259" y="145733"/>
                      </a:lnTo>
                      <a:cubicBezTo>
                        <a:pt x="170307" y="150590"/>
                        <a:pt x="169450" y="155353"/>
                        <a:pt x="168687" y="160210"/>
                      </a:cubicBezTo>
                      <a:cubicBezTo>
                        <a:pt x="167450" y="165354"/>
                        <a:pt x="164402" y="168688"/>
                        <a:pt x="159544" y="170212"/>
                      </a:cubicBezTo>
                      <a:cubicBezTo>
                        <a:pt x="158782" y="167450"/>
                        <a:pt x="156876" y="166592"/>
                        <a:pt x="154019" y="167640"/>
                      </a:cubicBezTo>
                      <a:lnTo>
                        <a:pt x="153067" y="168307"/>
                      </a:lnTo>
                      <a:lnTo>
                        <a:pt x="156591" y="172117"/>
                      </a:lnTo>
                      <a:cubicBezTo>
                        <a:pt x="155162" y="171831"/>
                        <a:pt x="153638" y="170879"/>
                        <a:pt x="151924" y="169354"/>
                      </a:cubicBezTo>
                      <a:cubicBezTo>
                        <a:pt x="150209" y="167926"/>
                        <a:pt x="148876" y="167164"/>
                        <a:pt x="148018" y="167164"/>
                      </a:cubicBezTo>
                      <a:cubicBezTo>
                        <a:pt x="146971" y="167164"/>
                        <a:pt x="145637" y="167830"/>
                        <a:pt x="144303" y="169069"/>
                      </a:cubicBezTo>
                      <a:lnTo>
                        <a:pt x="147542" y="169069"/>
                      </a:lnTo>
                      <a:lnTo>
                        <a:pt x="146875" y="170212"/>
                      </a:lnTo>
                      <a:cubicBezTo>
                        <a:pt x="148780" y="170879"/>
                        <a:pt x="151162" y="172307"/>
                        <a:pt x="154114" y="174593"/>
                      </a:cubicBezTo>
                      <a:lnTo>
                        <a:pt x="147542" y="177355"/>
                      </a:lnTo>
                      <a:lnTo>
                        <a:pt x="148685" y="178117"/>
                      </a:lnTo>
                      <a:cubicBezTo>
                        <a:pt x="148685" y="178117"/>
                        <a:pt x="145923" y="179356"/>
                        <a:pt x="141161" y="181356"/>
                      </a:cubicBezTo>
                      <a:cubicBezTo>
                        <a:pt x="138684" y="182309"/>
                        <a:pt x="136398" y="182785"/>
                        <a:pt x="134207" y="182785"/>
                      </a:cubicBezTo>
                      <a:cubicBezTo>
                        <a:pt x="133159" y="182785"/>
                        <a:pt x="132016" y="182785"/>
                        <a:pt x="130683" y="182594"/>
                      </a:cubicBezTo>
                      <a:cubicBezTo>
                        <a:pt x="129921" y="184690"/>
                        <a:pt x="129635" y="186118"/>
                        <a:pt x="130016" y="186880"/>
                      </a:cubicBezTo>
                      <a:lnTo>
                        <a:pt x="94583" y="188024"/>
                      </a:lnTo>
                      <a:cubicBezTo>
                        <a:pt x="91726" y="185356"/>
                        <a:pt x="87344" y="183166"/>
                        <a:pt x="81343" y="181356"/>
                      </a:cubicBezTo>
                      <a:cubicBezTo>
                        <a:pt x="74676" y="179356"/>
                        <a:pt x="70390" y="177737"/>
                        <a:pt x="68485" y="176498"/>
                      </a:cubicBezTo>
                      <a:cubicBezTo>
                        <a:pt x="67723" y="175450"/>
                        <a:pt x="66389" y="174688"/>
                        <a:pt x="64389" y="174117"/>
                      </a:cubicBezTo>
                      <a:cubicBezTo>
                        <a:pt x="62389" y="173736"/>
                        <a:pt x="60484" y="173260"/>
                        <a:pt x="58674" y="172784"/>
                      </a:cubicBezTo>
                      <a:lnTo>
                        <a:pt x="61246" y="170212"/>
                      </a:lnTo>
                      <a:lnTo>
                        <a:pt x="57721" y="166497"/>
                      </a:lnTo>
                      <a:lnTo>
                        <a:pt x="56769" y="169069"/>
                      </a:lnTo>
                      <a:cubicBezTo>
                        <a:pt x="53626" y="168307"/>
                        <a:pt x="51911" y="165735"/>
                        <a:pt x="51625" y="161354"/>
                      </a:cubicBezTo>
                      <a:cubicBezTo>
                        <a:pt x="51435" y="157448"/>
                        <a:pt x="49244" y="155543"/>
                        <a:pt x="45148" y="155543"/>
                      </a:cubicBezTo>
                      <a:lnTo>
                        <a:pt x="42005" y="155543"/>
                      </a:lnTo>
                      <a:cubicBezTo>
                        <a:pt x="44672" y="155353"/>
                        <a:pt x="46006" y="153924"/>
                        <a:pt x="46006" y="151067"/>
                      </a:cubicBezTo>
                      <a:cubicBezTo>
                        <a:pt x="46006" y="150209"/>
                        <a:pt x="45815" y="149257"/>
                        <a:pt x="45339" y="148495"/>
                      </a:cubicBezTo>
                      <a:cubicBezTo>
                        <a:pt x="44862" y="147733"/>
                        <a:pt x="43243" y="146780"/>
                        <a:pt x="40481" y="145733"/>
                      </a:cubicBezTo>
                      <a:lnTo>
                        <a:pt x="39719" y="146399"/>
                      </a:lnTo>
                      <a:cubicBezTo>
                        <a:pt x="39719" y="146399"/>
                        <a:pt x="39338" y="146875"/>
                        <a:pt x="39052" y="146875"/>
                      </a:cubicBezTo>
                      <a:cubicBezTo>
                        <a:pt x="38576" y="146875"/>
                        <a:pt x="38195" y="146209"/>
                        <a:pt x="37909" y="145066"/>
                      </a:cubicBezTo>
                      <a:cubicBezTo>
                        <a:pt x="37624" y="144018"/>
                        <a:pt x="37624" y="142970"/>
                        <a:pt x="37909" y="142018"/>
                      </a:cubicBezTo>
                      <a:cubicBezTo>
                        <a:pt x="39528" y="141732"/>
                        <a:pt x="41815" y="140113"/>
                        <a:pt x="44958" y="137160"/>
                      </a:cubicBezTo>
                      <a:cubicBezTo>
                        <a:pt x="47720" y="134684"/>
                        <a:pt x="50102" y="133445"/>
                        <a:pt x="51911" y="133445"/>
                      </a:cubicBezTo>
                      <a:cubicBezTo>
                        <a:pt x="52864" y="133445"/>
                        <a:pt x="53816" y="133731"/>
                        <a:pt x="54959" y="134207"/>
                      </a:cubicBezTo>
                      <a:cubicBezTo>
                        <a:pt x="54293" y="133159"/>
                        <a:pt x="54293" y="132207"/>
                        <a:pt x="54864" y="131350"/>
                      </a:cubicBezTo>
                      <a:cubicBezTo>
                        <a:pt x="55436" y="130588"/>
                        <a:pt x="54864" y="129445"/>
                        <a:pt x="53340" y="127825"/>
                      </a:cubicBezTo>
                      <a:lnTo>
                        <a:pt x="61246" y="124111"/>
                      </a:lnTo>
                      <a:lnTo>
                        <a:pt x="59436" y="121539"/>
                      </a:lnTo>
                      <a:cubicBezTo>
                        <a:pt x="60674" y="121539"/>
                        <a:pt x="62675" y="120872"/>
                        <a:pt x="65437" y="119348"/>
                      </a:cubicBezTo>
                      <a:cubicBezTo>
                        <a:pt x="68199" y="117824"/>
                        <a:pt x="70104" y="117158"/>
                        <a:pt x="71056" y="117158"/>
                      </a:cubicBezTo>
                      <a:cubicBezTo>
                        <a:pt x="72580" y="117158"/>
                        <a:pt x="73628" y="118300"/>
                        <a:pt x="74104" y="120682"/>
                      </a:cubicBezTo>
                      <a:cubicBezTo>
                        <a:pt x="73628" y="125825"/>
                        <a:pt x="75438" y="130969"/>
                        <a:pt x="79724" y="136112"/>
                      </a:cubicBezTo>
                      <a:cubicBezTo>
                        <a:pt x="81725" y="138589"/>
                        <a:pt x="85820" y="142494"/>
                        <a:pt x="92107" y="147733"/>
                      </a:cubicBezTo>
                      <a:cubicBezTo>
                        <a:pt x="93059" y="149924"/>
                        <a:pt x="94583" y="150971"/>
                        <a:pt x="96678" y="150971"/>
                      </a:cubicBezTo>
                      <a:cubicBezTo>
                        <a:pt x="97345" y="150971"/>
                        <a:pt x="98298" y="150876"/>
                        <a:pt x="99631" y="150685"/>
                      </a:cubicBezTo>
                      <a:cubicBezTo>
                        <a:pt x="100965" y="150400"/>
                        <a:pt x="101918" y="150304"/>
                        <a:pt x="102489" y="150304"/>
                      </a:cubicBezTo>
                      <a:cubicBezTo>
                        <a:pt x="103822" y="150304"/>
                        <a:pt x="105251" y="150590"/>
                        <a:pt x="106489" y="151162"/>
                      </a:cubicBezTo>
                      <a:cubicBezTo>
                        <a:pt x="107728" y="151829"/>
                        <a:pt x="109061" y="152114"/>
                        <a:pt x="110680" y="152114"/>
                      </a:cubicBezTo>
                      <a:cubicBezTo>
                        <a:pt x="113442" y="152114"/>
                        <a:pt x="116777" y="150781"/>
                        <a:pt x="120491" y="148114"/>
                      </a:cubicBezTo>
                      <a:cubicBezTo>
                        <a:pt x="126016" y="144399"/>
                        <a:pt x="129254" y="142399"/>
                        <a:pt x="130016" y="142113"/>
                      </a:cubicBezTo>
                      <a:cubicBezTo>
                        <a:pt x="130778" y="140875"/>
                        <a:pt x="131159" y="139637"/>
                        <a:pt x="131159" y="138398"/>
                      </a:cubicBezTo>
                      <a:cubicBezTo>
                        <a:pt x="131159" y="136493"/>
                        <a:pt x="130111" y="134112"/>
                        <a:pt x="128016" y="131064"/>
                      </a:cubicBezTo>
                      <a:cubicBezTo>
                        <a:pt x="125920" y="128016"/>
                        <a:pt x="124682" y="125730"/>
                        <a:pt x="124396" y="124206"/>
                      </a:cubicBezTo>
                      <a:cubicBezTo>
                        <a:pt x="120491" y="123539"/>
                        <a:pt x="118300" y="122110"/>
                        <a:pt x="117824" y="119729"/>
                      </a:cubicBezTo>
                      <a:lnTo>
                        <a:pt x="118967" y="118777"/>
                      </a:lnTo>
                      <a:cubicBezTo>
                        <a:pt x="114014" y="116491"/>
                        <a:pt x="107061" y="112871"/>
                        <a:pt x="98203" y="108013"/>
                      </a:cubicBezTo>
                      <a:cubicBezTo>
                        <a:pt x="97250" y="108775"/>
                        <a:pt x="96298" y="109156"/>
                        <a:pt x="95441" y="109156"/>
                      </a:cubicBezTo>
                      <a:cubicBezTo>
                        <a:pt x="94202" y="109156"/>
                        <a:pt x="92678" y="108299"/>
                        <a:pt x="90773" y="106585"/>
                      </a:cubicBezTo>
                      <a:cubicBezTo>
                        <a:pt x="88868" y="104870"/>
                        <a:pt x="87439" y="104013"/>
                        <a:pt x="86296" y="104013"/>
                      </a:cubicBezTo>
                      <a:cubicBezTo>
                        <a:pt x="85820" y="104013"/>
                        <a:pt x="85439" y="104204"/>
                        <a:pt x="84963" y="104489"/>
                      </a:cubicBezTo>
                      <a:cubicBezTo>
                        <a:pt x="81058" y="103346"/>
                        <a:pt x="77152" y="100203"/>
                        <a:pt x="73247" y="94869"/>
                      </a:cubicBezTo>
                      <a:cubicBezTo>
                        <a:pt x="68866" y="88963"/>
                        <a:pt x="65246" y="85154"/>
                        <a:pt x="62293" y="83439"/>
                      </a:cubicBezTo>
                      <a:cubicBezTo>
                        <a:pt x="62579" y="81725"/>
                        <a:pt x="61817" y="79629"/>
                        <a:pt x="60007" y="77057"/>
                      </a:cubicBezTo>
                      <a:cubicBezTo>
                        <a:pt x="58102" y="74485"/>
                        <a:pt x="57341" y="72485"/>
                        <a:pt x="57626" y="71152"/>
                      </a:cubicBezTo>
                      <a:cubicBezTo>
                        <a:pt x="56483" y="69151"/>
                        <a:pt x="55816" y="65246"/>
                        <a:pt x="55531" y="59436"/>
                      </a:cubicBezTo>
                      <a:cubicBezTo>
                        <a:pt x="55245" y="54292"/>
                        <a:pt x="55054" y="49149"/>
                        <a:pt x="54864" y="44005"/>
                      </a:cubicBezTo>
                      <a:cubicBezTo>
                        <a:pt x="56102" y="43529"/>
                        <a:pt x="56769" y="42958"/>
                        <a:pt x="56769" y="42196"/>
                      </a:cubicBezTo>
                      <a:cubicBezTo>
                        <a:pt x="56769" y="41720"/>
                        <a:pt x="56483" y="41053"/>
                        <a:pt x="55816" y="39910"/>
                      </a:cubicBezTo>
                      <a:cubicBezTo>
                        <a:pt x="55150" y="38862"/>
                        <a:pt x="54864" y="38195"/>
                        <a:pt x="54864" y="37719"/>
                      </a:cubicBezTo>
                      <a:cubicBezTo>
                        <a:pt x="55626" y="35528"/>
                        <a:pt x="58293" y="32575"/>
                        <a:pt x="62865" y="28861"/>
                      </a:cubicBezTo>
                      <a:cubicBezTo>
                        <a:pt x="66580" y="25622"/>
                        <a:pt x="68389" y="22479"/>
                        <a:pt x="68389" y="19526"/>
                      </a:cubicBezTo>
                      <a:cubicBezTo>
                        <a:pt x="69056" y="19431"/>
                        <a:pt x="70104" y="18764"/>
                        <a:pt x="71533" y="17717"/>
                      </a:cubicBezTo>
                      <a:cubicBezTo>
                        <a:pt x="72961" y="16669"/>
                        <a:pt x="74009" y="16097"/>
                        <a:pt x="74676" y="16097"/>
                      </a:cubicBezTo>
                      <a:cubicBezTo>
                        <a:pt x="75152" y="16097"/>
                        <a:pt x="75533" y="16383"/>
                        <a:pt x="75914" y="17050"/>
                      </a:cubicBezTo>
                      <a:cubicBezTo>
                        <a:pt x="78867" y="12573"/>
                        <a:pt x="83629" y="9049"/>
                        <a:pt x="90106" y="6572"/>
                      </a:cubicBezTo>
                      <a:cubicBezTo>
                        <a:pt x="95821" y="4667"/>
                        <a:pt x="101536" y="2858"/>
                        <a:pt x="107347" y="953"/>
                      </a:cubicBezTo>
                      <a:cubicBezTo>
                        <a:pt x="109061" y="381"/>
                        <a:pt x="110776" y="0"/>
                        <a:pt x="112490" y="0"/>
                      </a:cubicBezTo>
                      <a:cubicBezTo>
                        <a:pt x="114967" y="0"/>
                        <a:pt x="118300" y="953"/>
                        <a:pt x="122491" y="2858"/>
                      </a:cubicBezTo>
                      <a:cubicBezTo>
                        <a:pt x="126682" y="4858"/>
                        <a:pt x="130016" y="5810"/>
                        <a:pt x="132588" y="5810"/>
                      </a:cubicBezTo>
                      <a:cubicBezTo>
                        <a:pt x="133731" y="5810"/>
                        <a:pt x="134778" y="5620"/>
                        <a:pt x="135827" y="5334"/>
                      </a:cubicBezTo>
                      <a:cubicBezTo>
                        <a:pt x="136874" y="7525"/>
                        <a:pt x="138875" y="8954"/>
                        <a:pt x="141732" y="9716"/>
                      </a:cubicBezTo>
                      <a:cubicBezTo>
                        <a:pt x="145256" y="10858"/>
                        <a:pt x="147638" y="11716"/>
                        <a:pt x="148685" y="12573"/>
                      </a:cubicBezTo>
                      <a:cubicBezTo>
                        <a:pt x="153924" y="13049"/>
                        <a:pt x="158686" y="19907"/>
                        <a:pt x="162877" y="33052"/>
                      </a:cubicBezTo>
                      <a:cubicBezTo>
                        <a:pt x="162687" y="34957"/>
                        <a:pt x="161354" y="37433"/>
                        <a:pt x="158782" y="40481"/>
                      </a:cubicBezTo>
                      <a:cubicBezTo>
                        <a:pt x="156210" y="43625"/>
                        <a:pt x="154972" y="46196"/>
                        <a:pt x="155162" y="48387"/>
                      </a:cubicBezTo>
                      <a:cubicBezTo>
                        <a:pt x="153448" y="48101"/>
                        <a:pt x="152495" y="48673"/>
                        <a:pt x="152400" y="50197"/>
                      </a:cubicBezTo>
                      <a:cubicBezTo>
                        <a:pt x="152305" y="52197"/>
                        <a:pt x="151924" y="53435"/>
                        <a:pt x="151257" y="53721"/>
                      </a:cubicBezTo>
                      <a:cubicBezTo>
                        <a:pt x="146875" y="55721"/>
                        <a:pt x="143827" y="56769"/>
                        <a:pt x="142113" y="56769"/>
                      </a:cubicBezTo>
                      <a:cubicBezTo>
                        <a:pt x="139636" y="56769"/>
                        <a:pt x="137255" y="55245"/>
                        <a:pt x="135160" y="52102"/>
                      </a:cubicBezTo>
                      <a:cubicBezTo>
                        <a:pt x="134969" y="49625"/>
                        <a:pt x="133445" y="47720"/>
                        <a:pt x="130493" y="46482"/>
                      </a:cubicBezTo>
                      <a:cubicBezTo>
                        <a:pt x="127063" y="45244"/>
                        <a:pt x="125063" y="43720"/>
                        <a:pt x="124492" y="42005"/>
                      </a:cubicBezTo>
                      <a:cubicBezTo>
                        <a:pt x="123539" y="41815"/>
                        <a:pt x="121158" y="40958"/>
                        <a:pt x="117253" y="39433"/>
                      </a:cubicBezTo>
                      <a:cubicBezTo>
                        <a:pt x="114109" y="38195"/>
                        <a:pt x="111633" y="37529"/>
                        <a:pt x="109823" y="37529"/>
                      </a:cubicBezTo>
                      <a:cubicBezTo>
                        <a:pt x="107156" y="37529"/>
                        <a:pt x="104870" y="38767"/>
                        <a:pt x="103061" y="41338"/>
                      </a:cubicBezTo>
                      <a:cubicBezTo>
                        <a:pt x="102489" y="41148"/>
                        <a:pt x="101918" y="41053"/>
                        <a:pt x="101441" y="41053"/>
                      </a:cubicBezTo>
                      <a:cubicBezTo>
                        <a:pt x="100203" y="41053"/>
                        <a:pt x="98203" y="42196"/>
                        <a:pt x="95631" y="44577"/>
                      </a:cubicBezTo>
                      <a:cubicBezTo>
                        <a:pt x="96393" y="46006"/>
                        <a:pt x="96774" y="47244"/>
                        <a:pt x="96774" y="48292"/>
                      </a:cubicBezTo>
                      <a:cubicBezTo>
                        <a:pt x="96774" y="49721"/>
                        <a:pt x="95726" y="50959"/>
                        <a:pt x="93631" y="52102"/>
                      </a:cubicBezTo>
                      <a:cubicBezTo>
                        <a:pt x="91535" y="53245"/>
                        <a:pt x="90488" y="54388"/>
                        <a:pt x="90488" y="55531"/>
                      </a:cubicBezTo>
                      <a:cubicBezTo>
                        <a:pt x="90488" y="56483"/>
                        <a:pt x="91059" y="57721"/>
                        <a:pt x="92107" y="59246"/>
                      </a:cubicBezTo>
                      <a:cubicBezTo>
                        <a:pt x="98584" y="68771"/>
                        <a:pt x="108490" y="75914"/>
                        <a:pt x="121729" y="80677"/>
                      </a:cubicBezTo>
                      <a:cubicBezTo>
                        <a:pt x="123444" y="81153"/>
                        <a:pt x="125920" y="82677"/>
                        <a:pt x="129064" y="85249"/>
                      </a:cubicBezTo>
                      <a:cubicBezTo>
                        <a:pt x="132207" y="87821"/>
                        <a:pt x="134874" y="89249"/>
                        <a:pt x="137065" y="89440"/>
                      </a:cubicBezTo>
                      <a:cubicBezTo>
                        <a:pt x="139255" y="89630"/>
                        <a:pt x="142208" y="91440"/>
                        <a:pt x="146113" y="94679"/>
                      </a:cubicBezTo>
                      <a:cubicBezTo>
                        <a:pt x="149543" y="97822"/>
                        <a:pt x="152781" y="99155"/>
                        <a:pt x="155829" y="98679"/>
                      </a:cubicBezTo>
                      <a:cubicBezTo>
                        <a:pt x="155829" y="100203"/>
                        <a:pt x="156020" y="101060"/>
                        <a:pt x="156591" y="101251"/>
                      </a:cubicBezTo>
                      <a:cubicBezTo>
                        <a:pt x="157925" y="101251"/>
                        <a:pt x="158972" y="102299"/>
                        <a:pt x="159734" y="104394"/>
                      </a:cubicBezTo>
                      <a:cubicBezTo>
                        <a:pt x="160401" y="106489"/>
                        <a:pt x="161449" y="107347"/>
                        <a:pt x="162877" y="106871"/>
                      </a:cubicBezTo>
                      <a:cubicBezTo>
                        <a:pt x="163163" y="107918"/>
                        <a:pt x="165163" y="111157"/>
                        <a:pt x="168973" y="116491"/>
                      </a:cubicBezTo>
                      <a:cubicBezTo>
                        <a:pt x="171735" y="120777"/>
                        <a:pt x="173164" y="124778"/>
                        <a:pt x="173164" y="128302"/>
                      </a:cubicBezTo>
                      <a:cubicBezTo>
                        <a:pt x="173927" y="129254"/>
                        <a:pt x="174307" y="130207"/>
                        <a:pt x="174307" y="131064"/>
                      </a:cubicBezTo>
                      <a:cubicBezTo>
                        <a:pt x="174307" y="131826"/>
                        <a:pt x="173927" y="132779"/>
                        <a:pt x="173164" y="134017"/>
                      </a:cubicBezTo>
                      <a:cubicBezTo>
                        <a:pt x="172402" y="135160"/>
                        <a:pt x="172021" y="136017"/>
                        <a:pt x="172021" y="136493"/>
                      </a:cubicBezTo>
                      <a:cubicBezTo>
                        <a:pt x="172021" y="137446"/>
                        <a:pt x="172593" y="138398"/>
                        <a:pt x="173831" y="139255"/>
                      </a:cubicBezTo>
                      <a:close/>
                      <a:moveTo>
                        <a:pt x="39814" y="145066"/>
                      </a:moveTo>
                      <a:lnTo>
                        <a:pt x="45244" y="143161"/>
                      </a:lnTo>
                      <a:lnTo>
                        <a:pt x="42672" y="143161"/>
                      </a:lnTo>
                      <a:lnTo>
                        <a:pt x="39814" y="145066"/>
                      </a:lnTo>
                      <a:close/>
                      <a:moveTo>
                        <a:pt x="41434" y="167640"/>
                      </a:moveTo>
                      <a:lnTo>
                        <a:pt x="42576" y="167640"/>
                      </a:lnTo>
                      <a:lnTo>
                        <a:pt x="44386" y="169069"/>
                      </a:lnTo>
                      <a:lnTo>
                        <a:pt x="41338" y="167640"/>
                      </a:lnTo>
                      <a:close/>
                      <a:moveTo>
                        <a:pt x="48959" y="180022"/>
                      </a:moveTo>
                      <a:cubicBezTo>
                        <a:pt x="48673" y="178308"/>
                        <a:pt x="49244" y="176784"/>
                        <a:pt x="50578" y="175355"/>
                      </a:cubicBezTo>
                      <a:lnTo>
                        <a:pt x="50292" y="175641"/>
                      </a:lnTo>
                      <a:cubicBezTo>
                        <a:pt x="50292" y="175641"/>
                        <a:pt x="50673" y="176689"/>
                        <a:pt x="51340" y="177355"/>
                      </a:cubicBezTo>
                      <a:cubicBezTo>
                        <a:pt x="52006" y="178022"/>
                        <a:pt x="52388" y="178499"/>
                        <a:pt x="52388" y="178784"/>
                      </a:cubicBezTo>
                      <a:cubicBezTo>
                        <a:pt x="52388" y="179260"/>
                        <a:pt x="52101" y="179642"/>
                        <a:pt x="51435" y="180022"/>
                      </a:cubicBezTo>
                      <a:lnTo>
                        <a:pt x="48863" y="180022"/>
                      </a:lnTo>
                      <a:close/>
                      <a:moveTo>
                        <a:pt x="51054" y="174593"/>
                      </a:moveTo>
                      <a:cubicBezTo>
                        <a:pt x="51054" y="174593"/>
                        <a:pt x="50578" y="175165"/>
                        <a:pt x="50578" y="175355"/>
                      </a:cubicBezTo>
                      <a:cubicBezTo>
                        <a:pt x="50578" y="175165"/>
                        <a:pt x="50768" y="174974"/>
                        <a:pt x="51054" y="174593"/>
                      </a:cubicBezTo>
                      <a:close/>
                      <a:moveTo>
                        <a:pt x="51530" y="170212"/>
                      </a:moveTo>
                      <a:cubicBezTo>
                        <a:pt x="52197" y="170212"/>
                        <a:pt x="52864" y="170593"/>
                        <a:pt x="53626" y="171355"/>
                      </a:cubicBezTo>
                      <a:cubicBezTo>
                        <a:pt x="54387" y="172117"/>
                        <a:pt x="54864" y="172593"/>
                        <a:pt x="55054" y="172784"/>
                      </a:cubicBezTo>
                      <a:cubicBezTo>
                        <a:pt x="54102" y="172974"/>
                        <a:pt x="52864" y="173546"/>
                        <a:pt x="51054" y="174593"/>
                      </a:cubicBezTo>
                      <a:cubicBezTo>
                        <a:pt x="52292" y="173069"/>
                        <a:pt x="52483" y="171545"/>
                        <a:pt x="51530" y="170212"/>
                      </a:cubicBezTo>
                      <a:close/>
                      <a:moveTo>
                        <a:pt x="56864" y="150400"/>
                      </a:moveTo>
                      <a:lnTo>
                        <a:pt x="56864" y="148495"/>
                      </a:lnTo>
                      <a:lnTo>
                        <a:pt x="51530" y="145733"/>
                      </a:lnTo>
                      <a:lnTo>
                        <a:pt x="56864" y="150400"/>
                      </a:lnTo>
                      <a:close/>
                      <a:moveTo>
                        <a:pt x="61246" y="157639"/>
                      </a:moveTo>
                      <a:cubicBezTo>
                        <a:pt x="61246" y="157639"/>
                        <a:pt x="61913" y="157829"/>
                        <a:pt x="63627" y="158115"/>
                      </a:cubicBezTo>
                      <a:cubicBezTo>
                        <a:pt x="64484" y="158305"/>
                        <a:pt x="65246" y="157829"/>
                        <a:pt x="65722" y="156686"/>
                      </a:cubicBezTo>
                      <a:cubicBezTo>
                        <a:pt x="63912" y="156115"/>
                        <a:pt x="62389" y="156400"/>
                        <a:pt x="61246" y="157639"/>
                      </a:cubicBezTo>
                      <a:cubicBezTo>
                        <a:pt x="60770" y="157639"/>
                        <a:pt x="60579" y="157829"/>
                        <a:pt x="60579" y="158305"/>
                      </a:cubicBezTo>
                      <a:lnTo>
                        <a:pt x="58674" y="160115"/>
                      </a:lnTo>
                      <a:lnTo>
                        <a:pt x="60579" y="160115"/>
                      </a:lnTo>
                      <a:cubicBezTo>
                        <a:pt x="60388" y="159353"/>
                        <a:pt x="60388" y="158687"/>
                        <a:pt x="60579" y="158305"/>
                      </a:cubicBezTo>
                      <a:lnTo>
                        <a:pt x="61246" y="157639"/>
                      </a:lnTo>
                      <a:close/>
                      <a:moveTo>
                        <a:pt x="62484" y="69342"/>
                      </a:moveTo>
                      <a:cubicBezTo>
                        <a:pt x="63246" y="68580"/>
                        <a:pt x="63436" y="67913"/>
                        <a:pt x="63151" y="67246"/>
                      </a:cubicBezTo>
                      <a:lnTo>
                        <a:pt x="63818" y="65627"/>
                      </a:lnTo>
                      <a:cubicBezTo>
                        <a:pt x="63151" y="64865"/>
                        <a:pt x="62389" y="64199"/>
                        <a:pt x="61341" y="63722"/>
                      </a:cubicBezTo>
                      <a:cubicBezTo>
                        <a:pt x="60388" y="63246"/>
                        <a:pt x="59627" y="63055"/>
                        <a:pt x="59436" y="63055"/>
                      </a:cubicBezTo>
                      <a:cubicBezTo>
                        <a:pt x="61817" y="64294"/>
                        <a:pt x="63151" y="65722"/>
                        <a:pt x="63151" y="67246"/>
                      </a:cubicBezTo>
                      <a:lnTo>
                        <a:pt x="62484" y="69342"/>
                      </a:lnTo>
                      <a:close/>
                      <a:moveTo>
                        <a:pt x="78581" y="55817"/>
                      </a:moveTo>
                      <a:lnTo>
                        <a:pt x="78581" y="55054"/>
                      </a:lnTo>
                      <a:cubicBezTo>
                        <a:pt x="78010" y="51054"/>
                        <a:pt x="75152" y="49054"/>
                        <a:pt x="70199" y="49054"/>
                      </a:cubicBezTo>
                      <a:cubicBezTo>
                        <a:pt x="66294" y="49054"/>
                        <a:pt x="63151" y="50101"/>
                        <a:pt x="60674" y="52292"/>
                      </a:cubicBezTo>
                      <a:cubicBezTo>
                        <a:pt x="61436" y="52578"/>
                        <a:pt x="62293" y="54102"/>
                        <a:pt x="63151" y="56864"/>
                      </a:cubicBezTo>
                      <a:cubicBezTo>
                        <a:pt x="64008" y="59626"/>
                        <a:pt x="65532" y="60674"/>
                        <a:pt x="67723" y="60198"/>
                      </a:cubicBezTo>
                      <a:lnTo>
                        <a:pt x="67723" y="59531"/>
                      </a:lnTo>
                      <a:cubicBezTo>
                        <a:pt x="68199" y="59055"/>
                        <a:pt x="68770" y="57341"/>
                        <a:pt x="69342" y="54388"/>
                      </a:cubicBezTo>
                      <a:cubicBezTo>
                        <a:pt x="69818" y="51911"/>
                        <a:pt x="70771" y="50673"/>
                        <a:pt x="72104" y="50673"/>
                      </a:cubicBezTo>
                      <a:cubicBezTo>
                        <a:pt x="72771" y="50673"/>
                        <a:pt x="73437" y="50863"/>
                        <a:pt x="74200" y="51340"/>
                      </a:cubicBezTo>
                      <a:lnTo>
                        <a:pt x="74200" y="53245"/>
                      </a:lnTo>
                      <a:cubicBezTo>
                        <a:pt x="74200" y="53245"/>
                        <a:pt x="74866" y="52959"/>
                        <a:pt x="75342" y="52959"/>
                      </a:cubicBezTo>
                      <a:cubicBezTo>
                        <a:pt x="75629" y="52959"/>
                        <a:pt x="76771" y="53912"/>
                        <a:pt x="78581" y="55817"/>
                      </a:cubicBezTo>
                      <a:close/>
                      <a:moveTo>
                        <a:pt x="63912" y="130397"/>
                      </a:moveTo>
                      <a:cubicBezTo>
                        <a:pt x="62484" y="130397"/>
                        <a:pt x="61626" y="130207"/>
                        <a:pt x="61341" y="129730"/>
                      </a:cubicBezTo>
                      <a:lnTo>
                        <a:pt x="63246" y="132302"/>
                      </a:lnTo>
                      <a:cubicBezTo>
                        <a:pt x="64008" y="131826"/>
                        <a:pt x="64294" y="131159"/>
                        <a:pt x="63912" y="130397"/>
                      </a:cubicBezTo>
                      <a:close/>
                      <a:moveTo>
                        <a:pt x="65722" y="58388"/>
                      </a:moveTo>
                      <a:lnTo>
                        <a:pt x="65056" y="57721"/>
                      </a:lnTo>
                      <a:lnTo>
                        <a:pt x="66960" y="57721"/>
                      </a:lnTo>
                      <a:cubicBezTo>
                        <a:pt x="66960" y="57721"/>
                        <a:pt x="66389" y="58103"/>
                        <a:pt x="65722" y="58388"/>
                      </a:cubicBezTo>
                      <a:close/>
                      <a:moveTo>
                        <a:pt x="66960" y="57721"/>
                      </a:moveTo>
                      <a:cubicBezTo>
                        <a:pt x="66960" y="57721"/>
                        <a:pt x="67437" y="57436"/>
                        <a:pt x="67627" y="57721"/>
                      </a:cubicBezTo>
                      <a:lnTo>
                        <a:pt x="66960" y="57721"/>
                      </a:lnTo>
                      <a:close/>
                      <a:moveTo>
                        <a:pt x="68580" y="172212"/>
                      </a:moveTo>
                      <a:lnTo>
                        <a:pt x="70485" y="170307"/>
                      </a:lnTo>
                      <a:cubicBezTo>
                        <a:pt x="69723" y="169545"/>
                        <a:pt x="69056" y="169164"/>
                        <a:pt x="68580" y="169164"/>
                      </a:cubicBezTo>
                      <a:lnTo>
                        <a:pt x="68580" y="172212"/>
                      </a:lnTo>
                      <a:close/>
                      <a:moveTo>
                        <a:pt x="71438" y="61055"/>
                      </a:moveTo>
                      <a:cubicBezTo>
                        <a:pt x="71723" y="60103"/>
                        <a:pt x="71438" y="59055"/>
                        <a:pt x="70485" y="57817"/>
                      </a:cubicBezTo>
                      <a:lnTo>
                        <a:pt x="70485" y="62198"/>
                      </a:lnTo>
                      <a:lnTo>
                        <a:pt x="71438" y="61055"/>
                      </a:lnTo>
                      <a:close/>
                      <a:moveTo>
                        <a:pt x="74866" y="187166"/>
                      </a:moveTo>
                      <a:lnTo>
                        <a:pt x="74200" y="186500"/>
                      </a:lnTo>
                      <a:lnTo>
                        <a:pt x="76105" y="186500"/>
                      </a:lnTo>
                      <a:cubicBezTo>
                        <a:pt x="75152" y="186976"/>
                        <a:pt x="74771" y="187166"/>
                        <a:pt x="74866" y="187166"/>
                      </a:cubicBezTo>
                      <a:close/>
                      <a:moveTo>
                        <a:pt x="97536" y="167830"/>
                      </a:moveTo>
                      <a:lnTo>
                        <a:pt x="98488" y="166688"/>
                      </a:lnTo>
                      <a:lnTo>
                        <a:pt x="97536" y="164116"/>
                      </a:lnTo>
                      <a:lnTo>
                        <a:pt x="97536" y="167830"/>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0" name="Google Shape;1190;p99"/>
              <p:cNvGrpSpPr/>
              <p:nvPr/>
            </p:nvGrpSpPr>
            <p:grpSpPr>
              <a:xfrm>
                <a:off x="12240191" y="3606126"/>
                <a:ext cx="353852" cy="69762"/>
                <a:chOff x="6986873" y="1324221"/>
                <a:chExt cx="353852" cy="69762"/>
              </a:xfrm>
            </p:grpSpPr>
            <p:sp>
              <p:nvSpPr>
                <p:cNvPr id="1191" name="Google Shape;1191;p99"/>
                <p:cNvSpPr/>
                <p:nvPr/>
              </p:nvSpPr>
              <p:spPr>
                <a:xfrm>
                  <a:off x="6986873" y="1330547"/>
                  <a:ext cx="59245" cy="63150"/>
                </a:xfrm>
                <a:custGeom>
                  <a:avLst/>
                  <a:gdLst/>
                  <a:ahLst/>
                  <a:cxnLst/>
                  <a:rect l="l" t="t" r="r" b="b"/>
                  <a:pathLst>
                    <a:path w="59245" h="63150" extrusionOk="0">
                      <a:moveTo>
                        <a:pt x="857" y="43339"/>
                      </a:moveTo>
                      <a:cubicBezTo>
                        <a:pt x="857" y="43815"/>
                        <a:pt x="857" y="44101"/>
                        <a:pt x="1143" y="44101"/>
                      </a:cubicBezTo>
                      <a:cubicBezTo>
                        <a:pt x="1143" y="44101"/>
                        <a:pt x="1143" y="44101"/>
                        <a:pt x="1333" y="44005"/>
                      </a:cubicBezTo>
                      <a:cubicBezTo>
                        <a:pt x="1524" y="44005"/>
                        <a:pt x="1714" y="44005"/>
                        <a:pt x="1714" y="44005"/>
                      </a:cubicBezTo>
                      <a:cubicBezTo>
                        <a:pt x="2000" y="44005"/>
                        <a:pt x="2000" y="44101"/>
                        <a:pt x="2095" y="44291"/>
                      </a:cubicBezTo>
                      <a:cubicBezTo>
                        <a:pt x="857" y="44291"/>
                        <a:pt x="190" y="44196"/>
                        <a:pt x="0" y="44005"/>
                      </a:cubicBezTo>
                      <a:lnTo>
                        <a:pt x="857" y="43434"/>
                      </a:lnTo>
                      <a:close/>
                      <a:moveTo>
                        <a:pt x="2095" y="51340"/>
                      </a:moveTo>
                      <a:cubicBezTo>
                        <a:pt x="2095" y="51340"/>
                        <a:pt x="2476" y="50959"/>
                        <a:pt x="2667" y="50959"/>
                      </a:cubicBezTo>
                      <a:lnTo>
                        <a:pt x="3524" y="50959"/>
                      </a:lnTo>
                      <a:cubicBezTo>
                        <a:pt x="3524" y="50959"/>
                        <a:pt x="3238" y="51340"/>
                        <a:pt x="2953" y="51340"/>
                      </a:cubicBezTo>
                      <a:lnTo>
                        <a:pt x="2000" y="51340"/>
                      </a:lnTo>
                      <a:close/>
                      <a:moveTo>
                        <a:pt x="4763" y="55531"/>
                      </a:moveTo>
                      <a:lnTo>
                        <a:pt x="4763" y="54578"/>
                      </a:lnTo>
                      <a:lnTo>
                        <a:pt x="5429" y="54578"/>
                      </a:lnTo>
                      <a:lnTo>
                        <a:pt x="4763" y="55531"/>
                      </a:lnTo>
                      <a:close/>
                      <a:moveTo>
                        <a:pt x="8287" y="50292"/>
                      </a:moveTo>
                      <a:cubicBezTo>
                        <a:pt x="8287" y="50292"/>
                        <a:pt x="8858" y="50387"/>
                        <a:pt x="9430" y="50959"/>
                      </a:cubicBezTo>
                      <a:lnTo>
                        <a:pt x="9239" y="51340"/>
                      </a:lnTo>
                      <a:lnTo>
                        <a:pt x="8381" y="50292"/>
                      </a:lnTo>
                      <a:close/>
                      <a:moveTo>
                        <a:pt x="9430" y="55531"/>
                      </a:moveTo>
                      <a:cubicBezTo>
                        <a:pt x="9430" y="55531"/>
                        <a:pt x="9715" y="55340"/>
                        <a:pt x="10001" y="55054"/>
                      </a:cubicBezTo>
                      <a:cubicBezTo>
                        <a:pt x="10096" y="54769"/>
                        <a:pt x="10287" y="54578"/>
                        <a:pt x="10573" y="54578"/>
                      </a:cubicBezTo>
                      <a:cubicBezTo>
                        <a:pt x="10573" y="54769"/>
                        <a:pt x="10382" y="55150"/>
                        <a:pt x="10096" y="55531"/>
                      </a:cubicBezTo>
                      <a:lnTo>
                        <a:pt x="9430" y="55531"/>
                      </a:lnTo>
                      <a:close/>
                      <a:moveTo>
                        <a:pt x="10953" y="48482"/>
                      </a:moveTo>
                      <a:lnTo>
                        <a:pt x="10668" y="49149"/>
                      </a:lnTo>
                      <a:lnTo>
                        <a:pt x="9810" y="49149"/>
                      </a:lnTo>
                      <a:cubicBezTo>
                        <a:pt x="10096" y="48482"/>
                        <a:pt x="10287" y="48196"/>
                        <a:pt x="10477" y="48196"/>
                      </a:cubicBezTo>
                      <a:cubicBezTo>
                        <a:pt x="10573" y="48196"/>
                        <a:pt x="10763" y="48196"/>
                        <a:pt x="10858" y="48482"/>
                      </a:cubicBezTo>
                      <a:close/>
                      <a:moveTo>
                        <a:pt x="12192" y="43148"/>
                      </a:moveTo>
                      <a:lnTo>
                        <a:pt x="12192" y="43720"/>
                      </a:lnTo>
                      <a:lnTo>
                        <a:pt x="10953" y="42672"/>
                      </a:lnTo>
                      <a:cubicBezTo>
                        <a:pt x="10953" y="42672"/>
                        <a:pt x="11716" y="42672"/>
                        <a:pt x="12192" y="43053"/>
                      </a:cubicBezTo>
                      <a:close/>
                      <a:moveTo>
                        <a:pt x="10953" y="52292"/>
                      </a:moveTo>
                      <a:cubicBezTo>
                        <a:pt x="10953" y="52292"/>
                        <a:pt x="11620" y="52578"/>
                        <a:pt x="11620" y="53149"/>
                      </a:cubicBezTo>
                      <a:lnTo>
                        <a:pt x="10953" y="53149"/>
                      </a:lnTo>
                      <a:lnTo>
                        <a:pt x="10953" y="52292"/>
                      </a:lnTo>
                      <a:close/>
                      <a:moveTo>
                        <a:pt x="12478" y="58960"/>
                      </a:moveTo>
                      <a:lnTo>
                        <a:pt x="12287" y="58674"/>
                      </a:lnTo>
                      <a:lnTo>
                        <a:pt x="13525" y="58007"/>
                      </a:lnTo>
                      <a:lnTo>
                        <a:pt x="12478" y="58960"/>
                      </a:lnTo>
                      <a:close/>
                      <a:moveTo>
                        <a:pt x="58674" y="46482"/>
                      </a:moveTo>
                      <a:lnTo>
                        <a:pt x="56102" y="46863"/>
                      </a:lnTo>
                      <a:cubicBezTo>
                        <a:pt x="56102" y="46863"/>
                        <a:pt x="55912" y="47053"/>
                        <a:pt x="55912" y="47149"/>
                      </a:cubicBezTo>
                      <a:cubicBezTo>
                        <a:pt x="55912" y="47339"/>
                        <a:pt x="56197" y="47530"/>
                        <a:pt x="56673" y="47815"/>
                      </a:cubicBezTo>
                      <a:cubicBezTo>
                        <a:pt x="57055" y="48006"/>
                        <a:pt x="57340" y="48387"/>
                        <a:pt x="57340" y="48673"/>
                      </a:cubicBezTo>
                      <a:lnTo>
                        <a:pt x="57912" y="48673"/>
                      </a:lnTo>
                      <a:cubicBezTo>
                        <a:pt x="57626" y="50292"/>
                        <a:pt x="57340" y="51911"/>
                        <a:pt x="57055" y="53530"/>
                      </a:cubicBezTo>
                      <a:cubicBezTo>
                        <a:pt x="56769" y="55245"/>
                        <a:pt x="55721" y="56388"/>
                        <a:pt x="54007" y="56959"/>
                      </a:cubicBezTo>
                      <a:cubicBezTo>
                        <a:pt x="53721" y="56007"/>
                        <a:pt x="53149" y="55721"/>
                        <a:pt x="52101" y="56102"/>
                      </a:cubicBezTo>
                      <a:lnTo>
                        <a:pt x="51815" y="56388"/>
                      </a:lnTo>
                      <a:lnTo>
                        <a:pt x="52959" y="57626"/>
                      </a:lnTo>
                      <a:cubicBezTo>
                        <a:pt x="52482" y="57626"/>
                        <a:pt x="51911" y="57245"/>
                        <a:pt x="51435" y="56769"/>
                      </a:cubicBezTo>
                      <a:cubicBezTo>
                        <a:pt x="50863" y="56293"/>
                        <a:pt x="50482" y="55912"/>
                        <a:pt x="50101" y="55912"/>
                      </a:cubicBezTo>
                      <a:cubicBezTo>
                        <a:pt x="49816" y="55912"/>
                        <a:pt x="49339" y="56197"/>
                        <a:pt x="48863" y="56578"/>
                      </a:cubicBezTo>
                      <a:lnTo>
                        <a:pt x="50006" y="56578"/>
                      </a:lnTo>
                      <a:lnTo>
                        <a:pt x="50006" y="56959"/>
                      </a:lnTo>
                      <a:cubicBezTo>
                        <a:pt x="50006" y="56959"/>
                        <a:pt x="51149" y="57626"/>
                        <a:pt x="52197" y="58483"/>
                      </a:cubicBezTo>
                      <a:lnTo>
                        <a:pt x="50006" y="59436"/>
                      </a:lnTo>
                      <a:lnTo>
                        <a:pt x="50387" y="59722"/>
                      </a:lnTo>
                      <a:cubicBezTo>
                        <a:pt x="50387" y="59722"/>
                        <a:pt x="49530" y="60103"/>
                        <a:pt x="47910" y="60865"/>
                      </a:cubicBezTo>
                      <a:cubicBezTo>
                        <a:pt x="47053" y="61150"/>
                        <a:pt x="46291" y="61341"/>
                        <a:pt x="45529" y="61341"/>
                      </a:cubicBezTo>
                      <a:cubicBezTo>
                        <a:pt x="45148" y="61341"/>
                        <a:pt x="44767" y="61341"/>
                        <a:pt x="44386" y="61341"/>
                      </a:cubicBezTo>
                      <a:cubicBezTo>
                        <a:pt x="44100" y="62008"/>
                        <a:pt x="44005" y="62484"/>
                        <a:pt x="44100" y="62770"/>
                      </a:cubicBezTo>
                      <a:lnTo>
                        <a:pt x="32099" y="63151"/>
                      </a:lnTo>
                      <a:cubicBezTo>
                        <a:pt x="31146" y="62294"/>
                        <a:pt x="29718" y="61531"/>
                        <a:pt x="27717" y="60865"/>
                      </a:cubicBezTo>
                      <a:cubicBezTo>
                        <a:pt x="25527" y="60198"/>
                        <a:pt x="24003" y="59626"/>
                        <a:pt x="23336" y="59246"/>
                      </a:cubicBezTo>
                      <a:cubicBezTo>
                        <a:pt x="23050" y="58960"/>
                        <a:pt x="22574" y="58674"/>
                        <a:pt x="22003" y="58483"/>
                      </a:cubicBezTo>
                      <a:cubicBezTo>
                        <a:pt x="21431" y="58388"/>
                        <a:pt x="20764" y="58198"/>
                        <a:pt x="20098" y="58007"/>
                      </a:cubicBezTo>
                      <a:lnTo>
                        <a:pt x="20955" y="57150"/>
                      </a:lnTo>
                      <a:lnTo>
                        <a:pt x="19812" y="55912"/>
                      </a:lnTo>
                      <a:lnTo>
                        <a:pt x="19526" y="56769"/>
                      </a:lnTo>
                      <a:cubicBezTo>
                        <a:pt x="18478" y="56483"/>
                        <a:pt x="17906" y="55626"/>
                        <a:pt x="17716" y="54197"/>
                      </a:cubicBezTo>
                      <a:cubicBezTo>
                        <a:pt x="17716" y="52864"/>
                        <a:pt x="16954" y="52292"/>
                        <a:pt x="15525" y="52292"/>
                      </a:cubicBezTo>
                      <a:lnTo>
                        <a:pt x="14478" y="52292"/>
                      </a:lnTo>
                      <a:cubicBezTo>
                        <a:pt x="15335" y="52292"/>
                        <a:pt x="15811" y="51721"/>
                        <a:pt x="15811" y="50768"/>
                      </a:cubicBezTo>
                      <a:cubicBezTo>
                        <a:pt x="15811" y="50482"/>
                        <a:pt x="15811" y="50197"/>
                        <a:pt x="15525" y="49911"/>
                      </a:cubicBezTo>
                      <a:cubicBezTo>
                        <a:pt x="15335" y="49625"/>
                        <a:pt x="14764" y="49340"/>
                        <a:pt x="13811" y="48958"/>
                      </a:cubicBezTo>
                      <a:lnTo>
                        <a:pt x="13621" y="49244"/>
                      </a:lnTo>
                      <a:cubicBezTo>
                        <a:pt x="13621" y="49244"/>
                        <a:pt x="13430" y="49340"/>
                        <a:pt x="13430" y="49340"/>
                      </a:cubicBezTo>
                      <a:cubicBezTo>
                        <a:pt x="13239" y="49340"/>
                        <a:pt x="13144" y="49149"/>
                        <a:pt x="12954" y="48673"/>
                      </a:cubicBezTo>
                      <a:cubicBezTo>
                        <a:pt x="12954" y="48292"/>
                        <a:pt x="12954" y="48006"/>
                        <a:pt x="12954" y="47625"/>
                      </a:cubicBezTo>
                      <a:cubicBezTo>
                        <a:pt x="13430" y="47625"/>
                        <a:pt x="14288" y="47053"/>
                        <a:pt x="15335" y="46006"/>
                      </a:cubicBezTo>
                      <a:cubicBezTo>
                        <a:pt x="16287" y="45148"/>
                        <a:pt x="17145" y="44767"/>
                        <a:pt x="17716" y="44767"/>
                      </a:cubicBezTo>
                      <a:cubicBezTo>
                        <a:pt x="18097" y="44767"/>
                        <a:pt x="18288" y="44767"/>
                        <a:pt x="18669" y="45053"/>
                      </a:cubicBezTo>
                      <a:cubicBezTo>
                        <a:pt x="18669" y="44672"/>
                        <a:pt x="18383" y="44291"/>
                        <a:pt x="18669" y="44101"/>
                      </a:cubicBezTo>
                      <a:cubicBezTo>
                        <a:pt x="18764" y="43910"/>
                        <a:pt x="18669" y="43434"/>
                        <a:pt x="18192" y="42958"/>
                      </a:cubicBezTo>
                      <a:lnTo>
                        <a:pt x="20859" y="41719"/>
                      </a:lnTo>
                      <a:lnTo>
                        <a:pt x="20193" y="40862"/>
                      </a:lnTo>
                      <a:cubicBezTo>
                        <a:pt x="20193" y="40862"/>
                        <a:pt x="21336" y="40672"/>
                        <a:pt x="22288" y="40100"/>
                      </a:cubicBezTo>
                      <a:cubicBezTo>
                        <a:pt x="23240" y="39624"/>
                        <a:pt x="23813" y="39338"/>
                        <a:pt x="24193" y="39338"/>
                      </a:cubicBezTo>
                      <a:cubicBezTo>
                        <a:pt x="24765" y="39338"/>
                        <a:pt x="25146" y="39719"/>
                        <a:pt x="25241" y="40481"/>
                      </a:cubicBezTo>
                      <a:cubicBezTo>
                        <a:pt x="25241" y="42196"/>
                        <a:pt x="25717" y="43910"/>
                        <a:pt x="27146" y="45625"/>
                      </a:cubicBezTo>
                      <a:cubicBezTo>
                        <a:pt x="27908" y="46387"/>
                        <a:pt x="29241" y="47815"/>
                        <a:pt x="31337" y="49625"/>
                      </a:cubicBezTo>
                      <a:cubicBezTo>
                        <a:pt x="31718" y="50292"/>
                        <a:pt x="32194" y="50673"/>
                        <a:pt x="32956" y="50673"/>
                      </a:cubicBezTo>
                      <a:cubicBezTo>
                        <a:pt x="33147" y="50673"/>
                        <a:pt x="33528" y="50673"/>
                        <a:pt x="33909" y="50673"/>
                      </a:cubicBezTo>
                      <a:cubicBezTo>
                        <a:pt x="34385" y="50673"/>
                        <a:pt x="34766" y="50578"/>
                        <a:pt x="34861" y="50578"/>
                      </a:cubicBezTo>
                      <a:cubicBezTo>
                        <a:pt x="35337" y="50578"/>
                        <a:pt x="35814" y="50578"/>
                        <a:pt x="36195" y="50863"/>
                      </a:cubicBezTo>
                      <a:cubicBezTo>
                        <a:pt x="36671" y="51054"/>
                        <a:pt x="37052" y="51149"/>
                        <a:pt x="37623" y="51149"/>
                      </a:cubicBezTo>
                      <a:cubicBezTo>
                        <a:pt x="38576" y="51149"/>
                        <a:pt x="39719" y="50768"/>
                        <a:pt x="40957" y="49816"/>
                      </a:cubicBezTo>
                      <a:cubicBezTo>
                        <a:pt x="42767" y="48577"/>
                        <a:pt x="43815" y="47911"/>
                        <a:pt x="44196" y="47720"/>
                      </a:cubicBezTo>
                      <a:cubicBezTo>
                        <a:pt x="44482" y="47339"/>
                        <a:pt x="44577" y="46958"/>
                        <a:pt x="44577" y="46482"/>
                      </a:cubicBezTo>
                      <a:cubicBezTo>
                        <a:pt x="44577" y="45910"/>
                        <a:pt x="44196" y="45053"/>
                        <a:pt x="43529" y="44005"/>
                      </a:cubicBezTo>
                      <a:cubicBezTo>
                        <a:pt x="42767" y="42958"/>
                        <a:pt x="42386" y="42196"/>
                        <a:pt x="42290" y="41719"/>
                      </a:cubicBezTo>
                      <a:cubicBezTo>
                        <a:pt x="40957" y="41434"/>
                        <a:pt x="40291" y="40957"/>
                        <a:pt x="40100" y="40196"/>
                      </a:cubicBezTo>
                      <a:lnTo>
                        <a:pt x="40481" y="39815"/>
                      </a:lnTo>
                      <a:cubicBezTo>
                        <a:pt x="38766" y="39052"/>
                        <a:pt x="36480" y="37814"/>
                        <a:pt x="33528" y="36195"/>
                      </a:cubicBezTo>
                      <a:cubicBezTo>
                        <a:pt x="33147" y="36481"/>
                        <a:pt x="32861" y="36671"/>
                        <a:pt x="32575" y="36671"/>
                      </a:cubicBezTo>
                      <a:cubicBezTo>
                        <a:pt x="32194" y="36671"/>
                        <a:pt x="31622" y="36385"/>
                        <a:pt x="30956" y="35814"/>
                      </a:cubicBezTo>
                      <a:cubicBezTo>
                        <a:pt x="30289" y="35242"/>
                        <a:pt x="29813" y="34957"/>
                        <a:pt x="29432" y="34957"/>
                      </a:cubicBezTo>
                      <a:cubicBezTo>
                        <a:pt x="29337" y="34957"/>
                        <a:pt x="29146" y="35052"/>
                        <a:pt x="28956" y="35147"/>
                      </a:cubicBezTo>
                      <a:cubicBezTo>
                        <a:pt x="27717" y="34766"/>
                        <a:pt x="26384" y="33719"/>
                        <a:pt x="25146" y="31909"/>
                      </a:cubicBezTo>
                      <a:cubicBezTo>
                        <a:pt x="23622" y="29908"/>
                        <a:pt x="22384" y="28670"/>
                        <a:pt x="21431" y="28099"/>
                      </a:cubicBezTo>
                      <a:cubicBezTo>
                        <a:pt x="21526" y="27527"/>
                        <a:pt x="21241" y="26765"/>
                        <a:pt x="20669" y="25908"/>
                      </a:cubicBezTo>
                      <a:cubicBezTo>
                        <a:pt x="20002" y="25051"/>
                        <a:pt x="19716" y="24384"/>
                        <a:pt x="19907" y="23908"/>
                      </a:cubicBezTo>
                      <a:cubicBezTo>
                        <a:pt x="19526" y="23241"/>
                        <a:pt x="19240" y="21907"/>
                        <a:pt x="19240" y="19907"/>
                      </a:cubicBezTo>
                      <a:cubicBezTo>
                        <a:pt x="19050" y="18193"/>
                        <a:pt x="19050" y="16478"/>
                        <a:pt x="18955" y="14764"/>
                      </a:cubicBezTo>
                      <a:cubicBezTo>
                        <a:pt x="19431" y="14669"/>
                        <a:pt x="19621" y="14383"/>
                        <a:pt x="19621" y="14192"/>
                      </a:cubicBezTo>
                      <a:cubicBezTo>
                        <a:pt x="19621" y="14097"/>
                        <a:pt x="19431" y="13811"/>
                        <a:pt x="19335" y="13430"/>
                      </a:cubicBezTo>
                      <a:cubicBezTo>
                        <a:pt x="19050" y="13049"/>
                        <a:pt x="18955" y="12859"/>
                        <a:pt x="18955" y="12668"/>
                      </a:cubicBezTo>
                      <a:cubicBezTo>
                        <a:pt x="19240" y="11906"/>
                        <a:pt x="20098" y="10954"/>
                        <a:pt x="21621" y="9715"/>
                      </a:cubicBezTo>
                      <a:cubicBezTo>
                        <a:pt x="22860" y="8668"/>
                        <a:pt x="23526" y="7525"/>
                        <a:pt x="23526" y="6572"/>
                      </a:cubicBezTo>
                      <a:cubicBezTo>
                        <a:pt x="23813" y="6572"/>
                        <a:pt x="24098" y="6286"/>
                        <a:pt x="24574" y="5905"/>
                      </a:cubicBezTo>
                      <a:cubicBezTo>
                        <a:pt x="25050" y="5524"/>
                        <a:pt x="25527" y="5429"/>
                        <a:pt x="25717" y="5429"/>
                      </a:cubicBezTo>
                      <a:cubicBezTo>
                        <a:pt x="25908" y="5429"/>
                        <a:pt x="26003" y="5429"/>
                        <a:pt x="26098" y="5715"/>
                      </a:cubicBezTo>
                      <a:cubicBezTo>
                        <a:pt x="27051" y="4191"/>
                        <a:pt x="28765" y="3048"/>
                        <a:pt x="30861" y="2191"/>
                      </a:cubicBezTo>
                      <a:cubicBezTo>
                        <a:pt x="32861" y="1619"/>
                        <a:pt x="34766" y="952"/>
                        <a:pt x="36766" y="286"/>
                      </a:cubicBezTo>
                      <a:cubicBezTo>
                        <a:pt x="37338" y="95"/>
                        <a:pt x="37909" y="0"/>
                        <a:pt x="38481" y="0"/>
                      </a:cubicBezTo>
                      <a:cubicBezTo>
                        <a:pt x="39338" y="0"/>
                        <a:pt x="40481" y="286"/>
                        <a:pt x="41910" y="952"/>
                      </a:cubicBezTo>
                      <a:cubicBezTo>
                        <a:pt x="43339" y="1619"/>
                        <a:pt x="44386" y="1905"/>
                        <a:pt x="45339" y="1905"/>
                      </a:cubicBezTo>
                      <a:cubicBezTo>
                        <a:pt x="45720" y="1905"/>
                        <a:pt x="46005" y="1905"/>
                        <a:pt x="46481" y="1715"/>
                      </a:cubicBezTo>
                      <a:cubicBezTo>
                        <a:pt x="46863" y="2476"/>
                        <a:pt x="47530" y="2953"/>
                        <a:pt x="48387" y="3238"/>
                      </a:cubicBezTo>
                      <a:cubicBezTo>
                        <a:pt x="49625" y="3619"/>
                        <a:pt x="50292" y="3905"/>
                        <a:pt x="50768" y="4191"/>
                      </a:cubicBezTo>
                      <a:cubicBezTo>
                        <a:pt x="52578" y="4286"/>
                        <a:pt x="54197" y="6667"/>
                        <a:pt x="55626" y="11144"/>
                      </a:cubicBezTo>
                      <a:cubicBezTo>
                        <a:pt x="55530" y="11716"/>
                        <a:pt x="55150" y="12573"/>
                        <a:pt x="54197" y="13621"/>
                      </a:cubicBezTo>
                      <a:cubicBezTo>
                        <a:pt x="53340" y="14669"/>
                        <a:pt x="52959" y="15526"/>
                        <a:pt x="52959" y="16288"/>
                      </a:cubicBezTo>
                      <a:cubicBezTo>
                        <a:pt x="52388" y="16192"/>
                        <a:pt x="52101" y="16288"/>
                        <a:pt x="52006" y="16954"/>
                      </a:cubicBezTo>
                      <a:cubicBezTo>
                        <a:pt x="51911" y="17621"/>
                        <a:pt x="51815" y="18002"/>
                        <a:pt x="51625" y="18097"/>
                      </a:cubicBezTo>
                      <a:cubicBezTo>
                        <a:pt x="50196" y="18764"/>
                        <a:pt x="49149" y="19145"/>
                        <a:pt x="48482" y="19145"/>
                      </a:cubicBezTo>
                      <a:cubicBezTo>
                        <a:pt x="47720" y="19145"/>
                        <a:pt x="46863" y="18574"/>
                        <a:pt x="46101" y="17526"/>
                      </a:cubicBezTo>
                      <a:cubicBezTo>
                        <a:pt x="46101" y="16669"/>
                        <a:pt x="45529" y="16097"/>
                        <a:pt x="44577" y="15716"/>
                      </a:cubicBezTo>
                      <a:cubicBezTo>
                        <a:pt x="43434" y="15240"/>
                        <a:pt x="42767" y="14764"/>
                        <a:pt x="42576" y="14192"/>
                      </a:cubicBezTo>
                      <a:cubicBezTo>
                        <a:pt x="42290" y="14192"/>
                        <a:pt x="41434" y="13811"/>
                        <a:pt x="40100" y="13335"/>
                      </a:cubicBezTo>
                      <a:cubicBezTo>
                        <a:pt x="39052" y="12859"/>
                        <a:pt x="38195" y="12668"/>
                        <a:pt x="37623" y="12668"/>
                      </a:cubicBezTo>
                      <a:cubicBezTo>
                        <a:pt x="36766" y="12668"/>
                        <a:pt x="36004" y="13049"/>
                        <a:pt x="35242" y="13906"/>
                      </a:cubicBezTo>
                      <a:cubicBezTo>
                        <a:pt x="35052" y="13906"/>
                        <a:pt x="34861" y="13906"/>
                        <a:pt x="34766" y="13906"/>
                      </a:cubicBezTo>
                      <a:cubicBezTo>
                        <a:pt x="34385" y="13906"/>
                        <a:pt x="33623" y="14383"/>
                        <a:pt x="32765" y="15145"/>
                      </a:cubicBezTo>
                      <a:cubicBezTo>
                        <a:pt x="32956" y="15621"/>
                        <a:pt x="33147" y="16002"/>
                        <a:pt x="33147" y="16383"/>
                      </a:cubicBezTo>
                      <a:cubicBezTo>
                        <a:pt x="33147" y="16859"/>
                        <a:pt x="32861" y="17335"/>
                        <a:pt x="32004" y="17621"/>
                      </a:cubicBezTo>
                      <a:cubicBezTo>
                        <a:pt x="31337" y="18002"/>
                        <a:pt x="30956" y="18383"/>
                        <a:pt x="30956" y="18764"/>
                      </a:cubicBezTo>
                      <a:cubicBezTo>
                        <a:pt x="30956" y="19050"/>
                        <a:pt x="31146" y="19526"/>
                        <a:pt x="31528" y="20002"/>
                      </a:cubicBezTo>
                      <a:cubicBezTo>
                        <a:pt x="33718" y="23241"/>
                        <a:pt x="37052" y="25622"/>
                        <a:pt x="41529" y="27242"/>
                      </a:cubicBezTo>
                      <a:cubicBezTo>
                        <a:pt x="42196" y="27432"/>
                        <a:pt x="42957" y="27908"/>
                        <a:pt x="44005" y="28765"/>
                      </a:cubicBezTo>
                      <a:cubicBezTo>
                        <a:pt x="45053" y="29623"/>
                        <a:pt x="46005" y="30099"/>
                        <a:pt x="46767" y="30194"/>
                      </a:cubicBezTo>
                      <a:cubicBezTo>
                        <a:pt x="47625" y="30194"/>
                        <a:pt x="48482" y="30861"/>
                        <a:pt x="49816" y="31909"/>
                      </a:cubicBezTo>
                      <a:cubicBezTo>
                        <a:pt x="50959" y="32956"/>
                        <a:pt x="52101" y="33433"/>
                        <a:pt x="53149" y="33242"/>
                      </a:cubicBezTo>
                      <a:cubicBezTo>
                        <a:pt x="53149" y="33719"/>
                        <a:pt x="53149" y="34004"/>
                        <a:pt x="53340" y="34099"/>
                      </a:cubicBezTo>
                      <a:cubicBezTo>
                        <a:pt x="53816" y="34099"/>
                        <a:pt x="54197" y="34480"/>
                        <a:pt x="54387" y="35147"/>
                      </a:cubicBezTo>
                      <a:cubicBezTo>
                        <a:pt x="54673" y="35814"/>
                        <a:pt x="55054" y="36100"/>
                        <a:pt x="55530" y="36004"/>
                      </a:cubicBezTo>
                      <a:cubicBezTo>
                        <a:pt x="55530" y="36290"/>
                        <a:pt x="56292" y="37433"/>
                        <a:pt x="57531" y="39148"/>
                      </a:cubicBezTo>
                      <a:cubicBezTo>
                        <a:pt x="58388" y="40576"/>
                        <a:pt x="58864" y="41910"/>
                        <a:pt x="58864" y="43148"/>
                      </a:cubicBezTo>
                      <a:cubicBezTo>
                        <a:pt x="59150" y="43434"/>
                        <a:pt x="59245" y="43815"/>
                        <a:pt x="59245" y="44101"/>
                      </a:cubicBezTo>
                      <a:cubicBezTo>
                        <a:pt x="59245" y="44386"/>
                        <a:pt x="59245" y="44672"/>
                        <a:pt x="58864" y="45148"/>
                      </a:cubicBezTo>
                      <a:cubicBezTo>
                        <a:pt x="58674" y="45529"/>
                        <a:pt x="58578" y="45815"/>
                        <a:pt x="58578" y="45910"/>
                      </a:cubicBezTo>
                      <a:cubicBezTo>
                        <a:pt x="58578" y="46292"/>
                        <a:pt x="58769" y="46577"/>
                        <a:pt x="59150" y="46863"/>
                      </a:cubicBezTo>
                      <a:close/>
                      <a:moveTo>
                        <a:pt x="13525" y="48387"/>
                      </a:moveTo>
                      <a:lnTo>
                        <a:pt x="15335" y="47815"/>
                      </a:lnTo>
                      <a:lnTo>
                        <a:pt x="14478" y="47815"/>
                      </a:lnTo>
                      <a:lnTo>
                        <a:pt x="13430" y="48387"/>
                      </a:lnTo>
                      <a:close/>
                      <a:moveTo>
                        <a:pt x="14097" y="56007"/>
                      </a:moveTo>
                      <a:lnTo>
                        <a:pt x="14573" y="56007"/>
                      </a:lnTo>
                      <a:lnTo>
                        <a:pt x="15144" y="56483"/>
                      </a:lnTo>
                      <a:lnTo>
                        <a:pt x="14001" y="56007"/>
                      </a:lnTo>
                      <a:close/>
                      <a:moveTo>
                        <a:pt x="16669" y="60198"/>
                      </a:moveTo>
                      <a:cubicBezTo>
                        <a:pt x="16669" y="59626"/>
                        <a:pt x="16669" y="59055"/>
                        <a:pt x="17145" y="58579"/>
                      </a:cubicBezTo>
                      <a:lnTo>
                        <a:pt x="17145" y="58579"/>
                      </a:lnTo>
                      <a:cubicBezTo>
                        <a:pt x="17145" y="58579"/>
                        <a:pt x="17335" y="58960"/>
                        <a:pt x="17526" y="59246"/>
                      </a:cubicBezTo>
                      <a:cubicBezTo>
                        <a:pt x="17716" y="59436"/>
                        <a:pt x="17812" y="59626"/>
                        <a:pt x="17812" y="59722"/>
                      </a:cubicBezTo>
                      <a:cubicBezTo>
                        <a:pt x="17812" y="59912"/>
                        <a:pt x="17812" y="60007"/>
                        <a:pt x="17621" y="60103"/>
                      </a:cubicBezTo>
                      <a:lnTo>
                        <a:pt x="16764" y="60103"/>
                      </a:lnTo>
                      <a:close/>
                      <a:moveTo>
                        <a:pt x="17335" y="58388"/>
                      </a:moveTo>
                      <a:cubicBezTo>
                        <a:pt x="17335" y="58388"/>
                        <a:pt x="17145" y="58579"/>
                        <a:pt x="17145" y="58674"/>
                      </a:cubicBezTo>
                      <a:cubicBezTo>
                        <a:pt x="17145" y="58579"/>
                        <a:pt x="17335" y="58579"/>
                        <a:pt x="17335" y="58388"/>
                      </a:cubicBezTo>
                      <a:close/>
                      <a:moveTo>
                        <a:pt x="17526" y="56864"/>
                      </a:moveTo>
                      <a:cubicBezTo>
                        <a:pt x="17526" y="56864"/>
                        <a:pt x="17906" y="56959"/>
                        <a:pt x="18192" y="57245"/>
                      </a:cubicBezTo>
                      <a:cubicBezTo>
                        <a:pt x="18478" y="57436"/>
                        <a:pt x="18573" y="57626"/>
                        <a:pt x="18573" y="57721"/>
                      </a:cubicBezTo>
                      <a:cubicBezTo>
                        <a:pt x="18288" y="57721"/>
                        <a:pt x="17812" y="58007"/>
                        <a:pt x="17240" y="58388"/>
                      </a:cubicBezTo>
                      <a:cubicBezTo>
                        <a:pt x="17716" y="57817"/>
                        <a:pt x="17716" y="57340"/>
                        <a:pt x="17430" y="56864"/>
                      </a:cubicBezTo>
                      <a:close/>
                      <a:moveTo>
                        <a:pt x="19335" y="50197"/>
                      </a:moveTo>
                      <a:lnTo>
                        <a:pt x="19335" y="49530"/>
                      </a:lnTo>
                      <a:lnTo>
                        <a:pt x="17526" y="48577"/>
                      </a:lnTo>
                      <a:lnTo>
                        <a:pt x="19335" y="50197"/>
                      </a:lnTo>
                      <a:close/>
                      <a:moveTo>
                        <a:pt x="20764" y="52578"/>
                      </a:moveTo>
                      <a:cubicBezTo>
                        <a:pt x="20764" y="52578"/>
                        <a:pt x="20955" y="52578"/>
                        <a:pt x="21526" y="52769"/>
                      </a:cubicBezTo>
                      <a:cubicBezTo>
                        <a:pt x="21907" y="52769"/>
                        <a:pt x="22097" y="52769"/>
                        <a:pt x="22288" y="52292"/>
                      </a:cubicBezTo>
                      <a:cubicBezTo>
                        <a:pt x="21621" y="52102"/>
                        <a:pt x="21145" y="52292"/>
                        <a:pt x="20764" y="52578"/>
                      </a:cubicBezTo>
                      <a:cubicBezTo>
                        <a:pt x="20574" y="52578"/>
                        <a:pt x="20574" y="52578"/>
                        <a:pt x="20574" y="52769"/>
                      </a:cubicBezTo>
                      <a:lnTo>
                        <a:pt x="19907" y="53435"/>
                      </a:lnTo>
                      <a:lnTo>
                        <a:pt x="20574" y="53435"/>
                      </a:lnTo>
                      <a:cubicBezTo>
                        <a:pt x="20574" y="53435"/>
                        <a:pt x="20574" y="52959"/>
                        <a:pt x="20574" y="52769"/>
                      </a:cubicBezTo>
                      <a:lnTo>
                        <a:pt x="20764" y="52578"/>
                      </a:lnTo>
                      <a:close/>
                      <a:moveTo>
                        <a:pt x="21145" y="22765"/>
                      </a:moveTo>
                      <a:cubicBezTo>
                        <a:pt x="21145" y="22765"/>
                        <a:pt x="21526" y="22288"/>
                        <a:pt x="21336" y="22098"/>
                      </a:cubicBezTo>
                      <a:lnTo>
                        <a:pt x="21621" y="21526"/>
                      </a:lnTo>
                      <a:cubicBezTo>
                        <a:pt x="21621" y="21526"/>
                        <a:pt x="21145" y="21050"/>
                        <a:pt x="20764" y="20955"/>
                      </a:cubicBezTo>
                      <a:cubicBezTo>
                        <a:pt x="20478" y="20765"/>
                        <a:pt x="20193" y="20765"/>
                        <a:pt x="20098" y="20765"/>
                      </a:cubicBezTo>
                      <a:cubicBezTo>
                        <a:pt x="20955" y="21146"/>
                        <a:pt x="21336" y="21622"/>
                        <a:pt x="21336" y="22193"/>
                      </a:cubicBezTo>
                      <a:lnTo>
                        <a:pt x="21145" y="22860"/>
                      </a:lnTo>
                      <a:close/>
                      <a:moveTo>
                        <a:pt x="26670" y="18193"/>
                      </a:moveTo>
                      <a:lnTo>
                        <a:pt x="26670" y="18002"/>
                      </a:lnTo>
                      <a:cubicBezTo>
                        <a:pt x="26384" y="16573"/>
                        <a:pt x="25527" y="15907"/>
                        <a:pt x="23813" y="15907"/>
                      </a:cubicBezTo>
                      <a:cubicBezTo>
                        <a:pt x="22574" y="15907"/>
                        <a:pt x="21431" y="16288"/>
                        <a:pt x="20669" y="17050"/>
                      </a:cubicBezTo>
                      <a:cubicBezTo>
                        <a:pt x="20859" y="17050"/>
                        <a:pt x="21145" y="17621"/>
                        <a:pt x="21431" y="18574"/>
                      </a:cubicBezTo>
                      <a:cubicBezTo>
                        <a:pt x="21717" y="19526"/>
                        <a:pt x="22288" y="19907"/>
                        <a:pt x="22955" y="19717"/>
                      </a:cubicBezTo>
                      <a:lnTo>
                        <a:pt x="22955" y="19431"/>
                      </a:lnTo>
                      <a:cubicBezTo>
                        <a:pt x="22955" y="19431"/>
                        <a:pt x="23240" y="18669"/>
                        <a:pt x="23526" y="17717"/>
                      </a:cubicBezTo>
                      <a:cubicBezTo>
                        <a:pt x="23717" y="16859"/>
                        <a:pt x="23907" y="16478"/>
                        <a:pt x="24384" y="16478"/>
                      </a:cubicBezTo>
                      <a:cubicBezTo>
                        <a:pt x="24669" y="16478"/>
                        <a:pt x="24765" y="16573"/>
                        <a:pt x="25050" y="16669"/>
                      </a:cubicBezTo>
                      <a:lnTo>
                        <a:pt x="25050" y="17335"/>
                      </a:lnTo>
                      <a:cubicBezTo>
                        <a:pt x="25050" y="17335"/>
                        <a:pt x="25336" y="17335"/>
                        <a:pt x="25527" y="17335"/>
                      </a:cubicBezTo>
                      <a:cubicBezTo>
                        <a:pt x="25527" y="17335"/>
                        <a:pt x="25908" y="17717"/>
                        <a:pt x="26670" y="18288"/>
                      </a:cubicBezTo>
                      <a:close/>
                      <a:moveTo>
                        <a:pt x="21621" y="43434"/>
                      </a:moveTo>
                      <a:cubicBezTo>
                        <a:pt x="21145" y="43434"/>
                        <a:pt x="20859" y="43339"/>
                        <a:pt x="20764" y="43148"/>
                      </a:cubicBezTo>
                      <a:lnTo>
                        <a:pt x="21336" y="44005"/>
                      </a:lnTo>
                      <a:cubicBezTo>
                        <a:pt x="21336" y="44005"/>
                        <a:pt x="21717" y="43624"/>
                        <a:pt x="21621" y="43434"/>
                      </a:cubicBezTo>
                      <a:close/>
                      <a:moveTo>
                        <a:pt x="22288" y="19050"/>
                      </a:moveTo>
                      <a:lnTo>
                        <a:pt x="22003" y="18859"/>
                      </a:lnTo>
                      <a:lnTo>
                        <a:pt x="22669" y="18859"/>
                      </a:lnTo>
                      <a:cubicBezTo>
                        <a:pt x="22669" y="18859"/>
                        <a:pt x="22479" y="18955"/>
                        <a:pt x="22288" y="19050"/>
                      </a:cubicBezTo>
                      <a:close/>
                      <a:moveTo>
                        <a:pt x="22669" y="18859"/>
                      </a:moveTo>
                      <a:cubicBezTo>
                        <a:pt x="22669" y="18859"/>
                        <a:pt x="22764" y="18764"/>
                        <a:pt x="22860" y="18859"/>
                      </a:cubicBezTo>
                      <a:lnTo>
                        <a:pt x="22669" y="18859"/>
                      </a:lnTo>
                      <a:close/>
                      <a:moveTo>
                        <a:pt x="23146" y="57436"/>
                      </a:moveTo>
                      <a:lnTo>
                        <a:pt x="23813" y="56864"/>
                      </a:lnTo>
                      <a:cubicBezTo>
                        <a:pt x="23813" y="56864"/>
                        <a:pt x="23431" y="56483"/>
                        <a:pt x="23146" y="56483"/>
                      </a:cubicBezTo>
                      <a:lnTo>
                        <a:pt x="23146" y="57531"/>
                      </a:lnTo>
                      <a:close/>
                      <a:moveTo>
                        <a:pt x="24193" y="19907"/>
                      </a:moveTo>
                      <a:cubicBezTo>
                        <a:pt x="24193" y="19907"/>
                        <a:pt x="24193" y="19240"/>
                        <a:pt x="23813" y="18764"/>
                      </a:cubicBezTo>
                      <a:lnTo>
                        <a:pt x="23813" y="20288"/>
                      </a:lnTo>
                      <a:lnTo>
                        <a:pt x="24193" y="19907"/>
                      </a:lnTo>
                      <a:close/>
                      <a:moveTo>
                        <a:pt x="25336" y="62484"/>
                      </a:moveTo>
                      <a:lnTo>
                        <a:pt x="25050" y="62294"/>
                      </a:lnTo>
                      <a:lnTo>
                        <a:pt x="25717" y="62294"/>
                      </a:lnTo>
                      <a:cubicBezTo>
                        <a:pt x="25717" y="62294"/>
                        <a:pt x="25336" y="62484"/>
                        <a:pt x="25336" y="62484"/>
                      </a:cubicBezTo>
                      <a:close/>
                      <a:moveTo>
                        <a:pt x="32956" y="55912"/>
                      </a:moveTo>
                      <a:lnTo>
                        <a:pt x="33338" y="55531"/>
                      </a:lnTo>
                      <a:lnTo>
                        <a:pt x="32956" y="54578"/>
                      </a:lnTo>
                      <a:lnTo>
                        <a:pt x="32956" y="55817"/>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 name="Google Shape;1192;p99"/>
                <p:cNvSpPr/>
                <p:nvPr/>
              </p:nvSpPr>
              <p:spPr>
                <a:xfrm>
                  <a:off x="7047356" y="1330356"/>
                  <a:ext cx="47053" cy="63245"/>
                </a:xfrm>
                <a:custGeom>
                  <a:avLst/>
                  <a:gdLst/>
                  <a:ahLst/>
                  <a:cxnLst/>
                  <a:rect l="l" t="t" r="r" b="b"/>
                  <a:pathLst>
                    <a:path w="47053" h="63245" extrusionOk="0">
                      <a:moveTo>
                        <a:pt x="45625" y="95"/>
                      </a:moveTo>
                      <a:cubicBezTo>
                        <a:pt x="45625" y="95"/>
                        <a:pt x="45625" y="1143"/>
                        <a:pt x="46196" y="1619"/>
                      </a:cubicBezTo>
                      <a:cubicBezTo>
                        <a:pt x="46673" y="2191"/>
                        <a:pt x="47054" y="2477"/>
                        <a:pt x="47054" y="2762"/>
                      </a:cubicBezTo>
                      <a:cubicBezTo>
                        <a:pt x="47054" y="3048"/>
                        <a:pt x="46673" y="3429"/>
                        <a:pt x="45911" y="4000"/>
                      </a:cubicBezTo>
                      <a:cubicBezTo>
                        <a:pt x="45911" y="4286"/>
                        <a:pt x="46006" y="4477"/>
                        <a:pt x="46006" y="4763"/>
                      </a:cubicBezTo>
                      <a:cubicBezTo>
                        <a:pt x="46006" y="5429"/>
                        <a:pt x="45339" y="6382"/>
                        <a:pt x="44101" y="7715"/>
                      </a:cubicBezTo>
                      <a:lnTo>
                        <a:pt x="44672" y="8382"/>
                      </a:lnTo>
                      <a:cubicBezTo>
                        <a:pt x="42767" y="10477"/>
                        <a:pt x="41815" y="12192"/>
                        <a:pt x="41815" y="13430"/>
                      </a:cubicBezTo>
                      <a:cubicBezTo>
                        <a:pt x="41338" y="14288"/>
                        <a:pt x="40672" y="14573"/>
                        <a:pt x="39719" y="14478"/>
                      </a:cubicBezTo>
                      <a:cubicBezTo>
                        <a:pt x="39814" y="14669"/>
                        <a:pt x="39814" y="13811"/>
                        <a:pt x="39814" y="11811"/>
                      </a:cubicBezTo>
                      <a:cubicBezTo>
                        <a:pt x="39814" y="10954"/>
                        <a:pt x="39434" y="10477"/>
                        <a:pt x="38576" y="10382"/>
                      </a:cubicBezTo>
                      <a:lnTo>
                        <a:pt x="38576" y="12859"/>
                      </a:lnTo>
                      <a:cubicBezTo>
                        <a:pt x="38576" y="12859"/>
                        <a:pt x="38195" y="12859"/>
                        <a:pt x="37909" y="13240"/>
                      </a:cubicBezTo>
                      <a:cubicBezTo>
                        <a:pt x="37909" y="13525"/>
                        <a:pt x="37909" y="13716"/>
                        <a:pt x="38100" y="13716"/>
                      </a:cubicBezTo>
                      <a:cubicBezTo>
                        <a:pt x="38100" y="13716"/>
                        <a:pt x="38100" y="13716"/>
                        <a:pt x="38291" y="13716"/>
                      </a:cubicBezTo>
                      <a:cubicBezTo>
                        <a:pt x="38481" y="13716"/>
                        <a:pt x="38576" y="13716"/>
                        <a:pt x="38671" y="13716"/>
                      </a:cubicBezTo>
                      <a:cubicBezTo>
                        <a:pt x="38767" y="13716"/>
                        <a:pt x="38862" y="13716"/>
                        <a:pt x="38862" y="14002"/>
                      </a:cubicBezTo>
                      <a:lnTo>
                        <a:pt x="37052" y="14859"/>
                      </a:lnTo>
                      <a:lnTo>
                        <a:pt x="36386" y="14002"/>
                      </a:lnTo>
                      <a:lnTo>
                        <a:pt x="35528" y="15145"/>
                      </a:lnTo>
                      <a:cubicBezTo>
                        <a:pt x="35528" y="15145"/>
                        <a:pt x="35528" y="14954"/>
                        <a:pt x="35528" y="14859"/>
                      </a:cubicBezTo>
                      <a:cubicBezTo>
                        <a:pt x="35528" y="14669"/>
                        <a:pt x="35528" y="14478"/>
                        <a:pt x="35147" y="14478"/>
                      </a:cubicBezTo>
                      <a:cubicBezTo>
                        <a:pt x="34766" y="14383"/>
                        <a:pt x="34766" y="14288"/>
                        <a:pt x="34766" y="14288"/>
                      </a:cubicBezTo>
                      <a:cubicBezTo>
                        <a:pt x="35623" y="14002"/>
                        <a:pt x="36195" y="13525"/>
                        <a:pt x="36481" y="13049"/>
                      </a:cubicBezTo>
                      <a:cubicBezTo>
                        <a:pt x="36481" y="12668"/>
                        <a:pt x="36195" y="12668"/>
                        <a:pt x="36004" y="12668"/>
                      </a:cubicBezTo>
                      <a:lnTo>
                        <a:pt x="35528" y="13335"/>
                      </a:lnTo>
                      <a:cubicBezTo>
                        <a:pt x="35528" y="13335"/>
                        <a:pt x="35147" y="12954"/>
                        <a:pt x="35147" y="12668"/>
                      </a:cubicBezTo>
                      <a:cubicBezTo>
                        <a:pt x="35528" y="12478"/>
                        <a:pt x="35623" y="12287"/>
                        <a:pt x="35623" y="12097"/>
                      </a:cubicBezTo>
                      <a:cubicBezTo>
                        <a:pt x="35623" y="11906"/>
                        <a:pt x="35528" y="11621"/>
                        <a:pt x="35147" y="11144"/>
                      </a:cubicBezTo>
                      <a:cubicBezTo>
                        <a:pt x="34766" y="10763"/>
                        <a:pt x="34766" y="10382"/>
                        <a:pt x="34766" y="10192"/>
                      </a:cubicBezTo>
                      <a:cubicBezTo>
                        <a:pt x="34576" y="10192"/>
                        <a:pt x="34385" y="10192"/>
                        <a:pt x="34290" y="10382"/>
                      </a:cubicBezTo>
                      <a:cubicBezTo>
                        <a:pt x="34100" y="10573"/>
                        <a:pt x="34004" y="10668"/>
                        <a:pt x="33909" y="10763"/>
                      </a:cubicBezTo>
                      <a:cubicBezTo>
                        <a:pt x="33718" y="11049"/>
                        <a:pt x="34004" y="11430"/>
                        <a:pt x="34385" y="11906"/>
                      </a:cubicBezTo>
                      <a:lnTo>
                        <a:pt x="34100" y="11906"/>
                      </a:lnTo>
                      <a:cubicBezTo>
                        <a:pt x="34100" y="11906"/>
                        <a:pt x="34100" y="12668"/>
                        <a:pt x="34100" y="13716"/>
                      </a:cubicBezTo>
                      <a:cubicBezTo>
                        <a:pt x="34100" y="14573"/>
                        <a:pt x="34004" y="15050"/>
                        <a:pt x="33623" y="15431"/>
                      </a:cubicBezTo>
                      <a:cubicBezTo>
                        <a:pt x="33718" y="15431"/>
                        <a:pt x="34100" y="15621"/>
                        <a:pt x="34385" y="15907"/>
                      </a:cubicBezTo>
                      <a:cubicBezTo>
                        <a:pt x="34766" y="16288"/>
                        <a:pt x="35147" y="16383"/>
                        <a:pt x="35433" y="16288"/>
                      </a:cubicBezTo>
                      <a:lnTo>
                        <a:pt x="35909" y="15716"/>
                      </a:lnTo>
                      <a:cubicBezTo>
                        <a:pt x="35909" y="15716"/>
                        <a:pt x="35528" y="16288"/>
                        <a:pt x="35719" y="16478"/>
                      </a:cubicBezTo>
                      <a:cubicBezTo>
                        <a:pt x="35909" y="16764"/>
                        <a:pt x="36004" y="16954"/>
                        <a:pt x="36195" y="17145"/>
                      </a:cubicBezTo>
                      <a:cubicBezTo>
                        <a:pt x="36576" y="17145"/>
                        <a:pt x="36671" y="16954"/>
                        <a:pt x="36957" y="16574"/>
                      </a:cubicBezTo>
                      <a:cubicBezTo>
                        <a:pt x="36957" y="16097"/>
                        <a:pt x="37338" y="15907"/>
                        <a:pt x="37719" y="16097"/>
                      </a:cubicBezTo>
                      <a:cubicBezTo>
                        <a:pt x="37719" y="16288"/>
                        <a:pt x="38005" y="16383"/>
                        <a:pt x="38385" y="16383"/>
                      </a:cubicBezTo>
                      <a:cubicBezTo>
                        <a:pt x="38576" y="16383"/>
                        <a:pt x="38767" y="16383"/>
                        <a:pt x="39052" y="16383"/>
                      </a:cubicBezTo>
                      <a:lnTo>
                        <a:pt x="39719" y="16383"/>
                      </a:lnTo>
                      <a:cubicBezTo>
                        <a:pt x="40195" y="16383"/>
                        <a:pt x="40481" y="16574"/>
                        <a:pt x="40481" y="16764"/>
                      </a:cubicBezTo>
                      <a:cubicBezTo>
                        <a:pt x="40481" y="16954"/>
                        <a:pt x="40481" y="17240"/>
                        <a:pt x="40100" y="17621"/>
                      </a:cubicBezTo>
                      <a:lnTo>
                        <a:pt x="39243" y="16574"/>
                      </a:lnTo>
                      <a:cubicBezTo>
                        <a:pt x="39243" y="16574"/>
                        <a:pt x="39529" y="17240"/>
                        <a:pt x="39529" y="17621"/>
                      </a:cubicBezTo>
                      <a:cubicBezTo>
                        <a:pt x="39529" y="18574"/>
                        <a:pt x="38862" y="19717"/>
                        <a:pt x="37624" y="21050"/>
                      </a:cubicBezTo>
                      <a:lnTo>
                        <a:pt x="36766" y="20765"/>
                      </a:lnTo>
                      <a:cubicBezTo>
                        <a:pt x="36766" y="20765"/>
                        <a:pt x="36576" y="21431"/>
                        <a:pt x="36386" y="22003"/>
                      </a:cubicBezTo>
                      <a:cubicBezTo>
                        <a:pt x="36195" y="22670"/>
                        <a:pt x="36100" y="23146"/>
                        <a:pt x="36100" y="23431"/>
                      </a:cubicBezTo>
                      <a:cubicBezTo>
                        <a:pt x="36100" y="23717"/>
                        <a:pt x="36195" y="24098"/>
                        <a:pt x="36290" y="24384"/>
                      </a:cubicBezTo>
                      <a:cubicBezTo>
                        <a:pt x="36100" y="24384"/>
                        <a:pt x="35814" y="24194"/>
                        <a:pt x="35433" y="23717"/>
                      </a:cubicBezTo>
                      <a:cubicBezTo>
                        <a:pt x="35052" y="23336"/>
                        <a:pt x="34766" y="23146"/>
                        <a:pt x="34576" y="23146"/>
                      </a:cubicBezTo>
                      <a:cubicBezTo>
                        <a:pt x="34385" y="23146"/>
                        <a:pt x="34194" y="23336"/>
                        <a:pt x="33909" y="23717"/>
                      </a:cubicBezTo>
                      <a:cubicBezTo>
                        <a:pt x="34194" y="24194"/>
                        <a:pt x="34290" y="24765"/>
                        <a:pt x="34290" y="25241"/>
                      </a:cubicBezTo>
                      <a:cubicBezTo>
                        <a:pt x="34290" y="25813"/>
                        <a:pt x="34100" y="26765"/>
                        <a:pt x="33814" y="27908"/>
                      </a:cubicBezTo>
                      <a:cubicBezTo>
                        <a:pt x="33433" y="29051"/>
                        <a:pt x="33242" y="29908"/>
                        <a:pt x="33433" y="30480"/>
                      </a:cubicBezTo>
                      <a:cubicBezTo>
                        <a:pt x="33147" y="30290"/>
                        <a:pt x="32957" y="30290"/>
                        <a:pt x="32766" y="30290"/>
                      </a:cubicBezTo>
                      <a:cubicBezTo>
                        <a:pt x="32385" y="30290"/>
                        <a:pt x="32195" y="30290"/>
                        <a:pt x="31623" y="30575"/>
                      </a:cubicBezTo>
                      <a:cubicBezTo>
                        <a:pt x="31147" y="30766"/>
                        <a:pt x="30766" y="30861"/>
                        <a:pt x="30480" y="30861"/>
                      </a:cubicBezTo>
                      <a:cubicBezTo>
                        <a:pt x="30385" y="30861"/>
                        <a:pt x="30194" y="30861"/>
                        <a:pt x="30004" y="30671"/>
                      </a:cubicBezTo>
                      <a:cubicBezTo>
                        <a:pt x="30004" y="30956"/>
                        <a:pt x="30289" y="31528"/>
                        <a:pt x="30861" y="32195"/>
                      </a:cubicBezTo>
                      <a:cubicBezTo>
                        <a:pt x="31432" y="32956"/>
                        <a:pt x="31623" y="33528"/>
                        <a:pt x="31623" y="34004"/>
                      </a:cubicBezTo>
                      <a:cubicBezTo>
                        <a:pt x="31623" y="34385"/>
                        <a:pt x="31623" y="34671"/>
                        <a:pt x="31242" y="35052"/>
                      </a:cubicBezTo>
                      <a:lnTo>
                        <a:pt x="29909" y="36195"/>
                      </a:lnTo>
                      <a:cubicBezTo>
                        <a:pt x="30194" y="39910"/>
                        <a:pt x="30289" y="44006"/>
                        <a:pt x="30289" y="48482"/>
                      </a:cubicBezTo>
                      <a:cubicBezTo>
                        <a:pt x="30289" y="52959"/>
                        <a:pt x="30194" y="57245"/>
                        <a:pt x="29909" y="61341"/>
                      </a:cubicBezTo>
                      <a:cubicBezTo>
                        <a:pt x="28766" y="62579"/>
                        <a:pt x="27051" y="63246"/>
                        <a:pt x="24860" y="63246"/>
                      </a:cubicBezTo>
                      <a:cubicBezTo>
                        <a:pt x="24003" y="63246"/>
                        <a:pt x="23050" y="63246"/>
                        <a:pt x="21527" y="62960"/>
                      </a:cubicBezTo>
                      <a:cubicBezTo>
                        <a:pt x="20098" y="62770"/>
                        <a:pt x="18955" y="62770"/>
                        <a:pt x="18479" y="62770"/>
                      </a:cubicBezTo>
                      <a:cubicBezTo>
                        <a:pt x="17526" y="62389"/>
                        <a:pt x="16954" y="61627"/>
                        <a:pt x="16764" y="60484"/>
                      </a:cubicBezTo>
                      <a:cubicBezTo>
                        <a:pt x="16669" y="59436"/>
                        <a:pt x="16478" y="58483"/>
                        <a:pt x="16383" y="57341"/>
                      </a:cubicBezTo>
                      <a:cubicBezTo>
                        <a:pt x="16669" y="56388"/>
                        <a:pt x="16764" y="54864"/>
                        <a:pt x="16573" y="52864"/>
                      </a:cubicBezTo>
                      <a:cubicBezTo>
                        <a:pt x="16478" y="50768"/>
                        <a:pt x="16573" y="49244"/>
                        <a:pt x="16954" y="48197"/>
                      </a:cubicBezTo>
                      <a:cubicBezTo>
                        <a:pt x="17240" y="48673"/>
                        <a:pt x="17526" y="48863"/>
                        <a:pt x="17907" y="48863"/>
                      </a:cubicBezTo>
                      <a:cubicBezTo>
                        <a:pt x="18002" y="48863"/>
                        <a:pt x="18383" y="48673"/>
                        <a:pt x="18955" y="48387"/>
                      </a:cubicBezTo>
                      <a:cubicBezTo>
                        <a:pt x="19431" y="48197"/>
                        <a:pt x="19907" y="48292"/>
                        <a:pt x="20193" y="48577"/>
                      </a:cubicBezTo>
                      <a:lnTo>
                        <a:pt x="19145" y="47530"/>
                      </a:lnTo>
                      <a:lnTo>
                        <a:pt x="19907" y="47054"/>
                      </a:lnTo>
                      <a:lnTo>
                        <a:pt x="18859" y="46101"/>
                      </a:lnTo>
                      <a:lnTo>
                        <a:pt x="19907" y="46482"/>
                      </a:lnTo>
                      <a:lnTo>
                        <a:pt x="19907" y="44863"/>
                      </a:lnTo>
                      <a:lnTo>
                        <a:pt x="18098" y="44863"/>
                      </a:lnTo>
                      <a:cubicBezTo>
                        <a:pt x="18859" y="44482"/>
                        <a:pt x="19145" y="44291"/>
                        <a:pt x="19335" y="44291"/>
                      </a:cubicBezTo>
                      <a:cubicBezTo>
                        <a:pt x="19812" y="44291"/>
                        <a:pt x="20098" y="44577"/>
                        <a:pt x="20479" y="45149"/>
                      </a:cubicBezTo>
                      <a:cubicBezTo>
                        <a:pt x="20669" y="45149"/>
                        <a:pt x="20764" y="44958"/>
                        <a:pt x="20764" y="44672"/>
                      </a:cubicBezTo>
                      <a:cubicBezTo>
                        <a:pt x="20764" y="44291"/>
                        <a:pt x="20764" y="44006"/>
                        <a:pt x="20764" y="43910"/>
                      </a:cubicBezTo>
                      <a:lnTo>
                        <a:pt x="22288" y="44196"/>
                      </a:lnTo>
                      <a:cubicBezTo>
                        <a:pt x="22288" y="43434"/>
                        <a:pt x="22288" y="43053"/>
                        <a:pt x="22288" y="42958"/>
                      </a:cubicBezTo>
                      <a:cubicBezTo>
                        <a:pt x="22288" y="42958"/>
                        <a:pt x="22288" y="42767"/>
                        <a:pt x="22860" y="42672"/>
                      </a:cubicBezTo>
                      <a:cubicBezTo>
                        <a:pt x="22003" y="41434"/>
                        <a:pt x="20860" y="41148"/>
                        <a:pt x="19621" y="41910"/>
                      </a:cubicBezTo>
                      <a:cubicBezTo>
                        <a:pt x="18383" y="42577"/>
                        <a:pt x="17240" y="42481"/>
                        <a:pt x="16478" y="41434"/>
                      </a:cubicBezTo>
                      <a:cubicBezTo>
                        <a:pt x="16478" y="38767"/>
                        <a:pt x="16573" y="36862"/>
                        <a:pt x="16859" y="35719"/>
                      </a:cubicBezTo>
                      <a:cubicBezTo>
                        <a:pt x="15621" y="35719"/>
                        <a:pt x="14954" y="34862"/>
                        <a:pt x="14764" y="32956"/>
                      </a:cubicBezTo>
                      <a:cubicBezTo>
                        <a:pt x="14764" y="31052"/>
                        <a:pt x="14097" y="29908"/>
                        <a:pt x="12859" y="29718"/>
                      </a:cubicBezTo>
                      <a:cubicBezTo>
                        <a:pt x="10382" y="24289"/>
                        <a:pt x="6668" y="16288"/>
                        <a:pt x="1619" y="5715"/>
                      </a:cubicBezTo>
                      <a:cubicBezTo>
                        <a:pt x="1619" y="5525"/>
                        <a:pt x="1619" y="5334"/>
                        <a:pt x="1810" y="5239"/>
                      </a:cubicBezTo>
                      <a:cubicBezTo>
                        <a:pt x="2095" y="5048"/>
                        <a:pt x="2191" y="4953"/>
                        <a:pt x="2191" y="4858"/>
                      </a:cubicBezTo>
                      <a:cubicBezTo>
                        <a:pt x="1714" y="4477"/>
                        <a:pt x="1238" y="4096"/>
                        <a:pt x="762" y="3620"/>
                      </a:cubicBezTo>
                      <a:cubicBezTo>
                        <a:pt x="191" y="3239"/>
                        <a:pt x="0" y="2762"/>
                        <a:pt x="0" y="2286"/>
                      </a:cubicBezTo>
                      <a:cubicBezTo>
                        <a:pt x="0" y="1905"/>
                        <a:pt x="95" y="1619"/>
                        <a:pt x="381" y="1238"/>
                      </a:cubicBezTo>
                      <a:cubicBezTo>
                        <a:pt x="1619" y="476"/>
                        <a:pt x="3429" y="0"/>
                        <a:pt x="5619" y="0"/>
                      </a:cubicBezTo>
                      <a:cubicBezTo>
                        <a:pt x="6382" y="0"/>
                        <a:pt x="7334" y="0"/>
                        <a:pt x="8763" y="191"/>
                      </a:cubicBezTo>
                      <a:cubicBezTo>
                        <a:pt x="10096" y="191"/>
                        <a:pt x="11144" y="381"/>
                        <a:pt x="11620" y="381"/>
                      </a:cubicBezTo>
                      <a:lnTo>
                        <a:pt x="12573" y="381"/>
                      </a:lnTo>
                      <a:cubicBezTo>
                        <a:pt x="13621" y="1143"/>
                        <a:pt x="14668" y="2477"/>
                        <a:pt x="15335" y="4381"/>
                      </a:cubicBezTo>
                      <a:cubicBezTo>
                        <a:pt x="16002" y="6287"/>
                        <a:pt x="16954" y="7429"/>
                        <a:pt x="17812" y="8001"/>
                      </a:cubicBezTo>
                      <a:cubicBezTo>
                        <a:pt x="17621" y="9144"/>
                        <a:pt x="17907" y="10477"/>
                        <a:pt x="18669" y="11811"/>
                      </a:cubicBezTo>
                      <a:cubicBezTo>
                        <a:pt x="19145" y="12764"/>
                        <a:pt x="19717" y="13811"/>
                        <a:pt x="20193" y="14859"/>
                      </a:cubicBezTo>
                      <a:cubicBezTo>
                        <a:pt x="19907" y="16097"/>
                        <a:pt x="20193" y="16669"/>
                        <a:pt x="21050" y="16764"/>
                      </a:cubicBezTo>
                      <a:cubicBezTo>
                        <a:pt x="20955" y="17240"/>
                        <a:pt x="21241" y="17812"/>
                        <a:pt x="21907" y="18479"/>
                      </a:cubicBezTo>
                      <a:cubicBezTo>
                        <a:pt x="22670" y="19145"/>
                        <a:pt x="23050" y="19622"/>
                        <a:pt x="23050" y="20098"/>
                      </a:cubicBezTo>
                      <a:cubicBezTo>
                        <a:pt x="25432" y="17907"/>
                        <a:pt x="27146" y="14859"/>
                        <a:pt x="28099" y="10668"/>
                      </a:cubicBezTo>
                      <a:cubicBezTo>
                        <a:pt x="29909" y="7906"/>
                        <a:pt x="31052" y="5334"/>
                        <a:pt x="31623" y="3143"/>
                      </a:cubicBezTo>
                      <a:cubicBezTo>
                        <a:pt x="32766" y="1048"/>
                        <a:pt x="35243" y="0"/>
                        <a:pt x="38767" y="0"/>
                      </a:cubicBezTo>
                      <a:cubicBezTo>
                        <a:pt x="43529" y="0"/>
                        <a:pt x="45529" y="0"/>
                        <a:pt x="45053" y="191"/>
                      </a:cubicBezTo>
                      <a:close/>
                      <a:moveTo>
                        <a:pt x="18669" y="44958"/>
                      </a:moveTo>
                      <a:cubicBezTo>
                        <a:pt x="18098" y="45529"/>
                        <a:pt x="17526" y="45529"/>
                        <a:pt x="17050" y="44958"/>
                      </a:cubicBezTo>
                      <a:lnTo>
                        <a:pt x="18669" y="44958"/>
                      </a:lnTo>
                      <a:close/>
                      <a:moveTo>
                        <a:pt x="21336" y="46196"/>
                      </a:moveTo>
                      <a:lnTo>
                        <a:pt x="23050" y="46196"/>
                      </a:lnTo>
                      <a:lnTo>
                        <a:pt x="21336" y="46006"/>
                      </a:lnTo>
                      <a:lnTo>
                        <a:pt x="21336" y="46196"/>
                      </a:lnTo>
                      <a:close/>
                      <a:moveTo>
                        <a:pt x="23432" y="43720"/>
                      </a:moveTo>
                      <a:lnTo>
                        <a:pt x="24289" y="43529"/>
                      </a:lnTo>
                      <a:lnTo>
                        <a:pt x="23432" y="43529"/>
                      </a:lnTo>
                      <a:lnTo>
                        <a:pt x="23432" y="43720"/>
                      </a:lnTo>
                      <a:close/>
                      <a:moveTo>
                        <a:pt x="25813" y="38957"/>
                      </a:moveTo>
                      <a:cubicBezTo>
                        <a:pt x="25813" y="38957"/>
                        <a:pt x="26098" y="38386"/>
                        <a:pt x="26003" y="37910"/>
                      </a:cubicBezTo>
                      <a:cubicBezTo>
                        <a:pt x="26003" y="37529"/>
                        <a:pt x="25813" y="37243"/>
                        <a:pt x="25622" y="37052"/>
                      </a:cubicBezTo>
                      <a:lnTo>
                        <a:pt x="25622" y="39148"/>
                      </a:lnTo>
                      <a:lnTo>
                        <a:pt x="25813" y="38957"/>
                      </a:lnTo>
                      <a:close/>
                      <a:moveTo>
                        <a:pt x="35243" y="16383"/>
                      </a:moveTo>
                      <a:lnTo>
                        <a:pt x="34957" y="16954"/>
                      </a:lnTo>
                      <a:cubicBezTo>
                        <a:pt x="35433" y="17431"/>
                        <a:pt x="35623" y="17717"/>
                        <a:pt x="35814" y="17621"/>
                      </a:cubicBezTo>
                      <a:cubicBezTo>
                        <a:pt x="35814" y="17335"/>
                        <a:pt x="35623" y="16859"/>
                        <a:pt x="35243" y="16383"/>
                      </a:cubicBezTo>
                      <a:close/>
                      <a:moveTo>
                        <a:pt x="36481" y="11335"/>
                      </a:moveTo>
                      <a:lnTo>
                        <a:pt x="37148" y="11335"/>
                      </a:lnTo>
                      <a:cubicBezTo>
                        <a:pt x="37148" y="11335"/>
                        <a:pt x="36671" y="10954"/>
                        <a:pt x="36481" y="10954"/>
                      </a:cubicBezTo>
                      <a:cubicBezTo>
                        <a:pt x="36195" y="11240"/>
                        <a:pt x="36100" y="11525"/>
                        <a:pt x="36100" y="11811"/>
                      </a:cubicBezTo>
                      <a:lnTo>
                        <a:pt x="36100" y="12002"/>
                      </a:lnTo>
                      <a:cubicBezTo>
                        <a:pt x="36100" y="12002"/>
                        <a:pt x="36290" y="11811"/>
                        <a:pt x="36481" y="11335"/>
                      </a:cubicBezTo>
                      <a:close/>
                      <a:moveTo>
                        <a:pt x="37338" y="17431"/>
                      </a:moveTo>
                      <a:cubicBezTo>
                        <a:pt x="36862" y="17431"/>
                        <a:pt x="36576" y="17717"/>
                        <a:pt x="36671" y="18098"/>
                      </a:cubicBezTo>
                      <a:cubicBezTo>
                        <a:pt x="36671" y="18669"/>
                        <a:pt x="36671" y="18955"/>
                        <a:pt x="36671" y="19050"/>
                      </a:cubicBezTo>
                      <a:cubicBezTo>
                        <a:pt x="37338" y="18669"/>
                        <a:pt x="37529" y="18193"/>
                        <a:pt x="37338" y="17526"/>
                      </a:cubicBezTo>
                      <a:close/>
                      <a:moveTo>
                        <a:pt x="36671" y="20288"/>
                      </a:moveTo>
                      <a:lnTo>
                        <a:pt x="37338" y="19431"/>
                      </a:lnTo>
                      <a:lnTo>
                        <a:pt x="36671" y="19431"/>
                      </a:lnTo>
                      <a:lnTo>
                        <a:pt x="36671" y="20288"/>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 name="Google Shape;1193;p99"/>
                <p:cNvSpPr/>
                <p:nvPr/>
              </p:nvSpPr>
              <p:spPr>
                <a:xfrm>
                  <a:off x="7082979" y="1330547"/>
                  <a:ext cx="59150" cy="63150"/>
                </a:xfrm>
                <a:custGeom>
                  <a:avLst/>
                  <a:gdLst/>
                  <a:ahLst/>
                  <a:cxnLst/>
                  <a:rect l="l" t="t" r="r" b="b"/>
                  <a:pathLst>
                    <a:path w="59150" h="63150" extrusionOk="0">
                      <a:moveTo>
                        <a:pt x="952" y="43339"/>
                      </a:moveTo>
                      <a:cubicBezTo>
                        <a:pt x="952" y="43815"/>
                        <a:pt x="952" y="44101"/>
                        <a:pt x="1143" y="44101"/>
                      </a:cubicBezTo>
                      <a:cubicBezTo>
                        <a:pt x="1143" y="44101"/>
                        <a:pt x="1238" y="44101"/>
                        <a:pt x="1524" y="44005"/>
                      </a:cubicBezTo>
                      <a:cubicBezTo>
                        <a:pt x="1524" y="44005"/>
                        <a:pt x="1714" y="44005"/>
                        <a:pt x="1905" y="44005"/>
                      </a:cubicBezTo>
                      <a:cubicBezTo>
                        <a:pt x="2000" y="44005"/>
                        <a:pt x="2096" y="44101"/>
                        <a:pt x="2096" y="44291"/>
                      </a:cubicBezTo>
                      <a:cubicBezTo>
                        <a:pt x="952" y="44291"/>
                        <a:pt x="95" y="44196"/>
                        <a:pt x="0" y="44005"/>
                      </a:cubicBezTo>
                      <a:lnTo>
                        <a:pt x="858" y="43434"/>
                      </a:lnTo>
                      <a:close/>
                      <a:moveTo>
                        <a:pt x="2096" y="51340"/>
                      </a:moveTo>
                      <a:cubicBezTo>
                        <a:pt x="2096" y="51340"/>
                        <a:pt x="2477" y="50959"/>
                        <a:pt x="2857" y="50959"/>
                      </a:cubicBezTo>
                      <a:lnTo>
                        <a:pt x="3620" y="50959"/>
                      </a:lnTo>
                      <a:cubicBezTo>
                        <a:pt x="3620" y="50959"/>
                        <a:pt x="3429" y="51340"/>
                        <a:pt x="3048" y="51340"/>
                      </a:cubicBezTo>
                      <a:lnTo>
                        <a:pt x="2096" y="51340"/>
                      </a:lnTo>
                      <a:close/>
                      <a:moveTo>
                        <a:pt x="4858" y="55531"/>
                      </a:moveTo>
                      <a:lnTo>
                        <a:pt x="4858" y="54578"/>
                      </a:lnTo>
                      <a:lnTo>
                        <a:pt x="5525" y="54578"/>
                      </a:lnTo>
                      <a:lnTo>
                        <a:pt x="4858" y="55531"/>
                      </a:lnTo>
                      <a:close/>
                      <a:moveTo>
                        <a:pt x="8287" y="50292"/>
                      </a:moveTo>
                      <a:cubicBezTo>
                        <a:pt x="8287" y="50292"/>
                        <a:pt x="8858" y="50387"/>
                        <a:pt x="9334" y="50959"/>
                      </a:cubicBezTo>
                      <a:lnTo>
                        <a:pt x="9144" y="51340"/>
                      </a:lnTo>
                      <a:lnTo>
                        <a:pt x="8287" y="50292"/>
                      </a:lnTo>
                      <a:close/>
                      <a:moveTo>
                        <a:pt x="9334" y="55531"/>
                      </a:moveTo>
                      <a:cubicBezTo>
                        <a:pt x="9334" y="55531"/>
                        <a:pt x="9716" y="55340"/>
                        <a:pt x="9906" y="55054"/>
                      </a:cubicBezTo>
                      <a:cubicBezTo>
                        <a:pt x="10001" y="54769"/>
                        <a:pt x="10287" y="54578"/>
                        <a:pt x="10383" y="54578"/>
                      </a:cubicBezTo>
                      <a:cubicBezTo>
                        <a:pt x="10383" y="54769"/>
                        <a:pt x="10287" y="55150"/>
                        <a:pt x="10001" y="55531"/>
                      </a:cubicBezTo>
                      <a:lnTo>
                        <a:pt x="9334" y="55531"/>
                      </a:lnTo>
                      <a:close/>
                      <a:moveTo>
                        <a:pt x="10859" y="48482"/>
                      </a:moveTo>
                      <a:lnTo>
                        <a:pt x="10573" y="49149"/>
                      </a:lnTo>
                      <a:lnTo>
                        <a:pt x="9716" y="49149"/>
                      </a:lnTo>
                      <a:cubicBezTo>
                        <a:pt x="10001" y="48482"/>
                        <a:pt x="10096" y="48196"/>
                        <a:pt x="10383" y="48196"/>
                      </a:cubicBezTo>
                      <a:cubicBezTo>
                        <a:pt x="10477" y="48196"/>
                        <a:pt x="10763" y="48196"/>
                        <a:pt x="10859" y="48482"/>
                      </a:cubicBezTo>
                      <a:close/>
                      <a:moveTo>
                        <a:pt x="12097" y="43148"/>
                      </a:moveTo>
                      <a:lnTo>
                        <a:pt x="12097" y="43720"/>
                      </a:lnTo>
                      <a:lnTo>
                        <a:pt x="10859" y="42672"/>
                      </a:lnTo>
                      <a:cubicBezTo>
                        <a:pt x="10859" y="42672"/>
                        <a:pt x="11525" y="42672"/>
                        <a:pt x="12097" y="43053"/>
                      </a:cubicBezTo>
                      <a:close/>
                      <a:moveTo>
                        <a:pt x="10859" y="52292"/>
                      </a:moveTo>
                      <a:cubicBezTo>
                        <a:pt x="10859" y="52292"/>
                        <a:pt x="11430" y="52578"/>
                        <a:pt x="11430" y="53149"/>
                      </a:cubicBezTo>
                      <a:lnTo>
                        <a:pt x="10859" y="53149"/>
                      </a:lnTo>
                      <a:lnTo>
                        <a:pt x="10859" y="52292"/>
                      </a:lnTo>
                      <a:close/>
                      <a:moveTo>
                        <a:pt x="12382" y="58960"/>
                      </a:moveTo>
                      <a:lnTo>
                        <a:pt x="12097" y="58674"/>
                      </a:lnTo>
                      <a:lnTo>
                        <a:pt x="13431" y="58007"/>
                      </a:lnTo>
                      <a:lnTo>
                        <a:pt x="12382" y="58960"/>
                      </a:lnTo>
                      <a:close/>
                      <a:moveTo>
                        <a:pt x="58579" y="46482"/>
                      </a:moveTo>
                      <a:lnTo>
                        <a:pt x="55912" y="46863"/>
                      </a:lnTo>
                      <a:cubicBezTo>
                        <a:pt x="55912" y="46863"/>
                        <a:pt x="55912" y="47053"/>
                        <a:pt x="55912" y="47149"/>
                      </a:cubicBezTo>
                      <a:cubicBezTo>
                        <a:pt x="55912" y="47339"/>
                        <a:pt x="56007" y="47530"/>
                        <a:pt x="56579" y="47815"/>
                      </a:cubicBezTo>
                      <a:cubicBezTo>
                        <a:pt x="56959" y="48006"/>
                        <a:pt x="57150" y="48387"/>
                        <a:pt x="57150" y="48673"/>
                      </a:cubicBezTo>
                      <a:lnTo>
                        <a:pt x="57817" y="48673"/>
                      </a:lnTo>
                      <a:cubicBezTo>
                        <a:pt x="57531" y="50292"/>
                        <a:pt x="57150" y="51911"/>
                        <a:pt x="56959" y="53530"/>
                      </a:cubicBezTo>
                      <a:cubicBezTo>
                        <a:pt x="56579" y="55245"/>
                        <a:pt x="55531" y="56388"/>
                        <a:pt x="53912" y="56959"/>
                      </a:cubicBezTo>
                      <a:cubicBezTo>
                        <a:pt x="53721" y="56007"/>
                        <a:pt x="53054" y="55721"/>
                        <a:pt x="52102" y="56102"/>
                      </a:cubicBezTo>
                      <a:lnTo>
                        <a:pt x="51721" y="56388"/>
                      </a:lnTo>
                      <a:lnTo>
                        <a:pt x="52864" y="57626"/>
                      </a:lnTo>
                      <a:cubicBezTo>
                        <a:pt x="52388" y="57626"/>
                        <a:pt x="51911" y="57245"/>
                        <a:pt x="51340" y="56769"/>
                      </a:cubicBezTo>
                      <a:cubicBezTo>
                        <a:pt x="50768" y="56293"/>
                        <a:pt x="50292" y="55912"/>
                        <a:pt x="50006" y="55912"/>
                      </a:cubicBezTo>
                      <a:cubicBezTo>
                        <a:pt x="49530" y="55912"/>
                        <a:pt x="49149" y="56197"/>
                        <a:pt x="48673" y="56578"/>
                      </a:cubicBezTo>
                      <a:lnTo>
                        <a:pt x="49816" y="56578"/>
                      </a:lnTo>
                      <a:lnTo>
                        <a:pt x="49530" y="56959"/>
                      </a:lnTo>
                      <a:cubicBezTo>
                        <a:pt x="50197" y="57150"/>
                        <a:pt x="51054" y="57626"/>
                        <a:pt x="52007" y="58483"/>
                      </a:cubicBezTo>
                      <a:lnTo>
                        <a:pt x="49721" y="59436"/>
                      </a:lnTo>
                      <a:lnTo>
                        <a:pt x="50102" y="59722"/>
                      </a:lnTo>
                      <a:cubicBezTo>
                        <a:pt x="50102" y="59722"/>
                        <a:pt x="49054" y="60103"/>
                        <a:pt x="47625" y="60865"/>
                      </a:cubicBezTo>
                      <a:cubicBezTo>
                        <a:pt x="46768" y="61150"/>
                        <a:pt x="46006" y="61341"/>
                        <a:pt x="45244" y="61341"/>
                      </a:cubicBezTo>
                      <a:cubicBezTo>
                        <a:pt x="44863" y="61341"/>
                        <a:pt x="44577" y="61341"/>
                        <a:pt x="44196" y="61341"/>
                      </a:cubicBezTo>
                      <a:cubicBezTo>
                        <a:pt x="43910" y="62008"/>
                        <a:pt x="43815" y="62484"/>
                        <a:pt x="43910" y="62770"/>
                      </a:cubicBezTo>
                      <a:lnTo>
                        <a:pt x="32004" y="63151"/>
                      </a:lnTo>
                      <a:cubicBezTo>
                        <a:pt x="31052" y="62294"/>
                        <a:pt x="29527" y="61531"/>
                        <a:pt x="27527" y="60865"/>
                      </a:cubicBezTo>
                      <a:cubicBezTo>
                        <a:pt x="25241" y="60198"/>
                        <a:pt x="23908" y="59626"/>
                        <a:pt x="23241" y="59246"/>
                      </a:cubicBezTo>
                      <a:cubicBezTo>
                        <a:pt x="22956" y="58960"/>
                        <a:pt x="22479" y="58674"/>
                        <a:pt x="21907" y="58483"/>
                      </a:cubicBezTo>
                      <a:cubicBezTo>
                        <a:pt x="21241" y="58388"/>
                        <a:pt x="20574" y="58198"/>
                        <a:pt x="19908" y="58007"/>
                      </a:cubicBezTo>
                      <a:lnTo>
                        <a:pt x="20860" y="57150"/>
                      </a:lnTo>
                      <a:lnTo>
                        <a:pt x="19621" y="55912"/>
                      </a:lnTo>
                      <a:lnTo>
                        <a:pt x="19336" y="56769"/>
                      </a:lnTo>
                      <a:cubicBezTo>
                        <a:pt x="18193" y="56483"/>
                        <a:pt x="17716" y="55626"/>
                        <a:pt x="17621" y="54197"/>
                      </a:cubicBezTo>
                      <a:cubicBezTo>
                        <a:pt x="17526" y="52864"/>
                        <a:pt x="16764" y="52292"/>
                        <a:pt x="15430" y="52292"/>
                      </a:cubicBezTo>
                      <a:lnTo>
                        <a:pt x="14478" y="52292"/>
                      </a:lnTo>
                      <a:cubicBezTo>
                        <a:pt x="15335" y="52292"/>
                        <a:pt x="15812" y="51721"/>
                        <a:pt x="15812" y="50768"/>
                      </a:cubicBezTo>
                      <a:cubicBezTo>
                        <a:pt x="15812" y="50482"/>
                        <a:pt x="15716" y="50197"/>
                        <a:pt x="15526" y="49911"/>
                      </a:cubicBezTo>
                      <a:cubicBezTo>
                        <a:pt x="15430" y="49625"/>
                        <a:pt x="14859" y="49340"/>
                        <a:pt x="13907" y="48958"/>
                      </a:cubicBezTo>
                      <a:lnTo>
                        <a:pt x="13716" y="49244"/>
                      </a:lnTo>
                      <a:cubicBezTo>
                        <a:pt x="13716" y="49244"/>
                        <a:pt x="13621" y="49340"/>
                        <a:pt x="13525" y="49340"/>
                      </a:cubicBezTo>
                      <a:cubicBezTo>
                        <a:pt x="13335" y="49340"/>
                        <a:pt x="13240" y="49149"/>
                        <a:pt x="13049" y="48673"/>
                      </a:cubicBezTo>
                      <a:cubicBezTo>
                        <a:pt x="12859" y="48292"/>
                        <a:pt x="12859" y="48006"/>
                        <a:pt x="13049" y="47625"/>
                      </a:cubicBezTo>
                      <a:cubicBezTo>
                        <a:pt x="13621" y="47625"/>
                        <a:pt x="14383" y="47053"/>
                        <a:pt x="15430" y="46006"/>
                      </a:cubicBezTo>
                      <a:cubicBezTo>
                        <a:pt x="16383" y="45148"/>
                        <a:pt x="17145" y="44767"/>
                        <a:pt x="17812" y="44767"/>
                      </a:cubicBezTo>
                      <a:cubicBezTo>
                        <a:pt x="18098" y="44767"/>
                        <a:pt x="18479" y="44767"/>
                        <a:pt x="18859" y="45053"/>
                      </a:cubicBezTo>
                      <a:cubicBezTo>
                        <a:pt x="18669" y="44672"/>
                        <a:pt x="18669" y="44291"/>
                        <a:pt x="18859" y="44101"/>
                      </a:cubicBezTo>
                      <a:cubicBezTo>
                        <a:pt x="19050" y="43910"/>
                        <a:pt x="18859" y="43434"/>
                        <a:pt x="18383" y="42958"/>
                      </a:cubicBezTo>
                      <a:lnTo>
                        <a:pt x="21050" y="41719"/>
                      </a:lnTo>
                      <a:lnTo>
                        <a:pt x="20384" y="40862"/>
                      </a:lnTo>
                      <a:cubicBezTo>
                        <a:pt x="20384" y="40862"/>
                        <a:pt x="21431" y="40672"/>
                        <a:pt x="22384" y="40100"/>
                      </a:cubicBezTo>
                      <a:cubicBezTo>
                        <a:pt x="23336" y="39624"/>
                        <a:pt x="24003" y="39338"/>
                        <a:pt x="24193" y="39338"/>
                      </a:cubicBezTo>
                      <a:cubicBezTo>
                        <a:pt x="24670" y="39338"/>
                        <a:pt x="25051" y="39719"/>
                        <a:pt x="25337" y="40481"/>
                      </a:cubicBezTo>
                      <a:cubicBezTo>
                        <a:pt x="25051" y="42196"/>
                        <a:pt x="25718" y="43910"/>
                        <a:pt x="27146" y="45625"/>
                      </a:cubicBezTo>
                      <a:cubicBezTo>
                        <a:pt x="27813" y="46387"/>
                        <a:pt x="29242" y="47815"/>
                        <a:pt x="31337" y="49625"/>
                      </a:cubicBezTo>
                      <a:cubicBezTo>
                        <a:pt x="31718" y="50292"/>
                        <a:pt x="32290" y="50673"/>
                        <a:pt x="33052" y="50673"/>
                      </a:cubicBezTo>
                      <a:cubicBezTo>
                        <a:pt x="33242" y="50673"/>
                        <a:pt x="33528" y="50673"/>
                        <a:pt x="34004" y="50673"/>
                      </a:cubicBezTo>
                      <a:cubicBezTo>
                        <a:pt x="34480" y="50673"/>
                        <a:pt x="34766" y="50578"/>
                        <a:pt x="35052" y="50578"/>
                      </a:cubicBezTo>
                      <a:cubicBezTo>
                        <a:pt x="35528" y="50578"/>
                        <a:pt x="36005" y="50578"/>
                        <a:pt x="36290" y="50863"/>
                      </a:cubicBezTo>
                      <a:cubicBezTo>
                        <a:pt x="36671" y="51054"/>
                        <a:pt x="37148" y="51149"/>
                        <a:pt x="37719" y="51149"/>
                      </a:cubicBezTo>
                      <a:cubicBezTo>
                        <a:pt x="38671" y="51149"/>
                        <a:pt x="39719" y="50768"/>
                        <a:pt x="41053" y="49816"/>
                      </a:cubicBezTo>
                      <a:cubicBezTo>
                        <a:pt x="42958" y="48577"/>
                        <a:pt x="44005" y="47911"/>
                        <a:pt x="44291" y="47720"/>
                      </a:cubicBezTo>
                      <a:cubicBezTo>
                        <a:pt x="44577" y="47339"/>
                        <a:pt x="44672" y="46958"/>
                        <a:pt x="44672" y="46482"/>
                      </a:cubicBezTo>
                      <a:cubicBezTo>
                        <a:pt x="44672" y="45910"/>
                        <a:pt x="44291" y="45053"/>
                        <a:pt x="43625" y="44005"/>
                      </a:cubicBezTo>
                      <a:cubicBezTo>
                        <a:pt x="42958" y="42958"/>
                        <a:pt x="42482" y="42196"/>
                        <a:pt x="42386" y="41719"/>
                      </a:cubicBezTo>
                      <a:cubicBezTo>
                        <a:pt x="41053" y="41434"/>
                        <a:pt x="40386" y="40957"/>
                        <a:pt x="40196" y="40196"/>
                      </a:cubicBezTo>
                      <a:lnTo>
                        <a:pt x="40577" y="39815"/>
                      </a:lnTo>
                      <a:cubicBezTo>
                        <a:pt x="38958" y="39052"/>
                        <a:pt x="36576" y="37814"/>
                        <a:pt x="33624" y="36195"/>
                      </a:cubicBezTo>
                      <a:cubicBezTo>
                        <a:pt x="33338" y="36481"/>
                        <a:pt x="32957" y="36671"/>
                        <a:pt x="32671" y="36671"/>
                      </a:cubicBezTo>
                      <a:cubicBezTo>
                        <a:pt x="32290" y="36671"/>
                        <a:pt x="31718" y="36385"/>
                        <a:pt x="31147" y="35814"/>
                      </a:cubicBezTo>
                      <a:cubicBezTo>
                        <a:pt x="30480" y="35242"/>
                        <a:pt x="30004" y="34957"/>
                        <a:pt x="29623" y="34957"/>
                      </a:cubicBezTo>
                      <a:cubicBezTo>
                        <a:pt x="29433" y="34957"/>
                        <a:pt x="29337" y="35052"/>
                        <a:pt x="29146" y="35147"/>
                      </a:cubicBezTo>
                      <a:cubicBezTo>
                        <a:pt x="27908" y="34766"/>
                        <a:pt x="26480" y="33719"/>
                        <a:pt x="25241" y="31909"/>
                      </a:cubicBezTo>
                      <a:cubicBezTo>
                        <a:pt x="23717" y="29908"/>
                        <a:pt x="22479" y="28670"/>
                        <a:pt x="21527" y="28099"/>
                      </a:cubicBezTo>
                      <a:cubicBezTo>
                        <a:pt x="21717" y="27527"/>
                        <a:pt x="21336" y="26765"/>
                        <a:pt x="20764" y="25908"/>
                      </a:cubicBezTo>
                      <a:cubicBezTo>
                        <a:pt x="20098" y="25051"/>
                        <a:pt x="19812" y="24384"/>
                        <a:pt x="20002" y="23908"/>
                      </a:cubicBezTo>
                      <a:cubicBezTo>
                        <a:pt x="19621" y="23241"/>
                        <a:pt x="19431" y="21907"/>
                        <a:pt x="19431" y="19907"/>
                      </a:cubicBezTo>
                      <a:cubicBezTo>
                        <a:pt x="19241" y="18193"/>
                        <a:pt x="19145" y="16478"/>
                        <a:pt x="19050" y="14764"/>
                      </a:cubicBezTo>
                      <a:cubicBezTo>
                        <a:pt x="19431" y="14669"/>
                        <a:pt x="19717" y="14383"/>
                        <a:pt x="19717" y="14192"/>
                      </a:cubicBezTo>
                      <a:cubicBezTo>
                        <a:pt x="19717" y="14097"/>
                        <a:pt x="19621" y="13811"/>
                        <a:pt x="19431" y="13430"/>
                      </a:cubicBezTo>
                      <a:cubicBezTo>
                        <a:pt x="19241" y="13049"/>
                        <a:pt x="19050" y="12859"/>
                        <a:pt x="19050" y="12668"/>
                      </a:cubicBezTo>
                      <a:cubicBezTo>
                        <a:pt x="19431" y="11906"/>
                        <a:pt x="20193" y="10954"/>
                        <a:pt x="21717" y="9715"/>
                      </a:cubicBezTo>
                      <a:cubicBezTo>
                        <a:pt x="22956" y="8668"/>
                        <a:pt x="23622" y="7525"/>
                        <a:pt x="23622" y="6572"/>
                      </a:cubicBezTo>
                      <a:cubicBezTo>
                        <a:pt x="23813" y="6572"/>
                        <a:pt x="24193" y="6286"/>
                        <a:pt x="24670" y="5905"/>
                      </a:cubicBezTo>
                      <a:cubicBezTo>
                        <a:pt x="25241" y="5524"/>
                        <a:pt x="25622" y="5429"/>
                        <a:pt x="25813" y="5429"/>
                      </a:cubicBezTo>
                      <a:cubicBezTo>
                        <a:pt x="26003" y="5429"/>
                        <a:pt x="26098" y="5429"/>
                        <a:pt x="26194" y="5715"/>
                      </a:cubicBezTo>
                      <a:cubicBezTo>
                        <a:pt x="27241" y="4191"/>
                        <a:pt x="28766" y="3048"/>
                        <a:pt x="30956" y="2191"/>
                      </a:cubicBezTo>
                      <a:cubicBezTo>
                        <a:pt x="32957" y="1619"/>
                        <a:pt x="34957" y="952"/>
                        <a:pt x="36862" y="286"/>
                      </a:cubicBezTo>
                      <a:cubicBezTo>
                        <a:pt x="37433" y="95"/>
                        <a:pt x="38005" y="0"/>
                        <a:pt x="38576" y="0"/>
                      </a:cubicBezTo>
                      <a:cubicBezTo>
                        <a:pt x="39338" y="0"/>
                        <a:pt x="40481" y="286"/>
                        <a:pt x="41910" y="952"/>
                      </a:cubicBezTo>
                      <a:cubicBezTo>
                        <a:pt x="43339" y="1619"/>
                        <a:pt x="44387" y="1905"/>
                        <a:pt x="45244" y="1905"/>
                      </a:cubicBezTo>
                      <a:cubicBezTo>
                        <a:pt x="45625" y="1905"/>
                        <a:pt x="46006" y="1905"/>
                        <a:pt x="46387" y="1715"/>
                      </a:cubicBezTo>
                      <a:cubicBezTo>
                        <a:pt x="46768" y="2476"/>
                        <a:pt x="47434" y="2953"/>
                        <a:pt x="48292" y="3238"/>
                      </a:cubicBezTo>
                      <a:cubicBezTo>
                        <a:pt x="49530" y="3619"/>
                        <a:pt x="50292" y="3905"/>
                        <a:pt x="50673" y="4191"/>
                      </a:cubicBezTo>
                      <a:cubicBezTo>
                        <a:pt x="52388" y="4286"/>
                        <a:pt x="54102" y="6667"/>
                        <a:pt x="55436" y="11144"/>
                      </a:cubicBezTo>
                      <a:cubicBezTo>
                        <a:pt x="55436" y="11716"/>
                        <a:pt x="54959" y="12573"/>
                        <a:pt x="54102" y="13621"/>
                      </a:cubicBezTo>
                      <a:cubicBezTo>
                        <a:pt x="53245" y="14669"/>
                        <a:pt x="52864" y="15526"/>
                        <a:pt x="52864" y="16288"/>
                      </a:cubicBezTo>
                      <a:cubicBezTo>
                        <a:pt x="52292" y="16192"/>
                        <a:pt x="52007" y="16288"/>
                        <a:pt x="51911" y="16954"/>
                      </a:cubicBezTo>
                      <a:cubicBezTo>
                        <a:pt x="51911" y="17621"/>
                        <a:pt x="51816" y="18002"/>
                        <a:pt x="51531" y="18097"/>
                      </a:cubicBezTo>
                      <a:cubicBezTo>
                        <a:pt x="50006" y="18764"/>
                        <a:pt x="49054" y="19145"/>
                        <a:pt x="48483" y="19145"/>
                      </a:cubicBezTo>
                      <a:cubicBezTo>
                        <a:pt x="47625" y="19145"/>
                        <a:pt x="46768" y="18574"/>
                        <a:pt x="46101" y="17526"/>
                      </a:cubicBezTo>
                      <a:cubicBezTo>
                        <a:pt x="46101" y="16669"/>
                        <a:pt x="45530" y="16097"/>
                        <a:pt x="44577" y="15716"/>
                      </a:cubicBezTo>
                      <a:cubicBezTo>
                        <a:pt x="43339" y="15240"/>
                        <a:pt x="42672" y="14764"/>
                        <a:pt x="42482" y="14192"/>
                      </a:cubicBezTo>
                      <a:cubicBezTo>
                        <a:pt x="42196" y="14192"/>
                        <a:pt x="41339" y="13811"/>
                        <a:pt x="40005" y="13335"/>
                      </a:cubicBezTo>
                      <a:cubicBezTo>
                        <a:pt x="39052" y="12859"/>
                        <a:pt x="38100" y="12668"/>
                        <a:pt x="37529" y="12668"/>
                      </a:cubicBezTo>
                      <a:cubicBezTo>
                        <a:pt x="36671" y="12668"/>
                        <a:pt x="35909" y="13049"/>
                        <a:pt x="35243" y="13906"/>
                      </a:cubicBezTo>
                      <a:cubicBezTo>
                        <a:pt x="35052" y="13906"/>
                        <a:pt x="34862" y="13906"/>
                        <a:pt x="34766" y="13906"/>
                      </a:cubicBezTo>
                      <a:cubicBezTo>
                        <a:pt x="34290" y="13906"/>
                        <a:pt x="33718" y="14383"/>
                        <a:pt x="32766" y="15145"/>
                      </a:cubicBezTo>
                      <a:cubicBezTo>
                        <a:pt x="32957" y="15621"/>
                        <a:pt x="33147" y="16002"/>
                        <a:pt x="33147" y="16383"/>
                      </a:cubicBezTo>
                      <a:cubicBezTo>
                        <a:pt x="33147" y="16859"/>
                        <a:pt x="32766" y="17335"/>
                        <a:pt x="32099" y="17621"/>
                      </a:cubicBezTo>
                      <a:cubicBezTo>
                        <a:pt x="31337" y="18002"/>
                        <a:pt x="30956" y="18383"/>
                        <a:pt x="30956" y="18764"/>
                      </a:cubicBezTo>
                      <a:cubicBezTo>
                        <a:pt x="30956" y="19050"/>
                        <a:pt x="31147" y="19526"/>
                        <a:pt x="31432" y="20002"/>
                      </a:cubicBezTo>
                      <a:cubicBezTo>
                        <a:pt x="33718" y="23241"/>
                        <a:pt x="37052" y="25622"/>
                        <a:pt x="41434" y="27242"/>
                      </a:cubicBezTo>
                      <a:cubicBezTo>
                        <a:pt x="42006" y="27432"/>
                        <a:pt x="42863" y="27908"/>
                        <a:pt x="43910" y="28765"/>
                      </a:cubicBezTo>
                      <a:cubicBezTo>
                        <a:pt x="44958" y="29623"/>
                        <a:pt x="45815" y="30099"/>
                        <a:pt x="46577" y="30194"/>
                      </a:cubicBezTo>
                      <a:cubicBezTo>
                        <a:pt x="47340" y="30194"/>
                        <a:pt x="48292" y="30861"/>
                        <a:pt x="49625" y="31909"/>
                      </a:cubicBezTo>
                      <a:cubicBezTo>
                        <a:pt x="50864" y="32956"/>
                        <a:pt x="51816" y="33433"/>
                        <a:pt x="52864" y="33242"/>
                      </a:cubicBezTo>
                      <a:cubicBezTo>
                        <a:pt x="52864" y="33719"/>
                        <a:pt x="52959" y="34004"/>
                        <a:pt x="53150" y="34099"/>
                      </a:cubicBezTo>
                      <a:cubicBezTo>
                        <a:pt x="53530" y="34099"/>
                        <a:pt x="54007" y="34480"/>
                        <a:pt x="54293" y="35147"/>
                      </a:cubicBezTo>
                      <a:cubicBezTo>
                        <a:pt x="54483" y="35814"/>
                        <a:pt x="54864" y="36100"/>
                        <a:pt x="55245" y="36004"/>
                      </a:cubicBezTo>
                      <a:cubicBezTo>
                        <a:pt x="55436" y="36290"/>
                        <a:pt x="56102" y="37433"/>
                        <a:pt x="57341" y="39148"/>
                      </a:cubicBezTo>
                      <a:cubicBezTo>
                        <a:pt x="58198" y="40576"/>
                        <a:pt x="58769" y="41910"/>
                        <a:pt x="58769" y="43148"/>
                      </a:cubicBezTo>
                      <a:cubicBezTo>
                        <a:pt x="58960" y="43434"/>
                        <a:pt x="59150" y="43815"/>
                        <a:pt x="59150" y="44101"/>
                      </a:cubicBezTo>
                      <a:cubicBezTo>
                        <a:pt x="59150" y="44386"/>
                        <a:pt x="58960" y="44672"/>
                        <a:pt x="58769" y="45148"/>
                      </a:cubicBezTo>
                      <a:cubicBezTo>
                        <a:pt x="58484" y="45529"/>
                        <a:pt x="58388" y="45815"/>
                        <a:pt x="58388" y="45910"/>
                      </a:cubicBezTo>
                      <a:cubicBezTo>
                        <a:pt x="58388" y="46292"/>
                        <a:pt x="58579" y="46577"/>
                        <a:pt x="58960" y="46863"/>
                      </a:cubicBezTo>
                      <a:close/>
                      <a:moveTo>
                        <a:pt x="13431" y="48387"/>
                      </a:moveTo>
                      <a:lnTo>
                        <a:pt x="15240" y="47815"/>
                      </a:lnTo>
                      <a:lnTo>
                        <a:pt x="14288" y="47815"/>
                      </a:lnTo>
                      <a:lnTo>
                        <a:pt x="13431" y="48387"/>
                      </a:lnTo>
                      <a:close/>
                      <a:moveTo>
                        <a:pt x="13907" y="56007"/>
                      </a:moveTo>
                      <a:lnTo>
                        <a:pt x="14288" y="56007"/>
                      </a:lnTo>
                      <a:lnTo>
                        <a:pt x="14954" y="56483"/>
                      </a:lnTo>
                      <a:lnTo>
                        <a:pt x="13907" y="56007"/>
                      </a:lnTo>
                      <a:close/>
                      <a:moveTo>
                        <a:pt x="16478" y="60198"/>
                      </a:moveTo>
                      <a:cubicBezTo>
                        <a:pt x="16288" y="59626"/>
                        <a:pt x="16478" y="59055"/>
                        <a:pt x="16955" y="58579"/>
                      </a:cubicBezTo>
                      <a:lnTo>
                        <a:pt x="16955" y="58579"/>
                      </a:lnTo>
                      <a:cubicBezTo>
                        <a:pt x="16955" y="58579"/>
                        <a:pt x="17050" y="58960"/>
                        <a:pt x="17336" y="59246"/>
                      </a:cubicBezTo>
                      <a:cubicBezTo>
                        <a:pt x="17621" y="59436"/>
                        <a:pt x="17621" y="59626"/>
                        <a:pt x="17621" y="59722"/>
                      </a:cubicBezTo>
                      <a:cubicBezTo>
                        <a:pt x="17621" y="59912"/>
                        <a:pt x="17621" y="60007"/>
                        <a:pt x="17336" y="60103"/>
                      </a:cubicBezTo>
                      <a:lnTo>
                        <a:pt x="16478" y="60103"/>
                      </a:lnTo>
                      <a:close/>
                      <a:moveTo>
                        <a:pt x="17145" y="58388"/>
                      </a:moveTo>
                      <a:cubicBezTo>
                        <a:pt x="17145" y="58388"/>
                        <a:pt x="16955" y="58579"/>
                        <a:pt x="16955" y="58674"/>
                      </a:cubicBezTo>
                      <a:cubicBezTo>
                        <a:pt x="16955" y="58579"/>
                        <a:pt x="16955" y="58579"/>
                        <a:pt x="17145" y="58388"/>
                      </a:cubicBezTo>
                      <a:close/>
                      <a:moveTo>
                        <a:pt x="17240" y="56864"/>
                      </a:moveTo>
                      <a:cubicBezTo>
                        <a:pt x="17240" y="56864"/>
                        <a:pt x="17716" y="56959"/>
                        <a:pt x="17907" y="57245"/>
                      </a:cubicBezTo>
                      <a:cubicBezTo>
                        <a:pt x="18098" y="57436"/>
                        <a:pt x="18288" y="57626"/>
                        <a:pt x="18383" y="57721"/>
                      </a:cubicBezTo>
                      <a:cubicBezTo>
                        <a:pt x="18098" y="57721"/>
                        <a:pt x="17716" y="58007"/>
                        <a:pt x="17050" y="58388"/>
                      </a:cubicBezTo>
                      <a:cubicBezTo>
                        <a:pt x="17431" y="57817"/>
                        <a:pt x="17431" y="57340"/>
                        <a:pt x="17145" y="56864"/>
                      </a:cubicBezTo>
                      <a:close/>
                      <a:moveTo>
                        <a:pt x="19050" y="50197"/>
                      </a:moveTo>
                      <a:lnTo>
                        <a:pt x="19050" y="49530"/>
                      </a:lnTo>
                      <a:lnTo>
                        <a:pt x="17240" y="48577"/>
                      </a:lnTo>
                      <a:lnTo>
                        <a:pt x="19050" y="50197"/>
                      </a:lnTo>
                      <a:close/>
                      <a:moveTo>
                        <a:pt x="20574" y="52578"/>
                      </a:moveTo>
                      <a:cubicBezTo>
                        <a:pt x="20574" y="52578"/>
                        <a:pt x="20764" y="52578"/>
                        <a:pt x="21336" y="52769"/>
                      </a:cubicBezTo>
                      <a:cubicBezTo>
                        <a:pt x="21717" y="52769"/>
                        <a:pt x="21812" y="52769"/>
                        <a:pt x="22098" y="52292"/>
                      </a:cubicBezTo>
                      <a:cubicBezTo>
                        <a:pt x="21431" y="52102"/>
                        <a:pt x="20955" y="52292"/>
                        <a:pt x="20574" y="52578"/>
                      </a:cubicBezTo>
                      <a:cubicBezTo>
                        <a:pt x="20384" y="52578"/>
                        <a:pt x="20288" y="52578"/>
                        <a:pt x="20288" y="52769"/>
                      </a:cubicBezTo>
                      <a:lnTo>
                        <a:pt x="19621" y="53435"/>
                      </a:lnTo>
                      <a:lnTo>
                        <a:pt x="20288" y="53435"/>
                      </a:lnTo>
                      <a:cubicBezTo>
                        <a:pt x="20288" y="53435"/>
                        <a:pt x="20288" y="52959"/>
                        <a:pt x="20288" y="52769"/>
                      </a:cubicBezTo>
                      <a:lnTo>
                        <a:pt x="20574" y="52578"/>
                      </a:lnTo>
                      <a:close/>
                      <a:moveTo>
                        <a:pt x="20955" y="22765"/>
                      </a:moveTo>
                      <a:cubicBezTo>
                        <a:pt x="20955" y="22765"/>
                        <a:pt x="21336" y="22288"/>
                        <a:pt x="21146" y="22098"/>
                      </a:cubicBezTo>
                      <a:lnTo>
                        <a:pt x="21431" y="21526"/>
                      </a:lnTo>
                      <a:cubicBezTo>
                        <a:pt x="21431" y="21526"/>
                        <a:pt x="20955" y="21050"/>
                        <a:pt x="20574" y="20955"/>
                      </a:cubicBezTo>
                      <a:cubicBezTo>
                        <a:pt x="20288" y="20765"/>
                        <a:pt x="20098" y="20765"/>
                        <a:pt x="19908" y="20765"/>
                      </a:cubicBezTo>
                      <a:cubicBezTo>
                        <a:pt x="20764" y="21146"/>
                        <a:pt x="21146" y="21622"/>
                        <a:pt x="21146" y="22193"/>
                      </a:cubicBezTo>
                      <a:lnTo>
                        <a:pt x="20955" y="22860"/>
                      </a:lnTo>
                      <a:close/>
                      <a:moveTo>
                        <a:pt x="26384" y="18193"/>
                      </a:moveTo>
                      <a:lnTo>
                        <a:pt x="26384" y="18002"/>
                      </a:lnTo>
                      <a:cubicBezTo>
                        <a:pt x="26194" y="16573"/>
                        <a:pt x="25241" y="15907"/>
                        <a:pt x="23622" y="15907"/>
                      </a:cubicBezTo>
                      <a:cubicBezTo>
                        <a:pt x="22289" y="15907"/>
                        <a:pt x="21241" y="16288"/>
                        <a:pt x="20384" y="17050"/>
                      </a:cubicBezTo>
                      <a:cubicBezTo>
                        <a:pt x="20669" y="17050"/>
                        <a:pt x="20860" y="17621"/>
                        <a:pt x="21241" y="18574"/>
                      </a:cubicBezTo>
                      <a:cubicBezTo>
                        <a:pt x="21527" y="19526"/>
                        <a:pt x="22003" y="19907"/>
                        <a:pt x="22765" y="19717"/>
                      </a:cubicBezTo>
                      <a:lnTo>
                        <a:pt x="22765" y="19431"/>
                      </a:lnTo>
                      <a:cubicBezTo>
                        <a:pt x="22765" y="19431"/>
                        <a:pt x="23050" y="18669"/>
                        <a:pt x="23241" y="17717"/>
                      </a:cubicBezTo>
                      <a:cubicBezTo>
                        <a:pt x="23432" y="16859"/>
                        <a:pt x="23813" y="16478"/>
                        <a:pt x="24289" y="16478"/>
                      </a:cubicBezTo>
                      <a:cubicBezTo>
                        <a:pt x="24384" y="16478"/>
                        <a:pt x="24765" y="16573"/>
                        <a:pt x="25051" y="16669"/>
                      </a:cubicBezTo>
                      <a:lnTo>
                        <a:pt x="25051" y="17335"/>
                      </a:lnTo>
                      <a:cubicBezTo>
                        <a:pt x="25051" y="17335"/>
                        <a:pt x="25241" y="17335"/>
                        <a:pt x="25432" y="17335"/>
                      </a:cubicBezTo>
                      <a:cubicBezTo>
                        <a:pt x="25432" y="17335"/>
                        <a:pt x="25813" y="17717"/>
                        <a:pt x="26480" y="18288"/>
                      </a:cubicBezTo>
                      <a:close/>
                      <a:moveTo>
                        <a:pt x="21431" y="43434"/>
                      </a:moveTo>
                      <a:cubicBezTo>
                        <a:pt x="20955" y="43434"/>
                        <a:pt x="20669" y="43339"/>
                        <a:pt x="20574" y="43148"/>
                      </a:cubicBezTo>
                      <a:lnTo>
                        <a:pt x="21146" y="44005"/>
                      </a:lnTo>
                      <a:cubicBezTo>
                        <a:pt x="21146" y="44005"/>
                        <a:pt x="21431" y="43624"/>
                        <a:pt x="21431" y="43434"/>
                      </a:cubicBezTo>
                      <a:close/>
                      <a:moveTo>
                        <a:pt x="22098" y="19050"/>
                      </a:moveTo>
                      <a:lnTo>
                        <a:pt x="21812" y="18859"/>
                      </a:lnTo>
                      <a:lnTo>
                        <a:pt x="22479" y="18859"/>
                      </a:lnTo>
                      <a:cubicBezTo>
                        <a:pt x="22479" y="18859"/>
                        <a:pt x="22289" y="18955"/>
                        <a:pt x="22098" y="19050"/>
                      </a:cubicBezTo>
                      <a:close/>
                      <a:moveTo>
                        <a:pt x="22479" y="18859"/>
                      </a:moveTo>
                      <a:cubicBezTo>
                        <a:pt x="22479" y="18859"/>
                        <a:pt x="22670" y="18764"/>
                        <a:pt x="22765" y="18859"/>
                      </a:cubicBezTo>
                      <a:lnTo>
                        <a:pt x="22479" y="18859"/>
                      </a:lnTo>
                      <a:close/>
                      <a:moveTo>
                        <a:pt x="23050" y="57436"/>
                      </a:moveTo>
                      <a:lnTo>
                        <a:pt x="23717" y="56864"/>
                      </a:lnTo>
                      <a:cubicBezTo>
                        <a:pt x="23717" y="56864"/>
                        <a:pt x="23241" y="56483"/>
                        <a:pt x="23050" y="56483"/>
                      </a:cubicBezTo>
                      <a:lnTo>
                        <a:pt x="23050" y="57531"/>
                      </a:lnTo>
                      <a:close/>
                      <a:moveTo>
                        <a:pt x="24003" y="19907"/>
                      </a:moveTo>
                      <a:cubicBezTo>
                        <a:pt x="24003" y="19907"/>
                        <a:pt x="24003" y="19240"/>
                        <a:pt x="23717" y="18764"/>
                      </a:cubicBezTo>
                      <a:lnTo>
                        <a:pt x="23717" y="20288"/>
                      </a:lnTo>
                      <a:lnTo>
                        <a:pt x="24003" y="19907"/>
                      </a:lnTo>
                      <a:close/>
                      <a:moveTo>
                        <a:pt x="25146" y="62484"/>
                      </a:moveTo>
                      <a:lnTo>
                        <a:pt x="24955" y="62294"/>
                      </a:lnTo>
                      <a:lnTo>
                        <a:pt x="25527" y="62294"/>
                      </a:lnTo>
                      <a:cubicBezTo>
                        <a:pt x="25527" y="62294"/>
                        <a:pt x="25051" y="62484"/>
                        <a:pt x="25146" y="62484"/>
                      </a:cubicBezTo>
                      <a:close/>
                      <a:moveTo>
                        <a:pt x="32766" y="55912"/>
                      </a:moveTo>
                      <a:lnTo>
                        <a:pt x="33052" y="55531"/>
                      </a:lnTo>
                      <a:lnTo>
                        <a:pt x="32766" y="54578"/>
                      </a:lnTo>
                      <a:lnTo>
                        <a:pt x="32766" y="55817"/>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 name="Google Shape;1194;p99"/>
                <p:cNvSpPr/>
                <p:nvPr/>
              </p:nvSpPr>
              <p:spPr>
                <a:xfrm>
                  <a:off x="7145083" y="1330488"/>
                  <a:ext cx="42386" cy="63400"/>
                </a:xfrm>
                <a:custGeom>
                  <a:avLst/>
                  <a:gdLst/>
                  <a:ahLst/>
                  <a:cxnLst/>
                  <a:rect l="l" t="t" r="r" b="b"/>
                  <a:pathLst>
                    <a:path w="42386" h="63400" extrusionOk="0">
                      <a:moveTo>
                        <a:pt x="41815" y="2154"/>
                      </a:moveTo>
                      <a:lnTo>
                        <a:pt x="42386" y="13299"/>
                      </a:lnTo>
                      <a:cubicBezTo>
                        <a:pt x="41053" y="13775"/>
                        <a:pt x="39338" y="13775"/>
                        <a:pt x="37052" y="13584"/>
                      </a:cubicBezTo>
                      <a:cubicBezTo>
                        <a:pt x="34385" y="13299"/>
                        <a:pt x="32575" y="13203"/>
                        <a:pt x="31718" y="13394"/>
                      </a:cubicBezTo>
                      <a:cubicBezTo>
                        <a:pt x="29813" y="13584"/>
                        <a:pt x="28384" y="14537"/>
                        <a:pt x="27241" y="16061"/>
                      </a:cubicBezTo>
                      <a:cubicBezTo>
                        <a:pt x="27241" y="16442"/>
                        <a:pt x="27432" y="16823"/>
                        <a:pt x="27432" y="17204"/>
                      </a:cubicBezTo>
                      <a:cubicBezTo>
                        <a:pt x="27432" y="17680"/>
                        <a:pt x="27241" y="18252"/>
                        <a:pt x="27146" y="19109"/>
                      </a:cubicBezTo>
                      <a:cubicBezTo>
                        <a:pt x="26955" y="19871"/>
                        <a:pt x="26861" y="20538"/>
                        <a:pt x="26861" y="20919"/>
                      </a:cubicBezTo>
                      <a:cubicBezTo>
                        <a:pt x="26861" y="21585"/>
                        <a:pt x="26955" y="22157"/>
                        <a:pt x="27241" y="22728"/>
                      </a:cubicBezTo>
                      <a:cubicBezTo>
                        <a:pt x="27432" y="23109"/>
                        <a:pt x="27432" y="23395"/>
                        <a:pt x="27432" y="23586"/>
                      </a:cubicBezTo>
                      <a:cubicBezTo>
                        <a:pt x="27432" y="23967"/>
                        <a:pt x="27241" y="24348"/>
                        <a:pt x="27146" y="24824"/>
                      </a:cubicBezTo>
                      <a:cubicBezTo>
                        <a:pt x="26861" y="25205"/>
                        <a:pt x="26765" y="25681"/>
                        <a:pt x="26765" y="25872"/>
                      </a:cubicBezTo>
                      <a:cubicBezTo>
                        <a:pt x="26765" y="26253"/>
                        <a:pt x="26955" y="26443"/>
                        <a:pt x="27241" y="26729"/>
                      </a:cubicBezTo>
                      <a:lnTo>
                        <a:pt x="26955" y="30348"/>
                      </a:lnTo>
                      <a:cubicBezTo>
                        <a:pt x="26955" y="30348"/>
                        <a:pt x="26575" y="29682"/>
                        <a:pt x="26098" y="29586"/>
                      </a:cubicBezTo>
                      <a:cubicBezTo>
                        <a:pt x="25336" y="29396"/>
                        <a:pt x="24955" y="29205"/>
                        <a:pt x="24765" y="29205"/>
                      </a:cubicBezTo>
                      <a:cubicBezTo>
                        <a:pt x="24574" y="29396"/>
                        <a:pt x="24574" y="29586"/>
                        <a:pt x="24574" y="29777"/>
                      </a:cubicBezTo>
                      <a:cubicBezTo>
                        <a:pt x="24574" y="30063"/>
                        <a:pt x="24574" y="30253"/>
                        <a:pt x="24574" y="30444"/>
                      </a:cubicBezTo>
                      <a:cubicBezTo>
                        <a:pt x="24860" y="30253"/>
                        <a:pt x="25146" y="30253"/>
                        <a:pt x="25336" y="30253"/>
                      </a:cubicBezTo>
                      <a:cubicBezTo>
                        <a:pt x="25718" y="30253"/>
                        <a:pt x="26003" y="30634"/>
                        <a:pt x="26098" y="31396"/>
                      </a:cubicBezTo>
                      <a:cubicBezTo>
                        <a:pt x="26384" y="32444"/>
                        <a:pt x="26479" y="33015"/>
                        <a:pt x="26765" y="33111"/>
                      </a:cubicBezTo>
                      <a:lnTo>
                        <a:pt x="26384" y="33111"/>
                      </a:lnTo>
                      <a:cubicBezTo>
                        <a:pt x="26955" y="34825"/>
                        <a:pt x="27337" y="37302"/>
                        <a:pt x="27432" y="40350"/>
                      </a:cubicBezTo>
                      <a:cubicBezTo>
                        <a:pt x="27337" y="42826"/>
                        <a:pt x="27241" y="45398"/>
                        <a:pt x="27241" y="47779"/>
                      </a:cubicBezTo>
                      <a:cubicBezTo>
                        <a:pt x="27241" y="49303"/>
                        <a:pt x="27432" y="50541"/>
                        <a:pt x="27622" y="51780"/>
                      </a:cubicBezTo>
                      <a:cubicBezTo>
                        <a:pt x="27622" y="51780"/>
                        <a:pt x="27908" y="51780"/>
                        <a:pt x="28194" y="52065"/>
                      </a:cubicBezTo>
                      <a:cubicBezTo>
                        <a:pt x="28575" y="52256"/>
                        <a:pt x="28860" y="52351"/>
                        <a:pt x="29146" y="52256"/>
                      </a:cubicBezTo>
                      <a:cubicBezTo>
                        <a:pt x="28765" y="53018"/>
                        <a:pt x="28480" y="55018"/>
                        <a:pt x="28480" y="58257"/>
                      </a:cubicBezTo>
                      <a:cubicBezTo>
                        <a:pt x="28480" y="60066"/>
                        <a:pt x="27813" y="61305"/>
                        <a:pt x="26861" y="61971"/>
                      </a:cubicBezTo>
                      <a:cubicBezTo>
                        <a:pt x="26955" y="62067"/>
                        <a:pt x="27051" y="62352"/>
                        <a:pt x="27051" y="62829"/>
                      </a:cubicBezTo>
                      <a:cubicBezTo>
                        <a:pt x="26479" y="62829"/>
                        <a:pt x="24669" y="62829"/>
                        <a:pt x="21717" y="62829"/>
                      </a:cubicBezTo>
                      <a:cubicBezTo>
                        <a:pt x="19431" y="62829"/>
                        <a:pt x="17716" y="63019"/>
                        <a:pt x="16383" y="63400"/>
                      </a:cubicBezTo>
                      <a:cubicBezTo>
                        <a:pt x="15335" y="62543"/>
                        <a:pt x="14764" y="61114"/>
                        <a:pt x="14764" y="59209"/>
                      </a:cubicBezTo>
                      <a:cubicBezTo>
                        <a:pt x="14859" y="57590"/>
                        <a:pt x="14859" y="55971"/>
                        <a:pt x="14859" y="54351"/>
                      </a:cubicBezTo>
                      <a:cubicBezTo>
                        <a:pt x="15144" y="48351"/>
                        <a:pt x="15240" y="42064"/>
                        <a:pt x="15240" y="35492"/>
                      </a:cubicBezTo>
                      <a:cubicBezTo>
                        <a:pt x="15240" y="28920"/>
                        <a:pt x="15240" y="22252"/>
                        <a:pt x="14859" y="15299"/>
                      </a:cubicBezTo>
                      <a:cubicBezTo>
                        <a:pt x="14573" y="14156"/>
                        <a:pt x="13716" y="13584"/>
                        <a:pt x="12382" y="13584"/>
                      </a:cubicBezTo>
                      <a:cubicBezTo>
                        <a:pt x="12096" y="13584"/>
                        <a:pt x="11716" y="13584"/>
                        <a:pt x="11335" y="13584"/>
                      </a:cubicBezTo>
                      <a:lnTo>
                        <a:pt x="10382" y="13584"/>
                      </a:lnTo>
                      <a:cubicBezTo>
                        <a:pt x="9620" y="13584"/>
                        <a:pt x="9144" y="13584"/>
                        <a:pt x="8572" y="13299"/>
                      </a:cubicBezTo>
                      <a:cubicBezTo>
                        <a:pt x="9049" y="13299"/>
                        <a:pt x="7429" y="13299"/>
                        <a:pt x="3905" y="13299"/>
                      </a:cubicBezTo>
                      <a:cubicBezTo>
                        <a:pt x="2286" y="13299"/>
                        <a:pt x="952" y="12918"/>
                        <a:pt x="0" y="12060"/>
                      </a:cubicBezTo>
                      <a:lnTo>
                        <a:pt x="0" y="1107"/>
                      </a:lnTo>
                      <a:cubicBezTo>
                        <a:pt x="0" y="1107"/>
                        <a:pt x="571" y="1488"/>
                        <a:pt x="857" y="1488"/>
                      </a:cubicBezTo>
                      <a:cubicBezTo>
                        <a:pt x="1524" y="1488"/>
                        <a:pt x="2095" y="1011"/>
                        <a:pt x="2762" y="249"/>
                      </a:cubicBezTo>
                      <a:cubicBezTo>
                        <a:pt x="6001" y="-36"/>
                        <a:pt x="10668" y="-36"/>
                        <a:pt x="16954" y="249"/>
                      </a:cubicBezTo>
                      <a:cubicBezTo>
                        <a:pt x="23241" y="440"/>
                        <a:pt x="28004" y="249"/>
                        <a:pt x="31432" y="59"/>
                      </a:cubicBezTo>
                      <a:cubicBezTo>
                        <a:pt x="31623" y="440"/>
                        <a:pt x="31813" y="630"/>
                        <a:pt x="32195" y="630"/>
                      </a:cubicBezTo>
                      <a:cubicBezTo>
                        <a:pt x="32385" y="630"/>
                        <a:pt x="32671" y="535"/>
                        <a:pt x="33051" y="345"/>
                      </a:cubicBezTo>
                      <a:cubicBezTo>
                        <a:pt x="33338" y="154"/>
                        <a:pt x="33623" y="59"/>
                        <a:pt x="33718" y="59"/>
                      </a:cubicBezTo>
                      <a:cubicBezTo>
                        <a:pt x="34480" y="440"/>
                        <a:pt x="36004" y="440"/>
                        <a:pt x="38671" y="59"/>
                      </a:cubicBezTo>
                      <a:cubicBezTo>
                        <a:pt x="40671" y="-227"/>
                        <a:pt x="41720" y="535"/>
                        <a:pt x="41910" y="2154"/>
                      </a:cubicBezTo>
                      <a:close/>
                      <a:moveTo>
                        <a:pt x="6668" y="4631"/>
                      </a:moveTo>
                      <a:cubicBezTo>
                        <a:pt x="7239" y="3774"/>
                        <a:pt x="7811" y="3393"/>
                        <a:pt x="8763" y="3393"/>
                      </a:cubicBezTo>
                      <a:cubicBezTo>
                        <a:pt x="9049" y="3393"/>
                        <a:pt x="9525" y="3393"/>
                        <a:pt x="10287" y="3678"/>
                      </a:cubicBezTo>
                      <a:cubicBezTo>
                        <a:pt x="10859" y="3869"/>
                        <a:pt x="11525" y="3869"/>
                        <a:pt x="11906" y="3869"/>
                      </a:cubicBezTo>
                      <a:cubicBezTo>
                        <a:pt x="12382" y="3869"/>
                        <a:pt x="12763" y="3869"/>
                        <a:pt x="13145" y="3774"/>
                      </a:cubicBezTo>
                      <a:lnTo>
                        <a:pt x="11811" y="2535"/>
                      </a:lnTo>
                      <a:cubicBezTo>
                        <a:pt x="11811" y="2535"/>
                        <a:pt x="11144" y="2345"/>
                        <a:pt x="11239" y="1964"/>
                      </a:cubicBezTo>
                      <a:cubicBezTo>
                        <a:pt x="11239" y="1392"/>
                        <a:pt x="11239" y="1107"/>
                        <a:pt x="11239" y="1107"/>
                      </a:cubicBezTo>
                      <a:cubicBezTo>
                        <a:pt x="11049" y="1392"/>
                        <a:pt x="10859" y="1583"/>
                        <a:pt x="10668" y="1678"/>
                      </a:cubicBezTo>
                      <a:cubicBezTo>
                        <a:pt x="10573" y="1678"/>
                        <a:pt x="10477" y="1678"/>
                        <a:pt x="10287" y="1678"/>
                      </a:cubicBezTo>
                      <a:lnTo>
                        <a:pt x="10287" y="2440"/>
                      </a:lnTo>
                      <a:cubicBezTo>
                        <a:pt x="9620" y="2821"/>
                        <a:pt x="8858" y="3107"/>
                        <a:pt x="7811" y="3202"/>
                      </a:cubicBezTo>
                      <a:cubicBezTo>
                        <a:pt x="6668" y="3393"/>
                        <a:pt x="5905" y="3488"/>
                        <a:pt x="5429" y="3583"/>
                      </a:cubicBezTo>
                      <a:lnTo>
                        <a:pt x="7048" y="3583"/>
                      </a:lnTo>
                      <a:cubicBezTo>
                        <a:pt x="7048" y="3583"/>
                        <a:pt x="6477" y="4440"/>
                        <a:pt x="6191" y="4536"/>
                      </a:cubicBezTo>
                      <a:cubicBezTo>
                        <a:pt x="6191" y="4536"/>
                        <a:pt x="6096" y="4536"/>
                        <a:pt x="6096" y="4536"/>
                      </a:cubicBezTo>
                      <a:cubicBezTo>
                        <a:pt x="6096" y="4536"/>
                        <a:pt x="5905" y="4726"/>
                        <a:pt x="5810" y="4821"/>
                      </a:cubicBezTo>
                      <a:cubicBezTo>
                        <a:pt x="5524" y="5012"/>
                        <a:pt x="5239" y="5012"/>
                        <a:pt x="5143" y="5012"/>
                      </a:cubicBezTo>
                      <a:cubicBezTo>
                        <a:pt x="4953" y="5012"/>
                        <a:pt x="4667" y="5012"/>
                        <a:pt x="4381" y="5012"/>
                      </a:cubicBezTo>
                      <a:cubicBezTo>
                        <a:pt x="3143" y="5012"/>
                        <a:pt x="2477" y="5012"/>
                        <a:pt x="2095" y="5012"/>
                      </a:cubicBezTo>
                      <a:lnTo>
                        <a:pt x="2095" y="4631"/>
                      </a:lnTo>
                      <a:lnTo>
                        <a:pt x="1048" y="5679"/>
                      </a:lnTo>
                      <a:cubicBezTo>
                        <a:pt x="1048" y="5679"/>
                        <a:pt x="1619" y="5869"/>
                        <a:pt x="2000" y="5869"/>
                      </a:cubicBezTo>
                      <a:cubicBezTo>
                        <a:pt x="2000" y="5869"/>
                        <a:pt x="2762" y="5583"/>
                        <a:pt x="4381" y="5107"/>
                      </a:cubicBezTo>
                      <a:lnTo>
                        <a:pt x="5143" y="5107"/>
                      </a:lnTo>
                      <a:cubicBezTo>
                        <a:pt x="5143" y="5107"/>
                        <a:pt x="5524" y="5393"/>
                        <a:pt x="5524" y="5488"/>
                      </a:cubicBezTo>
                      <a:cubicBezTo>
                        <a:pt x="5524" y="5679"/>
                        <a:pt x="5715" y="5869"/>
                        <a:pt x="5810" y="6155"/>
                      </a:cubicBezTo>
                      <a:cubicBezTo>
                        <a:pt x="5810" y="6060"/>
                        <a:pt x="5619" y="5869"/>
                        <a:pt x="5524" y="5583"/>
                      </a:cubicBezTo>
                      <a:cubicBezTo>
                        <a:pt x="5524" y="5298"/>
                        <a:pt x="5524" y="5012"/>
                        <a:pt x="5810" y="4917"/>
                      </a:cubicBezTo>
                      <a:cubicBezTo>
                        <a:pt x="5905" y="4917"/>
                        <a:pt x="6001" y="4917"/>
                        <a:pt x="6191" y="4726"/>
                      </a:cubicBezTo>
                      <a:cubicBezTo>
                        <a:pt x="6572" y="5298"/>
                        <a:pt x="6762" y="5583"/>
                        <a:pt x="6762" y="5679"/>
                      </a:cubicBezTo>
                      <a:lnTo>
                        <a:pt x="8858" y="5298"/>
                      </a:lnTo>
                      <a:lnTo>
                        <a:pt x="6762" y="5012"/>
                      </a:lnTo>
                      <a:close/>
                      <a:moveTo>
                        <a:pt x="5048" y="8250"/>
                      </a:moveTo>
                      <a:lnTo>
                        <a:pt x="6382" y="7584"/>
                      </a:lnTo>
                      <a:lnTo>
                        <a:pt x="5810" y="7584"/>
                      </a:lnTo>
                      <a:lnTo>
                        <a:pt x="5143" y="8250"/>
                      </a:lnTo>
                      <a:close/>
                      <a:moveTo>
                        <a:pt x="14859" y="2154"/>
                      </a:moveTo>
                      <a:lnTo>
                        <a:pt x="15811" y="1107"/>
                      </a:lnTo>
                      <a:cubicBezTo>
                        <a:pt x="15811" y="1107"/>
                        <a:pt x="15144" y="916"/>
                        <a:pt x="14668" y="630"/>
                      </a:cubicBezTo>
                      <a:lnTo>
                        <a:pt x="13621" y="2154"/>
                      </a:lnTo>
                      <a:lnTo>
                        <a:pt x="12478" y="1583"/>
                      </a:lnTo>
                      <a:lnTo>
                        <a:pt x="14001" y="3012"/>
                      </a:lnTo>
                      <a:cubicBezTo>
                        <a:pt x="14001" y="2059"/>
                        <a:pt x="14192" y="1392"/>
                        <a:pt x="14668" y="1107"/>
                      </a:cubicBezTo>
                      <a:cubicBezTo>
                        <a:pt x="14668" y="1202"/>
                        <a:pt x="14859" y="1583"/>
                        <a:pt x="14859" y="2154"/>
                      </a:cubicBezTo>
                      <a:close/>
                      <a:moveTo>
                        <a:pt x="18002" y="33682"/>
                      </a:moveTo>
                      <a:cubicBezTo>
                        <a:pt x="18859" y="33777"/>
                        <a:pt x="19240" y="33682"/>
                        <a:pt x="19240" y="33492"/>
                      </a:cubicBezTo>
                      <a:cubicBezTo>
                        <a:pt x="18955" y="33396"/>
                        <a:pt x="18574" y="33492"/>
                        <a:pt x="18002" y="33682"/>
                      </a:cubicBezTo>
                      <a:cubicBezTo>
                        <a:pt x="17716" y="33587"/>
                        <a:pt x="17430" y="33587"/>
                        <a:pt x="17240" y="33682"/>
                      </a:cubicBezTo>
                      <a:cubicBezTo>
                        <a:pt x="17621" y="33777"/>
                        <a:pt x="17716" y="33777"/>
                        <a:pt x="18002" y="33682"/>
                      </a:cubicBezTo>
                      <a:close/>
                      <a:moveTo>
                        <a:pt x="26194" y="32444"/>
                      </a:moveTo>
                      <a:cubicBezTo>
                        <a:pt x="25622" y="31968"/>
                        <a:pt x="24765" y="31872"/>
                        <a:pt x="23622" y="31872"/>
                      </a:cubicBezTo>
                      <a:cubicBezTo>
                        <a:pt x="22288" y="31872"/>
                        <a:pt x="21431" y="31872"/>
                        <a:pt x="20860" y="31682"/>
                      </a:cubicBezTo>
                      <a:lnTo>
                        <a:pt x="23050" y="32920"/>
                      </a:lnTo>
                      <a:cubicBezTo>
                        <a:pt x="23050" y="32920"/>
                        <a:pt x="22670" y="33206"/>
                        <a:pt x="22670" y="33587"/>
                      </a:cubicBezTo>
                      <a:lnTo>
                        <a:pt x="23241" y="33587"/>
                      </a:lnTo>
                      <a:cubicBezTo>
                        <a:pt x="23241" y="33587"/>
                        <a:pt x="23622" y="33777"/>
                        <a:pt x="23622" y="33873"/>
                      </a:cubicBezTo>
                      <a:cubicBezTo>
                        <a:pt x="23622" y="33873"/>
                        <a:pt x="23622" y="34063"/>
                        <a:pt x="23336" y="34349"/>
                      </a:cubicBezTo>
                      <a:cubicBezTo>
                        <a:pt x="23241" y="34635"/>
                        <a:pt x="23146" y="34825"/>
                        <a:pt x="23241" y="35111"/>
                      </a:cubicBezTo>
                      <a:lnTo>
                        <a:pt x="24574" y="35111"/>
                      </a:lnTo>
                      <a:cubicBezTo>
                        <a:pt x="23908" y="34444"/>
                        <a:pt x="23622" y="33968"/>
                        <a:pt x="23622" y="33777"/>
                      </a:cubicBezTo>
                      <a:cubicBezTo>
                        <a:pt x="23622" y="33587"/>
                        <a:pt x="23717" y="33396"/>
                        <a:pt x="24098" y="33301"/>
                      </a:cubicBezTo>
                      <a:cubicBezTo>
                        <a:pt x="24384" y="33206"/>
                        <a:pt x="24669" y="33015"/>
                        <a:pt x="25146" y="32825"/>
                      </a:cubicBezTo>
                      <a:cubicBezTo>
                        <a:pt x="25432" y="32825"/>
                        <a:pt x="25812" y="32825"/>
                        <a:pt x="26194" y="33206"/>
                      </a:cubicBezTo>
                      <a:lnTo>
                        <a:pt x="26194" y="32539"/>
                      </a:lnTo>
                      <a:close/>
                      <a:moveTo>
                        <a:pt x="23146" y="27015"/>
                      </a:moveTo>
                      <a:cubicBezTo>
                        <a:pt x="23146" y="27015"/>
                        <a:pt x="23813" y="27681"/>
                        <a:pt x="24384" y="27681"/>
                      </a:cubicBezTo>
                      <a:cubicBezTo>
                        <a:pt x="25146" y="27681"/>
                        <a:pt x="25812" y="27396"/>
                        <a:pt x="26479" y="26729"/>
                      </a:cubicBezTo>
                      <a:lnTo>
                        <a:pt x="25241" y="26348"/>
                      </a:lnTo>
                      <a:cubicBezTo>
                        <a:pt x="25241" y="27015"/>
                        <a:pt x="25241" y="27300"/>
                        <a:pt x="24860" y="27300"/>
                      </a:cubicBezTo>
                      <a:cubicBezTo>
                        <a:pt x="24860" y="27300"/>
                        <a:pt x="24669" y="27110"/>
                        <a:pt x="24193" y="26729"/>
                      </a:cubicBezTo>
                      <a:cubicBezTo>
                        <a:pt x="23813" y="26348"/>
                        <a:pt x="23431" y="26253"/>
                        <a:pt x="23146" y="26348"/>
                      </a:cubicBezTo>
                      <a:lnTo>
                        <a:pt x="23146" y="27015"/>
                      </a:lnTo>
                      <a:close/>
                      <a:moveTo>
                        <a:pt x="26098" y="34444"/>
                      </a:moveTo>
                      <a:lnTo>
                        <a:pt x="26098" y="34444"/>
                      </a:lnTo>
                      <a:lnTo>
                        <a:pt x="24669" y="33492"/>
                      </a:lnTo>
                      <a:cubicBezTo>
                        <a:pt x="24669" y="33492"/>
                        <a:pt x="24669" y="34254"/>
                        <a:pt x="25146" y="34254"/>
                      </a:cubicBezTo>
                      <a:cubicBezTo>
                        <a:pt x="25432" y="34254"/>
                        <a:pt x="25718" y="34444"/>
                        <a:pt x="26098" y="34444"/>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 name="Google Shape;1195;p99"/>
                <p:cNvSpPr/>
                <p:nvPr/>
              </p:nvSpPr>
              <p:spPr>
                <a:xfrm>
                  <a:off x="7190516" y="1330261"/>
                  <a:ext cx="49053" cy="63531"/>
                </a:xfrm>
                <a:custGeom>
                  <a:avLst/>
                  <a:gdLst/>
                  <a:ahLst/>
                  <a:cxnLst/>
                  <a:rect l="l" t="t" r="r" b="b"/>
                  <a:pathLst>
                    <a:path w="49053" h="63531" extrusionOk="0">
                      <a:moveTo>
                        <a:pt x="43339" y="50768"/>
                      </a:moveTo>
                      <a:cubicBezTo>
                        <a:pt x="44482" y="51435"/>
                        <a:pt x="44958" y="52578"/>
                        <a:pt x="45054" y="54102"/>
                      </a:cubicBezTo>
                      <a:cubicBezTo>
                        <a:pt x="45054" y="55531"/>
                        <a:pt x="45149" y="56769"/>
                        <a:pt x="45149" y="58198"/>
                      </a:cubicBezTo>
                      <a:cubicBezTo>
                        <a:pt x="45149" y="58864"/>
                        <a:pt x="45339" y="59531"/>
                        <a:pt x="45434" y="60007"/>
                      </a:cubicBezTo>
                      <a:cubicBezTo>
                        <a:pt x="44006" y="62389"/>
                        <a:pt x="41529" y="63532"/>
                        <a:pt x="38005" y="63532"/>
                      </a:cubicBezTo>
                      <a:cubicBezTo>
                        <a:pt x="36957" y="63532"/>
                        <a:pt x="35433" y="63532"/>
                        <a:pt x="33338" y="63246"/>
                      </a:cubicBezTo>
                      <a:cubicBezTo>
                        <a:pt x="31242" y="63055"/>
                        <a:pt x="29623" y="62960"/>
                        <a:pt x="28575" y="62960"/>
                      </a:cubicBezTo>
                      <a:cubicBezTo>
                        <a:pt x="27527" y="62960"/>
                        <a:pt x="26575" y="62960"/>
                        <a:pt x="25718" y="63151"/>
                      </a:cubicBezTo>
                      <a:lnTo>
                        <a:pt x="7715" y="63151"/>
                      </a:lnTo>
                      <a:lnTo>
                        <a:pt x="7715" y="62865"/>
                      </a:lnTo>
                      <a:cubicBezTo>
                        <a:pt x="7144" y="62484"/>
                        <a:pt x="6001" y="62484"/>
                        <a:pt x="4382" y="62770"/>
                      </a:cubicBezTo>
                      <a:cubicBezTo>
                        <a:pt x="2763" y="62960"/>
                        <a:pt x="1620" y="62770"/>
                        <a:pt x="762" y="62293"/>
                      </a:cubicBezTo>
                      <a:cubicBezTo>
                        <a:pt x="953" y="54864"/>
                        <a:pt x="1048" y="47434"/>
                        <a:pt x="1048" y="40100"/>
                      </a:cubicBezTo>
                      <a:cubicBezTo>
                        <a:pt x="1048" y="32766"/>
                        <a:pt x="858" y="25336"/>
                        <a:pt x="762" y="17907"/>
                      </a:cubicBezTo>
                      <a:cubicBezTo>
                        <a:pt x="1048" y="18097"/>
                        <a:pt x="1238" y="18193"/>
                        <a:pt x="1334" y="18097"/>
                      </a:cubicBezTo>
                      <a:lnTo>
                        <a:pt x="1620" y="17907"/>
                      </a:lnTo>
                      <a:cubicBezTo>
                        <a:pt x="1620" y="17907"/>
                        <a:pt x="1620" y="17335"/>
                        <a:pt x="1238" y="17240"/>
                      </a:cubicBezTo>
                      <a:cubicBezTo>
                        <a:pt x="858" y="17145"/>
                        <a:pt x="762" y="17050"/>
                        <a:pt x="762" y="16954"/>
                      </a:cubicBezTo>
                      <a:cubicBezTo>
                        <a:pt x="762" y="16859"/>
                        <a:pt x="762" y="16669"/>
                        <a:pt x="1048" y="16478"/>
                      </a:cubicBezTo>
                      <a:cubicBezTo>
                        <a:pt x="1048" y="16954"/>
                        <a:pt x="1238" y="17240"/>
                        <a:pt x="1334" y="17335"/>
                      </a:cubicBezTo>
                      <a:cubicBezTo>
                        <a:pt x="1905" y="17335"/>
                        <a:pt x="2000" y="16954"/>
                        <a:pt x="1715" y="16383"/>
                      </a:cubicBezTo>
                      <a:cubicBezTo>
                        <a:pt x="1524" y="15811"/>
                        <a:pt x="1620" y="15526"/>
                        <a:pt x="1905" y="15430"/>
                      </a:cubicBezTo>
                      <a:cubicBezTo>
                        <a:pt x="1905" y="15430"/>
                        <a:pt x="1905" y="15621"/>
                        <a:pt x="1905" y="15716"/>
                      </a:cubicBezTo>
                      <a:cubicBezTo>
                        <a:pt x="1905" y="15907"/>
                        <a:pt x="2000" y="16192"/>
                        <a:pt x="2381" y="16383"/>
                      </a:cubicBezTo>
                      <a:cubicBezTo>
                        <a:pt x="2667" y="16669"/>
                        <a:pt x="2858" y="16859"/>
                        <a:pt x="2858" y="16954"/>
                      </a:cubicBezTo>
                      <a:lnTo>
                        <a:pt x="4096" y="16669"/>
                      </a:lnTo>
                      <a:lnTo>
                        <a:pt x="2858" y="15811"/>
                      </a:lnTo>
                      <a:lnTo>
                        <a:pt x="4096" y="15145"/>
                      </a:lnTo>
                      <a:cubicBezTo>
                        <a:pt x="4096" y="15145"/>
                        <a:pt x="3715" y="14764"/>
                        <a:pt x="3143" y="14192"/>
                      </a:cubicBezTo>
                      <a:cubicBezTo>
                        <a:pt x="2763" y="13906"/>
                        <a:pt x="2381" y="13621"/>
                        <a:pt x="2096" y="13621"/>
                      </a:cubicBezTo>
                      <a:cubicBezTo>
                        <a:pt x="1810" y="13621"/>
                        <a:pt x="1620" y="13811"/>
                        <a:pt x="1334" y="14288"/>
                      </a:cubicBezTo>
                      <a:cubicBezTo>
                        <a:pt x="953" y="14097"/>
                        <a:pt x="858" y="13811"/>
                        <a:pt x="858" y="13621"/>
                      </a:cubicBezTo>
                      <a:cubicBezTo>
                        <a:pt x="858" y="13621"/>
                        <a:pt x="1048" y="13335"/>
                        <a:pt x="1429" y="12954"/>
                      </a:cubicBezTo>
                      <a:cubicBezTo>
                        <a:pt x="1810" y="12573"/>
                        <a:pt x="2000" y="12287"/>
                        <a:pt x="2000" y="12097"/>
                      </a:cubicBezTo>
                      <a:lnTo>
                        <a:pt x="2667" y="12763"/>
                      </a:lnTo>
                      <a:lnTo>
                        <a:pt x="2953" y="12287"/>
                      </a:lnTo>
                      <a:cubicBezTo>
                        <a:pt x="2953" y="12287"/>
                        <a:pt x="3334" y="12478"/>
                        <a:pt x="3620" y="12478"/>
                      </a:cubicBezTo>
                      <a:cubicBezTo>
                        <a:pt x="3810" y="12478"/>
                        <a:pt x="4286" y="12382"/>
                        <a:pt x="4763" y="12097"/>
                      </a:cubicBezTo>
                      <a:cubicBezTo>
                        <a:pt x="5334" y="11906"/>
                        <a:pt x="5715" y="11716"/>
                        <a:pt x="5906" y="11716"/>
                      </a:cubicBezTo>
                      <a:cubicBezTo>
                        <a:pt x="6287" y="11716"/>
                        <a:pt x="6572" y="11906"/>
                        <a:pt x="6763" y="12097"/>
                      </a:cubicBezTo>
                      <a:lnTo>
                        <a:pt x="7144" y="11906"/>
                      </a:lnTo>
                      <a:cubicBezTo>
                        <a:pt x="7144" y="11906"/>
                        <a:pt x="6763" y="11144"/>
                        <a:pt x="6287" y="10954"/>
                      </a:cubicBezTo>
                      <a:cubicBezTo>
                        <a:pt x="5715" y="10763"/>
                        <a:pt x="5429" y="10573"/>
                        <a:pt x="5239" y="10477"/>
                      </a:cubicBezTo>
                      <a:cubicBezTo>
                        <a:pt x="4382" y="10477"/>
                        <a:pt x="3429" y="10477"/>
                        <a:pt x="2191" y="10477"/>
                      </a:cubicBezTo>
                      <a:cubicBezTo>
                        <a:pt x="2096" y="10763"/>
                        <a:pt x="2000" y="10858"/>
                        <a:pt x="1810" y="10858"/>
                      </a:cubicBezTo>
                      <a:cubicBezTo>
                        <a:pt x="1620" y="10763"/>
                        <a:pt x="1429" y="10668"/>
                        <a:pt x="1334" y="10668"/>
                      </a:cubicBezTo>
                      <a:cubicBezTo>
                        <a:pt x="1334" y="10668"/>
                        <a:pt x="1144" y="10668"/>
                        <a:pt x="953" y="10763"/>
                      </a:cubicBezTo>
                      <a:lnTo>
                        <a:pt x="381" y="8382"/>
                      </a:lnTo>
                      <a:cubicBezTo>
                        <a:pt x="381" y="8382"/>
                        <a:pt x="1144" y="8191"/>
                        <a:pt x="1238" y="8001"/>
                      </a:cubicBezTo>
                      <a:cubicBezTo>
                        <a:pt x="1238" y="7620"/>
                        <a:pt x="1048" y="7429"/>
                        <a:pt x="667" y="7620"/>
                      </a:cubicBezTo>
                      <a:cubicBezTo>
                        <a:pt x="286" y="7810"/>
                        <a:pt x="0" y="7715"/>
                        <a:pt x="0" y="7429"/>
                      </a:cubicBezTo>
                      <a:lnTo>
                        <a:pt x="667" y="6858"/>
                      </a:lnTo>
                      <a:lnTo>
                        <a:pt x="1238" y="7429"/>
                      </a:lnTo>
                      <a:cubicBezTo>
                        <a:pt x="1238" y="7429"/>
                        <a:pt x="1524" y="6858"/>
                        <a:pt x="1524" y="6001"/>
                      </a:cubicBezTo>
                      <a:cubicBezTo>
                        <a:pt x="1524" y="6191"/>
                        <a:pt x="1620" y="6382"/>
                        <a:pt x="1905" y="6477"/>
                      </a:cubicBezTo>
                      <a:cubicBezTo>
                        <a:pt x="2381" y="6096"/>
                        <a:pt x="2572" y="5905"/>
                        <a:pt x="2572" y="5620"/>
                      </a:cubicBezTo>
                      <a:cubicBezTo>
                        <a:pt x="2572" y="5334"/>
                        <a:pt x="2191" y="5048"/>
                        <a:pt x="1429" y="4477"/>
                      </a:cubicBezTo>
                      <a:cubicBezTo>
                        <a:pt x="762" y="3905"/>
                        <a:pt x="381" y="3524"/>
                        <a:pt x="381" y="3143"/>
                      </a:cubicBezTo>
                      <a:cubicBezTo>
                        <a:pt x="381" y="2762"/>
                        <a:pt x="667" y="2381"/>
                        <a:pt x="953" y="2000"/>
                      </a:cubicBezTo>
                      <a:lnTo>
                        <a:pt x="2477" y="476"/>
                      </a:lnTo>
                      <a:cubicBezTo>
                        <a:pt x="5144" y="190"/>
                        <a:pt x="8001" y="0"/>
                        <a:pt x="11049" y="0"/>
                      </a:cubicBezTo>
                      <a:cubicBezTo>
                        <a:pt x="13907" y="0"/>
                        <a:pt x="18288" y="190"/>
                        <a:pt x="24003" y="476"/>
                      </a:cubicBezTo>
                      <a:cubicBezTo>
                        <a:pt x="29813" y="762"/>
                        <a:pt x="34195" y="952"/>
                        <a:pt x="37052" y="952"/>
                      </a:cubicBezTo>
                      <a:cubicBezTo>
                        <a:pt x="39148" y="952"/>
                        <a:pt x="41148" y="952"/>
                        <a:pt x="43053" y="762"/>
                      </a:cubicBezTo>
                      <a:cubicBezTo>
                        <a:pt x="44291" y="1714"/>
                        <a:pt x="44958" y="2953"/>
                        <a:pt x="44958" y="4572"/>
                      </a:cubicBezTo>
                      <a:cubicBezTo>
                        <a:pt x="44958" y="5048"/>
                        <a:pt x="44863" y="5810"/>
                        <a:pt x="44672" y="6953"/>
                      </a:cubicBezTo>
                      <a:cubicBezTo>
                        <a:pt x="44672" y="8096"/>
                        <a:pt x="44482" y="9049"/>
                        <a:pt x="44482" y="9620"/>
                      </a:cubicBezTo>
                      <a:cubicBezTo>
                        <a:pt x="44482" y="10192"/>
                        <a:pt x="44482" y="10858"/>
                        <a:pt x="44672" y="11430"/>
                      </a:cubicBezTo>
                      <a:cubicBezTo>
                        <a:pt x="44672" y="12287"/>
                        <a:pt x="44196" y="12668"/>
                        <a:pt x="43053" y="12668"/>
                      </a:cubicBezTo>
                      <a:cubicBezTo>
                        <a:pt x="42863" y="12668"/>
                        <a:pt x="42672" y="12668"/>
                        <a:pt x="42291" y="12668"/>
                      </a:cubicBezTo>
                      <a:lnTo>
                        <a:pt x="41529" y="12668"/>
                      </a:lnTo>
                      <a:cubicBezTo>
                        <a:pt x="40958" y="12668"/>
                        <a:pt x="40481" y="12859"/>
                        <a:pt x="40100" y="13049"/>
                      </a:cubicBezTo>
                      <a:lnTo>
                        <a:pt x="38386" y="13049"/>
                      </a:lnTo>
                      <a:lnTo>
                        <a:pt x="38386" y="12668"/>
                      </a:lnTo>
                      <a:cubicBezTo>
                        <a:pt x="36005" y="12859"/>
                        <a:pt x="33243" y="13049"/>
                        <a:pt x="30195" y="13049"/>
                      </a:cubicBezTo>
                      <a:cubicBezTo>
                        <a:pt x="28194" y="13049"/>
                        <a:pt x="25528" y="13049"/>
                        <a:pt x="22003" y="13049"/>
                      </a:cubicBezTo>
                      <a:lnTo>
                        <a:pt x="13716" y="13049"/>
                      </a:lnTo>
                      <a:cubicBezTo>
                        <a:pt x="13335" y="14002"/>
                        <a:pt x="13145" y="15049"/>
                        <a:pt x="13145" y="16192"/>
                      </a:cubicBezTo>
                      <a:cubicBezTo>
                        <a:pt x="13145" y="16573"/>
                        <a:pt x="13145" y="17145"/>
                        <a:pt x="13145" y="17907"/>
                      </a:cubicBezTo>
                      <a:lnTo>
                        <a:pt x="13145" y="19621"/>
                      </a:lnTo>
                      <a:cubicBezTo>
                        <a:pt x="13145" y="20764"/>
                        <a:pt x="13050" y="21812"/>
                        <a:pt x="12764" y="22765"/>
                      </a:cubicBezTo>
                      <a:cubicBezTo>
                        <a:pt x="12859" y="23527"/>
                        <a:pt x="13050" y="24193"/>
                        <a:pt x="13145" y="24955"/>
                      </a:cubicBezTo>
                      <a:cubicBezTo>
                        <a:pt x="13431" y="25813"/>
                        <a:pt x="13907" y="26384"/>
                        <a:pt x="14478" y="26384"/>
                      </a:cubicBezTo>
                      <a:cubicBezTo>
                        <a:pt x="14764" y="26384"/>
                        <a:pt x="15050" y="26384"/>
                        <a:pt x="15240" y="26384"/>
                      </a:cubicBezTo>
                      <a:cubicBezTo>
                        <a:pt x="15431" y="26384"/>
                        <a:pt x="15526" y="26384"/>
                        <a:pt x="15716" y="26384"/>
                      </a:cubicBezTo>
                      <a:cubicBezTo>
                        <a:pt x="16003" y="26384"/>
                        <a:pt x="16193" y="26384"/>
                        <a:pt x="16669" y="26194"/>
                      </a:cubicBezTo>
                      <a:cubicBezTo>
                        <a:pt x="17145" y="26194"/>
                        <a:pt x="17336" y="26003"/>
                        <a:pt x="17622" y="26003"/>
                      </a:cubicBezTo>
                      <a:cubicBezTo>
                        <a:pt x="18098" y="26003"/>
                        <a:pt x="18384" y="26194"/>
                        <a:pt x="18669" y="26670"/>
                      </a:cubicBezTo>
                      <a:cubicBezTo>
                        <a:pt x="20003" y="26289"/>
                        <a:pt x="21717" y="26003"/>
                        <a:pt x="23622" y="26003"/>
                      </a:cubicBezTo>
                      <a:cubicBezTo>
                        <a:pt x="24479" y="26003"/>
                        <a:pt x="25908" y="26098"/>
                        <a:pt x="27718" y="26194"/>
                      </a:cubicBezTo>
                      <a:cubicBezTo>
                        <a:pt x="29528" y="26289"/>
                        <a:pt x="30861" y="26384"/>
                        <a:pt x="31814" y="26384"/>
                      </a:cubicBezTo>
                      <a:cubicBezTo>
                        <a:pt x="32671" y="26384"/>
                        <a:pt x="33433" y="26384"/>
                        <a:pt x="34290" y="26289"/>
                      </a:cubicBezTo>
                      <a:cubicBezTo>
                        <a:pt x="34671" y="27622"/>
                        <a:pt x="34766" y="29432"/>
                        <a:pt x="34766" y="31813"/>
                      </a:cubicBezTo>
                      <a:cubicBezTo>
                        <a:pt x="34576" y="34480"/>
                        <a:pt x="34766" y="36290"/>
                        <a:pt x="34766" y="37338"/>
                      </a:cubicBezTo>
                      <a:cubicBezTo>
                        <a:pt x="33719" y="38195"/>
                        <a:pt x="32195" y="38481"/>
                        <a:pt x="30290" y="38481"/>
                      </a:cubicBezTo>
                      <a:cubicBezTo>
                        <a:pt x="29528" y="38481"/>
                        <a:pt x="28290" y="38481"/>
                        <a:pt x="26670" y="38290"/>
                      </a:cubicBezTo>
                      <a:cubicBezTo>
                        <a:pt x="25146" y="38100"/>
                        <a:pt x="23908" y="38100"/>
                        <a:pt x="23146" y="38100"/>
                      </a:cubicBezTo>
                      <a:cubicBezTo>
                        <a:pt x="22384" y="38100"/>
                        <a:pt x="21622" y="38100"/>
                        <a:pt x="20955" y="38290"/>
                      </a:cubicBezTo>
                      <a:lnTo>
                        <a:pt x="20955" y="37909"/>
                      </a:lnTo>
                      <a:cubicBezTo>
                        <a:pt x="20955" y="37909"/>
                        <a:pt x="19717" y="37909"/>
                        <a:pt x="18479" y="37909"/>
                      </a:cubicBezTo>
                      <a:cubicBezTo>
                        <a:pt x="17622" y="37909"/>
                        <a:pt x="16859" y="38100"/>
                        <a:pt x="16097" y="38481"/>
                      </a:cubicBezTo>
                      <a:cubicBezTo>
                        <a:pt x="15812" y="38290"/>
                        <a:pt x="15431" y="38195"/>
                        <a:pt x="15050" y="38195"/>
                      </a:cubicBezTo>
                      <a:cubicBezTo>
                        <a:pt x="14383" y="38195"/>
                        <a:pt x="14097" y="38195"/>
                        <a:pt x="13907" y="38195"/>
                      </a:cubicBezTo>
                      <a:cubicBezTo>
                        <a:pt x="13050" y="38481"/>
                        <a:pt x="12668" y="39052"/>
                        <a:pt x="12668" y="40195"/>
                      </a:cubicBezTo>
                      <a:cubicBezTo>
                        <a:pt x="12668" y="40957"/>
                        <a:pt x="12764" y="41529"/>
                        <a:pt x="13050" y="42005"/>
                      </a:cubicBezTo>
                      <a:cubicBezTo>
                        <a:pt x="11906" y="41624"/>
                        <a:pt x="10859" y="42005"/>
                        <a:pt x="10002" y="42863"/>
                      </a:cubicBezTo>
                      <a:lnTo>
                        <a:pt x="12002" y="42481"/>
                      </a:lnTo>
                      <a:lnTo>
                        <a:pt x="11811" y="42863"/>
                      </a:lnTo>
                      <a:cubicBezTo>
                        <a:pt x="11811" y="42863"/>
                        <a:pt x="12002" y="43148"/>
                        <a:pt x="12097" y="43148"/>
                      </a:cubicBezTo>
                      <a:cubicBezTo>
                        <a:pt x="12002" y="43148"/>
                        <a:pt x="12288" y="42958"/>
                        <a:pt x="12954" y="42481"/>
                      </a:cubicBezTo>
                      <a:cubicBezTo>
                        <a:pt x="12954" y="42291"/>
                        <a:pt x="12954" y="43815"/>
                        <a:pt x="12954" y="47053"/>
                      </a:cubicBezTo>
                      <a:cubicBezTo>
                        <a:pt x="12954" y="48958"/>
                        <a:pt x="13240" y="50387"/>
                        <a:pt x="13907" y="51435"/>
                      </a:cubicBezTo>
                      <a:cubicBezTo>
                        <a:pt x="15907" y="51721"/>
                        <a:pt x="17907" y="51816"/>
                        <a:pt x="20003" y="51816"/>
                      </a:cubicBezTo>
                      <a:cubicBezTo>
                        <a:pt x="21717" y="51816"/>
                        <a:pt x="24003" y="51721"/>
                        <a:pt x="27147" y="51530"/>
                      </a:cubicBezTo>
                      <a:cubicBezTo>
                        <a:pt x="30290" y="51340"/>
                        <a:pt x="32671" y="51244"/>
                        <a:pt x="34195" y="51244"/>
                      </a:cubicBezTo>
                      <a:cubicBezTo>
                        <a:pt x="36576" y="51244"/>
                        <a:pt x="38767" y="51435"/>
                        <a:pt x="40767" y="51721"/>
                      </a:cubicBezTo>
                      <a:cubicBezTo>
                        <a:pt x="41148" y="50863"/>
                        <a:pt x="41815" y="50768"/>
                        <a:pt x="42958" y="51530"/>
                      </a:cubicBezTo>
                      <a:close/>
                      <a:moveTo>
                        <a:pt x="2858" y="11335"/>
                      </a:moveTo>
                      <a:lnTo>
                        <a:pt x="3334" y="12001"/>
                      </a:lnTo>
                      <a:lnTo>
                        <a:pt x="3143" y="12192"/>
                      </a:lnTo>
                      <a:cubicBezTo>
                        <a:pt x="3143" y="12192"/>
                        <a:pt x="2858" y="11716"/>
                        <a:pt x="2858" y="11430"/>
                      </a:cubicBezTo>
                      <a:close/>
                      <a:moveTo>
                        <a:pt x="18860" y="33814"/>
                      </a:moveTo>
                      <a:lnTo>
                        <a:pt x="18002" y="33814"/>
                      </a:lnTo>
                      <a:cubicBezTo>
                        <a:pt x="18002" y="33814"/>
                        <a:pt x="18479" y="34195"/>
                        <a:pt x="18860" y="33814"/>
                      </a:cubicBezTo>
                      <a:lnTo>
                        <a:pt x="19336" y="33814"/>
                      </a:lnTo>
                      <a:cubicBezTo>
                        <a:pt x="19336" y="33814"/>
                        <a:pt x="19431" y="34099"/>
                        <a:pt x="19431" y="34385"/>
                      </a:cubicBezTo>
                      <a:lnTo>
                        <a:pt x="20670" y="33814"/>
                      </a:lnTo>
                      <a:cubicBezTo>
                        <a:pt x="20670" y="33814"/>
                        <a:pt x="20955" y="34290"/>
                        <a:pt x="20955" y="34385"/>
                      </a:cubicBezTo>
                      <a:lnTo>
                        <a:pt x="22193" y="34385"/>
                      </a:lnTo>
                      <a:lnTo>
                        <a:pt x="22193" y="33814"/>
                      </a:lnTo>
                      <a:lnTo>
                        <a:pt x="19336" y="33814"/>
                      </a:lnTo>
                      <a:cubicBezTo>
                        <a:pt x="19336" y="33814"/>
                        <a:pt x="19145" y="33718"/>
                        <a:pt x="18860" y="33814"/>
                      </a:cubicBezTo>
                      <a:close/>
                      <a:moveTo>
                        <a:pt x="34195" y="4191"/>
                      </a:moveTo>
                      <a:lnTo>
                        <a:pt x="33624" y="3810"/>
                      </a:lnTo>
                      <a:lnTo>
                        <a:pt x="34195" y="5048"/>
                      </a:lnTo>
                      <a:lnTo>
                        <a:pt x="34195" y="4191"/>
                      </a:lnTo>
                      <a:close/>
                      <a:moveTo>
                        <a:pt x="48769" y="55054"/>
                      </a:moveTo>
                      <a:lnTo>
                        <a:pt x="49054" y="55054"/>
                      </a:lnTo>
                      <a:lnTo>
                        <a:pt x="48102" y="55626"/>
                      </a:lnTo>
                      <a:lnTo>
                        <a:pt x="48769" y="55054"/>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 name="Google Shape;1196;p99"/>
                <p:cNvSpPr/>
                <p:nvPr/>
              </p:nvSpPr>
              <p:spPr>
                <a:xfrm>
                  <a:off x="7227664" y="1324221"/>
                  <a:ext cx="61817" cy="69762"/>
                </a:xfrm>
                <a:custGeom>
                  <a:avLst/>
                  <a:gdLst/>
                  <a:ahLst/>
                  <a:cxnLst/>
                  <a:rect l="l" t="t" r="r" b="b"/>
                  <a:pathLst>
                    <a:path w="61817" h="69762" extrusionOk="0">
                      <a:moveTo>
                        <a:pt x="286" y="29472"/>
                      </a:moveTo>
                      <a:lnTo>
                        <a:pt x="0" y="28329"/>
                      </a:lnTo>
                      <a:lnTo>
                        <a:pt x="667" y="29186"/>
                      </a:lnTo>
                      <a:lnTo>
                        <a:pt x="286" y="29472"/>
                      </a:lnTo>
                      <a:close/>
                      <a:moveTo>
                        <a:pt x="4858" y="38520"/>
                      </a:moveTo>
                      <a:cubicBezTo>
                        <a:pt x="4858" y="38520"/>
                        <a:pt x="5334" y="38711"/>
                        <a:pt x="5810" y="38901"/>
                      </a:cubicBezTo>
                      <a:lnTo>
                        <a:pt x="4858" y="39568"/>
                      </a:lnTo>
                      <a:lnTo>
                        <a:pt x="4858" y="38520"/>
                      </a:lnTo>
                      <a:close/>
                      <a:moveTo>
                        <a:pt x="6858" y="17184"/>
                      </a:moveTo>
                      <a:cubicBezTo>
                        <a:pt x="6858" y="17184"/>
                        <a:pt x="6477" y="17566"/>
                        <a:pt x="6286" y="17566"/>
                      </a:cubicBezTo>
                      <a:cubicBezTo>
                        <a:pt x="6096" y="17566"/>
                        <a:pt x="5905" y="17375"/>
                        <a:pt x="5810" y="16899"/>
                      </a:cubicBezTo>
                      <a:lnTo>
                        <a:pt x="5810" y="15946"/>
                      </a:lnTo>
                      <a:lnTo>
                        <a:pt x="6763" y="17184"/>
                      </a:lnTo>
                      <a:close/>
                      <a:moveTo>
                        <a:pt x="8191" y="19089"/>
                      </a:moveTo>
                      <a:lnTo>
                        <a:pt x="8382" y="17566"/>
                      </a:lnTo>
                      <a:lnTo>
                        <a:pt x="9240" y="19089"/>
                      </a:lnTo>
                      <a:lnTo>
                        <a:pt x="8191" y="19089"/>
                      </a:lnTo>
                      <a:close/>
                      <a:moveTo>
                        <a:pt x="10287" y="15375"/>
                      </a:moveTo>
                      <a:cubicBezTo>
                        <a:pt x="10287" y="15375"/>
                        <a:pt x="9906" y="14613"/>
                        <a:pt x="9240" y="14422"/>
                      </a:cubicBezTo>
                      <a:cubicBezTo>
                        <a:pt x="8667" y="14232"/>
                        <a:pt x="8382" y="13851"/>
                        <a:pt x="8382" y="13470"/>
                      </a:cubicBezTo>
                      <a:cubicBezTo>
                        <a:pt x="8763" y="13470"/>
                        <a:pt x="9144" y="13470"/>
                        <a:pt x="9430" y="13851"/>
                      </a:cubicBezTo>
                      <a:cubicBezTo>
                        <a:pt x="9906" y="14422"/>
                        <a:pt x="10287" y="14708"/>
                        <a:pt x="10383" y="14708"/>
                      </a:cubicBezTo>
                      <a:lnTo>
                        <a:pt x="10383" y="15375"/>
                      </a:lnTo>
                      <a:close/>
                      <a:moveTo>
                        <a:pt x="10763" y="18423"/>
                      </a:moveTo>
                      <a:lnTo>
                        <a:pt x="9906" y="18423"/>
                      </a:lnTo>
                      <a:cubicBezTo>
                        <a:pt x="9906" y="18423"/>
                        <a:pt x="10001" y="17947"/>
                        <a:pt x="10287" y="17756"/>
                      </a:cubicBezTo>
                      <a:cubicBezTo>
                        <a:pt x="10477" y="17566"/>
                        <a:pt x="10668" y="17756"/>
                        <a:pt x="10763" y="17947"/>
                      </a:cubicBezTo>
                      <a:lnTo>
                        <a:pt x="10763" y="18327"/>
                      </a:lnTo>
                      <a:close/>
                      <a:moveTo>
                        <a:pt x="9906" y="45188"/>
                      </a:moveTo>
                      <a:lnTo>
                        <a:pt x="10573" y="44331"/>
                      </a:lnTo>
                      <a:cubicBezTo>
                        <a:pt x="10573" y="44902"/>
                        <a:pt x="10573" y="45188"/>
                        <a:pt x="10383" y="45188"/>
                      </a:cubicBezTo>
                      <a:lnTo>
                        <a:pt x="10001" y="45188"/>
                      </a:lnTo>
                      <a:close/>
                      <a:moveTo>
                        <a:pt x="10287" y="41283"/>
                      </a:moveTo>
                      <a:cubicBezTo>
                        <a:pt x="10287" y="41283"/>
                        <a:pt x="10477" y="40616"/>
                        <a:pt x="11335" y="40616"/>
                      </a:cubicBezTo>
                      <a:cubicBezTo>
                        <a:pt x="11525" y="40902"/>
                        <a:pt x="11335" y="41092"/>
                        <a:pt x="11239" y="41283"/>
                      </a:cubicBezTo>
                      <a:lnTo>
                        <a:pt x="10383" y="41283"/>
                      </a:lnTo>
                      <a:close/>
                      <a:moveTo>
                        <a:pt x="60674" y="60333"/>
                      </a:moveTo>
                      <a:cubicBezTo>
                        <a:pt x="60293" y="61380"/>
                        <a:pt x="60389" y="64143"/>
                        <a:pt x="61055" y="68524"/>
                      </a:cubicBezTo>
                      <a:cubicBezTo>
                        <a:pt x="60770" y="69096"/>
                        <a:pt x="60389" y="69477"/>
                        <a:pt x="59817" y="69477"/>
                      </a:cubicBezTo>
                      <a:cubicBezTo>
                        <a:pt x="59531" y="69477"/>
                        <a:pt x="59055" y="69477"/>
                        <a:pt x="58388" y="69096"/>
                      </a:cubicBezTo>
                      <a:cubicBezTo>
                        <a:pt x="57817" y="68905"/>
                        <a:pt x="57245" y="68810"/>
                        <a:pt x="57055" y="68810"/>
                      </a:cubicBezTo>
                      <a:cubicBezTo>
                        <a:pt x="56007" y="69000"/>
                        <a:pt x="54673" y="69191"/>
                        <a:pt x="53150" y="69191"/>
                      </a:cubicBezTo>
                      <a:cubicBezTo>
                        <a:pt x="51625" y="69191"/>
                        <a:pt x="50292" y="69000"/>
                        <a:pt x="48959" y="68810"/>
                      </a:cubicBezTo>
                      <a:cubicBezTo>
                        <a:pt x="47816" y="66333"/>
                        <a:pt x="47149" y="64047"/>
                        <a:pt x="47149" y="61952"/>
                      </a:cubicBezTo>
                      <a:cubicBezTo>
                        <a:pt x="47149" y="60809"/>
                        <a:pt x="47434" y="59761"/>
                        <a:pt x="47625" y="58809"/>
                      </a:cubicBezTo>
                      <a:lnTo>
                        <a:pt x="47911" y="58809"/>
                      </a:lnTo>
                      <a:cubicBezTo>
                        <a:pt x="47149" y="58237"/>
                        <a:pt x="46958" y="56999"/>
                        <a:pt x="47340" y="54999"/>
                      </a:cubicBezTo>
                      <a:cubicBezTo>
                        <a:pt x="47625" y="52998"/>
                        <a:pt x="47530" y="51760"/>
                        <a:pt x="47054" y="51093"/>
                      </a:cubicBezTo>
                      <a:cubicBezTo>
                        <a:pt x="47340" y="50046"/>
                        <a:pt x="47434" y="48617"/>
                        <a:pt x="47434" y="46522"/>
                      </a:cubicBezTo>
                      <a:cubicBezTo>
                        <a:pt x="47434" y="44426"/>
                        <a:pt x="47434" y="42902"/>
                        <a:pt x="47625" y="41949"/>
                      </a:cubicBezTo>
                      <a:cubicBezTo>
                        <a:pt x="47149" y="41759"/>
                        <a:pt x="46863" y="41664"/>
                        <a:pt x="46482" y="41664"/>
                      </a:cubicBezTo>
                      <a:cubicBezTo>
                        <a:pt x="45339" y="41664"/>
                        <a:pt x="44386" y="42711"/>
                        <a:pt x="43529" y="44807"/>
                      </a:cubicBezTo>
                      <a:cubicBezTo>
                        <a:pt x="42386" y="47474"/>
                        <a:pt x="41434" y="48998"/>
                        <a:pt x="40767" y="49570"/>
                      </a:cubicBezTo>
                      <a:cubicBezTo>
                        <a:pt x="40767" y="49760"/>
                        <a:pt x="40672" y="49950"/>
                        <a:pt x="40672" y="50236"/>
                      </a:cubicBezTo>
                      <a:cubicBezTo>
                        <a:pt x="40672" y="50427"/>
                        <a:pt x="40767" y="50712"/>
                        <a:pt x="40957" y="51093"/>
                      </a:cubicBezTo>
                      <a:cubicBezTo>
                        <a:pt x="41148" y="51379"/>
                        <a:pt x="41243" y="51665"/>
                        <a:pt x="41243" y="51760"/>
                      </a:cubicBezTo>
                      <a:cubicBezTo>
                        <a:pt x="41243" y="52046"/>
                        <a:pt x="41148" y="52236"/>
                        <a:pt x="40767" y="52522"/>
                      </a:cubicBezTo>
                      <a:cubicBezTo>
                        <a:pt x="39814" y="53094"/>
                        <a:pt x="39052" y="53570"/>
                        <a:pt x="38576" y="54046"/>
                      </a:cubicBezTo>
                      <a:cubicBezTo>
                        <a:pt x="38958" y="54237"/>
                        <a:pt x="39243" y="54332"/>
                        <a:pt x="39243" y="54332"/>
                      </a:cubicBezTo>
                      <a:cubicBezTo>
                        <a:pt x="39052" y="54808"/>
                        <a:pt x="38481" y="55380"/>
                        <a:pt x="37624" y="56142"/>
                      </a:cubicBezTo>
                      <a:cubicBezTo>
                        <a:pt x="36576" y="57094"/>
                        <a:pt x="36005" y="57761"/>
                        <a:pt x="35719" y="58047"/>
                      </a:cubicBezTo>
                      <a:cubicBezTo>
                        <a:pt x="34957" y="57666"/>
                        <a:pt x="34195" y="56713"/>
                        <a:pt x="33624" y="55189"/>
                      </a:cubicBezTo>
                      <a:cubicBezTo>
                        <a:pt x="33147" y="53665"/>
                        <a:pt x="32099" y="52618"/>
                        <a:pt x="31052" y="52236"/>
                      </a:cubicBezTo>
                      <a:cubicBezTo>
                        <a:pt x="31147" y="51855"/>
                        <a:pt x="31337" y="51570"/>
                        <a:pt x="31337" y="51189"/>
                      </a:cubicBezTo>
                      <a:cubicBezTo>
                        <a:pt x="31337" y="50522"/>
                        <a:pt x="30956" y="49665"/>
                        <a:pt x="30194" y="48617"/>
                      </a:cubicBezTo>
                      <a:cubicBezTo>
                        <a:pt x="29337" y="47283"/>
                        <a:pt x="28766" y="46426"/>
                        <a:pt x="28670" y="46045"/>
                      </a:cubicBezTo>
                      <a:lnTo>
                        <a:pt x="29337" y="44807"/>
                      </a:lnTo>
                      <a:lnTo>
                        <a:pt x="26289" y="43759"/>
                      </a:lnTo>
                      <a:cubicBezTo>
                        <a:pt x="26289" y="43759"/>
                        <a:pt x="26670" y="43378"/>
                        <a:pt x="26861" y="43378"/>
                      </a:cubicBezTo>
                      <a:cubicBezTo>
                        <a:pt x="27241" y="43378"/>
                        <a:pt x="27623" y="43759"/>
                        <a:pt x="28099" y="44331"/>
                      </a:cubicBezTo>
                      <a:cubicBezTo>
                        <a:pt x="28099" y="42235"/>
                        <a:pt x="27241" y="40616"/>
                        <a:pt x="25527" y="39378"/>
                      </a:cubicBezTo>
                      <a:cubicBezTo>
                        <a:pt x="24955" y="39854"/>
                        <a:pt x="24765" y="40902"/>
                        <a:pt x="24765" y="42426"/>
                      </a:cubicBezTo>
                      <a:cubicBezTo>
                        <a:pt x="24765" y="43854"/>
                        <a:pt x="24575" y="44807"/>
                        <a:pt x="24003" y="45283"/>
                      </a:cubicBezTo>
                      <a:lnTo>
                        <a:pt x="23622" y="44902"/>
                      </a:lnTo>
                      <a:lnTo>
                        <a:pt x="23336" y="45283"/>
                      </a:lnTo>
                      <a:cubicBezTo>
                        <a:pt x="24193" y="45855"/>
                        <a:pt x="24575" y="46807"/>
                        <a:pt x="24575" y="48141"/>
                      </a:cubicBezTo>
                      <a:cubicBezTo>
                        <a:pt x="24575" y="48331"/>
                        <a:pt x="24575" y="48712"/>
                        <a:pt x="24575" y="49284"/>
                      </a:cubicBezTo>
                      <a:lnTo>
                        <a:pt x="24575" y="50331"/>
                      </a:lnTo>
                      <a:cubicBezTo>
                        <a:pt x="24575" y="51189"/>
                        <a:pt x="24670" y="51760"/>
                        <a:pt x="24955" y="52236"/>
                      </a:cubicBezTo>
                      <a:cubicBezTo>
                        <a:pt x="24765" y="52903"/>
                        <a:pt x="24575" y="53951"/>
                        <a:pt x="24575" y="55380"/>
                      </a:cubicBezTo>
                      <a:cubicBezTo>
                        <a:pt x="24575" y="56808"/>
                        <a:pt x="24575" y="57856"/>
                        <a:pt x="24289" y="58523"/>
                      </a:cubicBezTo>
                      <a:cubicBezTo>
                        <a:pt x="24289" y="58904"/>
                        <a:pt x="24479" y="59475"/>
                        <a:pt x="24575" y="60428"/>
                      </a:cubicBezTo>
                      <a:cubicBezTo>
                        <a:pt x="24765" y="61285"/>
                        <a:pt x="24860" y="61952"/>
                        <a:pt x="24860" y="62333"/>
                      </a:cubicBezTo>
                      <a:cubicBezTo>
                        <a:pt x="24860" y="62904"/>
                        <a:pt x="24765" y="63381"/>
                        <a:pt x="24575" y="63666"/>
                      </a:cubicBezTo>
                      <a:lnTo>
                        <a:pt x="25241" y="64333"/>
                      </a:lnTo>
                      <a:lnTo>
                        <a:pt x="24575" y="64333"/>
                      </a:lnTo>
                      <a:cubicBezTo>
                        <a:pt x="24575" y="64333"/>
                        <a:pt x="24575" y="65095"/>
                        <a:pt x="24575" y="65476"/>
                      </a:cubicBezTo>
                      <a:cubicBezTo>
                        <a:pt x="24575" y="67667"/>
                        <a:pt x="23717" y="69096"/>
                        <a:pt x="22193" y="69762"/>
                      </a:cubicBezTo>
                      <a:cubicBezTo>
                        <a:pt x="20479" y="69572"/>
                        <a:pt x="18765" y="69477"/>
                        <a:pt x="16955" y="69381"/>
                      </a:cubicBezTo>
                      <a:cubicBezTo>
                        <a:pt x="14764" y="69191"/>
                        <a:pt x="13145" y="68620"/>
                        <a:pt x="12192" y="67572"/>
                      </a:cubicBezTo>
                      <a:cubicBezTo>
                        <a:pt x="12382" y="63952"/>
                        <a:pt x="12192" y="58237"/>
                        <a:pt x="11906" y="50427"/>
                      </a:cubicBezTo>
                      <a:lnTo>
                        <a:pt x="12859" y="49474"/>
                      </a:lnTo>
                      <a:cubicBezTo>
                        <a:pt x="12859" y="49474"/>
                        <a:pt x="12192" y="48617"/>
                        <a:pt x="12192" y="47950"/>
                      </a:cubicBezTo>
                      <a:cubicBezTo>
                        <a:pt x="12192" y="47664"/>
                        <a:pt x="12192" y="47283"/>
                        <a:pt x="12382" y="46617"/>
                      </a:cubicBezTo>
                      <a:cubicBezTo>
                        <a:pt x="12478" y="45950"/>
                        <a:pt x="12478" y="45569"/>
                        <a:pt x="12478" y="45283"/>
                      </a:cubicBezTo>
                      <a:cubicBezTo>
                        <a:pt x="12478" y="44616"/>
                        <a:pt x="12287" y="44140"/>
                        <a:pt x="11906" y="43759"/>
                      </a:cubicBezTo>
                      <a:lnTo>
                        <a:pt x="12192" y="36806"/>
                      </a:lnTo>
                      <a:cubicBezTo>
                        <a:pt x="12192" y="36806"/>
                        <a:pt x="12668" y="36139"/>
                        <a:pt x="12668" y="35663"/>
                      </a:cubicBezTo>
                      <a:cubicBezTo>
                        <a:pt x="12668" y="35282"/>
                        <a:pt x="12478" y="34710"/>
                        <a:pt x="12192" y="33948"/>
                      </a:cubicBezTo>
                      <a:cubicBezTo>
                        <a:pt x="11811" y="33186"/>
                        <a:pt x="11525" y="32520"/>
                        <a:pt x="11525" y="32234"/>
                      </a:cubicBezTo>
                      <a:cubicBezTo>
                        <a:pt x="12097" y="31377"/>
                        <a:pt x="12287" y="30424"/>
                        <a:pt x="12287" y="29186"/>
                      </a:cubicBezTo>
                      <a:cubicBezTo>
                        <a:pt x="12287" y="27091"/>
                        <a:pt x="12287" y="25947"/>
                        <a:pt x="12287" y="25852"/>
                      </a:cubicBezTo>
                      <a:cubicBezTo>
                        <a:pt x="12859" y="25852"/>
                        <a:pt x="13145" y="25852"/>
                        <a:pt x="13240" y="25566"/>
                      </a:cubicBezTo>
                      <a:cubicBezTo>
                        <a:pt x="13240" y="25281"/>
                        <a:pt x="13240" y="25090"/>
                        <a:pt x="12954" y="24995"/>
                      </a:cubicBezTo>
                      <a:lnTo>
                        <a:pt x="12478" y="25185"/>
                      </a:lnTo>
                      <a:cubicBezTo>
                        <a:pt x="12478" y="25185"/>
                        <a:pt x="12192" y="25185"/>
                        <a:pt x="12002" y="24995"/>
                      </a:cubicBezTo>
                      <a:cubicBezTo>
                        <a:pt x="12097" y="24519"/>
                        <a:pt x="12382" y="24233"/>
                        <a:pt x="12764" y="24519"/>
                      </a:cubicBezTo>
                      <a:cubicBezTo>
                        <a:pt x="13240" y="24709"/>
                        <a:pt x="13525" y="24709"/>
                        <a:pt x="13811" y="24328"/>
                      </a:cubicBezTo>
                      <a:lnTo>
                        <a:pt x="14097" y="25376"/>
                      </a:lnTo>
                      <a:cubicBezTo>
                        <a:pt x="14097" y="25376"/>
                        <a:pt x="14288" y="24995"/>
                        <a:pt x="14478" y="24995"/>
                      </a:cubicBezTo>
                      <a:cubicBezTo>
                        <a:pt x="14478" y="24995"/>
                        <a:pt x="14574" y="24995"/>
                        <a:pt x="14764" y="25185"/>
                      </a:cubicBezTo>
                      <a:cubicBezTo>
                        <a:pt x="14764" y="25185"/>
                        <a:pt x="14859" y="25281"/>
                        <a:pt x="15050" y="25281"/>
                      </a:cubicBezTo>
                      <a:cubicBezTo>
                        <a:pt x="15050" y="25281"/>
                        <a:pt x="15240" y="25090"/>
                        <a:pt x="15240" y="24709"/>
                      </a:cubicBezTo>
                      <a:lnTo>
                        <a:pt x="14574" y="24138"/>
                      </a:lnTo>
                      <a:cubicBezTo>
                        <a:pt x="14574" y="24138"/>
                        <a:pt x="15240" y="24328"/>
                        <a:pt x="15621" y="24709"/>
                      </a:cubicBezTo>
                      <a:cubicBezTo>
                        <a:pt x="16002" y="25090"/>
                        <a:pt x="16383" y="25281"/>
                        <a:pt x="16573" y="25376"/>
                      </a:cubicBezTo>
                      <a:cubicBezTo>
                        <a:pt x="16573" y="25281"/>
                        <a:pt x="16573" y="25185"/>
                        <a:pt x="16859" y="24900"/>
                      </a:cubicBezTo>
                      <a:cubicBezTo>
                        <a:pt x="17050" y="24614"/>
                        <a:pt x="17050" y="24519"/>
                        <a:pt x="17050" y="24328"/>
                      </a:cubicBezTo>
                      <a:lnTo>
                        <a:pt x="16669" y="24328"/>
                      </a:lnTo>
                      <a:cubicBezTo>
                        <a:pt x="16669" y="24328"/>
                        <a:pt x="17145" y="23947"/>
                        <a:pt x="17526" y="23566"/>
                      </a:cubicBezTo>
                      <a:cubicBezTo>
                        <a:pt x="17812" y="23185"/>
                        <a:pt x="18098" y="22995"/>
                        <a:pt x="18383" y="22995"/>
                      </a:cubicBezTo>
                      <a:cubicBezTo>
                        <a:pt x="18383" y="22995"/>
                        <a:pt x="18669" y="23090"/>
                        <a:pt x="18859" y="23185"/>
                      </a:cubicBezTo>
                      <a:lnTo>
                        <a:pt x="18192" y="22518"/>
                      </a:lnTo>
                      <a:cubicBezTo>
                        <a:pt x="18192" y="22518"/>
                        <a:pt x="18669" y="22137"/>
                        <a:pt x="18479" y="21852"/>
                      </a:cubicBezTo>
                      <a:cubicBezTo>
                        <a:pt x="18002" y="21852"/>
                        <a:pt x="17621" y="21947"/>
                        <a:pt x="17240" y="21947"/>
                      </a:cubicBezTo>
                      <a:cubicBezTo>
                        <a:pt x="16669" y="21947"/>
                        <a:pt x="16002" y="21852"/>
                        <a:pt x="15145" y="21661"/>
                      </a:cubicBezTo>
                      <a:cubicBezTo>
                        <a:pt x="14097" y="21280"/>
                        <a:pt x="13335" y="21090"/>
                        <a:pt x="12859" y="20995"/>
                      </a:cubicBezTo>
                      <a:lnTo>
                        <a:pt x="13430" y="22423"/>
                      </a:lnTo>
                      <a:lnTo>
                        <a:pt x="12002" y="22423"/>
                      </a:lnTo>
                      <a:lnTo>
                        <a:pt x="12954" y="22233"/>
                      </a:lnTo>
                      <a:cubicBezTo>
                        <a:pt x="12573" y="21661"/>
                        <a:pt x="12573" y="20899"/>
                        <a:pt x="12573" y="19947"/>
                      </a:cubicBezTo>
                      <a:cubicBezTo>
                        <a:pt x="12573" y="18994"/>
                        <a:pt x="12478" y="18327"/>
                        <a:pt x="12287" y="17947"/>
                      </a:cubicBezTo>
                      <a:cubicBezTo>
                        <a:pt x="12002" y="17089"/>
                        <a:pt x="12287" y="16613"/>
                        <a:pt x="13240" y="16327"/>
                      </a:cubicBezTo>
                      <a:cubicBezTo>
                        <a:pt x="12478" y="15470"/>
                        <a:pt x="12097" y="14422"/>
                        <a:pt x="12097" y="13089"/>
                      </a:cubicBezTo>
                      <a:cubicBezTo>
                        <a:pt x="12097" y="12517"/>
                        <a:pt x="12287" y="11565"/>
                        <a:pt x="12478" y="10231"/>
                      </a:cubicBezTo>
                      <a:cubicBezTo>
                        <a:pt x="12668" y="8898"/>
                        <a:pt x="12764" y="7945"/>
                        <a:pt x="12668" y="7278"/>
                      </a:cubicBezTo>
                      <a:cubicBezTo>
                        <a:pt x="14764" y="6707"/>
                        <a:pt x="17240" y="6421"/>
                        <a:pt x="19908" y="6421"/>
                      </a:cubicBezTo>
                      <a:cubicBezTo>
                        <a:pt x="21146" y="6421"/>
                        <a:pt x="22193" y="6421"/>
                        <a:pt x="23050" y="6707"/>
                      </a:cubicBezTo>
                      <a:lnTo>
                        <a:pt x="25336" y="8612"/>
                      </a:lnTo>
                      <a:lnTo>
                        <a:pt x="25146" y="8802"/>
                      </a:lnTo>
                      <a:cubicBezTo>
                        <a:pt x="25813" y="9088"/>
                        <a:pt x="26384" y="9850"/>
                        <a:pt x="26670" y="10898"/>
                      </a:cubicBezTo>
                      <a:lnTo>
                        <a:pt x="27623" y="13565"/>
                      </a:lnTo>
                      <a:cubicBezTo>
                        <a:pt x="28670" y="14327"/>
                        <a:pt x="29527" y="15946"/>
                        <a:pt x="30099" y="18613"/>
                      </a:cubicBezTo>
                      <a:cubicBezTo>
                        <a:pt x="30671" y="21280"/>
                        <a:pt x="31718" y="23090"/>
                        <a:pt x="33052" y="23947"/>
                      </a:cubicBezTo>
                      <a:cubicBezTo>
                        <a:pt x="33528" y="25090"/>
                        <a:pt x="34100" y="26995"/>
                        <a:pt x="34861" y="29567"/>
                      </a:cubicBezTo>
                      <a:cubicBezTo>
                        <a:pt x="35243" y="29567"/>
                        <a:pt x="35433" y="29567"/>
                        <a:pt x="35433" y="29757"/>
                      </a:cubicBezTo>
                      <a:cubicBezTo>
                        <a:pt x="35433" y="29948"/>
                        <a:pt x="35433" y="30043"/>
                        <a:pt x="35243" y="30234"/>
                      </a:cubicBezTo>
                      <a:cubicBezTo>
                        <a:pt x="35147" y="30424"/>
                        <a:pt x="35052" y="30520"/>
                        <a:pt x="35052" y="30710"/>
                      </a:cubicBezTo>
                      <a:cubicBezTo>
                        <a:pt x="35052" y="30805"/>
                        <a:pt x="35052" y="30996"/>
                        <a:pt x="35338" y="31091"/>
                      </a:cubicBezTo>
                      <a:cubicBezTo>
                        <a:pt x="36862" y="29853"/>
                        <a:pt x="37624" y="29186"/>
                        <a:pt x="38005" y="28900"/>
                      </a:cubicBezTo>
                      <a:cubicBezTo>
                        <a:pt x="38862" y="28138"/>
                        <a:pt x="39434" y="27281"/>
                        <a:pt x="39910" y="26328"/>
                      </a:cubicBezTo>
                      <a:lnTo>
                        <a:pt x="38767" y="25662"/>
                      </a:lnTo>
                      <a:cubicBezTo>
                        <a:pt x="38767" y="25662"/>
                        <a:pt x="39148" y="25185"/>
                        <a:pt x="40005" y="24995"/>
                      </a:cubicBezTo>
                      <a:cubicBezTo>
                        <a:pt x="40862" y="24709"/>
                        <a:pt x="41434" y="24328"/>
                        <a:pt x="41434" y="23566"/>
                      </a:cubicBezTo>
                      <a:cubicBezTo>
                        <a:pt x="41148" y="23280"/>
                        <a:pt x="41053" y="22899"/>
                        <a:pt x="41053" y="22614"/>
                      </a:cubicBezTo>
                      <a:cubicBezTo>
                        <a:pt x="41053" y="22233"/>
                        <a:pt x="41434" y="21661"/>
                        <a:pt x="42100" y="20899"/>
                      </a:cubicBezTo>
                      <a:cubicBezTo>
                        <a:pt x="42863" y="20232"/>
                        <a:pt x="43243" y="19661"/>
                        <a:pt x="43339" y="19280"/>
                      </a:cubicBezTo>
                      <a:lnTo>
                        <a:pt x="42958" y="19089"/>
                      </a:lnTo>
                      <a:cubicBezTo>
                        <a:pt x="42958" y="19089"/>
                        <a:pt x="43815" y="18042"/>
                        <a:pt x="44291" y="17184"/>
                      </a:cubicBezTo>
                      <a:cubicBezTo>
                        <a:pt x="44005" y="16994"/>
                        <a:pt x="43815" y="16803"/>
                        <a:pt x="43815" y="16518"/>
                      </a:cubicBezTo>
                      <a:cubicBezTo>
                        <a:pt x="43815" y="16422"/>
                        <a:pt x="43815" y="16232"/>
                        <a:pt x="44005" y="15851"/>
                      </a:cubicBezTo>
                      <a:cubicBezTo>
                        <a:pt x="44101" y="15565"/>
                        <a:pt x="44291" y="15470"/>
                        <a:pt x="44291" y="15279"/>
                      </a:cubicBezTo>
                      <a:cubicBezTo>
                        <a:pt x="44482" y="15470"/>
                        <a:pt x="44672" y="15470"/>
                        <a:pt x="44863" y="15470"/>
                      </a:cubicBezTo>
                      <a:cubicBezTo>
                        <a:pt x="45148" y="15470"/>
                        <a:pt x="45339" y="15089"/>
                        <a:pt x="45625" y="14327"/>
                      </a:cubicBezTo>
                      <a:cubicBezTo>
                        <a:pt x="45625" y="13470"/>
                        <a:pt x="46101" y="13089"/>
                        <a:pt x="46767" y="12993"/>
                      </a:cubicBezTo>
                      <a:cubicBezTo>
                        <a:pt x="46767" y="12803"/>
                        <a:pt x="46673" y="12612"/>
                        <a:pt x="46673" y="12327"/>
                      </a:cubicBezTo>
                      <a:cubicBezTo>
                        <a:pt x="46673" y="11660"/>
                        <a:pt x="47149" y="10803"/>
                        <a:pt x="48006" y="9660"/>
                      </a:cubicBezTo>
                      <a:lnTo>
                        <a:pt x="47434" y="9088"/>
                      </a:lnTo>
                      <a:cubicBezTo>
                        <a:pt x="47434" y="9088"/>
                        <a:pt x="47625" y="8612"/>
                        <a:pt x="47625" y="8517"/>
                      </a:cubicBezTo>
                      <a:cubicBezTo>
                        <a:pt x="48006" y="8898"/>
                        <a:pt x="48196" y="9088"/>
                        <a:pt x="48577" y="9088"/>
                      </a:cubicBezTo>
                      <a:cubicBezTo>
                        <a:pt x="48863" y="9088"/>
                        <a:pt x="49339" y="8612"/>
                        <a:pt x="50006" y="7755"/>
                      </a:cubicBezTo>
                      <a:cubicBezTo>
                        <a:pt x="50673" y="6802"/>
                        <a:pt x="51245" y="6421"/>
                        <a:pt x="51816" y="6421"/>
                      </a:cubicBezTo>
                      <a:cubicBezTo>
                        <a:pt x="55816" y="6231"/>
                        <a:pt x="58864" y="6612"/>
                        <a:pt x="60960" y="7564"/>
                      </a:cubicBezTo>
                      <a:cubicBezTo>
                        <a:pt x="61341" y="10231"/>
                        <a:pt x="61436" y="12041"/>
                        <a:pt x="61436" y="13089"/>
                      </a:cubicBezTo>
                      <a:cubicBezTo>
                        <a:pt x="61436" y="14613"/>
                        <a:pt x="61246" y="15946"/>
                        <a:pt x="60960" y="17280"/>
                      </a:cubicBezTo>
                      <a:lnTo>
                        <a:pt x="61817" y="17851"/>
                      </a:lnTo>
                      <a:cubicBezTo>
                        <a:pt x="61341" y="23376"/>
                        <a:pt x="61150" y="30329"/>
                        <a:pt x="61246" y="38806"/>
                      </a:cubicBezTo>
                      <a:lnTo>
                        <a:pt x="61246" y="60333"/>
                      </a:lnTo>
                      <a:close/>
                      <a:moveTo>
                        <a:pt x="15050" y="28995"/>
                      </a:moveTo>
                      <a:lnTo>
                        <a:pt x="15050" y="28329"/>
                      </a:lnTo>
                      <a:lnTo>
                        <a:pt x="13907" y="28995"/>
                      </a:lnTo>
                      <a:lnTo>
                        <a:pt x="15050" y="28995"/>
                      </a:lnTo>
                      <a:close/>
                      <a:moveTo>
                        <a:pt x="16383" y="24043"/>
                      </a:moveTo>
                      <a:cubicBezTo>
                        <a:pt x="16383" y="24043"/>
                        <a:pt x="16097" y="24043"/>
                        <a:pt x="15811" y="23947"/>
                      </a:cubicBezTo>
                      <a:lnTo>
                        <a:pt x="16383" y="23947"/>
                      </a:lnTo>
                      <a:close/>
                      <a:moveTo>
                        <a:pt x="16764" y="8612"/>
                      </a:moveTo>
                      <a:lnTo>
                        <a:pt x="16573" y="9755"/>
                      </a:lnTo>
                      <a:lnTo>
                        <a:pt x="17145" y="9755"/>
                      </a:lnTo>
                      <a:lnTo>
                        <a:pt x="16669" y="8612"/>
                      </a:lnTo>
                      <a:close/>
                      <a:moveTo>
                        <a:pt x="18859" y="12422"/>
                      </a:moveTo>
                      <a:cubicBezTo>
                        <a:pt x="18859" y="12422"/>
                        <a:pt x="19145" y="12231"/>
                        <a:pt x="19241" y="12041"/>
                      </a:cubicBezTo>
                      <a:cubicBezTo>
                        <a:pt x="19145" y="12231"/>
                        <a:pt x="18955" y="12327"/>
                        <a:pt x="18859" y="12422"/>
                      </a:cubicBezTo>
                      <a:cubicBezTo>
                        <a:pt x="18765" y="12422"/>
                        <a:pt x="18574" y="12422"/>
                        <a:pt x="18192" y="12136"/>
                      </a:cubicBezTo>
                      <a:cubicBezTo>
                        <a:pt x="17907" y="11946"/>
                        <a:pt x="17716" y="11946"/>
                        <a:pt x="17621" y="11946"/>
                      </a:cubicBezTo>
                      <a:cubicBezTo>
                        <a:pt x="17431" y="11946"/>
                        <a:pt x="17336" y="11946"/>
                        <a:pt x="17240" y="12136"/>
                      </a:cubicBezTo>
                      <a:cubicBezTo>
                        <a:pt x="17812" y="12612"/>
                        <a:pt x="18288" y="12708"/>
                        <a:pt x="18955" y="12517"/>
                      </a:cubicBezTo>
                      <a:close/>
                      <a:moveTo>
                        <a:pt x="23146" y="25662"/>
                      </a:moveTo>
                      <a:cubicBezTo>
                        <a:pt x="23146" y="25662"/>
                        <a:pt x="23432" y="25281"/>
                        <a:pt x="23432" y="24804"/>
                      </a:cubicBezTo>
                      <a:cubicBezTo>
                        <a:pt x="22955" y="24328"/>
                        <a:pt x="22670" y="24043"/>
                        <a:pt x="22670" y="24138"/>
                      </a:cubicBezTo>
                      <a:cubicBezTo>
                        <a:pt x="22384" y="24328"/>
                        <a:pt x="22289" y="24423"/>
                        <a:pt x="22289" y="24709"/>
                      </a:cubicBezTo>
                      <a:cubicBezTo>
                        <a:pt x="22289" y="25281"/>
                        <a:pt x="22670" y="25662"/>
                        <a:pt x="23241" y="25662"/>
                      </a:cubicBezTo>
                      <a:close/>
                      <a:moveTo>
                        <a:pt x="23146" y="10517"/>
                      </a:moveTo>
                      <a:cubicBezTo>
                        <a:pt x="23146" y="10517"/>
                        <a:pt x="22670" y="10898"/>
                        <a:pt x="22574" y="11184"/>
                      </a:cubicBezTo>
                      <a:cubicBezTo>
                        <a:pt x="22384" y="11565"/>
                        <a:pt x="22384" y="11850"/>
                        <a:pt x="22574" y="11946"/>
                      </a:cubicBezTo>
                      <a:lnTo>
                        <a:pt x="23146" y="10422"/>
                      </a:lnTo>
                      <a:close/>
                      <a:moveTo>
                        <a:pt x="23432" y="16041"/>
                      </a:moveTo>
                      <a:cubicBezTo>
                        <a:pt x="23813" y="15470"/>
                        <a:pt x="24003" y="15184"/>
                        <a:pt x="24003" y="15089"/>
                      </a:cubicBezTo>
                      <a:lnTo>
                        <a:pt x="23432" y="15089"/>
                      </a:lnTo>
                      <a:lnTo>
                        <a:pt x="23432" y="16041"/>
                      </a:lnTo>
                      <a:close/>
                      <a:moveTo>
                        <a:pt x="25527" y="7278"/>
                      </a:moveTo>
                      <a:cubicBezTo>
                        <a:pt x="25527" y="7278"/>
                        <a:pt x="25146" y="7278"/>
                        <a:pt x="24955" y="7278"/>
                      </a:cubicBezTo>
                      <a:lnTo>
                        <a:pt x="25527" y="7278"/>
                      </a:lnTo>
                      <a:close/>
                      <a:moveTo>
                        <a:pt x="25527" y="7278"/>
                      </a:moveTo>
                      <a:lnTo>
                        <a:pt x="26194" y="7088"/>
                      </a:lnTo>
                      <a:cubicBezTo>
                        <a:pt x="26194" y="7088"/>
                        <a:pt x="25908" y="7278"/>
                        <a:pt x="25527" y="7278"/>
                      </a:cubicBezTo>
                      <a:close/>
                      <a:moveTo>
                        <a:pt x="26765" y="38139"/>
                      </a:moveTo>
                      <a:lnTo>
                        <a:pt x="28575" y="37473"/>
                      </a:lnTo>
                      <a:lnTo>
                        <a:pt x="27146" y="37473"/>
                      </a:lnTo>
                      <a:lnTo>
                        <a:pt x="26765" y="38139"/>
                      </a:lnTo>
                      <a:close/>
                      <a:moveTo>
                        <a:pt x="27623" y="325"/>
                      </a:moveTo>
                      <a:cubicBezTo>
                        <a:pt x="27623" y="325"/>
                        <a:pt x="27337" y="325"/>
                        <a:pt x="27241" y="325"/>
                      </a:cubicBezTo>
                      <a:lnTo>
                        <a:pt x="27623" y="325"/>
                      </a:lnTo>
                      <a:close/>
                      <a:moveTo>
                        <a:pt x="27623" y="325"/>
                      </a:moveTo>
                      <a:cubicBezTo>
                        <a:pt x="27623" y="325"/>
                        <a:pt x="27813" y="325"/>
                        <a:pt x="28004" y="135"/>
                      </a:cubicBezTo>
                      <a:cubicBezTo>
                        <a:pt x="28290" y="39"/>
                        <a:pt x="28384" y="-56"/>
                        <a:pt x="28480" y="39"/>
                      </a:cubicBezTo>
                      <a:cubicBezTo>
                        <a:pt x="28575" y="39"/>
                        <a:pt x="28670" y="135"/>
                        <a:pt x="28861" y="325"/>
                      </a:cubicBezTo>
                      <a:lnTo>
                        <a:pt x="27527" y="325"/>
                      </a:lnTo>
                      <a:close/>
                      <a:moveTo>
                        <a:pt x="30004" y="44140"/>
                      </a:moveTo>
                      <a:lnTo>
                        <a:pt x="30004" y="43093"/>
                      </a:lnTo>
                      <a:lnTo>
                        <a:pt x="29242" y="43093"/>
                      </a:lnTo>
                      <a:lnTo>
                        <a:pt x="30004" y="44140"/>
                      </a:lnTo>
                      <a:close/>
                      <a:moveTo>
                        <a:pt x="31052" y="44331"/>
                      </a:moveTo>
                      <a:cubicBezTo>
                        <a:pt x="31718" y="44521"/>
                        <a:pt x="32099" y="44331"/>
                        <a:pt x="32385" y="43759"/>
                      </a:cubicBezTo>
                      <a:cubicBezTo>
                        <a:pt x="31814" y="43759"/>
                        <a:pt x="31623" y="43759"/>
                        <a:pt x="31432" y="43473"/>
                      </a:cubicBezTo>
                      <a:lnTo>
                        <a:pt x="31718" y="43093"/>
                      </a:lnTo>
                      <a:lnTo>
                        <a:pt x="31052" y="43093"/>
                      </a:lnTo>
                      <a:lnTo>
                        <a:pt x="31052" y="44331"/>
                      </a:lnTo>
                      <a:close/>
                      <a:moveTo>
                        <a:pt x="34100" y="21661"/>
                      </a:moveTo>
                      <a:cubicBezTo>
                        <a:pt x="34100" y="21661"/>
                        <a:pt x="33528" y="21471"/>
                        <a:pt x="33242" y="21090"/>
                      </a:cubicBezTo>
                      <a:cubicBezTo>
                        <a:pt x="32957" y="20709"/>
                        <a:pt x="32575" y="20518"/>
                        <a:pt x="32385" y="20518"/>
                      </a:cubicBezTo>
                      <a:lnTo>
                        <a:pt x="34100" y="19947"/>
                      </a:lnTo>
                      <a:lnTo>
                        <a:pt x="34100" y="21661"/>
                      </a:lnTo>
                      <a:close/>
                      <a:moveTo>
                        <a:pt x="33528" y="38520"/>
                      </a:moveTo>
                      <a:cubicBezTo>
                        <a:pt x="33528" y="38520"/>
                        <a:pt x="33242" y="38330"/>
                        <a:pt x="33147" y="38330"/>
                      </a:cubicBezTo>
                      <a:cubicBezTo>
                        <a:pt x="33147" y="38139"/>
                        <a:pt x="33147" y="37758"/>
                        <a:pt x="33718" y="37187"/>
                      </a:cubicBezTo>
                      <a:cubicBezTo>
                        <a:pt x="34195" y="36616"/>
                        <a:pt x="34480" y="36330"/>
                        <a:pt x="34480" y="36139"/>
                      </a:cubicBezTo>
                      <a:cubicBezTo>
                        <a:pt x="33909" y="36139"/>
                        <a:pt x="33528" y="36425"/>
                        <a:pt x="33242" y="36806"/>
                      </a:cubicBezTo>
                      <a:cubicBezTo>
                        <a:pt x="32957" y="37187"/>
                        <a:pt x="32861" y="37758"/>
                        <a:pt x="32957" y="38330"/>
                      </a:cubicBezTo>
                      <a:cubicBezTo>
                        <a:pt x="33052" y="38235"/>
                        <a:pt x="33147" y="38235"/>
                        <a:pt x="33242" y="38330"/>
                      </a:cubicBezTo>
                      <a:cubicBezTo>
                        <a:pt x="33242" y="38330"/>
                        <a:pt x="33242" y="38425"/>
                        <a:pt x="33624" y="38520"/>
                      </a:cubicBezTo>
                      <a:close/>
                      <a:moveTo>
                        <a:pt x="34100" y="18423"/>
                      </a:moveTo>
                      <a:cubicBezTo>
                        <a:pt x="34100" y="18423"/>
                        <a:pt x="33624" y="18423"/>
                        <a:pt x="33433" y="18232"/>
                      </a:cubicBezTo>
                      <a:cubicBezTo>
                        <a:pt x="33242" y="18042"/>
                        <a:pt x="33147" y="17851"/>
                        <a:pt x="33338" y="17566"/>
                      </a:cubicBezTo>
                      <a:lnTo>
                        <a:pt x="34195" y="17566"/>
                      </a:lnTo>
                      <a:lnTo>
                        <a:pt x="34195" y="18423"/>
                      </a:lnTo>
                      <a:close/>
                      <a:moveTo>
                        <a:pt x="36862" y="23280"/>
                      </a:moveTo>
                      <a:cubicBezTo>
                        <a:pt x="35719" y="23566"/>
                        <a:pt x="35147" y="23566"/>
                        <a:pt x="34671" y="23280"/>
                      </a:cubicBezTo>
                      <a:lnTo>
                        <a:pt x="35433" y="22328"/>
                      </a:lnTo>
                      <a:lnTo>
                        <a:pt x="36862" y="23280"/>
                      </a:lnTo>
                      <a:close/>
                      <a:moveTo>
                        <a:pt x="36005" y="16994"/>
                      </a:moveTo>
                      <a:cubicBezTo>
                        <a:pt x="36005" y="16994"/>
                        <a:pt x="35528" y="17280"/>
                        <a:pt x="34957" y="17280"/>
                      </a:cubicBezTo>
                      <a:lnTo>
                        <a:pt x="34957" y="16041"/>
                      </a:lnTo>
                      <a:lnTo>
                        <a:pt x="36005" y="16994"/>
                      </a:lnTo>
                      <a:close/>
                      <a:moveTo>
                        <a:pt x="35814" y="34425"/>
                      </a:moveTo>
                      <a:lnTo>
                        <a:pt x="37433" y="34425"/>
                      </a:lnTo>
                      <a:cubicBezTo>
                        <a:pt x="37433" y="33948"/>
                        <a:pt x="37433" y="33663"/>
                        <a:pt x="37148" y="33663"/>
                      </a:cubicBezTo>
                      <a:cubicBezTo>
                        <a:pt x="37148" y="33663"/>
                        <a:pt x="36671" y="33948"/>
                        <a:pt x="35814" y="34425"/>
                      </a:cubicBezTo>
                      <a:lnTo>
                        <a:pt x="35338" y="34425"/>
                      </a:lnTo>
                      <a:cubicBezTo>
                        <a:pt x="35338" y="34425"/>
                        <a:pt x="35528" y="34615"/>
                        <a:pt x="35814" y="34425"/>
                      </a:cubicBezTo>
                      <a:close/>
                      <a:moveTo>
                        <a:pt x="35338" y="43759"/>
                      </a:moveTo>
                      <a:cubicBezTo>
                        <a:pt x="35338" y="43759"/>
                        <a:pt x="35814" y="43569"/>
                        <a:pt x="36100" y="43093"/>
                      </a:cubicBezTo>
                      <a:cubicBezTo>
                        <a:pt x="36290" y="42616"/>
                        <a:pt x="36386" y="42235"/>
                        <a:pt x="36290" y="41949"/>
                      </a:cubicBezTo>
                      <a:cubicBezTo>
                        <a:pt x="35909" y="41949"/>
                        <a:pt x="35814" y="42330"/>
                        <a:pt x="35528" y="42807"/>
                      </a:cubicBezTo>
                      <a:cubicBezTo>
                        <a:pt x="35528" y="43283"/>
                        <a:pt x="35338" y="43569"/>
                        <a:pt x="35243" y="43759"/>
                      </a:cubicBezTo>
                      <a:close/>
                      <a:moveTo>
                        <a:pt x="36766" y="14518"/>
                      </a:moveTo>
                      <a:lnTo>
                        <a:pt x="35909" y="14994"/>
                      </a:lnTo>
                      <a:lnTo>
                        <a:pt x="35528" y="14518"/>
                      </a:lnTo>
                      <a:lnTo>
                        <a:pt x="36766" y="14518"/>
                      </a:lnTo>
                      <a:close/>
                      <a:moveTo>
                        <a:pt x="37624" y="10231"/>
                      </a:moveTo>
                      <a:lnTo>
                        <a:pt x="37624" y="10422"/>
                      </a:lnTo>
                      <a:lnTo>
                        <a:pt x="36766" y="9279"/>
                      </a:lnTo>
                      <a:lnTo>
                        <a:pt x="37624" y="10231"/>
                      </a:lnTo>
                      <a:close/>
                      <a:moveTo>
                        <a:pt x="37624" y="32520"/>
                      </a:moveTo>
                      <a:lnTo>
                        <a:pt x="37624" y="32043"/>
                      </a:lnTo>
                      <a:cubicBezTo>
                        <a:pt x="37624" y="32043"/>
                        <a:pt x="37148" y="31567"/>
                        <a:pt x="36766" y="31567"/>
                      </a:cubicBezTo>
                      <a:lnTo>
                        <a:pt x="37624" y="32520"/>
                      </a:lnTo>
                      <a:close/>
                      <a:moveTo>
                        <a:pt x="40005" y="21471"/>
                      </a:moveTo>
                      <a:lnTo>
                        <a:pt x="39719" y="21661"/>
                      </a:lnTo>
                      <a:lnTo>
                        <a:pt x="39148" y="20137"/>
                      </a:lnTo>
                      <a:lnTo>
                        <a:pt x="40005" y="21471"/>
                      </a:lnTo>
                      <a:close/>
                      <a:moveTo>
                        <a:pt x="40005" y="32520"/>
                      </a:moveTo>
                      <a:cubicBezTo>
                        <a:pt x="40005" y="32520"/>
                        <a:pt x="40767" y="32615"/>
                        <a:pt x="41529" y="32901"/>
                      </a:cubicBezTo>
                      <a:lnTo>
                        <a:pt x="41243" y="32043"/>
                      </a:lnTo>
                      <a:lnTo>
                        <a:pt x="40005" y="32520"/>
                      </a:lnTo>
                      <a:close/>
                      <a:moveTo>
                        <a:pt x="42196" y="17566"/>
                      </a:moveTo>
                      <a:lnTo>
                        <a:pt x="41910" y="17756"/>
                      </a:lnTo>
                      <a:lnTo>
                        <a:pt x="40862" y="16899"/>
                      </a:lnTo>
                      <a:cubicBezTo>
                        <a:pt x="40862" y="16899"/>
                        <a:pt x="41529" y="17089"/>
                        <a:pt x="42196" y="17566"/>
                      </a:cubicBezTo>
                      <a:close/>
                      <a:moveTo>
                        <a:pt x="42386" y="28614"/>
                      </a:moveTo>
                      <a:lnTo>
                        <a:pt x="42386" y="28329"/>
                      </a:lnTo>
                      <a:lnTo>
                        <a:pt x="41529" y="29472"/>
                      </a:lnTo>
                      <a:lnTo>
                        <a:pt x="42386" y="28614"/>
                      </a:lnTo>
                      <a:close/>
                      <a:moveTo>
                        <a:pt x="43910" y="19851"/>
                      </a:moveTo>
                      <a:lnTo>
                        <a:pt x="43910" y="19185"/>
                      </a:lnTo>
                      <a:lnTo>
                        <a:pt x="43434" y="20423"/>
                      </a:lnTo>
                      <a:lnTo>
                        <a:pt x="43910" y="19851"/>
                      </a:lnTo>
                      <a:close/>
                      <a:moveTo>
                        <a:pt x="46767" y="17947"/>
                      </a:moveTo>
                      <a:lnTo>
                        <a:pt x="47340" y="17947"/>
                      </a:lnTo>
                      <a:cubicBezTo>
                        <a:pt x="47054" y="17280"/>
                        <a:pt x="46577" y="16803"/>
                        <a:pt x="45720" y="16422"/>
                      </a:cubicBezTo>
                      <a:lnTo>
                        <a:pt x="46958" y="17661"/>
                      </a:lnTo>
                      <a:lnTo>
                        <a:pt x="46767" y="17851"/>
                      </a:lnTo>
                      <a:close/>
                      <a:moveTo>
                        <a:pt x="45815" y="32424"/>
                      </a:moveTo>
                      <a:lnTo>
                        <a:pt x="46767" y="31472"/>
                      </a:lnTo>
                      <a:lnTo>
                        <a:pt x="45815" y="31472"/>
                      </a:lnTo>
                      <a:lnTo>
                        <a:pt x="45815" y="32424"/>
                      </a:lnTo>
                      <a:close/>
                      <a:moveTo>
                        <a:pt x="49149" y="24423"/>
                      </a:moveTo>
                      <a:cubicBezTo>
                        <a:pt x="49149" y="24423"/>
                        <a:pt x="50006" y="24423"/>
                        <a:pt x="50387" y="24233"/>
                      </a:cubicBezTo>
                      <a:cubicBezTo>
                        <a:pt x="50864" y="24233"/>
                        <a:pt x="51245" y="23757"/>
                        <a:pt x="51340" y="23185"/>
                      </a:cubicBezTo>
                      <a:cubicBezTo>
                        <a:pt x="51340" y="23185"/>
                        <a:pt x="50482" y="23661"/>
                        <a:pt x="49054" y="24423"/>
                      </a:cubicBezTo>
                      <a:close/>
                      <a:moveTo>
                        <a:pt x="51911" y="9279"/>
                      </a:moveTo>
                      <a:lnTo>
                        <a:pt x="53054" y="9564"/>
                      </a:lnTo>
                      <a:cubicBezTo>
                        <a:pt x="52674" y="8802"/>
                        <a:pt x="52483" y="8422"/>
                        <a:pt x="52483" y="8422"/>
                      </a:cubicBezTo>
                      <a:lnTo>
                        <a:pt x="51911" y="9279"/>
                      </a:lnTo>
                      <a:close/>
                      <a:moveTo>
                        <a:pt x="52102" y="2706"/>
                      </a:moveTo>
                      <a:lnTo>
                        <a:pt x="52864" y="2421"/>
                      </a:lnTo>
                      <a:cubicBezTo>
                        <a:pt x="52864" y="2421"/>
                        <a:pt x="53340" y="2421"/>
                        <a:pt x="53435" y="2706"/>
                      </a:cubicBezTo>
                      <a:lnTo>
                        <a:pt x="52102" y="2706"/>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 name="Google Shape;1197;p99"/>
                <p:cNvSpPr/>
                <p:nvPr/>
              </p:nvSpPr>
              <p:spPr>
                <a:xfrm>
                  <a:off x="7282052" y="1330547"/>
                  <a:ext cx="58673" cy="63150"/>
                </a:xfrm>
                <a:custGeom>
                  <a:avLst/>
                  <a:gdLst/>
                  <a:ahLst/>
                  <a:cxnLst/>
                  <a:rect l="l" t="t" r="r" b="b"/>
                  <a:pathLst>
                    <a:path w="58673" h="63150" extrusionOk="0">
                      <a:moveTo>
                        <a:pt x="667" y="43339"/>
                      </a:moveTo>
                      <a:cubicBezTo>
                        <a:pt x="667" y="43815"/>
                        <a:pt x="667" y="44101"/>
                        <a:pt x="952" y="44101"/>
                      </a:cubicBezTo>
                      <a:cubicBezTo>
                        <a:pt x="952" y="44101"/>
                        <a:pt x="1143" y="44101"/>
                        <a:pt x="1238" y="44005"/>
                      </a:cubicBezTo>
                      <a:cubicBezTo>
                        <a:pt x="1428" y="44005"/>
                        <a:pt x="1619" y="44005"/>
                        <a:pt x="1619" y="44005"/>
                      </a:cubicBezTo>
                      <a:cubicBezTo>
                        <a:pt x="1810" y="44005"/>
                        <a:pt x="2000" y="44101"/>
                        <a:pt x="2000" y="44291"/>
                      </a:cubicBezTo>
                      <a:cubicBezTo>
                        <a:pt x="762" y="44291"/>
                        <a:pt x="0" y="44196"/>
                        <a:pt x="0" y="44005"/>
                      </a:cubicBezTo>
                      <a:lnTo>
                        <a:pt x="762" y="43434"/>
                      </a:lnTo>
                      <a:close/>
                      <a:moveTo>
                        <a:pt x="1905" y="51340"/>
                      </a:moveTo>
                      <a:cubicBezTo>
                        <a:pt x="1905" y="51340"/>
                        <a:pt x="2191" y="50959"/>
                        <a:pt x="2571" y="50959"/>
                      </a:cubicBezTo>
                      <a:lnTo>
                        <a:pt x="3429" y="50959"/>
                      </a:lnTo>
                      <a:cubicBezTo>
                        <a:pt x="3429" y="50959"/>
                        <a:pt x="3048" y="51340"/>
                        <a:pt x="2762" y="51340"/>
                      </a:cubicBezTo>
                      <a:lnTo>
                        <a:pt x="1905" y="51340"/>
                      </a:lnTo>
                      <a:close/>
                      <a:moveTo>
                        <a:pt x="4572" y="55531"/>
                      </a:moveTo>
                      <a:lnTo>
                        <a:pt x="4572" y="54578"/>
                      </a:lnTo>
                      <a:lnTo>
                        <a:pt x="5239" y="54578"/>
                      </a:lnTo>
                      <a:lnTo>
                        <a:pt x="4572" y="55531"/>
                      </a:lnTo>
                      <a:close/>
                      <a:moveTo>
                        <a:pt x="8001" y="50292"/>
                      </a:moveTo>
                      <a:cubicBezTo>
                        <a:pt x="8001" y="50292"/>
                        <a:pt x="8667" y="50387"/>
                        <a:pt x="9239" y="50959"/>
                      </a:cubicBezTo>
                      <a:lnTo>
                        <a:pt x="8954" y="51340"/>
                      </a:lnTo>
                      <a:lnTo>
                        <a:pt x="8001" y="50292"/>
                      </a:lnTo>
                      <a:close/>
                      <a:moveTo>
                        <a:pt x="9239" y="55531"/>
                      </a:moveTo>
                      <a:cubicBezTo>
                        <a:pt x="9239" y="55531"/>
                        <a:pt x="9430" y="55340"/>
                        <a:pt x="9715" y="55054"/>
                      </a:cubicBezTo>
                      <a:cubicBezTo>
                        <a:pt x="9906" y="54769"/>
                        <a:pt x="10096" y="54578"/>
                        <a:pt x="10192" y="54578"/>
                      </a:cubicBezTo>
                      <a:cubicBezTo>
                        <a:pt x="10192" y="54769"/>
                        <a:pt x="10001" y="55150"/>
                        <a:pt x="9810" y="55531"/>
                      </a:cubicBezTo>
                      <a:lnTo>
                        <a:pt x="9144" y="55531"/>
                      </a:lnTo>
                      <a:close/>
                      <a:moveTo>
                        <a:pt x="10668" y="48482"/>
                      </a:moveTo>
                      <a:lnTo>
                        <a:pt x="10477" y="49149"/>
                      </a:lnTo>
                      <a:lnTo>
                        <a:pt x="9620" y="49149"/>
                      </a:lnTo>
                      <a:cubicBezTo>
                        <a:pt x="9906" y="48482"/>
                        <a:pt x="10001" y="48196"/>
                        <a:pt x="10287" y="48196"/>
                      </a:cubicBezTo>
                      <a:cubicBezTo>
                        <a:pt x="10382" y="48196"/>
                        <a:pt x="10477" y="48196"/>
                        <a:pt x="10763" y="48482"/>
                      </a:cubicBezTo>
                      <a:close/>
                      <a:moveTo>
                        <a:pt x="11906" y="43148"/>
                      </a:moveTo>
                      <a:lnTo>
                        <a:pt x="11906" y="43720"/>
                      </a:lnTo>
                      <a:lnTo>
                        <a:pt x="10668" y="42672"/>
                      </a:lnTo>
                      <a:cubicBezTo>
                        <a:pt x="10668" y="42672"/>
                        <a:pt x="11430" y="42672"/>
                        <a:pt x="11906" y="43053"/>
                      </a:cubicBezTo>
                      <a:close/>
                      <a:moveTo>
                        <a:pt x="10668" y="52292"/>
                      </a:moveTo>
                      <a:cubicBezTo>
                        <a:pt x="10668" y="52292"/>
                        <a:pt x="11335" y="52578"/>
                        <a:pt x="11335" y="53149"/>
                      </a:cubicBezTo>
                      <a:lnTo>
                        <a:pt x="10668" y="53149"/>
                      </a:lnTo>
                      <a:lnTo>
                        <a:pt x="10668" y="52292"/>
                      </a:lnTo>
                      <a:close/>
                      <a:moveTo>
                        <a:pt x="12096" y="58960"/>
                      </a:moveTo>
                      <a:lnTo>
                        <a:pt x="11906" y="58674"/>
                      </a:lnTo>
                      <a:lnTo>
                        <a:pt x="13145" y="58007"/>
                      </a:lnTo>
                      <a:lnTo>
                        <a:pt x="12002" y="58960"/>
                      </a:lnTo>
                      <a:close/>
                      <a:moveTo>
                        <a:pt x="58388" y="46482"/>
                      </a:moveTo>
                      <a:lnTo>
                        <a:pt x="55530" y="46863"/>
                      </a:lnTo>
                      <a:cubicBezTo>
                        <a:pt x="55530" y="46863"/>
                        <a:pt x="55530" y="47053"/>
                        <a:pt x="55530" y="47149"/>
                      </a:cubicBezTo>
                      <a:cubicBezTo>
                        <a:pt x="55530" y="47339"/>
                        <a:pt x="55721" y="47530"/>
                        <a:pt x="56197" y="47815"/>
                      </a:cubicBezTo>
                      <a:cubicBezTo>
                        <a:pt x="56673" y="48006"/>
                        <a:pt x="56864" y="48387"/>
                        <a:pt x="56864" y="48673"/>
                      </a:cubicBezTo>
                      <a:lnTo>
                        <a:pt x="57531" y="48673"/>
                      </a:lnTo>
                      <a:cubicBezTo>
                        <a:pt x="57150" y="50292"/>
                        <a:pt x="56864" y="51911"/>
                        <a:pt x="56673" y="53530"/>
                      </a:cubicBezTo>
                      <a:cubicBezTo>
                        <a:pt x="56292" y="55245"/>
                        <a:pt x="55245" y="56388"/>
                        <a:pt x="53530" y="56959"/>
                      </a:cubicBezTo>
                      <a:cubicBezTo>
                        <a:pt x="53340" y="56007"/>
                        <a:pt x="52673" y="55721"/>
                        <a:pt x="51625" y="56102"/>
                      </a:cubicBezTo>
                      <a:lnTo>
                        <a:pt x="51339" y="56388"/>
                      </a:lnTo>
                      <a:lnTo>
                        <a:pt x="52483" y="57626"/>
                      </a:lnTo>
                      <a:cubicBezTo>
                        <a:pt x="52483" y="57626"/>
                        <a:pt x="51530" y="57245"/>
                        <a:pt x="50959" y="56769"/>
                      </a:cubicBezTo>
                      <a:cubicBezTo>
                        <a:pt x="50387" y="56293"/>
                        <a:pt x="50006" y="55912"/>
                        <a:pt x="49625" y="55912"/>
                      </a:cubicBezTo>
                      <a:cubicBezTo>
                        <a:pt x="49244" y="55912"/>
                        <a:pt x="48863" y="56197"/>
                        <a:pt x="48387" y="56578"/>
                      </a:cubicBezTo>
                      <a:lnTo>
                        <a:pt x="49435" y="56578"/>
                      </a:lnTo>
                      <a:lnTo>
                        <a:pt x="49244" y="56959"/>
                      </a:lnTo>
                      <a:cubicBezTo>
                        <a:pt x="49816" y="57150"/>
                        <a:pt x="50768" y="57626"/>
                        <a:pt x="51625" y="58483"/>
                      </a:cubicBezTo>
                      <a:lnTo>
                        <a:pt x="49435" y="59436"/>
                      </a:lnTo>
                      <a:lnTo>
                        <a:pt x="49816" y="59722"/>
                      </a:lnTo>
                      <a:cubicBezTo>
                        <a:pt x="49816" y="59722"/>
                        <a:pt x="48958" y="60103"/>
                        <a:pt x="47339" y="60865"/>
                      </a:cubicBezTo>
                      <a:cubicBezTo>
                        <a:pt x="46482" y="61150"/>
                        <a:pt x="45625" y="61341"/>
                        <a:pt x="44958" y="61341"/>
                      </a:cubicBezTo>
                      <a:cubicBezTo>
                        <a:pt x="44577" y="61341"/>
                        <a:pt x="44291" y="61341"/>
                        <a:pt x="43815" y="61341"/>
                      </a:cubicBezTo>
                      <a:cubicBezTo>
                        <a:pt x="43529" y="62008"/>
                        <a:pt x="43434" y="62484"/>
                        <a:pt x="43529" y="62770"/>
                      </a:cubicBezTo>
                      <a:lnTo>
                        <a:pt x="31623" y="63151"/>
                      </a:lnTo>
                      <a:cubicBezTo>
                        <a:pt x="30670" y="62294"/>
                        <a:pt x="29146" y="61531"/>
                        <a:pt x="27051" y="60865"/>
                      </a:cubicBezTo>
                      <a:cubicBezTo>
                        <a:pt x="24860" y="60198"/>
                        <a:pt x="23336" y="59626"/>
                        <a:pt x="22764" y="59246"/>
                      </a:cubicBezTo>
                      <a:cubicBezTo>
                        <a:pt x="22479" y="58960"/>
                        <a:pt x="22003" y="58674"/>
                        <a:pt x="21431" y="58483"/>
                      </a:cubicBezTo>
                      <a:cubicBezTo>
                        <a:pt x="20764" y="58388"/>
                        <a:pt x="20098" y="58198"/>
                        <a:pt x="19431" y="58007"/>
                      </a:cubicBezTo>
                      <a:lnTo>
                        <a:pt x="20288" y="57150"/>
                      </a:lnTo>
                      <a:lnTo>
                        <a:pt x="19145" y="55912"/>
                      </a:lnTo>
                      <a:lnTo>
                        <a:pt x="18764" y="56769"/>
                      </a:lnTo>
                      <a:cubicBezTo>
                        <a:pt x="17812" y="56483"/>
                        <a:pt x="17145" y="55626"/>
                        <a:pt x="17145" y="54197"/>
                      </a:cubicBezTo>
                      <a:cubicBezTo>
                        <a:pt x="17145" y="52864"/>
                        <a:pt x="16287" y="52292"/>
                        <a:pt x="14954" y="52292"/>
                      </a:cubicBezTo>
                      <a:lnTo>
                        <a:pt x="13906" y="52292"/>
                      </a:lnTo>
                      <a:cubicBezTo>
                        <a:pt x="14764" y="52292"/>
                        <a:pt x="15335" y="51721"/>
                        <a:pt x="15335" y="50768"/>
                      </a:cubicBezTo>
                      <a:cubicBezTo>
                        <a:pt x="15335" y="50482"/>
                        <a:pt x="15144" y="50197"/>
                        <a:pt x="15049" y="49911"/>
                      </a:cubicBezTo>
                      <a:cubicBezTo>
                        <a:pt x="14954" y="49625"/>
                        <a:pt x="14383" y="49340"/>
                        <a:pt x="13430" y="48958"/>
                      </a:cubicBezTo>
                      <a:lnTo>
                        <a:pt x="13239" y="49244"/>
                      </a:lnTo>
                      <a:cubicBezTo>
                        <a:pt x="13239" y="49244"/>
                        <a:pt x="13049" y="49340"/>
                        <a:pt x="12954" y="49340"/>
                      </a:cubicBezTo>
                      <a:cubicBezTo>
                        <a:pt x="12763" y="49340"/>
                        <a:pt x="12668" y="49149"/>
                        <a:pt x="12573" y="48673"/>
                      </a:cubicBezTo>
                      <a:cubicBezTo>
                        <a:pt x="12478" y="48292"/>
                        <a:pt x="12478" y="48006"/>
                        <a:pt x="12573" y="47625"/>
                      </a:cubicBezTo>
                      <a:cubicBezTo>
                        <a:pt x="13049" y="47625"/>
                        <a:pt x="13906" y="47053"/>
                        <a:pt x="14954" y="46006"/>
                      </a:cubicBezTo>
                      <a:cubicBezTo>
                        <a:pt x="15907" y="45148"/>
                        <a:pt x="16669" y="44767"/>
                        <a:pt x="17336" y="44767"/>
                      </a:cubicBezTo>
                      <a:cubicBezTo>
                        <a:pt x="17621" y="44767"/>
                        <a:pt x="17907" y="44767"/>
                        <a:pt x="18288" y="45053"/>
                      </a:cubicBezTo>
                      <a:cubicBezTo>
                        <a:pt x="18097" y="44672"/>
                        <a:pt x="18097" y="44291"/>
                        <a:pt x="18288" y="44101"/>
                      </a:cubicBezTo>
                      <a:cubicBezTo>
                        <a:pt x="18288" y="43910"/>
                        <a:pt x="18288" y="43434"/>
                        <a:pt x="17812" y="42958"/>
                      </a:cubicBezTo>
                      <a:lnTo>
                        <a:pt x="20383" y="41719"/>
                      </a:lnTo>
                      <a:lnTo>
                        <a:pt x="19717" y="40862"/>
                      </a:lnTo>
                      <a:cubicBezTo>
                        <a:pt x="19717" y="40862"/>
                        <a:pt x="20860" y="40672"/>
                        <a:pt x="21907" y="40100"/>
                      </a:cubicBezTo>
                      <a:cubicBezTo>
                        <a:pt x="22764" y="39624"/>
                        <a:pt x="23431" y="39338"/>
                        <a:pt x="23717" y="39338"/>
                      </a:cubicBezTo>
                      <a:cubicBezTo>
                        <a:pt x="24193" y="39338"/>
                        <a:pt x="24574" y="39719"/>
                        <a:pt x="24669" y="40481"/>
                      </a:cubicBezTo>
                      <a:cubicBezTo>
                        <a:pt x="24574" y="42196"/>
                        <a:pt x="25146" y="43910"/>
                        <a:pt x="26575" y="45625"/>
                      </a:cubicBezTo>
                      <a:cubicBezTo>
                        <a:pt x="27337" y="46387"/>
                        <a:pt x="28670" y="47815"/>
                        <a:pt x="30766" y="49625"/>
                      </a:cubicBezTo>
                      <a:cubicBezTo>
                        <a:pt x="31052" y="50292"/>
                        <a:pt x="31528" y="50673"/>
                        <a:pt x="32289" y="50673"/>
                      </a:cubicBezTo>
                      <a:cubicBezTo>
                        <a:pt x="32575" y="50673"/>
                        <a:pt x="32956" y="50673"/>
                        <a:pt x="33338" y="50673"/>
                      </a:cubicBezTo>
                      <a:cubicBezTo>
                        <a:pt x="33814" y="50673"/>
                        <a:pt x="34099" y="50578"/>
                        <a:pt x="34290" y="50578"/>
                      </a:cubicBezTo>
                      <a:cubicBezTo>
                        <a:pt x="34766" y="50578"/>
                        <a:pt x="35242" y="50578"/>
                        <a:pt x="35719" y="50863"/>
                      </a:cubicBezTo>
                      <a:cubicBezTo>
                        <a:pt x="36100" y="51054"/>
                        <a:pt x="36576" y="51149"/>
                        <a:pt x="37052" y="51149"/>
                      </a:cubicBezTo>
                      <a:cubicBezTo>
                        <a:pt x="38100" y="51149"/>
                        <a:pt x="39052" y="50768"/>
                        <a:pt x="40386" y="49816"/>
                      </a:cubicBezTo>
                      <a:cubicBezTo>
                        <a:pt x="42196" y="48577"/>
                        <a:pt x="43339" y="47911"/>
                        <a:pt x="43529" y="47720"/>
                      </a:cubicBezTo>
                      <a:cubicBezTo>
                        <a:pt x="43910" y="47339"/>
                        <a:pt x="44005" y="46958"/>
                        <a:pt x="44005" y="46482"/>
                      </a:cubicBezTo>
                      <a:cubicBezTo>
                        <a:pt x="44005" y="45910"/>
                        <a:pt x="43624" y="45053"/>
                        <a:pt x="42863" y="44005"/>
                      </a:cubicBezTo>
                      <a:cubicBezTo>
                        <a:pt x="42196" y="42958"/>
                        <a:pt x="41720" y="42196"/>
                        <a:pt x="41624" y="41719"/>
                      </a:cubicBezTo>
                      <a:cubicBezTo>
                        <a:pt x="40386" y="41434"/>
                        <a:pt x="39624" y="40957"/>
                        <a:pt x="39433" y="40196"/>
                      </a:cubicBezTo>
                      <a:lnTo>
                        <a:pt x="39910" y="39815"/>
                      </a:lnTo>
                      <a:cubicBezTo>
                        <a:pt x="38195" y="39052"/>
                        <a:pt x="35909" y="37814"/>
                        <a:pt x="32861" y="36195"/>
                      </a:cubicBezTo>
                      <a:cubicBezTo>
                        <a:pt x="32480" y="36481"/>
                        <a:pt x="32099" y="36671"/>
                        <a:pt x="31813" y="36671"/>
                      </a:cubicBezTo>
                      <a:cubicBezTo>
                        <a:pt x="31432" y="36671"/>
                        <a:pt x="30861" y="36385"/>
                        <a:pt x="30289" y="35814"/>
                      </a:cubicBezTo>
                      <a:cubicBezTo>
                        <a:pt x="29623" y="35242"/>
                        <a:pt x="29051" y="34957"/>
                        <a:pt x="28670" y="34957"/>
                      </a:cubicBezTo>
                      <a:cubicBezTo>
                        <a:pt x="28480" y="34957"/>
                        <a:pt x="28384" y="35052"/>
                        <a:pt x="28289" y="35147"/>
                      </a:cubicBezTo>
                      <a:cubicBezTo>
                        <a:pt x="26955" y="34766"/>
                        <a:pt x="25622" y="33719"/>
                        <a:pt x="24384" y="31909"/>
                      </a:cubicBezTo>
                      <a:cubicBezTo>
                        <a:pt x="22955" y="29908"/>
                        <a:pt x="21621" y="28670"/>
                        <a:pt x="20669" y="28099"/>
                      </a:cubicBezTo>
                      <a:cubicBezTo>
                        <a:pt x="20669" y="27527"/>
                        <a:pt x="20478" y="26765"/>
                        <a:pt x="19812" y="25908"/>
                      </a:cubicBezTo>
                      <a:cubicBezTo>
                        <a:pt x="19240" y="25051"/>
                        <a:pt x="18955" y="24384"/>
                        <a:pt x="19050" y="23908"/>
                      </a:cubicBezTo>
                      <a:cubicBezTo>
                        <a:pt x="18669" y="23241"/>
                        <a:pt x="18479" y="21907"/>
                        <a:pt x="18383" y="19907"/>
                      </a:cubicBezTo>
                      <a:cubicBezTo>
                        <a:pt x="18288" y="18193"/>
                        <a:pt x="18288" y="16478"/>
                        <a:pt x="18192" y="14764"/>
                      </a:cubicBezTo>
                      <a:cubicBezTo>
                        <a:pt x="18669" y="14669"/>
                        <a:pt x="18764" y="14383"/>
                        <a:pt x="18764" y="14192"/>
                      </a:cubicBezTo>
                      <a:cubicBezTo>
                        <a:pt x="18764" y="14097"/>
                        <a:pt x="18764" y="13811"/>
                        <a:pt x="18573" y="13430"/>
                      </a:cubicBezTo>
                      <a:cubicBezTo>
                        <a:pt x="18288" y="13049"/>
                        <a:pt x="18192" y="12859"/>
                        <a:pt x="18192" y="12668"/>
                      </a:cubicBezTo>
                      <a:cubicBezTo>
                        <a:pt x="18383" y="11906"/>
                        <a:pt x="19240" y="10954"/>
                        <a:pt x="20860" y="9715"/>
                      </a:cubicBezTo>
                      <a:cubicBezTo>
                        <a:pt x="22098" y="8668"/>
                        <a:pt x="22764" y="7525"/>
                        <a:pt x="22764" y="6572"/>
                      </a:cubicBezTo>
                      <a:cubicBezTo>
                        <a:pt x="23050" y="6572"/>
                        <a:pt x="23336" y="6286"/>
                        <a:pt x="23813" y="5905"/>
                      </a:cubicBezTo>
                      <a:cubicBezTo>
                        <a:pt x="24289" y="5524"/>
                        <a:pt x="24669" y="5429"/>
                        <a:pt x="24860" y="5429"/>
                      </a:cubicBezTo>
                      <a:cubicBezTo>
                        <a:pt x="25051" y="5429"/>
                        <a:pt x="25146" y="5429"/>
                        <a:pt x="25241" y="5715"/>
                      </a:cubicBezTo>
                      <a:cubicBezTo>
                        <a:pt x="26194" y="4191"/>
                        <a:pt x="27908" y="3048"/>
                        <a:pt x="30099" y="2191"/>
                      </a:cubicBezTo>
                      <a:cubicBezTo>
                        <a:pt x="32004" y="1619"/>
                        <a:pt x="34004" y="952"/>
                        <a:pt x="35909" y="286"/>
                      </a:cubicBezTo>
                      <a:cubicBezTo>
                        <a:pt x="36480" y="95"/>
                        <a:pt x="37052" y="0"/>
                        <a:pt x="37719" y="0"/>
                      </a:cubicBezTo>
                      <a:cubicBezTo>
                        <a:pt x="38576" y="0"/>
                        <a:pt x="39624" y="286"/>
                        <a:pt x="41053" y="952"/>
                      </a:cubicBezTo>
                      <a:cubicBezTo>
                        <a:pt x="42576" y="1619"/>
                        <a:pt x="43719" y="1905"/>
                        <a:pt x="44386" y="1905"/>
                      </a:cubicBezTo>
                      <a:cubicBezTo>
                        <a:pt x="44767" y="1905"/>
                        <a:pt x="45148" y="1905"/>
                        <a:pt x="45529" y="1715"/>
                      </a:cubicBezTo>
                      <a:cubicBezTo>
                        <a:pt x="45911" y="2476"/>
                        <a:pt x="46577" y="2953"/>
                        <a:pt x="47530" y="3238"/>
                      </a:cubicBezTo>
                      <a:cubicBezTo>
                        <a:pt x="48673" y="3619"/>
                        <a:pt x="49530" y="3905"/>
                        <a:pt x="49816" y="4191"/>
                      </a:cubicBezTo>
                      <a:cubicBezTo>
                        <a:pt x="51625" y="4286"/>
                        <a:pt x="53340" y="6667"/>
                        <a:pt x="54673" y="11144"/>
                      </a:cubicBezTo>
                      <a:cubicBezTo>
                        <a:pt x="54673" y="11716"/>
                        <a:pt x="54197" y="12573"/>
                        <a:pt x="53340" y="13621"/>
                      </a:cubicBezTo>
                      <a:cubicBezTo>
                        <a:pt x="52483" y="14669"/>
                        <a:pt x="52101" y="15526"/>
                        <a:pt x="52101" y="16288"/>
                      </a:cubicBezTo>
                      <a:cubicBezTo>
                        <a:pt x="51625" y="16192"/>
                        <a:pt x="51245" y="16288"/>
                        <a:pt x="51245" y="16954"/>
                      </a:cubicBezTo>
                      <a:cubicBezTo>
                        <a:pt x="51149" y="17621"/>
                        <a:pt x="51054" y="18002"/>
                        <a:pt x="50863" y="18097"/>
                      </a:cubicBezTo>
                      <a:cubicBezTo>
                        <a:pt x="49339" y="18764"/>
                        <a:pt x="48387" y="19145"/>
                        <a:pt x="47720" y="19145"/>
                      </a:cubicBezTo>
                      <a:cubicBezTo>
                        <a:pt x="46863" y="19145"/>
                        <a:pt x="46101" y="18574"/>
                        <a:pt x="45434" y="17526"/>
                      </a:cubicBezTo>
                      <a:cubicBezTo>
                        <a:pt x="45244" y="16669"/>
                        <a:pt x="44767" y="16097"/>
                        <a:pt x="43719" y="15716"/>
                      </a:cubicBezTo>
                      <a:cubicBezTo>
                        <a:pt x="42672" y="15240"/>
                        <a:pt x="42005" y="14764"/>
                        <a:pt x="41720" y="14192"/>
                      </a:cubicBezTo>
                      <a:cubicBezTo>
                        <a:pt x="41434" y="14192"/>
                        <a:pt x="40577" y="13811"/>
                        <a:pt x="39338" y="13335"/>
                      </a:cubicBezTo>
                      <a:cubicBezTo>
                        <a:pt x="38290" y="12859"/>
                        <a:pt x="37529" y="12668"/>
                        <a:pt x="36766" y="12668"/>
                      </a:cubicBezTo>
                      <a:cubicBezTo>
                        <a:pt x="35909" y="12668"/>
                        <a:pt x="35147" y="13049"/>
                        <a:pt x="34576" y="13906"/>
                      </a:cubicBezTo>
                      <a:cubicBezTo>
                        <a:pt x="34290" y="13906"/>
                        <a:pt x="34099" y="13906"/>
                        <a:pt x="34004" y="13906"/>
                      </a:cubicBezTo>
                      <a:cubicBezTo>
                        <a:pt x="33623" y="13906"/>
                        <a:pt x="32861" y="14383"/>
                        <a:pt x="32004" y="15145"/>
                      </a:cubicBezTo>
                      <a:cubicBezTo>
                        <a:pt x="32289" y="15621"/>
                        <a:pt x="32385" y="16002"/>
                        <a:pt x="32385" y="16383"/>
                      </a:cubicBezTo>
                      <a:cubicBezTo>
                        <a:pt x="32385" y="16859"/>
                        <a:pt x="32099" y="17335"/>
                        <a:pt x="31337" y="17621"/>
                      </a:cubicBezTo>
                      <a:cubicBezTo>
                        <a:pt x="30575" y="18002"/>
                        <a:pt x="30194" y="18383"/>
                        <a:pt x="30194" y="18764"/>
                      </a:cubicBezTo>
                      <a:cubicBezTo>
                        <a:pt x="30194" y="19050"/>
                        <a:pt x="30480" y="19526"/>
                        <a:pt x="30861" y="20002"/>
                      </a:cubicBezTo>
                      <a:cubicBezTo>
                        <a:pt x="33051" y="23241"/>
                        <a:pt x="36386" y="25622"/>
                        <a:pt x="40862" y="27242"/>
                      </a:cubicBezTo>
                      <a:cubicBezTo>
                        <a:pt x="41434" y="27432"/>
                        <a:pt x="42291" y="27908"/>
                        <a:pt x="43434" y="28765"/>
                      </a:cubicBezTo>
                      <a:cubicBezTo>
                        <a:pt x="44482" y="29623"/>
                        <a:pt x="45339" y="30099"/>
                        <a:pt x="46101" y="30194"/>
                      </a:cubicBezTo>
                      <a:cubicBezTo>
                        <a:pt x="46863" y="30194"/>
                        <a:pt x="47815" y="30861"/>
                        <a:pt x="49149" y="31909"/>
                      </a:cubicBezTo>
                      <a:cubicBezTo>
                        <a:pt x="50196" y="32956"/>
                        <a:pt x="51435" y="33433"/>
                        <a:pt x="52388" y="33242"/>
                      </a:cubicBezTo>
                      <a:cubicBezTo>
                        <a:pt x="52388" y="33719"/>
                        <a:pt x="52483" y="34004"/>
                        <a:pt x="52578" y="34099"/>
                      </a:cubicBezTo>
                      <a:cubicBezTo>
                        <a:pt x="53054" y="34099"/>
                        <a:pt x="53435" y="34480"/>
                        <a:pt x="53721" y="35147"/>
                      </a:cubicBezTo>
                      <a:cubicBezTo>
                        <a:pt x="53911" y="35814"/>
                        <a:pt x="54197" y="36100"/>
                        <a:pt x="54769" y="36004"/>
                      </a:cubicBezTo>
                      <a:cubicBezTo>
                        <a:pt x="54864" y="36290"/>
                        <a:pt x="55626" y="37433"/>
                        <a:pt x="56864" y="39148"/>
                      </a:cubicBezTo>
                      <a:cubicBezTo>
                        <a:pt x="57817" y="40576"/>
                        <a:pt x="58198" y="41910"/>
                        <a:pt x="58198" y="43148"/>
                      </a:cubicBezTo>
                      <a:cubicBezTo>
                        <a:pt x="58578" y="43434"/>
                        <a:pt x="58674" y="43815"/>
                        <a:pt x="58674" y="44101"/>
                      </a:cubicBezTo>
                      <a:cubicBezTo>
                        <a:pt x="58674" y="44386"/>
                        <a:pt x="58578" y="44672"/>
                        <a:pt x="58198" y="45148"/>
                      </a:cubicBezTo>
                      <a:cubicBezTo>
                        <a:pt x="58007" y="45529"/>
                        <a:pt x="57912" y="45815"/>
                        <a:pt x="57912" y="45910"/>
                      </a:cubicBezTo>
                      <a:cubicBezTo>
                        <a:pt x="57912" y="46292"/>
                        <a:pt x="58102" y="46577"/>
                        <a:pt x="58578" y="46863"/>
                      </a:cubicBezTo>
                      <a:close/>
                      <a:moveTo>
                        <a:pt x="13239" y="48387"/>
                      </a:moveTo>
                      <a:lnTo>
                        <a:pt x="15049" y="47815"/>
                      </a:lnTo>
                      <a:lnTo>
                        <a:pt x="14192" y="47815"/>
                      </a:lnTo>
                      <a:lnTo>
                        <a:pt x="13239" y="48387"/>
                      </a:lnTo>
                      <a:close/>
                      <a:moveTo>
                        <a:pt x="13716" y="56007"/>
                      </a:moveTo>
                      <a:lnTo>
                        <a:pt x="14097" y="56007"/>
                      </a:lnTo>
                      <a:lnTo>
                        <a:pt x="14668" y="56483"/>
                      </a:lnTo>
                      <a:lnTo>
                        <a:pt x="13621" y="56007"/>
                      </a:lnTo>
                      <a:close/>
                      <a:moveTo>
                        <a:pt x="16287" y="60198"/>
                      </a:moveTo>
                      <a:cubicBezTo>
                        <a:pt x="16192" y="59626"/>
                        <a:pt x="16287" y="59055"/>
                        <a:pt x="16764" y="58579"/>
                      </a:cubicBezTo>
                      <a:lnTo>
                        <a:pt x="16669" y="58579"/>
                      </a:lnTo>
                      <a:cubicBezTo>
                        <a:pt x="16669" y="58579"/>
                        <a:pt x="16859" y="58960"/>
                        <a:pt x="17050" y="59246"/>
                      </a:cubicBezTo>
                      <a:cubicBezTo>
                        <a:pt x="17336" y="59436"/>
                        <a:pt x="17526" y="59626"/>
                        <a:pt x="17526" y="59722"/>
                      </a:cubicBezTo>
                      <a:cubicBezTo>
                        <a:pt x="17526" y="59912"/>
                        <a:pt x="17336" y="60007"/>
                        <a:pt x="17240" y="60103"/>
                      </a:cubicBezTo>
                      <a:lnTo>
                        <a:pt x="16383" y="60103"/>
                      </a:lnTo>
                      <a:close/>
                      <a:moveTo>
                        <a:pt x="16954" y="58388"/>
                      </a:moveTo>
                      <a:cubicBezTo>
                        <a:pt x="16954" y="58388"/>
                        <a:pt x="16764" y="58579"/>
                        <a:pt x="16764" y="58674"/>
                      </a:cubicBezTo>
                      <a:cubicBezTo>
                        <a:pt x="16764" y="58579"/>
                        <a:pt x="16764" y="58579"/>
                        <a:pt x="16954" y="58388"/>
                      </a:cubicBezTo>
                      <a:close/>
                      <a:moveTo>
                        <a:pt x="17145" y="56864"/>
                      </a:moveTo>
                      <a:cubicBezTo>
                        <a:pt x="17145" y="56864"/>
                        <a:pt x="17621" y="56959"/>
                        <a:pt x="17812" y="57245"/>
                      </a:cubicBezTo>
                      <a:cubicBezTo>
                        <a:pt x="18097" y="57436"/>
                        <a:pt x="18288" y="57626"/>
                        <a:pt x="18288" y="57721"/>
                      </a:cubicBezTo>
                      <a:cubicBezTo>
                        <a:pt x="18002" y="57721"/>
                        <a:pt x="17526" y="58007"/>
                        <a:pt x="16954" y="58388"/>
                      </a:cubicBezTo>
                      <a:cubicBezTo>
                        <a:pt x="17336" y="57817"/>
                        <a:pt x="17430" y="57340"/>
                        <a:pt x="17145" y="56864"/>
                      </a:cubicBezTo>
                      <a:close/>
                      <a:moveTo>
                        <a:pt x="18859" y="50197"/>
                      </a:moveTo>
                      <a:lnTo>
                        <a:pt x="18859" y="49530"/>
                      </a:lnTo>
                      <a:lnTo>
                        <a:pt x="17145" y="48577"/>
                      </a:lnTo>
                      <a:lnTo>
                        <a:pt x="18859" y="50197"/>
                      </a:lnTo>
                      <a:close/>
                      <a:moveTo>
                        <a:pt x="20383" y="52578"/>
                      </a:moveTo>
                      <a:cubicBezTo>
                        <a:pt x="20383" y="52578"/>
                        <a:pt x="20669" y="52578"/>
                        <a:pt x="21241" y="52769"/>
                      </a:cubicBezTo>
                      <a:cubicBezTo>
                        <a:pt x="21527" y="52769"/>
                        <a:pt x="21812" y="52769"/>
                        <a:pt x="21907" y="52292"/>
                      </a:cubicBezTo>
                      <a:cubicBezTo>
                        <a:pt x="21241" y="52102"/>
                        <a:pt x="20764" y="52292"/>
                        <a:pt x="20383" y="52578"/>
                      </a:cubicBezTo>
                      <a:cubicBezTo>
                        <a:pt x="20288" y="52578"/>
                        <a:pt x="20193" y="52578"/>
                        <a:pt x="20193" y="52769"/>
                      </a:cubicBezTo>
                      <a:lnTo>
                        <a:pt x="19526" y="53435"/>
                      </a:lnTo>
                      <a:lnTo>
                        <a:pt x="20193" y="53435"/>
                      </a:lnTo>
                      <a:cubicBezTo>
                        <a:pt x="20193" y="53435"/>
                        <a:pt x="20193" y="52959"/>
                        <a:pt x="20193" y="52769"/>
                      </a:cubicBezTo>
                      <a:lnTo>
                        <a:pt x="20383" y="52578"/>
                      </a:lnTo>
                      <a:close/>
                      <a:moveTo>
                        <a:pt x="20860" y="22765"/>
                      </a:moveTo>
                      <a:cubicBezTo>
                        <a:pt x="20860" y="22765"/>
                        <a:pt x="21241" y="22288"/>
                        <a:pt x="21050" y="22098"/>
                      </a:cubicBezTo>
                      <a:lnTo>
                        <a:pt x="21336" y="21526"/>
                      </a:lnTo>
                      <a:cubicBezTo>
                        <a:pt x="21336" y="21526"/>
                        <a:pt x="20860" y="21050"/>
                        <a:pt x="20478" y="20955"/>
                      </a:cubicBezTo>
                      <a:cubicBezTo>
                        <a:pt x="20193" y="20765"/>
                        <a:pt x="20002" y="20765"/>
                        <a:pt x="19812" y="20765"/>
                      </a:cubicBezTo>
                      <a:cubicBezTo>
                        <a:pt x="20764" y="21146"/>
                        <a:pt x="21050" y="21622"/>
                        <a:pt x="21050" y="22193"/>
                      </a:cubicBezTo>
                      <a:lnTo>
                        <a:pt x="20860" y="22860"/>
                      </a:lnTo>
                      <a:close/>
                      <a:moveTo>
                        <a:pt x="26194" y="18193"/>
                      </a:moveTo>
                      <a:lnTo>
                        <a:pt x="26194" y="18002"/>
                      </a:lnTo>
                      <a:cubicBezTo>
                        <a:pt x="26003" y="16573"/>
                        <a:pt x="25146" y="15907"/>
                        <a:pt x="23431" y="15907"/>
                      </a:cubicBezTo>
                      <a:cubicBezTo>
                        <a:pt x="22098" y="15907"/>
                        <a:pt x="21050" y="16288"/>
                        <a:pt x="20288" y="17050"/>
                      </a:cubicBezTo>
                      <a:cubicBezTo>
                        <a:pt x="20478" y="17050"/>
                        <a:pt x="20764" y="17621"/>
                        <a:pt x="21050" y="18574"/>
                      </a:cubicBezTo>
                      <a:cubicBezTo>
                        <a:pt x="21336" y="19526"/>
                        <a:pt x="21812" y="19907"/>
                        <a:pt x="22670" y="19717"/>
                      </a:cubicBezTo>
                      <a:lnTo>
                        <a:pt x="22670" y="19431"/>
                      </a:lnTo>
                      <a:cubicBezTo>
                        <a:pt x="22670" y="19431"/>
                        <a:pt x="22955" y="18669"/>
                        <a:pt x="23146" y="17717"/>
                      </a:cubicBezTo>
                      <a:cubicBezTo>
                        <a:pt x="23241" y="16859"/>
                        <a:pt x="23622" y="16478"/>
                        <a:pt x="24098" y="16478"/>
                      </a:cubicBezTo>
                      <a:cubicBezTo>
                        <a:pt x="24289" y="16478"/>
                        <a:pt x="24479" y="16573"/>
                        <a:pt x="24765" y="16669"/>
                      </a:cubicBezTo>
                      <a:lnTo>
                        <a:pt x="24765" y="17335"/>
                      </a:lnTo>
                      <a:cubicBezTo>
                        <a:pt x="24765" y="17335"/>
                        <a:pt x="24955" y="17335"/>
                        <a:pt x="25146" y="17335"/>
                      </a:cubicBezTo>
                      <a:cubicBezTo>
                        <a:pt x="25146" y="17335"/>
                        <a:pt x="25622" y="17717"/>
                        <a:pt x="26194" y="18288"/>
                      </a:cubicBezTo>
                      <a:close/>
                      <a:moveTo>
                        <a:pt x="21336" y="43434"/>
                      </a:moveTo>
                      <a:cubicBezTo>
                        <a:pt x="21336" y="43434"/>
                        <a:pt x="20574" y="43339"/>
                        <a:pt x="20478" y="43148"/>
                      </a:cubicBezTo>
                      <a:lnTo>
                        <a:pt x="21050" y="44005"/>
                      </a:lnTo>
                      <a:cubicBezTo>
                        <a:pt x="21050" y="44005"/>
                        <a:pt x="21431" y="43624"/>
                        <a:pt x="21336" y="43434"/>
                      </a:cubicBezTo>
                      <a:close/>
                      <a:moveTo>
                        <a:pt x="22003" y="19050"/>
                      </a:moveTo>
                      <a:lnTo>
                        <a:pt x="21717" y="18859"/>
                      </a:lnTo>
                      <a:lnTo>
                        <a:pt x="22384" y="18859"/>
                      </a:lnTo>
                      <a:cubicBezTo>
                        <a:pt x="22384" y="18859"/>
                        <a:pt x="22193" y="18955"/>
                        <a:pt x="22003" y="19050"/>
                      </a:cubicBezTo>
                      <a:close/>
                      <a:moveTo>
                        <a:pt x="22384" y="18859"/>
                      </a:moveTo>
                      <a:cubicBezTo>
                        <a:pt x="22384" y="18859"/>
                        <a:pt x="22574" y="18764"/>
                        <a:pt x="22670" y="18859"/>
                      </a:cubicBezTo>
                      <a:lnTo>
                        <a:pt x="22384" y="18859"/>
                      </a:lnTo>
                      <a:close/>
                      <a:moveTo>
                        <a:pt x="22955" y="57436"/>
                      </a:moveTo>
                      <a:lnTo>
                        <a:pt x="23526" y="56864"/>
                      </a:lnTo>
                      <a:cubicBezTo>
                        <a:pt x="23526" y="56864"/>
                        <a:pt x="23146" y="56483"/>
                        <a:pt x="22955" y="56483"/>
                      </a:cubicBezTo>
                      <a:lnTo>
                        <a:pt x="22955" y="57531"/>
                      </a:lnTo>
                      <a:close/>
                      <a:moveTo>
                        <a:pt x="23908" y="19907"/>
                      </a:moveTo>
                      <a:cubicBezTo>
                        <a:pt x="23908" y="19907"/>
                        <a:pt x="23908" y="19240"/>
                        <a:pt x="23526" y="18764"/>
                      </a:cubicBezTo>
                      <a:lnTo>
                        <a:pt x="23526" y="20288"/>
                      </a:lnTo>
                      <a:lnTo>
                        <a:pt x="23908" y="19907"/>
                      </a:lnTo>
                      <a:close/>
                      <a:moveTo>
                        <a:pt x="25051" y="62484"/>
                      </a:moveTo>
                      <a:lnTo>
                        <a:pt x="24860" y="62294"/>
                      </a:lnTo>
                      <a:lnTo>
                        <a:pt x="25432" y="62294"/>
                      </a:lnTo>
                      <a:cubicBezTo>
                        <a:pt x="25432" y="62294"/>
                        <a:pt x="25051" y="62484"/>
                        <a:pt x="25051" y="62484"/>
                      </a:cubicBezTo>
                      <a:close/>
                      <a:moveTo>
                        <a:pt x="32671" y="55912"/>
                      </a:moveTo>
                      <a:lnTo>
                        <a:pt x="33051" y="55531"/>
                      </a:lnTo>
                      <a:lnTo>
                        <a:pt x="32671" y="54578"/>
                      </a:lnTo>
                      <a:lnTo>
                        <a:pt x="32671" y="55817"/>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8" name="Google Shape;1198;p99"/>
              <p:cNvGrpSpPr/>
              <p:nvPr/>
            </p:nvGrpSpPr>
            <p:grpSpPr>
              <a:xfrm>
                <a:off x="11838140" y="5527227"/>
                <a:ext cx="887729" cy="175009"/>
                <a:chOff x="6584822" y="3245322"/>
                <a:chExt cx="887729" cy="175009"/>
              </a:xfrm>
            </p:grpSpPr>
            <p:sp>
              <p:nvSpPr>
                <p:cNvPr id="1199" name="Google Shape;1199;p99"/>
                <p:cNvSpPr/>
                <p:nvPr/>
              </p:nvSpPr>
              <p:spPr>
                <a:xfrm>
                  <a:off x="6584822" y="3260026"/>
                  <a:ext cx="147161" cy="158686"/>
                </a:xfrm>
                <a:custGeom>
                  <a:avLst/>
                  <a:gdLst/>
                  <a:ahLst/>
                  <a:cxnLst/>
                  <a:rect l="l" t="t" r="r" b="b"/>
                  <a:pathLst>
                    <a:path w="147161" h="158686" extrusionOk="0">
                      <a:moveTo>
                        <a:pt x="2191" y="109918"/>
                      </a:moveTo>
                      <a:cubicBezTo>
                        <a:pt x="2000" y="111252"/>
                        <a:pt x="2286" y="111919"/>
                        <a:pt x="2762" y="111919"/>
                      </a:cubicBezTo>
                      <a:cubicBezTo>
                        <a:pt x="2953" y="111919"/>
                        <a:pt x="3143" y="111919"/>
                        <a:pt x="3524" y="111728"/>
                      </a:cubicBezTo>
                      <a:cubicBezTo>
                        <a:pt x="3905" y="111633"/>
                        <a:pt x="4286" y="111538"/>
                        <a:pt x="4572" y="111538"/>
                      </a:cubicBezTo>
                      <a:cubicBezTo>
                        <a:pt x="4953" y="111538"/>
                        <a:pt x="5239" y="111823"/>
                        <a:pt x="5334" y="112300"/>
                      </a:cubicBezTo>
                      <a:cubicBezTo>
                        <a:pt x="2191" y="112300"/>
                        <a:pt x="381" y="112014"/>
                        <a:pt x="0" y="111538"/>
                      </a:cubicBezTo>
                      <a:lnTo>
                        <a:pt x="2096" y="109918"/>
                      </a:lnTo>
                      <a:close/>
                      <a:moveTo>
                        <a:pt x="5334" y="130112"/>
                      </a:moveTo>
                      <a:cubicBezTo>
                        <a:pt x="5620" y="129445"/>
                        <a:pt x="6096" y="129159"/>
                        <a:pt x="6858" y="129159"/>
                      </a:cubicBezTo>
                      <a:lnTo>
                        <a:pt x="9049" y="129159"/>
                      </a:lnTo>
                      <a:cubicBezTo>
                        <a:pt x="9049" y="129730"/>
                        <a:pt x="8382" y="130112"/>
                        <a:pt x="7429" y="130112"/>
                      </a:cubicBezTo>
                      <a:lnTo>
                        <a:pt x="5239" y="130112"/>
                      </a:lnTo>
                      <a:close/>
                      <a:moveTo>
                        <a:pt x="12001" y="140494"/>
                      </a:moveTo>
                      <a:lnTo>
                        <a:pt x="12001" y="138303"/>
                      </a:lnTo>
                      <a:lnTo>
                        <a:pt x="13621" y="138303"/>
                      </a:lnTo>
                      <a:lnTo>
                        <a:pt x="12001" y="140494"/>
                      </a:lnTo>
                      <a:close/>
                      <a:moveTo>
                        <a:pt x="20479" y="127445"/>
                      </a:moveTo>
                      <a:cubicBezTo>
                        <a:pt x="21146" y="127159"/>
                        <a:pt x="22098" y="127635"/>
                        <a:pt x="23431" y="129064"/>
                      </a:cubicBezTo>
                      <a:lnTo>
                        <a:pt x="22860" y="130016"/>
                      </a:lnTo>
                      <a:lnTo>
                        <a:pt x="20479" y="127445"/>
                      </a:lnTo>
                      <a:close/>
                      <a:moveTo>
                        <a:pt x="23431" y="140494"/>
                      </a:moveTo>
                      <a:cubicBezTo>
                        <a:pt x="23431" y="140494"/>
                        <a:pt x="24289" y="140017"/>
                        <a:pt x="24670" y="139255"/>
                      </a:cubicBezTo>
                      <a:cubicBezTo>
                        <a:pt x="25146" y="138589"/>
                        <a:pt x="25622" y="138303"/>
                        <a:pt x="26003" y="138303"/>
                      </a:cubicBezTo>
                      <a:cubicBezTo>
                        <a:pt x="26003" y="138779"/>
                        <a:pt x="25622" y="139541"/>
                        <a:pt x="25051" y="140494"/>
                      </a:cubicBezTo>
                      <a:lnTo>
                        <a:pt x="23431" y="140494"/>
                      </a:lnTo>
                      <a:close/>
                      <a:moveTo>
                        <a:pt x="27241" y="122968"/>
                      </a:moveTo>
                      <a:lnTo>
                        <a:pt x="26670" y="124492"/>
                      </a:lnTo>
                      <a:lnTo>
                        <a:pt x="24479" y="124492"/>
                      </a:lnTo>
                      <a:cubicBezTo>
                        <a:pt x="24955" y="122968"/>
                        <a:pt x="25527" y="122110"/>
                        <a:pt x="26098" y="122110"/>
                      </a:cubicBezTo>
                      <a:cubicBezTo>
                        <a:pt x="26575" y="122110"/>
                        <a:pt x="26861" y="122301"/>
                        <a:pt x="27337" y="122872"/>
                      </a:cubicBezTo>
                      <a:close/>
                      <a:moveTo>
                        <a:pt x="30385" y="109347"/>
                      </a:moveTo>
                      <a:lnTo>
                        <a:pt x="30385" y="110966"/>
                      </a:lnTo>
                      <a:lnTo>
                        <a:pt x="27241" y="108299"/>
                      </a:lnTo>
                      <a:cubicBezTo>
                        <a:pt x="28004" y="108109"/>
                        <a:pt x="29051" y="108395"/>
                        <a:pt x="30385" y="109347"/>
                      </a:cubicBezTo>
                      <a:close/>
                      <a:moveTo>
                        <a:pt x="27241" y="132302"/>
                      </a:moveTo>
                      <a:cubicBezTo>
                        <a:pt x="28289" y="132302"/>
                        <a:pt x="28765" y="132969"/>
                        <a:pt x="28765" y="134398"/>
                      </a:cubicBezTo>
                      <a:lnTo>
                        <a:pt x="27241" y="134398"/>
                      </a:lnTo>
                      <a:lnTo>
                        <a:pt x="27241" y="132302"/>
                      </a:lnTo>
                      <a:close/>
                      <a:moveTo>
                        <a:pt x="30956" y="149066"/>
                      </a:moveTo>
                      <a:lnTo>
                        <a:pt x="30385" y="148209"/>
                      </a:lnTo>
                      <a:lnTo>
                        <a:pt x="33528" y="146495"/>
                      </a:lnTo>
                      <a:lnTo>
                        <a:pt x="30956" y="149066"/>
                      </a:lnTo>
                      <a:close/>
                      <a:moveTo>
                        <a:pt x="146971" y="117729"/>
                      </a:moveTo>
                      <a:lnTo>
                        <a:pt x="140017" y="118681"/>
                      </a:lnTo>
                      <a:cubicBezTo>
                        <a:pt x="140017" y="118681"/>
                        <a:pt x="139827" y="119158"/>
                        <a:pt x="139827" y="119348"/>
                      </a:cubicBezTo>
                      <a:cubicBezTo>
                        <a:pt x="139827" y="119729"/>
                        <a:pt x="140398" y="120205"/>
                        <a:pt x="141446" y="120872"/>
                      </a:cubicBezTo>
                      <a:cubicBezTo>
                        <a:pt x="142589" y="121539"/>
                        <a:pt x="143161" y="122301"/>
                        <a:pt x="143161" y="123063"/>
                      </a:cubicBezTo>
                      <a:lnTo>
                        <a:pt x="144780" y="123063"/>
                      </a:lnTo>
                      <a:cubicBezTo>
                        <a:pt x="144018" y="127063"/>
                        <a:pt x="143256" y="131254"/>
                        <a:pt x="142589" y="135255"/>
                      </a:cubicBezTo>
                      <a:cubicBezTo>
                        <a:pt x="141541" y="139637"/>
                        <a:pt x="138970" y="142494"/>
                        <a:pt x="134874" y="143732"/>
                      </a:cubicBezTo>
                      <a:cubicBezTo>
                        <a:pt x="134207" y="141351"/>
                        <a:pt x="132588" y="140684"/>
                        <a:pt x="130112" y="141637"/>
                      </a:cubicBezTo>
                      <a:lnTo>
                        <a:pt x="129349" y="142208"/>
                      </a:lnTo>
                      <a:lnTo>
                        <a:pt x="132302" y="145351"/>
                      </a:lnTo>
                      <a:cubicBezTo>
                        <a:pt x="131159" y="145066"/>
                        <a:pt x="129826" y="144304"/>
                        <a:pt x="128397" y="143065"/>
                      </a:cubicBezTo>
                      <a:cubicBezTo>
                        <a:pt x="126968" y="141827"/>
                        <a:pt x="125825" y="141160"/>
                        <a:pt x="125063" y="141160"/>
                      </a:cubicBezTo>
                      <a:cubicBezTo>
                        <a:pt x="124111" y="141160"/>
                        <a:pt x="123158" y="141732"/>
                        <a:pt x="121920" y="142780"/>
                      </a:cubicBezTo>
                      <a:lnTo>
                        <a:pt x="124682" y="142780"/>
                      </a:lnTo>
                      <a:lnTo>
                        <a:pt x="124111" y="143732"/>
                      </a:lnTo>
                      <a:cubicBezTo>
                        <a:pt x="125635" y="144208"/>
                        <a:pt x="127730" y="145542"/>
                        <a:pt x="130207" y="147447"/>
                      </a:cubicBezTo>
                      <a:lnTo>
                        <a:pt x="124682" y="149828"/>
                      </a:lnTo>
                      <a:lnTo>
                        <a:pt x="125635" y="150400"/>
                      </a:lnTo>
                      <a:cubicBezTo>
                        <a:pt x="125635" y="150400"/>
                        <a:pt x="123254" y="151447"/>
                        <a:pt x="119348" y="153162"/>
                      </a:cubicBezTo>
                      <a:cubicBezTo>
                        <a:pt x="117253" y="153924"/>
                        <a:pt x="115253" y="154305"/>
                        <a:pt x="113443" y="154305"/>
                      </a:cubicBezTo>
                      <a:cubicBezTo>
                        <a:pt x="112490" y="154305"/>
                        <a:pt x="111538" y="154305"/>
                        <a:pt x="110490" y="154114"/>
                      </a:cubicBezTo>
                      <a:cubicBezTo>
                        <a:pt x="109823" y="155924"/>
                        <a:pt x="109633" y="157067"/>
                        <a:pt x="109918" y="157734"/>
                      </a:cubicBezTo>
                      <a:lnTo>
                        <a:pt x="79915" y="158687"/>
                      </a:lnTo>
                      <a:cubicBezTo>
                        <a:pt x="77533" y="156496"/>
                        <a:pt x="73819" y="154591"/>
                        <a:pt x="68675" y="152971"/>
                      </a:cubicBezTo>
                      <a:cubicBezTo>
                        <a:pt x="62960" y="151257"/>
                        <a:pt x="59436" y="149923"/>
                        <a:pt x="57817" y="148876"/>
                      </a:cubicBezTo>
                      <a:cubicBezTo>
                        <a:pt x="57150" y="148018"/>
                        <a:pt x="56007" y="147352"/>
                        <a:pt x="54388" y="146971"/>
                      </a:cubicBezTo>
                      <a:cubicBezTo>
                        <a:pt x="52673" y="146590"/>
                        <a:pt x="51149" y="146209"/>
                        <a:pt x="49530" y="145828"/>
                      </a:cubicBezTo>
                      <a:lnTo>
                        <a:pt x="51721" y="143732"/>
                      </a:lnTo>
                      <a:lnTo>
                        <a:pt x="48673" y="140589"/>
                      </a:lnTo>
                      <a:lnTo>
                        <a:pt x="47911" y="142780"/>
                      </a:lnTo>
                      <a:cubicBezTo>
                        <a:pt x="45244" y="142113"/>
                        <a:pt x="43815" y="139922"/>
                        <a:pt x="43529" y="136303"/>
                      </a:cubicBezTo>
                      <a:cubicBezTo>
                        <a:pt x="43434" y="132969"/>
                        <a:pt x="41624" y="131350"/>
                        <a:pt x="38005" y="131350"/>
                      </a:cubicBezTo>
                      <a:lnTo>
                        <a:pt x="35433" y="131350"/>
                      </a:lnTo>
                      <a:cubicBezTo>
                        <a:pt x="37624" y="131254"/>
                        <a:pt x="38767" y="130016"/>
                        <a:pt x="38767" y="127635"/>
                      </a:cubicBezTo>
                      <a:cubicBezTo>
                        <a:pt x="38767" y="126873"/>
                        <a:pt x="38576" y="126111"/>
                        <a:pt x="38195" y="125444"/>
                      </a:cubicBezTo>
                      <a:cubicBezTo>
                        <a:pt x="37814" y="124777"/>
                        <a:pt x="36386" y="124015"/>
                        <a:pt x="34004" y="123063"/>
                      </a:cubicBezTo>
                      <a:lnTo>
                        <a:pt x="33433" y="123634"/>
                      </a:lnTo>
                      <a:cubicBezTo>
                        <a:pt x="33433" y="123634"/>
                        <a:pt x="33052" y="124015"/>
                        <a:pt x="32861" y="124015"/>
                      </a:cubicBezTo>
                      <a:cubicBezTo>
                        <a:pt x="32385" y="124015"/>
                        <a:pt x="32099" y="123539"/>
                        <a:pt x="31909" y="122396"/>
                      </a:cubicBezTo>
                      <a:cubicBezTo>
                        <a:pt x="31623" y="121444"/>
                        <a:pt x="31623" y="120682"/>
                        <a:pt x="31909" y="119824"/>
                      </a:cubicBezTo>
                      <a:cubicBezTo>
                        <a:pt x="33242" y="119539"/>
                        <a:pt x="35147" y="118205"/>
                        <a:pt x="37814" y="115633"/>
                      </a:cubicBezTo>
                      <a:cubicBezTo>
                        <a:pt x="40196" y="113538"/>
                        <a:pt x="42196" y="112490"/>
                        <a:pt x="43720" y="112490"/>
                      </a:cubicBezTo>
                      <a:cubicBezTo>
                        <a:pt x="44482" y="112490"/>
                        <a:pt x="45339" y="112681"/>
                        <a:pt x="46291" y="113062"/>
                      </a:cubicBezTo>
                      <a:cubicBezTo>
                        <a:pt x="45720" y="112109"/>
                        <a:pt x="45720" y="111347"/>
                        <a:pt x="46196" y="110680"/>
                      </a:cubicBezTo>
                      <a:cubicBezTo>
                        <a:pt x="46672" y="110014"/>
                        <a:pt x="46196" y="108966"/>
                        <a:pt x="44958" y="107728"/>
                      </a:cubicBezTo>
                      <a:lnTo>
                        <a:pt x="51625" y="104584"/>
                      </a:lnTo>
                      <a:lnTo>
                        <a:pt x="50006" y="102394"/>
                      </a:lnTo>
                      <a:cubicBezTo>
                        <a:pt x="51149" y="102394"/>
                        <a:pt x="52768" y="101822"/>
                        <a:pt x="55150" y="100489"/>
                      </a:cubicBezTo>
                      <a:cubicBezTo>
                        <a:pt x="57531" y="99250"/>
                        <a:pt x="59150" y="98679"/>
                        <a:pt x="59912" y="98679"/>
                      </a:cubicBezTo>
                      <a:cubicBezTo>
                        <a:pt x="61246" y="98679"/>
                        <a:pt x="62103" y="99631"/>
                        <a:pt x="62484" y="101632"/>
                      </a:cubicBezTo>
                      <a:cubicBezTo>
                        <a:pt x="62103" y="105918"/>
                        <a:pt x="63722" y="110299"/>
                        <a:pt x="67246" y="114586"/>
                      </a:cubicBezTo>
                      <a:cubicBezTo>
                        <a:pt x="68961" y="116776"/>
                        <a:pt x="72390" y="120015"/>
                        <a:pt x="77629" y="124492"/>
                      </a:cubicBezTo>
                      <a:cubicBezTo>
                        <a:pt x="78391" y="126301"/>
                        <a:pt x="79724" y="127254"/>
                        <a:pt x="81629" y="127254"/>
                      </a:cubicBezTo>
                      <a:cubicBezTo>
                        <a:pt x="82201" y="127254"/>
                        <a:pt x="82963" y="127159"/>
                        <a:pt x="84106" y="126968"/>
                      </a:cubicBezTo>
                      <a:cubicBezTo>
                        <a:pt x="85249" y="126778"/>
                        <a:pt x="86011" y="126682"/>
                        <a:pt x="86582" y="126682"/>
                      </a:cubicBezTo>
                      <a:cubicBezTo>
                        <a:pt x="87821" y="126682"/>
                        <a:pt x="88868" y="126968"/>
                        <a:pt x="90011" y="127445"/>
                      </a:cubicBezTo>
                      <a:cubicBezTo>
                        <a:pt x="91059" y="127921"/>
                        <a:pt x="92202" y="128206"/>
                        <a:pt x="93536" y="128206"/>
                      </a:cubicBezTo>
                      <a:cubicBezTo>
                        <a:pt x="95917" y="128206"/>
                        <a:pt x="98679" y="127159"/>
                        <a:pt x="101822" y="124873"/>
                      </a:cubicBezTo>
                      <a:cubicBezTo>
                        <a:pt x="106585" y="121729"/>
                        <a:pt x="109252" y="120015"/>
                        <a:pt x="109918" y="119824"/>
                      </a:cubicBezTo>
                      <a:cubicBezTo>
                        <a:pt x="110585" y="118777"/>
                        <a:pt x="110871" y="117729"/>
                        <a:pt x="110871" y="116681"/>
                      </a:cubicBezTo>
                      <a:cubicBezTo>
                        <a:pt x="110871" y="115157"/>
                        <a:pt x="110014" y="113062"/>
                        <a:pt x="108204" y="110490"/>
                      </a:cubicBezTo>
                      <a:cubicBezTo>
                        <a:pt x="106394" y="107918"/>
                        <a:pt x="105442" y="106013"/>
                        <a:pt x="105156" y="104680"/>
                      </a:cubicBezTo>
                      <a:cubicBezTo>
                        <a:pt x="101917" y="104204"/>
                        <a:pt x="100013" y="102965"/>
                        <a:pt x="99631" y="100965"/>
                      </a:cubicBezTo>
                      <a:lnTo>
                        <a:pt x="100584" y="100203"/>
                      </a:lnTo>
                      <a:cubicBezTo>
                        <a:pt x="96393" y="98203"/>
                        <a:pt x="90488" y="95155"/>
                        <a:pt x="83058" y="91059"/>
                      </a:cubicBezTo>
                      <a:cubicBezTo>
                        <a:pt x="82296" y="91726"/>
                        <a:pt x="81439" y="92107"/>
                        <a:pt x="80677" y="92107"/>
                      </a:cubicBezTo>
                      <a:cubicBezTo>
                        <a:pt x="79629" y="92107"/>
                        <a:pt x="78296" y="91440"/>
                        <a:pt x="76676" y="89916"/>
                      </a:cubicBezTo>
                      <a:cubicBezTo>
                        <a:pt x="75057" y="88487"/>
                        <a:pt x="73914" y="87725"/>
                        <a:pt x="72962" y="87725"/>
                      </a:cubicBezTo>
                      <a:cubicBezTo>
                        <a:pt x="72580" y="87725"/>
                        <a:pt x="72199" y="87821"/>
                        <a:pt x="71723" y="88201"/>
                      </a:cubicBezTo>
                      <a:cubicBezTo>
                        <a:pt x="68485" y="87249"/>
                        <a:pt x="65151" y="84582"/>
                        <a:pt x="61913" y="80105"/>
                      </a:cubicBezTo>
                      <a:cubicBezTo>
                        <a:pt x="58198" y="75152"/>
                        <a:pt x="55150" y="71914"/>
                        <a:pt x="52673" y="70485"/>
                      </a:cubicBezTo>
                      <a:cubicBezTo>
                        <a:pt x="52959" y="69056"/>
                        <a:pt x="52292" y="67246"/>
                        <a:pt x="50673" y="65056"/>
                      </a:cubicBezTo>
                      <a:cubicBezTo>
                        <a:pt x="49054" y="62960"/>
                        <a:pt x="48482" y="61246"/>
                        <a:pt x="48673" y="60103"/>
                      </a:cubicBezTo>
                      <a:cubicBezTo>
                        <a:pt x="47815" y="58388"/>
                        <a:pt x="47149" y="55150"/>
                        <a:pt x="46863" y="50197"/>
                      </a:cubicBezTo>
                      <a:cubicBezTo>
                        <a:pt x="46577" y="45815"/>
                        <a:pt x="46387" y="41529"/>
                        <a:pt x="46291" y="37147"/>
                      </a:cubicBezTo>
                      <a:cubicBezTo>
                        <a:pt x="47339" y="36766"/>
                        <a:pt x="47815" y="36290"/>
                        <a:pt x="47815" y="35623"/>
                      </a:cubicBezTo>
                      <a:cubicBezTo>
                        <a:pt x="47815" y="35242"/>
                        <a:pt x="47530" y="34576"/>
                        <a:pt x="46958" y="33814"/>
                      </a:cubicBezTo>
                      <a:cubicBezTo>
                        <a:pt x="46482" y="32956"/>
                        <a:pt x="46196" y="32290"/>
                        <a:pt x="46196" y="31909"/>
                      </a:cubicBezTo>
                      <a:cubicBezTo>
                        <a:pt x="46768" y="30099"/>
                        <a:pt x="49054" y="27527"/>
                        <a:pt x="52864" y="24384"/>
                      </a:cubicBezTo>
                      <a:cubicBezTo>
                        <a:pt x="56007" y="21622"/>
                        <a:pt x="57626" y="18955"/>
                        <a:pt x="57626" y="16478"/>
                      </a:cubicBezTo>
                      <a:cubicBezTo>
                        <a:pt x="58103" y="16383"/>
                        <a:pt x="59055" y="15812"/>
                        <a:pt x="60293" y="14954"/>
                      </a:cubicBezTo>
                      <a:cubicBezTo>
                        <a:pt x="61531" y="14002"/>
                        <a:pt x="62389" y="13525"/>
                        <a:pt x="62960" y="13525"/>
                      </a:cubicBezTo>
                      <a:cubicBezTo>
                        <a:pt x="63341" y="13525"/>
                        <a:pt x="63722" y="13811"/>
                        <a:pt x="63913" y="14383"/>
                      </a:cubicBezTo>
                      <a:cubicBezTo>
                        <a:pt x="66389" y="10573"/>
                        <a:pt x="70485" y="7620"/>
                        <a:pt x="76009" y="5429"/>
                      </a:cubicBezTo>
                      <a:cubicBezTo>
                        <a:pt x="80772" y="3905"/>
                        <a:pt x="85725" y="2286"/>
                        <a:pt x="90583" y="762"/>
                      </a:cubicBezTo>
                      <a:cubicBezTo>
                        <a:pt x="92012" y="286"/>
                        <a:pt x="93536" y="0"/>
                        <a:pt x="94964" y="0"/>
                      </a:cubicBezTo>
                      <a:cubicBezTo>
                        <a:pt x="97060" y="0"/>
                        <a:pt x="99917" y="762"/>
                        <a:pt x="103441" y="2476"/>
                      </a:cubicBezTo>
                      <a:cubicBezTo>
                        <a:pt x="106966" y="4096"/>
                        <a:pt x="109823" y="4953"/>
                        <a:pt x="111919" y="4953"/>
                      </a:cubicBezTo>
                      <a:cubicBezTo>
                        <a:pt x="112871" y="4953"/>
                        <a:pt x="113729" y="4858"/>
                        <a:pt x="114681" y="4572"/>
                      </a:cubicBezTo>
                      <a:cubicBezTo>
                        <a:pt x="115538" y="6382"/>
                        <a:pt x="117253" y="7715"/>
                        <a:pt x="119634" y="8287"/>
                      </a:cubicBezTo>
                      <a:cubicBezTo>
                        <a:pt x="122587" y="9239"/>
                        <a:pt x="124682" y="10001"/>
                        <a:pt x="125539" y="10668"/>
                      </a:cubicBezTo>
                      <a:cubicBezTo>
                        <a:pt x="130016" y="11049"/>
                        <a:pt x="134017" y="16859"/>
                        <a:pt x="137541" y="28004"/>
                      </a:cubicBezTo>
                      <a:cubicBezTo>
                        <a:pt x="137446" y="29623"/>
                        <a:pt x="136303" y="31718"/>
                        <a:pt x="134112" y="34290"/>
                      </a:cubicBezTo>
                      <a:cubicBezTo>
                        <a:pt x="131921" y="36957"/>
                        <a:pt x="130969" y="39148"/>
                        <a:pt x="131064" y="40957"/>
                      </a:cubicBezTo>
                      <a:cubicBezTo>
                        <a:pt x="129635" y="40672"/>
                        <a:pt x="128873" y="41148"/>
                        <a:pt x="128778" y="42577"/>
                      </a:cubicBezTo>
                      <a:cubicBezTo>
                        <a:pt x="128588" y="44291"/>
                        <a:pt x="128302" y="45244"/>
                        <a:pt x="127730" y="45529"/>
                      </a:cubicBezTo>
                      <a:cubicBezTo>
                        <a:pt x="124015" y="47244"/>
                        <a:pt x="121444" y="48101"/>
                        <a:pt x="120015" y="48101"/>
                      </a:cubicBezTo>
                      <a:cubicBezTo>
                        <a:pt x="117920" y="48101"/>
                        <a:pt x="116014" y="46768"/>
                        <a:pt x="114109" y="44196"/>
                      </a:cubicBezTo>
                      <a:cubicBezTo>
                        <a:pt x="114109" y="42100"/>
                        <a:pt x="112681" y="40481"/>
                        <a:pt x="110204" y="39433"/>
                      </a:cubicBezTo>
                      <a:cubicBezTo>
                        <a:pt x="107347" y="38386"/>
                        <a:pt x="105632" y="37147"/>
                        <a:pt x="105061" y="35719"/>
                      </a:cubicBezTo>
                      <a:cubicBezTo>
                        <a:pt x="104299" y="35623"/>
                        <a:pt x="102203" y="34862"/>
                        <a:pt x="98965" y="33528"/>
                      </a:cubicBezTo>
                      <a:cubicBezTo>
                        <a:pt x="96298" y="32480"/>
                        <a:pt x="94202" y="32004"/>
                        <a:pt x="92583" y="32004"/>
                      </a:cubicBezTo>
                      <a:cubicBezTo>
                        <a:pt x="90392" y="32004"/>
                        <a:pt x="88487" y="33052"/>
                        <a:pt x="86868" y="35147"/>
                      </a:cubicBezTo>
                      <a:cubicBezTo>
                        <a:pt x="86296" y="34957"/>
                        <a:pt x="85820" y="34957"/>
                        <a:pt x="85439" y="34957"/>
                      </a:cubicBezTo>
                      <a:cubicBezTo>
                        <a:pt x="84391" y="34957"/>
                        <a:pt x="82772" y="36004"/>
                        <a:pt x="80486" y="37909"/>
                      </a:cubicBezTo>
                      <a:cubicBezTo>
                        <a:pt x="81153" y="39052"/>
                        <a:pt x="81439" y="40100"/>
                        <a:pt x="81439" y="41053"/>
                      </a:cubicBezTo>
                      <a:cubicBezTo>
                        <a:pt x="81439" y="42291"/>
                        <a:pt x="80486" y="43339"/>
                        <a:pt x="78772" y="44291"/>
                      </a:cubicBezTo>
                      <a:cubicBezTo>
                        <a:pt x="76962" y="45339"/>
                        <a:pt x="76105" y="46291"/>
                        <a:pt x="76105" y="47244"/>
                      </a:cubicBezTo>
                      <a:cubicBezTo>
                        <a:pt x="76105" y="48006"/>
                        <a:pt x="76581" y="49054"/>
                        <a:pt x="77533" y="50387"/>
                      </a:cubicBezTo>
                      <a:cubicBezTo>
                        <a:pt x="83058" y="58388"/>
                        <a:pt x="91440" y="64484"/>
                        <a:pt x="102584" y="68580"/>
                      </a:cubicBezTo>
                      <a:cubicBezTo>
                        <a:pt x="104013" y="68961"/>
                        <a:pt x="106108" y="70199"/>
                        <a:pt x="108775" y="72390"/>
                      </a:cubicBezTo>
                      <a:cubicBezTo>
                        <a:pt x="111538" y="74581"/>
                        <a:pt x="113729" y="75724"/>
                        <a:pt x="115633" y="75914"/>
                      </a:cubicBezTo>
                      <a:cubicBezTo>
                        <a:pt x="117443" y="76105"/>
                        <a:pt x="120015" y="77629"/>
                        <a:pt x="123349" y="80296"/>
                      </a:cubicBezTo>
                      <a:cubicBezTo>
                        <a:pt x="126206" y="82963"/>
                        <a:pt x="129064" y="84106"/>
                        <a:pt x="131636" y="83629"/>
                      </a:cubicBezTo>
                      <a:cubicBezTo>
                        <a:pt x="131636" y="84963"/>
                        <a:pt x="131826" y="85630"/>
                        <a:pt x="132207" y="85820"/>
                      </a:cubicBezTo>
                      <a:cubicBezTo>
                        <a:pt x="133350" y="85820"/>
                        <a:pt x="134303" y="86677"/>
                        <a:pt x="134874" y="88487"/>
                      </a:cubicBezTo>
                      <a:cubicBezTo>
                        <a:pt x="135446" y="90297"/>
                        <a:pt x="136303" y="90964"/>
                        <a:pt x="137541" y="90488"/>
                      </a:cubicBezTo>
                      <a:cubicBezTo>
                        <a:pt x="137827" y="91440"/>
                        <a:pt x="139541" y="94107"/>
                        <a:pt x="142684" y="98584"/>
                      </a:cubicBezTo>
                      <a:cubicBezTo>
                        <a:pt x="145066" y="102298"/>
                        <a:pt x="146209" y="105632"/>
                        <a:pt x="146209" y="108585"/>
                      </a:cubicBezTo>
                      <a:cubicBezTo>
                        <a:pt x="146875" y="109442"/>
                        <a:pt x="147161" y="110204"/>
                        <a:pt x="147161" y="110966"/>
                      </a:cubicBezTo>
                      <a:cubicBezTo>
                        <a:pt x="147161" y="111633"/>
                        <a:pt x="146780" y="112395"/>
                        <a:pt x="146209" y="113347"/>
                      </a:cubicBezTo>
                      <a:cubicBezTo>
                        <a:pt x="145542" y="114300"/>
                        <a:pt x="145256" y="115062"/>
                        <a:pt x="145256" y="115443"/>
                      </a:cubicBezTo>
                      <a:cubicBezTo>
                        <a:pt x="145256" y="116205"/>
                        <a:pt x="145732" y="117062"/>
                        <a:pt x="146875" y="117824"/>
                      </a:cubicBezTo>
                      <a:close/>
                      <a:moveTo>
                        <a:pt x="33528" y="122491"/>
                      </a:moveTo>
                      <a:lnTo>
                        <a:pt x="38005" y="120872"/>
                      </a:lnTo>
                      <a:lnTo>
                        <a:pt x="35814" y="120872"/>
                      </a:lnTo>
                      <a:lnTo>
                        <a:pt x="33433" y="122491"/>
                      </a:lnTo>
                      <a:close/>
                      <a:moveTo>
                        <a:pt x="34957" y="141637"/>
                      </a:moveTo>
                      <a:lnTo>
                        <a:pt x="35909" y="141637"/>
                      </a:lnTo>
                      <a:lnTo>
                        <a:pt x="37529" y="142780"/>
                      </a:lnTo>
                      <a:lnTo>
                        <a:pt x="34957" y="141637"/>
                      </a:lnTo>
                      <a:close/>
                      <a:moveTo>
                        <a:pt x="41243" y="152019"/>
                      </a:moveTo>
                      <a:cubicBezTo>
                        <a:pt x="40957" y="150590"/>
                        <a:pt x="41434" y="149257"/>
                        <a:pt x="42577" y="148114"/>
                      </a:cubicBezTo>
                      <a:lnTo>
                        <a:pt x="42386" y="148304"/>
                      </a:lnTo>
                      <a:cubicBezTo>
                        <a:pt x="42386" y="148304"/>
                        <a:pt x="42767" y="149257"/>
                        <a:pt x="43339" y="149828"/>
                      </a:cubicBezTo>
                      <a:cubicBezTo>
                        <a:pt x="43910" y="150400"/>
                        <a:pt x="44196" y="150876"/>
                        <a:pt x="44196" y="151066"/>
                      </a:cubicBezTo>
                      <a:cubicBezTo>
                        <a:pt x="44196" y="151447"/>
                        <a:pt x="43815" y="151829"/>
                        <a:pt x="43339" y="152114"/>
                      </a:cubicBezTo>
                      <a:lnTo>
                        <a:pt x="41243" y="152114"/>
                      </a:lnTo>
                      <a:close/>
                      <a:moveTo>
                        <a:pt x="43053" y="147542"/>
                      </a:moveTo>
                      <a:cubicBezTo>
                        <a:pt x="43053" y="147542"/>
                        <a:pt x="42672" y="148018"/>
                        <a:pt x="42672" y="148114"/>
                      </a:cubicBezTo>
                      <a:cubicBezTo>
                        <a:pt x="42672" y="148018"/>
                        <a:pt x="42767" y="147828"/>
                        <a:pt x="43053" y="147542"/>
                      </a:cubicBezTo>
                      <a:close/>
                      <a:moveTo>
                        <a:pt x="43434" y="143827"/>
                      </a:moveTo>
                      <a:cubicBezTo>
                        <a:pt x="43910" y="143827"/>
                        <a:pt x="44577" y="144113"/>
                        <a:pt x="45244" y="144875"/>
                      </a:cubicBezTo>
                      <a:cubicBezTo>
                        <a:pt x="45911" y="145542"/>
                        <a:pt x="46291" y="145923"/>
                        <a:pt x="46482" y="146018"/>
                      </a:cubicBezTo>
                      <a:cubicBezTo>
                        <a:pt x="45625" y="146209"/>
                        <a:pt x="44577" y="146685"/>
                        <a:pt x="43148" y="147638"/>
                      </a:cubicBezTo>
                      <a:cubicBezTo>
                        <a:pt x="44196" y="146304"/>
                        <a:pt x="44387" y="145066"/>
                        <a:pt x="43529" y="143923"/>
                      </a:cubicBezTo>
                      <a:close/>
                      <a:moveTo>
                        <a:pt x="48006" y="127063"/>
                      </a:moveTo>
                      <a:lnTo>
                        <a:pt x="48006" y="125539"/>
                      </a:lnTo>
                      <a:lnTo>
                        <a:pt x="43434" y="123158"/>
                      </a:lnTo>
                      <a:lnTo>
                        <a:pt x="48006" y="127063"/>
                      </a:lnTo>
                      <a:close/>
                      <a:moveTo>
                        <a:pt x="51816" y="133255"/>
                      </a:moveTo>
                      <a:cubicBezTo>
                        <a:pt x="51816" y="133255"/>
                        <a:pt x="52292" y="133350"/>
                        <a:pt x="53721" y="133636"/>
                      </a:cubicBezTo>
                      <a:cubicBezTo>
                        <a:pt x="54483" y="133826"/>
                        <a:pt x="55054" y="133350"/>
                        <a:pt x="55436" y="132493"/>
                      </a:cubicBezTo>
                      <a:cubicBezTo>
                        <a:pt x="53912" y="131921"/>
                        <a:pt x="52673" y="132207"/>
                        <a:pt x="51721" y="133255"/>
                      </a:cubicBezTo>
                      <a:cubicBezTo>
                        <a:pt x="51340" y="133255"/>
                        <a:pt x="51149" y="133445"/>
                        <a:pt x="51149" y="133826"/>
                      </a:cubicBezTo>
                      <a:lnTo>
                        <a:pt x="49530" y="135350"/>
                      </a:lnTo>
                      <a:lnTo>
                        <a:pt x="51149" y="135350"/>
                      </a:lnTo>
                      <a:cubicBezTo>
                        <a:pt x="51054" y="134683"/>
                        <a:pt x="51054" y="134207"/>
                        <a:pt x="51149" y="133826"/>
                      </a:cubicBezTo>
                      <a:lnTo>
                        <a:pt x="51721" y="133255"/>
                      </a:lnTo>
                      <a:close/>
                      <a:moveTo>
                        <a:pt x="52768" y="58388"/>
                      </a:moveTo>
                      <a:cubicBezTo>
                        <a:pt x="53435" y="57721"/>
                        <a:pt x="53626" y="57150"/>
                        <a:pt x="53340" y="56579"/>
                      </a:cubicBezTo>
                      <a:lnTo>
                        <a:pt x="53912" y="55245"/>
                      </a:lnTo>
                      <a:cubicBezTo>
                        <a:pt x="53340" y="54578"/>
                        <a:pt x="52673" y="54102"/>
                        <a:pt x="51911" y="53721"/>
                      </a:cubicBezTo>
                      <a:cubicBezTo>
                        <a:pt x="51054" y="53340"/>
                        <a:pt x="50482" y="53149"/>
                        <a:pt x="50197" y="53149"/>
                      </a:cubicBezTo>
                      <a:cubicBezTo>
                        <a:pt x="52292" y="54197"/>
                        <a:pt x="53340" y="55340"/>
                        <a:pt x="53340" y="56674"/>
                      </a:cubicBezTo>
                      <a:lnTo>
                        <a:pt x="52768" y="58483"/>
                      </a:lnTo>
                      <a:close/>
                      <a:moveTo>
                        <a:pt x="66389" y="47054"/>
                      </a:moveTo>
                      <a:lnTo>
                        <a:pt x="66389" y="46482"/>
                      </a:lnTo>
                      <a:cubicBezTo>
                        <a:pt x="65818" y="43053"/>
                        <a:pt x="63437" y="41338"/>
                        <a:pt x="59341" y="41338"/>
                      </a:cubicBezTo>
                      <a:cubicBezTo>
                        <a:pt x="56007" y="41338"/>
                        <a:pt x="53340" y="42196"/>
                        <a:pt x="51245" y="44101"/>
                      </a:cubicBezTo>
                      <a:cubicBezTo>
                        <a:pt x="51911" y="44387"/>
                        <a:pt x="52578" y="45625"/>
                        <a:pt x="53245" y="47911"/>
                      </a:cubicBezTo>
                      <a:cubicBezTo>
                        <a:pt x="54007" y="50197"/>
                        <a:pt x="55245" y="51149"/>
                        <a:pt x="57150" y="50768"/>
                      </a:cubicBezTo>
                      <a:lnTo>
                        <a:pt x="57150" y="50197"/>
                      </a:lnTo>
                      <a:cubicBezTo>
                        <a:pt x="57150" y="50197"/>
                        <a:pt x="58007" y="48387"/>
                        <a:pt x="58579" y="45815"/>
                      </a:cubicBezTo>
                      <a:cubicBezTo>
                        <a:pt x="58960" y="43720"/>
                        <a:pt x="59722" y="42672"/>
                        <a:pt x="60960" y="42672"/>
                      </a:cubicBezTo>
                      <a:cubicBezTo>
                        <a:pt x="61436" y="42672"/>
                        <a:pt x="62103" y="42863"/>
                        <a:pt x="62674" y="43243"/>
                      </a:cubicBezTo>
                      <a:lnTo>
                        <a:pt x="62674" y="44863"/>
                      </a:lnTo>
                      <a:cubicBezTo>
                        <a:pt x="62674" y="44863"/>
                        <a:pt x="63246" y="44672"/>
                        <a:pt x="63627" y="44672"/>
                      </a:cubicBezTo>
                      <a:cubicBezTo>
                        <a:pt x="63913" y="44672"/>
                        <a:pt x="64865" y="45434"/>
                        <a:pt x="66389" y="47054"/>
                      </a:cubicBezTo>
                      <a:close/>
                      <a:moveTo>
                        <a:pt x="53912" y="110109"/>
                      </a:moveTo>
                      <a:cubicBezTo>
                        <a:pt x="52768" y="110109"/>
                        <a:pt x="52006" y="109918"/>
                        <a:pt x="51816" y="109538"/>
                      </a:cubicBezTo>
                      <a:lnTo>
                        <a:pt x="53340" y="111728"/>
                      </a:lnTo>
                      <a:cubicBezTo>
                        <a:pt x="54007" y="111347"/>
                        <a:pt x="54197" y="110776"/>
                        <a:pt x="53912" y="110109"/>
                      </a:cubicBezTo>
                      <a:close/>
                      <a:moveTo>
                        <a:pt x="55436" y="49149"/>
                      </a:moveTo>
                      <a:lnTo>
                        <a:pt x="54864" y="48577"/>
                      </a:lnTo>
                      <a:lnTo>
                        <a:pt x="56483" y="48577"/>
                      </a:lnTo>
                      <a:cubicBezTo>
                        <a:pt x="56483" y="48577"/>
                        <a:pt x="56007" y="48958"/>
                        <a:pt x="55436" y="49149"/>
                      </a:cubicBezTo>
                      <a:close/>
                      <a:moveTo>
                        <a:pt x="56483" y="48577"/>
                      </a:moveTo>
                      <a:cubicBezTo>
                        <a:pt x="56483" y="48577"/>
                        <a:pt x="56959" y="48292"/>
                        <a:pt x="57055" y="48577"/>
                      </a:cubicBezTo>
                      <a:lnTo>
                        <a:pt x="56483" y="48577"/>
                      </a:lnTo>
                      <a:close/>
                      <a:moveTo>
                        <a:pt x="57912" y="145447"/>
                      </a:moveTo>
                      <a:lnTo>
                        <a:pt x="59436" y="143827"/>
                      </a:lnTo>
                      <a:cubicBezTo>
                        <a:pt x="58769" y="143161"/>
                        <a:pt x="58293" y="142875"/>
                        <a:pt x="57912" y="142875"/>
                      </a:cubicBezTo>
                      <a:lnTo>
                        <a:pt x="57912" y="145447"/>
                      </a:lnTo>
                      <a:close/>
                      <a:moveTo>
                        <a:pt x="60293" y="51340"/>
                      </a:moveTo>
                      <a:cubicBezTo>
                        <a:pt x="60579" y="50578"/>
                        <a:pt x="60293" y="49721"/>
                        <a:pt x="59531" y="48577"/>
                      </a:cubicBezTo>
                      <a:lnTo>
                        <a:pt x="59531" y="52292"/>
                      </a:lnTo>
                      <a:lnTo>
                        <a:pt x="60293" y="51245"/>
                      </a:lnTo>
                      <a:close/>
                      <a:moveTo>
                        <a:pt x="63246" y="158115"/>
                      </a:moveTo>
                      <a:lnTo>
                        <a:pt x="62674" y="157543"/>
                      </a:lnTo>
                      <a:lnTo>
                        <a:pt x="64198" y="157543"/>
                      </a:lnTo>
                      <a:cubicBezTo>
                        <a:pt x="63437" y="157924"/>
                        <a:pt x="63055" y="158115"/>
                        <a:pt x="63246" y="158115"/>
                      </a:cubicBezTo>
                      <a:close/>
                      <a:moveTo>
                        <a:pt x="82391" y="141732"/>
                      </a:moveTo>
                      <a:lnTo>
                        <a:pt x="83153" y="140684"/>
                      </a:lnTo>
                      <a:lnTo>
                        <a:pt x="82391" y="138493"/>
                      </a:lnTo>
                      <a:lnTo>
                        <a:pt x="82391" y="141732"/>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 name="Google Shape;1200;p99"/>
                <p:cNvSpPr/>
                <p:nvPr/>
              </p:nvSpPr>
              <p:spPr>
                <a:xfrm>
                  <a:off x="6737508" y="3260598"/>
                  <a:ext cx="116776" cy="158686"/>
                </a:xfrm>
                <a:custGeom>
                  <a:avLst/>
                  <a:gdLst/>
                  <a:ahLst/>
                  <a:cxnLst/>
                  <a:rect l="l" t="t" r="r" b="b"/>
                  <a:pathLst>
                    <a:path w="116776" h="158686" extrusionOk="0">
                      <a:moveTo>
                        <a:pt x="113252" y="286"/>
                      </a:moveTo>
                      <a:cubicBezTo>
                        <a:pt x="113252" y="1619"/>
                        <a:pt x="113729" y="2953"/>
                        <a:pt x="114967" y="4191"/>
                      </a:cubicBezTo>
                      <a:cubicBezTo>
                        <a:pt x="116205" y="5524"/>
                        <a:pt x="116776" y="6382"/>
                        <a:pt x="116776" y="7048"/>
                      </a:cubicBezTo>
                      <a:cubicBezTo>
                        <a:pt x="116776" y="7811"/>
                        <a:pt x="115824" y="8858"/>
                        <a:pt x="113824" y="10192"/>
                      </a:cubicBezTo>
                      <a:cubicBezTo>
                        <a:pt x="114109" y="10668"/>
                        <a:pt x="114205" y="11239"/>
                        <a:pt x="114205" y="11906"/>
                      </a:cubicBezTo>
                      <a:cubicBezTo>
                        <a:pt x="114205" y="13621"/>
                        <a:pt x="112681" y="16097"/>
                        <a:pt x="109442" y="19240"/>
                      </a:cubicBezTo>
                      <a:lnTo>
                        <a:pt x="111062" y="20764"/>
                      </a:lnTo>
                      <a:cubicBezTo>
                        <a:pt x="106299" y="26194"/>
                        <a:pt x="103918" y="30480"/>
                        <a:pt x="103918" y="33528"/>
                      </a:cubicBezTo>
                      <a:cubicBezTo>
                        <a:pt x="102775" y="35528"/>
                        <a:pt x="100965" y="36386"/>
                        <a:pt x="98584" y="36100"/>
                      </a:cubicBezTo>
                      <a:cubicBezTo>
                        <a:pt x="98679" y="36576"/>
                        <a:pt x="98774" y="34385"/>
                        <a:pt x="98774" y="29337"/>
                      </a:cubicBezTo>
                      <a:cubicBezTo>
                        <a:pt x="98774" y="27146"/>
                        <a:pt x="97726" y="25908"/>
                        <a:pt x="95631" y="25813"/>
                      </a:cubicBezTo>
                      <a:lnTo>
                        <a:pt x="95631" y="32099"/>
                      </a:lnTo>
                      <a:cubicBezTo>
                        <a:pt x="95631" y="32099"/>
                        <a:pt x="94774" y="32195"/>
                        <a:pt x="94107" y="32861"/>
                      </a:cubicBezTo>
                      <a:cubicBezTo>
                        <a:pt x="94107" y="33623"/>
                        <a:pt x="94202" y="34099"/>
                        <a:pt x="94488" y="34099"/>
                      </a:cubicBezTo>
                      <a:cubicBezTo>
                        <a:pt x="94583" y="34099"/>
                        <a:pt x="94869" y="34004"/>
                        <a:pt x="95155" y="33909"/>
                      </a:cubicBezTo>
                      <a:cubicBezTo>
                        <a:pt x="95440" y="33814"/>
                        <a:pt x="95726" y="33718"/>
                        <a:pt x="95821" y="33718"/>
                      </a:cubicBezTo>
                      <a:cubicBezTo>
                        <a:pt x="96107" y="33718"/>
                        <a:pt x="96298" y="34004"/>
                        <a:pt x="96393" y="34480"/>
                      </a:cubicBezTo>
                      <a:lnTo>
                        <a:pt x="91916" y="36671"/>
                      </a:lnTo>
                      <a:lnTo>
                        <a:pt x="90297" y="34480"/>
                      </a:lnTo>
                      <a:lnTo>
                        <a:pt x="88106" y="37243"/>
                      </a:lnTo>
                      <a:cubicBezTo>
                        <a:pt x="88106" y="37243"/>
                        <a:pt x="88297" y="36766"/>
                        <a:pt x="88297" y="36671"/>
                      </a:cubicBezTo>
                      <a:cubicBezTo>
                        <a:pt x="88297" y="36100"/>
                        <a:pt x="88011" y="35814"/>
                        <a:pt x="87344" y="35623"/>
                      </a:cubicBezTo>
                      <a:cubicBezTo>
                        <a:pt x="86678" y="35433"/>
                        <a:pt x="86392" y="35242"/>
                        <a:pt x="86582" y="35147"/>
                      </a:cubicBezTo>
                      <a:cubicBezTo>
                        <a:pt x="88582" y="34385"/>
                        <a:pt x="90011" y="33338"/>
                        <a:pt x="90964" y="32195"/>
                      </a:cubicBezTo>
                      <a:cubicBezTo>
                        <a:pt x="90678" y="31432"/>
                        <a:pt x="90202" y="31147"/>
                        <a:pt x="89345" y="31432"/>
                      </a:cubicBezTo>
                      <a:lnTo>
                        <a:pt x="88201" y="33052"/>
                      </a:lnTo>
                      <a:cubicBezTo>
                        <a:pt x="87535" y="32671"/>
                        <a:pt x="87249" y="32099"/>
                        <a:pt x="87249" y="31432"/>
                      </a:cubicBezTo>
                      <a:cubicBezTo>
                        <a:pt x="88201" y="31051"/>
                        <a:pt x="88678" y="30575"/>
                        <a:pt x="88678" y="29908"/>
                      </a:cubicBezTo>
                      <a:cubicBezTo>
                        <a:pt x="88678" y="29528"/>
                        <a:pt x="88297" y="28765"/>
                        <a:pt x="87630" y="27718"/>
                      </a:cubicBezTo>
                      <a:cubicBezTo>
                        <a:pt x="86868" y="26670"/>
                        <a:pt x="86582" y="25908"/>
                        <a:pt x="86678" y="25337"/>
                      </a:cubicBezTo>
                      <a:cubicBezTo>
                        <a:pt x="86106" y="25146"/>
                        <a:pt x="85630" y="25337"/>
                        <a:pt x="85249" y="25717"/>
                      </a:cubicBezTo>
                      <a:cubicBezTo>
                        <a:pt x="84868" y="26098"/>
                        <a:pt x="84582" y="26575"/>
                        <a:pt x="84296" y="26956"/>
                      </a:cubicBezTo>
                      <a:cubicBezTo>
                        <a:pt x="84011" y="27622"/>
                        <a:pt x="84487" y="28575"/>
                        <a:pt x="85630" y="29718"/>
                      </a:cubicBezTo>
                      <a:lnTo>
                        <a:pt x="85058" y="29718"/>
                      </a:lnTo>
                      <a:cubicBezTo>
                        <a:pt x="85058" y="29718"/>
                        <a:pt x="84868" y="31623"/>
                        <a:pt x="84868" y="34290"/>
                      </a:cubicBezTo>
                      <a:cubicBezTo>
                        <a:pt x="85058" y="36195"/>
                        <a:pt x="84582" y="37624"/>
                        <a:pt x="83534" y="38386"/>
                      </a:cubicBezTo>
                      <a:cubicBezTo>
                        <a:pt x="84106" y="38386"/>
                        <a:pt x="84772" y="38862"/>
                        <a:pt x="85630" y="39719"/>
                      </a:cubicBezTo>
                      <a:cubicBezTo>
                        <a:pt x="86582" y="40672"/>
                        <a:pt x="87439" y="40862"/>
                        <a:pt x="88201" y="40481"/>
                      </a:cubicBezTo>
                      <a:lnTo>
                        <a:pt x="89345" y="38862"/>
                      </a:lnTo>
                      <a:cubicBezTo>
                        <a:pt x="88773" y="39529"/>
                        <a:pt x="88773" y="40196"/>
                        <a:pt x="89154" y="40862"/>
                      </a:cubicBezTo>
                      <a:cubicBezTo>
                        <a:pt x="89535" y="41529"/>
                        <a:pt x="89916" y="42100"/>
                        <a:pt x="90392" y="42672"/>
                      </a:cubicBezTo>
                      <a:cubicBezTo>
                        <a:pt x="91154" y="42672"/>
                        <a:pt x="91726" y="42291"/>
                        <a:pt x="92107" y="41053"/>
                      </a:cubicBezTo>
                      <a:cubicBezTo>
                        <a:pt x="92488" y="39910"/>
                        <a:pt x="93154" y="39433"/>
                        <a:pt x="94107" y="39910"/>
                      </a:cubicBezTo>
                      <a:cubicBezTo>
                        <a:pt x="94202" y="40481"/>
                        <a:pt x="94869" y="40672"/>
                        <a:pt x="95917" y="40672"/>
                      </a:cubicBezTo>
                      <a:cubicBezTo>
                        <a:pt x="96298" y="40672"/>
                        <a:pt x="96869" y="40672"/>
                        <a:pt x="97536" y="40481"/>
                      </a:cubicBezTo>
                      <a:lnTo>
                        <a:pt x="99060" y="40481"/>
                      </a:lnTo>
                      <a:cubicBezTo>
                        <a:pt x="100394" y="40481"/>
                        <a:pt x="101060" y="40767"/>
                        <a:pt x="101060" y="41434"/>
                      </a:cubicBezTo>
                      <a:cubicBezTo>
                        <a:pt x="101060" y="41910"/>
                        <a:pt x="100774" y="42672"/>
                        <a:pt x="100298" y="43624"/>
                      </a:cubicBezTo>
                      <a:lnTo>
                        <a:pt x="98107" y="41053"/>
                      </a:lnTo>
                      <a:cubicBezTo>
                        <a:pt x="98584" y="41815"/>
                        <a:pt x="98870" y="42767"/>
                        <a:pt x="98870" y="43815"/>
                      </a:cubicBezTo>
                      <a:cubicBezTo>
                        <a:pt x="98870" y="46196"/>
                        <a:pt x="97250" y="49054"/>
                        <a:pt x="94107" y="52483"/>
                      </a:cubicBezTo>
                      <a:lnTo>
                        <a:pt x="91916" y="51911"/>
                      </a:lnTo>
                      <a:cubicBezTo>
                        <a:pt x="91726" y="52388"/>
                        <a:pt x="91440" y="53435"/>
                        <a:pt x="91059" y="55054"/>
                      </a:cubicBezTo>
                      <a:cubicBezTo>
                        <a:pt x="90583" y="56674"/>
                        <a:pt x="90392" y="57817"/>
                        <a:pt x="90392" y="58579"/>
                      </a:cubicBezTo>
                      <a:cubicBezTo>
                        <a:pt x="90392" y="59531"/>
                        <a:pt x="90583" y="60388"/>
                        <a:pt x="90964" y="61150"/>
                      </a:cubicBezTo>
                      <a:cubicBezTo>
                        <a:pt x="90392" y="61150"/>
                        <a:pt x="89630" y="60579"/>
                        <a:pt x="88773" y="59531"/>
                      </a:cubicBezTo>
                      <a:cubicBezTo>
                        <a:pt x="87821" y="58483"/>
                        <a:pt x="87154" y="58007"/>
                        <a:pt x="86582" y="58007"/>
                      </a:cubicBezTo>
                      <a:cubicBezTo>
                        <a:pt x="86011" y="58007"/>
                        <a:pt x="85534" y="58579"/>
                        <a:pt x="85058" y="59531"/>
                      </a:cubicBezTo>
                      <a:cubicBezTo>
                        <a:pt x="85630" y="60674"/>
                        <a:pt x="85820" y="62008"/>
                        <a:pt x="85820" y="63341"/>
                      </a:cubicBezTo>
                      <a:cubicBezTo>
                        <a:pt x="85820" y="64675"/>
                        <a:pt x="85439" y="66961"/>
                        <a:pt x="84487" y="69818"/>
                      </a:cubicBezTo>
                      <a:cubicBezTo>
                        <a:pt x="83629" y="72676"/>
                        <a:pt x="83248" y="74866"/>
                        <a:pt x="83534" y="76295"/>
                      </a:cubicBezTo>
                      <a:cubicBezTo>
                        <a:pt x="83058" y="75914"/>
                        <a:pt x="82487" y="75629"/>
                        <a:pt x="81915" y="75629"/>
                      </a:cubicBezTo>
                      <a:cubicBezTo>
                        <a:pt x="81248" y="75629"/>
                        <a:pt x="80296" y="75914"/>
                        <a:pt x="79057" y="76486"/>
                      </a:cubicBezTo>
                      <a:cubicBezTo>
                        <a:pt x="77914" y="76962"/>
                        <a:pt x="76962" y="77248"/>
                        <a:pt x="76295" y="77248"/>
                      </a:cubicBezTo>
                      <a:cubicBezTo>
                        <a:pt x="75914" y="77248"/>
                        <a:pt x="75533" y="77153"/>
                        <a:pt x="75152" y="76867"/>
                      </a:cubicBezTo>
                      <a:cubicBezTo>
                        <a:pt x="75152" y="77438"/>
                        <a:pt x="75819" y="78772"/>
                        <a:pt x="77153" y="80677"/>
                      </a:cubicBezTo>
                      <a:cubicBezTo>
                        <a:pt x="78581" y="82582"/>
                        <a:pt x="79248" y="84011"/>
                        <a:pt x="79248" y="85154"/>
                      </a:cubicBezTo>
                      <a:cubicBezTo>
                        <a:pt x="79248" y="86106"/>
                        <a:pt x="78962" y="86868"/>
                        <a:pt x="78200" y="87725"/>
                      </a:cubicBezTo>
                      <a:lnTo>
                        <a:pt x="75057" y="90678"/>
                      </a:lnTo>
                      <a:cubicBezTo>
                        <a:pt x="75724" y="100013"/>
                        <a:pt x="76009" y="110395"/>
                        <a:pt x="76009" y="121634"/>
                      </a:cubicBezTo>
                      <a:cubicBezTo>
                        <a:pt x="76009" y="132874"/>
                        <a:pt x="75629" y="143637"/>
                        <a:pt x="75057" y="153829"/>
                      </a:cubicBezTo>
                      <a:cubicBezTo>
                        <a:pt x="72199" y="157067"/>
                        <a:pt x="67818" y="158687"/>
                        <a:pt x="62008" y="158687"/>
                      </a:cubicBezTo>
                      <a:cubicBezTo>
                        <a:pt x="60198" y="158687"/>
                        <a:pt x="57531" y="158496"/>
                        <a:pt x="53912" y="158115"/>
                      </a:cubicBezTo>
                      <a:cubicBezTo>
                        <a:pt x="50292" y="157734"/>
                        <a:pt x="47625" y="157543"/>
                        <a:pt x="46101" y="157543"/>
                      </a:cubicBezTo>
                      <a:cubicBezTo>
                        <a:pt x="43720" y="156591"/>
                        <a:pt x="42291" y="154591"/>
                        <a:pt x="41720" y="151543"/>
                      </a:cubicBezTo>
                      <a:cubicBezTo>
                        <a:pt x="41338" y="149066"/>
                        <a:pt x="41053" y="146495"/>
                        <a:pt x="40767" y="143923"/>
                      </a:cubicBezTo>
                      <a:cubicBezTo>
                        <a:pt x="41529" y="141541"/>
                        <a:pt x="41720" y="137731"/>
                        <a:pt x="41434" y="132588"/>
                      </a:cubicBezTo>
                      <a:cubicBezTo>
                        <a:pt x="41148" y="127349"/>
                        <a:pt x="41434" y="123539"/>
                        <a:pt x="42291" y="121063"/>
                      </a:cubicBezTo>
                      <a:cubicBezTo>
                        <a:pt x="43053" y="122111"/>
                        <a:pt x="43910" y="122682"/>
                        <a:pt x="44863" y="122682"/>
                      </a:cubicBezTo>
                      <a:cubicBezTo>
                        <a:pt x="45148" y="122682"/>
                        <a:pt x="46006" y="122301"/>
                        <a:pt x="47625" y="121539"/>
                      </a:cubicBezTo>
                      <a:cubicBezTo>
                        <a:pt x="48673" y="121063"/>
                        <a:pt x="49721" y="121253"/>
                        <a:pt x="50578" y="122111"/>
                      </a:cubicBezTo>
                      <a:lnTo>
                        <a:pt x="48196" y="119539"/>
                      </a:lnTo>
                      <a:lnTo>
                        <a:pt x="50006" y="118396"/>
                      </a:lnTo>
                      <a:lnTo>
                        <a:pt x="47625" y="115824"/>
                      </a:lnTo>
                      <a:lnTo>
                        <a:pt x="50006" y="116872"/>
                      </a:lnTo>
                      <a:lnTo>
                        <a:pt x="50006" y="112871"/>
                      </a:lnTo>
                      <a:lnTo>
                        <a:pt x="45434" y="112871"/>
                      </a:lnTo>
                      <a:cubicBezTo>
                        <a:pt x="47149" y="111823"/>
                        <a:pt x="48196" y="111252"/>
                        <a:pt x="48673" y="111252"/>
                      </a:cubicBezTo>
                      <a:cubicBezTo>
                        <a:pt x="49721" y="111252"/>
                        <a:pt x="50673" y="112109"/>
                        <a:pt x="51625" y="113633"/>
                      </a:cubicBezTo>
                      <a:cubicBezTo>
                        <a:pt x="52006" y="113538"/>
                        <a:pt x="52197" y="113157"/>
                        <a:pt x="52197" y="112395"/>
                      </a:cubicBezTo>
                      <a:cubicBezTo>
                        <a:pt x="52102" y="111442"/>
                        <a:pt x="52102" y="110871"/>
                        <a:pt x="52197" y="110680"/>
                      </a:cubicBezTo>
                      <a:lnTo>
                        <a:pt x="56007" y="111252"/>
                      </a:lnTo>
                      <a:cubicBezTo>
                        <a:pt x="56293" y="109442"/>
                        <a:pt x="56293" y="108395"/>
                        <a:pt x="56197" y="108299"/>
                      </a:cubicBezTo>
                      <a:cubicBezTo>
                        <a:pt x="56007" y="108204"/>
                        <a:pt x="56483" y="107918"/>
                        <a:pt x="57531" y="107537"/>
                      </a:cubicBezTo>
                      <a:cubicBezTo>
                        <a:pt x="55436" y="104394"/>
                        <a:pt x="52769" y="103727"/>
                        <a:pt x="49339" y="105537"/>
                      </a:cubicBezTo>
                      <a:cubicBezTo>
                        <a:pt x="46006" y="107347"/>
                        <a:pt x="43339" y="106966"/>
                        <a:pt x="41338" y="104394"/>
                      </a:cubicBezTo>
                      <a:cubicBezTo>
                        <a:pt x="41338" y="97631"/>
                        <a:pt x="41624" y="92869"/>
                        <a:pt x="42291" y="89916"/>
                      </a:cubicBezTo>
                      <a:cubicBezTo>
                        <a:pt x="39148" y="90011"/>
                        <a:pt x="37433" y="87725"/>
                        <a:pt x="37147" y="82963"/>
                      </a:cubicBezTo>
                      <a:cubicBezTo>
                        <a:pt x="36862" y="78105"/>
                        <a:pt x="35338" y="75438"/>
                        <a:pt x="32385" y="74771"/>
                      </a:cubicBezTo>
                      <a:cubicBezTo>
                        <a:pt x="26289" y="61055"/>
                        <a:pt x="16954" y="40957"/>
                        <a:pt x="4191" y="14383"/>
                      </a:cubicBezTo>
                      <a:cubicBezTo>
                        <a:pt x="4000" y="14002"/>
                        <a:pt x="4191" y="13621"/>
                        <a:pt x="4763" y="13240"/>
                      </a:cubicBezTo>
                      <a:cubicBezTo>
                        <a:pt x="5334" y="12859"/>
                        <a:pt x="5620" y="12478"/>
                        <a:pt x="5715" y="12287"/>
                      </a:cubicBezTo>
                      <a:cubicBezTo>
                        <a:pt x="4572" y="11335"/>
                        <a:pt x="3334" y="10287"/>
                        <a:pt x="2000" y="9239"/>
                      </a:cubicBezTo>
                      <a:cubicBezTo>
                        <a:pt x="667" y="8096"/>
                        <a:pt x="0" y="6953"/>
                        <a:pt x="0" y="5620"/>
                      </a:cubicBezTo>
                      <a:cubicBezTo>
                        <a:pt x="0" y="4763"/>
                        <a:pt x="381" y="4000"/>
                        <a:pt x="1048" y="3048"/>
                      </a:cubicBezTo>
                      <a:cubicBezTo>
                        <a:pt x="4286" y="1048"/>
                        <a:pt x="8668" y="95"/>
                        <a:pt x="14097" y="95"/>
                      </a:cubicBezTo>
                      <a:cubicBezTo>
                        <a:pt x="15907" y="95"/>
                        <a:pt x="18574" y="286"/>
                        <a:pt x="22003" y="476"/>
                      </a:cubicBezTo>
                      <a:cubicBezTo>
                        <a:pt x="25432" y="762"/>
                        <a:pt x="27813" y="857"/>
                        <a:pt x="29242" y="857"/>
                      </a:cubicBezTo>
                      <a:lnTo>
                        <a:pt x="31432" y="857"/>
                      </a:lnTo>
                      <a:cubicBezTo>
                        <a:pt x="34385" y="2667"/>
                        <a:pt x="36671" y="6001"/>
                        <a:pt x="38481" y="10668"/>
                      </a:cubicBezTo>
                      <a:cubicBezTo>
                        <a:pt x="40196" y="15430"/>
                        <a:pt x="42196" y="18574"/>
                        <a:pt x="44482" y="19907"/>
                      </a:cubicBezTo>
                      <a:cubicBezTo>
                        <a:pt x="44101" y="22765"/>
                        <a:pt x="44767" y="26003"/>
                        <a:pt x="46577" y="29623"/>
                      </a:cubicBezTo>
                      <a:cubicBezTo>
                        <a:pt x="47911" y="32195"/>
                        <a:pt x="49244" y="34766"/>
                        <a:pt x="50578" y="37338"/>
                      </a:cubicBezTo>
                      <a:cubicBezTo>
                        <a:pt x="49911" y="40291"/>
                        <a:pt x="50578" y="41910"/>
                        <a:pt x="52673" y="42005"/>
                      </a:cubicBezTo>
                      <a:cubicBezTo>
                        <a:pt x="52388" y="43243"/>
                        <a:pt x="53245" y="44672"/>
                        <a:pt x="54959" y="46387"/>
                      </a:cubicBezTo>
                      <a:cubicBezTo>
                        <a:pt x="56769" y="48101"/>
                        <a:pt x="57817" y="49435"/>
                        <a:pt x="58007" y="50292"/>
                      </a:cubicBezTo>
                      <a:cubicBezTo>
                        <a:pt x="64103" y="45053"/>
                        <a:pt x="68199" y="37147"/>
                        <a:pt x="70485" y="26861"/>
                      </a:cubicBezTo>
                      <a:cubicBezTo>
                        <a:pt x="75057" y="19717"/>
                        <a:pt x="78010" y="13335"/>
                        <a:pt x="79343" y="7715"/>
                      </a:cubicBezTo>
                      <a:cubicBezTo>
                        <a:pt x="82391" y="2572"/>
                        <a:pt x="88297" y="0"/>
                        <a:pt x="97346" y="0"/>
                      </a:cubicBezTo>
                      <a:cubicBezTo>
                        <a:pt x="109061" y="0"/>
                        <a:pt x="114300" y="0"/>
                        <a:pt x="113062" y="190"/>
                      </a:cubicBezTo>
                      <a:close/>
                      <a:moveTo>
                        <a:pt x="45625" y="112966"/>
                      </a:moveTo>
                      <a:cubicBezTo>
                        <a:pt x="44196" y="114300"/>
                        <a:pt x="42767" y="114300"/>
                        <a:pt x="41529" y="112966"/>
                      </a:cubicBezTo>
                      <a:lnTo>
                        <a:pt x="45625" y="112966"/>
                      </a:lnTo>
                      <a:close/>
                      <a:moveTo>
                        <a:pt x="52292" y="115919"/>
                      </a:moveTo>
                      <a:lnTo>
                        <a:pt x="56674" y="115919"/>
                      </a:lnTo>
                      <a:lnTo>
                        <a:pt x="52292" y="115348"/>
                      </a:lnTo>
                      <a:lnTo>
                        <a:pt x="52292" y="115919"/>
                      </a:lnTo>
                      <a:close/>
                      <a:moveTo>
                        <a:pt x="57626" y="109823"/>
                      </a:moveTo>
                      <a:lnTo>
                        <a:pt x="59817" y="109252"/>
                      </a:lnTo>
                      <a:lnTo>
                        <a:pt x="57626" y="109252"/>
                      </a:lnTo>
                      <a:lnTo>
                        <a:pt x="57626" y="109823"/>
                      </a:lnTo>
                      <a:close/>
                      <a:moveTo>
                        <a:pt x="63722" y="97822"/>
                      </a:moveTo>
                      <a:cubicBezTo>
                        <a:pt x="64389" y="97250"/>
                        <a:pt x="64579" y="96488"/>
                        <a:pt x="64389" y="95250"/>
                      </a:cubicBezTo>
                      <a:cubicBezTo>
                        <a:pt x="64103" y="94107"/>
                        <a:pt x="63722" y="93440"/>
                        <a:pt x="63246" y="93059"/>
                      </a:cubicBezTo>
                      <a:lnTo>
                        <a:pt x="63246" y="98393"/>
                      </a:lnTo>
                      <a:lnTo>
                        <a:pt x="63817" y="97822"/>
                      </a:lnTo>
                      <a:close/>
                      <a:moveTo>
                        <a:pt x="87249" y="41148"/>
                      </a:moveTo>
                      <a:lnTo>
                        <a:pt x="86678" y="42767"/>
                      </a:lnTo>
                      <a:cubicBezTo>
                        <a:pt x="87630" y="44101"/>
                        <a:pt x="88297" y="44577"/>
                        <a:pt x="88868" y="44291"/>
                      </a:cubicBezTo>
                      <a:cubicBezTo>
                        <a:pt x="88773" y="43529"/>
                        <a:pt x="88201" y="42481"/>
                        <a:pt x="87249" y="41148"/>
                      </a:cubicBezTo>
                      <a:close/>
                      <a:moveTo>
                        <a:pt x="90392" y="28575"/>
                      </a:moveTo>
                      <a:lnTo>
                        <a:pt x="92012" y="28575"/>
                      </a:lnTo>
                      <a:cubicBezTo>
                        <a:pt x="91154" y="27718"/>
                        <a:pt x="90678" y="27432"/>
                        <a:pt x="90392" y="27527"/>
                      </a:cubicBezTo>
                      <a:cubicBezTo>
                        <a:pt x="89725" y="28289"/>
                        <a:pt x="89345" y="29051"/>
                        <a:pt x="89345" y="29718"/>
                      </a:cubicBezTo>
                      <a:lnTo>
                        <a:pt x="89535" y="30099"/>
                      </a:lnTo>
                      <a:cubicBezTo>
                        <a:pt x="89535" y="30099"/>
                        <a:pt x="90106" y="29432"/>
                        <a:pt x="90392" y="28575"/>
                      </a:cubicBezTo>
                      <a:close/>
                      <a:moveTo>
                        <a:pt x="92488" y="43720"/>
                      </a:moveTo>
                      <a:cubicBezTo>
                        <a:pt x="91249" y="43815"/>
                        <a:pt x="90583" y="44387"/>
                        <a:pt x="90773" y="45339"/>
                      </a:cubicBezTo>
                      <a:cubicBezTo>
                        <a:pt x="90869" y="46768"/>
                        <a:pt x="90964" y="47530"/>
                        <a:pt x="90964" y="47720"/>
                      </a:cubicBezTo>
                      <a:cubicBezTo>
                        <a:pt x="92488" y="46768"/>
                        <a:pt x="93059" y="45529"/>
                        <a:pt x="92488" y="43815"/>
                      </a:cubicBezTo>
                      <a:close/>
                      <a:moveTo>
                        <a:pt x="90964" y="51054"/>
                      </a:moveTo>
                      <a:lnTo>
                        <a:pt x="92488" y="48863"/>
                      </a:lnTo>
                      <a:lnTo>
                        <a:pt x="90964" y="48863"/>
                      </a:lnTo>
                      <a:lnTo>
                        <a:pt x="90964" y="51054"/>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 name="Google Shape;1201;p99"/>
                <p:cNvSpPr/>
                <p:nvPr/>
              </p:nvSpPr>
              <p:spPr>
                <a:xfrm>
                  <a:off x="6825995" y="3260026"/>
                  <a:ext cx="147732" cy="158686"/>
                </a:xfrm>
                <a:custGeom>
                  <a:avLst/>
                  <a:gdLst/>
                  <a:ahLst/>
                  <a:cxnLst/>
                  <a:rect l="l" t="t" r="r" b="b"/>
                  <a:pathLst>
                    <a:path w="147732" h="158686" extrusionOk="0">
                      <a:moveTo>
                        <a:pt x="2286" y="109918"/>
                      </a:moveTo>
                      <a:cubicBezTo>
                        <a:pt x="2191" y="111252"/>
                        <a:pt x="2286" y="111919"/>
                        <a:pt x="2857" y="111919"/>
                      </a:cubicBezTo>
                      <a:cubicBezTo>
                        <a:pt x="2953" y="111919"/>
                        <a:pt x="3238" y="111919"/>
                        <a:pt x="3619" y="111728"/>
                      </a:cubicBezTo>
                      <a:cubicBezTo>
                        <a:pt x="4000" y="111633"/>
                        <a:pt x="4381" y="111538"/>
                        <a:pt x="4572" y="111538"/>
                      </a:cubicBezTo>
                      <a:cubicBezTo>
                        <a:pt x="4953" y="111538"/>
                        <a:pt x="5239" y="111823"/>
                        <a:pt x="5334" y="112300"/>
                      </a:cubicBezTo>
                      <a:cubicBezTo>
                        <a:pt x="2191" y="112300"/>
                        <a:pt x="381" y="112014"/>
                        <a:pt x="0" y="111538"/>
                      </a:cubicBezTo>
                      <a:lnTo>
                        <a:pt x="2191" y="109918"/>
                      </a:lnTo>
                      <a:close/>
                      <a:moveTo>
                        <a:pt x="5429" y="130112"/>
                      </a:moveTo>
                      <a:cubicBezTo>
                        <a:pt x="5715" y="129445"/>
                        <a:pt x="6191" y="129159"/>
                        <a:pt x="7048" y="129159"/>
                      </a:cubicBezTo>
                      <a:lnTo>
                        <a:pt x="9239" y="129159"/>
                      </a:lnTo>
                      <a:cubicBezTo>
                        <a:pt x="9144" y="129730"/>
                        <a:pt x="8572" y="130112"/>
                        <a:pt x="7715" y="130112"/>
                      </a:cubicBezTo>
                      <a:lnTo>
                        <a:pt x="5524" y="130112"/>
                      </a:lnTo>
                      <a:close/>
                      <a:moveTo>
                        <a:pt x="12192" y="140494"/>
                      </a:moveTo>
                      <a:lnTo>
                        <a:pt x="12192" y="138303"/>
                      </a:lnTo>
                      <a:lnTo>
                        <a:pt x="13716" y="138303"/>
                      </a:lnTo>
                      <a:lnTo>
                        <a:pt x="12192" y="140494"/>
                      </a:lnTo>
                      <a:close/>
                      <a:moveTo>
                        <a:pt x="20669" y="127445"/>
                      </a:moveTo>
                      <a:cubicBezTo>
                        <a:pt x="21336" y="127159"/>
                        <a:pt x="22288" y="127635"/>
                        <a:pt x="23717" y="129064"/>
                      </a:cubicBezTo>
                      <a:lnTo>
                        <a:pt x="23146" y="130016"/>
                      </a:lnTo>
                      <a:lnTo>
                        <a:pt x="20764" y="127445"/>
                      </a:lnTo>
                      <a:close/>
                      <a:moveTo>
                        <a:pt x="23717" y="140494"/>
                      </a:moveTo>
                      <a:cubicBezTo>
                        <a:pt x="23717" y="140494"/>
                        <a:pt x="24479" y="140017"/>
                        <a:pt x="24955" y="139255"/>
                      </a:cubicBezTo>
                      <a:cubicBezTo>
                        <a:pt x="25432" y="138589"/>
                        <a:pt x="25813" y="138303"/>
                        <a:pt x="26289" y="138303"/>
                      </a:cubicBezTo>
                      <a:cubicBezTo>
                        <a:pt x="26289" y="138779"/>
                        <a:pt x="26003" y="139541"/>
                        <a:pt x="25336" y="140494"/>
                      </a:cubicBezTo>
                      <a:lnTo>
                        <a:pt x="23813" y="140494"/>
                      </a:lnTo>
                      <a:close/>
                      <a:moveTo>
                        <a:pt x="27432" y="122968"/>
                      </a:moveTo>
                      <a:lnTo>
                        <a:pt x="26860" y="124492"/>
                      </a:lnTo>
                      <a:lnTo>
                        <a:pt x="24670" y="124492"/>
                      </a:lnTo>
                      <a:cubicBezTo>
                        <a:pt x="25241" y="122968"/>
                        <a:pt x="25717" y="122110"/>
                        <a:pt x="26289" y="122110"/>
                      </a:cubicBezTo>
                      <a:cubicBezTo>
                        <a:pt x="26670" y="122110"/>
                        <a:pt x="27051" y="122301"/>
                        <a:pt x="27432" y="122872"/>
                      </a:cubicBezTo>
                      <a:close/>
                      <a:moveTo>
                        <a:pt x="30575" y="109347"/>
                      </a:moveTo>
                      <a:lnTo>
                        <a:pt x="30575" y="110966"/>
                      </a:lnTo>
                      <a:lnTo>
                        <a:pt x="27432" y="108299"/>
                      </a:lnTo>
                      <a:cubicBezTo>
                        <a:pt x="28194" y="108109"/>
                        <a:pt x="29242" y="108395"/>
                        <a:pt x="30575" y="109347"/>
                      </a:cubicBezTo>
                      <a:close/>
                      <a:moveTo>
                        <a:pt x="27432" y="132302"/>
                      </a:moveTo>
                      <a:cubicBezTo>
                        <a:pt x="28480" y="132302"/>
                        <a:pt x="29051" y="132969"/>
                        <a:pt x="29051" y="134398"/>
                      </a:cubicBezTo>
                      <a:lnTo>
                        <a:pt x="27432" y="134398"/>
                      </a:lnTo>
                      <a:lnTo>
                        <a:pt x="27432" y="132302"/>
                      </a:lnTo>
                      <a:close/>
                      <a:moveTo>
                        <a:pt x="31242" y="149066"/>
                      </a:moveTo>
                      <a:lnTo>
                        <a:pt x="30670" y="148209"/>
                      </a:lnTo>
                      <a:lnTo>
                        <a:pt x="33814" y="146495"/>
                      </a:lnTo>
                      <a:lnTo>
                        <a:pt x="31337" y="149066"/>
                      </a:lnTo>
                      <a:close/>
                      <a:moveTo>
                        <a:pt x="147161" y="117729"/>
                      </a:moveTo>
                      <a:lnTo>
                        <a:pt x="140208" y="118681"/>
                      </a:lnTo>
                      <a:cubicBezTo>
                        <a:pt x="140208" y="118681"/>
                        <a:pt x="140017" y="119158"/>
                        <a:pt x="140017" y="119348"/>
                      </a:cubicBezTo>
                      <a:cubicBezTo>
                        <a:pt x="140017" y="119729"/>
                        <a:pt x="140589" y="120205"/>
                        <a:pt x="141732" y="120872"/>
                      </a:cubicBezTo>
                      <a:cubicBezTo>
                        <a:pt x="142875" y="121539"/>
                        <a:pt x="143446" y="122301"/>
                        <a:pt x="143446" y="123063"/>
                      </a:cubicBezTo>
                      <a:lnTo>
                        <a:pt x="144970" y="123063"/>
                      </a:lnTo>
                      <a:cubicBezTo>
                        <a:pt x="144208" y="127063"/>
                        <a:pt x="143446" y="131254"/>
                        <a:pt x="142780" y="135255"/>
                      </a:cubicBezTo>
                      <a:cubicBezTo>
                        <a:pt x="141732" y="139637"/>
                        <a:pt x="139160" y="142494"/>
                        <a:pt x="135159" y="143732"/>
                      </a:cubicBezTo>
                      <a:cubicBezTo>
                        <a:pt x="134493" y="141351"/>
                        <a:pt x="132874" y="140684"/>
                        <a:pt x="130397" y="141637"/>
                      </a:cubicBezTo>
                      <a:lnTo>
                        <a:pt x="129635" y="142208"/>
                      </a:lnTo>
                      <a:lnTo>
                        <a:pt x="132588" y="145351"/>
                      </a:lnTo>
                      <a:cubicBezTo>
                        <a:pt x="131445" y="145066"/>
                        <a:pt x="130111" y="144304"/>
                        <a:pt x="128683" y="143065"/>
                      </a:cubicBezTo>
                      <a:cubicBezTo>
                        <a:pt x="127159" y="141827"/>
                        <a:pt x="126016" y="141160"/>
                        <a:pt x="125254" y="141160"/>
                      </a:cubicBezTo>
                      <a:cubicBezTo>
                        <a:pt x="124396" y="141160"/>
                        <a:pt x="123349" y="141732"/>
                        <a:pt x="122110" y="142780"/>
                      </a:cubicBezTo>
                      <a:lnTo>
                        <a:pt x="124873" y="142780"/>
                      </a:lnTo>
                      <a:lnTo>
                        <a:pt x="124301" y="143732"/>
                      </a:lnTo>
                      <a:cubicBezTo>
                        <a:pt x="125825" y="144208"/>
                        <a:pt x="127921" y="145542"/>
                        <a:pt x="130397" y="147447"/>
                      </a:cubicBezTo>
                      <a:lnTo>
                        <a:pt x="124873" y="149828"/>
                      </a:lnTo>
                      <a:lnTo>
                        <a:pt x="125825" y="150400"/>
                      </a:lnTo>
                      <a:cubicBezTo>
                        <a:pt x="125825" y="150400"/>
                        <a:pt x="123444" y="151447"/>
                        <a:pt x="119539" y="153162"/>
                      </a:cubicBezTo>
                      <a:cubicBezTo>
                        <a:pt x="117443" y="153924"/>
                        <a:pt x="115443" y="154305"/>
                        <a:pt x="113633" y="154305"/>
                      </a:cubicBezTo>
                      <a:cubicBezTo>
                        <a:pt x="112681" y="154305"/>
                        <a:pt x="111728" y="154305"/>
                        <a:pt x="110680" y="154114"/>
                      </a:cubicBezTo>
                      <a:cubicBezTo>
                        <a:pt x="110014" y="155924"/>
                        <a:pt x="109823" y="157067"/>
                        <a:pt x="110109" y="157734"/>
                      </a:cubicBezTo>
                      <a:lnTo>
                        <a:pt x="80200" y="158687"/>
                      </a:lnTo>
                      <a:cubicBezTo>
                        <a:pt x="77819" y="156496"/>
                        <a:pt x="74009" y="154591"/>
                        <a:pt x="68866" y="152971"/>
                      </a:cubicBezTo>
                      <a:cubicBezTo>
                        <a:pt x="63246" y="151257"/>
                        <a:pt x="59626" y="149923"/>
                        <a:pt x="58007" y="148876"/>
                      </a:cubicBezTo>
                      <a:cubicBezTo>
                        <a:pt x="57340" y="148018"/>
                        <a:pt x="56197" y="147352"/>
                        <a:pt x="54578" y="146971"/>
                      </a:cubicBezTo>
                      <a:cubicBezTo>
                        <a:pt x="52959" y="146590"/>
                        <a:pt x="51340" y="146209"/>
                        <a:pt x="49720" y="145828"/>
                      </a:cubicBezTo>
                      <a:lnTo>
                        <a:pt x="51911" y="143732"/>
                      </a:lnTo>
                      <a:lnTo>
                        <a:pt x="48958" y="140589"/>
                      </a:lnTo>
                      <a:lnTo>
                        <a:pt x="48101" y="142780"/>
                      </a:lnTo>
                      <a:cubicBezTo>
                        <a:pt x="45529" y="142113"/>
                        <a:pt x="44005" y="139922"/>
                        <a:pt x="43815" y="136303"/>
                      </a:cubicBezTo>
                      <a:cubicBezTo>
                        <a:pt x="43624" y="132969"/>
                        <a:pt x="41815" y="131350"/>
                        <a:pt x="38290" y="131350"/>
                      </a:cubicBezTo>
                      <a:lnTo>
                        <a:pt x="35719" y="131350"/>
                      </a:lnTo>
                      <a:cubicBezTo>
                        <a:pt x="38005" y="131254"/>
                        <a:pt x="39052" y="130016"/>
                        <a:pt x="39052" y="127635"/>
                      </a:cubicBezTo>
                      <a:cubicBezTo>
                        <a:pt x="39052" y="126873"/>
                        <a:pt x="38862" y="126111"/>
                        <a:pt x="38481" y="125444"/>
                      </a:cubicBezTo>
                      <a:cubicBezTo>
                        <a:pt x="38100" y="124777"/>
                        <a:pt x="36671" y="124015"/>
                        <a:pt x="34385" y="123063"/>
                      </a:cubicBezTo>
                      <a:lnTo>
                        <a:pt x="33718" y="123634"/>
                      </a:lnTo>
                      <a:cubicBezTo>
                        <a:pt x="33718" y="123634"/>
                        <a:pt x="33433" y="124015"/>
                        <a:pt x="33147" y="124015"/>
                      </a:cubicBezTo>
                      <a:cubicBezTo>
                        <a:pt x="32766" y="124015"/>
                        <a:pt x="32480" y="123539"/>
                        <a:pt x="32194" y="122396"/>
                      </a:cubicBezTo>
                      <a:cubicBezTo>
                        <a:pt x="31909" y="121444"/>
                        <a:pt x="31909" y="120682"/>
                        <a:pt x="32194" y="119824"/>
                      </a:cubicBezTo>
                      <a:cubicBezTo>
                        <a:pt x="33528" y="119539"/>
                        <a:pt x="35528" y="118205"/>
                        <a:pt x="38100" y="115633"/>
                      </a:cubicBezTo>
                      <a:cubicBezTo>
                        <a:pt x="40481" y="113538"/>
                        <a:pt x="42481" y="112490"/>
                        <a:pt x="44005" y="112490"/>
                      </a:cubicBezTo>
                      <a:cubicBezTo>
                        <a:pt x="44767" y="112490"/>
                        <a:pt x="45625" y="112681"/>
                        <a:pt x="46577" y="113062"/>
                      </a:cubicBezTo>
                      <a:cubicBezTo>
                        <a:pt x="46101" y="112109"/>
                        <a:pt x="46006" y="111347"/>
                        <a:pt x="46577" y="110680"/>
                      </a:cubicBezTo>
                      <a:cubicBezTo>
                        <a:pt x="47053" y="110014"/>
                        <a:pt x="46577" y="108966"/>
                        <a:pt x="45339" y="107728"/>
                      </a:cubicBezTo>
                      <a:lnTo>
                        <a:pt x="52006" y="104584"/>
                      </a:lnTo>
                      <a:lnTo>
                        <a:pt x="50482" y="102394"/>
                      </a:lnTo>
                      <a:cubicBezTo>
                        <a:pt x="51530" y="102394"/>
                        <a:pt x="53245" y="101822"/>
                        <a:pt x="55531" y="100489"/>
                      </a:cubicBezTo>
                      <a:cubicBezTo>
                        <a:pt x="57912" y="99250"/>
                        <a:pt x="59531" y="98679"/>
                        <a:pt x="60293" y="98679"/>
                      </a:cubicBezTo>
                      <a:cubicBezTo>
                        <a:pt x="61626" y="98679"/>
                        <a:pt x="62484" y="99631"/>
                        <a:pt x="62865" y="101632"/>
                      </a:cubicBezTo>
                      <a:cubicBezTo>
                        <a:pt x="62484" y="105918"/>
                        <a:pt x="64008" y="110299"/>
                        <a:pt x="67627" y="114586"/>
                      </a:cubicBezTo>
                      <a:cubicBezTo>
                        <a:pt x="69342" y="116776"/>
                        <a:pt x="72866" y="120015"/>
                        <a:pt x="78009" y="124492"/>
                      </a:cubicBezTo>
                      <a:cubicBezTo>
                        <a:pt x="78867" y="126301"/>
                        <a:pt x="80105" y="127254"/>
                        <a:pt x="82010" y="127254"/>
                      </a:cubicBezTo>
                      <a:cubicBezTo>
                        <a:pt x="82486" y="127254"/>
                        <a:pt x="83344" y="127159"/>
                        <a:pt x="84487" y="126968"/>
                      </a:cubicBezTo>
                      <a:cubicBezTo>
                        <a:pt x="85630" y="126778"/>
                        <a:pt x="86487" y="126682"/>
                        <a:pt x="86963" y="126682"/>
                      </a:cubicBezTo>
                      <a:cubicBezTo>
                        <a:pt x="88106" y="126682"/>
                        <a:pt x="89249" y="126968"/>
                        <a:pt x="90297" y="127445"/>
                      </a:cubicBezTo>
                      <a:cubicBezTo>
                        <a:pt x="91345" y="127921"/>
                        <a:pt x="92488" y="128206"/>
                        <a:pt x="93821" y="128206"/>
                      </a:cubicBezTo>
                      <a:cubicBezTo>
                        <a:pt x="96202" y="128206"/>
                        <a:pt x="98965" y="127159"/>
                        <a:pt x="102108" y="124873"/>
                      </a:cubicBezTo>
                      <a:cubicBezTo>
                        <a:pt x="106870" y="121729"/>
                        <a:pt x="109538" y="120015"/>
                        <a:pt x="110204" y="119824"/>
                      </a:cubicBezTo>
                      <a:cubicBezTo>
                        <a:pt x="110871" y="118777"/>
                        <a:pt x="111252" y="117729"/>
                        <a:pt x="111252" y="116681"/>
                      </a:cubicBezTo>
                      <a:cubicBezTo>
                        <a:pt x="111252" y="115157"/>
                        <a:pt x="110395" y="113062"/>
                        <a:pt x="108585" y="110490"/>
                      </a:cubicBezTo>
                      <a:cubicBezTo>
                        <a:pt x="106775" y="107918"/>
                        <a:pt x="105823" y="106013"/>
                        <a:pt x="105537" y="104680"/>
                      </a:cubicBezTo>
                      <a:cubicBezTo>
                        <a:pt x="102298" y="104204"/>
                        <a:pt x="100393" y="102965"/>
                        <a:pt x="100013" y="100965"/>
                      </a:cubicBezTo>
                      <a:lnTo>
                        <a:pt x="101060" y="100203"/>
                      </a:lnTo>
                      <a:cubicBezTo>
                        <a:pt x="96869" y="98203"/>
                        <a:pt x="90964" y="95155"/>
                        <a:pt x="83534" y="91059"/>
                      </a:cubicBezTo>
                      <a:cubicBezTo>
                        <a:pt x="82772" y="91726"/>
                        <a:pt x="81915" y="92107"/>
                        <a:pt x="81153" y="92107"/>
                      </a:cubicBezTo>
                      <a:cubicBezTo>
                        <a:pt x="80105" y="92107"/>
                        <a:pt x="78772" y="91440"/>
                        <a:pt x="77248" y="89916"/>
                      </a:cubicBezTo>
                      <a:cubicBezTo>
                        <a:pt x="75628" y="88487"/>
                        <a:pt x="74390" y="87725"/>
                        <a:pt x="73533" y="87725"/>
                      </a:cubicBezTo>
                      <a:cubicBezTo>
                        <a:pt x="73152" y="87725"/>
                        <a:pt x="72771" y="87821"/>
                        <a:pt x="72390" y="88201"/>
                      </a:cubicBezTo>
                      <a:cubicBezTo>
                        <a:pt x="69056" y="87249"/>
                        <a:pt x="65817" y="84582"/>
                        <a:pt x="62484" y="80105"/>
                      </a:cubicBezTo>
                      <a:cubicBezTo>
                        <a:pt x="58769" y="75152"/>
                        <a:pt x="55721" y="71914"/>
                        <a:pt x="53149" y="70485"/>
                      </a:cubicBezTo>
                      <a:cubicBezTo>
                        <a:pt x="53435" y="69056"/>
                        <a:pt x="52768" y="67246"/>
                        <a:pt x="51149" y="65056"/>
                      </a:cubicBezTo>
                      <a:cubicBezTo>
                        <a:pt x="49530" y="62960"/>
                        <a:pt x="48958" y="61246"/>
                        <a:pt x="49149" y="60103"/>
                      </a:cubicBezTo>
                      <a:cubicBezTo>
                        <a:pt x="48196" y="58388"/>
                        <a:pt x="47625" y="55150"/>
                        <a:pt x="47339" y="50197"/>
                      </a:cubicBezTo>
                      <a:cubicBezTo>
                        <a:pt x="47053" y="45815"/>
                        <a:pt x="46863" y="41529"/>
                        <a:pt x="46767" y="37147"/>
                      </a:cubicBezTo>
                      <a:cubicBezTo>
                        <a:pt x="47815" y="36766"/>
                        <a:pt x="48387" y="36290"/>
                        <a:pt x="48387" y="35623"/>
                      </a:cubicBezTo>
                      <a:cubicBezTo>
                        <a:pt x="48387" y="35242"/>
                        <a:pt x="48101" y="34576"/>
                        <a:pt x="47625" y="33814"/>
                      </a:cubicBezTo>
                      <a:cubicBezTo>
                        <a:pt x="47149" y="32956"/>
                        <a:pt x="46863" y="32290"/>
                        <a:pt x="46863" y="31909"/>
                      </a:cubicBezTo>
                      <a:cubicBezTo>
                        <a:pt x="47530" y="30099"/>
                        <a:pt x="49816" y="27527"/>
                        <a:pt x="53530" y="24384"/>
                      </a:cubicBezTo>
                      <a:cubicBezTo>
                        <a:pt x="56674" y="21622"/>
                        <a:pt x="58293" y="18955"/>
                        <a:pt x="58293" y="16478"/>
                      </a:cubicBezTo>
                      <a:cubicBezTo>
                        <a:pt x="58864" y="16383"/>
                        <a:pt x="59722" y="15812"/>
                        <a:pt x="60960" y="14954"/>
                      </a:cubicBezTo>
                      <a:cubicBezTo>
                        <a:pt x="62198" y="14002"/>
                        <a:pt x="63055" y="13525"/>
                        <a:pt x="63627" y="13525"/>
                      </a:cubicBezTo>
                      <a:cubicBezTo>
                        <a:pt x="64008" y="13525"/>
                        <a:pt x="64294" y="13811"/>
                        <a:pt x="64579" y="14383"/>
                      </a:cubicBezTo>
                      <a:cubicBezTo>
                        <a:pt x="67056" y="10573"/>
                        <a:pt x="71151" y="7620"/>
                        <a:pt x="76581" y="5429"/>
                      </a:cubicBezTo>
                      <a:cubicBezTo>
                        <a:pt x="81439" y="3905"/>
                        <a:pt x="86296" y="2286"/>
                        <a:pt x="91154" y="762"/>
                      </a:cubicBezTo>
                      <a:cubicBezTo>
                        <a:pt x="92583" y="286"/>
                        <a:pt x="94012" y="0"/>
                        <a:pt x="95440" y="0"/>
                      </a:cubicBezTo>
                      <a:cubicBezTo>
                        <a:pt x="97631" y="0"/>
                        <a:pt x="100393" y="762"/>
                        <a:pt x="103917" y="2476"/>
                      </a:cubicBezTo>
                      <a:cubicBezTo>
                        <a:pt x="107537" y="4096"/>
                        <a:pt x="110299" y="4953"/>
                        <a:pt x="112395" y="4953"/>
                      </a:cubicBezTo>
                      <a:cubicBezTo>
                        <a:pt x="113252" y="4953"/>
                        <a:pt x="114205" y="4858"/>
                        <a:pt x="115157" y="4572"/>
                      </a:cubicBezTo>
                      <a:cubicBezTo>
                        <a:pt x="116109" y="6382"/>
                        <a:pt x="117729" y="7715"/>
                        <a:pt x="120110" y="8287"/>
                      </a:cubicBezTo>
                      <a:cubicBezTo>
                        <a:pt x="123063" y="9239"/>
                        <a:pt x="125063" y="10001"/>
                        <a:pt x="126016" y="10668"/>
                      </a:cubicBezTo>
                      <a:cubicBezTo>
                        <a:pt x="130492" y="11049"/>
                        <a:pt x="134493" y="16859"/>
                        <a:pt x="138017" y="28004"/>
                      </a:cubicBezTo>
                      <a:cubicBezTo>
                        <a:pt x="138017" y="29623"/>
                        <a:pt x="136779" y="31718"/>
                        <a:pt x="134588" y="34290"/>
                      </a:cubicBezTo>
                      <a:cubicBezTo>
                        <a:pt x="132493" y="36957"/>
                        <a:pt x="131445" y="39148"/>
                        <a:pt x="131540" y="40957"/>
                      </a:cubicBezTo>
                      <a:cubicBezTo>
                        <a:pt x="130111" y="40672"/>
                        <a:pt x="129349" y="41148"/>
                        <a:pt x="129159" y="42577"/>
                      </a:cubicBezTo>
                      <a:cubicBezTo>
                        <a:pt x="129159" y="44291"/>
                        <a:pt x="128683" y="45244"/>
                        <a:pt x="128206" y="45529"/>
                      </a:cubicBezTo>
                      <a:cubicBezTo>
                        <a:pt x="124492" y="47244"/>
                        <a:pt x="121920" y="48101"/>
                        <a:pt x="120491" y="48101"/>
                      </a:cubicBezTo>
                      <a:cubicBezTo>
                        <a:pt x="118396" y="48101"/>
                        <a:pt x="116491" y="46768"/>
                        <a:pt x="114586" y="44196"/>
                      </a:cubicBezTo>
                      <a:cubicBezTo>
                        <a:pt x="114395" y="42100"/>
                        <a:pt x="113157" y="40481"/>
                        <a:pt x="110585" y="39433"/>
                      </a:cubicBezTo>
                      <a:cubicBezTo>
                        <a:pt x="107728" y="38386"/>
                        <a:pt x="106013" y="37147"/>
                        <a:pt x="105442" y="35719"/>
                      </a:cubicBezTo>
                      <a:cubicBezTo>
                        <a:pt x="104680" y="35623"/>
                        <a:pt x="102679" y="34862"/>
                        <a:pt x="99346" y="33528"/>
                      </a:cubicBezTo>
                      <a:cubicBezTo>
                        <a:pt x="96679" y="32480"/>
                        <a:pt x="94583" y="32004"/>
                        <a:pt x="93059" y="32004"/>
                      </a:cubicBezTo>
                      <a:cubicBezTo>
                        <a:pt x="90773" y="32004"/>
                        <a:pt x="88963" y="33052"/>
                        <a:pt x="87344" y="35147"/>
                      </a:cubicBezTo>
                      <a:cubicBezTo>
                        <a:pt x="86773" y="34957"/>
                        <a:pt x="86296" y="34957"/>
                        <a:pt x="85915" y="34957"/>
                      </a:cubicBezTo>
                      <a:cubicBezTo>
                        <a:pt x="84867" y="34957"/>
                        <a:pt x="83248" y="36004"/>
                        <a:pt x="80963" y="37909"/>
                      </a:cubicBezTo>
                      <a:cubicBezTo>
                        <a:pt x="81629" y="39052"/>
                        <a:pt x="82010" y="40100"/>
                        <a:pt x="82010" y="41053"/>
                      </a:cubicBezTo>
                      <a:cubicBezTo>
                        <a:pt x="82010" y="42291"/>
                        <a:pt x="81058" y="43339"/>
                        <a:pt x="79343" y="44291"/>
                      </a:cubicBezTo>
                      <a:cubicBezTo>
                        <a:pt x="77533" y="45339"/>
                        <a:pt x="76676" y="46291"/>
                        <a:pt x="76676" y="47244"/>
                      </a:cubicBezTo>
                      <a:cubicBezTo>
                        <a:pt x="76676" y="48006"/>
                        <a:pt x="77152" y="49054"/>
                        <a:pt x="78009" y="50387"/>
                      </a:cubicBezTo>
                      <a:cubicBezTo>
                        <a:pt x="83534" y="58388"/>
                        <a:pt x="91916" y="64484"/>
                        <a:pt x="103060" y="68580"/>
                      </a:cubicBezTo>
                      <a:cubicBezTo>
                        <a:pt x="104489" y="68961"/>
                        <a:pt x="106584" y="70199"/>
                        <a:pt x="109251" y="72390"/>
                      </a:cubicBezTo>
                      <a:cubicBezTo>
                        <a:pt x="112014" y="74581"/>
                        <a:pt x="114300" y="75724"/>
                        <a:pt x="116109" y="75914"/>
                      </a:cubicBezTo>
                      <a:cubicBezTo>
                        <a:pt x="118015" y="76105"/>
                        <a:pt x="120491" y="77629"/>
                        <a:pt x="123825" y="80296"/>
                      </a:cubicBezTo>
                      <a:cubicBezTo>
                        <a:pt x="126682" y="82963"/>
                        <a:pt x="129445" y="84106"/>
                        <a:pt x="132112" y="83629"/>
                      </a:cubicBezTo>
                      <a:cubicBezTo>
                        <a:pt x="132112" y="84963"/>
                        <a:pt x="132302" y="85630"/>
                        <a:pt x="132778" y="85820"/>
                      </a:cubicBezTo>
                      <a:cubicBezTo>
                        <a:pt x="134017" y="85820"/>
                        <a:pt x="134874" y="86677"/>
                        <a:pt x="135445" y="88487"/>
                      </a:cubicBezTo>
                      <a:cubicBezTo>
                        <a:pt x="136017" y="90297"/>
                        <a:pt x="136969" y="90964"/>
                        <a:pt x="138017" y="90488"/>
                      </a:cubicBezTo>
                      <a:cubicBezTo>
                        <a:pt x="138303" y="91440"/>
                        <a:pt x="140017" y="94107"/>
                        <a:pt x="143161" y="98584"/>
                      </a:cubicBezTo>
                      <a:cubicBezTo>
                        <a:pt x="145542" y="102298"/>
                        <a:pt x="146780" y="105632"/>
                        <a:pt x="146780" y="108585"/>
                      </a:cubicBezTo>
                      <a:cubicBezTo>
                        <a:pt x="147447" y="109442"/>
                        <a:pt x="147733" y="110204"/>
                        <a:pt x="147733" y="110966"/>
                      </a:cubicBezTo>
                      <a:cubicBezTo>
                        <a:pt x="147733" y="111633"/>
                        <a:pt x="147447" y="112395"/>
                        <a:pt x="146780" y="113347"/>
                      </a:cubicBezTo>
                      <a:cubicBezTo>
                        <a:pt x="146113" y="114300"/>
                        <a:pt x="145732" y="115062"/>
                        <a:pt x="145732" y="115443"/>
                      </a:cubicBezTo>
                      <a:cubicBezTo>
                        <a:pt x="145732" y="116205"/>
                        <a:pt x="146209" y="117062"/>
                        <a:pt x="147256" y="117824"/>
                      </a:cubicBezTo>
                      <a:close/>
                      <a:moveTo>
                        <a:pt x="33718" y="122491"/>
                      </a:moveTo>
                      <a:lnTo>
                        <a:pt x="38290" y="120872"/>
                      </a:lnTo>
                      <a:lnTo>
                        <a:pt x="36100" y="120872"/>
                      </a:lnTo>
                      <a:lnTo>
                        <a:pt x="33718" y="122491"/>
                      </a:lnTo>
                      <a:close/>
                      <a:moveTo>
                        <a:pt x="35147" y="141637"/>
                      </a:moveTo>
                      <a:lnTo>
                        <a:pt x="36100" y="141637"/>
                      </a:lnTo>
                      <a:lnTo>
                        <a:pt x="37719" y="142780"/>
                      </a:lnTo>
                      <a:lnTo>
                        <a:pt x="35147" y="141637"/>
                      </a:lnTo>
                      <a:close/>
                      <a:moveTo>
                        <a:pt x="41434" y="152019"/>
                      </a:moveTo>
                      <a:cubicBezTo>
                        <a:pt x="41148" y="150590"/>
                        <a:pt x="41624" y="149257"/>
                        <a:pt x="42863" y="148114"/>
                      </a:cubicBezTo>
                      <a:lnTo>
                        <a:pt x="42672" y="148304"/>
                      </a:lnTo>
                      <a:cubicBezTo>
                        <a:pt x="42672" y="148304"/>
                        <a:pt x="42958" y="149257"/>
                        <a:pt x="43624" y="149828"/>
                      </a:cubicBezTo>
                      <a:cubicBezTo>
                        <a:pt x="44196" y="150400"/>
                        <a:pt x="44482" y="150876"/>
                        <a:pt x="44482" y="151066"/>
                      </a:cubicBezTo>
                      <a:cubicBezTo>
                        <a:pt x="44482" y="151447"/>
                        <a:pt x="44196" y="151829"/>
                        <a:pt x="43624" y="152114"/>
                      </a:cubicBezTo>
                      <a:lnTo>
                        <a:pt x="41434" y="152114"/>
                      </a:lnTo>
                      <a:close/>
                      <a:moveTo>
                        <a:pt x="43243" y="147542"/>
                      </a:moveTo>
                      <a:cubicBezTo>
                        <a:pt x="43243" y="147542"/>
                        <a:pt x="42863" y="148018"/>
                        <a:pt x="42863" y="148114"/>
                      </a:cubicBezTo>
                      <a:cubicBezTo>
                        <a:pt x="42863" y="148018"/>
                        <a:pt x="42958" y="147828"/>
                        <a:pt x="43243" y="147542"/>
                      </a:cubicBezTo>
                      <a:close/>
                      <a:moveTo>
                        <a:pt x="43624" y="143827"/>
                      </a:moveTo>
                      <a:cubicBezTo>
                        <a:pt x="44101" y="143827"/>
                        <a:pt x="44767" y="144113"/>
                        <a:pt x="45434" y="144875"/>
                      </a:cubicBezTo>
                      <a:cubicBezTo>
                        <a:pt x="46101" y="145542"/>
                        <a:pt x="46482" y="145923"/>
                        <a:pt x="46577" y="146018"/>
                      </a:cubicBezTo>
                      <a:cubicBezTo>
                        <a:pt x="45815" y="146209"/>
                        <a:pt x="44672" y="146685"/>
                        <a:pt x="43243" y="147638"/>
                      </a:cubicBezTo>
                      <a:cubicBezTo>
                        <a:pt x="44291" y="146304"/>
                        <a:pt x="44482" y="145066"/>
                        <a:pt x="43624" y="143923"/>
                      </a:cubicBezTo>
                      <a:close/>
                      <a:moveTo>
                        <a:pt x="48101" y="127063"/>
                      </a:moveTo>
                      <a:lnTo>
                        <a:pt x="48101" y="125539"/>
                      </a:lnTo>
                      <a:lnTo>
                        <a:pt x="43624" y="123158"/>
                      </a:lnTo>
                      <a:lnTo>
                        <a:pt x="48101" y="127063"/>
                      </a:lnTo>
                      <a:close/>
                      <a:moveTo>
                        <a:pt x="51816" y="133255"/>
                      </a:moveTo>
                      <a:cubicBezTo>
                        <a:pt x="51816" y="133255"/>
                        <a:pt x="52292" y="133350"/>
                        <a:pt x="53816" y="133636"/>
                      </a:cubicBezTo>
                      <a:cubicBezTo>
                        <a:pt x="54483" y="133826"/>
                        <a:pt x="55150" y="133350"/>
                        <a:pt x="55531" y="132493"/>
                      </a:cubicBezTo>
                      <a:cubicBezTo>
                        <a:pt x="54007" y="131921"/>
                        <a:pt x="52673" y="132207"/>
                        <a:pt x="51816" y="133255"/>
                      </a:cubicBezTo>
                      <a:cubicBezTo>
                        <a:pt x="51435" y="133255"/>
                        <a:pt x="51244" y="133445"/>
                        <a:pt x="51244" y="133826"/>
                      </a:cubicBezTo>
                      <a:lnTo>
                        <a:pt x="49720" y="135350"/>
                      </a:lnTo>
                      <a:lnTo>
                        <a:pt x="51244" y="135350"/>
                      </a:lnTo>
                      <a:cubicBezTo>
                        <a:pt x="51149" y="134683"/>
                        <a:pt x="51149" y="134207"/>
                        <a:pt x="51244" y="133826"/>
                      </a:cubicBezTo>
                      <a:lnTo>
                        <a:pt x="51816" y="133255"/>
                      </a:lnTo>
                      <a:close/>
                      <a:moveTo>
                        <a:pt x="52768" y="58388"/>
                      </a:moveTo>
                      <a:cubicBezTo>
                        <a:pt x="53435" y="57721"/>
                        <a:pt x="53626" y="57150"/>
                        <a:pt x="53340" y="56579"/>
                      </a:cubicBezTo>
                      <a:lnTo>
                        <a:pt x="54007" y="55245"/>
                      </a:lnTo>
                      <a:cubicBezTo>
                        <a:pt x="53435" y="54578"/>
                        <a:pt x="52768" y="54102"/>
                        <a:pt x="51911" y="53721"/>
                      </a:cubicBezTo>
                      <a:cubicBezTo>
                        <a:pt x="51054" y="53340"/>
                        <a:pt x="50482" y="53149"/>
                        <a:pt x="50197" y="53149"/>
                      </a:cubicBezTo>
                      <a:cubicBezTo>
                        <a:pt x="52292" y="54197"/>
                        <a:pt x="53340" y="55340"/>
                        <a:pt x="53340" y="56674"/>
                      </a:cubicBezTo>
                      <a:lnTo>
                        <a:pt x="52768" y="58483"/>
                      </a:lnTo>
                      <a:close/>
                      <a:moveTo>
                        <a:pt x="66389" y="47054"/>
                      </a:moveTo>
                      <a:lnTo>
                        <a:pt x="66389" y="46482"/>
                      </a:lnTo>
                      <a:cubicBezTo>
                        <a:pt x="65913" y="43053"/>
                        <a:pt x="63532" y="41338"/>
                        <a:pt x="59341" y="41338"/>
                      </a:cubicBezTo>
                      <a:cubicBezTo>
                        <a:pt x="56007" y="41338"/>
                        <a:pt x="53340" y="42196"/>
                        <a:pt x="51244" y="44101"/>
                      </a:cubicBezTo>
                      <a:cubicBezTo>
                        <a:pt x="51911" y="44387"/>
                        <a:pt x="52578" y="45625"/>
                        <a:pt x="53340" y="47911"/>
                      </a:cubicBezTo>
                      <a:cubicBezTo>
                        <a:pt x="54007" y="50197"/>
                        <a:pt x="55340" y="51149"/>
                        <a:pt x="57150" y="50768"/>
                      </a:cubicBezTo>
                      <a:lnTo>
                        <a:pt x="57150" y="50197"/>
                      </a:lnTo>
                      <a:cubicBezTo>
                        <a:pt x="57150" y="50197"/>
                        <a:pt x="58007" y="48387"/>
                        <a:pt x="58483" y="45815"/>
                      </a:cubicBezTo>
                      <a:cubicBezTo>
                        <a:pt x="58864" y="43720"/>
                        <a:pt x="59626" y="42672"/>
                        <a:pt x="60865" y="42672"/>
                      </a:cubicBezTo>
                      <a:cubicBezTo>
                        <a:pt x="61436" y="42672"/>
                        <a:pt x="62008" y="42863"/>
                        <a:pt x="62674" y="43243"/>
                      </a:cubicBezTo>
                      <a:lnTo>
                        <a:pt x="62674" y="44863"/>
                      </a:lnTo>
                      <a:cubicBezTo>
                        <a:pt x="62674" y="44863"/>
                        <a:pt x="63246" y="44672"/>
                        <a:pt x="63722" y="44672"/>
                      </a:cubicBezTo>
                      <a:cubicBezTo>
                        <a:pt x="63913" y="44672"/>
                        <a:pt x="64865" y="45434"/>
                        <a:pt x="66484" y="47054"/>
                      </a:cubicBezTo>
                      <a:close/>
                      <a:moveTo>
                        <a:pt x="54007" y="110109"/>
                      </a:moveTo>
                      <a:cubicBezTo>
                        <a:pt x="52768" y="110109"/>
                        <a:pt x="52101" y="109918"/>
                        <a:pt x="51816" y="109538"/>
                      </a:cubicBezTo>
                      <a:lnTo>
                        <a:pt x="53435" y="111728"/>
                      </a:lnTo>
                      <a:cubicBezTo>
                        <a:pt x="54102" y="111347"/>
                        <a:pt x="54292" y="110776"/>
                        <a:pt x="54102" y="110109"/>
                      </a:cubicBezTo>
                      <a:close/>
                      <a:moveTo>
                        <a:pt x="55531" y="49149"/>
                      </a:moveTo>
                      <a:lnTo>
                        <a:pt x="54959" y="48577"/>
                      </a:lnTo>
                      <a:lnTo>
                        <a:pt x="56578" y="48577"/>
                      </a:lnTo>
                      <a:cubicBezTo>
                        <a:pt x="56578" y="48577"/>
                        <a:pt x="56102" y="48958"/>
                        <a:pt x="55531" y="49149"/>
                      </a:cubicBezTo>
                      <a:close/>
                      <a:moveTo>
                        <a:pt x="56578" y="48577"/>
                      </a:moveTo>
                      <a:cubicBezTo>
                        <a:pt x="56578" y="48577"/>
                        <a:pt x="57055" y="48292"/>
                        <a:pt x="57150" y="48577"/>
                      </a:cubicBezTo>
                      <a:lnTo>
                        <a:pt x="56578" y="48577"/>
                      </a:lnTo>
                      <a:close/>
                      <a:moveTo>
                        <a:pt x="57912" y="145447"/>
                      </a:moveTo>
                      <a:lnTo>
                        <a:pt x="59436" y="143827"/>
                      </a:lnTo>
                      <a:cubicBezTo>
                        <a:pt x="58769" y="143161"/>
                        <a:pt x="58293" y="142875"/>
                        <a:pt x="57912" y="142875"/>
                      </a:cubicBezTo>
                      <a:lnTo>
                        <a:pt x="57912" y="145447"/>
                      </a:lnTo>
                      <a:close/>
                      <a:moveTo>
                        <a:pt x="60293" y="51340"/>
                      </a:moveTo>
                      <a:cubicBezTo>
                        <a:pt x="60579" y="50578"/>
                        <a:pt x="60293" y="49721"/>
                        <a:pt x="59436" y="48577"/>
                      </a:cubicBezTo>
                      <a:lnTo>
                        <a:pt x="59436" y="52292"/>
                      </a:lnTo>
                      <a:lnTo>
                        <a:pt x="60293" y="51245"/>
                      </a:lnTo>
                      <a:close/>
                      <a:moveTo>
                        <a:pt x="63246" y="158115"/>
                      </a:moveTo>
                      <a:lnTo>
                        <a:pt x="62674" y="157543"/>
                      </a:lnTo>
                      <a:lnTo>
                        <a:pt x="64198" y="157543"/>
                      </a:lnTo>
                      <a:cubicBezTo>
                        <a:pt x="63436" y="157924"/>
                        <a:pt x="63055" y="158115"/>
                        <a:pt x="63246" y="158115"/>
                      </a:cubicBezTo>
                      <a:close/>
                      <a:moveTo>
                        <a:pt x="82391" y="141732"/>
                      </a:moveTo>
                      <a:lnTo>
                        <a:pt x="83153" y="140684"/>
                      </a:lnTo>
                      <a:lnTo>
                        <a:pt x="82391" y="138493"/>
                      </a:lnTo>
                      <a:lnTo>
                        <a:pt x="82391" y="141732"/>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 name="Google Shape;1202;p99"/>
                <p:cNvSpPr/>
                <p:nvPr/>
              </p:nvSpPr>
              <p:spPr>
                <a:xfrm>
                  <a:off x="6981538" y="3261225"/>
                  <a:ext cx="106584" cy="159106"/>
                </a:xfrm>
                <a:custGeom>
                  <a:avLst/>
                  <a:gdLst/>
                  <a:ahLst/>
                  <a:cxnLst/>
                  <a:rect l="l" t="t" r="r" b="b"/>
                  <a:pathLst>
                    <a:path w="106584" h="159106" extrusionOk="0">
                      <a:moveTo>
                        <a:pt x="104966" y="5469"/>
                      </a:moveTo>
                      <a:lnTo>
                        <a:pt x="106585" y="33472"/>
                      </a:lnTo>
                      <a:cubicBezTo>
                        <a:pt x="103251" y="34520"/>
                        <a:pt x="98870" y="34806"/>
                        <a:pt x="93155" y="34234"/>
                      </a:cubicBezTo>
                      <a:cubicBezTo>
                        <a:pt x="86487" y="33568"/>
                        <a:pt x="82011" y="33377"/>
                        <a:pt x="79915" y="33663"/>
                      </a:cubicBezTo>
                      <a:cubicBezTo>
                        <a:pt x="75152" y="34329"/>
                        <a:pt x="71343" y="36520"/>
                        <a:pt x="68485" y="40330"/>
                      </a:cubicBezTo>
                      <a:cubicBezTo>
                        <a:pt x="68771" y="41283"/>
                        <a:pt x="68866" y="42235"/>
                        <a:pt x="68866" y="43378"/>
                      </a:cubicBezTo>
                      <a:cubicBezTo>
                        <a:pt x="68866" y="44426"/>
                        <a:pt x="68675" y="45950"/>
                        <a:pt x="68295" y="47950"/>
                      </a:cubicBezTo>
                      <a:cubicBezTo>
                        <a:pt x="67913" y="49951"/>
                        <a:pt x="67723" y="51570"/>
                        <a:pt x="67723" y="52618"/>
                      </a:cubicBezTo>
                      <a:cubicBezTo>
                        <a:pt x="67723" y="54142"/>
                        <a:pt x="68009" y="55666"/>
                        <a:pt x="68485" y="57094"/>
                      </a:cubicBezTo>
                      <a:cubicBezTo>
                        <a:pt x="68866" y="57951"/>
                        <a:pt x="69056" y="58618"/>
                        <a:pt x="69056" y="59285"/>
                      </a:cubicBezTo>
                      <a:cubicBezTo>
                        <a:pt x="69056" y="60237"/>
                        <a:pt x="68771" y="61285"/>
                        <a:pt x="68295" y="62428"/>
                      </a:cubicBezTo>
                      <a:cubicBezTo>
                        <a:pt x="67819" y="63667"/>
                        <a:pt x="67533" y="64428"/>
                        <a:pt x="67533" y="65000"/>
                      </a:cubicBezTo>
                      <a:cubicBezTo>
                        <a:pt x="67533" y="65762"/>
                        <a:pt x="67913" y="66524"/>
                        <a:pt x="68485" y="67191"/>
                      </a:cubicBezTo>
                      <a:lnTo>
                        <a:pt x="67913" y="76049"/>
                      </a:lnTo>
                      <a:cubicBezTo>
                        <a:pt x="67723" y="75001"/>
                        <a:pt x="67056" y="74334"/>
                        <a:pt x="65723" y="74049"/>
                      </a:cubicBezTo>
                      <a:cubicBezTo>
                        <a:pt x="63818" y="73572"/>
                        <a:pt x="62770" y="73192"/>
                        <a:pt x="62579" y="73096"/>
                      </a:cubicBezTo>
                      <a:cubicBezTo>
                        <a:pt x="62103" y="73477"/>
                        <a:pt x="61818" y="73953"/>
                        <a:pt x="62008" y="74620"/>
                      </a:cubicBezTo>
                      <a:cubicBezTo>
                        <a:pt x="62103" y="75192"/>
                        <a:pt x="62008" y="75763"/>
                        <a:pt x="61818" y="76240"/>
                      </a:cubicBezTo>
                      <a:cubicBezTo>
                        <a:pt x="62579" y="75859"/>
                        <a:pt x="63246" y="75668"/>
                        <a:pt x="63722" y="75668"/>
                      </a:cubicBezTo>
                      <a:cubicBezTo>
                        <a:pt x="64675" y="75668"/>
                        <a:pt x="65437" y="76716"/>
                        <a:pt x="65913" y="78621"/>
                      </a:cubicBezTo>
                      <a:cubicBezTo>
                        <a:pt x="66485" y="81097"/>
                        <a:pt x="66866" y="82621"/>
                        <a:pt x="67342" y="83002"/>
                      </a:cubicBezTo>
                      <a:lnTo>
                        <a:pt x="66390" y="83002"/>
                      </a:lnTo>
                      <a:cubicBezTo>
                        <a:pt x="68009" y="87288"/>
                        <a:pt x="68771" y="93384"/>
                        <a:pt x="68961" y="101195"/>
                      </a:cubicBezTo>
                      <a:cubicBezTo>
                        <a:pt x="68866" y="107482"/>
                        <a:pt x="68771" y="113768"/>
                        <a:pt x="68771" y="119959"/>
                      </a:cubicBezTo>
                      <a:cubicBezTo>
                        <a:pt x="68866" y="123579"/>
                        <a:pt x="69152" y="126912"/>
                        <a:pt x="69533" y="129770"/>
                      </a:cubicBezTo>
                      <a:cubicBezTo>
                        <a:pt x="69628" y="129770"/>
                        <a:pt x="70104" y="130056"/>
                        <a:pt x="70961" y="130532"/>
                      </a:cubicBezTo>
                      <a:cubicBezTo>
                        <a:pt x="71819" y="131008"/>
                        <a:pt x="72581" y="131199"/>
                        <a:pt x="73247" y="130913"/>
                      </a:cubicBezTo>
                      <a:cubicBezTo>
                        <a:pt x="72390" y="132913"/>
                        <a:pt x="71819" y="137961"/>
                        <a:pt x="71533" y="146153"/>
                      </a:cubicBezTo>
                      <a:cubicBezTo>
                        <a:pt x="71438" y="150630"/>
                        <a:pt x="69914" y="153678"/>
                        <a:pt x="67342" y="155392"/>
                      </a:cubicBezTo>
                      <a:cubicBezTo>
                        <a:pt x="67723" y="155678"/>
                        <a:pt x="68009" y="156440"/>
                        <a:pt x="68009" y="157583"/>
                      </a:cubicBezTo>
                      <a:cubicBezTo>
                        <a:pt x="66485" y="157678"/>
                        <a:pt x="62103" y="157678"/>
                        <a:pt x="54579" y="157583"/>
                      </a:cubicBezTo>
                      <a:cubicBezTo>
                        <a:pt x="49054" y="157393"/>
                        <a:pt x="44672" y="157964"/>
                        <a:pt x="41339" y="159107"/>
                      </a:cubicBezTo>
                      <a:cubicBezTo>
                        <a:pt x="38577" y="156821"/>
                        <a:pt x="37243" y="153201"/>
                        <a:pt x="37243" y="148439"/>
                      </a:cubicBezTo>
                      <a:cubicBezTo>
                        <a:pt x="37338" y="144343"/>
                        <a:pt x="37434" y="140343"/>
                        <a:pt x="37434" y="136152"/>
                      </a:cubicBezTo>
                      <a:cubicBezTo>
                        <a:pt x="38100" y="121102"/>
                        <a:pt x="38386" y="105291"/>
                        <a:pt x="38386" y="88812"/>
                      </a:cubicBezTo>
                      <a:cubicBezTo>
                        <a:pt x="38386" y="72334"/>
                        <a:pt x="38100" y="55570"/>
                        <a:pt x="37434" y="38140"/>
                      </a:cubicBezTo>
                      <a:cubicBezTo>
                        <a:pt x="36672" y="35377"/>
                        <a:pt x="34576" y="33949"/>
                        <a:pt x="31147" y="33949"/>
                      </a:cubicBezTo>
                      <a:cubicBezTo>
                        <a:pt x="30480" y="33949"/>
                        <a:pt x="29623" y="33949"/>
                        <a:pt x="28385" y="34139"/>
                      </a:cubicBezTo>
                      <a:lnTo>
                        <a:pt x="25813" y="34139"/>
                      </a:lnTo>
                      <a:cubicBezTo>
                        <a:pt x="24099" y="34139"/>
                        <a:pt x="22765" y="33853"/>
                        <a:pt x="21717" y="33377"/>
                      </a:cubicBezTo>
                      <a:cubicBezTo>
                        <a:pt x="22956" y="33472"/>
                        <a:pt x="18955" y="33568"/>
                        <a:pt x="9906" y="33568"/>
                      </a:cubicBezTo>
                      <a:cubicBezTo>
                        <a:pt x="5811" y="33568"/>
                        <a:pt x="2572" y="32425"/>
                        <a:pt x="0" y="30424"/>
                      </a:cubicBezTo>
                      <a:lnTo>
                        <a:pt x="0" y="2707"/>
                      </a:lnTo>
                      <a:cubicBezTo>
                        <a:pt x="667" y="3373"/>
                        <a:pt x="1524" y="3754"/>
                        <a:pt x="2381" y="3754"/>
                      </a:cubicBezTo>
                      <a:cubicBezTo>
                        <a:pt x="4001" y="3754"/>
                        <a:pt x="5620" y="2707"/>
                        <a:pt x="7144" y="611"/>
                      </a:cubicBezTo>
                      <a:cubicBezTo>
                        <a:pt x="15145" y="135"/>
                        <a:pt x="27051" y="40"/>
                        <a:pt x="42768" y="420"/>
                      </a:cubicBezTo>
                      <a:cubicBezTo>
                        <a:pt x="58484" y="801"/>
                        <a:pt x="70581" y="706"/>
                        <a:pt x="78963" y="40"/>
                      </a:cubicBezTo>
                      <a:cubicBezTo>
                        <a:pt x="79343" y="897"/>
                        <a:pt x="80010" y="1278"/>
                        <a:pt x="80772" y="1278"/>
                      </a:cubicBezTo>
                      <a:cubicBezTo>
                        <a:pt x="81344" y="1278"/>
                        <a:pt x="82106" y="1087"/>
                        <a:pt x="82963" y="706"/>
                      </a:cubicBezTo>
                      <a:cubicBezTo>
                        <a:pt x="83916" y="325"/>
                        <a:pt x="84487" y="135"/>
                        <a:pt x="84868" y="135"/>
                      </a:cubicBezTo>
                      <a:cubicBezTo>
                        <a:pt x="86487" y="1087"/>
                        <a:pt x="90583" y="1087"/>
                        <a:pt x="97346" y="135"/>
                      </a:cubicBezTo>
                      <a:cubicBezTo>
                        <a:pt x="102394" y="-532"/>
                        <a:pt x="104966" y="1278"/>
                        <a:pt x="105252" y="5564"/>
                      </a:cubicBezTo>
                      <a:close/>
                      <a:moveTo>
                        <a:pt x="16764" y="11565"/>
                      </a:moveTo>
                      <a:cubicBezTo>
                        <a:pt x="18002" y="9469"/>
                        <a:pt x="19717" y="8421"/>
                        <a:pt x="21908" y="8421"/>
                      </a:cubicBezTo>
                      <a:cubicBezTo>
                        <a:pt x="22670" y="8421"/>
                        <a:pt x="23908" y="8612"/>
                        <a:pt x="25813" y="8993"/>
                      </a:cubicBezTo>
                      <a:cubicBezTo>
                        <a:pt x="27527" y="9374"/>
                        <a:pt x="28956" y="9565"/>
                        <a:pt x="30004" y="9565"/>
                      </a:cubicBezTo>
                      <a:cubicBezTo>
                        <a:pt x="31052" y="9565"/>
                        <a:pt x="32100" y="9374"/>
                        <a:pt x="32957" y="9184"/>
                      </a:cubicBezTo>
                      <a:lnTo>
                        <a:pt x="29813" y="6040"/>
                      </a:lnTo>
                      <a:cubicBezTo>
                        <a:pt x="28670" y="6040"/>
                        <a:pt x="28099" y="5469"/>
                        <a:pt x="28194" y="4421"/>
                      </a:cubicBezTo>
                      <a:cubicBezTo>
                        <a:pt x="28480" y="3087"/>
                        <a:pt x="28480" y="2421"/>
                        <a:pt x="28194" y="2230"/>
                      </a:cubicBezTo>
                      <a:cubicBezTo>
                        <a:pt x="27813" y="2992"/>
                        <a:pt x="27337" y="3468"/>
                        <a:pt x="26861" y="3659"/>
                      </a:cubicBezTo>
                      <a:cubicBezTo>
                        <a:pt x="26575" y="3468"/>
                        <a:pt x="26289" y="3468"/>
                        <a:pt x="25908" y="3468"/>
                      </a:cubicBezTo>
                      <a:cubicBezTo>
                        <a:pt x="25718" y="3564"/>
                        <a:pt x="25718" y="4230"/>
                        <a:pt x="25908" y="5469"/>
                      </a:cubicBezTo>
                      <a:cubicBezTo>
                        <a:pt x="24385" y="6421"/>
                        <a:pt x="22289" y="7088"/>
                        <a:pt x="19717" y="7374"/>
                      </a:cubicBezTo>
                      <a:cubicBezTo>
                        <a:pt x="16764" y="7659"/>
                        <a:pt x="14764" y="8041"/>
                        <a:pt x="13811" y="8421"/>
                      </a:cubicBezTo>
                      <a:lnTo>
                        <a:pt x="17812" y="8421"/>
                      </a:lnTo>
                      <a:cubicBezTo>
                        <a:pt x="17050" y="9660"/>
                        <a:pt x="16193" y="10326"/>
                        <a:pt x="15431" y="10803"/>
                      </a:cubicBezTo>
                      <a:cubicBezTo>
                        <a:pt x="15336" y="10803"/>
                        <a:pt x="15240" y="10803"/>
                        <a:pt x="15240" y="10612"/>
                      </a:cubicBezTo>
                      <a:cubicBezTo>
                        <a:pt x="14954" y="10708"/>
                        <a:pt x="14764" y="10993"/>
                        <a:pt x="14478" y="11184"/>
                      </a:cubicBezTo>
                      <a:cubicBezTo>
                        <a:pt x="13716" y="11469"/>
                        <a:pt x="13050" y="11565"/>
                        <a:pt x="12764" y="11565"/>
                      </a:cubicBezTo>
                      <a:cubicBezTo>
                        <a:pt x="12192" y="11279"/>
                        <a:pt x="11525" y="11279"/>
                        <a:pt x="10573" y="11565"/>
                      </a:cubicBezTo>
                      <a:cubicBezTo>
                        <a:pt x="7811" y="11279"/>
                        <a:pt x="5906" y="11279"/>
                        <a:pt x="4858" y="11565"/>
                      </a:cubicBezTo>
                      <a:lnTo>
                        <a:pt x="4858" y="10612"/>
                      </a:lnTo>
                      <a:lnTo>
                        <a:pt x="2477" y="13184"/>
                      </a:lnTo>
                      <a:cubicBezTo>
                        <a:pt x="3143" y="13470"/>
                        <a:pt x="3810" y="13565"/>
                        <a:pt x="4572" y="13565"/>
                      </a:cubicBezTo>
                      <a:cubicBezTo>
                        <a:pt x="4763" y="13565"/>
                        <a:pt x="6763" y="12898"/>
                        <a:pt x="10478" y="11565"/>
                      </a:cubicBezTo>
                      <a:lnTo>
                        <a:pt x="12668" y="11565"/>
                      </a:lnTo>
                      <a:cubicBezTo>
                        <a:pt x="12668" y="11565"/>
                        <a:pt x="13335" y="12136"/>
                        <a:pt x="13621" y="12612"/>
                      </a:cubicBezTo>
                      <a:cubicBezTo>
                        <a:pt x="13907" y="13089"/>
                        <a:pt x="14097" y="13660"/>
                        <a:pt x="14383" y="14327"/>
                      </a:cubicBezTo>
                      <a:cubicBezTo>
                        <a:pt x="14193" y="13946"/>
                        <a:pt x="14002" y="13470"/>
                        <a:pt x="13811" y="12993"/>
                      </a:cubicBezTo>
                      <a:cubicBezTo>
                        <a:pt x="13811" y="12136"/>
                        <a:pt x="14002" y="11565"/>
                        <a:pt x="14383" y="11184"/>
                      </a:cubicBezTo>
                      <a:cubicBezTo>
                        <a:pt x="14669" y="11184"/>
                        <a:pt x="14954" y="11088"/>
                        <a:pt x="15336" y="10803"/>
                      </a:cubicBezTo>
                      <a:cubicBezTo>
                        <a:pt x="16288" y="12136"/>
                        <a:pt x="16764" y="12898"/>
                        <a:pt x="16764" y="13184"/>
                      </a:cubicBezTo>
                      <a:lnTo>
                        <a:pt x="22098" y="12232"/>
                      </a:lnTo>
                      <a:lnTo>
                        <a:pt x="16764" y="11660"/>
                      </a:lnTo>
                      <a:close/>
                      <a:moveTo>
                        <a:pt x="12764" y="20613"/>
                      </a:moveTo>
                      <a:lnTo>
                        <a:pt x="15907" y="18994"/>
                      </a:lnTo>
                      <a:lnTo>
                        <a:pt x="14383" y="18994"/>
                      </a:lnTo>
                      <a:lnTo>
                        <a:pt x="12764" y="20613"/>
                      </a:lnTo>
                      <a:close/>
                      <a:moveTo>
                        <a:pt x="37243" y="5469"/>
                      </a:moveTo>
                      <a:lnTo>
                        <a:pt x="39624" y="2802"/>
                      </a:lnTo>
                      <a:cubicBezTo>
                        <a:pt x="38767" y="2707"/>
                        <a:pt x="37815" y="2326"/>
                        <a:pt x="36672" y="1659"/>
                      </a:cubicBezTo>
                      <a:lnTo>
                        <a:pt x="34100" y="5469"/>
                      </a:lnTo>
                      <a:lnTo>
                        <a:pt x="31338" y="3850"/>
                      </a:lnTo>
                      <a:lnTo>
                        <a:pt x="35147" y="7564"/>
                      </a:lnTo>
                      <a:cubicBezTo>
                        <a:pt x="35147" y="4992"/>
                        <a:pt x="35719" y="3373"/>
                        <a:pt x="36767" y="2802"/>
                      </a:cubicBezTo>
                      <a:cubicBezTo>
                        <a:pt x="37148" y="3087"/>
                        <a:pt x="37338" y="3945"/>
                        <a:pt x="37338" y="5469"/>
                      </a:cubicBezTo>
                      <a:close/>
                      <a:moveTo>
                        <a:pt x="44958" y="84526"/>
                      </a:moveTo>
                      <a:cubicBezTo>
                        <a:pt x="47340" y="84812"/>
                        <a:pt x="48387" y="84621"/>
                        <a:pt x="48102" y="83955"/>
                      </a:cubicBezTo>
                      <a:cubicBezTo>
                        <a:pt x="47530" y="83669"/>
                        <a:pt x="46482" y="83859"/>
                        <a:pt x="44958" y="84526"/>
                      </a:cubicBezTo>
                      <a:cubicBezTo>
                        <a:pt x="44291" y="84336"/>
                        <a:pt x="43815" y="84336"/>
                        <a:pt x="43435" y="84526"/>
                      </a:cubicBezTo>
                      <a:cubicBezTo>
                        <a:pt x="44006" y="84812"/>
                        <a:pt x="44578" y="84812"/>
                        <a:pt x="44958" y="84526"/>
                      </a:cubicBezTo>
                      <a:close/>
                      <a:moveTo>
                        <a:pt x="65723" y="81383"/>
                      </a:moveTo>
                      <a:cubicBezTo>
                        <a:pt x="64199" y="80335"/>
                        <a:pt x="62103" y="79859"/>
                        <a:pt x="59436" y="79859"/>
                      </a:cubicBezTo>
                      <a:cubicBezTo>
                        <a:pt x="56102" y="79859"/>
                        <a:pt x="53912" y="79668"/>
                        <a:pt x="52769" y="79287"/>
                      </a:cubicBezTo>
                      <a:lnTo>
                        <a:pt x="58103" y="82431"/>
                      </a:lnTo>
                      <a:cubicBezTo>
                        <a:pt x="57436" y="82717"/>
                        <a:pt x="57150" y="83193"/>
                        <a:pt x="57150" y="84050"/>
                      </a:cubicBezTo>
                      <a:lnTo>
                        <a:pt x="58674" y="84050"/>
                      </a:lnTo>
                      <a:cubicBezTo>
                        <a:pt x="59246" y="84241"/>
                        <a:pt x="59531" y="84526"/>
                        <a:pt x="59531" y="84812"/>
                      </a:cubicBezTo>
                      <a:cubicBezTo>
                        <a:pt x="59531" y="84907"/>
                        <a:pt x="59341" y="85384"/>
                        <a:pt x="58865" y="85955"/>
                      </a:cubicBezTo>
                      <a:cubicBezTo>
                        <a:pt x="58484" y="86622"/>
                        <a:pt x="58388" y="87193"/>
                        <a:pt x="58674" y="87765"/>
                      </a:cubicBezTo>
                      <a:lnTo>
                        <a:pt x="61818" y="87765"/>
                      </a:lnTo>
                      <a:cubicBezTo>
                        <a:pt x="60198" y="86145"/>
                        <a:pt x="59436" y="85098"/>
                        <a:pt x="59436" y="84431"/>
                      </a:cubicBezTo>
                      <a:cubicBezTo>
                        <a:pt x="59436" y="83955"/>
                        <a:pt x="59722" y="83478"/>
                        <a:pt x="60484" y="83097"/>
                      </a:cubicBezTo>
                      <a:cubicBezTo>
                        <a:pt x="61246" y="82812"/>
                        <a:pt x="62103" y="82431"/>
                        <a:pt x="63151" y="81954"/>
                      </a:cubicBezTo>
                      <a:cubicBezTo>
                        <a:pt x="64104" y="81859"/>
                        <a:pt x="64866" y="82145"/>
                        <a:pt x="65723" y="83002"/>
                      </a:cubicBezTo>
                      <a:lnTo>
                        <a:pt x="65723" y="81383"/>
                      </a:lnTo>
                      <a:close/>
                      <a:moveTo>
                        <a:pt x="58008" y="67762"/>
                      </a:moveTo>
                      <a:cubicBezTo>
                        <a:pt x="58770" y="68810"/>
                        <a:pt x="59817" y="69382"/>
                        <a:pt x="61151" y="69382"/>
                      </a:cubicBezTo>
                      <a:cubicBezTo>
                        <a:pt x="63056" y="69382"/>
                        <a:pt x="64770" y="68619"/>
                        <a:pt x="66294" y="67191"/>
                      </a:cubicBezTo>
                      <a:lnTo>
                        <a:pt x="63341" y="66143"/>
                      </a:lnTo>
                      <a:cubicBezTo>
                        <a:pt x="63151" y="67762"/>
                        <a:pt x="62865" y="68524"/>
                        <a:pt x="62294" y="68524"/>
                      </a:cubicBezTo>
                      <a:cubicBezTo>
                        <a:pt x="62199" y="68524"/>
                        <a:pt x="61627" y="68048"/>
                        <a:pt x="60579" y="67095"/>
                      </a:cubicBezTo>
                      <a:cubicBezTo>
                        <a:pt x="59627" y="66143"/>
                        <a:pt x="58674" y="65857"/>
                        <a:pt x="57912" y="66048"/>
                      </a:cubicBezTo>
                      <a:lnTo>
                        <a:pt x="57912" y="67667"/>
                      </a:lnTo>
                      <a:close/>
                      <a:moveTo>
                        <a:pt x="65342" y="86526"/>
                      </a:moveTo>
                      <a:lnTo>
                        <a:pt x="65818" y="86717"/>
                      </a:lnTo>
                      <a:lnTo>
                        <a:pt x="65342" y="86526"/>
                      </a:lnTo>
                      <a:lnTo>
                        <a:pt x="61818" y="83955"/>
                      </a:lnTo>
                      <a:cubicBezTo>
                        <a:pt x="61436" y="85193"/>
                        <a:pt x="61818" y="85860"/>
                        <a:pt x="62961" y="86050"/>
                      </a:cubicBezTo>
                      <a:cubicBezTo>
                        <a:pt x="63722" y="86241"/>
                        <a:pt x="64580" y="86336"/>
                        <a:pt x="65342" y="86431"/>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 name="Google Shape;1203;p99"/>
                <p:cNvSpPr/>
                <p:nvPr/>
              </p:nvSpPr>
              <p:spPr>
                <a:xfrm>
                  <a:off x="7096600" y="3260216"/>
                  <a:ext cx="122586" cy="160115"/>
                </a:xfrm>
                <a:custGeom>
                  <a:avLst/>
                  <a:gdLst/>
                  <a:ahLst/>
                  <a:cxnLst/>
                  <a:rect l="l" t="t" r="r" b="b"/>
                  <a:pathLst>
                    <a:path w="122586" h="160115" extrusionOk="0">
                      <a:moveTo>
                        <a:pt x="108109" y="127921"/>
                      </a:moveTo>
                      <a:cubicBezTo>
                        <a:pt x="110776" y="129635"/>
                        <a:pt x="112205" y="132397"/>
                        <a:pt x="112490" y="136398"/>
                      </a:cubicBezTo>
                      <a:cubicBezTo>
                        <a:pt x="112490" y="139827"/>
                        <a:pt x="112681" y="143161"/>
                        <a:pt x="112681" y="146495"/>
                      </a:cubicBezTo>
                      <a:cubicBezTo>
                        <a:pt x="112872" y="148304"/>
                        <a:pt x="113157" y="149923"/>
                        <a:pt x="113538" y="151257"/>
                      </a:cubicBezTo>
                      <a:cubicBezTo>
                        <a:pt x="109824" y="157163"/>
                        <a:pt x="103727" y="160115"/>
                        <a:pt x="94965" y="160115"/>
                      </a:cubicBezTo>
                      <a:cubicBezTo>
                        <a:pt x="92488" y="160115"/>
                        <a:pt x="88582" y="159829"/>
                        <a:pt x="83248" y="159353"/>
                      </a:cubicBezTo>
                      <a:cubicBezTo>
                        <a:pt x="77819" y="158877"/>
                        <a:pt x="73914" y="158591"/>
                        <a:pt x="71342" y="158591"/>
                      </a:cubicBezTo>
                      <a:cubicBezTo>
                        <a:pt x="68580" y="158591"/>
                        <a:pt x="66104" y="158687"/>
                        <a:pt x="64008" y="158972"/>
                      </a:cubicBezTo>
                      <a:lnTo>
                        <a:pt x="19050" y="158972"/>
                      </a:lnTo>
                      <a:lnTo>
                        <a:pt x="19050" y="158401"/>
                      </a:lnTo>
                      <a:cubicBezTo>
                        <a:pt x="17431" y="157544"/>
                        <a:pt x="14669" y="157353"/>
                        <a:pt x="10763" y="158020"/>
                      </a:cubicBezTo>
                      <a:cubicBezTo>
                        <a:pt x="6763" y="158687"/>
                        <a:pt x="3810" y="158305"/>
                        <a:pt x="1619" y="156877"/>
                      </a:cubicBezTo>
                      <a:cubicBezTo>
                        <a:pt x="2286" y="138113"/>
                        <a:pt x="2667" y="119444"/>
                        <a:pt x="2667" y="101060"/>
                      </a:cubicBezTo>
                      <a:cubicBezTo>
                        <a:pt x="2667" y="82677"/>
                        <a:pt x="2286" y="64008"/>
                        <a:pt x="1619" y="45244"/>
                      </a:cubicBezTo>
                      <a:cubicBezTo>
                        <a:pt x="2381" y="45815"/>
                        <a:pt x="2953" y="46006"/>
                        <a:pt x="3239" y="45815"/>
                      </a:cubicBezTo>
                      <a:lnTo>
                        <a:pt x="3810" y="45244"/>
                      </a:lnTo>
                      <a:cubicBezTo>
                        <a:pt x="3906" y="44482"/>
                        <a:pt x="3620" y="43910"/>
                        <a:pt x="2857" y="43624"/>
                      </a:cubicBezTo>
                      <a:cubicBezTo>
                        <a:pt x="2096" y="43339"/>
                        <a:pt x="1714" y="43053"/>
                        <a:pt x="1714" y="42958"/>
                      </a:cubicBezTo>
                      <a:cubicBezTo>
                        <a:pt x="1714" y="42672"/>
                        <a:pt x="2096" y="42196"/>
                        <a:pt x="2763" y="41529"/>
                      </a:cubicBezTo>
                      <a:cubicBezTo>
                        <a:pt x="2763" y="42672"/>
                        <a:pt x="2953" y="43434"/>
                        <a:pt x="3334" y="43720"/>
                      </a:cubicBezTo>
                      <a:cubicBezTo>
                        <a:pt x="4667" y="43624"/>
                        <a:pt x="5049" y="42767"/>
                        <a:pt x="4382" y="41434"/>
                      </a:cubicBezTo>
                      <a:cubicBezTo>
                        <a:pt x="3810" y="40005"/>
                        <a:pt x="4000" y="39243"/>
                        <a:pt x="4858" y="38957"/>
                      </a:cubicBezTo>
                      <a:cubicBezTo>
                        <a:pt x="4667" y="39243"/>
                        <a:pt x="4667" y="39434"/>
                        <a:pt x="4667" y="39719"/>
                      </a:cubicBezTo>
                      <a:cubicBezTo>
                        <a:pt x="4667" y="40291"/>
                        <a:pt x="5049" y="40767"/>
                        <a:pt x="5810" y="41434"/>
                      </a:cubicBezTo>
                      <a:cubicBezTo>
                        <a:pt x="6477" y="42005"/>
                        <a:pt x="6954" y="42481"/>
                        <a:pt x="7048" y="42672"/>
                      </a:cubicBezTo>
                      <a:lnTo>
                        <a:pt x="10192" y="42101"/>
                      </a:lnTo>
                      <a:lnTo>
                        <a:pt x="7048" y="39910"/>
                      </a:lnTo>
                      <a:lnTo>
                        <a:pt x="10192" y="38290"/>
                      </a:lnTo>
                      <a:cubicBezTo>
                        <a:pt x="10192" y="38290"/>
                        <a:pt x="9240" y="37338"/>
                        <a:pt x="7811" y="35909"/>
                      </a:cubicBezTo>
                      <a:cubicBezTo>
                        <a:pt x="6668" y="34957"/>
                        <a:pt x="5810" y="34576"/>
                        <a:pt x="5144" y="34576"/>
                      </a:cubicBezTo>
                      <a:cubicBezTo>
                        <a:pt x="4382" y="34576"/>
                        <a:pt x="3715" y="35052"/>
                        <a:pt x="3143" y="36100"/>
                      </a:cubicBezTo>
                      <a:cubicBezTo>
                        <a:pt x="2191" y="35623"/>
                        <a:pt x="1714" y="35052"/>
                        <a:pt x="1714" y="34576"/>
                      </a:cubicBezTo>
                      <a:cubicBezTo>
                        <a:pt x="1714" y="34290"/>
                        <a:pt x="2286" y="33719"/>
                        <a:pt x="3334" y="32861"/>
                      </a:cubicBezTo>
                      <a:cubicBezTo>
                        <a:pt x="4382" y="32004"/>
                        <a:pt x="4858" y="31337"/>
                        <a:pt x="4667" y="30671"/>
                      </a:cubicBezTo>
                      <a:lnTo>
                        <a:pt x="6287" y="32195"/>
                      </a:lnTo>
                      <a:lnTo>
                        <a:pt x="7239" y="31052"/>
                      </a:lnTo>
                      <a:cubicBezTo>
                        <a:pt x="7239" y="31052"/>
                        <a:pt x="8097" y="31623"/>
                        <a:pt x="8573" y="31623"/>
                      </a:cubicBezTo>
                      <a:cubicBezTo>
                        <a:pt x="9240" y="31623"/>
                        <a:pt x="10287" y="31337"/>
                        <a:pt x="11621" y="30671"/>
                      </a:cubicBezTo>
                      <a:cubicBezTo>
                        <a:pt x="12954" y="30004"/>
                        <a:pt x="14002" y="29623"/>
                        <a:pt x="14669" y="29623"/>
                      </a:cubicBezTo>
                      <a:cubicBezTo>
                        <a:pt x="15430" y="29623"/>
                        <a:pt x="16097" y="29909"/>
                        <a:pt x="16669" y="30671"/>
                      </a:cubicBezTo>
                      <a:lnTo>
                        <a:pt x="17716" y="30004"/>
                      </a:lnTo>
                      <a:cubicBezTo>
                        <a:pt x="17526" y="28861"/>
                        <a:pt x="16859" y="28004"/>
                        <a:pt x="15430" y="27527"/>
                      </a:cubicBezTo>
                      <a:cubicBezTo>
                        <a:pt x="14002" y="27051"/>
                        <a:pt x="13240" y="26670"/>
                        <a:pt x="12954" y="26289"/>
                      </a:cubicBezTo>
                      <a:cubicBezTo>
                        <a:pt x="10859" y="26194"/>
                        <a:pt x="8287" y="26194"/>
                        <a:pt x="5239" y="26289"/>
                      </a:cubicBezTo>
                      <a:cubicBezTo>
                        <a:pt x="4953" y="26956"/>
                        <a:pt x="4667" y="27337"/>
                        <a:pt x="4477" y="27337"/>
                      </a:cubicBezTo>
                      <a:cubicBezTo>
                        <a:pt x="3906" y="26956"/>
                        <a:pt x="3620" y="26765"/>
                        <a:pt x="3334" y="26765"/>
                      </a:cubicBezTo>
                      <a:cubicBezTo>
                        <a:pt x="3048" y="26765"/>
                        <a:pt x="2857" y="26765"/>
                        <a:pt x="2572" y="26956"/>
                      </a:cubicBezTo>
                      <a:lnTo>
                        <a:pt x="1048" y="21050"/>
                      </a:lnTo>
                      <a:cubicBezTo>
                        <a:pt x="2096" y="21050"/>
                        <a:pt x="2763" y="20669"/>
                        <a:pt x="3143" y="20003"/>
                      </a:cubicBezTo>
                      <a:cubicBezTo>
                        <a:pt x="3143" y="18764"/>
                        <a:pt x="2667" y="18479"/>
                        <a:pt x="1714" y="18955"/>
                      </a:cubicBezTo>
                      <a:cubicBezTo>
                        <a:pt x="667" y="19526"/>
                        <a:pt x="95" y="19336"/>
                        <a:pt x="0" y="18574"/>
                      </a:cubicBezTo>
                      <a:lnTo>
                        <a:pt x="1524" y="17050"/>
                      </a:lnTo>
                      <a:lnTo>
                        <a:pt x="3143" y="18574"/>
                      </a:lnTo>
                      <a:cubicBezTo>
                        <a:pt x="3143" y="18574"/>
                        <a:pt x="3715" y="16954"/>
                        <a:pt x="3715" y="14859"/>
                      </a:cubicBezTo>
                      <a:cubicBezTo>
                        <a:pt x="3715" y="15430"/>
                        <a:pt x="4096" y="15812"/>
                        <a:pt x="4667" y="16002"/>
                      </a:cubicBezTo>
                      <a:cubicBezTo>
                        <a:pt x="5715" y="15240"/>
                        <a:pt x="6287" y="14573"/>
                        <a:pt x="6287" y="14097"/>
                      </a:cubicBezTo>
                      <a:cubicBezTo>
                        <a:pt x="6287" y="13430"/>
                        <a:pt x="5429" y="12478"/>
                        <a:pt x="3620" y="11239"/>
                      </a:cubicBezTo>
                      <a:cubicBezTo>
                        <a:pt x="1810" y="10001"/>
                        <a:pt x="953" y="8858"/>
                        <a:pt x="953" y="7811"/>
                      </a:cubicBezTo>
                      <a:cubicBezTo>
                        <a:pt x="953" y="6953"/>
                        <a:pt x="1429" y="5905"/>
                        <a:pt x="2477" y="4858"/>
                      </a:cubicBezTo>
                      <a:lnTo>
                        <a:pt x="6191" y="953"/>
                      </a:lnTo>
                      <a:cubicBezTo>
                        <a:pt x="12954" y="286"/>
                        <a:pt x="20098" y="0"/>
                        <a:pt x="27718" y="0"/>
                      </a:cubicBezTo>
                      <a:cubicBezTo>
                        <a:pt x="35338" y="0"/>
                        <a:pt x="45815" y="381"/>
                        <a:pt x="60293" y="1143"/>
                      </a:cubicBezTo>
                      <a:cubicBezTo>
                        <a:pt x="74772" y="2000"/>
                        <a:pt x="85725" y="2381"/>
                        <a:pt x="93059" y="2381"/>
                      </a:cubicBezTo>
                      <a:cubicBezTo>
                        <a:pt x="98298" y="2381"/>
                        <a:pt x="103347" y="2381"/>
                        <a:pt x="108014" y="2000"/>
                      </a:cubicBezTo>
                      <a:cubicBezTo>
                        <a:pt x="111062" y="4381"/>
                        <a:pt x="112490" y="7525"/>
                        <a:pt x="112490" y="11430"/>
                      </a:cubicBezTo>
                      <a:cubicBezTo>
                        <a:pt x="112490" y="12668"/>
                        <a:pt x="112300" y="14669"/>
                        <a:pt x="111919" y="17526"/>
                      </a:cubicBezTo>
                      <a:cubicBezTo>
                        <a:pt x="111538" y="20479"/>
                        <a:pt x="111347" y="22670"/>
                        <a:pt x="111347" y="24289"/>
                      </a:cubicBezTo>
                      <a:cubicBezTo>
                        <a:pt x="111347" y="25908"/>
                        <a:pt x="111347" y="27337"/>
                        <a:pt x="111729" y="28670"/>
                      </a:cubicBezTo>
                      <a:cubicBezTo>
                        <a:pt x="111729" y="30766"/>
                        <a:pt x="110395" y="31813"/>
                        <a:pt x="107728" y="31813"/>
                      </a:cubicBezTo>
                      <a:cubicBezTo>
                        <a:pt x="107347" y="31813"/>
                        <a:pt x="106680" y="31813"/>
                        <a:pt x="105728" y="31623"/>
                      </a:cubicBezTo>
                      <a:lnTo>
                        <a:pt x="103727" y="31623"/>
                      </a:lnTo>
                      <a:cubicBezTo>
                        <a:pt x="102108" y="31623"/>
                        <a:pt x="100965" y="31909"/>
                        <a:pt x="100108" y="32385"/>
                      </a:cubicBezTo>
                      <a:lnTo>
                        <a:pt x="95821" y="32385"/>
                      </a:lnTo>
                      <a:lnTo>
                        <a:pt x="95821" y="31623"/>
                      </a:lnTo>
                      <a:cubicBezTo>
                        <a:pt x="89725" y="32099"/>
                        <a:pt x="82963" y="32385"/>
                        <a:pt x="75248" y="32385"/>
                      </a:cubicBezTo>
                      <a:cubicBezTo>
                        <a:pt x="70581" y="32576"/>
                        <a:pt x="63627" y="32576"/>
                        <a:pt x="54579" y="32385"/>
                      </a:cubicBezTo>
                      <a:lnTo>
                        <a:pt x="33909" y="32385"/>
                      </a:lnTo>
                      <a:cubicBezTo>
                        <a:pt x="32957" y="34766"/>
                        <a:pt x="32481" y="37433"/>
                        <a:pt x="32481" y="40481"/>
                      </a:cubicBezTo>
                      <a:cubicBezTo>
                        <a:pt x="32481" y="41434"/>
                        <a:pt x="32481" y="42767"/>
                        <a:pt x="32671" y="44672"/>
                      </a:cubicBezTo>
                      <a:lnTo>
                        <a:pt x="32671" y="48959"/>
                      </a:lnTo>
                      <a:cubicBezTo>
                        <a:pt x="32671" y="51911"/>
                        <a:pt x="32385" y="54483"/>
                        <a:pt x="31718" y="56864"/>
                      </a:cubicBezTo>
                      <a:cubicBezTo>
                        <a:pt x="32195" y="58674"/>
                        <a:pt x="32481" y="60484"/>
                        <a:pt x="32671" y="62389"/>
                      </a:cubicBezTo>
                      <a:cubicBezTo>
                        <a:pt x="33338" y="64770"/>
                        <a:pt x="34576" y="65913"/>
                        <a:pt x="36290" y="65913"/>
                      </a:cubicBezTo>
                      <a:cubicBezTo>
                        <a:pt x="36862" y="65913"/>
                        <a:pt x="37338" y="65913"/>
                        <a:pt x="37910" y="65722"/>
                      </a:cubicBezTo>
                      <a:cubicBezTo>
                        <a:pt x="38291" y="65818"/>
                        <a:pt x="38767" y="65913"/>
                        <a:pt x="39243" y="65913"/>
                      </a:cubicBezTo>
                      <a:cubicBezTo>
                        <a:pt x="39814" y="65913"/>
                        <a:pt x="40577" y="65818"/>
                        <a:pt x="41624" y="65532"/>
                      </a:cubicBezTo>
                      <a:cubicBezTo>
                        <a:pt x="42672" y="65246"/>
                        <a:pt x="43434" y="65151"/>
                        <a:pt x="43720" y="65151"/>
                      </a:cubicBezTo>
                      <a:cubicBezTo>
                        <a:pt x="44768" y="65151"/>
                        <a:pt x="45625" y="65627"/>
                        <a:pt x="46291" y="66770"/>
                      </a:cubicBezTo>
                      <a:cubicBezTo>
                        <a:pt x="49911" y="65722"/>
                        <a:pt x="54007" y="65151"/>
                        <a:pt x="58769" y="65151"/>
                      </a:cubicBezTo>
                      <a:cubicBezTo>
                        <a:pt x="61150" y="65151"/>
                        <a:pt x="64580" y="65342"/>
                        <a:pt x="69152" y="65627"/>
                      </a:cubicBezTo>
                      <a:cubicBezTo>
                        <a:pt x="73723" y="65913"/>
                        <a:pt x="77058" y="66104"/>
                        <a:pt x="79343" y="66104"/>
                      </a:cubicBezTo>
                      <a:cubicBezTo>
                        <a:pt x="81629" y="66104"/>
                        <a:pt x="83725" y="66008"/>
                        <a:pt x="85725" y="65722"/>
                      </a:cubicBezTo>
                      <a:cubicBezTo>
                        <a:pt x="86583" y="68961"/>
                        <a:pt x="87059" y="73533"/>
                        <a:pt x="86868" y="79534"/>
                      </a:cubicBezTo>
                      <a:cubicBezTo>
                        <a:pt x="86773" y="86296"/>
                        <a:pt x="86868" y="90869"/>
                        <a:pt x="87344" y="93345"/>
                      </a:cubicBezTo>
                      <a:cubicBezTo>
                        <a:pt x="84487" y="95345"/>
                        <a:pt x="80867" y="96298"/>
                        <a:pt x="76105" y="96298"/>
                      </a:cubicBezTo>
                      <a:cubicBezTo>
                        <a:pt x="74105" y="96298"/>
                        <a:pt x="71152" y="96107"/>
                        <a:pt x="67151" y="95726"/>
                      </a:cubicBezTo>
                      <a:cubicBezTo>
                        <a:pt x="63151" y="95345"/>
                        <a:pt x="60103" y="95155"/>
                        <a:pt x="58008" y="95155"/>
                      </a:cubicBezTo>
                      <a:cubicBezTo>
                        <a:pt x="55912" y="95155"/>
                        <a:pt x="54102" y="95250"/>
                        <a:pt x="52483" y="95536"/>
                      </a:cubicBezTo>
                      <a:lnTo>
                        <a:pt x="52483" y="94488"/>
                      </a:lnTo>
                      <a:cubicBezTo>
                        <a:pt x="51531" y="94679"/>
                        <a:pt x="49530" y="94679"/>
                        <a:pt x="46387" y="94679"/>
                      </a:cubicBezTo>
                      <a:cubicBezTo>
                        <a:pt x="44291" y="94679"/>
                        <a:pt x="42291" y="95155"/>
                        <a:pt x="40481" y="96107"/>
                      </a:cubicBezTo>
                      <a:cubicBezTo>
                        <a:pt x="39814" y="95726"/>
                        <a:pt x="38958" y="95536"/>
                        <a:pt x="37815" y="95536"/>
                      </a:cubicBezTo>
                      <a:cubicBezTo>
                        <a:pt x="36290" y="95631"/>
                        <a:pt x="35338" y="95631"/>
                        <a:pt x="35052" y="95536"/>
                      </a:cubicBezTo>
                      <a:cubicBezTo>
                        <a:pt x="32957" y="96203"/>
                        <a:pt x="31909" y="97822"/>
                        <a:pt x="31909" y="100489"/>
                      </a:cubicBezTo>
                      <a:cubicBezTo>
                        <a:pt x="31909" y="102298"/>
                        <a:pt x="32290" y="103822"/>
                        <a:pt x="32861" y="104870"/>
                      </a:cubicBezTo>
                      <a:cubicBezTo>
                        <a:pt x="30004" y="104108"/>
                        <a:pt x="27432" y="104870"/>
                        <a:pt x="25241" y="107061"/>
                      </a:cubicBezTo>
                      <a:lnTo>
                        <a:pt x="30385" y="106109"/>
                      </a:lnTo>
                      <a:lnTo>
                        <a:pt x="29813" y="107061"/>
                      </a:lnTo>
                      <a:cubicBezTo>
                        <a:pt x="30099" y="107632"/>
                        <a:pt x="30385" y="107823"/>
                        <a:pt x="30861" y="107823"/>
                      </a:cubicBezTo>
                      <a:cubicBezTo>
                        <a:pt x="30575" y="107823"/>
                        <a:pt x="31338" y="107252"/>
                        <a:pt x="32957" y="106013"/>
                      </a:cubicBezTo>
                      <a:cubicBezTo>
                        <a:pt x="32957" y="105537"/>
                        <a:pt x="32957" y="109252"/>
                        <a:pt x="32766" y="117443"/>
                      </a:cubicBezTo>
                      <a:cubicBezTo>
                        <a:pt x="32671" y="122206"/>
                        <a:pt x="33433" y="125825"/>
                        <a:pt x="35147" y="128302"/>
                      </a:cubicBezTo>
                      <a:cubicBezTo>
                        <a:pt x="40100" y="128969"/>
                        <a:pt x="45148" y="129349"/>
                        <a:pt x="50578" y="129349"/>
                      </a:cubicBezTo>
                      <a:cubicBezTo>
                        <a:pt x="54673" y="129349"/>
                        <a:pt x="60579" y="129064"/>
                        <a:pt x="68485" y="128492"/>
                      </a:cubicBezTo>
                      <a:cubicBezTo>
                        <a:pt x="76295" y="127921"/>
                        <a:pt x="82201" y="127730"/>
                        <a:pt x="86106" y="127730"/>
                      </a:cubicBezTo>
                      <a:cubicBezTo>
                        <a:pt x="92012" y="127730"/>
                        <a:pt x="97536" y="128206"/>
                        <a:pt x="102680" y="128969"/>
                      </a:cubicBezTo>
                      <a:cubicBezTo>
                        <a:pt x="103537" y="126873"/>
                        <a:pt x="105442" y="126682"/>
                        <a:pt x="108109" y="128397"/>
                      </a:cubicBezTo>
                      <a:close/>
                      <a:moveTo>
                        <a:pt x="6287" y="28861"/>
                      </a:moveTo>
                      <a:lnTo>
                        <a:pt x="7525" y="30385"/>
                      </a:lnTo>
                      <a:lnTo>
                        <a:pt x="7239" y="30766"/>
                      </a:lnTo>
                      <a:cubicBezTo>
                        <a:pt x="6763" y="30194"/>
                        <a:pt x="6382" y="29528"/>
                        <a:pt x="6287" y="28861"/>
                      </a:cubicBezTo>
                      <a:close/>
                      <a:moveTo>
                        <a:pt x="46768" y="85249"/>
                      </a:moveTo>
                      <a:lnTo>
                        <a:pt x="44387" y="85249"/>
                      </a:lnTo>
                      <a:cubicBezTo>
                        <a:pt x="44768" y="86201"/>
                        <a:pt x="45625" y="86201"/>
                        <a:pt x="46768" y="85249"/>
                      </a:cubicBezTo>
                      <a:lnTo>
                        <a:pt x="47720" y="85249"/>
                      </a:lnTo>
                      <a:cubicBezTo>
                        <a:pt x="47720" y="85249"/>
                        <a:pt x="48101" y="86011"/>
                        <a:pt x="48101" y="86582"/>
                      </a:cubicBezTo>
                      <a:lnTo>
                        <a:pt x="50864" y="85249"/>
                      </a:lnTo>
                      <a:cubicBezTo>
                        <a:pt x="51531" y="85915"/>
                        <a:pt x="51816" y="86392"/>
                        <a:pt x="51816" y="86582"/>
                      </a:cubicBezTo>
                      <a:lnTo>
                        <a:pt x="54769" y="86582"/>
                      </a:lnTo>
                      <a:lnTo>
                        <a:pt x="54769" y="85249"/>
                      </a:lnTo>
                      <a:lnTo>
                        <a:pt x="47625" y="85249"/>
                      </a:lnTo>
                      <a:cubicBezTo>
                        <a:pt x="47625" y="85249"/>
                        <a:pt x="47054" y="84963"/>
                        <a:pt x="46673" y="85249"/>
                      </a:cubicBezTo>
                      <a:close/>
                      <a:moveTo>
                        <a:pt x="85249" y="10859"/>
                      </a:moveTo>
                      <a:lnTo>
                        <a:pt x="83630" y="9906"/>
                      </a:lnTo>
                      <a:lnTo>
                        <a:pt x="85249" y="13049"/>
                      </a:lnTo>
                      <a:lnTo>
                        <a:pt x="85249" y="10859"/>
                      </a:lnTo>
                      <a:close/>
                      <a:moveTo>
                        <a:pt x="121730" y="138494"/>
                      </a:moveTo>
                      <a:lnTo>
                        <a:pt x="122587" y="138494"/>
                      </a:lnTo>
                      <a:lnTo>
                        <a:pt x="120205" y="139827"/>
                      </a:lnTo>
                      <a:lnTo>
                        <a:pt x="121730" y="138494"/>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 name="Google Shape;1204;p99"/>
                <p:cNvSpPr/>
                <p:nvPr/>
              </p:nvSpPr>
              <p:spPr>
                <a:xfrm>
                  <a:off x="7189183" y="3245322"/>
                  <a:ext cx="153256" cy="174533"/>
                </a:xfrm>
                <a:custGeom>
                  <a:avLst/>
                  <a:gdLst/>
                  <a:ahLst/>
                  <a:cxnLst/>
                  <a:rect l="l" t="t" r="r" b="b"/>
                  <a:pathLst>
                    <a:path w="153256" h="174533" extrusionOk="0">
                      <a:moveTo>
                        <a:pt x="571" y="74236"/>
                      </a:moveTo>
                      <a:lnTo>
                        <a:pt x="0" y="71188"/>
                      </a:lnTo>
                      <a:lnTo>
                        <a:pt x="1524" y="73378"/>
                      </a:lnTo>
                      <a:lnTo>
                        <a:pt x="571" y="74236"/>
                      </a:lnTo>
                      <a:close/>
                      <a:moveTo>
                        <a:pt x="12002" y="96905"/>
                      </a:moveTo>
                      <a:cubicBezTo>
                        <a:pt x="12573" y="96905"/>
                        <a:pt x="13239" y="97191"/>
                        <a:pt x="14383" y="97857"/>
                      </a:cubicBezTo>
                      <a:lnTo>
                        <a:pt x="12002" y="99477"/>
                      </a:lnTo>
                      <a:lnTo>
                        <a:pt x="12002" y="96905"/>
                      </a:lnTo>
                      <a:close/>
                      <a:moveTo>
                        <a:pt x="17336" y="43279"/>
                      </a:moveTo>
                      <a:cubicBezTo>
                        <a:pt x="16669" y="43946"/>
                        <a:pt x="16097" y="44232"/>
                        <a:pt x="15811" y="44232"/>
                      </a:cubicBezTo>
                      <a:cubicBezTo>
                        <a:pt x="15430" y="44232"/>
                        <a:pt x="15049" y="43755"/>
                        <a:pt x="14764" y="42708"/>
                      </a:cubicBezTo>
                      <a:lnTo>
                        <a:pt x="14383" y="40327"/>
                      </a:lnTo>
                      <a:lnTo>
                        <a:pt x="17336" y="43279"/>
                      </a:lnTo>
                      <a:close/>
                      <a:moveTo>
                        <a:pt x="20478" y="47946"/>
                      </a:moveTo>
                      <a:lnTo>
                        <a:pt x="21050" y="44232"/>
                      </a:lnTo>
                      <a:lnTo>
                        <a:pt x="23241" y="47946"/>
                      </a:lnTo>
                      <a:lnTo>
                        <a:pt x="20478" y="47946"/>
                      </a:lnTo>
                      <a:close/>
                      <a:moveTo>
                        <a:pt x="25812" y="38707"/>
                      </a:moveTo>
                      <a:cubicBezTo>
                        <a:pt x="25622" y="37564"/>
                        <a:pt x="24765" y="36802"/>
                        <a:pt x="23241" y="36326"/>
                      </a:cubicBezTo>
                      <a:cubicBezTo>
                        <a:pt x="21621" y="35850"/>
                        <a:pt x="20955" y="34993"/>
                        <a:pt x="21050" y="33945"/>
                      </a:cubicBezTo>
                      <a:cubicBezTo>
                        <a:pt x="21907" y="33659"/>
                        <a:pt x="22764" y="34040"/>
                        <a:pt x="23622" y="34897"/>
                      </a:cubicBezTo>
                      <a:cubicBezTo>
                        <a:pt x="24955" y="36326"/>
                        <a:pt x="25622" y="37088"/>
                        <a:pt x="25812" y="37088"/>
                      </a:cubicBezTo>
                      <a:lnTo>
                        <a:pt x="25812" y="38707"/>
                      </a:lnTo>
                      <a:close/>
                      <a:moveTo>
                        <a:pt x="26955" y="46422"/>
                      </a:moveTo>
                      <a:lnTo>
                        <a:pt x="24765" y="46422"/>
                      </a:lnTo>
                      <a:cubicBezTo>
                        <a:pt x="24574" y="45756"/>
                        <a:pt x="24955" y="45184"/>
                        <a:pt x="25812" y="44803"/>
                      </a:cubicBezTo>
                      <a:cubicBezTo>
                        <a:pt x="26479" y="44422"/>
                        <a:pt x="26861" y="44613"/>
                        <a:pt x="26955" y="45470"/>
                      </a:cubicBezTo>
                      <a:lnTo>
                        <a:pt x="26955" y="46422"/>
                      </a:lnTo>
                      <a:close/>
                      <a:moveTo>
                        <a:pt x="24765" y="113669"/>
                      </a:moveTo>
                      <a:lnTo>
                        <a:pt x="26384" y="111478"/>
                      </a:lnTo>
                      <a:cubicBezTo>
                        <a:pt x="26384" y="112812"/>
                        <a:pt x="26194" y="113479"/>
                        <a:pt x="25812" y="113669"/>
                      </a:cubicBezTo>
                      <a:lnTo>
                        <a:pt x="24765" y="113669"/>
                      </a:lnTo>
                      <a:close/>
                      <a:moveTo>
                        <a:pt x="25812" y="103763"/>
                      </a:moveTo>
                      <a:cubicBezTo>
                        <a:pt x="25527" y="102715"/>
                        <a:pt x="26479" y="102144"/>
                        <a:pt x="28480" y="102144"/>
                      </a:cubicBezTo>
                      <a:cubicBezTo>
                        <a:pt x="28765" y="102811"/>
                        <a:pt x="28480" y="103287"/>
                        <a:pt x="27908" y="103763"/>
                      </a:cubicBezTo>
                      <a:lnTo>
                        <a:pt x="25812" y="103763"/>
                      </a:lnTo>
                      <a:close/>
                      <a:moveTo>
                        <a:pt x="152209" y="151483"/>
                      </a:moveTo>
                      <a:cubicBezTo>
                        <a:pt x="151257" y="154246"/>
                        <a:pt x="151638" y="161104"/>
                        <a:pt x="153162" y="172057"/>
                      </a:cubicBezTo>
                      <a:cubicBezTo>
                        <a:pt x="152495" y="173581"/>
                        <a:pt x="151543" y="174343"/>
                        <a:pt x="150019" y="174343"/>
                      </a:cubicBezTo>
                      <a:cubicBezTo>
                        <a:pt x="149257" y="174343"/>
                        <a:pt x="148018" y="174153"/>
                        <a:pt x="146495" y="173581"/>
                      </a:cubicBezTo>
                      <a:cubicBezTo>
                        <a:pt x="144875" y="173010"/>
                        <a:pt x="143732" y="172724"/>
                        <a:pt x="142875" y="172724"/>
                      </a:cubicBezTo>
                      <a:cubicBezTo>
                        <a:pt x="140303" y="173391"/>
                        <a:pt x="137064" y="173677"/>
                        <a:pt x="133159" y="173677"/>
                      </a:cubicBezTo>
                      <a:cubicBezTo>
                        <a:pt x="129254" y="173677"/>
                        <a:pt x="125825" y="173391"/>
                        <a:pt x="122682" y="172724"/>
                      </a:cubicBezTo>
                      <a:cubicBezTo>
                        <a:pt x="119729" y="166533"/>
                        <a:pt x="118205" y="160818"/>
                        <a:pt x="118205" y="155579"/>
                      </a:cubicBezTo>
                      <a:cubicBezTo>
                        <a:pt x="118205" y="152722"/>
                        <a:pt x="118586" y="150055"/>
                        <a:pt x="119539" y="147769"/>
                      </a:cubicBezTo>
                      <a:lnTo>
                        <a:pt x="120110" y="147769"/>
                      </a:lnTo>
                      <a:cubicBezTo>
                        <a:pt x="118205" y="146340"/>
                        <a:pt x="117538" y="143101"/>
                        <a:pt x="118491" y="138053"/>
                      </a:cubicBezTo>
                      <a:cubicBezTo>
                        <a:pt x="119443" y="133005"/>
                        <a:pt x="119253" y="129766"/>
                        <a:pt x="117920" y="128147"/>
                      </a:cubicBezTo>
                      <a:cubicBezTo>
                        <a:pt x="118586" y="125671"/>
                        <a:pt x="118872" y="121765"/>
                        <a:pt x="118681" y="116622"/>
                      </a:cubicBezTo>
                      <a:cubicBezTo>
                        <a:pt x="118586" y="111478"/>
                        <a:pt x="118776" y="107668"/>
                        <a:pt x="119443" y="105287"/>
                      </a:cubicBezTo>
                      <a:cubicBezTo>
                        <a:pt x="118300" y="104811"/>
                        <a:pt x="117157" y="104430"/>
                        <a:pt x="116300" y="104430"/>
                      </a:cubicBezTo>
                      <a:cubicBezTo>
                        <a:pt x="113538" y="104430"/>
                        <a:pt x="110966" y="107097"/>
                        <a:pt x="108775" y="112526"/>
                      </a:cubicBezTo>
                      <a:cubicBezTo>
                        <a:pt x="105823" y="119098"/>
                        <a:pt x="103632" y="123099"/>
                        <a:pt x="102108" y="124337"/>
                      </a:cubicBezTo>
                      <a:cubicBezTo>
                        <a:pt x="101822" y="124813"/>
                        <a:pt x="101727" y="125385"/>
                        <a:pt x="101727" y="125956"/>
                      </a:cubicBezTo>
                      <a:cubicBezTo>
                        <a:pt x="101727" y="126432"/>
                        <a:pt x="102012" y="127195"/>
                        <a:pt x="102489" y="128052"/>
                      </a:cubicBezTo>
                      <a:cubicBezTo>
                        <a:pt x="102965" y="128909"/>
                        <a:pt x="103251" y="129480"/>
                        <a:pt x="103251" y="129957"/>
                      </a:cubicBezTo>
                      <a:cubicBezTo>
                        <a:pt x="103251" y="130528"/>
                        <a:pt x="102870" y="131100"/>
                        <a:pt x="102108" y="131862"/>
                      </a:cubicBezTo>
                      <a:cubicBezTo>
                        <a:pt x="99441" y="133195"/>
                        <a:pt x="97631" y="134433"/>
                        <a:pt x="96488" y="135672"/>
                      </a:cubicBezTo>
                      <a:cubicBezTo>
                        <a:pt x="97441" y="136148"/>
                        <a:pt x="97917" y="136338"/>
                        <a:pt x="98012" y="136243"/>
                      </a:cubicBezTo>
                      <a:cubicBezTo>
                        <a:pt x="97536" y="137481"/>
                        <a:pt x="96107" y="138910"/>
                        <a:pt x="93916" y="140815"/>
                      </a:cubicBezTo>
                      <a:cubicBezTo>
                        <a:pt x="91249" y="143197"/>
                        <a:pt x="89630" y="144816"/>
                        <a:pt x="88963" y="145482"/>
                      </a:cubicBezTo>
                      <a:cubicBezTo>
                        <a:pt x="87058" y="144530"/>
                        <a:pt x="85248" y="142149"/>
                        <a:pt x="83820" y="138339"/>
                      </a:cubicBezTo>
                      <a:cubicBezTo>
                        <a:pt x="82296" y="134338"/>
                        <a:pt x="80296" y="131957"/>
                        <a:pt x="77438" y="130909"/>
                      </a:cubicBezTo>
                      <a:cubicBezTo>
                        <a:pt x="77819" y="129957"/>
                        <a:pt x="78010" y="129099"/>
                        <a:pt x="78010" y="128147"/>
                      </a:cubicBezTo>
                      <a:cubicBezTo>
                        <a:pt x="78010" y="126432"/>
                        <a:pt x="77152" y="124242"/>
                        <a:pt x="75247" y="121670"/>
                      </a:cubicBezTo>
                      <a:cubicBezTo>
                        <a:pt x="73152" y="118431"/>
                        <a:pt x="71914" y="116146"/>
                        <a:pt x="71438" y="115193"/>
                      </a:cubicBezTo>
                      <a:lnTo>
                        <a:pt x="73057" y="112050"/>
                      </a:lnTo>
                      <a:lnTo>
                        <a:pt x="65341" y="109288"/>
                      </a:lnTo>
                      <a:cubicBezTo>
                        <a:pt x="65722" y="108811"/>
                        <a:pt x="66198" y="108525"/>
                        <a:pt x="66770" y="108525"/>
                      </a:cubicBezTo>
                      <a:cubicBezTo>
                        <a:pt x="67532" y="108525"/>
                        <a:pt x="68580" y="109288"/>
                        <a:pt x="69913" y="110907"/>
                      </a:cubicBezTo>
                      <a:cubicBezTo>
                        <a:pt x="69913" y="105763"/>
                        <a:pt x="67627" y="101668"/>
                        <a:pt x="63151" y="98524"/>
                      </a:cubicBezTo>
                      <a:cubicBezTo>
                        <a:pt x="61817" y="99858"/>
                        <a:pt x="61246" y="102334"/>
                        <a:pt x="61246" y="106049"/>
                      </a:cubicBezTo>
                      <a:cubicBezTo>
                        <a:pt x="61246" y="109764"/>
                        <a:pt x="60674" y="112050"/>
                        <a:pt x="59341" y="113193"/>
                      </a:cubicBezTo>
                      <a:lnTo>
                        <a:pt x="58388" y="112145"/>
                      </a:lnTo>
                      <a:lnTo>
                        <a:pt x="57817" y="113193"/>
                      </a:lnTo>
                      <a:cubicBezTo>
                        <a:pt x="59912" y="114622"/>
                        <a:pt x="60960" y="117098"/>
                        <a:pt x="60960" y="120527"/>
                      </a:cubicBezTo>
                      <a:cubicBezTo>
                        <a:pt x="60960" y="121003"/>
                        <a:pt x="60960" y="121956"/>
                        <a:pt x="60770" y="123194"/>
                      </a:cubicBezTo>
                      <a:lnTo>
                        <a:pt x="60770" y="125861"/>
                      </a:lnTo>
                      <a:cubicBezTo>
                        <a:pt x="60770" y="127766"/>
                        <a:pt x="61055" y="129385"/>
                        <a:pt x="61531" y="130623"/>
                      </a:cubicBezTo>
                      <a:cubicBezTo>
                        <a:pt x="60960" y="132338"/>
                        <a:pt x="60770" y="134910"/>
                        <a:pt x="60770" y="138529"/>
                      </a:cubicBezTo>
                      <a:cubicBezTo>
                        <a:pt x="60770" y="142149"/>
                        <a:pt x="60579" y="144721"/>
                        <a:pt x="60007" y="146435"/>
                      </a:cubicBezTo>
                      <a:cubicBezTo>
                        <a:pt x="60103" y="147388"/>
                        <a:pt x="60388" y="148912"/>
                        <a:pt x="60770" y="151197"/>
                      </a:cubicBezTo>
                      <a:cubicBezTo>
                        <a:pt x="61150" y="153483"/>
                        <a:pt x="61341" y="155103"/>
                        <a:pt x="61341" y="156150"/>
                      </a:cubicBezTo>
                      <a:cubicBezTo>
                        <a:pt x="61341" y="157484"/>
                        <a:pt x="61055" y="158627"/>
                        <a:pt x="60579" y="159484"/>
                      </a:cubicBezTo>
                      <a:lnTo>
                        <a:pt x="62103" y="161008"/>
                      </a:lnTo>
                      <a:lnTo>
                        <a:pt x="60579" y="161008"/>
                      </a:lnTo>
                      <a:cubicBezTo>
                        <a:pt x="60674" y="161961"/>
                        <a:pt x="60770" y="162913"/>
                        <a:pt x="60770" y="163961"/>
                      </a:cubicBezTo>
                      <a:cubicBezTo>
                        <a:pt x="60770" y="169295"/>
                        <a:pt x="58769" y="172914"/>
                        <a:pt x="54673" y="174534"/>
                      </a:cubicBezTo>
                      <a:cubicBezTo>
                        <a:pt x="50387" y="174153"/>
                        <a:pt x="46005" y="173867"/>
                        <a:pt x="41624" y="173581"/>
                      </a:cubicBezTo>
                      <a:cubicBezTo>
                        <a:pt x="36100" y="173010"/>
                        <a:pt x="32099" y="171486"/>
                        <a:pt x="29527" y="169009"/>
                      </a:cubicBezTo>
                      <a:cubicBezTo>
                        <a:pt x="29813" y="159961"/>
                        <a:pt x="29623" y="145578"/>
                        <a:pt x="28956" y="125956"/>
                      </a:cubicBezTo>
                      <a:lnTo>
                        <a:pt x="31052" y="123575"/>
                      </a:lnTo>
                      <a:cubicBezTo>
                        <a:pt x="30003" y="122718"/>
                        <a:pt x="29527" y="121384"/>
                        <a:pt x="29527" y="119860"/>
                      </a:cubicBezTo>
                      <a:cubicBezTo>
                        <a:pt x="29527" y="119194"/>
                        <a:pt x="29718" y="118050"/>
                        <a:pt x="30003" y="116527"/>
                      </a:cubicBezTo>
                      <a:cubicBezTo>
                        <a:pt x="30289" y="114907"/>
                        <a:pt x="30480" y="113860"/>
                        <a:pt x="30480" y="113193"/>
                      </a:cubicBezTo>
                      <a:cubicBezTo>
                        <a:pt x="30480" y="111573"/>
                        <a:pt x="30003" y="110335"/>
                        <a:pt x="28956" y="109383"/>
                      </a:cubicBezTo>
                      <a:lnTo>
                        <a:pt x="29527" y="92047"/>
                      </a:lnTo>
                      <a:cubicBezTo>
                        <a:pt x="30480" y="91380"/>
                        <a:pt x="30956" y="90428"/>
                        <a:pt x="30956" y="89285"/>
                      </a:cubicBezTo>
                      <a:cubicBezTo>
                        <a:pt x="30956" y="88332"/>
                        <a:pt x="30480" y="86904"/>
                        <a:pt x="29527" y="84904"/>
                      </a:cubicBezTo>
                      <a:cubicBezTo>
                        <a:pt x="28670" y="82808"/>
                        <a:pt x="28098" y="81474"/>
                        <a:pt x="27908" y="80617"/>
                      </a:cubicBezTo>
                      <a:cubicBezTo>
                        <a:pt x="29146" y="78522"/>
                        <a:pt x="29718" y="75950"/>
                        <a:pt x="29718" y="72997"/>
                      </a:cubicBezTo>
                      <a:cubicBezTo>
                        <a:pt x="29623" y="67663"/>
                        <a:pt x="29432" y="64901"/>
                        <a:pt x="29432" y="64520"/>
                      </a:cubicBezTo>
                      <a:cubicBezTo>
                        <a:pt x="30861" y="64520"/>
                        <a:pt x="31718" y="64330"/>
                        <a:pt x="31813" y="63948"/>
                      </a:cubicBezTo>
                      <a:cubicBezTo>
                        <a:pt x="31813" y="63091"/>
                        <a:pt x="31623" y="62710"/>
                        <a:pt x="31242" y="62520"/>
                      </a:cubicBezTo>
                      <a:lnTo>
                        <a:pt x="29908" y="62710"/>
                      </a:lnTo>
                      <a:cubicBezTo>
                        <a:pt x="29337" y="62805"/>
                        <a:pt x="29051" y="62710"/>
                        <a:pt x="28860" y="62329"/>
                      </a:cubicBezTo>
                      <a:cubicBezTo>
                        <a:pt x="28956" y="60996"/>
                        <a:pt x="29623" y="60615"/>
                        <a:pt x="30861" y="61186"/>
                      </a:cubicBezTo>
                      <a:cubicBezTo>
                        <a:pt x="32004" y="61758"/>
                        <a:pt x="32956" y="61567"/>
                        <a:pt x="33433" y="60710"/>
                      </a:cubicBezTo>
                      <a:lnTo>
                        <a:pt x="34099" y="63282"/>
                      </a:lnTo>
                      <a:cubicBezTo>
                        <a:pt x="34480" y="62710"/>
                        <a:pt x="34861" y="62520"/>
                        <a:pt x="35242" y="62520"/>
                      </a:cubicBezTo>
                      <a:cubicBezTo>
                        <a:pt x="35337" y="62520"/>
                        <a:pt x="35623" y="62615"/>
                        <a:pt x="35909" y="62805"/>
                      </a:cubicBezTo>
                      <a:cubicBezTo>
                        <a:pt x="36290" y="62996"/>
                        <a:pt x="36480" y="63091"/>
                        <a:pt x="36671" y="63091"/>
                      </a:cubicBezTo>
                      <a:cubicBezTo>
                        <a:pt x="36957" y="63091"/>
                        <a:pt x="37147" y="62710"/>
                        <a:pt x="37242" y="61758"/>
                      </a:cubicBezTo>
                      <a:lnTo>
                        <a:pt x="35623" y="60138"/>
                      </a:lnTo>
                      <a:cubicBezTo>
                        <a:pt x="36290" y="60234"/>
                        <a:pt x="37052" y="60805"/>
                        <a:pt x="38005" y="61758"/>
                      </a:cubicBezTo>
                      <a:cubicBezTo>
                        <a:pt x="38957" y="62615"/>
                        <a:pt x="39719" y="63187"/>
                        <a:pt x="40481" y="63282"/>
                      </a:cubicBezTo>
                      <a:cubicBezTo>
                        <a:pt x="40481" y="62996"/>
                        <a:pt x="40671" y="62615"/>
                        <a:pt x="41148" y="62139"/>
                      </a:cubicBezTo>
                      <a:cubicBezTo>
                        <a:pt x="41624" y="61567"/>
                        <a:pt x="41814" y="61186"/>
                        <a:pt x="41624" y="60805"/>
                      </a:cubicBezTo>
                      <a:lnTo>
                        <a:pt x="40862" y="60615"/>
                      </a:lnTo>
                      <a:cubicBezTo>
                        <a:pt x="41338" y="60520"/>
                        <a:pt x="42005" y="59948"/>
                        <a:pt x="42863" y="58900"/>
                      </a:cubicBezTo>
                      <a:cubicBezTo>
                        <a:pt x="43624" y="57948"/>
                        <a:pt x="44291" y="57471"/>
                        <a:pt x="44958" y="57471"/>
                      </a:cubicBezTo>
                      <a:cubicBezTo>
                        <a:pt x="45339" y="57471"/>
                        <a:pt x="45815" y="57662"/>
                        <a:pt x="46291" y="58043"/>
                      </a:cubicBezTo>
                      <a:lnTo>
                        <a:pt x="44672" y="56233"/>
                      </a:lnTo>
                      <a:cubicBezTo>
                        <a:pt x="45434" y="55852"/>
                        <a:pt x="45720" y="55281"/>
                        <a:pt x="45244" y="54709"/>
                      </a:cubicBezTo>
                      <a:cubicBezTo>
                        <a:pt x="44196" y="54900"/>
                        <a:pt x="43148" y="54900"/>
                        <a:pt x="42100" y="54900"/>
                      </a:cubicBezTo>
                      <a:cubicBezTo>
                        <a:pt x="40671" y="54900"/>
                        <a:pt x="38957" y="54614"/>
                        <a:pt x="36957" y="54138"/>
                      </a:cubicBezTo>
                      <a:cubicBezTo>
                        <a:pt x="34385" y="53376"/>
                        <a:pt x="32289" y="52899"/>
                        <a:pt x="31052" y="52614"/>
                      </a:cubicBezTo>
                      <a:lnTo>
                        <a:pt x="32671" y="56329"/>
                      </a:lnTo>
                      <a:lnTo>
                        <a:pt x="28956" y="56329"/>
                      </a:lnTo>
                      <a:lnTo>
                        <a:pt x="31052" y="55757"/>
                      </a:lnTo>
                      <a:cubicBezTo>
                        <a:pt x="30575" y="54328"/>
                        <a:pt x="30289" y="52423"/>
                        <a:pt x="30194" y="50042"/>
                      </a:cubicBezTo>
                      <a:cubicBezTo>
                        <a:pt x="30194" y="47661"/>
                        <a:pt x="29908" y="46041"/>
                        <a:pt x="29527" y="45089"/>
                      </a:cubicBezTo>
                      <a:cubicBezTo>
                        <a:pt x="28860" y="42994"/>
                        <a:pt x="29718" y="41660"/>
                        <a:pt x="31909" y="41184"/>
                      </a:cubicBezTo>
                      <a:cubicBezTo>
                        <a:pt x="30003" y="39183"/>
                        <a:pt x="28956" y="36421"/>
                        <a:pt x="28956" y="33088"/>
                      </a:cubicBezTo>
                      <a:cubicBezTo>
                        <a:pt x="28956" y="31659"/>
                        <a:pt x="29242" y="29278"/>
                        <a:pt x="29718" y="25944"/>
                      </a:cubicBezTo>
                      <a:cubicBezTo>
                        <a:pt x="30289" y="22705"/>
                        <a:pt x="30385" y="20133"/>
                        <a:pt x="30289" y="18419"/>
                      </a:cubicBezTo>
                      <a:cubicBezTo>
                        <a:pt x="35528" y="16990"/>
                        <a:pt x="41624" y="16228"/>
                        <a:pt x="48482" y="16228"/>
                      </a:cubicBezTo>
                      <a:cubicBezTo>
                        <a:pt x="51530" y="16228"/>
                        <a:pt x="54007" y="16419"/>
                        <a:pt x="56197" y="16800"/>
                      </a:cubicBezTo>
                      <a:lnTo>
                        <a:pt x="62103" y="21562"/>
                      </a:lnTo>
                      <a:lnTo>
                        <a:pt x="61531" y="22134"/>
                      </a:lnTo>
                      <a:cubicBezTo>
                        <a:pt x="63246" y="22896"/>
                        <a:pt x="64579" y="24705"/>
                        <a:pt x="65437" y="27468"/>
                      </a:cubicBezTo>
                      <a:lnTo>
                        <a:pt x="67627" y="34135"/>
                      </a:lnTo>
                      <a:cubicBezTo>
                        <a:pt x="70389" y="35945"/>
                        <a:pt x="72485" y="40231"/>
                        <a:pt x="74009" y="46994"/>
                      </a:cubicBezTo>
                      <a:cubicBezTo>
                        <a:pt x="75533" y="53662"/>
                        <a:pt x="77914" y="58138"/>
                        <a:pt x="81248" y="60234"/>
                      </a:cubicBezTo>
                      <a:cubicBezTo>
                        <a:pt x="82582" y="63282"/>
                        <a:pt x="84201" y="67949"/>
                        <a:pt x="86010" y="74426"/>
                      </a:cubicBezTo>
                      <a:cubicBezTo>
                        <a:pt x="86963" y="74426"/>
                        <a:pt x="87439" y="74616"/>
                        <a:pt x="87439" y="74997"/>
                      </a:cubicBezTo>
                      <a:cubicBezTo>
                        <a:pt x="87439" y="75283"/>
                        <a:pt x="87249" y="75569"/>
                        <a:pt x="86963" y="76045"/>
                      </a:cubicBezTo>
                      <a:cubicBezTo>
                        <a:pt x="86677" y="76522"/>
                        <a:pt x="86392" y="76903"/>
                        <a:pt x="86392" y="77093"/>
                      </a:cubicBezTo>
                      <a:cubicBezTo>
                        <a:pt x="86392" y="77474"/>
                        <a:pt x="86677" y="77760"/>
                        <a:pt x="87249" y="78046"/>
                      </a:cubicBezTo>
                      <a:cubicBezTo>
                        <a:pt x="90868" y="74997"/>
                        <a:pt x="93059" y="73188"/>
                        <a:pt x="93726" y="72521"/>
                      </a:cubicBezTo>
                      <a:cubicBezTo>
                        <a:pt x="95726" y="70711"/>
                        <a:pt x="97345" y="68521"/>
                        <a:pt x="98679" y="66044"/>
                      </a:cubicBezTo>
                      <a:lnTo>
                        <a:pt x="95726" y="64520"/>
                      </a:lnTo>
                      <a:cubicBezTo>
                        <a:pt x="95726" y="63853"/>
                        <a:pt x="96774" y="63282"/>
                        <a:pt x="98964" y="62710"/>
                      </a:cubicBezTo>
                      <a:cubicBezTo>
                        <a:pt x="101060" y="62234"/>
                        <a:pt x="102298" y="61091"/>
                        <a:pt x="102394" y="59377"/>
                      </a:cubicBezTo>
                      <a:cubicBezTo>
                        <a:pt x="101727" y="58614"/>
                        <a:pt x="101441" y="57757"/>
                        <a:pt x="101441" y="56995"/>
                      </a:cubicBezTo>
                      <a:cubicBezTo>
                        <a:pt x="101441" y="56043"/>
                        <a:pt x="102298" y="54709"/>
                        <a:pt x="104204" y="52995"/>
                      </a:cubicBezTo>
                      <a:cubicBezTo>
                        <a:pt x="106013" y="51185"/>
                        <a:pt x="107061" y="49852"/>
                        <a:pt x="107156" y="48708"/>
                      </a:cubicBezTo>
                      <a:lnTo>
                        <a:pt x="106108" y="48137"/>
                      </a:lnTo>
                      <a:cubicBezTo>
                        <a:pt x="107156" y="47185"/>
                        <a:pt x="108204" y="45661"/>
                        <a:pt x="109251" y="43470"/>
                      </a:cubicBezTo>
                      <a:cubicBezTo>
                        <a:pt x="108489" y="43089"/>
                        <a:pt x="108109" y="42517"/>
                        <a:pt x="108109" y="41850"/>
                      </a:cubicBezTo>
                      <a:cubicBezTo>
                        <a:pt x="108109" y="41565"/>
                        <a:pt x="108299" y="41088"/>
                        <a:pt x="108680" y="40422"/>
                      </a:cubicBezTo>
                      <a:cubicBezTo>
                        <a:pt x="109061" y="39660"/>
                        <a:pt x="109251" y="39279"/>
                        <a:pt x="109251" y="38993"/>
                      </a:cubicBezTo>
                      <a:cubicBezTo>
                        <a:pt x="109823" y="39279"/>
                        <a:pt x="110204" y="39374"/>
                        <a:pt x="110680" y="39374"/>
                      </a:cubicBezTo>
                      <a:cubicBezTo>
                        <a:pt x="111442" y="39374"/>
                        <a:pt x="112109" y="38326"/>
                        <a:pt x="112490" y="36421"/>
                      </a:cubicBezTo>
                      <a:cubicBezTo>
                        <a:pt x="112966" y="34421"/>
                        <a:pt x="113919" y="33373"/>
                        <a:pt x="115348" y="33088"/>
                      </a:cubicBezTo>
                      <a:cubicBezTo>
                        <a:pt x="115062" y="32611"/>
                        <a:pt x="114967" y="31945"/>
                        <a:pt x="114967" y="31278"/>
                      </a:cubicBezTo>
                      <a:cubicBezTo>
                        <a:pt x="114967" y="29754"/>
                        <a:pt x="116110" y="27468"/>
                        <a:pt x="118491" y="24610"/>
                      </a:cubicBezTo>
                      <a:lnTo>
                        <a:pt x="116871" y="22991"/>
                      </a:lnTo>
                      <a:cubicBezTo>
                        <a:pt x="117253" y="22229"/>
                        <a:pt x="117538" y="21753"/>
                        <a:pt x="117538" y="21657"/>
                      </a:cubicBezTo>
                      <a:cubicBezTo>
                        <a:pt x="118300" y="22515"/>
                        <a:pt x="119158" y="22991"/>
                        <a:pt x="119919" y="22991"/>
                      </a:cubicBezTo>
                      <a:cubicBezTo>
                        <a:pt x="120682" y="22991"/>
                        <a:pt x="121920" y="21848"/>
                        <a:pt x="123539" y="19562"/>
                      </a:cubicBezTo>
                      <a:cubicBezTo>
                        <a:pt x="125158" y="17276"/>
                        <a:pt x="126682" y="16228"/>
                        <a:pt x="128206" y="16323"/>
                      </a:cubicBezTo>
                      <a:cubicBezTo>
                        <a:pt x="138303" y="15847"/>
                        <a:pt x="146018" y="16705"/>
                        <a:pt x="151066" y="19086"/>
                      </a:cubicBezTo>
                      <a:cubicBezTo>
                        <a:pt x="151923" y="25848"/>
                        <a:pt x="152495" y="30516"/>
                        <a:pt x="152495" y="33088"/>
                      </a:cubicBezTo>
                      <a:cubicBezTo>
                        <a:pt x="152495" y="36802"/>
                        <a:pt x="152019" y="40231"/>
                        <a:pt x="151066" y="43565"/>
                      </a:cubicBezTo>
                      <a:lnTo>
                        <a:pt x="153257" y="45089"/>
                      </a:lnTo>
                      <a:cubicBezTo>
                        <a:pt x="152019" y="58996"/>
                        <a:pt x="151543" y="76426"/>
                        <a:pt x="151638" y="97762"/>
                      </a:cubicBezTo>
                      <a:lnTo>
                        <a:pt x="151638" y="151769"/>
                      </a:lnTo>
                      <a:close/>
                      <a:moveTo>
                        <a:pt x="37814" y="72807"/>
                      </a:moveTo>
                      <a:lnTo>
                        <a:pt x="37814" y="71188"/>
                      </a:lnTo>
                      <a:lnTo>
                        <a:pt x="34671" y="72807"/>
                      </a:lnTo>
                      <a:lnTo>
                        <a:pt x="37814" y="72807"/>
                      </a:lnTo>
                      <a:close/>
                      <a:moveTo>
                        <a:pt x="41434" y="60329"/>
                      </a:moveTo>
                      <a:cubicBezTo>
                        <a:pt x="40862" y="60329"/>
                        <a:pt x="40386" y="60234"/>
                        <a:pt x="40005" y="59948"/>
                      </a:cubicBezTo>
                      <a:lnTo>
                        <a:pt x="41434" y="60329"/>
                      </a:lnTo>
                      <a:close/>
                      <a:moveTo>
                        <a:pt x="42196" y="21372"/>
                      </a:moveTo>
                      <a:lnTo>
                        <a:pt x="41624" y="24324"/>
                      </a:lnTo>
                      <a:lnTo>
                        <a:pt x="43148" y="24324"/>
                      </a:lnTo>
                      <a:lnTo>
                        <a:pt x="42196" y="21372"/>
                      </a:lnTo>
                      <a:close/>
                      <a:moveTo>
                        <a:pt x="47434" y="30992"/>
                      </a:moveTo>
                      <a:cubicBezTo>
                        <a:pt x="47434" y="30992"/>
                        <a:pt x="48101" y="30706"/>
                        <a:pt x="48482" y="30230"/>
                      </a:cubicBezTo>
                      <a:cubicBezTo>
                        <a:pt x="48101" y="30611"/>
                        <a:pt x="47720" y="30897"/>
                        <a:pt x="47434" y="30992"/>
                      </a:cubicBezTo>
                      <a:cubicBezTo>
                        <a:pt x="47054" y="30992"/>
                        <a:pt x="46482" y="30706"/>
                        <a:pt x="45815" y="30325"/>
                      </a:cubicBezTo>
                      <a:cubicBezTo>
                        <a:pt x="45053" y="29849"/>
                        <a:pt x="44577" y="29658"/>
                        <a:pt x="44196" y="29658"/>
                      </a:cubicBezTo>
                      <a:cubicBezTo>
                        <a:pt x="43815" y="29658"/>
                        <a:pt x="43434" y="29849"/>
                        <a:pt x="43148" y="30230"/>
                      </a:cubicBezTo>
                      <a:cubicBezTo>
                        <a:pt x="44577" y="31468"/>
                        <a:pt x="46005" y="31659"/>
                        <a:pt x="47434" y="30992"/>
                      </a:cubicBezTo>
                      <a:close/>
                      <a:moveTo>
                        <a:pt x="58293" y="64330"/>
                      </a:moveTo>
                      <a:cubicBezTo>
                        <a:pt x="58293" y="64330"/>
                        <a:pt x="58864" y="63472"/>
                        <a:pt x="58864" y="62139"/>
                      </a:cubicBezTo>
                      <a:cubicBezTo>
                        <a:pt x="57626" y="60996"/>
                        <a:pt x="56959" y="60424"/>
                        <a:pt x="56673" y="60520"/>
                      </a:cubicBezTo>
                      <a:cubicBezTo>
                        <a:pt x="56197" y="60900"/>
                        <a:pt x="55912" y="61377"/>
                        <a:pt x="55912" y="61853"/>
                      </a:cubicBezTo>
                      <a:cubicBezTo>
                        <a:pt x="55912" y="63472"/>
                        <a:pt x="56673" y="64234"/>
                        <a:pt x="58293" y="64234"/>
                      </a:cubicBezTo>
                      <a:close/>
                      <a:moveTo>
                        <a:pt x="58293" y="26420"/>
                      </a:moveTo>
                      <a:cubicBezTo>
                        <a:pt x="57531" y="26706"/>
                        <a:pt x="56959" y="27277"/>
                        <a:pt x="56769" y="28230"/>
                      </a:cubicBezTo>
                      <a:cubicBezTo>
                        <a:pt x="56388" y="29182"/>
                        <a:pt x="56388" y="29849"/>
                        <a:pt x="56769" y="30230"/>
                      </a:cubicBezTo>
                      <a:lnTo>
                        <a:pt x="58293" y="26515"/>
                      </a:lnTo>
                      <a:close/>
                      <a:moveTo>
                        <a:pt x="58864" y="40231"/>
                      </a:moveTo>
                      <a:cubicBezTo>
                        <a:pt x="59912" y="38803"/>
                        <a:pt x="60484" y="37945"/>
                        <a:pt x="60484" y="37850"/>
                      </a:cubicBezTo>
                      <a:lnTo>
                        <a:pt x="58864" y="37850"/>
                      </a:lnTo>
                      <a:lnTo>
                        <a:pt x="58864" y="40231"/>
                      </a:lnTo>
                      <a:close/>
                      <a:moveTo>
                        <a:pt x="64008" y="18133"/>
                      </a:moveTo>
                      <a:cubicBezTo>
                        <a:pt x="64008" y="18133"/>
                        <a:pt x="63151" y="18229"/>
                        <a:pt x="62579" y="18133"/>
                      </a:cubicBezTo>
                      <a:lnTo>
                        <a:pt x="64008" y="18133"/>
                      </a:lnTo>
                      <a:close/>
                      <a:moveTo>
                        <a:pt x="64008" y="18133"/>
                      </a:moveTo>
                      <a:lnTo>
                        <a:pt x="65817" y="17562"/>
                      </a:lnTo>
                      <a:cubicBezTo>
                        <a:pt x="65817" y="17562"/>
                        <a:pt x="65246" y="18133"/>
                        <a:pt x="64008" y="18133"/>
                      </a:cubicBezTo>
                      <a:close/>
                      <a:moveTo>
                        <a:pt x="67437" y="95667"/>
                      </a:moveTo>
                      <a:lnTo>
                        <a:pt x="71914" y="94047"/>
                      </a:lnTo>
                      <a:lnTo>
                        <a:pt x="68199" y="94047"/>
                      </a:lnTo>
                      <a:lnTo>
                        <a:pt x="67437" y="95667"/>
                      </a:lnTo>
                      <a:close/>
                      <a:moveTo>
                        <a:pt x="69342" y="798"/>
                      </a:moveTo>
                      <a:cubicBezTo>
                        <a:pt x="69342" y="798"/>
                        <a:pt x="68580" y="893"/>
                        <a:pt x="68199" y="798"/>
                      </a:cubicBezTo>
                      <a:lnTo>
                        <a:pt x="69342" y="798"/>
                      </a:lnTo>
                      <a:close/>
                      <a:moveTo>
                        <a:pt x="69342" y="798"/>
                      </a:moveTo>
                      <a:cubicBezTo>
                        <a:pt x="69342" y="798"/>
                        <a:pt x="69818" y="607"/>
                        <a:pt x="70389" y="321"/>
                      </a:cubicBezTo>
                      <a:cubicBezTo>
                        <a:pt x="70866" y="36"/>
                        <a:pt x="71342" y="-60"/>
                        <a:pt x="71628" y="36"/>
                      </a:cubicBezTo>
                      <a:cubicBezTo>
                        <a:pt x="72009" y="36"/>
                        <a:pt x="72294" y="321"/>
                        <a:pt x="72580" y="893"/>
                      </a:cubicBezTo>
                      <a:lnTo>
                        <a:pt x="69437" y="893"/>
                      </a:lnTo>
                      <a:close/>
                      <a:moveTo>
                        <a:pt x="75057" y="110907"/>
                      </a:moveTo>
                      <a:lnTo>
                        <a:pt x="75057" y="108335"/>
                      </a:lnTo>
                      <a:lnTo>
                        <a:pt x="73533" y="108335"/>
                      </a:lnTo>
                      <a:lnTo>
                        <a:pt x="75057" y="110907"/>
                      </a:lnTo>
                      <a:close/>
                      <a:moveTo>
                        <a:pt x="77819" y="111478"/>
                      </a:moveTo>
                      <a:cubicBezTo>
                        <a:pt x="79438" y="111955"/>
                        <a:pt x="80391" y="111478"/>
                        <a:pt x="80963" y="109954"/>
                      </a:cubicBezTo>
                      <a:cubicBezTo>
                        <a:pt x="79724" y="109954"/>
                        <a:pt x="79057" y="109764"/>
                        <a:pt x="78771" y="109383"/>
                      </a:cubicBezTo>
                      <a:lnTo>
                        <a:pt x="79343" y="108430"/>
                      </a:lnTo>
                      <a:lnTo>
                        <a:pt x="77724" y="108430"/>
                      </a:lnTo>
                      <a:lnTo>
                        <a:pt x="77724" y="111573"/>
                      </a:lnTo>
                      <a:close/>
                      <a:moveTo>
                        <a:pt x="85534" y="54519"/>
                      </a:moveTo>
                      <a:cubicBezTo>
                        <a:pt x="84867" y="54519"/>
                        <a:pt x="84105" y="54043"/>
                        <a:pt x="83344" y="53090"/>
                      </a:cubicBezTo>
                      <a:cubicBezTo>
                        <a:pt x="82486" y="52138"/>
                        <a:pt x="81724" y="51661"/>
                        <a:pt x="81058" y="51661"/>
                      </a:cubicBezTo>
                      <a:lnTo>
                        <a:pt x="85630" y="50137"/>
                      </a:lnTo>
                      <a:lnTo>
                        <a:pt x="85630" y="54519"/>
                      </a:lnTo>
                      <a:close/>
                      <a:moveTo>
                        <a:pt x="84011" y="97000"/>
                      </a:moveTo>
                      <a:cubicBezTo>
                        <a:pt x="84011" y="97000"/>
                        <a:pt x="83344" y="96333"/>
                        <a:pt x="83248" y="96333"/>
                      </a:cubicBezTo>
                      <a:cubicBezTo>
                        <a:pt x="83058" y="95857"/>
                        <a:pt x="83534" y="94905"/>
                        <a:pt x="84677" y="93571"/>
                      </a:cubicBezTo>
                      <a:cubicBezTo>
                        <a:pt x="85820" y="92333"/>
                        <a:pt x="86392" y="91380"/>
                        <a:pt x="86582" y="90999"/>
                      </a:cubicBezTo>
                      <a:cubicBezTo>
                        <a:pt x="85154" y="90999"/>
                        <a:pt x="84105" y="91571"/>
                        <a:pt x="83344" y="92714"/>
                      </a:cubicBezTo>
                      <a:cubicBezTo>
                        <a:pt x="82582" y="93857"/>
                        <a:pt x="82391" y="95095"/>
                        <a:pt x="82677" y="96333"/>
                      </a:cubicBezTo>
                      <a:cubicBezTo>
                        <a:pt x="82962" y="96143"/>
                        <a:pt x="83153" y="96143"/>
                        <a:pt x="83248" y="96333"/>
                      </a:cubicBezTo>
                      <a:cubicBezTo>
                        <a:pt x="83248" y="96619"/>
                        <a:pt x="83534" y="96810"/>
                        <a:pt x="84011" y="97000"/>
                      </a:cubicBezTo>
                      <a:close/>
                      <a:moveTo>
                        <a:pt x="85534" y="46518"/>
                      </a:moveTo>
                      <a:cubicBezTo>
                        <a:pt x="84867" y="46708"/>
                        <a:pt x="84201" y="46518"/>
                        <a:pt x="83725" y="46041"/>
                      </a:cubicBezTo>
                      <a:cubicBezTo>
                        <a:pt x="83153" y="45470"/>
                        <a:pt x="83058" y="44898"/>
                        <a:pt x="83439" y="44327"/>
                      </a:cubicBezTo>
                      <a:lnTo>
                        <a:pt x="85630" y="44327"/>
                      </a:lnTo>
                      <a:lnTo>
                        <a:pt x="85630" y="46518"/>
                      </a:lnTo>
                      <a:close/>
                      <a:moveTo>
                        <a:pt x="92487" y="58519"/>
                      </a:moveTo>
                      <a:cubicBezTo>
                        <a:pt x="89821" y="59472"/>
                        <a:pt x="88106" y="59472"/>
                        <a:pt x="87153" y="58519"/>
                      </a:cubicBezTo>
                      <a:lnTo>
                        <a:pt x="88773" y="56138"/>
                      </a:lnTo>
                      <a:lnTo>
                        <a:pt x="92583" y="58519"/>
                      </a:lnTo>
                      <a:close/>
                      <a:moveTo>
                        <a:pt x="90297" y="42708"/>
                      </a:moveTo>
                      <a:cubicBezTo>
                        <a:pt x="90297" y="42708"/>
                        <a:pt x="89154" y="43279"/>
                        <a:pt x="87725" y="43279"/>
                      </a:cubicBezTo>
                      <a:lnTo>
                        <a:pt x="87725" y="40327"/>
                      </a:lnTo>
                      <a:lnTo>
                        <a:pt x="90297" y="42708"/>
                      </a:lnTo>
                      <a:close/>
                      <a:moveTo>
                        <a:pt x="89916" y="86523"/>
                      </a:moveTo>
                      <a:lnTo>
                        <a:pt x="94012" y="86523"/>
                      </a:lnTo>
                      <a:cubicBezTo>
                        <a:pt x="94012" y="85189"/>
                        <a:pt x="93726" y="84522"/>
                        <a:pt x="93250" y="84522"/>
                      </a:cubicBezTo>
                      <a:cubicBezTo>
                        <a:pt x="93345" y="84522"/>
                        <a:pt x="92297" y="85189"/>
                        <a:pt x="89916" y="86523"/>
                      </a:cubicBezTo>
                      <a:lnTo>
                        <a:pt x="88773" y="86523"/>
                      </a:lnTo>
                      <a:cubicBezTo>
                        <a:pt x="89059" y="86999"/>
                        <a:pt x="89439" y="86999"/>
                        <a:pt x="89916" y="86523"/>
                      </a:cubicBezTo>
                      <a:close/>
                      <a:moveTo>
                        <a:pt x="88773" y="109954"/>
                      </a:moveTo>
                      <a:cubicBezTo>
                        <a:pt x="89535" y="110049"/>
                        <a:pt x="90297" y="109573"/>
                        <a:pt x="90868" y="108240"/>
                      </a:cubicBezTo>
                      <a:cubicBezTo>
                        <a:pt x="91535" y="107002"/>
                        <a:pt x="91726" y="106049"/>
                        <a:pt x="91440" y="105382"/>
                      </a:cubicBezTo>
                      <a:cubicBezTo>
                        <a:pt x="90678" y="105478"/>
                        <a:pt x="90106" y="106239"/>
                        <a:pt x="89821" y="107382"/>
                      </a:cubicBezTo>
                      <a:cubicBezTo>
                        <a:pt x="89439" y="108716"/>
                        <a:pt x="89154" y="109478"/>
                        <a:pt x="88678" y="109859"/>
                      </a:cubicBezTo>
                      <a:close/>
                      <a:moveTo>
                        <a:pt x="92583" y="36516"/>
                      </a:moveTo>
                      <a:lnTo>
                        <a:pt x="90392" y="37850"/>
                      </a:lnTo>
                      <a:lnTo>
                        <a:pt x="89439" y="36516"/>
                      </a:lnTo>
                      <a:lnTo>
                        <a:pt x="92583" y="36516"/>
                      </a:lnTo>
                      <a:close/>
                      <a:moveTo>
                        <a:pt x="94679" y="25848"/>
                      </a:moveTo>
                      <a:lnTo>
                        <a:pt x="94679" y="26420"/>
                      </a:lnTo>
                      <a:lnTo>
                        <a:pt x="92583" y="23467"/>
                      </a:lnTo>
                      <a:lnTo>
                        <a:pt x="94679" y="25848"/>
                      </a:lnTo>
                      <a:close/>
                      <a:moveTo>
                        <a:pt x="94679" y="81665"/>
                      </a:moveTo>
                      <a:lnTo>
                        <a:pt x="94679" y="80522"/>
                      </a:lnTo>
                      <a:cubicBezTo>
                        <a:pt x="94297" y="79855"/>
                        <a:pt x="93536" y="79570"/>
                        <a:pt x="92583" y="79570"/>
                      </a:cubicBezTo>
                      <a:lnTo>
                        <a:pt x="94679" y="81665"/>
                      </a:lnTo>
                      <a:close/>
                      <a:moveTo>
                        <a:pt x="100774" y="53852"/>
                      </a:moveTo>
                      <a:lnTo>
                        <a:pt x="100013" y="54423"/>
                      </a:lnTo>
                      <a:lnTo>
                        <a:pt x="98393" y="50613"/>
                      </a:lnTo>
                      <a:lnTo>
                        <a:pt x="100774" y="53757"/>
                      </a:lnTo>
                      <a:close/>
                      <a:moveTo>
                        <a:pt x="100774" y="81665"/>
                      </a:moveTo>
                      <a:cubicBezTo>
                        <a:pt x="101251" y="81665"/>
                        <a:pt x="102489" y="82046"/>
                        <a:pt x="104489" y="82713"/>
                      </a:cubicBezTo>
                      <a:lnTo>
                        <a:pt x="103917" y="80522"/>
                      </a:lnTo>
                      <a:lnTo>
                        <a:pt x="100774" y="81665"/>
                      </a:lnTo>
                      <a:close/>
                      <a:moveTo>
                        <a:pt x="106108" y="44137"/>
                      </a:moveTo>
                      <a:lnTo>
                        <a:pt x="105537" y="44708"/>
                      </a:lnTo>
                      <a:lnTo>
                        <a:pt x="102965" y="42517"/>
                      </a:lnTo>
                      <a:cubicBezTo>
                        <a:pt x="103727" y="42517"/>
                        <a:pt x="104775" y="42994"/>
                        <a:pt x="106108" y="44041"/>
                      </a:cubicBezTo>
                      <a:close/>
                      <a:moveTo>
                        <a:pt x="106680" y="71949"/>
                      </a:moveTo>
                      <a:lnTo>
                        <a:pt x="106680" y="71092"/>
                      </a:lnTo>
                      <a:lnTo>
                        <a:pt x="104584" y="74140"/>
                      </a:lnTo>
                      <a:lnTo>
                        <a:pt x="106680" y="71949"/>
                      </a:lnTo>
                      <a:close/>
                      <a:moveTo>
                        <a:pt x="110490" y="50042"/>
                      </a:moveTo>
                      <a:lnTo>
                        <a:pt x="110490" y="48423"/>
                      </a:lnTo>
                      <a:lnTo>
                        <a:pt x="109347" y="51566"/>
                      </a:lnTo>
                      <a:lnTo>
                        <a:pt x="110490" y="50042"/>
                      </a:lnTo>
                      <a:close/>
                      <a:moveTo>
                        <a:pt x="117538" y="45375"/>
                      </a:moveTo>
                      <a:lnTo>
                        <a:pt x="119158" y="45375"/>
                      </a:lnTo>
                      <a:cubicBezTo>
                        <a:pt x="118491" y="43660"/>
                        <a:pt x="117062" y="42422"/>
                        <a:pt x="115252" y="41565"/>
                      </a:cubicBezTo>
                      <a:lnTo>
                        <a:pt x="118205" y="44708"/>
                      </a:lnTo>
                      <a:lnTo>
                        <a:pt x="117538" y="45375"/>
                      </a:lnTo>
                      <a:close/>
                      <a:moveTo>
                        <a:pt x="115157" y="81665"/>
                      </a:moveTo>
                      <a:lnTo>
                        <a:pt x="117538" y="79570"/>
                      </a:lnTo>
                      <a:lnTo>
                        <a:pt x="115157" y="79570"/>
                      </a:lnTo>
                      <a:lnTo>
                        <a:pt x="115157" y="81665"/>
                      </a:lnTo>
                      <a:close/>
                      <a:moveTo>
                        <a:pt x="123444" y="61567"/>
                      </a:moveTo>
                      <a:cubicBezTo>
                        <a:pt x="124587" y="61377"/>
                        <a:pt x="125730" y="61281"/>
                        <a:pt x="126873" y="61186"/>
                      </a:cubicBezTo>
                      <a:cubicBezTo>
                        <a:pt x="128016" y="60996"/>
                        <a:pt x="128778" y="60138"/>
                        <a:pt x="129254" y="58424"/>
                      </a:cubicBezTo>
                      <a:cubicBezTo>
                        <a:pt x="128968" y="58710"/>
                        <a:pt x="126968" y="59757"/>
                        <a:pt x="123348" y="61567"/>
                      </a:cubicBezTo>
                      <a:close/>
                      <a:moveTo>
                        <a:pt x="130302" y="23467"/>
                      </a:moveTo>
                      <a:lnTo>
                        <a:pt x="133255" y="24324"/>
                      </a:lnTo>
                      <a:cubicBezTo>
                        <a:pt x="132207" y="22515"/>
                        <a:pt x="131730" y="21467"/>
                        <a:pt x="131730" y="21372"/>
                      </a:cubicBezTo>
                      <a:lnTo>
                        <a:pt x="130397" y="23467"/>
                      </a:lnTo>
                      <a:close/>
                      <a:moveTo>
                        <a:pt x="130873" y="6894"/>
                      </a:moveTo>
                      <a:lnTo>
                        <a:pt x="132683" y="6132"/>
                      </a:lnTo>
                      <a:cubicBezTo>
                        <a:pt x="133255" y="5846"/>
                        <a:pt x="133826" y="6132"/>
                        <a:pt x="134207" y="6894"/>
                      </a:cubicBezTo>
                      <a:lnTo>
                        <a:pt x="130873" y="6894"/>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 name="Google Shape;1205;p99"/>
                <p:cNvSpPr/>
                <p:nvPr/>
              </p:nvSpPr>
              <p:spPr>
                <a:xfrm>
                  <a:off x="7325295" y="3260026"/>
                  <a:ext cx="147256" cy="158686"/>
                </a:xfrm>
                <a:custGeom>
                  <a:avLst/>
                  <a:gdLst/>
                  <a:ahLst/>
                  <a:cxnLst/>
                  <a:rect l="l" t="t" r="r" b="b"/>
                  <a:pathLst>
                    <a:path w="147256" h="158686" extrusionOk="0">
                      <a:moveTo>
                        <a:pt x="2096" y="109918"/>
                      </a:moveTo>
                      <a:cubicBezTo>
                        <a:pt x="2000" y="111252"/>
                        <a:pt x="2096" y="111919"/>
                        <a:pt x="2667" y="111919"/>
                      </a:cubicBezTo>
                      <a:cubicBezTo>
                        <a:pt x="2762" y="111919"/>
                        <a:pt x="3048" y="111919"/>
                        <a:pt x="3524" y="111728"/>
                      </a:cubicBezTo>
                      <a:cubicBezTo>
                        <a:pt x="3905" y="111633"/>
                        <a:pt x="4286" y="111538"/>
                        <a:pt x="4572" y="111538"/>
                      </a:cubicBezTo>
                      <a:cubicBezTo>
                        <a:pt x="4953" y="111538"/>
                        <a:pt x="5239" y="111823"/>
                        <a:pt x="5334" y="112300"/>
                      </a:cubicBezTo>
                      <a:cubicBezTo>
                        <a:pt x="2191" y="112300"/>
                        <a:pt x="381" y="112014"/>
                        <a:pt x="0" y="111538"/>
                      </a:cubicBezTo>
                      <a:lnTo>
                        <a:pt x="2191" y="109918"/>
                      </a:lnTo>
                      <a:close/>
                      <a:moveTo>
                        <a:pt x="5239" y="130112"/>
                      </a:moveTo>
                      <a:cubicBezTo>
                        <a:pt x="5525" y="129445"/>
                        <a:pt x="6001" y="129159"/>
                        <a:pt x="6763" y="129159"/>
                      </a:cubicBezTo>
                      <a:lnTo>
                        <a:pt x="8858" y="129159"/>
                      </a:lnTo>
                      <a:cubicBezTo>
                        <a:pt x="8858" y="129730"/>
                        <a:pt x="8287" y="130112"/>
                        <a:pt x="7334" y="130112"/>
                      </a:cubicBezTo>
                      <a:lnTo>
                        <a:pt x="5239" y="130112"/>
                      </a:lnTo>
                      <a:close/>
                      <a:moveTo>
                        <a:pt x="11906" y="140494"/>
                      </a:moveTo>
                      <a:lnTo>
                        <a:pt x="11906" y="138303"/>
                      </a:lnTo>
                      <a:lnTo>
                        <a:pt x="13430" y="138303"/>
                      </a:lnTo>
                      <a:lnTo>
                        <a:pt x="11906" y="140494"/>
                      </a:lnTo>
                      <a:close/>
                      <a:moveTo>
                        <a:pt x="20288" y="127445"/>
                      </a:moveTo>
                      <a:cubicBezTo>
                        <a:pt x="20955" y="127159"/>
                        <a:pt x="22003" y="127635"/>
                        <a:pt x="23336" y="129064"/>
                      </a:cubicBezTo>
                      <a:lnTo>
                        <a:pt x="22765" y="130016"/>
                      </a:lnTo>
                      <a:lnTo>
                        <a:pt x="20288" y="127445"/>
                      </a:lnTo>
                      <a:close/>
                      <a:moveTo>
                        <a:pt x="23336" y="140494"/>
                      </a:moveTo>
                      <a:cubicBezTo>
                        <a:pt x="23336" y="140494"/>
                        <a:pt x="24193" y="140017"/>
                        <a:pt x="24670" y="139255"/>
                      </a:cubicBezTo>
                      <a:cubicBezTo>
                        <a:pt x="25146" y="138589"/>
                        <a:pt x="25527" y="138303"/>
                        <a:pt x="26003" y="138303"/>
                      </a:cubicBezTo>
                      <a:cubicBezTo>
                        <a:pt x="26003" y="138779"/>
                        <a:pt x="25718" y="139541"/>
                        <a:pt x="24955" y="140494"/>
                      </a:cubicBezTo>
                      <a:lnTo>
                        <a:pt x="23336" y="140494"/>
                      </a:lnTo>
                      <a:close/>
                      <a:moveTo>
                        <a:pt x="27051" y="122968"/>
                      </a:moveTo>
                      <a:lnTo>
                        <a:pt x="26480" y="124492"/>
                      </a:lnTo>
                      <a:lnTo>
                        <a:pt x="24384" y="124492"/>
                      </a:lnTo>
                      <a:cubicBezTo>
                        <a:pt x="24860" y="122968"/>
                        <a:pt x="25432" y="122110"/>
                        <a:pt x="26003" y="122110"/>
                      </a:cubicBezTo>
                      <a:cubicBezTo>
                        <a:pt x="26384" y="122110"/>
                        <a:pt x="26765" y="122301"/>
                        <a:pt x="27146" y="122872"/>
                      </a:cubicBezTo>
                      <a:close/>
                      <a:moveTo>
                        <a:pt x="30194" y="109347"/>
                      </a:moveTo>
                      <a:lnTo>
                        <a:pt x="30194" y="110966"/>
                      </a:lnTo>
                      <a:lnTo>
                        <a:pt x="27051" y="108299"/>
                      </a:lnTo>
                      <a:cubicBezTo>
                        <a:pt x="27813" y="108109"/>
                        <a:pt x="28956" y="108395"/>
                        <a:pt x="30194" y="109347"/>
                      </a:cubicBezTo>
                      <a:close/>
                      <a:moveTo>
                        <a:pt x="27051" y="132302"/>
                      </a:moveTo>
                      <a:cubicBezTo>
                        <a:pt x="28099" y="132302"/>
                        <a:pt x="28670" y="132969"/>
                        <a:pt x="28670" y="134398"/>
                      </a:cubicBezTo>
                      <a:lnTo>
                        <a:pt x="27051" y="134398"/>
                      </a:lnTo>
                      <a:lnTo>
                        <a:pt x="27051" y="132302"/>
                      </a:lnTo>
                      <a:close/>
                      <a:moveTo>
                        <a:pt x="30766" y="149066"/>
                      </a:moveTo>
                      <a:lnTo>
                        <a:pt x="30194" y="148209"/>
                      </a:lnTo>
                      <a:lnTo>
                        <a:pt x="33338" y="146495"/>
                      </a:lnTo>
                      <a:lnTo>
                        <a:pt x="30766" y="149066"/>
                      </a:lnTo>
                      <a:close/>
                      <a:moveTo>
                        <a:pt x="146780" y="117729"/>
                      </a:moveTo>
                      <a:lnTo>
                        <a:pt x="139827" y="118681"/>
                      </a:lnTo>
                      <a:cubicBezTo>
                        <a:pt x="139827" y="118681"/>
                        <a:pt x="139636" y="119158"/>
                        <a:pt x="139636" y="119348"/>
                      </a:cubicBezTo>
                      <a:cubicBezTo>
                        <a:pt x="139636" y="119729"/>
                        <a:pt x="140208" y="120205"/>
                        <a:pt x="141351" y="120872"/>
                      </a:cubicBezTo>
                      <a:cubicBezTo>
                        <a:pt x="142494" y="121539"/>
                        <a:pt x="143066" y="122301"/>
                        <a:pt x="143066" y="123063"/>
                      </a:cubicBezTo>
                      <a:lnTo>
                        <a:pt x="144685" y="123063"/>
                      </a:lnTo>
                      <a:cubicBezTo>
                        <a:pt x="143827" y="127063"/>
                        <a:pt x="143161" y="131254"/>
                        <a:pt x="142494" y="135255"/>
                      </a:cubicBezTo>
                      <a:cubicBezTo>
                        <a:pt x="141446" y="139637"/>
                        <a:pt x="138875" y="142494"/>
                        <a:pt x="134779" y="143732"/>
                      </a:cubicBezTo>
                      <a:cubicBezTo>
                        <a:pt x="134112" y="141351"/>
                        <a:pt x="132493" y="140684"/>
                        <a:pt x="130016" y="141637"/>
                      </a:cubicBezTo>
                      <a:lnTo>
                        <a:pt x="129159" y="142208"/>
                      </a:lnTo>
                      <a:lnTo>
                        <a:pt x="132112" y="145351"/>
                      </a:lnTo>
                      <a:cubicBezTo>
                        <a:pt x="130969" y="145066"/>
                        <a:pt x="129635" y="144304"/>
                        <a:pt x="128207" y="143065"/>
                      </a:cubicBezTo>
                      <a:cubicBezTo>
                        <a:pt x="126682" y="141827"/>
                        <a:pt x="125635" y="141160"/>
                        <a:pt x="124873" y="141160"/>
                      </a:cubicBezTo>
                      <a:cubicBezTo>
                        <a:pt x="123920" y="141160"/>
                        <a:pt x="122873" y="141732"/>
                        <a:pt x="121730" y="142780"/>
                      </a:cubicBezTo>
                      <a:lnTo>
                        <a:pt x="124396" y="142780"/>
                      </a:lnTo>
                      <a:lnTo>
                        <a:pt x="123825" y="143732"/>
                      </a:lnTo>
                      <a:cubicBezTo>
                        <a:pt x="125349" y="144208"/>
                        <a:pt x="127445" y="145542"/>
                        <a:pt x="129921" y="147447"/>
                      </a:cubicBezTo>
                      <a:lnTo>
                        <a:pt x="124396" y="149828"/>
                      </a:lnTo>
                      <a:lnTo>
                        <a:pt x="125349" y="150400"/>
                      </a:lnTo>
                      <a:cubicBezTo>
                        <a:pt x="125349" y="150400"/>
                        <a:pt x="122967" y="151447"/>
                        <a:pt x="119063" y="153162"/>
                      </a:cubicBezTo>
                      <a:cubicBezTo>
                        <a:pt x="116967" y="153924"/>
                        <a:pt x="114967" y="154305"/>
                        <a:pt x="113157" y="154305"/>
                      </a:cubicBezTo>
                      <a:cubicBezTo>
                        <a:pt x="112205" y="154305"/>
                        <a:pt x="111157" y="154305"/>
                        <a:pt x="110204" y="154114"/>
                      </a:cubicBezTo>
                      <a:cubicBezTo>
                        <a:pt x="109538" y="155924"/>
                        <a:pt x="109347" y="157067"/>
                        <a:pt x="109633" y="157734"/>
                      </a:cubicBezTo>
                      <a:lnTo>
                        <a:pt x="79629" y="158687"/>
                      </a:lnTo>
                      <a:cubicBezTo>
                        <a:pt x="77248" y="156496"/>
                        <a:pt x="73533" y="154591"/>
                        <a:pt x="68389" y="152971"/>
                      </a:cubicBezTo>
                      <a:cubicBezTo>
                        <a:pt x="62675" y="151257"/>
                        <a:pt x="59150" y="149923"/>
                        <a:pt x="57531" y="148876"/>
                      </a:cubicBezTo>
                      <a:cubicBezTo>
                        <a:pt x="56865" y="148018"/>
                        <a:pt x="55721" y="147352"/>
                        <a:pt x="54102" y="146971"/>
                      </a:cubicBezTo>
                      <a:cubicBezTo>
                        <a:pt x="52483" y="146590"/>
                        <a:pt x="50864" y="146209"/>
                        <a:pt x="49244" y="145828"/>
                      </a:cubicBezTo>
                      <a:lnTo>
                        <a:pt x="51435" y="143732"/>
                      </a:lnTo>
                      <a:lnTo>
                        <a:pt x="48483" y="140589"/>
                      </a:lnTo>
                      <a:lnTo>
                        <a:pt x="47625" y="142780"/>
                      </a:lnTo>
                      <a:cubicBezTo>
                        <a:pt x="45053" y="142113"/>
                        <a:pt x="43625" y="139922"/>
                        <a:pt x="43339" y="136303"/>
                      </a:cubicBezTo>
                      <a:cubicBezTo>
                        <a:pt x="43149" y="132969"/>
                        <a:pt x="41339" y="131350"/>
                        <a:pt x="37815" y="131350"/>
                      </a:cubicBezTo>
                      <a:lnTo>
                        <a:pt x="35243" y="131350"/>
                      </a:lnTo>
                      <a:cubicBezTo>
                        <a:pt x="37433" y="131254"/>
                        <a:pt x="38576" y="130016"/>
                        <a:pt x="38576" y="127635"/>
                      </a:cubicBezTo>
                      <a:cubicBezTo>
                        <a:pt x="38576" y="126873"/>
                        <a:pt x="38386" y="126111"/>
                        <a:pt x="38005" y="125444"/>
                      </a:cubicBezTo>
                      <a:cubicBezTo>
                        <a:pt x="37624" y="124777"/>
                        <a:pt x="36195" y="124015"/>
                        <a:pt x="33814" y="123063"/>
                      </a:cubicBezTo>
                      <a:lnTo>
                        <a:pt x="33242" y="123634"/>
                      </a:lnTo>
                      <a:cubicBezTo>
                        <a:pt x="33242" y="123634"/>
                        <a:pt x="32957" y="124015"/>
                        <a:pt x="32671" y="124015"/>
                      </a:cubicBezTo>
                      <a:cubicBezTo>
                        <a:pt x="32290" y="124015"/>
                        <a:pt x="31909" y="123539"/>
                        <a:pt x="31623" y="122396"/>
                      </a:cubicBezTo>
                      <a:cubicBezTo>
                        <a:pt x="31337" y="121444"/>
                        <a:pt x="31337" y="120682"/>
                        <a:pt x="31623" y="119824"/>
                      </a:cubicBezTo>
                      <a:cubicBezTo>
                        <a:pt x="32957" y="119539"/>
                        <a:pt x="34957" y="118205"/>
                        <a:pt x="37529" y="115633"/>
                      </a:cubicBezTo>
                      <a:cubicBezTo>
                        <a:pt x="39910" y="113538"/>
                        <a:pt x="41910" y="112490"/>
                        <a:pt x="43529" y="112490"/>
                      </a:cubicBezTo>
                      <a:cubicBezTo>
                        <a:pt x="44291" y="112490"/>
                        <a:pt x="45148" y="112681"/>
                        <a:pt x="46006" y="113062"/>
                      </a:cubicBezTo>
                      <a:cubicBezTo>
                        <a:pt x="45530" y="112109"/>
                        <a:pt x="45434" y="111347"/>
                        <a:pt x="46006" y="110680"/>
                      </a:cubicBezTo>
                      <a:cubicBezTo>
                        <a:pt x="46482" y="110014"/>
                        <a:pt x="46006" y="108966"/>
                        <a:pt x="44672" y="107728"/>
                      </a:cubicBezTo>
                      <a:lnTo>
                        <a:pt x="51340" y="104584"/>
                      </a:lnTo>
                      <a:lnTo>
                        <a:pt x="49816" y="102394"/>
                      </a:lnTo>
                      <a:cubicBezTo>
                        <a:pt x="50864" y="102394"/>
                        <a:pt x="52578" y="101822"/>
                        <a:pt x="54959" y="100489"/>
                      </a:cubicBezTo>
                      <a:cubicBezTo>
                        <a:pt x="57341" y="99250"/>
                        <a:pt x="58864" y="98679"/>
                        <a:pt x="59722" y="98679"/>
                      </a:cubicBezTo>
                      <a:cubicBezTo>
                        <a:pt x="61055" y="98679"/>
                        <a:pt x="61817" y="99631"/>
                        <a:pt x="62293" y="101632"/>
                      </a:cubicBezTo>
                      <a:cubicBezTo>
                        <a:pt x="61913" y="105918"/>
                        <a:pt x="63532" y="110299"/>
                        <a:pt x="67056" y="114586"/>
                      </a:cubicBezTo>
                      <a:cubicBezTo>
                        <a:pt x="68771" y="116776"/>
                        <a:pt x="72295" y="120015"/>
                        <a:pt x="77534" y="124492"/>
                      </a:cubicBezTo>
                      <a:cubicBezTo>
                        <a:pt x="78296" y="126301"/>
                        <a:pt x="79629" y="127254"/>
                        <a:pt x="81534" y="127254"/>
                      </a:cubicBezTo>
                      <a:cubicBezTo>
                        <a:pt x="82010" y="127254"/>
                        <a:pt x="82868" y="127159"/>
                        <a:pt x="84011" y="126968"/>
                      </a:cubicBezTo>
                      <a:cubicBezTo>
                        <a:pt x="85154" y="126778"/>
                        <a:pt x="86011" y="126682"/>
                        <a:pt x="86487" y="126682"/>
                      </a:cubicBezTo>
                      <a:cubicBezTo>
                        <a:pt x="87630" y="126682"/>
                        <a:pt x="88773" y="126968"/>
                        <a:pt x="89821" y="127445"/>
                      </a:cubicBezTo>
                      <a:cubicBezTo>
                        <a:pt x="90868" y="127921"/>
                        <a:pt x="92107" y="128206"/>
                        <a:pt x="93345" y="128206"/>
                      </a:cubicBezTo>
                      <a:cubicBezTo>
                        <a:pt x="95726" y="128206"/>
                        <a:pt x="98489" y="127159"/>
                        <a:pt x="101632" y="124873"/>
                      </a:cubicBezTo>
                      <a:cubicBezTo>
                        <a:pt x="106394" y="121729"/>
                        <a:pt x="109061" y="120015"/>
                        <a:pt x="109728" y="119824"/>
                      </a:cubicBezTo>
                      <a:cubicBezTo>
                        <a:pt x="110395" y="118777"/>
                        <a:pt x="110680" y="117729"/>
                        <a:pt x="110680" y="116681"/>
                      </a:cubicBezTo>
                      <a:cubicBezTo>
                        <a:pt x="110680" y="115157"/>
                        <a:pt x="109824" y="113062"/>
                        <a:pt x="108014" y="110490"/>
                      </a:cubicBezTo>
                      <a:cubicBezTo>
                        <a:pt x="106204" y="107918"/>
                        <a:pt x="105251" y="106013"/>
                        <a:pt x="104966" y="104680"/>
                      </a:cubicBezTo>
                      <a:cubicBezTo>
                        <a:pt x="101632" y="104204"/>
                        <a:pt x="99822" y="102965"/>
                        <a:pt x="99441" y="100965"/>
                      </a:cubicBezTo>
                      <a:lnTo>
                        <a:pt x="100393" y="100203"/>
                      </a:lnTo>
                      <a:cubicBezTo>
                        <a:pt x="96202" y="98203"/>
                        <a:pt x="90297" y="95155"/>
                        <a:pt x="82868" y="91059"/>
                      </a:cubicBezTo>
                      <a:cubicBezTo>
                        <a:pt x="82105" y="91726"/>
                        <a:pt x="81343" y="92107"/>
                        <a:pt x="80486" y="92107"/>
                      </a:cubicBezTo>
                      <a:cubicBezTo>
                        <a:pt x="79439" y="92107"/>
                        <a:pt x="78105" y="91440"/>
                        <a:pt x="76581" y="89916"/>
                      </a:cubicBezTo>
                      <a:cubicBezTo>
                        <a:pt x="75057" y="88487"/>
                        <a:pt x="73723" y="87725"/>
                        <a:pt x="72771" y="87725"/>
                      </a:cubicBezTo>
                      <a:cubicBezTo>
                        <a:pt x="72390" y="87725"/>
                        <a:pt x="72009" y="87821"/>
                        <a:pt x="71628" y="88201"/>
                      </a:cubicBezTo>
                      <a:cubicBezTo>
                        <a:pt x="68294" y="87249"/>
                        <a:pt x="65056" y="84582"/>
                        <a:pt x="61722" y="80105"/>
                      </a:cubicBezTo>
                      <a:cubicBezTo>
                        <a:pt x="58008" y="75152"/>
                        <a:pt x="54959" y="71914"/>
                        <a:pt x="52483" y="70485"/>
                      </a:cubicBezTo>
                      <a:cubicBezTo>
                        <a:pt x="52768" y="69056"/>
                        <a:pt x="52102" y="67246"/>
                        <a:pt x="50482" y="65056"/>
                      </a:cubicBezTo>
                      <a:cubicBezTo>
                        <a:pt x="48863" y="62960"/>
                        <a:pt x="48196" y="61246"/>
                        <a:pt x="48483" y="60103"/>
                      </a:cubicBezTo>
                      <a:cubicBezTo>
                        <a:pt x="47530" y="58388"/>
                        <a:pt x="46958" y="55150"/>
                        <a:pt x="46673" y="50197"/>
                      </a:cubicBezTo>
                      <a:cubicBezTo>
                        <a:pt x="46387" y="45815"/>
                        <a:pt x="46196" y="41529"/>
                        <a:pt x="46006" y="37147"/>
                      </a:cubicBezTo>
                      <a:cubicBezTo>
                        <a:pt x="47054" y="36766"/>
                        <a:pt x="47625" y="36290"/>
                        <a:pt x="47625" y="35623"/>
                      </a:cubicBezTo>
                      <a:cubicBezTo>
                        <a:pt x="47625" y="35242"/>
                        <a:pt x="47434" y="34576"/>
                        <a:pt x="46863" y="33814"/>
                      </a:cubicBezTo>
                      <a:cubicBezTo>
                        <a:pt x="46291" y="32956"/>
                        <a:pt x="46006" y="32290"/>
                        <a:pt x="46006" y="31909"/>
                      </a:cubicBezTo>
                      <a:cubicBezTo>
                        <a:pt x="46673" y="30099"/>
                        <a:pt x="48959" y="27527"/>
                        <a:pt x="52768" y="24384"/>
                      </a:cubicBezTo>
                      <a:cubicBezTo>
                        <a:pt x="55912" y="21622"/>
                        <a:pt x="57531" y="18955"/>
                        <a:pt x="57531" y="16478"/>
                      </a:cubicBezTo>
                      <a:cubicBezTo>
                        <a:pt x="58102" y="16383"/>
                        <a:pt x="58960" y="15812"/>
                        <a:pt x="60198" y="14954"/>
                      </a:cubicBezTo>
                      <a:cubicBezTo>
                        <a:pt x="61436" y="14002"/>
                        <a:pt x="62293" y="13525"/>
                        <a:pt x="62865" y="13525"/>
                      </a:cubicBezTo>
                      <a:cubicBezTo>
                        <a:pt x="63341" y="13525"/>
                        <a:pt x="63627" y="13811"/>
                        <a:pt x="63818" y="14383"/>
                      </a:cubicBezTo>
                      <a:cubicBezTo>
                        <a:pt x="66390" y="10573"/>
                        <a:pt x="70390" y="7620"/>
                        <a:pt x="75915" y="5429"/>
                      </a:cubicBezTo>
                      <a:cubicBezTo>
                        <a:pt x="80772" y="3905"/>
                        <a:pt x="85630" y="2286"/>
                        <a:pt x="90488" y="762"/>
                      </a:cubicBezTo>
                      <a:cubicBezTo>
                        <a:pt x="92011" y="286"/>
                        <a:pt x="93345" y="0"/>
                        <a:pt x="94774" y="0"/>
                      </a:cubicBezTo>
                      <a:cubicBezTo>
                        <a:pt x="96869" y="0"/>
                        <a:pt x="99727" y="762"/>
                        <a:pt x="103346" y="2476"/>
                      </a:cubicBezTo>
                      <a:cubicBezTo>
                        <a:pt x="106871" y="4096"/>
                        <a:pt x="109728" y="4953"/>
                        <a:pt x="111823" y="4953"/>
                      </a:cubicBezTo>
                      <a:cubicBezTo>
                        <a:pt x="112681" y="4953"/>
                        <a:pt x="113633" y="4858"/>
                        <a:pt x="114586" y="4572"/>
                      </a:cubicBezTo>
                      <a:cubicBezTo>
                        <a:pt x="115538" y="6382"/>
                        <a:pt x="117157" y="7715"/>
                        <a:pt x="119539" y="8287"/>
                      </a:cubicBezTo>
                      <a:cubicBezTo>
                        <a:pt x="122587" y="9239"/>
                        <a:pt x="124587" y="10001"/>
                        <a:pt x="125444" y="10668"/>
                      </a:cubicBezTo>
                      <a:cubicBezTo>
                        <a:pt x="129921" y="11049"/>
                        <a:pt x="133921" y="16859"/>
                        <a:pt x="137446" y="28004"/>
                      </a:cubicBezTo>
                      <a:cubicBezTo>
                        <a:pt x="137350" y="29623"/>
                        <a:pt x="136207" y="31718"/>
                        <a:pt x="134017" y="34290"/>
                      </a:cubicBezTo>
                      <a:cubicBezTo>
                        <a:pt x="131826" y="36957"/>
                        <a:pt x="130873" y="39148"/>
                        <a:pt x="130969" y="40957"/>
                      </a:cubicBezTo>
                      <a:cubicBezTo>
                        <a:pt x="129540" y="40672"/>
                        <a:pt x="128778" y="41148"/>
                        <a:pt x="128588" y="42577"/>
                      </a:cubicBezTo>
                      <a:cubicBezTo>
                        <a:pt x="128492" y="44291"/>
                        <a:pt x="128207" y="45244"/>
                        <a:pt x="127635" y="45529"/>
                      </a:cubicBezTo>
                      <a:cubicBezTo>
                        <a:pt x="123920" y="47244"/>
                        <a:pt x="121348" y="48101"/>
                        <a:pt x="119920" y="48101"/>
                      </a:cubicBezTo>
                      <a:cubicBezTo>
                        <a:pt x="117824" y="48101"/>
                        <a:pt x="115824" y="46768"/>
                        <a:pt x="114015" y="44196"/>
                      </a:cubicBezTo>
                      <a:cubicBezTo>
                        <a:pt x="113919" y="42100"/>
                        <a:pt x="112586" y="40481"/>
                        <a:pt x="110014" y="39433"/>
                      </a:cubicBezTo>
                      <a:cubicBezTo>
                        <a:pt x="107061" y="38386"/>
                        <a:pt x="105442" y="37147"/>
                        <a:pt x="104870" y="35719"/>
                      </a:cubicBezTo>
                      <a:cubicBezTo>
                        <a:pt x="104108" y="35623"/>
                        <a:pt x="102108" y="34862"/>
                        <a:pt x="98774" y="33528"/>
                      </a:cubicBezTo>
                      <a:cubicBezTo>
                        <a:pt x="96108" y="32480"/>
                        <a:pt x="94012" y="32004"/>
                        <a:pt x="92488" y="32004"/>
                      </a:cubicBezTo>
                      <a:cubicBezTo>
                        <a:pt x="90202" y="32004"/>
                        <a:pt x="88297" y="33052"/>
                        <a:pt x="86773" y="35147"/>
                      </a:cubicBezTo>
                      <a:cubicBezTo>
                        <a:pt x="86296" y="34957"/>
                        <a:pt x="85725" y="34957"/>
                        <a:pt x="85344" y="34957"/>
                      </a:cubicBezTo>
                      <a:cubicBezTo>
                        <a:pt x="84296" y="34957"/>
                        <a:pt x="82677" y="36004"/>
                        <a:pt x="80391" y="37909"/>
                      </a:cubicBezTo>
                      <a:cubicBezTo>
                        <a:pt x="81058" y="39052"/>
                        <a:pt x="81439" y="40100"/>
                        <a:pt x="81439" y="41053"/>
                      </a:cubicBezTo>
                      <a:cubicBezTo>
                        <a:pt x="81439" y="42291"/>
                        <a:pt x="80486" y="43339"/>
                        <a:pt x="78772" y="44291"/>
                      </a:cubicBezTo>
                      <a:cubicBezTo>
                        <a:pt x="76962" y="45339"/>
                        <a:pt x="76105" y="46291"/>
                        <a:pt x="76105" y="47244"/>
                      </a:cubicBezTo>
                      <a:cubicBezTo>
                        <a:pt x="76105" y="48006"/>
                        <a:pt x="76581" y="49054"/>
                        <a:pt x="77534" y="50387"/>
                      </a:cubicBezTo>
                      <a:cubicBezTo>
                        <a:pt x="83058" y="58388"/>
                        <a:pt x="91440" y="64484"/>
                        <a:pt x="102584" y="68580"/>
                      </a:cubicBezTo>
                      <a:cubicBezTo>
                        <a:pt x="104013" y="68961"/>
                        <a:pt x="106013" y="70199"/>
                        <a:pt x="108775" y="72390"/>
                      </a:cubicBezTo>
                      <a:cubicBezTo>
                        <a:pt x="111538" y="74581"/>
                        <a:pt x="113729" y="75724"/>
                        <a:pt x="115634" y="75914"/>
                      </a:cubicBezTo>
                      <a:cubicBezTo>
                        <a:pt x="117443" y="76105"/>
                        <a:pt x="120015" y="77629"/>
                        <a:pt x="123349" y="80296"/>
                      </a:cubicBezTo>
                      <a:cubicBezTo>
                        <a:pt x="126206" y="82963"/>
                        <a:pt x="128968" y="84106"/>
                        <a:pt x="131636" y="83629"/>
                      </a:cubicBezTo>
                      <a:cubicBezTo>
                        <a:pt x="131636" y="84963"/>
                        <a:pt x="131826" y="85630"/>
                        <a:pt x="132207" y="85820"/>
                      </a:cubicBezTo>
                      <a:cubicBezTo>
                        <a:pt x="133445" y="85820"/>
                        <a:pt x="134208" y="86677"/>
                        <a:pt x="134874" y="88487"/>
                      </a:cubicBezTo>
                      <a:cubicBezTo>
                        <a:pt x="135446" y="90297"/>
                        <a:pt x="136398" y="90964"/>
                        <a:pt x="137541" y="90488"/>
                      </a:cubicBezTo>
                      <a:cubicBezTo>
                        <a:pt x="137827" y="91440"/>
                        <a:pt x="139541" y="94107"/>
                        <a:pt x="142684" y="98584"/>
                      </a:cubicBezTo>
                      <a:cubicBezTo>
                        <a:pt x="145066" y="102298"/>
                        <a:pt x="146304" y="105632"/>
                        <a:pt x="146304" y="108585"/>
                      </a:cubicBezTo>
                      <a:cubicBezTo>
                        <a:pt x="146971" y="109442"/>
                        <a:pt x="147257" y="110204"/>
                        <a:pt x="147257" y="110966"/>
                      </a:cubicBezTo>
                      <a:cubicBezTo>
                        <a:pt x="147257" y="111633"/>
                        <a:pt x="146971" y="112395"/>
                        <a:pt x="146304" y="113347"/>
                      </a:cubicBezTo>
                      <a:cubicBezTo>
                        <a:pt x="145637" y="114300"/>
                        <a:pt x="145256" y="115062"/>
                        <a:pt x="145256" y="115443"/>
                      </a:cubicBezTo>
                      <a:cubicBezTo>
                        <a:pt x="145256" y="116205"/>
                        <a:pt x="145828" y="117062"/>
                        <a:pt x="146875" y="117824"/>
                      </a:cubicBezTo>
                      <a:close/>
                      <a:moveTo>
                        <a:pt x="33338" y="122491"/>
                      </a:moveTo>
                      <a:lnTo>
                        <a:pt x="37909" y="120872"/>
                      </a:lnTo>
                      <a:lnTo>
                        <a:pt x="35719" y="120872"/>
                      </a:lnTo>
                      <a:lnTo>
                        <a:pt x="33338" y="122491"/>
                      </a:lnTo>
                      <a:close/>
                      <a:moveTo>
                        <a:pt x="34766" y="141637"/>
                      </a:moveTo>
                      <a:lnTo>
                        <a:pt x="35719" y="141637"/>
                      </a:lnTo>
                      <a:lnTo>
                        <a:pt x="37338" y="142780"/>
                      </a:lnTo>
                      <a:lnTo>
                        <a:pt x="34766" y="141637"/>
                      </a:lnTo>
                      <a:close/>
                      <a:moveTo>
                        <a:pt x="41053" y="152019"/>
                      </a:moveTo>
                      <a:cubicBezTo>
                        <a:pt x="40767" y="150590"/>
                        <a:pt x="41243" y="149257"/>
                        <a:pt x="42386" y="148114"/>
                      </a:cubicBezTo>
                      <a:lnTo>
                        <a:pt x="42196" y="148304"/>
                      </a:lnTo>
                      <a:cubicBezTo>
                        <a:pt x="42196" y="148304"/>
                        <a:pt x="42482" y="149257"/>
                        <a:pt x="43053" y="149828"/>
                      </a:cubicBezTo>
                      <a:cubicBezTo>
                        <a:pt x="43625" y="150400"/>
                        <a:pt x="43910" y="150876"/>
                        <a:pt x="43910" y="151066"/>
                      </a:cubicBezTo>
                      <a:cubicBezTo>
                        <a:pt x="43910" y="151447"/>
                        <a:pt x="43625" y="151829"/>
                        <a:pt x="43149" y="152114"/>
                      </a:cubicBezTo>
                      <a:lnTo>
                        <a:pt x="40957" y="152114"/>
                      </a:lnTo>
                      <a:close/>
                      <a:moveTo>
                        <a:pt x="42767" y="147542"/>
                      </a:moveTo>
                      <a:cubicBezTo>
                        <a:pt x="42767" y="147542"/>
                        <a:pt x="42386" y="148018"/>
                        <a:pt x="42386" y="148114"/>
                      </a:cubicBezTo>
                      <a:cubicBezTo>
                        <a:pt x="42386" y="148018"/>
                        <a:pt x="42482" y="147828"/>
                        <a:pt x="42767" y="147542"/>
                      </a:cubicBezTo>
                      <a:close/>
                      <a:moveTo>
                        <a:pt x="43149" y="143827"/>
                      </a:moveTo>
                      <a:cubicBezTo>
                        <a:pt x="43720" y="143827"/>
                        <a:pt x="44291" y="144113"/>
                        <a:pt x="44958" y="144875"/>
                      </a:cubicBezTo>
                      <a:cubicBezTo>
                        <a:pt x="45625" y="145542"/>
                        <a:pt x="46006" y="145923"/>
                        <a:pt x="46101" y="146018"/>
                      </a:cubicBezTo>
                      <a:cubicBezTo>
                        <a:pt x="45339" y="146209"/>
                        <a:pt x="44196" y="146685"/>
                        <a:pt x="42767" y="147638"/>
                      </a:cubicBezTo>
                      <a:cubicBezTo>
                        <a:pt x="43815" y="146304"/>
                        <a:pt x="44005" y="145066"/>
                        <a:pt x="43149" y="143923"/>
                      </a:cubicBezTo>
                      <a:close/>
                      <a:moveTo>
                        <a:pt x="47720" y="127063"/>
                      </a:moveTo>
                      <a:lnTo>
                        <a:pt x="47720" y="125539"/>
                      </a:lnTo>
                      <a:lnTo>
                        <a:pt x="43149" y="123158"/>
                      </a:lnTo>
                      <a:lnTo>
                        <a:pt x="47720" y="127063"/>
                      </a:lnTo>
                      <a:close/>
                      <a:moveTo>
                        <a:pt x="51530" y="133255"/>
                      </a:moveTo>
                      <a:cubicBezTo>
                        <a:pt x="51530" y="133255"/>
                        <a:pt x="52102" y="133350"/>
                        <a:pt x="53530" y="133636"/>
                      </a:cubicBezTo>
                      <a:cubicBezTo>
                        <a:pt x="54293" y="133826"/>
                        <a:pt x="54864" y="133350"/>
                        <a:pt x="55340" y="132493"/>
                      </a:cubicBezTo>
                      <a:cubicBezTo>
                        <a:pt x="53816" y="131921"/>
                        <a:pt x="52483" y="132207"/>
                        <a:pt x="51625" y="133255"/>
                      </a:cubicBezTo>
                      <a:cubicBezTo>
                        <a:pt x="51245" y="133255"/>
                        <a:pt x="51054" y="133445"/>
                        <a:pt x="51054" y="133826"/>
                      </a:cubicBezTo>
                      <a:lnTo>
                        <a:pt x="49435" y="135350"/>
                      </a:lnTo>
                      <a:lnTo>
                        <a:pt x="51054" y="135350"/>
                      </a:lnTo>
                      <a:cubicBezTo>
                        <a:pt x="50959" y="134683"/>
                        <a:pt x="50959" y="134207"/>
                        <a:pt x="51054" y="133826"/>
                      </a:cubicBezTo>
                      <a:lnTo>
                        <a:pt x="51625" y="133255"/>
                      </a:lnTo>
                      <a:close/>
                      <a:moveTo>
                        <a:pt x="52483" y="58388"/>
                      </a:moveTo>
                      <a:cubicBezTo>
                        <a:pt x="53150" y="57721"/>
                        <a:pt x="53340" y="57150"/>
                        <a:pt x="53054" y="56579"/>
                      </a:cubicBezTo>
                      <a:lnTo>
                        <a:pt x="53721" y="55245"/>
                      </a:lnTo>
                      <a:cubicBezTo>
                        <a:pt x="53150" y="54578"/>
                        <a:pt x="52483" y="54102"/>
                        <a:pt x="51625" y="53721"/>
                      </a:cubicBezTo>
                      <a:cubicBezTo>
                        <a:pt x="50768" y="53340"/>
                        <a:pt x="50197" y="53149"/>
                        <a:pt x="50006" y="53149"/>
                      </a:cubicBezTo>
                      <a:cubicBezTo>
                        <a:pt x="52102" y="54197"/>
                        <a:pt x="53150" y="55340"/>
                        <a:pt x="53150" y="56674"/>
                      </a:cubicBezTo>
                      <a:lnTo>
                        <a:pt x="52578" y="58483"/>
                      </a:lnTo>
                      <a:close/>
                      <a:moveTo>
                        <a:pt x="66104" y="47054"/>
                      </a:moveTo>
                      <a:lnTo>
                        <a:pt x="66104" y="46482"/>
                      </a:lnTo>
                      <a:cubicBezTo>
                        <a:pt x="65532" y="43053"/>
                        <a:pt x="63151" y="41338"/>
                        <a:pt x="58960" y="41338"/>
                      </a:cubicBezTo>
                      <a:cubicBezTo>
                        <a:pt x="55626" y="41338"/>
                        <a:pt x="52959" y="42196"/>
                        <a:pt x="50864" y="44101"/>
                      </a:cubicBezTo>
                      <a:cubicBezTo>
                        <a:pt x="51530" y="44387"/>
                        <a:pt x="52197" y="45625"/>
                        <a:pt x="52959" y="47911"/>
                      </a:cubicBezTo>
                      <a:cubicBezTo>
                        <a:pt x="53626" y="50197"/>
                        <a:pt x="54959" y="51149"/>
                        <a:pt x="56769" y="50768"/>
                      </a:cubicBezTo>
                      <a:lnTo>
                        <a:pt x="56769" y="50197"/>
                      </a:lnTo>
                      <a:cubicBezTo>
                        <a:pt x="56769" y="50197"/>
                        <a:pt x="57626" y="48387"/>
                        <a:pt x="58102" y="45815"/>
                      </a:cubicBezTo>
                      <a:cubicBezTo>
                        <a:pt x="58484" y="43720"/>
                        <a:pt x="59246" y="42672"/>
                        <a:pt x="60484" y="42672"/>
                      </a:cubicBezTo>
                      <a:cubicBezTo>
                        <a:pt x="60960" y="42672"/>
                        <a:pt x="61532" y="42863"/>
                        <a:pt x="62199" y="43243"/>
                      </a:cubicBezTo>
                      <a:lnTo>
                        <a:pt x="62199" y="44863"/>
                      </a:lnTo>
                      <a:cubicBezTo>
                        <a:pt x="62199" y="44863"/>
                        <a:pt x="62770" y="44672"/>
                        <a:pt x="63246" y="44672"/>
                      </a:cubicBezTo>
                      <a:cubicBezTo>
                        <a:pt x="63532" y="44672"/>
                        <a:pt x="64389" y="45434"/>
                        <a:pt x="66008" y="47054"/>
                      </a:cubicBezTo>
                      <a:close/>
                      <a:moveTo>
                        <a:pt x="53721" y="110109"/>
                      </a:moveTo>
                      <a:cubicBezTo>
                        <a:pt x="52483" y="110109"/>
                        <a:pt x="51816" y="109918"/>
                        <a:pt x="51530" y="109538"/>
                      </a:cubicBezTo>
                      <a:lnTo>
                        <a:pt x="53150" y="111728"/>
                      </a:lnTo>
                      <a:cubicBezTo>
                        <a:pt x="53816" y="111347"/>
                        <a:pt x="54007" y="110776"/>
                        <a:pt x="53816" y="110109"/>
                      </a:cubicBezTo>
                      <a:close/>
                      <a:moveTo>
                        <a:pt x="55245" y="49149"/>
                      </a:moveTo>
                      <a:lnTo>
                        <a:pt x="54578" y="48577"/>
                      </a:lnTo>
                      <a:lnTo>
                        <a:pt x="56198" y="48577"/>
                      </a:lnTo>
                      <a:cubicBezTo>
                        <a:pt x="56198" y="48577"/>
                        <a:pt x="55816" y="48958"/>
                        <a:pt x="55245" y="49149"/>
                      </a:cubicBezTo>
                      <a:close/>
                      <a:moveTo>
                        <a:pt x="56198" y="48577"/>
                      </a:moveTo>
                      <a:cubicBezTo>
                        <a:pt x="56198" y="48577"/>
                        <a:pt x="56674" y="48292"/>
                        <a:pt x="56865" y="48577"/>
                      </a:cubicBezTo>
                      <a:lnTo>
                        <a:pt x="56198" y="48577"/>
                      </a:lnTo>
                      <a:close/>
                      <a:moveTo>
                        <a:pt x="57626" y="145447"/>
                      </a:moveTo>
                      <a:lnTo>
                        <a:pt x="59246" y="143827"/>
                      </a:lnTo>
                      <a:cubicBezTo>
                        <a:pt x="58579" y="143161"/>
                        <a:pt x="58008" y="142875"/>
                        <a:pt x="57626" y="142875"/>
                      </a:cubicBezTo>
                      <a:lnTo>
                        <a:pt x="57626" y="145447"/>
                      </a:lnTo>
                      <a:close/>
                      <a:moveTo>
                        <a:pt x="60007" y="51340"/>
                      </a:moveTo>
                      <a:cubicBezTo>
                        <a:pt x="60293" y="50578"/>
                        <a:pt x="60007" y="49721"/>
                        <a:pt x="59246" y="48577"/>
                      </a:cubicBezTo>
                      <a:lnTo>
                        <a:pt x="59246" y="52292"/>
                      </a:lnTo>
                      <a:lnTo>
                        <a:pt x="60007" y="51245"/>
                      </a:lnTo>
                      <a:close/>
                      <a:moveTo>
                        <a:pt x="62865" y="158115"/>
                      </a:moveTo>
                      <a:lnTo>
                        <a:pt x="62293" y="157543"/>
                      </a:lnTo>
                      <a:lnTo>
                        <a:pt x="63818" y="157543"/>
                      </a:lnTo>
                      <a:cubicBezTo>
                        <a:pt x="63055" y="157924"/>
                        <a:pt x="62770" y="158115"/>
                        <a:pt x="62865" y="158115"/>
                      </a:cubicBezTo>
                      <a:close/>
                      <a:moveTo>
                        <a:pt x="82010" y="141732"/>
                      </a:moveTo>
                      <a:lnTo>
                        <a:pt x="82772" y="140684"/>
                      </a:lnTo>
                      <a:lnTo>
                        <a:pt x="82010" y="138493"/>
                      </a:lnTo>
                      <a:lnTo>
                        <a:pt x="82010" y="141732"/>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6" name="Google Shape;1206;p99"/>
              <p:cNvGrpSpPr/>
              <p:nvPr/>
            </p:nvGrpSpPr>
            <p:grpSpPr>
              <a:xfrm>
                <a:off x="13682656" y="5700903"/>
                <a:ext cx="230410" cy="67246"/>
                <a:chOff x="8429338" y="3418998"/>
                <a:chExt cx="230410" cy="67246"/>
              </a:xfrm>
            </p:grpSpPr>
            <p:sp>
              <p:nvSpPr>
                <p:cNvPr id="1207" name="Google Shape;1207;p99"/>
                <p:cNvSpPr/>
                <p:nvPr/>
              </p:nvSpPr>
              <p:spPr>
                <a:xfrm>
                  <a:off x="8429338" y="3426904"/>
                  <a:ext cx="56007" cy="54673"/>
                </a:xfrm>
                <a:custGeom>
                  <a:avLst/>
                  <a:gdLst/>
                  <a:ahLst/>
                  <a:cxnLst/>
                  <a:rect l="l" t="t" r="r" b="b"/>
                  <a:pathLst>
                    <a:path w="56007" h="54673" extrusionOk="0">
                      <a:moveTo>
                        <a:pt x="572" y="29051"/>
                      </a:moveTo>
                      <a:cubicBezTo>
                        <a:pt x="572" y="29051"/>
                        <a:pt x="572" y="29242"/>
                        <a:pt x="858" y="29337"/>
                      </a:cubicBezTo>
                      <a:cubicBezTo>
                        <a:pt x="1048" y="29528"/>
                        <a:pt x="1048" y="29623"/>
                        <a:pt x="1048" y="29813"/>
                      </a:cubicBezTo>
                      <a:lnTo>
                        <a:pt x="0" y="29813"/>
                      </a:lnTo>
                      <a:lnTo>
                        <a:pt x="477" y="29051"/>
                      </a:lnTo>
                      <a:close/>
                      <a:moveTo>
                        <a:pt x="95" y="32956"/>
                      </a:moveTo>
                      <a:cubicBezTo>
                        <a:pt x="95" y="32956"/>
                        <a:pt x="572" y="33528"/>
                        <a:pt x="953" y="33719"/>
                      </a:cubicBezTo>
                      <a:lnTo>
                        <a:pt x="95" y="33719"/>
                      </a:lnTo>
                      <a:lnTo>
                        <a:pt x="95" y="32956"/>
                      </a:lnTo>
                      <a:close/>
                      <a:moveTo>
                        <a:pt x="286" y="36576"/>
                      </a:moveTo>
                      <a:lnTo>
                        <a:pt x="95" y="35814"/>
                      </a:lnTo>
                      <a:cubicBezTo>
                        <a:pt x="95" y="35814"/>
                        <a:pt x="667" y="36100"/>
                        <a:pt x="1144" y="36386"/>
                      </a:cubicBezTo>
                      <a:lnTo>
                        <a:pt x="286" y="36671"/>
                      </a:lnTo>
                      <a:close/>
                      <a:moveTo>
                        <a:pt x="1905" y="33719"/>
                      </a:moveTo>
                      <a:lnTo>
                        <a:pt x="1905" y="33719"/>
                      </a:lnTo>
                      <a:close/>
                      <a:moveTo>
                        <a:pt x="1334" y="37910"/>
                      </a:moveTo>
                      <a:cubicBezTo>
                        <a:pt x="1334" y="37910"/>
                        <a:pt x="1715" y="37910"/>
                        <a:pt x="2096" y="38290"/>
                      </a:cubicBezTo>
                      <a:lnTo>
                        <a:pt x="2096" y="38576"/>
                      </a:lnTo>
                      <a:lnTo>
                        <a:pt x="1334" y="38576"/>
                      </a:lnTo>
                      <a:lnTo>
                        <a:pt x="1334" y="37814"/>
                      </a:lnTo>
                      <a:close/>
                      <a:moveTo>
                        <a:pt x="3143" y="28385"/>
                      </a:moveTo>
                      <a:cubicBezTo>
                        <a:pt x="3143" y="28385"/>
                        <a:pt x="3334" y="28861"/>
                        <a:pt x="3429" y="29337"/>
                      </a:cubicBezTo>
                      <a:cubicBezTo>
                        <a:pt x="2953" y="29337"/>
                        <a:pt x="2667" y="29337"/>
                        <a:pt x="2667" y="29146"/>
                      </a:cubicBezTo>
                      <a:lnTo>
                        <a:pt x="3239" y="28385"/>
                      </a:lnTo>
                      <a:close/>
                      <a:moveTo>
                        <a:pt x="2572" y="45911"/>
                      </a:moveTo>
                      <a:cubicBezTo>
                        <a:pt x="2572" y="45911"/>
                        <a:pt x="2858" y="45720"/>
                        <a:pt x="3334" y="45720"/>
                      </a:cubicBezTo>
                      <a:lnTo>
                        <a:pt x="3334" y="46101"/>
                      </a:lnTo>
                      <a:lnTo>
                        <a:pt x="2572" y="45911"/>
                      </a:lnTo>
                      <a:close/>
                      <a:moveTo>
                        <a:pt x="5715" y="37147"/>
                      </a:moveTo>
                      <a:cubicBezTo>
                        <a:pt x="5715" y="37147"/>
                        <a:pt x="6287" y="36862"/>
                        <a:pt x="6572" y="36767"/>
                      </a:cubicBezTo>
                      <a:cubicBezTo>
                        <a:pt x="6954" y="36576"/>
                        <a:pt x="7334" y="36671"/>
                        <a:pt x="7525" y="36862"/>
                      </a:cubicBezTo>
                      <a:lnTo>
                        <a:pt x="5715" y="37052"/>
                      </a:lnTo>
                      <a:close/>
                      <a:moveTo>
                        <a:pt x="6954" y="30480"/>
                      </a:moveTo>
                      <a:cubicBezTo>
                        <a:pt x="6287" y="29146"/>
                        <a:pt x="6572" y="28194"/>
                        <a:pt x="7430" y="27622"/>
                      </a:cubicBezTo>
                      <a:lnTo>
                        <a:pt x="7716" y="27908"/>
                      </a:lnTo>
                      <a:cubicBezTo>
                        <a:pt x="7144" y="27908"/>
                        <a:pt x="6858" y="28194"/>
                        <a:pt x="6763" y="28861"/>
                      </a:cubicBezTo>
                      <a:cubicBezTo>
                        <a:pt x="6763" y="29432"/>
                        <a:pt x="6858" y="29909"/>
                        <a:pt x="6858" y="30480"/>
                      </a:cubicBezTo>
                      <a:close/>
                      <a:moveTo>
                        <a:pt x="13431" y="33814"/>
                      </a:moveTo>
                      <a:cubicBezTo>
                        <a:pt x="13431" y="33814"/>
                        <a:pt x="13050" y="33814"/>
                        <a:pt x="12859" y="33528"/>
                      </a:cubicBezTo>
                      <a:cubicBezTo>
                        <a:pt x="12668" y="33338"/>
                        <a:pt x="12478" y="33242"/>
                        <a:pt x="12383" y="33242"/>
                      </a:cubicBezTo>
                      <a:cubicBezTo>
                        <a:pt x="12383" y="33242"/>
                        <a:pt x="12383" y="33242"/>
                        <a:pt x="12192" y="33242"/>
                      </a:cubicBezTo>
                      <a:cubicBezTo>
                        <a:pt x="12859" y="32671"/>
                        <a:pt x="13526" y="32576"/>
                        <a:pt x="14002" y="33052"/>
                      </a:cubicBezTo>
                      <a:cubicBezTo>
                        <a:pt x="14002" y="33242"/>
                        <a:pt x="14002" y="33433"/>
                        <a:pt x="13811" y="33528"/>
                      </a:cubicBezTo>
                      <a:cubicBezTo>
                        <a:pt x="13716" y="33623"/>
                        <a:pt x="13526" y="33719"/>
                        <a:pt x="13431" y="33909"/>
                      </a:cubicBezTo>
                      <a:close/>
                      <a:moveTo>
                        <a:pt x="12859" y="19907"/>
                      </a:moveTo>
                      <a:lnTo>
                        <a:pt x="12859" y="20669"/>
                      </a:lnTo>
                      <a:lnTo>
                        <a:pt x="12668" y="19907"/>
                      </a:lnTo>
                      <a:lnTo>
                        <a:pt x="12859" y="19907"/>
                      </a:lnTo>
                      <a:close/>
                      <a:moveTo>
                        <a:pt x="13240" y="26003"/>
                      </a:moveTo>
                      <a:cubicBezTo>
                        <a:pt x="13240" y="26003"/>
                        <a:pt x="13811" y="26003"/>
                        <a:pt x="14002" y="26384"/>
                      </a:cubicBezTo>
                      <a:cubicBezTo>
                        <a:pt x="14002" y="26575"/>
                        <a:pt x="13716" y="26670"/>
                        <a:pt x="13526" y="26575"/>
                      </a:cubicBezTo>
                      <a:lnTo>
                        <a:pt x="12859" y="26575"/>
                      </a:lnTo>
                      <a:cubicBezTo>
                        <a:pt x="12859" y="26575"/>
                        <a:pt x="12954" y="26098"/>
                        <a:pt x="13240" y="26098"/>
                      </a:cubicBezTo>
                      <a:close/>
                      <a:moveTo>
                        <a:pt x="13145" y="40196"/>
                      </a:moveTo>
                      <a:lnTo>
                        <a:pt x="13145" y="39910"/>
                      </a:lnTo>
                      <a:lnTo>
                        <a:pt x="14002" y="39910"/>
                      </a:lnTo>
                      <a:lnTo>
                        <a:pt x="13145" y="40196"/>
                      </a:lnTo>
                      <a:close/>
                      <a:moveTo>
                        <a:pt x="13431" y="36576"/>
                      </a:moveTo>
                      <a:lnTo>
                        <a:pt x="13431" y="35814"/>
                      </a:lnTo>
                      <a:lnTo>
                        <a:pt x="14097" y="36576"/>
                      </a:lnTo>
                      <a:lnTo>
                        <a:pt x="13431" y="36576"/>
                      </a:lnTo>
                      <a:close/>
                      <a:moveTo>
                        <a:pt x="14002" y="31623"/>
                      </a:moveTo>
                      <a:cubicBezTo>
                        <a:pt x="14002" y="31623"/>
                        <a:pt x="14669" y="31623"/>
                        <a:pt x="14669" y="31909"/>
                      </a:cubicBezTo>
                      <a:lnTo>
                        <a:pt x="14002" y="32385"/>
                      </a:lnTo>
                      <a:lnTo>
                        <a:pt x="14002" y="31623"/>
                      </a:lnTo>
                      <a:close/>
                      <a:moveTo>
                        <a:pt x="14669" y="29242"/>
                      </a:moveTo>
                      <a:cubicBezTo>
                        <a:pt x="15050" y="29909"/>
                        <a:pt x="15145" y="30385"/>
                        <a:pt x="14860" y="30480"/>
                      </a:cubicBezTo>
                      <a:lnTo>
                        <a:pt x="14669" y="30480"/>
                      </a:lnTo>
                      <a:lnTo>
                        <a:pt x="14669" y="29242"/>
                      </a:lnTo>
                      <a:close/>
                      <a:moveTo>
                        <a:pt x="14860" y="44005"/>
                      </a:moveTo>
                      <a:cubicBezTo>
                        <a:pt x="15907" y="44291"/>
                        <a:pt x="16383" y="44005"/>
                        <a:pt x="16479" y="43244"/>
                      </a:cubicBezTo>
                      <a:cubicBezTo>
                        <a:pt x="16479" y="43434"/>
                        <a:pt x="16383" y="43815"/>
                        <a:pt x="15907" y="44387"/>
                      </a:cubicBezTo>
                      <a:cubicBezTo>
                        <a:pt x="15621" y="44387"/>
                        <a:pt x="15336" y="44387"/>
                        <a:pt x="14764" y="44005"/>
                      </a:cubicBezTo>
                      <a:close/>
                      <a:moveTo>
                        <a:pt x="15240" y="28004"/>
                      </a:moveTo>
                      <a:cubicBezTo>
                        <a:pt x="15240" y="28004"/>
                        <a:pt x="15907" y="28004"/>
                        <a:pt x="16479" y="28289"/>
                      </a:cubicBezTo>
                      <a:lnTo>
                        <a:pt x="15240" y="28289"/>
                      </a:lnTo>
                      <a:lnTo>
                        <a:pt x="15240" y="28004"/>
                      </a:lnTo>
                      <a:close/>
                      <a:moveTo>
                        <a:pt x="16383" y="30194"/>
                      </a:moveTo>
                      <a:cubicBezTo>
                        <a:pt x="16383" y="30194"/>
                        <a:pt x="16193" y="29909"/>
                        <a:pt x="16193" y="29813"/>
                      </a:cubicBezTo>
                      <a:lnTo>
                        <a:pt x="16383" y="30194"/>
                      </a:lnTo>
                      <a:close/>
                      <a:moveTo>
                        <a:pt x="16383" y="30194"/>
                      </a:moveTo>
                      <a:lnTo>
                        <a:pt x="17050" y="30956"/>
                      </a:lnTo>
                      <a:cubicBezTo>
                        <a:pt x="17050" y="30956"/>
                        <a:pt x="17050" y="31242"/>
                        <a:pt x="16764" y="31337"/>
                      </a:cubicBezTo>
                      <a:lnTo>
                        <a:pt x="16383" y="30194"/>
                      </a:lnTo>
                      <a:close/>
                      <a:moveTo>
                        <a:pt x="46959" y="43434"/>
                      </a:moveTo>
                      <a:cubicBezTo>
                        <a:pt x="46959" y="43434"/>
                        <a:pt x="47720" y="43529"/>
                        <a:pt x="48197" y="43529"/>
                      </a:cubicBezTo>
                      <a:cubicBezTo>
                        <a:pt x="48578" y="43529"/>
                        <a:pt x="49149" y="43529"/>
                        <a:pt x="50006" y="43529"/>
                      </a:cubicBezTo>
                      <a:cubicBezTo>
                        <a:pt x="50768" y="43529"/>
                        <a:pt x="51435" y="43529"/>
                        <a:pt x="51816" y="43529"/>
                      </a:cubicBezTo>
                      <a:cubicBezTo>
                        <a:pt x="53912" y="43529"/>
                        <a:pt x="55245" y="44101"/>
                        <a:pt x="56007" y="45434"/>
                      </a:cubicBezTo>
                      <a:cubicBezTo>
                        <a:pt x="56007" y="46958"/>
                        <a:pt x="55817" y="48482"/>
                        <a:pt x="55722" y="50006"/>
                      </a:cubicBezTo>
                      <a:cubicBezTo>
                        <a:pt x="55531" y="51816"/>
                        <a:pt x="54959" y="53245"/>
                        <a:pt x="54197" y="54197"/>
                      </a:cubicBezTo>
                      <a:cubicBezTo>
                        <a:pt x="53816" y="54483"/>
                        <a:pt x="53531" y="54673"/>
                        <a:pt x="53150" y="54673"/>
                      </a:cubicBezTo>
                      <a:cubicBezTo>
                        <a:pt x="52769" y="54673"/>
                        <a:pt x="52293" y="54483"/>
                        <a:pt x="51721" y="54197"/>
                      </a:cubicBezTo>
                      <a:cubicBezTo>
                        <a:pt x="51054" y="53912"/>
                        <a:pt x="50578" y="53721"/>
                        <a:pt x="50292" y="53721"/>
                      </a:cubicBezTo>
                      <a:cubicBezTo>
                        <a:pt x="49911" y="53721"/>
                        <a:pt x="49435" y="53912"/>
                        <a:pt x="49054" y="54293"/>
                      </a:cubicBezTo>
                      <a:cubicBezTo>
                        <a:pt x="47340" y="54483"/>
                        <a:pt x="45244" y="54483"/>
                        <a:pt x="42482" y="54293"/>
                      </a:cubicBezTo>
                      <a:cubicBezTo>
                        <a:pt x="39720" y="54197"/>
                        <a:pt x="37624" y="54293"/>
                        <a:pt x="36100" y="54388"/>
                      </a:cubicBezTo>
                      <a:lnTo>
                        <a:pt x="36100" y="54388"/>
                      </a:lnTo>
                      <a:cubicBezTo>
                        <a:pt x="34290" y="54197"/>
                        <a:pt x="31718" y="54197"/>
                        <a:pt x="28385" y="54388"/>
                      </a:cubicBezTo>
                      <a:cubicBezTo>
                        <a:pt x="27147" y="54102"/>
                        <a:pt x="25622" y="54102"/>
                        <a:pt x="23718" y="54293"/>
                      </a:cubicBezTo>
                      <a:lnTo>
                        <a:pt x="18288" y="54293"/>
                      </a:lnTo>
                      <a:lnTo>
                        <a:pt x="18288" y="38957"/>
                      </a:lnTo>
                      <a:lnTo>
                        <a:pt x="19145" y="38481"/>
                      </a:lnTo>
                      <a:lnTo>
                        <a:pt x="17336" y="38290"/>
                      </a:lnTo>
                      <a:cubicBezTo>
                        <a:pt x="17907" y="38005"/>
                        <a:pt x="18288" y="37529"/>
                        <a:pt x="18288" y="36767"/>
                      </a:cubicBezTo>
                      <a:cubicBezTo>
                        <a:pt x="18288" y="36576"/>
                        <a:pt x="18288" y="36195"/>
                        <a:pt x="18098" y="35623"/>
                      </a:cubicBezTo>
                      <a:cubicBezTo>
                        <a:pt x="18002" y="35147"/>
                        <a:pt x="17907" y="34766"/>
                        <a:pt x="17907" y="34480"/>
                      </a:cubicBezTo>
                      <a:cubicBezTo>
                        <a:pt x="17907" y="34195"/>
                        <a:pt x="17907" y="34004"/>
                        <a:pt x="18002" y="33814"/>
                      </a:cubicBezTo>
                      <a:lnTo>
                        <a:pt x="17241" y="33814"/>
                      </a:lnTo>
                      <a:cubicBezTo>
                        <a:pt x="17241" y="33814"/>
                        <a:pt x="18098" y="33242"/>
                        <a:pt x="18669" y="32480"/>
                      </a:cubicBezTo>
                      <a:cubicBezTo>
                        <a:pt x="18002" y="32004"/>
                        <a:pt x="17717" y="31337"/>
                        <a:pt x="17717" y="30575"/>
                      </a:cubicBezTo>
                      <a:cubicBezTo>
                        <a:pt x="17717" y="30099"/>
                        <a:pt x="17907" y="29432"/>
                        <a:pt x="18193" y="28385"/>
                      </a:cubicBezTo>
                      <a:cubicBezTo>
                        <a:pt x="18479" y="27337"/>
                        <a:pt x="18669" y="26670"/>
                        <a:pt x="18669" y="26289"/>
                      </a:cubicBezTo>
                      <a:cubicBezTo>
                        <a:pt x="18860" y="26289"/>
                        <a:pt x="18860" y="26384"/>
                        <a:pt x="18860" y="26670"/>
                      </a:cubicBezTo>
                      <a:cubicBezTo>
                        <a:pt x="18860" y="26956"/>
                        <a:pt x="18860" y="27051"/>
                        <a:pt x="18955" y="27051"/>
                      </a:cubicBezTo>
                      <a:cubicBezTo>
                        <a:pt x="19145" y="27051"/>
                        <a:pt x="19241" y="26956"/>
                        <a:pt x="19431" y="26670"/>
                      </a:cubicBezTo>
                      <a:lnTo>
                        <a:pt x="20479" y="28575"/>
                      </a:lnTo>
                      <a:cubicBezTo>
                        <a:pt x="20860" y="28004"/>
                        <a:pt x="20860" y="27051"/>
                        <a:pt x="20670" y="25813"/>
                      </a:cubicBezTo>
                      <a:cubicBezTo>
                        <a:pt x="20479" y="25622"/>
                        <a:pt x="20098" y="25432"/>
                        <a:pt x="19622" y="25432"/>
                      </a:cubicBezTo>
                      <a:lnTo>
                        <a:pt x="18669" y="25432"/>
                      </a:lnTo>
                      <a:cubicBezTo>
                        <a:pt x="18669" y="25432"/>
                        <a:pt x="18669" y="25051"/>
                        <a:pt x="18384" y="25051"/>
                      </a:cubicBezTo>
                      <a:lnTo>
                        <a:pt x="19908" y="24670"/>
                      </a:lnTo>
                      <a:cubicBezTo>
                        <a:pt x="19050" y="24384"/>
                        <a:pt x="18574" y="23813"/>
                        <a:pt x="18479" y="23051"/>
                      </a:cubicBezTo>
                      <a:cubicBezTo>
                        <a:pt x="18479" y="22288"/>
                        <a:pt x="18479" y="21622"/>
                        <a:pt x="18479" y="20860"/>
                      </a:cubicBezTo>
                      <a:lnTo>
                        <a:pt x="18955" y="20288"/>
                      </a:lnTo>
                      <a:lnTo>
                        <a:pt x="17717" y="18574"/>
                      </a:lnTo>
                      <a:cubicBezTo>
                        <a:pt x="18288" y="16002"/>
                        <a:pt x="18479" y="14669"/>
                        <a:pt x="18479" y="14478"/>
                      </a:cubicBezTo>
                      <a:cubicBezTo>
                        <a:pt x="18479" y="13621"/>
                        <a:pt x="18288" y="12954"/>
                        <a:pt x="17907" y="12382"/>
                      </a:cubicBezTo>
                      <a:cubicBezTo>
                        <a:pt x="17907" y="12192"/>
                        <a:pt x="18002" y="10096"/>
                        <a:pt x="18193" y="6191"/>
                      </a:cubicBezTo>
                      <a:cubicBezTo>
                        <a:pt x="18384" y="3810"/>
                        <a:pt x="18860" y="1905"/>
                        <a:pt x="19717" y="762"/>
                      </a:cubicBezTo>
                      <a:cubicBezTo>
                        <a:pt x="19527" y="762"/>
                        <a:pt x="20670" y="762"/>
                        <a:pt x="23241" y="762"/>
                      </a:cubicBezTo>
                      <a:cubicBezTo>
                        <a:pt x="24670" y="762"/>
                        <a:pt x="25813" y="571"/>
                        <a:pt x="26575" y="0"/>
                      </a:cubicBezTo>
                      <a:cubicBezTo>
                        <a:pt x="27813" y="1429"/>
                        <a:pt x="28385" y="3810"/>
                        <a:pt x="28385" y="7048"/>
                      </a:cubicBezTo>
                      <a:lnTo>
                        <a:pt x="28385" y="12287"/>
                      </a:lnTo>
                      <a:cubicBezTo>
                        <a:pt x="28385" y="13716"/>
                        <a:pt x="28385" y="15049"/>
                        <a:pt x="28670" y="16002"/>
                      </a:cubicBezTo>
                      <a:cubicBezTo>
                        <a:pt x="28290" y="16193"/>
                        <a:pt x="28194" y="16573"/>
                        <a:pt x="28194" y="17050"/>
                      </a:cubicBezTo>
                      <a:cubicBezTo>
                        <a:pt x="28194" y="17240"/>
                        <a:pt x="28194" y="17621"/>
                        <a:pt x="28290" y="18097"/>
                      </a:cubicBezTo>
                      <a:cubicBezTo>
                        <a:pt x="28385" y="18479"/>
                        <a:pt x="28385" y="18860"/>
                        <a:pt x="28385" y="18955"/>
                      </a:cubicBezTo>
                      <a:cubicBezTo>
                        <a:pt x="28385" y="19240"/>
                        <a:pt x="28385" y="19336"/>
                        <a:pt x="28385" y="19526"/>
                      </a:cubicBezTo>
                      <a:lnTo>
                        <a:pt x="28194" y="19336"/>
                      </a:lnTo>
                      <a:cubicBezTo>
                        <a:pt x="28194" y="19336"/>
                        <a:pt x="28194" y="20098"/>
                        <a:pt x="28385" y="20764"/>
                      </a:cubicBezTo>
                      <a:cubicBezTo>
                        <a:pt x="28480" y="21527"/>
                        <a:pt x="28575" y="22003"/>
                        <a:pt x="28575" y="22384"/>
                      </a:cubicBezTo>
                      <a:cubicBezTo>
                        <a:pt x="28575" y="22860"/>
                        <a:pt x="28575" y="23336"/>
                        <a:pt x="28385" y="23717"/>
                      </a:cubicBezTo>
                      <a:lnTo>
                        <a:pt x="28861" y="24765"/>
                      </a:lnTo>
                      <a:lnTo>
                        <a:pt x="28670" y="24765"/>
                      </a:lnTo>
                      <a:cubicBezTo>
                        <a:pt x="28670" y="24765"/>
                        <a:pt x="28385" y="25908"/>
                        <a:pt x="28385" y="27146"/>
                      </a:cubicBezTo>
                      <a:cubicBezTo>
                        <a:pt x="28385" y="28194"/>
                        <a:pt x="28099" y="28765"/>
                        <a:pt x="27527" y="29146"/>
                      </a:cubicBezTo>
                      <a:cubicBezTo>
                        <a:pt x="27623" y="29337"/>
                        <a:pt x="27909" y="29337"/>
                        <a:pt x="28385" y="29337"/>
                      </a:cubicBezTo>
                      <a:cubicBezTo>
                        <a:pt x="28670" y="34480"/>
                        <a:pt x="28670" y="38576"/>
                        <a:pt x="28385" y="41815"/>
                      </a:cubicBezTo>
                      <a:cubicBezTo>
                        <a:pt x="28385" y="41529"/>
                        <a:pt x="28194" y="41529"/>
                        <a:pt x="27909" y="41529"/>
                      </a:cubicBezTo>
                      <a:lnTo>
                        <a:pt x="27242" y="41529"/>
                      </a:lnTo>
                      <a:cubicBezTo>
                        <a:pt x="27242" y="41529"/>
                        <a:pt x="27337" y="41720"/>
                        <a:pt x="27337" y="41910"/>
                      </a:cubicBezTo>
                      <a:cubicBezTo>
                        <a:pt x="27337" y="42101"/>
                        <a:pt x="27242" y="42386"/>
                        <a:pt x="26956" y="42672"/>
                      </a:cubicBezTo>
                      <a:cubicBezTo>
                        <a:pt x="26670" y="43053"/>
                        <a:pt x="26575" y="43244"/>
                        <a:pt x="26575" y="43434"/>
                      </a:cubicBezTo>
                      <a:cubicBezTo>
                        <a:pt x="26575" y="43624"/>
                        <a:pt x="26670" y="43910"/>
                        <a:pt x="26861" y="44101"/>
                      </a:cubicBezTo>
                      <a:cubicBezTo>
                        <a:pt x="27242" y="43244"/>
                        <a:pt x="27623" y="42767"/>
                        <a:pt x="28194" y="42767"/>
                      </a:cubicBezTo>
                      <a:cubicBezTo>
                        <a:pt x="28575" y="42767"/>
                        <a:pt x="29433" y="43244"/>
                        <a:pt x="30766" y="44101"/>
                      </a:cubicBezTo>
                      <a:cubicBezTo>
                        <a:pt x="30861" y="44101"/>
                        <a:pt x="31052" y="44101"/>
                        <a:pt x="31338" y="43815"/>
                      </a:cubicBezTo>
                      <a:lnTo>
                        <a:pt x="31338" y="43339"/>
                      </a:lnTo>
                      <a:cubicBezTo>
                        <a:pt x="31338" y="43339"/>
                        <a:pt x="32195" y="43624"/>
                        <a:pt x="33338" y="43624"/>
                      </a:cubicBezTo>
                      <a:lnTo>
                        <a:pt x="33147" y="43910"/>
                      </a:lnTo>
                      <a:cubicBezTo>
                        <a:pt x="33147" y="43910"/>
                        <a:pt x="33719" y="44101"/>
                        <a:pt x="34004" y="44101"/>
                      </a:cubicBezTo>
                      <a:cubicBezTo>
                        <a:pt x="34290" y="44101"/>
                        <a:pt x="34671" y="44101"/>
                        <a:pt x="35147" y="43720"/>
                      </a:cubicBezTo>
                      <a:cubicBezTo>
                        <a:pt x="35624" y="43434"/>
                        <a:pt x="36005" y="43339"/>
                        <a:pt x="36195" y="43339"/>
                      </a:cubicBezTo>
                      <a:cubicBezTo>
                        <a:pt x="36576" y="43339"/>
                        <a:pt x="36957" y="43529"/>
                        <a:pt x="37338" y="43815"/>
                      </a:cubicBezTo>
                      <a:cubicBezTo>
                        <a:pt x="38195" y="43434"/>
                        <a:pt x="39148" y="43339"/>
                        <a:pt x="40196" y="43339"/>
                      </a:cubicBezTo>
                      <a:cubicBezTo>
                        <a:pt x="40767" y="43339"/>
                        <a:pt x="41529" y="43339"/>
                        <a:pt x="42577" y="43529"/>
                      </a:cubicBezTo>
                      <a:cubicBezTo>
                        <a:pt x="43625" y="43624"/>
                        <a:pt x="44482" y="43720"/>
                        <a:pt x="45054" y="43720"/>
                      </a:cubicBezTo>
                      <a:cubicBezTo>
                        <a:pt x="45530" y="43720"/>
                        <a:pt x="46101" y="43720"/>
                        <a:pt x="46577" y="43624"/>
                      </a:cubicBezTo>
                      <a:close/>
                      <a:moveTo>
                        <a:pt x="18002" y="23051"/>
                      </a:moveTo>
                      <a:lnTo>
                        <a:pt x="18002" y="23527"/>
                      </a:lnTo>
                      <a:lnTo>
                        <a:pt x="17241" y="22765"/>
                      </a:lnTo>
                      <a:cubicBezTo>
                        <a:pt x="17241" y="22765"/>
                        <a:pt x="17622" y="22860"/>
                        <a:pt x="18002" y="23051"/>
                      </a:cubicBezTo>
                      <a:close/>
                      <a:moveTo>
                        <a:pt x="18765" y="25241"/>
                      </a:moveTo>
                      <a:cubicBezTo>
                        <a:pt x="18765" y="25241"/>
                        <a:pt x="18765" y="25432"/>
                        <a:pt x="18765" y="25241"/>
                      </a:cubicBezTo>
                      <a:lnTo>
                        <a:pt x="18765" y="25241"/>
                      </a:lnTo>
                      <a:close/>
                      <a:moveTo>
                        <a:pt x="19431" y="40291"/>
                      </a:moveTo>
                      <a:lnTo>
                        <a:pt x="18955" y="39719"/>
                      </a:lnTo>
                      <a:lnTo>
                        <a:pt x="19717" y="38957"/>
                      </a:lnTo>
                      <a:lnTo>
                        <a:pt x="19145" y="38957"/>
                      </a:lnTo>
                      <a:lnTo>
                        <a:pt x="19431" y="38100"/>
                      </a:lnTo>
                      <a:lnTo>
                        <a:pt x="18669" y="39434"/>
                      </a:lnTo>
                      <a:lnTo>
                        <a:pt x="18955" y="40005"/>
                      </a:lnTo>
                      <a:cubicBezTo>
                        <a:pt x="18955" y="40005"/>
                        <a:pt x="19241" y="40291"/>
                        <a:pt x="19431" y="40196"/>
                      </a:cubicBezTo>
                      <a:close/>
                      <a:moveTo>
                        <a:pt x="21241" y="41624"/>
                      </a:moveTo>
                      <a:lnTo>
                        <a:pt x="22289" y="41338"/>
                      </a:lnTo>
                      <a:lnTo>
                        <a:pt x="21527" y="41338"/>
                      </a:lnTo>
                      <a:lnTo>
                        <a:pt x="21241" y="41624"/>
                      </a:lnTo>
                      <a:close/>
                      <a:moveTo>
                        <a:pt x="24575" y="27813"/>
                      </a:moveTo>
                      <a:lnTo>
                        <a:pt x="25432" y="27337"/>
                      </a:lnTo>
                      <a:lnTo>
                        <a:pt x="24956" y="27337"/>
                      </a:lnTo>
                      <a:lnTo>
                        <a:pt x="24575" y="27813"/>
                      </a:lnTo>
                      <a:close/>
                      <a:moveTo>
                        <a:pt x="25432" y="19050"/>
                      </a:moveTo>
                      <a:lnTo>
                        <a:pt x="25622" y="18288"/>
                      </a:lnTo>
                      <a:lnTo>
                        <a:pt x="24861" y="17907"/>
                      </a:lnTo>
                      <a:lnTo>
                        <a:pt x="25337" y="18955"/>
                      </a:lnTo>
                      <a:close/>
                      <a:moveTo>
                        <a:pt x="34671" y="12478"/>
                      </a:moveTo>
                      <a:lnTo>
                        <a:pt x="34671" y="13430"/>
                      </a:lnTo>
                      <a:lnTo>
                        <a:pt x="34481" y="13430"/>
                      </a:lnTo>
                      <a:lnTo>
                        <a:pt x="34481" y="12478"/>
                      </a:lnTo>
                      <a:lnTo>
                        <a:pt x="34671" y="12478"/>
                      </a:lnTo>
                      <a:close/>
                      <a:moveTo>
                        <a:pt x="47340" y="45625"/>
                      </a:moveTo>
                      <a:lnTo>
                        <a:pt x="47340" y="44863"/>
                      </a:lnTo>
                      <a:lnTo>
                        <a:pt x="47054" y="44291"/>
                      </a:lnTo>
                      <a:lnTo>
                        <a:pt x="47340" y="45529"/>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 name="Google Shape;1208;p99"/>
                <p:cNvSpPr/>
                <p:nvPr/>
              </p:nvSpPr>
              <p:spPr>
                <a:xfrm>
                  <a:off x="8486869" y="3418998"/>
                  <a:ext cx="52292" cy="62864"/>
                </a:xfrm>
                <a:custGeom>
                  <a:avLst/>
                  <a:gdLst/>
                  <a:ahLst/>
                  <a:cxnLst/>
                  <a:rect l="l" t="t" r="r" b="b"/>
                  <a:pathLst>
                    <a:path w="52292" h="62864" extrusionOk="0">
                      <a:moveTo>
                        <a:pt x="40957" y="51054"/>
                      </a:moveTo>
                      <a:cubicBezTo>
                        <a:pt x="40767" y="51721"/>
                        <a:pt x="40672" y="52388"/>
                        <a:pt x="40672" y="52864"/>
                      </a:cubicBezTo>
                      <a:cubicBezTo>
                        <a:pt x="40672" y="53816"/>
                        <a:pt x="40862" y="54769"/>
                        <a:pt x="41338" y="55912"/>
                      </a:cubicBezTo>
                      <a:cubicBezTo>
                        <a:pt x="42005" y="57340"/>
                        <a:pt x="42386" y="58293"/>
                        <a:pt x="42386" y="58769"/>
                      </a:cubicBezTo>
                      <a:cubicBezTo>
                        <a:pt x="42672" y="59055"/>
                        <a:pt x="42767" y="59341"/>
                        <a:pt x="42767" y="59626"/>
                      </a:cubicBezTo>
                      <a:cubicBezTo>
                        <a:pt x="42767" y="59912"/>
                        <a:pt x="42576" y="60293"/>
                        <a:pt x="42100" y="60769"/>
                      </a:cubicBezTo>
                      <a:cubicBezTo>
                        <a:pt x="41529" y="61436"/>
                        <a:pt x="41148" y="61817"/>
                        <a:pt x="41148" y="62008"/>
                      </a:cubicBezTo>
                      <a:cubicBezTo>
                        <a:pt x="40767" y="62008"/>
                        <a:pt x="40195" y="61817"/>
                        <a:pt x="39719" y="61817"/>
                      </a:cubicBezTo>
                      <a:cubicBezTo>
                        <a:pt x="39243" y="61817"/>
                        <a:pt x="38385" y="61817"/>
                        <a:pt x="37338" y="62008"/>
                      </a:cubicBezTo>
                      <a:cubicBezTo>
                        <a:pt x="36290" y="62198"/>
                        <a:pt x="35433" y="62198"/>
                        <a:pt x="35052" y="62198"/>
                      </a:cubicBezTo>
                      <a:cubicBezTo>
                        <a:pt x="33147" y="62198"/>
                        <a:pt x="31718" y="61627"/>
                        <a:pt x="30956" y="60484"/>
                      </a:cubicBezTo>
                      <a:cubicBezTo>
                        <a:pt x="31242" y="59912"/>
                        <a:pt x="31337" y="59341"/>
                        <a:pt x="31337" y="58864"/>
                      </a:cubicBezTo>
                      <a:cubicBezTo>
                        <a:pt x="31337" y="58198"/>
                        <a:pt x="30956" y="57340"/>
                        <a:pt x="30194" y="56483"/>
                      </a:cubicBezTo>
                      <a:cubicBezTo>
                        <a:pt x="29146" y="55245"/>
                        <a:pt x="28575" y="54483"/>
                        <a:pt x="28384" y="54102"/>
                      </a:cubicBezTo>
                      <a:cubicBezTo>
                        <a:pt x="28099" y="54102"/>
                        <a:pt x="27908" y="54007"/>
                        <a:pt x="27622" y="54007"/>
                      </a:cubicBezTo>
                      <a:cubicBezTo>
                        <a:pt x="27241" y="54007"/>
                        <a:pt x="26670" y="54007"/>
                        <a:pt x="25812" y="54292"/>
                      </a:cubicBezTo>
                      <a:cubicBezTo>
                        <a:pt x="24955" y="54483"/>
                        <a:pt x="24384" y="54578"/>
                        <a:pt x="24003" y="54578"/>
                      </a:cubicBezTo>
                      <a:cubicBezTo>
                        <a:pt x="23146" y="54578"/>
                        <a:pt x="22479" y="54197"/>
                        <a:pt x="22288" y="53435"/>
                      </a:cubicBezTo>
                      <a:lnTo>
                        <a:pt x="21812" y="53435"/>
                      </a:lnTo>
                      <a:cubicBezTo>
                        <a:pt x="21812" y="53435"/>
                        <a:pt x="21812" y="52673"/>
                        <a:pt x="21527" y="52197"/>
                      </a:cubicBezTo>
                      <a:cubicBezTo>
                        <a:pt x="21527" y="51721"/>
                        <a:pt x="21336" y="51340"/>
                        <a:pt x="21336" y="51149"/>
                      </a:cubicBezTo>
                      <a:cubicBezTo>
                        <a:pt x="21336" y="50768"/>
                        <a:pt x="21431" y="50482"/>
                        <a:pt x="21717" y="50292"/>
                      </a:cubicBezTo>
                      <a:cubicBezTo>
                        <a:pt x="21431" y="49911"/>
                        <a:pt x="21336" y="49625"/>
                        <a:pt x="21336" y="49339"/>
                      </a:cubicBezTo>
                      <a:cubicBezTo>
                        <a:pt x="21336" y="49054"/>
                        <a:pt x="21336" y="48673"/>
                        <a:pt x="21717" y="48196"/>
                      </a:cubicBezTo>
                      <a:cubicBezTo>
                        <a:pt x="21907" y="47720"/>
                        <a:pt x="22003" y="47244"/>
                        <a:pt x="22003" y="47054"/>
                      </a:cubicBezTo>
                      <a:cubicBezTo>
                        <a:pt x="22003" y="46863"/>
                        <a:pt x="22003" y="46672"/>
                        <a:pt x="21907" y="46482"/>
                      </a:cubicBezTo>
                      <a:cubicBezTo>
                        <a:pt x="22288" y="45815"/>
                        <a:pt x="23431" y="45434"/>
                        <a:pt x="25432" y="45434"/>
                      </a:cubicBezTo>
                      <a:cubicBezTo>
                        <a:pt x="27241" y="45434"/>
                        <a:pt x="28194" y="45053"/>
                        <a:pt x="28194" y="44482"/>
                      </a:cubicBezTo>
                      <a:cubicBezTo>
                        <a:pt x="28194" y="44101"/>
                        <a:pt x="27908" y="43529"/>
                        <a:pt x="27432" y="42863"/>
                      </a:cubicBezTo>
                      <a:lnTo>
                        <a:pt x="28384" y="42863"/>
                      </a:lnTo>
                      <a:cubicBezTo>
                        <a:pt x="28384" y="42863"/>
                        <a:pt x="28384" y="43624"/>
                        <a:pt x="28670" y="44101"/>
                      </a:cubicBezTo>
                      <a:cubicBezTo>
                        <a:pt x="28860" y="43910"/>
                        <a:pt x="28956" y="43624"/>
                        <a:pt x="28956" y="43053"/>
                      </a:cubicBezTo>
                      <a:cubicBezTo>
                        <a:pt x="28956" y="42577"/>
                        <a:pt x="29242" y="42386"/>
                        <a:pt x="29623" y="42291"/>
                      </a:cubicBezTo>
                      <a:lnTo>
                        <a:pt x="28860" y="41529"/>
                      </a:lnTo>
                      <a:lnTo>
                        <a:pt x="29623" y="41338"/>
                      </a:lnTo>
                      <a:lnTo>
                        <a:pt x="29051" y="40767"/>
                      </a:lnTo>
                      <a:cubicBezTo>
                        <a:pt x="29051" y="40767"/>
                        <a:pt x="29242" y="40957"/>
                        <a:pt x="29337" y="40957"/>
                      </a:cubicBezTo>
                      <a:cubicBezTo>
                        <a:pt x="29527" y="40957"/>
                        <a:pt x="29718" y="40862"/>
                        <a:pt x="30099" y="40672"/>
                      </a:cubicBezTo>
                      <a:cubicBezTo>
                        <a:pt x="30480" y="40481"/>
                        <a:pt x="30670" y="40291"/>
                        <a:pt x="30766" y="40291"/>
                      </a:cubicBezTo>
                      <a:cubicBezTo>
                        <a:pt x="30956" y="40291"/>
                        <a:pt x="31147" y="40576"/>
                        <a:pt x="31147" y="40957"/>
                      </a:cubicBezTo>
                      <a:cubicBezTo>
                        <a:pt x="31052" y="40957"/>
                        <a:pt x="30480" y="41148"/>
                        <a:pt x="29527" y="41529"/>
                      </a:cubicBezTo>
                      <a:cubicBezTo>
                        <a:pt x="29527" y="41529"/>
                        <a:pt x="29909" y="41815"/>
                        <a:pt x="30575" y="42196"/>
                      </a:cubicBezTo>
                      <a:cubicBezTo>
                        <a:pt x="30956" y="42481"/>
                        <a:pt x="31147" y="42767"/>
                        <a:pt x="31147" y="42958"/>
                      </a:cubicBezTo>
                      <a:cubicBezTo>
                        <a:pt x="31147" y="43148"/>
                        <a:pt x="31147" y="43243"/>
                        <a:pt x="31147" y="43339"/>
                      </a:cubicBezTo>
                      <a:cubicBezTo>
                        <a:pt x="31337" y="43148"/>
                        <a:pt x="31528" y="42958"/>
                        <a:pt x="31623" y="42577"/>
                      </a:cubicBezTo>
                      <a:cubicBezTo>
                        <a:pt x="31718" y="42196"/>
                        <a:pt x="31623" y="41910"/>
                        <a:pt x="31623" y="41815"/>
                      </a:cubicBezTo>
                      <a:lnTo>
                        <a:pt x="32575" y="40957"/>
                      </a:lnTo>
                      <a:lnTo>
                        <a:pt x="30766" y="39243"/>
                      </a:lnTo>
                      <a:lnTo>
                        <a:pt x="30956" y="38957"/>
                      </a:lnTo>
                      <a:cubicBezTo>
                        <a:pt x="30956" y="38957"/>
                        <a:pt x="30670" y="38671"/>
                        <a:pt x="30480" y="38671"/>
                      </a:cubicBezTo>
                      <a:cubicBezTo>
                        <a:pt x="30480" y="38671"/>
                        <a:pt x="30194" y="38671"/>
                        <a:pt x="29909" y="38957"/>
                      </a:cubicBezTo>
                      <a:cubicBezTo>
                        <a:pt x="29623" y="39148"/>
                        <a:pt x="29432" y="39243"/>
                        <a:pt x="29146" y="39243"/>
                      </a:cubicBezTo>
                      <a:cubicBezTo>
                        <a:pt x="29051" y="39243"/>
                        <a:pt x="28480" y="39243"/>
                        <a:pt x="27337" y="39243"/>
                      </a:cubicBezTo>
                      <a:cubicBezTo>
                        <a:pt x="26670" y="39243"/>
                        <a:pt x="26384" y="38767"/>
                        <a:pt x="26384" y="38005"/>
                      </a:cubicBezTo>
                      <a:cubicBezTo>
                        <a:pt x="26003" y="37814"/>
                        <a:pt x="25812" y="37624"/>
                        <a:pt x="25812" y="37242"/>
                      </a:cubicBezTo>
                      <a:cubicBezTo>
                        <a:pt x="25812" y="37052"/>
                        <a:pt x="25812" y="36766"/>
                        <a:pt x="26003" y="36385"/>
                      </a:cubicBezTo>
                      <a:cubicBezTo>
                        <a:pt x="26003" y="36004"/>
                        <a:pt x="26003" y="35719"/>
                        <a:pt x="26003" y="35433"/>
                      </a:cubicBezTo>
                      <a:cubicBezTo>
                        <a:pt x="26003" y="34861"/>
                        <a:pt x="25622" y="34480"/>
                        <a:pt x="24955" y="34385"/>
                      </a:cubicBezTo>
                      <a:cubicBezTo>
                        <a:pt x="24765" y="34195"/>
                        <a:pt x="24765" y="33909"/>
                        <a:pt x="24765" y="33528"/>
                      </a:cubicBezTo>
                      <a:cubicBezTo>
                        <a:pt x="24765" y="33433"/>
                        <a:pt x="24765" y="33242"/>
                        <a:pt x="24765" y="32956"/>
                      </a:cubicBezTo>
                      <a:cubicBezTo>
                        <a:pt x="24765" y="32671"/>
                        <a:pt x="24765" y="32480"/>
                        <a:pt x="24765" y="32290"/>
                      </a:cubicBezTo>
                      <a:cubicBezTo>
                        <a:pt x="24765" y="31813"/>
                        <a:pt x="24479" y="31528"/>
                        <a:pt x="24098" y="31242"/>
                      </a:cubicBezTo>
                      <a:lnTo>
                        <a:pt x="23336" y="31051"/>
                      </a:lnTo>
                      <a:cubicBezTo>
                        <a:pt x="23336" y="31051"/>
                        <a:pt x="23908" y="30194"/>
                        <a:pt x="23908" y="29623"/>
                      </a:cubicBezTo>
                      <a:cubicBezTo>
                        <a:pt x="23908" y="29242"/>
                        <a:pt x="23717" y="28670"/>
                        <a:pt x="23431" y="28004"/>
                      </a:cubicBezTo>
                      <a:cubicBezTo>
                        <a:pt x="23146" y="27527"/>
                        <a:pt x="22860" y="26956"/>
                        <a:pt x="22574" y="26479"/>
                      </a:cubicBezTo>
                      <a:cubicBezTo>
                        <a:pt x="22765" y="26479"/>
                        <a:pt x="22955" y="26098"/>
                        <a:pt x="22955" y="25908"/>
                      </a:cubicBezTo>
                      <a:cubicBezTo>
                        <a:pt x="22955" y="25622"/>
                        <a:pt x="22955" y="25336"/>
                        <a:pt x="22574" y="25241"/>
                      </a:cubicBezTo>
                      <a:lnTo>
                        <a:pt x="21527" y="25432"/>
                      </a:lnTo>
                      <a:lnTo>
                        <a:pt x="21241" y="23622"/>
                      </a:lnTo>
                      <a:cubicBezTo>
                        <a:pt x="21241" y="23622"/>
                        <a:pt x="20764" y="24003"/>
                        <a:pt x="20669" y="24384"/>
                      </a:cubicBezTo>
                      <a:cubicBezTo>
                        <a:pt x="20669" y="24765"/>
                        <a:pt x="20384" y="25146"/>
                        <a:pt x="20002" y="25241"/>
                      </a:cubicBezTo>
                      <a:cubicBezTo>
                        <a:pt x="20002" y="25527"/>
                        <a:pt x="20098" y="25717"/>
                        <a:pt x="20098" y="26003"/>
                      </a:cubicBezTo>
                      <a:cubicBezTo>
                        <a:pt x="20098" y="26384"/>
                        <a:pt x="19907" y="26956"/>
                        <a:pt x="19526" y="27622"/>
                      </a:cubicBezTo>
                      <a:cubicBezTo>
                        <a:pt x="19145" y="28384"/>
                        <a:pt x="18955" y="29051"/>
                        <a:pt x="19050" y="29813"/>
                      </a:cubicBezTo>
                      <a:cubicBezTo>
                        <a:pt x="18383" y="30194"/>
                        <a:pt x="18002" y="30766"/>
                        <a:pt x="17907" y="31623"/>
                      </a:cubicBezTo>
                      <a:cubicBezTo>
                        <a:pt x="17812" y="32861"/>
                        <a:pt x="17716" y="33528"/>
                        <a:pt x="17621" y="33623"/>
                      </a:cubicBezTo>
                      <a:cubicBezTo>
                        <a:pt x="17336" y="33623"/>
                        <a:pt x="17145" y="33909"/>
                        <a:pt x="16764" y="34576"/>
                      </a:cubicBezTo>
                      <a:cubicBezTo>
                        <a:pt x="16383" y="35433"/>
                        <a:pt x="15907" y="36004"/>
                        <a:pt x="15526" y="36290"/>
                      </a:cubicBezTo>
                      <a:cubicBezTo>
                        <a:pt x="15526" y="36290"/>
                        <a:pt x="15716" y="36576"/>
                        <a:pt x="16002" y="37052"/>
                      </a:cubicBezTo>
                      <a:lnTo>
                        <a:pt x="16478" y="36481"/>
                      </a:lnTo>
                      <a:cubicBezTo>
                        <a:pt x="16478" y="36481"/>
                        <a:pt x="16573" y="36576"/>
                        <a:pt x="16573" y="36671"/>
                      </a:cubicBezTo>
                      <a:cubicBezTo>
                        <a:pt x="16573" y="36766"/>
                        <a:pt x="16478" y="37052"/>
                        <a:pt x="16287" y="37433"/>
                      </a:cubicBezTo>
                      <a:cubicBezTo>
                        <a:pt x="16097" y="37814"/>
                        <a:pt x="16002" y="38005"/>
                        <a:pt x="16002" y="38100"/>
                      </a:cubicBezTo>
                      <a:cubicBezTo>
                        <a:pt x="15716" y="38576"/>
                        <a:pt x="15526" y="38862"/>
                        <a:pt x="15526" y="38862"/>
                      </a:cubicBezTo>
                      <a:lnTo>
                        <a:pt x="16002" y="39433"/>
                      </a:lnTo>
                      <a:cubicBezTo>
                        <a:pt x="16002" y="39433"/>
                        <a:pt x="16287" y="39148"/>
                        <a:pt x="16478" y="39148"/>
                      </a:cubicBezTo>
                      <a:lnTo>
                        <a:pt x="16478" y="39719"/>
                      </a:lnTo>
                      <a:cubicBezTo>
                        <a:pt x="16478" y="39719"/>
                        <a:pt x="16097" y="39624"/>
                        <a:pt x="16002" y="39624"/>
                      </a:cubicBezTo>
                      <a:cubicBezTo>
                        <a:pt x="15716" y="39624"/>
                        <a:pt x="15430" y="40005"/>
                        <a:pt x="15240" y="40862"/>
                      </a:cubicBezTo>
                      <a:cubicBezTo>
                        <a:pt x="14954" y="41910"/>
                        <a:pt x="14764" y="42577"/>
                        <a:pt x="14478" y="42767"/>
                      </a:cubicBezTo>
                      <a:cubicBezTo>
                        <a:pt x="14764" y="43053"/>
                        <a:pt x="14954" y="43529"/>
                        <a:pt x="15050" y="44196"/>
                      </a:cubicBezTo>
                      <a:cubicBezTo>
                        <a:pt x="15240" y="44958"/>
                        <a:pt x="15526" y="45434"/>
                        <a:pt x="16002" y="45625"/>
                      </a:cubicBezTo>
                      <a:cubicBezTo>
                        <a:pt x="16287" y="45434"/>
                        <a:pt x="16859" y="45339"/>
                        <a:pt x="17907" y="45434"/>
                      </a:cubicBezTo>
                      <a:cubicBezTo>
                        <a:pt x="18764" y="45434"/>
                        <a:pt x="19241" y="45339"/>
                        <a:pt x="19431" y="45053"/>
                      </a:cubicBezTo>
                      <a:cubicBezTo>
                        <a:pt x="19431" y="45529"/>
                        <a:pt x="19621" y="46577"/>
                        <a:pt x="19907" y="48196"/>
                      </a:cubicBezTo>
                      <a:cubicBezTo>
                        <a:pt x="20193" y="49530"/>
                        <a:pt x="20288" y="50578"/>
                        <a:pt x="20288" y="51340"/>
                      </a:cubicBezTo>
                      <a:cubicBezTo>
                        <a:pt x="20288" y="52578"/>
                        <a:pt x="20098" y="53816"/>
                        <a:pt x="19717" y="54864"/>
                      </a:cubicBezTo>
                      <a:cubicBezTo>
                        <a:pt x="19050" y="55054"/>
                        <a:pt x="18097" y="55150"/>
                        <a:pt x="16573" y="55054"/>
                      </a:cubicBezTo>
                      <a:cubicBezTo>
                        <a:pt x="15144" y="55054"/>
                        <a:pt x="14001" y="55150"/>
                        <a:pt x="13240" y="55531"/>
                      </a:cubicBezTo>
                      <a:lnTo>
                        <a:pt x="13621" y="55721"/>
                      </a:lnTo>
                      <a:cubicBezTo>
                        <a:pt x="12573" y="56007"/>
                        <a:pt x="11906" y="56769"/>
                        <a:pt x="11811" y="58007"/>
                      </a:cubicBezTo>
                      <a:cubicBezTo>
                        <a:pt x="11716" y="59055"/>
                        <a:pt x="11620" y="60103"/>
                        <a:pt x="11430" y="61150"/>
                      </a:cubicBezTo>
                      <a:cubicBezTo>
                        <a:pt x="11049" y="62198"/>
                        <a:pt x="10192" y="62579"/>
                        <a:pt x="8667" y="62484"/>
                      </a:cubicBezTo>
                      <a:cubicBezTo>
                        <a:pt x="8572" y="62674"/>
                        <a:pt x="8382" y="62865"/>
                        <a:pt x="8096" y="62865"/>
                      </a:cubicBezTo>
                      <a:cubicBezTo>
                        <a:pt x="8001" y="62865"/>
                        <a:pt x="7620" y="62770"/>
                        <a:pt x="7239" y="62484"/>
                      </a:cubicBezTo>
                      <a:cubicBezTo>
                        <a:pt x="6762" y="62293"/>
                        <a:pt x="6477" y="62103"/>
                        <a:pt x="6286" y="62103"/>
                      </a:cubicBezTo>
                      <a:cubicBezTo>
                        <a:pt x="6096" y="62103"/>
                        <a:pt x="5810" y="62103"/>
                        <a:pt x="5525" y="62103"/>
                      </a:cubicBezTo>
                      <a:cubicBezTo>
                        <a:pt x="5143" y="62103"/>
                        <a:pt x="4667" y="62103"/>
                        <a:pt x="4096" y="62198"/>
                      </a:cubicBezTo>
                      <a:cubicBezTo>
                        <a:pt x="3429" y="62198"/>
                        <a:pt x="3048" y="62293"/>
                        <a:pt x="2667" y="62293"/>
                      </a:cubicBezTo>
                      <a:cubicBezTo>
                        <a:pt x="1334" y="62293"/>
                        <a:pt x="476" y="61817"/>
                        <a:pt x="191" y="60960"/>
                      </a:cubicBezTo>
                      <a:cubicBezTo>
                        <a:pt x="95" y="60579"/>
                        <a:pt x="0" y="60198"/>
                        <a:pt x="0" y="59817"/>
                      </a:cubicBezTo>
                      <a:cubicBezTo>
                        <a:pt x="0" y="59246"/>
                        <a:pt x="191" y="58579"/>
                        <a:pt x="667" y="57626"/>
                      </a:cubicBezTo>
                      <a:cubicBezTo>
                        <a:pt x="1143" y="56674"/>
                        <a:pt x="1238" y="55912"/>
                        <a:pt x="1143" y="55150"/>
                      </a:cubicBezTo>
                      <a:cubicBezTo>
                        <a:pt x="1905" y="54959"/>
                        <a:pt x="2286" y="54388"/>
                        <a:pt x="2286" y="53626"/>
                      </a:cubicBezTo>
                      <a:cubicBezTo>
                        <a:pt x="2286" y="53530"/>
                        <a:pt x="2286" y="53340"/>
                        <a:pt x="2286" y="53054"/>
                      </a:cubicBezTo>
                      <a:lnTo>
                        <a:pt x="2286" y="52388"/>
                      </a:lnTo>
                      <a:cubicBezTo>
                        <a:pt x="2286" y="52388"/>
                        <a:pt x="2381" y="51625"/>
                        <a:pt x="2572" y="51340"/>
                      </a:cubicBezTo>
                      <a:cubicBezTo>
                        <a:pt x="3238" y="51054"/>
                        <a:pt x="3620" y="50578"/>
                        <a:pt x="3620" y="49816"/>
                      </a:cubicBezTo>
                      <a:cubicBezTo>
                        <a:pt x="3620" y="49625"/>
                        <a:pt x="3620" y="49244"/>
                        <a:pt x="3429" y="48673"/>
                      </a:cubicBezTo>
                      <a:cubicBezTo>
                        <a:pt x="3429" y="48292"/>
                        <a:pt x="3334" y="47815"/>
                        <a:pt x="3334" y="47530"/>
                      </a:cubicBezTo>
                      <a:cubicBezTo>
                        <a:pt x="3334" y="46767"/>
                        <a:pt x="3715" y="46196"/>
                        <a:pt x="4381" y="45815"/>
                      </a:cubicBezTo>
                      <a:cubicBezTo>
                        <a:pt x="4191" y="45529"/>
                        <a:pt x="4191" y="45244"/>
                        <a:pt x="4191" y="44958"/>
                      </a:cubicBezTo>
                      <a:cubicBezTo>
                        <a:pt x="4191" y="44386"/>
                        <a:pt x="4476" y="43624"/>
                        <a:pt x="5048" y="42767"/>
                      </a:cubicBezTo>
                      <a:cubicBezTo>
                        <a:pt x="5619" y="41910"/>
                        <a:pt x="5810" y="41243"/>
                        <a:pt x="5810" y="40767"/>
                      </a:cubicBezTo>
                      <a:cubicBezTo>
                        <a:pt x="5810" y="40386"/>
                        <a:pt x="5715" y="39910"/>
                        <a:pt x="5429" y="39529"/>
                      </a:cubicBezTo>
                      <a:cubicBezTo>
                        <a:pt x="6191" y="38576"/>
                        <a:pt x="6762" y="37338"/>
                        <a:pt x="7048" y="35623"/>
                      </a:cubicBezTo>
                      <a:cubicBezTo>
                        <a:pt x="7239" y="34290"/>
                        <a:pt x="7334" y="32861"/>
                        <a:pt x="7525" y="31528"/>
                      </a:cubicBezTo>
                      <a:cubicBezTo>
                        <a:pt x="8287" y="31242"/>
                        <a:pt x="8667" y="30385"/>
                        <a:pt x="8858" y="29146"/>
                      </a:cubicBezTo>
                      <a:cubicBezTo>
                        <a:pt x="9049" y="27908"/>
                        <a:pt x="9430" y="27146"/>
                        <a:pt x="10001" y="26670"/>
                      </a:cubicBezTo>
                      <a:cubicBezTo>
                        <a:pt x="9810" y="26289"/>
                        <a:pt x="9716" y="25813"/>
                        <a:pt x="9716" y="25336"/>
                      </a:cubicBezTo>
                      <a:cubicBezTo>
                        <a:pt x="9716" y="24860"/>
                        <a:pt x="9716" y="24384"/>
                        <a:pt x="9906" y="23622"/>
                      </a:cubicBezTo>
                      <a:cubicBezTo>
                        <a:pt x="10096" y="22955"/>
                        <a:pt x="10096" y="22479"/>
                        <a:pt x="10096" y="22288"/>
                      </a:cubicBezTo>
                      <a:cubicBezTo>
                        <a:pt x="10668" y="22003"/>
                        <a:pt x="10953" y="21526"/>
                        <a:pt x="10953" y="21146"/>
                      </a:cubicBezTo>
                      <a:lnTo>
                        <a:pt x="10953" y="20288"/>
                      </a:lnTo>
                      <a:cubicBezTo>
                        <a:pt x="10953" y="19621"/>
                        <a:pt x="11335" y="19050"/>
                        <a:pt x="12002" y="18669"/>
                      </a:cubicBezTo>
                      <a:cubicBezTo>
                        <a:pt x="11620" y="18002"/>
                        <a:pt x="11620" y="16954"/>
                        <a:pt x="12002" y="15335"/>
                      </a:cubicBezTo>
                      <a:cubicBezTo>
                        <a:pt x="13049" y="15145"/>
                        <a:pt x="13430" y="14478"/>
                        <a:pt x="13240" y="13335"/>
                      </a:cubicBezTo>
                      <a:cubicBezTo>
                        <a:pt x="12954" y="11906"/>
                        <a:pt x="12954" y="11049"/>
                        <a:pt x="13240" y="10763"/>
                      </a:cubicBezTo>
                      <a:cubicBezTo>
                        <a:pt x="14478" y="9334"/>
                        <a:pt x="15526" y="8572"/>
                        <a:pt x="16287" y="8572"/>
                      </a:cubicBezTo>
                      <a:cubicBezTo>
                        <a:pt x="16859" y="8572"/>
                        <a:pt x="17240" y="8858"/>
                        <a:pt x="17716" y="9334"/>
                      </a:cubicBezTo>
                      <a:cubicBezTo>
                        <a:pt x="17812" y="9334"/>
                        <a:pt x="17907" y="8954"/>
                        <a:pt x="17907" y="8572"/>
                      </a:cubicBezTo>
                      <a:cubicBezTo>
                        <a:pt x="18002" y="8572"/>
                        <a:pt x="18192" y="8477"/>
                        <a:pt x="18383" y="8477"/>
                      </a:cubicBezTo>
                      <a:cubicBezTo>
                        <a:pt x="18574" y="8477"/>
                        <a:pt x="18859" y="8477"/>
                        <a:pt x="19241" y="8667"/>
                      </a:cubicBezTo>
                      <a:cubicBezTo>
                        <a:pt x="19717" y="8667"/>
                        <a:pt x="20002" y="8858"/>
                        <a:pt x="20193" y="8858"/>
                      </a:cubicBezTo>
                      <a:cubicBezTo>
                        <a:pt x="20669" y="8858"/>
                        <a:pt x="21050" y="8667"/>
                        <a:pt x="21336" y="8191"/>
                      </a:cubicBezTo>
                      <a:cubicBezTo>
                        <a:pt x="21527" y="8287"/>
                        <a:pt x="22003" y="8667"/>
                        <a:pt x="22670" y="9144"/>
                      </a:cubicBezTo>
                      <a:cubicBezTo>
                        <a:pt x="22860" y="8858"/>
                        <a:pt x="23146" y="8572"/>
                        <a:pt x="23526" y="8572"/>
                      </a:cubicBezTo>
                      <a:cubicBezTo>
                        <a:pt x="23717" y="8572"/>
                        <a:pt x="24098" y="8667"/>
                        <a:pt x="24575" y="8858"/>
                      </a:cubicBezTo>
                      <a:cubicBezTo>
                        <a:pt x="25051" y="8954"/>
                        <a:pt x="25527" y="9049"/>
                        <a:pt x="25812" y="9049"/>
                      </a:cubicBezTo>
                      <a:cubicBezTo>
                        <a:pt x="26003" y="9049"/>
                        <a:pt x="26194" y="9049"/>
                        <a:pt x="26384" y="8954"/>
                      </a:cubicBezTo>
                      <a:cubicBezTo>
                        <a:pt x="26956" y="9334"/>
                        <a:pt x="27622" y="9715"/>
                        <a:pt x="28194" y="10096"/>
                      </a:cubicBezTo>
                      <a:cubicBezTo>
                        <a:pt x="28766" y="10573"/>
                        <a:pt x="29051" y="11049"/>
                        <a:pt x="29051" y="11716"/>
                      </a:cubicBezTo>
                      <a:cubicBezTo>
                        <a:pt x="29051" y="11906"/>
                        <a:pt x="29051" y="12097"/>
                        <a:pt x="29051" y="12287"/>
                      </a:cubicBezTo>
                      <a:lnTo>
                        <a:pt x="30099" y="12097"/>
                      </a:lnTo>
                      <a:cubicBezTo>
                        <a:pt x="29909" y="12668"/>
                        <a:pt x="29813" y="13240"/>
                        <a:pt x="29813" y="13906"/>
                      </a:cubicBezTo>
                      <a:cubicBezTo>
                        <a:pt x="29813" y="15240"/>
                        <a:pt x="30289" y="16764"/>
                        <a:pt x="31337" y="18479"/>
                      </a:cubicBezTo>
                      <a:lnTo>
                        <a:pt x="30099" y="19050"/>
                      </a:lnTo>
                      <a:lnTo>
                        <a:pt x="31337" y="19431"/>
                      </a:lnTo>
                      <a:cubicBezTo>
                        <a:pt x="31337" y="19431"/>
                        <a:pt x="30861" y="19621"/>
                        <a:pt x="30289" y="20002"/>
                      </a:cubicBezTo>
                      <a:lnTo>
                        <a:pt x="30289" y="20288"/>
                      </a:lnTo>
                      <a:cubicBezTo>
                        <a:pt x="30289" y="20288"/>
                        <a:pt x="31242" y="20288"/>
                        <a:pt x="32099" y="20574"/>
                      </a:cubicBezTo>
                      <a:lnTo>
                        <a:pt x="31147" y="22098"/>
                      </a:lnTo>
                      <a:cubicBezTo>
                        <a:pt x="32195" y="23336"/>
                        <a:pt x="33051" y="23908"/>
                        <a:pt x="33909" y="23908"/>
                      </a:cubicBezTo>
                      <a:lnTo>
                        <a:pt x="33909" y="24479"/>
                      </a:lnTo>
                      <a:cubicBezTo>
                        <a:pt x="33909" y="24479"/>
                        <a:pt x="33338" y="23813"/>
                        <a:pt x="33147" y="23908"/>
                      </a:cubicBezTo>
                      <a:cubicBezTo>
                        <a:pt x="32956" y="24479"/>
                        <a:pt x="32861" y="25146"/>
                        <a:pt x="32861" y="25908"/>
                      </a:cubicBezTo>
                      <a:cubicBezTo>
                        <a:pt x="32861" y="27337"/>
                        <a:pt x="33242" y="28480"/>
                        <a:pt x="33909" y="29242"/>
                      </a:cubicBezTo>
                      <a:cubicBezTo>
                        <a:pt x="33718" y="29432"/>
                        <a:pt x="33623" y="29623"/>
                        <a:pt x="33623" y="29813"/>
                      </a:cubicBezTo>
                      <a:cubicBezTo>
                        <a:pt x="33623" y="30004"/>
                        <a:pt x="33718" y="30194"/>
                        <a:pt x="34100" y="30575"/>
                      </a:cubicBezTo>
                      <a:cubicBezTo>
                        <a:pt x="34385" y="30861"/>
                        <a:pt x="34576" y="31147"/>
                        <a:pt x="34576" y="31337"/>
                      </a:cubicBezTo>
                      <a:cubicBezTo>
                        <a:pt x="34576" y="31528"/>
                        <a:pt x="34576" y="31623"/>
                        <a:pt x="34385" y="31813"/>
                      </a:cubicBezTo>
                      <a:lnTo>
                        <a:pt x="35147" y="32194"/>
                      </a:lnTo>
                      <a:cubicBezTo>
                        <a:pt x="35623" y="34766"/>
                        <a:pt x="35909" y="36290"/>
                        <a:pt x="36004" y="36766"/>
                      </a:cubicBezTo>
                      <a:cubicBezTo>
                        <a:pt x="36386" y="38481"/>
                        <a:pt x="36957" y="40005"/>
                        <a:pt x="37624" y="41148"/>
                      </a:cubicBezTo>
                      <a:cubicBezTo>
                        <a:pt x="37147" y="42005"/>
                        <a:pt x="37242" y="42767"/>
                        <a:pt x="38195" y="43243"/>
                      </a:cubicBezTo>
                      <a:cubicBezTo>
                        <a:pt x="38195" y="45434"/>
                        <a:pt x="38385" y="46958"/>
                        <a:pt x="39243" y="47815"/>
                      </a:cubicBezTo>
                      <a:cubicBezTo>
                        <a:pt x="39243" y="50006"/>
                        <a:pt x="39814" y="51054"/>
                        <a:pt x="40862" y="51149"/>
                      </a:cubicBezTo>
                      <a:close/>
                      <a:moveTo>
                        <a:pt x="2191" y="9430"/>
                      </a:moveTo>
                      <a:lnTo>
                        <a:pt x="1619" y="10001"/>
                      </a:lnTo>
                      <a:lnTo>
                        <a:pt x="857" y="9144"/>
                      </a:lnTo>
                      <a:lnTo>
                        <a:pt x="2095" y="9525"/>
                      </a:lnTo>
                      <a:close/>
                      <a:moveTo>
                        <a:pt x="3334" y="19431"/>
                      </a:moveTo>
                      <a:lnTo>
                        <a:pt x="3715" y="20764"/>
                      </a:lnTo>
                      <a:lnTo>
                        <a:pt x="2667" y="22384"/>
                      </a:lnTo>
                      <a:lnTo>
                        <a:pt x="3238" y="19431"/>
                      </a:lnTo>
                      <a:close/>
                      <a:moveTo>
                        <a:pt x="4191" y="13525"/>
                      </a:moveTo>
                      <a:cubicBezTo>
                        <a:pt x="4191" y="13525"/>
                        <a:pt x="3905" y="13716"/>
                        <a:pt x="3524" y="14002"/>
                      </a:cubicBezTo>
                      <a:lnTo>
                        <a:pt x="3334" y="13240"/>
                      </a:lnTo>
                      <a:lnTo>
                        <a:pt x="4191" y="13430"/>
                      </a:lnTo>
                      <a:close/>
                      <a:moveTo>
                        <a:pt x="10001" y="14859"/>
                      </a:moveTo>
                      <a:cubicBezTo>
                        <a:pt x="9620" y="14192"/>
                        <a:pt x="9049" y="13906"/>
                        <a:pt x="8191" y="14097"/>
                      </a:cubicBezTo>
                      <a:lnTo>
                        <a:pt x="8001" y="14383"/>
                      </a:lnTo>
                      <a:cubicBezTo>
                        <a:pt x="8001" y="14383"/>
                        <a:pt x="8096" y="13716"/>
                        <a:pt x="8382" y="13716"/>
                      </a:cubicBezTo>
                      <a:cubicBezTo>
                        <a:pt x="8382" y="13716"/>
                        <a:pt x="8667" y="13716"/>
                        <a:pt x="9144" y="13906"/>
                      </a:cubicBezTo>
                      <a:cubicBezTo>
                        <a:pt x="9525" y="13906"/>
                        <a:pt x="9810" y="13906"/>
                        <a:pt x="10001" y="13906"/>
                      </a:cubicBezTo>
                      <a:lnTo>
                        <a:pt x="10001" y="14859"/>
                      </a:lnTo>
                      <a:close/>
                      <a:moveTo>
                        <a:pt x="8858" y="36481"/>
                      </a:moveTo>
                      <a:lnTo>
                        <a:pt x="8858" y="35242"/>
                      </a:lnTo>
                      <a:lnTo>
                        <a:pt x="8667" y="35242"/>
                      </a:lnTo>
                      <a:lnTo>
                        <a:pt x="8667" y="36481"/>
                      </a:lnTo>
                      <a:lnTo>
                        <a:pt x="8858" y="36481"/>
                      </a:lnTo>
                      <a:close/>
                      <a:moveTo>
                        <a:pt x="12478" y="15907"/>
                      </a:moveTo>
                      <a:lnTo>
                        <a:pt x="14001" y="15145"/>
                      </a:lnTo>
                      <a:lnTo>
                        <a:pt x="13811" y="14383"/>
                      </a:lnTo>
                      <a:lnTo>
                        <a:pt x="12573" y="15907"/>
                      </a:lnTo>
                      <a:close/>
                      <a:moveTo>
                        <a:pt x="14001" y="25146"/>
                      </a:moveTo>
                      <a:lnTo>
                        <a:pt x="15240" y="25527"/>
                      </a:lnTo>
                      <a:lnTo>
                        <a:pt x="15050" y="25146"/>
                      </a:lnTo>
                      <a:lnTo>
                        <a:pt x="14001" y="25146"/>
                      </a:lnTo>
                      <a:close/>
                      <a:moveTo>
                        <a:pt x="15050" y="23908"/>
                      </a:moveTo>
                      <a:lnTo>
                        <a:pt x="15621" y="23622"/>
                      </a:lnTo>
                      <a:lnTo>
                        <a:pt x="15050" y="23050"/>
                      </a:lnTo>
                      <a:lnTo>
                        <a:pt x="15050" y="23813"/>
                      </a:lnTo>
                      <a:close/>
                      <a:moveTo>
                        <a:pt x="15621" y="12859"/>
                      </a:moveTo>
                      <a:lnTo>
                        <a:pt x="16383" y="12573"/>
                      </a:lnTo>
                      <a:lnTo>
                        <a:pt x="15240" y="12287"/>
                      </a:lnTo>
                      <a:lnTo>
                        <a:pt x="15621" y="12859"/>
                      </a:lnTo>
                      <a:close/>
                      <a:moveTo>
                        <a:pt x="15811" y="4572"/>
                      </a:moveTo>
                      <a:lnTo>
                        <a:pt x="16097" y="5334"/>
                      </a:lnTo>
                      <a:lnTo>
                        <a:pt x="15621" y="5334"/>
                      </a:lnTo>
                      <a:lnTo>
                        <a:pt x="15811" y="4572"/>
                      </a:lnTo>
                      <a:close/>
                      <a:moveTo>
                        <a:pt x="18192" y="2667"/>
                      </a:moveTo>
                      <a:cubicBezTo>
                        <a:pt x="18192" y="2667"/>
                        <a:pt x="17716" y="2286"/>
                        <a:pt x="17716" y="1905"/>
                      </a:cubicBezTo>
                      <a:lnTo>
                        <a:pt x="17716" y="952"/>
                      </a:lnTo>
                      <a:lnTo>
                        <a:pt x="19526" y="0"/>
                      </a:lnTo>
                      <a:cubicBezTo>
                        <a:pt x="19526" y="0"/>
                        <a:pt x="19241" y="381"/>
                        <a:pt x="18859" y="571"/>
                      </a:cubicBezTo>
                      <a:cubicBezTo>
                        <a:pt x="18383" y="857"/>
                        <a:pt x="18097" y="1048"/>
                        <a:pt x="18097" y="1238"/>
                      </a:cubicBezTo>
                      <a:cubicBezTo>
                        <a:pt x="18097" y="1333"/>
                        <a:pt x="18288" y="1524"/>
                        <a:pt x="18479" y="1810"/>
                      </a:cubicBezTo>
                      <a:cubicBezTo>
                        <a:pt x="18479" y="2096"/>
                        <a:pt x="18479" y="2381"/>
                        <a:pt x="18288" y="2667"/>
                      </a:cubicBezTo>
                      <a:close/>
                      <a:moveTo>
                        <a:pt x="20002" y="6096"/>
                      </a:moveTo>
                      <a:lnTo>
                        <a:pt x="20478" y="6096"/>
                      </a:lnTo>
                      <a:lnTo>
                        <a:pt x="19717" y="7429"/>
                      </a:lnTo>
                      <a:lnTo>
                        <a:pt x="20098" y="6096"/>
                      </a:lnTo>
                      <a:close/>
                      <a:moveTo>
                        <a:pt x="20002" y="15335"/>
                      </a:moveTo>
                      <a:lnTo>
                        <a:pt x="20002" y="14478"/>
                      </a:lnTo>
                      <a:lnTo>
                        <a:pt x="19621" y="14478"/>
                      </a:lnTo>
                      <a:lnTo>
                        <a:pt x="19621" y="15335"/>
                      </a:lnTo>
                      <a:lnTo>
                        <a:pt x="20002" y="15335"/>
                      </a:lnTo>
                      <a:close/>
                      <a:moveTo>
                        <a:pt x="23241" y="4953"/>
                      </a:moveTo>
                      <a:lnTo>
                        <a:pt x="23241" y="6096"/>
                      </a:lnTo>
                      <a:lnTo>
                        <a:pt x="22574" y="4286"/>
                      </a:lnTo>
                      <a:cubicBezTo>
                        <a:pt x="23050" y="4286"/>
                        <a:pt x="23241" y="4477"/>
                        <a:pt x="23241" y="4953"/>
                      </a:cubicBezTo>
                      <a:close/>
                      <a:moveTo>
                        <a:pt x="24575" y="14764"/>
                      </a:moveTo>
                      <a:lnTo>
                        <a:pt x="26194" y="14288"/>
                      </a:lnTo>
                      <a:lnTo>
                        <a:pt x="25336" y="14288"/>
                      </a:lnTo>
                      <a:lnTo>
                        <a:pt x="24575" y="14764"/>
                      </a:lnTo>
                      <a:close/>
                      <a:moveTo>
                        <a:pt x="24575" y="19907"/>
                      </a:moveTo>
                      <a:lnTo>
                        <a:pt x="24765" y="19145"/>
                      </a:lnTo>
                      <a:lnTo>
                        <a:pt x="24575" y="18955"/>
                      </a:lnTo>
                      <a:lnTo>
                        <a:pt x="24575" y="20002"/>
                      </a:lnTo>
                      <a:close/>
                      <a:moveTo>
                        <a:pt x="26861" y="41053"/>
                      </a:moveTo>
                      <a:cubicBezTo>
                        <a:pt x="26861" y="41053"/>
                        <a:pt x="27051" y="41053"/>
                        <a:pt x="27432" y="41243"/>
                      </a:cubicBezTo>
                      <a:lnTo>
                        <a:pt x="27622" y="41053"/>
                      </a:lnTo>
                      <a:lnTo>
                        <a:pt x="26861" y="40291"/>
                      </a:lnTo>
                      <a:lnTo>
                        <a:pt x="28004" y="40672"/>
                      </a:lnTo>
                      <a:cubicBezTo>
                        <a:pt x="27432" y="41243"/>
                        <a:pt x="27051" y="41529"/>
                        <a:pt x="26861" y="41529"/>
                      </a:cubicBezTo>
                      <a:lnTo>
                        <a:pt x="26861" y="40957"/>
                      </a:lnTo>
                      <a:close/>
                      <a:moveTo>
                        <a:pt x="28860" y="28194"/>
                      </a:moveTo>
                      <a:cubicBezTo>
                        <a:pt x="28860" y="28194"/>
                        <a:pt x="29527" y="27527"/>
                        <a:pt x="29432" y="26956"/>
                      </a:cubicBezTo>
                      <a:cubicBezTo>
                        <a:pt x="28766" y="27146"/>
                        <a:pt x="28480" y="27432"/>
                        <a:pt x="28480" y="28004"/>
                      </a:cubicBezTo>
                      <a:cubicBezTo>
                        <a:pt x="28670" y="28194"/>
                        <a:pt x="28766" y="28194"/>
                        <a:pt x="28956" y="28194"/>
                      </a:cubicBezTo>
                      <a:close/>
                      <a:moveTo>
                        <a:pt x="29432" y="18097"/>
                      </a:moveTo>
                      <a:lnTo>
                        <a:pt x="28670" y="18097"/>
                      </a:lnTo>
                      <a:lnTo>
                        <a:pt x="28860" y="20002"/>
                      </a:lnTo>
                      <a:lnTo>
                        <a:pt x="29432" y="18097"/>
                      </a:lnTo>
                      <a:close/>
                      <a:moveTo>
                        <a:pt x="29432" y="24955"/>
                      </a:moveTo>
                      <a:cubicBezTo>
                        <a:pt x="29432" y="24955"/>
                        <a:pt x="29337" y="24574"/>
                        <a:pt x="29337" y="24479"/>
                      </a:cubicBezTo>
                      <a:cubicBezTo>
                        <a:pt x="29337" y="24098"/>
                        <a:pt x="29623" y="24003"/>
                        <a:pt x="30099" y="24003"/>
                      </a:cubicBezTo>
                      <a:lnTo>
                        <a:pt x="30575" y="24003"/>
                      </a:lnTo>
                      <a:lnTo>
                        <a:pt x="30575" y="23622"/>
                      </a:lnTo>
                      <a:cubicBezTo>
                        <a:pt x="30575" y="23622"/>
                        <a:pt x="30289" y="23622"/>
                        <a:pt x="30194" y="23622"/>
                      </a:cubicBezTo>
                      <a:cubicBezTo>
                        <a:pt x="29909" y="23622"/>
                        <a:pt x="29623" y="23813"/>
                        <a:pt x="29337" y="24098"/>
                      </a:cubicBezTo>
                      <a:cubicBezTo>
                        <a:pt x="29051" y="24384"/>
                        <a:pt x="28956" y="24670"/>
                        <a:pt x="28956" y="24955"/>
                      </a:cubicBezTo>
                      <a:lnTo>
                        <a:pt x="29527" y="24955"/>
                      </a:lnTo>
                      <a:close/>
                      <a:moveTo>
                        <a:pt x="29718" y="36195"/>
                      </a:moveTo>
                      <a:cubicBezTo>
                        <a:pt x="29718" y="36195"/>
                        <a:pt x="29718" y="36004"/>
                        <a:pt x="30003" y="35719"/>
                      </a:cubicBezTo>
                      <a:cubicBezTo>
                        <a:pt x="29718" y="35719"/>
                        <a:pt x="29623" y="35719"/>
                        <a:pt x="29527" y="35909"/>
                      </a:cubicBezTo>
                      <a:cubicBezTo>
                        <a:pt x="29527" y="36100"/>
                        <a:pt x="29337" y="36195"/>
                        <a:pt x="29242" y="36290"/>
                      </a:cubicBezTo>
                      <a:lnTo>
                        <a:pt x="29718" y="36290"/>
                      </a:lnTo>
                      <a:close/>
                      <a:moveTo>
                        <a:pt x="30003" y="7715"/>
                      </a:moveTo>
                      <a:lnTo>
                        <a:pt x="30575" y="7144"/>
                      </a:lnTo>
                      <a:lnTo>
                        <a:pt x="29813" y="6382"/>
                      </a:lnTo>
                      <a:lnTo>
                        <a:pt x="30289" y="5905"/>
                      </a:lnTo>
                      <a:lnTo>
                        <a:pt x="31147" y="7525"/>
                      </a:lnTo>
                      <a:lnTo>
                        <a:pt x="30099" y="7715"/>
                      </a:lnTo>
                      <a:close/>
                      <a:moveTo>
                        <a:pt x="33242" y="40386"/>
                      </a:moveTo>
                      <a:lnTo>
                        <a:pt x="33242" y="39529"/>
                      </a:lnTo>
                      <a:cubicBezTo>
                        <a:pt x="33242" y="39529"/>
                        <a:pt x="33242" y="39624"/>
                        <a:pt x="32766" y="39814"/>
                      </a:cubicBezTo>
                      <a:cubicBezTo>
                        <a:pt x="32671" y="39814"/>
                        <a:pt x="32480" y="39624"/>
                        <a:pt x="32385" y="39338"/>
                      </a:cubicBezTo>
                      <a:cubicBezTo>
                        <a:pt x="32195" y="39148"/>
                        <a:pt x="32099" y="39052"/>
                        <a:pt x="32004" y="39052"/>
                      </a:cubicBezTo>
                      <a:cubicBezTo>
                        <a:pt x="31813" y="39052"/>
                        <a:pt x="31718" y="39052"/>
                        <a:pt x="31528" y="39338"/>
                      </a:cubicBezTo>
                      <a:lnTo>
                        <a:pt x="33338" y="40386"/>
                      </a:lnTo>
                      <a:close/>
                      <a:moveTo>
                        <a:pt x="34861" y="40100"/>
                      </a:moveTo>
                      <a:cubicBezTo>
                        <a:pt x="34861" y="40100"/>
                        <a:pt x="34861" y="40100"/>
                        <a:pt x="34861" y="40005"/>
                      </a:cubicBezTo>
                      <a:lnTo>
                        <a:pt x="34576" y="38386"/>
                      </a:lnTo>
                      <a:cubicBezTo>
                        <a:pt x="34576" y="38386"/>
                        <a:pt x="34290" y="38671"/>
                        <a:pt x="34290" y="38862"/>
                      </a:cubicBezTo>
                      <a:cubicBezTo>
                        <a:pt x="34290" y="38767"/>
                        <a:pt x="34385" y="39148"/>
                        <a:pt x="34766" y="40005"/>
                      </a:cubicBezTo>
                      <a:lnTo>
                        <a:pt x="34766" y="40005"/>
                      </a:lnTo>
                      <a:close/>
                      <a:moveTo>
                        <a:pt x="37909" y="286"/>
                      </a:moveTo>
                      <a:lnTo>
                        <a:pt x="37909" y="857"/>
                      </a:lnTo>
                      <a:lnTo>
                        <a:pt x="36957" y="857"/>
                      </a:lnTo>
                      <a:lnTo>
                        <a:pt x="37909" y="286"/>
                      </a:lnTo>
                      <a:close/>
                      <a:moveTo>
                        <a:pt x="38481" y="10954"/>
                      </a:moveTo>
                      <a:lnTo>
                        <a:pt x="37719" y="11716"/>
                      </a:lnTo>
                      <a:lnTo>
                        <a:pt x="38481" y="10668"/>
                      </a:lnTo>
                      <a:lnTo>
                        <a:pt x="38481" y="10954"/>
                      </a:lnTo>
                      <a:close/>
                      <a:moveTo>
                        <a:pt x="42386" y="22669"/>
                      </a:moveTo>
                      <a:lnTo>
                        <a:pt x="41815" y="23146"/>
                      </a:lnTo>
                      <a:lnTo>
                        <a:pt x="41434" y="23146"/>
                      </a:lnTo>
                      <a:lnTo>
                        <a:pt x="42386" y="22669"/>
                      </a:lnTo>
                      <a:close/>
                      <a:moveTo>
                        <a:pt x="42196" y="11430"/>
                      </a:moveTo>
                      <a:cubicBezTo>
                        <a:pt x="42196" y="11430"/>
                        <a:pt x="42005" y="11430"/>
                        <a:pt x="41910" y="11049"/>
                      </a:cubicBezTo>
                      <a:cubicBezTo>
                        <a:pt x="41910" y="10668"/>
                        <a:pt x="41910" y="10573"/>
                        <a:pt x="41815" y="10573"/>
                      </a:cubicBezTo>
                      <a:lnTo>
                        <a:pt x="42196" y="10573"/>
                      </a:lnTo>
                      <a:lnTo>
                        <a:pt x="42196" y="11430"/>
                      </a:lnTo>
                      <a:close/>
                      <a:moveTo>
                        <a:pt x="51911" y="6001"/>
                      </a:moveTo>
                      <a:cubicBezTo>
                        <a:pt x="51911" y="6001"/>
                        <a:pt x="51911" y="5620"/>
                        <a:pt x="51911" y="5429"/>
                      </a:cubicBezTo>
                      <a:cubicBezTo>
                        <a:pt x="51911" y="5239"/>
                        <a:pt x="52197" y="5048"/>
                        <a:pt x="52292" y="5143"/>
                      </a:cubicBezTo>
                      <a:lnTo>
                        <a:pt x="52292" y="6001"/>
                      </a:lnTo>
                      <a:lnTo>
                        <a:pt x="51816" y="600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 name="Google Shape;1209;p99"/>
                <p:cNvSpPr/>
                <p:nvPr/>
              </p:nvSpPr>
              <p:spPr>
                <a:xfrm>
                  <a:off x="8532399" y="3427094"/>
                  <a:ext cx="46863" cy="53911"/>
                </a:xfrm>
                <a:custGeom>
                  <a:avLst/>
                  <a:gdLst/>
                  <a:ahLst/>
                  <a:cxnLst/>
                  <a:rect l="l" t="t" r="r" b="b"/>
                  <a:pathLst>
                    <a:path w="46863" h="53911" extrusionOk="0">
                      <a:moveTo>
                        <a:pt x="37815" y="14764"/>
                      </a:moveTo>
                      <a:cubicBezTo>
                        <a:pt x="37815" y="14764"/>
                        <a:pt x="38100" y="15145"/>
                        <a:pt x="38291" y="15145"/>
                      </a:cubicBezTo>
                      <a:lnTo>
                        <a:pt x="38767" y="15145"/>
                      </a:lnTo>
                      <a:cubicBezTo>
                        <a:pt x="38195" y="16574"/>
                        <a:pt x="38100" y="18383"/>
                        <a:pt x="38577" y="20669"/>
                      </a:cubicBezTo>
                      <a:cubicBezTo>
                        <a:pt x="38386" y="21146"/>
                        <a:pt x="38005" y="21908"/>
                        <a:pt x="37243" y="22955"/>
                      </a:cubicBezTo>
                      <a:lnTo>
                        <a:pt x="37815" y="23527"/>
                      </a:lnTo>
                      <a:cubicBezTo>
                        <a:pt x="37815" y="23527"/>
                        <a:pt x="37148" y="24194"/>
                        <a:pt x="36386" y="24384"/>
                      </a:cubicBezTo>
                      <a:cubicBezTo>
                        <a:pt x="35624" y="24575"/>
                        <a:pt x="35147" y="24860"/>
                        <a:pt x="34957" y="25241"/>
                      </a:cubicBezTo>
                      <a:lnTo>
                        <a:pt x="36195" y="25432"/>
                      </a:lnTo>
                      <a:cubicBezTo>
                        <a:pt x="35243" y="27051"/>
                        <a:pt x="33338" y="29051"/>
                        <a:pt x="30671" y="31337"/>
                      </a:cubicBezTo>
                      <a:lnTo>
                        <a:pt x="29623" y="31337"/>
                      </a:lnTo>
                      <a:lnTo>
                        <a:pt x="29623" y="32004"/>
                      </a:lnTo>
                      <a:cubicBezTo>
                        <a:pt x="29623" y="32004"/>
                        <a:pt x="29433" y="31814"/>
                        <a:pt x="29242" y="31814"/>
                      </a:cubicBezTo>
                      <a:cubicBezTo>
                        <a:pt x="28861" y="31814"/>
                        <a:pt x="28670" y="31814"/>
                        <a:pt x="28575" y="31814"/>
                      </a:cubicBezTo>
                      <a:lnTo>
                        <a:pt x="28385" y="32004"/>
                      </a:lnTo>
                      <a:cubicBezTo>
                        <a:pt x="28956" y="32195"/>
                        <a:pt x="29528" y="32766"/>
                        <a:pt x="29718" y="33814"/>
                      </a:cubicBezTo>
                      <a:cubicBezTo>
                        <a:pt x="30004" y="34862"/>
                        <a:pt x="30385" y="35433"/>
                        <a:pt x="30766" y="35528"/>
                      </a:cubicBezTo>
                      <a:cubicBezTo>
                        <a:pt x="30671" y="36386"/>
                        <a:pt x="30861" y="37243"/>
                        <a:pt x="31718" y="38195"/>
                      </a:cubicBezTo>
                      <a:cubicBezTo>
                        <a:pt x="32671" y="39338"/>
                        <a:pt x="33243" y="40196"/>
                        <a:pt x="33338" y="40862"/>
                      </a:cubicBezTo>
                      <a:cubicBezTo>
                        <a:pt x="33052" y="41339"/>
                        <a:pt x="32481" y="41434"/>
                        <a:pt x="31623" y="41243"/>
                      </a:cubicBezTo>
                      <a:cubicBezTo>
                        <a:pt x="30861" y="41053"/>
                        <a:pt x="30480" y="41148"/>
                        <a:pt x="30480" y="41339"/>
                      </a:cubicBezTo>
                      <a:cubicBezTo>
                        <a:pt x="30480" y="41624"/>
                        <a:pt x="30480" y="41815"/>
                        <a:pt x="30766" y="42196"/>
                      </a:cubicBezTo>
                      <a:lnTo>
                        <a:pt x="31718" y="42005"/>
                      </a:lnTo>
                      <a:cubicBezTo>
                        <a:pt x="31718" y="42005"/>
                        <a:pt x="31718" y="42577"/>
                        <a:pt x="31242" y="43053"/>
                      </a:cubicBezTo>
                      <a:lnTo>
                        <a:pt x="32004" y="43815"/>
                      </a:lnTo>
                      <a:cubicBezTo>
                        <a:pt x="32004" y="43815"/>
                        <a:pt x="32290" y="43339"/>
                        <a:pt x="32481" y="42767"/>
                      </a:cubicBezTo>
                      <a:lnTo>
                        <a:pt x="32766" y="44006"/>
                      </a:lnTo>
                      <a:cubicBezTo>
                        <a:pt x="33338" y="43815"/>
                        <a:pt x="33624" y="43148"/>
                        <a:pt x="33528" y="42101"/>
                      </a:cubicBezTo>
                      <a:cubicBezTo>
                        <a:pt x="34195" y="42482"/>
                        <a:pt x="34671" y="43053"/>
                        <a:pt x="35052" y="44006"/>
                      </a:cubicBezTo>
                      <a:cubicBezTo>
                        <a:pt x="35433" y="44958"/>
                        <a:pt x="35814" y="45529"/>
                        <a:pt x="36290" y="45720"/>
                      </a:cubicBezTo>
                      <a:cubicBezTo>
                        <a:pt x="36195" y="46101"/>
                        <a:pt x="36100" y="46387"/>
                        <a:pt x="36100" y="46768"/>
                      </a:cubicBezTo>
                      <a:cubicBezTo>
                        <a:pt x="36100" y="47435"/>
                        <a:pt x="36481" y="48292"/>
                        <a:pt x="37148" y="49435"/>
                      </a:cubicBezTo>
                      <a:cubicBezTo>
                        <a:pt x="37815" y="50483"/>
                        <a:pt x="38195" y="51245"/>
                        <a:pt x="38195" y="51721"/>
                      </a:cubicBezTo>
                      <a:cubicBezTo>
                        <a:pt x="38195" y="52292"/>
                        <a:pt x="37815" y="52959"/>
                        <a:pt x="37148" y="53531"/>
                      </a:cubicBezTo>
                      <a:cubicBezTo>
                        <a:pt x="36672" y="53531"/>
                        <a:pt x="35719" y="53531"/>
                        <a:pt x="34480" y="53721"/>
                      </a:cubicBezTo>
                      <a:cubicBezTo>
                        <a:pt x="33243" y="53912"/>
                        <a:pt x="32290" y="53912"/>
                        <a:pt x="31718" y="53912"/>
                      </a:cubicBezTo>
                      <a:cubicBezTo>
                        <a:pt x="29813" y="53912"/>
                        <a:pt x="28290" y="53435"/>
                        <a:pt x="27242" y="52292"/>
                      </a:cubicBezTo>
                      <a:lnTo>
                        <a:pt x="27051" y="52673"/>
                      </a:lnTo>
                      <a:cubicBezTo>
                        <a:pt x="26765" y="52007"/>
                        <a:pt x="26480" y="51340"/>
                        <a:pt x="26194" y="50673"/>
                      </a:cubicBezTo>
                      <a:cubicBezTo>
                        <a:pt x="25813" y="49721"/>
                        <a:pt x="25337" y="49244"/>
                        <a:pt x="24575" y="49054"/>
                      </a:cubicBezTo>
                      <a:cubicBezTo>
                        <a:pt x="24765" y="48768"/>
                        <a:pt x="24765" y="48483"/>
                        <a:pt x="24765" y="48292"/>
                      </a:cubicBezTo>
                      <a:cubicBezTo>
                        <a:pt x="24765" y="47816"/>
                        <a:pt x="24479" y="47339"/>
                        <a:pt x="23813" y="46863"/>
                      </a:cubicBezTo>
                      <a:cubicBezTo>
                        <a:pt x="23146" y="46387"/>
                        <a:pt x="22860" y="45911"/>
                        <a:pt x="22860" y="45529"/>
                      </a:cubicBezTo>
                      <a:cubicBezTo>
                        <a:pt x="22860" y="45244"/>
                        <a:pt x="22956" y="44863"/>
                        <a:pt x="23146" y="44482"/>
                      </a:cubicBezTo>
                      <a:cubicBezTo>
                        <a:pt x="22670" y="43910"/>
                        <a:pt x="22193" y="42672"/>
                        <a:pt x="21622" y="40862"/>
                      </a:cubicBezTo>
                      <a:cubicBezTo>
                        <a:pt x="21050" y="39338"/>
                        <a:pt x="20384" y="38100"/>
                        <a:pt x="19621" y="37338"/>
                      </a:cubicBezTo>
                      <a:cubicBezTo>
                        <a:pt x="19621" y="36290"/>
                        <a:pt x="19145" y="34862"/>
                        <a:pt x="18098" y="33242"/>
                      </a:cubicBezTo>
                      <a:lnTo>
                        <a:pt x="16097" y="32957"/>
                      </a:lnTo>
                      <a:lnTo>
                        <a:pt x="16288" y="32766"/>
                      </a:lnTo>
                      <a:cubicBezTo>
                        <a:pt x="16288" y="32766"/>
                        <a:pt x="16002" y="32385"/>
                        <a:pt x="15812" y="32385"/>
                      </a:cubicBezTo>
                      <a:lnTo>
                        <a:pt x="15050" y="33242"/>
                      </a:lnTo>
                      <a:cubicBezTo>
                        <a:pt x="15050" y="33242"/>
                        <a:pt x="14288" y="33242"/>
                        <a:pt x="13526" y="33528"/>
                      </a:cubicBezTo>
                      <a:cubicBezTo>
                        <a:pt x="12764" y="33719"/>
                        <a:pt x="12192" y="33814"/>
                        <a:pt x="11811" y="33814"/>
                      </a:cubicBezTo>
                      <a:cubicBezTo>
                        <a:pt x="11525" y="33814"/>
                        <a:pt x="11239" y="33814"/>
                        <a:pt x="11049" y="33623"/>
                      </a:cubicBezTo>
                      <a:cubicBezTo>
                        <a:pt x="11049" y="33623"/>
                        <a:pt x="11049" y="33814"/>
                        <a:pt x="11049" y="33909"/>
                      </a:cubicBezTo>
                      <a:cubicBezTo>
                        <a:pt x="11049" y="34100"/>
                        <a:pt x="11049" y="34195"/>
                        <a:pt x="11239" y="34290"/>
                      </a:cubicBezTo>
                      <a:cubicBezTo>
                        <a:pt x="11335" y="34290"/>
                        <a:pt x="11335" y="34481"/>
                        <a:pt x="11335" y="34481"/>
                      </a:cubicBezTo>
                      <a:cubicBezTo>
                        <a:pt x="11335" y="34481"/>
                        <a:pt x="11145" y="34766"/>
                        <a:pt x="10763" y="34957"/>
                      </a:cubicBezTo>
                      <a:lnTo>
                        <a:pt x="11145" y="39053"/>
                      </a:lnTo>
                      <a:lnTo>
                        <a:pt x="10573" y="39529"/>
                      </a:lnTo>
                      <a:cubicBezTo>
                        <a:pt x="10954" y="40862"/>
                        <a:pt x="11145" y="42672"/>
                        <a:pt x="11145" y="44958"/>
                      </a:cubicBezTo>
                      <a:cubicBezTo>
                        <a:pt x="11145" y="45149"/>
                        <a:pt x="11145" y="45625"/>
                        <a:pt x="10859" y="46387"/>
                      </a:cubicBezTo>
                      <a:cubicBezTo>
                        <a:pt x="10668" y="47149"/>
                        <a:pt x="10573" y="47720"/>
                        <a:pt x="10573" y="48101"/>
                      </a:cubicBezTo>
                      <a:cubicBezTo>
                        <a:pt x="10573" y="48768"/>
                        <a:pt x="10859" y="49340"/>
                        <a:pt x="11335" y="49721"/>
                      </a:cubicBezTo>
                      <a:cubicBezTo>
                        <a:pt x="10954" y="50006"/>
                        <a:pt x="10859" y="50387"/>
                        <a:pt x="10859" y="50959"/>
                      </a:cubicBezTo>
                      <a:lnTo>
                        <a:pt x="10859" y="51626"/>
                      </a:lnTo>
                      <a:cubicBezTo>
                        <a:pt x="10859" y="51626"/>
                        <a:pt x="10859" y="52102"/>
                        <a:pt x="10859" y="52197"/>
                      </a:cubicBezTo>
                      <a:cubicBezTo>
                        <a:pt x="10859" y="53054"/>
                        <a:pt x="10383" y="53435"/>
                        <a:pt x="9430" y="53245"/>
                      </a:cubicBezTo>
                      <a:lnTo>
                        <a:pt x="9811" y="53531"/>
                      </a:lnTo>
                      <a:cubicBezTo>
                        <a:pt x="9144" y="53816"/>
                        <a:pt x="8192" y="53912"/>
                        <a:pt x="7049" y="53721"/>
                      </a:cubicBezTo>
                      <a:cubicBezTo>
                        <a:pt x="5905" y="53531"/>
                        <a:pt x="5239" y="53531"/>
                        <a:pt x="4858" y="53721"/>
                      </a:cubicBezTo>
                      <a:cubicBezTo>
                        <a:pt x="3334" y="53531"/>
                        <a:pt x="1905" y="53150"/>
                        <a:pt x="571" y="52483"/>
                      </a:cubicBezTo>
                      <a:cubicBezTo>
                        <a:pt x="571" y="49054"/>
                        <a:pt x="571" y="43815"/>
                        <a:pt x="381" y="36767"/>
                      </a:cubicBezTo>
                      <a:lnTo>
                        <a:pt x="0" y="36767"/>
                      </a:lnTo>
                      <a:cubicBezTo>
                        <a:pt x="381" y="36290"/>
                        <a:pt x="571" y="35624"/>
                        <a:pt x="571" y="34957"/>
                      </a:cubicBezTo>
                      <a:cubicBezTo>
                        <a:pt x="571" y="34671"/>
                        <a:pt x="571" y="34290"/>
                        <a:pt x="381" y="33623"/>
                      </a:cubicBezTo>
                      <a:cubicBezTo>
                        <a:pt x="381" y="33052"/>
                        <a:pt x="286" y="32576"/>
                        <a:pt x="286" y="32099"/>
                      </a:cubicBezTo>
                      <a:cubicBezTo>
                        <a:pt x="286" y="31337"/>
                        <a:pt x="477" y="30575"/>
                        <a:pt x="953" y="30004"/>
                      </a:cubicBezTo>
                      <a:cubicBezTo>
                        <a:pt x="667" y="27623"/>
                        <a:pt x="571" y="24479"/>
                        <a:pt x="571" y="20479"/>
                      </a:cubicBezTo>
                      <a:lnTo>
                        <a:pt x="571" y="10763"/>
                      </a:lnTo>
                      <a:cubicBezTo>
                        <a:pt x="571" y="10763"/>
                        <a:pt x="95" y="10383"/>
                        <a:pt x="95" y="10192"/>
                      </a:cubicBezTo>
                      <a:cubicBezTo>
                        <a:pt x="95" y="10096"/>
                        <a:pt x="191" y="9811"/>
                        <a:pt x="477" y="9430"/>
                      </a:cubicBezTo>
                      <a:cubicBezTo>
                        <a:pt x="762" y="9049"/>
                        <a:pt x="858" y="8763"/>
                        <a:pt x="858" y="8477"/>
                      </a:cubicBezTo>
                      <a:cubicBezTo>
                        <a:pt x="286" y="8001"/>
                        <a:pt x="0" y="7429"/>
                        <a:pt x="0" y="6763"/>
                      </a:cubicBezTo>
                      <a:cubicBezTo>
                        <a:pt x="0" y="6382"/>
                        <a:pt x="95" y="5715"/>
                        <a:pt x="477" y="4763"/>
                      </a:cubicBezTo>
                      <a:cubicBezTo>
                        <a:pt x="762" y="3810"/>
                        <a:pt x="858" y="3143"/>
                        <a:pt x="858" y="2572"/>
                      </a:cubicBezTo>
                      <a:lnTo>
                        <a:pt x="3620" y="286"/>
                      </a:lnTo>
                      <a:lnTo>
                        <a:pt x="15336" y="0"/>
                      </a:lnTo>
                      <a:cubicBezTo>
                        <a:pt x="15336" y="0"/>
                        <a:pt x="16097" y="762"/>
                        <a:pt x="16955" y="1429"/>
                      </a:cubicBezTo>
                      <a:cubicBezTo>
                        <a:pt x="17622" y="2000"/>
                        <a:pt x="18002" y="2667"/>
                        <a:pt x="18288" y="3334"/>
                      </a:cubicBezTo>
                      <a:cubicBezTo>
                        <a:pt x="18288" y="3143"/>
                        <a:pt x="18193" y="2953"/>
                        <a:pt x="18193" y="2762"/>
                      </a:cubicBezTo>
                      <a:cubicBezTo>
                        <a:pt x="18193" y="2191"/>
                        <a:pt x="18574" y="1715"/>
                        <a:pt x="19241" y="1334"/>
                      </a:cubicBezTo>
                      <a:cubicBezTo>
                        <a:pt x="20193" y="953"/>
                        <a:pt x="20670" y="571"/>
                        <a:pt x="20860" y="286"/>
                      </a:cubicBezTo>
                      <a:cubicBezTo>
                        <a:pt x="21146" y="286"/>
                        <a:pt x="21431" y="286"/>
                        <a:pt x="21813" y="858"/>
                      </a:cubicBezTo>
                      <a:cubicBezTo>
                        <a:pt x="21813" y="858"/>
                        <a:pt x="22098" y="858"/>
                        <a:pt x="22289" y="858"/>
                      </a:cubicBezTo>
                      <a:cubicBezTo>
                        <a:pt x="22574" y="858"/>
                        <a:pt x="23146" y="1048"/>
                        <a:pt x="23813" y="1429"/>
                      </a:cubicBezTo>
                      <a:cubicBezTo>
                        <a:pt x="24479" y="1810"/>
                        <a:pt x="25051" y="2000"/>
                        <a:pt x="25432" y="2000"/>
                      </a:cubicBezTo>
                      <a:lnTo>
                        <a:pt x="27718" y="2000"/>
                      </a:lnTo>
                      <a:cubicBezTo>
                        <a:pt x="27527" y="2667"/>
                        <a:pt x="27718" y="3048"/>
                        <a:pt x="28385" y="3048"/>
                      </a:cubicBezTo>
                      <a:cubicBezTo>
                        <a:pt x="28385" y="3048"/>
                        <a:pt x="28575" y="3048"/>
                        <a:pt x="28766" y="2953"/>
                      </a:cubicBezTo>
                      <a:lnTo>
                        <a:pt x="29242" y="2953"/>
                      </a:lnTo>
                      <a:cubicBezTo>
                        <a:pt x="29813" y="2953"/>
                        <a:pt x="30099" y="3239"/>
                        <a:pt x="30289" y="3810"/>
                      </a:cubicBezTo>
                      <a:lnTo>
                        <a:pt x="31909" y="3810"/>
                      </a:lnTo>
                      <a:cubicBezTo>
                        <a:pt x="32861" y="4763"/>
                        <a:pt x="33814" y="5715"/>
                        <a:pt x="34862" y="6572"/>
                      </a:cubicBezTo>
                      <a:cubicBezTo>
                        <a:pt x="36005" y="7715"/>
                        <a:pt x="36576" y="8763"/>
                        <a:pt x="36672" y="9811"/>
                      </a:cubicBezTo>
                      <a:cubicBezTo>
                        <a:pt x="37338" y="10192"/>
                        <a:pt x="37815" y="10763"/>
                        <a:pt x="38005" y="11621"/>
                      </a:cubicBezTo>
                      <a:cubicBezTo>
                        <a:pt x="38291" y="12859"/>
                        <a:pt x="38577" y="13621"/>
                        <a:pt x="38862" y="14002"/>
                      </a:cubicBezTo>
                      <a:lnTo>
                        <a:pt x="38291" y="14478"/>
                      </a:lnTo>
                      <a:close/>
                      <a:moveTo>
                        <a:pt x="5811" y="17336"/>
                      </a:moveTo>
                      <a:lnTo>
                        <a:pt x="5811" y="15907"/>
                      </a:lnTo>
                      <a:lnTo>
                        <a:pt x="5525" y="15907"/>
                      </a:lnTo>
                      <a:lnTo>
                        <a:pt x="5525" y="17336"/>
                      </a:lnTo>
                      <a:lnTo>
                        <a:pt x="5811" y="17336"/>
                      </a:lnTo>
                      <a:close/>
                      <a:moveTo>
                        <a:pt x="7620" y="8382"/>
                      </a:moveTo>
                      <a:cubicBezTo>
                        <a:pt x="7620" y="8382"/>
                        <a:pt x="7620" y="7811"/>
                        <a:pt x="7715" y="7334"/>
                      </a:cubicBezTo>
                      <a:cubicBezTo>
                        <a:pt x="7811" y="6858"/>
                        <a:pt x="7906" y="6572"/>
                        <a:pt x="7906" y="6382"/>
                      </a:cubicBezTo>
                      <a:cubicBezTo>
                        <a:pt x="7906" y="5906"/>
                        <a:pt x="7620" y="5525"/>
                        <a:pt x="7049" y="5334"/>
                      </a:cubicBezTo>
                      <a:lnTo>
                        <a:pt x="7906" y="4477"/>
                      </a:lnTo>
                      <a:cubicBezTo>
                        <a:pt x="7906" y="4477"/>
                        <a:pt x="7906" y="4382"/>
                        <a:pt x="7811" y="4191"/>
                      </a:cubicBezTo>
                      <a:cubicBezTo>
                        <a:pt x="7334" y="4667"/>
                        <a:pt x="7049" y="5144"/>
                        <a:pt x="7049" y="5525"/>
                      </a:cubicBezTo>
                      <a:cubicBezTo>
                        <a:pt x="7049" y="5715"/>
                        <a:pt x="7239" y="6287"/>
                        <a:pt x="7620" y="7239"/>
                      </a:cubicBezTo>
                      <a:cubicBezTo>
                        <a:pt x="7334" y="7239"/>
                        <a:pt x="7144" y="7525"/>
                        <a:pt x="7144" y="7715"/>
                      </a:cubicBezTo>
                      <a:cubicBezTo>
                        <a:pt x="7144" y="8001"/>
                        <a:pt x="6954" y="8096"/>
                        <a:pt x="6763" y="8192"/>
                      </a:cubicBezTo>
                      <a:lnTo>
                        <a:pt x="7620" y="8192"/>
                      </a:lnTo>
                      <a:close/>
                      <a:moveTo>
                        <a:pt x="10383" y="6858"/>
                      </a:moveTo>
                      <a:lnTo>
                        <a:pt x="11430" y="7620"/>
                      </a:lnTo>
                      <a:lnTo>
                        <a:pt x="11430" y="7620"/>
                      </a:lnTo>
                      <a:lnTo>
                        <a:pt x="10954" y="8192"/>
                      </a:lnTo>
                      <a:lnTo>
                        <a:pt x="11430" y="8192"/>
                      </a:lnTo>
                      <a:lnTo>
                        <a:pt x="11430" y="4477"/>
                      </a:lnTo>
                      <a:cubicBezTo>
                        <a:pt x="11430" y="4477"/>
                        <a:pt x="11145" y="4763"/>
                        <a:pt x="10763" y="5048"/>
                      </a:cubicBezTo>
                      <a:cubicBezTo>
                        <a:pt x="10763" y="4953"/>
                        <a:pt x="10668" y="4858"/>
                        <a:pt x="10383" y="4858"/>
                      </a:cubicBezTo>
                      <a:cubicBezTo>
                        <a:pt x="10478" y="5048"/>
                        <a:pt x="10668" y="5144"/>
                        <a:pt x="10763" y="5048"/>
                      </a:cubicBezTo>
                      <a:cubicBezTo>
                        <a:pt x="10763" y="5239"/>
                        <a:pt x="10763" y="5525"/>
                        <a:pt x="10668" y="5906"/>
                      </a:cubicBezTo>
                      <a:cubicBezTo>
                        <a:pt x="10668" y="5906"/>
                        <a:pt x="10668" y="5906"/>
                        <a:pt x="10668" y="5810"/>
                      </a:cubicBezTo>
                      <a:cubicBezTo>
                        <a:pt x="10859" y="5810"/>
                        <a:pt x="10954" y="5906"/>
                        <a:pt x="11145" y="6191"/>
                      </a:cubicBezTo>
                      <a:lnTo>
                        <a:pt x="10383" y="6953"/>
                      </a:lnTo>
                      <a:close/>
                      <a:moveTo>
                        <a:pt x="27337" y="18098"/>
                      </a:moveTo>
                      <a:cubicBezTo>
                        <a:pt x="27337" y="18098"/>
                        <a:pt x="27432" y="17717"/>
                        <a:pt x="27432" y="17621"/>
                      </a:cubicBezTo>
                      <a:cubicBezTo>
                        <a:pt x="27432" y="17240"/>
                        <a:pt x="27242" y="16954"/>
                        <a:pt x="26861" y="16669"/>
                      </a:cubicBezTo>
                      <a:cubicBezTo>
                        <a:pt x="26480" y="16383"/>
                        <a:pt x="26194" y="16097"/>
                        <a:pt x="26099" y="16002"/>
                      </a:cubicBezTo>
                      <a:cubicBezTo>
                        <a:pt x="26289" y="15716"/>
                        <a:pt x="26384" y="15431"/>
                        <a:pt x="26384" y="15240"/>
                      </a:cubicBezTo>
                      <a:cubicBezTo>
                        <a:pt x="26384" y="14859"/>
                        <a:pt x="26099" y="14573"/>
                        <a:pt x="25432" y="14097"/>
                      </a:cubicBezTo>
                      <a:cubicBezTo>
                        <a:pt x="24765" y="13716"/>
                        <a:pt x="24384" y="13430"/>
                        <a:pt x="24289" y="13145"/>
                      </a:cubicBezTo>
                      <a:cubicBezTo>
                        <a:pt x="24099" y="12954"/>
                        <a:pt x="23813" y="12764"/>
                        <a:pt x="23527" y="12764"/>
                      </a:cubicBezTo>
                      <a:cubicBezTo>
                        <a:pt x="23336" y="12764"/>
                        <a:pt x="23146" y="12764"/>
                        <a:pt x="22860" y="12859"/>
                      </a:cubicBezTo>
                      <a:cubicBezTo>
                        <a:pt x="22574" y="12859"/>
                        <a:pt x="22384" y="12954"/>
                        <a:pt x="22193" y="12954"/>
                      </a:cubicBezTo>
                      <a:cubicBezTo>
                        <a:pt x="21813" y="12954"/>
                        <a:pt x="21527" y="12668"/>
                        <a:pt x="21431" y="12192"/>
                      </a:cubicBezTo>
                      <a:lnTo>
                        <a:pt x="21908" y="11811"/>
                      </a:lnTo>
                      <a:cubicBezTo>
                        <a:pt x="21050" y="11811"/>
                        <a:pt x="20574" y="12097"/>
                        <a:pt x="20479" y="12859"/>
                      </a:cubicBezTo>
                      <a:cubicBezTo>
                        <a:pt x="20384" y="13907"/>
                        <a:pt x="20193" y="14573"/>
                        <a:pt x="19908" y="14859"/>
                      </a:cubicBezTo>
                      <a:cubicBezTo>
                        <a:pt x="19621" y="14002"/>
                        <a:pt x="19336" y="13145"/>
                        <a:pt x="19145" y="12287"/>
                      </a:cubicBezTo>
                      <a:cubicBezTo>
                        <a:pt x="18860" y="11430"/>
                        <a:pt x="18288" y="10763"/>
                        <a:pt x="17336" y="10192"/>
                      </a:cubicBezTo>
                      <a:cubicBezTo>
                        <a:pt x="17145" y="11144"/>
                        <a:pt x="16669" y="11525"/>
                        <a:pt x="15716" y="11525"/>
                      </a:cubicBezTo>
                      <a:cubicBezTo>
                        <a:pt x="15430" y="11525"/>
                        <a:pt x="15145" y="11525"/>
                        <a:pt x="14669" y="11525"/>
                      </a:cubicBezTo>
                      <a:cubicBezTo>
                        <a:pt x="14193" y="11525"/>
                        <a:pt x="13811" y="11525"/>
                        <a:pt x="13526" y="11525"/>
                      </a:cubicBezTo>
                      <a:cubicBezTo>
                        <a:pt x="13240" y="11525"/>
                        <a:pt x="13049" y="11525"/>
                        <a:pt x="12764" y="11525"/>
                      </a:cubicBezTo>
                      <a:cubicBezTo>
                        <a:pt x="11430" y="12287"/>
                        <a:pt x="10859" y="13716"/>
                        <a:pt x="10859" y="15716"/>
                      </a:cubicBezTo>
                      <a:cubicBezTo>
                        <a:pt x="10859" y="16097"/>
                        <a:pt x="10859" y="16669"/>
                        <a:pt x="10859" y="17431"/>
                      </a:cubicBezTo>
                      <a:cubicBezTo>
                        <a:pt x="10859" y="18193"/>
                        <a:pt x="10859" y="18860"/>
                        <a:pt x="10859" y="19241"/>
                      </a:cubicBezTo>
                      <a:cubicBezTo>
                        <a:pt x="10859" y="20193"/>
                        <a:pt x="10859" y="20955"/>
                        <a:pt x="10573" y="21527"/>
                      </a:cubicBezTo>
                      <a:cubicBezTo>
                        <a:pt x="10573" y="22098"/>
                        <a:pt x="11049" y="22289"/>
                        <a:pt x="11811" y="22289"/>
                      </a:cubicBezTo>
                      <a:cubicBezTo>
                        <a:pt x="12573" y="22289"/>
                        <a:pt x="13049" y="22574"/>
                        <a:pt x="13240" y="23051"/>
                      </a:cubicBezTo>
                      <a:cubicBezTo>
                        <a:pt x="13526" y="23241"/>
                        <a:pt x="14288" y="23241"/>
                        <a:pt x="15336" y="23241"/>
                      </a:cubicBezTo>
                      <a:cubicBezTo>
                        <a:pt x="16193" y="23241"/>
                        <a:pt x="16764" y="23527"/>
                        <a:pt x="17240" y="24098"/>
                      </a:cubicBezTo>
                      <a:cubicBezTo>
                        <a:pt x="17526" y="23432"/>
                        <a:pt x="18002" y="23146"/>
                        <a:pt x="18574" y="22955"/>
                      </a:cubicBezTo>
                      <a:lnTo>
                        <a:pt x="20288" y="22955"/>
                      </a:lnTo>
                      <a:cubicBezTo>
                        <a:pt x="20764" y="22955"/>
                        <a:pt x="21146" y="22574"/>
                        <a:pt x="21336" y="22193"/>
                      </a:cubicBezTo>
                      <a:cubicBezTo>
                        <a:pt x="22860" y="22384"/>
                        <a:pt x="24765" y="21431"/>
                        <a:pt x="26765" y="19241"/>
                      </a:cubicBezTo>
                      <a:lnTo>
                        <a:pt x="25718" y="18860"/>
                      </a:lnTo>
                      <a:lnTo>
                        <a:pt x="27242" y="18002"/>
                      </a:lnTo>
                      <a:close/>
                      <a:moveTo>
                        <a:pt x="26099" y="7715"/>
                      </a:moveTo>
                      <a:cubicBezTo>
                        <a:pt x="26099" y="7715"/>
                        <a:pt x="26004" y="7429"/>
                        <a:pt x="25813" y="7429"/>
                      </a:cubicBezTo>
                      <a:cubicBezTo>
                        <a:pt x="25432" y="7429"/>
                        <a:pt x="25241" y="7620"/>
                        <a:pt x="25241" y="7906"/>
                      </a:cubicBezTo>
                      <a:cubicBezTo>
                        <a:pt x="25241" y="7906"/>
                        <a:pt x="25241" y="7906"/>
                        <a:pt x="25337" y="7906"/>
                      </a:cubicBezTo>
                      <a:lnTo>
                        <a:pt x="26099" y="7620"/>
                      </a:lnTo>
                      <a:close/>
                      <a:moveTo>
                        <a:pt x="28861" y="4572"/>
                      </a:moveTo>
                      <a:lnTo>
                        <a:pt x="28861" y="4191"/>
                      </a:lnTo>
                      <a:cubicBezTo>
                        <a:pt x="28861" y="4191"/>
                        <a:pt x="28194" y="4382"/>
                        <a:pt x="27242" y="4382"/>
                      </a:cubicBezTo>
                      <a:lnTo>
                        <a:pt x="28861" y="4572"/>
                      </a:lnTo>
                      <a:close/>
                      <a:moveTo>
                        <a:pt x="27242" y="16002"/>
                      </a:moveTo>
                      <a:lnTo>
                        <a:pt x="28290" y="16002"/>
                      </a:lnTo>
                      <a:cubicBezTo>
                        <a:pt x="27813" y="15526"/>
                        <a:pt x="27527" y="15335"/>
                        <a:pt x="27242" y="15431"/>
                      </a:cubicBezTo>
                      <a:lnTo>
                        <a:pt x="27242" y="16002"/>
                      </a:lnTo>
                      <a:close/>
                      <a:moveTo>
                        <a:pt x="29433" y="19241"/>
                      </a:moveTo>
                      <a:lnTo>
                        <a:pt x="30099" y="18479"/>
                      </a:lnTo>
                      <a:lnTo>
                        <a:pt x="29813" y="18479"/>
                      </a:lnTo>
                      <a:lnTo>
                        <a:pt x="29433" y="19241"/>
                      </a:lnTo>
                      <a:close/>
                      <a:moveTo>
                        <a:pt x="31433" y="19336"/>
                      </a:moveTo>
                      <a:cubicBezTo>
                        <a:pt x="31433" y="19336"/>
                        <a:pt x="31242" y="18955"/>
                        <a:pt x="31242" y="18764"/>
                      </a:cubicBezTo>
                      <a:cubicBezTo>
                        <a:pt x="31242" y="18002"/>
                        <a:pt x="31623" y="17431"/>
                        <a:pt x="32290" y="17050"/>
                      </a:cubicBezTo>
                      <a:cubicBezTo>
                        <a:pt x="32195" y="16954"/>
                        <a:pt x="32004" y="16859"/>
                        <a:pt x="31814" y="16859"/>
                      </a:cubicBezTo>
                      <a:cubicBezTo>
                        <a:pt x="31814" y="16859"/>
                        <a:pt x="31242" y="17240"/>
                        <a:pt x="30195" y="17812"/>
                      </a:cubicBezTo>
                      <a:cubicBezTo>
                        <a:pt x="30861" y="18002"/>
                        <a:pt x="31242" y="18288"/>
                        <a:pt x="31242" y="18764"/>
                      </a:cubicBezTo>
                      <a:cubicBezTo>
                        <a:pt x="31242" y="18955"/>
                        <a:pt x="31242" y="19241"/>
                        <a:pt x="31052" y="19526"/>
                      </a:cubicBezTo>
                      <a:cubicBezTo>
                        <a:pt x="30861" y="19812"/>
                        <a:pt x="30861" y="20098"/>
                        <a:pt x="30861" y="20193"/>
                      </a:cubicBezTo>
                      <a:cubicBezTo>
                        <a:pt x="30861" y="20479"/>
                        <a:pt x="31147" y="20574"/>
                        <a:pt x="31814" y="20479"/>
                      </a:cubicBezTo>
                      <a:cubicBezTo>
                        <a:pt x="31814" y="19908"/>
                        <a:pt x="31814" y="19431"/>
                        <a:pt x="31623" y="19336"/>
                      </a:cubicBezTo>
                      <a:close/>
                      <a:moveTo>
                        <a:pt x="33433" y="22574"/>
                      </a:moveTo>
                      <a:lnTo>
                        <a:pt x="33624" y="22384"/>
                      </a:lnTo>
                      <a:lnTo>
                        <a:pt x="33243" y="21908"/>
                      </a:lnTo>
                      <a:lnTo>
                        <a:pt x="33433" y="22574"/>
                      </a:lnTo>
                      <a:close/>
                      <a:moveTo>
                        <a:pt x="34671" y="18002"/>
                      </a:moveTo>
                      <a:lnTo>
                        <a:pt x="35433" y="18479"/>
                      </a:lnTo>
                      <a:cubicBezTo>
                        <a:pt x="35433" y="18479"/>
                        <a:pt x="35147" y="18002"/>
                        <a:pt x="35243" y="18002"/>
                      </a:cubicBezTo>
                      <a:lnTo>
                        <a:pt x="34671" y="18002"/>
                      </a:lnTo>
                      <a:close/>
                      <a:moveTo>
                        <a:pt x="34862" y="9716"/>
                      </a:moveTo>
                      <a:lnTo>
                        <a:pt x="34862" y="10287"/>
                      </a:lnTo>
                      <a:lnTo>
                        <a:pt x="35433" y="9716"/>
                      </a:lnTo>
                      <a:lnTo>
                        <a:pt x="34862" y="9716"/>
                      </a:lnTo>
                      <a:close/>
                      <a:moveTo>
                        <a:pt x="35433" y="15716"/>
                      </a:moveTo>
                      <a:lnTo>
                        <a:pt x="36672" y="14478"/>
                      </a:lnTo>
                      <a:lnTo>
                        <a:pt x="36005" y="14478"/>
                      </a:lnTo>
                      <a:lnTo>
                        <a:pt x="35433" y="15716"/>
                      </a:lnTo>
                      <a:close/>
                      <a:moveTo>
                        <a:pt x="36005" y="21622"/>
                      </a:moveTo>
                      <a:lnTo>
                        <a:pt x="36672" y="21336"/>
                      </a:lnTo>
                      <a:cubicBezTo>
                        <a:pt x="36672" y="21336"/>
                        <a:pt x="36386" y="21050"/>
                        <a:pt x="36005" y="21050"/>
                      </a:cubicBezTo>
                      <a:lnTo>
                        <a:pt x="36005" y="21622"/>
                      </a:lnTo>
                      <a:close/>
                      <a:moveTo>
                        <a:pt x="37529" y="9049"/>
                      </a:moveTo>
                      <a:cubicBezTo>
                        <a:pt x="37529" y="9049"/>
                        <a:pt x="37815" y="9049"/>
                        <a:pt x="38195" y="9335"/>
                      </a:cubicBezTo>
                      <a:lnTo>
                        <a:pt x="37529" y="9049"/>
                      </a:lnTo>
                      <a:close/>
                      <a:moveTo>
                        <a:pt x="38481" y="9620"/>
                      </a:moveTo>
                      <a:cubicBezTo>
                        <a:pt x="38481" y="9620"/>
                        <a:pt x="38291" y="9620"/>
                        <a:pt x="38100" y="9335"/>
                      </a:cubicBezTo>
                      <a:lnTo>
                        <a:pt x="38481" y="9620"/>
                      </a:lnTo>
                      <a:close/>
                      <a:moveTo>
                        <a:pt x="38767" y="9811"/>
                      </a:moveTo>
                      <a:lnTo>
                        <a:pt x="38481" y="9620"/>
                      </a:lnTo>
                      <a:cubicBezTo>
                        <a:pt x="38481" y="9620"/>
                        <a:pt x="38767" y="9620"/>
                        <a:pt x="38767" y="9620"/>
                      </a:cubicBezTo>
                      <a:lnTo>
                        <a:pt x="38767" y="9811"/>
                      </a:lnTo>
                      <a:close/>
                      <a:moveTo>
                        <a:pt x="39720" y="6668"/>
                      </a:moveTo>
                      <a:cubicBezTo>
                        <a:pt x="39720" y="6668"/>
                        <a:pt x="39434" y="6668"/>
                        <a:pt x="39148" y="6668"/>
                      </a:cubicBezTo>
                      <a:cubicBezTo>
                        <a:pt x="38862" y="6668"/>
                        <a:pt x="38767" y="6668"/>
                        <a:pt x="38767" y="6477"/>
                      </a:cubicBezTo>
                      <a:cubicBezTo>
                        <a:pt x="38767" y="6287"/>
                        <a:pt x="38767" y="6191"/>
                        <a:pt x="39053" y="6001"/>
                      </a:cubicBezTo>
                      <a:lnTo>
                        <a:pt x="39720" y="6763"/>
                      </a:lnTo>
                      <a:close/>
                      <a:moveTo>
                        <a:pt x="39814" y="16574"/>
                      </a:moveTo>
                      <a:lnTo>
                        <a:pt x="39053" y="16097"/>
                      </a:lnTo>
                      <a:lnTo>
                        <a:pt x="39814" y="16097"/>
                      </a:lnTo>
                      <a:lnTo>
                        <a:pt x="39814" y="16574"/>
                      </a:lnTo>
                      <a:close/>
                      <a:moveTo>
                        <a:pt x="39720" y="6668"/>
                      </a:moveTo>
                      <a:lnTo>
                        <a:pt x="39720" y="6668"/>
                      </a:lnTo>
                      <a:close/>
                      <a:moveTo>
                        <a:pt x="40386" y="12097"/>
                      </a:moveTo>
                      <a:lnTo>
                        <a:pt x="40577" y="11430"/>
                      </a:lnTo>
                      <a:lnTo>
                        <a:pt x="42196" y="11906"/>
                      </a:lnTo>
                      <a:cubicBezTo>
                        <a:pt x="42196" y="11906"/>
                        <a:pt x="41529" y="12287"/>
                        <a:pt x="41243" y="12764"/>
                      </a:cubicBezTo>
                      <a:cubicBezTo>
                        <a:pt x="41148" y="12764"/>
                        <a:pt x="40863" y="12573"/>
                        <a:pt x="40386" y="12192"/>
                      </a:cubicBezTo>
                      <a:close/>
                      <a:moveTo>
                        <a:pt x="42196" y="5144"/>
                      </a:moveTo>
                      <a:cubicBezTo>
                        <a:pt x="42196" y="5144"/>
                        <a:pt x="42006" y="5525"/>
                        <a:pt x="41624" y="5525"/>
                      </a:cubicBezTo>
                      <a:lnTo>
                        <a:pt x="40863" y="5525"/>
                      </a:lnTo>
                      <a:lnTo>
                        <a:pt x="41053" y="4953"/>
                      </a:lnTo>
                      <a:cubicBezTo>
                        <a:pt x="41053" y="4953"/>
                        <a:pt x="41529" y="5144"/>
                        <a:pt x="42101" y="5144"/>
                      </a:cubicBezTo>
                      <a:close/>
                      <a:moveTo>
                        <a:pt x="41815" y="7144"/>
                      </a:moveTo>
                      <a:lnTo>
                        <a:pt x="41815" y="6763"/>
                      </a:lnTo>
                      <a:cubicBezTo>
                        <a:pt x="42768" y="6953"/>
                        <a:pt x="43529" y="7049"/>
                        <a:pt x="43911" y="6953"/>
                      </a:cubicBezTo>
                      <a:lnTo>
                        <a:pt x="43911" y="7429"/>
                      </a:lnTo>
                      <a:lnTo>
                        <a:pt x="41815" y="7144"/>
                      </a:lnTo>
                      <a:close/>
                      <a:moveTo>
                        <a:pt x="44196" y="17240"/>
                      </a:moveTo>
                      <a:lnTo>
                        <a:pt x="43625" y="17240"/>
                      </a:lnTo>
                      <a:lnTo>
                        <a:pt x="44101" y="16574"/>
                      </a:lnTo>
                      <a:cubicBezTo>
                        <a:pt x="44101" y="16574"/>
                        <a:pt x="44196" y="16954"/>
                        <a:pt x="44196" y="17240"/>
                      </a:cubicBezTo>
                      <a:close/>
                      <a:moveTo>
                        <a:pt x="43911" y="16478"/>
                      </a:moveTo>
                      <a:cubicBezTo>
                        <a:pt x="43911" y="16478"/>
                        <a:pt x="44005" y="16288"/>
                        <a:pt x="44196" y="16097"/>
                      </a:cubicBezTo>
                      <a:lnTo>
                        <a:pt x="44196" y="16574"/>
                      </a:lnTo>
                      <a:lnTo>
                        <a:pt x="43911" y="16574"/>
                      </a:lnTo>
                      <a:close/>
                      <a:moveTo>
                        <a:pt x="44196" y="16002"/>
                      </a:moveTo>
                      <a:lnTo>
                        <a:pt x="44387" y="15621"/>
                      </a:lnTo>
                      <a:cubicBezTo>
                        <a:pt x="44387" y="15621"/>
                        <a:pt x="44387" y="15907"/>
                        <a:pt x="44196" y="16002"/>
                      </a:cubicBezTo>
                      <a:close/>
                      <a:moveTo>
                        <a:pt x="45244" y="2000"/>
                      </a:moveTo>
                      <a:lnTo>
                        <a:pt x="45720" y="2477"/>
                      </a:lnTo>
                      <a:lnTo>
                        <a:pt x="44768" y="2477"/>
                      </a:lnTo>
                      <a:lnTo>
                        <a:pt x="45244" y="2000"/>
                      </a:lnTo>
                      <a:close/>
                      <a:moveTo>
                        <a:pt x="45625" y="9239"/>
                      </a:moveTo>
                      <a:lnTo>
                        <a:pt x="46863" y="10478"/>
                      </a:lnTo>
                      <a:cubicBezTo>
                        <a:pt x="45911" y="10096"/>
                        <a:pt x="45434" y="9906"/>
                        <a:pt x="45434" y="9716"/>
                      </a:cubicBezTo>
                      <a:cubicBezTo>
                        <a:pt x="45434" y="9620"/>
                        <a:pt x="45434" y="9430"/>
                        <a:pt x="45625" y="9239"/>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 name="Google Shape;1210;p99"/>
                <p:cNvSpPr/>
                <p:nvPr/>
              </p:nvSpPr>
              <p:spPr>
                <a:xfrm>
                  <a:off x="8576044" y="3421665"/>
                  <a:ext cx="40460" cy="64579"/>
                </a:xfrm>
                <a:custGeom>
                  <a:avLst/>
                  <a:gdLst/>
                  <a:ahLst/>
                  <a:cxnLst/>
                  <a:rect l="l" t="t" r="r" b="b"/>
                  <a:pathLst>
                    <a:path w="40460" h="64579" extrusionOk="0">
                      <a:moveTo>
                        <a:pt x="36650" y="19431"/>
                      </a:moveTo>
                      <a:cubicBezTo>
                        <a:pt x="37699" y="20002"/>
                        <a:pt x="38270" y="20193"/>
                        <a:pt x="38556" y="20193"/>
                      </a:cubicBezTo>
                      <a:cubicBezTo>
                        <a:pt x="37603" y="21146"/>
                        <a:pt x="37223" y="21907"/>
                        <a:pt x="37413" y="22384"/>
                      </a:cubicBezTo>
                      <a:cubicBezTo>
                        <a:pt x="37413" y="22384"/>
                        <a:pt x="37127" y="22384"/>
                        <a:pt x="37032" y="22384"/>
                      </a:cubicBezTo>
                      <a:cubicBezTo>
                        <a:pt x="36937" y="22384"/>
                        <a:pt x="36556" y="22479"/>
                        <a:pt x="36079" y="22669"/>
                      </a:cubicBezTo>
                      <a:cubicBezTo>
                        <a:pt x="35603" y="22860"/>
                        <a:pt x="35222" y="22955"/>
                        <a:pt x="35031" y="22955"/>
                      </a:cubicBezTo>
                      <a:cubicBezTo>
                        <a:pt x="34651" y="22955"/>
                        <a:pt x="34365" y="22669"/>
                        <a:pt x="34174" y="22098"/>
                      </a:cubicBezTo>
                      <a:cubicBezTo>
                        <a:pt x="34174" y="22193"/>
                        <a:pt x="34079" y="22669"/>
                        <a:pt x="33984" y="23431"/>
                      </a:cubicBezTo>
                      <a:cubicBezTo>
                        <a:pt x="33888" y="23908"/>
                        <a:pt x="33603" y="24289"/>
                        <a:pt x="33222" y="24479"/>
                      </a:cubicBezTo>
                      <a:lnTo>
                        <a:pt x="31126" y="24765"/>
                      </a:lnTo>
                      <a:lnTo>
                        <a:pt x="31507" y="25051"/>
                      </a:lnTo>
                      <a:cubicBezTo>
                        <a:pt x="30555" y="25432"/>
                        <a:pt x="29507" y="25527"/>
                        <a:pt x="28364" y="25527"/>
                      </a:cubicBezTo>
                      <a:lnTo>
                        <a:pt x="28650" y="25241"/>
                      </a:lnTo>
                      <a:cubicBezTo>
                        <a:pt x="28745" y="24765"/>
                        <a:pt x="28650" y="24479"/>
                        <a:pt x="28174" y="24479"/>
                      </a:cubicBezTo>
                      <a:cubicBezTo>
                        <a:pt x="27602" y="24479"/>
                        <a:pt x="27221" y="24384"/>
                        <a:pt x="27125" y="24193"/>
                      </a:cubicBezTo>
                      <a:lnTo>
                        <a:pt x="26078" y="24193"/>
                      </a:lnTo>
                      <a:cubicBezTo>
                        <a:pt x="26554" y="24003"/>
                        <a:pt x="26840" y="23813"/>
                        <a:pt x="26840" y="23431"/>
                      </a:cubicBezTo>
                      <a:cubicBezTo>
                        <a:pt x="26840" y="23241"/>
                        <a:pt x="26840" y="23050"/>
                        <a:pt x="26649" y="22669"/>
                      </a:cubicBezTo>
                      <a:cubicBezTo>
                        <a:pt x="26649" y="22384"/>
                        <a:pt x="26459" y="22098"/>
                        <a:pt x="26459" y="22003"/>
                      </a:cubicBezTo>
                      <a:cubicBezTo>
                        <a:pt x="26459" y="21907"/>
                        <a:pt x="26459" y="21812"/>
                        <a:pt x="26649" y="21622"/>
                      </a:cubicBezTo>
                      <a:lnTo>
                        <a:pt x="25602" y="21241"/>
                      </a:lnTo>
                      <a:cubicBezTo>
                        <a:pt x="25602" y="21241"/>
                        <a:pt x="25697" y="20764"/>
                        <a:pt x="25697" y="20574"/>
                      </a:cubicBezTo>
                      <a:cubicBezTo>
                        <a:pt x="25697" y="20193"/>
                        <a:pt x="25411" y="19717"/>
                        <a:pt x="24744" y="19240"/>
                      </a:cubicBezTo>
                      <a:cubicBezTo>
                        <a:pt x="23887" y="18669"/>
                        <a:pt x="23507" y="18288"/>
                        <a:pt x="23316" y="18097"/>
                      </a:cubicBezTo>
                      <a:cubicBezTo>
                        <a:pt x="23030" y="18288"/>
                        <a:pt x="22744" y="18288"/>
                        <a:pt x="22554" y="18288"/>
                      </a:cubicBezTo>
                      <a:cubicBezTo>
                        <a:pt x="22078" y="18288"/>
                        <a:pt x="21697" y="18002"/>
                        <a:pt x="21315" y="17431"/>
                      </a:cubicBezTo>
                      <a:cubicBezTo>
                        <a:pt x="20935" y="16764"/>
                        <a:pt x="20554" y="16478"/>
                        <a:pt x="20268" y="16478"/>
                      </a:cubicBezTo>
                      <a:cubicBezTo>
                        <a:pt x="19982" y="16478"/>
                        <a:pt x="19696" y="16669"/>
                        <a:pt x="19316" y="16954"/>
                      </a:cubicBezTo>
                      <a:lnTo>
                        <a:pt x="18458" y="16097"/>
                      </a:lnTo>
                      <a:cubicBezTo>
                        <a:pt x="18458" y="16097"/>
                        <a:pt x="17410" y="17050"/>
                        <a:pt x="16363" y="17431"/>
                      </a:cubicBezTo>
                      <a:cubicBezTo>
                        <a:pt x="15315" y="17907"/>
                        <a:pt x="14648" y="18479"/>
                        <a:pt x="14172" y="19145"/>
                      </a:cubicBezTo>
                      <a:cubicBezTo>
                        <a:pt x="14172" y="18955"/>
                        <a:pt x="13886" y="18859"/>
                        <a:pt x="13695" y="18859"/>
                      </a:cubicBezTo>
                      <a:lnTo>
                        <a:pt x="13124" y="18859"/>
                      </a:lnTo>
                      <a:cubicBezTo>
                        <a:pt x="13124" y="18859"/>
                        <a:pt x="12076" y="20860"/>
                        <a:pt x="11219" y="23717"/>
                      </a:cubicBezTo>
                      <a:cubicBezTo>
                        <a:pt x="10552" y="25813"/>
                        <a:pt x="9504" y="26765"/>
                        <a:pt x="7981" y="26765"/>
                      </a:cubicBezTo>
                      <a:cubicBezTo>
                        <a:pt x="7599" y="26765"/>
                        <a:pt x="7219" y="26765"/>
                        <a:pt x="6742" y="26575"/>
                      </a:cubicBezTo>
                      <a:cubicBezTo>
                        <a:pt x="7219" y="26670"/>
                        <a:pt x="7981" y="26860"/>
                        <a:pt x="9124" y="27051"/>
                      </a:cubicBezTo>
                      <a:lnTo>
                        <a:pt x="9124" y="27051"/>
                      </a:lnTo>
                      <a:cubicBezTo>
                        <a:pt x="9124" y="27051"/>
                        <a:pt x="8457" y="27813"/>
                        <a:pt x="7599" y="27813"/>
                      </a:cubicBezTo>
                      <a:lnTo>
                        <a:pt x="5790" y="27813"/>
                      </a:lnTo>
                      <a:cubicBezTo>
                        <a:pt x="5790" y="27813"/>
                        <a:pt x="5123" y="27813"/>
                        <a:pt x="4933" y="28099"/>
                      </a:cubicBezTo>
                      <a:cubicBezTo>
                        <a:pt x="4933" y="28384"/>
                        <a:pt x="4933" y="28480"/>
                        <a:pt x="4933" y="28670"/>
                      </a:cubicBezTo>
                      <a:cubicBezTo>
                        <a:pt x="4933" y="29146"/>
                        <a:pt x="5218" y="29432"/>
                        <a:pt x="5790" y="29432"/>
                      </a:cubicBezTo>
                      <a:cubicBezTo>
                        <a:pt x="5885" y="29432"/>
                        <a:pt x="5980" y="29432"/>
                        <a:pt x="6266" y="29432"/>
                      </a:cubicBezTo>
                      <a:lnTo>
                        <a:pt x="6838" y="29432"/>
                      </a:lnTo>
                      <a:cubicBezTo>
                        <a:pt x="6838" y="29432"/>
                        <a:pt x="7504" y="29432"/>
                        <a:pt x="7599" y="29718"/>
                      </a:cubicBezTo>
                      <a:lnTo>
                        <a:pt x="7599" y="29146"/>
                      </a:lnTo>
                      <a:lnTo>
                        <a:pt x="9219" y="30766"/>
                      </a:lnTo>
                      <a:lnTo>
                        <a:pt x="9600" y="30004"/>
                      </a:lnTo>
                      <a:lnTo>
                        <a:pt x="9409" y="29718"/>
                      </a:lnTo>
                      <a:lnTo>
                        <a:pt x="9600" y="29432"/>
                      </a:lnTo>
                      <a:lnTo>
                        <a:pt x="10171" y="30671"/>
                      </a:lnTo>
                      <a:cubicBezTo>
                        <a:pt x="10743" y="30004"/>
                        <a:pt x="10647" y="29337"/>
                        <a:pt x="9885" y="28575"/>
                      </a:cubicBezTo>
                      <a:cubicBezTo>
                        <a:pt x="10267" y="28575"/>
                        <a:pt x="10552" y="28575"/>
                        <a:pt x="10933" y="28956"/>
                      </a:cubicBezTo>
                      <a:cubicBezTo>
                        <a:pt x="10457" y="29242"/>
                        <a:pt x="10457" y="30099"/>
                        <a:pt x="10933" y="31718"/>
                      </a:cubicBezTo>
                      <a:lnTo>
                        <a:pt x="10743" y="41243"/>
                      </a:lnTo>
                      <a:cubicBezTo>
                        <a:pt x="11124" y="41719"/>
                        <a:pt x="11505" y="42863"/>
                        <a:pt x="11981" y="44577"/>
                      </a:cubicBezTo>
                      <a:cubicBezTo>
                        <a:pt x="13982" y="46577"/>
                        <a:pt x="17220" y="48006"/>
                        <a:pt x="21506" y="49054"/>
                      </a:cubicBezTo>
                      <a:cubicBezTo>
                        <a:pt x="21887" y="48101"/>
                        <a:pt x="22744" y="47530"/>
                        <a:pt x="24268" y="47434"/>
                      </a:cubicBezTo>
                      <a:cubicBezTo>
                        <a:pt x="25697" y="47244"/>
                        <a:pt x="26459" y="46672"/>
                        <a:pt x="26649" y="45720"/>
                      </a:cubicBezTo>
                      <a:cubicBezTo>
                        <a:pt x="26935" y="45625"/>
                        <a:pt x="27221" y="45339"/>
                        <a:pt x="27602" y="45053"/>
                      </a:cubicBezTo>
                      <a:lnTo>
                        <a:pt x="27031" y="44196"/>
                      </a:lnTo>
                      <a:cubicBezTo>
                        <a:pt x="27031" y="44196"/>
                        <a:pt x="27412" y="43910"/>
                        <a:pt x="28078" y="43434"/>
                      </a:cubicBezTo>
                      <a:cubicBezTo>
                        <a:pt x="27792" y="41815"/>
                        <a:pt x="26935" y="41053"/>
                        <a:pt x="25602" y="41053"/>
                      </a:cubicBezTo>
                      <a:cubicBezTo>
                        <a:pt x="25221" y="41053"/>
                        <a:pt x="24554" y="41053"/>
                        <a:pt x="23601" y="41338"/>
                      </a:cubicBezTo>
                      <a:cubicBezTo>
                        <a:pt x="22649" y="41529"/>
                        <a:pt x="21982" y="41624"/>
                        <a:pt x="21506" y="41624"/>
                      </a:cubicBezTo>
                      <a:cubicBezTo>
                        <a:pt x="21030" y="41624"/>
                        <a:pt x="20649" y="41624"/>
                        <a:pt x="20363" y="41338"/>
                      </a:cubicBezTo>
                      <a:lnTo>
                        <a:pt x="18267" y="41338"/>
                      </a:lnTo>
                      <a:cubicBezTo>
                        <a:pt x="18267" y="41338"/>
                        <a:pt x="18173" y="41053"/>
                        <a:pt x="17791" y="40576"/>
                      </a:cubicBezTo>
                      <a:cubicBezTo>
                        <a:pt x="17506" y="40957"/>
                        <a:pt x="17220" y="41053"/>
                        <a:pt x="17124" y="41053"/>
                      </a:cubicBezTo>
                      <a:cubicBezTo>
                        <a:pt x="16934" y="41053"/>
                        <a:pt x="16934" y="41053"/>
                        <a:pt x="16839" y="40862"/>
                      </a:cubicBezTo>
                      <a:cubicBezTo>
                        <a:pt x="16363" y="40481"/>
                        <a:pt x="16172" y="39814"/>
                        <a:pt x="16458" y="38957"/>
                      </a:cubicBezTo>
                      <a:cubicBezTo>
                        <a:pt x="16648" y="38005"/>
                        <a:pt x="16648" y="37433"/>
                        <a:pt x="16458" y="36957"/>
                      </a:cubicBezTo>
                      <a:cubicBezTo>
                        <a:pt x="16458" y="35528"/>
                        <a:pt x="16458" y="34766"/>
                        <a:pt x="16458" y="34576"/>
                      </a:cubicBezTo>
                      <a:cubicBezTo>
                        <a:pt x="16648" y="33623"/>
                        <a:pt x="16934" y="32956"/>
                        <a:pt x="17600" y="32575"/>
                      </a:cubicBezTo>
                      <a:cubicBezTo>
                        <a:pt x="19316" y="32099"/>
                        <a:pt x="21315" y="31813"/>
                        <a:pt x="23507" y="31813"/>
                      </a:cubicBezTo>
                      <a:cubicBezTo>
                        <a:pt x="24649" y="31813"/>
                        <a:pt x="26269" y="31813"/>
                        <a:pt x="28459" y="32004"/>
                      </a:cubicBezTo>
                      <a:cubicBezTo>
                        <a:pt x="30745" y="32099"/>
                        <a:pt x="32365" y="32290"/>
                        <a:pt x="33508" y="32290"/>
                      </a:cubicBezTo>
                      <a:cubicBezTo>
                        <a:pt x="34460" y="32290"/>
                        <a:pt x="35317" y="32290"/>
                        <a:pt x="36174" y="32194"/>
                      </a:cubicBezTo>
                      <a:lnTo>
                        <a:pt x="38556" y="32385"/>
                      </a:lnTo>
                      <a:lnTo>
                        <a:pt x="38556" y="46577"/>
                      </a:lnTo>
                      <a:cubicBezTo>
                        <a:pt x="37889" y="47149"/>
                        <a:pt x="37508" y="47720"/>
                        <a:pt x="37508" y="48006"/>
                      </a:cubicBezTo>
                      <a:cubicBezTo>
                        <a:pt x="37508" y="48292"/>
                        <a:pt x="37508" y="48387"/>
                        <a:pt x="37794" y="48577"/>
                      </a:cubicBezTo>
                      <a:cubicBezTo>
                        <a:pt x="37223" y="49816"/>
                        <a:pt x="35889" y="51340"/>
                        <a:pt x="33888" y="53149"/>
                      </a:cubicBezTo>
                      <a:cubicBezTo>
                        <a:pt x="31698" y="55150"/>
                        <a:pt x="30364" y="56483"/>
                        <a:pt x="29697" y="57436"/>
                      </a:cubicBezTo>
                      <a:cubicBezTo>
                        <a:pt x="29602" y="57245"/>
                        <a:pt x="29317" y="57150"/>
                        <a:pt x="29126" y="57150"/>
                      </a:cubicBezTo>
                      <a:cubicBezTo>
                        <a:pt x="28935" y="57150"/>
                        <a:pt x="28554" y="57436"/>
                        <a:pt x="28078" y="57817"/>
                      </a:cubicBezTo>
                      <a:cubicBezTo>
                        <a:pt x="27602" y="58198"/>
                        <a:pt x="27221" y="58388"/>
                        <a:pt x="26840" y="58388"/>
                      </a:cubicBezTo>
                      <a:cubicBezTo>
                        <a:pt x="24459" y="59150"/>
                        <a:pt x="22554" y="59531"/>
                        <a:pt x="21411" y="59531"/>
                      </a:cubicBezTo>
                      <a:cubicBezTo>
                        <a:pt x="21030" y="59531"/>
                        <a:pt x="20554" y="59531"/>
                        <a:pt x="20172" y="59531"/>
                      </a:cubicBezTo>
                      <a:cubicBezTo>
                        <a:pt x="20172" y="59150"/>
                        <a:pt x="19982" y="58960"/>
                        <a:pt x="19792" y="58960"/>
                      </a:cubicBezTo>
                      <a:cubicBezTo>
                        <a:pt x="19696" y="58960"/>
                        <a:pt x="19506" y="59150"/>
                        <a:pt x="19316" y="59246"/>
                      </a:cubicBezTo>
                      <a:cubicBezTo>
                        <a:pt x="19125" y="59436"/>
                        <a:pt x="18839" y="59626"/>
                        <a:pt x="18649" y="59626"/>
                      </a:cubicBezTo>
                      <a:lnTo>
                        <a:pt x="17410" y="59626"/>
                      </a:lnTo>
                      <a:cubicBezTo>
                        <a:pt x="17410" y="59626"/>
                        <a:pt x="16267" y="59436"/>
                        <a:pt x="15505" y="59150"/>
                      </a:cubicBezTo>
                      <a:cubicBezTo>
                        <a:pt x="14648" y="58864"/>
                        <a:pt x="14076" y="58674"/>
                        <a:pt x="13600" y="58674"/>
                      </a:cubicBezTo>
                      <a:cubicBezTo>
                        <a:pt x="13219" y="58674"/>
                        <a:pt x="12933" y="58674"/>
                        <a:pt x="12648" y="58864"/>
                      </a:cubicBezTo>
                      <a:cubicBezTo>
                        <a:pt x="12553" y="58198"/>
                        <a:pt x="11886" y="57721"/>
                        <a:pt x="10838" y="57626"/>
                      </a:cubicBezTo>
                      <a:cubicBezTo>
                        <a:pt x="9791" y="57531"/>
                        <a:pt x="9219" y="57150"/>
                        <a:pt x="9124" y="56388"/>
                      </a:cubicBezTo>
                      <a:cubicBezTo>
                        <a:pt x="8457" y="55816"/>
                        <a:pt x="7695" y="55531"/>
                        <a:pt x="6742" y="55626"/>
                      </a:cubicBezTo>
                      <a:cubicBezTo>
                        <a:pt x="6742" y="55531"/>
                        <a:pt x="6742" y="55340"/>
                        <a:pt x="6742" y="55245"/>
                      </a:cubicBezTo>
                      <a:cubicBezTo>
                        <a:pt x="6742" y="54864"/>
                        <a:pt x="6361" y="54388"/>
                        <a:pt x="5599" y="53912"/>
                      </a:cubicBezTo>
                      <a:cubicBezTo>
                        <a:pt x="4837" y="53435"/>
                        <a:pt x="4457" y="52864"/>
                        <a:pt x="4457" y="52388"/>
                      </a:cubicBezTo>
                      <a:cubicBezTo>
                        <a:pt x="4457" y="52197"/>
                        <a:pt x="4457" y="52006"/>
                        <a:pt x="4647" y="51721"/>
                      </a:cubicBezTo>
                      <a:cubicBezTo>
                        <a:pt x="2265" y="50197"/>
                        <a:pt x="1122" y="48196"/>
                        <a:pt x="1122" y="45529"/>
                      </a:cubicBezTo>
                      <a:cubicBezTo>
                        <a:pt x="1122" y="45053"/>
                        <a:pt x="1122" y="44482"/>
                        <a:pt x="1313" y="44005"/>
                      </a:cubicBezTo>
                      <a:cubicBezTo>
                        <a:pt x="1408" y="43529"/>
                        <a:pt x="1313" y="42958"/>
                        <a:pt x="932" y="42386"/>
                      </a:cubicBezTo>
                      <a:cubicBezTo>
                        <a:pt x="456" y="41719"/>
                        <a:pt x="75" y="41243"/>
                        <a:pt x="75" y="40957"/>
                      </a:cubicBezTo>
                      <a:cubicBezTo>
                        <a:pt x="360" y="39338"/>
                        <a:pt x="360" y="36576"/>
                        <a:pt x="75" y="32766"/>
                      </a:cubicBezTo>
                      <a:cubicBezTo>
                        <a:pt x="-116" y="29242"/>
                        <a:pt x="75" y="26575"/>
                        <a:pt x="456" y="24670"/>
                      </a:cubicBezTo>
                      <a:cubicBezTo>
                        <a:pt x="837" y="24098"/>
                        <a:pt x="1122" y="22669"/>
                        <a:pt x="1313" y="20288"/>
                      </a:cubicBezTo>
                      <a:cubicBezTo>
                        <a:pt x="1313" y="18383"/>
                        <a:pt x="2075" y="17145"/>
                        <a:pt x="3313" y="16478"/>
                      </a:cubicBezTo>
                      <a:cubicBezTo>
                        <a:pt x="3504" y="15335"/>
                        <a:pt x="4266" y="14097"/>
                        <a:pt x="5694" y="12763"/>
                      </a:cubicBezTo>
                      <a:cubicBezTo>
                        <a:pt x="5980" y="12382"/>
                        <a:pt x="7219" y="11335"/>
                        <a:pt x="9409" y="9525"/>
                      </a:cubicBezTo>
                      <a:cubicBezTo>
                        <a:pt x="9600" y="9620"/>
                        <a:pt x="9885" y="9715"/>
                        <a:pt x="10076" y="9715"/>
                      </a:cubicBezTo>
                      <a:cubicBezTo>
                        <a:pt x="10362" y="9715"/>
                        <a:pt x="10838" y="9430"/>
                        <a:pt x="11314" y="8954"/>
                      </a:cubicBezTo>
                      <a:cubicBezTo>
                        <a:pt x="11790" y="8477"/>
                        <a:pt x="12172" y="8191"/>
                        <a:pt x="12648" y="8191"/>
                      </a:cubicBezTo>
                      <a:cubicBezTo>
                        <a:pt x="12743" y="8191"/>
                        <a:pt x="13029" y="8191"/>
                        <a:pt x="13124" y="8191"/>
                      </a:cubicBezTo>
                      <a:cubicBezTo>
                        <a:pt x="13124" y="7810"/>
                        <a:pt x="13124" y="7525"/>
                        <a:pt x="13505" y="7429"/>
                      </a:cubicBezTo>
                      <a:lnTo>
                        <a:pt x="14553" y="7144"/>
                      </a:lnTo>
                      <a:lnTo>
                        <a:pt x="15029" y="7906"/>
                      </a:lnTo>
                      <a:cubicBezTo>
                        <a:pt x="16267" y="6763"/>
                        <a:pt x="17600" y="6191"/>
                        <a:pt x="19125" y="6191"/>
                      </a:cubicBezTo>
                      <a:cubicBezTo>
                        <a:pt x="20649" y="6191"/>
                        <a:pt x="21887" y="6858"/>
                        <a:pt x="22744" y="8191"/>
                      </a:cubicBezTo>
                      <a:lnTo>
                        <a:pt x="23316" y="7144"/>
                      </a:lnTo>
                      <a:cubicBezTo>
                        <a:pt x="24268" y="7429"/>
                        <a:pt x="25316" y="7620"/>
                        <a:pt x="26459" y="7906"/>
                      </a:cubicBezTo>
                      <a:cubicBezTo>
                        <a:pt x="27602" y="8191"/>
                        <a:pt x="28459" y="8572"/>
                        <a:pt x="29317" y="9144"/>
                      </a:cubicBezTo>
                      <a:cubicBezTo>
                        <a:pt x="29317" y="9144"/>
                        <a:pt x="29031" y="9334"/>
                        <a:pt x="28745" y="9430"/>
                      </a:cubicBezTo>
                      <a:cubicBezTo>
                        <a:pt x="28459" y="9525"/>
                        <a:pt x="28269" y="9715"/>
                        <a:pt x="28269" y="9906"/>
                      </a:cubicBezTo>
                      <a:lnTo>
                        <a:pt x="29317" y="9906"/>
                      </a:lnTo>
                      <a:cubicBezTo>
                        <a:pt x="29793" y="9906"/>
                        <a:pt x="30079" y="9620"/>
                        <a:pt x="30079" y="9144"/>
                      </a:cubicBezTo>
                      <a:lnTo>
                        <a:pt x="32365" y="10382"/>
                      </a:lnTo>
                      <a:cubicBezTo>
                        <a:pt x="32365" y="10382"/>
                        <a:pt x="32269" y="10763"/>
                        <a:pt x="32269" y="10954"/>
                      </a:cubicBezTo>
                      <a:cubicBezTo>
                        <a:pt x="32269" y="11335"/>
                        <a:pt x="32555" y="11716"/>
                        <a:pt x="33222" y="12097"/>
                      </a:cubicBezTo>
                      <a:cubicBezTo>
                        <a:pt x="33984" y="12668"/>
                        <a:pt x="34460" y="12954"/>
                        <a:pt x="34460" y="12954"/>
                      </a:cubicBezTo>
                      <a:cubicBezTo>
                        <a:pt x="34365" y="12954"/>
                        <a:pt x="34269" y="13335"/>
                        <a:pt x="34269" y="13621"/>
                      </a:cubicBezTo>
                      <a:lnTo>
                        <a:pt x="35222" y="14192"/>
                      </a:lnTo>
                      <a:cubicBezTo>
                        <a:pt x="35222" y="14192"/>
                        <a:pt x="35222" y="14954"/>
                        <a:pt x="34746" y="15430"/>
                      </a:cubicBezTo>
                      <a:cubicBezTo>
                        <a:pt x="34269" y="15907"/>
                        <a:pt x="34079" y="16192"/>
                        <a:pt x="34079" y="16288"/>
                      </a:cubicBezTo>
                      <a:cubicBezTo>
                        <a:pt x="34079" y="16478"/>
                        <a:pt x="34460" y="16573"/>
                        <a:pt x="35127" y="16573"/>
                      </a:cubicBezTo>
                      <a:lnTo>
                        <a:pt x="35413" y="15430"/>
                      </a:lnTo>
                      <a:cubicBezTo>
                        <a:pt x="35413" y="15430"/>
                        <a:pt x="35698" y="15812"/>
                        <a:pt x="36079" y="15907"/>
                      </a:cubicBezTo>
                      <a:cubicBezTo>
                        <a:pt x="36460" y="15907"/>
                        <a:pt x="36650" y="16192"/>
                        <a:pt x="36650" y="16573"/>
                      </a:cubicBezTo>
                      <a:lnTo>
                        <a:pt x="35413" y="17050"/>
                      </a:lnTo>
                      <a:cubicBezTo>
                        <a:pt x="35413" y="17050"/>
                        <a:pt x="36079" y="17431"/>
                        <a:pt x="36937" y="17431"/>
                      </a:cubicBezTo>
                      <a:lnTo>
                        <a:pt x="37127" y="17240"/>
                      </a:lnTo>
                      <a:cubicBezTo>
                        <a:pt x="37127" y="18479"/>
                        <a:pt x="37127" y="19145"/>
                        <a:pt x="36937" y="19240"/>
                      </a:cubicBezTo>
                      <a:close/>
                      <a:moveTo>
                        <a:pt x="8742" y="27241"/>
                      </a:moveTo>
                      <a:cubicBezTo>
                        <a:pt x="8742" y="27241"/>
                        <a:pt x="9028" y="27241"/>
                        <a:pt x="9124" y="27241"/>
                      </a:cubicBezTo>
                      <a:cubicBezTo>
                        <a:pt x="9028" y="27241"/>
                        <a:pt x="8933" y="27241"/>
                        <a:pt x="8742" y="27241"/>
                      </a:cubicBezTo>
                      <a:close/>
                      <a:moveTo>
                        <a:pt x="10171" y="27432"/>
                      </a:moveTo>
                      <a:cubicBezTo>
                        <a:pt x="10171" y="27432"/>
                        <a:pt x="9791" y="27813"/>
                        <a:pt x="9600" y="27813"/>
                      </a:cubicBezTo>
                      <a:cubicBezTo>
                        <a:pt x="9791" y="27813"/>
                        <a:pt x="9600" y="27718"/>
                        <a:pt x="9028" y="27337"/>
                      </a:cubicBezTo>
                      <a:cubicBezTo>
                        <a:pt x="9314" y="27337"/>
                        <a:pt x="9695" y="27337"/>
                        <a:pt x="10076" y="27432"/>
                      </a:cubicBezTo>
                      <a:close/>
                      <a:moveTo>
                        <a:pt x="20458" y="11239"/>
                      </a:moveTo>
                      <a:lnTo>
                        <a:pt x="21220" y="11239"/>
                      </a:lnTo>
                      <a:cubicBezTo>
                        <a:pt x="21220" y="11239"/>
                        <a:pt x="20935" y="11049"/>
                        <a:pt x="20839" y="10954"/>
                      </a:cubicBezTo>
                      <a:cubicBezTo>
                        <a:pt x="20649" y="10763"/>
                        <a:pt x="20649" y="10668"/>
                        <a:pt x="20649" y="10477"/>
                      </a:cubicBezTo>
                      <a:lnTo>
                        <a:pt x="20458" y="10477"/>
                      </a:lnTo>
                      <a:lnTo>
                        <a:pt x="20458" y="11335"/>
                      </a:lnTo>
                      <a:close/>
                      <a:moveTo>
                        <a:pt x="22840" y="13621"/>
                      </a:moveTo>
                      <a:lnTo>
                        <a:pt x="22840" y="12573"/>
                      </a:lnTo>
                      <a:lnTo>
                        <a:pt x="22268" y="12573"/>
                      </a:lnTo>
                      <a:lnTo>
                        <a:pt x="22840" y="13621"/>
                      </a:lnTo>
                      <a:close/>
                      <a:moveTo>
                        <a:pt x="25126" y="21526"/>
                      </a:moveTo>
                      <a:lnTo>
                        <a:pt x="25316" y="21146"/>
                      </a:lnTo>
                      <a:lnTo>
                        <a:pt x="25316" y="21146"/>
                      </a:lnTo>
                      <a:lnTo>
                        <a:pt x="25126" y="21526"/>
                      </a:lnTo>
                      <a:close/>
                      <a:moveTo>
                        <a:pt x="27412" y="4096"/>
                      </a:moveTo>
                      <a:lnTo>
                        <a:pt x="27888" y="4667"/>
                      </a:lnTo>
                      <a:lnTo>
                        <a:pt x="26364" y="3905"/>
                      </a:lnTo>
                      <a:lnTo>
                        <a:pt x="27412" y="4096"/>
                      </a:lnTo>
                      <a:close/>
                      <a:moveTo>
                        <a:pt x="28650" y="0"/>
                      </a:moveTo>
                      <a:lnTo>
                        <a:pt x="29126" y="0"/>
                      </a:lnTo>
                      <a:lnTo>
                        <a:pt x="28364" y="762"/>
                      </a:lnTo>
                      <a:lnTo>
                        <a:pt x="28650" y="0"/>
                      </a:lnTo>
                      <a:close/>
                      <a:moveTo>
                        <a:pt x="29697" y="8287"/>
                      </a:moveTo>
                      <a:lnTo>
                        <a:pt x="29126" y="8287"/>
                      </a:lnTo>
                      <a:lnTo>
                        <a:pt x="30460" y="7810"/>
                      </a:lnTo>
                      <a:lnTo>
                        <a:pt x="29697" y="8287"/>
                      </a:lnTo>
                      <a:close/>
                      <a:moveTo>
                        <a:pt x="30174" y="18764"/>
                      </a:moveTo>
                      <a:lnTo>
                        <a:pt x="30745" y="18574"/>
                      </a:lnTo>
                      <a:cubicBezTo>
                        <a:pt x="30745" y="18574"/>
                        <a:pt x="30364" y="18193"/>
                        <a:pt x="29983" y="18193"/>
                      </a:cubicBezTo>
                      <a:lnTo>
                        <a:pt x="30174" y="18669"/>
                      </a:lnTo>
                      <a:close/>
                      <a:moveTo>
                        <a:pt x="32841" y="15430"/>
                      </a:moveTo>
                      <a:cubicBezTo>
                        <a:pt x="32841" y="15430"/>
                        <a:pt x="33412" y="15430"/>
                        <a:pt x="33698" y="15240"/>
                      </a:cubicBezTo>
                      <a:cubicBezTo>
                        <a:pt x="33984" y="15049"/>
                        <a:pt x="34079" y="14954"/>
                        <a:pt x="33984" y="14859"/>
                      </a:cubicBezTo>
                      <a:cubicBezTo>
                        <a:pt x="33793" y="14954"/>
                        <a:pt x="33317" y="15145"/>
                        <a:pt x="32841" y="15430"/>
                      </a:cubicBezTo>
                      <a:cubicBezTo>
                        <a:pt x="32650" y="15430"/>
                        <a:pt x="32365" y="15335"/>
                        <a:pt x="32174" y="15145"/>
                      </a:cubicBezTo>
                      <a:cubicBezTo>
                        <a:pt x="32365" y="15335"/>
                        <a:pt x="32650" y="15430"/>
                        <a:pt x="32841" y="15430"/>
                      </a:cubicBezTo>
                      <a:close/>
                      <a:moveTo>
                        <a:pt x="33032" y="17431"/>
                      </a:moveTo>
                      <a:lnTo>
                        <a:pt x="33032" y="16764"/>
                      </a:lnTo>
                      <a:lnTo>
                        <a:pt x="32841" y="16478"/>
                      </a:lnTo>
                      <a:lnTo>
                        <a:pt x="33032" y="17526"/>
                      </a:lnTo>
                      <a:close/>
                      <a:moveTo>
                        <a:pt x="33508" y="64579"/>
                      </a:moveTo>
                      <a:lnTo>
                        <a:pt x="33222" y="63817"/>
                      </a:lnTo>
                      <a:lnTo>
                        <a:pt x="33508" y="63817"/>
                      </a:lnTo>
                      <a:lnTo>
                        <a:pt x="33508" y="64579"/>
                      </a:lnTo>
                      <a:close/>
                      <a:moveTo>
                        <a:pt x="39985" y="19240"/>
                      </a:moveTo>
                      <a:lnTo>
                        <a:pt x="40461" y="19812"/>
                      </a:lnTo>
                      <a:lnTo>
                        <a:pt x="39222" y="19240"/>
                      </a:lnTo>
                      <a:lnTo>
                        <a:pt x="39985" y="19240"/>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 name="Google Shape;1211;p99"/>
                <p:cNvSpPr/>
                <p:nvPr/>
              </p:nvSpPr>
              <p:spPr>
                <a:xfrm>
                  <a:off x="8618124" y="3427380"/>
                  <a:ext cx="41624" cy="54292"/>
                </a:xfrm>
                <a:custGeom>
                  <a:avLst/>
                  <a:gdLst/>
                  <a:ahLst/>
                  <a:cxnLst/>
                  <a:rect l="l" t="t" r="r" b="b"/>
                  <a:pathLst>
                    <a:path w="41624" h="54292" extrusionOk="0">
                      <a:moveTo>
                        <a:pt x="36672" y="43339"/>
                      </a:moveTo>
                      <a:cubicBezTo>
                        <a:pt x="37624" y="43910"/>
                        <a:pt x="38005" y="44863"/>
                        <a:pt x="38195" y="46196"/>
                      </a:cubicBezTo>
                      <a:cubicBezTo>
                        <a:pt x="38195" y="47339"/>
                        <a:pt x="38195" y="48483"/>
                        <a:pt x="38195" y="49625"/>
                      </a:cubicBezTo>
                      <a:cubicBezTo>
                        <a:pt x="38195" y="50292"/>
                        <a:pt x="38386" y="50768"/>
                        <a:pt x="38481" y="51245"/>
                      </a:cubicBezTo>
                      <a:cubicBezTo>
                        <a:pt x="37243" y="53245"/>
                        <a:pt x="35147" y="54293"/>
                        <a:pt x="32195" y="54293"/>
                      </a:cubicBezTo>
                      <a:cubicBezTo>
                        <a:pt x="31433" y="54293"/>
                        <a:pt x="30099" y="54293"/>
                        <a:pt x="28290" y="54007"/>
                      </a:cubicBezTo>
                      <a:cubicBezTo>
                        <a:pt x="26480" y="53816"/>
                        <a:pt x="25146" y="53721"/>
                        <a:pt x="24194" y="53721"/>
                      </a:cubicBezTo>
                      <a:cubicBezTo>
                        <a:pt x="23241" y="53721"/>
                        <a:pt x="22384" y="53721"/>
                        <a:pt x="21717" y="53816"/>
                      </a:cubicBezTo>
                      <a:lnTo>
                        <a:pt x="6477" y="53816"/>
                      </a:lnTo>
                      <a:lnTo>
                        <a:pt x="6477" y="53626"/>
                      </a:lnTo>
                      <a:cubicBezTo>
                        <a:pt x="6001" y="53340"/>
                        <a:pt x="5049" y="53245"/>
                        <a:pt x="3715" y="53626"/>
                      </a:cubicBezTo>
                      <a:cubicBezTo>
                        <a:pt x="2381" y="53816"/>
                        <a:pt x="1334" y="53626"/>
                        <a:pt x="667" y="53150"/>
                      </a:cubicBezTo>
                      <a:cubicBezTo>
                        <a:pt x="858" y="46863"/>
                        <a:pt x="1048" y="40577"/>
                        <a:pt x="1048" y="34290"/>
                      </a:cubicBezTo>
                      <a:cubicBezTo>
                        <a:pt x="1048" y="28004"/>
                        <a:pt x="953" y="21717"/>
                        <a:pt x="667" y="15431"/>
                      </a:cubicBezTo>
                      <a:cubicBezTo>
                        <a:pt x="953" y="15621"/>
                        <a:pt x="1143" y="15716"/>
                        <a:pt x="1143" y="15621"/>
                      </a:cubicBezTo>
                      <a:lnTo>
                        <a:pt x="1334" y="15431"/>
                      </a:lnTo>
                      <a:cubicBezTo>
                        <a:pt x="1334" y="15431"/>
                        <a:pt x="1334" y="14954"/>
                        <a:pt x="953" y="14859"/>
                      </a:cubicBezTo>
                      <a:cubicBezTo>
                        <a:pt x="667" y="14859"/>
                        <a:pt x="571" y="14669"/>
                        <a:pt x="571" y="14669"/>
                      </a:cubicBezTo>
                      <a:cubicBezTo>
                        <a:pt x="571" y="14669"/>
                        <a:pt x="571" y="14478"/>
                        <a:pt x="953" y="14192"/>
                      </a:cubicBezTo>
                      <a:cubicBezTo>
                        <a:pt x="953" y="14573"/>
                        <a:pt x="953" y="14859"/>
                        <a:pt x="1143" y="14954"/>
                      </a:cubicBezTo>
                      <a:cubicBezTo>
                        <a:pt x="1620" y="14954"/>
                        <a:pt x="1714" y="14669"/>
                        <a:pt x="1524" y="14192"/>
                      </a:cubicBezTo>
                      <a:cubicBezTo>
                        <a:pt x="1334" y="13811"/>
                        <a:pt x="1429" y="13430"/>
                        <a:pt x="1714" y="13430"/>
                      </a:cubicBezTo>
                      <a:cubicBezTo>
                        <a:pt x="1714" y="13430"/>
                        <a:pt x="1714" y="13621"/>
                        <a:pt x="1714" y="13716"/>
                      </a:cubicBezTo>
                      <a:cubicBezTo>
                        <a:pt x="1714" y="13907"/>
                        <a:pt x="1905" y="14097"/>
                        <a:pt x="2096" y="14288"/>
                      </a:cubicBezTo>
                      <a:cubicBezTo>
                        <a:pt x="2381" y="14478"/>
                        <a:pt x="2477" y="14669"/>
                        <a:pt x="2477" y="14669"/>
                      </a:cubicBezTo>
                      <a:lnTo>
                        <a:pt x="3524" y="14478"/>
                      </a:lnTo>
                      <a:lnTo>
                        <a:pt x="2477" y="13716"/>
                      </a:lnTo>
                      <a:lnTo>
                        <a:pt x="3524" y="13240"/>
                      </a:lnTo>
                      <a:cubicBezTo>
                        <a:pt x="3524" y="13240"/>
                        <a:pt x="3239" y="12954"/>
                        <a:pt x="2667" y="12478"/>
                      </a:cubicBezTo>
                      <a:cubicBezTo>
                        <a:pt x="2286" y="12097"/>
                        <a:pt x="2000" y="12002"/>
                        <a:pt x="1810" y="12002"/>
                      </a:cubicBezTo>
                      <a:cubicBezTo>
                        <a:pt x="1524" y="12002"/>
                        <a:pt x="1334" y="12192"/>
                        <a:pt x="1143" y="12573"/>
                      </a:cubicBezTo>
                      <a:cubicBezTo>
                        <a:pt x="858" y="12383"/>
                        <a:pt x="667" y="12192"/>
                        <a:pt x="667" y="12002"/>
                      </a:cubicBezTo>
                      <a:cubicBezTo>
                        <a:pt x="667" y="12002"/>
                        <a:pt x="858" y="11716"/>
                        <a:pt x="1238" y="11430"/>
                      </a:cubicBezTo>
                      <a:cubicBezTo>
                        <a:pt x="1620" y="11144"/>
                        <a:pt x="1714" y="10859"/>
                        <a:pt x="1714" y="10668"/>
                      </a:cubicBezTo>
                      <a:lnTo>
                        <a:pt x="2286" y="11144"/>
                      </a:lnTo>
                      <a:lnTo>
                        <a:pt x="2572" y="10763"/>
                      </a:lnTo>
                      <a:cubicBezTo>
                        <a:pt x="2572" y="10763"/>
                        <a:pt x="2858" y="10954"/>
                        <a:pt x="3048" y="10954"/>
                      </a:cubicBezTo>
                      <a:cubicBezTo>
                        <a:pt x="3239" y="10954"/>
                        <a:pt x="3620" y="10954"/>
                        <a:pt x="4096" y="10573"/>
                      </a:cubicBezTo>
                      <a:cubicBezTo>
                        <a:pt x="4477" y="10383"/>
                        <a:pt x="4858" y="10192"/>
                        <a:pt x="5049" y="10192"/>
                      </a:cubicBezTo>
                      <a:cubicBezTo>
                        <a:pt x="5334" y="10192"/>
                        <a:pt x="5525" y="10287"/>
                        <a:pt x="5715" y="10573"/>
                      </a:cubicBezTo>
                      <a:lnTo>
                        <a:pt x="6001" y="10383"/>
                      </a:lnTo>
                      <a:cubicBezTo>
                        <a:pt x="6001" y="10383"/>
                        <a:pt x="5715" y="9716"/>
                        <a:pt x="5239" y="9525"/>
                      </a:cubicBezTo>
                      <a:cubicBezTo>
                        <a:pt x="4763" y="9335"/>
                        <a:pt x="4477" y="9239"/>
                        <a:pt x="4382" y="9049"/>
                      </a:cubicBezTo>
                      <a:cubicBezTo>
                        <a:pt x="3620" y="9049"/>
                        <a:pt x="2858" y="9049"/>
                        <a:pt x="1810" y="9049"/>
                      </a:cubicBezTo>
                      <a:cubicBezTo>
                        <a:pt x="1714" y="9239"/>
                        <a:pt x="1620" y="9335"/>
                        <a:pt x="1524" y="9335"/>
                      </a:cubicBezTo>
                      <a:cubicBezTo>
                        <a:pt x="1334" y="9239"/>
                        <a:pt x="1238" y="9144"/>
                        <a:pt x="1143" y="9144"/>
                      </a:cubicBezTo>
                      <a:cubicBezTo>
                        <a:pt x="1048" y="9144"/>
                        <a:pt x="953" y="9144"/>
                        <a:pt x="858" y="9144"/>
                      </a:cubicBezTo>
                      <a:lnTo>
                        <a:pt x="286" y="7144"/>
                      </a:lnTo>
                      <a:cubicBezTo>
                        <a:pt x="286" y="7144"/>
                        <a:pt x="858" y="7144"/>
                        <a:pt x="1048" y="6858"/>
                      </a:cubicBezTo>
                      <a:cubicBezTo>
                        <a:pt x="1048" y="6477"/>
                        <a:pt x="858" y="6382"/>
                        <a:pt x="571" y="6477"/>
                      </a:cubicBezTo>
                      <a:cubicBezTo>
                        <a:pt x="286" y="6668"/>
                        <a:pt x="0" y="6668"/>
                        <a:pt x="0" y="6477"/>
                      </a:cubicBezTo>
                      <a:lnTo>
                        <a:pt x="571" y="5906"/>
                      </a:lnTo>
                      <a:lnTo>
                        <a:pt x="1048" y="6477"/>
                      </a:lnTo>
                      <a:cubicBezTo>
                        <a:pt x="1048" y="6477"/>
                        <a:pt x="1238" y="5906"/>
                        <a:pt x="1238" y="5144"/>
                      </a:cubicBezTo>
                      <a:cubicBezTo>
                        <a:pt x="1238" y="5334"/>
                        <a:pt x="1334" y="5429"/>
                        <a:pt x="1620" y="5525"/>
                      </a:cubicBezTo>
                      <a:cubicBezTo>
                        <a:pt x="2000" y="5239"/>
                        <a:pt x="2191" y="5048"/>
                        <a:pt x="2191" y="4858"/>
                      </a:cubicBezTo>
                      <a:cubicBezTo>
                        <a:pt x="2191" y="4667"/>
                        <a:pt x="1810" y="4286"/>
                        <a:pt x="1238" y="3905"/>
                      </a:cubicBezTo>
                      <a:cubicBezTo>
                        <a:pt x="667" y="3429"/>
                        <a:pt x="381" y="3048"/>
                        <a:pt x="381" y="2667"/>
                      </a:cubicBezTo>
                      <a:cubicBezTo>
                        <a:pt x="381" y="2381"/>
                        <a:pt x="571" y="2000"/>
                        <a:pt x="953" y="1619"/>
                      </a:cubicBezTo>
                      <a:lnTo>
                        <a:pt x="2286" y="286"/>
                      </a:lnTo>
                      <a:cubicBezTo>
                        <a:pt x="4477" y="95"/>
                        <a:pt x="6954" y="0"/>
                        <a:pt x="9525" y="0"/>
                      </a:cubicBezTo>
                      <a:cubicBezTo>
                        <a:pt x="11906" y="0"/>
                        <a:pt x="15621" y="95"/>
                        <a:pt x="20574" y="381"/>
                      </a:cubicBezTo>
                      <a:cubicBezTo>
                        <a:pt x="25527" y="572"/>
                        <a:pt x="29146" y="762"/>
                        <a:pt x="31623" y="762"/>
                      </a:cubicBezTo>
                      <a:cubicBezTo>
                        <a:pt x="33338" y="762"/>
                        <a:pt x="35052" y="762"/>
                        <a:pt x="36672" y="572"/>
                      </a:cubicBezTo>
                      <a:cubicBezTo>
                        <a:pt x="37719" y="1429"/>
                        <a:pt x="38195" y="2477"/>
                        <a:pt x="38195" y="3810"/>
                      </a:cubicBezTo>
                      <a:cubicBezTo>
                        <a:pt x="38195" y="4191"/>
                        <a:pt x="38195" y="4953"/>
                        <a:pt x="38005" y="5906"/>
                      </a:cubicBezTo>
                      <a:cubicBezTo>
                        <a:pt x="37910" y="6858"/>
                        <a:pt x="37815" y="7620"/>
                        <a:pt x="37815" y="8096"/>
                      </a:cubicBezTo>
                      <a:cubicBezTo>
                        <a:pt x="37815" y="8668"/>
                        <a:pt x="37815" y="9144"/>
                        <a:pt x="37910" y="9620"/>
                      </a:cubicBezTo>
                      <a:cubicBezTo>
                        <a:pt x="37910" y="10287"/>
                        <a:pt x="37433" y="10668"/>
                        <a:pt x="36576" y="10668"/>
                      </a:cubicBezTo>
                      <a:cubicBezTo>
                        <a:pt x="36386" y="10668"/>
                        <a:pt x="36195" y="10668"/>
                        <a:pt x="35909" y="10668"/>
                      </a:cubicBezTo>
                      <a:lnTo>
                        <a:pt x="35243" y="10668"/>
                      </a:lnTo>
                      <a:cubicBezTo>
                        <a:pt x="34671" y="10668"/>
                        <a:pt x="34290" y="10668"/>
                        <a:pt x="34004" y="10859"/>
                      </a:cubicBezTo>
                      <a:lnTo>
                        <a:pt x="32576" y="10859"/>
                      </a:lnTo>
                      <a:lnTo>
                        <a:pt x="32576" y="10668"/>
                      </a:lnTo>
                      <a:cubicBezTo>
                        <a:pt x="30480" y="10859"/>
                        <a:pt x="28194" y="10859"/>
                        <a:pt x="25622" y="10859"/>
                      </a:cubicBezTo>
                      <a:cubicBezTo>
                        <a:pt x="24003" y="10859"/>
                        <a:pt x="21717" y="10859"/>
                        <a:pt x="18574" y="10859"/>
                      </a:cubicBezTo>
                      <a:lnTo>
                        <a:pt x="11525" y="10859"/>
                      </a:lnTo>
                      <a:cubicBezTo>
                        <a:pt x="11239" y="11621"/>
                        <a:pt x="11049" y="12573"/>
                        <a:pt x="11049" y="13621"/>
                      </a:cubicBezTo>
                      <a:cubicBezTo>
                        <a:pt x="11049" y="13907"/>
                        <a:pt x="11049" y="14383"/>
                        <a:pt x="11049" y="15050"/>
                      </a:cubicBezTo>
                      <a:lnTo>
                        <a:pt x="11049" y="16478"/>
                      </a:lnTo>
                      <a:cubicBezTo>
                        <a:pt x="11049" y="17431"/>
                        <a:pt x="10954" y="18383"/>
                        <a:pt x="10763" y="19145"/>
                      </a:cubicBezTo>
                      <a:cubicBezTo>
                        <a:pt x="10859" y="19812"/>
                        <a:pt x="11049" y="20384"/>
                        <a:pt x="11049" y="21050"/>
                      </a:cubicBezTo>
                      <a:cubicBezTo>
                        <a:pt x="11335" y="21812"/>
                        <a:pt x="11621" y="22289"/>
                        <a:pt x="12288" y="22289"/>
                      </a:cubicBezTo>
                      <a:cubicBezTo>
                        <a:pt x="12478" y="22289"/>
                        <a:pt x="12668" y="22289"/>
                        <a:pt x="12859" y="22193"/>
                      </a:cubicBezTo>
                      <a:cubicBezTo>
                        <a:pt x="12954" y="22289"/>
                        <a:pt x="13145" y="22289"/>
                        <a:pt x="13335" y="22289"/>
                      </a:cubicBezTo>
                      <a:cubicBezTo>
                        <a:pt x="13526" y="22289"/>
                        <a:pt x="13716" y="22289"/>
                        <a:pt x="14097" y="22098"/>
                      </a:cubicBezTo>
                      <a:cubicBezTo>
                        <a:pt x="14478" y="22003"/>
                        <a:pt x="14669" y="22003"/>
                        <a:pt x="14859" y="22003"/>
                      </a:cubicBezTo>
                      <a:cubicBezTo>
                        <a:pt x="15240" y="22003"/>
                        <a:pt x="15430" y="22193"/>
                        <a:pt x="15716" y="22574"/>
                      </a:cubicBezTo>
                      <a:cubicBezTo>
                        <a:pt x="16955" y="22193"/>
                        <a:pt x="18288" y="22003"/>
                        <a:pt x="19908" y="22003"/>
                      </a:cubicBezTo>
                      <a:cubicBezTo>
                        <a:pt x="20764" y="22003"/>
                        <a:pt x="21908" y="22003"/>
                        <a:pt x="23432" y="22193"/>
                      </a:cubicBezTo>
                      <a:cubicBezTo>
                        <a:pt x="24955" y="22289"/>
                        <a:pt x="26099" y="22384"/>
                        <a:pt x="26861" y="22384"/>
                      </a:cubicBezTo>
                      <a:cubicBezTo>
                        <a:pt x="27623" y="22384"/>
                        <a:pt x="28290" y="22384"/>
                        <a:pt x="28956" y="22193"/>
                      </a:cubicBezTo>
                      <a:cubicBezTo>
                        <a:pt x="29242" y="23336"/>
                        <a:pt x="29337" y="24860"/>
                        <a:pt x="29337" y="26861"/>
                      </a:cubicBezTo>
                      <a:cubicBezTo>
                        <a:pt x="29337" y="29147"/>
                        <a:pt x="29337" y="30671"/>
                        <a:pt x="29528" y="31528"/>
                      </a:cubicBezTo>
                      <a:cubicBezTo>
                        <a:pt x="28575" y="32195"/>
                        <a:pt x="27242" y="32576"/>
                        <a:pt x="25718" y="32576"/>
                      </a:cubicBezTo>
                      <a:cubicBezTo>
                        <a:pt x="25051" y="32576"/>
                        <a:pt x="24003" y="32576"/>
                        <a:pt x="22670" y="32385"/>
                      </a:cubicBezTo>
                      <a:cubicBezTo>
                        <a:pt x="21336" y="32290"/>
                        <a:pt x="20288" y="32195"/>
                        <a:pt x="19621" y="32195"/>
                      </a:cubicBezTo>
                      <a:cubicBezTo>
                        <a:pt x="18860" y="32195"/>
                        <a:pt x="18288" y="32195"/>
                        <a:pt x="17717" y="32385"/>
                      </a:cubicBezTo>
                      <a:lnTo>
                        <a:pt x="17717" y="32004"/>
                      </a:lnTo>
                      <a:cubicBezTo>
                        <a:pt x="17717" y="32004"/>
                        <a:pt x="16764" y="32099"/>
                        <a:pt x="15716" y="32099"/>
                      </a:cubicBezTo>
                      <a:cubicBezTo>
                        <a:pt x="14954" y="32099"/>
                        <a:pt x="14383" y="32195"/>
                        <a:pt x="13716" y="32480"/>
                      </a:cubicBezTo>
                      <a:cubicBezTo>
                        <a:pt x="13431" y="32385"/>
                        <a:pt x="13240" y="32290"/>
                        <a:pt x="12859" y="32290"/>
                      </a:cubicBezTo>
                      <a:cubicBezTo>
                        <a:pt x="12288" y="32290"/>
                        <a:pt x="11906" y="32290"/>
                        <a:pt x="11906" y="32290"/>
                      </a:cubicBezTo>
                      <a:cubicBezTo>
                        <a:pt x="11145" y="32480"/>
                        <a:pt x="10859" y="33052"/>
                        <a:pt x="10859" y="33909"/>
                      </a:cubicBezTo>
                      <a:cubicBezTo>
                        <a:pt x="10859" y="34576"/>
                        <a:pt x="10954" y="35052"/>
                        <a:pt x="11145" y="35433"/>
                      </a:cubicBezTo>
                      <a:cubicBezTo>
                        <a:pt x="10192" y="35147"/>
                        <a:pt x="9240" y="35433"/>
                        <a:pt x="8573" y="36195"/>
                      </a:cubicBezTo>
                      <a:lnTo>
                        <a:pt x="10287" y="35909"/>
                      </a:lnTo>
                      <a:lnTo>
                        <a:pt x="10096" y="36195"/>
                      </a:lnTo>
                      <a:cubicBezTo>
                        <a:pt x="10096" y="36195"/>
                        <a:pt x="10287" y="36481"/>
                        <a:pt x="10383" y="36481"/>
                      </a:cubicBezTo>
                      <a:cubicBezTo>
                        <a:pt x="10383" y="36481"/>
                        <a:pt x="10573" y="36291"/>
                        <a:pt x="11145" y="35909"/>
                      </a:cubicBezTo>
                      <a:cubicBezTo>
                        <a:pt x="11145" y="35719"/>
                        <a:pt x="11145" y="36957"/>
                        <a:pt x="11145" y="39719"/>
                      </a:cubicBezTo>
                      <a:cubicBezTo>
                        <a:pt x="11145" y="41339"/>
                        <a:pt x="11430" y="42577"/>
                        <a:pt x="12002" y="43434"/>
                      </a:cubicBezTo>
                      <a:cubicBezTo>
                        <a:pt x="13621" y="43625"/>
                        <a:pt x="15336" y="43815"/>
                        <a:pt x="17145" y="43815"/>
                      </a:cubicBezTo>
                      <a:cubicBezTo>
                        <a:pt x="18479" y="43815"/>
                        <a:pt x="20574" y="43815"/>
                        <a:pt x="23146" y="43529"/>
                      </a:cubicBezTo>
                      <a:cubicBezTo>
                        <a:pt x="25718" y="43244"/>
                        <a:pt x="27813" y="43244"/>
                        <a:pt x="29146" y="43244"/>
                      </a:cubicBezTo>
                      <a:cubicBezTo>
                        <a:pt x="31147" y="43244"/>
                        <a:pt x="33052" y="43434"/>
                        <a:pt x="34766" y="43625"/>
                      </a:cubicBezTo>
                      <a:cubicBezTo>
                        <a:pt x="35147" y="42863"/>
                        <a:pt x="35719" y="42863"/>
                        <a:pt x="36672" y="43434"/>
                      </a:cubicBezTo>
                      <a:close/>
                      <a:moveTo>
                        <a:pt x="2191" y="9811"/>
                      </a:moveTo>
                      <a:lnTo>
                        <a:pt x="2572" y="10383"/>
                      </a:lnTo>
                      <a:lnTo>
                        <a:pt x="2572" y="10383"/>
                      </a:lnTo>
                      <a:cubicBezTo>
                        <a:pt x="2572" y="10383"/>
                        <a:pt x="2286" y="10097"/>
                        <a:pt x="2286" y="9811"/>
                      </a:cubicBezTo>
                      <a:close/>
                      <a:moveTo>
                        <a:pt x="15907" y="28956"/>
                      </a:moveTo>
                      <a:lnTo>
                        <a:pt x="15050" y="28956"/>
                      </a:lnTo>
                      <a:cubicBezTo>
                        <a:pt x="15050" y="28956"/>
                        <a:pt x="15526" y="29337"/>
                        <a:pt x="15907" y="28956"/>
                      </a:cubicBezTo>
                      <a:lnTo>
                        <a:pt x="16193" y="28956"/>
                      </a:lnTo>
                      <a:cubicBezTo>
                        <a:pt x="16193" y="28956"/>
                        <a:pt x="16288" y="29242"/>
                        <a:pt x="16288" y="29433"/>
                      </a:cubicBezTo>
                      <a:lnTo>
                        <a:pt x="17240" y="28956"/>
                      </a:lnTo>
                      <a:cubicBezTo>
                        <a:pt x="17240" y="28956"/>
                        <a:pt x="17622" y="29337"/>
                        <a:pt x="17622" y="29433"/>
                      </a:cubicBezTo>
                      <a:lnTo>
                        <a:pt x="18669" y="29433"/>
                      </a:lnTo>
                      <a:lnTo>
                        <a:pt x="18669" y="28956"/>
                      </a:lnTo>
                      <a:lnTo>
                        <a:pt x="16288" y="28956"/>
                      </a:lnTo>
                      <a:cubicBezTo>
                        <a:pt x="16288" y="28956"/>
                        <a:pt x="16097" y="28956"/>
                        <a:pt x="16002" y="28956"/>
                      </a:cubicBezTo>
                      <a:close/>
                      <a:moveTo>
                        <a:pt x="28956" y="3810"/>
                      </a:moveTo>
                      <a:lnTo>
                        <a:pt x="28385" y="3429"/>
                      </a:lnTo>
                      <a:lnTo>
                        <a:pt x="28956" y="4477"/>
                      </a:lnTo>
                      <a:lnTo>
                        <a:pt x="28956" y="3715"/>
                      </a:lnTo>
                      <a:close/>
                      <a:moveTo>
                        <a:pt x="41339" y="47054"/>
                      </a:moveTo>
                      <a:lnTo>
                        <a:pt x="41624" y="47054"/>
                      </a:lnTo>
                      <a:lnTo>
                        <a:pt x="40863" y="47530"/>
                      </a:lnTo>
                      <a:lnTo>
                        <a:pt x="41339" y="47054"/>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2" name="Google Shape;1212;p99"/>
              <p:cNvGrpSpPr/>
              <p:nvPr/>
            </p:nvGrpSpPr>
            <p:grpSpPr>
              <a:xfrm>
                <a:off x="12777400" y="5534787"/>
                <a:ext cx="1163192" cy="168212"/>
                <a:chOff x="7524082" y="3252882"/>
                <a:chExt cx="1163192" cy="168212"/>
              </a:xfrm>
            </p:grpSpPr>
            <p:sp>
              <p:nvSpPr>
                <p:cNvPr id="1213" name="Google Shape;1213;p99"/>
                <p:cNvSpPr/>
                <p:nvPr/>
              </p:nvSpPr>
              <p:spPr>
                <a:xfrm>
                  <a:off x="7524082" y="3252882"/>
                  <a:ext cx="123062" cy="161162"/>
                </a:xfrm>
                <a:custGeom>
                  <a:avLst/>
                  <a:gdLst/>
                  <a:ahLst/>
                  <a:cxnLst/>
                  <a:rect l="l" t="t" r="r" b="b"/>
                  <a:pathLst>
                    <a:path w="123062" h="161162" extrusionOk="0">
                      <a:moveTo>
                        <a:pt x="108681" y="128968"/>
                      </a:moveTo>
                      <a:cubicBezTo>
                        <a:pt x="111347" y="130683"/>
                        <a:pt x="112776" y="133540"/>
                        <a:pt x="113062" y="137446"/>
                      </a:cubicBezTo>
                      <a:cubicBezTo>
                        <a:pt x="113062" y="140875"/>
                        <a:pt x="113252" y="144208"/>
                        <a:pt x="113252" y="147542"/>
                      </a:cubicBezTo>
                      <a:cubicBezTo>
                        <a:pt x="113348" y="149447"/>
                        <a:pt x="113633" y="150971"/>
                        <a:pt x="114015" y="152305"/>
                      </a:cubicBezTo>
                      <a:cubicBezTo>
                        <a:pt x="110300" y="158210"/>
                        <a:pt x="104108" y="161163"/>
                        <a:pt x="95345" y="161163"/>
                      </a:cubicBezTo>
                      <a:cubicBezTo>
                        <a:pt x="92869" y="161163"/>
                        <a:pt x="88964" y="160877"/>
                        <a:pt x="83630" y="160306"/>
                      </a:cubicBezTo>
                      <a:cubicBezTo>
                        <a:pt x="78296" y="159829"/>
                        <a:pt x="74295" y="159544"/>
                        <a:pt x="71628" y="159544"/>
                      </a:cubicBezTo>
                      <a:cubicBezTo>
                        <a:pt x="68961" y="159544"/>
                        <a:pt x="66390" y="159544"/>
                        <a:pt x="64294" y="159925"/>
                      </a:cubicBezTo>
                      <a:lnTo>
                        <a:pt x="19145" y="159925"/>
                      </a:lnTo>
                      <a:lnTo>
                        <a:pt x="19145" y="159353"/>
                      </a:lnTo>
                      <a:cubicBezTo>
                        <a:pt x="17526" y="158496"/>
                        <a:pt x="14764" y="158305"/>
                        <a:pt x="10763" y="158972"/>
                      </a:cubicBezTo>
                      <a:cubicBezTo>
                        <a:pt x="6763" y="159639"/>
                        <a:pt x="3810" y="159258"/>
                        <a:pt x="1714" y="157734"/>
                      </a:cubicBezTo>
                      <a:cubicBezTo>
                        <a:pt x="2381" y="138874"/>
                        <a:pt x="2667" y="120205"/>
                        <a:pt x="2667" y="101727"/>
                      </a:cubicBezTo>
                      <a:cubicBezTo>
                        <a:pt x="2667" y="83248"/>
                        <a:pt x="2286" y="64579"/>
                        <a:pt x="1714" y="45720"/>
                      </a:cubicBezTo>
                      <a:cubicBezTo>
                        <a:pt x="2477" y="46291"/>
                        <a:pt x="3048" y="46482"/>
                        <a:pt x="3334" y="46291"/>
                      </a:cubicBezTo>
                      <a:lnTo>
                        <a:pt x="3906" y="45720"/>
                      </a:lnTo>
                      <a:cubicBezTo>
                        <a:pt x="4000" y="44958"/>
                        <a:pt x="3715" y="44387"/>
                        <a:pt x="2953" y="44101"/>
                      </a:cubicBezTo>
                      <a:cubicBezTo>
                        <a:pt x="2191" y="43720"/>
                        <a:pt x="1810" y="43529"/>
                        <a:pt x="1810" y="43339"/>
                      </a:cubicBezTo>
                      <a:cubicBezTo>
                        <a:pt x="1810" y="43148"/>
                        <a:pt x="2096" y="42672"/>
                        <a:pt x="2762" y="42005"/>
                      </a:cubicBezTo>
                      <a:cubicBezTo>
                        <a:pt x="2762" y="43148"/>
                        <a:pt x="2953" y="43910"/>
                        <a:pt x="3334" y="44196"/>
                      </a:cubicBezTo>
                      <a:cubicBezTo>
                        <a:pt x="4667" y="44005"/>
                        <a:pt x="4953" y="43339"/>
                        <a:pt x="4382" y="41910"/>
                      </a:cubicBezTo>
                      <a:cubicBezTo>
                        <a:pt x="3810" y="40576"/>
                        <a:pt x="4000" y="39719"/>
                        <a:pt x="4858" y="39433"/>
                      </a:cubicBezTo>
                      <a:cubicBezTo>
                        <a:pt x="4763" y="39624"/>
                        <a:pt x="4667" y="39910"/>
                        <a:pt x="4667" y="40196"/>
                      </a:cubicBezTo>
                      <a:cubicBezTo>
                        <a:pt x="4667" y="40672"/>
                        <a:pt x="5049" y="41243"/>
                        <a:pt x="5715" y="41815"/>
                      </a:cubicBezTo>
                      <a:cubicBezTo>
                        <a:pt x="6477" y="42386"/>
                        <a:pt x="6858" y="42863"/>
                        <a:pt x="7048" y="43053"/>
                      </a:cubicBezTo>
                      <a:lnTo>
                        <a:pt x="10192" y="42481"/>
                      </a:lnTo>
                      <a:lnTo>
                        <a:pt x="7048" y="40291"/>
                      </a:lnTo>
                      <a:lnTo>
                        <a:pt x="10192" y="38671"/>
                      </a:lnTo>
                      <a:cubicBezTo>
                        <a:pt x="10192" y="38671"/>
                        <a:pt x="9240" y="37814"/>
                        <a:pt x="7811" y="36290"/>
                      </a:cubicBezTo>
                      <a:cubicBezTo>
                        <a:pt x="6763" y="35338"/>
                        <a:pt x="5905" y="34862"/>
                        <a:pt x="5239" y="34862"/>
                      </a:cubicBezTo>
                      <a:cubicBezTo>
                        <a:pt x="4477" y="34862"/>
                        <a:pt x="3810" y="35433"/>
                        <a:pt x="3239" y="36385"/>
                      </a:cubicBezTo>
                      <a:cubicBezTo>
                        <a:pt x="2286" y="35909"/>
                        <a:pt x="1905" y="35338"/>
                        <a:pt x="1905" y="34862"/>
                      </a:cubicBezTo>
                      <a:cubicBezTo>
                        <a:pt x="1905" y="34576"/>
                        <a:pt x="2381" y="34099"/>
                        <a:pt x="3429" y="33147"/>
                      </a:cubicBezTo>
                      <a:cubicBezTo>
                        <a:pt x="4477" y="32290"/>
                        <a:pt x="4953" y="31528"/>
                        <a:pt x="4763" y="30861"/>
                      </a:cubicBezTo>
                      <a:lnTo>
                        <a:pt x="6382" y="32480"/>
                      </a:lnTo>
                      <a:lnTo>
                        <a:pt x="7430" y="31337"/>
                      </a:lnTo>
                      <a:cubicBezTo>
                        <a:pt x="7430" y="31337"/>
                        <a:pt x="8191" y="31909"/>
                        <a:pt x="8763" y="31909"/>
                      </a:cubicBezTo>
                      <a:cubicBezTo>
                        <a:pt x="9430" y="31909"/>
                        <a:pt x="10383" y="31528"/>
                        <a:pt x="11811" y="30956"/>
                      </a:cubicBezTo>
                      <a:cubicBezTo>
                        <a:pt x="13240" y="30289"/>
                        <a:pt x="14192" y="30004"/>
                        <a:pt x="14859" y="30004"/>
                      </a:cubicBezTo>
                      <a:cubicBezTo>
                        <a:pt x="15716" y="30004"/>
                        <a:pt x="16288" y="30289"/>
                        <a:pt x="16859" y="30956"/>
                      </a:cubicBezTo>
                      <a:lnTo>
                        <a:pt x="17907" y="30385"/>
                      </a:lnTo>
                      <a:cubicBezTo>
                        <a:pt x="17716" y="29146"/>
                        <a:pt x="17050" y="28384"/>
                        <a:pt x="15621" y="27908"/>
                      </a:cubicBezTo>
                      <a:cubicBezTo>
                        <a:pt x="14288" y="27432"/>
                        <a:pt x="13431" y="26956"/>
                        <a:pt x="13145" y="26670"/>
                      </a:cubicBezTo>
                      <a:cubicBezTo>
                        <a:pt x="10954" y="26479"/>
                        <a:pt x="8477" y="26479"/>
                        <a:pt x="5429" y="26670"/>
                      </a:cubicBezTo>
                      <a:cubicBezTo>
                        <a:pt x="5143" y="27241"/>
                        <a:pt x="4953" y="27622"/>
                        <a:pt x="4667" y="27622"/>
                      </a:cubicBezTo>
                      <a:cubicBezTo>
                        <a:pt x="4191" y="27241"/>
                        <a:pt x="3715" y="27051"/>
                        <a:pt x="3429" y="27051"/>
                      </a:cubicBezTo>
                      <a:cubicBezTo>
                        <a:pt x="3143" y="27051"/>
                        <a:pt x="2953" y="27051"/>
                        <a:pt x="2667" y="27241"/>
                      </a:cubicBezTo>
                      <a:lnTo>
                        <a:pt x="1048" y="21336"/>
                      </a:lnTo>
                      <a:cubicBezTo>
                        <a:pt x="2191" y="21336"/>
                        <a:pt x="2857" y="20955"/>
                        <a:pt x="3239" y="20288"/>
                      </a:cubicBezTo>
                      <a:cubicBezTo>
                        <a:pt x="3239" y="19050"/>
                        <a:pt x="2762" y="18764"/>
                        <a:pt x="1714" y="19240"/>
                      </a:cubicBezTo>
                      <a:cubicBezTo>
                        <a:pt x="762" y="19812"/>
                        <a:pt x="191" y="19621"/>
                        <a:pt x="0" y="18859"/>
                      </a:cubicBezTo>
                      <a:lnTo>
                        <a:pt x="1619" y="17240"/>
                      </a:lnTo>
                      <a:lnTo>
                        <a:pt x="3239" y="18859"/>
                      </a:lnTo>
                      <a:cubicBezTo>
                        <a:pt x="3239" y="18859"/>
                        <a:pt x="3810" y="17240"/>
                        <a:pt x="3810" y="15049"/>
                      </a:cubicBezTo>
                      <a:cubicBezTo>
                        <a:pt x="3810" y="15621"/>
                        <a:pt x="4191" y="16002"/>
                        <a:pt x="4763" y="16288"/>
                      </a:cubicBezTo>
                      <a:cubicBezTo>
                        <a:pt x="5810" y="15526"/>
                        <a:pt x="6382" y="14859"/>
                        <a:pt x="6382" y="14288"/>
                      </a:cubicBezTo>
                      <a:cubicBezTo>
                        <a:pt x="6382" y="13716"/>
                        <a:pt x="5429" y="12763"/>
                        <a:pt x="3715" y="11430"/>
                      </a:cubicBezTo>
                      <a:cubicBezTo>
                        <a:pt x="1905" y="10192"/>
                        <a:pt x="1048" y="9049"/>
                        <a:pt x="1048" y="8001"/>
                      </a:cubicBezTo>
                      <a:cubicBezTo>
                        <a:pt x="1048" y="7048"/>
                        <a:pt x="1619" y="6096"/>
                        <a:pt x="2667" y="5048"/>
                      </a:cubicBezTo>
                      <a:lnTo>
                        <a:pt x="6382" y="1048"/>
                      </a:lnTo>
                      <a:cubicBezTo>
                        <a:pt x="13145" y="381"/>
                        <a:pt x="20288" y="0"/>
                        <a:pt x="27908" y="0"/>
                      </a:cubicBezTo>
                      <a:cubicBezTo>
                        <a:pt x="35147" y="0"/>
                        <a:pt x="46101" y="381"/>
                        <a:pt x="60484" y="1238"/>
                      </a:cubicBezTo>
                      <a:cubicBezTo>
                        <a:pt x="75057" y="2000"/>
                        <a:pt x="86011" y="2381"/>
                        <a:pt x="93345" y="2381"/>
                      </a:cubicBezTo>
                      <a:cubicBezTo>
                        <a:pt x="98584" y="2381"/>
                        <a:pt x="103632" y="2286"/>
                        <a:pt x="108395" y="2000"/>
                      </a:cubicBezTo>
                      <a:cubicBezTo>
                        <a:pt x="111443" y="4381"/>
                        <a:pt x="112966" y="7525"/>
                        <a:pt x="112966" y="11525"/>
                      </a:cubicBezTo>
                      <a:cubicBezTo>
                        <a:pt x="112966" y="12763"/>
                        <a:pt x="112776" y="14764"/>
                        <a:pt x="112395" y="17621"/>
                      </a:cubicBezTo>
                      <a:cubicBezTo>
                        <a:pt x="112014" y="20574"/>
                        <a:pt x="111823" y="22765"/>
                        <a:pt x="111823" y="24384"/>
                      </a:cubicBezTo>
                      <a:cubicBezTo>
                        <a:pt x="111823" y="26003"/>
                        <a:pt x="111919" y="27432"/>
                        <a:pt x="112205" y="28765"/>
                      </a:cubicBezTo>
                      <a:cubicBezTo>
                        <a:pt x="112205" y="30861"/>
                        <a:pt x="110871" y="31909"/>
                        <a:pt x="108204" y="31909"/>
                      </a:cubicBezTo>
                      <a:cubicBezTo>
                        <a:pt x="107823" y="31909"/>
                        <a:pt x="107156" y="31909"/>
                        <a:pt x="106204" y="31718"/>
                      </a:cubicBezTo>
                      <a:lnTo>
                        <a:pt x="104299" y="31718"/>
                      </a:lnTo>
                      <a:cubicBezTo>
                        <a:pt x="102680" y="31718"/>
                        <a:pt x="101441" y="32004"/>
                        <a:pt x="100679" y="32575"/>
                      </a:cubicBezTo>
                      <a:lnTo>
                        <a:pt x="96393" y="32575"/>
                      </a:lnTo>
                      <a:lnTo>
                        <a:pt x="96393" y="31718"/>
                      </a:lnTo>
                      <a:cubicBezTo>
                        <a:pt x="90297" y="32290"/>
                        <a:pt x="83439" y="32575"/>
                        <a:pt x="75819" y="32575"/>
                      </a:cubicBezTo>
                      <a:cubicBezTo>
                        <a:pt x="71057" y="32671"/>
                        <a:pt x="64103" y="32671"/>
                        <a:pt x="55055" y="32575"/>
                      </a:cubicBezTo>
                      <a:lnTo>
                        <a:pt x="34290" y="32575"/>
                      </a:lnTo>
                      <a:cubicBezTo>
                        <a:pt x="33338" y="34957"/>
                        <a:pt x="32861" y="37719"/>
                        <a:pt x="32861" y="40672"/>
                      </a:cubicBezTo>
                      <a:cubicBezTo>
                        <a:pt x="32861" y="41624"/>
                        <a:pt x="32861" y="43053"/>
                        <a:pt x="33052" y="44863"/>
                      </a:cubicBezTo>
                      <a:lnTo>
                        <a:pt x="33052" y="49244"/>
                      </a:lnTo>
                      <a:cubicBezTo>
                        <a:pt x="33052" y="52102"/>
                        <a:pt x="32766" y="54769"/>
                        <a:pt x="32004" y="57150"/>
                      </a:cubicBezTo>
                      <a:cubicBezTo>
                        <a:pt x="32481" y="58960"/>
                        <a:pt x="32766" y="60865"/>
                        <a:pt x="33052" y="62674"/>
                      </a:cubicBezTo>
                      <a:cubicBezTo>
                        <a:pt x="33718" y="65056"/>
                        <a:pt x="34862" y="66199"/>
                        <a:pt x="36576" y="66199"/>
                      </a:cubicBezTo>
                      <a:cubicBezTo>
                        <a:pt x="37148" y="66199"/>
                        <a:pt x="37624" y="66199"/>
                        <a:pt x="38195" y="66008"/>
                      </a:cubicBezTo>
                      <a:cubicBezTo>
                        <a:pt x="38576" y="66104"/>
                        <a:pt x="39053" y="66199"/>
                        <a:pt x="39529" y="66199"/>
                      </a:cubicBezTo>
                      <a:cubicBezTo>
                        <a:pt x="40005" y="66199"/>
                        <a:pt x="40862" y="66199"/>
                        <a:pt x="41910" y="65818"/>
                      </a:cubicBezTo>
                      <a:cubicBezTo>
                        <a:pt x="42958" y="65532"/>
                        <a:pt x="43720" y="65437"/>
                        <a:pt x="44101" y="65437"/>
                      </a:cubicBezTo>
                      <a:cubicBezTo>
                        <a:pt x="45244" y="65437"/>
                        <a:pt x="46006" y="66008"/>
                        <a:pt x="46673" y="67056"/>
                      </a:cubicBezTo>
                      <a:cubicBezTo>
                        <a:pt x="50197" y="66008"/>
                        <a:pt x="54388" y="65437"/>
                        <a:pt x="59150" y="65437"/>
                      </a:cubicBezTo>
                      <a:cubicBezTo>
                        <a:pt x="61532" y="65437"/>
                        <a:pt x="64961" y="65627"/>
                        <a:pt x="69532" y="65913"/>
                      </a:cubicBezTo>
                      <a:cubicBezTo>
                        <a:pt x="74105" y="66199"/>
                        <a:pt x="77534" y="66389"/>
                        <a:pt x="79724" y="66389"/>
                      </a:cubicBezTo>
                      <a:cubicBezTo>
                        <a:pt x="81915" y="66389"/>
                        <a:pt x="84106" y="66199"/>
                        <a:pt x="86106" y="66008"/>
                      </a:cubicBezTo>
                      <a:cubicBezTo>
                        <a:pt x="86963" y="69342"/>
                        <a:pt x="87439" y="73914"/>
                        <a:pt x="87249" y="79820"/>
                      </a:cubicBezTo>
                      <a:cubicBezTo>
                        <a:pt x="87154" y="86582"/>
                        <a:pt x="87249" y="91154"/>
                        <a:pt x="87630" y="93726"/>
                      </a:cubicBezTo>
                      <a:cubicBezTo>
                        <a:pt x="84868" y="95726"/>
                        <a:pt x="81058" y="96679"/>
                        <a:pt x="76391" y="96679"/>
                      </a:cubicBezTo>
                      <a:cubicBezTo>
                        <a:pt x="74390" y="96679"/>
                        <a:pt x="71342" y="96488"/>
                        <a:pt x="67437" y="96107"/>
                      </a:cubicBezTo>
                      <a:cubicBezTo>
                        <a:pt x="63437" y="95726"/>
                        <a:pt x="60293" y="95536"/>
                        <a:pt x="58198" y="95536"/>
                      </a:cubicBezTo>
                      <a:cubicBezTo>
                        <a:pt x="56198" y="95536"/>
                        <a:pt x="54388" y="95726"/>
                        <a:pt x="52674" y="95917"/>
                      </a:cubicBezTo>
                      <a:lnTo>
                        <a:pt x="52674" y="94964"/>
                      </a:lnTo>
                      <a:cubicBezTo>
                        <a:pt x="51721" y="95059"/>
                        <a:pt x="49721" y="95155"/>
                        <a:pt x="46577" y="95155"/>
                      </a:cubicBezTo>
                      <a:cubicBezTo>
                        <a:pt x="44482" y="95155"/>
                        <a:pt x="42482" y="95631"/>
                        <a:pt x="40672" y="96488"/>
                      </a:cubicBezTo>
                      <a:cubicBezTo>
                        <a:pt x="40005" y="96107"/>
                        <a:pt x="39148" y="95917"/>
                        <a:pt x="38100" y="95917"/>
                      </a:cubicBezTo>
                      <a:cubicBezTo>
                        <a:pt x="36481" y="96107"/>
                        <a:pt x="35623" y="96107"/>
                        <a:pt x="35338" y="95917"/>
                      </a:cubicBezTo>
                      <a:cubicBezTo>
                        <a:pt x="33242" y="96583"/>
                        <a:pt x="32195" y="98203"/>
                        <a:pt x="32195" y="100870"/>
                      </a:cubicBezTo>
                      <a:cubicBezTo>
                        <a:pt x="32195" y="102679"/>
                        <a:pt x="32575" y="104108"/>
                        <a:pt x="33242" y="105156"/>
                      </a:cubicBezTo>
                      <a:cubicBezTo>
                        <a:pt x="30385" y="104394"/>
                        <a:pt x="27718" y="105156"/>
                        <a:pt x="25527" y="107347"/>
                      </a:cubicBezTo>
                      <a:lnTo>
                        <a:pt x="30766" y="106299"/>
                      </a:lnTo>
                      <a:lnTo>
                        <a:pt x="30099" y="107347"/>
                      </a:lnTo>
                      <a:cubicBezTo>
                        <a:pt x="30385" y="107823"/>
                        <a:pt x="30766" y="108109"/>
                        <a:pt x="31147" y="108109"/>
                      </a:cubicBezTo>
                      <a:cubicBezTo>
                        <a:pt x="30861" y="108109"/>
                        <a:pt x="31623" y="107537"/>
                        <a:pt x="33338" y="106299"/>
                      </a:cubicBezTo>
                      <a:cubicBezTo>
                        <a:pt x="33338" y="105823"/>
                        <a:pt x="33338" y="109633"/>
                        <a:pt x="33147" y="117824"/>
                      </a:cubicBezTo>
                      <a:cubicBezTo>
                        <a:pt x="33147" y="122587"/>
                        <a:pt x="33814" y="126206"/>
                        <a:pt x="35528" y="128683"/>
                      </a:cubicBezTo>
                      <a:cubicBezTo>
                        <a:pt x="40481" y="129349"/>
                        <a:pt x="45625" y="129730"/>
                        <a:pt x="50959" y="129730"/>
                      </a:cubicBezTo>
                      <a:cubicBezTo>
                        <a:pt x="55055" y="129730"/>
                        <a:pt x="60960" y="129445"/>
                        <a:pt x="68866" y="128873"/>
                      </a:cubicBezTo>
                      <a:cubicBezTo>
                        <a:pt x="76676" y="128397"/>
                        <a:pt x="82582" y="128111"/>
                        <a:pt x="86583" y="128111"/>
                      </a:cubicBezTo>
                      <a:cubicBezTo>
                        <a:pt x="92488" y="128111"/>
                        <a:pt x="98107" y="128492"/>
                        <a:pt x="103156" y="129254"/>
                      </a:cubicBezTo>
                      <a:cubicBezTo>
                        <a:pt x="104108" y="127159"/>
                        <a:pt x="105918" y="126968"/>
                        <a:pt x="108681" y="128683"/>
                      </a:cubicBezTo>
                      <a:close/>
                      <a:moveTo>
                        <a:pt x="6572" y="29623"/>
                      </a:moveTo>
                      <a:lnTo>
                        <a:pt x="7811" y="31242"/>
                      </a:lnTo>
                      <a:lnTo>
                        <a:pt x="7620" y="31623"/>
                      </a:lnTo>
                      <a:cubicBezTo>
                        <a:pt x="7048" y="31051"/>
                        <a:pt x="6668" y="30480"/>
                        <a:pt x="6572" y="29623"/>
                      </a:cubicBezTo>
                      <a:close/>
                      <a:moveTo>
                        <a:pt x="47149" y="86201"/>
                      </a:moveTo>
                      <a:lnTo>
                        <a:pt x="44768" y="86201"/>
                      </a:lnTo>
                      <a:cubicBezTo>
                        <a:pt x="45244" y="87154"/>
                        <a:pt x="46006" y="87154"/>
                        <a:pt x="47149" y="86201"/>
                      </a:cubicBezTo>
                      <a:lnTo>
                        <a:pt x="48101" y="86201"/>
                      </a:lnTo>
                      <a:cubicBezTo>
                        <a:pt x="48101" y="86201"/>
                        <a:pt x="48483" y="86963"/>
                        <a:pt x="48483" y="87535"/>
                      </a:cubicBezTo>
                      <a:lnTo>
                        <a:pt x="51245" y="86201"/>
                      </a:lnTo>
                      <a:cubicBezTo>
                        <a:pt x="51911" y="86868"/>
                        <a:pt x="52292" y="87344"/>
                        <a:pt x="52292" y="87535"/>
                      </a:cubicBezTo>
                      <a:lnTo>
                        <a:pt x="55245" y="87535"/>
                      </a:lnTo>
                      <a:lnTo>
                        <a:pt x="55245" y="86201"/>
                      </a:lnTo>
                      <a:lnTo>
                        <a:pt x="48101" y="86201"/>
                      </a:lnTo>
                      <a:cubicBezTo>
                        <a:pt x="48101" y="86201"/>
                        <a:pt x="47530" y="85915"/>
                        <a:pt x="47149" y="86201"/>
                      </a:cubicBezTo>
                      <a:close/>
                      <a:moveTo>
                        <a:pt x="85725" y="11621"/>
                      </a:moveTo>
                      <a:lnTo>
                        <a:pt x="84201" y="10573"/>
                      </a:lnTo>
                      <a:lnTo>
                        <a:pt x="85725" y="13716"/>
                      </a:lnTo>
                      <a:lnTo>
                        <a:pt x="85725" y="11525"/>
                      </a:lnTo>
                      <a:close/>
                      <a:moveTo>
                        <a:pt x="122301" y="139732"/>
                      </a:moveTo>
                      <a:lnTo>
                        <a:pt x="123063" y="139732"/>
                      </a:lnTo>
                      <a:lnTo>
                        <a:pt x="120682" y="141065"/>
                      </a:lnTo>
                      <a:lnTo>
                        <a:pt x="122301" y="139732"/>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 name="Google Shape;1214;p99"/>
                <p:cNvSpPr/>
                <p:nvPr/>
              </p:nvSpPr>
              <p:spPr>
                <a:xfrm>
                  <a:off x="7646574" y="3253835"/>
                  <a:ext cx="112300" cy="167259"/>
                </a:xfrm>
                <a:custGeom>
                  <a:avLst/>
                  <a:gdLst/>
                  <a:ahLst/>
                  <a:cxnLst/>
                  <a:rect l="l" t="t" r="r" b="b"/>
                  <a:pathLst>
                    <a:path w="112300" h="167259" extrusionOk="0">
                      <a:moveTo>
                        <a:pt x="112300" y="112967"/>
                      </a:moveTo>
                      <a:cubicBezTo>
                        <a:pt x="111347" y="113348"/>
                        <a:pt x="110966" y="113919"/>
                        <a:pt x="110966" y="114586"/>
                      </a:cubicBezTo>
                      <a:cubicBezTo>
                        <a:pt x="110966" y="114110"/>
                        <a:pt x="111443" y="115062"/>
                        <a:pt x="112300" y="117539"/>
                      </a:cubicBezTo>
                      <a:cubicBezTo>
                        <a:pt x="110966" y="120110"/>
                        <a:pt x="110395" y="123254"/>
                        <a:pt x="110395" y="127064"/>
                      </a:cubicBezTo>
                      <a:cubicBezTo>
                        <a:pt x="110395" y="129159"/>
                        <a:pt x="110680" y="132493"/>
                        <a:pt x="111252" y="136875"/>
                      </a:cubicBezTo>
                      <a:cubicBezTo>
                        <a:pt x="111824" y="141351"/>
                        <a:pt x="112109" y="144399"/>
                        <a:pt x="112109" y="146304"/>
                      </a:cubicBezTo>
                      <a:cubicBezTo>
                        <a:pt x="112109" y="154877"/>
                        <a:pt x="107538" y="159639"/>
                        <a:pt x="98203" y="160592"/>
                      </a:cubicBezTo>
                      <a:cubicBezTo>
                        <a:pt x="97060" y="159449"/>
                        <a:pt x="95821" y="158782"/>
                        <a:pt x="94393" y="158782"/>
                      </a:cubicBezTo>
                      <a:cubicBezTo>
                        <a:pt x="93726" y="158782"/>
                        <a:pt x="92869" y="158972"/>
                        <a:pt x="91726" y="159353"/>
                      </a:cubicBezTo>
                      <a:cubicBezTo>
                        <a:pt x="90583" y="159734"/>
                        <a:pt x="89821" y="159925"/>
                        <a:pt x="89440" y="159925"/>
                      </a:cubicBezTo>
                      <a:cubicBezTo>
                        <a:pt x="88106" y="159925"/>
                        <a:pt x="87154" y="159258"/>
                        <a:pt x="86678" y="157925"/>
                      </a:cubicBezTo>
                      <a:lnTo>
                        <a:pt x="84487" y="157353"/>
                      </a:lnTo>
                      <a:lnTo>
                        <a:pt x="85535" y="156782"/>
                      </a:lnTo>
                      <a:cubicBezTo>
                        <a:pt x="83344" y="156401"/>
                        <a:pt x="81344" y="154591"/>
                        <a:pt x="79248" y="151352"/>
                      </a:cubicBezTo>
                      <a:cubicBezTo>
                        <a:pt x="77248" y="148114"/>
                        <a:pt x="75152" y="146304"/>
                        <a:pt x="73057" y="145923"/>
                      </a:cubicBezTo>
                      <a:cubicBezTo>
                        <a:pt x="73152" y="145352"/>
                        <a:pt x="73152" y="144780"/>
                        <a:pt x="73057" y="144113"/>
                      </a:cubicBezTo>
                      <a:cubicBezTo>
                        <a:pt x="72771" y="143351"/>
                        <a:pt x="72676" y="142875"/>
                        <a:pt x="72676" y="142780"/>
                      </a:cubicBezTo>
                      <a:cubicBezTo>
                        <a:pt x="72676" y="142113"/>
                        <a:pt x="73152" y="141637"/>
                        <a:pt x="74105" y="141351"/>
                      </a:cubicBezTo>
                      <a:cubicBezTo>
                        <a:pt x="71914" y="139922"/>
                        <a:pt x="69818" y="136875"/>
                        <a:pt x="67723" y="132398"/>
                      </a:cubicBezTo>
                      <a:cubicBezTo>
                        <a:pt x="65627" y="127826"/>
                        <a:pt x="63627" y="124873"/>
                        <a:pt x="61627" y="123539"/>
                      </a:cubicBezTo>
                      <a:cubicBezTo>
                        <a:pt x="61056" y="119729"/>
                        <a:pt x="59246" y="115253"/>
                        <a:pt x="56293" y="110300"/>
                      </a:cubicBezTo>
                      <a:cubicBezTo>
                        <a:pt x="51721" y="103061"/>
                        <a:pt x="49245" y="99060"/>
                        <a:pt x="48959" y="98393"/>
                      </a:cubicBezTo>
                      <a:cubicBezTo>
                        <a:pt x="49054" y="97250"/>
                        <a:pt x="48578" y="95726"/>
                        <a:pt x="47530" y="93821"/>
                      </a:cubicBezTo>
                      <a:cubicBezTo>
                        <a:pt x="46387" y="91916"/>
                        <a:pt x="45815" y="90583"/>
                        <a:pt x="45815" y="89630"/>
                      </a:cubicBezTo>
                      <a:cubicBezTo>
                        <a:pt x="45815" y="89154"/>
                        <a:pt x="46006" y="88487"/>
                        <a:pt x="46387" y="87821"/>
                      </a:cubicBezTo>
                      <a:cubicBezTo>
                        <a:pt x="45720" y="88106"/>
                        <a:pt x="45149" y="88202"/>
                        <a:pt x="44672" y="88202"/>
                      </a:cubicBezTo>
                      <a:cubicBezTo>
                        <a:pt x="42768" y="88202"/>
                        <a:pt x="41243" y="86201"/>
                        <a:pt x="39910" y="82106"/>
                      </a:cubicBezTo>
                      <a:cubicBezTo>
                        <a:pt x="38577" y="78105"/>
                        <a:pt x="36576" y="76105"/>
                        <a:pt x="34004" y="76105"/>
                      </a:cubicBezTo>
                      <a:cubicBezTo>
                        <a:pt x="33433" y="76105"/>
                        <a:pt x="32861" y="76105"/>
                        <a:pt x="32195" y="76295"/>
                      </a:cubicBezTo>
                      <a:cubicBezTo>
                        <a:pt x="32861" y="79915"/>
                        <a:pt x="33147" y="83820"/>
                        <a:pt x="33147" y="88202"/>
                      </a:cubicBezTo>
                      <a:cubicBezTo>
                        <a:pt x="33147" y="91726"/>
                        <a:pt x="32766" y="97060"/>
                        <a:pt x="32195" y="104108"/>
                      </a:cubicBezTo>
                      <a:cubicBezTo>
                        <a:pt x="31528" y="111157"/>
                        <a:pt x="31242" y="116396"/>
                        <a:pt x="31242" y="119825"/>
                      </a:cubicBezTo>
                      <a:cubicBezTo>
                        <a:pt x="31242" y="126397"/>
                        <a:pt x="32099" y="132207"/>
                        <a:pt x="33814" y="137446"/>
                      </a:cubicBezTo>
                      <a:cubicBezTo>
                        <a:pt x="32099" y="138494"/>
                        <a:pt x="31242" y="140018"/>
                        <a:pt x="31242" y="141923"/>
                      </a:cubicBezTo>
                      <a:cubicBezTo>
                        <a:pt x="31242" y="142970"/>
                        <a:pt x="31528" y="144494"/>
                        <a:pt x="32004" y="146495"/>
                      </a:cubicBezTo>
                      <a:cubicBezTo>
                        <a:pt x="32576" y="148495"/>
                        <a:pt x="32766" y="149924"/>
                        <a:pt x="32766" y="150781"/>
                      </a:cubicBezTo>
                      <a:cubicBezTo>
                        <a:pt x="32766" y="152781"/>
                        <a:pt x="31718" y="154210"/>
                        <a:pt x="29813" y="154972"/>
                      </a:cubicBezTo>
                      <a:cubicBezTo>
                        <a:pt x="29813" y="156686"/>
                        <a:pt x="29242" y="157925"/>
                        <a:pt x="28194" y="158782"/>
                      </a:cubicBezTo>
                      <a:lnTo>
                        <a:pt x="7430" y="157829"/>
                      </a:lnTo>
                      <a:cubicBezTo>
                        <a:pt x="7430" y="156972"/>
                        <a:pt x="7239" y="156591"/>
                        <a:pt x="6858" y="156591"/>
                      </a:cubicBezTo>
                      <a:cubicBezTo>
                        <a:pt x="6763" y="156591"/>
                        <a:pt x="6382" y="156782"/>
                        <a:pt x="5811" y="157067"/>
                      </a:cubicBezTo>
                      <a:cubicBezTo>
                        <a:pt x="5239" y="157449"/>
                        <a:pt x="4858" y="157544"/>
                        <a:pt x="4572" y="157544"/>
                      </a:cubicBezTo>
                      <a:cubicBezTo>
                        <a:pt x="4191" y="157544"/>
                        <a:pt x="3810" y="157353"/>
                        <a:pt x="3620" y="156782"/>
                      </a:cubicBezTo>
                      <a:cubicBezTo>
                        <a:pt x="1620" y="155448"/>
                        <a:pt x="667" y="153829"/>
                        <a:pt x="667" y="151829"/>
                      </a:cubicBezTo>
                      <a:cubicBezTo>
                        <a:pt x="667" y="150876"/>
                        <a:pt x="1048" y="149257"/>
                        <a:pt x="1810" y="146971"/>
                      </a:cubicBezTo>
                      <a:cubicBezTo>
                        <a:pt x="2572" y="144590"/>
                        <a:pt x="2953" y="142875"/>
                        <a:pt x="2953" y="141542"/>
                      </a:cubicBezTo>
                      <a:cubicBezTo>
                        <a:pt x="2953" y="140303"/>
                        <a:pt x="2667" y="139256"/>
                        <a:pt x="2191" y="138208"/>
                      </a:cubicBezTo>
                      <a:cubicBezTo>
                        <a:pt x="1620" y="134779"/>
                        <a:pt x="1429" y="128588"/>
                        <a:pt x="1524" y="119825"/>
                      </a:cubicBezTo>
                      <a:cubicBezTo>
                        <a:pt x="1714" y="112109"/>
                        <a:pt x="1143" y="106013"/>
                        <a:pt x="0" y="101632"/>
                      </a:cubicBezTo>
                      <a:cubicBezTo>
                        <a:pt x="1048" y="100203"/>
                        <a:pt x="1524" y="98298"/>
                        <a:pt x="1524" y="96108"/>
                      </a:cubicBezTo>
                      <a:cubicBezTo>
                        <a:pt x="1524" y="95155"/>
                        <a:pt x="1429" y="93726"/>
                        <a:pt x="1143" y="91821"/>
                      </a:cubicBezTo>
                      <a:cubicBezTo>
                        <a:pt x="858" y="89916"/>
                        <a:pt x="762" y="88487"/>
                        <a:pt x="762" y="87535"/>
                      </a:cubicBezTo>
                      <a:cubicBezTo>
                        <a:pt x="762" y="84963"/>
                        <a:pt x="1524" y="82772"/>
                        <a:pt x="3143" y="81058"/>
                      </a:cubicBezTo>
                      <a:cubicBezTo>
                        <a:pt x="1143" y="73438"/>
                        <a:pt x="286" y="64675"/>
                        <a:pt x="571" y="54959"/>
                      </a:cubicBezTo>
                      <a:lnTo>
                        <a:pt x="1524" y="54959"/>
                      </a:lnTo>
                      <a:cubicBezTo>
                        <a:pt x="1238" y="53912"/>
                        <a:pt x="1143" y="52578"/>
                        <a:pt x="1143" y="51245"/>
                      </a:cubicBezTo>
                      <a:cubicBezTo>
                        <a:pt x="1143" y="49911"/>
                        <a:pt x="1334" y="47911"/>
                        <a:pt x="1620" y="45053"/>
                      </a:cubicBezTo>
                      <a:cubicBezTo>
                        <a:pt x="2000" y="42291"/>
                        <a:pt x="2191" y="40196"/>
                        <a:pt x="2191" y="38767"/>
                      </a:cubicBezTo>
                      <a:cubicBezTo>
                        <a:pt x="2191" y="35814"/>
                        <a:pt x="1620" y="33338"/>
                        <a:pt x="571" y="31242"/>
                      </a:cubicBezTo>
                      <a:cubicBezTo>
                        <a:pt x="2191" y="31147"/>
                        <a:pt x="3906" y="30480"/>
                        <a:pt x="5715" y="29242"/>
                      </a:cubicBezTo>
                      <a:cubicBezTo>
                        <a:pt x="5811" y="29623"/>
                        <a:pt x="6477" y="29813"/>
                        <a:pt x="7430" y="29909"/>
                      </a:cubicBezTo>
                      <a:cubicBezTo>
                        <a:pt x="8573" y="29909"/>
                        <a:pt x="9335" y="30194"/>
                        <a:pt x="9811" y="30575"/>
                      </a:cubicBezTo>
                      <a:lnTo>
                        <a:pt x="11335" y="28385"/>
                      </a:lnTo>
                      <a:cubicBezTo>
                        <a:pt x="10954" y="29433"/>
                        <a:pt x="11049" y="30480"/>
                        <a:pt x="11811" y="31623"/>
                      </a:cubicBezTo>
                      <a:cubicBezTo>
                        <a:pt x="12478" y="32766"/>
                        <a:pt x="13335" y="33147"/>
                        <a:pt x="14574" y="32766"/>
                      </a:cubicBezTo>
                      <a:cubicBezTo>
                        <a:pt x="15812" y="31433"/>
                        <a:pt x="16383" y="30290"/>
                        <a:pt x="16383" y="29242"/>
                      </a:cubicBezTo>
                      <a:cubicBezTo>
                        <a:pt x="16383" y="27432"/>
                        <a:pt x="14288" y="25622"/>
                        <a:pt x="10192" y="24003"/>
                      </a:cubicBezTo>
                      <a:cubicBezTo>
                        <a:pt x="6096" y="22384"/>
                        <a:pt x="3906" y="21241"/>
                        <a:pt x="3715" y="20765"/>
                      </a:cubicBezTo>
                      <a:cubicBezTo>
                        <a:pt x="4286" y="20765"/>
                        <a:pt x="4763" y="20955"/>
                        <a:pt x="5334" y="20955"/>
                      </a:cubicBezTo>
                      <a:cubicBezTo>
                        <a:pt x="6382" y="20955"/>
                        <a:pt x="9144" y="19812"/>
                        <a:pt x="13621" y="17526"/>
                      </a:cubicBezTo>
                      <a:cubicBezTo>
                        <a:pt x="13240" y="16764"/>
                        <a:pt x="12764" y="16383"/>
                        <a:pt x="12192" y="16383"/>
                      </a:cubicBezTo>
                      <a:cubicBezTo>
                        <a:pt x="11906" y="16383"/>
                        <a:pt x="11430" y="16574"/>
                        <a:pt x="10859" y="16955"/>
                      </a:cubicBezTo>
                      <a:cubicBezTo>
                        <a:pt x="10192" y="17336"/>
                        <a:pt x="9716" y="17526"/>
                        <a:pt x="9240" y="17526"/>
                      </a:cubicBezTo>
                      <a:cubicBezTo>
                        <a:pt x="9620" y="17241"/>
                        <a:pt x="9811" y="16574"/>
                        <a:pt x="9811" y="15335"/>
                      </a:cubicBezTo>
                      <a:cubicBezTo>
                        <a:pt x="6191" y="13145"/>
                        <a:pt x="3429" y="12383"/>
                        <a:pt x="1429" y="13145"/>
                      </a:cubicBezTo>
                      <a:lnTo>
                        <a:pt x="1429" y="3905"/>
                      </a:lnTo>
                      <a:lnTo>
                        <a:pt x="34957" y="2858"/>
                      </a:lnTo>
                      <a:cubicBezTo>
                        <a:pt x="36672" y="6287"/>
                        <a:pt x="38291" y="9811"/>
                        <a:pt x="40005" y="13240"/>
                      </a:cubicBezTo>
                      <a:cubicBezTo>
                        <a:pt x="41624" y="16764"/>
                        <a:pt x="42291" y="20574"/>
                        <a:pt x="41815" y="24670"/>
                      </a:cubicBezTo>
                      <a:cubicBezTo>
                        <a:pt x="42768" y="23527"/>
                        <a:pt x="43529" y="23051"/>
                        <a:pt x="44196" y="23051"/>
                      </a:cubicBezTo>
                      <a:cubicBezTo>
                        <a:pt x="44768" y="23051"/>
                        <a:pt x="45339" y="23813"/>
                        <a:pt x="46006" y="25337"/>
                      </a:cubicBezTo>
                      <a:cubicBezTo>
                        <a:pt x="46673" y="26861"/>
                        <a:pt x="47340" y="27908"/>
                        <a:pt x="48006" y="28480"/>
                      </a:cubicBezTo>
                      <a:cubicBezTo>
                        <a:pt x="47720" y="29337"/>
                        <a:pt x="47625" y="30290"/>
                        <a:pt x="47625" y="31052"/>
                      </a:cubicBezTo>
                      <a:cubicBezTo>
                        <a:pt x="47625" y="32766"/>
                        <a:pt x="48863" y="34862"/>
                        <a:pt x="51340" y="37148"/>
                      </a:cubicBezTo>
                      <a:cubicBezTo>
                        <a:pt x="53912" y="39434"/>
                        <a:pt x="55055" y="41624"/>
                        <a:pt x="54959" y="43720"/>
                      </a:cubicBezTo>
                      <a:cubicBezTo>
                        <a:pt x="55436" y="44768"/>
                        <a:pt x="58103" y="49625"/>
                        <a:pt x="62675" y="58198"/>
                      </a:cubicBezTo>
                      <a:cubicBezTo>
                        <a:pt x="62675" y="61817"/>
                        <a:pt x="63246" y="64103"/>
                        <a:pt x="64294" y="65056"/>
                      </a:cubicBezTo>
                      <a:cubicBezTo>
                        <a:pt x="64865" y="64770"/>
                        <a:pt x="65247" y="64675"/>
                        <a:pt x="65723" y="64675"/>
                      </a:cubicBezTo>
                      <a:cubicBezTo>
                        <a:pt x="66390" y="64675"/>
                        <a:pt x="66770" y="65246"/>
                        <a:pt x="66866" y="66294"/>
                      </a:cubicBezTo>
                      <a:cubicBezTo>
                        <a:pt x="66961" y="67723"/>
                        <a:pt x="67152" y="68675"/>
                        <a:pt x="67246" y="68866"/>
                      </a:cubicBezTo>
                      <a:cubicBezTo>
                        <a:pt x="68104" y="69342"/>
                        <a:pt x="69438" y="71342"/>
                        <a:pt x="71438" y="74771"/>
                      </a:cubicBezTo>
                      <a:cubicBezTo>
                        <a:pt x="72962" y="77248"/>
                        <a:pt x="74962" y="78581"/>
                        <a:pt x="77153" y="78772"/>
                      </a:cubicBezTo>
                      <a:cubicBezTo>
                        <a:pt x="76867" y="79724"/>
                        <a:pt x="77438" y="80677"/>
                        <a:pt x="78772" y="81725"/>
                      </a:cubicBezTo>
                      <a:lnTo>
                        <a:pt x="80963" y="79343"/>
                      </a:lnTo>
                      <a:lnTo>
                        <a:pt x="80296" y="50959"/>
                      </a:lnTo>
                      <a:cubicBezTo>
                        <a:pt x="81249" y="50292"/>
                        <a:pt x="81725" y="49625"/>
                        <a:pt x="81725" y="48959"/>
                      </a:cubicBezTo>
                      <a:cubicBezTo>
                        <a:pt x="81725" y="48483"/>
                        <a:pt x="81344" y="47530"/>
                        <a:pt x="80486" y="46387"/>
                      </a:cubicBezTo>
                      <a:cubicBezTo>
                        <a:pt x="79629" y="45244"/>
                        <a:pt x="79153" y="44291"/>
                        <a:pt x="79153" y="43625"/>
                      </a:cubicBezTo>
                      <a:cubicBezTo>
                        <a:pt x="79153" y="42672"/>
                        <a:pt x="79724" y="41815"/>
                        <a:pt x="80963" y="41053"/>
                      </a:cubicBezTo>
                      <a:cubicBezTo>
                        <a:pt x="79915" y="38195"/>
                        <a:pt x="79343" y="35052"/>
                        <a:pt x="79343" y="31718"/>
                      </a:cubicBezTo>
                      <a:cubicBezTo>
                        <a:pt x="79343" y="29337"/>
                        <a:pt x="79724" y="26003"/>
                        <a:pt x="80296" y="21622"/>
                      </a:cubicBezTo>
                      <a:cubicBezTo>
                        <a:pt x="80963" y="17241"/>
                        <a:pt x="81249" y="14097"/>
                        <a:pt x="81249" y="12097"/>
                      </a:cubicBezTo>
                      <a:cubicBezTo>
                        <a:pt x="81249" y="10573"/>
                        <a:pt x="81153" y="8954"/>
                        <a:pt x="80868" y="7525"/>
                      </a:cubicBezTo>
                      <a:cubicBezTo>
                        <a:pt x="82296" y="7525"/>
                        <a:pt x="83630" y="6096"/>
                        <a:pt x="84963" y="3334"/>
                      </a:cubicBezTo>
                      <a:cubicBezTo>
                        <a:pt x="86202" y="953"/>
                        <a:pt x="87821" y="0"/>
                        <a:pt x="89916" y="572"/>
                      </a:cubicBezTo>
                      <a:lnTo>
                        <a:pt x="93250" y="572"/>
                      </a:lnTo>
                      <a:cubicBezTo>
                        <a:pt x="94583" y="572"/>
                        <a:pt x="96393" y="572"/>
                        <a:pt x="98774" y="286"/>
                      </a:cubicBezTo>
                      <a:cubicBezTo>
                        <a:pt x="101155" y="95"/>
                        <a:pt x="102965" y="0"/>
                        <a:pt x="104108" y="0"/>
                      </a:cubicBezTo>
                      <a:cubicBezTo>
                        <a:pt x="106775" y="0"/>
                        <a:pt x="108871" y="762"/>
                        <a:pt x="110680" y="2381"/>
                      </a:cubicBezTo>
                      <a:cubicBezTo>
                        <a:pt x="111443" y="11335"/>
                        <a:pt x="111824" y="22384"/>
                        <a:pt x="111824" y="35433"/>
                      </a:cubicBezTo>
                      <a:cubicBezTo>
                        <a:pt x="111824" y="40672"/>
                        <a:pt x="111824" y="48863"/>
                        <a:pt x="111633" y="59722"/>
                      </a:cubicBezTo>
                      <a:cubicBezTo>
                        <a:pt x="111443" y="70676"/>
                        <a:pt x="111443" y="78867"/>
                        <a:pt x="111443" y="84296"/>
                      </a:cubicBezTo>
                      <a:cubicBezTo>
                        <a:pt x="111443" y="95536"/>
                        <a:pt x="111633" y="105156"/>
                        <a:pt x="112205" y="113252"/>
                      </a:cubicBezTo>
                      <a:close/>
                      <a:moveTo>
                        <a:pt x="1429" y="22955"/>
                      </a:moveTo>
                      <a:lnTo>
                        <a:pt x="3620" y="25146"/>
                      </a:lnTo>
                      <a:lnTo>
                        <a:pt x="3620" y="27337"/>
                      </a:lnTo>
                      <a:lnTo>
                        <a:pt x="1429" y="22955"/>
                      </a:lnTo>
                      <a:close/>
                      <a:moveTo>
                        <a:pt x="5239" y="27337"/>
                      </a:moveTo>
                      <a:cubicBezTo>
                        <a:pt x="5525" y="27813"/>
                        <a:pt x="5620" y="28480"/>
                        <a:pt x="5620" y="29147"/>
                      </a:cubicBezTo>
                      <a:cubicBezTo>
                        <a:pt x="5334" y="28575"/>
                        <a:pt x="5239" y="28004"/>
                        <a:pt x="5239" y="27337"/>
                      </a:cubicBezTo>
                      <a:close/>
                      <a:moveTo>
                        <a:pt x="8192" y="25146"/>
                      </a:moveTo>
                      <a:lnTo>
                        <a:pt x="8192" y="27337"/>
                      </a:lnTo>
                      <a:lnTo>
                        <a:pt x="5811" y="24575"/>
                      </a:lnTo>
                      <a:lnTo>
                        <a:pt x="8192" y="25146"/>
                      </a:lnTo>
                      <a:close/>
                      <a:moveTo>
                        <a:pt x="6763" y="16859"/>
                      </a:moveTo>
                      <a:cubicBezTo>
                        <a:pt x="8001" y="16859"/>
                        <a:pt x="8858" y="17050"/>
                        <a:pt x="9144" y="17431"/>
                      </a:cubicBezTo>
                      <a:lnTo>
                        <a:pt x="8192" y="18002"/>
                      </a:lnTo>
                      <a:lnTo>
                        <a:pt x="6763" y="16859"/>
                      </a:lnTo>
                      <a:close/>
                      <a:moveTo>
                        <a:pt x="16669" y="17431"/>
                      </a:moveTo>
                      <a:lnTo>
                        <a:pt x="16288" y="17050"/>
                      </a:lnTo>
                      <a:lnTo>
                        <a:pt x="14669" y="14478"/>
                      </a:lnTo>
                      <a:cubicBezTo>
                        <a:pt x="14097" y="13621"/>
                        <a:pt x="13240" y="13049"/>
                        <a:pt x="11906" y="13049"/>
                      </a:cubicBezTo>
                      <a:cubicBezTo>
                        <a:pt x="12383" y="13335"/>
                        <a:pt x="13907" y="14669"/>
                        <a:pt x="16288" y="17050"/>
                      </a:cubicBezTo>
                      <a:lnTo>
                        <a:pt x="16669" y="17431"/>
                      </a:lnTo>
                      <a:close/>
                      <a:moveTo>
                        <a:pt x="19050" y="28385"/>
                      </a:moveTo>
                      <a:lnTo>
                        <a:pt x="22003" y="28385"/>
                      </a:lnTo>
                      <a:cubicBezTo>
                        <a:pt x="21146" y="28004"/>
                        <a:pt x="20288" y="28004"/>
                        <a:pt x="19050" y="28385"/>
                      </a:cubicBezTo>
                      <a:lnTo>
                        <a:pt x="17240" y="28385"/>
                      </a:lnTo>
                      <a:lnTo>
                        <a:pt x="17812" y="29909"/>
                      </a:lnTo>
                      <a:cubicBezTo>
                        <a:pt x="17812" y="29909"/>
                        <a:pt x="18002" y="30575"/>
                        <a:pt x="18193" y="31052"/>
                      </a:cubicBezTo>
                      <a:lnTo>
                        <a:pt x="17812" y="29909"/>
                      </a:lnTo>
                      <a:cubicBezTo>
                        <a:pt x="17812" y="29147"/>
                        <a:pt x="18193" y="28575"/>
                        <a:pt x="18955" y="28385"/>
                      </a:cubicBezTo>
                      <a:close/>
                      <a:moveTo>
                        <a:pt x="22003" y="122396"/>
                      </a:moveTo>
                      <a:lnTo>
                        <a:pt x="22003" y="117062"/>
                      </a:lnTo>
                      <a:lnTo>
                        <a:pt x="21146" y="117062"/>
                      </a:lnTo>
                      <a:lnTo>
                        <a:pt x="21146" y="122396"/>
                      </a:lnTo>
                      <a:lnTo>
                        <a:pt x="22003" y="122396"/>
                      </a:lnTo>
                      <a:close/>
                      <a:moveTo>
                        <a:pt x="25432" y="31147"/>
                      </a:moveTo>
                      <a:cubicBezTo>
                        <a:pt x="25432" y="31147"/>
                        <a:pt x="26099" y="31814"/>
                        <a:pt x="26575" y="32195"/>
                      </a:cubicBezTo>
                      <a:lnTo>
                        <a:pt x="25432" y="31147"/>
                      </a:lnTo>
                      <a:cubicBezTo>
                        <a:pt x="25432" y="30385"/>
                        <a:pt x="25051" y="29147"/>
                        <a:pt x="24479" y="27432"/>
                      </a:cubicBezTo>
                      <a:cubicBezTo>
                        <a:pt x="23813" y="27908"/>
                        <a:pt x="23432" y="28480"/>
                        <a:pt x="23432" y="29051"/>
                      </a:cubicBezTo>
                      <a:cubicBezTo>
                        <a:pt x="23432" y="29623"/>
                        <a:pt x="24099" y="30385"/>
                        <a:pt x="25432" y="31147"/>
                      </a:cubicBezTo>
                      <a:close/>
                      <a:moveTo>
                        <a:pt x="26004" y="36671"/>
                      </a:moveTo>
                      <a:lnTo>
                        <a:pt x="29813" y="36671"/>
                      </a:lnTo>
                      <a:lnTo>
                        <a:pt x="27242" y="34481"/>
                      </a:lnTo>
                      <a:lnTo>
                        <a:pt x="26004" y="36671"/>
                      </a:lnTo>
                      <a:close/>
                      <a:moveTo>
                        <a:pt x="62579" y="158782"/>
                      </a:moveTo>
                      <a:cubicBezTo>
                        <a:pt x="63532" y="158496"/>
                        <a:pt x="64484" y="158782"/>
                        <a:pt x="65532" y="159449"/>
                      </a:cubicBezTo>
                      <a:lnTo>
                        <a:pt x="63151" y="161163"/>
                      </a:lnTo>
                      <a:lnTo>
                        <a:pt x="62579" y="158782"/>
                      </a:lnTo>
                      <a:close/>
                      <a:moveTo>
                        <a:pt x="78581" y="167259"/>
                      </a:moveTo>
                      <a:lnTo>
                        <a:pt x="78581" y="164306"/>
                      </a:lnTo>
                      <a:lnTo>
                        <a:pt x="79343" y="164306"/>
                      </a:lnTo>
                      <a:cubicBezTo>
                        <a:pt x="79534" y="165068"/>
                        <a:pt x="79248" y="166021"/>
                        <a:pt x="78581" y="167259"/>
                      </a:cubicBezTo>
                      <a:close/>
                      <a:moveTo>
                        <a:pt x="86106" y="134398"/>
                      </a:moveTo>
                      <a:cubicBezTo>
                        <a:pt x="84677" y="135160"/>
                        <a:pt x="83915" y="136017"/>
                        <a:pt x="83915" y="136779"/>
                      </a:cubicBezTo>
                      <a:cubicBezTo>
                        <a:pt x="83915" y="137255"/>
                        <a:pt x="84297" y="138113"/>
                        <a:pt x="85058" y="139256"/>
                      </a:cubicBezTo>
                      <a:cubicBezTo>
                        <a:pt x="85820" y="140303"/>
                        <a:pt x="86202" y="141256"/>
                        <a:pt x="86202" y="141732"/>
                      </a:cubicBezTo>
                      <a:lnTo>
                        <a:pt x="86202" y="142113"/>
                      </a:lnTo>
                      <a:cubicBezTo>
                        <a:pt x="86202" y="142113"/>
                        <a:pt x="86011" y="142589"/>
                        <a:pt x="86011" y="142685"/>
                      </a:cubicBezTo>
                      <a:cubicBezTo>
                        <a:pt x="86202" y="142399"/>
                        <a:pt x="86296" y="142018"/>
                        <a:pt x="86296" y="141542"/>
                      </a:cubicBezTo>
                      <a:cubicBezTo>
                        <a:pt x="86296" y="141066"/>
                        <a:pt x="86583" y="140399"/>
                        <a:pt x="86963" y="139541"/>
                      </a:cubicBezTo>
                      <a:cubicBezTo>
                        <a:pt x="87345" y="138589"/>
                        <a:pt x="87630" y="137827"/>
                        <a:pt x="87630" y="137351"/>
                      </a:cubicBezTo>
                      <a:cubicBezTo>
                        <a:pt x="87630" y="136493"/>
                        <a:pt x="87059" y="135446"/>
                        <a:pt x="86011" y="134398"/>
                      </a:cubicBezTo>
                      <a:close/>
                      <a:moveTo>
                        <a:pt x="86106" y="151829"/>
                      </a:moveTo>
                      <a:cubicBezTo>
                        <a:pt x="87439" y="150781"/>
                        <a:pt x="87916" y="149828"/>
                        <a:pt x="87725" y="149066"/>
                      </a:cubicBezTo>
                      <a:cubicBezTo>
                        <a:pt x="87439" y="148114"/>
                        <a:pt x="86868" y="147828"/>
                        <a:pt x="86106" y="148019"/>
                      </a:cubicBezTo>
                      <a:cubicBezTo>
                        <a:pt x="85344" y="148781"/>
                        <a:pt x="85058" y="149638"/>
                        <a:pt x="85344" y="150400"/>
                      </a:cubicBezTo>
                      <a:cubicBezTo>
                        <a:pt x="85916" y="151733"/>
                        <a:pt x="86106" y="152210"/>
                        <a:pt x="86106" y="151924"/>
                      </a:cubicBezTo>
                      <a:lnTo>
                        <a:pt x="86773" y="152495"/>
                      </a:lnTo>
                      <a:cubicBezTo>
                        <a:pt x="87439" y="153162"/>
                        <a:pt x="87821" y="153734"/>
                        <a:pt x="87821" y="154115"/>
                      </a:cubicBezTo>
                      <a:cubicBezTo>
                        <a:pt x="87821" y="153734"/>
                        <a:pt x="87725" y="153258"/>
                        <a:pt x="87154" y="152876"/>
                      </a:cubicBezTo>
                      <a:cubicBezTo>
                        <a:pt x="86583" y="152400"/>
                        <a:pt x="86296" y="152019"/>
                        <a:pt x="86202" y="151733"/>
                      </a:cubicBezTo>
                      <a:close/>
                      <a:moveTo>
                        <a:pt x="102965" y="50292"/>
                      </a:moveTo>
                      <a:lnTo>
                        <a:pt x="106966" y="52483"/>
                      </a:lnTo>
                      <a:lnTo>
                        <a:pt x="104775" y="49721"/>
                      </a:lnTo>
                      <a:lnTo>
                        <a:pt x="106013" y="48197"/>
                      </a:lnTo>
                      <a:lnTo>
                        <a:pt x="98298" y="45053"/>
                      </a:lnTo>
                      <a:cubicBezTo>
                        <a:pt x="99346" y="45434"/>
                        <a:pt x="99918" y="46101"/>
                        <a:pt x="99918" y="46863"/>
                      </a:cubicBezTo>
                      <a:cubicBezTo>
                        <a:pt x="99918" y="47625"/>
                        <a:pt x="99441" y="48292"/>
                        <a:pt x="98298" y="48863"/>
                      </a:cubicBezTo>
                      <a:cubicBezTo>
                        <a:pt x="97917" y="47911"/>
                        <a:pt x="97346" y="47530"/>
                        <a:pt x="96679" y="47530"/>
                      </a:cubicBezTo>
                      <a:cubicBezTo>
                        <a:pt x="96298" y="47530"/>
                        <a:pt x="95727" y="47625"/>
                        <a:pt x="94965" y="47911"/>
                      </a:cubicBezTo>
                      <a:cubicBezTo>
                        <a:pt x="94202" y="48101"/>
                        <a:pt x="93536" y="48292"/>
                        <a:pt x="93155" y="48292"/>
                      </a:cubicBezTo>
                      <a:cubicBezTo>
                        <a:pt x="92583" y="48292"/>
                        <a:pt x="92202" y="48101"/>
                        <a:pt x="91726" y="47720"/>
                      </a:cubicBezTo>
                      <a:lnTo>
                        <a:pt x="92297" y="46768"/>
                      </a:lnTo>
                      <a:lnTo>
                        <a:pt x="85630" y="48292"/>
                      </a:lnTo>
                      <a:lnTo>
                        <a:pt x="89345" y="48292"/>
                      </a:lnTo>
                      <a:cubicBezTo>
                        <a:pt x="90678" y="48197"/>
                        <a:pt x="91726" y="48768"/>
                        <a:pt x="92583" y="50006"/>
                      </a:cubicBezTo>
                      <a:cubicBezTo>
                        <a:pt x="93440" y="51245"/>
                        <a:pt x="93822" y="52483"/>
                        <a:pt x="93822" y="53435"/>
                      </a:cubicBezTo>
                      <a:lnTo>
                        <a:pt x="94393" y="52674"/>
                      </a:lnTo>
                      <a:cubicBezTo>
                        <a:pt x="94965" y="52578"/>
                        <a:pt x="95441" y="52674"/>
                        <a:pt x="95821" y="53054"/>
                      </a:cubicBezTo>
                      <a:cubicBezTo>
                        <a:pt x="96488" y="53816"/>
                        <a:pt x="96870" y="54197"/>
                        <a:pt x="97060" y="54197"/>
                      </a:cubicBezTo>
                      <a:lnTo>
                        <a:pt x="97060" y="51245"/>
                      </a:lnTo>
                      <a:cubicBezTo>
                        <a:pt x="96870" y="50102"/>
                        <a:pt x="97250" y="49244"/>
                        <a:pt x="98203" y="48863"/>
                      </a:cubicBezTo>
                      <a:cubicBezTo>
                        <a:pt x="99156" y="49530"/>
                        <a:pt x="99632" y="49816"/>
                        <a:pt x="99822" y="49816"/>
                      </a:cubicBezTo>
                      <a:cubicBezTo>
                        <a:pt x="99822" y="48578"/>
                        <a:pt x="100203" y="47816"/>
                        <a:pt x="100775" y="47720"/>
                      </a:cubicBezTo>
                      <a:cubicBezTo>
                        <a:pt x="101251" y="47435"/>
                        <a:pt x="102299" y="47816"/>
                        <a:pt x="103727" y="48863"/>
                      </a:cubicBezTo>
                      <a:cubicBezTo>
                        <a:pt x="103823" y="49244"/>
                        <a:pt x="103632" y="49816"/>
                        <a:pt x="102965" y="50483"/>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 name="Google Shape;1215;p99"/>
                <p:cNvSpPr/>
                <p:nvPr/>
              </p:nvSpPr>
              <p:spPr>
                <a:xfrm>
                  <a:off x="7776019" y="3254462"/>
                  <a:ext cx="106965" cy="159678"/>
                </a:xfrm>
                <a:custGeom>
                  <a:avLst/>
                  <a:gdLst/>
                  <a:ahLst/>
                  <a:cxnLst/>
                  <a:rect l="l" t="t" r="r" b="b"/>
                  <a:pathLst>
                    <a:path w="106965" h="159678" extrusionOk="0">
                      <a:moveTo>
                        <a:pt x="105346" y="5469"/>
                      </a:moveTo>
                      <a:lnTo>
                        <a:pt x="106966" y="33568"/>
                      </a:lnTo>
                      <a:cubicBezTo>
                        <a:pt x="103632" y="34615"/>
                        <a:pt x="99155" y="34901"/>
                        <a:pt x="93536" y="34330"/>
                      </a:cubicBezTo>
                      <a:cubicBezTo>
                        <a:pt x="86773" y="33663"/>
                        <a:pt x="82391" y="33472"/>
                        <a:pt x="80200" y="33758"/>
                      </a:cubicBezTo>
                      <a:cubicBezTo>
                        <a:pt x="75438" y="34425"/>
                        <a:pt x="71628" y="36616"/>
                        <a:pt x="68770" y="40521"/>
                      </a:cubicBezTo>
                      <a:cubicBezTo>
                        <a:pt x="69056" y="41473"/>
                        <a:pt x="69152" y="42426"/>
                        <a:pt x="69152" y="43474"/>
                      </a:cubicBezTo>
                      <a:cubicBezTo>
                        <a:pt x="69152" y="44521"/>
                        <a:pt x="68961" y="46045"/>
                        <a:pt x="68580" y="48046"/>
                      </a:cubicBezTo>
                      <a:cubicBezTo>
                        <a:pt x="68199" y="50141"/>
                        <a:pt x="68009" y="51665"/>
                        <a:pt x="68009" y="52713"/>
                      </a:cubicBezTo>
                      <a:cubicBezTo>
                        <a:pt x="68009" y="54237"/>
                        <a:pt x="68199" y="55761"/>
                        <a:pt x="68866" y="57190"/>
                      </a:cubicBezTo>
                      <a:cubicBezTo>
                        <a:pt x="69247" y="57952"/>
                        <a:pt x="69437" y="58714"/>
                        <a:pt x="69437" y="59380"/>
                      </a:cubicBezTo>
                      <a:cubicBezTo>
                        <a:pt x="69437" y="60333"/>
                        <a:pt x="69152" y="61381"/>
                        <a:pt x="68675" y="62619"/>
                      </a:cubicBezTo>
                      <a:cubicBezTo>
                        <a:pt x="68104" y="63762"/>
                        <a:pt x="67913" y="64619"/>
                        <a:pt x="67913" y="65191"/>
                      </a:cubicBezTo>
                      <a:cubicBezTo>
                        <a:pt x="67913" y="65953"/>
                        <a:pt x="68199" y="66715"/>
                        <a:pt x="68866" y="67381"/>
                      </a:cubicBezTo>
                      <a:lnTo>
                        <a:pt x="68199" y="76335"/>
                      </a:lnTo>
                      <a:cubicBezTo>
                        <a:pt x="68104" y="75192"/>
                        <a:pt x="67342" y="74620"/>
                        <a:pt x="66008" y="74335"/>
                      </a:cubicBezTo>
                      <a:cubicBezTo>
                        <a:pt x="64198" y="73763"/>
                        <a:pt x="63151" y="73478"/>
                        <a:pt x="62865" y="73382"/>
                      </a:cubicBezTo>
                      <a:cubicBezTo>
                        <a:pt x="62389" y="73763"/>
                        <a:pt x="62103" y="74335"/>
                        <a:pt x="62293" y="74906"/>
                      </a:cubicBezTo>
                      <a:cubicBezTo>
                        <a:pt x="62484" y="75478"/>
                        <a:pt x="62293" y="76049"/>
                        <a:pt x="62103" y="76621"/>
                      </a:cubicBezTo>
                      <a:cubicBezTo>
                        <a:pt x="62865" y="76240"/>
                        <a:pt x="63627" y="76049"/>
                        <a:pt x="64103" y="76049"/>
                      </a:cubicBezTo>
                      <a:cubicBezTo>
                        <a:pt x="65056" y="76049"/>
                        <a:pt x="65817" y="77002"/>
                        <a:pt x="66294" y="79002"/>
                      </a:cubicBezTo>
                      <a:cubicBezTo>
                        <a:pt x="66770" y="81478"/>
                        <a:pt x="67246" y="83003"/>
                        <a:pt x="67723" y="83383"/>
                      </a:cubicBezTo>
                      <a:lnTo>
                        <a:pt x="66675" y="83383"/>
                      </a:lnTo>
                      <a:cubicBezTo>
                        <a:pt x="68294" y="87765"/>
                        <a:pt x="69152" y="93861"/>
                        <a:pt x="69247" y="101576"/>
                      </a:cubicBezTo>
                      <a:cubicBezTo>
                        <a:pt x="69152" y="107958"/>
                        <a:pt x="69056" y="114149"/>
                        <a:pt x="69056" y="120340"/>
                      </a:cubicBezTo>
                      <a:cubicBezTo>
                        <a:pt x="69152" y="124055"/>
                        <a:pt x="69437" y="127294"/>
                        <a:pt x="69818" y="130246"/>
                      </a:cubicBezTo>
                      <a:cubicBezTo>
                        <a:pt x="69913" y="130246"/>
                        <a:pt x="70485" y="130532"/>
                        <a:pt x="71342" y="131008"/>
                      </a:cubicBezTo>
                      <a:cubicBezTo>
                        <a:pt x="72200" y="131580"/>
                        <a:pt x="72961" y="131675"/>
                        <a:pt x="73628" y="131389"/>
                      </a:cubicBezTo>
                      <a:cubicBezTo>
                        <a:pt x="72676" y="133390"/>
                        <a:pt x="72009" y="138438"/>
                        <a:pt x="71818" y="146629"/>
                      </a:cubicBezTo>
                      <a:cubicBezTo>
                        <a:pt x="71818" y="151106"/>
                        <a:pt x="70295" y="154249"/>
                        <a:pt x="67723" y="155869"/>
                      </a:cubicBezTo>
                      <a:cubicBezTo>
                        <a:pt x="68104" y="156154"/>
                        <a:pt x="68294" y="156821"/>
                        <a:pt x="68294" y="158059"/>
                      </a:cubicBezTo>
                      <a:cubicBezTo>
                        <a:pt x="66866" y="158059"/>
                        <a:pt x="62389" y="158059"/>
                        <a:pt x="54864" y="158059"/>
                      </a:cubicBezTo>
                      <a:cubicBezTo>
                        <a:pt x="49339" y="157869"/>
                        <a:pt x="44863" y="158440"/>
                        <a:pt x="41624" y="159679"/>
                      </a:cubicBezTo>
                      <a:cubicBezTo>
                        <a:pt x="38862" y="157297"/>
                        <a:pt x="37433" y="153678"/>
                        <a:pt x="37433" y="149011"/>
                      </a:cubicBezTo>
                      <a:cubicBezTo>
                        <a:pt x="37624" y="144915"/>
                        <a:pt x="37624" y="140914"/>
                        <a:pt x="37624" y="136723"/>
                      </a:cubicBezTo>
                      <a:cubicBezTo>
                        <a:pt x="38385" y="121579"/>
                        <a:pt x="38671" y="105767"/>
                        <a:pt x="38671" y="89194"/>
                      </a:cubicBezTo>
                      <a:cubicBezTo>
                        <a:pt x="38671" y="72620"/>
                        <a:pt x="38385" y="55951"/>
                        <a:pt x="37624" y="38330"/>
                      </a:cubicBezTo>
                      <a:cubicBezTo>
                        <a:pt x="36862" y="35568"/>
                        <a:pt x="34766" y="34139"/>
                        <a:pt x="31337" y="34139"/>
                      </a:cubicBezTo>
                      <a:cubicBezTo>
                        <a:pt x="30670" y="34139"/>
                        <a:pt x="29813" y="34139"/>
                        <a:pt x="28575" y="34330"/>
                      </a:cubicBezTo>
                      <a:lnTo>
                        <a:pt x="26003" y="34330"/>
                      </a:lnTo>
                      <a:cubicBezTo>
                        <a:pt x="24289" y="34330"/>
                        <a:pt x="22860" y="34044"/>
                        <a:pt x="21812" y="33568"/>
                      </a:cubicBezTo>
                      <a:cubicBezTo>
                        <a:pt x="22955" y="33758"/>
                        <a:pt x="19050" y="33758"/>
                        <a:pt x="9906" y="33758"/>
                      </a:cubicBezTo>
                      <a:cubicBezTo>
                        <a:pt x="5810" y="33758"/>
                        <a:pt x="2477" y="32710"/>
                        <a:pt x="0" y="30615"/>
                      </a:cubicBezTo>
                      <a:lnTo>
                        <a:pt x="0" y="2897"/>
                      </a:lnTo>
                      <a:cubicBezTo>
                        <a:pt x="667" y="3564"/>
                        <a:pt x="1429" y="3849"/>
                        <a:pt x="2381" y="3849"/>
                      </a:cubicBezTo>
                      <a:cubicBezTo>
                        <a:pt x="4000" y="3849"/>
                        <a:pt x="5619" y="2802"/>
                        <a:pt x="7144" y="706"/>
                      </a:cubicBezTo>
                      <a:cubicBezTo>
                        <a:pt x="15144" y="230"/>
                        <a:pt x="27051" y="135"/>
                        <a:pt x="42863" y="516"/>
                      </a:cubicBezTo>
                      <a:cubicBezTo>
                        <a:pt x="58674" y="897"/>
                        <a:pt x="70771" y="802"/>
                        <a:pt x="79153" y="135"/>
                      </a:cubicBezTo>
                      <a:cubicBezTo>
                        <a:pt x="79534" y="992"/>
                        <a:pt x="80200" y="1278"/>
                        <a:pt x="80963" y="1278"/>
                      </a:cubicBezTo>
                      <a:cubicBezTo>
                        <a:pt x="81534" y="1278"/>
                        <a:pt x="82201" y="1087"/>
                        <a:pt x="83153" y="706"/>
                      </a:cubicBezTo>
                      <a:cubicBezTo>
                        <a:pt x="84106" y="325"/>
                        <a:pt x="84773" y="135"/>
                        <a:pt x="85154" y="135"/>
                      </a:cubicBezTo>
                      <a:cubicBezTo>
                        <a:pt x="86677" y="1087"/>
                        <a:pt x="90868" y="1087"/>
                        <a:pt x="97631" y="135"/>
                      </a:cubicBezTo>
                      <a:cubicBezTo>
                        <a:pt x="102679" y="-532"/>
                        <a:pt x="105251" y="1278"/>
                        <a:pt x="105537" y="5469"/>
                      </a:cubicBezTo>
                      <a:close/>
                      <a:moveTo>
                        <a:pt x="16859" y="11565"/>
                      </a:moveTo>
                      <a:cubicBezTo>
                        <a:pt x="18192" y="9469"/>
                        <a:pt x="19907" y="8422"/>
                        <a:pt x="22003" y="8422"/>
                      </a:cubicBezTo>
                      <a:cubicBezTo>
                        <a:pt x="22860" y="8422"/>
                        <a:pt x="24098" y="8612"/>
                        <a:pt x="25908" y="8993"/>
                      </a:cubicBezTo>
                      <a:cubicBezTo>
                        <a:pt x="27717" y="9374"/>
                        <a:pt x="29146" y="9565"/>
                        <a:pt x="30194" y="9565"/>
                      </a:cubicBezTo>
                      <a:cubicBezTo>
                        <a:pt x="31242" y="9565"/>
                        <a:pt x="32195" y="9565"/>
                        <a:pt x="33147" y="9184"/>
                      </a:cubicBezTo>
                      <a:lnTo>
                        <a:pt x="30004" y="6040"/>
                      </a:lnTo>
                      <a:cubicBezTo>
                        <a:pt x="28860" y="6040"/>
                        <a:pt x="28289" y="5564"/>
                        <a:pt x="28480" y="4516"/>
                      </a:cubicBezTo>
                      <a:cubicBezTo>
                        <a:pt x="28670" y="3183"/>
                        <a:pt x="28670" y="2516"/>
                        <a:pt x="28480" y="2326"/>
                      </a:cubicBezTo>
                      <a:cubicBezTo>
                        <a:pt x="28099" y="3088"/>
                        <a:pt x="27623" y="3564"/>
                        <a:pt x="27051" y="3659"/>
                      </a:cubicBezTo>
                      <a:cubicBezTo>
                        <a:pt x="26765" y="3564"/>
                        <a:pt x="26479" y="3469"/>
                        <a:pt x="26098" y="3469"/>
                      </a:cubicBezTo>
                      <a:cubicBezTo>
                        <a:pt x="26003" y="3469"/>
                        <a:pt x="26003" y="4231"/>
                        <a:pt x="26098" y="5469"/>
                      </a:cubicBezTo>
                      <a:cubicBezTo>
                        <a:pt x="24575" y="6516"/>
                        <a:pt x="22479" y="7183"/>
                        <a:pt x="20002" y="7469"/>
                      </a:cubicBezTo>
                      <a:cubicBezTo>
                        <a:pt x="16954" y="7755"/>
                        <a:pt x="14954" y="8041"/>
                        <a:pt x="14097" y="8517"/>
                      </a:cubicBezTo>
                      <a:lnTo>
                        <a:pt x="18098" y="8517"/>
                      </a:lnTo>
                      <a:cubicBezTo>
                        <a:pt x="17240" y="9660"/>
                        <a:pt x="16478" y="10422"/>
                        <a:pt x="15716" y="10898"/>
                      </a:cubicBezTo>
                      <a:cubicBezTo>
                        <a:pt x="15621" y="10898"/>
                        <a:pt x="15430" y="10803"/>
                        <a:pt x="15430" y="10707"/>
                      </a:cubicBezTo>
                      <a:cubicBezTo>
                        <a:pt x="15144" y="10707"/>
                        <a:pt x="14954" y="10993"/>
                        <a:pt x="14668" y="11279"/>
                      </a:cubicBezTo>
                      <a:cubicBezTo>
                        <a:pt x="13907" y="11565"/>
                        <a:pt x="13240" y="11660"/>
                        <a:pt x="12859" y="11660"/>
                      </a:cubicBezTo>
                      <a:cubicBezTo>
                        <a:pt x="12382" y="11470"/>
                        <a:pt x="11620" y="11470"/>
                        <a:pt x="10763" y="11660"/>
                      </a:cubicBezTo>
                      <a:cubicBezTo>
                        <a:pt x="8001" y="11470"/>
                        <a:pt x="6001" y="11470"/>
                        <a:pt x="4953" y="11660"/>
                      </a:cubicBezTo>
                      <a:lnTo>
                        <a:pt x="4953" y="10707"/>
                      </a:lnTo>
                      <a:lnTo>
                        <a:pt x="2572" y="13279"/>
                      </a:lnTo>
                      <a:cubicBezTo>
                        <a:pt x="3238" y="13565"/>
                        <a:pt x="4000" y="13660"/>
                        <a:pt x="4763" y="13660"/>
                      </a:cubicBezTo>
                      <a:cubicBezTo>
                        <a:pt x="5048" y="13660"/>
                        <a:pt x="7048" y="12994"/>
                        <a:pt x="10763" y="11660"/>
                      </a:cubicBezTo>
                      <a:lnTo>
                        <a:pt x="12859" y="11660"/>
                      </a:lnTo>
                      <a:cubicBezTo>
                        <a:pt x="12859" y="11660"/>
                        <a:pt x="13621" y="12327"/>
                        <a:pt x="13907" y="12803"/>
                      </a:cubicBezTo>
                      <a:cubicBezTo>
                        <a:pt x="14192" y="13279"/>
                        <a:pt x="14383" y="13756"/>
                        <a:pt x="14668" y="14518"/>
                      </a:cubicBezTo>
                      <a:cubicBezTo>
                        <a:pt x="14573" y="14041"/>
                        <a:pt x="14383" y="13660"/>
                        <a:pt x="14097" y="13089"/>
                      </a:cubicBezTo>
                      <a:cubicBezTo>
                        <a:pt x="14097" y="12327"/>
                        <a:pt x="14288" y="11660"/>
                        <a:pt x="14668" y="11374"/>
                      </a:cubicBezTo>
                      <a:cubicBezTo>
                        <a:pt x="14954" y="11374"/>
                        <a:pt x="15240" y="11279"/>
                        <a:pt x="15716" y="10993"/>
                      </a:cubicBezTo>
                      <a:cubicBezTo>
                        <a:pt x="16573" y="12327"/>
                        <a:pt x="17050" y="13089"/>
                        <a:pt x="17050" y="13374"/>
                      </a:cubicBezTo>
                      <a:lnTo>
                        <a:pt x="22384" y="12327"/>
                      </a:lnTo>
                      <a:lnTo>
                        <a:pt x="17050" y="11755"/>
                      </a:lnTo>
                      <a:close/>
                      <a:moveTo>
                        <a:pt x="12954" y="20709"/>
                      </a:moveTo>
                      <a:lnTo>
                        <a:pt x="16097" y="19185"/>
                      </a:lnTo>
                      <a:lnTo>
                        <a:pt x="14573" y="19185"/>
                      </a:lnTo>
                      <a:lnTo>
                        <a:pt x="13049" y="20709"/>
                      </a:lnTo>
                      <a:close/>
                      <a:moveTo>
                        <a:pt x="37433" y="5469"/>
                      </a:moveTo>
                      <a:lnTo>
                        <a:pt x="39814" y="2897"/>
                      </a:lnTo>
                      <a:cubicBezTo>
                        <a:pt x="39052" y="2802"/>
                        <a:pt x="38005" y="2326"/>
                        <a:pt x="36862" y="1659"/>
                      </a:cubicBezTo>
                      <a:lnTo>
                        <a:pt x="34194" y="5469"/>
                      </a:lnTo>
                      <a:lnTo>
                        <a:pt x="31432" y="3849"/>
                      </a:lnTo>
                      <a:lnTo>
                        <a:pt x="35147" y="7564"/>
                      </a:lnTo>
                      <a:cubicBezTo>
                        <a:pt x="35147" y="4897"/>
                        <a:pt x="35719" y="3373"/>
                        <a:pt x="36766" y="2802"/>
                      </a:cubicBezTo>
                      <a:cubicBezTo>
                        <a:pt x="37148" y="3088"/>
                        <a:pt x="37338" y="3945"/>
                        <a:pt x="37338" y="5374"/>
                      </a:cubicBezTo>
                      <a:close/>
                      <a:moveTo>
                        <a:pt x="45148" y="84812"/>
                      </a:moveTo>
                      <a:cubicBezTo>
                        <a:pt x="47530" y="85098"/>
                        <a:pt x="48577" y="84907"/>
                        <a:pt x="48387" y="84241"/>
                      </a:cubicBezTo>
                      <a:cubicBezTo>
                        <a:pt x="47816" y="83955"/>
                        <a:pt x="46767" y="84241"/>
                        <a:pt x="45148" y="84812"/>
                      </a:cubicBezTo>
                      <a:cubicBezTo>
                        <a:pt x="44482" y="84526"/>
                        <a:pt x="44005" y="84526"/>
                        <a:pt x="43625" y="84812"/>
                      </a:cubicBezTo>
                      <a:cubicBezTo>
                        <a:pt x="44291" y="85098"/>
                        <a:pt x="44768" y="85098"/>
                        <a:pt x="45148" y="84812"/>
                      </a:cubicBezTo>
                      <a:close/>
                      <a:moveTo>
                        <a:pt x="65913" y="81669"/>
                      </a:moveTo>
                      <a:cubicBezTo>
                        <a:pt x="64389" y="80621"/>
                        <a:pt x="62389" y="80049"/>
                        <a:pt x="59627" y="80049"/>
                      </a:cubicBezTo>
                      <a:cubicBezTo>
                        <a:pt x="56292" y="80049"/>
                        <a:pt x="54102" y="79859"/>
                        <a:pt x="52864" y="79478"/>
                      </a:cubicBezTo>
                      <a:lnTo>
                        <a:pt x="58198" y="82621"/>
                      </a:lnTo>
                      <a:cubicBezTo>
                        <a:pt x="57531" y="82907"/>
                        <a:pt x="57245" y="83383"/>
                        <a:pt x="57245" y="84241"/>
                      </a:cubicBezTo>
                      <a:lnTo>
                        <a:pt x="58864" y="84241"/>
                      </a:lnTo>
                      <a:cubicBezTo>
                        <a:pt x="59341" y="84431"/>
                        <a:pt x="59627" y="84717"/>
                        <a:pt x="59627" y="85003"/>
                      </a:cubicBezTo>
                      <a:cubicBezTo>
                        <a:pt x="59627" y="85193"/>
                        <a:pt x="59436" y="85574"/>
                        <a:pt x="59055" y="86241"/>
                      </a:cubicBezTo>
                      <a:cubicBezTo>
                        <a:pt x="58674" y="86908"/>
                        <a:pt x="58579" y="87479"/>
                        <a:pt x="58864" y="87955"/>
                      </a:cubicBezTo>
                      <a:lnTo>
                        <a:pt x="62008" y="87955"/>
                      </a:lnTo>
                      <a:cubicBezTo>
                        <a:pt x="60388" y="86431"/>
                        <a:pt x="59627" y="85288"/>
                        <a:pt x="59627" y="84622"/>
                      </a:cubicBezTo>
                      <a:cubicBezTo>
                        <a:pt x="59627" y="84145"/>
                        <a:pt x="60007" y="83669"/>
                        <a:pt x="60674" y="83288"/>
                      </a:cubicBezTo>
                      <a:cubicBezTo>
                        <a:pt x="61436" y="83003"/>
                        <a:pt x="62293" y="82621"/>
                        <a:pt x="63341" y="82240"/>
                      </a:cubicBezTo>
                      <a:cubicBezTo>
                        <a:pt x="64294" y="82050"/>
                        <a:pt x="65151" y="82431"/>
                        <a:pt x="65913" y="83193"/>
                      </a:cubicBezTo>
                      <a:lnTo>
                        <a:pt x="65913" y="81669"/>
                      </a:lnTo>
                      <a:close/>
                      <a:moveTo>
                        <a:pt x="58198" y="68048"/>
                      </a:moveTo>
                      <a:cubicBezTo>
                        <a:pt x="59055" y="69096"/>
                        <a:pt x="60007" y="69572"/>
                        <a:pt x="61341" y="69572"/>
                      </a:cubicBezTo>
                      <a:cubicBezTo>
                        <a:pt x="63341" y="69572"/>
                        <a:pt x="65056" y="68905"/>
                        <a:pt x="66484" y="67381"/>
                      </a:cubicBezTo>
                      <a:lnTo>
                        <a:pt x="63532" y="66334"/>
                      </a:lnTo>
                      <a:cubicBezTo>
                        <a:pt x="63436" y="67953"/>
                        <a:pt x="63055" y="68715"/>
                        <a:pt x="62579" y="68715"/>
                      </a:cubicBezTo>
                      <a:cubicBezTo>
                        <a:pt x="62389" y="68715"/>
                        <a:pt x="61913" y="68239"/>
                        <a:pt x="60865" y="67286"/>
                      </a:cubicBezTo>
                      <a:cubicBezTo>
                        <a:pt x="59912" y="66429"/>
                        <a:pt x="59055" y="66048"/>
                        <a:pt x="58198" y="66238"/>
                      </a:cubicBezTo>
                      <a:lnTo>
                        <a:pt x="58198" y="67858"/>
                      </a:lnTo>
                      <a:close/>
                      <a:moveTo>
                        <a:pt x="65532" y="86812"/>
                      </a:moveTo>
                      <a:lnTo>
                        <a:pt x="65913" y="87098"/>
                      </a:lnTo>
                      <a:lnTo>
                        <a:pt x="65532" y="86812"/>
                      </a:lnTo>
                      <a:lnTo>
                        <a:pt x="61913" y="84336"/>
                      </a:lnTo>
                      <a:cubicBezTo>
                        <a:pt x="61532" y="85479"/>
                        <a:pt x="61913" y="86241"/>
                        <a:pt x="63055" y="86527"/>
                      </a:cubicBezTo>
                      <a:cubicBezTo>
                        <a:pt x="63818" y="86622"/>
                        <a:pt x="64675" y="86812"/>
                        <a:pt x="65437" y="86908"/>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 name="Google Shape;1216;p99"/>
                <p:cNvSpPr/>
                <p:nvPr/>
              </p:nvSpPr>
              <p:spPr>
                <a:xfrm>
                  <a:off x="7891366" y="3252882"/>
                  <a:ext cx="122968" cy="161162"/>
                </a:xfrm>
                <a:custGeom>
                  <a:avLst/>
                  <a:gdLst/>
                  <a:ahLst/>
                  <a:cxnLst/>
                  <a:rect l="l" t="t" r="r" b="b"/>
                  <a:pathLst>
                    <a:path w="122968" h="161162" extrusionOk="0">
                      <a:moveTo>
                        <a:pt x="108585" y="128968"/>
                      </a:moveTo>
                      <a:cubicBezTo>
                        <a:pt x="111252" y="130683"/>
                        <a:pt x="112681" y="133540"/>
                        <a:pt x="112966" y="137446"/>
                      </a:cubicBezTo>
                      <a:cubicBezTo>
                        <a:pt x="113062" y="140875"/>
                        <a:pt x="113157" y="144208"/>
                        <a:pt x="113157" y="147542"/>
                      </a:cubicBezTo>
                      <a:cubicBezTo>
                        <a:pt x="113348" y="149447"/>
                        <a:pt x="113538" y="150971"/>
                        <a:pt x="114015" y="152305"/>
                      </a:cubicBezTo>
                      <a:cubicBezTo>
                        <a:pt x="110300" y="158210"/>
                        <a:pt x="104108" y="161163"/>
                        <a:pt x="95441" y="161163"/>
                      </a:cubicBezTo>
                      <a:cubicBezTo>
                        <a:pt x="92964" y="161163"/>
                        <a:pt x="88964" y="160877"/>
                        <a:pt x="83630" y="160306"/>
                      </a:cubicBezTo>
                      <a:cubicBezTo>
                        <a:pt x="78296" y="159829"/>
                        <a:pt x="74295" y="159544"/>
                        <a:pt x="71628" y="159544"/>
                      </a:cubicBezTo>
                      <a:cubicBezTo>
                        <a:pt x="68961" y="159544"/>
                        <a:pt x="66390" y="159544"/>
                        <a:pt x="64294" y="159925"/>
                      </a:cubicBezTo>
                      <a:lnTo>
                        <a:pt x="19145" y="159925"/>
                      </a:lnTo>
                      <a:lnTo>
                        <a:pt x="19145" y="159353"/>
                      </a:lnTo>
                      <a:cubicBezTo>
                        <a:pt x="17526" y="158496"/>
                        <a:pt x="14859" y="158305"/>
                        <a:pt x="10859" y="158972"/>
                      </a:cubicBezTo>
                      <a:cubicBezTo>
                        <a:pt x="6858" y="159639"/>
                        <a:pt x="3906" y="159258"/>
                        <a:pt x="1714" y="157734"/>
                      </a:cubicBezTo>
                      <a:cubicBezTo>
                        <a:pt x="2381" y="138874"/>
                        <a:pt x="2667" y="120205"/>
                        <a:pt x="2667" y="101727"/>
                      </a:cubicBezTo>
                      <a:cubicBezTo>
                        <a:pt x="2667" y="83248"/>
                        <a:pt x="2286" y="64579"/>
                        <a:pt x="1714" y="45720"/>
                      </a:cubicBezTo>
                      <a:cubicBezTo>
                        <a:pt x="2477" y="46291"/>
                        <a:pt x="2953" y="46482"/>
                        <a:pt x="3239" y="46291"/>
                      </a:cubicBezTo>
                      <a:lnTo>
                        <a:pt x="3810" y="45720"/>
                      </a:lnTo>
                      <a:cubicBezTo>
                        <a:pt x="3906" y="44958"/>
                        <a:pt x="3620" y="44387"/>
                        <a:pt x="2763" y="44101"/>
                      </a:cubicBezTo>
                      <a:cubicBezTo>
                        <a:pt x="2000" y="43720"/>
                        <a:pt x="1619" y="43529"/>
                        <a:pt x="1619" y="43339"/>
                      </a:cubicBezTo>
                      <a:cubicBezTo>
                        <a:pt x="1619" y="43148"/>
                        <a:pt x="1905" y="42672"/>
                        <a:pt x="2572" y="42005"/>
                      </a:cubicBezTo>
                      <a:cubicBezTo>
                        <a:pt x="2572" y="43148"/>
                        <a:pt x="2763" y="43910"/>
                        <a:pt x="3143" y="44196"/>
                      </a:cubicBezTo>
                      <a:cubicBezTo>
                        <a:pt x="4477" y="44005"/>
                        <a:pt x="4763" y="43339"/>
                        <a:pt x="4286" y="41910"/>
                      </a:cubicBezTo>
                      <a:cubicBezTo>
                        <a:pt x="3620" y="40576"/>
                        <a:pt x="3810" y="39719"/>
                        <a:pt x="4763" y="39433"/>
                      </a:cubicBezTo>
                      <a:cubicBezTo>
                        <a:pt x="4572" y="39624"/>
                        <a:pt x="4572" y="39910"/>
                        <a:pt x="4572" y="40196"/>
                      </a:cubicBezTo>
                      <a:cubicBezTo>
                        <a:pt x="4572" y="40672"/>
                        <a:pt x="4858" y="41243"/>
                        <a:pt x="5620" y="41815"/>
                      </a:cubicBezTo>
                      <a:cubicBezTo>
                        <a:pt x="6287" y="42386"/>
                        <a:pt x="6763" y="42863"/>
                        <a:pt x="6858" y="43053"/>
                      </a:cubicBezTo>
                      <a:lnTo>
                        <a:pt x="10001" y="42481"/>
                      </a:lnTo>
                      <a:lnTo>
                        <a:pt x="6858" y="40291"/>
                      </a:lnTo>
                      <a:lnTo>
                        <a:pt x="10001" y="38671"/>
                      </a:lnTo>
                      <a:cubicBezTo>
                        <a:pt x="10001" y="38671"/>
                        <a:pt x="9049" y="37814"/>
                        <a:pt x="7620" y="36290"/>
                      </a:cubicBezTo>
                      <a:cubicBezTo>
                        <a:pt x="6572" y="35338"/>
                        <a:pt x="5715" y="34862"/>
                        <a:pt x="5049" y="34862"/>
                      </a:cubicBezTo>
                      <a:cubicBezTo>
                        <a:pt x="4191" y="34862"/>
                        <a:pt x="3620" y="35433"/>
                        <a:pt x="3048" y="36385"/>
                      </a:cubicBezTo>
                      <a:cubicBezTo>
                        <a:pt x="2096" y="35909"/>
                        <a:pt x="1714" y="35338"/>
                        <a:pt x="1714" y="34862"/>
                      </a:cubicBezTo>
                      <a:cubicBezTo>
                        <a:pt x="1714" y="34576"/>
                        <a:pt x="2191" y="34099"/>
                        <a:pt x="3334" y="33147"/>
                      </a:cubicBezTo>
                      <a:cubicBezTo>
                        <a:pt x="4382" y="32290"/>
                        <a:pt x="4858" y="31528"/>
                        <a:pt x="4763" y="30861"/>
                      </a:cubicBezTo>
                      <a:lnTo>
                        <a:pt x="6287" y="32480"/>
                      </a:lnTo>
                      <a:lnTo>
                        <a:pt x="7334" y="31337"/>
                      </a:lnTo>
                      <a:cubicBezTo>
                        <a:pt x="7334" y="31337"/>
                        <a:pt x="8191" y="31909"/>
                        <a:pt x="8763" y="31909"/>
                      </a:cubicBezTo>
                      <a:cubicBezTo>
                        <a:pt x="9430" y="31909"/>
                        <a:pt x="10383" y="31528"/>
                        <a:pt x="11811" y="30956"/>
                      </a:cubicBezTo>
                      <a:cubicBezTo>
                        <a:pt x="13240" y="30289"/>
                        <a:pt x="14192" y="30004"/>
                        <a:pt x="14859" y="30004"/>
                      </a:cubicBezTo>
                      <a:cubicBezTo>
                        <a:pt x="15621" y="30004"/>
                        <a:pt x="16288" y="30289"/>
                        <a:pt x="16764" y="30956"/>
                      </a:cubicBezTo>
                      <a:lnTo>
                        <a:pt x="17716" y="30385"/>
                      </a:lnTo>
                      <a:cubicBezTo>
                        <a:pt x="17622" y="29146"/>
                        <a:pt x="16859" y="28384"/>
                        <a:pt x="15430" y="27908"/>
                      </a:cubicBezTo>
                      <a:cubicBezTo>
                        <a:pt x="14097" y="27432"/>
                        <a:pt x="13240" y="26956"/>
                        <a:pt x="12954" y="26670"/>
                      </a:cubicBezTo>
                      <a:cubicBezTo>
                        <a:pt x="10859" y="26479"/>
                        <a:pt x="8287" y="26479"/>
                        <a:pt x="5239" y="26670"/>
                      </a:cubicBezTo>
                      <a:cubicBezTo>
                        <a:pt x="4953" y="27241"/>
                        <a:pt x="4667" y="27622"/>
                        <a:pt x="4477" y="27622"/>
                      </a:cubicBezTo>
                      <a:cubicBezTo>
                        <a:pt x="3906" y="27241"/>
                        <a:pt x="3524" y="27051"/>
                        <a:pt x="3334" y="27051"/>
                      </a:cubicBezTo>
                      <a:cubicBezTo>
                        <a:pt x="3048" y="27051"/>
                        <a:pt x="2763" y="27051"/>
                        <a:pt x="2572" y="27241"/>
                      </a:cubicBezTo>
                      <a:lnTo>
                        <a:pt x="953" y="21336"/>
                      </a:lnTo>
                      <a:cubicBezTo>
                        <a:pt x="2000" y="21336"/>
                        <a:pt x="2763" y="20955"/>
                        <a:pt x="3143" y="20288"/>
                      </a:cubicBezTo>
                      <a:cubicBezTo>
                        <a:pt x="3143" y="19050"/>
                        <a:pt x="2667" y="18764"/>
                        <a:pt x="1619" y="19240"/>
                      </a:cubicBezTo>
                      <a:cubicBezTo>
                        <a:pt x="667" y="19812"/>
                        <a:pt x="95" y="19621"/>
                        <a:pt x="0" y="18859"/>
                      </a:cubicBezTo>
                      <a:lnTo>
                        <a:pt x="1524" y="17240"/>
                      </a:lnTo>
                      <a:lnTo>
                        <a:pt x="3048" y="18859"/>
                      </a:lnTo>
                      <a:cubicBezTo>
                        <a:pt x="3048" y="18859"/>
                        <a:pt x="3620" y="17240"/>
                        <a:pt x="3620" y="15049"/>
                      </a:cubicBezTo>
                      <a:cubicBezTo>
                        <a:pt x="3620" y="15621"/>
                        <a:pt x="3906" y="16002"/>
                        <a:pt x="4572" y="16288"/>
                      </a:cubicBezTo>
                      <a:cubicBezTo>
                        <a:pt x="5620" y="15526"/>
                        <a:pt x="6096" y="14859"/>
                        <a:pt x="6096" y="14288"/>
                      </a:cubicBezTo>
                      <a:cubicBezTo>
                        <a:pt x="6096" y="13716"/>
                        <a:pt x="5239" y="12763"/>
                        <a:pt x="3334" y="11430"/>
                      </a:cubicBezTo>
                      <a:cubicBezTo>
                        <a:pt x="1619" y="10192"/>
                        <a:pt x="667" y="9049"/>
                        <a:pt x="667" y="8001"/>
                      </a:cubicBezTo>
                      <a:cubicBezTo>
                        <a:pt x="667" y="7048"/>
                        <a:pt x="1238" y="6096"/>
                        <a:pt x="2286" y="5048"/>
                      </a:cubicBezTo>
                      <a:lnTo>
                        <a:pt x="6001" y="1048"/>
                      </a:lnTo>
                      <a:cubicBezTo>
                        <a:pt x="12764" y="381"/>
                        <a:pt x="19908" y="0"/>
                        <a:pt x="27623" y="0"/>
                      </a:cubicBezTo>
                      <a:cubicBezTo>
                        <a:pt x="34862" y="0"/>
                        <a:pt x="45720" y="381"/>
                        <a:pt x="60293" y="1238"/>
                      </a:cubicBezTo>
                      <a:cubicBezTo>
                        <a:pt x="74772" y="2000"/>
                        <a:pt x="85820" y="2381"/>
                        <a:pt x="93155" y="2381"/>
                      </a:cubicBezTo>
                      <a:cubicBezTo>
                        <a:pt x="98489" y="2381"/>
                        <a:pt x="103537" y="2286"/>
                        <a:pt x="108204" y="2000"/>
                      </a:cubicBezTo>
                      <a:cubicBezTo>
                        <a:pt x="111252" y="4381"/>
                        <a:pt x="112776" y="7525"/>
                        <a:pt x="112776" y="11525"/>
                      </a:cubicBezTo>
                      <a:cubicBezTo>
                        <a:pt x="112776" y="12763"/>
                        <a:pt x="112586" y="14764"/>
                        <a:pt x="112205" y="17621"/>
                      </a:cubicBezTo>
                      <a:cubicBezTo>
                        <a:pt x="111823" y="20574"/>
                        <a:pt x="111633" y="22765"/>
                        <a:pt x="111633" y="24384"/>
                      </a:cubicBezTo>
                      <a:cubicBezTo>
                        <a:pt x="111633" y="26003"/>
                        <a:pt x="111728" y="27432"/>
                        <a:pt x="112014" y="28765"/>
                      </a:cubicBezTo>
                      <a:cubicBezTo>
                        <a:pt x="112014" y="30861"/>
                        <a:pt x="110680" y="31909"/>
                        <a:pt x="108014" y="31909"/>
                      </a:cubicBezTo>
                      <a:cubicBezTo>
                        <a:pt x="107632" y="31909"/>
                        <a:pt x="106871" y="31909"/>
                        <a:pt x="106013" y="31718"/>
                      </a:cubicBezTo>
                      <a:lnTo>
                        <a:pt x="104013" y="31718"/>
                      </a:lnTo>
                      <a:cubicBezTo>
                        <a:pt x="102489" y="31718"/>
                        <a:pt x="101251" y="32004"/>
                        <a:pt x="100489" y="32575"/>
                      </a:cubicBezTo>
                      <a:lnTo>
                        <a:pt x="96108" y="32575"/>
                      </a:lnTo>
                      <a:lnTo>
                        <a:pt x="96108" y="31718"/>
                      </a:lnTo>
                      <a:cubicBezTo>
                        <a:pt x="90011" y="32290"/>
                        <a:pt x="83153" y="32575"/>
                        <a:pt x="75533" y="32575"/>
                      </a:cubicBezTo>
                      <a:cubicBezTo>
                        <a:pt x="70771" y="32671"/>
                        <a:pt x="63913" y="32671"/>
                        <a:pt x="54769" y="32575"/>
                      </a:cubicBezTo>
                      <a:lnTo>
                        <a:pt x="33909" y="32575"/>
                      </a:lnTo>
                      <a:cubicBezTo>
                        <a:pt x="33052" y="34957"/>
                        <a:pt x="32481" y="37719"/>
                        <a:pt x="32481" y="40672"/>
                      </a:cubicBezTo>
                      <a:cubicBezTo>
                        <a:pt x="32481" y="41624"/>
                        <a:pt x="32575" y="43053"/>
                        <a:pt x="32766" y="44863"/>
                      </a:cubicBezTo>
                      <a:lnTo>
                        <a:pt x="32766" y="49244"/>
                      </a:lnTo>
                      <a:cubicBezTo>
                        <a:pt x="32766" y="52102"/>
                        <a:pt x="32385" y="54769"/>
                        <a:pt x="31718" y="57150"/>
                      </a:cubicBezTo>
                      <a:cubicBezTo>
                        <a:pt x="32099" y="58960"/>
                        <a:pt x="32385" y="60865"/>
                        <a:pt x="32766" y="62674"/>
                      </a:cubicBezTo>
                      <a:cubicBezTo>
                        <a:pt x="33433" y="65056"/>
                        <a:pt x="34576" y="66199"/>
                        <a:pt x="36290" y="66199"/>
                      </a:cubicBezTo>
                      <a:cubicBezTo>
                        <a:pt x="36862" y="66199"/>
                        <a:pt x="37338" y="66199"/>
                        <a:pt x="37909" y="66008"/>
                      </a:cubicBezTo>
                      <a:cubicBezTo>
                        <a:pt x="38386" y="66104"/>
                        <a:pt x="38767" y="66199"/>
                        <a:pt x="39338" y="66199"/>
                      </a:cubicBezTo>
                      <a:cubicBezTo>
                        <a:pt x="39910" y="66199"/>
                        <a:pt x="40672" y="66199"/>
                        <a:pt x="41720" y="65818"/>
                      </a:cubicBezTo>
                      <a:cubicBezTo>
                        <a:pt x="42767" y="65532"/>
                        <a:pt x="43434" y="65437"/>
                        <a:pt x="43910" y="65437"/>
                      </a:cubicBezTo>
                      <a:cubicBezTo>
                        <a:pt x="44958" y="65437"/>
                        <a:pt x="45815" y="66008"/>
                        <a:pt x="46482" y="67056"/>
                      </a:cubicBezTo>
                      <a:cubicBezTo>
                        <a:pt x="50006" y="66008"/>
                        <a:pt x="54197" y="65437"/>
                        <a:pt x="58960" y="65437"/>
                      </a:cubicBezTo>
                      <a:cubicBezTo>
                        <a:pt x="61341" y="65437"/>
                        <a:pt x="64770" y="65627"/>
                        <a:pt x="69342" y="65913"/>
                      </a:cubicBezTo>
                      <a:cubicBezTo>
                        <a:pt x="73914" y="66199"/>
                        <a:pt x="77248" y="66389"/>
                        <a:pt x="79534" y="66389"/>
                      </a:cubicBezTo>
                      <a:cubicBezTo>
                        <a:pt x="81820" y="66389"/>
                        <a:pt x="83915" y="66199"/>
                        <a:pt x="85820" y="66008"/>
                      </a:cubicBezTo>
                      <a:cubicBezTo>
                        <a:pt x="86773" y="69342"/>
                        <a:pt x="87154" y="73914"/>
                        <a:pt x="86963" y="79820"/>
                      </a:cubicBezTo>
                      <a:cubicBezTo>
                        <a:pt x="86773" y="86582"/>
                        <a:pt x="86963" y="91154"/>
                        <a:pt x="87344" y="93726"/>
                      </a:cubicBezTo>
                      <a:cubicBezTo>
                        <a:pt x="84582" y="95726"/>
                        <a:pt x="80772" y="96679"/>
                        <a:pt x="76009" y="96679"/>
                      </a:cubicBezTo>
                      <a:cubicBezTo>
                        <a:pt x="74105" y="96679"/>
                        <a:pt x="71057" y="96488"/>
                        <a:pt x="67056" y="96107"/>
                      </a:cubicBezTo>
                      <a:cubicBezTo>
                        <a:pt x="63055" y="95726"/>
                        <a:pt x="60007" y="95536"/>
                        <a:pt x="57817" y="95536"/>
                      </a:cubicBezTo>
                      <a:cubicBezTo>
                        <a:pt x="55816" y="95536"/>
                        <a:pt x="54007" y="95726"/>
                        <a:pt x="52292" y="95917"/>
                      </a:cubicBezTo>
                      <a:lnTo>
                        <a:pt x="52292" y="94964"/>
                      </a:lnTo>
                      <a:cubicBezTo>
                        <a:pt x="51340" y="95059"/>
                        <a:pt x="49339" y="95155"/>
                        <a:pt x="46197" y="95155"/>
                      </a:cubicBezTo>
                      <a:cubicBezTo>
                        <a:pt x="44101" y="95155"/>
                        <a:pt x="42100" y="95631"/>
                        <a:pt x="40291" y="96488"/>
                      </a:cubicBezTo>
                      <a:cubicBezTo>
                        <a:pt x="39624" y="96107"/>
                        <a:pt x="38767" y="95917"/>
                        <a:pt x="37719" y="95917"/>
                      </a:cubicBezTo>
                      <a:cubicBezTo>
                        <a:pt x="36100" y="96107"/>
                        <a:pt x="35243" y="96107"/>
                        <a:pt x="34957" y="95917"/>
                      </a:cubicBezTo>
                      <a:cubicBezTo>
                        <a:pt x="32861" y="96583"/>
                        <a:pt x="31814" y="98203"/>
                        <a:pt x="31814" y="100870"/>
                      </a:cubicBezTo>
                      <a:cubicBezTo>
                        <a:pt x="31814" y="102679"/>
                        <a:pt x="32195" y="104108"/>
                        <a:pt x="32861" y="105156"/>
                      </a:cubicBezTo>
                      <a:cubicBezTo>
                        <a:pt x="30004" y="104394"/>
                        <a:pt x="27337" y="105156"/>
                        <a:pt x="25146" y="107347"/>
                      </a:cubicBezTo>
                      <a:lnTo>
                        <a:pt x="30289" y="106299"/>
                      </a:lnTo>
                      <a:lnTo>
                        <a:pt x="29623" y="107347"/>
                      </a:lnTo>
                      <a:cubicBezTo>
                        <a:pt x="29909" y="107823"/>
                        <a:pt x="30289" y="108109"/>
                        <a:pt x="30671" y="108109"/>
                      </a:cubicBezTo>
                      <a:cubicBezTo>
                        <a:pt x="30385" y="108109"/>
                        <a:pt x="31052" y="107537"/>
                        <a:pt x="32861" y="106299"/>
                      </a:cubicBezTo>
                      <a:cubicBezTo>
                        <a:pt x="32861" y="105823"/>
                        <a:pt x="32861" y="109633"/>
                        <a:pt x="32575" y="117824"/>
                      </a:cubicBezTo>
                      <a:cubicBezTo>
                        <a:pt x="32575" y="122587"/>
                        <a:pt x="33242" y="126206"/>
                        <a:pt x="34957" y="128683"/>
                      </a:cubicBezTo>
                      <a:cubicBezTo>
                        <a:pt x="39910" y="129349"/>
                        <a:pt x="45053" y="129730"/>
                        <a:pt x="50482" y="129730"/>
                      </a:cubicBezTo>
                      <a:cubicBezTo>
                        <a:pt x="54578" y="129730"/>
                        <a:pt x="60484" y="129445"/>
                        <a:pt x="68389" y="128873"/>
                      </a:cubicBezTo>
                      <a:cubicBezTo>
                        <a:pt x="76200" y="128397"/>
                        <a:pt x="82201" y="128111"/>
                        <a:pt x="86106" y="128111"/>
                      </a:cubicBezTo>
                      <a:cubicBezTo>
                        <a:pt x="92012" y="128111"/>
                        <a:pt x="97631" y="128492"/>
                        <a:pt x="102680" y="129254"/>
                      </a:cubicBezTo>
                      <a:cubicBezTo>
                        <a:pt x="103537" y="127159"/>
                        <a:pt x="105442" y="126968"/>
                        <a:pt x="108204" y="128683"/>
                      </a:cubicBezTo>
                      <a:close/>
                      <a:moveTo>
                        <a:pt x="6477" y="29623"/>
                      </a:moveTo>
                      <a:lnTo>
                        <a:pt x="7715" y="31242"/>
                      </a:lnTo>
                      <a:lnTo>
                        <a:pt x="7525" y="31623"/>
                      </a:lnTo>
                      <a:cubicBezTo>
                        <a:pt x="6953" y="31051"/>
                        <a:pt x="6668" y="30480"/>
                        <a:pt x="6477" y="29623"/>
                      </a:cubicBezTo>
                      <a:close/>
                      <a:moveTo>
                        <a:pt x="47054" y="86201"/>
                      </a:moveTo>
                      <a:lnTo>
                        <a:pt x="44672" y="86201"/>
                      </a:lnTo>
                      <a:cubicBezTo>
                        <a:pt x="45053" y="87154"/>
                        <a:pt x="45911" y="87154"/>
                        <a:pt x="47054" y="86201"/>
                      </a:cubicBezTo>
                      <a:lnTo>
                        <a:pt x="48006" y="86201"/>
                      </a:lnTo>
                      <a:cubicBezTo>
                        <a:pt x="48006" y="86201"/>
                        <a:pt x="48387" y="86963"/>
                        <a:pt x="48387" y="87535"/>
                      </a:cubicBezTo>
                      <a:lnTo>
                        <a:pt x="51149" y="86201"/>
                      </a:lnTo>
                      <a:cubicBezTo>
                        <a:pt x="51816" y="86868"/>
                        <a:pt x="52197" y="87344"/>
                        <a:pt x="52197" y="87535"/>
                      </a:cubicBezTo>
                      <a:lnTo>
                        <a:pt x="55150" y="87535"/>
                      </a:lnTo>
                      <a:lnTo>
                        <a:pt x="55150" y="86201"/>
                      </a:lnTo>
                      <a:lnTo>
                        <a:pt x="48006" y="86201"/>
                      </a:lnTo>
                      <a:cubicBezTo>
                        <a:pt x="48006" y="86201"/>
                        <a:pt x="47434" y="85915"/>
                        <a:pt x="47054" y="86201"/>
                      </a:cubicBezTo>
                      <a:close/>
                      <a:moveTo>
                        <a:pt x="85630" y="11621"/>
                      </a:moveTo>
                      <a:lnTo>
                        <a:pt x="84011" y="10573"/>
                      </a:lnTo>
                      <a:lnTo>
                        <a:pt x="85630" y="13716"/>
                      </a:lnTo>
                      <a:lnTo>
                        <a:pt x="85630" y="11525"/>
                      </a:lnTo>
                      <a:close/>
                      <a:moveTo>
                        <a:pt x="122206" y="139732"/>
                      </a:moveTo>
                      <a:lnTo>
                        <a:pt x="122968" y="139732"/>
                      </a:lnTo>
                      <a:lnTo>
                        <a:pt x="120587" y="141065"/>
                      </a:lnTo>
                      <a:lnTo>
                        <a:pt x="122206" y="139732"/>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 name="Google Shape;1217;p99"/>
                <p:cNvSpPr/>
                <p:nvPr/>
              </p:nvSpPr>
              <p:spPr>
                <a:xfrm>
                  <a:off x="8013572" y="3253740"/>
                  <a:ext cx="139922" cy="159734"/>
                </a:xfrm>
                <a:custGeom>
                  <a:avLst/>
                  <a:gdLst/>
                  <a:ahLst/>
                  <a:cxnLst/>
                  <a:rect l="l" t="t" r="r" b="b"/>
                  <a:pathLst>
                    <a:path w="139922" h="159734" extrusionOk="0">
                      <a:moveTo>
                        <a:pt x="113062" y="42672"/>
                      </a:moveTo>
                      <a:cubicBezTo>
                        <a:pt x="113347" y="43339"/>
                        <a:pt x="113824" y="43720"/>
                        <a:pt x="114395" y="43720"/>
                      </a:cubicBezTo>
                      <a:lnTo>
                        <a:pt x="116014" y="43720"/>
                      </a:lnTo>
                      <a:cubicBezTo>
                        <a:pt x="114300" y="48101"/>
                        <a:pt x="114109" y="53530"/>
                        <a:pt x="115443" y="60198"/>
                      </a:cubicBezTo>
                      <a:cubicBezTo>
                        <a:pt x="115062" y="61627"/>
                        <a:pt x="113729" y="63913"/>
                        <a:pt x="111538" y="67056"/>
                      </a:cubicBezTo>
                      <a:lnTo>
                        <a:pt x="113062" y="68675"/>
                      </a:lnTo>
                      <a:cubicBezTo>
                        <a:pt x="112586" y="69723"/>
                        <a:pt x="111157" y="70580"/>
                        <a:pt x="108966" y="71247"/>
                      </a:cubicBezTo>
                      <a:cubicBezTo>
                        <a:pt x="106680" y="71914"/>
                        <a:pt x="105251" y="72771"/>
                        <a:pt x="104584" y="74009"/>
                      </a:cubicBezTo>
                      <a:lnTo>
                        <a:pt x="108395" y="74676"/>
                      </a:lnTo>
                      <a:cubicBezTo>
                        <a:pt x="105346" y="79534"/>
                        <a:pt x="99917" y="85344"/>
                        <a:pt x="92011" y="92012"/>
                      </a:cubicBezTo>
                      <a:lnTo>
                        <a:pt x="88773" y="92012"/>
                      </a:lnTo>
                      <a:lnTo>
                        <a:pt x="88773" y="94202"/>
                      </a:lnTo>
                      <a:cubicBezTo>
                        <a:pt x="88773" y="94202"/>
                        <a:pt x="88106" y="93631"/>
                        <a:pt x="87535" y="93631"/>
                      </a:cubicBezTo>
                      <a:cubicBezTo>
                        <a:pt x="86487" y="93726"/>
                        <a:pt x="85820" y="93726"/>
                        <a:pt x="85534" y="93631"/>
                      </a:cubicBezTo>
                      <a:lnTo>
                        <a:pt x="84963" y="94202"/>
                      </a:lnTo>
                      <a:cubicBezTo>
                        <a:pt x="86773" y="94679"/>
                        <a:pt x="88106" y="96488"/>
                        <a:pt x="88963" y="99536"/>
                      </a:cubicBezTo>
                      <a:cubicBezTo>
                        <a:pt x="89725" y="102584"/>
                        <a:pt x="90773" y="104204"/>
                        <a:pt x="91916" y="104489"/>
                      </a:cubicBezTo>
                      <a:cubicBezTo>
                        <a:pt x="91535" y="106966"/>
                        <a:pt x="92488" y="109633"/>
                        <a:pt x="94869" y="112395"/>
                      </a:cubicBezTo>
                      <a:cubicBezTo>
                        <a:pt x="97631" y="115538"/>
                        <a:pt x="99155" y="118205"/>
                        <a:pt x="99632" y="120301"/>
                      </a:cubicBezTo>
                      <a:cubicBezTo>
                        <a:pt x="98870" y="121825"/>
                        <a:pt x="97250" y="122206"/>
                        <a:pt x="94869" y="121634"/>
                      </a:cubicBezTo>
                      <a:cubicBezTo>
                        <a:pt x="92393" y="121063"/>
                        <a:pt x="91154" y="121158"/>
                        <a:pt x="91154" y="121920"/>
                      </a:cubicBezTo>
                      <a:cubicBezTo>
                        <a:pt x="91154" y="122587"/>
                        <a:pt x="91440" y="123539"/>
                        <a:pt x="92011" y="124682"/>
                      </a:cubicBezTo>
                      <a:lnTo>
                        <a:pt x="94964" y="124111"/>
                      </a:lnTo>
                      <a:cubicBezTo>
                        <a:pt x="95250" y="124682"/>
                        <a:pt x="94679" y="125730"/>
                        <a:pt x="93440" y="127254"/>
                      </a:cubicBezTo>
                      <a:lnTo>
                        <a:pt x="95821" y="129445"/>
                      </a:lnTo>
                      <a:cubicBezTo>
                        <a:pt x="95821" y="129445"/>
                        <a:pt x="96678" y="128016"/>
                        <a:pt x="97155" y="126301"/>
                      </a:cubicBezTo>
                      <a:lnTo>
                        <a:pt x="98203" y="130016"/>
                      </a:lnTo>
                      <a:cubicBezTo>
                        <a:pt x="99917" y="129540"/>
                        <a:pt x="100584" y="127730"/>
                        <a:pt x="100393" y="124682"/>
                      </a:cubicBezTo>
                      <a:cubicBezTo>
                        <a:pt x="102203" y="125635"/>
                        <a:pt x="103727" y="127540"/>
                        <a:pt x="104775" y="130492"/>
                      </a:cubicBezTo>
                      <a:cubicBezTo>
                        <a:pt x="105823" y="133350"/>
                        <a:pt x="107061" y="134969"/>
                        <a:pt x="108585" y="135541"/>
                      </a:cubicBezTo>
                      <a:cubicBezTo>
                        <a:pt x="108204" y="136588"/>
                        <a:pt x="108013" y="137731"/>
                        <a:pt x="108013" y="138779"/>
                      </a:cubicBezTo>
                      <a:cubicBezTo>
                        <a:pt x="108013" y="140779"/>
                        <a:pt x="109061" y="143351"/>
                        <a:pt x="111061" y="146590"/>
                      </a:cubicBezTo>
                      <a:cubicBezTo>
                        <a:pt x="113062" y="149828"/>
                        <a:pt x="114109" y="152019"/>
                        <a:pt x="114109" y="153353"/>
                      </a:cubicBezTo>
                      <a:cubicBezTo>
                        <a:pt x="114109" y="155162"/>
                        <a:pt x="113157" y="156972"/>
                        <a:pt x="111157" y="158591"/>
                      </a:cubicBezTo>
                      <a:cubicBezTo>
                        <a:pt x="109538" y="158591"/>
                        <a:pt x="106966" y="158782"/>
                        <a:pt x="103251" y="159163"/>
                      </a:cubicBezTo>
                      <a:cubicBezTo>
                        <a:pt x="99536" y="159544"/>
                        <a:pt x="96774" y="159734"/>
                        <a:pt x="94964" y="159734"/>
                      </a:cubicBezTo>
                      <a:cubicBezTo>
                        <a:pt x="89154" y="159734"/>
                        <a:pt x="84677" y="158210"/>
                        <a:pt x="81534" y="154972"/>
                      </a:cubicBezTo>
                      <a:lnTo>
                        <a:pt x="80963" y="155924"/>
                      </a:lnTo>
                      <a:cubicBezTo>
                        <a:pt x="80200" y="153924"/>
                        <a:pt x="79343" y="152019"/>
                        <a:pt x="78581" y="150019"/>
                      </a:cubicBezTo>
                      <a:cubicBezTo>
                        <a:pt x="77343" y="147447"/>
                        <a:pt x="75819" y="145828"/>
                        <a:pt x="73819" y="145256"/>
                      </a:cubicBezTo>
                      <a:cubicBezTo>
                        <a:pt x="74200" y="144399"/>
                        <a:pt x="74390" y="143542"/>
                        <a:pt x="74390" y="142875"/>
                      </a:cubicBezTo>
                      <a:cubicBezTo>
                        <a:pt x="74390" y="141446"/>
                        <a:pt x="73438" y="140017"/>
                        <a:pt x="71533" y="138589"/>
                      </a:cubicBezTo>
                      <a:cubicBezTo>
                        <a:pt x="69628" y="137160"/>
                        <a:pt x="68675" y="135826"/>
                        <a:pt x="68675" y="134493"/>
                      </a:cubicBezTo>
                      <a:cubicBezTo>
                        <a:pt x="68675" y="133540"/>
                        <a:pt x="68961" y="132588"/>
                        <a:pt x="69437" y="131540"/>
                      </a:cubicBezTo>
                      <a:cubicBezTo>
                        <a:pt x="68103" y="129730"/>
                        <a:pt x="66580" y="126111"/>
                        <a:pt x="64675" y="120682"/>
                      </a:cubicBezTo>
                      <a:cubicBezTo>
                        <a:pt x="63055" y="116110"/>
                        <a:pt x="61055" y="112681"/>
                        <a:pt x="58674" y="110395"/>
                      </a:cubicBezTo>
                      <a:cubicBezTo>
                        <a:pt x="58674" y="106966"/>
                        <a:pt x="57150" y="102870"/>
                        <a:pt x="54102" y="98107"/>
                      </a:cubicBezTo>
                      <a:lnTo>
                        <a:pt x="48196" y="97346"/>
                      </a:lnTo>
                      <a:lnTo>
                        <a:pt x="48768" y="96774"/>
                      </a:lnTo>
                      <a:cubicBezTo>
                        <a:pt x="48387" y="96107"/>
                        <a:pt x="47910" y="95726"/>
                        <a:pt x="47244" y="95726"/>
                      </a:cubicBezTo>
                      <a:lnTo>
                        <a:pt x="45053" y="98107"/>
                      </a:lnTo>
                      <a:cubicBezTo>
                        <a:pt x="44386" y="98107"/>
                        <a:pt x="42863" y="98488"/>
                        <a:pt x="40577" y="99060"/>
                      </a:cubicBezTo>
                      <a:cubicBezTo>
                        <a:pt x="38291" y="99727"/>
                        <a:pt x="36576" y="100108"/>
                        <a:pt x="35338" y="100108"/>
                      </a:cubicBezTo>
                      <a:cubicBezTo>
                        <a:pt x="34385" y="100108"/>
                        <a:pt x="33528" y="99917"/>
                        <a:pt x="32957" y="99536"/>
                      </a:cubicBezTo>
                      <a:cubicBezTo>
                        <a:pt x="32766" y="99822"/>
                        <a:pt x="32766" y="100013"/>
                        <a:pt x="32766" y="100298"/>
                      </a:cubicBezTo>
                      <a:cubicBezTo>
                        <a:pt x="32766" y="100679"/>
                        <a:pt x="32861" y="101060"/>
                        <a:pt x="33242" y="101346"/>
                      </a:cubicBezTo>
                      <a:cubicBezTo>
                        <a:pt x="33528" y="101632"/>
                        <a:pt x="33718" y="101917"/>
                        <a:pt x="33718" y="102013"/>
                      </a:cubicBezTo>
                      <a:cubicBezTo>
                        <a:pt x="33718" y="102298"/>
                        <a:pt x="33147" y="102775"/>
                        <a:pt x="31909" y="103441"/>
                      </a:cubicBezTo>
                      <a:lnTo>
                        <a:pt x="32957" y="115729"/>
                      </a:lnTo>
                      <a:lnTo>
                        <a:pt x="31337" y="117157"/>
                      </a:lnTo>
                      <a:cubicBezTo>
                        <a:pt x="32385" y="120967"/>
                        <a:pt x="32957" y="126301"/>
                        <a:pt x="32957" y="133255"/>
                      </a:cubicBezTo>
                      <a:cubicBezTo>
                        <a:pt x="32957" y="133921"/>
                        <a:pt x="32575" y="135255"/>
                        <a:pt x="32004" y="137446"/>
                      </a:cubicBezTo>
                      <a:cubicBezTo>
                        <a:pt x="31432" y="139637"/>
                        <a:pt x="31147" y="141351"/>
                        <a:pt x="31147" y="142494"/>
                      </a:cubicBezTo>
                      <a:cubicBezTo>
                        <a:pt x="31147" y="144589"/>
                        <a:pt x="31909" y="146304"/>
                        <a:pt x="33528" y="147447"/>
                      </a:cubicBezTo>
                      <a:cubicBezTo>
                        <a:pt x="32575" y="148114"/>
                        <a:pt x="32099" y="149352"/>
                        <a:pt x="32099" y="151162"/>
                      </a:cubicBezTo>
                      <a:lnTo>
                        <a:pt x="32099" y="153162"/>
                      </a:lnTo>
                      <a:cubicBezTo>
                        <a:pt x="32195" y="153924"/>
                        <a:pt x="32290" y="154496"/>
                        <a:pt x="32290" y="154972"/>
                      </a:cubicBezTo>
                      <a:cubicBezTo>
                        <a:pt x="32290" y="157448"/>
                        <a:pt x="30861" y="158496"/>
                        <a:pt x="28099" y="158115"/>
                      </a:cubicBezTo>
                      <a:lnTo>
                        <a:pt x="29146" y="158877"/>
                      </a:lnTo>
                      <a:cubicBezTo>
                        <a:pt x="26956" y="159829"/>
                        <a:pt x="24289" y="159925"/>
                        <a:pt x="20955" y="159353"/>
                      </a:cubicBezTo>
                      <a:cubicBezTo>
                        <a:pt x="17716" y="158782"/>
                        <a:pt x="15526" y="158877"/>
                        <a:pt x="14383" y="159639"/>
                      </a:cubicBezTo>
                      <a:cubicBezTo>
                        <a:pt x="9906" y="159163"/>
                        <a:pt x="5619" y="157829"/>
                        <a:pt x="1524" y="155924"/>
                      </a:cubicBezTo>
                      <a:cubicBezTo>
                        <a:pt x="1810" y="145732"/>
                        <a:pt x="1524" y="130302"/>
                        <a:pt x="952" y="109442"/>
                      </a:cubicBezTo>
                      <a:lnTo>
                        <a:pt x="0" y="109442"/>
                      </a:lnTo>
                      <a:cubicBezTo>
                        <a:pt x="1048" y="108013"/>
                        <a:pt x="1524" y="106204"/>
                        <a:pt x="1524" y="104108"/>
                      </a:cubicBezTo>
                      <a:cubicBezTo>
                        <a:pt x="1524" y="103346"/>
                        <a:pt x="1428" y="102013"/>
                        <a:pt x="1143" y="100013"/>
                      </a:cubicBezTo>
                      <a:cubicBezTo>
                        <a:pt x="857" y="98012"/>
                        <a:pt x="762" y="96583"/>
                        <a:pt x="762" y="95536"/>
                      </a:cubicBezTo>
                      <a:cubicBezTo>
                        <a:pt x="762" y="93154"/>
                        <a:pt x="1334" y="91059"/>
                        <a:pt x="2572" y="89249"/>
                      </a:cubicBezTo>
                      <a:cubicBezTo>
                        <a:pt x="1905" y="82391"/>
                        <a:pt x="1524" y="73057"/>
                        <a:pt x="1524" y="61150"/>
                      </a:cubicBezTo>
                      <a:lnTo>
                        <a:pt x="1524" y="32195"/>
                      </a:lnTo>
                      <a:cubicBezTo>
                        <a:pt x="762" y="31623"/>
                        <a:pt x="285" y="31051"/>
                        <a:pt x="285" y="30385"/>
                      </a:cubicBezTo>
                      <a:cubicBezTo>
                        <a:pt x="285" y="30004"/>
                        <a:pt x="571" y="29242"/>
                        <a:pt x="1334" y="28004"/>
                      </a:cubicBezTo>
                      <a:cubicBezTo>
                        <a:pt x="2095" y="26861"/>
                        <a:pt x="2477" y="25908"/>
                        <a:pt x="2477" y="25241"/>
                      </a:cubicBezTo>
                      <a:cubicBezTo>
                        <a:pt x="857" y="23717"/>
                        <a:pt x="95" y="22098"/>
                        <a:pt x="95" y="20288"/>
                      </a:cubicBezTo>
                      <a:cubicBezTo>
                        <a:pt x="95" y="19145"/>
                        <a:pt x="476" y="17145"/>
                        <a:pt x="1428" y="14288"/>
                      </a:cubicBezTo>
                      <a:cubicBezTo>
                        <a:pt x="2381" y="11525"/>
                        <a:pt x="2667" y="9334"/>
                        <a:pt x="2477" y="7715"/>
                      </a:cubicBezTo>
                      <a:lnTo>
                        <a:pt x="10573" y="762"/>
                      </a:lnTo>
                      <a:lnTo>
                        <a:pt x="45339" y="0"/>
                      </a:lnTo>
                      <a:cubicBezTo>
                        <a:pt x="45911" y="667"/>
                        <a:pt x="47530" y="2096"/>
                        <a:pt x="50102" y="4381"/>
                      </a:cubicBezTo>
                      <a:cubicBezTo>
                        <a:pt x="52007" y="6096"/>
                        <a:pt x="53244" y="7906"/>
                        <a:pt x="53816" y="9906"/>
                      </a:cubicBezTo>
                      <a:cubicBezTo>
                        <a:pt x="53721" y="9239"/>
                        <a:pt x="53626" y="8668"/>
                        <a:pt x="53626" y="8096"/>
                      </a:cubicBezTo>
                      <a:cubicBezTo>
                        <a:pt x="53626" y="6382"/>
                        <a:pt x="54673" y="4953"/>
                        <a:pt x="56769" y="3905"/>
                      </a:cubicBezTo>
                      <a:cubicBezTo>
                        <a:pt x="59436" y="2572"/>
                        <a:pt x="61055" y="1524"/>
                        <a:pt x="61532" y="762"/>
                      </a:cubicBezTo>
                      <a:cubicBezTo>
                        <a:pt x="62293" y="476"/>
                        <a:pt x="63246" y="1048"/>
                        <a:pt x="64294" y="2381"/>
                      </a:cubicBezTo>
                      <a:cubicBezTo>
                        <a:pt x="64675" y="2286"/>
                        <a:pt x="65151" y="2191"/>
                        <a:pt x="65627" y="2191"/>
                      </a:cubicBezTo>
                      <a:cubicBezTo>
                        <a:pt x="66484" y="2191"/>
                        <a:pt x="68009" y="2762"/>
                        <a:pt x="70009" y="4000"/>
                      </a:cubicBezTo>
                      <a:cubicBezTo>
                        <a:pt x="72009" y="5144"/>
                        <a:pt x="73723" y="5715"/>
                        <a:pt x="74866" y="5620"/>
                      </a:cubicBezTo>
                      <a:lnTo>
                        <a:pt x="81629" y="5620"/>
                      </a:lnTo>
                      <a:cubicBezTo>
                        <a:pt x="81248" y="7715"/>
                        <a:pt x="82010" y="8763"/>
                        <a:pt x="83820" y="8763"/>
                      </a:cubicBezTo>
                      <a:cubicBezTo>
                        <a:pt x="83915" y="8763"/>
                        <a:pt x="84296" y="8763"/>
                        <a:pt x="84772" y="8572"/>
                      </a:cubicBezTo>
                      <a:lnTo>
                        <a:pt x="86201" y="8572"/>
                      </a:lnTo>
                      <a:cubicBezTo>
                        <a:pt x="87916" y="8572"/>
                        <a:pt x="88868" y="9334"/>
                        <a:pt x="89154" y="10954"/>
                      </a:cubicBezTo>
                      <a:lnTo>
                        <a:pt x="93916" y="10954"/>
                      </a:lnTo>
                      <a:cubicBezTo>
                        <a:pt x="96774" y="13716"/>
                        <a:pt x="99726" y="16478"/>
                        <a:pt x="102679" y="19240"/>
                      </a:cubicBezTo>
                      <a:cubicBezTo>
                        <a:pt x="106109" y="22670"/>
                        <a:pt x="107918" y="25908"/>
                        <a:pt x="108204" y="28956"/>
                      </a:cubicBezTo>
                      <a:cubicBezTo>
                        <a:pt x="110204" y="30004"/>
                        <a:pt x="111443" y="31813"/>
                        <a:pt x="112204" y="34290"/>
                      </a:cubicBezTo>
                      <a:cubicBezTo>
                        <a:pt x="113062" y="37909"/>
                        <a:pt x="113919" y="40196"/>
                        <a:pt x="114585" y="41243"/>
                      </a:cubicBezTo>
                      <a:lnTo>
                        <a:pt x="112966" y="42577"/>
                      </a:lnTo>
                      <a:close/>
                      <a:moveTo>
                        <a:pt x="18288" y="50197"/>
                      </a:moveTo>
                      <a:lnTo>
                        <a:pt x="18288" y="45815"/>
                      </a:lnTo>
                      <a:lnTo>
                        <a:pt x="17526" y="45815"/>
                      </a:lnTo>
                      <a:lnTo>
                        <a:pt x="17526" y="50197"/>
                      </a:lnTo>
                      <a:lnTo>
                        <a:pt x="18288" y="50197"/>
                      </a:lnTo>
                      <a:close/>
                      <a:moveTo>
                        <a:pt x="23717" y="23717"/>
                      </a:moveTo>
                      <a:cubicBezTo>
                        <a:pt x="23526" y="23050"/>
                        <a:pt x="23717" y="22003"/>
                        <a:pt x="24003" y="20669"/>
                      </a:cubicBezTo>
                      <a:cubicBezTo>
                        <a:pt x="24384" y="19336"/>
                        <a:pt x="24479" y="18383"/>
                        <a:pt x="24479" y="18002"/>
                      </a:cubicBezTo>
                      <a:cubicBezTo>
                        <a:pt x="24479" y="16383"/>
                        <a:pt x="23717" y="15335"/>
                        <a:pt x="22098" y="14764"/>
                      </a:cubicBezTo>
                      <a:lnTo>
                        <a:pt x="24479" y="12382"/>
                      </a:lnTo>
                      <a:cubicBezTo>
                        <a:pt x="24479" y="12382"/>
                        <a:pt x="24479" y="11906"/>
                        <a:pt x="24289" y="11621"/>
                      </a:cubicBezTo>
                      <a:cubicBezTo>
                        <a:pt x="22765" y="12954"/>
                        <a:pt x="22003" y="14288"/>
                        <a:pt x="22003" y="15526"/>
                      </a:cubicBezTo>
                      <a:cubicBezTo>
                        <a:pt x="22003" y="16192"/>
                        <a:pt x="22574" y="17907"/>
                        <a:pt x="23813" y="20764"/>
                      </a:cubicBezTo>
                      <a:cubicBezTo>
                        <a:pt x="22955" y="20764"/>
                        <a:pt x="22574" y="21336"/>
                        <a:pt x="22288" y="22098"/>
                      </a:cubicBezTo>
                      <a:cubicBezTo>
                        <a:pt x="22098" y="22860"/>
                        <a:pt x="21812" y="23431"/>
                        <a:pt x="21431" y="23717"/>
                      </a:cubicBezTo>
                      <a:lnTo>
                        <a:pt x="23813" y="23717"/>
                      </a:lnTo>
                      <a:close/>
                      <a:moveTo>
                        <a:pt x="31813" y="19145"/>
                      </a:moveTo>
                      <a:lnTo>
                        <a:pt x="35052" y="21336"/>
                      </a:lnTo>
                      <a:lnTo>
                        <a:pt x="35052" y="21526"/>
                      </a:lnTo>
                      <a:lnTo>
                        <a:pt x="33433" y="23146"/>
                      </a:lnTo>
                      <a:lnTo>
                        <a:pt x="35052" y="23146"/>
                      </a:lnTo>
                      <a:lnTo>
                        <a:pt x="35052" y="12287"/>
                      </a:lnTo>
                      <a:cubicBezTo>
                        <a:pt x="35052" y="12287"/>
                        <a:pt x="34004" y="13240"/>
                        <a:pt x="33051" y="13811"/>
                      </a:cubicBezTo>
                      <a:cubicBezTo>
                        <a:pt x="33051" y="13430"/>
                        <a:pt x="32671" y="13240"/>
                        <a:pt x="31813" y="13240"/>
                      </a:cubicBezTo>
                      <a:cubicBezTo>
                        <a:pt x="32290" y="13811"/>
                        <a:pt x="32671" y="14002"/>
                        <a:pt x="33051" y="13811"/>
                      </a:cubicBezTo>
                      <a:cubicBezTo>
                        <a:pt x="33338" y="14383"/>
                        <a:pt x="33242" y="15240"/>
                        <a:pt x="32671" y="16383"/>
                      </a:cubicBezTo>
                      <a:cubicBezTo>
                        <a:pt x="32671" y="16288"/>
                        <a:pt x="32671" y="16097"/>
                        <a:pt x="32861" y="16002"/>
                      </a:cubicBezTo>
                      <a:cubicBezTo>
                        <a:pt x="33433" y="16002"/>
                        <a:pt x="33814" y="16383"/>
                        <a:pt x="34194" y="16954"/>
                      </a:cubicBezTo>
                      <a:lnTo>
                        <a:pt x="31813" y="19145"/>
                      </a:lnTo>
                      <a:close/>
                      <a:moveTo>
                        <a:pt x="81915" y="52388"/>
                      </a:moveTo>
                      <a:cubicBezTo>
                        <a:pt x="82201" y="51721"/>
                        <a:pt x="82296" y="51149"/>
                        <a:pt x="82296" y="50768"/>
                      </a:cubicBezTo>
                      <a:cubicBezTo>
                        <a:pt x="82296" y="49816"/>
                        <a:pt x="81725" y="48958"/>
                        <a:pt x="80486" y="48006"/>
                      </a:cubicBezTo>
                      <a:cubicBezTo>
                        <a:pt x="79343" y="47054"/>
                        <a:pt x="78581" y="46387"/>
                        <a:pt x="78295" y="45815"/>
                      </a:cubicBezTo>
                      <a:cubicBezTo>
                        <a:pt x="78772" y="45053"/>
                        <a:pt x="79057" y="44291"/>
                        <a:pt x="79057" y="43624"/>
                      </a:cubicBezTo>
                      <a:cubicBezTo>
                        <a:pt x="79057" y="42577"/>
                        <a:pt x="78105" y="41434"/>
                        <a:pt x="76200" y="40291"/>
                      </a:cubicBezTo>
                      <a:cubicBezTo>
                        <a:pt x="74200" y="39053"/>
                        <a:pt x="73152" y="38195"/>
                        <a:pt x="72961" y="37529"/>
                      </a:cubicBezTo>
                      <a:cubicBezTo>
                        <a:pt x="72200" y="36862"/>
                        <a:pt x="71533" y="36481"/>
                        <a:pt x="70580" y="36481"/>
                      </a:cubicBezTo>
                      <a:cubicBezTo>
                        <a:pt x="70199" y="36481"/>
                        <a:pt x="69628" y="36481"/>
                        <a:pt x="68675" y="36766"/>
                      </a:cubicBezTo>
                      <a:cubicBezTo>
                        <a:pt x="67818" y="36957"/>
                        <a:pt x="67151" y="37052"/>
                        <a:pt x="66770" y="37052"/>
                      </a:cubicBezTo>
                      <a:cubicBezTo>
                        <a:pt x="65532" y="37052"/>
                        <a:pt x="64770" y="36290"/>
                        <a:pt x="64389" y="34862"/>
                      </a:cubicBezTo>
                      <a:lnTo>
                        <a:pt x="66008" y="33719"/>
                      </a:lnTo>
                      <a:cubicBezTo>
                        <a:pt x="63341" y="33433"/>
                        <a:pt x="61913" y="34480"/>
                        <a:pt x="61626" y="36671"/>
                      </a:cubicBezTo>
                      <a:cubicBezTo>
                        <a:pt x="61246" y="39814"/>
                        <a:pt x="60674" y="41815"/>
                        <a:pt x="60007" y="42577"/>
                      </a:cubicBezTo>
                      <a:cubicBezTo>
                        <a:pt x="59245" y="40100"/>
                        <a:pt x="58484" y="37529"/>
                        <a:pt x="57626" y="34957"/>
                      </a:cubicBezTo>
                      <a:cubicBezTo>
                        <a:pt x="56864" y="32385"/>
                        <a:pt x="55054" y="30385"/>
                        <a:pt x="52292" y="28956"/>
                      </a:cubicBezTo>
                      <a:cubicBezTo>
                        <a:pt x="51911" y="31528"/>
                        <a:pt x="50292" y="32861"/>
                        <a:pt x="47530" y="32861"/>
                      </a:cubicBezTo>
                      <a:cubicBezTo>
                        <a:pt x="46863" y="32861"/>
                        <a:pt x="45815" y="32861"/>
                        <a:pt x="44386" y="32671"/>
                      </a:cubicBezTo>
                      <a:cubicBezTo>
                        <a:pt x="42958" y="32575"/>
                        <a:pt x="41815" y="32480"/>
                        <a:pt x="41053" y="32480"/>
                      </a:cubicBezTo>
                      <a:cubicBezTo>
                        <a:pt x="40291" y="32480"/>
                        <a:pt x="39624" y="32480"/>
                        <a:pt x="38862" y="32671"/>
                      </a:cubicBezTo>
                      <a:cubicBezTo>
                        <a:pt x="35052" y="35052"/>
                        <a:pt x="33147" y="39148"/>
                        <a:pt x="33147" y="44958"/>
                      </a:cubicBezTo>
                      <a:cubicBezTo>
                        <a:pt x="33147" y="46006"/>
                        <a:pt x="33147" y="47720"/>
                        <a:pt x="33338" y="50197"/>
                      </a:cubicBezTo>
                      <a:cubicBezTo>
                        <a:pt x="33433" y="52673"/>
                        <a:pt x="33528" y="54483"/>
                        <a:pt x="33528" y="55626"/>
                      </a:cubicBezTo>
                      <a:cubicBezTo>
                        <a:pt x="33528" y="58293"/>
                        <a:pt x="33242" y="60484"/>
                        <a:pt x="32766" y="62389"/>
                      </a:cubicBezTo>
                      <a:cubicBezTo>
                        <a:pt x="32861" y="63913"/>
                        <a:pt x="34100" y="64675"/>
                        <a:pt x="36386" y="64579"/>
                      </a:cubicBezTo>
                      <a:cubicBezTo>
                        <a:pt x="38576" y="64389"/>
                        <a:pt x="40005" y="65246"/>
                        <a:pt x="40577" y="66961"/>
                      </a:cubicBezTo>
                      <a:cubicBezTo>
                        <a:pt x="41434" y="67532"/>
                        <a:pt x="43625" y="67723"/>
                        <a:pt x="46863" y="67532"/>
                      </a:cubicBezTo>
                      <a:cubicBezTo>
                        <a:pt x="49530" y="67532"/>
                        <a:pt x="51435" y="68389"/>
                        <a:pt x="52483" y="70104"/>
                      </a:cubicBezTo>
                      <a:cubicBezTo>
                        <a:pt x="53340" y="68199"/>
                        <a:pt x="54769" y="67246"/>
                        <a:pt x="56388" y="66865"/>
                      </a:cubicBezTo>
                      <a:lnTo>
                        <a:pt x="61341" y="66865"/>
                      </a:lnTo>
                      <a:cubicBezTo>
                        <a:pt x="62769" y="66675"/>
                        <a:pt x="63818" y="65913"/>
                        <a:pt x="64484" y="64675"/>
                      </a:cubicBezTo>
                      <a:cubicBezTo>
                        <a:pt x="69247" y="65246"/>
                        <a:pt x="74581" y="62294"/>
                        <a:pt x="80676" y="56007"/>
                      </a:cubicBezTo>
                      <a:lnTo>
                        <a:pt x="77534" y="54864"/>
                      </a:lnTo>
                      <a:lnTo>
                        <a:pt x="81915" y="52292"/>
                      </a:lnTo>
                      <a:close/>
                      <a:moveTo>
                        <a:pt x="78391" y="21431"/>
                      </a:moveTo>
                      <a:cubicBezTo>
                        <a:pt x="78295" y="20955"/>
                        <a:pt x="77914" y="20669"/>
                        <a:pt x="77438" y="20669"/>
                      </a:cubicBezTo>
                      <a:cubicBezTo>
                        <a:pt x="76200" y="20669"/>
                        <a:pt x="75629" y="21146"/>
                        <a:pt x="75629" y="22003"/>
                      </a:cubicBezTo>
                      <a:cubicBezTo>
                        <a:pt x="75629" y="22193"/>
                        <a:pt x="75724" y="22193"/>
                        <a:pt x="76009" y="22193"/>
                      </a:cubicBezTo>
                      <a:lnTo>
                        <a:pt x="78391" y="21336"/>
                      </a:lnTo>
                      <a:close/>
                      <a:moveTo>
                        <a:pt x="86677" y="12192"/>
                      </a:moveTo>
                      <a:lnTo>
                        <a:pt x="86677" y="10954"/>
                      </a:lnTo>
                      <a:cubicBezTo>
                        <a:pt x="86201" y="11335"/>
                        <a:pt x="84582" y="11525"/>
                        <a:pt x="81915" y="11525"/>
                      </a:cubicBezTo>
                      <a:lnTo>
                        <a:pt x="86677" y="12097"/>
                      </a:lnTo>
                      <a:close/>
                      <a:moveTo>
                        <a:pt x="81915" y="45815"/>
                      </a:moveTo>
                      <a:lnTo>
                        <a:pt x="85058" y="45815"/>
                      </a:lnTo>
                      <a:cubicBezTo>
                        <a:pt x="83725" y="44577"/>
                        <a:pt x="82677" y="44005"/>
                        <a:pt x="81915" y="44291"/>
                      </a:cubicBezTo>
                      <a:lnTo>
                        <a:pt x="81915" y="45815"/>
                      </a:lnTo>
                      <a:close/>
                      <a:moveTo>
                        <a:pt x="88202" y="55531"/>
                      </a:moveTo>
                      <a:lnTo>
                        <a:pt x="90392" y="53340"/>
                      </a:lnTo>
                      <a:lnTo>
                        <a:pt x="89440" y="53340"/>
                      </a:lnTo>
                      <a:lnTo>
                        <a:pt x="88202" y="55531"/>
                      </a:lnTo>
                      <a:close/>
                      <a:moveTo>
                        <a:pt x="94202" y="55912"/>
                      </a:moveTo>
                      <a:cubicBezTo>
                        <a:pt x="94202" y="55912"/>
                        <a:pt x="93536" y="54864"/>
                        <a:pt x="93536" y="54102"/>
                      </a:cubicBezTo>
                      <a:cubicBezTo>
                        <a:pt x="93536" y="51911"/>
                        <a:pt x="94583" y="50101"/>
                        <a:pt x="96488" y="48958"/>
                      </a:cubicBezTo>
                      <a:cubicBezTo>
                        <a:pt x="96107" y="48578"/>
                        <a:pt x="95631" y="48387"/>
                        <a:pt x="95059" y="48387"/>
                      </a:cubicBezTo>
                      <a:cubicBezTo>
                        <a:pt x="94964" y="48387"/>
                        <a:pt x="93345" y="49339"/>
                        <a:pt x="90297" y="51149"/>
                      </a:cubicBezTo>
                      <a:cubicBezTo>
                        <a:pt x="92297" y="51625"/>
                        <a:pt x="93250" y="52578"/>
                        <a:pt x="93250" y="53912"/>
                      </a:cubicBezTo>
                      <a:cubicBezTo>
                        <a:pt x="93250" y="54483"/>
                        <a:pt x="93059" y="55150"/>
                        <a:pt x="92583" y="56197"/>
                      </a:cubicBezTo>
                      <a:cubicBezTo>
                        <a:pt x="92107" y="57150"/>
                        <a:pt x="91916" y="57817"/>
                        <a:pt x="91916" y="58293"/>
                      </a:cubicBezTo>
                      <a:cubicBezTo>
                        <a:pt x="91916" y="59055"/>
                        <a:pt x="92869" y="59436"/>
                        <a:pt x="94869" y="59341"/>
                      </a:cubicBezTo>
                      <a:cubicBezTo>
                        <a:pt x="94869" y="57436"/>
                        <a:pt x="94679" y="56388"/>
                        <a:pt x="94202" y="55912"/>
                      </a:cubicBezTo>
                      <a:close/>
                      <a:moveTo>
                        <a:pt x="100298" y="65437"/>
                      </a:moveTo>
                      <a:lnTo>
                        <a:pt x="100869" y="64865"/>
                      </a:lnTo>
                      <a:lnTo>
                        <a:pt x="99726" y="63341"/>
                      </a:lnTo>
                      <a:lnTo>
                        <a:pt x="100393" y="65532"/>
                      </a:lnTo>
                      <a:close/>
                      <a:moveTo>
                        <a:pt x="104108" y="51721"/>
                      </a:moveTo>
                      <a:lnTo>
                        <a:pt x="106299" y="53340"/>
                      </a:lnTo>
                      <a:cubicBezTo>
                        <a:pt x="105823" y="52388"/>
                        <a:pt x="105537" y="51911"/>
                        <a:pt x="105727" y="51721"/>
                      </a:cubicBezTo>
                      <a:lnTo>
                        <a:pt x="104108" y="51721"/>
                      </a:lnTo>
                      <a:close/>
                      <a:moveTo>
                        <a:pt x="104680" y="27432"/>
                      </a:moveTo>
                      <a:lnTo>
                        <a:pt x="104680" y="29051"/>
                      </a:lnTo>
                      <a:lnTo>
                        <a:pt x="106299" y="27432"/>
                      </a:lnTo>
                      <a:lnTo>
                        <a:pt x="104680" y="27432"/>
                      </a:lnTo>
                      <a:close/>
                      <a:moveTo>
                        <a:pt x="106299" y="45053"/>
                      </a:moveTo>
                      <a:lnTo>
                        <a:pt x="110014" y="41338"/>
                      </a:lnTo>
                      <a:lnTo>
                        <a:pt x="107918" y="41338"/>
                      </a:lnTo>
                      <a:lnTo>
                        <a:pt x="106299" y="45053"/>
                      </a:lnTo>
                      <a:close/>
                      <a:moveTo>
                        <a:pt x="107918" y="62484"/>
                      </a:moveTo>
                      <a:lnTo>
                        <a:pt x="110014" y="61722"/>
                      </a:lnTo>
                      <a:cubicBezTo>
                        <a:pt x="110014" y="61150"/>
                        <a:pt x="109157" y="60960"/>
                        <a:pt x="107918" y="60960"/>
                      </a:cubicBezTo>
                      <a:lnTo>
                        <a:pt x="107918" y="62579"/>
                      </a:lnTo>
                      <a:close/>
                      <a:moveTo>
                        <a:pt x="112490" y="25241"/>
                      </a:moveTo>
                      <a:cubicBezTo>
                        <a:pt x="112490" y="25241"/>
                        <a:pt x="113538" y="25432"/>
                        <a:pt x="114205" y="26194"/>
                      </a:cubicBezTo>
                      <a:lnTo>
                        <a:pt x="112490" y="25241"/>
                      </a:lnTo>
                      <a:close/>
                      <a:moveTo>
                        <a:pt x="115443" y="27051"/>
                      </a:moveTo>
                      <a:cubicBezTo>
                        <a:pt x="115443" y="27051"/>
                        <a:pt x="114776" y="26765"/>
                        <a:pt x="114300" y="26289"/>
                      </a:cubicBezTo>
                      <a:lnTo>
                        <a:pt x="115443" y="27051"/>
                      </a:lnTo>
                      <a:close/>
                      <a:moveTo>
                        <a:pt x="116205" y="27432"/>
                      </a:moveTo>
                      <a:lnTo>
                        <a:pt x="115443" y="27051"/>
                      </a:lnTo>
                      <a:cubicBezTo>
                        <a:pt x="116110" y="26956"/>
                        <a:pt x="116395" y="26861"/>
                        <a:pt x="116205" y="26861"/>
                      </a:cubicBezTo>
                      <a:lnTo>
                        <a:pt x="116205" y="27432"/>
                      </a:lnTo>
                      <a:close/>
                      <a:moveTo>
                        <a:pt x="118967" y="18097"/>
                      </a:moveTo>
                      <a:cubicBezTo>
                        <a:pt x="118967" y="18097"/>
                        <a:pt x="118205" y="17907"/>
                        <a:pt x="117348" y="17812"/>
                      </a:cubicBezTo>
                      <a:cubicBezTo>
                        <a:pt x="116586" y="17716"/>
                        <a:pt x="116205" y="17526"/>
                        <a:pt x="116205" y="17336"/>
                      </a:cubicBezTo>
                      <a:cubicBezTo>
                        <a:pt x="116205" y="16954"/>
                        <a:pt x="116491" y="16478"/>
                        <a:pt x="116967" y="15907"/>
                      </a:cubicBezTo>
                      <a:lnTo>
                        <a:pt x="118967" y="18097"/>
                      </a:lnTo>
                      <a:close/>
                      <a:moveTo>
                        <a:pt x="119348" y="47434"/>
                      </a:moveTo>
                      <a:lnTo>
                        <a:pt x="116967" y="45815"/>
                      </a:lnTo>
                      <a:lnTo>
                        <a:pt x="119348" y="45815"/>
                      </a:lnTo>
                      <a:lnTo>
                        <a:pt x="119348" y="47434"/>
                      </a:lnTo>
                      <a:close/>
                      <a:moveTo>
                        <a:pt x="118967" y="18097"/>
                      </a:moveTo>
                      <a:lnTo>
                        <a:pt x="119348" y="18479"/>
                      </a:lnTo>
                      <a:lnTo>
                        <a:pt x="118967" y="18097"/>
                      </a:lnTo>
                      <a:close/>
                      <a:moveTo>
                        <a:pt x="120968" y="34290"/>
                      </a:moveTo>
                      <a:lnTo>
                        <a:pt x="121539" y="32099"/>
                      </a:lnTo>
                      <a:lnTo>
                        <a:pt x="126302" y="33719"/>
                      </a:lnTo>
                      <a:cubicBezTo>
                        <a:pt x="125063" y="33814"/>
                        <a:pt x="124206" y="34576"/>
                        <a:pt x="123539" y="36100"/>
                      </a:cubicBezTo>
                      <a:cubicBezTo>
                        <a:pt x="123254" y="36100"/>
                        <a:pt x="122396" y="35433"/>
                        <a:pt x="120968" y="34290"/>
                      </a:cubicBezTo>
                      <a:close/>
                      <a:moveTo>
                        <a:pt x="126302" y="13716"/>
                      </a:moveTo>
                      <a:cubicBezTo>
                        <a:pt x="126206" y="14383"/>
                        <a:pt x="125635" y="14669"/>
                        <a:pt x="124682" y="14669"/>
                      </a:cubicBezTo>
                      <a:lnTo>
                        <a:pt x="122491" y="14669"/>
                      </a:lnTo>
                      <a:lnTo>
                        <a:pt x="123063" y="13049"/>
                      </a:lnTo>
                      <a:cubicBezTo>
                        <a:pt x="123634" y="13430"/>
                        <a:pt x="124682" y="13621"/>
                        <a:pt x="126206" y="13621"/>
                      </a:cubicBezTo>
                      <a:close/>
                      <a:moveTo>
                        <a:pt x="125349" y="19717"/>
                      </a:moveTo>
                      <a:lnTo>
                        <a:pt x="125349" y="18479"/>
                      </a:lnTo>
                      <a:cubicBezTo>
                        <a:pt x="128207" y="19050"/>
                        <a:pt x="130302" y="19240"/>
                        <a:pt x="131445" y="19050"/>
                      </a:cubicBezTo>
                      <a:lnTo>
                        <a:pt x="131445" y="20669"/>
                      </a:lnTo>
                      <a:lnTo>
                        <a:pt x="125349" y="19621"/>
                      </a:lnTo>
                      <a:close/>
                      <a:moveTo>
                        <a:pt x="132302" y="49530"/>
                      </a:moveTo>
                      <a:lnTo>
                        <a:pt x="130778" y="49530"/>
                      </a:lnTo>
                      <a:lnTo>
                        <a:pt x="131921" y="47625"/>
                      </a:lnTo>
                      <a:cubicBezTo>
                        <a:pt x="131921" y="47625"/>
                        <a:pt x="132302" y="48578"/>
                        <a:pt x="132302" y="49530"/>
                      </a:cubicBezTo>
                      <a:close/>
                      <a:moveTo>
                        <a:pt x="131540" y="47434"/>
                      </a:moveTo>
                      <a:cubicBezTo>
                        <a:pt x="131540" y="47434"/>
                        <a:pt x="131921" y="46863"/>
                        <a:pt x="132302" y="46387"/>
                      </a:cubicBezTo>
                      <a:lnTo>
                        <a:pt x="131921" y="47625"/>
                      </a:lnTo>
                      <a:cubicBezTo>
                        <a:pt x="131921" y="47625"/>
                        <a:pt x="131636" y="47434"/>
                        <a:pt x="131540" y="47434"/>
                      </a:cubicBezTo>
                      <a:close/>
                      <a:moveTo>
                        <a:pt x="132302" y="46387"/>
                      </a:moveTo>
                      <a:lnTo>
                        <a:pt x="132874" y="45053"/>
                      </a:lnTo>
                      <a:cubicBezTo>
                        <a:pt x="132874" y="45053"/>
                        <a:pt x="132874" y="45911"/>
                        <a:pt x="132302" y="46387"/>
                      </a:cubicBezTo>
                      <a:close/>
                      <a:moveTo>
                        <a:pt x="135255" y="4667"/>
                      </a:moveTo>
                      <a:lnTo>
                        <a:pt x="136874" y="6287"/>
                      </a:lnTo>
                      <a:lnTo>
                        <a:pt x="133921" y="6287"/>
                      </a:lnTo>
                      <a:lnTo>
                        <a:pt x="135350" y="4667"/>
                      </a:lnTo>
                      <a:close/>
                      <a:moveTo>
                        <a:pt x="136207" y="26289"/>
                      </a:moveTo>
                      <a:lnTo>
                        <a:pt x="139922" y="30004"/>
                      </a:lnTo>
                      <a:cubicBezTo>
                        <a:pt x="136970" y="29051"/>
                        <a:pt x="135541" y="28384"/>
                        <a:pt x="135541" y="27813"/>
                      </a:cubicBezTo>
                      <a:cubicBezTo>
                        <a:pt x="135541" y="27432"/>
                        <a:pt x="135731" y="26956"/>
                        <a:pt x="136112" y="26289"/>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 name="Google Shape;1218;p99"/>
                <p:cNvSpPr/>
                <p:nvPr/>
              </p:nvSpPr>
              <p:spPr>
                <a:xfrm>
                  <a:off x="8143112" y="3253073"/>
                  <a:ext cx="114300" cy="159924"/>
                </a:xfrm>
                <a:custGeom>
                  <a:avLst/>
                  <a:gdLst/>
                  <a:ahLst/>
                  <a:cxnLst/>
                  <a:rect l="l" t="t" r="r" b="b"/>
                  <a:pathLst>
                    <a:path w="114300" h="159924" extrusionOk="0">
                      <a:moveTo>
                        <a:pt x="114205" y="34576"/>
                      </a:moveTo>
                      <a:lnTo>
                        <a:pt x="113633" y="65056"/>
                      </a:lnTo>
                      <a:cubicBezTo>
                        <a:pt x="112014" y="65437"/>
                        <a:pt x="111252" y="66770"/>
                        <a:pt x="111252" y="68961"/>
                      </a:cubicBezTo>
                      <a:cubicBezTo>
                        <a:pt x="111252" y="71914"/>
                        <a:pt x="110966" y="73723"/>
                        <a:pt x="110490" y="74295"/>
                      </a:cubicBezTo>
                      <a:cubicBezTo>
                        <a:pt x="101251" y="85915"/>
                        <a:pt x="91154" y="93345"/>
                        <a:pt x="80010" y="96679"/>
                      </a:cubicBezTo>
                      <a:cubicBezTo>
                        <a:pt x="78296" y="98488"/>
                        <a:pt x="76105" y="99441"/>
                        <a:pt x="73247" y="99441"/>
                      </a:cubicBezTo>
                      <a:cubicBezTo>
                        <a:pt x="71914" y="99441"/>
                        <a:pt x="69818" y="99155"/>
                        <a:pt x="66866" y="98584"/>
                      </a:cubicBezTo>
                      <a:cubicBezTo>
                        <a:pt x="63913" y="98012"/>
                        <a:pt x="61722" y="97727"/>
                        <a:pt x="60198" y="97917"/>
                      </a:cubicBezTo>
                      <a:cubicBezTo>
                        <a:pt x="58103" y="95631"/>
                        <a:pt x="57055" y="93250"/>
                        <a:pt x="57055" y="90583"/>
                      </a:cubicBezTo>
                      <a:cubicBezTo>
                        <a:pt x="57055" y="89726"/>
                        <a:pt x="57817" y="86487"/>
                        <a:pt x="59436" y="80963"/>
                      </a:cubicBezTo>
                      <a:cubicBezTo>
                        <a:pt x="60484" y="76867"/>
                        <a:pt x="60198" y="73438"/>
                        <a:pt x="58674" y="70676"/>
                      </a:cubicBezTo>
                      <a:cubicBezTo>
                        <a:pt x="60007" y="68485"/>
                        <a:pt x="62484" y="67151"/>
                        <a:pt x="66199" y="66770"/>
                      </a:cubicBezTo>
                      <a:cubicBezTo>
                        <a:pt x="66485" y="65722"/>
                        <a:pt x="67342" y="65151"/>
                        <a:pt x="68961" y="65151"/>
                      </a:cubicBezTo>
                      <a:cubicBezTo>
                        <a:pt x="69342" y="65151"/>
                        <a:pt x="70009" y="65151"/>
                        <a:pt x="70961" y="65342"/>
                      </a:cubicBezTo>
                      <a:lnTo>
                        <a:pt x="72962" y="65342"/>
                      </a:lnTo>
                      <a:cubicBezTo>
                        <a:pt x="75724" y="65342"/>
                        <a:pt x="77153" y="64008"/>
                        <a:pt x="77153" y="61341"/>
                      </a:cubicBezTo>
                      <a:cubicBezTo>
                        <a:pt x="81629" y="59246"/>
                        <a:pt x="83820" y="56007"/>
                        <a:pt x="83820" y="51435"/>
                      </a:cubicBezTo>
                      <a:cubicBezTo>
                        <a:pt x="84392" y="46672"/>
                        <a:pt x="83154" y="42958"/>
                        <a:pt x="80296" y="40196"/>
                      </a:cubicBezTo>
                      <a:cubicBezTo>
                        <a:pt x="77153" y="37814"/>
                        <a:pt x="74009" y="35528"/>
                        <a:pt x="70961" y="33242"/>
                      </a:cubicBezTo>
                      <a:cubicBezTo>
                        <a:pt x="69818" y="32290"/>
                        <a:pt x="68104" y="31813"/>
                        <a:pt x="65818" y="31813"/>
                      </a:cubicBezTo>
                      <a:lnTo>
                        <a:pt x="64008" y="31813"/>
                      </a:lnTo>
                      <a:cubicBezTo>
                        <a:pt x="63246" y="32004"/>
                        <a:pt x="62579" y="32004"/>
                        <a:pt x="62199" y="32004"/>
                      </a:cubicBezTo>
                      <a:cubicBezTo>
                        <a:pt x="58960" y="32004"/>
                        <a:pt x="57245" y="30289"/>
                        <a:pt x="57245" y="26861"/>
                      </a:cubicBezTo>
                      <a:cubicBezTo>
                        <a:pt x="57626" y="24194"/>
                        <a:pt x="59150" y="22670"/>
                        <a:pt x="61817" y="22288"/>
                      </a:cubicBezTo>
                      <a:cubicBezTo>
                        <a:pt x="58674" y="21622"/>
                        <a:pt x="57055" y="19812"/>
                        <a:pt x="57055" y="16764"/>
                      </a:cubicBezTo>
                      <a:cubicBezTo>
                        <a:pt x="57055" y="16288"/>
                        <a:pt x="57055" y="15812"/>
                        <a:pt x="57245" y="15335"/>
                      </a:cubicBezTo>
                      <a:cubicBezTo>
                        <a:pt x="57912" y="14954"/>
                        <a:pt x="58103" y="14573"/>
                        <a:pt x="57817" y="14192"/>
                      </a:cubicBezTo>
                      <a:cubicBezTo>
                        <a:pt x="57436" y="13526"/>
                        <a:pt x="56674" y="13145"/>
                        <a:pt x="55722" y="13145"/>
                      </a:cubicBezTo>
                      <a:cubicBezTo>
                        <a:pt x="54388" y="20003"/>
                        <a:pt x="53816" y="24194"/>
                        <a:pt x="54102" y="25622"/>
                      </a:cubicBezTo>
                      <a:cubicBezTo>
                        <a:pt x="54388" y="26289"/>
                        <a:pt x="54483" y="26861"/>
                        <a:pt x="54483" y="27432"/>
                      </a:cubicBezTo>
                      <a:cubicBezTo>
                        <a:pt x="54483" y="29813"/>
                        <a:pt x="52388" y="31718"/>
                        <a:pt x="48101" y="33147"/>
                      </a:cubicBezTo>
                      <a:cubicBezTo>
                        <a:pt x="46863" y="31432"/>
                        <a:pt x="45148" y="30575"/>
                        <a:pt x="42672" y="30575"/>
                      </a:cubicBezTo>
                      <a:cubicBezTo>
                        <a:pt x="43149" y="30575"/>
                        <a:pt x="40767" y="30956"/>
                        <a:pt x="35529" y="31528"/>
                      </a:cubicBezTo>
                      <a:cubicBezTo>
                        <a:pt x="31338" y="34195"/>
                        <a:pt x="29242" y="37910"/>
                        <a:pt x="29242" y="42863"/>
                      </a:cubicBezTo>
                      <a:cubicBezTo>
                        <a:pt x="29242" y="44577"/>
                        <a:pt x="29528" y="47054"/>
                        <a:pt x="30099" y="50482"/>
                      </a:cubicBezTo>
                      <a:cubicBezTo>
                        <a:pt x="30671" y="53816"/>
                        <a:pt x="30956" y="56293"/>
                        <a:pt x="30956" y="57912"/>
                      </a:cubicBezTo>
                      <a:cubicBezTo>
                        <a:pt x="30956" y="59531"/>
                        <a:pt x="30766" y="60865"/>
                        <a:pt x="30385" y="62294"/>
                      </a:cubicBezTo>
                      <a:cubicBezTo>
                        <a:pt x="32004" y="66008"/>
                        <a:pt x="35147" y="68389"/>
                        <a:pt x="40100" y="69628"/>
                      </a:cubicBezTo>
                      <a:cubicBezTo>
                        <a:pt x="42006" y="70199"/>
                        <a:pt x="46482" y="70676"/>
                        <a:pt x="53340" y="71152"/>
                      </a:cubicBezTo>
                      <a:cubicBezTo>
                        <a:pt x="52578" y="73343"/>
                        <a:pt x="52197" y="75914"/>
                        <a:pt x="52197" y="78677"/>
                      </a:cubicBezTo>
                      <a:cubicBezTo>
                        <a:pt x="52197" y="80391"/>
                        <a:pt x="53340" y="86011"/>
                        <a:pt x="55626" y="95726"/>
                      </a:cubicBezTo>
                      <a:cubicBezTo>
                        <a:pt x="55055" y="95060"/>
                        <a:pt x="54579" y="94679"/>
                        <a:pt x="54007" y="94679"/>
                      </a:cubicBezTo>
                      <a:cubicBezTo>
                        <a:pt x="53340" y="94679"/>
                        <a:pt x="52578" y="95345"/>
                        <a:pt x="51626" y="96679"/>
                      </a:cubicBezTo>
                      <a:cubicBezTo>
                        <a:pt x="50673" y="98012"/>
                        <a:pt x="50102" y="98774"/>
                        <a:pt x="49721" y="98870"/>
                      </a:cubicBezTo>
                      <a:cubicBezTo>
                        <a:pt x="48768" y="97727"/>
                        <a:pt x="46768" y="97060"/>
                        <a:pt x="43720" y="97060"/>
                      </a:cubicBezTo>
                      <a:cubicBezTo>
                        <a:pt x="39053" y="97155"/>
                        <a:pt x="36767" y="97250"/>
                        <a:pt x="36576" y="97250"/>
                      </a:cubicBezTo>
                      <a:cubicBezTo>
                        <a:pt x="31814" y="101346"/>
                        <a:pt x="29433" y="106775"/>
                        <a:pt x="29433" y="113633"/>
                      </a:cubicBezTo>
                      <a:cubicBezTo>
                        <a:pt x="29433" y="115348"/>
                        <a:pt x="29623" y="118110"/>
                        <a:pt x="30099" y="121920"/>
                      </a:cubicBezTo>
                      <a:cubicBezTo>
                        <a:pt x="30575" y="125730"/>
                        <a:pt x="30766" y="128683"/>
                        <a:pt x="30766" y="130683"/>
                      </a:cubicBezTo>
                      <a:cubicBezTo>
                        <a:pt x="30766" y="132397"/>
                        <a:pt x="30671" y="134017"/>
                        <a:pt x="30385" y="135446"/>
                      </a:cubicBezTo>
                      <a:cubicBezTo>
                        <a:pt x="31814" y="144209"/>
                        <a:pt x="32576" y="149257"/>
                        <a:pt x="32576" y="150686"/>
                      </a:cubicBezTo>
                      <a:cubicBezTo>
                        <a:pt x="32576" y="153924"/>
                        <a:pt x="32004" y="156591"/>
                        <a:pt x="30956" y="158972"/>
                      </a:cubicBezTo>
                      <a:cubicBezTo>
                        <a:pt x="29623" y="158687"/>
                        <a:pt x="28290" y="158591"/>
                        <a:pt x="26765" y="158591"/>
                      </a:cubicBezTo>
                      <a:cubicBezTo>
                        <a:pt x="24955" y="158591"/>
                        <a:pt x="22289" y="158782"/>
                        <a:pt x="18765" y="159258"/>
                      </a:cubicBezTo>
                      <a:cubicBezTo>
                        <a:pt x="15240" y="159734"/>
                        <a:pt x="12764" y="159925"/>
                        <a:pt x="11145" y="159925"/>
                      </a:cubicBezTo>
                      <a:cubicBezTo>
                        <a:pt x="6477" y="159925"/>
                        <a:pt x="3143" y="158305"/>
                        <a:pt x="1048" y="155162"/>
                      </a:cubicBezTo>
                      <a:cubicBezTo>
                        <a:pt x="381" y="153162"/>
                        <a:pt x="0" y="151257"/>
                        <a:pt x="0" y="149257"/>
                      </a:cubicBezTo>
                      <a:cubicBezTo>
                        <a:pt x="0" y="147256"/>
                        <a:pt x="381" y="144589"/>
                        <a:pt x="1143" y="141161"/>
                      </a:cubicBezTo>
                      <a:cubicBezTo>
                        <a:pt x="1905" y="137731"/>
                        <a:pt x="2381" y="135160"/>
                        <a:pt x="2381" y="133445"/>
                      </a:cubicBezTo>
                      <a:cubicBezTo>
                        <a:pt x="2381" y="132207"/>
                        <a:pt x="2191" y="131159"/>
                        <a:pt x="2000" y="130016"/>
                      </a:cubicBezTo>
                      <a:cubicBezTo>
                        <a:pt x="2953" y="129635"/>
                        <a:pt x="3334" y="129159"/>
                        <a:pt x="3334" y="128492"/>
                      </a:cubicBezTo>
                      <a:cubicBezTo>
                        <a:pt x="3334" y="128111"/>
                        <a:pt x="3048" y="127349"/>
                        <a:pt x="2572" y="126302"/>
                      </a:cubicBezTo>
                      <a:cubicBezTo>
                        <a:pt x="2000" y="125254"/>
                        <a:pt x="1810" y="124492"/>
                        <a:pt x="2000" y="123920"/>
                      </a:cubicBezTo>
                      <a:cubicBezTo>
                        <a:pt x="2953" y="119729"/>
                        <a:pt x="3334" y="114300"/>
                        <a:pt x="3334" y="107728"/>
                      </a:cubicBezTo>
                      <a:cubicBezTo>
                        <a:pt x="3334" y="105061"/>
                        <a:pt x="3334" y="101060"/>
                        <a:pt x="3048" y="95440"/>
                      </a:cubicBezTo>
                      <a:cubicBezTo>
                        <a:pt x="2763" y="89916"/>
                        <a:pt x="2763" y="85725"/>
                        <a:pt x="2763" y="82963"/>
                      </a:cubicBezTo>
                      <a:cubicBezTo>
                        <a:pt x="2763" y="76200"/>
                        <a:pt x="3143" y="70580"/>
                        <a:pt x="4096" y="65913"/>
                      </a:cubicBezTo>
                      <a:lnTo>
                        <a:pt x="1905" y="60579"/>
                      </a:lnTo>
                      <a:cubicBezTo>
                        <a:pt x="4382" y="59341"/>
                        <a:pt x="7430" y="59627"/>
                        <a:pt x="11049" y="61151"/>
                      </a:cubicBezTo>
                      <a:cubicBezTo>
                        <a:pt x="11239" y="59817"/>
                        <a:pt x="11621" y="59246"/>
                        <a:pt x="12382" y="59246"/>
                      </a:cubicBezTo>
                      <a:cubicBezTo>
                        <a:pt x="12764" y="59246"/>
                        <a:pt x="13526" y="59531"/>
                        <a:pt x="14383" y="59912"/>
                      </a:cubicBezTo>
                      <a:cubicBezTo>
                        <a:pt x="15336" y="60293"/>
                        <a:pt x="15907" y="60579"/>
                        <a:pt x="16193" y="60579"/>
                      </a:cubicBezTo>
                      <a:lnTo>
                        <a:pt x="17145" y="61151"/>
                      </a:lnTo>
                      <a:cubicBezTo>
                        <a:pt x="17145" y="61151"/>
                        <a:pt x="17717" y="60293"/>
                        <a:pt x="17717" y="58960"/>
                      </a:cubicBezTo>
                      <a:cubicBezTo>
                        <a:pt x="17526" y="58484"/>
                        <a:pt x="16764" y="58198"/>
                        <a:pt x="15526" y="58198"/>
                      </a:cubicBezTo>
                      <a:cubicBezTo>
                        <a:pt x="15621" y="56960"/>
                        <a:pt x="15526" y="56197"/>
                        <a:pt x="14764" y="56007"/>
                      </a:cubicBezTo>
                      <a:cubicBezTo>
                        <a:pt x="14669" y="56007"/>
                        <a:pt x="13907" y="56007"/>
                        <a:pt x="12764" y="56197"/>
                      </a:cubicBezTo>
                      <a:cubicBezTo>
                        <a:pt x="11811" y="56293"/>
                        <a:pt x="11239" y="56197"/>
                        <a:pt x="11049" y="55817"/>
                      </a:cubicBezTo>
                      <a:lnTo>
                        <a:pt x="10287" y="58198"/>
                      </a:lnTo>
                      <a:lnTo>
                        <a:pt x="2572" y="56674"/>
                      </a:lnTo>
                      <a:cubicBezTo>
                        <a:pt x="2953" y="55340"/>
                        <a:pt x="3334" y="53912"/>
                        <a:pt x="3715" y="52388"/>
                      </a:cubicBezTo>
                      <a:cubicBezTo>
                        <a:pt x="4096" y="50863"/>
                        <a:pt x="4953" y="50006"/>
                        <a:pt x="6287" y="49721"/>
                      </a:cubicBezTo>
                      <a:cubicBezTo>
                        <a:pt x="4382" y="50006"/>
                        <a:pt x="3524" y="49435"/>
                        <a:pt x="3524" y="47911"/>
                      </a:cubicBezTo>
                      <a:cubicBezTo>
                        <a:pt x="3524" y="47625"/>
                        <a:pt x="3524" y="47054"/>
                        <a:pt x="3715" y="46101"/>
                      </a:cubicBezTo>
                      <a:cubicBezTo>
                        <a:pt x="3810" y="45148"/>
                        <a:pt x="3906" y="44482"/>
                        <a:pt x="3906" y="44101"/>
                      </a:cubicBezTo>
                      <a:cubicBezTo>
                        <a:pt x="3906" y="42767"/>
                        <a:pt x="3429" y="41910"/>
                        <a:pt x="2572" y="41338"/>
                      </a:cubicBezTo>
                      <a:cubicBezTo>
                        <a:pt x="3048" y="40386"/>
                        <a:pt x="3334" y="39338"/>
                        <a:pt x="3334" y="38100"/>
                      </a:cubicBezTo>
                      <a:cubicBezTo>
                        <a:pt x="3334" y="35719"/>
                        <a:pt x="2381" y="34004"/>
                        <a:pt x="381" y="32956"/>
                      </a:cubicBezTo>
                      <a:cubicBezTo>
                        <a:pt x="2477" y="31052"/>
                        <a:pt x="3524" y="28480"/>
                        <a:pt x="3524" y="25241"/>
                      </a:cubicBezTo>
                      <a:cubicBezTo>
                        <a:pt x="3524" y="24098"/>
                        <a:pt x="3334" y="22098"/>
                        <a:pt x="2953" y="19526"/>
                      </a:cubicBezTo>
                      <a:cubicBezTo>
                        <a:pt x="2572" y="16859"/>
                        <a:pt x="2381" y="14859"/>
                        <a:pt x="2381" y="13526"/>
                      </a:cubicBezTo>
                      <a:cubicBezTo>
                        <a:pt x="2381" y="10763"/>
                        <a:pt x="2953" y="8382"/>
                        <a:pt x="4191" y="6191"/>
                      </a:cubicBezTo>
                      <a:lnTo>
                        <a:pt x="2000" y="4667"/>
                      </a:lnTo>
                      <a:cubicBezTo>
                        <a:pt x="2857" y="4667"/>
                        <a:pt x="4191" y="4477"/>
                        <a:pt x="6096" y="3810"/>
                      </a:cubicBezTo>
                      <a:cubicBezTo>
                        <a:pt x="8001" y="3143"/>
                        <a:pt x="9335" y="2857"/>
                        <a:pt x="10383" y="2857"/>
                      </a:cubicBezTo>
                      <a:cubicBezTo>
                        <a:pt x="11430" y="2857"/>
                        <a:pt x="12002" y="3143"/>
                        <a:pt x="12573" y="3715"/>
                      </a:cubicBezTo>
                      <a:cubicBezTo>
                        <a:pt x="13526" y="3143"/>
                        <a:pt x="14859" y="2857"/>
                        <a:pt x="16573" y="2857"/>
                      </a:cubicBezTo>
                      <a:cubicBezTo>
                        <a:pt x="17050" y="2857"/>
                        <a:pt x="17907" y="2857"/>
                        <a:pt x="18955" y="3143"/>
                      </a:cubicBezTo>
                      <a:lnTo>
                        <a:pt x="21527" y="3143"/>
                      </a:lnTo>
                      <a:cubicBezTo>
                        <a:pt x="24003" y="3143"/>
                        <a:pt x="25718" y="2381"/>
                        <a:pt x="26670" y="953"/>
                      </a:cubicBezTo>
                      <a:cubicBezTo>
                        <a:pt x="26670" y="1238"/>
                        <a:pt x="26384" y="1619"/>
                        <a:pt x="25908" y="2191"/>
                      </a:cubicBezTo>
                      <a:cubicBezTo>
                        <a:pt x="25432" y="2667"/>
                        <a:pt x="25146" y="3048"/>
                        <a:pt x="25146" y="3238"/>
                      </a:cubicBezTo>
                      <a:cubicBezTo>
                        <a:pt x="24575" y="3238"/>
                        <a:pt x="26765" y="3334"/>
                        <a:pt x="31432" y="3334"/>
                      </a:cubicBezTo>
                      <a:cubicBezTo>
                        <a:pt x="33624" y="3334"/>
                        <a:pt x="35338" y="2191"/>
                        <a:pt x="36576" y="0"/>
                      </a:cubicBezTo>
                      <a:lnTo>
                        <a:pt x="50197" y="2572"/>
                      </a:lnTo>
                      <a:cubicBezTo>
                        <a:pt x="50482" y="3143"/>
                        <a:pt x="51054" y="3524"/>
                        <a:pt x="51721" y="3810"/>
                      </a:cubicBezTo>
                      <a:lnTo>
                        <a:pt x="53912" y="3810"/>
                      </a:lnTo>
                      <a:cubicBezTo>
                        <a:pt x="53912" y="6477"/>
                        <a:pt x="54483" y="8001"/>
                        <a:pt x="55531" y="8572"/>
                      </a:cubicBezTo>
                      <a:cubicBezTo>
                        <a:pt x="56769" y="8572"/>
                        <a:pt x="57626" y="7525"/>
                        <a:pt x="58103" y="5429"/>
                      </a:cubicBezTo>
                      <a:cubicBezTo>
                        <a:pt x="58484" y="3334"/>
                        <a:pt x="59436" y="2000"/>
                        <a:pt x="61056" y="1619"/>
                      </a:cubicBezTo>
                      <a:cubicBezTo>
                        <a:pt x="62770" y="571"/>
                        <a:pt x="64389" y="0"/>
                        <a:pt x="66008" y="0"/>
                      </a:cubicBezTo>
                      <a:cubicBezTo>
                        <a:pt x="67818" y="0"/>
                        <a:pt x="70199" y="1048"/>
                        <a:pt x="73057" y="3238"/>
                      </a:cubicBezTo>
                      <a:cubicBezTo>
                        <a:pt x="75915" y="5429"/>
                        <a:pt x="78296" y="6477"/>
                        <a:pt x="80296" y="6477"/>
                      </a:cubicBezTo>
                      <a:cubicBezTo>
                        <a:pt x="81629" y="6477"/>
                        <a:pt x="83058" y="6096"/>
                        <a:pt x="84677" y="5334"/>
                      </a:cubicBezTo>
                      <a:cubicBezTo>
                        <a:pt x="88106" y="6668"/>
                        <a:pt x="92679" y="9239"/>
                        <a:pt x="98393" y="13049"/>
                      </a:cubicBezTo>
                      <a:cubicBezTo>
                        <a:pt x="101822" y="14573"/>
                        <a:pt x="104966" y="17907"/>
                        <a:pt x="107918" y="23336"/>
                      </a:cubicBezTo>
                      <a:cubicBezTo>
                        <a:pt x="111252" y="29813"/>
                        <a:pt x="113348" y="33528"/>
                        <a:pt x="114300" y="34385"/>
                      </a:cubicBezTo>
                      <a:close/>
                      <a:moveTo>
                        <a:pt x="17336" y="56769"/>
                      </a:moveTo>
                      <a:lnTo>
                        <a:pt x="21146" y="58293"/>
                      </a:lnTo>
                      <a:lnTo>
                        <a:pt x="20193" y="57531"/>
                      </a:lnTo>
                      <a:lnTo>
                        <a:pt x="17336" y="56769"/>
                      </a:lnTo>
                      <a:close/>
                      <a:moveTo>
                        <a:pt x="72390" y="113157"/>
                      </a:moveTo>
                      <a:lnTo>
                        <a:pt x="71628" y="107252"/>
                      </a:lnTo>
                      <a:cubicBezTo>
                        <a:pt x="72866" y="109919"/>
                        <a:pt x="73438" y="111633"/>
                        <a:pt x="73152" y="112586"/>
                      </a:cubicBezTo>
                      <a:lnTo>
                        <a:pt x="72390" y="113157"/>
                      </a:lnTo>
                      <a:close/>
                      <a:moveTo>
                        <a:pt x="108204" y="92012"/>
                      </a:moveTo>
                      <a:lnTo>
                        <a:pt x="108204" y="85915"/>
                      </a:lnTo>
                      <a:lnTo>
                        <a:pt x="109252" y="85915"/>
                      </a:lnTo>
                      <a:lnTo>
                        <a:pt x="109252" y="92012"/>
                      </a:lnTo>
                      <a:lnTo>
                        <a:pt x="108204" y="92012"/>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 name="Google Shape;1219;p99"/>
                <p:cNvSpPr/>
                <p:nvPr/>
              </p:nvSpPr>
              <p:spPr>
                <a:xfrm>
                  <a:off x="8266747" y="3253740"/>
                  <a:ext cx="139826" cy="159734"/>
                </a:xfrm>
                <a:custGeom>
                  <a:avLst/>
                  <a:gdLst/>
                  <a:ahLst/>
                  <a:cxnLst/>
                  <a:rect l="l" t="t" r="r" b="b"/>
                  <a:pathLst>
                    <a:path w="139826" h="159734" extrusionOk="0">
                      <a:moveTo>
                        <a:pt x="113252" y="42672"/>
                      </a:moveTo>
                      <a:cubicBezTo>
                        <a:pt x="113538" y="43339"/>
                        <a:pt x="114014" y="43720"/>
                        <a:pt x="114585" y="43720"/>
                      </a:cubicBezTo>
                      <a:lnTo>
                        <a:pt x="116205" y="43720"/>
                      </a:lnTo>
                      <a:cubicBezTo>
                        <a:pt x="114490" y="48101"/>
                        <a:pt x="114205" y="53530"/>
                        <a:pt x="115538" y="60198"/>
                      </a:cubicBezTo>
                      <a:cubicBezTo>
                        <a:pt x="115157" y="61627"/>
                        <a:pt x="113823" y="63913"/>
                        <a:pt x="111537" y="67056"/>
                      </a:cubicBezTo>
                      <a:lnTo>
                        <a:pt x="113157" y="68675"/>
                      </a:lnTo>
                      <a:cubicBezTo>
                        <a:pt x="112680" y="69723"/>
                        <a:pt x="111252" y="70580"/>
                        <a:pt x="108966" y="71247"/>
                      </a:cubicBezTo>
                      <a:cubicBezTo>
                        <a:pt x="106775" y="71914"/>
                        <a:pt x="105251" y="72771"/>
                        <a:pt x="104584" y="74009"/>
                      </a:cubicBezTo>
                      <a:lnTo>
                        <a:pt x="108299" y="74676"/>
                      </a:lnTo>
                      <a:cubicBezTo>
                        <a:pt x="105251" y="79534"/>
                        <a:pt x="99822" y="85344"/>
                        <a:pt x="91916" y="92012"/>
                      </a:cubicBezTo>
                      <a:lnTo>
                        <a:pt x="88772" y="92012"/>
                      </a:lnTo>
                      <a:lnTo>
                        <a:pt x="88772" y="94202"/>
                      </a:lnTo>
                      <a:cubicBezTo>
                        <a:pt x="88772" y="94202"/>
                        <a:pt x="88106" y="93631"/>
                        <a:pt x="87630" y="93631"/>
                      </a:cubicBezTo>
                      <a:cubicBezTo>
                        <a:pt x="86582" y="93726"/>
                        <a:pt x="85915" y="93726"/>
                        <a:pt x="85630" y="93631"/>
                      </a:cubicBezTo>
                      <a:lnTo>
                        <a:pt x="85058" y="94202"/>
                      </a:lnTo>
                      <a:cubicBezTo>
                        <a:pt x="86868" y="94679"/>
                        <a:pt x="88201" y="96488"/>
                        <a:pt x="89059" y="99536"/>
                      </a:cubicBezTo>
                      <a:cubicBezTo>
                        <a:pt x="89821" y="102584"/>
                        <a:pt x="90773" y="104204"/>
                        <a:pt x="92011" y="104489"/>
                      </a:cubicBezTo>
                      <a:cubicBezTo>
                        <a:pt x="91630" y="106966"/>
                        <a:pt x="92583" y="109633"/>
                        <a:pt x="94964" y="112395"/>
                      </a:cubicBezTo>
                      <a:cubicBezTo>
                        <a:pt x="97726" y="115538"/>
                        <a:pt x="99346" y="118205"/>
                        <a:pt x="99726" y="120301"/>
                      </a:cubicBezTo>
                      <a:cubicBezTo>
                        <a:pt x="98964" y="121825"/>
                        <a:pt x="97345" y="122206"/>
                        <a:pt x="94869" y="121634"/>
                      </a:cubicBezTo>
                      <a:cubicBezTo>
                        <a:pt x="92487" y="121063"/>
                        <a:pt x="91249" y="121158"/>
                        <a:pt x="91249" y="121920"/>
                      </a:cubicBezTo>
                      <a:cubicBezTo>
                        <a:pt x="91249" y="122587"/>
                        <a:pt x="91535" y="123539"/>
                        <a:pt x="92011" y="124682"/>
                      </a:cubicBezTo>
                      <a:lnTo>
                        <a:pt x="94964" y="124111"/>
                      </a:lnTo>
                      <a:cubicBezTo>
                        <a:pt x="95250" y="124682"/>
                        <a:pt x="94679" y="125730"/>
                        <a:pt x="93345" y="127254"/>
                      </a:cubicBezTo>
                      <a:lnTo>
                        <a:pt x="95726" y="129445"/>
                      </a:lnTo>
                      <a:cubicBezTo>
                        <a:pt x="95726" y="129445"/>
                        <a:pt x="96583" y="128016"/>
                        <a:pt x="97155" y="126301"/>
                      </a:cubicBezTo>
                      <a:lnTo>
                        <a:pt x="98107" y="130016"/>
                      </a:lnTo>
                      <a:cubicBezTo>
                        <a:pt x="99726" y="129540"/>
                        <a:pt x="100489" y="127730"/>
                        <a:pt x="100298" y="124682"/>
                      </a:cubicBezTo>
                      <a:cubicBezTo>
                        <a:pt x="102108" y="125635"/>
                        <a:pt x="103632" y="127540"/>
                        <a:pt x="104680" y="130492"/>
                      </a:cubicBezTo>
                      <a:cubicBezTo>
                        <a:pt x="105727" y="133350"/>
                        <a:pt x="106966" y="134969"/>
                        <a:pt x="108395" y="135541"/>
                      </a:cubicBezTo>
                      <a:cubicBezTo>
                        <a:pt x="108013" y="136588"/>
                        <a:pt x="107822" y="137731"/>
                        <a:pt x="107822" y="138779"/>
                      </a:cubicBezTo>
                      <a:cubicBezTo>
                        <a:pt x="107822" y="140779"/>
                        <a:pt x="108871" y="143351"/>
                        <a:pt x="110871" y="146590"/>
                      </a:cubicBezTo>
                      <a:cubicBezTo>
                        <a:pt x="112966" y="149828"/>
                        <a:pt x="113919" y="152019"/>
                        <a:pt x="113919" y="153353"/>
                      </a:cubicBezTo>
                      <a:cubicBezTo>
                        <a:pt x="113919" y="155162"/>
                        <a:pt x="112966" y="156972"/>
                        <a:pt x="110966" y="158591"/>
                      </a:cubicBezTo>
                      <a:cubicBezTo>
                        <a:pt x="109347" y="158591"/>
                        <a:pt x="106680" y="158782"/>
                        <a:pt x="103060" y="159163"/>
                      </a:cubicBezTo>
                      <a:cubicBezTo>
                        <a:pt x="99346" y="159544"/>
                        <a:pt x="96583" y="159734"/>
                        <a:pt x="94773" y="159734"/>
                      </a:cubicBezTo>
                      <a:cubicBezTo>
                        <a:pt x="88963" y="159734"/>
                        <a:pt x="84487" y="158210"/>
                        <a:pt x="81343" y="154972"/>
                      </a:cubicBezTo>
                      <a:lnTo>
                        <a:pt x="80676" y="155924"/>
                      </a:lnTo>
                      <a:cubicBezTo>
                        <a:pt x="79914" y="153924"/>
                        <a:pt x="79153" y="152019"/>
                        <a:pt x="78295" y="150019"/>
                      </a:cubicBezTo>
                      <a:cubicBezTo>
                        <a:pt x="77057" y="147447"/>
                        <a:pt x="75533" y="145828"/>
                        <a:pt x="73533" y="145256"/>
                      </a:cubicBezTo>
                      <a:cubicBezTo>
                        <a:pt x="73914" y="144399"/>
                        <a:pt x="74200" y="143542"/>
                        <a:pt x="74200" y="142875"/>
                      </a:cubicBezTo>
                      <a:cubicBezTo>
                        <a:pt x="74200" y="141446"/>
                        <a:pt x="73247" y="140017"/>
                        <a:pt x="71342" y="138589"/>
                      </a:cubicBezTo>
                      <a:cubicBezTo>
                        <a:pt x="69437" y="137160"/>
                        <a:pt x="68389" y="135826"/>
                        <a:pt x="68389" y="134493"/>
                      </a:cubicBezTo>
                      <a:cubicBezTo>
                        <a:pt x="68389" y="133540"/>
                        <a:pt x="68675" y="132588"/>
                        <a:pt x="69151" y="131540"/>
                      </a:cubicBezTo>
                      <a:cubicBezTo>
                        <a:pt x="67818" y="129730"/>
                        <a:pt x="66198" y="126111"/>
                        <a:pt x="64389" y="120682"/>
                      </a:cubicBezTo>
                      <a:cubicBezTo>
                        <a:pt x="62769" y="116110"/>
                        <a:pt x="60864" y="112681"/>
                        <a:pt x="58483" y="110395"/>
                      </a:cubicBezTo>
                      <a:cubicBezTo>
                        <a:pt x="58483" y="106966"/>
                        <a:pt x="56959" y="102870"/>
                        <a:pt x="53911" y="98107"/>
                      </a:cubicBezTo>
                      <a:lnTo>
                        <a:pt x="48006" y="97346"/>
                      </a:lnTo>
                      <a:lnTo>
                        <a:pt x="48577" y="96774"/>
                      </a:lnTo>
                      <a:cubicBezTo>
                        <a:pt x="48196" y="96107"/>
                        <a:pt x="47625" y="95726"/>
                        <a:pt x="47054" y="95726"/>
                      </a:cubicBezTo>
                      <a:lnTo>
                        <a:pt x="44862" y="98107"/>
                      </a:lnTo>
                      <a:cubicBezTo>
                        <a:pt x="44196" y="98107"/>
                        <a:pt x="42672" y="98488"/>
                        <a:pt x="40386" y="99060"/>
                      </a:cubicBezTo>
                      <a:cubicBezTo>
                        <a:pt x="38100" y="99727"/>
                        <a:pt x="36290" y="100108"/>
                        <a:pt x="35147" y="100108"/>
                      </a:cubicBezTo>
                      <a:cubicBezTo>
                        <a:pt x="34194" y="100108"/>
                        <a:pt x="33432" y="99917"/>
                        <a:pt x="32766" y="99536"/>
                      </a:cubicBezTo>
                      <a:cubicBezTo>
                        <a:pt x="32671" y="99822"/>
                        <a:pt x="32575" y="100013"/>
                        <a:pt x="32575" y="100298"/>
                      </a:cubicBezTo>
                      <a:cubicBezTo>
                        <a:pt x="32575" y="100679"/>
                        <a:pt x="32766" y="101060"/>
                        <a:pt x="33051" y="101346"/>
                      </a:cubicBezTo>
                      <a:cubicBezTo>
                        <a:pt x="33338" y="101632"/>
                        <a:pt x="33528" y="101917"/>
                        <a:pt x="33528" y="102013"/>
                      </a:cubicBezTo>
                      <a:cubicBezTo>
                        <a:pt x="33528" y="102298"/>
                        <a:pt x="32861" y="102775"/>
                        <a:pt x="31718" y="103441"/>
                      </a:cubicBezTo>
                      <a:lnTo>
                        <a:pt x="32766" y="115729"/>
                      </a:lnTo>
                      <a:lnTo>
                        <a:pt x="31146" y="117157"/>
                      </a:lnTo>
                      <a:cubicBezTo>
                        <a:pt x="32195" y="120967"/>
                        <a:pt x="32766" y="126301"/>
                        <a:pt x="32766" y="133255"/>
                      </a:cubicBezTo>
                      <a:cubicBezTo>
                        <a:pt x="32766" y="133921"/>
                        <a:pt x="32480" y="135255"/>
                        <a:pt x="31909" y="137446"/>
                      </a:cubicBezTo>
                      <a:cubicBezTo>
                        <a:pt x="31337" y="139637"/>
                        <a:pt x="31051" y="141351"/>
                        <a:pt x="31051" y="142494"/>
                      </a:cubicBezTo>
                      <a:cubicBezTo>
                        <a:pt x="31051" y="144589"/>
                        <a:pt x="31813" y="146304"/>
                        <a:pt x="33432" y="147447"/>
                      </a:cubicBezTo>
                      <a:cubicBezTo>
                        <a:pt x="32480" y="148114"/>
                        <a:pt x="32099" y="149352"/>
                        <a:pt x="32099" y="151162"/>
                      </a:cubicBezTo>
                      <a:lnTo>
                        <a:pt x="32099" y="153162"/>
                      </a:lnTo>
                      <a:cubicBezTo>
                        <a:pt x="32195" y="153924"/>
                        <a:pt x="32289" y="154496"/>
                        <a:pt x="32289" y="154972"/>
                      </a:cubicBezTo>
                      <a:cubicBezTo>
                        <a:pt x="32289" y="157448"/>
                        <a:pt x="30861" y="158496"/>
                        <a:pt x="28194" y="158115"/>
                      </a:cubicBezTo>
                      <a:lnTo>
                        <a:pt x="29146" y="158877"/>
                      </a:lnTo>
                      <a:cubicBezTo>
                        <a:pt x="27051" y="159829"/>
                        <a:pt x="24289" y="159925"/>
                        <a:pt x="21050" y="159353"/>
                      </a:cubicBezTo>
                      <a:cubicBezTo>
                        <a:pt x="17716" y="158782"/>
                        <a:pt x="15526" y="158877"/>
                        <a:pt x="14478" y="159639"/>
                      </a:cubicBezTo>
                      <a:cubicBezTo>
                        <a:pt x="10001" y="159163"/>
                        <a:pt x="5619" y="157829"/>
                        <a:pt x="1619" y="155924"/>
                      </a:cubicBezTo>
                      <a:cubicBezTo>
                        <a:pt x="1905" y="145732"/>
                        <a:pt x="1619" y="130302"/>
                        <a:pt x="1048" y="109442"/>
                      </a:cubicBezTo>
                      <a:lnTo>
                        <a:pt x="0" y="109442"/>
                      </a:lnTo>
                      <a:cubicBezTo>
                        <a:pt x="1048" y="108013"/>
                        <a:pt x="1619" y="106204"/>
                        <a:pt x="1619" y="104108"/>
                      </a:cubicBezTo>
                      <a:cubicBezTo>
                        <a:pt x="1619" y="103346"/>
                        <a:pt x="1524" y="102013"/>
                        <a:pt x="1238" y="100013"/>
                      </a:cubicBezTo>
                      <a:cubicBezTo>
                        <a:pt x="952" y="98012"/>
                        <a:pt x="857" y="96583"/>
                        <a:pt x="857" y="95536"/>
                      </a:cubicBezTo>
                      <a:cubicBezTo>
                        <a:pt x="857" y="93154"/>
                        <a:pt x="1428" y="91059"/>
                        <a:pt x="2667" y="89249"/>
                      </a:cubicBezTo>
                      <a:cubicBezTo>
                        <a:pt x="2000" y="82391"/>
                        <a:pt x="1714" y="73057"/>
                        <a:pt x="1714" y="61150"/>
                      </a:cubicBezTo>
                      <a:lnTo>
                        <a:pt x="1714" y="32195"/>
                      </a:lnTo>
                      <a:cubicBezTo>
                        <a:pt x="857" y="31623"/>
                        <a:pt x="476" y="31051"/>
                        <a:pt x="476" y="30385"/>
                      </a:cubicBezTo>
                      <a:cubicBezTo>
                        <a:pt x="476" y="30004"/>
                        <a:pt x="857" y="29242"/>
                        <a:pt x="1619" y="28004"/>
                      </a:cubicBezTo>
                      <a:cubicBezTo>
                        <a:pt x="2381" y="26861"/>
                        <a:pt x="2762" y="25908"/>
                        <a:pt x="2762" y="25241"/>
                      </a:cubicBezTo>
                      <a:cubicBezTo>
                        <a:pt x="1143" y="23717"/>
                        <a:pt x="381" y="22098"/>
                        <a:pt x="381" y="20288"/>
                      </a:cubicBezTo>
                      <a:cubicBezTo>
                        <a:pt x="381" y="19145"/>
                        <a:pt x="857" y="17145"/>
                        <a:pt x="1810" y="14288"/>
                      </a:cubicBezTo>
                      <a:cubicBezTo>
                        <a:pt x="2762" y="11525"/>
                        <a:pt x="3047" y="9334"/>
                        <a:pt x="2762" y="7715"/>
                      </a:cubicBezTo>
                      <a:lnTo>
                        <a:pt x="10858" y="762"/>
                      </a:lnTo>
                      <a:lnTo>
                        <a:pt x="45625" y="0"/>
                      </a:lnTo>
                      <a:cubicBezTo>
                        <a:pt x="46196" y="667"/>
                        <a:pt x="47720" y="2096"/>
                        <a:pt x="50387" y="4381"/>
                      </a:cubicBezTo>
                      <a:cubicBezTo>
                        <a:pt x="52197" y="6096"/>
                        <a:pt x="53530" y="7906"/>
                        <a:pt x="54102" y="9906"/>
                      </a:cubicBezTo>
                      <a:cubicBezTo>
                        <a:pt x="54007" y="9239"/>
                        <a:pt x="53911" y="8668"/>
                        <a:pt x="53911" y="8096"/>
                      </a:cubicBezTo>
                      <a:cubicBezTo>
                        <a:pt x="53911" y="6382"/>
                        <a:pt x="54959" y="4953"/>
                        <a:pt x="57055" y="3905"/>
                      </a:cubicBezTo>
                      <a:cubicBezTo>
                        <a:pt x="59721" y="2572"/>
                        <a:pt x="61246" y="1524"/>
                        <a:pt x="61817" y="762"/>
                      </a:cubicBezTo>
                      <a:cubicBezTo>
                        <a:pt x="62674" y="476"/>
                        <a:pt x="63532" y="1048"/>
                        <a:pt x="64579" y="2381"/>
                      </a:cubicBezTo>
                      <a:cubicBezTo>
                        <a:pt x="64960" y="2286"/>
                        <a:pt x="65437" y="2191"/>
                        <a:pt x="66008" y="2191"/>
                      </a:cubicBezTo>
                      <a:cubicBezTo>
                        <a:pt x="66960" y="2191"/>
                        <a:pt x="68485" y="2762"/>
                        <a:pt x="70485" y="4000"/>
                      </a:cubicBezTo>
                      <a:cubicBezTo>
                        <a:pt x="72580" y="5144"/>
                        <a:pt x="74104" y="5715"/>
                        <a:pt x="75342" y="5620"/>
                      </a:cubicBezTo>
                      <a:lnTo>
                        <a:pt x="82105" y="5620"/>
                      </a:lnTo>
                      <a:cubicBezTo>
                        <a:pt x="81724" y="7715"/>
                        <a:pt x="82486" y="8763"/>
                        <a:pt x="84296" y="8763"/>
                      </a:cubicBezTo>
                      <a:cubicBezTo>
                        <a:pt x="84391" y="8763"/>
                        <a:pt x="84772" y="8763"/>
                        <a:pt x="85248" y="8572"/>
                      </a:cubicBezTo>
                      <a:lnTo>
                        <a:pt x="86677" y="8572"/>
                      </a:lnTo>
                      <a:cubicBezTo>
                        <a:pt x="88392" y="8572"/>
                        <a:pt x="89345" y="9334"/>
                        <a:pt x="89630" y="10954"/>
                      </a:cubicBezTo>
                      <a:lnTo>
                        <a:pt x="94392" y="10954"/>
                      </a:lnTo>
                      <a:cubicBezTo>
                        <a:pt x="97250" y="13716"/>
                        <a:pt x="100203" y="16478"/>
                        <a:pt x="103060" y="19240"/>
                      </a:cubicBezTo>
                      <a:cubicBezTo>
                        <a:pt x="106489" y="22670"/>
                        <a:pt x="108395" y="25908"/>
                        <a:pt x="108585" y="28956"/>
                      </a:cubicBezTo>
                      <a:cubicBezTo>
                        <a:pt x="110585" y="30004"/>
                        <a:pt x="111919" y="31813"/>
                        <a:pt x="112585" y="34290"/>
                      </a:cubicBezTo>
                      <a:cubicBezTo>
                        <a:pt x="113442" y="37909"/>
                        <a:pt x="114300" y="40196"/>
                        <a:pt x="114966" y="41243"/>
                      </a:cubicBezTo>
                      <a:lnTo>
                        <a:pt x="113347" y="42577"/>
                      </a:lnTo>
                      <a:close/>
                      <a:moveTo>
                        <a:pt x="18383" y="50197"/>
                      </a:moveTo>
                      <a:lnTo>
                        <a:pt x="18383" y="45815"/>
                      </a:lnTo>
                      <a:lnTo>
                        <a:pt x="17526" y="45815"/>
                      </a:lnTo>
                      <a:lnTo>
                        <a:pt x="17526" y="50197"/>
                      </a:lnTo>
                      <a:lnTo>
                        <a:pt x="18383" y="50197"/>
                      </a:lnTo>
                      <a:close/>
                      <a:moveTo>
                        <a:pt x="23717" y="23717"/>
                      </a:moveTo>
                      <a:cubicBezTo>
                        <a:pt x="23622" y="23050"/>
                        <a:pt x="23717" y="22003"/>
                        <a:pt x="24003" y="20669"/>
                      </a:cubicBezTo>
                      <a:cubicBezTo>
                        <a:pt x="24289" y="19336"/>
                        <a:pt x="24479" y="18383"/>
                        <a:pt x="24479" y="18002"/>
                      </a:cubicBezTo>
                      <a:cubicBezTo>
                        <a:pt x="24479" y="16383"/>
                        <a:pt x="23717" y="15335"/>
                        <a:pt x="22097" y="14764"/>
                      </a:cubicBezTo>
                      <a:lnTo>
                        <a:pt x="24479" y="12382"/>
                      </a:lnTo>
                      <a:cubicBezTo>
                        <a:pt x="24479" y="12382"/>
                        <a:pt x="24479" y="11906"/>
                        <a:pt x="24289" y="11621"/>
                      </a:cubicBezTo>
                      <a:cubicBezTo>
                        <a:pt x="22670" y="12954"/>
                        <a:pt x="21907" y="14288"/>
                        <a:pt x="21907" y="15526"/>
                      </a:cubicBezTo>
                      <a:cubicBezTo>
                        <a:pt x="21907" y="16192"/>
                        <a:pt x="22479" y="17907"/>
                        <a:pt x="23717" y="20764"/>
                      </a:cubicBezTo>
                      <a:cubicBezTo>
                        <a:pt x="22955" y="20764"/>
                        <a:pt x="22479" y="21336"/>
                        <a:pt x="22193" y="22098"/>
                      </a:cubicBezTo>
                      <a:cubicBezTo>
                        <a:pt x="22003" y="22860"/>
                        <a:pt x="21621" y="23431"/>
                        <a:pt x="21241" y="23717"/>
                      </a:cubicBezTo>
                      <a:lnTo>
                        <a:pt x="23622" y="23717"/>
                      </a:lnTo>
                      <a:close/>
                      <a:moveTo>
                        <a:pt x="31813" y="19145"/>
                      </a:moveTo>
                      <a:lnTo>
                        <a:pt x="34957" y="21336"/>
                      </a:lnTo>
                      <a:lnTo>
                        <a:pt x="34957" y="21526"/>
                      </a:lnTo>
                      <a:lnTo>
                        <a:pt x="33432" y="23146"/>
                      </a:lnTo>
                      <a:lnTo>
                        <a:pt x="34957" y="23146"/>
                      </a:lnTo>
                      <a:lnTo>
                        <a:pt x="34957" y="12287"/>
                      </a:lnTo>
                      <a:cubicBezTo>
                        <a:pt x="34957" y="12287"/>
                        <a:pt x="33909" y="13240"/>
                        <a:pt x="32956" y="13811"/>
                      </a:cubicBezTo>
                      <a:cubicBezTo>
                        <a:pt x="32956" y="13430"/>
                        <a:pt x="32575" y="13240"/>
                        <a:pt x="31718" y="13240"/>
                      </a:cubicBezTo>
                      <a:cubicBezTo>
                        <a:pt x="32195" y="13811"/>
                        <a:pt x="32575" y="14002"/>
                        <a:pt x="32956" y="13811"/>
                      </a:cubicBezTo>
                      <a:cubicBezTo>
                        <a:pt x="33242" y="14383"/>
                        <a:pt x="33147" y="15240"/>
                        <a:pt x="32575" y="16383"/>
                      </a:cubicBezTo>
                      <a:cubicBezTo>
                        <a:pt x="32575" y="16288"/>
                        <a:pt x="32575" y="16097"/>
                        <a:pt x="32766" y="16002"/>
                      </a:cubicBezTo>
                      <a:cubicBezTo>
                        <a:pt x="33338" y="16002"/>
                        <a:pt x="33814" y="16383"/>
                        <a:pt x="34194" y="16954"/>
                      </a:cubicBezTo>
                      <a:lnTo>
                        <a:pt x="31813" y="19145"/>
                      </a:lnTo>
                      <a:close/>
                      <a:moveTo>
                        <a:pt x="81915" y="52388"/>
                      </a:moveTo>
                      <a:cubicBezTo>
                        <a:pt x="82201" y="51721"/>
                        <a:pt x="82296" y="51149"/>
                        <a:pt x="82296" y="50768"/>
                      </a:cubicBezTo>
                      <a:cubicBezTo>
                        <a:pt x="82296" y="49816"/>
                        <a:pt x="81724" y="48958"/>
                        <a:pt x="80486" y="48006"/>
                      </a:cubicBezTo>
                      <a:cubicBezTo>
                        <a:pt x="79247" y="47054"/>
                        <a:pt x="78581" y="46387"/>
                        <a:pt x="78295" y="45815"/>
                      </a:cubicBezTo>
                      <a:cubicBezTo>
                        <a:pt x="78771" y="45053"/>
                        <a:pt x="79057" y="44291"/>
                        <a:pt x="79057" y="43624"/>
                      </a:cubicBezTo>
                      <a:cubicBezTo>
                        <a:pt x="79057" y="42577"/>
                        <a:pt x="78105" y="41434"/>
                        <a:pt x="76200" y="40291"/>
                      </a:cubicBezTo>
                      <a:cubicBezTo>
                        <a:pt x="74295" y="39053"/>
                        <a:pt x="73247" y="38195"/>
                        <a:pt x="72961" y="37529"/>
                      </a:cubicBezTo>
                      <a:cubicBezTo>
                        <a:pt x="72294" y="36862"/>
                        <a:pt x="71438" y="36481"/>
                        <a:pt x="70580" y="36481"/>
                      </a:cubicBezTo>
                      <a:cubicBezTo>
                        <a:pt x="70199" y="36481"/>
                        <a:pt x="69532" y="36481"/>
                        <a:pt x="68675" y="36766"/>
                      </a:cubicBezTo>
                      <a:cubicBezTo>
                        <a:pt x="67818" y="36957"/>
                        <a:pt x="67151" y="37052"/>
                        <a:pt x="66770" y="37052"/>
                      </a:cubicBezTo>
                      <a:cubicBezTo>
                        <a:pt x="65627" y="37052"/>
                        <a:pt x="64865" y="36290"/>
                        <a:pt x="64389" y="34862"/>
                      </a:cubicBezTo>
                      <a:lnTo>
                        <a:pt x="66008" y="33719"/>
                      </a:lnTo>
                      <a:cubicBezTo>
                        <a:pt x="63341" y="33433"/>
                        <a:pt x="61913" y="34480"/>
                        <a:pt x="61626" y="36671"/>
                      </a:cubicBezTo>
                      <a:cubicBezTo>
                        <a:pt x="61246" y="39814"/>
                        <a:pt x="60770" y="41815"/>
                        <a:pt x="60103" y="42577"/>
                      </a:cubicBezTo>
                      <a:cubicBezTo>
                        <a:pt x="59341" y="40100"/>
                        <a:pt x="58483" y="37529"/>
                        <a:pt x="57721" y="34957"/>
                      </a:cubicBezTo>
                      <a:cubicBezTo>
                        <a:pt x="56959" y="32385"/>
                        <a:pt x="55150" y="30385"/>
                        <a:pt x="52388" y="28956"/>
                      </a:cubicBezTo>
                      <a:cubicBezTo>
                        <a:pt x="52006" y="31528"/>
                        <a:pt x="50387" y="32861"/>
                        <a:pt x="47625" y="32861"/>
                      </a:cubicBezTo>
                      <a:cubicBezTo>
                        <a:pt x="46958" y="32861"/>
                        <a:pt x="45910" y="32861"/>
                        <a:pt x="44482" y="32671"/>
                      </a:cubicBezTo>
                      <a:cubicBezTo>
                        <a:pt x="43053" y="32575"/>
                        <a:pt x="41910" y="32480"/>
                        <a:pt x="41053" y="32480"/>
                      </a:cubicBezTo>
                      <a:cubicBezTo>
                        <a:pt x="40195" y="32480"/>
                        <a:pt x="39528" y="32480"/>
                        <a:pt x="38862" y="32671"/>
                      </a:cubicBezTo>
                      <a:cubicBezTo>
                        <a:pt x="35052" y="35052"/>
                        <a:pt x="33147" y="39148"/>
                        <a:pt x="33147" y="44958"/>
                      </a:cubicBezTo>
                      <a:cubicBezTo>
                        <a:pt x="33147" y="46006"/>
                        <a:pt x="33147" y="47720"/>
                        <a:pt x="33338" y="50197"/>
                      </a:cubicBezTo>
                      <a:cubicBezTo>
                        <a:pt x="33528" y="52673"/>
                        <a:pt x="33528" y="54483"/>
                        <a:pt x="33528" y="55626"/>
                      </a:cubicBezTo>
                      <a:cubicBezTo>
                        <a:pt x="33528" y="58293"/>
                        <a:pt x="33242" y="60484"/>
                        <a:pt x="32671" y="62389"/>
                      </a:cubicBezTo>
                      <a:cubicBezTo>
                        <a:pt x="32861" y="63913"/>
                        <a:pt x="34004" y="64675"/>
                        <a:pt x="36290" y="64579"/>
                      </a:cubicBezTo>
                      <a:cubicBezTo>
                        <a:pt x="38576" y="64389"/>
                        <a:pt x="39910" y="65246"/>
                        <a:pt x="40481" y="66961"/>
                      </a:cubicBezTo>
                      <a:cubicBezTo>
                        <a:pt x="41338" y="67532"/>
                        <a:pt x="43529" y="67723"/>
                        <a:pt x="46767" y="67532"/>
                      </a:cubicBezTo>
                      <a:cubicBezTo>
                        <a:pt x="49435" y="67532"/>
                        <a:pt x="51245" y="68389"/>
                        <a:pt x="52292" y="70104"/>
                      </a:cubicBezTo>
                      <a:cubicBezTo>
                        <a:pt x="53244" y="68199"/>
                        <a:pt x="54578" y="67246"/>
                        <a:pt x="56292" y="66865"/>
                      </a:cubicBezTo>
                      <a:lnTo>
                        <a:pt x="61246" y="66865"/>
                      </a:lnTo>
                      <a:cubicBezTo>
                        <a:pt x="62674" y="66675"/>
                        <a:pt x="63722" y="65913"/>
                        <a:pt x="64389" y="64675"/>
                      </a:cubicBezTo>
                      <a:cubicBezTo>
                        <a:pt x="69151" y="65246"/>
                        <a:pt x="74580" y="62294"/>
                        <a:pt x="80581" y="56007"/>
                      </a:cubicBezTo>
                      <a:lnTo>
                        <a:pt x="77438" y="54864"/>
                      </a:lnTo>
                      <a:lnTo>
                        <a:pt x="81724" y="52292"/>
                      </a:lnTo>
                      <a:close/>
                      <a:moveTo>
                        <a:pt x="78391" y="21431"/>
                      </a:moveTo>
                      <a:cubicBezTo>
                        <a:pt x="78295" y="20955"/>
                        <a:pt x="77914" y="20669"/>
                        <a:pt x="77343" y="20669"/>
                      </a:cubicBezTo>
                      <a:cubicBezTo>
                        <a:pt x="76200" y="20669"/>
                        <a:pt x="75533" y="21146"/>
                        <a:pt x="75533" y="22003"/>
                      </a:cubicBezTo>
                      <a:cubicBezTo>
                        <a:pt x="75533" y="22193"/>
                        <a:pt x="75629" y="22193"/>
                        <a:pt x="75914" y="22193"/>
                      </a:cubicBezTo>
                      <a:lnTo>
                        <a:pt x="78295" y="21336"/>
                      </a:lnTo>
                      <a:close/>
                      <a:moveTo>
                        <a:pt x="86773" y="12192"/>
                      </a:moveTo>
                      <a:lnTo>
                        <a:pt x="86773" y="10954"/>
                      </a:lnTo>
                      <a:cubicBezTo>
                        <a:pt x="86201" y="11335"/>
                        <a:pt x="84677" y="11525"/>
                        <a:pt x="82010" y="11525"/>
                      </a:cubicBezTo>
                      <a:lnTo>
                        <a:pt x="86773" y="12097"/>
                      </a:lnTo>
                      <a:close/>
                      <a:moveTo>
                        <a:pt x="82010" y="45815"/>
                      </a:moveTo>
                      <a:lnTo>
                        <a:pt x="85248" y="45815"/>
                      </a:lnTo>
                      <a:cubicBezTo>
                        <a:pt x="83915" y="44577"/>
                        <a:pt x="82867" y="44005"/>
                        <a:pt x="82010" y="44291"/>
                      </a:cubicBezTo>
                      <a:lnTo>
                        <a:pt x="82010" y="45815"/>
                      </a:lnTo>
                      <a:close/>
                      <a:moveTo>
                        <a:pt x="88392" y="55531"/>
                      </a:moveTo>
                      <a:lnTo>
                        <a:pt x="90582" y="53340"/>
                      </a:lnTo>
                      <a:lnTo>
                        <a:pt x="89630" y="53340"/>
                      </a:lnTo>
                      <a:lnTo>
                        <a:pt x="88392" y="55531"/>
                      </a:lnTo>
                      <a:close/>
                      <a:moveTo>
                        <a:pt x="94392" y="55912"/>
                      </a:moveTo>
                      <a:cubicBezTo>
                        <a:pt x="93916" y="55531"/>
                        <a:pt x="93630" y="54864"/>
                        <a:pt x="93630" y="54102"/>
                      </a:cubicBezTo>
                      <a:cubicBezTo>
                        <a:pt x="93630" y="51911"/>
                        <a:pt x="94583" y="50101"/>
                        <a:pt x="96583" y="48958"/>
                      </a:cubicBezTo>
                      <a:cubicBezTo>
                        <a:pt x="96202" y="48578"/>
                        <a:pt x="95726" y="48387"/>
                        <a:pt x="95250" y="48387"/>
                      </a:cubicBezTo>
                      <a:cubicBezTo>
                        <a:pt x="95155" y="48387"/>
                        <a:pt x="93535" y="49339"/>
                        <a:pt x="90488" y="51149"/>
                      </a:cubicBezTo>
                      <a:cubicBezTo>
                        <a:pt x="92487" y="51625"/>
                        <a:pt x="93440" y="52578"/>
                        <a:pt x="93440" y="53912"/>
                      </a:cubicBezTo>
                      <a:cubicBezTo>
                        <a:pt x="93440" y="54483"/>
                        <a:pt x="93250" y="55150"/>
                        <a:pt x="92773" y="56197"/>
                      </a:cubicBezTo>
                      <a:cubicBezTo>
                        <a:pt x="92297" y="57150"/>
                        <a:pt x="92107" y="57817"/>
                        <a:pt x="92107" y="58293"/>
                      </a:cubicBezTo>
                      <a:cubicBezTo>
                        <a:pt x="92107" y="59055"/>
                        <a:pt x="93059" y="59436"/>
                        <a:pt x="95059" y="59341"/>
                      </a:cubicBezTo>
                      <a:cubicBezTo>
                        <a:pt x="95059" y="57436"/>
                        <a:pt x="94869" y="56388"/>
                        <a:pt x="94392" y="55912"/>
                      </a:cubicBezTo>
                      <a:close/>
                      <a:moveTo>
                        <a:pt x="100393" y="65437"/>
                      </a:moveTo>
                      <a:lnTo>
                        <a:pt x="100965" y="64865"/>
                      </a:lnTo>
                      <a:lnTo>
                        <a:pt x="99822" y="63341"/>
                      </a:lnTo>
                      <a:lnTo>
                        <a:pt x="100393" y="65532"/>
                      </a:lnTo>
                      <a:close/>
                      <a:moveTo>
                        <a:pt x="104108" y="51721"/>
                      </a:moveTo>
                      <a:lnTo>
                        <a:pt x="106299" y="53340"/>
                      </a:lnTo>
                      <a:cubicBezTo>
                        <a:pt x="105823" y="52388"/>
                        <a:pt x="105632" y="51911"/>
                        <a:pt x="105727" y="51721"/>
                      </a:cubicBezTo>
                      <a:lnTo>
                        <a:pt x="104108" y="51721"/>
                      </a:lnTo>
                      <a:close/>
                      <a:moveTo>
                        <a:pt x="104680" y="27432"/>
                      </a:moveTo>
                      <a:lnTo>
                        <a:pt x="104680" y="29051"/>
                      </a:lnTo>
                      <a:lnTo>
                        <a:pt x="106203" y="27432"/>
                      </a:lnTo>
                      <a:lnTo>
                        <a:pt x="104680" y="27432"/>
                      </a:lnTo>
                      <a:close/>
                      <a:moveTo>
                        <a:pt x="106203" y="45053"/>
                      </a:moveTo>
                      <a:lnTo>
                        <a:pt x="110014" y="41338"/>
                      </a:lnTo>
                      <a:lnTo>
                        <a:pt x="107822" y="41338"/>
                      </a:lnTo>
                      <a:lnTo>
                        <a:pt x="106203" y="45053"/>
                      </a:lnTo>
                      <a:close/>
                      <a:moveTo>
                        <a:pt x="107822" y="62484"/>
                      </a:moveTo>
                      <a:lnTo>
                        <a:pt x="110014" y="61722"/>
                      </a:lnTo>
                      <a:cubicBezTo>
                        <a:pt x="109823" y="61150"/>
                        <a:pt x="109156" y="60960"/>
                        <a:pt x="107822" y="60960"/>
                      </a:cubicBezTo>
                      <a:lnTo>
                        <a:pt x="107822" y="62579"/>
                      </a:lnTo>
                      <a:close/>
                      <a:moveTo>
                        <a:pt x="112395" y="25241"/>
                      </a:moveTo>
                      <a:cubicBezTo>
                        <a:pt x="112395" y="25241"/>
                        <a:pt x="113442" y="25432"/>
                        <a:pt x="114109" y="26194"/>
                      </a:cubicBezTo>
                      <a:lnTo>
                        <a:pt x="112395" y="25241"/>
                      </a:lnTo>
                      <a:close/>
                      <a:moveTo>
                        <a:pt x="115348" y="27051"/>
                      </a:moveTo>
                      <a:cubicBezTo>
                        <a:pt x="115348" y="27051"/>
                        <a:pt x="114681" y="26765"/>
                        <a:pt x="114109" y="26289"/>
                      </a:cubicBezTo>
                      <a:lnTo>
                        <a:pt x="115348" y="27051"/>
                      </a:lnTo>
                      <a:close/>
                      <a:moveTo>
                        <a:pt x="116110" y="27432"/>
                      </a:moveTo>
                      <a:lnTo>
                        <a:pt x="115348" y="27051"/>
                      </a:lnTo>
                      <a:cubicBezTo>
                        <a:pt x="116014" y="26956"/>
                        <a:pt x="116300" y="26861"/>
                        <a:pt x="116110" y="26861"/>
                      </a:cubicBezTo>
                      <a:lnTo>
                        <a:pt x="116110" y="27432"/>
                      </a:lnTo>
                      <a:close/>
                      <a:moveTo>
                        <a:pt x="118872" y="18097"/>
                      </a:moveTo>
                      <a:cubicBezTo>
                        <a:pt x="118872" y="18097"/>
                        <a:pt x="118110" y="17907"/>
                        <a:pt x="117347" y="17812"/>
                      </a:cubicBezTo>
                      <a:cubicBezTo>
                        <a:pt x="116491" y="17716"/>
                        <a:pt x="116110" y="17526"/>
                        <a:pt x="116110" y="17336"/>
                      </a:cubicBezTo>
                      <a:cubicBezTo>
                        <a:pt x="116110" y="16954"/>
                        <a:pt x="116395" y="16478"/>
                        <a:pt x="116871" y="15907"/>
                      </a:cubicBezTo>
                      <a:lnTo>
                        <a:pt x="118872" y="18097"/>
                      </a:lnTo>
                      <a:close/>
                      <a:moveTo>
                        <a:pt x="119253" y="47434"/>
                      </a:moveTo>
                      <a:lnTo>
                        <a:pt x="116871" y="45815"/>
                      </a:lnTo>
                      <a:lnTo>
                        <a:pt x="119253" y="45815"/>
                      </a:lnTo>
                      <a:lnTo>
                        <a:pt x="119253" y="47434"/>
                      </a:lnTo>
                      <a:close/>
                      <a:moveTo>
                        <a:pt x="118872" y="18097"/>
                      </a:moveTo>
                      <a:lnTo>
                        <a:pt x="119253" y="18479"/>
                      </a:lnTo>
                      <a:lnTo>
                        <a:pt x="118872" y="18097"/>
                      </a:lnTo>
                      <a:close/>
                      <a:moveTo>
                        <a:pt x="120872" y="34290"/>
                      </a:moveTo>
                      <a:lnTo>
                        <a:pt x="121444" y="32099"/>
                      </a:lnTo>
                      <a:lnTo>
                        <a:pt x="126206" y="33719"/>
                      </a:lnTo>
                      <a:cubicBezTo>
                        <a:pt x="124968" y="33814"/>
                        <a:pt x="124110" y="34576"/>
                        <a:pt x="123444" y="36100"/>
                      </a:cubicBezTo>
                      <a:cubicBezTo>
                        <a:pt x="123158" y="36100"/>
                        <a:pt x="122301" y="35433"/>
                        <a:pt x="120872" y="34290"/>
                      </a:cubicBezTo>
                      <a:close/>
                      <a:moveTo>
                        <a:pt x="126206" y="13716"/>
                      </a:moveTo>
                      <a:cubicBezTo>
                        <a:pt x="126111" y="14383"/>
                        <a:pt x="125539" y="14669"/>
                        <a:pt x="124682" y="14669"/>
                      </a:cubicBezTo>
                      <a:lnTo>
                        <a:pt x="122491" y="14669"/>
                      </a:lnTo>
                      <a:lnTo>
                        <a:pt x="123063" y="13049"/>
                      </a:lnTo>
                      <a:cubicBezTo>
                        <a:pt x="123634" y="13430"/>
                        <a:pt x="124682" y="13621"/>
                        <a:pt x="126206" y="13621"/>
                      </a:cubicBezTo>
                      <a:close/>
                      <a:moveTo>
                        <a:pt x="125158" y="19717"/>
                      </a:moveTo>
                      <a:lnTo>
                        <a:pt x="125158" y="18479"/>
                      </a:lnTo>
                      <a:cubicBezTo>
                        <a:pt x="128111" y="19050"/>
                        <a:pt x="130111" y="19240"/>
                        <a:pt x="131350" y="19050"/>
                      </a:cubicBezTo>
                      <a:lnTo>
                        <a:pt x="131350" y="20669"/>
                      </a:lnTo>
                      <a:lnTo>
                        <a:pt x="125158" y="19621"/>
                      </a:lnTo>
                      <a:close/>
                      <a:moveTo>
                        <a:pt x="132112" y="49530"/>
                      </a:moveTo>
                      <a:lnTo>
                        <a:pt x="130587" y="49530"/>
                      </a:lnTo>
                      <a:lnTo>
                        <a:pt x="131730" y="47625"/>
                      </a:lnTo>
                      <a:cubicBezTo>
                        <a:pt x="131730" y="47625"/>
                        <a:pt x="132207" y="48578"/>
                        <a:pt x="132207" y="49530"/>
                      </a:cubicBezTo>
                      <a:close/>
                      <a:moveTo>
                        <a:pt x="131350" y="47434"/>
                      </a:moveTo>
                      <a:cubicBezTo>
                        <a:pt x="131350" y="47434"/>
                        <a:pt x="131730" y="46863"/>
                        <a:pt x="132112" y="46387"/>
                      </a:cubicBezTo>
                      <a:lnTo>
                        <a:pt x="131635" y="47625"/>
                      </a:lnTo>
                      <a:cubicBezTo>
                        <a:pt x="131635" y="47625"/>
                        <a:pt x="131350" y="47434"/>
                        <a:pt x="131254" y="47434"/>
                      </a:cubicBezTo>
                      <a:close/>
                      <a:moveTo>
                        <a:pt x="132112" y="46387"/>
                      </a:moveTo>
                      <a:lnTo>
                        <a:pt x="132683" y="45053"/>
                      </a:lnTo>
                      <a:cubicBezTo>
                        <a:pt x="132683" y="45053"/>
                        <a:pt x="132683" y="45911"/>
                        <a:pt x="132112" y="46387"/>
                      </a:cubicBezTo>
                      <a:close/>
                      <a:moveTo>
                        <a:pt x="135064" y="4667"/>
                      </a:moveTo>
                      <a:lnTo>
                        <a:pt x="136588" y="6287"/>
                      </a:lnTo>
                      <a:lnTo>
                        <a:pt x="133635" y="6287"/>
                      </a:lnTo>
                      <a:lnTo>
                        <a:pt x="135064" y="4667"/>
                      </a:lnTo>
                      <a:close/>
                      <a:moveTo>
                        <a:pt x="136112" y="26289"/>
                      </a:moveTo>
                      <a:lnTo>
                        <a:pt x="139827" y="30004"/>
                      </a:lnTo>
                      <a:cubicBezTo>
                        <a:pt x="136970" y="29051"/>
                        <a:pt x="135445" y="28384"/>
                        <a:pt x="135445" y="27813"/>
                      </a:cubicBezTo>
                      <a:cubicBezTo>
                        <a:pt x="135445" y="27432"/>
                        <a:pt x="135731" y="26956"/>
                        <a:pt x="136112" y="26289"/>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 name="Google Shape;1220;p99"/>
                <p:cNvSpPr/>
                <p:nvPr/>
              </p:nvSpPr>
              <p:spPr>
                <a:xfrm>
                  <a:off x="8395906" y="3253168"/>
                  <a:ext cx="35147" cy="159829"/>
                </a:xfrm>
                <a:custGeom>
                  <a:avLst/>
                  <a:gdLst/>
                  <a:ahLst/>
                  <a:cxnLst/>
                  <a:rect l="l" t="t" r="r" b="b"/>
                  <a:pathLst>
                    <a:path w="35147" h="159829" extrusionOk="0">
                      <a:moveTo>
                        <a:pt x="32766" y="138779"/>
                      </a:moveTo>
                      <a:cubicBezTo>
                        <a:pt x="32861" y="142589"/>
                        <a:pt x="32766" y="144971"/>
                        <a:pt x="32195" y="145923"/>
                      </a:cubicBezTo>
                      <a:cubicBezTo>
                        <a:pt x="33528" y="151352"/>
                        <a:pt x="33242" y="155353"/>
                        <a:pt x="31432" y="158020"/>
                      </a:cubicBezTo>
                      <a:cubicBezTo>
                        <a:pt x="30289" y="158687"/>
                        <a:pt x="28765" y="158972"/>
                        <a:pt x="26861" y="158972"/>
                      </a:cubicBezTo>
                      <a:lnTo>
                        <a:pt x="21145" y="158972"/>
                      </a:lnTo>
                      <a:cubicBezTo>
                        <a:pt x="21145" y="156972"/>
                        <a:pt x="20955" y="155924"/>
                        <a:pt x="20574" y="155829"/>
                      </a:cubicBezTo>
                      <a:cubicBezTo>
                        <a:pt x="20574" y="158496"/>
                        <a:pt x="19526" y="159829"/>
                        <a:pt x="17621" y="159829"/>
                      </a:cubicBezTo>
                      <a:cubicBezTo>
                        <a:pt x="16954" y="159829"/>
                        <a:pt x="15811" y="159639"/>
                        <a:pt x="14288" y="159258"/>
                      </a:cubicBezTo>
                      <a:cubicBezTo>
                        <a:pt x="12668" y="158877"/>
                        <a:pt x="11525" y="158687"/>
                        <a:pt x="10858" y="158687"/>
                      </a:cubicBezTo>
                      <a:cubicBezTo>
                        <a:pt x="10096" y="158687"/>
                        <a:pt x="9430" y="158687"/>
                        <a:pt x="9048" y="159067"/>
                      </a:cubicBezTo>
                      <a:cubicBezTo>
                        <a:pt x="8477" y="158591"/>
                        <a:pt x="8001" y="158305"/>
                        <a:pt x="7429" y="158305"/>
                      </a:cubicBezTo>
                      <a:cubicBezTo>
                        <a:pt x="7048" y="158305"/>
                        <a:pt x="6572" y="158496"/>
                        <a:pt x="6001" y="158687"/>
                      </a:cubicBezTo>
                      <a:cubicBezTo>
                        <a:pt x="5429" y="158877"/>
                        <a:pt x="4953" y="158972"/>
                        <a:pt x="4763" y="158972"/>
                      </a:cubicBezTo>
                      <a:cubicBezTo>
                        <a:pt x="4096" y="158972"/>
                        <a:pt x="3524" y="158687"/>
                        <a:pt x="3048" y="158210"/>
                      </a:cubicBezTo>
                      <a:cubicBezTo>
                        <a:pt x="1714" y="152019"/>
                        <a:pt x="1048" y="145447"/>
                        <a:pt x="1048" y="138493"/>
                      </a:cubicBezTo>
                      <a:cubicBezTo>
                        <a:pt x="1048" y="132969"/>
                        <a:pt x="1714" y="124015"/>
                        <a:pt x="3048" y="111633"/>
                      </a:cubicBezTo>
                      <a:cubicBezTo>
                        <a:pt x="1428" y="102489"/>
                        <a:pt x="1143" y="87344"/>
                        <a:pt x="2000" y="66294"/>
                      </a:cubicBezTo>
                      <a:cubicBezTo>
                        <a:pt x="667" y="64960"/>
                        <a:pt x="0" y="63913"/>
                        <a:pt x="0" y="63151"/>
                      </a:cubicBezTo>
                      <a:cubicBezTo>
                        <a:pt x="0" y="62770"/>
                        <a:pt x="285" y="62198"/>
                        <a:pt x="857" y="61531"/>
                      </a:cubicBezTo>
                      <a:cubicBezTo>
                        <a:pt x="1428" y="60770"/>
                        <a:pt x="1714" y="60103"/>
                        <a:pt x="1714" y="59436"/>
                      </a:cubicBezTo>
                      <a:cubicBezTo>
                        <a:pt x="1714" y="58674"/>
                        <a:pt x="1333" y="57626"/>
                        <a:pt x="762" y="56483"/>
                      </a:cubicBezTo>
                      <a:cubicBezTo>
                        <a:pt x="1524" y="55531"/>
                        <a:pt x="1524" y="53149"/>
                        <a:pt x="762" y="49149"/>
                      </a:cubicBezTo>
                      <a:cubicBezTo>
                        <a:pt x="95" y="45720"/>
                        <a:pt x="1048" y="43720"/>
                        <a:pt x="3714" y="43243"/>
                      </a:cubicBezTo>
                      <a:lnTo>
                        <a:pt x="762" y="38290"/>
                      </a:lnTo>
                      <a:cubicBezTo>
                        <a:pt x="1810" y="37624"/>
                        <a:pt x="2381" y="36576"/>
                        <a:pt x="2381" y="34957"/>
                      </a:cubicBezTo>
                      <a:cubicBezTo>
                        <a:pt x="2381" y="33909"/>
                        <a:pt x="2095" y="32099"/>
                        <a:pt x="1333" y="29432"/>
                      </a:cubicBezTo>
                      <a:cubicBezTo>
                        <a:pt x="667" y="26860"/>
                        <a:pt x="381" y="24860"/>
                        <a:pt x="381" y="23527"/>
                      </a:cubicBezTo>
                      <a:cubicBezTo>
                        <a:pt x="381" y="21717"/>
                        <a:pt x="857" y="20193"/>
                        <a:pt x="1905" y="18955"/>
                      </a:cubicBezTo>
                      <a:cubicBezTo>
                        <a:pt x="1524" y="14478"/>
                        <a:pt x="1333" y="11906"/>
                        <a:pt x="1333" y="11239"/>
                      </a:cubicBezTo>
                      <a:cubicBezTo>
                        <a:pt x="1333" y="6096"/>
                        <a:pt x="3238" y="2762"/>
                        <a:pt x="6858" y="1333"/>
                      </a:cubicBezTo>
                      <a:lnTo>
                        <a:pt x="10382" y="1333"/>
                      </a:lnTo>
                      <a:cubicBezTo>
                        <a:pt x="11716" y="1333"/>
                        <a:pt x="13811" y="1048"/>
                        <a:pt x="16669" y="667"/>
                      </a:cubicBezTo>
                      <a:cubicBezTo>
                        <a:pt x="19526" y="190"/>
                        <a:pt x="21812" y="0"/>
                        <a:pt x="23241" y="0"/>
                      </a:cubicBezTo>
                      <a:cubicBezTo>
                        <a:pt x="27337" y="0"/>
                        <a:pt x="30289" y="1619"/>
                        <a:pt x="32195" y="4953"/>
                      </a:cubicBezTo>
                      <a:cubicBezTo>
                        <a:pt x="32480" y="16573"/>
                        <a:pt x="32480" y="34004"/>
                        <a:pt x="32195" y="57245"/>
                      </a:cubicBezTo>
                      <a:cubicBezTo>
                        <a:pt x="32004" y="57055"/>
                        <a:pt x="31528" y="57245"/>
                        <a:pt x="30385" y="57817"/>
                      </a:cubicBezTo>
                      <a:cubicBezTo>
                        <a:pt x="30099" y="58769"/>
                        <a:pt x="30575" y="59626"/>
                        <a:pt x="31813" y="60388"/>
                      </a:cubicBezTo>
                      <a:cubicBezTo>
                        <a:pt x="33051" y="61150"/>
                        <a:pt x="33718" y="61817"/>
                        <a:pt x="33718" y="62198"/>
                      </a:cubicBezTo>
                      <a:cubicBezTo>
                        <a:pt x="33718" y="62674"/>
                        <a:pt x="33147" y="63341"/>
                        <a:pt x="32099" y="64008"/>
                      </a:cubicBezTo>
                      <a:lnTo>
                        <a:pt x="30289" y="65627"/>
                      </a:lnTo>
                      <a:cubicBezTo>
                        <a:pt x="31909" y="67723"/>
                        <a:pt x="32671" y="70199"/>
                        <a:pt x="32671" y="73152"/>
                      </a:cubicBezTo>
                      <a:cubicBezTo>
                        <a:pt x="32671" y="74485"/>
                        <a:pt x="32385" y="76581"/>
                        <a:pt x="31909" y="79343"/>
                      </a:cubicBezTo>
                      <a:cubicBezTo>
                        <a:pt x="31432" y="82201"/>
                        <a:pt x="31242" y="84391"/>
                        <a:pt x="31242" y="85820"/>
                      </a:cubicBezTo>
                      <a:cubicBezTo>
                        <a:pt x="31242" y="87725"/>
                        <a:pt x="31528" y="89440"/>
                        <a:pt x="32004" y="90964"/>
                      </a:cubicBezTo>
                      <a:cubicBezTo>
                        <a:pt x="32289" y="100584"/>
                        <a:pt x="32004" y="114490"/>
                        <a:pt x="31242" y="132493"/>
                      </a:cubicBezTo>
                      <a:cubicBezTo>
                        <a:pt x="31528" y="133064"/>
                        <a:pt x="32099" y="133255"/>
                        <a:pt x="32956" y="133159"/>
                      </a:cubicBezTo>
                      <a:lnTo>
                        <a:pt x="35147" y="133159"/>
                      </a:lnTo>
                      <a:cubicBezTo>
                        <a:pt x="33432" y="134112"/>
                        <a:pt x="32575" y="136112"/>
                        <a:pt x="32575" y="139255"/>
                      </a:cubicBezTo>
                      <a:close/>
                      <a:moveTo>
                        <a:pt x="6858" y="39243"/>
                      </a:moveTo>
                      <a:cubicBezTo>
                        <a:pt x="6858" y="39243"/>
                        <a:pt x="6286" y="39529"/>
                        <a:pt x="6286" y="39814"/>
                      </a:cubicBezTo>
                      <a:cubicBezTo>
                        <a:pt x="6286" y="40291"/>
                        <a:pt x="6667" y="40862"/>
                        <a:pt x="7334" y="41148"/>
                      </a:cubicBezTo>
                      <a:cubicBezTo>
                        <a:pt x="7905" y="41529"/>
                        <a:pt x="8572" y="41624"/>
                        <a:pt x="9144" y="41338"/>
                      </a:cubicBezTo>
                      <a:cubicBezTo>
                        <a:pt x="8477" y="40386"/>
                        <a:pt x="7715" y="39719"/>
                        <a:pt x="6953" y="39148"/>
                      </a:cubicBezTo>
                      <a:close/>
                      <a:moveTo>
                        <a:pt x="7429" y="35814"/>
                      </a:moveTo>
                      <a:lnTo>
                        <a:pt x="9620" y="32671"/>
                      </a:lnTo>
                      <a:lnTo>
                        <a:pt x="6858" y="33718"/>
                      </a:lnTo>
                      <a:cubicBezTo>
                        <a:pt x="6858" y="33718"/>
                        <a:pt x="7429" y="34576"/>
                        <a:pt x="7429" y="35909"/>
                      </a:cubicBezTo>
                      <a:close/>
                      <a:moveTo>
                        <a:pt x="6858" y="141922"/>
                      </a:moveTo>
                      <a:lnTo>
                        <a:pt x="9620" y="141922"/>
                      </a:lnTo>
                      <a:cubicBezTo>
                        <a:pt x="9525" y="141256"/>
                        <a:pt x="9048" y="140875"/>
                        <a:pt x="8191" y="140875"/>
                      </a:cubicBezTo>
                      <a:cubicBezTo>
                        <a:pt x="7334" y="140875"/>
                        <a:pt x="6953" y="141160"/>
                        <a:pt x="6858" y="141922"/>
                      </a:cubicBezTo>
                      <a:close/>
                      <a:moveTo>
                        <a:pt x="30003" y="62198"/>
                      </a:moveTo>
                      <a:cubicBezTo>
                        <a:pt x="29337" y="63246"/>
                        <a:pt x="29432" y="64008"/>
                        <a:pt x="30385" y="64389"/>
                      </a:cubicBezTo>
                      <a:cubicBezTo>
                        <a:pt x="31528" y="63437"/>
                        <a:pt x="32195" y="62674"/>
                        <a:pt x="32195" y="62008"/>
                      </a:cubicBezTo>
                      <a:cubicBezTo>
                        <a:pt x="32195" y="61436"/>
                        <a:pt x="31432" y="60674"/>
                        <a:pt x="29813" y="59722"/>
                      </a:cubicBezTo>
                      <a:cubicBezTo>
                        <a:pt x="28194" y="58769"/>
                        <a:pt x="27527" y="57817"/>
                        <a:pt x="27622" y="56864"/>
                      </a:cubicBezTo>
                      <a:lnTo>
                        <a:pt x="26575" y="57436"/>
                      </a:lnTo>
                      <a:lnTo>
                        <a:pt x="28194" y="59055"/>
                      </a:lnTo>
                      <a:lnTo>
                        <a:pt x="26575" y="60674"/>
                      </a:lnTo>
                      <a:cubicBezTo>
                        <a:pt x="26003" y="60293"/>
                        <a:pt x="25527" y="59436"/>
                        <a:pt x="24955" y="58293"/>
                      </a:cubicBezTo>
                      <a:cubicBezTo>
                        <a:pt x="24384" y="57150"/>
                        <a:pt x="23717" y="56579"/>
                        <a:pt x="22764" y="56579"/>
                      </a:cubicBezTo>
                      <a:cubicBezTo>
                        <a:pt x="22384" y="56579"/>
                        <a:pt x="21812" y="56674"/>
                        <a:pt x="20955" y="56959"/>
                      </a:cubicBezTo>
                      <a:lnTo>
                        <a:pt x="23622" y="59722"/>
                      </a:lnTo>
                      <a:cubicBezTo>
                        <a:pt x="22955" y="60674"/>
                        <a:pt x="21812" y="61246"/>
                        <a:pt x="20288" y="61722"/>
                      </a:cubicBezTo>
                      <a:cubicBezTo>
                        <a:pt x="18192" y="62389"/>
                        <a:pt x="16954" y="62770"/>
                        <a:pt x="16669" y="62865"/>
                      </a:cubicBezTo>
                      <a:cubicBezTo>
                        <a:pt x="21907" y="64484"/>
                        <a:pt x="25051" y="63722"/>
                        <a:pt x="26003" y="60674"/>
                      </a:cubicBezTo>
                      <a:cubicBezTo>
                        <a:pt x="26765" y="62293"/>
                        <a:pt x="27337" y="62960"/>
                        <a:pt x="27622" y="62865"/>
                      </a:cubicBezTo>
                      <a:cubicBezTo>
                        <a:pt x="27432" y="62389"/>
                        <a:pt x="27908" y="61627"/>
                        <a:pt x="28765" y="60674"/>
                      </a:cubicBezTo>
                      <a:cubicBezTo>
                        <a:pt x="30289" y="60674"/>
                        <a:pt x="30670" y="61150"/>
                        <a:pt x="30003" y="62293"/>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 name="Google Shape;1221;p99"/>
                <p:cNvSpPr/>
                <p:nvPr/>
              </p:nvSpPr>
              <p:spPr>
                <a:xfrm>
                  <a:off x="8409907" y="3252882"/>
                  <a:ext cx="148208" cy="159829"/>
                </a:xfrm>
                <a:custGeom>
                  <a:avLst/>
                  <a:gdLst/>
                  <a:ahLst/>
                  <a:cxnLst/>
                  <a:rect l="l" t="t" r="r" b="b"/>
                  <a:pathLst>
                    <a:path w="148208" h="159829" extrusionOk="0">
                      <a:moveTo>
                        <a:pt x="2096" y="110871"/>
                      </a:moveTo>
                      <a:cubicBezTo>
                        <a:pt x="2000" y="112109"/>
                        <a:pt x="2096" y="112871"/>
                        <a:pt x="2667" y="112871"/>
                      </a:cubicBezTo>
                      <a:cubicBezTo>
                        <a:pt x="2857" y="112871"/>
                        <a:pt x="3048" y="112871"/>
                        <a:pt x="3524" y="112681"/>
                      </a:cubicBezTo>
                      <a:cubicBezTo>
                        <a:pt x="3906" y="112585"/>
                        <a:pt x="4286" y="112490"/>
                        <a:pt x="4477" y="112490"/>
                      </a:cubicBezTo>
                      <a:cubicBezTo>
                        <a:pt x="4858" y="112490"/>
                        <a:pt x="5143" y="112776"/>
                        <a:pt x="5334" y="113252"/>
                      </a:cubicBezTo>
                      <a:cubicBezTo>
                        <a:pt x="2096" y="113252"/>
                        <a:pt x="381" y="112966"/>
                        <a:pt x="0" y="112490"/>
                      </a:cubicBezTo>
                      <a:lnTo>
                        <a:pt x="2191" y="110966"/>
                      </a:lnTo>
                      <a:close/>
                      <a:moveTo>
                        <a:pt x="5334" y="131064"/>
                      </a:moveTo>
                      <a:cubicBezTo>
                        <a:pt x="5620" y="130397"/>
                        <a:pt x="6096" y="130112"/>
                        <a:pt x="6858" y="130112"/>
                      </a:cubicBezTo>
                      <a:lnTo>
                        <a:pt x="9049" y="130112"/>
                      </a:lnTo>
                      <a:cubicBezTo>
                        <a:pt x="8954" y="130778"/>
                        <a:pt x="8382" y="131064"/>
                        <a:pt x="7430" y="131064"/>
                      </a:cubicBezTo>
                      <a:lnTo>
                        <a:pt x="5239" y="131064"/>
                      </a:lnTo>
                      <a:close/>
                      <a:moveTo>
                        <a:pt x="12097" y="141637"/>
                      </a:moveTo>
                      <a:lnTo>
                        <a:pt x="12097" y="139446"/>
                      </a:lnTo>
                      <a:lnTo>
                        <a:pt x="13716" y="139446"/>
                      </a:lnTo>
                      <a:lnTo>
                        <a:pt x="12097" y="141637"/>
                      </a:lnTo>
                      <a:close/>
                      <a:moveTo>
                        <a:pt x="20574" y="128492"/>
                      </a:moveTo>
                      <a:cubicBezTo>
                        <a:pt x="21336" y="128206"/>
                        <a:pt x="22289" y="128778"/>
                        <a:pt x="23622" y="130112"/>
                      </a:cubicBezTo>
                      <a:lnTo>
                        <a:pt x="23050" y="131064"/>
                      </a:lnTo>
                      <a:lnTo>
                        <a:pt x="20669" y="128492"/>
                      </a:lnTo>
                      <a:close/>
                      <a:moveTo>
                        <a:pt x="23622" y="141637"/>
                      </a:moveTo>
                      <a:cubicBezTo>
                        <a:pt x="23622" y="141637"/>
                        <a:pt x="24384" y="141065"/>
                        <a:pt x="24860" y="140398"/>
                      </a:cubicBezTo>
                      <a:cubicBezTo>
                        <a:pt x="25337" y="139732"/>
                        <a:pt x="25718" y="139351"/>
                        <a:pt x="26098" y="139351"/>
                      </a:cubicBezTo>
                      <a:cubicBezTo>
                        <a:pt x="26098" y="139922"/>
                        <a:pt x="25718" y="140589"/>
                        <a:pt x="25051" y="141541"/>
                      </a:cubicBezTo>
                      <a:lnTo>
                        <a:pt x="23527" y="141541"/>
                      </a:lnTo>
                      <a:close/>
                      <a:moveTo>
                        <a:pt x="27432" y="124015"/>
                      </a:moveTo>
                      <a:lnTo>
                        <a:pt x="26765" y="125539"/>
                      </a:lnTo>
                      <a:lnTo>
                        <a:pt x="24575" y="125539"/>
                      </a:lnTo>
                      <a:cubicBezTo>
                        <a:pt x="25051" y="124015"/>
                        <a:pt x="25622" y="123254"/>
                        <a:pt x="26194" y="123254"/>
                      </a:cubicBezTo>
                      <a:cubicBezTo>
                        <a:pt x="26575" y="123254"/>
                        <a:pt x="26956" y="123539"/>
                        <a:pt x="27432" y="124015"/>
                      </a:cubicBezTo>
                      <a:close/>
                      <a:moveTo>
                        <a:pt x="30575" y="110395"/>
                      </a:moveTo>
                      <a:lnTo>
                        <a:pt x="30575" y="111919"/>
                      </a:lnTo>
                      <a:lnTo>
                        <a:pt x="27432" y="109347"/>
                      </a:lnTo>
                      <a:cubicBezTo>
                        <a:pt x="28194" y="109061"/>
                        <a:pt x="29242" y="109347"/>
                        <a:pt x="30575" y="110299"/>
                      </a:cubicBezTo>
                      <a:close/>
                      <a:moveTo>
                        <a:pt x="27432" y="133350"/>
                      </a:moveTo>
                      <a:cubicBezTo>
                        <a:pt x="28480" y="133350"/>
                        <a:pt x="28956" y="134112"/>
                        <a:pt x="28956" y="135541"/>
                      </a:cubicBezTo>
                      <a:lnTo>
                        <a:pt x="27432" y="135541"/>
                      </a:lnTo>
                      <a:lnTo>
                        <a:pt x="27432" y="133350"/>
                      </a:lnTo>
                      <a:close/>
                      <a:moveTo>
                        <a:pt x="31147" y="150209"/>
                      </a:moveTo>
                      <a:lnTo>
                        <a:pt x="30575" y="149447"/>
                      </a:lnTo>
                      <a:lnTo>
                        <a:pt x="33718" y="147733"/>
                      </a:lnTo>
                      <a:lnTo>
                        <a:pt x="31147" y="150304"/>
                      </a:lnTo>
                      <a:close/>
                      <a:moveTo>
                        <a:pt x="147542" y="118681"/>
                      </a:moveTo>
                      <a:lnTo>
                        <a:pt x="140589" y="119729"/>
                      </a:lnTo>
                      <a:cubicBezTo>
                        <a:pt x="140589" y="119729"/>
                        <a:pt x="140398" y="120205"/>
                        <a:pt x="140398" y="120301"/>
                      </a:cubicBezTo>
                      <a:cubicBezTo>
                        <a:pt x="140398" y="120682"/>
                        <a:pt x="140970" y="121253"/>
                        <a:pt x="142113" y="121920"/>
                      </a:cubicBezTo>
                      <a:cubicBezTo>
                        <a:pt x="143256" y="122587"/>
                        <a:pt x="143828" y="123349"/>
                        <a:pt x="143828" y="124111"/>
                      </a:cubicBezTo>
                      <a:lnTo>
                        <a:pt x="145352" y="124111"/>
                      </a:lnTo>
                      <a:cubicBezTo>
                        <a:pt x="144589" y="128206"/>
                        <a:pt x="143828" y="132302"/>
                        <a:pt x="143161" y="136398"/>
                      </a:cubicBezTo>
                      <a:cubicBezTo>
                        <a:pt x="142113" y="140779"/>
                        <a:pt x="139541" y="143637"/>
                        <a:pt x="135446" y="144875"/>
                      </a:cubicBezTo>
                      <a:cubicBezTo>
                        <a:pt x="134779" y="142494"/>
                        <a:pt x="133255" y="141827"/>
                        <a:pt x="130683" y="142684"/>
                      </a:cubicBezTo>
                      <a:lnTo>
                        <a:pt x="129921" y="143256"/>
                      </a:lnTo>
                      <a:lnTo>
                        <a:pt x="132874" y="146399"/>
                      </a:lnTo>
                      <a:cubicBezTo>
                        <a:pt x="131731" y="146113"/>
                        <a:pt x="130397" y="145447"/>
                        <a:pt x="128874" y="144208"/>
                      </a:cubicBezTo>
                      <a:cubicBezTo>
                        <a:pt x="127445" y="142970"/>
                        <a:pt x="126302" y="142304"/>
                        <a:pt x="125539" y="142304"/>
                      </a:cubicBezTo>
                      <a:cubicBezTo>
                        <a:pt x="124587" y="142304"/>
                        <a:pt x="123540" y="142780"/>
                        <a:pt x="122397" y="143923"/>
                      </a:cubicBezTo>
                      <a:lnTo>
                        <a:pt x="125159" y="143923"/>
                      </a:lnTo>
                      <a:lnTo>
                        <a:pt x="124587" y="144875"/>
                      </a:lnTo>
                      <a:cubicBezTo>
                        <a:pt x="126206" y="145447"/>
                        <a:pt x="128207" y="146685"/>
                        <a:pt x="130778" y="148590"/>
                      </a:cubicBezTo>
                      <a:lnTo>
                        <a:pt x="125159" y="150971"/>
                      </a:lnTo>
                      <a:lnTo>
                        <a:pt x="126206" y="151543"/>
                      </a:lnTo>
                      <a:cubicBezTo>
                        <a:pt x="126206" y="151543"/>
                        <a:pt x="123825" y="152590"/>
                        <a:pt x="119920" y="154305"/>
                      </a:cubicBezTo>
                      <a:cubicBezTo>
                        <a:pt x="117824" y="155067"/>
                        <a:pt x="115729" y="155448"/>
                        <a:pt x="113919" y="155448"/>
                      </a:cubicBezTo>
                      <a:cubicBezTo>
                        <a:pt x="112966" y="155448"/>
                        <a:pt x="112014" y="155448"/>
                        <a:pt x="110966" y="155257"/>
                      </a:cubicBezTo>
                      <a:cubicBezTo>
                        <a:pt x="110300" y="156972"/>
                        <a:pt x="110204" y="158210"/>
                        <a:pt x="110395" y="158877"/>
                      </a:cubicBezTo>
                      <a:lnTo>
                        <a:pt x="80296" y="159829"/>
                      </a:lnTo>
                      <a:cubicBezTo>
                        <a:pt x="77914" y="157543"/>
                        <a:pt x="74105" y="155734"/>
                        <a:pt x="68961" y="154114"/>
                      </a:cubicBezTo>
                      <a:cubicBezTo>
                        <a:pt x="63341" y="152400"/>
                        <a:pt x="59722" y="151066"/>
                        <a:pt x="58103" y="150019"/>
                      </a:cubicBezTo>
                      <a:cubicBezTo>
                        <a:pt x="57436" y="149066"/>
                        <a:pt x="56293" y="148495"/>
                        <a:pt x="54578" y="148018"/>
                      </a:cubicBezTo>
                      <a:cubicBezTo>
                        <a:pt x="52959" y="147638"/>
                        <a:pt x="51340" y="147256"/>
                        <a:pt x="49721" y="146875"/>
                      </a:cubicBezTo>
                      <a:lnTo>
                        <a:pt x="51911" y="144685"/>
                      </a:lnTo>
                      <a:lnTo>
                        <a:pt x="48959" y="141541"/>
                      </a:lnTo>
                      <a:lnTo>
                        <a:pt x="48196" y="143732"/>
                      </a:lnTo>
                      <a:cubicBezTo>
                        <a:pt x="45530" y="143065"/>
                        <a:pt x="44101" y="140875"/>
                        <a:pt x="43815" y="137160"/>
                      </a:cubicBezTo>
                      <a:cubicBezTo>
                        <a:pt x="43720" y="133826"/>
                        <a:pt x="41815" y="132207"/>
                        <a:pt x="38291" y="132207"/>
                      </a:cubicBezTo>
                      <a:lnTo>
                        <a:pt x="35719" y="132207"/>
                      </a:lnTo>
                      <a:cubicBezTo>
                        <a:pt x="38005" y="132016"/>
                        <a:pt x="39053" y="130778"/>
                        <a:pt x="39053" y="128397"/>
                      </a:cubicBezTo>
                      <a:cubicBezTo>
                        <a:pt x="39053" y="127635"/>
                        <a:pt x="38862" y="126873"/>
                        <a:pt x="38481" y="126206"/>
                      </a:cubicBezTo>
                      <a:cubicBezTo>
                        <a:pt x="38100" y="125539"/>
                        <a:pt x="36672" y="124777"/>
                        <a:pt x="34290" y="123825"/>
                      </a:cubicBezTo>
                      <a:lnTo>
                        <a:pt x="33718" y="124396"/>
                      </a:lnTo>
                      <a:cubicBezTo>
                        <a:pt x="33718" y="124396"/>
                        <a:pt x="33338" y="124777"/>
                        <a:pt x="33147" y="124777"/>
                      </a:cubicBezTo>
                      <a:cubicBezTo>
                        <a:pt x="32766" y="124777"/>
                        <a:pt x="32385" y="124301"/>
                        <a:pt x="32099" y="123254"/>
                      </a:cubicBezTo>
                      <a:cubicBezTo>
                        <a:pt x="31909" y="122301"/>
                        <a:pt x="31909" y="121444"/>
                        <a:pt x="32099" y="120682"/>
                      </a:cubicBezTo>
                      <a:cubicBezTo>
                        <a:pt x="33433" y="120396"/>
                        <a:pt x="35433" y="119063"/>
                        <a:pt x="38005" y="116491"/>
                      </a:cubicBezTo>
                      <a:cubicBezTo>
                        <a:pt x="40386" y="114395"/>
                        <a:pt x="42386" y="113347"/>
                        <a:pt x="43910" y="113347"/>
                      </a:cubicBezTo>
                      <a:cubicBezTo>
                        <a:pt x="44672" y="113347"/>
                        <a:pt x="45625" y="113538"/>
                        <a:pt x="46482" y="113919"/>
                      </a:cubicBezTo>
                      <a:cubicBezTo>
                        <a:pt x="46006" y="112966"/>
                        <a:pt x="45911" y="112204"/>
                        <a:pt x="46482" y="111538"/>
                      </a:cubicBezTo>
                      <a:cubicBezTo>
                        <a:pt x="46958" y="110871"/>
                        <a:pt x="46482" y="109918"/>
                        <a:pt x="45244" y="108585"/>
                      </a:cubicBezTo>
                      <a:lnTo>
                        <a:pt x="52007" y="105346"/>
                      </a:lnTo>
                      <a:lnTo>
                        <a:pt x="50387" y="103251"/>
                      </a:lnTo>
                      <a:cubicBezTo>
                        <a:pt x="51435" y="103251"/>
                        <a:pt x="53150" y="102584"/>
                        <a:pt x="55531" y="101346"/>
                      </a:cubicBezTo>
                      <a:cubicBezTo>
                        <a:pt x="57912" y="100108"/>
                        <a:pt x="59436" y="99441"/>
                        <a:pt x="60293" y="99441"/>
                      </a:cubicBezTo>
                      <a:cubicBezTo>
                        <a:pt x="61627" y="99441"/>
                        <a:pt x="62484" y="100489"/>
                        <a:pt x="62865" y="102394"/>
                      </a:cubicBezTo>
                      <a:cubicBezTo>
                        <a:pt x="62484" y="106775"/>
                        <a:pt x="64008" y="111062"/>
                        <a:pt x="67533" y="115443"/>
                      </a:cubicBezTo>
                      <a:cubicBezTo>
                        <a:pt x="69247" y="117538"/>
                        <a:pt x="72771" y="120872"/>
                        <a:pt x="78105" y="125349"/>
                      </a:cubicBezTo>
                      <a:cubicBezTo>
                        <a:pt x="78867" y="127254"/>
                        <a:pt x="80200" y="128111"/>
                        <a:pt x="82010" y="128111"/>
                      </a:cubicBezTo>
                      <a:cubicBezTo>
                        <a:pt x="82487" y="128111"/>
                        <a:pt x="83439" y="128016"/>
                        <a:pt x="84487" y="127825"/>
                      </a:cubicBezTo>
                      <a:cubicBezTo>
                        <a:pt x="85630" y="127635"/>
                        <a:pt x="86487" y="127540"/>
                        <a:pt x="86963" y="127540"/>
                      </a:cubicBezTo>
                      <a:cubicBezTo>
                        <a:pt x="88202" y="127540"/>
                        <a:pt x="89249" y="127825"/>
                        <a:pt x="90297" y="128302"/>
                      </a:cubicBezTo>
                      <a:cubicBezTo>
                        <a:pt x="91345" y="128873"/>
                        <a:pt x="92488" y="129064"/>
                        <a:pt x="93822" y="129064"/>
                      </a:cubicBezTo>
                      <a:cubicBezTo>
                        <a:pt x="96203" y="129064"/>
                        <a:pt x="98965" y="127921"/>
                        <a:pt x="102108" y="125635"/>
                      </a:cubicBezTo>
                      <a:cubicBezTo>
                        <a:pt x="106871" y="122491"/>
                        <a:pt x="109538" y="120777"/>
                        <a:pt x="110300" y="120491"/>
                      </a:cubicBezTo>
                      <a:cubicBezTo>
                        <a:pt x="110871" y="119443"/>
                        <a:pt x="111252" y="118396"/>
                        <a:pt x="111252" y="117348"/>
                      </a:cubicBezTo>
                      <a:cubicBezTo>
                        <a:pt x="111252" y="115824"/>
                        <a:pt x="110395" y="113729"/>
                        <a:pt x="108585" y="111157"/>
                      </a:cubicBezTo>
                      <a:cubicBezTo>
                        <a:pt x="106775" y="108585"/>
                        <a:pt x="105823" y="106680"/>
                        <a:pt x="105537" y="105251"/>
                      </a:cubicBezTo>
                      <a:cubicBezTo>
                        <a:pt x="102203" y="104775"/>
                        <a:pt x="100393" y="103537"/>
                        <a:pt x="100013" y="101537"/>
                      </a:cubicBezTo>
                      <a:lnTo>
                        <a:pt x="101060" y="100679"/>
                      </a:lnTo>
                      <a:cubicBezTo>
                        <a:pt x="96774" y="98679"/>
                        <a:pt x="90964" y="95631"/>
                        <a:pt x="83439" y="91535"/>
                      </a:cubicBezTo>
                      <a:cubicBezTo>
                        <a:pt x="82677" y="92202"/>
                        <a:pt x="81820" y="92488"/>
                        <a:pt x="81058" y="92488"/>
                      </a:cubicBezTo>
                      <a:cubicBezTo>
                        <a:pt x="80010" y="92488"/>
                        <a:pt x="78677" y="91821"/>
                        <a:pt x="77058" y="90297"/>
                      </a:cubicBezTo>
                      <a:cubicBezTo>
                        <a:pt x="75438" y="88773"/>
                        <a:pt x="74200" y="88106"/>
                        <a:pt x="73343" y="88106"/>
                      </a:cubicBezTo>
                      <a:cubicBezTo>
                        <a:pt x="72962" y="88106"/>
                        <a:pt x="72580" y="88297"/>
                        <a:pt x="72200" y="88582"/>
                      </a:cubicBezTo>
                      <a:cubicBezTo>
                        <a:pt x="68866" y="87630"/>
                        <a:pt x="65627" y="84963"/>
                        <a:pt x="62293" y="80391"/>
                      </a:cubicBezTo>
                      <a:cubicBezTo>
                        <a:pt x="58579" y="75343"/>
                        <a:pt x="55436" y="72104"/>
                        <a:pt x="52959" y="70771"/>
                      </a:cubicBezTo>
                      <a:cubicBezTo>
                        <a:pt x="53245" y="69342"/>
                        <a:pt x="52578" y="67532"/>
                        <a:pt x="51054" y="65341"/>
                      </a:cubicBezTo>
                      <a:cubicBezTo>
                        <a:pt x="49435" y="63151"/>
                        <a:pt x="48768" y="61436"/>
                        <a:pt x="49054" y="60293"/>
                      </a:cubicBezTo>
                      <a:cubicBezTo>
                        <a:pt x="48196" y="58579"/>
                        <a:pt x="47625" y="55340"/>
                        <a:pt x="47244" y="50387"/>
                      </a:cubicBezTo>
                      <a:cubicBezTo>
                        <a:pt x="46958" y="46101"/>
                        <a:pt x="46768" y="41720"/>
                        <a:pt x="46673" y="37338"/>
                      </a:cubicBezTo>
                      <a:cubicBezTo>
                        <a:pt x="47720" y="36957"/>
                        <a:pt x="48292" y="36385"/>
                        <a:pt x="48292" y="35814"/>
                      </a:cubicBezTo>
                      <a:cubicBezTo>
                        <a:pt x="48292" y="35433"/>
                        <a:pt x="48006" y="34766"/>
                        <a:pt x="47530" y="33909"/>
                      </a:cubicBezTo>
                      <a:cubicBezTo>
                        <a:pt x="47054" y="33052"/>
                        <a:pt x="46768" y="32480"/>
                        <a:pt x="46768" y="32004"/>
                      </a:cubicBezTo>
                      <a:cubicBezTo>
                        <a:pt x="47434" y="30099"/>
                        <a:pt x="49625" y="27622"/>
                        <a:pt x="53530" y="24479"/>
                      </a:cubicBezTo>
                      <a:cubicBezTo>
                        <a:pt x="56674" y="21717"/>
                        <a:pt x="58293" y="19050"/>
                        <a:pt x="58293" y="16573"/>
                      </a:cubicBezTo>
                      <a:cubicBezTo>
                        <a:pt x="58769" y="16478"/>
                        <a:pt x="59722" y="15907"/>
                        <a:pt x="60960" y="14954"/>
                      </a:cubicBezTo>
                      <a:cubicBezTo>
                        <a:pt x="62199" y="14002"/>
                        <a:pt x="63055" y="13621"/>
                        <a:pt x="63627" y="13621"/>
                      </a:cubicBezTo>
                      <a:cubicBezTo>
                        <a:pt x="64008" y="13621"/>
                        <a:pt x="64389" y="13906"/>
                        <a:pt x="64580" y="14383"/>
                      </a:cubicBezTo>
                      <a:cubicBezTo>
                        <a:pt x="67056" y="10573"/>
                        <a:pt x="71152" y="7620"/>
                        <a:pt x="76676" y="5524"/>
                      </a:cubicBezTo>
                      <a:cubicBezTo>
                        <a:pt x="81534" y="3905"/>
                        <a:pt x="86487" y="2381"/>
                        <a:pt x="91345" y="762"/>
                      </a:cubicBezTo>
                      <a:cubicBezTo>
                        <a:pt x="92773" y="190"/>
                        <a:pt x="94298" y="0"/>
                        <a:pt x="95726" y="0"/>
                      </a:cubicBezTo>
                      <a:cubicBezTo>
                        <a:pt x="97822" y="0"/>
                        <a:pt x="100679" y="857"/>
                        <a:pt x="104299" y="2476"/>
                      </a:cubicBezTo>
                      <a:cubicBezTo>
                        <a:pt x="107823" y="4096"/>
                        <a:pt x="110680" y="4953"/>
                        <a:pt x="112776" y="4953"/>
                      </a:cubicBezTo>
                      <a:cubicBezTo>
                        <a:pt x="113729" y="4953"/>
                        <a:pt x="114681" y="4763"/>
                        <a:pt x="115634" y="4572"/>
                      </a:cubicBezTo>
                      <a:cubicBezTo>
                        <a:pt x="116491" y="6477"/>
                        <a:pt x="118206" y="7715"/>
                        <a:pt x="120587" y="8287"/>
                      </a:cubicBezTo>
                      <a:cubicBezTo>
                        <a:pt x="123634" y="9239"/>
                        <a:pt x="125635" y="10001"/>
                        <a:pt x="126492" y="10668"/>
                      </a:cubicBezTo>
                      <a:cubicBezTo>
                        <a:pt x="130969" y="11049"/>
                        <a:pt x="134969" y="16859"/>
                        <a:pt x="138493" y="28099"/>
                      </a:cubicBezTo>
                      <a:cubicBezTo>
                        <a:pt x="138493" y="29718"/>
                        <a:pt x="137256" y="31718"/>
                        <a:pt x="135064" y="34480"/>
                      </a:cubicBezTo>
                      <a:cubicBezTo>
                        <a:pt x="132874" y="37052"/>
                        <a:pt x="131826" y="39338"/>
                        <a:pt x="131922" y="41148"/>
                      </a:cubicBezTo>
                      <a:cubicBezTo>
                        <a:pt x="130493" y="40862"/>
                        <a:pt x="129730" y="41434"/>
                        <a:pt x="129540" y="42767"/>
                      </a:cubicBezTo>
                      <a:cubicBezTo>
                        <a:pt x="129350" y="44482"/>
                        <a:pt x="129064" y="45434"/>
                        <a:pt x="128588" y="45720"/>
                      </a:cubicBezTo>
                      <a:cubicBezTo>
                        <a:pt x="124873" y="47434"/>
                        <a:pt x="122301" y="48292"/>
                        <a:pt x="120872" y="48292"/>
                      </a:cubicBezTo>
                      <a:cubicBezTo>
                        <a:pt x="118777" y="48292"/>
                        <a:pt x="116777" y="46958"/>
                        <a:pt x="114871" y="44291"/>
                      </a:cubicBezTo>
                      <a:cubicBezTo>
                        <a:pt x="114681" y="42196"/>
                        <a:pt x="113443" y="40576"/>
                        <a:pt x="110871" y="39529"/>
                      </a:cubicBezTo>
                      <a:cubicBezTo>
                        <a:pt x="108014" y="38481"/>
                        <a:pt x="106299" y="37243"/>
                        <a:pt x="105823" y="35814"/>
                      </a:cubicBezTo>
                      <a:cubicBezTo>
                        <a:pt x="105061" y="35719"/>
                        <a:pt x="102965" y="34957"/>
                        <a:pt x="99632" y="33623"/>
                      </a:cubicBezTo>
                      <a:cubicBezTo>
                        <a:pt x="96964" y="32575"/>
                        <a:pt x="94869" y="32099"/>
                        <a:pt x="93345" y="32099"/>
                      </a:cubicBezTo>
                      <a:cubicBezTo>
                        <a:pt x="91059" y="32099"/>
                        <a:pt x="89154" y="33147"/>
                        <a:pt x="87630" y="35242"/>
                      </a:cubicBezTo>
                      <a:cubicBezTo>
                        <a:pt x="87154" y="35147"/>
                        <a:pt x="86583" y="35052"/>
                        <a:pt x="86201" y="35052"/>
                      </a:cubicBezTo>
                      <a:cubicBezTo>
                        <a:pt x="85154" y="35052"/>
                        <a:pt x="83534" y="36004"/>
                        <a:pt x="81249" y="38005"/>
                      </a:cubicBezTo>
                      <a:cubicBezTo>
                        <a:pt x="81915" y="39148"/>
                        <a:pt x="82201" y="40196"/>
                        <a:pt x="82201" y="41148"/>
                      </a:cubicBezTo>
                      <a:cubicBezTo>
                        <a:pt x="82201" y="42291"/>
                        <a:pt x="81343" y="43434"/>
                        <a:pt x="79534" y="44387"/>
                      </a:cubicBezTo>
                      <a:cubicBezTo>
                        <a:pt x="77819" y="45339"/>
                        <a:pt x="76867" y="46387"/>
                        <a:pt x="76867" y="47244"/>
                      </a:cubicBezTo>
                      <a:cubicBezTo>
                        <a:pt x="76867" y="48006"/>
                        <a:pt x="77343" y="49054"/>
                        <a:pt x="78296" y="50387"/>
                      </a:cubicBezTo>
                      <a:cubicBezTo>
                        <a:pt x="83820" y="58483"/>
                        <a:pt x="92202" y="64579"/>
                        <a:pt x="103441" y="68580"/>
                      </a:cubicBezTo>
                      <a:cubicBezTo>
                        <a:pt x="104870" y="68961"/>
                        <a:pt x="106966" y="70295"/>
                        <a:pt x="109728" y="72485"/>
                      </a:cubicBezTo>
                      <a:cubicBezTo>
                        <a:pt x="112395" y="74676"/>
                        <a:pt x="114681" y="75819"/>
                        <a:pt x="116491" y="76105"/>
                      </a:cubicBezTo>
                      <a:cubicBezTo>
                        <a:pt x="118396" y="76295"/>
                        <a:pt x="120872" y="77819"/>
                        <a:pt x="124206" y="80486"/>
                      </a:cubicBezTo>
                      <a:cubicBezTo>
                        <a:pt x="127064" y="83153"/>
                        <a:pt x="129921" y="84296"/>
                        <a:pt x="132588" y="83915"/>
                      </a:cubicBezTo>
                      <a:cubicBezTo>
                        <a:pt x="132588" y="85249"/>
                        <a:pt x="132779" y="85915"/>
                        <a:pt x="133159" y="86106"/>
                      </a:cubicBezTo>
                      <a:cubicBezTo>
                        <a:pt x="134398" y="86106"/>
                        <a:pt x="135255" y="86963"/>
                        <a:pt x="135827" y="88773"/>
                      </a:cubicBezTo>
                      <a:cubicBezTo>
                        <a:pt x="136398" y="90583"/>
                        <a:pt x="137350" y="91249"/>
                        <a:pt x="138493" y="90868"/>
                      </a:cubicBezTo>
                      <a:cubicBezTo>
                        <a:pt x="138779" y="91821"/>
                        <a:pt x="140494" y="94488"/>
                        <a:pt x="143637" y="98965"/>
                      </a:cubicBezTo>
                      <a:cubicBezTo>
                        <a:pt x="146018" y="102679"/>
                        <a:pt x="147257" y="106013"/>
                        <a:pt x="147257" y="109061"/>
                      </a:cubicBezTo>
                      <a:cubicBezTo>
                        <a:pt x="147924" y="109823"/>
                        <a:pt x="148209" y="110680"/>
                        <a:pt x="148209" y="111347"/>
                      </a:cubicBezTo>
                      <a:cubicBezTo>
                        <a:pt x="148209" y="112014"/>
                        <a:pt x="147924" y="112871"/>
                        <a:pt x="147257" y="113824"/>
                      </a:cubicBezTo>
                      <a:cubicBezTo>
                        <a:pt x="146590" y="114871"/>
                        <a:pt x="146304" y="115538"/>
                        <a:pt x="146304" y="115919"/>
                      </a:cubicBezTo>
                      <a:cubicBezTo>
                        <a:pt x="146304" y="116681"/>
                        <a:pt x="146781" y="117443"/>
                        <a:pt x="147924" y="118205"/>
                      </a:cubicBezTo>
                      <a:close/>
                      <a:moveTo>
                        <a:pt x="33718" y="123444"/>
                      </a:moveTo>
                      <a:lnTo>
                        <a:pt x="38291" y="121825"/>
                      </a:lnTo>
                      <a:lnTo>
                        <a:pt x="36100" y="121825"/>
                      </a:lnTo>
                      <a:lnTo>
                        <a:pt x="33718" y="123444"/>
                      </a:lnTo>
                      <a:close/>
                      <a:moveTo>
                        <a:pt x="35052" y="142684"/>
                      </a:moveTo>
                      <a:lnTo>
                        <a:pt x="36005" y="142684"/>
                      </a:lnTo>
                      <a:lnTo>
                        <a:pt x="37529" y="143827"/>
                      </a:lnTo>
                      <a:lnTo>
                        <a:pt x="34957" y="142684"/>
                      </a:lnTo>
                      <a:close/>
                      <a:moveTo>
                        <a:pt x="41339" y="153162"/>
                      </a:moveTo>
                      <a:cubicBezTo>
                        <a:pt x="41053" y="151733"/>
                        <a:pt x="41529" y="150400"/>
                        <a:pt x="42767" y="149162"/>
                      </a:cubicBezTo>
                      <a:lnTo>
                        <a:pt x="42577" y="149352"/>
                      </a:lnTo>
                      <a:cubicBezTo>
                        <a:pt x="42577" y="149352"/>
                        <a:pt x="42863" y="150209"/>
                        <a:pt x="43529" y="150876"/>
                      </a:cubicBezTo>
                      <a:cubicBezTo>
                        <a:pt x="44101" y="151447"/>
                        <a:pt x="44387" y="151924"/>
                        <a:pt x="44387" y="152114"/>
                      </a:cubicBezTo>
                      <a:cubicBezTo>
                        <a:pt x="44387" y="152495"/>
                        <a:pt x="44101" y="152876"/>
                        <a:pt x="43625" y="153067"/>
                      </a:cubicBezTo>
                      <a:lnTo>
                        <a:pt x="41434" y="153067"/>
                      </a:lnTo>
                      <a:close/>
                      <a:moveTo>
                        <a:pt x="43149" y="148590"/>
                      </a:moveTo>
                      <a:cubicBezTo>
                        <a:pt x="43149" y="148590"/>
                        <a:pt x="42767" y="149066"/>
                        <a:pt x="42767" y="149162"/>
                      </a:cubicBezTo>
                      <a:cubicBezTo>
                        <a:pt x="42767" y="149066"/>
                        <a:pt x="42958" y="148876"/>
                        <a:pt x="43149" y="148590"/>
                      </a:cubicBezTo>
                      <a:close/>
                      <a:moveTo>
                        <a:pt x="43529" y="144875"/>
                      </a:moveTo>
                      <a:cubicBezTo>
                        <a:pt x="44005" y="144875"/>
                        <a:pt x="44672" y="145161"/>
                        <a:pt x="45339" y="145923"/>
                      </a:cubicBezTo>
                      <a:cubicBezTo>
                        <a:pt x="46006" y="146590"/>
                        <a:pt x="46482" y="146971"/>
                        <a:pt x="46577" y="147066"/>
                      </a:cubicBezTo>
                      <a:cubicBezTo>
                        <a:pt x="45815" y="147256"/>
                        <a:pt x="44672" y="147733"/>
                        <a:pt x="43243" y="148685"/>
                      </a:cubicBezTo>
                      <a:cubicBezTo>
                        <a:pt x="44291" y="147447"/>
                        <a:pt x="44387" y="146113"/>
                        <a:pt x="43625" y="144971"/>
                      </a:cubicBezTo>
                      <a:close/>
                      <a:moveTo>
                        <a:pt x="48101" y="128016"/>
                      </a:moveTo>
                      <a:lnTo>
                        <a:pt x="48101" y="126492"/>
                      </a:lnTo>
                      <a:lnTo>
                        <a:pt x="43529" y="124111"/>
                      </a:lnTo>
                      <a:lnTo>
                        <a:pt x="48101" y="128016"/>
                      </a:lnTo>
                      <a:close/>
                      <a:moveTo>
                        <a:pt x="51816" y="134207"/>
                      </a:moveTo>
                      <a:cubicBezTo>
                        <a:pt x="51816" y="134207"/>
                        <a:pt x="52292" y="134302"/>
                        <a:pt x="53816" y="134588"/>
                      </a:cubicBezTo>
                      <a:cubicBezTo>
                        <a:pt x="54578" y="134779"/>
                        <a:pt x="55245" y="134398"/>
                        <a:pt x="55626" y="133445"/>
                      </a:cubicBezTo>
                      <a:cubicBezTo>
                        <a:pt x="54007" y="132969"/>
                        <a:pt x="52768" y="133159"/>
                        <a:pt x="51816" y="134302"/>
                      </a:cubicBezTo>
                      <a:cubicBezTo>
                        <a:pt x="51435" y="134302"/>
                        <a:pt x="51245" y="134493"/>
                        <a:pt x="51245" y="134874"/>
                      </a:cubicBezTo>
                      <a:lnTo>
                        <a:pt x="49625" y="136398"/>
                      </a:lnTo>
                      <a:lnTo>
                        <a:pt x="51245" y="136398"/>
                      </a:lnTo>
                      <a:cubicBezTo>
                        <a:pt x="51149" y="135826"/>
                        <a:pt x="51149" y="135255"/>
                        <a:pt x="51245" y="134874"/>
                      </a:cubicBezTo>
                      <a:lnTo>
                        <a:pt x="51816" y="134302"/>
                      </a:lnTo>
                      <a:close/>
                      <a:moveTo>
                        <a:pt x="52768" y="59150"/>
                      </a:moveTo>
                      <a:cubicBezTo>
                        <a:pt x="53435" y="58483"/>
                        <a:pt x="53626" y="57912"/>
                        <a:pt x="53340" y="57340"/>
                      </a:cubicBezTo>
                      <a:lnTo>
                        <a:pt x="53912" y="55912"/>
                      </a:lnTo>
                      <a:cubicBezTo>
                        <a:pt x="53340" y="55245"/>
                        <a:pt x="52674" y="54769"/>
                        <a:pt x="51816" y="54292"/>
                      </a:cubicBezTo>
                      <a:cubicBezTo>
                        <a:pt x="50959" y="53912"/>
                        <a:pt x="50387" y="53721"/>
                        <a:pt x="50197" y="53721"/>
                      </a:cubicBezTo>
                      <a:cubicBezTo>
                        <a:pt x="52292" y="54769"/>
                        <a:pt x="53340" y="56007"/>
                        <a:pt x="53340" y="57340"/>
                      </a:cubicBezTo>
                      <a:lnTo>
                        <a:pt x="52768" y="59150"/>
                      </a:lnTo>
                      <a:close/>
                      <a:moveTo>
                        <a:pt x="66484" y="47720"/>
                      </a:moveTo>
                      <a:lnTo>
                        <a:pt x="66484" y="47149"/>
                      </a:lnTo>
                      <a:cubicBezTo>
                        <a:pt x="65913" y="43720"/>
                        <a:pt x="63532" y="42005"/>
                        <a:pt x="59341" y="42005"/>
                      </a:cubicBezTo>
                      <a:cubicBezTo>
                        <a:pt x="56102" y="42005"/>
                        <a:pt x="53340" y="42863"/>
                        <a:pt x="51245" y="44767"/>
                      </a:cubicBezTo>
                      <a:cubicBezTo>
                        <a:pt x="51911" y="45053"/>
                        <a:pt x="52578" y="46291"/>
                        <a:pt x="53340" y="48673"/>
                      </a:cubicBezTo>
                      <a:cubicBezTo>
                        <a:pt x="54102" y="50959"/>
                        <a:pt x="55340" y="51911"/>
                        <a:pt x="57245" y="51530"/>
                      </a:cubicBezTo>
                      <a:lnTo>
                        <a:pt x="57245" y="50863"/>
                      </a:lnTo>
                      <a:cubicBezTo>
                        <a:pt x="57245" y="50863"/>
                        <a:pt x="58103" y="49054"/>
                        <a:pt x="58579" y="46577"/>
                      </a:cubicBezTo>
                      <a:cubicBezTo>
                        <a:pt x="58960" y="44482"/>
                        <a:pt x="59722" y="43434"/>
                        <a:pt x="60960" y="43434"/>
                      </a:cubicBezTo>
                      <a:cubicBezTo>
                        <a:pt x="61436" y="43434"/>
                        <a:pt x="62103" y="43624"/>
                        <a:pt x="62770" y="44005"/>
                      </a:cubicBezTo>
                      <a:lnTo>
                        <a:pt x="62770" y="45625"/>
                      </a:lnTo>
                      <a:cubicBezTo>
                        <a:pt x="62770" y="45625"/>
                        <a:pt x="63341" y="45434"/>
                        <a:pt x="63722" y="45434"/>
                      </a:cubicBezTo>
                      <a:cubicBezTo>
                        <a:pt x="64008" y="45434"/>
                        <a:pt x="64961" y="46196"/>
                        <a:pt x="66580" y="47815"/>
                      </a:cubicBezTo>
                      <a:close/>
                      <a:moveTo>
                        <a:pt x="54007" y="111062"/>
                      </a:moveTo>
                      <a:cubicBezTo>
                        <a:pt x="52768" y="111062"/>
                        <a:pt x="52102" y="110871"/>
                        <a:pt x="51816" y="110490"/>
                      </a:cubicBezTo>
                      <a:lnTo>
                        <a:pt x="53340" y="112681"/>
                      </a:lnTo>
                      <a:cubicBezTo>
                        <a:pt x="54007" y="112300"/>
                        <a:pt x="54197" y="111728"/>
                        <a:pt x="53912" y="111157"/>
                      </a:cubicBezTo>
                      <a:close/>
                      <a:moveTo>
                        <a:pt x="55626" y="49911"/>
                      </a:moveTo>
                      <a:lnTo>
                        <a:pt x="54959" y="49339"/>
                      </a:lnTo>
                      <a:lnTo>
                        <a:pt x="56579" y="49339"/>
                      </a:lnTo>
                      <a:cubicBezTo>
                        <a:pt x="56579" y="49339"/>
                        <a:pt x="56102" y="49721"/>
                        <a:pt x="55626" y="49911"/>
                      </a:cubicBezTo>
                      <a:close/>
                      <a:moveTo>
                        <a:pt x="56579" y="49339"/>
                      </a:moveTo>
                      <a:cubicBezTo>
                        <a:pt x="56579" y="49339"/>
                        <a:pt x="57055" y="49054"/>
                        <a:pt x="57150" y="49339"/>
                      </a:cubicBezTo>
                      <a:lnTo>
                        <a:pt x="56579" y="49339"/>
                      </a:lnTo>
                      <a:close/>
                      <a:moveTo>
                        <a:pt x="57912" y="146495"/>
                      </a:moveTo>
                      <a:lnTo>
                        <a:pt x="59531" y="144875"/>
                      </a:lnTo>
                      <a:cubicBezTo>
                        <a:pt x="58864" y="144208"/>
                        <a:pt x="58388" y="143923"/>
                        <a:pt x="57912" y="143923"/>
                      </a:cubicBezTo>
                      <a:lnTo>
                        <a:pt x="57912" y="146495"/>
                      </a:lnTo>
                      <a:close/>
                      <a:moveTo>
                        <a:pt x="60293" y="52102"/>
                      </a:moveTo>
                      <a:cubicBezTo>
                        <a:pt x="60579" y="51245"/>
                        <a:pt x="60293" y="50387"/>
                        <a:pt x="59531" y="49339"/>
                      </a:cubicBezTo>
                      <a:lnTo>
                        <a:pt x="59531" y="53149"/>
                      </a:lnTo>
                      <a:lnTo>
                        <a:pt x="60293" y="52197"/>
                      </a:lnTo>
                      <a:close/>
                      <a:moveTo>
                        <a:pt x="63246" y="159163"/>
                      </a:moveTo>
                      <a:lnTo>
                        <a:pt x="62675" y="158591"/>
                      </a:lnTo>
                      <a:lnTo>
                        <a:pt x="64198" y="158591"/>
                      </a:lnTo>
                      <a:cubicBezTo>
                        <a:pt x="63437" y="158972"/>
                        <a:pt x="63055" y="159163"/>
                        <a:pt x="63246" y="159163"/>
                      </a:cubicBezTo>
                      <a:close/>
                      <a:moveTo>
                        <a:pt x="82487" y="142684"/>
                      </a:moveTo>
                      <a:lnTo>
                        <a:pt x="83248" y="141732"/>
                      </a:lnTo>
                      <a:lnTo>
                        <a:pt x="82487" y="139541"/>
                      </a:lnTo>
                      <a:lnTo>
                        <a:pt x="82487" y="142684"/>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 name="Google Shape;1222;p99"/>
                <p:cNvSpPr/>
                <p:nvPr/>
              </p:nvSpPr>
              <p:spPr>
                <a:xfrm>
                  <a:off x="8563926" y="3252882"/>
                  <a:ext cx="123348" cy="161162"/>
                </a:xfrm>
                <a:custGeom>
                  <a:avLst/>
                  <a:gdLst/>
                  <a:ahLst/>
                  <a:cxnLst/>
                  <a:rect l="l" t="t" r="r" b="b"/>
                  <a:pathLst>
                    <a:path w="123348" h="161162" extrusionOk="0">
                      <a:moveTo>
                        <a:pt x="108966" y="128968"/>
                      </a:moveTo>
                      <a:cubicBezTo>
                        <a:pt x="111633" y="130683"/>
                        <a:pt x="113062" y="133540"/>
                        <a:pt x="113252" y="137446"/>
                      </a:cubicBezTo>
                      <a:cubicBezTo>
                        <a:pt x="113348" y="140875"/>
                        <a:pt x="113443" y="144208"/>
                        <a:pt x="113443" y="147542"/>
                      </a:cubicBezTo>
                      <a:cubicBezTo>
                        <a:pt x="113538" y="149447"/>
                        <a:pt x="113824" y="150971"/>
                        <a:pt x="114205" y="152305"/>
                      </a:cubicBezTo>
                      <a:cubicBezTo>
                        <a:pt x="110490" y="158210"/>
                        <a:pt x="104299" y="161163"/>
                        <a:pt x="95631" y="161163"/>
                      </a:cubicBezTo>
                      <a:cubicBezTo>
                        <a:pt x="93155" y="161163"/>
                        <a:pt x="89154" y="160877"/>
                        <a:pt x="83820" y="160306"/>
                      </a:cubicBezTo>
                      <a:cubicBezTo>
                        <a:pt x="78486" y="159829"/>
                        <a:pt x="74486" y="159544"/>
                        <a:pt x="71819" y="159544"/>
                      </a:cubicBezTo>
                      <a:cubicBezTo>
                        <a:pt x="69056" y="159544"/>
                        <a:pt x="66580" y="159544"/>
                        <a:pt x="64484" y="159925"/>
                      </a:cubicBezTo>
                      <a:lnTo>
                        <a:pt x="19336" y="159925"/>
                      </a:lnTo>
                      <a:lnTo>
                        <a:pt x="19336" y="159353"/>
                      </a:lnTo>
                      <a:cubicBezTo>
                        <a:pt x="17717" y="158496"/>
                        <a:pt x="14954" y="158305"/>
                        <a:pt x="10954" y="158972"/>
                      </a:cubicBezTo>
                      <a:cubicBezTo>
                        <a:pt x="6954" y="159639"/>
                        <a:pt x="4001" y="159258"/>
                        <a:pt x="1905" y="157734"/>
                      </a:cubicBezTo>
                      <a:cubicBezTo>
                        <a:pt x="2572" y="138874"/>
                        <a:pt x="2858" y="120205"/>
                        <a:pt x="2858" y="101727"/>
                      </a:cubicBezTo>
                      <a:cubicBezTo>
                        <a:pt x="2858" y="83248"/>
                        <a:pt x="2572" y="64579"/>
                        <a:pt x="1905" y="45720"/>
                      </a:cubicBezTo>
                      <a:cubicBezTo>
                        <a:pt x="2667" y="46291"/>
                        <a:pt x="3143" y="46482"/>
                        <a:pt x="3524" y="46291"/>
                      </a:cubicBezTo>
                      <a:lnTo>
                        <a:pt x="4096" y="45720"/>
                      </a:lnTo>
                      <a:cubicBezTo>
                        <a:pt x="4096" y="44958"/>
                        <a:pt x="3906" y="44387"/>
                        <a:pt x="3048" y="44101"/>
                      </a:cubicBezTo>
                      <a:cubicBezTo>
                        <a:pt x="2286" y="43720"/>
                        <a:pt x="1905" y="43529"/>
                        <a:pt x="1905" y="43339"/>
                      </a:cubicBezTo>
                      <a:cubicBezTo>
                        <a:pt x="1905" y="43148"/>
                        <a:pt x="2191" y="42672"/>
                        <a:pt x="2858" y="42005"/>
                      </a:cubicBezTo>
                      <a:cubicBezTo>
                        <a:pt x="2858" y="43148"/>
                        <a:pt x="3048" y="43910"/>
                        <a:pt x="3429" y="44196"/>
                      </a:cubicBezTo>
                      <a:cubicBezTo>
                        <a:pt x="4763" y="44005"/>
                        <a:pt x="5049" y="43339"/>
                        <a:pt x="4572" y="41910"/>
                      </a:cubicBezTo>
                      <a:cubicBezTo>
                        <a:pt x="3906" y="40576"/>
                        <a:pt x="4096" y="39719"/>
                        <a:pt x="5049" y="39433"/>
                      </a:cubicBezTo>
                      <a:cubicBezTo>
                        <a:pt x="4858" y="39624"/>
                        <a:pt x="4763" y="39910"/>
                        <a:pt x="4763" y="40196"/>
                      </a:cubicBezTo>
                      <a:cubicBezTo>
                        <a:pt x="4763" y="40672"/>
                        <a:pt x="5144" y="41243"/>
                        <a:pt x="5811" y="41815"/>
                      </a:cubicBezTo>
                      <a:cubicBezTo>
                        <a:pt x="6478" y="42386"/>
                        <a:pt x="6954" y="42863"/>
                        <a:pt x="7049" y="43053"/>
                      </a:cubicBezTo>
                      <a:lnTo>
                        <a:pt x="10192" y="42481"/>
                      </a:lnTo>
                      <a:lnTo>
                        <a:pt x="7049" y="40291"/>
                      </a:lnTo>
                      <a:lnTo>
                        <a:pt x="10192" y="38671"/>
                      </a:lnTo>
                      <a:cubicBezTo>
                        <a:pt x="10192" y="38671"/>
                        <a:pt x="9240" y="37814"/>
                        <a:pt x="7811" y="36290"/>
                      </a:cubicBezTo>
                      <a:cubicBezTo>
                        <a:pt x="6763" y="35338"/>
                        <a:pt x="5905" y="34862"/>
                        <a:pt x="5239" y="34862"/>
                      </a:cubicBezTo>
                      <a:cubicBezTo>
                        <a:pt x="4477" y="34862"/>
                        <a:pt x="3810" y="35433"/>
                        <a:pt x="3239" y="36385"/>
                      </a:cubicBezTo>
                      <a:cubicBezTo>
                        <a:pt x="2286" y="35909"/>
                        <a:pt x="1810" y="35338"/>
                        <a:pt x="1810" y="34862"/>
                      </a:cubicBezTo>
                      <a:cubicBezTo>
                        <a:pt x="1810" y="34576"/>
                        <a:pt x="2381" y="34099"/>
                        <a:pt x="3429" y="33147"/>
                      </a:cubicBezTo>
                      <a:cubicBezTo>
                        <a:pt x="4477" y="32290"/>
                        <a:pt x="4953" y="31528"/>
                        <a:pt x="4858" y="30861"/>
                      </a:cubicBezTo>
                      <a:lnTo>
                        <a:pt x="6382" y="32480"/>
                      </a:lnTo>
                      <a:lnTo>
                        <a:pt x="7430" y="31337"/>
                      </a:lnTo>
                      <a:cubicBezTo>
                        <a:pt x="7430" y="31337"/>
                        <a:pt x="8287" y="31909"/>
                        <a:pt x="8859" y="31909"/>
                      </a:cubicBezTo>
                      <a:cubicBezTo>
                        <a:pt x="9430" y="31909"/>
                        <a:pt x="10478" y="31528"/>
                        <a:pt x="11906" y="30956"/>
                      </a:cubicBezTo>
                      <a:cubicBezTo>
                        <a:pt x="13240" y="30289"/>
                        <a:pt x="14288" y="30004"/>
                        <a:pt x="14954" y="30004"/>
                      </a:cubicBezTo>
                      <a:cubicBezTo>
                        <a:pt x="15716" y="30004"/>
                        <a:pt x="16383" y="30289"/>
                        <a:pt x="16955" y="30956"/>
                      </a:cubicBezTo>
                      <a:lnTo>
                        <a:pt x="17907" y="30385"/>
                      </a:lnTo>
                      <a:cubicBezTo>
                        <a:pt x="17812" y="29146"/>
                        <a:pt x="17050" y="28384"/>
                        <a:pt x="15621" y="27908"/>
                      </a:cubicBezTo>
                      <a:cubicBezTo>
                        <a:pt x="14193" y="27432"/>
                        <a:pt x="13431" y="26956"/>
                        <a:pt x="13145" y="26670"/>
                      </a:cubicBezTo>
                      <a:cubicBezTo>
                        <a:pt x="11049" y="26479"/>
                        <a:pt x="8477" y="26479"/>
                        <a:pt x="5429" y="26670"/>
                      </a:cubicBezTo>
                      <a:cubicBezTo>
                        <a:pt x="5144" y="27241"/>
                        <a:pt x="4858" y="27622"/>
                        <a:pt x="4572" y="27622"/>
                      </a:cubicBezTo>
                      <a:cubicBezTo>
                        <a:pt x="4096" y="27241"/>
                        <a:pt x="3620" y="27051"/>
                        <a:pt x="3429" y="27051"/>
                      </a:cubicBezTo>
                      <a:cubicBezTo>
                        <a:pt x="3239" y="27051"/>
                        <a:pt x="2953" y="27051"/>
                        <a:pt x="2667" y="27241"/>
                      </a:cubicBezTo>
                      <a:lnTo>
                        <a:pt x="1048" y="21336"/>
                      </a:lnTo>
                      <a:cubicBezTo>
                        <a:pt x="2096" y="21336"/>
                        <a:pt x="2858" y="20955"/>
                        <a:pt x="3239" y="20288"/>
                      </a:cubicBezTo>
                      <a:cubicBezTo>
                        <a:pt x="3239" y="19050"/>
                        <a:pt x="2763" y="18764"/>
                        <a:pt x="1715" y="19240"/>
                      </a:cubicBezTo>
                      <a:cubicBezTo>
                        <a:pt x="762" y="19812"/>
                        <a:pt x="191" y="19621"/>
                        <a:pt x="0" y="18859"/>
                      </a:cubicBezTo>
                      <a:lnTo>
                        <a:pt x="1620" y="17240"/>
                      </a:lnTo>
                      <a:lnTo>
                        <a:pt x="3239" y="18859"/>
                      </a:lnTo>
                      <a:cubicBezTo>
                        <a:pt x="3239" y="18859"/>
                        <a:pt x="3810" y="17240"/>
                        <a:pt x="3810" y="15049"/>
                      </a:cubicBezTo>
                      <a:cubicBezTo>
                        <a:pt x="3810" y="15621"/>
                        <a:pt x="4096" y="16002"/>
                        <a:pt x="4858" y="16288"/>
                      </a:cubicBezTo>
                      <a:cubicBezTo>
                        <a:pt x="5905" y="15526"/>
                        <a:pt x="6382" y="14859"/>
                        <a:pt x="6382" y="14288"/>
                      </a:cubicBezTo>
                      <a:cubicBezTo>
                        <a:pt x="6382" y="13716"/>
                        <a:pt x="5525" y="12763"/>
                        <a:pt x="3715" y="11430"/>
                      </a:cubicBezTo>
                      <a:cubicBezTo>
                        <a:pt x="2000" y="10192"/>
                        <a:pt x="1048" y="9049"/>
                        <a:pt x="1048" y="8001"/>
                      </a:cubicBezTo>
                      <a:cubicBezTo>
                        <a:pt x="1048" y="7048"/>
                        <a:pt x="1620" y="6096"/>
                        <a:pt x="2667" y="5048"/>
                      </a:cubicBezTo>
                      <a:lnTo>
                        <a:pt x="6478" y="1048"/>
                      </a:lnTo>
                      <a:cubicBezTo>
                        <a:pt x="13240" y="381"/>
                        <a:pt x="20384" y="0"/>
                        <a:pt x="28004" y="0"/>
                      </a:cubicBezTo>
                      <a:cubicBezTo>
                        <a:pt x="35624" y="0"/>
                        <a:pt x="46197" y="381"/>
                        <a:pt x="60674" y="1238"/>
                      </a:cubicBezTo>
                      <a:cubicBezTo>
                        <a:pt x="75248" y="2000"/>
                        <a:pt x="86202" y="2381"/>
                        <a:pt x="93536" y="2381"/>
                      </a:cubicBezTo>
                      <a:cubicBezTo>
                        <a:pt x="98774" y="2381"/>
                        <a:pt x="103823" y="2286"/>
                        <a:pt x="108585" y="2000"/>
                      </a:cubicBezTo>
                      <a:cubicBezTo>
                        <a:pt x="111633" y="4381"/>
                        <a:pt x="113157" y="7525"/>
                        <a:pt x="113157" y="11525"/>
                      </a:cubicBezTo>
                      <a:cubicBezTo>
                        <a:pt x="113157" y="12763"/>
                        <a:pt x="112967" y="14764"/>
                        <a:pt x="112586" y="17621"/>
                      </a:cubicBezTo>
                      <a:cubicBezTo>
                        <a:pt x="112205" y="20574"/>
                        <a:pt x="112014" y="22765"/>
                        <a:pt x="112014" y="24384"/>
                      </a:cubicBezTo>
                      <a:cubicBezTo>
                        <a:pt x="112014" y="26003"/>
                        <a:pt x="112205" y="27432"/>
                        <a:pt x="112395" y="28765"/>
                      </a:cubicBezTo>
                      <a:cubicBezTo>
                        <a:pt x="112395" y="30861"/>
                        <a:pt x="111062" y="31909"/>
                        <a:pt x="108395" y="31909"/>
                      </a:cubicBezTo>
                      <a:cubicBezTo>
                        <a:pt x="108014" y="31909"/>
                        <a:pt x="107347" y="31909"/>
                        <a:pt x="106395" y="31718"/>
                      </a:cubicBezTo>
                      <a:lnTo>
                        <a:pt x="104394" y="31718"/>
                      </a:lnTo>
                      <a:cubicBezTo>
                        <a:pt x="102775" y="31718"/>
                        <a:pt x="101632" y="32004"/>
                        <a:pt x="100870" y="32575"/>
                      </a:cubicBezTo>
                      <a:lnTo>
                        <a:pt x="96488" y="32575"/>
                      </a:lnTo>
                      <a:lnTo>
                        <a:pt x="96488" y="31718"/>
                      </a:lnTo>
                      <a:cubicBezTo>
                        <a:pt x="90393" y="32290"/>
                        <a:pt x="83534" y="32575"/>
                        <a:pt x="75915" y="32575"/>
                      </a:cubicBezTo>
                      <a:cubicBezTo>
                        <a:pt x="71152" y="32671"/>
                        <a:pt x="64294" y="32671"/>
                        <a:pt x="55150" y="32575"/>
                      </a:cubicBezTo>
                      <a:lnTo>
                        <a:pt x="34386" y="32575"/>
                      </a:lnTo>
                      <a:cubicBezTo>
                        <a:pt x="33433" y="34957"/>
                        <a:pt x="32957" y="37719"/>
                        <a:pt x="32957" y="40672"/>
                      </a:cubicBezTo>
                      <a:cubicBezTo>
                        <a:pt x="32957" y="41624"/>
                        <a:pt x="33052" y="43053"/>
                        <a:pt x="33147" y="44863"/>
                      </a:cubicBezTo>
                      <a:lnTo>
                        <a:pt x="33147" y="49244"/>
                      </a:lnTo>
                      <a:cubicBezTo>
                        <a:pt x="33147" y="52102"/>
                        <a:pt x="32766" y="54769"/>
                        <a:pt x="32195" y="57150"/>
                      </a:cubicBezTo>
                      <a:cubicBezTo>
                        <a:pt x="32576" y="58960"/>
                        <a:pt x="32861" y="60865"/>
                        <a:pt x="33147" y="62674"/>
                      </a:cubicBezTo>
                      <a:cubicBezTo>
                        <a:pt x="33814" y="65056"/>
                        <a:pt x="34957" y="66199"/>
                        <a:pt x="36672" y="66199"/>
                      </a:cubicBezTo>
                      <a:cubicBezTo>
                        <a:pt x="37243" y="66199"/>
                        <a:pt x="37815" y="66199"/>
                        <a:pt x="38291" y="66008"/>
                      </a:cubicBezTo>
                      <a:cubicBezTo>
                        <a:pt x="38671" y="66104"/>
                        <a:pt x="39148" y="66199"/>
                        <a:pt x="39624" y="66199"/>
                      </a:cubicBezTo>
                      <a:cubicBezTo>
                        <a:pt x="40100" y="66199"/>
                        <a:pt x="40958" y="66199"/>
                        <a:pt x="42006" y="65818"/>
                      </a:cubicBezTo>
                      <a:cubicBezTo>
                        <a:pt x="43053" y="65532"/>
                        <a:pt x="43720" y="65437"/>
                        <a:pt x="44196" y="65437"/>
                      </a:cubicBezTo>
                      <a:cubicBezTo>
                        <a:pt x="45244" y="65437"/>
                        <a:pt x="46101" y="66008"/>
                        <a:pt x="46768" y="67056"/>
                      </a:cubicBezTo>
                      <a:cubicBezTo>
                        <a:pt x="50292" y="66008"/>
                        <a:pt x="54483" y="65437"/>
                        <a:pt x="59246" y="65437"/>
                      </a:cubicBezTo>
                      <a:cubicBezTo>
                        <a:pt x="61627" y="65437"/>
                        <a:pt x="65056" y="65627"/>
                        <a:pt x="69628" y="65913"/>
                      </a:cubicBezTo>
                      <a:cubicBezTo>
                        <a:pt x="74105" y="66199"/>
                        <a:pt x="77534" y="66389"/>
                        <a:pt x="79820" y="66389"/>
                      </a:cubicBezTo>
                      <a:cubicBezTo>
                        <a:pt x="82105" y="66389"/>
                        <a:pt x="84106" y="66199"/>
                        <a:pt x="86106" y="66008"/>
                      </a:cubicBezTo>
                      <a:cubicBezTo>
                        <a:pt x="87059" y="69342"/>
                        <a:pt x="87440" y="73914"/>
                        <a:pt x="87249" y="79820"/>
                      </a:cubicBezTo>
                      <a:cubicBezTo>
                        <a:pt x="87059" y="86582"/>
                        <a:pt x="87249" y="91154"/>
                        <a:pt x="87630" y="93726"/>
                      </a:cubicBezTo>
                      <a:cubicBezTo>
                        <a:pt x="84868" y="95726"/>
                        <a:pt x="81153" y="96679"/>
                        <a:pt x="76391" y="96679"/>
                      </a:cubicBezTo>
                      <a:cubicBezTo>
                        <a:pt x="74390" y="96679"/>
                        <a:pt x="71343" y="96488"/>
                        <a:pt x="67437" y="96107"/>
                      </a:cubicBezTo>
                      <a:cubicBezTo>
                        <a:pt x="63437" y="95726"/>
                        <a:pt x="60293" y="95536"/>
                        <a:pt x="58198" y="95536"/>
                      </a:cubicBezTo>
                      <a:cubicBezTo>
                        <a:pt x="56102" y="95536"/>
                        <a:pt x="54388" y="95726"/>
                        <a:pt x="52674" y="95917"/>
                      </a:cubicBezTo>
                      <a:lnTo>
                        <a:pt x="52674" y="94964"/>
                      </a:lnTo>
                      <a:cubicBezTo>
                        <a:pt x="51721" y="95059"/>
                        <a:pt x="49721" y="95155"/>
                        <a:pt x="46577" y="95155"/>
                      </a:cubicBezTo>
                      <a:cubicBezTo>
                        <a:pt x="44482" y="95155"/>
                        <a:pt x="42482" y="95631"/>
                        <a:pt x="40672" y="96488"/>
                      </a:cubicBezTo>
                      <a:cubicBezTo>
                        <a:pt x="40005" y="96107"/>
                        <a:pt x="39148" y="95917"/>
                        <a:pt x="38100" y="95917"/>
                      </a:cubicBezTo>
                      <a:cubicBezTo>
                        <a:pt x="36481" y="96107"/>
                        <a:pt x="35529" y="96107"/>
                        <a:pt x="35338" y="95917"/>
                      </a:cubicBezTo>
                      <a:cubicBezTo>
                        <a:pt x="33243" y="96583"/>
                        <a:pt x="32195" y="98203"/>
                        <a:pt x="32195" y="100870"/>
                      </a:cubicBezTo>
                      <a:cubicBezTo>
                        <a:pt x="32195" y="102679"/>
                        <a:pt x="32481" y="104108"/>
                        <a:pt x="33147" y="105156"/>
                      </a:cubicBezTo>
                      <a:cubicBezTo>
                        <a:pt x="30195" y="104394"/>
                        <a:pt x="27623" y="105156"/>
                        <a:pt x="25432" y="107347"/>
                      </a:cubicBezTo>
                      <a:lnTo>
                        <a:pt x="30575" y="106299"/>
                      </a:lnTo>
                      <a:lnTo>
                        <a:pt x="30004" y="107347"/>
                      </a:lnTo>
                      <a:cubicBezTo>
                        <a:pt x="30290" y="107823"/>
                        <a:pt x="30575" y="108109"/>
                        <a:pt x="31052" y="108109"/>
                      </a:cubicBezTo>
                      <a:cubicBezTo>
                        <a:pt x="30766" y="108109"/>
                        <a:pt x="31528" y="107537"/>
                        <a:pt x="33243" y="106299"/>
                      </a:cubicBezTo>
                      <a:cubicBezTo>
                        <a:pt x="33243" y="105823"/>
                        <a:pt x="33243" y="109633"/>
                        <a:pt x="33052" y="117824"/>
                      </a:cubicBezTo>
                      <a:cubicBezTo>
                        <a:pt x="32957" y="122587"/>
                        <a:pt x="33719" y="126206"/>
                        <a:pt x="35433" y="128683"/>
                      </a:cubicBezTo>
                      <a:cubicBezTo>
                        <a:pt x="40291" y="129349"/>
                        <a:pt x="45530" y="129730"/>
                        <a:pt x="50864" y="129730"/>
                      </a:cubicBezTo>
                      <a:cubicBezTo>
                        <a:pt x="54864" y="129730"/>
                        <a:pt x="60865" y="129445"/>
                        <a:pt x="68771" y="128873"/>
                      </a:cubicBezTo>
                      <a:cubicBezTo>
                        <a:pt x="76581" y="128397"/>
                        <a:pt x="82582" y="128111"/>
                        <a:pt x="86487" y="128111"/>
                      </a:cubicBezTo>
                      <a:cubicBezTo>
                        <a:pt x="92393" y="128111"/>
                        <a:pt x="98013" y="128492"/>
                        <a:pt x="103061" y="129254"/>
                      </a:cubicBezTo>
                      <a:cubicBezTo>
                        <a:pt x="104013" y="127159"/>
                        <a:pt x="105823" y="126968"/>
                        <a:pt x="108681" y="128683"/>
                      </a:cubicBezTo>
                      <a:close/>
                      <a:moveTo>
                        <a:pt x="6858" y="29623"/>
                      </a:moveTo>
                      <a:lnTo>
                        <a:pt x="8097" y="31242"/>
                      </a:lnTo>
                      <a:lnTo>
                        <a:pt x="7906" y="31623"/>
                      </a:lnTo>
                      <a:cubicBezTo>
                        <a:pt x="7334" y="31051"/>
                        <a:pt x="7049" y="30480"/>
                        <a:pt x="6858" y="29623"/>
                      </a:cubicBezTo>
                      <a:close/>
                      <a:moveTo>
                        <a:pt x="47435" y="86201"/>
                      </a:moveTo>
                      <a:lnTo>
                        <a:pt x="45054" y="86201"/>
                      </a:lnTo>
                      <a:cubicBezTo>
                        <a:pt x="45434" y="87154"/>
                        <a:pt x="46197" y="87154"/>
                        <a:pt x="47435" y="86201"/>
                      </a:cubicBezTo>
                      <a:lnTo>
                        <a:pt x="48387" y="86201"/>
                      </a:lnTo>
                      <a:cubicBezTo>
                        <a:pt x="48387" y="86201"/>
                        <a:pt x="48768" y="86963"/>
                        <a:pt x="48768" y="87535"/>
                      </a:cubicBezTo>
                      <a:lnTo>
                        <a:pt x="51531" y="86201"/>
                      </a:lnTo>
                      <a:cubicBezTo>
                        <a:pt x="52197" y="86868"/>
                        <a:pt x="52578" y="87344"/>
                        <a:pt x="52578" y="87535"/>
                      </a:cubicBezTo>
                      <a:lnTo>
                        <a:pt x="55531" y="87535"/>
                      </a:lnTo>
                      <a:lnTo>
                        <a:pt x="55531" y="86201"/>
                      </a:lnTo>
                      <a:lnTo>
                        <a:pt x="48387" y="86201"/>
                      </a:lnTo>
                      <a:cubicBezTo>
                        <a:pt x="48387" y="86201"/>
                        <a:pt x="47816" y="85915"/>
                        <a:pt x="47435" y="86201"/>
                      </a:cubicBezTo>
                      <a:close/>
                      <a:moveTo>
                        <a:pt x="86011" y="11621"/>
                      </a:moveTo>
                      <a:lnTo>
                        <a:pt x="84392" y="10573"/>
                      </a:lnTo>
                      <a:lnTo>
                        <a:pt x="86011" y="13716"/>
                      </a:lnTo>
                      <a:lnTo>
                        <a:pt x="86011" y="11525"/>
                      </a:lnTo>
                      <a:close/>
                      <a:moveTo>
                        <a:pt x="122587" y="139732"/>
                      </a:moveTo>
                      <a:lnTo>
                        <a:pt x="123349" y="139732"/>
                      </a:lnTo>
                      <a:lnTo>
                        <a:pt x="120968" y="141065"/>
                      </a:lnTo>
                      <a:lnTo>
                        <a:pt x="122587" y="139732"/>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3" name="Google Shape;1223;p99"/>
              <p:cNvGrpSpPr/>
              <p:nvPr/>
            </p:nvGrpSpPr>
            <p:grpSpPr>
              <a:xfrm>
                <a:off x="11412468" y="5297996"/>
                <a:ext cx="397572" cy="58006"/>
                <a:chOff x="6159150" y="3016091"/>
                <a:chExt cx="397572" cy="58006"/>
              </a:xfrm>
            </p:grpSpPr>
            <p:sp>
              <p:nvSpPr>
                <p:cNvPr id="1224" name="Google Shape;1224;p99"/>
                <p:cNvSpPr/>
                <p:nvPr/>
              </p:nvSpPr>
              <p:spPr>
                <a:xfrm>
                  <a:off x="6159150" y="3016472"/>
                  <a:ext cx="41814" cy="54959"/>
                </a:xfrm>
                <a:custGeom>
                  <a:avLst/>
                  <a:gdLst/>
                  <a:ahLst/>
                  <a:cxnLst/>
                  <a:rect l="l" t="t" r="r" b="b"/>
                  <a:pathLst>
                    <a:path w="41814" h="54959" extrusionOk="0">
                      <a:moveTo>
                        <a:pt x="36766" y="43910"/>
                      </a:moveTo>
                      <a:cubicBezTo>
                        <a:pt x="37624" y="44482"/>
                        <a:pt x="38195" y="45434"/>
                        <a:pt x="38290" y="46863"/>
                      </a:cubicBezTo>
                      <a:cubicBezTo>
                        <a:pt x="38290" y="48006"/>
                        <a:pt x="38290" y="49149"/>
                        <a:pt x="38290" y="50292"/>
                      </a:cubicBezTo>
                      <a:cubicBezTo>
                        <a:pt x="38290" y="50959"/>
                        <a:pt x="38386" y="51435"/>
                        <a:pt x="38576" y="51911"/>
                      </a:cubicBezTo>
                      <a:cubicBezTo>
                        <a:pt x="37338" y="53912"/>
                        <a:pt x="35147" y="54959"/>
                        <a:pt x="32195" y="54959"/>
                      </a:cubicBezTo>
                      <a:cubicBezTo>
                        <a:pt x="31337" y="54959"/>
                        <a:pt x="30004" y="54864"/>
                        <a:pt x="28194" y="54673"/>
                      </a:cubicBezTo>
                      <a:cubicBezTo>
                        <a:pt x="26384" y="54483"/>
                        <a:pt x="24955" y="54388"/>
                        <a:pt x="24098" y="54388"/>
                      </a:cubicBezTo>
                      <a:cubicBezTo>
                        <a:pt x="23241" y="54388"/>
                        <a:pt x="22288" y="54388"/>
                        <a:pt x="21622" y="54578"/>
                      </a:cubicBezTo>
                      <a:lnTo>
                        <a:pt x="6191" y="54578"/>
                      </a:lnTo>
                      <a:lnTo>
                        <a:pt x="6191" y="54388"/>
                      </a:lnTo>
                      <a:cubicBezTo>
                        <a:pt x="5620" y="54102"/>
                        <a:pt x="4667" y="54007"/>
                        <a:pt x="3334" y="54293"/>
                      </a:cubicBezTo>
                      <a:cubicBezTo>
                        <a:pt x="2000" y="54483"/>
                        <a:pt x="953" y="54293"/>
                        <a:pt x="190" y="53912"/>
                      </a:cubicBezTo>
                      <a:cubicBezTo>
                        <a:pt x="381" y="47435"/>
                        <a:pt x="571" y="41053"/>
                        <a:pt x="571" y="34766"/>
                      </a:cubicBezTo>
                      <a:cubicBezTo>
                        <a:pt x="571" y="28480"/>
                        <a:pt x="476" y="22098"/>
                        <a:pt x="190" y="15621"/>
                      </a:cubicBezTo>
                      <a:cubicBezTo>
                        <a:pt x="476" y="15812"/>
                        <a:pt x="667" y="15907"/>
                        <a:pt x="762" y="15812"/>
                      </a:cubicBezTo>
                      <a:lnTo>
                        <a:pt x="953" y="15621"/>
                      </a:lnTo>
                      <a:cubicBezTo>
                        <a:pt x="953" y="15621"/>
                        <a:pt x="953" y="15145"/>
                        <a:pt x="571" y="15049"/>
                      </a:cubicBezTo>
                      <a:cubicBezTo>
                        <a:pt x="286" y="14954"/>
                        <a:pt x="190" y="14859"/>
                        <a:pt x="190" y="14764"/>
                      </a:cubicBezTo>
                      <a:cubicBezTo>
                        <a:pt x="190" y="14764"/>
                        <a:pt x="286" y="14478"/>
                        <a:pt x="571" y="14288"/>
                      </a:cubicBezTo>
                      <a:cubicBezTo>
                        <a:pt x="571" y="14669"/>
                        <a:pt x="571" y="14954"/>
                        <a:pt x="762" y="15049"/>
                      </a:cubicBezTo>
                      <a:cubicBezTo>
                        <a:pt x="1238" y="15049"/>
                        <a:pt x="1333" y="14764"/>
                        <a:pt x="1143" y="14288"/>
                      </a:cubicBezTo>
                      <a:cubicBezTo>
                        <a:pt x="953" y="13811"/>
                        <a:pt x="1048" y="13525"/>
                        <a:pt x="1333" y="13430"/>
                      </a:cubicBezTo>
                      <a:cubicBezTo>
                        <a:pt x="1333" y="13430"/>
                        <a:pt x="1333" y="13621"/>
                        <a:pt x="1333" y="13716"/>
                      </a:cubicBezTo>
                      <a:cubicBezTo>
                        <a:pt x="1333" y="13906"/>
                        <a:pt x="1429" y="14097"/>
                        <a:pt x="1714" y="14288"/>
                      </a:cubicBezTo>
                      <a:cubicBezTo>
                        <a:pt x="2000" y="14478"/>
                        <a:pt x="2096" y="14669"/>
                        <a:pt x="2191" y="14764"/>
                      </a:cubicBezTo>
                      <a:lnTo>
                        <a:pt x="3334" y="14573"/>
                      </a:lnTo>
                      <a:lnTo>
                        <a:pt x="2191" y="13811"/>
                      </a:lnTo>
                      <a:lnTo>
                        <a:pt x="3334" y="13240"/>
                      </a:lnTo>
                      <a:cubicBezTo>
                        <a:pt x="3334" y="13240"/>
                        <a:pt x="3048" y="12954"/>
                        <a:pt x="2477" y="12478"/>
                      </a:cubicBezTo>
                      <a:cubicBezTo>
                        <a:pt x="2096" y="12192"/>
                        <a:pt x="1810" y="12001"/>
                        <a:pt x="1619" y="12001"/>
                      </a:cubicBezTo>
                      <a:cubicBezTo>
                        <a:pt x="1333" y="12001"/>
                        <a:pt x="1143" y="12192"/>
                        <a:pt x="953" y="12573"/>
                      </a:cubicBezTo>
                      <a:cubicBezTo>
                        <a:pt x="667" y="12383"/>
                        <a:pt x="476" y="12192"/>
                        <a:pt x="476" y="12001"/>
                      </a:cubicBezTo>
                      <a:cubicBezTo>
                        <a:pt x="476" y="12001"/>
                        <a:pt x="667" y="11716"/>
                        <a:pt x="1048" y="11430"/>
                      </a:cubicBezTo>
                      <a:cubicBezTo>
                        <a:pt x="1429" y="11144"/>
                        <a:pt x="1524" y="10858"/>
                        <a:pt x="1524" y="10668"/>
                      </a:cubicBezTo>
                      <a:lnTo>
                        <a:pt x="2096" y="11239"/>
                      </a:lnTo>
                      <a:lnTo>
                        <a:pt x="2477" y="10858"/>
                      </a:lnTo>
                      <a:cubicBezTo>
                        <a:pt x="2477" y="10858"/>
                        <a:pt x="2762" y="11049"/>
                        <a:pt x="2953" y="11049"/>
                      </a:cubicBezTo>
                      <a:cubicBezTo>
                        <a:pt x="3143" y="11049"/>
                        <a:pt x="3524" y="10954"/>
                        <a:pt x="4000" y="10668"/>
                      </a:cubicBezTo>
                      <a:cubicBezTo>
                        <a:pt x="4477" y="10477"/>
                        <a:pt x="4858" y="10287"/>
                        <a:pt x="5048" y="10287"/>
                      </a:cubicBezTo>
                      <a:cubicBezTo>
                        <a:pt x="5334" y="10287"/>
                        <a:pt x="5524" y="10382"/>
                        <a:pt x="5715" y="10668"/>
                      </a:cubicBezTo>
                      <a:lnTo>
                        <a:pt x="6096" y="10477"/>
                      </a:lnTo>
                      <a:cubicBezTo>
                        <a:pt x="6096" y="10477"/>
                        <a:pt x="5810" y="9811"/>
                        <a:pt x="5334" y="9620"/>
                      </a:cubicBezTo>
                      <a:cubicBezTo>
                        <a:pt x="4858" y="9430"/>
                        <a:pt x="4572" y="9334"/>
                        <a:pt x="4477" y="9144"/>
                      </a:cubicBezTo>
                      <a:cubicBezTo>
                        <a:pt x="3715" y="9144"/>
                        <a:pt x="2857" y="9144"/>
                        <a:pt x="1810" y="9144"/>
                      </a:cubicBezTo>
                      <a:cubicBezTo>
                        <a:pt x="1810" y="9334"/>
                        <a:pt x="1619" y="9525"/>
                        <a:pt x="1524" y="9525"/>
                      </a:cubicBezTo>
                      <a:cubicBezTo>
                        <a:pt x="1333" y="9430"/>
                        <a:pt x="1238" y="9334"/>
                        <a:pt x="1143" y="9334"/>
                      </a:cubicBezTo>
                      <a:cubicBezTo>
                        <a:pt x="1143" y="9334"/>
                        <a:pt x="953" y="9334"/>
                        <a:pt x="857" y="9334"/>
                      </a:cubicBezTo>
                      <a:lnTo>
                        <a:pt x="286" y="7334"/>
                      </a:lnTo>
                      <a:cubicBezTo>
                        <a:pt x="286" y="7334"/>
                        <a:pt x="857" y="7239"/>
                        <a:pt x="1048" y="6953"/>
                      </a:cubicBezTo>
                      <a:cubicBezTo>
                        <a:pt x="1048" y="6572"/>
                        <a:pt x="857" y="6477"/>
                        <a:pt x="571" y="6572"/>
                      </a:cubicBezTo>
                      <a:cubicBezTo>
                        <a:pt x="190" y="6763"/>
                        <a:pt x="0" y="6667"/>
                        <a:pt x="0" y="6477"/>
                      </a:cubicBezTo>
                      <a:lnTo>
                        <a:pt x="571" y="5905"/>
                      </a:lnTo>
                      <a:lnTo>
                        <a:pt x="1143" y="6477"/>
                      </a:lnTo>
                      <a:cubicBezTo>
                        <a:pt x="1143" y="6477"/>
                        <a:pt x="1333" y="5905"/>
                        <a:pt x="1333" y="5143"/>
                      </a:cubicBezTo>
                      <a:cubicBezTo>
                        <a:pt x="1333" y="5334"/>
                        <a:pt x="1429" y="5429"/>
                        <a:pt x="1714" y="5525"/>
                      </a:cubicBezTo>
                      <a:cubicBezTo>
                        <a:pt x="2096" y="5239"/>
                        <a:pt x="2286" y="5048"/>
                        <a:pt x="2286" y="4858"/>
                      </a:cubicBezTo>
                      <a:cubicBezTo>
                        <a:pt x="2286" y="4667"/>
                        <a:pt x="2000" y="4286"/>
                        <a:pt x="1333" y="3905"/>
                      </a:cubicBezTo>
                      <a:cubicBezTo>
                        <a:pt x="762" y="3524"/>
                        <a:pt x="381" y="3048"/>
                        <a:pt x="381" y="2762"/>
                      </a:cubicBezTo>
                      <a:cubicBezTo>
                        <a:pt x="381" y="2476"/>
                        <a:pt x="571" y="2096"/>
                        <a:pt x="953" y="1714"/>
                      </a:cubicBezTo>
                      <a:lnTo>
                        <a:pt x="2191" y="381"/>
                      </a:lnTo>
                      <a:cubicBezTo>
                        <a:pt x="4477" y="191"/>
                        <a:pt x="6953" y="0"/>
                        <a:pt x="9525" y="0"/>
                      </a:cubicBezTo>
                      <a:cubicBezTo>
                        <a:pt x="12002" y="0"/>
                        <a:pt x="15716" y="191"/>
                        <a:pt x="20669" y="381"/>
                      </a:cubicBezTo>
                      <a:cubicBezTo>
                        <a:pt x="25622" y="667"/>
                        <a:pt x="29432" y="762"/>
                        <a:pt x="31909" y="762"/>
                      </a:cubicBezTo>
                      <a:cubicBezTo>
                        <a:pt x="33719" y="762"/>
                        <a:pt x="35433" y="762"/>
                        <a:pt x="37052" y="667"/>
                      </a:cubicBezTo>
                      <a:cubicBezTo>
                        <a:pt x="38100" y="1524"/>
                        <a:pt x="38671" y="2572"/>
                        <a:pt x="38671" y="3905"/>
                      </a:cubicBezTo>
                      <a:cubicBezTo>
                        <a:pt x="38671" y="4286"/>
                        <a:pt x="38671" y="4953"/>
                        <a:pt x="38481" y="6001"/>
                      </a:cubicBezTo>
                      <a:cubicBezTo>
                        <a:pt x="38386" y="6953"/>
                        <a:pt x="38290" y="7810"/>
                        <a:pt x="38290" y="8287"/>
                      </a:cubicBezTo>
                      <a:cubicBezTo>
                        <a:pt x="38290" y="8763"/>
                        <a:pt x="38290" y="9334"/>
                        <a:pt x="38386" y="9811"/>
                      </a:cubicBezTo>
                      <a:cubicBezTo>
                        <a:pt x="38386" y="10573"/>
                        <a:pt x="37909" y="10858"/>
                        <a:pt x="37052" y="10858"/>
                      </a:cubicBezTo>
                      <a:cubicBezTo>
                        <a:pt x="36957" y="10858"/>
                        <a:pt x="36671" y="10858"/>
                        <a:pt x="36386" y="10858"/>
                      </a:cubicBezTo>
                      <a:lnTo>
                        <a:pt x="35719" y="10858"/>
                      </a:lnTo>
                      <a:cubicBezTo>
                        <a:pt x="35147" y="10858"/>
                        <a:pt x="34766" y="10954"/>
                        <a:pt x="34480" y="11144"/>
                      </a:cubicBezTo>
                      <a:lnTo>
                        <a:pt x="32956" y="11144"/>
                      </a:lnTo>
                      <a:lnTo>
                        <a:pt x="32956" y="10858"/>
                      </a:lnTo>
                      <a:cubicBezTo>
                        <a:pt x="30861" y="11049"/>
                        <a:pt x="28575" y="11144"/>
                        <a:pt x="25908" y="11144"/>
                      </a:cubicBezTo>
                      <a:cubicBezTo>
                        <a:pt x="24289" y="11144"/>
                        <a:pt x="21907" y="11144"/>
                        <a:pt x="18764" y="11144"/>
                      </a:cubicBezTo>
                      <a:lnTo>
                        <a:pt x="11621" y="11144"/>
                      </a:lnTo>
                      <a:cubicBezTo>
                        <a:pt x="11335" y="12001"/>
                        <a:pt x="11144" y="12859"/>
                        <a:pt x="11144" y="13906"/>
                      </a:cubicBezTo>
                      <a:cubicBezTo>
                        <a:pt x="11144" y="14192"/>
                        <a:pt x="11144" y="14669"/>
                        <a:pt x="11144" y="15335"/>
                      </a:cubicBezTo>
                      <a:lnTo>
                        <a:pt x="11144" y="16859"/>
                      </a:lnTo>
                      <a:cubicBezTo>
                        <a:pt x="11144" y="17812"/>
                        <a:pt x="11049" y="18764"/>
                        <a:pt x="10763" y="19526"/>
                      </a:cubicBezTo>
                      <a:cubicBezTo>
                        <a:pt x="10954" y="20193"/>
                        <a:pt x="11049" y="20764"/>
                        <a:pt x="11144" y="21431"/>
                      </a:cubicBezTo>
                      <a:cubicBezTo>
                        <a:pt x="11335" y="22193"/>
                        <a:pt x="11811" y="22670"/>
                        <a:pt x="12382" y="22670"/>
                      </a:cubicBezTo>
                      <a:cubicBezTo>
                        <a:pt x="12573" y="22670"/>
                        <a:pt x="12763" y="22670"/>
                        <a:pt x="12954" y="22670"/>
                      </a:cubicBezTo>
                      <a:cubicBezTo>
                        <a:pt x="13049" y="22670"/>
                        <a:pt x="13240" y="22670"/>
                        <a:pt x="13430" y="22670"/>
                      </a:cubicBezTo>
                      <a:cubicBezTo>
                        <a:pt x="13621" y="22670"/>
                        <a:pt x="13906" y="22670"/>
                        <a:pt x="14288" y="22574"/>
                      </a:cubicBezTo>
                      <a:cubicBezTo>
                        <a:pt x="14669" y="22574"/>
                        <a:pt x="14954" y="22479"/>
                        <a:pt x="15049" y="22479"/>
                      </a:cubicBezTo>
                      <a:cubicBezTo>
                        <a:pt x="15430" y="22479"/>
                        <a:pt x="15716" y="22670"/>
                        <a:pt x="15907" y="23050"/>
                      </a:cubicBezTo>
                      <a:cubicBezTo>
                        <a:pt x="17145" y="22670"/>
                        <a:pt x="18574" y="22479"/>
                        <a:pt x="20193" y="22479"/>
                      </a:cubicBezTo>
                      <a:cubicBezTo>
                        <a:pt x="20955" y="22479"/>
                        <a:pt x="22193" y="22479"/>
                        <a:pt x="23717" y="22670"/>
                      </a:cubicBezTo>
                      <a:cubicBezTo>
                        <a:pt x="25337" y="22765"/>
                        <a:pt x="26479" y="22860"/>
                        <a:pt x="27241" y="22860"/>
                      </a:cubicBezTo>
                      <a:cubicBezTo>
                        <a:pt x="28004" y="22860"/>
                        <a:pt x="28765" y="22860"/>
                        <a:pt x="29432" y="22670"/>
                      </a:cubicBezTo>
                      <a:cubicBezTo>
                        <a:pt x="29718" y="23813"/>
                        <a:pt x="29908" y="25337"/>
                        <a:pt x="29813" y="27432"/>
                      </a:cubicBezTo>
                      <a:cubicBezTo>
                        <a:pt x="29813" y="29718"/>
                        <a:pt x="29813" y="31337"/>
                        <a:pt x="29908" y="32195"/>
                      </a:cubicBezTo>
                      <a:cubicBezTo>
                        <a:pt x="28956" y="32861"/>
                        <a:pt x="27622" y="33242"/>
                        <a:pt x="26098" y="33242"/>
                      </a:cubicBezTo>
                      <a:cubicBezTo>
                        <a:pt x="25432" y="33242"/>
                        <a:pt x="24384" y="33242"/>
                        <a:pt x="23050" y="33052"/>
                      </a:cubicBezTo>
                      <a:cubicBezTo>
                        <a:pt x="21622" y="32956"/>
                        <a:pt x="20574" y="32861"/>
                        <a:pt x="19907" y="32861"/>
                      </a:cubicBezTo>
                      <a:cubicBezTo>
                        <a:pt x="19240" y="32861"/>
                        <a:pt x="18574" y="32861"/>
                        <a:pt x="18002" y="33052"/>
                      </a:cubicBezTo>
                      <a:lnTo>
                        <a:pt x="18002" y="32671"/>
                      </a:lnTo>
                      <a:cubicBezTo>
                        <a:pt x="18002" y="32671"/>
                        <a:pt x="16954" y="32671"/>
                        <a:pt x="15907" y="32671"/>
                      </a:cubicBezTo>
                      <a:cubicBezTo>
                        <a:pt x="15145" y="32671"/>
                        <a:pt x="14478" y="32861"/>
                        <a:pt x="13906" y="33147"/>
                      </a:cubicBezTo>
                      <a:cubicBezTo>
                        <a:pt x="13716" y="32956"/>
                        <a:pt x="13430" y="32956"/>
                        <a:pt x="13049" y="32956"/>
                      </a:cubicBezTo>
                      <a:cubicBezTo>
                        <a:pt x="12478" y="32956"/>
                        <a:pt x="12192" y="32956"/>
                        <a:pt x="12097" y="32956"/>
                      </a:cubicBezTo>
                      <a:cubicBezTo>
                        <a:pt x="11335" y="33147"/>
                        <a:pt x="11049" y="33719"/>
                        <a:pt x="11049" y="34671"/>
                      </a:cubicBezTo>
                      <a:cubicBezTo>
                        <a:pt x="11049" y="35338"/>
                        <a:pt x="11144" y="35814"/>
                        <a:pt x="11430" y="36195"/>
                      </a:cubicBezTo>
                      <a:cubicBezTo>
                        <a:pt x="10478" y="35909"/>
                        <a:pt x="9525" y="36195"/>
                        <a:pt x="8763" y="36957"/>
                      </a:cubicBezTo>
                      <a:lnTo>
                        <a:pt x="10573" y="36576"/>
                      </a:lnTo>
                      <a:lnTo>
                        <a:pt x="10382" y="36957"/>
                      </a:lnTo>
                      <a:cubicBezTo>
                        <a:pt x="10382" y="36957"/>
                        <a:pt x="10573" y="37243"/>
                        <a:pt x="10763" y="37243"/>
                      </a:cubicBezTo>
                      <a:cubicBezTo>
                        <a:pt x="10668" y="37243"/>
                        <a:pt x="10954" y="37052"/>
                        <a:pt x="11525" y="36671"/>
                      </a:cubicBezTo>
                      <a:cubicBezTo>
                        <a:pt x="11525" y="36481"/>
                        <a:pt x="11525" y="37814"/>
                        <a:pt x="11525" y="40577"/>
                      </a:cubicBezTo>
                      <a:cubicBezTo>
                        <a:pt x="11525" y="42196"/>
                        <a:pt x="11716" y="43434"/>
                        <a:pt x="12287" y="44291"/>
                      </a:cubicBezTo>
                      <a:cubicBezTo>
                        <a:pt x="14002" y="44482"/>
                        <a:pt x="15716" y="44672"/>
                        <a:pt x="17621" y="44672"/>
                      </a:cubicBezTo>
                      <a:cubicBezTo>
                        <a:pt x="19050" y="44672"/>
                        <a:pt x="21050" y="44672"/>
                        <a:pt x="23717" y="44387"/>
                      </a:cubicBezTo>
                      <a:cubicBezTo>
                        <a:pt x="26384" y="44196"/>
                        <a:pt x="28384" y="44101"/>
                        <a:pt x="29813" y="44101"/>
                      </a:cubicBezTo>
                      <a:cubicBezTo>
                        <a:pt x="31813" y="44101"/>
                        <a:pt x="33719" y="44196"/>
                        <a:pt x="35528" y="44482"/>
                      </a:cubicBezTo>
                      <a:cubicBezTo>
                        <a:pt x="35814" y="43720"/>
                        <a:pt x="36481" y="43720"/>
                        <a:pt x="37433" y="44291"/>
                      </a:cubicBezTo>
                      <a:close/>
                      <a:moveTo>
                        <a:pt x="1810" y="9906"/>
                      </a:moveTo>
                      <a:lnTo>
                        <a:pt x="2191" y="10477"/>
                      </a:lnTo>
                      <a:lnTo>
                        <a:pt x="2191" y="10477"/>
                      </a:lnTo>
                      <a:cubicBezTo>
                        <a:pt x="2191" y="10477"/>
                        <a:pt x="1905" y="10192"/>
                        <a:pt x="1810" y="9906"/>
                      </a:cubicBezTo>
                      <a:close/>
                      <a:moveTo>
                        <a:pt x="15716" y="29242"/>
                      </a:moveTo>
                      <a:lnTo>
                        <a:pt x="14954" y="29242"/>
                      </a:lnTo>
                      <a:cubicBezTo>
                        <a:pt x="14954" y="29242"/>
                        <a:pt x="15335" y="29528"/>
                        <a:pt x="15716" y="29242"/>
                      </a:cubicBezTo>
                      <a:lnTo>
                        <a:pt x="16097" y="29242"/>
                      </a:lnTo>
                      <a:cubicBezTo>
                        <a:pt x="16097" y="29242"/>
                        <a:pt x="16192" y="29528"/>
                        <a:pt x="16192" y="29718"/>
                      </a:cubicBezTo>
                      <a:lnTo>
                        <a:pt x="17145" y="29242"/>
                      </a:lnTo>
                      <a:cubicBezTo>
                        <a:pt x="17145" y="29242"/>
                        <a:pt x="17526" y="29623"/>
                        <a:pt x="17526" y="29718"/>
                      </a:cubicBezTo>
                      <a:lnTo>
                        <a:pt x="18574" y="29718"/>
                      </a:lnTo>
                      <a:lnTo>
                        <a:pt x="18574" y="29242"/>
                      </a:lnTo>
                      <a:lnTo>
                        <a:pt x="16097" y="29242"/>
                      </a:lnTo>
                      <a:cubicBezTo>
                        <a:pt x="16097" y="29242"/>
                        <a:pt x="15907" y="29242"/>
                        <a:pt x="15716" y="29242"/>
                      </a:cubicBezTo>
                      <a:close/>
                      <a:moveTo>
                        <a:pt x="28956" y="3715"/>
                      </a:moveTo>
                      <a:lnTo>
                        <a:pt x="28384" y="3334"/>
                      </a:lnTo>
                      <a:lnTo>
                        <a:pt x="28956" y="4381"/>
                      </a:lnTo>
                      <a:lnTo>
                        <a:pt x="28956" y="3620"/>
                      </a:lnTo>
                      <a:close/>
                      <a:moveTo>
                        <a:pt x="41529" y="47530"/>
                      </a:moveTo>
                      <a:lnTo>
                        <a:pt x="41815" y="47530"/>
                      </a:lnTo>
                      <a:lnTo>
                        <a:pt x="41053" y="48006"/>
                      </a:lnTo>
                      <a:lnTo>
                        <a:pt x="41624" y="47530"/>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 name="Google Shape;1225;p99"/>
                <p:cNvSpPr/>
                <p:nvPr/>
              </p:nvSpPr>
              <p:spPr>
                <a:xfrm>
                  <a:off x="6200584" y="3016567"/>
                  <a:ext cx="39147" cy="57530"/>
                </a:xfrm>
                <a:custGeom>
                  <a:avLst/>
                  <a:gdLst/>
                  <a:ahLst/>
                  <a:cxnLst/>
                  <a:rect l="l" t="t" r="r" b="b"/>
                  <a:pathLst>
                    <a:path w="39147" h="57530" extrusionOk="0">
                      <a:moveTo>
                        <a:pt x="38481" y="38672"/>
                      </a:moveTo>
                      <a:cubicBezTo>
                        <a:pt x="38481" y="38672"/>
                        <a:pt x="38005" y="38957"/>
                        <a:pt x="38005" y="39243"/>
                      </a:cubicBezTo>
                      <a:cubicBezTo>
                        <a:pt x="38005" y="39052"/>
                        <a:pt x="38195" y="39433"/>
                        <a:pt x="38481" y="40291"/>
                      </a:cubicBezTo>
                      <a:cubicBezTo>
                        <a:pt x="38005" y="41148"/>
                        <a:pt x="37814" y="42291"/>
                        <a:pt x="37814" y="43529"/>
                      </a:cubicBezTo>
                      <a:cubicBezTo>
                        <a:pt x="37814" y="44291"/>
                        <a:pt x="37814" y="45339"/>
                        <a:pt x="38100" y="46863"/>
                      </a:cubicBezTo>
                      <a:cubicBezTo>
                        <a:pt x="38290" y="48387"/>
                        <a:pt x="38386" y="49435"/>
                        <a:pt x="38386" y="50101"/>
                      </a:cubicBezTo>
                      <a:cubicBezTo>
                        <a:pt x="38386" y="53054"/>
                        <a:pt x="36862" y="54674"/>
                        <a:pt x="33623" y="54959"/>
                      </a:cubicBezTo>
                      <a:cubicBezTo>
                        <a:pt x="33242" y="54578"/>
                        <a:pt x="32766" y="54388"/>
                        <a:pt x="32290" y="54388"/>
                      </a:cubicBezTo>
                      <a:cubicBezTo>
                        <a:pt x="32099" y="54388"/>
                        <a:pt x="31813" y="54388"/>
                        <a:pt x="31337" y="54578"/>
                      </a:cubicBezTo>
                      <a:cubicBezTo>
                        <a:pt x="30956" y="54674"/>
                        <a:pt x="30671" y="54769"/>
                        <a:pt x="30575" y="54769"/>
                      </a:cubicBezTo>
                      <a:cubicBezTo>
                        <a:pt x="30099" y="54769"/>
                        <a:pt x="29813" y="54578"/>
                        <a:pt x="29623" y="54102"/>
                      </a:cubicBezTo>
                      <a:lnTo>
                        <a:pt x="28861" y="53911"/>
                      </a:lnTo>
                      <a:lnTo>
                        <a:pt x="29242" y="53721"/>
                      </a:lnTo>
                      <a:cubicBezTo>
                        <a:pt x="28480" y="53531"/>
                        <a:pt x="27813" y="52959"/>
                        <a:pt x="27146" y="51816"/>
                      </a:cubicBezTo>
                      <a:cubicBezTo>
                        <a:pt x="26479" y="50673"/>
                        <a:pt x="25717" y="50101"/>
                        <a:pt x="25051" y="49911"/>
                      </a:cubicBezTo>
                      <a:cubicBezTo>
                        <a:pt x="25051" y="49721"/>
                        <a:pt x="25051" y="49530"/>
                        <a:pt x="25051" y="49340"/>
                      </a:cubicBezTo>
                      <a:cubicBezTo>
                        <a:pt x="25051" y="49054"/>
                        <a:pt x="24955" y="48958"/>
                        <a:pt x="24955" y="48863"/>
                      </a:cubicBezTo>
                      <a:cubicBezTo>
                        <a:pt x="24955" y="48673"/>
                        <a:pt x="25146" y="48482"/>
                        <a:pt x="25432" y="48387"/>
                      </a:cubicBezTo>
                      <a:cubicBezTo>
                        <a:pt x="24670" y="47911"/>
                        <a:pt x="24003" y="46863"/>
                        <a:pt x="23241" y="45339"/>
                      </a:cubicBezTo>
                      <a:cubicBezTo>
                        <a:pt x="22479" y="43815"/>
                        <a:pt x="21812" y="42767"/>
                        <a:pt x="21146" y="42291"/>
                      </a:cubicBezTo>
                      <a:cubicBezTo>
                        <a:pt x="20955" y="40958"/>
                        <a:pt x="20383" y="39433"/>
                        <a:pt x="19336" y="37719"/>
                      </a:cubicBezTo>
                      <a:cubicBezTo>
                        <a:pt x="17812" y="35242"/>
                        <a:pt x="16954" y="33909"/>
                        <a:pt x="16859" y="33623"/>
                      </a:cubicBezTo>
                      <a:cubicBezTo>
                        <a:pt x="16859" y="33242"/>
                        <a:pt x="16764" y="32671"/>
                        <a:pt x="16383" y="32099"/>
                      </a:cubicBezTo>
                      <a:cubicBezTo>
                        <a:pt x="16002" y="31433"/>
                        <a:pt x="15812" y="30956"/>
                        <a:pt x="15812" y="30671"/>
                      </a:cubicBezTo>
                      <a:cubicBezTo>
                        <a:pt x="15812" y="30480"/>
                        <a:pt x="15812" y="30290"/>
                        <a:pt x="16002" y="30099"/>
                      </a:cubicBezTo>
                      <a:cubicBezTo>
                        <a:pt x="15812" y="30099"/>
                        <a:pt x="15621" y="30194"/>
                        <a:pt x="15430" y="30194"/>
                      </a:cubicBezTo>
                      <a:cubicBezTo>
                        <a:pt x="14764" y="30194"/>
                        <a:pt x="14288" y="29527"/>
                        <a:pt x="13811" y="28099"/>
                      </a:cubicBezTo>
                      <a:cubicBezTo>
                        <a:pt x="13335" y="26765"/>
                        <a:pt x="12668" y="26003"/>
                        <a:pt x="11811" y="26003"/>
                      </a:cubicBezTo>
                      <a:cubicBezTo>
                        <a:pt x="11621" y="26003"/>
                        <a:pt x="11430" y="26003"/>
                        <a:pt x="11144" y="26003"/>
                      </a:cubicBezTo>
                      <a:cubicBezTo>
                        <a:pt x="11335" y="27242"/>
                        <a:pt x="11525" y="28575"/>
                        <a:pt x="11525" y="30099"/>
                      </a:cubicBezTo>
                      <a:cubicBezTo>
                        <a:pt x="11525" y="31337"/>
                        <a:pt x="11430" y="33147"/>
                        <a:pt x="11144" y="35528"/>
                      </a:cubicBezTo>
                      <a:cubicBezTo>
                        <a:pt x="10954" y="37909"/>
                        <a:pt x="10858" y="39719"/>
                        <a:pt x="10858" y="40862"/>
                      </a:cubicBezTo>
                      <a:cubicBezTo>
                        <a:pt x="10858" y="43148"/>
                        <a:pt x="11144" y="45149"/>
                        <a:pt x="11716" y="46863"/>
                      </a:cubicBezTo>
                      <a:cubicBezTo>
                        <a:pt x="11144" y="47244"/>
                        <a:pt x="10858" y="47720"/>
                        <a:pt x="10858" y="48387"/>
                      </a:cubicBezTo>
                      <a:cubicBezTo>
                        <a:pt x="10858" y="48768"/>
                        <a:pt x="10858" y="49244"/>
                        <a:pt x="11144" y="49911"/>
                      </a:cubicBezTo>
                      <a:cubicBezTo>
                        <a:pt x="11335" y="50578"/>
                        <a:pt x="11430" y="51054"/>
                        <a:pt x="11430" y="51340"/>
                      </a:cubicBezTo>
                      <a:cubicBezTo>
                        <a:pt x="11430" y="52007"/>
                        <a:pt x="11049" y="52483"/>
                        <a:pt x="10382" y="52768"/>
                      </a:cubicBezTo>
                      <a:cubicBezTo>
                        <a:pt x="10382" y="53340"/>
                        <a:pt x="10192" y="53816"/>
                        <a:pt x="9811" y="54102"/>
                      </a:cubicBezTo>
                      <a:lnTo>
                        <a:pt x="2667" y="53816"/>
                      </a:lnTo>
                      <a:cubicBezTo>
                        <a:pt x="2667" y="53816"/>
                        <a:pt x="2667" y="53435"/>
                        <a:pt x="2476" y="53435"/>
                      </a:cubicBezTo>
                      <a:cubicBezTo>
                        <a:pt x="2476" y="53435"/>
                        <a:pt x="2286" y="53435"/>
                        <a:pt x="2096" y="53626"/>
                      </a:cubicBezTo>
                      <a:cubicBezTo>
                        <a:pt x="1905" y="53721"/>
                        <a:pt x="1810" y="53816"/>
                        <a:pt x="1714" y="53816"/>
                      </a:cubicBezTo>
                      <a:cubicBezTo>
                        <a:pt x="1619" y="53816"/>
                        <a:pt x="1524" y="53816"/>
                        <a:pt x="1333" y="53531"/>
                      </a:cubicBezTo>
                      <a:cubicBezTo>
                        <a:pt x="667" y="53054"/>
                        <a:pt x="286" y="52483"/>
                        <a:pt x="286" y="51816"/>
                      </a:cubicBezTo>
                      <a:cubicBezTo>
                        <a:pt x="286" y="51530"/>
                        <a:pt x="381" y="50959"/>
                        <a:pt x="667" y="50197"/>
                      </a:cubicBezTo>
                      <a:cubicBezTo>
                        <a:pt x="952" y="49435"/>
                        <a:pt x="1048" y="48768"/>
                        <a:pt x="1048" y="48292"/>
                      </a:cubicBezTo>
                      <a:cubicBezTo>
                        <a:pt x="1048" y="47911"/>
                        <a:pt x="952" y="47530"/>
                        <a:pt x="762" y="47149"/>
                      </a:cubicBezTo>
                      <a:cubicBezTo>
                        <a:pt x="571" y="46006"/>
                        <a:pt x="476" y="43910"/>
                        <a:pt x="571" y="40862"/>
                      </a:cubicBezTo>
                      <a:cubicBezTo>
                        <a:pt x="571" y="38195"/>
                        <a:pt x="476" y="36100"/>
                        <a:pt x="0" y="34671"/>
                      </a:cubicBezTo>
                      <a:cubicBezTo>
                        <a:pt x="381" y="34195"/>
                        <a:pt x="571" y="33528"/>
                        <a:pt x="571" y="32766"/>
                      </a:cubicBezTo>
                      <a:cubicBezTo>
                        <a:pt x="571" y="32480"/>
                        <a:pt x="571" y="31909"/>
                        <a:pt x="476" y="31337"/>
                      </a:cubicBezTo>
                      <a:cubicBezTo>
                        <a:pt x="476" y="30671"/>
                        <a:pt x="381" y="30194"/>
                        <a:pt x="381" y="29813"/>
                      </a:cubicBezTo>
                      <a:cubicBezTo>
                        <a:pt x="381" y="28956"/>
                        <a:pt x="667" y="28194"/>
                        <a:pt x="1238" y="27623"/>
                      </a:cubicBezTo>
                      <a:cubicBezTo>
                        <a:pt x="571" y="25051"/>
                        <a:pt x="286" y="22003"/>
                        <a:pt x="381" y="18669"/>
                      </a:cubicBezTo>
                      <a:lnTo>
                        <a:pt x="762" y="18669"/>
                      </a:lnTo>
                      <a:cubicBezTo>
                        <a:pt x="762" y="18669"/>
                        <a:pt x="667" y="17907"/>
                        <a:pt x="667" y="17431"/>
                      </a:cubicBezTo>
                      <a:cubicBezTo>
                        <a:pt x="667" y="16955"/>
                        <a:pt x="667" y="16288"/>
                        <a:pt x="857" y="15335"/>
                      </a:cubicBezTo>
                      <a:cubicBezTo>
                        <a:pt x="952" y="14383"/>
                        <a:pt x="1048" y="13621"/>
                        <a:pt x="1048" y="13144"/>
                      </a:cubicBezTo>
                      <a:cubicBezTo>
                        <a:pt x="1048" y="12097"/>
                        <a:pt x="857" y="11335"/>
                        <a:pt x="476" y="10573"/>
                      </a:cubicBezTo>
                      <a:cubicBezTo>
                        <a:pt x="1048" y="10573"/>
                        <a:pt x="1619" y="10287"/>
                        <a:pt x="2286" y="9906"/>
                      </a:cubicBezTo>
                      <a:cubicBezTo>
                        <a:pt x="2286" y="10001"/>
                        <a:pt x="2572" y="10096"/>
                        <a:pt x="2857" y="10192"/>
                      </a:cubicBezTo>
                      <a:cubicBezTo>
                        <a:pt x="3238" y="10192"/>
                        <a:pt x="3524" y="10192"/>
                        <a:pt x="3715" y="10382"/>
                      </a:cubicBezTo>
                      <a:lnTo>
                        <a:pt x="4191" y="9620"/>
                      </a:lnTo>
                      <a:cubicBezTo>
                        <a:pt x="4191" y="9620"/>
                        <a:pt x="4191" y="10382"/>
                        <a:pt x="4381" y="10763"/>
                      </a:cubicBezTo>
                      <a:cubicBezTo>
                        <a:pt x="4572" y="11144"/>
                        <a:pt x="4953" y="11335"/>
                        <a:pt x="5334" y="11144"/>
                      </a:cubicBezTo>
                      <a:cubicBezTo>
                        <a:pt x="5715" y="10668"/>
                        <a:pt x="6001" y="10287"/>
                        <a:pt x="6001" y="9906"/>
                      </a:cubicBezTo>
                      <a:cubicBezTo>
                        <a:pt x="6001" y="9239"/>
                        <a:pt x="5239" y="8668"/>
                        <a:pt x="3905" y="8096"/>
                      </a:cubicBezTo>
                      <a:cubicBezTo>
                        <a:pt x="2476" y="7525"/>
                        <a:pt x="1810" y="7144"/>
                        <a:pt x="1714" y="6953"/>
                      </a:cubicBezTo>
                      <a:cubicBezTo>
                        <a:pt x="1905" y="6953"/>
                        <a:pt x="2096" y="6953"/>
                        <a:pt x="2286" y="6953"/>
                      </a:cubicBezTo>
                      <a:cubicBezTo>
                        <a:pt x="2667" y="6953"/>
                        <a:pt x="3619" y="6572"/>
                        <a:pt x="5143" y="5810"/>
                      </a:cubicBezTo>
                      <a:cubicBezTo>
                        <a:pt x="5048" y="5525"/>
                        <a:pt x="4858" y="5429"/>
                        <a:pt x="4667" y="5429"/>
                      </a:cubicBezTo>
                      <a:cubicBezTo>
                        <a:pt x="4667" y="5429"/>
                        <a:pt x="4381" y="5429"/>
                        <a:pt x="4191" y="5620"/>
                      </a:cubicBezTo>
                      <a:cubicBezTo>
                        <a:pt x="4000" y="5715"/>
                        <a:pt x="3810" y="5810"/>
                        <a:pt x="3619" y="5810"/>
                      </a:cubicBezTo>
                      <a:cubicBezTo>
                        <a:pt x="3715" y="5810"/>
                        <a:pt x="3810" y="5525"/>
                        <a:pt x="3810" y="5048"/>
                      </a:cubicBezTo>
                      <a:cubicBezTo>
                        <a:pt x="2572" y="4286"/>
                        <a:pt x="1619" y="4000"/>
                        <a:pt x="952" y="4286"/>
                      </a:cubicBezTo>
                      <a:lnTo>
                        <a:pt x="952" y="1143"/>
                      </a:lnTo>
                      <a:lnTo>
                        <a:pt x="12382" y="762"/>
                      </a:lnTo>
                      <a:cubicBezTo>
                        <a:pt x="12954" y="1905"/>
                        <a:pt x="13525" y="3143"/>
                        <a:pt x="14097" y="4286"/>
                      </a:cubicBezTo>
                      <a:cubicBezTo>
                        <a:pt x="14668" y="5525"/>
                        <a:pt x="14859" y="6763"/>
                        <a:pt x="14764" y="8192"/>
                      </a:cubicBezTo>
                      <a:cubicBezTo>
                        <a:pt x="15049" y="7811"/>
                        <a:pt x="15335" y="7620"/>
                        <a:pt x="15621" y="7620"/>
                      </a:cubicBezTo>
                      <a:cubicBezTo>
                        <a:pt x="15812" y="7620"/>
                        <a:pt x="16002" y="7906"/>
                        <a:pt x="16192" y="8382"/>
                      </a:cubicBezTo>
                      <a:cubicBezTo>
                        <a:pt x="16383" y="8954"/>
                        <a:pt x="16669" y="9239"/>
                        <a:pt x="16859" y="9430"/>
                      </a:cubicBezTo>
                      <a:cubicBezTo>
                        <a:pt x="16859" y="9716"/>
                        <a:pt x="16764" y="10001"/>
                        <a:pt x="16764" y="10287"/>
                      </a:cubicBezTo>
                      <a:cubicBezTo>
                        <a:pt x="16764" y="10858"/>
                        <a:pt x="17145" y="11621"/>
                        <a:pt x="18002" y="12383"/>
                      </a:cubicBezTo>
                      <a:cubicBezTo>
                        <a:pt x="18859" y="13144"/>
                        <a:pt x="19240" y="13907"/>
                        <a:pt x="19240" y="14668"/>
                      </a:cubicBezTo>
                      <a:cubicBezTo>
                        <a:pt x="19431" y="15050"/>
                        <a:pt x="20288" y="16669"/>
                        <a:pt x="21907" y="19622"/>
                      </a:cubicBezTo>
                      <a:cubicBezTo>
                        <a:pt x="21907" y="20860"/>
                        <a:pt x="22098" y="21622"/>
                        <a:pt x="22479" y="22003"/>
                      </a:cubicBezTo>
                      <a:cubicBezTo>
                        <a:pt x="22669" y="22003"/>
                        <a:pt x="22860" y="21908"/>
                        <a:pt x="22955" y="21908"/>
                      </a:cubicBezTo>
                      <a:cubicBezTo>
                        <a:pt x="23146" y="21908"/>
                        <a:pt x="23336" y="22098"/>
                        <a:pt x="23336" y="22479"/>
                      </a:cubicBezTo>
                      <a:cubicBezTo>
                        <a:pt x="23336" y="22955"/>
                        <a:pt x="23336" y="23241"/>
                        <a:pt x="23431" y="23336"/>
                      </a:cubicBezTo>
                      <a:cubicBezTo>
                        <a:pt x="23717" y="23527"/>
                        <a:pt x="24193" y="24193"/>
                        <a:pt x="24860" y="25336"/>
                      </a:cubicBezTo>
                      <a:cubicBezTo>
                        <a:pt x="25432" y="26194"/>
                        <a:pt x="26098" y="26670"/>
                        <a:pt x="26860" y="26670"/>
                      </a:cubicBezTo>
                      <a:cubicBezTo>
                        <a:pt x="26860" y="26956"/>
                        <a:pt x="26860" y="27337"/>
                        <a:pt x="27432" y="27718"/>
                      </a:cubicBezTo>
                      <a:lnTo>
                        <a:pt x="28194" y="26860"/>
                      </a:lnTo>
                      <a:lnTo>
                        <a:pt x="28004" y="17145"/>
                      </a:lnTo>
                      <a:cubicBezTo>
                        <a:pt x="28004" y="17145"/>
                        <a:pt x="28480" y="16669"/>
                        <a:pt x="28480" y="16478"/>
                      </a:cubicBezTo>
                      <a:cubicBezTo>
                        <a:pt x="28480" y="16288"/>
                        <a:pt x="28289" y="16002"/>
                        <a:pt x="28004" y="15621"/>
                      </a:cubicBezTo>
                      <a:cubicBezTo>
                        <a:pt x="27718" y="15240"/>
                        <a:pt x="27527" y="14859"/>
                        <a:pt x="27527" y="14668"/>
                      </a:cubicBezTo>
                      <a:cubicBezTo>
                        <a:pt x="27527" y="14383"/>
                        <a:pt x="27718" y="14097"/>
                        <a:pt x="28194" y="13811"/>
                      </a:cubicBezTo>
                      <a:cubicBezTo>
                        <a:pt x="27813" y="12859"/>
                        <a:pt x="27622" y="11716"/>
                        <a:pt x="27622" y="10668"/>
                      </a:cubicBezTo>
                      <a:cubicBezTo>
                        <a:pt x="27622" y="9811"/>
                        <a:pt x="27718" y="8668"/>
                        <a:pt x="28004" y="7239"/>
                      </a:cubicBezTo>
                      <a:cubicBezTo>
                        <a:pt x="28194" y="5715"/>
                        <a:pt x="28289" y="4667"/>
                        <a:pt x="28289" y="4000"/>
                      </a:cubicBezTo>
                      <a:cubicBezTo>
                        <a:pt x="28289" y="3429"/>
                        <a:pt x="28289" y="2953"/>
                        <a:pt x="28194" y="2477"/>
                      </a:cubicBezTo>
                      <a:cubicBezTo>
                        <a:pt x="28670" y="2477"/>
                        <a:pt x="29146" y="2000"/>
                        <a:pt x="29623" y="1048"/>
                      </a:cubicBezTo>
                      <a:cubicBezTo>
                        <a:pt x="30004" y="191"/>
                        <a:pt x="30575" y="-95"/>
                        <a:pt x="31337" y="95"/>
                      </a:cubicBezTo>
                      <a:lnTo>
                        <a:pt x="32480" y="95"/>
                      </a:lnTo>
                      <a:cubicBezTo>
                        <a:pt x="32480" y="95"/>
                        <a:pt x="33528" y="95"/>
                        <a:pt x="34385" y="0"/>
                      </a:cubicBezTo>
                      <a:cubicBezTo>
                        <a:pt x="35147" y="0"/>
                        <a:pt x="35814" y="0"/>
                        <a:pt x="36195" y="0"/>
                      </a:cubicBezTo>
                      <a:cubicBezTo>
                        <a:pt x="37147" y="0"/>
                        <a:pt x="37814" y="286"/>
                        <a:pt x="38481" y="762"/>
                      </a:cubicBezTo>
                      <a:cubicBezTo>
                        <a:pt x="38767" y="3810"/>
                        <a:pt x="38862" y="7620"/>
                        <a:pt x="38862" y="12097"/>
                      </a:cubicBezTo>
                      <a:cubicBezTo>
                        <a:pt x="38862" y="13907"/>
                        <a:pt x="38862" y="16669"/>
                        <a:pt x="38862" y="20383"/>
                      </a:cubicBezTo>
                      <a:cubicBezTo>
                        <a:pt x="38862" y="24098"/>
                        <a:pt x="38862" y="26956"/>
                        <a:pt x="38862" y="28766"/>
                      </a:cubicBezTo>
                      <a:cubicBezTo>
                        <a:pt x="38862" y="32575"/>
                        <a:pt x="38862" y="35909"/>
                        <a:pt x="39148" y="38672"/>
                      </a:cubicBezTo>
                      <a:close/>
                      <a:moveTo>
                        <a:pt x="571" y="7906"/>
                      </a:moveTo>
                      <a:lnTo>
                        <a:pt x="1333" y="8668"/>
                      </a:lnTo>
                      <a:lnTo>
                        <a:pt x="1333" y="9430"/>
                      </a:lnTo>
                      <a:lnTo>
                        <a:pt x="571" y="7906"/>
                      </a:lnTo>
                      <a:close/>
                      <a:moveTo>
                        <a:pt x="1905" y="9430"/>
                      </a:moveTo>
                      <a:cubicBezTo>
                        <a:pt x="1905" y="9430"/>
                        <a:pt x="2000" y="9811"/>
                        <a:pt x="2000" y="10001"/>
                      </a:cubicBezTo>
                      <a:cubicBezTo>
                        <a:pt x="1905" y="9811"/>
                        <a:pt x="1905" y="9620"/>
                        <a:pt x="1905" y="9430"/>
                      </a:cubicBezTo>
                      <a:close/>
                      <a:moveTo>
                        <a:pt x="2953" y="8668"/>
                      </a:moveTo>
                      <a:lnTo>
                        <a:pt x="2953" y="9430"/>
                      </a:lnTo>
                      <a:lnTo>
                        <a:pt x="2096" y="8477"/>
                      </a:lnTo>
                      <a:lnTo>
                        <a:pt x="2953" y="8668"/>
                      </a:lnTo>
                      <a:close/>
                      <a:moveTo>
                        <a:pt x="2476" y="5810"/>
                      </a:moveTo>
                      <a:cubicBezTo>
                        <a:pt x="2476" y="5810"/>
                        <a:pt x="3238" y="5810"/>
                        <a:pt x="3238" y="6001"/>
                      </a:cubicBezTo>
                      <a:lnTo>
                        <a:pt x="2953" y="6191"/>
                      </a:lnTo>
                      <a:lnTo>
                        <a:pt x="2476" y="5810"/>
                      </a:lnTo>
                      <a:close/>
                      <a:moveTo>
                        <a:pt x="5810" y="6001"/>
                      </a:moveTo>
                      <a:lnTo>
                        <a:pt x="5715" y="6001"/>
                      </a:lnTo>
                      <a:lnTo>
                        <a:pt x="5143" y="4953"/>
                      </a:lnTo>
                      <a:cubicBezTo>
                        <a:pt x="5143" y="4953"/>
                        <a:pt x="4667" y="4477"/>
                        <a:pt x="4191" y="4477"/>
                      </a:cubicBezTo>
                      <a:cubicBezTo>
                        <a:pt x="4381" y="4477"/>
                        <a:pt x="4858" y="5048"/>
                        <a:pt x="5715" y="5810"/>
                      </a:cubicBezTo>
                      <a:lnTo>
                        <a:pt x="5810" y="5810"/>
                      </a:lnTo>
                      <a:close/>
                      <a:moveTo>
                        <a:pt x="6667" y="9906"/>
                      </a:moveTo>
                      <a:lnTo>
                        <a:pt x="7715" y="9906"/>
                      </a:lnTo>
                      <a:cubicBezTo>
                        <a:pt x="7715" y="9906"/>
                        <a:pt x="7144" y="9716"/>
                        <a:pt x="6667" y="9906"/>
                      </a:cubicBezTo>
                      <a:lnTo>
                        <a:pt x="6096" y="9906"/>
                      </a:lnTo>
                      <a:lnTo>
                        <a:pt x="6287" y="10478"/>
                      </a:lnTo>
                      <a:cubicBezTo>
                        <a:pt x="6287" y="10478"/>
                        <a:pt x="6287" y="10668"/>
                        <a:pt x="6382" y="10858"/>
                      </a:cubicBezTo>
                      <a:lnTo>
                        <a:pt x="6382" y="10478"/>
                      </a:lnTo>
                      <a:cubicBezTo>
                        <a:pt x="6382" y="10478"/>
                        <a:pt x="6382" y="10001"/>
                        <a:pt x="6667" y="9906"/>
                      </a:cubicBezTo>
                      <a:close/>
                      <a:moveTo>
                        <a:pt x="7715" y="42100"/>
                      </a:moveTo>
                      <a:lnTo>
                        <a:pt x="7715" y="40291"/>
                      </a:lnTo>
                      <a:lnTo>
                        <a:pt x="7429" y="40291"/>
                      </a:lnTo>
                      <a:lnTo>
                        <a:pt x="7429" y="42100"/>
                      </a:lnTo>
                      <a:lnTo>
                        <a:pt x="7715" y="42100"/>
                      </a:lnTo>
                      <a:close/>
                      <a:moveTo>
                        <a:pt x="8858" y="10858"/>
                      </a:moveTo>
                      <a:cubicBezTo>
                        <a:pt x="8858" y="10858"/>
                        <a:pt x="9049" y="11049"/>
                        <a:pt x="9239" y="11240"/>
                      </a:cubicBezTo>
                      <a:lnTo>
                        <a:pt x="8858" y="10858"/>
                      </a:lnTo>
                      <a:cubicBezTo>
                        <a:pt x="8858" y="10858"/>
                        <a:pt x="8763" y="10192"/>
                        <a:pt x="8572" y="9620"/>
                      </a:cubicBezTo>
                      <a:cubicBezTo>
                        <a:pt x="8382" y="9811"/>
                        <a:pt x="8191" y="10001"/>
                        <a:pt x="8191" y="10192"/>
                      </a:cubicBezTo>
                      <a:cubicBezTo>
                        <a:pt x="8191" y="10382"/>
                        <a:pt x="8382" y="10668"/>
                        <a:pt x="8858" y="10954"/>
                      </a:cubicBezTo>
                      <a:close/>
                      <a:moveTo>
                        <a:pt x="9049" y="12764"/>
                      </a:moveTo>
                      <a:lnTo>
                        <a:pt x="10382" y="12764"/>
                      </a:lnTo>
                      <a:lnTo>
                        <a:pt x="9525" y="12002"/>
                      </a:lnTo>
                      <a:lnTo>
                        <a:pt x="9144" y="12764"/>
                      </a:lnTo>
                      <a:close/>
                      <a:moveTo>
                        <a:pt x="21622" y="54578"/>
                      </a:moveTo>
                      <a:cubicBezTo>
                        <a:pt x="21622" y="54578"/>
                        <a:pt x="22288" y="54578"/>
                        <a:pt x="22669" y="54769"/>
                      </a:cubicBezTo>
                      <a:lnTo>
                        <a:pt x="21812" y="55340"/>
                      </a:lnTo>
                      <a:lnTo>
                        <a:pt x="21622" y="54483"/>
                      </a:lnTo>
                      <a:close/>
                      <a:moveTo>
                        <a:pt x="27051" y="57531"/>
                      </a:moveTo>
                      <a:lnTo>
                        <a:pt x="27051" y="56483"/>
                      </a:lnTo>
                      <a:lnTo>
                        <a:pt x="27337" y="56483"/>
                      </a:lnTo>
                      <a:cubicBezTo>
                        <a:pt x="27337" y="56483"/>
                        <a:pt x="27337" y="57055"/>
                        <a:pt x="27051" y="57531"/>
                      </a:cubicBezTo>
                      <a:close/>
                      <a:moveTo>
                        <a:pt x="29623" y="46292"/>
                      </a:moveTo>
                      <a:cubicBezTo>
                        <a:pt x="29146" y="46577"/>
                        <a:pt x="28861" y="46863"/>
                        <a:pt x="28861" y="47149"/>
                      </a:cubicBezTo>
                      <a:cubicBezTo>
                        <a:pt x="28861" y="47339"/>
                        <a:pt x="28956" y="47625"/>
                        <a:pt x="29242" y="48006"/>
                      </a:cubicBezTo>
                      <a:cubicBezTo>
                        <a:pt x="29527" y="48387"/>
                        <a:pt x="29623" y="48673"/>
                        <a:pt x="29623" y="48863"/>
                      </a:cubicBezTo>
                      <a:lnTo>
                        <a:pt x="29623" y="48863"/>
                      </a:lnTo>
                      <a:cubicBezTo>
                        <a:pt x="29623" y="48863"/>
                        <a:pt x="29623" y="49149"/>
                        <a:pt x="29623" y="49244"/>
                      </a:cubicBezTo>
                      <a:cubicBezTo>
                        <a:pt x="29623" y="49244"/>
                        <a:pt x="29623" y="49054"/>
                        <a:pt x="29718" y="48863"/>
                      </a:cubicBezTo>
                      <a:cubicBezTo>
                        <a:pt x="29718" y="48673"/>
                        <a:pt x="29718" y="48482"/>
                        <a:pt x="29908" y="48197"/>
                      </a:cubicBezTo>
                      <a:cubicBezTo>
                        <a:pt x="30004" y="47911"/>
                        <a:pt x="30099" y="47625"/>
                        <a:pt x="30099" y="47434"/>
                      </a:cubicBezTo>
                      <a:cubicBezTo>
                        <a:pt x="30099" y="47149"/>
                        <a:pt x="29908" y="46768"/>
                        <a:pt x="29527" y="46387"/>
                      </a:cubicBezTo>
                      <a:close/>
                      <a:moveTo>
                        <a:pt x="29623" y="52292"/>
                      </a:moveTo>
                      <a:cubicBezTo>
                        <a:pt x="29623" y="52292"/>
                        <a:pt x="30289" y="51625"/>
                        <a:pt x="30194" y="51340"/>
                      </a:cubicBezTo>
                      <a:cubicBezTo>
                        <a:pt x="30099" y="51054"/>
                        <a:pt x="29908" y="50864"/>
                        <a:pt x="29623" y="50959"/>
                      </a:cubicBezTo>
                      <a:cubicBezTo>
                        <a:pt x="29337" y="51244"/>
                        <a:pt x="29242" y="51530"/>
                        <a:pt x="29337" y="51816"/>
                      </a:cubicBezTo>
                      <a:cubicBezTo>
                        <a:pt x="29527" y="52292"/>
                        <a:pt x="29623" y="52483"/>
                        <a:pt x="29623" y="52388"/>
                      </a:cubicBezTo>
                      <a:lnTo>
                        <a:pt x="29813" y="52578"/>
                      </a:lnTo>
                      <a:cubicBezTo>
                        <a:pt x="29813" y="52578"/>
                        <a:pt x="30194" y="52959"/>
                        <a:pt x="30194" y="53150"/>
                      </a:cubicBezTo>
                      <a:cubicBezTo>
                        <a:pt x="30194" y="53054"/>
                        <a:pt x="30194" y="52864"/>
                        <a:pt x="30004" y="52673"/>
                      </a:cubicBezTo>
                      <a:cubicBezTo>
                        <a:pt x="29813" y="52483"/>
                        <a:pt x="29718" y="52388"/>
                        <a:pt x="29623" y="52292"/>
                      </a:cubicBezTo>
                      <a:close/>
                      <a:moveTo>
                        <a:pt x="35433" y="17526"/>
                      </a:moveTo>
                      <a:lnTo>
                        <a:pt x="36766" y="18288"/>
                      </a:lnTo>
                      <a:lnTo>
                        <a:pt x="36004" y="17335"/>
                      </a:lnTo>
                      <a:lnTo>
                        <a:pt x="36385" y="16764"/>
                      </a:lnTo>
                      <a:lnTo>
                        <a:pt x="33718" y="15716"/>
                      </a:lnTo>
                      <a:cubicBezTo>
                        <a:pt x="33718" y="15716"/>
                        <a:pt x="34290" y="16097"/>
                        <a:pt x="34290" y="16288"/>
                      </a:cubicBezTo>
                      <a:cubicBezTo>
                        <a:pt x="34290" y="16574"/>
                        <a:pt x="34099" y="16764"/>
                        <a:pt x="33718" y="16955"/>
                      </a:cubicBezTo>
                      <a:cubicBezTo>
                        <a:pt x="33623" y="16669"/>
                        <a:pt x="33433" y="16478"/>
                        <a:pt x="33147" y="16478"/>
                      </a:cubicBezTo>
                      <a:cubicBezTo>
                        <a:pt x="33052" y="16478"/>
                        <a:pt x="32861" y="16478"/>
                        <a:pt x="32575" y="16574"/>
                      </a:cubicBezTo>
                      <a:cubicBezTo>
                        <a:pt x="32290" y="16574"/>
                        <a:pt x="32099" y="16669"/>
                        <a:pt x="32004" y="16669"/>
                      </a:cubicBezTo>
                      <a:cubicBezTo>
                        <a:pt x="31813" y="16669"/>
                        <a:pt x="31623" y="16669"/>
                        <a:pt x="31528" y="16478"/>
                      </a:cubicBezTo>
                      <a:lnTo>
                        <a:pt x="31718" y="16097"/>
                      </a:lnTo>
                      <a:lnTo>
                        <a:pt x="29432" y="16669"/>
                      </a:lnTo>
                      <a:lnTo>
                        <a:pt x="30671" y="16669"/>
                      </a:lnTo>
                      <a:cubicBezTo>
                        <a:pt x="30671" y="16669"/>
                        <a:pt x="31528" y="16859"/>
                        <a:pt x="31813" y="17240"/>
                      </a:cubicBezTo>
                      <a:cubicBezTo>
                        <a:pt x="32099" y="17717"/>
                        <a:pt x="32290" y="18098"/>
                        <a:pt x="32290" y="18383"/>
                      </a:cubicBezTo>
                      <a:lnTo>
                        <a:pt x="32480" y="18098"/>
                      </a:lnTo>
                      <a:cubicBezTo>
                        <a:pt x="32480" y="18098"/>
                        <a:pt x="32861" y="18098"/>
                        <a:pt x="32956" y="18193"/>
                      </a:cubicBezTo>
                      <a:cubicBezTo>
                        <a:pt x="33147" y="18479"/>
                        <a:pt x="33338" y="18574"/>
                        <a:pt x="33338" y="18574"/>
                      </a:cubicBezTo>
                      <a:lnTo>
                        <a:pt x="33338" y="17526"/>
                      </a:lnTo>
                      <a:cubicBezTo>
                        <a:pt x="33338" y="17526"/>
                        <a:pt x="33338" y="16859"/>
                        <a:pt x="33718" y="16669"/>
                      </a:cubicBezTo>
                      <a:cubicBezTo>
                        <a:pt x="34004" y="16859"/>
                        <a:pt x="34195" y="16955"/>
                        <a:pt x="34290" y="16955"/>
                      </a:cubicBezTo>
                      <a:cubicBezTo>
                        <a:pt x="34290" y="16574"/>
                        <a:pt x="34385" y="16288"/>
                        <a:pt x="34671" y="16192"/>
                      </a:cubicBezTo>
                      <a:cubicBezTo>
                        <a:pt x="34862" y="16097"/>
                        <a:pt x="35147" y="16192"/>
                        <a:pt x="35719" y="16574"/>
                      </a:cubicBezTo>
                      <a:cubicBezTo>
                        <a:pt x="35719" y="16669"/>
                        <a:pt x="35719" y="16859"/>
                        <a:pt x="35433" y="17145"/>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 name="Google Shape;1226;p99"/>
                <p:cNvSpPr/>
                <p:nvPr/>
              </p:nvSpPr>
              <p:spPr>
                <a:xfrm>
                  <a:off x="6244684" y="3016900"/>
                  <a:ext cx="36861" cy="54625"/>
                </a:xfrm>
                <a:custGeom>
                  <a:avLst/>
                  <a:gdLst/>
                  <a:ahLst/>
                  <a:cxnLst/>
                  <a:rect l="l" t="t" r="r" b="b"/>
                  <a:pathLst>
                    <a:path w="36861" h="54625" extrusionOk="0">
                      <a:moveTo>
                        <a:pt x="36291" y="1762"/>
                      </a:moveTo>
                      <a:lnTo>
                        <a:pt x="36862" y="11382"/>
                      </a:lnTo>
                      <a:cubicBezTo>
                        <a:pt x="35719" y="11763"/>
                        <a:pt x="34195" y="11859"/>
                        <a:pt x="32290" y="11668"/>
                      </a:cubicBezTo>
                      <a:cubicBezTo>
                        <a:pt x="30004" y="11478"/>
                        <a:pt x="28480" y="11382"/>
                        <a:pt x="27718" y="11478"/>
                      </a:cubicBezTo>
                      <a:cubicBezTo>
                        <a:pt x="26099" y="11668"/>
                        <a:pt x="24765" y="12430"/>
                        <a:pt x="23813" y="13764"/>
                      </a:cubicBezTo>
                      <a:cubicBezTo>
                        <a:pt x="23813" y="14049"/>
                        <a:pt x="23908" y="14430"/>
                        <a:pt x="23908" y="14811"/>
                      </a:cubicBezTo>
                      <a:cubicBezTo>
                        <a:pt x="23908" y="15192"/>
                        <a:pt x="23908" y="15669"/>
                        <a:pt x="23717" y="16431"/>
                      </a:cubicBezTo>
                      <a:cubicBezTo>
                        <a:pt x="23622" y="17097"/>
                        <a:pt x="23527" y="17669"/>
                        <a:pt x="23527" y="18050"/>
                      </a:cubicBezTo>
                      <a:cubicBezTo>
                        <a:pt x="23527" y="18621"/>
                        <a:pt x="23527" y="19098"/>
                        <a:pt x="23813" y="19574"/>
                      </a:cubicBezTo>
                      <a:cubicBezTo>
                        <a:pt x="23908" y="19860"/>
                        <a:pt x="24003" y="20050"/>
                        <a:pt x="24003" y="20336"/>
                      </a:cubicBezTo>
                      <a:cubicBezTo>
                        <a:pt x="24003" y="20622"/>
                        <a:pt x="24003" y="21003"/>
                        <a:pt x="23717" y="21479"/>
                      </a:cubicBezTo>
                      <a:cubicBezTo>
                        <a:pt x="23527" y="21860"/>
                        <a:pt x="23432" y="22146"/>
                        <a:pt x="23432" y="22336"/>
                      </a:cubicBezTo>
                      <a:cubicBezTo>
                        <a:pt x="23432" y="22622"/>
                        <a:pt x="23432" y="22812"/>
                        <a:pt x="23717" y="23098"/>
                      </a:cubicBezTo>
                      <a:lnTo>
                        <a:pt x="23527" y="26146"/>
                      </a:lnTo>
                      <a:cubicBezTo>
                        <a:pt x="23527" y="26146"/>
                        <a:pt x="23241" y="25575"/>
                        <a:pt x="22765" y="25479"/>
                      </a:cubicBezTo>
                      <a:cubicBezTo>
                        <a:pt x="22098" y="25289"/>
                        <a:pt x="21812" y="25194"/>
                        <a:pt x="21717" y="25098"/>
                      </a:cubicBezTo>
                      <a:cubicBezTo>
                        <a:pt x="21527" y="25289"/>
                        <a:pt x="21431" y="25384"/>
                        <a:pt x="21527" y="25575"/>
                      </a:cubicBezTo>
                      <a:cubicBezTo>
                        <a:pt x="21527" y="25765"/>
                        <a:pt x="21527" y="25956"/>
                        <a:pt x="21527" y="26146"/>
                      </a:cubicBezTo>
                      <a:cubicBezTo>
                        <a:pt x="21812" y="25956"/>
                        <a:pt x="22003" y="25956"/>
                        <a:pt x="22193" y="25956"/>
                      </a:cubicBezTo>
                      <a:cubicBezTo>
                        <a:pt x="22479" y="25956"/>
                        <a:pt x="22765" y="26337"/>
                        <a:pt x="22955" y="27003"/>
                      </a:cubicBezTo>
                      <a:cubicBezTo>
                        <a:pt x="23146" y="27861"/>
                        <a:pt x="23241" y="28337"/>
                        <a:pt x="23432" y="28528"/>
                      </a:cubicBezTo>
                      <a:lnTo>
                        <a:pt x="23051" y="28528"/>
                      </a:lnTo>
                      <a:cubicBezTo>
                        <a:pt x="23622" y="30052"/>
                        <a:pt x="23908" y="32052"/>
                        <a:pt x="23908" y="34814"/>
                      </a:cubicBezTo>
                      <a:cubicBezTo>
                        <a:pt x="23908" y="37005"/>
                        <a:pt x="23908" y="39100"/>
                        <a:pt x="23908" y="41196"/>
                      </a:cubicBezTo>
                      <a:cubicBezTo>
                        <a:pt x="23908" y="42434"/>
                        <a:pt x="24003" y="43577"/>
                        <a:pt x="24194" y="44529"/>
                      </a:cubicBezTo>
                      <a:cubicBezTo>
                        <a:pt x="24194" y="44529"/>
                        <a:pt x="24384" y="44529"/>
                        <a:pt x="24670" y="44815"/>
                      </a:cubicBezTo>
                      <a:cubicBezTo>
                        <a:pt x="24956" y="45006"/>
                        <a:pt x="25241" y="45006"/>
                        <a:pt x="25432" y="44911"/>
                      </a:cubicBezTo>
                      <a:cubicBezTo>
                        <a:pt x="25146" y="45577"/>
                        <a:pt x="24860" y="47292"/>
                        <a:pt x="24765" y="50149"/>
                      </a:cubicBezTo>
                      <a:cubicBezTo>
                        <a:pt x="24765" y="51673"/>
                        <a:pt x="24289" y="52721"/>
                        <a:pt x="23336" y="53292"/>
                      </a:cubicBezTo>
                      <a:cubicBezTo>
                        <a:pt x="23432" y="53292"/>
                        <a:pt x="23527" y="53578"/>
                        <a:pt x="23527" y="54054"/>
                      </a:cubicBezTo>
                      <a:cubicBezTo>
                        <a:pt x="23051" y="54054"/>
                        <a:pt x="21527" y="54054"/>
                        <a:pt x="18955" y="54054"/>
                      </a:cubicBezTo>
                      <a:cubicBezTo>
                        <a:pt x="17050" y="54054"/>
                        <a:pt x="15526" y="54245"/>
                        <a:pt x="14383" y="54626"/>
                      </a:cubicBezTo>
                      <a:cubicBezTo>
                        <a:pt x="13430" y="53769"/>
                        <a:pt x="12954" y="52626"/>
                        <a:pt x="12954" y="50911"/>
                      </a:cubicBezTo>
                      <a:cubicBezTo>
                        <a:pt x="12954" y="49482"/>
                        <a:pt x="12954" y="48149"/>
                        <a:pt x="12954" y="46720"/>
                      </a:cubicBezTo>
                      <a:cubicBezTo>
                        <a:pt x="13145" y="41577"/>
                        <a:pt x="13335" y="36147"/>
                        <a:pt x="13335" y="30528"/>
                      </a:cubicBezTo>
                      <a:cubicBezTo>
                        <a:pt x="13335" y="24908"/>
                        <a:pt x="13240" y="19098"/>
                        <a:pt x="12954" y="13097"/>
                      </a:cubicBezTo>
                      <a:cubicBezTo>
                        <a:pt x="12668" y="12144"/>
                        <a:pt x="12002" y="11668"/>
                        <a:pt x="10763" y="11668"/>
                      </a:cubicBezTo>
                      <a:cubicBezTo>
                        <a:pt x="10573" y="11668"/>
                        <a:pt x="10192" y="11668"/>
                        <a:pt x="9811" y="11668"/>
                      </a:cubicBezTo>
                      <a:lnTo>
                        <a:pt x="8954" y="11668"/>
                      </a:lnTo>
                      <a:cubicBezTo>
                        <a:pt x="8382" y="11668"/>
                        <a:pt x="7906" y="11668"/>
                        <a:pt x="7525" y="11382"/>
                      </a:cubicBezTo>
                      <a:cubicBezTo>
                        <a:pt x="7906" y="11382"/>
                        <a:pt x="6572" y="11382"/>
                        <a:pt x="3429" y="11382"/>
                      </a:cubicBezTo>
                      <a:cubicBezTo>
                        <a:pt x="2000" y="11382"/>
                        <a:pt x="858" y="11001"/>
                        <a:pt x="0" y="10335"/>
                      </a:cubicBezTo>
                      <a:lnTo>
                        <a:pt x="0" y="810"/>
                      </a:lnTo>
                      <a:cubicBezTo>
                        <a:pt x="0" y="810"/>
                        <a:pt x="476" y="1191"/>
                        <a:pt x="762" y="1191"/>
                      </a:cubicBezTo>
                      <a:cubicBezTo>
                        <a:pt x="1334" y="1191"/>
                        <a:pt x="1810" y="810"/>
                        <a:pt x="2381" y="143"/>
                      </a:cubicBezTo>
                      <a:cubicBezTo>
                        <a:pt x="5144" y="-48"/>
                        <a:pt x="9239" y="-48"/>
                        <a:pt x="14574" y="143"/>
                      </a:cubicBezTo>
                      <a:cubicBezTo>
                        <a:pt x="20003" y="333"/>
                        <a:pt x="24099" y="143"/>
                        <a:pt x="26956" y="48"/>
                      </a:cubicBezTo>
                      <a:cubicBezTo>
                        <a:pt x="27146" y="333"/>
                        <a:pt x="27337" y="429"/>
                        <a:pt x="27527" y="429"/>
                      </a:cubicBezTo>
                      <a:cubicBezTo>
                        <a:pt x="27718" y="429"/>
                        <a:pt x="28004" y="429"/>
                        <a:pt x="28289" y="238"/>
                      </a:cubicBezTo>
                      <a:cubicBezTo>
                        <a:pt x="28575" y="48"/>
                        <a:pt x="28861" y="48"/>
                        <a:pt x="28956" y="48"/>
                      </a:cubicBezTo>
                      <a:cubicBezTo>
                        <a:pt x="29433" y="333"/>
                        <a:pt x="30861" y="333"/>
                        <a:pt x="33242" y="48"/>
                      </a:cubicBezTo>
                      <a:cubicBezTo>
                        <a:pt x="34957" y="-143"/>
                        <a:pt x="35814" y="429"/>
                        <a:pt x="36005" y="1857"/>
                      </a:cubicBezTo>
                      <a:close/>
                      <a:moveTo>
                        <a:pt x="6001" y="3858"/>
                      </a:moveTo>
                      <a:cubicBezTo>
                        <a:pt x="6477" y="3191"/>
                        <a:pt x="7049" y="2810"/>
                        <a:pt x="7716" y="2810"/>
                      </a:cubicBezTo>
                      <a:cubicBezTo>
                        <a:pt x="8001" y="2810"/>
                        <a:pt x="8477" y="2810"/>
                        <a:pt x="9049" y="3000"/>
                      </a:cubicBezTo>
                      <a:cubicBezTo>
                        <a:pt x="9620" y="3096"/>
                        <a:pt x="10192" y="3191"/>
                        <a:pt x="10478" y="3191"/>
                      </a:cubicBezTo>
                      <a:cubicBezTo>
                        <a:pt x="10859" y="3191"/>
                        <a:pt x="11144" y="3191"/>
                        <a:pt x="11525" y="3000"/>
                      </a:cubicBezTo>
                      <a:lnTo>
                        <a:pt x="10478" y="1953"/>
                      </a:lnTo>
                      <a:cubicBezTo>
                        <a:pt x="10478" y="1953"/>
                        <a:pt x="9906" y="1762"/>
                        <a:pt x="9906" y="1381"/>
                      </a:cubicBezTo>
                      <a:cubicBezTo>
                        <a:pt x="9906" y="905"/>
                        <a:pt x="9906" y="714"/>
                        <a:pt x="9906" y="619"/>
                      </a:cubicBezTo>
                      <a:cubicBezTo>
                        <a:pt x="9811" y="905"/>
                        <a:pt x="9620" y="1095"/>
                        <a:pt x="9430" y="1095"/>
                      </a:cubicBezTo>
                      <a:cubicBezTo>
                        <a:pt x="9335" y="1095"/>
                        <a:pt x="9239" y="1095"/>
                        <a:pt x="9049" y="1095"/>
                      </a:cubicBezTo>
                      <a:cubicBezTo>
                        <a:pt x="9049" y="1095"/>
                        <a:pt x="9049" y="1381"/>
                        <a:pt x="9049" y="1762"/>
                      </a:cubicBezTo>
                      <a:cubicBezTo>
                        <a:pt x="8573" y="2143"/>
                        <a:pt x="7811" y="2334"/>
                        <a:pt x="6953" y="2429"/>
                      </a:cubicBezTo>
                      <a:cubicBezTo>
                        <a:pt x="5906" y="2429"/>
                        <a:pt x="5239" y="2619"/>
                        <a:pt x="4953" y="2810"/>
                      </a:cubicBezTo>
                      <a:lnTo>
                        <a:pt x="6287" y="2810"/>
                      </a:lnTo>
                      <a:cubicBezTo>
                        <a:pt x="6287" y="2810"/>
                        <a:pt x="5715" y="3477"/>
                        <a:pt x="5525" y="3572"/>
                      </a:cubicBezTo>
                      <a:cubicBezTo>
                        <a:pt x="5525" y="3572"/>
                        <a:pt x="5525" y="3572"/>
                        <a:pt x="5525" y="3572"/>
                      </a:cubicBezTo>
                      <a:cubicBezTo>
                        <a:pt x="5525" y="3572"/>
                        <a:pt x="5334" y="3667"/>
                        <a:pt x="5239" y="3762"/>
                      </a:cubicBezTo>
                      <a:cubicBezTo>
                        <a:pt x="4953" y="3762"/>
                        <a:pt x="4763" y="3858"/>
                        <a:pt x="4667" y="3858"/>
                      </a:cubicBezTo>
                      <a:cubicBezTo>
                        <a:pt x="4477" y="3858"/>
                        <a:pt x="4286" y="3858"/>
                        <a:pt x="3905" y="3858"/>
                      </a:cubicBezTo>
                      <a:cubicBezTo>
                        <a:pt x="2953" y="3858"/>
                        <a:pt x="2286" y="3858"/>
                        <a:pt x="1905" y="3858"/>
                      </a:cubicBezTo>
                      <a:lnTo>
                        <a:pt x="1905" y="3477"/>
                      </a:lnTo>
                      <a:lnTo>
                        <a:pt x="1143" y="4334"/>
                      </a:lnTo>
                      <a:cubicBezTo>
                        <a:pt x="1143" y="4334"/>
                        <a:pt x="1619" y="4429"/>
                        <a:pt x="1905" y="4429"/>
                      </a:cubicBezTo>
                      <a:cubicBezTo>
                        <a:pt x="1905" y="4429"/>
                        <a:pt x="2667" y="4239"/>
                        <a:pt x="3905" y="3762"/>
                      </a:cubicBezTo>
                      <a:lnTo>
                        <a:pt x="4667" y="3762"/>
                      </a:lnTo>
                      <a:cubicBezTo>
                        <a:pt x="4667" y="3762"/>
                        <a:pt x="4953" y="3953"/>
                        <a:pt x="5049" y="4143"/>
                      </a:cubicBezTo>
                      <a:cubicBezTo>
                        <a:pt x="5049" y="4334"/>
                        <a:pt x="5239" y="4524"/>
                        <a:pt x="5334" y="4715"/>
                      </a:cubicBezTo>
                      <a:cubicBezTo>
                        <a:pt x="5334" y="4620"/>
                        <a:pt x="5239" y="4429"/>
                        <a:pt x="5144" y="4239"/>
                      </a:cubicBezTo>
                      <a:cubicBezTo>
                        <a:pt x="5144" y="3953"/>
                        <a:pt x="5144" y="3762"/>
                        <a:pt x="5334" y="3667"/>
                      </a:cubicBezTo>
                      <a:cubicBezTo>
                        <a:pt x="5334" y="3667"/>
                        <a:pt x="5525" y="3667"/>
                        <a:pt x="5715" y="3477"/>
                      </a:cubicBezTo>
                      <a:cubicBezTo>
                        <a:pt x="6001" y="3953"/>
                        <a:pt x="6191" y="4239"/>
                        <a:pt x="6191" y="4334"/>
                      </a:cubicBezTo>
                      <a:lnTo>
                        <a:pt x="8001" y="3953"/>
                      </a:lnTo>
                      <a:lnTo>
                        <a:pt x="6191" y="3762"/>
                      </a:lnTo>
                      <a:close/>
                      <a:moveTo>
                        <a:pt x="4667" y="7001"/>
                      </a:moveTo>
                      <a:lnTo>
                        <a:pt x="5715" y="6429"/>
                      </a:lnTo>
                      <a:lnTo>
                        <a:pt x="5144" y="6429"/>
                      </a:lnTo>
                      <a:lnTo>
                        <a:pt x="4572" y="7001"/>
                      </a:lnTo>
                      <a:close/>
                      <a:moveTo>
                        <a:pt x="13049" y="1762"/>
                      </a:moveTo>
                      <a:lnTo>
                        <a:pt x="13907" y="905"/>
                      </a:lnTo>
                      <a:cubicBezTo>
                        <a:pt x="13907" y="905"/>
                        <a:pt x="13335" y="714"/>
                        <a:pt x="12859" y="524"/>
                      </a:cubicBezTo>
                      <a:lnTo>
                        <a:pt x="12002" y="1857"/>
                      </a:lnTo>
                      <a:lnTo>
                        <a:pt x="11049" y="1286"/>
                      </a:lnTo>
                      <a:lnTo>
                        <a:pt x="12383" y="2524"/>
                      </a:lnTo>
                      <a:cubicBezTo>
                        <a:pt x="12383" y="1667"/>
                        <a:pt x="12573" y="1095"/>
                        <a:pt x="12954" y="905"/>
                      </a:cubicBezTo>
                      <a:cubicBezTo>
                        <a:pt x="13049" y="905"/>
                        <a:pt x="13145" y="1286"/>
                        <a:pt x="13145" y="1762"/>
                      </a:cubicBezTo>
                      <a:close/>
                      <a:moveTo>
                        <a:pt x="15716" y="28908"/>
                      </a:moveTo>
                      <a:cubicBezTo>
                        <a:pt x="16574" y="28908"/>
                        <a:pt x="16859" y="28908"/>
                        <a:pt x="16859" y="28718"/>
                      </a:cubicBezTo>
                      <a:cubicBezTo>
                        <a:pt x="16669" y="28718"/>
                        <a:pt x="16288" y="28718"/>
                        <a:pt x="15716" y="28908"/>
                      </a:cubicBezTo>
                      <a:cubicBezTo>
                        <a:pt x="15526" y="28908"/>
                        <a:pt x="15335" y="28908"/>
                        <a:pt x="15145" y="28908"/>
                      </a:cubicBezTo>
                      <a:cubicBezTo>
                        <a:pt x="15335" y="28908"/>
                        <a:pt x="15526" y="28908"/>
                        <a:pt x="15716" y="28908"/>
                      </a:cubicBezTo>
                      <a:close/>
                      <a:moveTo>
                        <a:pt x="22860" y="27861"/>
                      </a:moveTo>
                      <a:cubicBezTo>
                        <a:pt x="22384" y="27480"/>
                        <a:pt x="21622" y="27289"/>
                        <a:pt x="20669" y="27289"/>
                      </a:cubicBezTo>
                      <a:cubicBezTo>
                        <a:pt x="19526" y="27289"/>
                        <a:pt x="18764" y="27289"/>
                        <a:pt x="18383" y="27099"/>
                      </a:cubicBezTo>
                      <a:lnTo>
                        <a:pt x="20193" y="28146"/>
                      </a:lnTo>
                      <a:cubicBezTo>
                        <a:pt x="20193" y="28146"/>
                        <a:pt x="19812" y="28432"/>
                        <a:pt x="19812" y="28718"/>
                      </a:cubicBezTo>
                      <a:lnTo>
                        <a:pt x="20384" y="28718"/>
                      </a:lnTo>
                      <a:cubicBezTo>
                        <a:pt x="20384" y="28718"/>
                        <a:pt x="20669" y="28908"/>
                        <a:pt x="20669" y="29004"/>
                      </a:cubicBezTo>
                      <a:cubicBezTo>
                        <a:pt x="20669" y="29004"/>
                        <a:pt x="20669" y="29194"/>
                        <a:pt x="20479" y="29385"/>
                      </a:cubicBezTo>
                      <a:cubicBezTo>
                        <a:pt x="20384" y="29575"/>
                        <a:pt x="20288" y="29861"/>
                        <a:pt x="20479" y="29956"/>
                      </a:cubicBezTo>
                      <a:lnTo>
                        <a:pt x="21527" y="29956"/>
                      </a:lnTo>
                      <a:cubicBezTo>
                        <a:pt x="20955" y="29385"/>
                        <a:pt x="20765" y="29099"/>
                        <a:pt x="20765" y="28813"/>
                      </a:cubicBezTo>
                      <a:cubicBezTo>
                        <a:pt x="20765" y="28623"/>
                        <a:pt x="20860" y="28528"/>
                        <a:pt x="21146" y="28337"/>
                      </a:cubicBezTo>
                      <a:cubicBezTo>
                        <a:pt x="21431" y="28242"/>
                        <a:pt x="21717" y="28146"/>
                        <a:pt x="22098" y="27956"/>
                      </a:cubicBezTo>
                      <a:cubicBezTo>
                        <a:pt x="22384" y="27956"/>
                        <a:pt x="22670" y="27956"/>
                        <a:pt x="22955" y="28242"/>
                      </a:cubicBezTo>
                      <a:lnTo>
                        <a:pt x="22955" y="27670"/>
                      </a:lnTo>
                      <a:close/>
                      <a:moveTo>
                        <a:pt x="20193" y="23194"/>
                      </a:moveTo>
                      <a:cubicBezTo>
                        <a:pt x="20193" y="23194"/>
                        <a:pt x="20765" y="23765"/>
                        <a:pt x="21241" y="23765"/>
                      </a:cubicBezTo>
                      <a:cubicBezTo>
                        <a:pt x="21908" y="23765"/>
                        <a:pt x="22479" y="23479"/>
                        <a:pt x="23051" y="23003"/>
                      </a:cubicBezTo>
                      <a:lnTo>
                        <a:pt x="22003" y="22622"/>
                      </a:lnTo>
                      <a:cubicBezTo>
                        <a:pt x="22003" y="23194"/>
                        <a:pt x="21812" y="23479"/>
                        <a:pt x="21622" y="23479"/>
                      </a:cubicBezTo>
                      <a:cubicBezTo>
                        <a:pt x="21622" y="23479"/>
                        <a:pt x="21336" y="23289"/>
                        <a:pt x="21050" y="23003"/>
                      </a:cubicBezTo>
                      <a:cubicBezTo>
                        <a:pt x="20669" y="22717"/>
                        <a:pt x="20384" y="22622"/>
                        <a:pt x="20098" y="22622"/>
                      </a:cubicBezTo>
                      <a:lnTo>
                        <a:pt x="20098" y="23194"/>
                      </a:lnTo>
                      <a:close/>
                      <a:moveTo>
                        <a:pt x="22670" y="29575"/>
                      </a:moveTo>
                      <a:lnTo>
                        <a:pt x="22670" y="29575"/>
                      </a:lnTo>
                      <a:lnTo>
                        <a:pt x="21431" y="28718"/>
                      </a:lnTo>
                      <a:cubicBezTo>
                        <a:pt x="21431" y="28718"/>
                        <a:pt x="21431" y="29385"/>
                        <a:pt x="21812" y="29480"/>
                      </a:cubicBezTo>
                      <a:cubicBezTo>
                        <a:pt x="22098" y="29480"/>
                        <a:pt x="22384" y="29480"/>
                        <a:pt x="22670" y="29575"/>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 name="Google Shape;1227;p99"/>
                <p:cNvSpPr/>
                <p:nvPr/>
              </p:nvSpPr>
              <p:spPr>
                <a:xfrm>
                  <a:off x="6284785" y="3016472"/>
                  <a:ext cx="41624" cy="54959"/>
                </a:xfrm>
                <a:custGeom>
                  <a:avLst/>
                  <a:gdLst/>
                  <a:ahLst/>
                  <a:cxnLst/>
                  <a:rect l="l" t="t" r="r" b="b"/>
                  <a:pathLst>
                    <a:path w="41624" h="54959" extrusionOk="0">
                      <a:moveTo>
                        <a:pt x="36766" y="43910"/>
                      </a:moveTo>
                      <a:cubicBezTo>
                        <a:pt x="37624" y="44482"/>
                        <a:pt x="38195" y="45434"/>
                        <a:pt x="38290" y="46863"/>
                      </a:cubicBezTo>
                      <a:cubicBezTo>
                        <a:pt x="38290" y="48006"/>
                        <a:pt x="38290" y="49149"/>
                        <a:pt x="38290" y="50292"/>
                      </a:cubicBezTo>
                      <a:cubicBezTo>
                        <a:pt x="38290" y="50959"/>
                        <a:pt x="38386" y="51435"/>
                        <a:pt x="38576" y="51911"/>
                      </a:cubicBezTo>
                      <a:cubicBezTo>
                        <a:pt x="37338" y="53912"/>
                        <a:pt x="35147" y="54959"/>
                        <a:pt x="32195" y="54959"/>
                      </a:cubicBezTo>
                      <a:cubicBezTo>
                        <a:pt x="31337" y="54959"/>
                        <a:pt x="30004" y="54864"/>
                        <a:pt x="28194" y="54673"/>
                      </a:cubicBezTo>
                      <a:cubicBezTo>
                        <a:pt x="26384" y="54483"/>
                        <a:pt x="25051" y="54388"/>
                        <a:pt x="24098" y="54388"/>
                      </a:cubicBezTo>
                      <a:cubicBezTo>
                        <a:pt x="23146" y="54388"/>
                        <a:pt x="22288" y="54388"/>
                        <a:pt x="21622" y="54578"/>
                      </a:cubicBezTo>
                      <a:lnTo>
                        <a:pt x="6191" y="54578"/>
                      </a:lnTo>
                      <a:lnTo>
                        <a:pt x="6191" y="54388"/>
                      </a:lnTo>
                      <a:cubicBezTo>
                        <a:pt x="5620" y="54102"/>
                        <a:pt x="4667" y="54007"/>
                        <a:pt x="3334" y="54293"/>
                      </a:cubicBezTo>
                      <a:cubicBezTo>
                        <a:pt x="2000" y="54483"/>
                        <a:pt x="953" y="54293"/>
                        <a:pt x="190" y="53912"/>
                      </a:cubicBezTo>
                      <a:cubicBezTo>
                        <a:pt x="381" y="47435"/>
                        <a:pt x="571" y="41053"/>
                        <a:pt x="571" y="34766"/>
                      </a:cubicBezTo>
                      <a:cubicBezTo>
                        <a:pt x="571" y="28480"/>
                        <a:pt x="476" y="22098"/>
                        <a:pt x="190" y="15621"/>
                      </a:cubicBezTo>
                      <a:cubicBezTo>
                        <a:pt x="476" y="15812"/>
                        <a:pt x="667" y="15907"/>
                        <a:pt x="762" y="15812"/>
                      </a:cubicBezTo>
                      <a:lnTo>
                        <a:pt x="953" y="15621"/>
                      </a:lnTo>
                      <a:cubicBezTo>
                        <a:pt x="953" y="15621"/>
                        <a:pt x="953" y="15145"/>
                        <a:pt x="571" y="15049"/>
                      </a:cubicBezTo>
                      <a:cubicBezTo>
                        <a:pt x="286" y="14954"/>
                        <a:pt x="190" y="14859"/>
                        <a:pt x="190" y="14764"/>
                      </a:cubicBezTo>
                      <a:cubicBezTo>
                        <a:pt x="190" y="14764"/>
                        <a:pt x="286" y="14478"/>
                        <a:pt x="571" y="14288"/>
                      </a:cubicBezTo>
                      <a:cubicBezTo>
                        <a:pt x="571" y="14669"/>
                        <a:pt x="571" y="14954"/>
                        <a:pt x="762" y="15049"/>
                      </a:cubicBezTo>
                      <a:cubicBezTo>
                        <a:pt x="1238" y="15049"/>
                        <a:pt x="1333" y="14764"/>
                        <a:pt x="1143" y="14288"/>
                      </a:cubicBezTo>
                      <a:cubicBezTo>
                        <a:pt x="953" y="13811"/>
                        <a:pt x="953" y="13525"/>
                        <a:pt x="1333" y="13430"/>
                      </a:cubicBezTo>
                      <a:cubicBezTo>
                        <a:pt x="1333" y="13430"/>
                        <a:pt x="1333" y="13621"/>
                        <a:pt x="1333" y="13716"/>
                      </a:cubicBezTo>
                      <a:cubicBezTo>
                        <a:pt x="1333" y="13906"/>
                        <a:pt x="1429" y="14097"/>
                        <a:pt x="1714" y="14288"/>
                      </a:cubicBezTo>
                      <a:cubicBezTo>
                        <a:pt x="1905" y="14478"/>
                        <a:pt x="2096" y="14669"/>
                        <a:pt x="2191" y="14764"/>
                      </a:cubicBezTo>
                      <a:lnTo>
                        <a:pt x="3238" y="14573"/>
                      </a:lnTo>
                      <a:lnTo>
                        <a:pt x="2191" y="13811"/>
                      </a:lnTo>
                      <a:lnTo>
                        <a:pt x="3238" y="13240"/>
                      </a:lnTo>
                      <a:cubicBezTo>
                        <a:pt x="3238" y="13240"/>
                        <a:pt x="2953" y="12954"/>
                        <a:pt x="2476" y="12478"/>
                      </a:cubicBezTo>
                      <a:cubicBezTo>
                        <a:pt x="2096" y="12192"/>
                        <a:pt x="1810" y="12001"/>
                        <a:pt x="1619" y="12001"/>
                      </a:cubicBezTo>
                      <a:cubicBezTo>
                        <a:pt x="1333" y="12001"/>
                        <a:pt x="1143" y="12192"/>
                        <a:pt x="953" y="12573"/>
                      </a:cubicBezTo>
                      <a:cubicBezTo>
                        <a:pt x="667" y="12383"/>
                        <a:pt x="476" y="12192"/>
                        <a:pt x="476" y="12001"/>
                      </a:cubicBezTo>
                      <a:cubicBezTo>
                        <a:pt x="476" y="12001"/>
                        <a:pt x="667" y="11716"/>
                        <a:pt x="1048" y="11430"/>
                      </a:cubicBezTo>
                      <a:cubicBezTo>
                        <a:pt x="1429" y="11144"/>
                        <a:pt x="1524" y="10858"/>
                        <a:pt x="1524" y="10668"/>
                      </a:cubicBezTo>
                      <a:lnTo>
                        <a:pt x="2096" y="11239"/>
                      </a:lnTo>
                      <a:lnTo>
                        <a:pt x="2476" y="10858"/>
                      </a:lnTo>
                      <a:cubicBezTo>
                        <a:pt x="2476" y="10858"/>
                        <a:pt x="2762" y="11049"/>
                        <a:pt x="2953" y="11049"/>
                      </a:cubicBezTo>
                      <a:cubicBezTo>
                        <a:pt x="3143" y="11049"/>
                        <a:pt x="3524" y="10954"/>
                        <a:pt x="4000" y="10668"/>
                      </a:cubicBezTo>
                      <a:cubicBezTo>
                        <a:pt x="4477" y="10477"/>
                        <a:pt x="4858" y="10287"/>
                        <a:pt x="5048" y="10287"/>
                      </a:cubicBezTo>
                      <a:cubicBezTo>
                        <a:pt x="5334" y="10287"/>
                        <a:pt x="5524" y="10382"/>
                        <a:pt x="5715" y="10668"/>
                      </a:cubicBezTo>
                      <a:lnTo>
                        <a:pt x="6096" y="10477"/>
                      </a:lnTo>
                      <a:cubicBezTo>
                        <a:pt x="6096" y="10477"/>
                        <a:pt x="5810" y="9811"/>
                        <a:pt x="5334" y="9620"/>
                      </a:cubicBezTo>
                      <a:cubicBezTo>
                        <a:pt x="4858" y="9430"/>
                        <a:pt x="4572" y="9334"/>
                        <a:pt x="4477" y="9144"/>
                      </a:cubicBezTo>
                      <a:cubicBezTo>
                        <a:pt x="3715" y="9144"/>
                        <a:pt x="2857" y="9144"/>
                        <a:pt x="1810" y="9144"/>
                      </a:cubicBezTo>
                      <a:cubicBezTo>
                        <a:pt x="1810" y="9334"/>
                        <a:pt x="1619" y="9525"/>
                        <a:pt x="1524" y="9525"/>
                      </a:cubicBezTo>
                      <a:cubicBezTo>
                        <a:pt x="1333" y="9430"/>
                        <a:pt x="1238" y="9334"/>
                        <a:pt x="1143" y="9334"/>
                      </a:cubicBezTo>
                      <a:cubicBezTo>
                        <a:pt x="1048" y="9334"/>
                        <a:pt x="953" y="9334"/>
                        <a:pt x="857" y="9334"/>
                      </a:cubicBezTo>
                      <a:lnTo>
                        <a:pt x="286" y="7334"/>
                      </a:lnTo>
                      <a:cubicBezTo>
                        <a:pt x="286" y="7334"/>
                        <a:pt x="857" y="7239"/>
                        <a:pt x="1048" y="6953"/>
                      </a:cubicBezTo>
                      <a:cubicBezTo>
                        <a:pt x="1048" y="6572"/>
                        <a:pt x="857" y="6477"/>
                        <a:pt x="571" y="6572"/>
                      </a:cubicBezTo>
                      <a:cubicBezTo>
                        <a:pt x="190" y="6763"/>
                        <a:pt x="95" y="6667"/>
                        <a:pt x="0" y="6477"/>
                      </a:cubicBezTo>
                      <a:lnTo>
                        <a:pt x="571" y="5905"/>
                      </a:lnTo>
                      <a:lnTo>
                        <a:pt x="1143" y="6477"/>
                      </a:lnTo>
                      <a:cubicBezTo>
                        <a:pt x="1143" y="6477"/>
                        <a:pt x="1333" y="5905"/>
                        <a:pt x="1333" y="5143"/>
                      </a:cubicBezTo>
                      <a:cubicBezTo>
                        <a:pt x="1333" y="5334"/>
                        <a:pt x="1429" y="5429"/>
                        <a:pt x="1714" y="5525"/>
                      </a:cubicBezTo>
                      <a:cubicBezTo>
                        <a:pt x="2096" y="5239"/>
                        <a:pt x="2286" y="5048"/>
                        <a:pt x="2286" y="4858"/>
                      </a:cubicBezTo>
                      <a:cubicBezTo>
                        <a:pt x="2286" y="4667"/>
                        <a:pt x="2000" y="4286"/>
                        <a:pt x="1333" y="3905"/>
                      </a:cubicBezTo>
                      <a:cubicBezTo>
                        <a:pt x="762" y="3524"/>
                        <a:pt x="381" y="3048"/>
                        <a:pt x="381" y="2762"/>
                      </a:cubicBezTo>
                      <a:cubicBezTo>
                        <a:pt x="381" y="2476"/>
                        <a:pt x="571" y="2096"/>
                        <a:pt x="953" y="1714"/>
                      </a:cubicBezTo>
                      <a:lnTo>
                        <a:pt x="2191" y="381"/>
                      </a:lnTo>
                      <a:cubicBezTo>
                        <a:pt x="4477" y="191"/>
                        <a:pt x="6953" y="0"/>
                        <a:pt x="9620" y="0"/>
                      </a:cubicBezTo>
                      <a:cubicBezTo>
                        <a:pt x="12097" y="0"/>
                        <a:pt x="15812" y="191"/>
                        <a:pt x="20764" y="381"/>
                      </a:cubicBezTo>
                      <a:cubicBezTo>
                        <a:pt x="25717" y="667"/>
                        <a:pt x="29528" y="762"/>
                        <a:pt x="32004" y="762"/>
                      </a:cubicBezTo>
                      <a:cubicBezTo>
                        <a:pt x="33814" y="762"/>
                        <a:pt x="35528" y="762"/>
                        <a:pt x="37147" y="667"/>
                      </a:cubicBezTo>
                      <a:cubicBezTo>
                        <a:pt x="38195" y="1524"/>
                        <a:pt x="38671" y="2572"/>
                        <a:pt x="38671" y="3905"/>
                      </a:cubicBezTo>
                      <a:cubicBezTo>
                        <a:pt x="38671" y="4286"/>
                        <a:pt x="38671" y="4953"/>
                        <a:pt x="38481" y="6001"/>
                      </a:cubicBezTo>
                      <a:cubicBezTo>
                        <a:pt x="38386" y="6953"/>
                        <a:pt x="38290" y="7810"/>
                        <a:pt x="38290" y="8287"/>
                      </a:cubicBezTo>
                      <a:cubicBezTo>
                        <a:pt x="38290" y="8763"/>
                        <a:pt x="38290" y="9334"/>
                        <a:pt x="38386" y="9811"/>
                      </a:cubicBezTo>
                      <a:cubicBezTo>
                        <a:pt x="38386" y="10573"/>
                        <a:pt x="37909" y="10858"/>
                        <a:pt x="37052" y="10858"/>
                      </a:cubicBezTo>
                      <a:cubicBezTo>
                        <a:pt x="36862" y="10858"/>
                        <a:pt x="36671" y="10858"/>
                        <a:pt x="36386" y="10858"/>
                      </a:cubicBezTo>
                      <a:lnTo>
                        <a:pt x="35719" y="10858"/>
                      </a:lnTo>
                      <a:cubicBezTo>
                        <a:pt x="35147" y="10858"/>
                        <a:pt x="34766" y="10954"/>
                        <a:pt x="34480" y="11144"/>
                      </a:cubicBezTo>
                      <a:lnTo>
                        <a:pt x="32956" y="11144"/>
                      </a:lnTo>
                      <a:lnTo>
                        <a:pt x="32956" y="10858"/>
                      </a:lnTo>
                      <a:cubicBezTo>
                        <a:pt x="30861" y="11049"/>
                        <a:pt x="28575" y="11144"/>
                        <a:pt x="25908" y="11144"/>
                      </a:cubicBezTo>
                      <a:cubicBezTo>
                        <a:pt x="24289" y="11144"/>
                        <a:pt x="21907" y="11144"/>
                        <a:pt x="18764" y="11144"/>
                      </a:cubicBezTo>
                      <a:lnTo>
                        <a:pt x="11621" y="11144"/>
                      </a:lnTo>
                      <a:cubicBezTo>
                        <a:pt x="11335" y="12001"/>
                        <a:pt x="11144" y="12859"/>
                        <a:pt x="11144" y="13906"/>
                      </a:cubicBezTo>
                      <a:cubicBezTo>
                        <a:pt x="11144" y="14192"/>
                        <a:pt x="11144" y="14669"/>
                        <a:pt x="11144" y="15335"/>
                      </a:cubicBezTo>
                      <a:lnTo>
                        <a:pt x="11144" y="16859"/>
                      </a:lnTo>
                      <a:cubicBezTo>
                        <a:pt x="11144" y="17812"/>
                        <a:pt x="11049" y="18764"/>
                        <a:pt x="10763" y="19526"/>
                      </a:cubicBezTo>
                      <a:cubicBezTo>
                        <a:pt x="10858" y="20193"/>
                        <a:pt x="10954" y="20764"/>
                        <a:pt x="11144" y="21431"/>
                      </a:cubicBezTo>
                      <a:cubicBezTo>
                        <a:pt x="11335" y="22193"/>
                        <a:pt x="11811" y="22670"/>
                        <a:pt x="12382" y="22670"/>
                      </a:cubicBezTo>
                      <a:cubicBezTo>
                        <a:pt x="12573" y="22670"/>
                        <a:pt x="12763" y="22670"/>
                        <a:pt x="12954" y="22670"/>
                      </a:cubicBezTo>
                      <a:cubicBezTo>
                        <a:pt x="13145" y="22670"/>
                        <a:pt x="13240" y="22670"/>
                        <a:pt x="13430" y="22670"/>
                      </a:cubicBezTo>
                      <a:cubicBezTo>
                        <a:pt x="13621" y="22670"/>
                        <a:pt x="13906" y="22670"/>
                        <a:pt x="14192" y="22574"/>
                      </a:cubicBezTo>
                      <a:cubicBezTo>
                        <a:pt x="14573" y="22574"/>
                        <a:pt x="14764" y="22479"/>
                        <a:pt x="14954" y="22479"/>
                      </a:cubicBezTo>
                      <a:cubicBezTo>
                        <a:pt x="15335" y="22479"/>
                        <a:pt x="15621" y="22670"/>
                        <a:pt x="15812" y="23050"/>
                      </a:cubicBezTo>
                      <a:cubicBezTo>
                        <a:pt x="17050" y="22670"/>
                        <a:pt x="18479" y="22479"/>
                        <a:pt x="20098" y="22479"/>
                      </a:cubicBezTo>
                      <a:cubicBezTo>
                        <a:pt x="20955" y="22479"/>
                        <a:pt x="22098" y="22479"/>
                        <a:pt x="23622" y="22670"/>
                      </a:cubicBezTo>
                      <a:cubicBezTo>
                        <a:pt x="25146" y="22765"/>
                        <a:pt x="26384" y="22860"/>
                        <a:pt x="27146" y="22860"/>
                      </a:cubicBezTo>
                      <a:cubicBezTo>
                        <a:pt x="27908" y="22860"/>
                        <a:pt x="28670" y="22860"/>
                        <a:pt x="29337" y="22670"/>
                      </a:cubicBezTo>
                      <a:cubicBezTo>
                        <a:pt x="29623" y="23813"/>
                        <a:pt x="29813" y="25337"/>
                        <a:pt x="29718" y="27432"/>
                      </a:cubicBezTo>
                      <a:cubicBezTo>
                        <a:pt x="29718" y="29718"/>
                        <a:pt x="29718" y="31337"/>
                        <a:pt x="29813" y="32195"/>
                      </a:cubicBezTo>
                      <a:cubicBezTo>
                        <a:pt x="28861" y="32861"/>
                        <a:pt x="27622" y="33242"/>
                        <a:pt x="25908" y="33242"/>
                      </a:cubicBezTo>
                      <a:cubicBezTo>
                        <a:pt x="25241" y="33242"/>
                        <a:pt x="24193" y="33242"/>
                        <a:pt x="22860" y="33052"/>
                      </a:cubicBezTo>
                      <a:cubicBezTo>
                        <a:pt x="21526" y="32956"/>
                        <a:pt x="20479" y="32861"/>
                        <a:pt x="19717" y="32861"/>
                      </a:cubicBezTo>
                      <a:cubicBezTo>
                        <a:pt x="19050" y="32861"/>
                        <a:pt x="18383" y="32861"/>
                        <a:pt x="17812" y="33052"/>
                      </a:cubicBezTo>
                      <a:lnTo>
                        <a:pt x="17812" y="32671"/>
                      </a:lnTo>
                      <a:cubicBezTo>
                        <a:pt x="17812" y="32671"/>
                        <a:pt x="16764" y="32671"/>
                        <a:pt x="15716" y="32671"/>
                      </a:cubicBezTo>
                      <a:cubicBezTo>
                        <a:pt x="15049" y="32671"/>
                        <a:pt x="14288" y="32861"/>
                        <a:pt x="13716" y="33147"/>
                      </a:cubicBezTo>
                      <a:cubicBezTo>
                        <a:pt x="13525" y="32956"/>
                        <a:pt x="13240" y="32956"/>
                        <a:pt x="12859" y="32956"/>
                      </a:cubicBezTo>
                      <a:cubicBezTo>
                        <a:pt x="12287" y="32956"/>
                        <a:pt x="12001" y="32956"/>
                        <a:pt x="11906" y="32956"/>
                      </a:cubicBezTo>
                      <a:cubicBezTo>
                        <a:pt x="11144" y="33147"/>
                        <a:pt x="10858" y="33719"/>
                        <a:pt x="10858" y="34671"/>
                      </a:cubicBezTo>
                      <a:cubicBezTo>
                        <a:pt x="10858" y="35338"/>
                        <a:pt x="10954" y="35814"/>
                        <a:pt x="11239" y="36195"/>
                      </a:cubicBezTo>
                      <a:cubicBezTo>
                        <a:pt x="10192" y="35909"/>
                        <a:pt x="9334" y="36195"/>
                        <a:pt x="8572" y="36957"/>
                      </a:cubicBezTo>
                      <a:lnTo>
                        <a:pt x="10382" y="36576"/>
                      </a:lnTo>
                      <a:lnTo>
                        <a:pt x="10192" y="36957"/>
                      </a:lnTo>
                      <a:cubicBezTo>
                        <a:pt x="10192" y="36957"/>
                        <a:pt x="10382" y="37243"/>
                        <a:pt x="10573" y="37243"/>
                      </a:cubicBezTo>
                      <a:cubicBezTo>
                        <a:pt x="10478" y="37243"/>
                        <a:pt x="10668" y="37052"/>
                        <a:pt x="11335" y="36671"/>
                      </a:cubicBezTo>
                      <a:cubicBezTo>
                        <a:pt x="11335" y="36481"/>
                        <a:pt x="11335" y="37814"/>
                        <a:pt x="11335" y="40577"/>
                      </a:cubicBezTo>
                      <a:cubicBezTo>
                        <a:pt x="11335" y="42196"/>
                        <a:pt x="11621" y="43434"/>
                        <a:pt x="12192" y="44291"/>
                      </a:cubicBezTo>
                      <a:cubicBezTo>
                        <a:pt x="13906" y="44482"/>
                        <a:pt x="15621" y="44672"/>
                        <a:pt x="17526" y="44672"/>
                      </a:cubicBezTo>
                      <a:cubicBezTo>
                        <a:pt x="18955" y="44672"/>
                        <a:pt x="20955" y="44672"/>
                        <a:pt x="23622" y="44387"/>
                      </a:cubicBezTo>
                      <a:cubicBezTo>
                        <a:pt x="26289" y="44196"/>
                        <a:pt x="28289" y="44101"/>
                        <a:pt x="29718" y="44101"/>
                      </a:cubicBezTo>
                      <a:cubicBezTo>
                        <a:pt x="31718" y="44101"/>
                        <a:pt x="33623" y="44196"/>
                        <a:pt x="35433" y="44482"/>
                      </a:cubicBezTo>
                      <a:cubicBezTo>
                        <a:pt x="35719" y="43720"/>
                        <a:pt x="36386" y="43720"/>
                        <a:pt x="37338" y="44291"/>
                      </a:cubicBezTo>
                      <a:close/>
                      <a:moveTo>
                        <a:pt x="1810" y="9906"/>
                      </a:moveTo>
                      <a:lnTo>
                        <a:pt x="2191" y="10477"/>
                      </a:lnTo>
                      <a:lnTo>
                        <a:pt x="2191" y="10477"/>
                      </a:lnTo>
                      <a:cubicBezTo>
                        <a:pt x="2191" y="10477"/>
                        <a:pt x="1905" y="10192"/>
                        <a:pt x="1810" y="9906"/>
                      </a:cubicBezTo>
                      <a:close/>
                      <a:moveTo>
                        <a:pt x="15716" y="29242"/>
                      </a:moveTo>
                      <a:lnTo>
                        <a:pt x="14859" y="29242"/>
                      </a:lnTo>
                      <a:cubicBezTo>
                        <a:pt x="14859" y="29242"/>
                        <a:pt x="15240" y="29528"/>
                        <a:pt x="15716" y="29242"/>
                      </a:cubicBezTo>
                      <a:lnTo>
                        <a:pt x="16002" y="29242"/>
                      </a:lnTo>
                      <a:cubicBezTo>
                        <a:pt x="16002" y="29242"/>
                        <a:pt x="16097" y="29528"/>
                        <a:pt x="16097" y="29718"/>
                      </a:cubicBezTo>
                      <a:lnTo>
                        <a:pt x="17050" y="29242"/>
                      </a:lnTo>
                      <a:cubicBezTo>
                        <a:pt x="17050" y="29242"/>
                        <a:pt x="17431" y="29623"/>
                        <a:pt x="17431" y="29718"/>
                      </a:cubicBezTo>
                      <a:lnTo>
                        <a:pt x="18479" y="29718"/>
                      </a:lnTo>
                      <a:lnTo>
                        <a:pt x="18479" y="29242"/>
                      </a:lnTo>
                      <a:lnTo>
                        <a:pt x="16002" y="29242"/>
                      </a:lnTo>
                      <a:cubicBezTo>
                        <a:pt x="16002" y="29242"/>
                        <a:pt x="15812" y="29242"/>
                        <a:pt x="15716" y="29242"/>
                      </a:cubicBezTo>
                      <a:close/>
                      <a:moveTo>
                        <a:pt x="28861" y="3715"/>
                      </a:moveTo>
                      <a:lnTo>
                        <a:pt x="28289" y="3334"/>
                      </a:lnTo>
                      <a:lnTo>
                        <a:pt x="28861" y="4381"/>
                      </a:lnTo>
                      <a:lnTo>
                        <a:pt x="28861" y="3620"/>
                      </a:lnTo>
                      <a:close/>
                      <a:moveTo>
                        <a:pt x="41338" y="47530"/>
                      </a:moveTo>
                      <a:lnTo>
                        <a:pt x="41624" y="47530"/>
                      </a:lnTo>
                      <a:lnTo>
                        <a:pt x="40767" y="48006"/>
                      </a:lnTo>
                      <a:lnTo>
                        <a:pt x="41338" y="47530"/>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 name="Google Shape;1228;p99"/>
                <p:cNvSpPr/>
                <p:nvPr/>
              </p:nvSpPr>
              <p:spPr>
                <a:xfrm>
                  <a:off x="6326885" y="3016186"/>
                  <a:ext cx="47053" cy="54864"/>
                </a:xfrm>
                <a:custGeom>
                  <a:avLst/>
                  <a:gdLst/>
                  <a:ahLst/>
                  <a:cxnLst/>
                  <a:rect l="l" t="t" r="r" b="b"/>
                  <a:pathLst>
                    <a:path w="47053" h="54864" extrusionOk="0">
                      <a:moveTo>
                        <a:pt x="37910" y="14954"/>
                      </a:moveTo>
                      <a:cubicBezTo>
                        <a:pt x="37910" y="14954"/>
                        <a:pt x="38195" y="15335"/>
                        <a:pt x="38386" y="15335"/>
                      </a:cubicBezTo>
                      <a:lnTo>
                        <a:pt x="38957" y="15335"/>
                      </a:lnTo>
                      <a:cubicBezTo>
                        <a:pt x="38386" y="16859"/>
                        <a:pt x="38291" y="18669"/>
                        <a:pt x="38767" y="20955"/>
                      </a:cubicBezTo>
                      <a:cubicBezTo>
                        <a:pt x="38671" y="21431"/>
                        <a:pt x="38195" y="22193"/>
                        <a:pt x="37433" y="23336"/>
                      </a:cubicBezTo>
                      <a:lnTo>
                        <a:pt x="38005" y="23908"/>
                      </a:lnTo>
                      <a:cubicBezTo>
                        <a:pt x="38005" y="23908"/>
                        <a:pt x="37338" y="24574"/>
                        <a:pt x="36576" y="24765"/>
                      </a:cubicBezTo>
                      <a:cubicBezTo>
                        <a:pt x="35814" y="24955"/>
                        <a:pt x="35338" y="25337"/>
                        <a:pt x="35052" y="25717"/>
                      </a:cubicBezTo>
                      <a:lnTo>
                        <a:pt x="36386" y="25908"/>
                      </a:lnTo>
                      <a:cubicBezTo>
                        <a:pt x="35338" y="27527"/>
                        <a:pt x="33433" y="29528"/>
                        <a:pt x="30766" y="31813"/>
                      </a:cubicBezTo>
                      <a:lnTo>
                        <a:pt x="29718" y="31813"/>
                      </a:lnTo>
                      <a:lnTo>
                        <a:pt x="29718" y="32575"/>
                      </a:lnTo>
                      <a:cubicBezTo>
                        <a:pt x="29718" y="32575"/>
                        <a:pt x="29528" y="32385"/>
                        <a:pt x="29337" y="32385"/>
                      </a:cubicBezTo>
                      <a:cubicBezTo>
                        <a:pt x="28956" y="32385"/>
                        <a:pt x="28766" y="32385"/>
                        <a:pt x="28670" y="32385"/>
                      </a:cubicBezTo>
                      <a:lnTo>
                        <a:pt x="28480" y="32575"/>
                      </a:lnTo>
                      <a:cubicBezTo>
                        <a:pt x="29146" y="32766"/>
                        <a:pt x="29528" y="33338"/>
                        <a:pt x="29813" y="34385"/>
                      </a:cubicBezTo>
                      <a:cubicBezTo>
                        <a:pt x="30099" y="35433"/>
                        <a:pt x="30385" y="36004"/>
                        <a:pt x="30861" y="36100"/>
                      </a:cubicBezTo>
                      <a:cubicBezTo>
                        <a:pt x="30766" y="36957"/>
                        <a:pt x="31052" y="37910"/>
                        <a:pt x="31909" y="38767"/>
                      </a:cubicBezTo>
                      <a:cubicBezTo>
                        <a:pt x="32861" y="39814"/>
                        <a:pt x="33338" y="40767"/>
                        <a:pt x="33528" y="41434"/>
                      </a:cubicBezTo>
                      <a:cubicBezTo>
                        <a:pt x="33242" y="41910"/>
                        <a:pt x="32671" y="42100"/>
                        <a:pt x="31909" y="41910"/>
                      </a:cubicBezTo>
                      <a:cubicBezTo>
                        <a:pt x="31052" y="41720"/>
                        <a:pt x="30671" y="41720"/>
                        <a:pt x="30671" y="41910"/>
                      </a:cubicBezTo>
                      <a:cubicBezTo>
                        <a:pt x="30671" y="42100"/>
                        <a:pt x="30766" y="42481"/>
                        <a:pt x="30956" y="42863"/>
                      </a:cubicBezTo>
                      <a:lnTo>
                        <a:pt x="32004" y="42672"/>
                      </a:lnTo>
                      <a:cubicBezTo>
                        <a:pt x="32004" y="42672"/>
                        <a:pt x="32004" y="43244"/>
                        <a:pt x="31433" y="43720"/>
                      </a:cubicBezTo>
                      <a:lnTo>
                        <a:pt x="32290" y="44482"/>
                      </a:lnTo>
                      <a:cubicBezTo>
                        <a:pt x="32290" y="44482"/>
                        <a:pt x="32576" y="44005"/>
                        <a:pt x="32766" y="43434"/>
                      </a:cubicBezTo>
                      <a:lnTo>
                        <a:pt x="33147" y="44672"/>
                      </a:lnTo>
                      <a:cubicBezTo>
                        <a:pt x="33719" y="44482"/>
                        <a:pt x="34004" y="43910"/>
                        <a:pt x="33909" y="42863"/>
                      </a:cubicBezTo>
                      <a:cubicBezTo>
                        <a:pt x="34576" y="43148"/>
                        <a:pt x="35052" y="43815"/>
                        <a:pt x="35433" y="44863"/>
                      </a:cubicBezTo>
                      <a:cubicBezTo>
                        <a:pt x="35814" y="45815"/>
                        <a:pt x="36195" y="46387"/>
                        <a:pt x="36767" y="46577"/>
                      </a:cubicBezTo>
                      <a:cubicBezTo>
                        <a:pt x="36671" y="46958"/>
                        <a:pt x="36576" y="47339"/>
                        <a:pt x="36576" y="47720"/>
                      </a:cubicBezTo>
                      <a:cubicBezTo>
                        <a:pt x="36576" y="48387"/>
                        <a:pt x="36957" y="49339"/>
                        <a:pt x="37624" y="50387"/>
                      </a:cubicBezTo>
                      <a:cubicBezTo>
                        <a:pt x="38291" y="51435"/>
                        <a:pt x="38671" y="52292"/>
                        <a:pt x="38671" y="52673"/>
                      </a:cubicBezTo>
                      <a:cubicBezTo>
                        <a:pt x="38671" y="53340"/>
                        <a:pt x="38291" y="53912"/>
                        <a:pt x="37624" y="54483"/>
                      </a:cubicBezTo>
                      <a:cubicBezTo>
                        <a:pt x="37052" y="54483"/>
                        <a:pt x="36195" y="54483"/>
                        <a:pt x="34862" y="54673"/>
                      </a:cubicBezTo>
                      <a:cubicBezTo>
                        <a:pt x="33623" y="54769"/>
                        <a:pt x="32671" y="54864"/>
                        <a:pt x="32004" y="54864"/>
                      </a:cubicBezTo>
                      <a:cubicBezTo>
                        <a:pt x="30004" y="54864"/>
                        <a:pt x="28480" y="54292"/>
                        <a:pt x="27432" y="53245"/>
                      </a:cubicBezTo>
                      <a:lnTo>
                        <a:pt x="27242" y="53530"/>
                      </a:lnTo>
                      <a:cubicBezTo>
                        <a:pt x="26956" y="52864"/>
                        <a:pt x="26670" y="52197"/>
                        <a:pt x="26479" y="51530"/>
                      </a:cubicBezTo>
                      <a:cubicBezTo>
                        <a:pt x="26099" y="50673"/>
                        <a:pt x="25527" y="50102"/>
                        <a:pt x="24860" y="49911"/>
                      </a:cubicBezTo>
                      <a:cubicBezTo>
                        <a:pt x="24955" y="49625"/>
                        <a:pt x="25051" y="49339"/>
                        <a:pt x="25051" y="49054"/>
                      </a:cubicBezTo>
                      <a:cubicBezTo>
                        <a:pt x="25051" y="48578"/>
                        <a:pt x="24765" y="48101"/>
                        <a:pt x="24098" y="47625"/>
                      </a:cubicBezTo>
                      <a:cubicBezTo>
                        <a:pt x="23432" y="47149"/>
                        <a:pt x="23146" y="46672"/>
                        <a:pt x="23146" y="46196"/>
                      </a:cubicBezTo>
                      <a:cubicBezTo>
                        <a:pt x="23146" y="45911"/>
                        <a:pt x="23146" y="45529"/>
                        <a:pt x="23432" y="45148"/>
                      </a:cubicBezTo>
                      <a:cubicBezTo>
                        <a:pt x="22955" y="44482"/>
                        <a:pt x="22479" y="43244"/>
                        <a:pt x="21812" y="41434"/>
                      </a:cubicBezTo>
                      <a:cubicBezTo>
                        <a:pt x="21241" y="39814"/>
                        <a:pt x="20574" y="38671"/>
                        <a:pt x="19812" y="37910"/>
                      </a:cubicBezTo>
                      <a:cubicBezTo>
                        <a:pt x="19812" y="36766"/>
                        <a:pt x="19336" y="35338"/>
                        <a:pt x="18288" y="33719"/>
                      </a:cubicBezTo>
                      <a:lnTo>
                        <a:pt x="16288" y="33433"/>
                      </a:lnTo>
                      <a:lnTo>
                        <a:pt x="16478" y="33242"/>
                      </a:lnTo>
                      <a:cubicBezTo>
                        <a:pt x="16478" y="33242"/>
                        <a:pt x="16193" y="32861"/>
                        <a:pt x="16002" y="32861"/>
                      </a:cubicBezTo>
                      <a:lnTo>
                        <a:pt x="15240" y="33719"/>
                      </a:lnTo>
                      <a:cubicBezTo>
                        <a:pt x="15240" y="33719"/>
                        <a:pt x="14478" y="33814"/>
                        <a:pt x="13716" y="34004"/>
                      </a:cubicBezTo>
                      <a:cubicBezTo>
                        <a:pt x="12954" y="34195"/>
                        <a:pt x="12383" y="34385"/>
                        <a:pt x="11906" y="34385"/>
                      </a:cubicBezTo>
                      <a:cubicBezTo>
                        <a:pt x="11525" y="34385"/>
                        <a:pt x="11335" y="34385"/>
                        <a:pt x="11049" y="34195"/>
                      </a:cubicBezTo>
                      <a:cubicBezTo>
                        <a:pt x="11049" y="34195"/>
                        <a:pt x="11049" y="34385"/>
                        <a:pt x="11049" y="34480"/>
                      </a:cubicBezTo>
                      <a:cubicBezTo>
                        <a:pt x="11049" y="34576"/>
                        <a:pt x="11049" y="34766"/>
                        <a:pt x="11240" y="34862"/>
                      </a:cubicBezTo>
                      <a:cubicBezTo>
                        <a:pt x="11335" y="34957"/>
                        <a:pt x="11430" y="35052"/>
                        <a:pt x="11430" y="35052"/>
                      </a:cubicBezTo>
                      <a:cubicBezTo>
                        <a:pt x="11430" y="35052"/>
                        <a:pt x="11240" y="35338"/>
                        <a:pt x="10763" y="35528"/>
                      </a:cubicBezTo>
                      <a:lnTo>
                        <a:pt x="11144" y="39719"/>
                      </a:lnTo>
                      <a:lnTo>
                        <a:pt x="10573" y="40196"/>
                      </a:lnTo>
                      <a:cubicBezTo>
                        <a:pt x="10954" y="41529"/>
                        <a:pt x="11144" y="43339"/>
                        <a:pt x="11144" y="45720"/>
                      </a:cubicBezTo>
                      <a:cubicBezTo>
                        <a:pt x="11144" y="45911"/>
                        <a:pt x="11049" y="46387"/>
                        <a:pt x="10859" y="47149"/>
                      </a:cubicBezTo>
                      <a:cubicBezTo>
                        <a:pt x="10668" y="47911"/>
                        <a:pt x="10573" y="48482"/>
                        <a:pt x="10573" y="48863"/>
                      </a:cubicBezTo>
                      <a:cubicBezTo>
                        <a:pt x="10573" y="49625"/>
                        <a:pt x="10859" y="50102"/>
                        <a:pt x="11430" y="50578"/>
                      </a:cubicBezTo>
                      <a:cubicBezTo>
                        <a:pt x="11144" y="50768"/>
                        <a:pt x="10954" y="51245"/>
                        <a:pt x="10954" y="51911"/>
                      </a:cubicBezTo>
                      <a:lnTo>
                        <a:pt x="10954" y="52578"/>
                      </a:lnTo>
                      <a:cubicBezTo>
                        <a:pt x="10954" y="52578"/>
                        <a:pt x="10954" y="53054"/>
                        <a:pt x="10954" y="53149"/>
                      </a:cubicBezTo>
                      <a:cubicBezTo>
                        <a:pt x="10954" y="54007"/>
                        <a:pt x="10478" y="54388"/>
                        <a:pt x="9525" y="54197"/>
                      </a:cubicBezTo>
                      <a:lnTo>
                        <a:pt x="9906" y="54483"/>
                      </a:lnTo>
                      <a:cubicBezTo>
                        <a:pt x="9144" y="54769"/>
                        <a:pt x="8287" y="54864"/>
                        <a:pt x="7144" y="54673"/>
                      </a:cubicBezTo>
                      <a:cubicBezTo>
                        <a:pt x="6001" y="54483"/>
                        <a:pt x="5239" y="54483"/>
                        <a:pt x="4953" y="54673"/>
                      </a:cubicBezTo>
                      <a:cubicBezTo>
                        <a:pt x="3429" y="54483"/>
                        <a:pt x="1905" y="54102"/>
                        <a:pt x="571" y="53340"/>
                      </a:cubicBezTo>
                      <a:cubicBezTo>
                        <a:pt x="571" y="49911"/>
                        <a:pt x="571" y="44577"/>
                        <a:pt x="381" y="37433"/>
                      </a:cubicBezTo>
                      <a:lnTo>
                        <a:pt x="95" y="37433"/>
                      </a:lnTo>
                      <a:cubicBezTo>
                        <a:pt x="476" y="36957"/>
                        <a:pt x="571" y="36290"/>
                        <a:pt x="571" y="35623"/>
                      </a:cubicBezTo>
                      <a:cubicBezTo>
                        <a:pt x="571" y="35338"/>
                        <a:pt x="571" y="34862"/>
                        <a:pt x="476" y="34195"/>
                      </a:cubicBezTo>
                      <a:cubicBezTo>
                        <a:pt x="381" y="33528"/>
                        <a:pt x="286" y="33052"/>
                        <a:pt x="286" y="32671"/>
                      </a:cubicBezTo>
                      <a:cubicBezTo>
                        <a:pt x="286" y="31909"/>
                        <a:pt x="476" y="31147"/>
                        <a:pt x="857" y="30480"/>
                      </a:cubicBezTo>
                      <a:cubicBezTo>
                        <a:pt x="571" y="28099"/>
                        <a:pt x="476" y="24955"/>
                        <a:pt x="476" y="20860"/>
                      </a:cubicBezTo>
                      <a:lnTo>
                        <a:pt x="476" y="10954"/>
                      </a:lnTo>
                      <a:cubicBezTo>
                        <a:pt x="476" y="10954"/>
                        <a:pt x="95" y="10573"/>
                        <a:pt x="95" y="10382"/>
                      </a:cubicBezTo>
                      <a:cubicBezTo>
                        <a:pt x="95" y="10287"/>
                        <a:pt x="191" y="10001"/>
                        <a:pt x="476" y="9525"/>
                      </a:cubicBezTo>
                      <a:cubicBezTo>
                        <a:pt x="762" y="9144"/>
                        <a:pt x="857" y="8858"/>
                        <a:pt x="857" y="8572"/>
                      </a:cubicBezTo>
                      <a:cubicBezTo>
                        <a:pt x="286" y="8096"/>
                        <a:pt x="0" y="7525"/>
                        <a:pt x="0" y="6858"/>
                      </a:cubicBezTo>
                      <a:cubicBezTo>
                        <a:pt x="0" y="6477"/>
                        <a:pt x="191" y="5810"/>
                        <a:pt x="476" y="4858"/>
                      </a:cubicBezTo>
                      <a:cubicBezTo>
                        <a:pt x="762" y="3905"/>
                        <a:pt x="953" y="3143"/>
                        <a:pt x="857" y="2667"/>
                      </a:cubicBezTo>
                      <a:lnTo>
                        <a:pt x="3620" y="286"/>
                      </a:lnTo>
                      <a:lnTo>
                        <a:pt x="15526" y="0"/>
                      </a:lnTo>
                      <a:cubicBezTo>
                        <a:pt x="15526" y="0"/>
                        <a:pt x="16288" y="762"/>
                        <a:pt x="17145" y="1524"/>
                      </a:cubicBezTo>
                      <a:cubicBezTo>
                        <a:pt x="17812" y="2096"/>
                        <a:pt x="18193" y="2762"/>
                        <a:pt x="18383" y="3429"/>
                      </a:cubicBezTo>
                      <a:cubicBezTo>
                        <a:pt x="18383" y="3238"/>
                        <a:pt x="18383" y="3048"/>
                        <a:pt x="18383" y="2858"/>
                      </a:cubicBezTo>
                      <a:cubicBezTo>
                        <a:pt x="18383" y="2286"/>
                        <a:pt x="18764" y="1810"/>
                        <a:pt x="19431" y="1429"/>
                      </a:cubicBezTo>
                      <a:cubicBezTo>
                        <a:pt x="20384" y="952"/>
                        <a:pt x="20860" y="667"/>
                        <a:pt x="21050" y="381"/>
                      </a:cubicBezTo>
                      <a:cubicBezTo>
                        <a:pt x="21336" y="381"/>
                        <a:pt x="21622" y="381"/>
                        <a:pt x="22003" y="952"/>
                      </a:cubicBezTo>
                      <a:cubicBezTo>
                        <a:pt x="22098" y="952"/>
                        <a:pt x="22288" y="952"/>
                        <a:pt x="22479" y="952"/>
                      </a:cubicBezTo>
                      <a:cubicBezTo>
                        <a:pt x="22765" y="952"/>
                        <a:pt x="23336" y="1143"/>
                        <a:pt x="24003" y="1524"/>
                      </a:cubicBezTo>
                      <a:cubicBezTo>
                        <a:pt x="24670" y="1905"/>
                        <a:pt x="25241" y="2096"/>
                        <a:pt x="25718" y="2096"/>
                      </a:cubicBezTo>
                      <a:lnTo>
                        <a:pt x="28004" y="2096"/>
                      </a:lnTo>
                      <a:cubicBezTo>
                        <a:pt x="27908" y="2858"/>
                        <a:pt x="28099" y="3143"/>
                        <a:pt x="28766" y="3143"/>
                      </a:cubicBezTo>
                      <a:cubicBezTo>
                        <a:pt x="28766" y="3143"/>
                        <a:pt x="28956" y="3143"/>
                        <a:pt x="29146" y="3143"/>
                      </a:cubicBezTo>
                      <a:lnTo>
                        <a:pt x="29623" y="3143"/>
                      </a:lnTo>
                      <a:cubicBezTo>
                        <a:pt x="30194" y="3143"/>
                        <a:pt x="30575" y="3429"/>
                        <a:pt x="30671" y="4000"/>
                      </a:cubicBezTo>
                      <a:lnTo>
                        <a:pt x="32290" y="4000"/>
                      </a:lnTo>
                      <a:cubicBezTo>
                        <a:pt x="33242" y="4953"/>
                        <a:pt x="34290" y="5905"/>
                        <a:pt x="35243" y="6858"/>
                      </a:cubicBezTo>
                      <a:cubicBezTo>
                        <a:pt x="36386" y="8001"/>
                        <a:pt x="37052" y="9144"/>
                        <a:pt x="37148" y="10192"/>
                      </a:cubicBezTo>
                      <a:cubicBezTo>
                        <a:pt x="37814" y="10573"/>
                        <a:pt x="38291" y="11144"/>
                        <a:pt x="38481" y="12001"/>
                      </a:cubicBezTo>
                      <a:cubicBezTo>
                        <a:pt x="38767" y="13240"/>
                        <a:pt x="39053" y="14002"/>
                        <a:pt x="39243" y="14383"/>
                      </a:cubicBezTo>
                      <a:lnTo>
                        <a:pt x="38671" y="14859"/>
                      </a:lnTo>
                      <a:close/>
                      <a:moveTo>
                        <a:pt x="5429" y="17526"/>
                      </a:moveTo>
                      <a:lnTo>
                        <a:pt x="5429" y="16002"/>
                      </a:lnTo>
                      <a:lnTo>
                        <a:pt x="5144" y="16002"/>
                      </a:lnTo>
                      <a:lnTo>
                        <a:pt x="5144" y="17526"/>
                      </a:lnTo>
                      <a:lnTo>
                        <a:pt x="5429" y="17526"/>
                      </a:lnTo>
                      <a:close/>
                      <a:moveTo>
                        <a:pt x="7239" y="8477"/>
                      </a:moveTo>
                      <a:cubicBezTo>
                        <a:pt x="7239" y="8477"/>
                        <a:pt x="7239" y="7906"/>
                        <a:pt x="7239" y="7429"/>
                      </a:cubicBezTo>
                      <a:cubicBezTo>
                        <a:pt x="7334" y="6953"/>
                        <a:pt x="7429" y="6667"/>
                        <a:pt x="7429" y="6477"/>
                      </a:cubicBezTo>
                      <a:cubicBezTo>
                        <a:pt x="7429" y="5905"/>
                        <a:pt x="7144" y="5620"/>
                        <a:pt x="6572" y="5429"/>
                      </a:cubicBezTo>
                      <a:lnTo>
                        <a:pt x="7429" y="4572"/>
                      </a:lnTo>
                      <a:cubicBezTo>
                        <a:pt x="7429" y="4572"/>
                        <a:pt x="7429" y="4381"/>
                        <a:pt x="7429" y="4286"/>
                      </a:cubicBezTo>
                      <a:cubicBezTo>
                        <a:pt x="6858" y="4763"/>
                        <a:pt x="6668" y="5143"/>
                        <a:pt x="6668" y="5620"/>
                      </a:cubicBezTo>
                      <a:cubicBezTo>
                        <a:pt x="6668" y="5810"/>
                        <a:pt x="6858" y="6477"/>
                        <a:pt x="7239" y="7429"/>
                      </a:cubicBezTo>
                      <a:cubicBezTo>
                        <a:pt x="6953" y="7429"/>
                        <a:pt x="6763" y="7620"/>
                        <a:pt x="6763" y="7906"/>
                      </a:cubicBezTo>
                      <a:cubicBezTo>
                        <a:pt x="6763" y="8192"/>
                        <a:pt x="6572" y="8382"/>
                        <a:pt x="6477" y="8477"/>
                      </a:cubicBezTo>
                      <a:lnTo>
                        <a:pt x="7334" y="8477"/>
                      </a:lnTo>
                      <a:close/>
                      <a:moveTo>
                        <a:pt x="10001" y="6953"/>
                      </a:moveTo>
                      <a:lnTo>
                        <a:pt x="11144" y="7715"/>
                      </a:lnTo>
                      <a:lnTo>
                        <a:pt x="11144" y="7715"/>
                      </a:lnTo>
                      <a:lnTo>
                        <a:pt x="10573" y="8287"/>
                      </a:lnTo>
                      <a:lnTo>
                        <a:pt x="11144" y="8287"/>
                      </a:lnTo>
                      <a:lnTo>
                        <a:pt x="11144" y="4572"/>
                      </a:lnTo>
                      <a:cubicBezTo>
                        <a:pt x="11144" y="4572"/>
                        <a:pt x="10763" y="4858"/>
                        <a:pt x="10478" y="5143"/>
                      </a:cubicBezTo>
                      <a:cubicBezTo>
                        <a:pt x="10478" y="5048"/>
                        <a:pt x="10382" y="4953"/>
                        <a:pt x="10096" y="4953"/>
                      </a:cubicBezTo>
                      <a:cubicBezTo>
                        <a:pt x="10287" y="5143"/>
                        <a:pt x="10382" y="5239"/>
                        <a:pt x="10478" y="5143"/>
                      </a:cubicBezTo>
                      <a:cubicBezTo>
                        <a:pt x="10478" y="5334"/>
                        <a:pt x="10478" y="5620"/>
                        <a:pt x="10382" y="6001"/>
                      </a:cubicBezTo>
                      <a:lnTo>
                        <a:pt x="10382" y="6001"/>
                      </a:lnTo>
                      <a:cubicBezTo>
                        <a:pt x="10382" y="6001"/>
                        <a:pt x="10763" y="6001"/>
                        <a:pt x="10859" y="6191"/>
                      </a:cubicBezTo>
                      <a:lnTo>
                        <a:pt x="10001" y="6953"/>
                      </a:lnTo>
                      <a:close/>
                      <a:moveTo>
                        <a:pt x="27146" y="18288"/>
                      </a:moveTo>
                      <a:cubicBezTo>
                        <a:pt x="27146" y="18288"/>
                        <a:pt x="27242" y="17907"/>
                        <a:pt x="27242" y="17716"/>
                      </a:cubicBezTo>
                      <a:cubicBezTo>
                        <a:pt x="27242" y="17431"/>
                        <a:pt x="27051" y="17145"/>
                        <a:pt x="26670" y="16764"/>
                      </a:cubicBezTo>
                      <a:cubicBezTo>
                        <a:pt x="26289" y="16478"/>
                        <a:pt x="26003" y="16192"/>
                        <a:pt x="25908" y="16002"/>
                      </a:cubicBezTo>
                      <a:cubicBezTo>
                        <a:pt x="26099" y="15716"/>
                        <a:pt x="26194" y="15526"/>
                        <a:pt x="26194" y="15240"/>
                      </a:cubicBezTo>
                      <a:cubicBezTo>
                        <a:pt x="26194" y="14859"/>
                        <a:pt x="25813" y="14478"/>
                        <a:pt x="25241" y="14097"/>
                      </a:cubicBezTo>
                      <a:cubicBezTo>
                        <a:pt x="24575" y="13716"/>
                        <a:pt x="24194" y="13335"/>
                        <a:pt x="24098" y="13145"/>
                      </a:cubicBezTo>
                      <a:cubicBezTo>
                        <a:pt x="23813" y="12954"/>
                        <a:pt x="23622" y="12763"/>
                        <a:pt x="23241" y="12763"/>
                      </a:cubicBezTo>
                      <a:cubicBezTo>
                        <a:pt x="23146" y="12763"/>
                        <a:pt x="22860" y="12763"/>
                        <a:pt x="22574" y="12763"/>
                      </a:cubicBezTo>
                      <a:cubicBezTo>
                        <a:pt x="22288" y="12763"/>
                        <a:pt x="22098" y="12859"/>
                        <a:pt x="21908" y="12859"/>
                      </a:cubicBezTo>
                      <a:cubicBezTo>
                        <a:pt x="21527" y="12859"/>
                        <a:pt x="21241" y="12573"/>
                        <a:pt x="21050" y="12097"/>
                      </a:cubicBezTo>
                      <a:lnTo>
                        <a:pt x="21622" y="11716"/>
                      </a:lnTo>
                      <a:cubicBezTo>
                        <a:pt x="20765" y="11716"/>
                        <a:pt x="20193" y="11906"/>
                        <a:pt x="20098" y="12668"/>
                      </a:cubicBezTo>
                      <a:cubicBezTo>
                        <a:pt x="20003" y="13716"/>
                        <a:pt x="19812" y="14478"/>
                        <a:pt x="19621" y="14669"/>
                      </a:cubicBezTo>
                      <a:cubicBezTo>
                        <a:pt x="19336" y="13811"/>
                        <a:pt x="19050" y="12954"/>
                        <a:pt x="18764" y="12097"/>
                      </a:cubicBezTo>
                      <a:cubicBezTo>
                        <a:pt x="18479" y="11239"/>
                        <a:pt x="17907" y="10477"/>
                        <a:pt x="16954" y="10001"/>
                      </a:cubicBezTo>
                      <a:cubicBezTo>
                        <a:pt x="16859" y="10858"/>
                        <a:pt x="16288" y="11335"/>
                        <a:pt x="15335" y="11335"/>
                      </a:cubicBezTo>
                      <a:cubicBezTo>
                        <a:pt x="15050" y="11335"/>
                        <a:pt x="14764" y="11335"/>
                        <a:pt x="14288" y="11335"/>
                      </a:cubicBezTo>
                      <a:cubicBezTo>
                        <a:pt x="13811" y="11335"/>
                        <a:pt x="13430" y="11335"/>
                        <a:pt x="13145" y="11335"/>
                      </a:cubicBezTo>
                      <a:cubicBezTo>
                        <a:pt x="12859" y="11335"/>
                        <a:pt x="12668" y="11335"/>
                        <a:pt x="12383" y="11335"/>
                      </a:cubicBezTo>
                      <a:cubicBezTo>
                        <a:pt x="11049" y="12097"/>
                        <a:pt x="10382" y="13525"/>
                        <a:pt x="10382" y="15526"/>
                      </a:cubicBezTo>
                      <a:cubicBezTo>
                        <a:pt x="10382" y="15907"/>
                        <a:pt x="10382" y="16478"/>
                        <a:pt x="10382" y="17336"/>
                      </a:cubicBezTo>
                      <a:cubicBezTo>
                        <a:pt x="10382" y="18193"/>
                        <a:pt x="10382" y="18764"/>
                        <a:pt x="10382" y="19145"/>
                      </a:cubicBezTo>
                      <a:cubicBezTo>
                        <a:pt x="10382" y="20098"/>
                        <a:pt x="10382" y="20860"/>
                        <a:pt x="10096" y="21431"/>
                      </a:cubicBezTo>
                      <a:cubicBezTo>
                        <a:pt x="10096" y="22003"/>
                        <a:pt x="10573" y="22193"/>
                        <a:pt x="11335" y="22193"/>
                      </a:cubicBezTo>
                      <a:cubicBezTo>
                        <a:pt x="12097" y="22193"/>
                        <a:pt x="12573" y="22384"/>
                        <a:pt x="12763" y="22955"/>
                      </a:cubicBezTo>
                      <a:cubicBezTo>
                        <a:pt x="13049" y="23146"/>
                        <a:pt x="13811" y="23241"/>
                        <a:pt x="14954" y="23146"/>
                      </a:cubicBezTo>
                      <a:cubicBezTo>
                        <a:pt x="15812" y="23146"/>
                        <a:pt x="16478" y="23431"/>
                        <a:pt x="16859" y="24003"/>
                      </a:cubicBezTo>
                      <a:cubicBezTo>
                        <a:pt x="17145" y="23336"/>
                        <a:pt x="17621" y="23050"/>
                        <a:pt x="18193" y="22955"/>
                      </a:cubicBezTo>
                      <a:lnTo>
                        <a:pt x="19907" y="22955"/>
                      </a:lnTo>
                      <a:cubicBezTo>
                        <a:pt x="20384" y="22955"/>
                        <a:pt x="20765" y="22670"/>
                        <a:pt x="20955" y="22193"/>
                      </a:cubicBezTo>
                      <a:cubicBezTo>
                        <a:pt x="22574" y="22384"/>
                        <a:pt x="24384" y="21336"/>
                        <a:pt x="26479" y="19240"/>
                      </a:cubicBezTo>
                      <a:lnTo>
                        <a:pt x="25432" y="18860"/>
                      </a:lnTo>
                      <a:lnTo>
                        <a:pt x="26956" y="18002"/>
                      </a:lnTo>
                      <a:close/>
                      <a:moveTo>
                        <a:pt x="25908" y="7715"/>
                      </a:moveTo>
                      <a:cubicBezTo>
                        <a:pt x="25908" y="7715"/>
                        <a:pt x="25718" y="7429"/>
                        <a:pt x="25527" y="7429"/>
                      </a:cubicBezTo>
                      <a:cubicBezTo>
                        <a:pt x="25146" y="7429"/>
                        <a:pt x="24955" y="7620"/>
                        <a:pt x="24955" y="7906"/>
                      </a:cubicBezTo>
                      <a:cubicBezTo>
                        <a:pt x="24955" y="7906"/>
                        <a:pt x="24955" y="7906"/>
                        <a:pt x="25051" y="7906"/>
                      </a:cubicBezTo>
                      <a:lnTo>
                        <a:pt x="25908" y="7620"/>
                      </a:lnTo>
                      <a:close/>
                      <a:moveTo>
                        <a:pt x="28766" y="4572"/>
                      </a:moveTo>
                      <a:lnTo>
                        <a:pt x="28766" y="4191"/>
                      </a:lnTo>
                      <a:cubicBezTo>
                        <a:pt x="28766" y="4191"/>
                        <a:pt x="28004" y="4381"/>
                        <a:pt x="27146" y="4381"/>
                      </a:cubicBezTo>
                      <a:lnTo>
                        <a:pt x="28766" y="4572"/>
                      </a:lnTo>
                      <a:close/>
                      <a:moveTo>
                        <a:pt x="27146" y="16097"/>
                      </a:moveTo>
                      <a:lnTo>
                        <a:pt x="28194" y="16097"/>
                      </a:lnTo>
                      <a:cubicBezTo>
                        <a:pt x="28194" y="16097"/>
                        <a:pt x="27337" y="15430"/>
                        <a:pt x="27146" y="15526"/>
                      </a:cubicBezTo>
                      <a:lnTo>
                        <a:pt x="27146" y="16097"/>
                      </a:lnTo>
                      <a:close/>
                      <a:moveTo>
                        <a:pt x="29337" y="19431"/>
                      </a:moveTo>
                      <a:lnTo>
                        <a:pt x="30099" y="18669"/>
                      </a:lnTo>
                      <a:lnTo>
                        <a:pt x="29813" y="18669"/>
                      </a:lnTo>
                      <a:lnTo>
                        <a:pt x="29432" y="19431"/>
                      </a:lnTo>
                      <a:close/>
                      <a:moveTo>
                        <a:pt x="31433" y="19526"/>
                      </a:moveTo>
                      <a:cubicBezTo>
                        <a:pt x="31433" y="19526"/>
                        <a:pt x="31147" y="19145"/>
                        <a:pt x="31147" y="18955"/>
                      </a:cubicBezTo>
                      <a:cubicBezTo>
                        <a:pt x="31147" y="18193"/>
                        <a:pt x="31528" y="17621"/>
                        <a:pt x="32195" y="17240"/>
                      </a:cubicBezTo>
                      <a:cubicBezTo>
                        <a:pt x="32004" y="17145"/>
                        <a:pt x="31909" y="17050"/>
                        <a:pt x="31718" y="17050"/>
                      </a:cubicBezTo>
                      <a:cubicBezTo>
                        <a:pt x="31718" y="17050"/>
                        <a:pt x="31147" y="17336"/>
                        <a:pt x="30099" y="18002"/>
                      </a:cubicBezTo>
                      <a:cubicBezTo>
                        <a:pt x="30766" y="18193"/>
                        <a:pt x="31147" y="18479"/>
                        <a:pt x="31147" y="18955"/>
                      </a:cubicBezTo>
                      <a:cubicBezTo>
                        <a:pt x="31147" y="19145"/>
                        <a:pt x="31147" y="19431"/>
                        <a:pt x="30956" y="19717"/>
                      </a:cubicBezTo>
                      <a:cubicBezTo>
                        <a:pt x="30766" y="20098"/>
                        <a:pt x="30671" y="20288"/>
                        <a:pt x="30671" y="20383"/>
                      </a:cubicBezTo>
                      <a:cubicBezTo>
                        <a:pt x="30671" y="20669"/>
                        <a:pt x="31052" y="20764"/>
                        <a:pt x="31718" y="20764"/>
                      </a:cubicBezTo>
                      <a:cubicBezTo>
                        <a:pt x="31718" y="20098"/>
                        <a:pt x="31718" y="19717"/>
                        <a:pt x="31528" y="19621"/>
                      </a:cubicBezTo>
                      <a:close/>
                      <a:moveTo>
                        <a:pt x="33528" y="22765"/>
                      </a:moveTo>
                      <a:lnTo>
                        <a:pt x="33719" y="22574"/>
                      </a:lnTo>
                      <a:lnTo>
                        <a:pt x="33338" y="22003"/>
                      </a:lnTo>
                      <a:lnTo>
                        <a:pt x="33528" y="22765"/>
                      </a:lnTo>
                      <a:close/>
                      <a:moveTo>
                        <a:pt x="34766" y="18097"/>
                      </a:moveTo>
                      <a:lnTo>
                        <a:pt x="35528" y="18669"/>
                      </a:lnTo>
                      <a:cubicBezTo>
                        <a:pt x="35528" y="18669"/>
                        <a:pt x="35243" y="18193"/>
                        <a:pt x="35338" y="18097"/>
                      </a:cubicBezTo>
                      <a:lnTo>
                        <a:pt x="34766" y="18097"/>
                      </a:lnTo>
                      <a:close/>
                      <a:moveTo>
                        <a:pt x="34957" y="9811"/>
                      </a:moveTo>
                      <a:lnTo>
                        <a:pt x="34957" y="10382"/>
                      </a:lnTo>
                      <a:lnTo>
                        <a:pt x="35528" y="9811"/>
                      </a:lnTo>
                      <a:lnTo>
                        <a:pt x="34957" y="9811"/>
                      </a:lnTo>
                      <a:close/>
                      <a:moveTo>
                        <a:pt x="35528" y="15812"/>
                      </a:moveTo>
                      <a:lnTo>
                        <a:pt x="36862" y="14573"/>
                      </a:lnTo>
                      <a:lnTo>
                        <a:pt x="36100" y="14573"/>
                      </a:lnTo>
                      <a:lnTo>
                        <a:pt x="35528" y="15812"/>
                      </a:lnTo>
                      <a:close/>
                      <a:moveTo>
                        <a:pt x="36100" y="21812"/>
                      </a:moveTo>
                      <a:lnTo>
                        <a:pt x="36862" y="21527"/>
                      </a:lnTo>
                      <a:cubicBezTo>
                        <a:pt x="36862" y="21527"/>
                        <a:pt x="36576" y="21241"/>
                        <a:pt x="36100" y="21241"/>
                      </a:cubicBezTo>
                      <a:lnTo>
                        <a:pt x="36100" y="21812"/>
                      </a:lnTo>
                      <a:close/>
                      <a:moveTo>
                        <a:pt x="37719" y="9049"/>
                      </a:moveTo>
                      <a:cubicBezTo>
                        <a:pt x="37719" y="9049"/>
                        <a:pt x="38005" y="9049"/>
                        <a:pt x="38291" y="9430"/>
                      </a:cubicBezTo>
                      <a:lnTo>
                        <a:pt x="37719" y="9049"/>
                      </a:lnTo>
                      <a:close/>
                      <a:moveTo>
                        <a:pt x="38671" y="9620"/>
                      </a:moveTo>
                      <a:cubicBezTo>
                        <a:pt x="38671" y="9620"/>
                        <a:pt x="38481" y="9620"/>
                        <a:pt x="38291" y="9334"/>
                      </a:cubicBezTo>
                      <a:lnTo>
                        <a:pt x="38671" y="9620"/>
                      </a:lnTo>
                      <a:close/>
                      <a:moveTo>
                        <a:pt x="38957" y="9715"/>
                      </a:moveTo>
                      <a:lnTo>
                        <a:pt x="38671" y="9715"/>
                      </a:lnTo>
                      <a:cubicBezTo>
                        <a:pt x="38671" y="9715"/>
                        <a:pt x="38957" y="9525"/>
                        <a:pt x="38957" y="9525"/>
                      </a:cubicBezTo>
                      <a:lnTo>
                        <a:pt x="38957" y="9715"/>
                      </a:lnTo>
                      <a:close/>
                      <a:moveTo>
                        <a:pt x="39910" y="6477"/>
                      </a:moveTo>
                      <a:cubicBezTo>
                        <a:pt x="39910" y="6477"/>
                        <a:pt x="39624" y="6477"/>
                        <a:pt x="39338" y="6477"/>
                      </a:cubicBezTo>
                      <a:cubicBezTo>
                        <a:pt x="39053" y="6477"/>
                        <a:pt x="38957" y="6477"/>
                        <a:pt x="38957" y="6287"/>
                      </a:cubicBezTo>
                      <a:cubicBezTo>
                        <a:pt x="38957" y="6191"/>
                        <a:pt x="38957" y="6001"/>
                        <a:pt x="39243" y="5810"/>
                      </a:cubicBezTo>
                      <a:lnTo>
                        <a:pt x="39910" y="6572"/>
                      </a:lnTo>
                      <a:close/>
                      <a:moveTo>
                        <a:pt x="40005" y="16478"/>
                      </a:moveTo>
                      <a:lnTo>
                        <a:pt x="39243" y="15907"/>
                      </a:lnTo>
                      <a:lnTo>
                        <a:pt x="40005" y="15907"/>
                      </a:lnTo>
                      <a:lnTo>
                        <a:pt x="40005" y="16478"/>
                      </a:lnTo>
                      <a:close/>
                      <a:moveTo>
                        <a:pt x="39910" y="6477"/>
                      </a:moveTo>
                      <a:lnTo>
                        <a:pt x="39910" y="6477"/>
                      </a:lnTo>
                      <a:close/>
                      <a:moveTo>
                        <a:pt x="40577" y="12001"/>
                      </a:moveTo>
                      <a:lnTo>
                        <a:pt x="40767" y="11239"/>
                      </a:lnTo>
                      <a:lnTo>
                        <a:pt x="42386" y="11811"/>
                      </a:lnTo>
                      <a:cubicBezTo>
                        <a:pt x="42386" y="11811"/>
                        <a:pt x="41720" y="12097"/>
                        <a:pt x="41434" y="12573"/>
                      </a:cubicBezTo>
                      <a:cubicBezTo>
                        <a:pt x="41434" y="12573"/>
                        <a:pt x="41053" y="12383"/>
                        <a:pt x="40577" y="12001"/>
                      </a:cubicBezTo>
                      <a:close/>
                      <a:moveTo>
                        <a:pt x="42386" y="4953"/>
                      </a:moveTo>
                      <a:cubicBezTo>
                        <a:pt x="42386" y="4953"/>
                        <a:pt x="42101" y="5334"/>
                        <a:pt x="41815" y="5334"/>
                      </a:cubicBezTo>
                      <a:lnTo>
                        <a:pt x="41053" y="5334"/>
                      </a:lnTo>
                      <a:lnTo>
                        <a:pt x="41243" y="4763"/>
                      </a:lnTo>
                      <a:cubicBezTo>
                        <a:pt x="41243" y="4763"/>
                        <a:pt x="41815" y="4953"/>
                        <a:pt x="42291" y="4953"/>
                      </a:cubicBezTo>
                      <a:close/>
                      <a:moveTo>
                        <a:pt x="42005" y="6953"/>
                      </a:moveTo>
                      <a:lnTo>
                        <a:pt x="42005" y="6572"/>
                      </a:lnTo>
                      <a:cubicBezTo>
                        <a:pt x="42958" y="6763"/>
                        <a:pt x="43720" y="6858"/>
                        <a:pt x="44101" y="6763"/>
                      </a:cubicBezTo>
                      <a:lnTo>
                        <a:pt x="44101" y="7334"/>
                      </a:lnTo>
                      <a:lnTo>
                        <a:pt x="42005" y="6953"/>
                      </a:lnTo>
                      <a:close/>
                      <a:moveTo>
                        <a:pt x="44387" y="17145"/>
                      </a:moveTo>
                      <a:lnTo>
                        <a:pt x="43815" y="17145"/>
                      </a:lnTo>
                      <a:lnTo>
                        <a:pt x="44196" y="16478"/>
                      </a:lnTo>
                      <a:cubicBezTo>
                        <a:pt x="44196" y="16478"/>
                        <a:pt x="44291" y="16764"/>
                        <a:pt x="44291" y="17145"/>
                      </a:cubicBezTo>
                      <a:close/>
                      <a:moveTo>
                        <a:pt x="44101" y="16383"/>
                      </a:moveTo>
                      <a:cubicBezTo>
                        <a:pt x="44101" y="16383"/>
                        <a:pt x="44196" y="16192"/>
                        <a:pt x="44387" y="16002"/>
                      </a:cubicBezTo>
                      <a:lnTo>
                        <a:pt x="44387" y="16383"/>
                      </a:lnTo>
                      <a:cubicBezTo>
                        <a:pt x="44387" y="16383"/>
                        <a:pt x="44196" y="16383"/>
                        <a:pt x="44101" y="16383"/>
                      </a:cubicBezTo>
                      <a:close/>
                      <a:moveTo>
                        <a:pt x="44387" y="16002"/>
                      </a:moveTo>
                      <a:lnTo>
                        <a:pt x="44577" y="15526"/>
                      </a:lnTo>
                      <a:cubicBezTo>
                        <a:pt x="44577" y="15526"/>
                        <a:pt x="44577" y="15812"/>
                        <a:pt x="44387" y="16002"/>
                      </a:cubicBezTo>
                      <a:close/>
                      <a:moveTo>
                        <a:pt x="45434" y="1714"/>
                      </a:moveTo>
                      <a:lnTo>
                        <a:pt x="46006" y="2286"/>
                      </a:lnTo>
                      <a:lnTo>
                        <a:pt x="44958" y="2286"/>
                      </a:lnTo>
                      <a:lnTo>
                        <a:pt x="45434" y="1714"/>
                      </a:lnTo>
                      <a:close/>
                      <a:moveTo>
                        <a:pt x="45815" y="9144"/>
                      </a:moveTo>
                      <a:lnTo>
                        <a:pt x="47054" y="10382"/>
                      </a:lnTo>
                      <a:cubicBezTo>
                        <a:pt x="46006" y="10096"/>
                        <a:pt x="45529" y="9811"/>
                        <a:pt x="45529" y="9620"/>
                      </a:cubicBezTo>
                      <a:cubicBezTo>
                        <a:pt x="45529" y="9525"/>
                        <a:pt x="45529" y="9334"/>
                        <a:pt x="45720" y="9049"/>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 name="Google Shape;1229;p99"/>
                <p:cNvSpPr/>
                <p:nvPr/>
              </p:nvSpPr>
              <p:spPr>
                <a:xfrm>
                  <a:off x="6370319" y="3016091"/>
                  <a:ext cx="39243" cy="54959"/>
                </a:xfrm>
                <a:custGeom>
                  <a:avLst/>
                  <a:gdLst/>
                  <a:ahLst/>
                  <a:cxnLst/>
                  <a:rect l="l" t="t" r="r" b="b"/>
                  <a:pathLst>
                    <a:path w="39243" h="54959" extrusionOk="0">
                      <a:moveTo>
                        <a:pt x="39243" y="12097"/>
                      </a:moveTo>
                      <a:lnTo>
                        <a:pt x="39053" y="22479"/>
                      </a:lnTo>
                      <a:cubicBezTo>
                        <a:pt x="38481" y="22670"/>
                        <a:pt x="38195" y="23051"/>
                        <a:pt x="38195" y="23813"/>
                      </a:cubicBezTo>
                      <a:cubicBezTo>
                        <a:pt x="38195" y="24860"/>
                        <a:pt x="38195" y="25432"/>
                        <a:pt x="37910" y="25622"/>
                      </a:cubicBezTo>
                      <a:cubicBezTo>
                        <a:pt x="34766" y="29623"/>
                        <a:pt x="31242" y="32099"/>
                        <a:pt x="27432" y="33242"/>
                      </a:cubicBezTo>
                      <a:cubicBezTo>
                        <a:pt x="26861" y="33909"/>
                        <a:pt x="26099" y="34195"/>
                        <a:pt x="25146" y="34195"/>
                      </a:cubicBezTo>
                      <a:cubicBezTo>
                        <a:pt x="24670" y="34195"/>
                        <a:pt x="24003" y="34100"/>
                        <a:pt x="22955" y="33909"/>
                      </a:cubicBezTo>
                      <a:cubicBezTo>
                        <a:pt x="21908" y="33719"/>
                        <a:pt x="21146" y="33623"/>
                        <a:pt x="20669" y="33719"/>
                      </a:cubicBezTo>
                      <a:cubicBezTo>
                        <a:pt x="19908" y="32956"/>
                        <a:pt x="19526" y="32099"/>
                        <a:pt x="19526" y="31242"/>
                      </a:cubicBezTo>
                      <a:cubicBezTo>
                        <a:pt x="19526" y="30956"/>
                        <a:pt x="19812" y="29813"/>
                        <a:pt x="20288" y="27908"/>
                      </a:cubicBezTo>
                      <a:cubicBezTo>
                        <a:pt x="20669" y="26479"/>
                        <a:pt x="20574" y="25337"/>
                        <a:pt x="20003" y="24384"/>
                      </a:cubicBezTo>
                      <a:cubicBezTo>
                        <a:pt x="20479" y="23622"/>
                        <a:pt x="21336" y="23146"/>
                        <a:pt x="22574" y="23051"/>
                      </a:cubicBezTo>
                      <a:cubicBezTo>
                        <a:pt x="22574" y="22670"/>
                        <a:pt x="22955" y="22479"/>
                        <a:pt x="23527" y="22479"/>
                      </a:cubicBezTo>
                      <a:cubicBezTo>
                        <a:pt x="23717" y="22479"/>
                        <a:pt x="23908" y="22479"/>
                        <a:pt x="24194" y="22479"/>
                      </a:cubicBezTo>
                      <a:lnTo>
                        <a:pt x="24860" y="22479"/>
                      </a:lnTo>
                      <a:cubicBezTo>
                        <a:pt x="25813" y="22479"/>
                        <a:pt x="26289" y="22003"/>
                        <a:pt x="26289" y="21146"/>
                      </a:cubicBezTo>
                      <a:cubicBezTo>
                        <a:pt x="27813" y="20479"/>
                        <a:pt x="28575" y="19336"/>
                        <a:pt x="28575" y="17717"/>
                      </a:cubicBezTo>
                      <a:cubicBezTo>
                        <a:pt x="28766" y="16097"/>
                        <a:pt x="28385" y="14859"/>
                        <a:pt x="27337" y="13906"/>
                      </a:cubicBezTo>
                      <a:cubicBezTo>
                        <a:pt x="26289" y="13049"/>
                        <a:pt x="25146" y="12287"/>
                        <a:pt x="24098" y="11525"/>
                      </a:cubicBezTo>
                      <a:cubicBezTo>
                        <a:pt x="23717" y="11240"/>
                        <a:pt x="23146" y="11049"/>
                        <a:pt x="22384" y="11049"/>
                      </a:cubicBezTo>
                      <a:lnTo>
                        <a:pt x="21812" y="11049"/>
                      </a:lnTo>
                      <a:cubicBezTo>
                        <a:pt x="21812" y="11049"/>
                        <a:pt x="21336" y="11049"/>
                        <a:pt x="21241" y="11049"/>
                      </a:cubicBezTo>
                      <a:cubicBezTo>
                        <a:pt x="20098" y="11049"/>
                        <a:pt x="19526" y="10478"/>
                        <a:pt x="19526" y="9335"/>
                      </a:cubicBezTo>
                      <a:cubicBezTo>
                        <a:pt x="19621" y="8382"/>
                        <a:pt x="20193" y="7906"/>
                        <a:pt x="21146" y="7811"/>
                      </a:cubicBezTo>
                      <a:cubicBezTo>
                        <a:pt x="20003" y="7620"/>
                        <a:pt x="19526" y="6953"/>
                        <a:pt x="19526" y="5906"/>
                      </a:cubicBezTo>
                      <a:cubicBezTo>
                        <a:pt x="19526" y="5715"/>
                        <a:pt x="19526" y="5525"/>
                        <a:pt x="19526" y="5429"/>
                      </a:cubicBezTo>
                      <a:cubicBezTo>
                        <a:pt x="19812" y="5334"/>
                        <a:pt x="19812" y="5144"/>
                        <a:pt x="19717" y="5048"/>
                      </a:cubicBezTo>
                      <a:cubicBezTo>
                        <a:pt x="19526" y="4858"/>
                        <a:pt x="19336" y="4667"/>
                        <a:pt x="18955" y="4667"/>
                      </a:cubicBezTo>
                      <a:cubicBezTo>
                        <a:pt x="18479" y="7049"/>
                        <a:pt x="18288" y="8477"/>
                        <a:pt x="18383" y="8954"/>
                      </a:cubicBezTo>
                      <a:cubicBezTo>
                        <a:pt x="18383" y="9144"/>
                        <a:pt x="18574" y="9335"/>
                        <a:pt x="18574" y="9525"/>
                      </a:cubicBezTo>
                      <a:cubicBezTo>
                        <a:pt x="18574" y="10382"/>
                        <a:pt x="17812" y="10954"/>
                        <a:pt x="16383" y="11525"/>
                      </a:cubicBezTo>
                      <a:cubicBezTo>
                        <a:pt x="16002" y="10954"/>
                        <a:pt x="15335" y="10668"/>
                        <a:pt x="14573" y="10668"/>
                      </a:cubicBezTo>
                      <a:cubicBezTo>
                        <a:pt x="14764" y="10668"/>
                        <a:pt x="13907" y="10763"/>
                        <a:pt x="12097" y="11049"/>
                      </a:cubicBezTo>
                      <a:cubicBezTo>
                        <a:pt x="10668" y="12002"/>
                        <a:pt x="9906" y="13240"/>
                        <a:pt x="9906" y="14954"/>
                      </a:cubicBezTo>
                      <a:cubicBezTo>
                        <a:pt x="9906" y="15526"/>
                        <a:pt x="10001" y="16383"/>
                        <a:pt x="10192" y="17526"/>
                      </a:cubicBezTo>
                      <a:cubicBezTo>
                        <a:pt x="10383" y="18669"/>
                        <a:pt x="10478" y="19526"/>
                        <a:pt x="10478" y="20098"/>
                      </a:cubicBezTo>
                      <a:cubicBezTo>
                        <a:pt x="10478" y="20669"/>
                        <a:pt x="10478" y="21146"/>
                        <a:pt x="10287" y="21622"/>
                      </a:cubicBezTo>
                      <a:cubicBezTo>
                        <a:pt x="10859" y="22860"/>
                        <a:pt x="11906" y="23717"/>
                        <a:pt x="13621" y="24098"/>
                      </a:cubicBezTo>
                      <a:cubicBezTo>
                        <a:pt x="14288" y="24289"/>
                        <a:pt x="15812" y="24479"/>
                        <a:pt x="18193" y="24670"/>
                      </a:cubicBezTo>
                      <a:cubicBezTo>
                        <a:pt x="17907" y="25432"/>
                        <a:pt x="17812" y="26289"/>
                        <a:pt x="17812" y="27242"/>
                      </a:cubicBezTo>
                      <a:cubicBezTo>
                        <a:pt x="17812" y="27813"/>
                        <a:pt x="18193" y="29813"/>
                        <a:pt x="18955" y="33052"/>
                      </a:cubicBezTo>
                      <a:cubicBezTo>
                        <a:pt x="18764" y="32861"/>
                        <a:pt x="18574" y="32671"/>
                        <a:pt x="18383" y="32671"/>
                      </a:cubicBezTo>
                      <a:cubicBezTo>
                        <a:pt x="18193" y="32671"/>
                        <a:pt x="17907" y="32861"/>
                        <a:pt x="17621" y="33338"/>
                      </a:cubicBezTo>
                      <a:cubicBezTo>
                        <a:pt x="17336" y="33814"/>
                        <a:pt x="17050" y="34004"/>
                        <a:pt x="16954" y="34100"/>
                      </a:cubicBezTo>
                      <a:cubicBezTo>
                        <a:pt x="16669" y="33719"/>
                        <a:pt x="16002" y="33528"/>
                        <a:pt x="14954" y="33528"/>
                      </a:cubicBezTo>
                      <a:cubicBezTo>
                        <a:pt x="13335" y="33528"/>
                        <a:pt x="12573" y="33528"/>
                        <a:pt x="12478" y="33528"/>
                      </a:cubicBezTo>
                      <a:cubicBezTo>
                        <a:pt x="10859" y="34957"/>
                        <a:pt x="10001" y="36767"/>
                        <a:pt x="10001" y="39148"/>
                      </a:cubicBezTo>
                      <a:cubicBezTo>
                        <a:pt x="10001" y="39719"/>
                        <a:pt x="10001" y="40672"/>
                        <a:pt x="10287" y="42005"/>
                      </a:cubicBezTo>
                      <a:cubicBezTo>
                        <a:pt x="10478" y="43339"/>
                        <a:pt x="10478" y="44291"/>
                        <a:pt x="10478" y="44958"/>
                      </a:cubicBezTo>
                      <a:cubicBezTo>
                        <a:pt x="10478" y="45529"/>
                        <a:pt x="10478" y="46101"/>
                        <a:pt x="10383" y="46577"/>
                      </a:cubicBezTo>
                      <a:cubicBezTo>
                        <a:pt x="10859" y="49530"/>
                        <a:pt x="11144" y="51340"/>
                        <a:pt x="11144" y="51816"/>
                      </a:cubicBezTo>
                      <a:cubicBezTo>
                        <a:pt x="11144" y="52864"/>
                        <a:pt x="10954" y="53816"/>
                        <a:pt x="10573" y="54674"/>
                      </a:cubicBezTo>
                      <a:cubicBezTo>
                        <a:pt x="10096" y="54674"/>
                        <a:pt x="9620" y="54578"/>
                        <a:pt x="9144" y="54578"/>
                      </a:cubicBezTo>
                      <a:cubicBezTo>
                        <a:pt x="8477" y="54578"/>
                        <a:pt x="7620" y="54578"/>
                        <a:pt x="6382" y="54769"/>
                      </a:cubicBezTo>
                      <a:cubicBezTo>
                        <a:pt x="5144" y="54959"/>
                        <a:pt x="4286" y="54959"/>
                        <a:pt x="3810" y="54959"/>
                      </a:cubicBezTo>
                      <a:cubicBezTo>
                        <a:pt x="2191" y="54959"/>
                        <a:pt x="1048" y="54388"/>
                        <a:pt x="381" y="53340"/>
                      </a:cubicBezTo>
                      <a:cubicBezTo>
                        <a:pt x="191" y="52673"/>
                        <a:pt x="0" y="52006"/>
                        <a:pt x="0" y="51340"/>
                      </a:cubicBezTo>
                      <a:cubicBezTo>
                        <a:pt x="0" y="50673"/>
                        <a:pt x="95" y="49721"/>
                        <a:pt x="381" y="48578"/>
                      </a:cubicBezTo>
                      <a:cubicBezTo>
                        <a:pt x="667" y="47435"/>
                        <a:pt x="762" y="46482"/>
                        <a:pt x="762" y="45911"/>
                      </a:cubicBezTo>
                      <a:cubicBezTo>
                        <a:pt x="762" y="45529"/>
                        <a:pt x="762" y="45149"/>
                        <a:pt x="667" y="44768"/>
                      </a:cubicBezTo>
                      <a:cubicBezTo>
                        <a:pt x="953" y="44672"/>
                        <a:pt x="1143" y="44482"/>
                        <a:pt x="1143" y="44196"/>
                      </a:cubicBezTo>
                      <a:cubicBezTo>
                        <a:pt x="1143" y="44101"/>
                        <a:pt x="1143" y="43815"/>
                        <a:pt x="858" y="43434"/>
                      </a:cubicBezTo>
                      <a:cubicBezTo>
                        <a:pt x="667" y="43053"/>
                        <a:pt x="571" y="42767"/>
                        <a:pt x="667" y="42672"/>
                      </a:cubicBezTo>
                      <a:cubicBezTo>
                        <a:pt x="953" y="41243"/>
                        <a:pt x="1143" y="39338"/>
                        <a:pt x="1143" y="37147"/>
                      </a:cubicBezTo>
                      <a:cubicBezTo>
                        <a:pt x="1143" y="36290"/>
                        <a:pt x="1143" y="34862"/>
                        <a:pt x="1143" y="32956"/>
                      </a:cubicBezTo>
                      <a:cubicBezTo>
                        <a:pt x="1143" y="31052"/>
                        <a:pt x="1048" y="29623"/>
                        <a:pt x="1048" y="28670"/>
                      </a:cubicBezTo>
                      <a:cubicBezTo>
                        <a:pt x="1048" y="26384"/>
                        <a:pt x="1143" y="24384"/>
                        <a:pt x="1524" y="22860"/>
                      </a:cubicBezTo>
                      <a:lnTo>
                        <a:pt x="762" y="21050"/>
                      </a:lnTo>
                      <a:cubicBezTo>
                        <a:pt x="1619" y="20669"/>
                        <a:pt x="2667" y="20764"/>
                        <a:pt x="3905" y="21241"/>
                      </a:cubicBezTo>
                      <a:cubicBezTo>
                        <a:pt x="3905" y="20764"/>
                        <a:pt x="4096" y="20574"/>
                        <a:pt x="4382" y="20574"/>
                      </a:cubicBezTo>
                      <a:cubicBezTo>
                        <a:pt x="4477" y="20574"/>
                        <a:pt x="4763" y="20574"/>
                        <a:pt x="5048" y="20860"/>
                      </a:cubicBezTo>
                      <a:cubicBezTo>
                        <a:pt x="5334" y="21050"/>
                        <a:pt x="5620" y="21050"/>
                        <a:pt x="5620" y="21050"/>
                      </a:cubicBezTo>
                      <a:lnTo>
                        <a:pt x="6001" y="21241"/>
                      </a:lnTo>
                      <a:cubicBezTo>
                        <a:pt x="6001" y="21241"/>
                        <a:pt x="6191" y="20955"/>
                        <a:pt x="6191" y="20479"/>
                      </a:cubicBezTo>
                      <a:cubicBezTo>
                        <a:pt x="6191" y="20288"/>
                        <a:pt x="5906" y="20193"/>
                        <a:pt x="5429" y="20193"/>
                      </a:cubicBezTo>
                      <a:cubicBezTo>
                        <a:pt x="5429" y="19717"/>
                        <a:pt x="5429" y="19526"/>
                        <a:pt x="5144" y="19431"/>
                      </a:cubicBezTo>
                      <a:cubicBezTo>
                        <a:pt x="5144" y="19431"/>
                        <a:pt x="4858" y="19431"/>
                        <a:pt x="4477" y="19431"/>
                      </a:cubicBezTo>
                      <a:cubicBezTo>
                        <a:pt x="4191" y="19431"/>
                        <a:pt x="4001" y="19431"/>
                        <a:pt x="3905" y="19336"/>
                      </a:cubicBezTo>
                      <a:lnTo>
                        <a:pt x="3620" y="20193"/>
                      </a:lnTo>
                      <a:lnTo>
                        <a:pt x="953" y="19621"/>
                      </a:lnTo>
                      <a:cubicBezTo>
                        <a:pt x="953" y="19621"/>
                        <a:pt x="1238" y="18669"/>
                        <a:pt x="1334" y="18193"/>
                      </a:cubicBezTo>
                      <a:cubicBezTo>
                        <a:pt x="1429" y="17717"/>
                        <a:pt x="1810" y="17336"/>
                        <a:pt x="2191" y="17240"/>
                      </a:cubicBezTo>
                      <a:cubicBezTo>
                        <a:pt x="1524" y="17240"/>
                        <a:pt x="1238" y="17145"/>
                        <a:pt x="1238" y="16669"/>
                      </a:cubicBezTo>
                      <a:cubicBezTo>
                        <a:pt x="1238" y="16574"/>
                        <a:pt x="1238" y="16383"/>
                        <a:pt x="1238" y="16097"/>
                      </a:cubicBezTo>
                      <a:cubicBezTo>
                        <a:pt x="1238" y="15812"/>
                        <a:pt x="1238" y="15526"/>
                        <a:pt x="1238" y="15430"/>
                      </a:cubicBezTo>
                      <a:cubicBezTo>
                        <a:pt x="1238" y="14954"/>
                        <a:pt x="1048" y="14669"/>
                        <a:pt x="762" y="14478"/>
                      </a:cubicBezTo>
                      <a:cubicBezTo>
                        <a:pt x="953" y="14192"/>
                        <a:pt x="1048" y="13811"/>
                        <a:pt x="1048" y="13430"/>
                      </a:cubicBezTo>
                      <a:cubicBezTo>
                        <a:pt x="1048" y="12573"/>
                        <a:pt x="667" y="12002"/>
                        <a:pt x="0" y="11621"/>
                      </a:cubicBezTo>
                      <a:cubicBezTo>
                        <a:pt x="762" y="10954"/>
                        <a:pt x="1048" y="10097"/>
                        <a:pt x="1048" y="8954"/>
                      </a:cubicBezTo>
                      <a:cubicBezTo>
                        <a:pt x="1048" y="8573"/>
                        <a:pt x="1048" y="7906"/>
                        <a:pt x="858" y="6953"/>
                      </a:cubicBezTo>
                      <a:cubicBezTo>
                        <a:pt x="762" y="6001"/>
                        <a:pt x="667" y="5334"/>
                        <a:pt x="667" y="4953"/>
                      </a:cubicBezTo>
                      <a:cubicBezTo>
                        <a:pt x="667" y="4001"/>
                        <a:pt x="858" y="3143"/>
                        <a:pt x="1238" y="2477"/>
                      </a:cubicBezTo>
                      <a:lnTo>
                        <a:pt x="476" y="1905"/>
                      </a:lnTo>
                      <a:cubicBezTo>
                        <a:pt x="476" y="1905"/>
                        <a:pt x="1238" y="1905"/>
                        <a:pt x="1905" y="1619"/>
                      </a:cubicBezTo>
                      <a:cubicBezTo>
                        <a:pt x="2572" y="1429"/>
                        <a:pt x="3048" y="1238"/>
                        <a:pt x="3334" y="1238"/>
                      </a:cubicBezTo>
                      <a:cubicBezTo>
                        <a:pt x="3620" y="1238"/>
                        <a:pt x="3905" y="1238"/>
                        <a:pt x="4096" y="1524"/>
                      </a:cubicBezTo>
                      <a:cubicBezTo>
                        <a:pt x="4382" y="1333"/>
                        <a:pt x="4858" y="1238"/>
                        <a:pt x="5429" y="1238"/>
                      </a:cubicBezTo>
                      <a:cubicBezTo>
                        <a:pt x="5620" y="1238"/>
                        <a:pt x="5906" y="1238"/>
                        <a:pt x="6287" y="1238"/>
                      </a:cubicBezTo>
                      <a:lnTo>
                        <a:pt x="7144" y="1238"/>
                      </a:lnTo>
                      <a:cubicBezTo>
                        <a:pt x="8001" y="1238"/>
                        <a:pt x="8573" y="953"/>
                        <a:pt x="8858" y="476"/>
                      </a:cubicBezTo>
                      <a:cubicBezTo>
                        <a:pt x="8858" y="476"/>
                        <a:pt x="8858" y="667"/>
                        <a:pt x="8573" y="857"/>
                      </a:cubicBezTo>
                      <a:cubicBezTo>
                        <a:pt x="8382" y="1048"/>
                        <a:pt x="8287" y="1143"/>
                        <a:pt x="8287" y="1238"/>
                      </a:cubicBezTo>
                      <a:cubicBezTo>
                        <a:pt x="8096" y="1238"/>
                        <a:pt x="8858" y="1238"/>
                        <a:pt x="10478" y="1238"/>
                      </a:cubicBezTo>
                      <a:cubicBezTo>
                        <a:pt x="11240" y="1238"/>
                        <a:pt x="11811" y="857"/>
                        <a:pt x="12287" y="95"/>
                      </a:cubicBezTo>
                      <a:lnTo>
                        <a:pt x="16954" y="953"/>
                      </a:lnTo>
                      <a:cubicBezTo>
                        <a:pt x="16954" y="953"/>
                        <a:pt x="17240" y="1238"/>
                        <a:pt x="17431" y="1333"/>
                      </a:cubicBezTo>
                      <a:lnTo>
                        <a:pt x="18193" y="1333"/>
                      </a:lnTo>
                      <a:cubicBezTo>
                        <a:pt x="18193" y="2286"/>
                        <a:pt x="18383" y="2762"/>
                        <a:pt x="18764" y="2953"/>
                      </a:cubicBezTo>
                      <a:cubicBezTo>
                        <a:pt x="19145" y="2953"/>
                        <a:pt x="19526" y="2572"/>
                        <a:pt x="19621" y="1905"/>
                      </a:cubicBezTo>
                      <a:cubicBezTo>
                        <a:pt x="19717" y="1143"/>
                        <a:pt x="20098" y="762"/>
                        <a:pt x="20669" y="572"/>
                      </a:cubicBezTo>
                      <a:cubicBezTo>
                        <a:pt x="21241" y="191"/>
                        <a:pt x="21812" y="0"/>
                        <a:pt x="22384" y="0"/>
                      </a:cubicBezTo>
                      <a:cubicBezTo>
                        <a:pt x="22955" y="0"/>
                        <a:pt x="23813" y="381"/>
                        <a:pt x="24765" y="1143"/>
                      </a:cubicBezTo>
                      <a:cubicBezTo>
                        <a:pt x="25718" y="1905"/>
                        <a:pt x="26575" y="2286"/>
                        <a:pt x="27242" y="2286"/>
                      </a:cubicBezTo>
                      <a:cubicBezTo>
                        <a:pt x="27718" y="2286"/>
                        <a:pt x="28194" y="2191"/>
                        <a:pt x="28766" y="1905"/>
                      </a:cubicBezTo>
                      <a:cubicBezTo>
                        <a:pt x="29909" y="2381"/>
                        <a:pt x="31528" y="3239"/>
                        <a:pt x="33433" y="4572"/>
                      </a:cubicBezTo>
                      <a:cubicBezTo>
                        <a:pt x="34576" y="5048"/>
                        <a:pt x="35719" y="6287"/>
                        <a:pt x="36671" y="8096"/>
                      </a:cubicBezTo>
                      <a:cubicBezTo>
                        <a:pt x="37814" y="10287"/>
                        <a:pt x="38576" y="11621"/>
                        <a:pt x="38862" y="11906"/>
                      </a:cubicBezTo>
                      <a:close/>
                      <a:moveTo>
                        <a:pt x="6096" y="19717"/>
                      </a:moveTo>
                      <a:lnTo>
                        <a:pt x="7429" y="20288"/>
                      </a:lnTo>
                      <a:lnTo>
                        <a:pt x="7049" y="20003"/>
                      </a:lnTo>
                      <a:lnTo>
                        <a:pt x="6096" y="19717"/>
                      </a:lnTo>
                      <a:close/>
                      <a:moveTo>
                        <a:pt x="24956" y="38957"/>
                      </a:moveTo>
                      <a:lnTo>
                        <a:pt x="24670" y="36957"/>
                      </a:lnTo>
                      <a:cubicBezTo>
                        <a:pt x="25146" y="37814"/>
                        <a:pt x="25337" y="38481"/>
                        <a:pt x="25241" y="38767"/>
                      </a:cubicBezTo>
                      <a:lnTo>
                        <a:pt x="24956" y="38957"/>
                      </a:lnTo>
                      <a:close/>
                      <a:moveTo>
                        <a:pt x="37243" y="31718"/>
                      </a:moveTo>
                      <a:lnTo>
                        <a:pt x="37243" y="29623"/>
                      </a:lnTo>
                      <a:lnTo>
                        <a:pt x="37624" y="29623"/>
                      </a:lnTo>
                      <a:lnTo>
                        <a:pt x="37624" y="31718"/>
                      </a:lnTo>
                      <a:lnTo>
                        <a:pt x="37243" y="31718"/>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 name="Google Shape;1230;p99"/>
                <p:cNvSpPr/>
                <p:nvPr/>
              </p:nvSpPr>
              <p:spPr>
                <a:xfrm>
                  <a:off x="6412991" y="3016186"/>
                  <a:ext cx="47910" cy="54864"/>
                </a:xfrm>
                <a:custGeom>
                  <a:avLst/>
                  <a:gdLst/>
                  <a:ahLst/>
                  <a:cxnLst/>
                  <a:rect l="l" t="t" r="r" b="b"/>
                  <a:pathLst>
                    <a:path w="47910" h="54864" extrusionOk="0">
                      <a:moveTo>
                        <a:pt x="38481" y="14954"/>
                      </a:moveTo>
                      <a:cubicBezTo>
                        <a:pt x="38481" y="14954"/>
                        <a:pt x="38767" y="15335"/>
                        <a:pt x="38957" y="15335"/>
                      </a:cubicBezTo>
                      <a:lnTo>
                        <a:pt x="39529" y="15335"/>
                      </a:lnTo>
                      <a:cubicBezTo>
                        <a:pt x="38957" y="16859"/>
                        <a:pt x="38862" y="18669"/>
                        <a:pt x="39338" y="20955"/>
                      </a:cubicBezTo>
                      <a:cubicBezTo>
                        <a:pt x="39243" y="21431"/>
                        <a:pt x="38767" y="22193"/>
                        <a:pt x="38005" y="23336"/>
                      </a:cubicBezTo>
                      <a:lnTo>
                        <a:pt x="38576" y="23908"/>
                      </a:lnTo>
                      <a:cubicBezTo>
                        <a:pt x="38576" y="23908"/>
                        <a:pt x="37910" y="24574"/>
                        <a:pt x="37147" y="24765"/>
                      </a:cubicBezTo>
                      <a:cubicBezTo>
                        <a:pt x="36386" y="24955"/>
                        <a:pt x="35909" y="25337"/>
                        <a:pt x="35623" y="25717"/>
                      </a:cubicBezTo>
                      <a:lnTo>
                        <a:pt x="36862" y="25908"/>
                      </a:lnTo>
                      <a:cubicBezTo>
                        <a:pt x="35814" y="27527"/>
                        <a:pt x="34004" y="29528"/>
                        <a:pt x="31242" y="31813"/>
                      </a:cubicBezTo>
                      <a:lnTo>
                        <a:pt x="30194" y="31813"/>
                      </a:lnTo>
                      <a:lnTo>
                        <a:pt x="30194" y="32575"/>
                      </a:lnTo>
                      <a:cubicBezTo>
                        <a:pt x="30194" y="32575"/>
                        <a:pt x="30004" y="32385"/>
                        <a:pt x="29813" y="32385"/>
                      </a:cubicBezTo>
                      <a:cubicBezTo>
                        <a:pt x="29432" y="32385"/>
                        <a:pt x="29242" y="32385"/>
                        <a:pt x="29146" y="32385"/>
                      </a:cubicBezTo>
                      <a:lnTo>
                        <a:pt x="28956" y="32575"/>
                      </a:lnTo>
                      <a:cubicBezTo>
                        <a:pt x="29623" y="32766"/>
                        <a:pt x="30004" y="33338"/>
                        <a:pt x="30289" y="34385"/>
                      </a:cubicBezTo>
                      <a:cubicBezTo>
                        <a:pt x="30575" y="35433"/>
                        <a:pt x="30861" y="36004"/>
                        <a:pt x="31337" y="36100"/>
                      </a:cubicBezTo>
                      <a:cubicBezTo>
                        <a:pt x="31242" y="36957"/>
                        <a:pt x="31528" y="37910"/>
                        <a:pt x="32385" y="38767"/>
                      </a:cubicBezTo>
                      <a:cubicBezTo>
                        <a:pt x="33338" y="39814"/>
                        <a:pt x="33909" y="40767"/>
                        <a:pt x="34004" y="41434"/>
                      </a:cubicBezTo>
                      <a:cubicBezTo>
                        <a:pt x="33719" y="41910"/>
                        <a:pt x="33147" y="42100"/>
                        <a:pt x="32385" y="41910"/>
                      </a:cubicBezTo>
                      <a:cubicBezTo>
                        <a:pt x="31528" y="41720"/>
                        <a:pt x="31147" y="41720"/>
                        <a:pt x="31147" y="41910"/>
                      </a:cubicBezTo>
                      <a:cubicBezTo>
                        <a:pt x="31147" y="42100"/>
                        <a:pt x="31147" y="42481"/>
                        <a:pt x="31432" y="42863"/>
                      </a:cubicBezTo>
                      <a:lnTo>
                        <a:pt x="32480" y="42672"/>
                      </a:lnTo>
                      <a:cubicBezTo>
                        <a:pt x="32480" y="42672"/>
                        <a:pt x="32480" y="43244"/>
                        <a:pt x="31909" y="43720"/>
                      </a:cubicBezTo>
                      <a:lnTo>
                        <a:pt x="32766" y="44482"/>
                      </a:lnTo>
                      <a:cubicBezTo>
                        <a:pt x="32766" y="44482"/>
                        <a:pt x="33052" y="44005"/>
                        <a:pt x="33242" y="43434"/>
                      </a:cubicBezTo>
                      <a:lnTo>
                        <a:pt x="33623" y="44672"/>
                      </a:lnTo>
                      <a:cubicBezTo>
                        <a:pt x="34195" y="44482"/>
                        <a:pt x="34480" y="43910"/>
                        <a:pt x="34385" y="42863"/>
                      </a:cubicBezTo>
                      <a:cubicBezTo>
                        <a:pt x="35052" y="43148"/>
                        <a:pt x="35528" y="43815"/>
                        <a:pt x="35909" y="44863"/>
                      </a:cubicBezTo>
                      <a:cubicBezTo>
                        <a:pt x="36290" y="45815"/>
                        <a:pt x="36671" y="46387"/>
                        <a:pt x="37147" y="46577"/>
                      </a:cubicBezTo>
                      <a:cubicBezTo>
                        <a:pt x="37052" y="46958"/>
                        <a:pt x="36957" y="47339"/>
                        <a:pt x="36957" y="47720"/>
                      </a:cubicBezTo>
                      <a:cubicBezTo>
                        <a:pt x="36957" y="48387"/>
                        <a:pt x="37338" y="49339"/>
                        <a:pt x="38005" y="50387"/>
                      </a:cubicBezTo>
                      <a:cubicBezTo>
                        <a:pt x="38671" y="51435"/>
                        <a:pt x="39053" y="52292"/>
                        <a:pt x="39053" y="52673"/>
                      </a:cubicBezTo>
                      <a:cubicBezTo>
                        <a:pt x="39053" y="53340"/>
                        <a:pt x="38671" y="53912"/>
                        <a:pt x="38005" y="54483"/>
                      </a:cubicBezTo>
                      <a:cubicBezTo>
                        <a:pt x="37433" y="54483"/>
                        <a:pt x="36576" y="54483"/>
                        <a:pt x="35243" y="54673"/>
                      </a:cubicBezTo>
                      <a:cubicBezTo>
                        <a:pt x="34004" y="54769"/>
                        <a:pt x="33052" y="54864"/>
                        <a:pt x="32385" y="54864"/>
                      </a:cubicBezTo>
                      <a:cubicBezTo>
                        <a:pt x="30385" y="54864"/>
                        <a:pt x="28861" y="54292"/>
                        <a:pt x="27813" y="53245"/>
                      </a:cubicBezTo>
                      <a:lnTo>
                        <a:pt x="27622" y="53530"/>
                      </a:lnTo>
                      <a:cubicBezTo>
                        <a:pt x="27337" y="52864"/>
                        <a:pt x="27051" y="52197"/>
                        <a:pt x="26861" y="51530"/>
                      </a:cubicBezTo>
                      <a:cubicBezTo>
                        <a:pt x="26479" y="50673"/>
                        <a:pt x="25908" y="50102"/>
                        <a:pt x="25241" y="49911"/>
                      </a:cubicBezTo>
                      <a:cubicBezTo>
                        <a:pt x="25337" y="49625"/>
                        <a:pt x="25432" y="49339"/>
                        <a:pt x="25432" y="49054"/>
                      </a:cubicBezTo>
                      <a:cubicBezTo>
                        <a:pt x="25432" y="48578"/>
                        <a:pt x="25051" y="48101"/>
                        <a:pt x="24479" y="47625"/>
                      </a:cubicBezTo>
                      <a:cubicBezTo>
                        <a:pt x="23813" y="47149"/>
                        <a:pt x="23431" y="46672"/>
                        <a:pt x="23431" y="46196"/>
                      </a:cubicBezTo>
                      <a:cubicBezTo>
                        <a:pt x="23431" y="45911"/>
                        <a:pt x="23431" y="45529"/>
                        <a:pt x="23717" y="45148"/>
                      </a:cubicBezTo>
                      <a:cubicBezTo>
                        <a:pt x="23241" y="44482"/>
                        <a:pt x="22670" y="43244"/>
                        <a:pt x="22098" y="41434"/>
                      </a:cubicBezTo>
                      <a:cubicBezTo>
                        <a:pt x="21527" y="39814"/>
                        <a:pt x="20860" y="38671"/>
                        <a:pt x="20098" y="37910"/>
                      </a:cubicBezTo>
                      <a:cubicBezTo>
                        <a:pt x="20098" y="36766"/>
                        <a:pt x="19621" y="35338"/>
                        <a:pt x="18574" y="33719"/>
                      </a:cubicBezTo>
                      <a:lnTo>
                        <a:pt x="16573" y="33433"/>
                      </a:lnTo>
                      <a:lnTo>
                        <a:pt x="16764" y="33242"/>
                      </a:lnTo>
                      <a:cubicBezTo>
                        <a:pt x="16764" y="33242"/>
                        <a:pt x="16478" y="32861"/>
                        <a:pt x="16193" y="32861"/>
                      </a:cubicBezTo>
                      <a:lnTo>
                        <a:pt x="15430" y="33719"/>
                      </a:lnTo>
                      <a:cubicBezTo>
                        <a:pt x="15430" y="33719"/>
                        <a:pt x="14669" y="33814"/>
                        <a:pt x="13906" y="34004"/>
                      </a:cubicBezTo>
                      <a:cubicBezTo>
                        <a:pt x="13145" y="34195"/>
                        <a:pt x="12478" y="34385"/>
                        <a:pt x="12097" y="34385"/>
                      </a:cubicBezTo>
                      <a:cubicBezTo>
                        <a:pt x="11811" y="34385"/>
                        <a:pt x="11525" y="34385"/>
                        <a:pt x="11335" y="34195"/>
                      </a:cubicBezTo>
                      <a:cubicBezTo>
                        <a:pt x="11335" y="34195"/>
                        <a:pt x="11335" y="34385"/>
                        <a:pt x="11335" y="34480"/>
                      </a:cubicBezTo>
                      <a:cubicBezTo>
                        <a:pt x="11335" y="34576"/>
                        <a:pt x="11335" y="34766"/>
                        <a:pt x="11525" y="34862"/>
                      </a:cubicBezTo>
                      <a:cubicBezTo>
                        <a:pt x="11621" y="34957"/>
                        <a:pt x="11716" y="35052"/>
                        <a:pt x="11716" y="35052"/>
                      </a:cubicBezTo>
                      <a:cubicBezTo>
                        <a:pt x="11716" y="35052"/>
                        <a:pt x="11430" y="35338"/>
                        <a:pt x="11049" y="35528"/>
                      </a:cubicBezTo>
                      <a:lnTo>
                        <a:pt x="11430" y="39719"/>
                      </a:lnTo>
                      <a:lnTo>
                        <a:pt x="10859" y="40196"/>
                      </a:lnTo>
                      <a:cubicBezTo>
                        <a:pt x="11239" y="41529"/>
                        <a:pt x="11430" y="43339"/>
                        <a:pt x="11430" y="45720"/>
                      </a:cubicBezTo>
                      <a:cubicBezTo>
                        <a:pt x="11430" y="45911"/>
                        <a:pt x="11335" y="46387"/>
                        <a:pt x="11144" y="47149"/>
                      </a:cubicBezTo>
                      <a:cubicBezTo>
                        <a:pt x="10954" y="47911"/>
                        <a:pt x="10859" y="48482"/>
                        <a:pt x="10859" y="48863"/>
                      </a:cubicBezTo>
                      <a:cubicBezTo>
                        <a:pt x="10859" y="49625"/>
                        <a:pt x="11144" y="50102"/>
                        <a:pt x="11621" y="50578"/>
                      </a:cubicBezTo>
                      <a:cubicBezTo>
                        <a:pt x="11335" y="50768"/>
                        <a:pt x="11144" y="51245"/>
                        <a:pt x="11144" y="51911"/>
                      </a:cubicBezTo>
                      <a:lnTo>
                        <a:pt x="11144" y="52578"/>
                      </a:lnTo>
                      <a:cubicBezTo>
                        <a:pt x="11144" y="52578"/>
                        <a:pt x="11144" y="53054"/>
                        <a:pt x="11144" y="53149"/>
                      </a:cubicBezTo>
                      <a:cubicBezTo>
                        <a:pt x="11144" y="54007"/>
                        <a:pt x="10668" y="54388"/>
                        <a:pt x="9715" y="54197"/>
                      </a:cubicBezTo>
                      <a:lnTo>
                        <a:pt x="10001" y="54483"/>
                      </a:lnTo>
                      <a:cubicBezTo>
                        <a:pt x="9239" y="54769"/>
                        <a:pt x="8382" y="54864"/>
                        <a:pt x="7239" y="54673"/>
                      </a:cubicBezTo>
                      <a:cubicBezTo>
                        <a:pt x="6096" y="54483"/>
                        <a:pt x="5334" y="54483"/>
                        <a:pt x="4953" y="54673"/>
                      </a:cubicBezTo>
                      <a:cubicBezTo>
                        <a:pt x="3429" y="54483"/>
                        <a:pt x="1905" y="54102"/>
                        <a:pt x="571" y="53340"/>
                      </a:cubicBezTo>
                      <a:cubicBezTo>
                        <a:pt x="571" y="49911"/>
                        <a:pt x="571" y="44577"/>
                        <a:pt x="381" y="37433"/>
                      </a:cubicBezTo>
                      <a:lnTo>
                        <a:pt x="0" y="37433"/>
                      </a:lnTo>
                      <a:cubicBezTo>
                        <a:pt x="381" y="36957"/>
                        <a:pt x="571" y="36290"/>
                        <a:pt x="571" y="35623"/>
                      </a:cubicBezTo>
                      <a:cubicBezTo>
                        <a:pt x="571" y="35338"/>
                        <a:pt x="571" y="34862"/>
                        <a:pt x="476" y="34195"/>
                      </a:cubicBezTo>
                      <a:cubicBezTo>
                        <a:pt x="381" y="33528"/>
                        <a:pt x="381" y="33052"/>
                        <a:pt x="381" y="32671"/>
                      </a:cubicBezTo>
                      <a:cubicBezTo>
                        <a:pt x="381" y="31909"/>
                        <a:pt x="571" y="31147"/>
                        <a:pt x="953" y="30480"/>
                      </a:cubicBezTo>
                      <a:cubicBezTo>
                        <a:pt x="762" y="28099"/>
                        <a:pt x="571" y="24955"/>
                        <a:pt x="571" y="20860"/>
                      </a:cubicBezTo>
                      <a:lnTo>
                        <a:pt x="571" y="10954"/>
                      </a:lnTo>
                      <a:cubicBezTo>
                        <a:pt x="571" y="10954"/>
                        <a:pt x="190" y="10573"/>
                        <a:pt x="190" y="10382"/>
                      </a:cubicBezTo>
                      <a:cubicBezTo>
                        <a:pt x="190" y="10287"/>
                        <a:pt x="381" y="10001"/>
                        <a:pt x="571" y="9525"/>
                      </a:cubicBezTo>
                      <a:cubicBezTo>
                        <a:pt x="857" y="9144"/>
                        <a:pt x="953" y="8858"/>
                        <a:pt x="953" y="8572"/>
                      </a:cubicBezTo>
                      <a:cubicBezTo>
                        <a:pt x="381" y="8096"/>
                        <a:pt x="95" y="7525"/>
                        <a:pt x="95" y="6858"/>
                      </a:cubicBezTo>
                      <a:cubicBezTo>
                        <a:pt x="95" y="6477"/>
                        <a:pt x="286" y="5810"/>
                        <a:pt x="571" y="4858"/>
                      </a:cubicBezTo>
                      <a:cubicBezTo>
                        <a:pt x="857" y="3905"/>
                        <a:pt x="953" y="3143"/>
                        <a:pt x="953" y="2667"/>
                      </a:cubicBezTo>
                      <a:lnTo>
                        <a:pt x="3715" y="286"/>
                      </a:lnTo>
                      <a:lnTo>
                        <a:pt x="15621" y="0"/>
                      </a:lnTo>
                      <a:cubicBezTo>
                        <a:pt x="15621" y="0"/>
                        <a:pt x="16383" y="762"/>
                        <a:pt x="17240" y="1524"/>
                      </a:cubicBezTo>
                      <a:cubicBezTo>
                        <a:pt x="17907" y="2096"/>
                        <a:pt x="18288" y="2762"/>
                        <a:pt x="18479" y="3429"/>
                      </a:cubicBezTo>
                      <a:cubicBezTo>
                        <a:pt x="18479" y="3238"/>
                        <a:pt x="18479" y="3048"/>
                        <a:pt x="18479" y="2858"/>
                      </a:cubicBezTo>
                      <a:cubicBezTo>
                        <a:pt x="18479" y="2286"/>
                        <a:pt x="18860" y="1810"/>
                        <a:pt x="19526" y="1429"/>
                      </a:cubicBezTo>
                      <a:cubicBezTo>
                        <a:pt x="20479" y="952"/>
                        <a:pt x="20955" y="667"/>
                        <a:pt x="21146" y="381"/>
                      </a:cubicBezTo>
                      <a:cubicBezTo>
                        <a:pt x="21431" y="381"/>
                        <a:pt x="21717" y="381"/>
                        <a:pt x="22098" y="952"/>
                      </a:cubicBezTo>
                      <a:cubicBezTo>
                        <a:pt x="22193" y="952"/>
                        <a:pt x="22384" y="952"/>
                        <a:pt x="22574" y="952"/>
                      </a:cubicBezTo>
                      <a:cubicBezTo>
                        <a:pt x="22860" y="952"/>
                        <a:pt x="23431" y="1143"/>
                        <a:pt x="24098" y="1524"/>
                      </a:cubicBezTo>
                      <a:cubicBezTo>
                        <a:pt x="24765" y="1905"/>
                        <a:pt x="25337" y="2096"/>
                        <a:pt x="25718" y="2096"/>
                      </a:cubicBezTo>
                      <a:lnTo>
                        <a:pt x="28004" y="2096"/>
                      </a:lnTo>
                      <a:cubicBezTo>
                        <a:pt x="27908" y="2858"/>
                        <a:pt x="28099" y="3143"/>
                        <a:pt x="28765" y="3143"/>
                      </a:cubicBezTo>
                      <a:cubicBezTo>
                        <a:pt x="28765" y="3143"/>
                        <a:pt x="28956" y="3143"/>
                        <a:pt x="29146" y="3143"/>
                      </a:cubicBezTo>
                      <a:lnTo>
                        <a:pt x="29623" y="3143"/>
                      </a:lnTo>
                      <a:cubicBezTo>
                        <a:pt x="30194" y="3143"/>
                        <a:pt x="30575" y="3429"/>
                        <a:pt x="30671" y="4000"/>
                      </a:cubicBezTo>
                      <a:lnTo>
                        <a:pt x="32290" y="4000"/>
                      </a:lnTo>
                      <a:cubicBezTo>
                        <a:pt x="33242" y="4953"/>
                        <a:pt x="34290" y="5905"/>
                        <a:pt x="35243" y="6858"/>
                      </a:cubicBezTo>
                      <a:cubicBezTo>
                        <a:pt x="36386" y="8001"/>
                        <a:pt x="37052" y="9144"/>
                        <a:pt x="37147" y="10192"/>
                      </a:cubicBezTo>
                      <a:cubicBezTo>
                        <a:pt x="37814" y="10573"/>
                        <a:pt x="38290" y="11144"/>
                        <a:pt x="38481" y="12001"/>
                      </a:cubicBezTo>
                      <a:cubicBezTo>
                        <a:pt x="38767" y="13240"/>
                        <a:pt x="39053" y="14002"/>
                        <a:pt x="39243" y="14383"/>
                      </a:cubicBezTo>
                      <a:lnTo>
                        <a:pt x="38671" y="14859"/>
                      </a:lnTo>
                      <a:close/>
                      <a:moveTo>
                        <a:pt x="6096" y="17526"/>
                      </a:moveTo>
                      <a:lnTo>
                        <a:pt x="6096" y="16002"/>
                      </a:lnTo>
                      <a:lnTo>
                        <a:pt x="5810" y="16002"/>
                      </a:lnTo>
                      <a:lnTo>
                        <a:pt x="5810" y="17526"/>
                      </a:lnTo>
                      <a:lnTo>
                        <a:pt x="6096" y="17526"/>
                      </a:lnTo>
                      <a:close/>
                      <a:moveTo>
                        <a:pt x="7906" y="8477"/>
                      </a:moveTo>
                      <a:cubicBezTo>
                        <a:pt x="7906" y="8477"/>
                        <a:pt x="7906" y="7906"/>
                        <a:pt x="8001" y="7429"/>
                      </a:cubicBezTo>
                      <a:cubicBezTo>
                        <a:pt x="8096" y="6953"/>
                        <a:pt x="8192" y="6667"/>
                        <a:pt x="8192" y="6477"/>
                      </a:cubicBezTo>
                      <a:cubicBezTo>
                        <a:pt x="8192" y="5905"/>
                        <a:pt x="7906" y="5620"/>
                        <a:pt x="7429" y="5429"/>
                      </a:cubicBezTo>
                      <a:lnTo>
                        <a:pt x="8192" y="4572"/>
                      </a:lnTo>
                      <a:cubicBezTo>
                        <a:pt x="8192" y="4572"/>
                        <a:pt x="8192" y="4381"/>
                        <a:pt x="8192" y="4286"/>
                      </a:cubicBezTo>
                      <a:cubicBezTo>
                        <a:pt x="7620" y="4763"/>
                        <a:pt x="7334" y="5143"/>
                        <a:pt x="7334" y="5620"/>
                      </a:cubicBezTo>
                      <a:cubicBezTo>
                        <a:pt x="7334" y="5810"/>
                        <a:pt x="7525" y="6477"/>
                        <a:pt x="7906" y="7429"/>
                      </a:cubicBezTo>
                      <a:cubicBezTo>
                        <a:pt x="7620" y="7429"/>
                        <a:pt x="7525" y="7620"/>
                        <a:pt x="7429" y="7906"/>
                      </a:cubicBezTo>
                      <a:cubicBezTo>
                        <a:pt x="7429" y="8192"/>
                        <a:pt x="7239" y="8382"/>
                        <a:pt x="7144" y="8477"/>
                      </a:cubicBezTo>
                      <a:lnTo>
                        <a:pt x="8001" y="8477"/>
                      </a:lnTo>
                      <a:close/>
                      <a:moveTo>
                        <a:pt x="10668" y="6953"/>
                      </a:moveTo>
                      <a:lnTo>
                        <a:pt x="11716" y="7715"/>
                      </a:lnTo>
                      <a:lnTo>
                        <a:pt x="11716" y="7715"/>
                      </a:lnTo>
                      <a:lnTo>
                        <a:pt x="11144" y="8287"/>
                      </a:lnTo>
                      <a:lnTo>
                        <a:pt x="11716" y="8287"/>
                      </a:lnTo>
                      <a:lnTo>
                        <a:pt x="11716" y="4572"/>
                      </a:lnTo>
                      <a:cubicBezTo>
                        <a:pt x="11716" y="4572"/>
                        <a:pt x="11335" y="4858"/>
                        <a:pt x="11049" y="5143"/>
                      </a:cubicBezTo>
                      <a:cubicBezTo>
                        <a:pt x="11049" y="5048"/>
                        <a:pt x="10954" y="4953"/>
                        <a:pt x="10668" y="4953"/>
                      </a:cubicBezTo>
                      <a:cubicBezTo>
                        <a:pt x="10859" y="5143"/>
                        <a:pt x="10954" y="5239"/>
                        <a:pt x="11049" y="5143"/>
                      </a:cubicBezTo>
                      <a:cubicBezTo>
                        <a:pt x="11144" y="5334"/>
                        <a:pt x="11049" y="5620"/>
                        <a:pt x="10954" y="6001"/>
                      </a:cubicBezTo>
                      <a:cubicBezTo>
                        <a:pt x="10954" y="6001"/>
                        <a:pt x="10954" y="6001"/>
                        <a:pt x="10954" y="5905"/>
                      </a:cubicBezTo>
                      <a:cubicBezTo>
                        <a:pt x="11144" y="5905"/>
                        <a:pt x="11335" y="6001"/>
                        <a:pt x="11430" y="6287"/>
                      </a:cubicBezTo>
                      <a:lnTo>
                        <a:pt x="10573" y="7048"/>
                      </a:lnTo>
                      <a:close/>
                      <a:moveTo>
                        <a:pt x="27813" y="18288"/>
                      </a:moveTo>
                      <a:cubicBezTo>
                        <a:pt x="27813" y="18288"/>
                        <a:pt x="28004" y="17907"/>
                        <a:pt x="28004" y="17716"/>
                      </a:cubicBezTo>
                      <a:cubicBezTo>
                        <a:pt x="28004" y="17431"/>
                        <a:pt x="27813" y="17145"/>
                        <a:pt x="27337" y="16764"/>
                      </a:cubicBezTo>
                      <a:cubicBezTo>
                        <a:pt x="26956" y="16478"/>
                        <a:pt x="26670" y="16192"/>
                        <a:pt x="26575" y="16002"/>
                      </a:cubicBezTo>
                      <a:cubicBezTo>
                        <a:pt x="26765" y="15716"/>
                        <a:pt x="26861" y="15526"/>
                        <a:pt x="26861" y="15240"/>
                      </a:cubicBezTo>
                      <a:cubicBezTo>
                        <a:pt x="26861" y="14859"/>
                        <a:pt x="26575" y="14478"/>
                        <a:pt x="25908" y="14097"/>
                      </a:cubicBezTo>
                      <a:cubicBezTo>
                        <a:pt x="25241" y="13716"/>
                        <a:pt x="24860" y="13335"/>
                        <a:pt x="24765" y="13145"/>
                      </a:cubicBezTo>
                      <a:cubicBezTo>
                        <a:pt x="24479" y="12954"/>
                        <a:pt x="24289" y="12763"/>
                        <a:pt x="23908" y="12763"/>
                      </a:cubicBezTo>
                      <a:cubicBezTo>
                        <a:pt x="23813" y="12763"/>
                        <a:pt x="23527" y="12763"/>
                        <a:pt x="23241" y="12763"/>
                      </a:cubicBezTo>
                      <a:cubicBezTo>
                        <a:pt x="22955" y="12763"/>
                        <a:pt x="22765" y="12859"/>
                        <a:pt x="22574" y="12859"/>
                      </a:cubicBezTo>
                      <a:cubicBezTo>
                        <a:pt x="22193" y="12859"/>
                        <a:pt x="21907" y="12573"/>
                        <a:pt x="21717" y="12097"/>
                      </a:cubicBezTo>
                      <a:lnTo>
                        <a:pt x="22193" y="11716"/>
                      </a:lnTo>
                      <a:cubicBezTo>
                        <a:pt x="21336" y="11716"/>
                        <a:pt x="20764" y="11906"/>
                        <a:pt x="20764" y="12668"/>
                      </a:cubicBezTo>
                      <a:cubicBezTo>
                        <a:pt x="20669" y="13716"/>
                        <a:pt x="20479" y="14478"/>
                        <a:pt x="20193" y="14669"/>
                      </a:cubicBezTo>
                      <a:cubicBezTo>
                        <a:pt x="19907" y="13811"/>
                        <a:pt x="19621" y="12954"/>
                        <a:pt x="19336" y="12097"/>
                      </a:cubicBezTo>
                      <a:cubicBezTo>
                        <a:pt x="19050" y="11239"/>
                        <a:pt x="18479" y="10477"/>
                        <a:pt x="17526" y="10001"/>
                      </a:cubicBezTo>
                      <a:cubicBezTo>
                        <a:pt x="17431" y="10858"/>
                        <a:pt x="16859" y="11335"/>
                        <a:pt x="15907" y="11335"/>
                      </a:cubicBezTo>
                      <a:cubicBezTo>
                        <a:pt x="15716" y="11335"/>
                        <a:pt x="15335" y="11335"/>
                        <a:pt x="14859" y="11335"/>
                      </a:cubicBezTo>
                      <a:cubicBezTo>
                        <a:pt x="14383" y="11335"/>
                        <a:pt x="14002" y="11335"/>
                        <a:pt x="13716" y="11335"/>
                      </a:cubicBezTo>
                      <a:cubicBezTo>
                        <a:pt x="13430" y="11335"/>
                        <a:pt x="13240" y="11335"/>
                        <a:pt x="12954" y="11335"/>
                      </a:cubicBezTo>
                      <a:cubicBezTo>
                        <a:pt x="11621" y="12097"/>
                        <a:pt x="10954" y="13525"/>
                        <a:pt x="10954" y="15526"/>
                      </a:cubicBezTo>
                      <a:cubicBezTo>
                        <a:pt x="10954" y="15907"/>
                        <a:pt x="10954" y="16478"/>
                        <a:pt x="10954" y="17336"/>
                      </a:cubicBezTo>
                      <a:cubicBezTo>
                        <a:pt x="10954" y="18193"/>
                        <a:pt x="10954" y="18764"/>
                        <a:pt x="10954" y="19145"/>
                      </a:cubicBezTo>
                      <a:cubicBezTo>
                        <a:pt x="10954" y="20098"/>
                        <a:pt x="10859" y="20860"/>
                        <a:pt x="10668" y="21431"/>
                      </a:cubicBezTo>
                      <a:cubicBezTo>
                        <a:pt x="10668" y="22003"/>
                        <a:pt x="11144" y="22193"/>
                        <a:pt x="11906" y="22193"/>
                      </a:cubicBezTo>
                      <a:cubicBezTo>
                        <a:pt x="12668" y="22193"/>
                        <a:pt x="13145" y="22384"/>
                        <a:pt x="13335" y="22955"/>
                      </a:cubicBezTo>
                      <a:cubicBezTo>
                        <a:pt x="13621" y="23146"/>
                        <a:pt x="14383" y="23241"/>
                        <a:pt x="15526" y="23146"/>
                      </a:cubicBezTo>
                      <a:cubicBezTo>
                        <a:pt x="16383" y="23146"/>
                        <a:pt x="17050" y="23431"/>
                        <a:pt x="17431" y="24003"/>
                      </a:cubicBezTo>
                      <a:cubicBezTo>
                        <a:pt x="17717" y="23336"/>
                        <a:pt x="18193" y="23050"/>
                        <a:pt x="18764" y="22955"/>
                      </a:cubicBezTo>
                      <a:lnTo>
                        <a:pt x="20479" y="22955"/>
                      </a:lnTo>
                      <a:cubicBezTo>
                        <a:pt x="20955" y="22955"/>
                        <a:pt x="21336" y="22670"/>
                        <a:pt x="21527" y="22193"/>
                      </a:cubicBezTo>
                      <a:cubicBezTo>
                        <a:pt x="23146" y="22384"/>
                        <a:pt x="25051" y="21336"/>
                        <a:pt x="27051" y="19240"/>
                      </a:cubicBezTo>
                      <a:lnTo>
                        <a:pt x="26003" y="18860"/>
                      </a:lnTo>
                      <a:lnTo>
                        <a:pt x="27432" y="18002"/>
                      </a:lnTo>
                      <a:close/>
                      <a:moveTo>
                        <a:pt x="26575" y="7715"/>
                      </a:moveTo>
                      <a:cubicBezTo>
                        <a:pt x="26575" y="7715"/>
                        <a:pt x="26384" y="7429"/>
                        <a:pt x="26194" y="7429"/>
                      </a:cubicBezTo>
                      <a:cubicBezTo>
                        <a:pt x="25813" y="7429"/>
                        <a:pt x="25622" y="7620"/>
                        <a:pt x="25622" y="7906"/>
                      </a:cubicBezTo>
                      <a:cubicBezTo>
                        <a:pt x="25622" y="7906"/>
                        <a:pt x="25622" y="7906"/>
                        <a:pt x="25718" y="7906"/>
                      </a:cubicBezTo>
                      <a:lnTo>
                        <a:pt x="26575" y="7620"/>
                      </a:lnTo>
                      <a:close/>
                      <a:moveTo>
                        <a:pt x="29432" y="4572"/>
                      </a:moveTo>
                      <a:lnTo>
                        <a:pt x="29432" y="4191"/>
                      </a:lnTo>
                      <a:cubicBezTo>
                        <a:pt x="29432" y="4191"/>
                        <a:pt x="28670" y="4381"/>
                        <a:pt x="27813" y="4381"/>
                      </a:cubicBezTo>
                      <a:lnTo>
                        <a:pt x="29432" y="4572"/>
                      </a:lnTo>
                      <a:close/>
                      <a:moveTo>
                        <a:pt x="27813" y="16097"/>
                      </a:moveTo>
                      <a:lnTo>
                        <a:pt x="28956" y="16097"/>
                      </a:lnTo>
                      <a:cubicBezTo>
                        <a:pt x="28956" y="16097"/>
                        <a:pt x="28194" y="15430"/>
                        <a:pt x="27813" y="15526"/>
                      </a:cubicBezTo>
                      <a:lnTo>
                        <a:pt x="27813" y="16097"/>
                      </a:lnTo>
                      <a:close/>
                      <a:moveTo>
                        <a:pt x="30004" y="19431"/>
                      </a:moveTo>
                      <a:lnTo>
                        <a:pt x="30766" y="18669"/>
                      </a:lnTo>
                      <a:lnTo>
                        <a:pt x="30385" y="18669"/>
                      </a:lnTo>
                      <a:lnTo>
                        <a:pt x="30004" y="19431"/>
                      </a:lnTo>
                      <a:close/>
                      <a:moveTo>
                        <a:pt x="32099" y="19526"/>
                      </a:moveTo>
                      <a:cubicBezTo>
                        <a:pt x="32099" y="19526"/>
                        <a:pt x="31813" y="19145"/>
                        <a:pt x="31813" y="18955"/>
                      </a:cubicBezTo>
                      <a:cubicBezTo>
                        <a:pt x="31813" y="18193"/>
                        <a:pt x="32099" y="17621"/>
                        <a:pt x="32861" y="17240"/>
                      </a:cubicBezTo>
                      <a:cubicBezTo>
                        <a:pt x="32671" y="17145"/>
                        <a:pt x="32576" y="17050"/>
                        <a:pt x="32385" y="17050"/>
                      </a:cubicBezTo>
                      <a:cubicBezTo>
                        <a:pt x="32385" y="17050"/>
                        <a:pt x="31813" y="17336"/>
                        <a:pt x="30766" y="18002"/>
                      </a:cubicBezTo>
                      <a:cubicBezTo>
                        <a:pt x="31432" y="18193"/>
                        <a:pt x="31813" y="18479"/>
                        <a:pt x="31813" y="18955"/>
                      </a:cubicBezTo>
                      <a:cubicBezTo>
                        <a:pt x="31813" y="19145"/>
                        <a:pt x="31813" y="19431"/>
                        <a:pt x="31623" y="19717"/>
                      </a:cubicBezTo>
                      <a:cubicBezTo>
                        <a:pt x="31432" y="20098"/>
                        <a:pt x="31337" y="20288"/>
                        <a:pt x="31337" y="20383"/>
                      </a:cubicBezTo>
                      <a:cubicBezTo>
                        <a:pt x="31337" y="20669"/>
                        <a:pt x="31718" y="20764"/>
                        <a:pt x="32385" y="20764"/>
                      </a:cubicBezTo>
                      <a:cubicBezTo>
                        <a:pt x="32385" y="20098"/>
                        <a:pt x="32385" y="19717"/>
                        <a:pt x="32195" y="19621"/>
                      </a:cubicBezTo>
                      <a:close/>
                      <a:moveTo>
                        <a:pt x="34195" y="22765"/>
                      </a:moveTo>
                      <a:lnTo>
                        <a:pt x="34385" y="22574"/>
                      </a:lnTo>
                      <a:lnTo>
                        <a:pt x="34004" y="22003"/>
                      </a:lnTo>
                      <a:lnTo>
                        <a:pt x="34195" y="22765"/>
                      </a:lnTo>
                      <a:close/>
                      <a:moveTo>
                        <a:pt x="35528" y="18097"/>
                      </a:moveTo>
                      <a:lnTo>
                        <a:pt x="36290" y="18669"/>
                      </a:lnTo>
                      <a:cubicBezTo>
                        <a:pt x="36290" y="18669"/>
                        <a:pt x="36004" y="18193"/>
                        <a:pt x="36100" y="18097"/>
                      </a:cubicBezTo>
                      <a:lnTo>
                        <a:pt x="35528" y="18097"/>
                      </a:lnTo>
                      <a:close/>
                      <a:moveTo>
                        <a:pt x="35719" y="9811"/>
                      </a:moveTo>
                      <a:lnTo>
                        <a:pt x="35719" y="10382"/>
                      </a:lnTo>
                      <a:lnTo>
                        <a:pt x="36290" y="9811"/>
                      </a:lnTo>
                      <a:lnTo>
                        <a:pt x="35719" y="9811"/>
                      </a:lnTo>
                      <a:close/>
                      <a:moveTo>
                        <a:pt x="36290" y="15812"/>
                      </a:moveTo>
                      <a:lnTo>
                        <a:pt x="37624" y="14573"/>
                      </a:lnTo>
                      <a:lnTo>
                        <a:pt x="36862" y="14573"/>
                      </a:lnTo>
                      <a:lnTo>
                        <a:pt x="36290" y="15812"/>
                      </a:lnTo>
                      <a:close/>
                      <a:moveTo>
                        <a:pt x="36862" y="21812"/>
                      </a:moveTo>
                      <a:lnTo>
                        <a:pt x="37624" y="21527"/>
                      </a:lnTo>
                      <a:cubicBezTo>
                        <a:pt x="37624" y="21527"/>
                        <a:pt x="37338" y="21241"/>
                        <a:pt x="36862" y="21241"/>
                      </a:cubicBezTo>
                      <a:lnTo>
                        <a:pt x="36862" y="21812"/>
                      </a:lnTo>
                      <a:close/>
                      <a:moveTo>
                        <a:pt x="38481" y="9049"/>
                      </a:moveTo>
                      <a:cubicBezTo>
                        <a:pt x="38481" y="9049"/>
                        <a:pt x="38862" y="9049"/>
                        <a:pt x="39053" y="9430"/>
                      </a:cubicBezTo>
                      <a:lnTo>
                        <a:pt x="38481" y="9049"/>
                      </a:lnTo>
                      <a:close/>
                      <a:moveTo>
                        <a:pt x="39529" y="9620"/>
                      </a:moveTo>
                      <a:cubicBezTo>
                        <a:pt x="39529" y="9620"/>
                        <a:pt x="39338" y="9620"/>
                        <a:pt x="39148" y="9334"/>
                      </a:cubicBezTo>
                      <a:lnTo>
                        <a:pt x="39529" y="9620"/>
                      </a:lnTo>
                      <a:close/>
                      <a:moveTo>
                        <a:pt x="39814" y="9715"/>
                      </a:moveTo>
                      <a:lnTo>
                        <a:pt x="39529" y="9715"/>
                      </a:lnTo>
                      <a:cubicBezTo>
                        <a:pt x="39529" y="9715"/>
                        <a:pt x="39814" y="9525"/>
                        <a:pt x="39814" y="9525"/>
                      </a:cubicBezTo>
                      <a:lnTo>
                        <a:pt x="39814" y="9715"/>
                      </a:lnTo>
                      <a:close/>
                      <a:moveTo>
                        <a:pt x="40767" y="6477"/>
                      </a:moveTo>
                      <a:cubicBezTo>
                        <a:pt x="40767" y="6477"/>
                        <a:pt x="40481" y="6477"/>
                        <a:pt x="40291" y="6477"/>
                      </a:cubicBezTo>
                      <a:cubicBezTo>
                        <a:pt x="40005" y="6477"/>
                        <a:pt x="39910" y="6477"/>
                        <a:pt x="39910" y="6287"/>
                      </a:cubicBezTo>
                      <a:cubicBezTo>
                        <a:pt x="39910" y="6191"/>
                        <a:pt x="39910" y="6001"/>
                        <a:pt x="40196" y="5810"/>
                      </a:cubicBezTo>
                      <a:lnTo>
                        <a:pt x="40862" y="6572"/>
                      </a:lnTo>
                      <a:close/>
                      <a:moveTo>
                        <a:pt x="40862" y="16478"/>
                      </a:moveTo>
                      <a:lnTo>
                        <a:pt x="40005" y="15907"/>
                      </a:lnTo>
                      <a:lnTo>
                        <a:pt x="40862" y="15907"/>
                      </a:lnTo>
                      <a:lnTo>
                        <a:pt x="40862" y="16478"/>
                      </a:lnTo>
                      <a:close/>
                      <a:moveTo>
                        <a:pt x="40767" y="6477"/>
                      </a:moveTo>
                      <a:lnTo>
                        <a:pt x="40767" y="6477"/>
                      </a:lnTo>
                      <a:close/>
                      <a:moveTo>
                        <a:pt x="41434" y="12001"/>
                      </a:moveTo>
                      <a:lnTo>
                        <a:pt x="41624" y="11239"/>
                      </a:lnTo>
                      <a:lnTo>
                        <a:pt x="43244" y="11811"/>
                      </a:lnTo>
                      <a:cubicBezTo>
                        <a:pt x="43244" y="11811"/>
                        <a:pt x="42577" y="12097"/>
                        <a:pt x="42291" y="12573"/>
                      </a:cubicBezTo>
                      <a:cubicBezTo>
                        <a:pt x="42291" y="12573"/>
                        <a:pt x="41910" y="12383"/>
                        <a:pt x="41434" y="12001"/>
                      </a:cubicBezTo>
                      <a:close/>
                      <a:moveTo>
                        <a:pt x="43244" y="4953"/>
                      </a:moveTo>
                      <a:cubicBezTo>
                        <a:pt x="43244" y="4953"/>
                        <a:pt x="43053" y="5334"/>
                        <a:pt x="42767" y="5334"/>
                      </a:cubicBezTo>
                      <a:lnTo>
                        <a:pt x="42005" y="5334"/>
                      </a:lnTo>
                      <a:lnTo>
                        <a:pt x="42196" y="4763"/>
                      </a:lnTo>
                      <a:cubicBezTo>
                        <a:pt x="42196" y="4763"/>
                        <a:pt x="42767" y="4953"/>
                        <a:pt x="43244" y="4953"/>
                      </a:cubicBezTo>
                      <a:close/>
                      <a:moveTo>
                        <a:pt x="42863" y="6953"/>
                      </a:moveTo>
                      <a:lnTo>
                        <a:pt x="42863" y="6572"/>
                      </a:lnTo>
                      <a:cubicBezTo>
                        <a:pt x="43910" y="6763"/>
                        <a:pt x="44577" y="6858"/>
                        <a:pt x="44958" y="6763"/>
                      </a:cubicBezTo>
                      <a:lnTo>
                        <a:pt x="44958" y="7334"/>
                      </a:lnTo>
                      <a:lnTo>
                        <a:pt x="42863" y="6953"/>
                      </a:lnTo>
                      <a:close/>
                      <a:moveTo>
                        <a:pt x="45244" y="17145"/>
                      </a:moveTo>
                      <a:lnTo>
                        <a:pt x="44672" y="17145"/>
                      </a:lnTo>
                      <a:lnTo>
                        <a:pt x="45053" y="16478"/>
                      </a:lnTo>
                      <a:cubicBezTo>
                        <a:pt x="45053" y="16478"/>
                        <a:pt x="45244" y="16764"/>
                        <a:pt x="45244" y="17145"/>
                      </a:cubicBezTo>
                      <a:close/>
                      <a:moveTo>
                        <a:pt x="44958" y="16383"/>
                      </a:moveTo>
                      <a:cubicBezTo>
                        <a:pt x="44958" y="16383"/>
                        <a:pt x="45053" y="16192"/>
                        <a:pt x="45244" y="16002"/>
                      </a:cubicBezTo>
                      <a:lnTo>
                        <a:pt x="45053" y="16383"/>
                      </a:lnTo>
                      <a:cubicBezTo>
                        <a:pt x="45053" y="16383"/>
                        <a:pt x="45053" y="16383"/>
                        <a:pt x="44958" y="16383"/>
                      </a:cubicBezTo>
                      <a:close/>
                      <a:moveTo>
                        <a:pt x="45244" y="16002"/>
                      </a:moveTo>
                      <a:lnTo>
                        <a:pt x="45434" y="15526"/>
                      </a:lnTo>
                      <a:cubicBezTo>
                        <a:pt x="45434" y="15526"/>
                        <a:pt x="45434" y="15812"/>
                        <a:pt x="45244" y="16002"/>
                      </a:cubicBezTo>
                      <a:close/>
                      <a:moveTo>
                        <a:pt x="46292" y="1714"/>
                      </a:moveTo>
                      <a:lnTo>
                        <a:pt x="46863" y="2286"/>
                      </a:lnTo>
                      <a:lnTo>
                        <a:pt x="45815" y="2286"/>
                      </a:lnTo>
                      <a:lnTo>
                        <a:pt x="46292" y="1714"/>
                      </a:lnTo>
                      <a:close/>
                      <a:moveTo>
                        <a:pt x="46672" y="9144"/>
                      </a:moveTo>
                      <a:lnTo>
                        <a:pt x="47911" y="10382"/>
                      </a:lnTo>
                      <a:cubicBezTo>
                        <a:pt x="46958" y="10096"/>
                        <a:pt x="46387" y="9811"/>
                        <a:pt x="46387" y="9620"/>
                      </a:cubicBezTo>
                      <a:cubicBezTo>
                        <a:pt x="46387" y="9525"/>
                        <a:pt x="46387" y="9334"/>
                        <a:pt x="46577" y="9049"/>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 name="Google Shape;1231;p99"/>
                <p:cNvSpPr/>
                <p:nvPr/>
              </p:nvSpPr>
              <p:spPr>
                <a:xfrm>
                  <a:off x="6456806" y="3016186"/>
                  <a:ext cx="12001" cy="54768"/>
                </a:xfrm>
                <a:custGeom>
                  <a:avLst/>
                  <a:gdLst/>
                  <a:ahLst/>
                  <a:cxnLst/>
                  <a:rect l="l" t="t" r="r" b="b"/>
                  <a:pathLst>
                    <a:path w="12001" h="54768" extrusionOk="0">
                      <a:moveTo>
                        <a:pt x="11335" y="47625"/>
                      </a:moveTo>
                      <a:cubicBezTo>
                        <a:pt x="11335" y="48958"/>
                        <a:pt x="11335" y="49721"/>
                        <a:pt x="11144" y="50102"/>
                      </a:cubicBezTo>
                      <a:cubicBezTo>
                        <a:pt x="11621" y="52006"/>
                        <a:pt x="11525" y="53340"/>
                        <a:pt x="10858" y="54197"/>
                      </a:cubicBezTo>
                      <a:cubicBezTo>
                        <a:pt x="10478" y="54388"/>
                        <a:pt x="9906" y="54483"/>
                        <a:pt x="9334" y="54483"/>
                      </a:cubicBezTo>
                      <a:lnTo>
                        <a:pt x="7334" y="54483"/>
                      </a:lnTo>
                      <a:cubicBezTo>
                        <a:pt x="7334" y="53816"/>
                        <a:pt x="7334" y="53435"/>
                        <a:pt x="7144" y="53435"/>
                      </a:cubicBezTo>
                      <a:cubicBezTo>
                        <a:pt x="7144" y="54292"/>
                        <a:pt x="6763" y="54769"/>
                        <a:pt x="6096" y="54769"/>
                      </a:cubicBezTo>
                      <a:cubicBezTo>
                        <a:pt x="5905" y="54769"/>
                        <a:pt x="5524" y="54769"/>
                        <a:pt x="4953" y="54578"/>
                      </a:cubicBezTo>
                      <a:cubicBezTo>
                        <a:pt x="4381" y="54483"/>
                        <a:pt x="4000" y="54388"/>
                        <a:pt x="3810" y="54388"/>
                      </a:cubicBezTo>
                      <a:cubicBezTo>
                        <a:pt x="3524" y="54388"/>
                        <a:pt x="3334" y="54388"/>
                        <a:pt x="3143" y="54483"/>
                      </a:cubicBezTo>
                      <a:cubicBezTo>
                        <a:pt x="2953" y="54292"/>
                        <a:pt x="2762" y="54197"/>
                        <a:pt x="2572" y="54197"/>
                      </a:cubicBezTo>
                      <a:cubicBezTo>
                        <a:pt x="2477" y="54197"/>
                        <a:pt x="2286" y="54197"/>
                        <a:pt x="2096" y="54292"/>
                      </a:cubicBezTo>
                      <a:cubicBezTo>
                        <a:pt x="1905" y="54292"/>
                        <a:pt x="1714" y="54388"/>
                        <a:pt x="1619" y="54388"/>
                      </a:cubicBezTo>
                      <a:cubicBezTo>
                        <a:pt x="1429" y="54388"/>
                        <a:pt x="1143" y="54388"/>
                        <a:pt x="1048" y="54102"/>
                      </a:cubicBezTo>
                      <a:cubicBezTo>
                        <a:pt x="571" y="52006"/>
                        <a:pt x="381" y="49721"/>
                        <a:pt x="381" y="47339"/>
                      </a:cubicBezTo>
                      <a:cubicBezTo>
                        <a:pt x="381" y="45434"/>
                        <a:pt x="571" y="42386"/>
                        <a:pt x="1048" y="38195"/>
                      </a:cubicBezTo>
                      <a:cubicBezTo>
                        <a:pt x="476" y="35052"/>
                        <a:pt x="381" y="29908"/>
                        <a:pt x="667" y="22670"/>
                      </a:cubicBezTo>
                      <a:cubicBezTo>
                        <a:pt x="190" y="22193"/>
                        <a:pt x="0" y="21812"/>
                        <a:pt x="0" y="21622"/>
                      </a:cubicBezTo>
                      <a:cubicBezTo>
                        <a:pt x="0" y="21527"/>
                        <a:pt x="0" y="21336"/>
                        <a:pt x="286" y="21050"/>
                      </a:cubicBezTo>
                      <a:cubicBezTo>
                        <a:pt x="476" y="20764"/>
                        <a:pt x="571" y="20574"/>
                        <a:pt x="571" y="20288"/>
                      </a:cubicBezTo>
                      <a:cubicBezTo>
                        <a:pt x="571" y="20003"/>
                        <a:pt x="476" y="19717"/>
                        <a:pt x="286" y="19240"/>
                      </a:cubicBezTo>
                      <a:cubicBezTo>
                        <a:pt x="571" y="18955"/>
                        <a:pt x="571" y="18097"/>
                        <a:pt x="286" y="16764"/>
                      </a:cubicBezTo>
                      <a:cubicBezTo>
                        <a:pt x="95" y="15621"/>
                        <a:pt x="381" y="14954"/>
                        <a:pt x="1238" y="14764"/>
                      </a:cubicBezTo>
                      <a:lnTo>
                        <a:pt x="286" y="13049"/>
                      </a:lnTo>
                      <a:cubicBezTo>
                        <a:pt x="286" y="13049"/>
                        <a:pt x="857" y="12478"/>
                        <a:pt x="857" y="11906"/>
                      </a:cubicBezTo>
                      <a:cubicBezTo>
                        <a:pt x="857" y="11525"/>
                        <a:pt x="762" y="10954"/>
                        <a:pt x="476" y="10001"/>
                      </a:cubicBezTo>
                      <a:cubicBezTo>
                        <a:pt x="286" y="9144"/>
                        <a:pt x="95" y="8382"/>
                        <a:pt x="95" y="8001"/>
                      </a:cubicBezTo>
                      <a:cubicBezTo>
                        <a:pt x="95" y="7334"/>
                        <a:pt x="286" y="6858"/>
                        <a:pt x="667" y="6477"/>
                      </a:cubicBezTo>
                      <a:cubicBezTo>
                        <a:pt x="571" y="4953"/>
                        <a:pt x="476" y="4096"/>
                        <a:pt x="476" y="3810"/>
                      </a:cubicBezTo>
                      <a:cubicBezTo>
                        <a:pt x="476" y="2000"/>
                        <a:pt x="1143" y="952"/>
                        <a:pt x="2381" y="476"/>
                      </a:cubicBezTo>
                      <a:lnTo>
                        <a:pt x="3620" y="476"/>
                      </a:lnTo>
                      <a:cubicBezTo>
                        <a:pt x="3620" y="476"/>
                        <a:pt x="4763" y="476"/>
                        <a:pt x="5810" y="286"/>
                      </a:cubicBezTo>
                      <a:cubicBezTo>
                        <a:pt x="6763" y="95"/>
                        <a:pt x="7525" y="0"/>
                        <a:pt x="8001" y="0"/>
                      </a:cubicBezTo>
                      <a:cubicBezTo>
                        <a:pt x="9430" y="0"/>
                        <a:pt x="10382" y="571"/>
                        <a:pt x="11049" y="1714"/>
                      </a:cubicBezTo>
                      <a:cubicBezTo>
                        <a:pt x="11049" y="5715"/>
                        <a:pt x="11049" y="11621"/>
                        <a:pt x="11049" y="19621"/>
                      </a:cubicBezTo>
                      <a:cubicBezTo>
                        <a:pt x="11049" y="19621"/>
                        <a:pt x="10763" y="19621"/>
                        <a:pt x="10382" y="19812"/>
                      </a:cubicBezTo>
                      <a:cubicBezTo>
                        <a:pt x="10382" y="20098"/>
                        <a:pt x="10382" y="20383"/>
                        <a:pt x="10858" y="20669"/>
                      </a:cubicBezTo>
                      <a:cubicBezTo>
                        <a:pt x="11239" y="20955"/>
                        <a:pt x="11525" y="21146"/>
                        <a:pt x="11525" y="21336"/>
                      </a:cubicBezTo>
                      <a:cubicBezTo>
                        <a:pt x="11525" y="21527"/>
                        <a:pt x="11335" y="21717"/>
                        <a:pt x="10954" y="21907"/>
                      </a:cubicBezTo>
                      <a:lnTo>
                        <a:pt x="10287" y="22479"/>
                      </a:lnTo>
                      <a:cubicBezTo>
                        <a:pt x="10858" y="23241"/>
                        <a:pt x="11144" y="24098"/>
                        <a:pt x="11144" y="25051"/>
                      </a:cubicBezTo>
                      <a:cubicBezTo>
                        <a:pt x="11144" y="25527"/>
                        <a:pt x="11144" y="26194"/>
                        <a:pt x="10858" y="27146"/>
                      </a:cubicBezTo>
                      <a:cubicBezTo>
                        <a:pt x="10668" y="28099"/>
                        <a:pt x="10668" y="28861"/>
                        <a:pt x="10668" y="29337"/>
                      </a:cubicBezTo>
                      <a:cubicBezTo>
                        <a:pt x="10668" y="30004"/>
                        <a:pt x="10763" y="30575"/>
                        <a:pt x="10954" y="31147"/>
                      </a:cubicBezTo>
                      <a:cubicBezTo>
                        <a:pt x="10954" y="34480"/>
                        <a:pt x="10954" y="39148"/>
                        <a:pt x="10668" y="45339"/>
                      </a:cubicBezTo>
                      <a:cubicBezTo>
                        <a:pt x="10763" y="45529"/>
                        <a:pt x="10954" y="45625"/>
                        <a:pt x="11239" y="45529"/>
                      </a:cubicBezTo>
                      <a:lnTo>
                        <a:pt x="12002" y="45529"/>
                      </a:lnTo>
                      <a:cubicBezTo>
                        <a:pt x="11430" y="45815"/>
                        <a:pt x="11144" y="46577"/>
                        <a:pt x="11144" y="47625"/>
                      </a:cubicBezTo>
                      <a:close/>
                      <a:moveTo>
                        <a:pt x="2477" y="13621"/>
                      </a:moveTo>
                      <a:cubicBezTo>
                        <a:pt x="2477" y="13621"/>
                        <a:pt x="2286" y="13716"/>
                        <a:pt x="2286" y="13811"/>
                      </a:cubicBezTo>
                      <a:cubicBezTo>
                        <a:pt x="2286" y="14002"/>
                        <a:pt x="2381" y="14192"/>
                        <a:pt x="2667" y="14288"/>
                      </a:cubicBezTo>
                      <a:cubicBezTo>
                        <a:pt x="2857" y="14383"/>
                        <a:pt x="3048" y="14478"/>
                        <a:pt x="3238" y="14288"/>
                      </a:cubicBezTo>
                      <a:cubicBezTo>
                        <a:pt x="3048" y="14002"/>
                        <a:pt x="2762" y="13716"/>
                        <a:pt x="2477" y="13525"/>
                      </a:cubicBezTo>
                      <a:close/>
                      <a:moveTo>
                        <a:pt x="2667" y="12478"/>
                      </a:moveTo>
                      <a:lnTo>
                        <a:pt x="3429" y="11430"/>
                      </a:lnTo>
                      <a:lnTo>
                        <a:pt x="2477" y="11811"/>
                      </a:lnTo>
                      <a:cubicBezTo>
                        <a:pt x="2477" y="11811"/>
                        <a:pt x="2667" y="12097"/>
                        <a:pt x="2667" y="12573"/>
                      </a:cubicBezTo>
                      <a:close/>
                      <a:moveTo>
                        <a:pt x="2477" y="48768"/>
                      </a:moveTo>
                      <a:lnTo>
                        <a:pt x="3429" y="48768"/>
                      </a:lnTo>
                      <a:cubicBezTo>
                        <a:pt x="3429" y="48768"/>
                        <a:pt x="3238" y="48387"/>
                        <a:pt x="2953" y="48387"/>
                      </a:cubicBezTo>
                      <a:cubicBezTo>
                        <a:pt x="2667" y="48387"/>
                        <a:pt x="2572" y="48482"/>
                        <a:pt x="2477" y="48768"/>
                      </a:cubicBezTo>
                      <a:close/>
                      <a:moveTo>
                        <a:pt x="10382" y="21527"/>
                      </a:moveTo>
                      <a:cubicBezTo>
                        <a:pt x="10382" y="21527"/>
                        <a:pt x="10192" y="22098"/>
                        <a:pt x="10478" y="22288"/>
                      </a:cubicBezTo>
                      <a:cubicBezTo>
                        <a:pt x="10858" y="22003"/>
                        <a:pt x="11144" y="21717"/>
                        <a:pt x="11144" y="21527"/>
                      </a:cubicBezTo>
                      <a:cubicBezTo>
                        <a:pt x="11144" y="21336"/>
                        <a:pt x="10858" y="21050"/>
                        <a:pt x="10287" y="20764"/>
                      </a:cubicBezTo>
                      <a:cubicBezTo>
                        <a:pt x="9715" y="20479"/>
                        <a:pt x="9525" y="20098"/>
                        <a:pt x="9525" y="19812"/>
                      </a:cubicBezTo>
                      <a:lnTo>
                        <a:pt x="9144" y="20003"/>
                      </a:lnTo>
                      <a:lnTo>
                        <a:pt x="9715" y="20574"/>
                      </a:lnTo>
                      <a:lnTo>
                        <a:pt x="9144" y="21146"/>
                      </a:lnTo>
                      <a:cubicBezTo>
                        <a:pt x="9144" y="21146"/>
                        <a:pt x="8763" y="20764"/>
                        <a:pt x="8572" y="20288"/>
                      </a:cubicBezTo>
                      <a:cubicBezTo>
                        <a:pt x="8382" y="19907"/>
                        <a:pt x="8096" y="19717"/>
                        <a:pt x="7811" y="19717"/>
                      </a:cubicBezTo>
                      <a:cubicBezTo>
                        <a:pt x="7715" y="19717"/>
                        <a:pt x="7429" y="19717"/>
                        <a:pt x="7239" y="19812"/>
                      </a:cubicBezTo>
                      <a:lnTo>
                        <a:pt x="8096" y="20764"/>
                      </a:lnTo>
                      <a:cubicBezTo>
                        <a:pt x="8096" y="20764"/>
                        <a:pt x="7429" y="21336"/>
                        <a:pt x="6953" y="21431"/>
                      </a:cubicBezTo>
                      <a:cubicBezTo>
                        <a:pt x="6191" y="21622"/>
                        <a:pt x="5810" y="21812"/>
                        <a:pt x="5715" y="21812"/>
                      </a:cubicBezTo>
                      <a:cubicBezTo>
                        <a:pt x="7525" y="22384"/>
                        <a:pt x="8572" y="22098"/>
                        <a:pt x="8858" y="21050"/>
                      </a:cubicBezTo>
                      <a:cubicBezTo>
                        <a:pt x="9144" y="21622"/>
                        <a:pt x="9334" y="21812"/>
                        <a:pt x="9430" y="21812"/>
                      </a:cubicBezTo>
                      <a:cubicBezTo>
                        <a:pt x="9430" y="21622"/>
                        <a:pt x="9430" y="21431"/>
                        <a:pt x="9811" y="21050"/>
                      </a:cubicBezTo>
                      <a:cubicBezTo>
                        <a:pt x="10287" y="21050"/>
                        <a:pt x="10478" y="21241"/>
                        <a:pt x="10192" y="21622"/>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 name="Google Shape;1232;p99"/>
                <p:cNvSpPr/>
                <p:nvPr/>
              </p:nvSpPr>
              <p:spPr>
                <a:xfrm>
                  <a:off x="6461664" y="3016376"/>
                  <a:ext cx="51053" cy="54768"/>
                </a:xfrm>
                <a:custGeom>
                  <a:avLst/>
                  <a:gdLst/>
                  <a:ahLst/>
                  <a:cxnLst/>
                  <a:rect l="l" t="t" r="r" b="b"/>
                  <a:pathLst>
                    <a:path w="51053" h="54768" extrusionOk="0">
                      <a:moveTo>
                        <a:pt x="762" y="37814"/>
                      </a:moveTo>
                      <a:cubicBezTo>
                        <a:pt x="762" y="37814"/>
                        <a:pt x="762" y="38481"/>
                        <a:pt x="952" y="38481"/>
                      </a:cubicBezTo>
                      <a:cubicBezTo>
                        <a:pt x="952" y="38481"/>
                        <a:pt x="1143" y="38481"/>
                        <a:pt x="1238" y="38481"/>
                      </a:cubicBezTo>
                      <a:cubicBezTo>
                        <a:pt x="1333" y="38481"/>
                        <a:pt x="1524" y="38481"/>
                        <a:pt x="1524" y="38481"/>
                      </a:cubicBezTo>
                      <a:cubicBezTo>
                        <a:pt x="1714" y="38481"/>
                        <a:pt x="1809" y="38481"/>
                        <a:pt x="1809" y="38767"/>
                      </a:cubicBezTo>
                      <a:cubicBezTo>
                        <a:pt x="667" y="38767"/>
                        <a:pt x="95" y="38767"/>
                        <a:pt x="0" y="38481"/>
                      </a:cubicBezTo>
                      <a:lnTo>
                        <a:pt x="762" y="37910"/>
                      </a:lnTo>
                      <a:close/>
                      <a:moveTo>
                        <a:pt x="1905" y="44672"/>
                      </a:moveTo>
                      <a:cubicBezTo>
                        <a:pt x="1905" y="44672"/>
                        <a:pt x="2191" y="44387"/>
                        <a:pt x="2381" y="44387"/>
                      </a:cubicBezTo>
                      <a:lnTo>
                        <a:pt x="3143" y="44387"/>
                      </a:lnTo>
                      <a:cubicBezTo>
                        <a:pt x="3143" y="44387"/>
                        <a:pt x="2953" y="44672"/>
                        <a:pt x="2572" y="44672"/>
                      </a:cubicBezTo>
                      <a:lnTo>
                        <a:pt x="1809" y="44672"/>
                      </a:lnTo>
                      <a:close/>
                      <a:moveTo>
                        <a:pt x="4191" y="48292"/>
                      </a:moveTo>
                      <a:lnTo>
                        <a:pt x="4191" y="47530"/>
                      </a:lnTo>
                      <a:lnTo>
                        <a:pt x="4763" y="47530"/>
                      </a:lnTo>
                      <a:lnTo>
                        <a:pt x="4191" y="48292"/>
                      </a:lnTo>
                      <a:close/>
                      <a:moveTo>
                        <a:pt x="7048" y="43815"/>
                      </a:moveTo>
                      <a:cubicBezTo>
                        <a:pt x="7048" y="43815"/>
                        <a:pt x="7620" y="43815"/>
                        <a:pt x="8096" y="44387"/>
                      </a:cubicBezTo>
                      <a:lnTo>
                        <a:pt x="7906" y="44672"/>
                      </a:lnTo>
                      <a:lnTo>
                        <a:pt x="7048" y="43815"/>
                      </a:lnTo>
                      <a:close/>
                      <a:moveTo>
                        <a:pt x="8096" y="48292"/>
                      </a:moveTo>
                      <a:cubicBezTo>
                        <a:pt x="8096" y="48292"/>
                        <a:pt x="8382" y="48101"/>
                        <a:pt x="8572" y="47911"/>
                      </a:cubicBezTo>
                      <a:cubicBezTo>
                        <a:pt x="8763" y="47720"/>
                        <a:pt x="8858" y="47530"/>
                        <a:pt x="8953" y="47530"/>
                      </a:cubicBezTo>
                      <a:cubicBezTo>
                        <a:pt x="8953" y="47720"/>
                        <a:pt x="8858" y="47911"/>
                        <a:pt x="8572" y="48292"/>
                      </a:cubicBezTo>
                      <a:lnTo>
                        <a:pt x="8001" y="48292"/>
                      </a:lnTo>
                      <a:close/>
                      <a:moveTo>
                        <a:pt x="9334" y="42291"/>
                      </a:moveTo>
                      <a:lnTo>
                        <a:pt x="9144" y="42863"/>
                      </a:lnTo>
                      <a:lnTo>
                        <a:pt x="8382" y="42863"/>
                      </a:lnTo>
                      <a:cubicBezTo>
                        <a:pt x="8572" y="42291"/>
                        <a:pt x="8763" y="42101"/>
                        <a:pt x="8953" y="42101"/>
                      </a:cubicBezTo>
                      <a:cubicBezTo>
                        <a:pt x="9049" y="42101"/>
                        <a:pt x="9239" y="42101"/>
                        <a:pt x="9334" y="42386"/>
                      </a:cubicBezTo>
                      <a:close/>
                      <a:moveTo>
                        <a:pt x="10382" y="37624"/>
                      </a:moveTo>
                      <a:lnTo>
                        <a:pt x="10382" y="38195"/>
                      </a:lnTo>
                      <a:lnTo>
                        <a:pt x="9334" y="37338"/>
                      </a:lnTo>
                      <a:cubicBezTo>
                        <a:pt x="9334" y="37338"/>
                        <a:pt x="10001" y="37338"/>
                        <a:pt x="10382" y="37624"/>
                      </a:cubicBezTo>
                      <a:close/>
                      <a:moveTo>
                        <a:pt x="9334" y="45434"/>
                      </a:moveTo>
                      <a:cubicBezTo>
                        <a:pt x="9334" y="45434"/>
                        <a:pt x="9906" y="45720"/>
                        <a:pt x="9906" y="46196"/>
                      </a:cubicBezTo>
                      <a:lnTo>
                        <a:pt x="9334" y="46196"/>
                      </a:lnTo>
                      <a:lnTo>
                        <a:pt x="9334" y="45434"/>
                      </a:lnTo>
                      <a:close/>
                      <a:moveTo>
                        <a:pt x="10573" y="51245"/>
                      </a:moveTo>
                      <a:lnTo>
                        <a:pt x="10382" y="50959"/>
                      </a:lnTo>
                      <a:lnTo>
                        <a:pt x="11430" y="50387"/>
                      </a:lnTo>
                      <a:lnTo>
                        <a:pt x="10573" y="51245"/>
                      </a:lnTo>
                      <a:close/>
                      <a:moveTo>
                        <a:pt x="50387" y="40481"/>
                      </a:moveTo>
                      <a:lnTo>
                        <a:pt x="48006" y="40862"/>
                      </a:lnTo>
                      <a:cubicBezTo>
                        <a:pt x="48006" y="40862"/>
                        <a:pt x="48006" y="41053"/>
                        <a:pt x="48006" y="41053"/>
                      </a:cubicBezTo>
                      <a:cubicBezTo>
                        <a:pt x="48006" y="41148"/>
                        <a:pt x="48196" y="41338"/>
                        <a:pt x="48577" y="41624"/>
                      </a:cubicBezTo>
                      <a:cubicBezTo>
                        <a:pt x="48958" y="41815"/>
                        <a:pt x="49149" y="42101"/>
                        <a:pt x="49149" y="42386"/>
                      </a:cubicBezTo>
                      <a:lnTo>
                        <a:pt x="49720" y="42386"/>
                      </a:lnTo>
                      <a:cubicBezTo>
                        <a:pt x="49434" y="43815"/>
                        <a:pt x="49244" y="45149"/>
                        <a:pt x="48958" y="46577"/>
                      </a:cubicBezTo>
                      <a:cubicBezTo>
                        <a:pt x="48577" y="48101"/>
                        <a:pt x="47720" y="49054"/>
                        <a:pt x="46387" y="49530"/>
                      </a:cubicBezTo>
                      <a:cubicBezTo>
                        <a:pt x="46101" y="48673"/>
                        <a:pt x="45625" y="48482"/>
                        <a:pt x="44767" y="48768"/>
                      </a:cubicBezTo>
                      <a:lnTo>
                        <a:pt x="44482" y="48959"/>
                      </a:lnTo>
                      <a:lnTo>
                        <a:pt x="45529" y="50006"/>
                      </a:lnTo>
                      <a:cubicBezTo>
                        <a:pt x="45529" y="50006"/>
                        <a:pt x="44672" y="49625"/>
                        <a:pt x="44196" y="49244"/>
                      </a:cubicBezTo>
                      <a:cubicBezTo>
                        <a:pt x="43720" y="48768"/>
                        <a:pt x="43339" y="48578"/>
                        <a:pt x="43053" y="48578"/>
                      </a:cubicBezTo>
                      <a:cubicBezTo>
                        <a:pt x="42767" y="48578"/>
                        <a:pt x="42386" y="48768"/>
                        <a:pt x="42005" y="49149"/>
                      </a:cubicBezTo>
                      <a:lnTo>
                        <a:pt x="42958" y="49149"/>
                      </a:lnTo>
                      <a:lnTo>
                        <a:pt x="42767" y="49530"/>
                      </a:lnTo>
                      <a:cubicBezTo>
                        <a:pt x="43339" y="49721"/>
                        <a:pt x="44005" y="50197"/>
                        <a:pt x="44863" y="50863"/>
                      </a:cubicBezTo>
                      <a:lnTo>
                        <a:pt x="42958" y="51721"/>
                      </a:lnTo>
                      <a:lnTo>
                        <a:pt x="43339" y="51911"/>
                      </a:lnTo>
                      <a:cubicBezTo>
                        <a:pt x="43339" y="51911"/>
                        <a:pt x="42481" y="52292"/>
                        <a:pt x="41148" y="52864"/>
                      </a:cubicBezTo>
                      <a:cubicBezTo>
                        <a:pt x="40386" y="53150"/>
                        <a:pt x="39719" y="53245"/>
                        <a:pt x="39148" y="53245"/>
                      </a:cubicBezTo>
                      <a:cubicBezTo>
                        <a:pt x="38862" y="53245"/>
                        <a:pt x="38481" y="53245"/>
                        <a:pt x="38100" y="53245"/>
                      </a:cubicBezTo>
                      <a:cubicBezTo>
                        <a:pt x="37909" y="53816"/>
                        <a:pt x="37814" y="54293"/>
                        <a:pt x="37909" y="54483"/>
                      </a:cubicBezTo>
                      <a:lnTo>
                        <a:pt x="27622" y="54769"/>
                      </a:lnTo>
                      <a:cubicBezTo>
                        <a:pt x="26765" y="54007"/>
                        <a:pt x="25527" y="53340"/>
                        <a:pt x="23717" y="52864"/>
                      </a:cubicBezTo>
                      <a:cubicBezTo>
                        <a:pt x="21812" y="52292"/>
                        <a:pt x="20574" y="51816"/>
                        <a:pt x="20002" y="51435"/>
                      </a:cubicBezTo>
                      <a:cubicBezTo>
                        <a:pt x="19812" y="51149"/>
                        <a:pt x="19336" y="50863"/>
                        <a:pt x="18859" y="50768"/>
                      </a:cubicBezTo>
                      <a:cubicBezTo>
                        <a:pt x="18288" y="50673"/>
                        <a:pt x="17716" y="50483"/>
                        <a:pt x="17240" y="50387"/>
                      </a:cubicBezTo>
                      <a:lnTo>
                        <a:pt x="18002" y="49625"/>
                      </a:lnTo>
                      <a:lnTo>
                        <a:pt x="16954" y="48578"/>
                      </a:lnTo>
                      <a:lnTo>
                        <a:pt x="16669" y="49339"/>
                      </a:lnTo>
                      <a:cubicBezTo>
                        <a:pt x="15811" y="49149"/>
                        <a:pt x="15240" y="48387"/>
                        <a:pt x="15145" y="47149"/>
                      </a:cubicBezTo>
                      <a:cubicBezTo>
                        <a:pt x="15145" y="46006"/>
                        <a:pt x="14478" y="45434"/>
                        <a:pt x="13240" y="45434"/>
                      </a:cubicBezTo>
                      <a:lnTo>
                        <a:pt x="12382" y="45434"/>
                      </a:lnTo>
                      <a:cubicBezTo>
                        <a:pt x="13144" y="45434"/>
                        <a:pt x="13525" y="44958"/>
                        <a:pt x="13525" y="44101"/>
                      </a:cubicBezTo>
                      <a:cubicBezTo>
                        <a:pt x="13525" y="43815"/>
                        <a:pt x="13525" y="43529"/>
                        <a:pt x="13335" y="43339"/>
                      </a:cubicBezTo>
                      <a:cubicBezTo>
                        <a:pt x="13240" y="43148"/>
                        <a:pt x="12668" y="42863"/>
                        <a:pt x="11906" y="42482"/>
                      </a:cubicBezTo>
                      <a:lnTo>
                        <a:pt x="11716" y="42672"/>
                      </a:lnTo>
                      <a:cubicBezTo>
                        <a:pt x="11716" y="42672"/>
                        <a:pt x="11620" y="42767"/>
                        <a:pt x="11525" y="42767"/>
                      </a:cubicBezTo>
                      <a:cubicBezTo>
                        <a:pt x="11430" y="42767"/>
                        <a:pt x="11239" y="42577"/>
                        <a:pt x="11144" y="42196"/>
                      </a:cubicBezTo>
                      <a:cubicBezTo>
                        <a:pt x="11144" y="41910"/>
                        <a:pt x="11144" y="41624"/>
                        <a:pt x="11144" y="41338"/>
                      </a:cubicBezTo>
                      <a:cubicBezTo>
                        <a:pt x="11620" y="41338"/>
                        <a:pt x="12287" y="40767"/>
                        <a:pt x="13144" y="39910"/>
                      </a:cubicBezTo>
                      <a:cubicBezTo>
                        <a:pt x="13906" y="39148"/>
                        <a:pt x="14668" y="38862"/>
                        <a:pt x="15145" y="38862"/>
                      </a:cubicBezTo>
                      <a:cubicBezTo>
                        <a:pt x="15430" y="38862"/>
                        <a:pt x="15716" y="38862"/>
                        <a:pt x="16002" y="39053"/>
                      </a:cubicBezTo>
                      <a:cubicBezTo>
                        <a:pt x="15811" y="38767"/>
                        <a:pt x="15811" y="38481"/>
                        <a:pt x="16002" y="38195"/>
                      </a:cubicBezTo>
                      <a:cubicBezTo>
                        <a:pt x="16192" y="38005"/>
                        <a:pt x="16002" y="37624"/>
                        <a:pt x="15526" y="37147"/>
                      </a:cubicBezTo>
                      <a:lnTo>
                        <a:pt x="17812" y="36100"/>
                      </a:lnTo>
                      <a:lnTo>
                        <a:pt x="17240" y="35338"/>
                      </a:lnTo>
                      <a:cubicBezTo>
                        <a:pt x="17240" y="35338"/>
                        <a:pt x="18192" y="35147"/>
                        <a:pt x="19050" y="34671"/>
                      </a:cubicBezTo>
                      <a:cubicBezTo>
                        <a:pt x="19812" y="34290"/>
                        <a:pt x="20383" y="34004"/>
                        <a:pt x="20669" y="34004"/>
                      </a:cubicBezTo>
                      <a:cubicBezTo>
                        <a:pt x="21145" y="34004"/>
                        <a:pt x="21431" y="34385"/>
                        <a:pt x="21526" y="35052"/>
                      </a:cubicBezTo>
                      <a:cubicBezTo>
                        <a:pt x="21431" y="36576"/>
                        <a:pt x="21907" y="38005"/>
                        <a:pt x="23146" y="39529"/>
                      </a:cubicBezTo>
                      <a:cubicBezTo>
                        <a:pt x="23717" y="40291"/>
                        <a:pt x="24955" y="41338"/>
                        <a:pt x="26765" y="42863"/>
                      </a:cubicBezTo>
                      <a:cubicBezTo>
                        <a:pt x="27051" y="43529"/>
                        <a:pt x="27527" y="43815"/>
                        <a:pt x="28099" y="43815"/>
                      </a:cubicBezTo>
                      <a:cubicBezTo>
                        <a:pt x="28289" y="43815"/>
                        <a:pt x="28575" y="43815"/>
                        <a:pt x="28956" y="43720"/>
                      </a:cubicBezTo>
                      <a:cubicBezTo>
                        <a:pt x="29337" y="43720"/>
                        <a:pt x="29623" y="43625"/>
                        <a:pt x="29813" y="43625"/>
                      </a:cubicBezTo>
                      <a:cubicBezTo>
                        <a:pt x="30194" y="43625"/>
                        <a:pt x="30575" y="43625"/>
                        <a:pt x="30956" y="43910"/>
                      </a:cubicBezTo>
                      <a:cubicBezTo>
                        <a:pt x="31337" y="44101"/>
                        <a:pt x="31718" y="44196"/>
                        <a:pt x="32194" y="44196"/>
                      </a:cubicBezTo>
                      <a:cubicBezTo>
                        <a:pt x="33051" y="44196"/>
                        <a:pt x="34004" y="43815"/>
                        <a:pt x="35052" y="43053"/>
                      </a:cubicBezTo>
                      <a:cubicBezTo>
                        <a:pt x="36671" y="42005"/>
                        <a:pt x="37624" y="41338"/>
                        <a:pt x="37814" y="41338"/>
                      </a:cubicBezTo>
                      <a:cubicBezTo>
                        <a:pt x="38005" y="40958"/>
                        <a:pt x="38195" y="40577"/>
                        <a:pt x="38195" y="40291"/>
                      </a:cubicBezTo>
                      <a:cubicBezTo>
                        <a:pt x="38195" y="39719"/>
                        <a:pt x="37909" y="39053"/>
                        <a:pt x="37242" y="38195"/>
                      </a:cubicBezTo>
                      <a:cubicBezTo>
                        <a:pt x="36671" y="37338"/>
                        <a:pt x="36290" y="36671"/>
                        <a:pt x="36195" y="36195"/>
                      </a:cubicBezTo>
                      <a:cubicBezTo>
                        <a:pt x="35052" y="36004"/>
                        <a:pt x="34480" y="35624"/>
                        <a:pt x="34290" y="34957"/>
                      </a:cubicBezTo>
                      <a:lnTo>
                        <a:pt x="34671" y="34671"/>
                      </a:lnTo>
                      <a:cubicBezTo>
                        <a:pt x="33242" y="34004"/>
                        <a:pt x="31242" y="32957"/>
                        <a:pt x="28670" y="31528"/>
                      </a:cubicBezTo>
                      <a:cubicBezTo>
                        <a:pt x="28384" y="31718"/>
                        <a:pt x="28099" y="31813"/>
                        <a:pt x="27908" y="31813"/>
                      </a:cubicBezTo>
                      <a:cubicBezTo>
                        <a:pt x="27527" y="31813"/>
                        <a:pt x="27146" y="31623"/>
                        <a:pt x="26575" y="31052"/>
                      </a:cubicBezTo>
                      <a:cubicBezTo>
                        <a:pt x="26003" y="30575"/>
                        <a:pt x="25622" y="30289"/>
                        <a:pt x="25336" y="30289"/>
                      </a:cubicBezTo>
                      <a:cubicBezTo>
                        <a:pt x="25241" y="30289"/>
                        <a:pt x="25051" y="30289"/>
                        <a:pt x="24955" y="30480"/>
                      </a:cubicBezTo>
                      <a:cubicBezTo>
                        <a:pt x="23813" y="30194"/>
                        <a:pt x="22669" y="29242"/>
                        <a:pt x="21526" y="27718"/>
                      </a:cubicBezTo>
                      <a:cubicBezTo>
                        <a:pt x="20288" y="26003"/>
                        <a:pt x="19240" y="24860"/>
                        <a:pt x="18383" y="24384"/>
                      </a:cubicBezTo>
                      <a:cubicBezTo>
                        <a:pt x="18383" y="23908"/>
                        <a:pt x="18288" y="23241"/>
                        <a:pt x="17716" y="22479"/>
                      </a:cubicBezTo>
                      <a:cubicBezTo>
                        <a:pt x="17145" y="21717"/>
                        <a:pt x="16954" y="21146"/>
                        <a:pt x="17050" y="20764"/>
                      </a:cubicBezTo>
                      <a:cubicBezTo>
                        <a:pt x="16764" y="20193"/>
                        <a:pt x="16573" y="19050"/>
                        <a:pt x="16478" y="17336"/>
                      </a:cubicBezTo>
                      <a:cubicBezTo>
                        <a:pt x="16383" y="15907"/>
                        <a:pt x="16288" y="14383"/>
                        <a:pt x="16288" y="12859"/>
                      </a:cubicBezTo>
                      <a:cubicBezTo>
                        <a:pt x="16669" y="12763"/>
                        <a:pt x="16859" y="12573"/>
                        <a:pt x="16859" y="12287"/>
                      </a:cubicBezTo>
                      <a:cubicBezTo>
                        <a:pt x="16859" y="12192"/>
                        <a:pt x="16764" y="11906"/>
                        <a:pt x="16573" y="11621"/>
                      </a:cubicBezTo>
                      <a:cubicBezTo>
                        <a:pt x="16383" y="11335"/>
                        <a:pt x="16288" y="11144"/>
                        <a:pt x="16288" y="10954"/>
                      </a:cubicBezTo>
                      <a:cubicBezTo>
                        <a:pt x="16478" y="10287"/>
                        <a:pt x="17240" y="9430"/>
                        <a:pt x="18574" y="8382"/>
                      </a:cubicBezTo>
                      <a:cubicBezTo>
                        <a:pt x="19621" y="7430"/>
                        <a:pt x="20193" y="6477"/>
                        <a:pt x="20193" y="5715"/>
                      </a:cubicBezTo>
                      <a:cubicBezTo>
                        <a:pt x="20383" y="5715"/>
                        <a:pt x="20669" y="5525"/>
                        <a:pt x="21145" y="5144"/>
                      </a:cubicBezTo>
                      <a:cubicBezTo>
                        <a:pt x="21622" y="4858"/>
                        <a:pt x="21907" y="4667"/>
                        <a:pt x="22098" y="4667"/>
                      </a:cubicBezTo>
                      <a:cubicBezTo>
                        <a:pt x="22193" y="4667"/>
                        <a:pt x="22384" y="4667"/>
                        <a:pt x="22384" y="4953"/>
                      </a:cubicBezTo>
                      <a:cubicBezTo>
                        <a:pt x="23241" y="3620"/>
                        <a:pt x="24670" y="2667"/>
                        <a:pt x="26479" y="1905"/>
                      </a:cubicBezTo>
                      <a:cubicBezTo>
                        <a:pt x="28194" y="1334"/>
                        <a:pt x="29813" y="857"/>
                        <a:pt x="31528" y="286"/>
                      </a:cubicBezTo>
                      <a:cubicBezTo>
                        <a:pt x="32004" y="95"/>
                        <a:pt x="32575" y="0"/>
                        <a:pt x="33051" y="0"/>
                      </a:cubicBezTo>
                      <a:cubicBezTo>
                        <a:pt x="33814" y="0"/>
                        <a:pt x="34766" y="286"/>
                        <a:pt x="36004" y="857"/>
                      </a:cubicBezTo>
                      <a:cubicBezTo>
                        <a:pt x="37242" y="1429"/>
                        <a:pt x="38195" y="1715"/>
                        <a:pt x="38862" y="1715"/>
                      </a:cubicBezTo>
                      <a:cubicBezTo>
                        <a:pt x="39148" y="1715"/>
                        <a:pt x="39529" y="1715"/>
                        <a:pt x="39814" y="1619"/>
                      </a:cubicBezTo>
                      <a:cubicBezTo>
                        <a:pt x="40100" y="2286"/>
                        <a:pt x="40672" y="2667"/>
                        <a:pt x="41529" y="2858"/>
                      </a:cubicBezTo>
                      <a:cubicBezTo>
                        <a:pt x="42576" y="3143"/>
                        <a:pt x="43243" y="3429"/>
                        <a:pt x="43529" y="3620"/>
                      </a:cubicBezTo>
                      <a:cubicBezTo>
                        <a:pt x="45053" y="3810"/>
                        <a:pt x="46387" y="5715"/>
                        <a:pt x="47625" y="9620"/>
                      </a:cubicBezTo>
                      <a:cubicBezTo>
                        <a:pt x="47625" y="10192"/>
                        <a:pt x="47244" y="10859"/>
                        <a:pt x="46482" y="11811"/>
                      </a:cubicBezTo>
                      <a:cubicBezTo>
                        <a:pt x="45720" y="12668"/>
                        <a:pt x="45339" y="13430"/>
                        <a:pt x="45434" y="14097"/>
                      </a:cubicBezTo>
                      <a:cubicBezTo>
                        <a:pt x="44958" y="14097"/>
                        <a:pt x="44672" y="14192"/>
                        <a:pt x="44672" y="14669"/>
                      </a:cubicBezTo>
                      <a:cubicBezTo>
                        <a:pt x="44672" y="15240"/>
                        <a:pt x="44482" y="15621"/>
                        <a:pt x="44386" y="15716"/>
                      </a:cubicBezTo>
                      <a:cubicBezTo>
                        <a:pt x="43148" y="16288"/>
                        <a:pt x="42196" y="16574"/>
                        <a:pt x="41719" y="16574"/>
                      </a:cubicBezTo>
                      <a:cubicBezTo>
                        <a:pt x="40957" y="16574"/>
                        <a:pt x="40291" y="16097"/>
                        <a:pt x="39719" y="15240"/>
                      </a:cubicBezTo>
                      <a:cubicBezTo>
                        <a:pt x="39719" y="14478"/>
                        <a:pt x="39243" y="14002"/>
                        <a:pt x="38386" y="13621"/>
                      </a:cubicBezTo>
                      <a:cubicBezTo>
                        <a:pt x="37433" y="13240"/>
                        <a:pt x="36862" y="12859"/>
                        <a:pt x="36671" y="12287"/>
                      </a:cubicBezTo>
                      <a:cubicBezTo>
                        <a:pt x="36385" y="12287"/>
                        <a:pt x="35719" y="12002"/>
                        <a:pt x="34576" y="11525"/>
                      </a:cubicBezTo>
                      <a:cubicBezTo>
                        <a:pt x="33718" y="11144"/>
                        <a:pt x="32956" y="10954"/>
                        <a:pt x="32480" y="10954"/>
                      </a:cubicBezTo>
                      <a:cubicBezTo>
                        <a:pt x="31718" y="10954"/>
                        <a:pt x="31051" y="11335"/>
                        <a:pt x="30480" y="12002"/>
                      </a:cubicBezTo>
                      <a:cubicBezTo>
                        <a:pt x="30289" y="12002"/>
                        <a:pt x="30099" y="12002"/>
                        <a:pt x="30004" y="12002"/>
                      </a:cubicBezTo>
                      <a:cubicBezTo>
                        <a:pt x="29623" y="12002"/>
                        <a:pt x="29051" y="12383"/>
                        <a:pt x="28289" y="13049"/>
                      </a:cubicBezTo>
                      <a:cubicBezTo>
                        <a:pt x="28480" y="13430"/>
                        <a:pt x="28575" y="13811"/>
                        <a:pt x="28575" y="14097"/>
                      </a:cubicBezTo>
                      <a:cubicBezTo>
                        <a:pt x="28575" y="14478"/>
                        <a:pt x="28289" y="14859"/>
                        <a:pt x="27622" y="15240"/>
                      </a:cubicBezTo>
                      <a:cubicBezTo>
                        <a:pt x="27051" y="15621"/>
                        <a:pt x="26670" y="15907"/>
                        <a:pt x="26670" y="16193"/>
                      </a:cubicBezTo>
                      <a:cubicBezTo>
                        <a:pt x="26670" y="16478"/>
                        <a:pt x="26860" y="16859"/>
                        <a:pt x="27146" y="17240"/>
                      </a:cubicBezTo>
                      <a:cubicBezTo>
                        <a:pt x="29051" y="20003"/>
                        <a:pt x="31909" y="22098"/>
                        <a:pt x="35719" y="23527"/>
                      </a:cubicBezTo>
                      <a:cubicBezTo>
                        <a:pt x="36195" y="23622"/>
                        <a:pt x="36862" y="24098"/>
                        <a:pt x="37814" y="24860"/>
                      </a:cubicBezTo>
                      <a:cubicBezTo>
                        <a:pt x="38767" y="25622"/>
                        <a:pt x="39529" y="26003"/>
                        <a:pt x="40195" y="26099"/>
                      </a:cubicBezTo>
                      <a:cubicBezTo>
                        <a:pt x="40862" y="26099"/>
                        <a:pt x="41719" y="26670"/>
                        <a:pt x="42863" y="27622"/>
                      </a:cubicBezTo>
                      <a:cubicBezTo>
                        <a:pt x="43815" y="28480"/>
                        <a:pt x="44863" y="28956"/>
                        <a:pt x="45720" y="28766"/>
                      </a:cubicBezTo>
                      <a:cubicBezTo>
                        <a:pt x="45720" y="29242"/>
                        <a:pt x="45720" y="29432"/>
                        <a:pt x="45910" y="29528"/>
                      </a:cubicBezTo>
                      <a:cubicBezTo>
                        <a:pt x="46291" y="29528"/>
                        <a:pt x="46577" y="29813"/>
                        <a:pt x="46767" y="30385"/>
                      </a:cubicBezTo>
                      <a:cubicBezTo>
                        <a:pt x="46958" y="31052"/>
                        <a:pt x="47244" y="31242"/>
                        <a:pt x="47720" y="31147"/>
                      </a:cubicBezTo>
                      <a:cubicBezTo>
                        <a:pt x="47815" y="31433"/>
                        <a:pt x="48387" y="32385"/>
                        <a:pt x="49434" y="33909"/>
                      </a:cubicBezTo>
                      <a:cubicBezTo>
                        <a:pt x="50292" y="35147"/>
                        <a:pt x="50673" y="36290"/>
                        <a:pt x="50673" y="37338"/>
                      </a:cubicBezTo>
                      <a:cubicBezTo>
                        <a:pt x="50863" y="37624"/>
                        <a:pt x="51054" y="37910"/>
                        <a:pt x="51054" y="38100"/>
                      </a:cubicBezTo>
                      <a:cubicBezTo>
                        <a:pt x="51054" y="38291"/>
                        <a:pt x="50959" y="38576"/>
                        <a:pt x="50673" y="38957"/>
                      </a:cubicBezTo>
                      <a:cubicBezTo>
                        <a:pt x="50482" y="39338"/>
                        <a:pt x="50292" y="39529"/>
                        <a:pt x="50292" y="39719"/>
                      </a:cubicBezTo>
                      <a:cubicBezTo>
                        <a:pt x="50292" y="40005"/>
                        <a:pt x="50482" y="40291"/>
                        <a:pt x="50863" y="40481"/>
                      </a:cubicBezTo>
                      <a:close/>
                      <a:moveTo>
                        <a:pt x="11430" y="42101"/>
                      </a:moveTo>
                      <a:lnTo>
                        <a:pt x="12954" y="41529"/>
                      </a:lnTo>
                      <a:lnTo>
                        <a:pt x="12192" y="41529"/>
                      </a:lnTo>
                      <a:lnTo>
                        <a:pt x="11334" y="42101"/>
                      </a:lnTo>
                      <a:close/>
                      <a:moveTo>
                        <a:pt x="11906" y="48673"/>
                      </a:moveTo>
                      <a:lnTo>
                        <a:pt x="12287" y="48673"/>
                      </a:lnTo>
                      <a:lnTo>
                        <a:pt x="12763" y="49054"/>
                      </a:lnTo>
                      <a:lnTo>
                        <a:pt x="11906" y="48673"/>
                      </a:lnTo>
                      <a:close/>
                      <a:moveTo>
                        <a:pt x="14097" y="52292"/>
                      </a:moveTo>
                      <a:cubicBezTo>
                        <a:pt x="14097" y="51816"/>
                        <a:pt x="14097" y="51340"/>
                        <a:pt x="14573" y="50959"/>
                      </a:cubicBezTo>
                      <a:lnTo>
                        <a:pt x="14573" y="50959"/>
                      </a:lnTo>
                      <a:cubicBezTo>
                        <a:pt x="14573" y="50959"/>
                        <a:pt x="14668" y="51340"/>
                        <a:pt x="14859" y="51530"/>
                      </a:cubicBezTo>
                      <a:cubicBezTo>
                        <a:pt x="15049" y="51721"/>
                        <a:pt x="15145" y="51911"/>
                        <a:pt x="15145" y="52007"/>
                      </a:cubicBezTo>
                      <a:cubicBezTo>
                        <a:pt x="15145" y="52102"/>
                        <a:pt x="15145" y="52292"/>
                        <a:pt x="14859" y="52292"/>
                      </a:cubicBezTo>
                      <a:lnTo>
                        <a:pt x="14097" y="52292"/>
                      </a:lnTo>
                      <a:close/>
                      <a:moveTo>
                        <a:pt x="14668" y="50768"/>
                      </a:moveTo>
                      <a:lnTo>
                        <a:pt x="14478" y="50959"/>
                      </a:lnTo>
                      <a:lnTo>
                        <a:pt x="14668" y="50768"/>
                      </a:lnTo>
                      <a:close/>
                      <a:moveTo>
                        <a:pt x="14764" y="49435"/>
                      </a:moveTo>
                      <a:cubicBezTo>
                        <a:pt x="14764" y="49435"/>
                        <a:pt x="15145" y="49530"/>
                        <a:pt x="15335" y="49816"/>
                      </a:cubicBezTo>
                      <a:cubicBezTo>
                        <a:pt x="15621" y="50006"/>
                        <a:pt x="15716" y="50197"/>
                        <a:pt x="15716" y="50197"/>
                      </a:cubicBezTo>
                      <a:cubicBezTo>
                        <a:pt x="15430" y="50197"/>
                        <a:pt x="15049" y="50387"/>
                        <a:pt x="14573" y="50768"/>
                      </a:cubicBezTo>
                      <a:cubicBezTo>
                        <a:pt x="14954" y="50292"/>
                        <a:pt x="14954" y="49911"/>
                        <a:pt x="14668" y="49435"/>
                      </a:cubicBezTo>
                      <a:close/>
                      <a:moveTo>
                        <a:pt x="16288" y="43625"/>
                      </a:moveTo>
                      <a:lnTo>
                        <a:pt x="16288" y="43053"/>
                      </a:lnTo>
                      <a:lnTo>
                        <a:pt x="14764" y="42196"/>
                      </a:lnTo>
                      <a:lnTo>
                        <a:pt x="16288" y="43529"/>
                      </a:lnTo>
                      <a:close/>
                      <a:moveTo>
                        <a:pt x="17526" y="45720"/>
                      </a:moveTo>
                      <a:lnTo>
                        <a:pt x="18192" y="45720"/>
                      </a:lnTo>
                      <a:cubicBezTo>
                        <a:pt x="18192" y="45720"/>
                        <a:pt x="18669" y="45720"/>
                        <a:pt x="18859" y="45434"/>
                      </a:cubicBezTo>
                      <a:cubicBezTo>
                        <a:pt x="18288" y="45244"/>
                        <a:pt x="17907" y="45434"/>
                        <a:pt x="17526" y="45720"/>
                      </a:cubicBezTo>
                      <a:cubicBezTo>
                        <a:pt x="17431" y="45720"/>
                        <a:pt x="17335" y="45720"/>
                        <a:pt x="17335" y="45911"/>
                      </a:cubicBezTo>
                      <a:lnTo>
                        <a:pt x="16764" y="46482"/>
                      </a:lnTo>
                      <a:lnTo>
                        <a:pt x="17335" y="46482"/>
                      </a:lnTo>
                      <a:cubicBezTo>
                        <a:pt x="17335" y="46482"/>
                        <a:pt x="17335" y="46101"/>
                        <a:pt x="17335" y="45911"/>
                      </a:cubicBezTo>
                      <a:lnTo>
                        <a:pt x="17526" y="45720"/>
                      </a:lnTo>
                      <a:close/>
                      <a:moveTo>
                        <a:pt x="17907" y="20098"/>
                      </a:moveTo>
                      <a:cubicBezTo>
                        <a:pt x="17907" y="20098"/>
                        <a:pt x="18192" y="19621"/>
                        <a:pt x="18097" y="19526"/>
                      </a:cubicBezTo>
                      <a:lnTo>
                        <a:pt x="18288" y="19050"/>
                      </a:lnTo>
                      <a:cubicBezTo>
                        <a:pt x="18288" y="19050"/>
                        <a:pt x="17907" y="18669"/>
                        <a:pt x="17526" y="18479"/>
                      </a:cubicBezTo>
                      <a:cubicBezTo>
                        <a:pt x="17240" y="18383"/>
                        <a:pt x="17050" y="18288"/>
                        <a:pt x="16954" y="18288"/>
                      </a:cubicBezTo>
                      <a:cubicBezTo>
                        <a:pt x="17716" y="18669"/>
                        <a:pt x="18097" y="19050"/>
                        <a:pt x="18097" y="19526"/>
                      </a:cubicBezTo>
                      <a:lnTo>
                        <a:pt x="17907" y="20098"/>
                      </a:lnTo>
                      <a:close/>
                      <a:moveTo>
                        <a:pt x="22574" y="16193"/>
                      </a:moveTo>
                      <a:lnTo>
                        <a:pt x="22574" y="16002"/>
                      </a:lnTo>
                      <a:cubicBezTo>
                        <a:pt x="22384" y="14859"/>
                        <a:pt x="21526" y="14288"/>
                        <a:pt x="20098" y="14288"/>
                      </a:cubicBezTo>
                      <a:cubicBezTo>
                        <a:pt x="18955" y="14288"/>
                        <a:pt x="18097" y="14573"/>
                        <a:pt x="17335" y="15240"/>
                      </a:cubicBezTo>
                      <a:cubicBezTo>
                        <a:pt x="17526" y="15240"/>
                        <a:pt x="17812" y="15812"/>
                        <a:pt x="18002" y="16574"/>
                      </a:cubicBezTo>
                      <a:cubicBezTo>
                        <a:pt x="18288" y="17336"/>
                        <a:pt x="18669" y="17717"/>
                        <a:pt x="19336" y="17526"/>
                      </a:cubicBezTo>
                      <a:lnTo>
                        <a:pt x="19336" y="17336"/>
                      </a:lnTo>
                      <a:cubicBezTo>
                        <a:pt x="19336" y="17336"/>
                        <a:pt x="19621" y="16764"/>
                        <a:pt x="19812" y="15907"/>
                      </a:cubicBezTo>
                      <a:cubicBezTo>
                        <a:pt x="20002" y="15145"/>
                        <a:pt x="20193" y="14859"/>
                        <a:pt x="20669" y="14859"/>
                      </a:cubicBezTo>
                      <a:cubicBezTo>
                        <a:pt x="20859" y="14859"/>
                        <a:pt x="21050" y="14859"/>
                        <a:pt x="21336" y="15050"/>
                      </a:cubicBezTo>
                      <a:lnTo>
                        <a:pt x="21336" y="15621"/>
                      </a:lnTo>
                      <a:cubicBezTo>
                        <a:pt x="21336" y="15621"/>
                        <a:pt x="21526" y="15621"/>
                        <a:pt x="21622" y="15621"/>
                      </a:cubicBezTo>
                      <a:cubicBezTo>
                        <a:pt x="21622" y="15621"/>
                        <a:pt x="22003" y="15907"/>
                        <a:pt x="22574" y="16478"/>
                      </a:cubicBezTo>
                      <a:close/>
                      <a:moveTo>
                        <a:pt x="18288" y="37910"/>
                      </a:moveTo>
                      <a:cubicBezTo>
                        <a:pt x="18288" y="37910"/>
                        <a:pt x="17621" y="37910"/>
                        <a:pt x="17526" y="37719"/>
                      </a:cubicBezTo>
                      <a:lnTo>
                        <a:pt x="18097" y="38481"/>
                      </a:lnTo>
                      <a:cubicBezTo>
                        <a:pt x="18097" y="38481"/>
                        <a:pt x="18383" y="38195"/>
                        <a:pt x="18288" y="37910"/>
                      </a:cubicBezTo>
                      <a:close/>
                      <a:moveTo>
                        <a:pt x="18859" y="16954"/>
                      </a:moveTo>
                      <a:lnTo>
                        <a:pt x="18669" y="16764"/>
                      </a:lnTo>
                      <a:lnTo>
                        <a:pt x="19240" y="16764"/>
                      </a:lnTo>
                      <a:cubicBezTo>
                        <a:pt x="19240" y="16764"/>
                        <a:pt x="19050" y="16859"/>
                        <a:pt x="18859" y="16954"/>
                      </a:cubicBezTo>
                      <a:close/>
                      <a:moveTo>
                        <a:pt x="19240" y="16764"/>
                      </a:moveTo>
                      <a:cubicBezTo>
                        <a:pt x="19240" y="16764"/>
                        <a:pt x="19431" y="16764"/>
                        <a:pt x="19431" y="16764"/>
                      </a:cubicBezTo>
                      <a:lnTo>
                        <a:pt x="19240" y="16764"/>
                      </a:lnTo>
                      <a:close/>
                      <a:moveTo>
                        <a:pt x="19717" y="50006"/>
                      </a:moveTo>
                      <a:lnTo>
                        <a:pt x="20288" y="49435"/>
                      </a:lnTo>
                      <a:cubicBezTo>
                        <a:pt x="20288" y="49435"/>
                        <a:pt x="19907" y="49054"/>
                        <a:pt x="19717" y="49054"/>
                      </a:cubicBezTo>
                      <a:lnTo>
                        <a:pt x="19717" y="49911"/>
                      </a:lnTo>
                      <a:close/>
                      <a:moveTo>
                        <a:pt x="20574" y="17717"/>
                      </a:moveTo>
                      <a:cubicBezTo>
                        <a:pt x="20574" y="17717"/>
                        <a:pt x="20574" y="17145"/>
                        <a:pt x="20288" y="16764"/>
                      </a:cubicBezTo>
                      <a:lnTo>
                        <a:pt x="20288" y="18097"/>
                      </a:lnTo>
                      <a:lnTo>
                        <a:pt x="20574" y="17812"/>
                      </a:lnTo>
                      <a:close/>
                      <a:moveTo>
                        <a:pt x="21622" y="54388"/>
                      </a:moveTo>
                      <a:lnTo>
                        <a:pt x="21431" y="54197"/>
                      </a:lnTo>
                      <a:lnTo>
                        <a:pt x="21907" y="54197"/>
                      </a:lnTo>
                      <a:cubicBezTo>
                        <a:pt x="21907" y="54197"/>
                        <a:pt x="21526" y="54388"/>
                        <a:pt x="21622" y="54388"/>
                      </a:cubicBezTo>
                      <a:close/>
                      <a:moveTo>
                        <a:pt x="28194" y="48768"/>
                      </a:moveTo>
                      <a:lnTo>
                        <a:pt x="28480" y="48387"/>
                      </a:lnTo>
                      <a:lnTo>
                        <a:pt x="28194" y="47625"/>
                      </a:lnTo>
                      <a:lnTo>
                        <a:pt x="28194" y="48673"/>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 name="Google Shape;1233;p99"/>
                <p:cNvSpPr/>
                <p:nvPr/>
              </p:nvSpPr>
              <p:spPr>
                <a:xfrm>
                  <a:off x="6514813" y="3016472"/>
                  <a:ext cx="41909" cy="54959"/>
                </a:xfrm>
                <a:custGeom>
                  <a:avLst/>
                  <a:gdLst/>
                  <a:ahLst/>
                  <a:cxnLst/>
                  <a:rect l="l" t="t" r="r" b="b"/>
                  <a:pathLst>
                    <a:path w="41909" h="54959" extrusionOk="0">
                      <a:moveTo>
                        <a:pt x="36862" y="43910"/>
                      </a:moveTo>
                      <a:cubicBezTo>
                        <a:pt x="37814" y="44482"/>
                        <a:pt x="38290" y="45434"/>
                        <a:pt x="38386" y="46863"/>
                      </a:cubicBezTo>
                      <a:cubicBezTo>
                        <a:pt x="38386" y="48006"/>
                        <a:pt x="38386" y="49149"/>
                        <a:pt x="38386" y="50292"/>
                      </a:cubicBezTo>
                      <a:cubicBezTo>
                        <a:pt x="38386" y="50959"/>
                        <a:pt x="38481" y="51435"/>
                        <a:pt x="38671" y="51911"/>
                      </a:cubicBezTo>
                      <a:cubicBezTo>
                        <a:pt x="37433" y="53912"/>
                        <a:pt x="35338" y="54959"/>
                        <a:pt x="32290" y="54959"/>
                      </a:cubicBezTo>
                      <a:cubicBezTo>
                        <a:pt x="31432" y="54959"/>
                        <a:pt x="30099" y="54864"/>
                        <a:pt x="28289" y="54673"/>
                      </a:cubicBezTo>
                      <a:cubicBezTo>
                        <a:pt x="26479" y="54483"/>
                        <a:pt x="25051" y="54388"/>
                        <a:pt x="24194" y="54388"/>
                      </a:cubicBezTo>
                      <a:cubicBezTo>
                        <a:pt x="23241" y="54388"/>
                        <a:pt x="22384" y="54388"/>
                        <a:pt x="21717" y="54578"/>
                      </a:cubicBezTo>
                      <a:lnTo>
                        <a:pt x="6287" y="54578"/>
                      </a:lnTo>
                      <a:lnTo>
                        <a:pt x="6287" y="54388"/>
                      </a:lnTo>
                      <a:cubicBezTo>
                        <a:pt x="5715" y="54102"/>
                        <a:pt x="4763" y="54007"/>
                        <a:pt x="3429" y="54293"/>
                      </a:cubicBezTo>
                      <a:cubicBezTo>
                        <a:pt x="2096" y="54483"/>
                        <a:pt x="1048" y="54293"/>
                        <a:pt x="286" y="53912"/>
                      </a:cubicBezTo>
                      <a:cubicBezTo>
                        <a:pt x="476" y="47435"/>
                        <a:pt x="667" y="41053"/>
                        <a:pt x="667" y="34766"/>
                      </a:cubicBezTo>
                      <a:cubicBezTo>
                        <a:pt x="667" y="28480"/>
                        <a:pt x="571" y="22098"/>
                        <a:pt x="286" y="15621"/>
                      </a:cubicBezTo>
                      <a:cubicBezTo>
                        <a:pt x="571" y="15812"/>
                        <a:pt x="762" y="15907"/>
                        <a:pt x="857" y="15812"/>
                      </a:cubicBezTo>
                      <a:lnTo>
                        <a:pt x="1048" y="15621"/>
                      </a:lnTo>
                      <a:cubicBezTo>
                        <a:pt x="1048" y="15621"/>
                        <a:pt x="1048" y="15145"/>
                        <a:pt x="667" y="15049"/>
                      </a:cubicBezTo>
                      <a:cubicBezTo>
                        <a:pt x="381" y="14954"/>
                        <a:pt x="286" y="14859"/>
                        <a:pt x="286" y="14764"/>
                      </a:cubicBezTo>
                      <a:cubicBezTo>
                        <a:pt x="286" y="14764"/>
                        <a:pt x="381" y="14478"/>
                        <a:pt x="667" y="14288"/>
                      </a:cubicBezTo>
                      <a:cubicBezTo>
                        <a:pt x="667" y="14669"/>
                        <a:pt x="667" y="14954"/>
                        <a:pt x="857" y="15049"/>
                      </a:cubicBezTo>
                      <a:cubicBezTo>
                        <a:pt x="1333" y="15049"/>
                        <a:pt x="1429" y="14764"/>
                        <a:pt x="1238" y="14288"/>
                      </a:cubicBezTo>
                      <a:cubicBezTo>
                        <a:pt x="1048" y="13811"/>
                        <a:pt x="1048" y="13525"/>
                        <a:pt x="1429" y="13430"/>
                      </a:cubicBezTo>
                      <a:cubicBezTo>
                        <a:pt x="1429" y="13430"/>
                        <a:pt x="1429" y="13621"/>
                        <a:pt x="1429" y="13716"/>
                      </a:cubicBezTo>
                      <a:cubicBezTo>
                        <a:pt x="1429" y="13906"/>
                        <a:pt x="1524" y="14097"/>
                        <a:pt x="1810" y="14288"/>
                      </a:cubicBezTo>
                      <a:cubicBezTo>
                        <a:pt x="2096" y="14478"/>
                        <a:pt x="2191" y="14669"/>
                        <a:pt x="2286" y="14764"/>
                      </a:cubicBezTo>
                      <a:lnTo>
                        <a:pt x="3334" y="14573"/>
                      </a:lnTo>
                      <a:lnTo>
                        <a:pt x="2286" y="13811"/>
                      </a:lnTo>
                      <a:lnTo>
                        <a:pt x="3334" y="13240"/>
                      </a:lnTo>
                      <a:lnTo>
                        <a:pt x="2572" y="12478"/>
                      </a:lnTo>
                      <a:cubicBezTo>
                        <a:pt x="2572" y="12478"/>
                        <a:pt x="1905" y="12001"/>
                        <a:pt x="1714" y="12001"/>
                      </a:cubicBezTo>
                      <a:cubicBezTo>
                        <a:pt x="1429" y="12001"/>
                        <a:pt x="1238" y="12192"/>
                        <a:pt x="1048" y="12573"/>
                      </a:cubicBezTo>
                      <a:cubicBezTo>
                        <a:pt x="762" y="12383"/>
                        <a:pt x="571" y="12192"/>
                        <a:pt x="571" y="12001"/>
                      </a:cubicBezTo>
                      <a:cubicBezTo>
                        <a:pt x="571" y="12001"/>
                        <a:pt x="762" y="11716"/>
                        <a:pt x="1143" y="11430"/>
                      </a:cubicBezTo>
                      <a:cubicBezTo>
                        <a:pt x="1524" y="11144"/>
                        <a:pt x="1714" y="10858"/>
                        <a:pt x="1619" y="10668"/>
                      </a:cubicBezTo>
                      <a:lnTo>
                        <a:pt x="2191" y="11239"/>
                      </a:lnTo>
                      <a:lnTo>
                        <a:pt x="2572" y="10858"/>
                      </a:lnTo>
                      <a:cubicBezTo>
                        <a:pt x="2572" y="10858"/>
                        <a:pt x="2857" y="11049"/>
                        <a:pt x="3048" y="11049"/>
                      </a:cubicBezTo>
                      <a:cubicBezTo>
                        <a:pt x="3238" y="11049"/>
                        <a:pt x="3620" y="10954"/>
                        <a:pt x="4096" y="10668"/>
                      </a:cubicBezTo>
                      <a:cubicBezTo>
                        <a:pt x="4572" y="10477"/>
                        <a:pt x="4953" y="10287"/>
                        <a:pt x="5144" y="10287"/>
                      </a:cubicBezTo>
                      <a:cubicBezTo>
                        <a:pt x="5334" y="10287"/>
                        <a:pt x="5620" y="10382"/>
                        <a:pt x="5810" y="10668"/>
                      </a:cubicBezTo>
                      <a:lnTo>
                        <a:pt x="6096" y="10477"/>
                      </a:lnTo>
                      <a:cubicBezTo>
                        <a:pt x="6096" y="10477"/>
                        <a:pt x="5810" y="9811"/>
                        <a:pt x="5334" y="9620"/>
                      </a:cubicBezTo>
                      <a:cubicBezTo>
                        <a:pt x="4858" y="9430"/>
                        <a:pt x="4572" y="9334"/>
                        <a:pt x="4477" y="9144"/>
                      </a:cubicBezTo>
                      <a:cubicBezTo>
                        <a:pt x="3715" y="9144"/>
                        <a:pt x="2857" y="9144"/>
                        <a:pt x="1810" y="9144"/>
                      </a:cubicBezTo>
                      <a:cubicBezTo>
                        <a:pt x="1714" y="9334"/>
                        <a:pt x="1619" y="9525"/>
                        <a:pt x="1524" y="9525"/>
                      </a:cubicBezTo>
                      <a:cubicBezTo>
                        <a:pt x="1333" y="9430"/>
                        <a:pt x="1238" y="9334"/>
                        <a:pt x="1143" y="9334"/>
                      </a:cubicBezTo>
                      <a:cubicBezTo>
                        <a:pt x="1048" y="9334"/>
                        <a:pt x="953" y="9334"/>
                        <a:pt x="857" y="9334"/>
                      </a:cubicBezTo>
                      <a:lnTo>
                        <a:pt x="286" y="7334"/>
                      </a:lnTo>
                      <a:cubicBezTo>
                        <a:pt x="286" y="7334"/>
                        <a:pt x="953" y="7239"/>
                        <a:pt x="1048" y="6953"/>
                      </a:cubicBezTo>
                      <a:cubicBezTo>
                        <a:pt x="1048" y="6572"/>
                        <a:pt x="857" y="6477"/>
                        <a:pt x="571" y="6572"/>
                      </a:cubicBezTo>
                      <a:cubicBezTo>
                        <a:pt x="286" y="6763"/>
                        <a:pt x="0" y="6667"/>
                        <a:pt x="0" y="6477"/>
                      </a:cubicBezTo>
                      <a:lnTo>
                        <a:pt x="571" y="5905"/>
                      </a:lnTo>
                      <a:lnTo>
                        <a:pt x="1143" y="6477"/>
                      </a:lnTo>
                      <a:cubicBezTo>
                        <a:pt x="1143" y="6477"/>
                        <a:pt x="1333" y="5905"/>
                        <a:pt x="1333" y="5143"/>
                      </a:cubicBezTo>
                      <a:cubicBezTo>
                        <a:pt x="1333" y="5334"/>
                        <a:pt x="1429" y="5429"/>
                        <a:pt x="1714" y="5525"/>
                      </a:cubicBezTo>
                      <a:cubicBezTo>
                        <a:pt x="2096" y="5239"/>
                        <a:pt x="2286" y="5048"/>
                        <a:pt x="2286" y="4858"/>
                      </a:cubicBezTo>
                      <a:cubicBezTo>
                        <a:pt x="2286" y="4667"/>
                        <a:pt x="2000" y="4286"/>
                        <a:pt x="1333" y="3905"/>
                      </a:cubicBezTo>
                      <a:cubicBezTo>
                        <a:pt x="762" y="3524"/>
                        <a:pt x="381" y="3048"/>
                        <a:pt x="381" y="2762"/>
                      </a:cubicBezTo>
                      <a:cubicBezTo>
                        <a:pt x="381" y="2476"/>
                        <a:pt x="571" y="2096"/>
                        <a:pt x="953" y="1714"/>
                      </a:cubicBezTo>
                      <a:lnTo>
                        <a:pt x="2191" y="381"/>
                      </a:lnTo>
                      <a:cubicBezTo>
                        <a:pt x="4477" y="191"/>
                        <a:pt x="6953" y="0"/>
                        <a:pt x="9525" y="0"/>
                      </a:cubicBezTo>
                      <a:cubicBezTo>
                        <a:pt x="12097" y="0"/>
                        <a:pt x="15716" y="191"/>
                        <a:pt x="20669" y="381"/>
                      </a:cubicBezTo>
                      <a:cubicBezTo>
                        <a:pt x="25622" y="667"/>
                        <a:pt x="29432" y="762"/>
                        <a:pt x="31909" y="762"/>
                      </a:cubicBezTo>
                      <a:cubicBezTo>
                        <a:pt x="33719" y="762"/>
                        <a:pt x="35433" y="762"/>
                        <a:pt x="37052" y="667"/>
                      </a:cubicBezTo>
                      <a:cubicBezTo>
                        <a:pt x="38100" y="1524"/>
                        <a:pt x="38671" y="2572"/>
                        <a:pt x="38671" y="3905"/>
                      </a:cubicBezTo>
                      <a:cubicBezTo>
                        <a:pt x="38671" y="4286"/>
                        <a:pt x="38671" y="4953"/>
                        <a:pt x="38481" y="6001"/>
                      </a:cubicBezTo>
                      <a:cubicBezTo>
                        <a:pt x="38290" y="6953"/>
                        <a:pt x="38290" y="7810"/>
                        <a:pt x="38290" y="8287"/>
                      </a:cubicBezTo>
                      <a:cubicBezTo>
                        <a:pt x="38290" y="8763"/>
                        <a:pt x="38290" y="9334"/>
                        <a:pt x="38386" y="9811"/>
                      </a:cubicBezTo>
                      <a:cubicBezTo>
                        <a:pt x="38386" y="10573"/>
                        <a:pt x="37910" y="10858"/>
                        <a:pt x="36957" y="10858"/>
                      </a:cubicBezTo>
                      <a:cubicBezTo>
                        <a:pt x="36862" y="10858"/>
                        <a:pt x="36576" y="10858"/>
                        <a:pt x="36290" y="10858"/>
                      </a:cubicBezTo>
                      <a:lnTo>
                        <a:pt x="35623" y="10858"/>
                      </a:lnTo>
                      <a:cubicBezTo>
                        <a:pt x="35052" y="10858"/>
                        <a:pt x="34671" y="10954"/>
                        <a:pt x="34385" y="11144"/>
                      </a:cubicBezTo>
                      <a:lnTo>
                        <a:pt x="32861" y="11144"/>
                      </a:lnTo>
                      <a:lnTo>
                        <a:pt x="32861" y="10858"/>
                      </a:lnTo>
                      <a:cubicBezTo>
                        <a:pt x="30766" y="11049"/>
                        <a:pt x="28480" y="11144"/>
                        <a:pt x="25813" y="11144"/>
                      </a:cubicBezTo>
                      <a:cubicBezTo>
                        <a:pt x="24194" y="11144"/>
                        <a:pt x="21812" y="11144"/>
                        <a:pt x="18669" y="11144"/>
                      </a:cubicBezTo>
                      <a:lnTo>
                        <a:pt x="11525" y="11144"/>
                      </a:lnTo>
                      <a:cubicBezTo>
                        <a:pt x="11144" y="12001"/>
                        <a:pt x="11049" y="12859"/>
                        <a:pt x="11049" y="13906"/>
                      </a:cubicBezTo>
                      <a:cubicBezTo>
                        <a:pt x="11049" y="14192"/>
                        <a:pt x="11049" y="14669"/>
                        <a:pt x="11049" y="15335"/>
                      </a:cubicBezTo>
                      <a:lnTo>
                        <a:pt x="11049" y="16859"/>
                      </a:lnTo>
                      <a:cubicBezTo>
                        <a:pt x="11049" y="17812"/>
                        <a:pt x="10954" y="18764"/>
                        <a:pt x="10668" y="19526"/>
                      </a:cubicBezTo>
                      <a:cubicBezTo>
                        <a:pt x="10763" y="20193"/>
                        <a:pt x="10858" y="20764"/>
                        <a:pt x="11049" y="21431"/>
                      </a:cubicBezTo>
                      <a:cubicBezTo>
                        <a:pt x="11239" y="22193"/>
                        <a:pt x="11716" y="22670"/>
                        <a:pt x="12287" y="22670"/>
                      </a:cubicBezTo>
                      <a:cubicBezTo>
                        <a:pt x="12478" y="22670"/>
                        <a:pt x="12668" y="22670"/>
                        <a:pt x="12859" y="22670"/>
                      </a:cubicBezTo>
                      <a:cubicBezTo>
                        <a:pt x="12954" y="22670"/>
                        <a:pt x="13145" y="22670"/>
                        <a:pt x="13335" y="22670"/>
                      </a:cubicBezTo>
                      <a:cubicBezTo>
                        <a:pt x="13526" y="22670"/>
                        <a:pt x="13811" y="22670"/>
                        <a:pt x="14192" y="22574"/>
                      </a:cubicBezTo>
                      <a:cubicBezTo>
                        <a:pt x="14573" y="22574"/>
                        <a:pt x="14764" y="22479"/>
                        <a:pt x="14954" y="22479"/>
                      </a:cubicBezTo>
                      <a:cubicBezTo>
                        <a:pt x="15335" y="22479"/>
                        <a:pt x="15621" y="22670"/>
                        <a:pt x="15812" y="23050"/>
                      </a:cubicBezTo>
                      <a:cubicBezTo>
                        <a:pt x="17050" y="22670"/>
                        <a:pt x="18479" y="22479"/>
                        <a:pt x="20098" y="22479"/>
                      </a:cubicBezTo>
                      <a:cubicBezTo>
                        <a:pt x="20860" y="22479"/>
                        <a:pt x="22098" y="22479"/>
                        <a:pt x="23622" y="22670"/>
                      </a:cubicBezTo>
                      <a:cubicBezTo>
                        <a:pt x="25146" y="22765"/>
                        <a:pt x="26289" y="22860"/>
                        <a:pt x="27146" y="22860"/>
                      </a:cubicBezTo>
                      <a:cubicBezTo>
                        <a:pt x="27908" y="22860"/>
                        <a:pt x="28575" y="22860"/>
                        <a:pt x="29337" y="22670"/>
                      </a:cubicBezTo>
                      <a:cubicBezTo>
                        <a:pt x="29623" y="23813"/>
                        <a:pt x="29813" y="25337"/>
                        <a:pt x="29718" y="27432"/>
                      </a:cubicBezTo>
                      <a:cubicBezTo>
                        <a:pt x="29718" y="29718"/>
                        <a:pt x="29718" y="31337"/>
                        <a:pt x="29813" y="32195"/>
                      </a:cubicBezTo>
                      <a:cubicBezTo>
                        <a:pt x="28861" y="32861"/>
                        <a:pt x="27622" y="33242"/>
                        <a:pt x="26003" y="33242"/>
                      </a:cubicBezTo>
                      <a:cubicBezTo>
                        <a:pt x="25337" y="33242"/>
                        <a:pt x="24289" y="33242"/>
                        <a:pt x="22955" y="33052"/>
                      </a:cubicBezTo>
                      <a:cubicBezTo>
                        <a:pt x="21622" y="32956"/>
                        <a:pt x="20479" y="32861"/>
                        <a:pt x="19812" y="32861"/>
                      </a:cubicBezTo>
                      <a:cubicBezTo>
                        <a:pt x="19145" y="32861"/>
                        <a:pt x="18479" y="32861"/>
                        <a:pt x="17907" y="33052"/>
                      </a:cubicBezTo>
                      <a:lnTo>
                        <a:pt x="17907" y="32671"/>
                      </a:lnTo>
                      <a:cubicBezTo>
                        <a:pt x="17907" y="32671"/>
                        <a:pt x="16859" y="32671"/>
                        <a:pt x="15812" y="32671"/>
                      </a:cubicBezTo>
                      <a:cubicBezTo>
                        <a:pt x="15049" y="32671"/>
                        <a:pt x="14383" y="32861"/>
                        <a:pt x="13811" y="33147"/>
                      </a:cubicBezTo>
                      <a:cubicBezTo>
                        <a:pt x="13621" y="32956"/>
                        <a:pt x="13240" y="32956"/>
                        <a:pt x="12954" y="32956"/>
                      </a:cubicBezTo>
                      <a:cubicBezTo>
                        <a:pt x="12382" y="32956"/>
                        <a:pt x="12097" y="32956"/>
                        <a:pt x="12002" y="32956"/>
                      </a:cubicBezTo>
                      <a:cubicBezTo>
                        <a:pt x="11239" y="33147"/>
                        <a:pt x="10954" y="33719"/>
                        <a:pt x="10954" y="34671"/>
                      </a:cubicBezTo>
                      <a:cubicBezTo>
                        <a:pt x="10954" y="35338"/>
                        <a:pt x="11049" y="35814"/>
                        <a:pt x="11335" y="36195"/>
                      </a:cubicBezTo>
                      <a:cubicBezTo>
                        <a:pt x="10287" y="35909"/>
                        <a:pt x="9430" y="36195"/>
                        <a:pt x="8668" y="36957"/>
                      </a:cubicBezTo>
                      <a:lnTo>
                        <a:pt x="10382" y="36576"/>
                      </a:lnTo>
                      <a:lnTo>
                        <a:pt x="10192" y="36957"/>
                      </a:lnTo>
                      <a:cubicBezTo>
                        <a:pt x="10192" y="36957"/>
                        <a:pt x="10382" y="37243"/>
                        <a:pt x="10573" y="37243"/>
                      </a:cubicBezTo>
                      <a:cubicBezTo>
                        <a:pt x="10573" y="37243"/>
                        <a:pt x="10763" y="37052"/>
                        <a:pt x="11335" y="36671"/>
                      </a:cubicBezTo>
                      <a:cubicBezTo>
                        <a:pt x="11335" y="36481"/>
                        <a:pt x="11335" y="37814"/>
                        <a:pt x="11335" y="40577"/>
                      </a:cubicBezTo>
                      <a:cubicBezTo>
                        <a:pt x="11335" y="42196"/>
                        <a:pt x="11525" y="43434"/>
                        <a:pt x="12192" y="44291"/>
                      </a:cubicBezTo>
                      <a:cubicBezTo>
                        <a:pt x="13811" y="44482"/>
                        <a:pt x="15621" y="44672"/>
                        <a:pt x="17526" y="44672"/>
                      </a:cubicBezTo>
                      <a:cubicBezTo>
                        <a:pt x="18860" y="44672"/>
                        <a:pt x="20955" y="44672"/>
                        <a:pt x="23622" y="44387"/>
                      </a:cubicBezTo>
                      <a:cubicBezTo>
                        <a:pt x="26289" y="44196"/>
                        <a:pt x="28385" y="44101"/>
                        <a:pt x="29718" y="44101"/>
                      </a:cubicBezTo>
                      <a:cubicBezTo>
                        <a:pt x="31718" y="44101"/>
                        <a:pt x="33623" y="44196"/>
                        <a:pt x="35338" y="44482"/>
                      </a:cubicBezTo>
                      <a:cubicBezTo>
                        <a:pt x="35719" y="43720"/>
                        <a:pt x="36290" y="43720"/>
                        <a:pt x="37243" y="44291"/>
                      </a:cubicBezTo>
                      <a:close/>
                      <a:moveTo>
                        <a:pt x="1905" y="9906"/>
                      </a:moveTo>
                      <a:lnTo>
                        <a:pt x="2286" y="10477"/>
                      </a:lnTo>
                      <a:lnTo>
                        <a:pt x="2286" y="10477"/>
                      </a:lnTo>
                      <a:cubicBezTo>
                        <a:pt x="2286" y="10477"/>
                        <a:pt x="2000" y="10192"/>
                        <a:pt x="1905" y="9906"/>
                      </a:cubicBezTo>
                      <a:close/>
                      <a:moveTo>
                        <a:pt x="15812" y="29242"/>
                      </a:moveTo>
                      <a:lnTo>
                        <a:pt x="14954" y="29242"/>
                      </a:lnTo>
                      <a:cubicBezTo>
                        <a:pt x="14954" y="29242"/>
                        <a:pt x="15335" y="29528"/>
                        <a:pt x="15812" y="29242"/>
                      </a:cubicBezTo>
                      <a:lnTo>
                        <a:pt x="16193" y="29242"/>
                      </a:lnTo>
                      <a:cubicBezTo>
                        <a:pt x="16193" y="29242"/>
                        <a:pt x="16288" y="29528"/>
                        <a:pt x="16288" y="29718"/>
                      </a:cubicBezTo>
                      <a:lnTo>
                        <a:pt x="17240" y="29242"/>
                      </a:lnTo>
                      <a:cubicBezTo>
                        <a:pt x="17240" y="29242"/>
                        <a:pt x="17621" y="29623"/>
                        <a:pt x="17621" y="29718"/>
                      </a:cubicBezTo>
                      <a:lnTo>
                        <a:pt x="18669" y="29718"/>
                      </a:lnTo>
                      <a:lnTo>
                        <a:pt x="18669" y="29242"/>
                      </a:lnTo>
                      <a:lnTo>
                        <a:pt x="16288" y="29242"/>
                      </a:lnTo>
                      <a:cubicBezTo>
                        <a:pt x="16288" y="29242"/>
                        <a:pt x="16097" y="29242"/>
                        <a:pt x="15907" y="29242"/>
                      </a:cubicBezTo>
                      <a:close/>
                      <a:moveTo>
                        <a:pt x="29051" y="3715"/>
                      </a:moveTo>
                      <a:lnTo>
                        <a:pt x="28480" y="3334"/>
                      </a:lnTo>
                      <a:lnTo>
                        <a:pt x="29051" y="4381"/>
                      </a:lnTo>
                      <a:lnTo>
                        <a:pt x="29051" y="3620"/>
                      </a:lnTo>
                      <a:close/>
                      <a:moveTo>
                        <a:pt x="41624" y="47530"/>
                      </a:moveTo>
                      <a:lnTo>
                        <a:pt x="41910" y="47530"/>
                      </a:lnTo>
                      <a:lnTo>
                        <a:pt x="41148" y="48006"/>
                      </a:lnTo>
                      <a:lnTo>
                        <a:pt x="41720" y="47530"/>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34" name="Google Shape;1234;p99"/>
              <p:cNvGrpSpPr/>
              <p:nvPr/>
            </p:nvGrpSpPr>
            <p:grpSpPr>
              <a:xfrm>
                <a:off x="12731490" y="5691058"/>
                <a:ext cx="960215" cy="221205"/>
                <a:chOff x="7478172" y="3409153"/>
                <a:chExt cx="960215" cy="221205"/>
              </a:xfrm>
            </p:grpSpPr>
            <p:sp>
              <p:nvSpPr>
                <p:cNvPr id="1235" name="Google Shape;1235;p99"/>
                <p:cNvSpPr/>
                <p:nvPr/>
              </p:nvSpPr>
              <p:spPr>
                <a:xfrm>
                  <a:off x="7478172" y="3422237"/>
                  <a:ext cx="222027" cy="198977"/>
                </a:xfrm>
                <a:custGeom>
                  <a:avLst/>
                  <a:gdLst/>
                  <a:ahLst/>
                  <a:cxnLst/>
                  <a:rect l="l" t="t" r="r" b="b"/>
                  <a:pathLst>
                    <a:path w="222027" h="198977" extrusionOk="0">
                      <a:moveTo>
                        <a:pt x="0" y="106871"/>
                      </a:moveTo>
                      <a:cubicBezTo>
                        <a:pt x="3334" y="108585"/>
                        <a:pt x="4858" y="110776"/>
                        <a:pt x="4763" y="113347"/>
                      </a:cubicBezTo>
                      <a:lnTo>
                        <a:pt x="1905" y="113347"/>
                      </a:lnTo>
                      <a:cubicBezTo>
                        <a:pt x="2381" y="112681"/>
                        <a:pt x="2667" y="112014"/>
                        <a:pt x="2667" y="111347"/>
                      </a:cubicBezTo>
                      <a:cubicBezTo>
                        <a:pt x="2667" y="109633"/>
                        <a:pt x="1810" y="108109"/>
                        <a:pt x="95" y="106775"/>
                      </a:cubicBezTo>
                      <a:close/>
                      <a:moveTo>
                        <a:pt x="667" y="135826"/>
                      </a:moveTo>
                      <a:lnTo>
                        <a:pt x="1810" y="135826"/>
                      </a:lnTo>
                      <a:lnTo>
                        <a:pt x="3715" y="137255"/>
                      </a:lnTo>
                      <a:lnTo>
                        <a:pt x="667" y="135826"/>
                      </a:lnTo>
                      <a:close/>
                      <a:moveTo>
                        <a:pt x="15430" y="170497"/>
                      </a:moveTo>
                      <a:cubicBezTo>
                        <a:pt x="12382" y="171164"/>
                        <a:pt x="10954" y="170497"/>
                        <a:pt x="11145" y="168783"/>
                      </a:cubicBezTo>
                      <a:lnTo>
                        <a:pt x="15430" y="170497"/>
                      </a:lnTo>
                      <a:close/>
                      <a:moveTo>
                        <a:pt x="11145" y="953"/>
                      </a:moveTo>
                      <a:lnTo>
                        <a:pt x="11906" y="0"/>
                      </a:lnTo>
                      <a:lnTo>
                        <a:pt x="18383" y="0"/>
                      </a:lnTo>
                      <a:lnTo>
                        <a:pt x="11239" y="953"/>
                      </a:lnTo>
                      <a:close/>
                      <a:moveTo>
                        <a:pt x="11145" y="144971"/>
                      </a:moveTo>
                      <a:cubicBezTo>
                        <a:pt x="11906" y="144494"/>
                        <a:pt x="12288" y="143828"/>
                        <a:pt x="12097" y="143065"/>
                      </a:cubicBezTo>
                      <a:cubicBezTo>
                        <a:pt x="11906" y="140303"/>
                        <a:pt x="11811" y="139446"/>
                        <a:pt x="11811" y="140398"/>
                      </a:cubicBezTo>
                      <a:lnTo>
                        <a:pt x="13716" y="140398"/>
                      </a:lnTo>
                      <a:cubicBezTo>
                        <a:pt x="13526" y="141351"/>
                        <a:pt x="13335" y="142399"/>
                        <a:pt x="13145" y="143637"/>
                      </a:cubicBezTo>
                      <a:cubicBezTo>
                        <a:pt x="12859" y="144875"/>
                        <a:pt x="12192" y="145351"/>
                        <a:pt x="11145" y="144971"/>
                      </a:cubicBezTo>
                      <a:close/>
                      <a:moveTo>
                        <a:pt x="15430" y="170497"/>
                      </a:moveTo>
                      <a:lnTo>
                        <a:pt x="15716" y="170688"/>
                      </a:lnTo>
                      <a:lnTo>
                        <a:pt x="15430" y="170497"/>
                      </a:lnTo>
                      <a:close/>
                      <a:moveTo>
                        <a:pt x="23051" y="98870"/>
                      </a:moveTo>
                      <a:lnTo>
                        <a:pt x="26861" y="99536"/>
                      </a:lnTo>
                      <a:lnTo>
                        <a:pt x="24955" y="101441"/>
                      </a:lnTo>
                      <a:lnTo>
                        <a:pt x="22956" y="98870"/>
                      </a:lnTo>
                      <a:close/>
                      <a:moveTo>
                        <a:pt x="25718" y="109538"/>
                      </a:moveTo>
                      <a:cubicBezTo>
                        <a:pt x="26575" y="109156"/>
                        <a:pt x="27337" y="108775"/>
                        <a:pt x="28194" y="108775"/>
                      </a:cubicBezTo>
                      <a:cubicBezTo>
                        <a:pt x="30099" y="108775"/>
                        <a:pt x="32099" y="109728"/>
                        <a:pt x="34100" y="111442"/>
                      </a:cubicBezTo>
                      <a:lnTo>
                        <a:pt x="25718" y="109538"/>
                      </a:lnTo>
                      <a:close/>
                      <a:moveTo>
                        <a:pt x="30289" y="77343"/>
                      </a:moveTo>
                      <a:lnTo>
                        <a:pt x="30289" y="78486"/>
                      </a:lnTo>
                      <a:lnTo>
                        <a:pt x="26956" y="76581"/>
                      </a:lnTo>
                      <a:cubicBezTo>
                        <a:pt x="27718" y="76200"/>
                        <a:pt x="28861" y="76390"/>
                        <a:pt x="30289" y="77248"/>
                      </a:cubicBezTo>
                      <a:close/>
                      <a:moveTo>
                        <a:pt x="28385" y="163449"/>
                      </a:moveTo>
                      <a:lnTo>
                        <a:pt x="26956" y="162306"/>
                      </a:lnTo>
                      <a:lnTo>
                        <a:pt x="29623" y="161354"/>
                      </a:lnTo>
                      <a:lnTo>
                        <a:pt x="28385" y="163544"/>
                      </a:lnTo>
                      <a:close/>
                      <a:moveTo>
                        <a:pt x="31528" y="126492"/>
                      </a:moveTo>
                      <a:lnTo>
                        <a:pt x="30385" y="127159"/>
                      </a:lnTo>
                      <a:lnTo>
                        <a:pt x="29623" y="124492"/>
                      </a:lnTo>
                      <a:lnTo>
                        <a:pt x="31528" y="126397"/>
                      </a:lnTo>
                      <a:close/>
                      <a:moveTo>
                        <a:pt x="30385" y="146495"/>
                      </a:moveTo>
                      <a:cubicBezTo>
                        <a:pt x="29433" y="146399"/>
                        <a:pt x="30766" y="146304"/>
                        <a:pt x="34385" y="146304"/>
                      </a:cubicBezTo>
                      <a:cubicBezTo>
                        <a:pt x="35814" y="146304"/>
                        <a:pt x="36957" y="146780"/>
                        <a:pt x="37719" y="147733"/>
                      </a:cubicBezTo>
                      <a:cubicBezTo>
                        <a:pt x="37243" y="147733"/>
                        <a:pt x="36386" y="148018"/>
                        <a:pt x="35243" y="148495"/>
                      </a:cubicBezTo>
                      <a:cubicBezTo>
                        <a:pt x="34004" y="148971"/>
                        <a:pt x="33147" y="149162"/>
                        <a:pt x="32481" y="149162"/>
                      </a:cubicBezTo>
                      <a:cubicBezTo>
                        <a:pt x="31338" y="149162"/>
                        <a:pt x="30575" y="148304"/>
                        <a:pt x="30385" y="146495"/>
                      </a:cubicBezTo>
                      <a:close/>
                      <a:moveTo>
                        <a:pt x="34100" y="136493"/>
                      </a:moveTo>
                      <a:lnTo>
                        <a:pt x="30385" y="141065"/>
                      </a:lnTo>
                      <a:cubicBezTo>
                        <a:pt x="30195" y="140398"/>
                        <a:pt x="30385" y="139446"/>
                        <a:pt x="31242" y="138208"/>
                      </a:cubicBezTo>
                      <a:cubicBezTo>
                        <a:pt x="31909" y="136874"/>
                        <a:pt x="32957" y="136303"/>
                        <a:pt x="34195" y="136493"/>
                      </a:cubicBezTo>
                      <a:close/>
                      <a:moveTo>
                        <a:pt x="33147" y="71818"/>
                      </a:moveTo>
                      <a:lnTo>
                        <a:pt x="33147" y="74676"/>
                      </a:lnTo>
                      <a:lnTo>
                        <a:pt x="31528" y="69151"/>
                      </a:lnTo>
                      <a:cubicBezTo>
                        <a:pt x="32290" y="68961"/>
                        <a:pt x="32861" y="69151"/>
                        <a:pt x="33052" y="69913"/>
                      </a:cubicBezTo>
                      <a:cubicBezTo>
                        <a:pt x="33338" y="70580"/>
                        <a:pt x="33338" y="71152"/>
                        <a:pt x="33147" y="71818"/>
                      </a:cubicBezTo>
                      <a:close/>
                      <a:moveTo>
                        <a:pt x="36005" y="164973"/>
                      </a:moveTo>
                      <a:lnTo>
                        <a:pt x="36957" y="166116"/>
                      </a:lnTo>
                      <a:lnTo>
                        <a:pt x="33147" y="164973"/>
                      </a:lnTo>
                      <a:lnTo>
                        <a:pt x="36005" y="164973"/>
                      </a:lnTo>
                      <a:close/>
                      <a:moveTo>
                        <a:pt x="36957" y="29528"/>
                      </a:moveTo>
                      <a:lnTo>
                        <a:pt x="36957" y="30289"/>
                      </a:lnTo>
                      <a:lnTo>
                        <a:pt x="34100" y="30289"/>
                      </a:lnTo>
                      <a:cubicBezTo>
                        <a:pt x="34100" y="30289"/>
                        <a:pt x="35243" y="29528"/>
                        <a:pt x="36957" y="29528"/>
                      </a:cubicBezTo>
                      <a:close/>
                      <a:moveTo>
                        <a:pt x="34100" y="155638"/>
                      </a:moveTo>
                      <a:cubicBezTo>
                        <a:pt x="37815" y="155638"/>
                        <a:pt x="40005" y="154781"/>
                        <a:pt x="40863" y="152971"/>
                      </a:cubicBezTo>
                      <a:lnTo>
                        <a:pt x="40863" y="156781"/>
                      </a:lnTo>
                      <a:cubicBezTo>
                        <a:pt x="40291" y="157353"/>
                        <a:pt x="39624" y="157734"/>
                        <a:pt x="38958" y="157734"/>
                      </a:cubicBezTo>
                      <a:cubicBezTo>
                        <a:pt x="38291" y="157734"/>
                        <a:pt x="37433" y="157353"/>
                        <a:pt x="36386" y="156781"/>
                      </a:cubicBezTo>
                      <a:cubicBezTo>
                        <a:pt x="35243" y="156210"/>
                        <a:pt x="34576" y="155734"/>
                        <a:pt x="34195" y="155638"/>
                      </a:cubicBezTo>
                      <a:close/>
                      <a:moveTo>
                        <a:pt x="36100" y="79153"/>
                      </a:moveTo>
                      <a:cubicBezTo>
                        <a:pt x="36100" y="79153"/>
                        <a:pt x="37148" y="79248"/>
                        <a:pt x="37719" y="79915"/>
                      </a:cubicBezTo>
                      <a:cubicBezTo>
                        <a:pt x="38386" y="80581"/>
                        <a:pt x="38767" y="80963"/>
                        <a:pt x="38862" y="81058"/>
                      </a:cubicBezTo>
                      <a:cubicBezTo>
                        <a:pt x="38195" y="80867"/>
                        <a:pt x="37719" y="81058"/>
                        <a:pt x="37148" y="81534"/>
                      </a:cubicBezTo>
                      <a:cubicBezTo>
                        <a:pt x="36766" y="82010"/>
                        <a:pt x="36290" y="82487"/>
                        <a:pt x="36005" y="82963"/>
                      </a:cubicBezTo>
                      <a:cubicBezTo>
                        <a:pt x="34766" y="82772"/>
                        <a:pt x="34195" y="82201"/>
                        <a:pt x="34290" y="81248"/>
                      </a:cubicBezTo>
                      <a:cubicBezTo>
                        <a:pt x="34290" y="80486"/>
                        <a:pt x="34862" y="79724"/>
                        <a:pt x="36005" y="79057"/>
                      </a:cubicBezTo>
                      <a:close/>
                      <a:moveTo>
                        <a:pt x="36100" y="178784"/>
                      </a:moveTo>
                      <a:cubicBezTo>
                        <a:pt x="38481" y="179356"/>
                        <a:pt x="39624" y="181070"/>
                        <a:pt x="39624" y="183832"/>
                      </a:cubicBezTo>
                      <a:cubicBezTo>
                        <a:pt x="39624" y="184785"/>
                        <a:pt x="39338" y="185547"/>
                        <a:pt x="38671" y="185928"/>
                      </a:cubicBezTo>
                      <a:lnTo>
                        <a:pt x="36576" y="183832"/>
                      </a:lnTo>
                      <a:cubicBezTo>
                        <a:pt x="35433" y="182880"/>
                        <a:pt x="34862" y="181928"/>
                        <a:pt x="34862" y="181165"/>
                      </a:cubicBezTo>
                      <a:cubicBezTo>
                        <a:pt x="34862" y="180404"/>
                        <a:pt x="35243" y="179546"/>
                        <a:pt x="36100" y="178784"/>
                      </a:cubicBezTo>
                      <a:close/>
                      <a:moveTo>
                        <a:pt x="35147" y="152209"/>
                      </a:moveTo>
                      <a:cubicBezTo>
                        <a:pt x="36100" y="149828"/>
                        <a:pt x="38005" y="148971"/>
                        <a:pt x="40863" y="149638"/>
                      </a:cubicBezTo>
                      <a:cubicBezTo>
                        <a:pt x="40386" y="150400"/>
                        <a:pt x="38481" y="151257"/>
                        <a:pt x="35147" y="152209"/>
                      </a:cubicBezTo>
                      <a:close/>
                      <a:moveTo>
                        <a:pt x="37052" y="104204"/>
                      </a:moveTo>
                      <a:lnTo>
                        <a:pt x="36100" y="101346"/>
                      </a:lnTo>
                      <a:lnTo>
                        <a:pt x="37052" y="103346"/>
                      </a:lnTo>
                      <a:lnTo>
                        <a:pt x="37052" y="104299"/>
                      </a:lnTo>
                      <a:close/>
                      <a:moveTo>
                        <a:pt x="37815" y="123349"/>
                      </a:moveTo>
                      <a:cubicBezTo>
                        <a:pt x="39910" y="120682"/>
                        <a:pt x="42006" y="120396"/>
                        <a:pt x="44291" y="122682"/>
                      </a:cubicBezTo>
                      <a:cubicBezTo>
                        <a:pt x="44005" y="122491"/>
                        <a:pt x="43244" y="122872"/>
                        <a:pt x="42101" y="123730"/>
                      </a:cubicBezTo>
                      <a:cubicBezTo>
                        <a:pt x="40957" y="124587"/>
                        <a:pt x="40196" y="124968"/>
                        <a:pt x="39720" y="124968"/>
                      </a:cubicBezTo>
                      <a:cubicBezTo>
                        <a:pt x="38958" y="124968"/>
                        <a:pt x="38291" y="124396"/>
                        <a:pt x="37815" y="123349"/>
                      </a:cubicBezTo>
                      <a:close/>
                      <a:moveTo>
                        <a:pt x="38958" y="187071"/>
                      </a:moveTo>
                      <a:lnTo>
                        <a:pt x="37815" y="186309"/>
                      </a:lnTo>
                      <a:cubicBezTo>
                        <a:pt x="37815" y="186309"/>
                        <a:pt x="38481" y="186214"/>
                        <a:pt x="38767" y="185833"/>
                      </a:cubicBezTo>
                      <a:cubicBezTo>
                        <a:pt x="39243" y="186309"/>
                        <a:pt x="39338" y="186690"/>
                        <a:pt x="38958" y="186976"/>
                      </a:cubicBezTo>
                      <a:close/>
                      <a:moveTo>
                        <a:pt x="38958" y="140303"/>
                      </a:moveTo>
                      <a:lnTo>
                        <a:pt x="38958" y="137160"/>
                      </a:lnTo>
                      <a:lnTo>
                        <a:pt x="43529" y="138398"/>
                      </a:lnTo>
                      <a:cubicBezTo>
                        <a:pt x="42101" y="139827"/>
                        <a:pt x="40577" y="140494"/>
                        <a:pt x="38958" y="140303"/>
                      </a:cubicBezTo>
                      <a:close/>
                      <a:moveTo>
                        <a:pt x="42291" y="81153"/>
                      </a:moveTo>
                      <a:cubicBezTo>
                        <a:pt x="42291" y="81153"/>
                        <a:pt x="41529" y="81153"/>
                        <a:pt x="40863" y="80391"/>
                      </a:cubicBezTo>
                      <a:lnTo>
                        <a:pt x="42291" y="78486"/>
                      </a:lnTo>
                      <a:lnTo>
                        <a:pt x="42291" y="81153"/>
                      </a:lnTo>
                      <a:close/>
                      <a:moveTo>
                        <a:pt x="42291" y="178784"/>
                      </a:moveTo>
                      <a:cubicBezTo>
                        <a:pt x="41339" y="178308"/>
                        <a:pt x="40863" y="177832"/>
                        <a:pt x="40863" y="177355"/>
                      </a:cubicBezTo>
                      <a:cubicBezTo>
                        <a:pt x="40863" y="177070"/>
                        <a:pt x="41148" y="176593"/>
                        <a:pt x="41529" y="175927"/>
                      </a:cubicBezTo>
                      <a:cubicBezTo>
                        <a:pt x="42006" y="175260"/>
                        <a:pt x="42291" y="174784"/>
                        <a:pt x="42291" y="174307"/>
                      </a:cubicBezTo>
                      <a:lnTo>
                        <a:pt x="42291" y="178879"/>
                      </a:lnTo>
                      <a:close/>
                      <a:moveTo>
                        <a:pt x="41529" y="108775"/>
                      </a:moveTo>
                      <a:cubicBezTo>
                        <a:pt x="41529" y="108775"/>
                        <a:pt x="43149" y="107251"/>
                        <a:pt x="46101" y="105442"/>
                      </a:cubicBezTo>
                      <a:cubicBezTo>
                        <a:pt x="45148" y="106394"/>
                        <a:pt x="43625" y="107537"/>
                        <a:pt x="41529" y="108775"/>
                      </a:cubicBezTo>
                      <a:close/>
                      <a:moveTo>
                        <a:pt x="41529" y="130969"/>
                      </a:moveTo>
                      <a:lnTo>
                        <a:pt x="43529" y="130302"/>
                      </a:lnTo>
                      <a:cubicBezTo>
                        <a:pt x="44387" y="130016"/>
                        <a:pt x="44958" y="130302"/>
                        <a:pt x="45434" y="130969"/>
                      </a:cubicBezTo>
                      <a:lnTo>
                        <a:pt x="41529" y="130969"/>
                      </a:lnTo>
                      <a:close/>
                      <a:moveTo>
                        <a:pt x="46101" y="74676"/>
                      </a:moveTo>
                      <a:cubicBezTo>
                        <a:pt x="44387" y="74200"/>
                        <a:pt x="43434" y="72962"/>
                        <a:pt x="43434" y="71056"/>
                      </a:cubicBezTo>
                      <a:cubicBezTo>
                        <a:pt x="43434" y="70199"/>
                        <a:pt x="43720" y="69628"/>
                        <a:pt x="44196" y="69151"/>
                      </a:cubicBezTo>
                      <a:cubicBezTo>
                        <a:pt x="43910" y="70104"/>
                        <a:pt x="44291" y="71342"/>
                        <a:pt x="45339" y="72771"/>
                      </a:cubicBezTo>
                      <a:lnTo>
                        <a:pt x="47054" y="72771"/>
                      </a:lnTo>
                      <a:cubicBezTo>
                        <a:pt x="46482" y="73914"/>
                        <a:pt x="46101" y="74485"/>
                        <a:pt x="46101" y="74676"/>
                      </a:cubicBezTo>
                      <a:close/>
                      <a:moveTo>
                        <a:pt x="46101" y="168688"/>
                      </a:moveTo>
                      <a:lnTo>
                        <a:pt x="48006" y="170593"/>
                      </a:lnTo>
                      <a:cubicBezTo>
                        <a:pt x="48006" y="171259"/>
                        <a:pt x="47530" y="171545"/>
                        <a:pt x="46577" y="171545"/>
                      </a:cubicBezTo>
                      <a:lnTo>
                        <a:pt x="44196" y="171355"/>
                      </a:lnTo>
                      <a:cubicBezTo>
                        <a:pt x="45625" y="169926"/>
                        <a:pt x="46291" y="168973"/>
                        <a:pt x="46101" y="168688"/>
                      </a:cubicBezTo>
                      <a:close/>
                      <a:moveTo>
                        <a:pt x="45339" y="168021"/>
                      </a:moveTo>
                      <a:cubicBezTo>
                        <a:pt x="45815" y="168212"/>
                        <a:pt x="46101" y="168402"/>
                        <a:pt x="46101" y="168688"/>
                      </a:cubicBezTo>
                      <a:lnTo>
                        <a:pt x="45339" y="168021"/>
                      </a:lnTo>
                      <a:close/>
                      <a:moveTo>
                        <a:pt x="50864" y="154210"/>
                      </a:moveTo>
                      <a:cubicBezTo>
                        <a:pt x="51245" y="154781"/>
                        <a:pt x="51340" y="155353"/>
                        <a:pt x="51340" y="155924"/>
                      </a:cubicBezTo>
                      <a:cubicBezTo>
                        <a:pt x="51340" y="156877"/>
                        <a:pt x="50768" y="157353"/>
                        <a:pt x="49625" y="157353"/>
                      </a:cubicBezTo>
                      <a:cubicBezTo>
                        <a:pt x="48387" y="157353"/>
                        <a:pt x="47244" y="156972"/>
                        <a:pt x="46291" y="156020"/>
                      </a:cubicBezTo>
                      <a:cubicBezTo>
                        <a:pt x="45339" y="155162"/>
                        <a:pt x="45244" y="154210"/>
                        <a:pt x="46101" y="153067"/>
                      </a:cubicBezTo>
                      <a:lnTo>
                        <a:pt x="50864" y="154210"/>
                      </a:lnTo>
                      <a:close/>
                      <a:moveTo>
                        <a:pt x="46101" y="105442"/>
                      </a:moveTo>
                      <a:cubicBezTo>
                        <a:pt x="46101" y="105442"/>
                        <a:pt x="46673" y="104965"/>
                        <a:pt x="47054" y="104965"/>
                      </a:cubicBezTo>
                      <a:cubicBezTo>
                        <a:pt x="46673" y="105061"/>
                        <a:pt x="46482" y="105251"/>
                        <a:pt x="46101" y="105442"/>
                      </a:cubicBezTo>
                      <a:close/>
                      <a:moveTo>
                        <a:pt x="53435" y="120015"/>
                      </a:moveTo>
                      <a:cubicBezTo>
                        <a:pt x="53435" y="120015"/>
                        <a:pt x="53054" y="120301"/>
                        <a:pt x="52769" y="122015"/>
                      </a:cubicBezTo>
                      <a:lnTo>
                        <a:pt x="47054" y="117253"/>
                      </a:lnTo>
                      <a:cubicBezTo>
                        <a:pt x="47911" y="117253"/>
                        <a:pt x="48863" y="117729"/>
                        <a:pt x="50197" y="118777"/>
                      </a:cubicBezTo>
                      <a:cubicBezTo>
                        <a:pt x="51435" y="119824"/>
                        <a:pt x="52578" y="120301"/>
                        <a:pt x="53530" y="120110"/>
                      </a:cubicBezTo>
                      <a:close/>
                      <a:moveTo>
                        <a:pt x="50102" y="96774"/>
                      </a:moveTo>
                      <a:cubicBezTo>
                        <a:pt x="50102" y="96774"/>
                        <a:pt x="49625" y="97155"/>
                        <a:pt x="49625" y="97346"/>
                      </a:cubicBezTo>
                      <a:cubicBezTo>
                        <a:pt x="48959" y="95917"/>
                        <a:pt x="48673" y="94774"/>
                        <a:pt x="48673" y="93821"/>
                      </a:cubicBezTo>
                      <a:cubicBezTo>
                        <a:pt x="48673" y="93440"/>
                        <a:pt x="48768" y="93250"/>
                        <a:pt x="48959" y="93154"/>
                      </a:cubicBezTo>
                      <a:cubicBezTo>
                        <a:pt x="49435" y="93440"/>
                        <a:pt x="49816" y="94107"/>
                        <a:pt x="50102" y="95059"/>
                      </a:cubicBezTo>
                      <a:cubicBezTo>
                        <a:pt x="50388" y="96012"/>
                        <a:pt x="50388" y="96679"/>
                        <a:pt x="50102" y="96869"/>
                      </a:cubicBezTo>
                      <a:close/>
                      <a:moveTo>
                        <a:pt x="50768" y="84963"/>
                      </a:moveTo>
                      <a:cubicBezTo>
                        <a:pt x="51435" y="85058"/>
                        <a:pt x="52197" y="84963"/>
                        <a:pt x="53245" y="84296"/>
                      </a:cubicBezTo>
                      <a:cubicBezTo>
                        <a:pt x="54293" y="83629"/>
                        <a:pt x="55150" y="83439"/>
                        <a:pt x="56007" y="83725"/>
                      </a:cubicBezTo>
                      <a:cubicBezTo>
                        <a:pt x="55436" y="85439"/>
                        <a:pt x="53816" y="86106"/>
                        <a:pt x="51435" y="85630"/>
                      </a:cubicBezTo>
                      <a:lnTo>
                        <a:pt x="50673" y="84868"/>
                      </a:lnTo>
                      <a:close/>
                      <a:moveTo>
                        <a:pt x="54579" y="168688"/>
                      </a:moveTo>
                      <a:cubicBezTo>
                        <a:pt x="54388" y="169164"/>
                        <a:pt x="54388" y="169640"/>
                        <a:pt x="54388" y="170212"/>
                      </a:cubicBezTo>
                      <a:cubicBezTo>
                        <a:pt x="53721" y="171355"/>
                        <a:pt x="53054" y="171831"/>
                        <a:pt x="52292" y="171831"/>
                      </a:cubicBezTo>
                      <a:cubicBezTo>
                        <a:pt x="51816" y="171831"/>
                        <a:pt x="51340" y="171640"/>
                        <a:pt x="50864" y="171355"/>
                      </a:cubicBezTo>
                      <a:lnTo>
                        <a:pt x="51626" y="168021"/>
                      </a:lnTo>
                      <a:lnTo>
                        <a:pt x="54769" y="168688"/>
                      </a:lnTo>
                      <a:close/>
                      <a:moveTo>
                        <a:pt x="149447" y="8572"/>
                      </a:moveTo>
                      <a:cubicBezTo>
                        <a:pt x="153258" y="6858"/>
                        <a:pt x="157258" y="5905"/>
                        <a:pt x="161544" y="5905"/>
                      </a:cubicBezTo>
                      <a:cubicBezTo>
                        <a:pt x="170307" y="5905"/>
                        <a:pt x="178213" y="8858"/>
                        <a:pt x="185166" y="14764"/>
                      </a:cubicBezTo>
                      <a:cubicBezTo>
                        <a:pt x="184976" y="15526"/>
                        <a:pt x="184023" y="18383"/>
                        <a:pt x="182309" y="23146"/>
                      </a:cubicBezTo>
                      <a:cubicBezTo>
                        <a:pt x="180690" y="26956"/>
                        <a:pt x="180213" y="30099"/>
                        <a:pt x="180594" y="32480"/>
                      </a:cubicBezTo>
                      <a:lnTo>
                        <a:pt x="178689" y="32480"/>
                      </a:lnTo>
                      <a:cubicBezTo>
                        <a:pt x="178880" y="33623"/>
                        <a:pt x="178975" y="34671"/>
                        <a:pt x="178975" y="35528"/>
                      </a:cubicBezTo>
                      <a:cubicBezTo>
                        <a:pt x="178975" y="38386"/>
                        <a:pt x="178022" y="42386"/>
                        <a:pt x="176022" y="47625"/>
                      </a:cubicBezTo>
                      <a:cubicBezTo>
                        <a:pt x="174022" y="52768"/>
                        <a:pt x="172974" y="56864"/>
                        <a:pt x="172974" y="59722"/>
                      </a:cubicBezTo>
                      <a:cubicBezTo>
                        <a:pt x="172974" y="60674"/>
                        <a:pt x="173070" y="61722"/>
                        <a:pt x="173260" y="62865"/>
                      </a:cubicBezTo>
                      <a:cubicBezTo>
                        <a:pt x="171069" y="63055"/>
                        <a:pt x="169736" y="64770"/>
                        <a:pt x="169259" y="68294"/>
                      </a:cubicBezTo>
                      <a:cubicBezTo>
                        <a:pt x="168783" y="71628"/>
                        <a:pt x="167735" y="73533"/>
                        <a:pt x="166211" y="73914"/>
                      </a:cubicBezTo>
                      <a:cubicBezTo>
                        <a:pt x="166688" y="77438"/>
                        <a:pt x="166878" y="80391"/>
                        <a:pt x="166878" y="82772"/>
                      </a:cubicBezTo>
                      <a:cubicBezTo>
                        <a:pt x="166878" y="89916"/>
                        <a:pt x="165068" y="94774"/>
                        <a:pt x="161354" y="97060"/>
                      </a:cubicBezTo>
                      <a:cubicBezTo>
                        <a:pt x="161830" y="98679"/>
                        <a:pt x="162116" y="100203"/>
                        <a:pt x="162116" y="101537"/>
                      </a:cubicBezTo>
                      <a:cubicBezTo>
                        <a:pt x="162116" y="104394"/>
                        <a:pt x="161068" y="107918"/>
                        <a:pt x="158782" y="112014"/>
                      </a:cubicBezTo>
                      <a:cubicBezTo>
                        <a:pt x="156210" y="117157"/>
                        <a:pt x="154686" y="120682"/>
                        <a:pt x="154210" y="122777"/>
                      </a:cubicBezTo>
                      <a:lnTo>
                        <a:pt x="154210" y="132112"/>
                      </a:lnTo>
                      <a:cubicBezTo>
                        <a:pt x="151638" y="134017"/>
                        <a:pt x="150400" y="139255"/>
                        <a:pt x="150400" y="147828"/>
                      </a:cubicBezTo>
                      <a:cubicBezTo>
                        <a:pt x="148304" y="148018"/>
                        <a:pt x="147161" y="149447"/>
                        <a:pt x="146876" y="152114"/>
                      </a:cubicBezTo>
                      <a:cubicBezTo>
                        <a:pt x="146590" y="155924"/>
                        <a:pt x="146114" y="158115"/>
                        <a:pt x="145638" y="158782"/>
                      </a:cubicBezTo>
                      <a:cubicBezTo>
                        <a:pt x="145638" y="160401"/>
                        <a:pt x="145352" y="162401"/>
                        <a:pt x="144780" y="164592"/>
                      </a:cubicBezTo>
                      <a:cubicBezTo>
                        <a:pt x="144209" y="166878"/>
                        <a:pt x="143923" y="168592"/>
                        <a:pt x="143923" y="169545"/>
                      </a:cubicBezTo>
                      <a:cubicBezTo>
                        <a:pt x="143923" y="170783"/>
                        <a:pt x="144209" y="172021"/>
                        <a:pt x="144875" y="173355"/>
                      </a:cubicBezTo>
                      <a:cubicBezTo>
                        <a:pt x="142208" y="174688"/>
                        <a:pt x="140494" y="178022"/>
                        <a:pt x="139827" y="183642"/>
                      </a:cubicBezTo>
                      <a:cubicBezTo>
                        <a:pt x="139160" y="189166"/>
                        <a:pt x="137446" y="192691"/>
                        <a:pt x="134588" y="193929"/>
                      </a:cubicBezTo>
                      <a:cubicBezTo>
                        <a:pt x="135064" y="195548"/>
                        <a:pt x="134398" y="196596"/>
                        <a:pt x="132588" y="197072"/>
                      </a:cubicBezTo>
                      <a:cubicBezTo>
                        <a:pt x="130779" y="197548"/>
                        <a:pt x="128969" y="198025"/>
                        <a:pt x="127254" y="198501"/>
                      </a:cubicBezTo>
                      <a:cubicBezTo>
                        <a:pt x="124968" y="197834"/>
                        <a:pt x="122397" y="197548"/>
                        <a:pt x="119349" y="197548"/>
                      </a:cubicBezTo>
                      <a:cubicBezTo>
                        <a:pt x="118396" y="197548"/>
                        <a:pt x="116967" y="197548"/>
                        <a:pt x="115253" y="197834"/>
                      </a:cubicBezTo>
                      <a:lnTo>
                        <a:pt x="111252" y="197834"/>
                      </a:lnTo>
                      <a:cubicBezTo>
                        <a:pt x="105537" y="197834"/>
                        <a:pt x="100965" y="196596"/>
                        <a:pt x="97631" y="194024"/>
                      </a:cubicBezTo>
                      <a:cubicBezTo>
                        <a:pt x="97917" y="193262"/>
                        <a:pt x="98013" y="192405"/>
                        <a:pt x="98013" y="191453"/>
                      </a:cubicBezTo>
                      <a:cubicBezTo>
                        <a:pt x="98013" y="190024"/>
                        <a:pt x="97250" y="188119"/>
                        <a:pt x="95726" y="185547"/>
                      </a:cubicBezTo>
                      <a:cubicBezTo>
                        <a:pt x="94202" y="183071"/>
                        <a:pt x="93440" y="181165"/>
                        <a:pt x="93440" y="179737"/>
                      </a:cubicBezTo>
                      <a:cubicBezTo>
                        <a:pt x="93440" y="178594"/>
                        <a:pt x="93726" y="177451"/>
                        <a:pt x="94107" y="176403"/>
                      </a:cubicBezTo>
                      <a:cubicBezTo>
                        <a:pt x="94107" y="174307"/>
                        <a:pt x="93059" y="172403"/>
                        <a:pt x="91059" y="170688"/>
                      </a:cubicBezTo>
                      <a:cubicBezTo>
                        <a:pt x="88964" y="168973"/>
                        <a:pt x="87725" y="167545"/>
                        <a:pt x="87439" y="166402"/>
                      </a:cubicBezTo>
                      <a:lnTo>
                        <a:pt x="86963" y="166592"/>
                      </a:lnTo>
                      <a:cubicBezTo>
                        <a:pt x="89535" y="164687"/>
                        <a:pt x="90297" y="161734"/>
                        <a:pt x="89345" y="157734"/>
                      </a:cubicBezTo>
                      <a:cubicBezTo>
                        <a:pt x="89154" y="157543"/>
                        <a:pt x="88297" y="157258"/>
                        <a:pt x="86487" y="156781"/>
                      </a:cubicBezTo>
                      <a:cubicBezTo>
                        <a:pt x="85535" y="156496"/>
                        <a:pt x="84963" y="155638"/>
                        <a:pt x="84868" y="154400"/>
                      </a:cubicBezTo>
                      <a:lnTo>
                        <a:pt x="88202" y="152495"/>
                      </a:lnTo>
                      <a:cubicBezTo>
                        <a:pt x="87439" y="152209"/>
                        <a:pt x="86678" y="150971"/>
                        <a:pt x="86106" y="148876"/>
                      </a:cubicBezTo>
                      <a:cubicBezTo>
                        <a:pt x="85440" y="146780"/>
                        <a:pt x="84773" y="145637"/>
                        <a:pt x="83915" y="145542"/>
                      </a:cubicBezTo>
                      <a:cubicBezTo>
                        <a:pt x="84868" y="145732"/>
                        <a:pt x="86106" y="145161"/>
                        <a:pt x="87439" y="143828"/>
                      </a:cubicBezTo>
                      <a:cubicBezTo>
                        <a:pt x="87821" y="142399"/>
                        <a:pt x="87059" y="141351"/>
                        <a:pt x="85344" y="140875"/>
                      </a:cubicBezTo>
                      <a:cubicBezTo>
                        <a:pt x="83630" y="140303"/>
                        <a:pt x="82582" y="139541"/>
                        <a:pt x="82201" y="138589"/>
                      </a:cubicBezTo>
                      <a:cubicBezTo>
                        <a:pt x="82010" y="137922"/>
                        <a:pt x="82010" y="134874"/>
                        <a:pt x="82201" y="129254"/>
                      </a:cubicBezTo>
                      <a:cubicBezTo>
                        <a:pt x="82391" y="125254"/>
                        <a:pt x="81058" y="122872"/>
                        <a:pt x="78391" y="122110"/>
                      </a:cubicBezTo>
                      <a:cubicBezTo>
                        <a:pt x="78677" y="120491"/>
                        <a:pt x="78867" y="119920"/>
                        <a:pt x="79153" y="120205"/>
                      </a:cubicBezTo>
                      <a:cubicBezTo>
                        <a:pt x="77724" y="119729"/>
                        <a:pt x="76962" y="119063"/>
                        <a:pt x="76962" y="118110"/>
                      </a:cubicBezTo>
                      <a:cubicBezTo>
                        <a:pt x="76962" y="118015"/>
                        <a:pt x="77153" y="117729"/>
                        <a:pt x="77248" y="117348"/>
                      </a:cubicBezTo>
                      <a:lnTo>
                        <a:pt x="77248" y="116396"/>
                      </a:lnTo>
                      <a:cubicBezTo>
                        <a:pt x="77248" y="115729"/>
                        <a:pt x="76295" y="115443"/>
                        <a:pt x="74390" y="115443"/>
                      </a:cubicBezTo>
                      <a:cubicBezTo>
                        <a:pt x="74866" y="111442"/>
                        <a:pt x="75152" y="108680"/>
                        <a:pt x="75152" y="107061"/>
                      </a:cubicBezTo>
                      <a:cubicBezTo>
                        <a:pt x="75152" y="102584"/>
                        <a:pt x="73819" y="99250"/>
                        <a:pt x="71057" y="96964"/>
                      </a:cubicBezTo>
                      <a:cubicBezTo>
                        <a:pt x="71247" y="96488"/>
                        <a:pt x="71342" y="96107"/>
                        <a:pt x="71342" y="95536"/>
                      </a:cubicBezTo>
                      <a:cubicBezTo>
                        <a:pt x="71342" y="94774"/>
                        <a:pt x="71152" y="93726"/>
                        <a:pt x="70771" y="92583"/>
                      </a:cubicBezTo>
                      <a:cubicBezTo>
                        <a:pt x="70390" y="91440"/>
                        <a:pt x="70199" y="90583"/>
                        <a:pt x="70199" y="90011"/>
                      </a:cubicBezTo>
                      <a:cubicBezTo>
                        <a:pt x="70199" y="89059"/>
                        <a:pt x="70771" y="88297"/>
                        <a:pt x="71914" y="87630"/>
                      </a:cubicBezTo>
                      <a:cubicBezTo>
                        <a:pt x="69056" y="86201"/>
                        <a:pt x="67342" y="82677"/>
                        <a:pt x="66770" y="77057"/>
                      </a:cubicBezTo>
                      <a:cubicBezTo>
                        <a:pt x="66199" y="71438"/>
                        <a:pt x="65247" y="68008"/>
                        <a:pt x="63818" y="66484"/>
                      </a:cubicBezTo>
                      <a:cubicBezTo>
                        <a:pt x="64008" y="65341"/>
                        <a:pt x="64104" y="64389"/>
                        <a:pt x="64104" y="63341"/>
                      </a:cubicBezTo>
                      <a:cubicBezTo>
                        <a:pt x="64104" y="60770"/>
                        <a:pt x="63151" y="57340"/>
                        <a:pt x="61246" y="52959"/>
                      </a:cubicBezTo>
                      <a:cubicBezTo>
                        <a:pt x="59341" y="48578"/>
                        <a:pt x="58388" y="45244"/>
                        <a:pt x="58388" y="42767"/>
                      </a:cubicBezTo>
                      <a:cubicBezTo>
                        <a:pt x="58388" y="41053"/>
                        <a:pt x="58674" y="39243"/>
                        <a:pt x="59341" y="37529"/>
                      </a:cubicBezTo>
                      <a:cubicBezTo>
                        <a:pt x="57721" y="36576"/>
                        <a:pt x="56674" y="34385"/>
                        <a:pt x="56198" y="31051"/>
                      </a:cubicBezTo>
                      <a:cubicBezTo>
                        <a:pt x="55722" y="27718"/>
                        <a:pt x="55245" y="24384"/>
                        <a:pt x="54769" y="21050"/>
                      </a:cubicBezTo>
                      <a:cubicBezTo>
                        <a:pt x="51626" y="19431"/>
                        <a:pt x="50578" y="16288"/>
                        <a:pt x="51626" y="11716"/>
                      </a:cubicBezTo>
                      <a:cubicBezTo>
                        <a:pt x="53530" y="8096"/>
                        <a:pt x="56674" y="6191"/>
                        <a:pt x="61151" y="6191"/>
                      </a:cubicBezTo>
                      <a:cubicBezTo>
                        <a:pt x="62389" y="6191"/>
                        <a:pt x="64389" y="6477"/>
                        <a:pt x="67056" y="7048"/>
                      </a:cubicBezTo>
                      <a:cubicBezTo>
                        <a:pt x="69723" y="7620"/>
                        <a:pt x="71724" y="7906"/>
                        <a:pt x="73152" y="7906"/>
                      </a:cubicBezTo>
                      <a:cubicBezTo>
                        <a:pt x="76486" y="7906"/>
                        <a:pt x="79153" y="6953"/>
                        <a:pt x="81249" y="5048"/>
                      </a:cubicBezTo>
                      <a:cubicBezTo>
                        <a:pt x="82963" y="5620"/>
                        <a:pt x="84963" y="7429"/>
                        <a:pt x="87059" y="10382"/>
                      </a:cubicBezTo>
                      <a:cubicBezTo>
                        <a:pt x="89154" y="13335"/>
                        <a:pt x="90964" y="14859"/>
                        <a:pt x="92583" y="15049"/>
                      </a:cubicBezTo>
                      <a:cubicBezTo>
                        <a:pt x="93059" y="15812"/>
                        <a:pt x="93250" y="18479"/>
                        <a:pt x="93250" y="22955"/>
                      </a:cubicBezTo>
                      <a:cubicBezTo>
                        <a:pt x="93250" y="26289"/>
                        <a:pt x="94488" y="28194"/>
                        <a:pt x="97060" y="28670"/>
                      </a:cubicBezTo>
                      <a:cubicBezTo>
                        <a:pt x="97441" y="29623"/>
                        <a:pt x="97536" y="30671"/>
                        <a:pt x="97536" y="31813"/>
                      </a:cubicBezTo>
                      <a:cubicBezTo>
                        <a:pt x="97536" y="32956"/>
                        <a:pt x="97250" y="34576"/>
                        <a:pt x="96774" y="36862"/>
                      </a:cubicBezTo>
                      <a:cubicBezTo>
                        <a:pt x="96298" y="39148"/>
                        <a:pt x="96012" y="40672"/>
                        <a:pt x="96012" y="41624"/>
                      </a:cubicBezTo>
                      <a:cubicBezTo>
                        <a:pt x="96012" y="44387"/>
                        <a:pt x="97536" y="45910"/>
                        <a:pt x="100775" y="46387"/>
                      </a:cubicBezTo>
                      <a:cubicBezTo>
                        <a:pt x="101060" y="47434"/>
                        <a:pt x="101251" y="48387"/>
                        <a:pt x="101251" y="49244"/>
                      </a:cubicBezTo>
                      <a:cubicBezTo>
                        <a:pt x="101251" y="50482"/>
                        <a:pt x="101060" y="52006"/>
                        <a:pt x="100489" y="53912"/>
                      </a:cubicBezTo>
                      <a:cubicBezTo>
                        <a:pt x="100013" y="55721"/>
                        <a:pt x="99822" y="57055"/>
                        <a:pt x="99822" y="57817"/>
                      </a:cubicBezTo>
                      <a:cubicBezTo>
                        <a:pt x="99822" y="59912"/>
                        <a:pt x="101251" y="61341"/>
                        <a:pt x="104108" y="62103"/>
                      </a:cubicBezTo>
                      <a:cubicBezTo>
                        <a:pt x="103441" y="63627"/>
                        <a:pt x="103156" y="65246"/>
                        <a:pt x="103156" y="66865"/>
                      </a:cubicBezTo>
                      <a:cubicBezTo>
                        <a:pt x="103156" y="68961"/>
                        <a:pt x="104108" y="71818"/>
                        <a:pt x="105918" y="75629"/>
                      </a:cubicBezTo>
                      <a:cubicBezTo>
                        <a:pt x="107728" y="79343"/>
                        <a:pt x="108681" y="82201"/>
                        <a:pt x="108681" y="84010"/>
                      </a:cubicBezTo>
                      <a:cubicBezTo>
                        <a:pt x="108681" y="85820"/>
                        <a:pt x="108109" y="87821"/>
                        <a:pt x="106966" y="89725"/>
                      </a:cubicBezTo>
                      <a:cubicBezTo>
                        <a:pt x="109538" y="90392"/>
                        <a:pt x="111062" y="93821"/>
                        <a:pt x="111729" y="100108"/>
                      </a:cubicBezTo>
                      <a:cubicBezTo>
                        <a:pt x="112395" y="106394"/>
                        <a:pt x="115158" y="109347"/>
                        <a:pt x="120110" y="109061"/>
                      </a:cubicBezTo>
                      <a:cubicBezTo>
                        <a:pt x="121348" y="108585"/>
                        <a:pt x="122015" y="107823"/>
                        <a:pt x="122015" y="106489"/>
                      </a:cubicBezTo>
                      <a:cubicBezTo>
                        <a:pt x="122015" y="105346"/>
                        <a:pt x="121348" y="103727"/>
                        <a:pt x="120110" y="101632"/>
                      </a:cubicBezTo>
                      <a:cubicBezTo>
                        <a:pt x="120587" y="98012"/>
                        <a:pt x="122301" y="93535"/>
                        <a:pt x="125159" y="88297"/>
                      </a:cubicBezTo>
                      <a:cubicBezTo>
                        <a:pt x="128111" y="83058"/>
                        <a:pt x="129540" y="78676"/>
                        <a:pt x="129540" y="75152"/>
                      </a:cubicBezTo>
                      <a:cubicBezTo>
                        <a:pt x="129540" y="73914"/>
                        <a:pt x="129445" y="72580"/>
                        <a:pt x="129064" y="71342"/>
                      </a:cubicBezTo>
                      <a:cubicBezTo>
                        <a:pt x="130779" y="69628"/>
                        <a:pt x="131826" y="66104"/>
                        <a:pt x="132207" y="61055"/>
                      </a:cubicBezTo>
                      <a:cubicBezTo>
                        <a:pt x="132588" y="55912"/>
                        <a:pt x="133826" y="52578"/>
                        <a:pt x="135636" y="51054"/>
                      </a:cubicBezTo>
                      <a:cubicBezTo>
                        <a:pt x="135350" y="50101"/>
                        <a:pt x="135255" y="49149"/>
                        <a:pt x="135255" y="48196"/>
                      </a:cubicBezTo>
                      <a:cubicBezTo>
                        <a:pt x="135255" y="46101"/>
                        <a:pt x="136113" y="43529"/>
                        <a:pt x="137922" y="40481"/>
                      </a:cubicBezTo>
                      <a:cubicBezTo>
                        <a:pt x="139732" y="37338"/>
                        <a:pt x="140684" y="35147"/>
                        <a:pt x="140684" y="33909"/>
                      </a:cubicBezTo>
                      <a:cubicBezTo>
                        <a:pt x="140684" y="32671"/>
                        <a:pt x="140113" y="31528"/>
                        <a:pt x="138970" y="30575"/>
                      </a:cubicBezTo>
                      <a:cubicBezTo>
                        <a:pt x="139160" y="29718"/>
                        <a:pt x="140208" y="27908"/>
                        <a:pt x="142208" y="25051"/>
                      </a:cubicBezTo>
                      <a:cubicBezTo>
                        <a:pt x="144209" y="22193"/>
                        <a:pt x="145161" y="19717"/>
                        <a:pt x="145161" y="17621"/>
                      </a:cubicBezTo>
                      <a:cubicBezTo>
                        <a:pt x="145161" y="16859"/>
                        <a:pt x="144971" y="16002"/>
                        <a:pt x="144685" y="15049"/>
                      </a:cubicBezTo>
                      <a:cubicBezTo>
                        <a:pt x="146114" y="14859"/>
                        <a:pt x="147257" y="13906"/>
                        <a:pt x="148114" y="12192"/>
                      </a:cubicBezTo>
                      <a:cubicBezTo>
                        <a:pt x="148400" y="11049"/>
                        <a:pt x="148780" y="9906"/>
                        <a:pt x="149257" y="8858"/>
                      </a:cubicBezTo>
                      <a:close/>
                      <a:moveTo>
                        <a:pt x="60865" y="162306"/>
                      </a:moveTo>
                      <a:lnTo>
                        <a:pt x="59913" y="160401"/>
                      </a:lnTo>
                      <a:lnTo>
                        <a:pt x="61817" y="160401"/>
                      </a:lnTo>
                      <a:cubicBezTo>
                        <a:pt x="61722" y="163163"/>
                        <a:pt x="60484" y="164497"/>
                        <a:pt x="58293" y="164497"/>
                      </a:cubicBezTo>
                      <a:cubicBezTo>
                        <a:pt x="57626" y="164497"/>
                        <a:pt x="56483" y="164306"/>
                        <a:pt x="54864" y="164021"/>
                      </a:cubicBezTo>
                      <a:cubicBezTo>
                        <a:pt x="53340" y="163735"/>
                        <a:pt x="52197" y="163544"/>
                        <a:pt x="51531" y="163544"/>
                      </a:cubicBezTo>
                      <a:cubicBezTo>
                        <a:pt x="52197" y="163258"/>
                        <a:pt x="52769" y="163068"/>
                        <a:pt x="53435" y="163068"/>
                      </a:cubicBezTo>
                      <a:cubicBezTo>
                        <a:pt x="54102" y="163068"/>
                        <a:pt x="54959" y="163258"/>
                        <a:pt x="56102" y="163735"/>
                      </a:cubicBezTo>
                      <a:cubicBezTo>
                        <a:pt x="57245" y="164116"/>
                        <a:pt x="58008" y="164306"/>
                        <a:pt x="58484" y="164306"/>
                      </a:cubicBezTo>
                      <a:cubicBezTo>
                        <a:pt x="59436" y="164306"/>
                        <a:pt x="60198" y="163639"/>
                        <a:pt x="60865" y="162401"/>
                      </a:cubicBezTo>
                      <a:close/>
                      <a:moveTo>
                        <a:pt x="52769" y="92297"/>
                      </a:moveTo>
                      <a:cubicBezTo>
                        <a:pt x="54388" y="91535"/>
                        <a:pt x="55531" y="91154"/>
                        <a:pt x="56388" y="91154"/>
                      </a:cubicBezTo>
                      <a:cubicBezTo>
                        <a:pt x="57245" y="91154"/>
                        <a:pt x="58388" y="91535"/>
                        <a:pt x="60007" y="92297"/>
                      </a:cubicBezTo>
                      <a:lnTo>
                        <a:pt x="58103" y="94202"/>
                      </a:lnTo>
                      <a:lnTo>
                        <a:pt x="60960" y="96869"/>
                      </a:lnTo>
                      <a:cubicBezTo>
                        <a:pt x="59913" y="98774"/>
                        <a:pt x="58198" y="99060"/>
                        <a:pt x="56198" y="97631"/>
                      </a:cubicBezTo>
                      <a:lnTo>
                        <a:pt x="54769" y="95631"/>
                      </a:lnTo>
                      <a:lnTo>
                        <a:pt x="55531" y="94964"/>
                      </a:lnTo>
                      <a:lnTo>
                        <a:pt x="52864" y="92297"/>
                      </a:lnTo>
                      <a:close/>
                      <a:moveTo>
                        <a:pt x="57245" y="155638"/>
                      </a:moveTo>
                      <a:cubicBezTo>
                        <a:pt x="56960" y="156210"/>
                        <a:pt x="56102" y="156496"/>
                        <a:pt x="54864" y="156305"/>
                      </a:cubicBezTo>
                      <a:cubicBezTo>
                        <a:pt x="53435" y="156020"/>
                        <a:pt x="52769" y="155257"/>
                        <a:pt x="52769" y="154210"/>
                      </a:cubicBezTo>
                      <a:lnTo>
                        <a:pt x="57245" y="155638"/>
                      </a:lnTo>
                      <a:close/>
                      <a:moveTo>
                        <a:pt x="54579" y="127921"/>
                      </a:moveTo>
                      <a:lnTo>
                        <a:pt x="54579" y="126492"/>
                      </a:lnTo>
                      <a:lnTo>
                        <a:pt x="59341" y="126492"/>
                      </a:lnTo>
                      <a:cubicBezTo>
                        <a:pt x="57912" y="127254"/>
                        <a:pt x="56293" y="127730"/>
                        <a:pt x="54579" y="127921"/>
                      </a:cubicBezTo>
                      <a:close/>
                      <a:moveTo>
                        <a:pt x="62675" y="123349"/>
                      </a:moveTo>
                      <a:cubicBezTo>
                        <a:pt x="61722" y="124492"/>
                        <a:pt x="60770" y="125444"/>
                        <a:pt x="59817" y="126206"/>
                      </a:cubicBezTo>
                      <a:lnTo>
                        <a:pt x="59150" y="122587"/>
                      </a:lnTo>
                      <a:lnTo>
                        <a:pt x="62675" y="123254"/>
                      </a:lnTo>
                      <a:close/>
                      <a:moveTo>
                        <a:pt x="59817" y="78486"/>
                      </a:moveTo>
                      <a:cubicBezTo>
                        <a:pt x="59817" y="78486"/>
                        <a:pt x="60103" y="77819"/>
                        <a:pt x="60103" y="77533"/>
                      </a:cubicBezTo>
                      <a:cubicBezTo>
                        <a:pt x="60103" y="77153"/>
                        <a:pt x="60007" y="76867"/>
                        <a:pt x="59722" y="76486"/>
                      </a:cubicBezTo>
                      <a:cubicBezTo>
                        <a:pt x="59531" y="76105"/>
                        <a:pt x="59341" y="75819"/>
                        <a:pt x="59341" y="75629"/>
                      </a:cubicBezTo>
                      <a:cubicBezTo>
                        <a:pt x="59531" y="75343"/>
                        <a:pt x="60007" y="75057"/>
                        <a:pt x="60770" y="74676"/>
                      </a:cubicBezTo>
                      <a:lnTo>
                        <a:pt x="62675" y="78486"/>
                      </a:lnTo>
                      <a:lnTo>
                        <a:pt x="59817" y="78486"/>
                      </a:lnTo>
                      <a:close/>
                      <a:moveTo>
                        <a:pt x="59817" y="126492"/>
                      </a:moveTo>
                      <a:lnTo>
                        <a:pt x="59341" y="126492"/>
                      </a:lnTo>
                      <a:cubicBezTo>
                        <a:pt x="59341" y="126492"/>
                        <a:pt x="59722" y="126206"/>
                        <a:pt x="59817" y="126206"/>
                      </a:cubicBezTo>
                      <a:lnTo>
                        <a:pt x="59817" y="126492"/>
                      </a:lnTo>
                      <a:close/>
                      <a:moveTo>
                        <a:pt x="60770" y="131921"/>
                      </a:moveTo>
                      <a:cubicBezTo>
                        <a:pt x="62199" y="132112"/>
                        <a:pt x="63055" y="131254"/>
                        <a:pt x="63246" y="129540"/>
                      </a:cubicBezTo>
                      <a:cubicBezTo>
                        <a:pt x="63532" y="127825"/>
                        <a:pt x="64198" y="126968"/>
                        <a:pt x="65341" y="127159"/>
                      </a:cubicBezTo>
                      <a:lnTo>
                        <a:pt x="63627" y="134588"/>
                      </a:lnTo>
                      <a:lnTo>
                        <a:pt x="60770" y="131921"/>
                      </a:lnTo>
                      <a:close/>
                      <a:moveTo>
                        <a:pt x="60770" y="154114"/>
                      </a:moveTo>
                      <a:lnTo>
                        <a:pt x="63627" y="154114"/>
                      </a:lnTo>
                      <a:lnTo>
                        <a:pt x="61722" y="155543"/>
                      </a:lnTo>
                      <a:lnTo>
                        <a:pt x="60770" y="154114"/>
                      </a:lnTo>
                      <a:close/>
                      <a:moveTo>
                        <a:pt x="65341" y="177070"/>
                      </a:moveTo>
                      <a:cubicBezTo>
                        <a:pt x="65341" y="177070"/>
                        <a:pt x="65341" y="178022"/>
                        <a:pt x="66008" y="178594"/>
                      </a:cubicBezTo>
                      <a:cubicBezTo>
                        <a:pt x="66675" y="179165"/>
                        <a:pt x="67056" y="179641"/>
                        <a:pt x="67246" y="179927"/>
                      </a:cubicBezTo>
                      <a:lnTo>
                        <a:pt x="63627" y="177070"/>
                      </a:lnTo>
                      <a:lnTo>
                        <a:pt x="65341" y="177070"/>
                      </a:lnTo>
                      <a:close/>
                      <a:moveTo>
                        <a:pt x="64580" y="164116"/>
                      </a:moveTo>
                      <a:cubicBezTo>
                        <a:pt x="65532" y="164782"/>
                        <a:pt x="67056" y="165545"/>
                        <a:pt x="69152" y="166783"/>
                      </a:cubicBezTo>
                      <a:cubicBezTo>
                        <a:pt x="68104" y="167068"/>
                        <a:pt x="67056" y="167068"/>
                        <a:pt x="65723" y="166783"/>
                      </a:cubicBezTo>
                      <a:cubicBezTo>
                        <a:pt x="64675" y="166402"/>
                        <a:pt x="64104" y="165925"/>
                        <a:pt x="64104" y="165068"/>
                      </a:cubicBezTo>
                      <a:cubicBezTo>
                        <a:pt x="64104" y="164782"/>
                        <a:pt x="64198" y="164497"/>
                        <a:pt x="64484" y="164116"/>
                      </a:cubicBezTo>
                      <a:close/>
                      <a:moveTo>
                        <a:pt x="69914" y="145447"/>
                      </a:moveTo>
                      <a:cubicBezTo>
                        <a:pt x="69723" y="144685"/>
                        <a:pt x="68771" y="144018"/>
                        <a:pt x="66961" y="143542"/>
                      </a:cubicBezTo>
                      <a:cubicBezTo>
                        <a:pt x="65056" y="143065"/>
                        <a:pt x="64294" y="141922"/>
                        <a:pt x="64675" y="140208"/>
                      </a:cubicBezTo>
                      <a:lnTo>
                        <a:pt x="68485" y="138303"/>
                      </a:lnTo>
                      <a:cubicBezTo>
                        <a:pt x="68104" y="139160"/>
                        <a:pt x="68485" y="140017"/>
                        <a:pt x="69628" y="140970"/>
                      </a:cubicBezTo>
                      <a:cubicBezTo>
                        <a:pt x="70676" y="141922"/>
                        <a:pt x="71152" y="142684"/>
                        <a:pt x="71152" y="143351"/>
                      </a:cubicBezTo>
                      <a:cubicBezTo>
                        <a:pt x="71152" y="144018"/>
                        <a:pt x="70771" y="144685"/>
                        <a:pt x="70009" y="145447"/>
                      </a:cubicBezTo>
                      <a:close/>
                      <a:moveTo>
                        <a:pt x="71057" y="108680"/>
                      </a:moveTo>
                      <a:cubicBezTo>
                        <a:pt x="70485" y="108204"/>
                        <a:pt x="69914" y="108013"/>
                        <a:pt x="69438" y="108013"/>
                      </a:cubicBezTo>
                      <a:cubicBezTo>
                        <a:pt x="68771" y="108013"/>
                        <a:pt x="68199" y="108395"/>
                        <a:pt x="67723" y="109061"/>
                      </a:cubicBezTo>
                      <a:cubicBezTo>
                        <a:pt x="67246" y="109633"/>
                        <a:pt x="66961" y="109918"/>
                        <a:pt x="66770" y="109918"/>
                      </a:cubicBezTo>
                      <a:cubicBezTo>
                        <a:pt x="66294" y="109918"/>
                        <a:pt x="65818" y="109538"/>
                        <a:pt x="65341" y="108775"/>
                      </a:cubicBezTo>
                      <a:cubicBezTo>
                        <a:pt x="65723" y="109156"/>
                        <a:pt x="66390" y="109061"/>
                        <a:pt x="67437" y="108585"/>
                      </a:cubicBezTo>
                      <a:cubicBezTo>
                        <a:pt x="68580" y="108109"/>
                        <a:pt x="69342" y="107823"/>
                        <a:pt x="69818" y="107823"/>
                      </a:cubicBezTo>
                      <a:cubicBezTo>
                        <a:pt x="70295" y="107823"/>
                        <a:pt x="70676" y="108109"/>
                        <a:pt x="70961" y="108775"/>
                      </a:cubicBezTo>
                      <a:close/>
                      <a:moveTo>
                        <a:pt x="67246" y="154114"/>
                      </a:moveTo>
                      <a:lnTo>
                        <a:pt x="67246" y="150971"/>
                      </a:lnTo>
                      <a:cubicBezTo>
                        <a:pt x="67723" y="150971"/>
                        <a:pt x="68295" y="151352"/>
                        <a:pt x="69152" y="152114"/>
                      </a:cubicBezTo>
                      <a:lnTo>
                        <a:pt x="67246" y="154019"/>
                      </a:lnTo>
                      <a:close/>
                      <a:moveTo>
                        <a:pt x="68389" y="132588"/>
                      </a:moveTo>
                      <a:cubicBezTo>
                        <a:pt x="70581" y="131540"/>
                        <a:pt x="72104" y="131540"/>
                        <a:pt x="72962" y="132588"/>
                      </a:cubicBezTo>
                      <a:lnTo>
                        <a:pt x="68389" y="132588"/>
                      </a:lnTo>
                      <a:close/>
                      <a:moveTo>
                        <a:pt x="70961" y="160306"/>
                      </a:moveTo>
                      <a:lnTo>
                        <a:pt x="70961" y="163354"/>
                      </a:lnTo>
                      <a:lnTo>
                        <a:pt x="68389" y="159258"/>
                      </a:lnTo>
                      <a:cubicBezTo>
                        <a:pt x="69818" y="159258"/>
                        <a:pt x="70676" y="159544"/>
                        <a:pt x="70961" y="160210"/>
                      </a:cubicBezTo>
                      <a:close/>
                      <a:moveTo>
                        <a:pt x="69532" y="187262"/>
                      </a:moveTo>
                      <a:lnTo>
                        <a:pt x="69056" y="186976"/>
                      </a:lnTo>
                      <a:lnTo>
                        <a:pt x="69532" y="187262"/>
                      </a:lnTo>
                      <a:close/>
                      <a:moveTo>
                        <a:pt x="69532" y="187262"/>
                      </a:moveTo>
                      <a:cubicBezTo>
                        <a:pt x="69532" y="187262"/>
                        <a:pt x="70009" y="186976"/>
                        <a:pt x="70485" y="186595"/>
                      </a:cubicBezTo>
                      <a:cubicBezTo>
                        <a:pt x="70961" y="186118"/>
                        <a:pt x="71342" y="186023"/>
                        <a:pt x="71724" y="186309"/>
                      </a:cubicBezTo>
                      <a:lnTo>
                        <a:pt x="71724" y="188023"/>
                      </a:lnTo>
                      <a:lnTo>
                        <a:pt x="69532" y="187357"/>
                      </a:lnTo>
                      <a:close/>
                      <a:moveTo>
                        <a:pt x="75533" y="96774"/>
                      </a:moveTo>
                      <a:lnTo>
                        <a:pt x="79057" y="94869"/>
                      </a:lnTo>
                      <a:cubicBezTo>
                        <a:pt x="78105" y="93345"/>
                        <a:pt x="76867" y="92678"/>
                        <a:pt x="75533" y="92964"/>
                      </a:cubicBezTo>
                      <a:lnTo>
                        <a:pt x="75533" y="96774"/>
                      </a:lnTo>
                      <a:close/>
                      <a:moveTo>
                        <a:pt x="75533" y="169354"/>
                      </a:moveTo>
                      <a:lnTo>
                        <a:pt x="76486" y="168592"/>
                      </a:lnTo>
                      <a:lnTo>
                        <a:pt x="78391" y="168592"/>
                      </a:lnTo>
                      <a:lnTo>
                        <a:pt x="75533" y="169354"/>
                      </a:lnTo>
                      <a:close/>
                      <a:moveTo>
                        <a:pt x="80963" y="146399"/>
                      </a:moveTo>
                      <a:cubicBezTo>
                        <a:pt x="80772" y="145161"/>
                        <a:pt x="81153" y="143542"/>
                        <a:pt x="82201" y="141637"/>
                      </a:cubicBezTo>
                      <a:lnTo>
                        <a:pt x="82963" y="145256"/>
                      </a:lnTo>
                      <a:cubicBezTo>
                        <a:pt x="82963" y="145256"/>
                        <a:pt x="82010" y="145828"/>
                        <a:pt x="81058" y="146399"/>
                      </a:cubicBezTo>
                      <a:close/>
                      <a:moveTo>
                        <a:pt x="80963" y="172403"/>
                      </a:moveTo>
                      <a:cubicBezTo>
                        <a:pt x="81439" y="171450"/>
                        <a:pt x="82296" y="170402"/>
                        <a:pt x="83630" y="169259"/>
                      </a:cubicBezTo>
                      <a:cubicBezTo>
                        <a:pt x="83630" y="170974"/>
                        <a:pt x="83344" y="172021"/>
                        <a:pt x="82868" y="172403"/>
                      </a:cubicBezTo>
                      <a:lnTo>
                        <a:pt x="80963" y="172403"/>
                      </a:lnTo>
                      <a:close/>
                      <a:moveTo>
                        <a:pt x="82868" y="145161"/>
                      </a:moveTo>
                      <a:lnTo>
                        <a:pt x="83820" y="145161"/>
                      </a:lnTo>
                      <a:cubicBezTo>
                        <a:pt x="83820" y="145161"/>
                        <a:pt x="83058" y="145256"/>
                        <a:pt x="82868" y="145447"/>
                      </a:cubicBezTo>
                      <a:lnTo>
                        <a:pt x="82868" y="145161"/>
                      </a:lnTo>
                      <a:close/>
                      <a:moveTo>
                        <a:pt x="86963" y="166211"/>
                      </a:moveTo>
                      <a:cubicBezTo>
                        <a:pt x="86392" y="166688"/>
                        <a:pt x="85249" y="167259"/>
                        <a:pt x="83630" y="167926"/>
                      </a:cubicBezTo>
                      <a:lnTo>
                        <a:pt x="86963" y="166211"/>
                      </a:lnTo>
                      <a:close/>
                      <a:moveTo>
                        <a:pt x="87439" y="128968"/>
                      </a:moveTo>
                      <a:lnTo>
                        <a:pt x="88202" y="126397"/>
                      </a:lnTo>
                      <a:lnTo>
                        <a:pt x="86773" y="126397"/>
                      </a:lnTo>
                      <a:lnTo>
                        <a:pt x="87439" y="128968"/>
                      </a:lnTo>
                      <a:close/>
                      <a:moveTo>
                        <a:pt x="92964" y="88392"/>
                      </a:moveTo>
                      <a:cubicBezTo>
                        <a:pt x="92297" y="85725"/>
                        <a:pt x="90678" y="84677"/>
                        <a:pt x="88202" y="85534"/>
                      </a:cubicBezTo>
                      <a:lnTo>
                        <a:pt x="89345" y="89345"/>
                      </a:lnTo>
                      <a:lnTo>
                        <a:pt x="90107" y="88392"/>
                      </a:lnTo>
                      <a:cubicBezTo>
                        <a:pt x="91535" y="89821"/>
                        <a:pt x="92297" y="90678"/>
                        <a:pt x="92297" y="90964"/>
                      </a:cubicBezTo>
                      <a:lnTo>
                        <a:pt x="92964" y="88392"/>
                      </a:lnTo>
                      <a:close/>
                      <a:moveTo>
                        <a:pt x="88202" y="100013"/>
                      </a:moveTo>
                      <a:lnTo>
                        <a:pt x="92297" y="97441"/>
                      </a:lnTo>
                      <a:cubicBezTo>
                        <a:pt x="91916" y="96964"/>
                        <a:pt x="91345" y="96679"/>
                        <a:pt x="90583" y="96679"/>
                      </a:cubicBezTo>
                      <a:cubicBezTo>
                        <a:pt x="89345" y="96869"/>
                        <a:pt x="88488" y="96869"/>
                        <a:pt x="88202" y="96679"/>
                      </a:cubicBezTo>
                      <a:lnTo>
                        <a:pt x="90107" y="98584"/>
                      </a:lnTo>
                      <a:lnTo>
                        <a:pt x="88202" y="99917"/>
                      </a:lnTo>
                      <a:close/>
                      <a:moveTo>
                        <a:pt x="96774" y="138303"/>
                      </a:moveTo>
                      <a:lnTo>
                        <a:pt x="99441" y="135636"/>
                      </a:lnTo>
                      <a:cubicBezTo>
                        <a:pt x="98679" y="135541"/>
                        <a:pt x="97631" y="134779"/>
                        <a:pt x="96584" y="133636"/>
                      </a:cubicBezTo>
                      <a:cubicBezTo>
                        <a:pt x="95441" y="132397"/>
                        <a:pt x="94679" y="131826"/>
                        <a:pt x="94202" y="131826"/>
                      </a:cubicBezTo>
                      <a:cubicBezTo>
                        <a:pt x="93631" y="131826"/>
                        <a:pt x="92964" y="132493"/>
                        <a:pt x="92297" y="133731"/>
                      </a:cubicBezTo>
                      <a:lnTo>
                        <a:pt x="96774" y="138208"/>
                      </a:lnTo>
                      <a:close/>
                      <a:moveTo>
                        <a:pt x="98679" y="164878"/>
                      </a:moveTo>
                      <a:cubicBezTo>
                        <a:pt x="98489" y="164211"/>
                        <a:pt x="98489" y="163639"/>
                        <a:pt x="98489" y="162878"/>
                      </a:cubicBezTo>
                      <a:cubicBezTo>
                        <a:pt x="97631" y="163068"/>
                        <a:pt x="97155" y="163068"/>
                        <a:pt x="96774" y="162878"/>
                      </a:cubicBezTo>
                      <a:lnTo>
                        <a:pt x="96108" y="162211"/>
                      </a:lnTo>
                      <a:lnTo>
                        <a:pt x="96108" y="160020"/>
                      </a:lnTo>
                      <a:lnTo>
                        <a:pt x="96774" y="159353"/>
                      </a:lnTo>
                      <a:cubicBezTo>
                        <a:pt x="96774" y="159353"/>
                        <a:pt x="96393" y="159734"/>
                        <a:pt x="96108" y="160020"/>
                      </a:cubicBezTo>
                      <a:lnTo>
                        <a:pt x="92964" y="163354"/>
                      </a:lnTo>
                      <a:lnTo>
                        <a:pt x="94107" y="164116"/>
                      </a:lnTo>
                      <a:lnTo>
                        <a:pt x="96012" y="162211"/>
                      </a:lnTo>
                      <a:lnTo>
                        <a:pt x="98584" y="164878"/>
                      </a:lnTo>
                      <a:close/>
                      <a:moveTo>
                        <a:pt x="98679" y="108013"/>
                      </a:moveTo>
                      <a:cubicBezTo>
                        <a:pt x="99346" y="107537"/>
                        <a:pt x="100870" y="107251"/>
                        <a:pt x="103251" y="107061"/>
                      </a:cubicBezTo>
                      <a:cubicBezTo>
                        <a:pt x="104490" y="106966"/>
                        <a:pt x="105346" y="106204"/>
                        <a:pt x="105823" y="104965"/>
                      </a:cubicBezTo>
                      <a:cubicBezTo>
                        <a:pt x="102680" y="103727"/>
                        <a:pt x="100299" y="104680"/>
                        <a:pt x="98679" y="108013"/>
                      </a:cubicBezTo>
                      <a:close/>
                      <a:moveTo>
                        <a:pt x="106775" y="144780"/>
                      </a:moveTo>
                      <a:lnTo>
                        <a:pt x="106775" y="142875"/>
                      </a:lnTo>
                      <a:lnTo>
                        <a:pt x="105823" y="140208"/>
                      </a:lnTo>
                      <a:lnTo>
                        <a:pt x="106775" y="144780"/>
                      </a:lnTo>
                      <a:close/>
                      <a:moveTo>
                        <a:pt x="117729" y="164116"/>
                      </a:moveTo>
                      <a:cubicBezTo>
                        <a:pt x="117920" y="163639"/>
                        <a:pt x="117729" y="162020"/>
                        <a:pt x="116967" y="159353"/>
                      </a:cubicBezTo>
                      <a:lnTo>
                        <a:pt x="115729" y="160306"/>
                      </a:lnTo>
                      <a:cubicBezTo>
                        <a:pt x="112872" y="155162"/>
                        <a:pt x="111729" y="150019"/>
                        <a:pt x="112395" y="144780"/>
                      </a:cubicBezTo>
                      <a:lnTo>
                        <a:pt x="109728" y="147638"/>
                      </a:lnTo>
                      <a:cubicBezTo>
                        <a:pt x="110871" y="148114"/>
                        <a:pt x="111443" y="149352"/>
                        <a:pt x="111443" y="151447"/>
                      </a:cubicBezTo>
                      <a:cubicBezTo>
                        <a:pt x="111443" y="152114"/>
                        <a:pt x="111443" y="153067"/>
                        <a:pt x="111157" y="154305"/>
                      </a:cubicBezTo>
                      <a:lnTo>
                        <a:pt x="111157" y="157163"/>
                      </a:lnTo>
                      <a:cubicBezTo>
                        <a:pt x="111157" y="160210"/>
                        <a:pt x="112205" y="161925"/>
                        <a:pt x="114300" y="162211"/>
                      </a:cubicBezTo>
                      <a:cubicBezTo>
                        <a:pt x="113538" y="163068"/>
                        <a:pt x="112872" y="163354"/>
                        <a:pt x="112395" y="163354"/>
                      </a:cubicBezTo>
                      <a:lnTo>
                        <a:pt x="112395" y="169354"/>
                      </a:lnTo>
                      <a:cubicBezTo>
                        <a:pt x="113062" y="168688"/>
                        <a:pt x="113633" y="168497"/>
                        <a:pt x="114300" y="168592"/>
                      </a:cubicBezTo>
                      <a:cubicBezTo>
                        <a:pt x="113824" y="165068"/>
                        <a:pt x="114300" y="162687"/>
                        <a:pt x="115729" y="161163"/>
                      </a:cubicBezTo>
                      <a:cubicBezTo>
                        <a:pt x="117157" y="162592"/>
                        <a:pt x="117824" y="163544"/>
                        <a:pt x="117634" y="164021"/>
                      </a:cubicBezTo>
                      <a:close/>
                      <a:moveTo>
                        <a:pt x="114395" y="140208"/>
                      </a:moveTo>
                      <a:cubicBezTo>
                        <a:pt x="114110" y="139637"/>
                        <a:pt x="113729" y="139255"/>
                        <a:pt x="113157" y="139255"/>
                      </a:cubicBezTo>
                      <a:cubicBezTo>
                        <a:pt x="112490" y="139255"/>
                        <a:pt x="111633" y="139827"/>
                        <a:pt x="110490" y="140970"/>
                      </a:cubicBezTo>
                      <a:lnTo>
                        <a:pt x="114300" y="140970"/>
                      </a:lnTo>
                      <a:lnTo>
                        <a:pt x="114300" y="140208"/>
                      </a:lnTo>
                      <a:close/>
                      <a:moveTo>
                        <a:pt x="112490" y="131826"/>
                      </a:moveTo>
                      <a:lnTo>
                        <a:pt x="112490" y="134493"/>
                      </a:lnTo>
                      <a:lnTo>
                        <a:pt x="114395" y="132588"/>
                      </a:lnTo>
                      <a:cubicBezTo>
                        <a:pt x="113443" y="132016"/>
                        <a:pt x="112776" y="131731"/>
                        <a:pt x="112490" y="131921"/>
                      </a:cubicBezTo>
                      <a:close/>
                      <a:moveTo>
                        <a:pt x="128207" y="142780"/>
                      </a:moveTo>
                      <a:lnTo>
                        <a:pt x="128969" y="140875"/>
                      </a:lnTo>
                      <a:lnTo>
                        <a:pt x="127064" y="141541"/>
                      </a:lnTo>
                      <a:lnTo>
                        <a:pt x="126302" y="135541"/>
                      </a:lnTo>
                      <a:lnTo>
                        <a:pt x="123730" y="140113"/>
                      </a:lnTo>
                      <a:lnTo>
                        <a:pt x="120682" y="136970"/>
                      </a:lnTo>
                      <a:cubicBezTo>
                        <a:pt x="120015" y="139922"/>
                        <a:pt x="121063" y="141446"/>
                        <a:pt x="123825" y="141637"/>
                      </a:cubicBezTo>
                      <a:cubicBezTo>
                        <a:pt x="126588" y="141922"/>
                        <a:pt x="128111" y="142208"/>
                        <a:pt x="128302" y="142684"/>
                      </a:cubicBezTo>
                      <a:close/>
                      <a:moveTo>
                        <a:pt x="137541" y="124396"/>
                      </a:moveTo>
                      <a:cubicBezTo>
                        <a:pt x="138303" y="124492"/>
                        <a:pt x="138970" y="124111"/>
                        <a:pt x="139446" y="122968"/>
                      </a:cubicBezTo>
                      <a:cubicBezTo>
                        <a:pt x="139922" y="121825"/>
                        <a:pt x="140304" y="121253"/>
                        <a:pt x="140589" y="121253"/>
                      </a:cubicBezTo>
                      <a:cubicBezTo>
                        <a:pt x="140875" y="121253"/>
                        <a:pt x="141351" y="121634"/>
                        <a:pt x="142018" y="122491"/>
                      </a:cubicBezTo>
                      <a:cubicBezTo>
                        <a:pt x="141541" y="121348"/>
                        <a:pt x="140970" y="120777"/>
                        <a:pt x="140304" y="120777"/>
                      </a:cubicBezTo>
                      <a:cubicBezTo>
                        <a:pt x="139827" y="120777"/>
                        <a:pt x="138684" y="121539"/>
                        <a:pt x="136970" y="123158"/>
                      </a:cubicBezTo>
                      <a:cubicBezTo>
                        <a:pt x="135160" y="124778"/>
                        <a:pt x="133731" y="125539"/>
                        <a:pt x="132398" y="125539"/>
                      </a:cubicBezTo>
                      <a:cubicBezTo>
                        <a:pt x="131731" y="125539"/>
                        <a:pt x="131255" y="125349"/>
                        <a:pt x="130683" y="125063"/>
                      </a:cubicBezTo>
                      <a:cubicBezTo>
                        <a:pt x="129540" y="123063"/>
                        <a:pt x="128969" y="122110"/>
                        <a:pt x="128969" y="122206"/>
                      </a:cubicBezTo>
                      <a:cubicBezTo>
                        <a:pt x="128969" y="121539"/>
                        <a:pt x="129540" y="121063"/>
                        <a:pt x="130683" y="120587"/>
                      </a:cubicBezTo>
                      <a:cubicBezTo>
                        <a:pt x="130969" y="120396"/>
                        <a:pt x="131826" y="121063"/>
                        <a:pt x="133350" y="122491"/>
                      </a:cubicBezTo>
                      <a:cubicBezTo>
                        <a:pt x="133541" y="121539"/>
                        <a:pt x="132969" y="120682"/>
                        <a:pt x="131731" y="119824"/>
                      </a:cubicBezTo>
                      <a:cubicBezTo>
                        <a:pt x="130779" y="119539"/>
                        <a:pt x="129826" y="119158"/>
                        <a:pt x="128874" y="118681"/>
                      </a:cubicBezTo>
                      <a:lnTo>
                        <a:pt x="129540" y="119824"/>
                      </a:lnTo>
                      <a:lnTo>
                        <a:pt x="122873" y="120301"/>
                      </a:lnTo>
                      <a:cubicBezTo>
                        <a:pt x="126206" y="120301"/>
                        <a:pt x="128207" y="121253"/>
                        <a:pt x="128874" y="123158"/>
                      </a:cubicBezTo>
                      <a:lnTo>
                        <a:pt x="122397" y="127730"/>
                      </a:lnTo>
                      <a:cubicBezTo>
                        <a:pt x="127064" y="127540"/>
                        <a:pt x="131350" y="126682"/>
                        <a:pt x="135541" y="125063"/>
                      </a:cubicBezTo>
                      <a:lnTo>
                        <a:pt x="136303" y="128873"/>
                      </a:lnTo>
                      <a:cubicBezTo>
                        <a:pt x="137065" y="127730"/>
                        <a:pt x="138589" y="126492"/>
                        <a:pt x="140875" y="125063"/>
                      </a:cubicBezTo>
                      <a:lnTo>
                        <a:pt x="137541" y="124396"/>
                      </a:lnTo>
                      <a:close/>
                      <a:moveTo>
                        <a:pt x="124396" y="106013"/>
                      </a:moveTo>
                      <a:lnTo>
                        <a:pt x="124396" y="109347"/>
                      </a:lnTo>
                      <a:lnTo>
                        <a:pt x="125159" y="109347"/>
                      </a:lnTo>
                      <a:lnTo>
                        <a:pt x="125159" y="106013"/>
                      </a:lnTo>
                      <a:lnTo>
                        <a:pt x="124396" y="106013"/>
                      </a:lnTo>
                      <a:close/>
                      <a:moveTo>
                        <a:pt x="137541" y="142780"/>
                      </a:moveTo>
                      <a:cubicBezTo>
                        <a:pt x="137827" y="141827"/>
                        <a:pt x="137636" y="140589"/>
                        <a:pt x="137065" y="139160"/>
                      </a:cubicBezTo>
                      <a:cubicBezTo>
                        <a:pt x="136398" y="137731"/>
                        <a:pt x="136113" y="136779"/>
                        <a:pt x="136398" y="136303"/>
                      </a:cubicBezTo>
                      <a:cubicBezTo>
                        <a:pt x="136493" y="136303"/>
                        <a:pt x="134970" y="136112"/>
                        <a:pt x="131636" y="135541"/>
                      </a:cubicBezTo>
                      <a:lnTo>
                        <a:pt x="130873" y="138208"/>
                      </a:lnTo>
                      <a:cubicBezTo>
                        <a:pt x="132302" y="137827"/>
                        <a:pt x="133065" y="138017"/>
                        <a:pt x="133255" y="138589"/>
                      </a:cubicBezTo>
                      <a:cubicBezTo>
                        <a:pt x="133445" y="138970"/>
                        <a:pt x="133255" y="139541"/>
                        <a:pt x="132779" y="140494"/>
                      </a:cubicBezTo>
                      <a:cubicBezTo>
                        <a:pt x="132493" y="141351"/>
                        <a:pt x="132493" y="141637"/>
                        <a:pt x="132779" y="141637"/>
                      </a:cubicBezTo>
                      <a:cubicBezTo>
                        <a:pt x="132969" y="141637"/>
                        <a:pt x="133160" y="141637"/>
                        <a:pt x="133541" y="141446"/>
                      </a:cubicBezTo>
                      <a:lnTo>
                        <a:pt x="132779" y="140779"/>
                      </a:lnTo>
                      <a:lnTo>
                        <a:pt x="135636" y="138113"/>
                      </a:lnTo>
                      <a:lnTo>
                        <a:pt x="137541" y="142589"/>
                      </a:lnTo>
                      <a:close/>
                      <a:moveTo>
                        <a:pt x="209360" y="198215"/>
                      </a:moveTo>
                      <a:lnTo>
                        <a:pt x="211931" y="198215"/>
                      </a:lnTo>
                      <a:lnTo>
                        <a:pt x="212693" y="198977"/>
                      </a:lnTo>
                      <a:lnTo>
                        <a:pt x="209360" y="198215"/>
                      </a:lnTo>
                      <a:close/>
                      <a:moveTo>
                        <a:pt x="220123" y="48101"/>
                      </a:moveTo>
                      <a:lnTo>
                        <a:pt x="222028" y="48101"/>
                      </a:lnTo>
                      <a:lnTo>
                        <a:pt x="222028" y="50673"/>
                      </a:lnTo>
                      <a:lnTo>
                        <a:pt x="220123" y="4810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 name="Google Shape;1236;p99"/>
                <p:cNvSpPr/>
                <p:nvPr/>
              </p:nvSpPr>
              <p:spPr>
                <a:xfrm>
                  <a:off x="7654099" y="3426428"/>
                  <a:ext cx="150399" cy="203930"/>
                </a:xfrm>
                <a:custGeom>
                  <a:avLst/>
                  <a:gdLst/>
                  <a:ahLst/>
                  <a:cxnLst/>
                  <a:rect l="l" t="t" r="r" b="b"/>
                  <a:pathLst>
                    <a:path w="150399" h="203930" extrusionOk="0">
                      <a:moveTo>
                        <a:pt x="2857" y="203930"/>
                      </a:moveTo>
                      <a:lnTo>
                        <a:pt x="0" y="202025"/>
                      </a:lnTo>
                      <a:lnTo>
                        <a:pt x="2857" y="202692"/>
                      </a:lnTo>
                      <a:lnTo>
                        <a:pt x="2857" y="203835"/>
                      </a:lnTo>
                      <a:close/>
                      <a:moveTo>
                        <a:pt x="147066" y="78391"/>
                      </a:moveTo>
                      <a:cubicBezTo>
                        <a:pt x="146495" y="80200"/>
                        <a:pt x="147066" y="82010"/>
                        <a:pt x="148399" y="83915"/>
                      </a:cubicBezTo>
                      <a:cubicBezTo>
                        <a:pt x="149733" y="85820"/>
                        <a:pt x="150400" y="87058"/>
                        <a:pt x="150400" y="87725"/>
                      </a:cubicBezTo>
                      <a:cubicBezTo>
                        <a:pt x="150400" y="88773"/>
                        <a:pt x="149733" y="90106"/>
                        <a:pt x="148494" y="91440"/>
                      </a:cubicBezTo>
                      <a:cubicBezTo>
                        <a:pt x="149257" y="97822"/>
                        <a:pt x="149637" y="104680"/>
                        <a:pt x="149637" y="112014"/>
                      </a:cubicBezTo>
                      <a:cubicBezTo>
                        <a:pt x="149637" y="119348"/>
                        <a:pt x="149257" y="126111"/>
                        <a:pt x="148494" y="132779"/>
                      </a:cubicBezTo>
                      <a:cubicBezTo>
                        <a:pt x="145446" y="133731"/>
                        <a:pt x="143923" y="135255"/>
                        <a:pt x="143923" y="137350"/>
                      </a:cubicBezTo>
                      <a:cubicBezTo>
                        <a:pt x="143923" y="138017"/>
                        <a:pt x="144208" y="139065"/>
                        <a:pt x="144685" y="140684"/>
                      </a:cubicBezTo>
                      <a:cubicBezTo>
                        <a:pt x="145161" y="142208"/>
                        <a:pt x="145446" y="143542"/>
                        <a:pt x="145446" y="144494"/>
                      </a:cubicBezTo>
                      <a:cubicBezTo>
                        <a:pt x="145446" y="145256"/>
                        <a:pt x="145256" y="146018"/>
                        <a:pt x="144970" y="146685"/>
                      </a:cubicBezTo>
                      <a:lnTo>
                        <a:pt x="145923" y="153352"/>
                      </a:lnTo>
                      <a:cubicBezTo>
                        <a:pt x="143827" y="154496"/>
                        <a:pt x="142208" y="156591"/>
                        <a:pt x="140970" y="159734"/>
                      </a:cubicBezTo>
                      <a:cubicBezTo>
                        <a:pt x="139732" y="162877"/>
                        <a:pt x="138684" y="165830"/>
                        <a:pt x="137731" y="168688"/>
                      </a:cubicBezTo>
                      <a:cubicBezTo>
                        <a:pt x="134683" y="169926"/>
                        <a:pt x="129730" y="173450"/>
                        <a:pt x="122682" y="179165"/>
                      </a:cubicBezTo>
                      <a:lnTo>
                        <a:pt x="125253" y="181737"/>
                      </a:lnTo>
                      <a:cubicBezTo>
                        <a:pt x="116491" y="182118"/>
                        <a:pt x="110204" y="184213"/>
                        <a:pt x="106203" y="188214"/>
                      </a:cubicBezTo>
                      <a:cubicBezTo>
                        <a:pt x="105537" y="188119"/>
                        <a:pt x="104965" y="188023"/>
                        <a:pt x="104299" y="188023"/>
                      </a:cubicBezTo>
                      <a:cubicBezTo>
                        <a:pt x="102870" y="188023"/>
                        <a:pt x="101536" y="188595"/>
                        <a:pt x="100298" y="189833"/>
                      </a:cubicBezTo>
                      <a:cubicBezTo>
                        <a:pt x="99155" y="190976"/>
                        <a:pt x="98584" y="192405"/>
                        <a:pt x="98774" y="193738"/>
                      </a:cubicBezTo>
                      <a:cubicBezTo>
                        <a:pt x="96678" y="192500"/>
                        <a:pt x="94392" y="191833"/>
                        <a:pt x="91821" y="191833"/>
                      </a:cubicBezTo>
                      <a:lnTo>
                        <a:pt x="84201" y="191833"/>
                      </a:lnTo>
                      <a:cubicBezTo>
                        <a:pt x="84487" y="190690"/>
                        <a:pt x="83915" y="189833"/>
                        <a:pt x="82582" y="189166"/>
                      </a:cubicBezTo>
                      <a:cubicBezTo>
                        <a:pt x="81248" y="188595"/>
                        <a:pt x="80486" y="187928"/>
                        <a:pt x="80296" y="187071"/>
                      </a:cubicBezTo>
                      <a:cubicBezTo>
                        <a:pt x="78391" y="190024"/>
                        <a:pt x="75533" y="191738"/>
                        <a:pt x="71914" y="192024"/>
                      </a:cubicBezTo>
                      <a:cubicBezTo>
                        <a:pt x="71247" y="192214"/>
                        <a:pt x="68103" y="192119"/>
                        <a:pt x="62579" y="191833"/>
                      </a:cubicBezTo>
                      <a:cubicBezTo>
                        <a:pt x="58674" y="190309"/>
                        <a:pt x="54483" y="188595"/>
                        <a:pt x="50387" y="186785"/>
                      </a:cubicBezTo>
                      <a:cubicBezTo>
                        <a:pt x="45625" y="184785"/>
                        <a:pt x="41910" y="182499"/>
                        <a:pt x="39338" y="179927"/>
                      </a:cubicBezTo>
                      <a:cubicBezTo>
                        <a:pt x="38385" y="181070"/>
                        <a:pt x="36386" y="180784"/>
                        <a:pt x="33338" y="179260"/>
                      </a:cubicBezTo>
                      <a:cubicBezTo>
                        <a:pt x="29527" y="174498"/>
                        <a:pt x="25622" y="169640"/>
                        <a:pt x="21621" y="164592"/>
                      </a:cubicBezTo>
                      <a:cubicBezTo>
                        <a:pt x="17526" y="158877"/>
                        <a:pt x="15240" y="153543"/>
                        <a:pt x="14668" y="148590"/>
                      </a:cubicBezTo>
                      <a:cubicBezTo>
                        <a:pt x="12382" y="145923"/>
                        <a:pt x="11430" y="142018"/>
                        <a:pt x="11525" y="136969"/>
                      </a:cubicBezTo>
                      <a:cubicBezTo>
                        <a:pt x="11716" y="129445"/>
                        <a:pt x="11716" y="125349"/>
                        <a:pt x="11525" y="124492"/>
                      </a:cubicBezTo>
                      <a:cubicBezTo>
                        <a:pt x="11430" y="123444"/>
                        <a:pt x="11335" y="122206"/>
                        <a:pt x="11335" y="120872"/>
                      </a:cubicBezTo>
                      <a:cubicBezTo>
                        <a:pt x="11335" y="119158"/>
                        <a:pt x="11525" y="116491"/>
                        <a:pt x="12002" y="112871"/>
                      </a:cubicBezTo>
                      <a:cubicBezTo>
                        <a:pt x="12478" y="109252"/>
                        <a:pt x="12668" y="106585"/>
                        <a:pt x="12668" y="104584"/>
                      </a:cubicBezTo>
                      <a:cubicBezTo>
                        <a:pt x="12668" y="101251"/>
                        <a:pt x="12096" y="98393"/>
                        <a:pt x="10763" y="96012"/>
                      </a:cubicBezTo>
                      <a:cubicBezTo>
                        <a:pt x="12287" y="95440"/>
                        <a:pt x="12763" y="94202"/>
                        <a:pt x="12096" y="92488"/>
                      </a:cubicBezTo>
                      <a:cubicBezTo>
                        <a:pt x="11335" y="90773"/>
                        <a:pt x="11620" y="89440"/>
                        <a:pt x="12668" y="88678"/>
                      </a:cubicBezTo>
                      <a:cubicBezTo>
                        <a:pt x="11716" y="80867"/>
                        <a:pt x="11239" y="74295"/>
                        <a:pt x="11239" y="69056"/>
                      </a:cubicBezTo>
                      <a:cubicBezTo>
                        <a:pt x="11239" y="59722"/>
                        <a:pt x="12573" y="51721"/>
                        <a:pt x="15240" y="45148"/>
                      </a:cubicBezTo>
                      <a:cubicBezTo>
                        <a:pt x="16478" y="39814"/>
                        <a:pt x="17526" y="36195"/>
                        <a:pt x="18383" y="34480"/>
                      </a:cubicBezTo>
                      <a:cubicBezTo>
                        <a:pt x="20288" y="30671"/>
                        <a:pt x="23050" y="28384"/>
                        <a:pt x="26479" y="27527"/>
                      </a:cubicBezTo>
                      <a:cubicBezTo>
                        <a:pt x="28480" y="21907"/>
                        <a:pt x="33147" y="17050"/>
                        <a:pt x="40291" y="12954"/>
                      </a:cubicBezTo>
                      <a:lnTo>
                        <a:pt x="39052" y="12192"/>
                      </a:lnTo>
                      <a:cubicBezTo>
                        <a:pt x="41243" y="11716"/>
                        <a:pt x="44482" y="10001"/>
                        <a:pt x="48577" y="6953"/>
                      </a:cubicBezTo>
                      <a:cubicBezTo>
                        <a:pt x="52101" y="4381"/>
                        <a:pt x="55436" y="3334"/>
                        <a:pt x="58578" y="3619"/>
                      </a:cubicBezTo>
                      <a:cubicBezTo>
                        <a:pt x="58578" y="1238"/>
                        <a:pt x="59531" y="0"/>
                        <a:pt x="61436" y="0"/>
                      </a:cubicBezTo>
                      <a:cubicBezTo>
                        <a:pt x="62103" y="0"/>
                        <a:pt x="63246" y="190"/>
                        <a:pt x="64961" y="571"/>
                      </a:cubicBezTo>
                      <a:cubicBezTo>
                        <a:pt x="66770" y="952"/>
                        <a:pt x="67913" y="1048"/>
                        <a:pt x="68580" y="952"/>
                      </a:cubicBezTo>
                      <a:cubicBezTo>
                        <a:pt x="71151" y="4572"/>
                        <a:pt x="74486" y="6477"/>
                        <a:pt x="78677" y="6477"/>
                      </a:cubicBezTo>
                      <a:cubicBezTo>
                        <a:pt x="80581" y="6477"/>
                        <a:pt x="83725" y="5810"/>
                        <a:pt x="88202" y="4572"/>
                      </a:cubicBezTo>
                      <a:cubicBezTo>
                        <a:pt x="91440" y="5524"/>
                        <a:pt x="95726" y="5524"/>
                        <a:pt x="100869" y="4572"/>
                      </a:cubicBezTo>
                      <a:lnTo>
                        <a:pt x="100869" y="5524"/>
                      </a:lnTo>
                      <a:cubicBezTo>
                        <a:pt x="102298" y="4858"/>
                        <a:pt x="103727" y="4572"/>
                        <a:pt x="105156" y="4572"/>
                      </a:cubicBezTo>
                      <a:cubicBezTo>
                        <a:pt x="107252" y="4572"/>
                        <a:pt x="109918" y="5905"/>
                        <a:pt x="112966" y="8477"/>
                      </a:cubicBezTo>
                      <a:cubicBezTo>
                        <a:pt x="116205" y="11049"/>
                        <a:pt x="118967" y="12573"/>
                        <a:pt x="121348" y="12859"/>
                      </a:cubicBezTo>
                      <a:cubicBezTo>
                        <a:pt x="122015" y="15430"/>
                        <a:pt x="123920" y="18002"/>
                        <a:pt x="127445" y="20479"/>
                      </a:cubicBezTo>
                      <a:cubicBezTo>
                        <a:pt x="130873" y="23050"/>
                        <a:pt x="132874" y="24860"/>
                        <a:pt x="133255" y="26003"/>
                      </a:cubicBezTo>
                      <a:cubicBezTo>
                        <a:pt x="135636" y="26003"/>
                        <a:pt x="137064" y="27622"/>
                        <a:pt x="137541" y="31051"/>
                      </a:cubicBezTo>
                      <a:cubicBezTo>
                        <a:pt x="138017" y="34385"/>
                        <a:pt x="139351" y="36100"/>
                        <a:pt x="141637" y="36100"/>
                      </a:cubicBezTo>
                      <a:cubicBezTo>
                        <a:pt x="143446" y="38195"/>
                        <a:pt x="144303" y="41148"/>
                        <a:pt x="144303" y="44958"/>
                      </a:cubicBezTo>
                      <a:lnTo>
                        <a:pt x="144303" y="48292"/>
                      </a:lnTo>
                      <a:cubicBezTo>
                        <a:pt x="144113" y="49816"/>
                        <a:pt x="144018" y="50959"/>
                        <a:pt x="144018" y="51625"/>
                      </a:cubicBezTo>
                      <a:cubicBezTo>
                        <a:pt x="144018" y="56293"/>
                        <a:pt x="145637" y="59626"/>
                        <a:pt x="148971" y="61627"/>
                      </a:cubicBezTo>
                      <a:cubicBezTo>
                        <a:pt x="148304" y="62674"/>
                        <a:pt x="148018" y="64008"/>
                        <a:pt x="148018" y="65437"/>
                      </a:cubicBezTo>
                      <a:cubicBezTo>
                        <a:pt x="148018" y="66675"/>
                        <a:pt x="148304" y="68389"/>
                        <a:pt x="148971" y="70485"/>
                      </a:cubicBezTo>
                      <a:cubicBezTo>
                        <a:pt x="149637" y="72485"/>
                        <a:pt x="149923" y="74009"/>
                        <a:pt x="149923" y="74771"/>
                      </a:cubicBezTo>
                      <a:cubicBezTo>
                        <a:pt x="149923" y="76676"/>
                        <a:pt x="148780" y="77914"/>
                        <a:pt x="146399" y="78391"/>
                      </a:cubicBezTo>
                      <a:close/>
                      <a:moveTo>
                        <a:pt x="122015" y="91440"/>
                      </a:moveTo>
                      <a:cubicBezTo>
                        <a:pt x="122777" y="91440"/>
                        <a:pt x="126492" y="92583"/>
                        <a:pt x="132969" y="94869"/>
                      </a:cubicBezTo>
                      <a:lnTo>
                        <a:pt x="132969" y="89630"/>
                      </a:lnTo>
                      <a:cubicBezTo>
                        <a:pt x="127730" y="87725"/>
                        <a:pt x="125349" y="86773"/>
                        <a:pt x="125825" y="86773"/>
                      </a:cubicBezTo>
                      <a:cubicBezTo>
                        <a:pt x="124682" y="86773"/>
                        <a:pt x="124301" y="87725"/>
                        <a:pt x="124682" y="89630"/>
                      </a:cubicBezTo>
                      <a:lnTo>
                        <a:pt x="122111" y="86773"/>
                      </a:lnTo>
                      <a:lnTo>
                        <a:pt x="120968" y="87535"/>
                      </a:lnTo>
                      <a:cubicBezTo>
                        <a:pt x="119824" y="85820"/>
                        <a:pt x="118205" y="84391"/>
                        <a:pt x="116205" y="83439"/>
                      </a:cubicBezTo>
                      <a:cubicBezTo>
                        <a:pt x="112680" y="82105"/>
                        <a:pt x="110680" y="81343"/>
                        <a:pt x="110204" y="81058"/>
                      </a:cubicBezTo>
                      <a:cubicBezTo>
                        <a:pt x="110871" y="80296"/>
                        <a:pt x="111061" y="78962"/>
                        <a:pt x="110966" y="77248"/>
                      </a:cubicBezTo>
                      <a:lnTo>
                        <a:pt x="110966" y="72962"/>
                      </a:lnTo>
                      <a:cubicBezTo>
                        <a:pt x="110490" y="72104"/>
                        <a:pt x="108680" y="68008"/>
                        <a:pt x="105537" y="60484"/>
                      </a:cubicBezTo>
                      <a:cubicBezTo>
                        <a:pt x="103441" y="55340"/>
                        <a:pt x="101536" y="52102"/>
                        <a:pt x="99726" y="50673"/>
                      </a:cubicBezTo>
                      <a:lnTo>
                        <a:pt x="100965" y="50006"/>
                      </a:lnTo>
                      <a:cubicBezTo>
                        <a:pt x="99250" y="47720"/>
                        <a:pt x="96774" y="46101"/>
                        <a:pt x="93821" y="45148"/>
                      </a:cubicBezTo>
                      <a:cubicBezTo>
                        <a:pt x="90868" y="44196"/>
                        <a:pt x="87916" y="43339"/>
                        <a:pt x="85249" y="42577"/>
                      </a:cubicBezTo>
                      <a:cubicBezTo>
                        <a:pt x="85439" y="40005"/>
                        <a:pt x="84391" y="38767"/>
                        <a:pt x="82201" y="38767"/>
                      </a:cubicBezTo>
                      <a:cubicBezTo>
                        <a:pt x="79153" y="38767"/>
                        <a:pt x="77152" y="40005"/>
                        <a:pt x="76200" y="42577"/>
                      </a:cubicBezTo>
                      <a:cubicBezTo>
                        <a:pt x="74390" y="42767"/>
                        <a:pt x="72104" y="43815"/>
                        <a:pt x="69152" y="45720"/>
                      </a:cubicBezTo>
                      <a:cubicBezTo>
                        <a:pt x="66199" y="47625"/>
                        <a:pt x="63912" y="48387"/>
                        <a:pt x="62293" y="48101"/>
                      </a:cubicBezTo>
                      <a:cubicBezTo>
                        <a:pt x="59150" y="49054"/>
                        <a:pt x="56864" y="51721"/>
                        <a:pt x="55626" y="56007"/>
                      </a:cubicBezTo>
                      <a:cubicBezTo>
                        <a:pt x="54387" y="60769"/>
                        <a:pt x="52864" y="63627"/>
                        <a:pt x="51054" y="64579"/>
                      </a:cubicBezTo>
                      <a:cubicBezTo>
                        <a:pt x="51149" y="66961"/>
                        <a:pt x="51054" y="70104"/>
                        <a:pt x="50482" y="74104"/>
                      </a:cubicBezTo>
                      <a:cubicBezTo>
                        <a:pt x="49911" y="78010"/>
                        <a:pt x="49625" y="80867"/>
                        <a:pt x="49625" y="82487"/>
                      </a:cubicBezTo>
                      <a:cubicBezTo>
                        <a:pt x="49625" y="85249"/>
                        <a:pt x="50102" y="87630"/>
                        <a:pt x="51054" y="89630"/>
                      </a:cubicBezTo>
                      <a:cubicBezTo>
                        <a:pt x="49339" y="90868"/>
                        <a:pt x="49053" y="93440"/>
                        <a:pt x="50292" y="97250"/>
                      </a:cubicBezTo>
                      <a:cubicBezTo>
                        <a:pt x="51435" y="100489"/>
                        <a:pt x="50768" y="102203"/>
                        <a:pt x="48387" y="102489"/>
                      </a:cubicBezTo>
                      <a:cubicBezTo>
                        <a:pt x="50102" y="110109"/>
                        <a:pt x="50959" y="115919"/>
                        <a:pt x="50959" y="119920"/>
                      </a:cubicBezTo>
                      <a:cubicBezTo>
                        <a:pt x="50959" y="122777"/>
                        <a:pt x="50768" y="125635"/>
                        <a:pt x="50196" y="128302"/>
                      </a:cubicBezTo>
                      <a:cubicBezTo>
                        <a:pt x="51339" y="129254"/>
                        <a:pt x="53530" y="133921"/>
                        <a:pt x="56959" y="142113"/>
                      </a:cubicBezTo>
                      <a:cubicBezTo>
                        <a:pt x="59341" y="148209"/>
                        <a:pt x="63246" y="150876"/>
                        <a:pt x="68675" y="150209"/>
                      </a:cubicBezTo>
                      <a:cubicBezTo>
                        <a:pt x="69152" y="150400"/>
                        <a:pt x="69628" y="150209"/>
                        <a:pt x="70389" y="149542"/>
                      </a:cubicBezTo>
                      <a:cubicBezTo>
                        <a:pt x="71056" y="148876"/>
                        <a:pt x="71533" y="148590"/>
                        <a:pt x="71723" y="148590"/>
                      </a:cubicBezTo>
                      <a:cubicBezTo>
                        <a:pt x="72199" y="148590"/>
                        <a:pt x="72676" y="148876"/>
                        <a:pt x="73152" y="149542"/>
                      </a:cubicBezTo>
                      <a:lnTo>
                        <a:pt x="72199" y="150209"/>
                      </a:lnTo>
                      <a:cubicBezTo>
                        <a:pt x="72199" y="151066"/>
                        <a:pt x="72580" y="151733"/>
                        <a:pt x="73437" y="152400"/>
                      </a:cubicBezTo>
                      <a:lnTo>
                        <a:pt x="75057" y="154019"/>
                      </a:lnTo>
                      <a:cubicBezTo>
                        <a:pt x="76200" y="155448"/>
                        <a:pt x="77628" y="156210"/>
                        <a:pt x="79343" y="156210"/>
                      </a:cubicBezTo>
                      <a:cubicBezTo>
                        <a:pt x="81724" y="156210"/>
                        <a:pt x="82962" y="155257"/>
                        <a:pt x="83153" y="153352"/>
                      </a:cubicBezTo>
                      <a:cubicBezTo>
                        <a:pt x="84296" y="154305"/>
                        <a:pt x="85249" y="154781"/>
                        <a:pt x="86296" y="154781"/>
                      </a:cubicBezTo>
                      <a:cubicBezTo>
                        <a:pt x="87344" y="154781"/>
                        <a:pt x="88296" y="153733"/>
                        <a:pt x="89535" y="151733"/>
                      </a:cubicBezTo>
                      <a:cubicBezTo>
                        <a:pt x="90773" y="149638"/>
                        <a:pt x="91821" y="148590"/>
                        <a:pt x="92773" y="148590"/>
                      </a:cubicBezTo>
                      <a:cubicBezTo>
                        <a:pt x="93726" y="148590"/>
                        <a:pt x="94869" y="149162"/>
                        <a:pt x="96393" y="150209"/>
                      </a:cubicBezTo>
                      <a:cubicBezTo>
                        <a:pt x="96678" y="149542"/>
                        <a:pt x="98203" y="148590"/>
                        <a:pt x="100965" y="147352"/>
                      </a:cubicBezTo>
                      <a:cubicBezTo>
                        <a:pt x="103155" y="146399"/>
                        <a:pt x="104299" y="145066"/>
                        <a:pt x="104299" y="143351"/>
                      </a:cubicBezTo>
                      <a:cubicBezTo>
                        <a:pt x="104299" y="142684"/>
                        <a:pt x="104108" y="141922"/>
                        <a:pt x="103822" y="140970"/>
                      </a:cubicBezTo>
                      <a:cubicBezTo>
                        <a:pt x="106013" y="139827"/>
                        <a:pt x="107442" y="137350"/>
                        <a:pt x="107823" y="133540"/>
                      </a:cubicBezTo>
                      <a:cubicBezTo>
                        <a:pt x="108299" y="129730"/>
                        <a:pt x="109347" y="127254"/>
                        <a:pt x="110966" y="126301"/>
                      </a:cubicBezTo>
                      <a:lnTo>
                        <a:pt x="110966" y="110585"/>
                      </a:lnTo>
                      <a:cubicBezTo>
                        <a:pt x="111252" y="109538"/>
                        <a:pt x="111443" y="108204"/>
                        <a:pt x="111443" y="106775"/>
                      </a:cubicBezTo>
                      <a:cubicBezTo>
                        <a:pt x="111443" y="105251"/>
                        <a:pt x="111252" y="103251"/>
                        <a:pt x="110680" y="100489"/>
                      </a:cubicBezTo>
                      <a:cubicBezTo>
                        <a:pt x="110204" y="97726"/>
                        <a:pt x="109918" y="95917"/>
                        <a:pt x="109918" y="94774"/>
                      </a:cubicBezTo>
                      <a:cubicBezTo>
                        <a:pt x="109918" y="93059"/>
                        <a:pt x="110204" y="91535"/>
                        <a:pt x="110871" y="90297"/>
                      </a:cubicBezTo>
                      <a:cubicBezTo>
                        <a:pt x="110680" y="88582"/>
                        <a:pt x="111157" y="87535"/>
                        <a:pt x="112300" y="87154"/>
                      </a:cubicBezTo>
                      <a:cubicBezTo>
                        <a:pt x="112776" y="87154"/>
                        <a:pt x="114109" y="87344"/>
                        <a:pt x="116300" y="87630"/>
                      </a:cubicBezTo>
                      <a:cubicBezTo>
                        <a:pt x="118014" y="87916"/>
                        <a:pt x="119348" y="87821"/>
                        <a:pt x="120110" y="87344"/>
                      </a:cubicBezTo>
                      <a:cubicBezTo>
                        <a:pt x="121539" y="88773"/>
                        <a:pt x="122111" y="90106"/>
                        <a:pt x="122015" y="91345"/>
                      </a:cubicBezTo>
                      <a:close/>
                      <a:moveTo>
                        <a:pt x="142304" y="78391"/>
                      </a:moveTo>
                      <a:cubicBezTo>
                        <a:pt x="141065" y="77724"/>
                        <a:pt x="139827" y="77438"/>
                        <a:pt x="138493" y="77438"/>
                      </a:cubicBezTo>
                      <a:cubicBezTo>
                        <a:pt x="137731" y="77438"/>
                        <a:pt x="136493" y="77629"/>
                        <a:pt x="134683" y="78010"/>
                      </a:cubicBezTo>
                      <a:cubicBezTo>
                        <a:pt x="132969" y="78391"/>
                        <a:pt x="131445" y="78581"/>
                        <a:pt x="130111" y="78391"/>
                      </a:cubicBezTo>
                      <a:lnTo>
                        <a:pt x="135921" y="82201"/>
                      </a:lnTo>
                      <a:lnTo>
                        <a:pt x="136588" y="78391"/>
                      </a:lnTo>
                      <a:cubicBezTo>
                        <a:pt x="136588" y="78391"/>
                        <a:pt x="138779" y="79057"/>
                        <a:pt x="142304" y="80296"/>
                      </a:cubicBezTo>
                      <a:lnTo>
                        <a:pt x="142304" y="78391"/>
                      </a:lnTo>
                      <a:close/>
                      <a:moveTo>
                        <a:pt x="136588" y="138303"/>
                      </a:moveTo>
                      <a:cubicBezTo>
                        <a:pt x="136588" y="138303"/>
                        <a:pt x="137064" y="137922"/>
                        <a:pt x="137064" y="137827"/>
                      </a:cubicBezTo>
                      <a:cubicBezTo>
                        <a:pt x="137064" y="137731"/>
                        <a:pt x="136684" y="137446"/>
                        <a:pt x="135921" y="136969"/>
                      </a:cubicBezTo>
                      <a:cubicBezTo>
                        <a:pt x="135064" y="136588"/>
                        <a:pt x="134778" y="136207"/>
                        <a:pt x="134778" y="135922"/>
                      </a:cubicBezTo>
                      <a:cubicBezTo>
                        <a:pt x="134778" y="135541"/>
                        <a:pt x="135160" y="135160"/>
                        <a:pt x="135921" y="134683"/>
                      </a:cubicBezTo>
                      <a:cubicBezTo>
                        <a:pt x="134969" y="134398"/>
                        <a:pt x="134017" y="134493"/>
                        <a:pt x="133064" y="134969"/>
                      </a:cubicBezTo>
                      <a:cubicBezTo>
                        <a:pt x="131636" y="135922"/>
                        <a:pt x="130873" y="136398"/>
                        <a:pt x="130683" y="136398"/>
                      </a:cubicBezTo>
                      <a:cubicBezTo>
                        <a:pt x="131159" y="136398"/>
                        <a:pt x="133159" y="137065"/>
                        <a:pt x="136684" y="138303"/>
                      </a:cubicBezTo>
                      <a:close/>
                      <a:moveTo>
                        <a:pt x="143065" y="89535"/>
                      </a:moveTo>
                      <a:lnTo>
                        <a:pt x="145923" y="89535"/>
                      </a:lnTo>
                      <a:cubicBezTo>
                        <a:pt x="144494" y="88582"/>
                        <a:pt x="143542" y="88487"/>
                        <a:pt x="143065" y="89249"/>
                      </a:cubicBezTo>
                      <a:cubicBezTo>
                        <a:pt x="141351" y="88773"/>
                        <a:pt x="138874" y="88011"/>
                        <a:pt x="135636" y="87154"/>
                      </a:cubicBezTo>
                      <a:cubicBezTo>
                        <a:pt x="135350" y="86011"/>
                        <a:pt x="134493" y="85439"/>
                        <a:pt x="133064" y="85439"/>
                      </a:cubicBezTo>
                      <a:cubicBezTo>
                        <a:pt x="133731" y="85820"/>
                        <a:pt x="134588" y="86296"/>
                        <a:pt x="135636" y="87154"/>
                      </a:cubicBezTo>
                      <a:cubicBezTo>
                        <a:pt x="135827" y="87725"/>
                        <a:pt x="135921" y="88582"/>
                        <a:pt x="135921" y="89535"/>
                      </a:cubicBezTo>
                      <a:cubicBezTo>
                        <a:pt x="135827" y="90773"/>
                        <a:pt x="135827" y="91535"/>
                        <a:pt x="135921" y="91630"/>
                      </a:cubicBezTo>
                      <a:cubicBezTo>
                        <a:pt x="135921" y="92107"/>
                        <a:pt x="136207" y="92297"/>
                        <a:pt x="136588" y="92107"/>
                      </a:cubicBezTo>
                      <a:lnTo>
                        <a:pt x="139255" y="89440"/>
                      </a:lnTo>
                      <a:lnTo>
                        <a:pt x="140494" y="90202"/>
                      </a:lnTo>
                      <a:cubicBezTo>
                        <a:pt x="140684" y="90868"/>
                        <a:pt x="140494" y="91440"/>
                        <a:pt x="140018" y="92202"/>
                      </a:cubicBezTo>
                      <a:cubicBezTo>
                        <a:pt x="139541" y="92964"/>
                        <a:pt x="139255" y="93535"/>
                        <a:pt x="139255" y="94012"/>
                      </a:cubicBezTo>
                      <a:cubicBezTo>
                        <a:pt x="140684" y="94393"/>
                        <a:pt x="141637" y="94012"/>
                        <a:pt x="142018" y="92773"/>
                      </a:cubicBezTo>
                      <a:cubicBezTo>
                        <a:pt x="142494" y="91535"/>
                        <a:pt x="142780" y="90392"/>
                        <a:pt x="143065" y="89249"/>
                      </a:cubicBezTo>
                      <a:lnTo>
                        <a:pt x="143065" y="89535"/>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 name="Google Shape;1237;p99"/>
                <p:cNvSpPr/>
                <p:nvPr/>
              </p:nvSpPr>
              <p:spPr>
                <a:xfrm>
                  <a:off x="7759540" y="3425094"/>
                  <a:ext cx="200119" cy="195072"/>
                </a:xfrm>
                <a:custGeom>
                  <a:avLst/>
                  <a:gdLst/>
                  <a:ahLst/>
                  <a:cxnLst/>
                  <a:rect l="l" t="t" r="r" b="b"/>
                  <a:pathLst>
                    <a:path w="200119" h="195072" extrusionOk="0">
                      <a:moveTo>
                        <a:pt x="1905" y="104204"/>
                      </a:moveTo>
                      <a:cubicBezTo>
                        <a:pt x="1905" y="104204"/>
                        <a:pt x="2286" y="104680"/>
                        <a:pt x="2953" y="105346"/>
                      </a:cubicBezTo>
                      <a:cubicBezTo>
                        <a:pt x="3714" y="105918"/>
                        <a:pt x="4000" y="106394"/>
                        <a:pt x="3810" y="106871"/>
                      </a:cubicBezTo>
                      <a:lnTo>
                        <a:pt x="0" y="106871"/>
                      </a:lnTo>
                      <a:lnTo>
                        <a:pt x="1905" y="104299"/>
                      </a:lnTo>
                      <a:close/>
                      <a:moveTo>
                        <a:pt x="0" y="118110"/>
                      </a:moveTo>
                      <a:cubicBezTo>
                        <a:pt x="762" y="119444"/>
                        <a:pt x="1905" y="120301"/>
                        <a:pt x="3238" y="120777"/>
                      </a:cubicBezTo>
                      <a:lnTo>
                        <a:pt x="0" y="120777"/>
                      </a:lnTo>
                      <a:lnTo>
                        <a:pt x="0" y="118110"/>
                      </a:lnTo>
                      <a:close/>
                      <a:moveTo>
                        <a:pt x="666" y="131064"/>
                      </a:moveTo>
                      <a:lnTo>
                        <a:pt x="0" y="128206"/>
                      </a:lnTo>
                      <a:cubicBezTo>
                        <a:pt x="762" y="128397"/>
                        <a:pt x="2000" y="129064"/>
                        <a:pt x="3810" y="130112"/>
                      </a:cubicBezTo>
                      <a:lnTo>
                        <a:pt x="762" y="131064"/>
                      </a:lnTo>
                      <a:close/>
                      <a:moveTo>
                        <a:pt x="6382" y="120777"/>
                      </a:moveTo>
                      <a:cubicBezTo>
                        <a:pt x="5239" y="120872"/>
                        <a:pt x="4191" y="120872"/>
                        <a:pt x="3238" y="120777"/>
                      </a:cubicBezTo>
                      <a:lnTo>
                        <a:pt x="6382" y="120777"/>
                      </a:lnTo>
                      <a:close/>
                      <a:moveTo>
                        <a:pt x="4476" y="135827"/>
                      </a:moveTo>
                      <a:cubicBezTo>
                        <a:pt x="4476" y="135827"/>
                        <a:pt x="5810" y="136208"/>
                        <a:pt x="7144" y="137351"/>
                      </a:cubicBezTo>
                      <a:lnTo>
                        <a:pt x="7144" y="138494"/>
                      </a:lnTo>
                      <a:lnTo>
                        <a:pt x="4476" y="138494"/>
                      </a:lnTo>
                      <a:lnTo>
                        <a:pt x="4476" y="135827"/>
                      </a:lnTo>
                      <a:close/>
                      <a:moveTo>
                        <a:pt x="10953" y="101727"/>
                      </a:moveTo>
                      <a:cubicBezTo>
                        <a:pt x="11430" y="102298"/>
                        <a:pt x="11811" y="103442"/>
                        <a:pt x="11906" y="105061"/>
                      </a:cubicBezTo>
                      <a:cubicBezTo>
                        <a:pt x="10096" y="105061"/>
                        <a:pt x="9144" y="104870"/>
                        <a:pt x="9048" y="104394"/>
                      </a:cubicBezTo>
                      <a:lnTo>
                        <a:pt x="10953" y="101822"/>
                      </a:lnTo>
                      <a:close/>
                      <a:moveTo>
                        <a:pt x="9048" y="164211"/>
                      </a:moveTo>
                      <a:cubicBezTo>
                        <a:pt x="9144" y="163735"/>
                        <a:pt x="10096" y="163449"/>
                        <a:pt x="11906" y="163449"/>
                      </a:cubicBezTo>
                      <a:lnTo>
                        <a:pt x="11906" y="164878"/>
                      </a:lnTo>
                      <a:lnTo>
                        <a:pt x="9048" y="164116"/>
                      </a:lnTo>
                      <a:close/>
                      <a:moveTo>
                        <a:pt x="20288" y="132683"/>
                      </a:moveTo>
                      <a:cubicBezTo>
                        <a:pt x="21431" y="132207"/>
                        <a:pt x="22479" y="131826"/>
                        <a:pt x="23431" y="131445"/>
                      </a:cubicBezTo>
                      <a:cubicBezTo>
                        <a:pt x="24860" y="130969"/>
                        <a:pt x="26003" y="131159"/>
                        <a:pt x="26765" y="131921"/>
                      </a:cubicBezTo>
                      <a:lnTo>
                        <a:pt x="20288" y="132588"/>
                      </a:lnTo>
                      <a:close/>
                      <a:moveTo>
                        <a:pt x="24860" y="108776"/>
                      </a:moveTo>
                      <a:cubicBezTo>
                        <a:pt x="22764" y="103822"/>
                        <a:pt x="23431" y="100489"/>
                        <a:pt x="26765" y="98774"/>
                      </a:cubicBezTo>
                      <a:lnTo>
                        <a:pt x="27717" y="99727"/>
                      </a:lnTo>
                      <a:cubicBezTo>
                        <a:pt x="25717" y="99727"/>
                        <a:pt x="24765" y="100870"/>
                        <a:pt x="24574" y="103061"/>
                      </a:cubicBezTo>
                      <a:cubicBezTo>
                        <a:pt x="24765" y="104965"/>
                        <a:pt x="24860" y="106871"/>
                        <a:pt x="24860" y="108776"/>
                      </a:cubicBezTo>
                      <a:close/>
                      <a:moveTo>
                        <a:pt x="48006" y="120682"/>
                      </a:moveTo>
                      <a:cubicBezTo>
                        <a:pt x="47434" y="120777"/>
                        <a:pt x="46672" y="120587"/>
                        <a:pt x="46005" y="119729"/>
                      </a:cubicBezTo>
                      <a:cubicBezTo>
                        <a:pt x="45339" y="118967"/>
                        <a:pt x="44672" y="118491"/>
                        <a:pt x="44196" y="118491"/>
                      </a:cubicBezTo>
                      <a:cubicBezTo>
                        <a:pt x="44005" y="118491"/>
                        <a:pt x="43815" y="118491"/>
                        <a:pt x="43434" y="118777"/>
                      </a:cubicBezTo>
                      <a:cubicBezTo>
                        <a:pt x="46005" y="116872"/>
                        <a:pt x="48101" y="116681"/>
                        <a:pt x="49816" y="118015"/>
                      </a:cubicBezTo>
                      <a:cubicBezTo>
                        <a:pt x="50006" y="118681"/>
                        <a:pt x="49816" y="119158"/>
                        <a:pt x="49339" y="119539"/>
                      </a:cubicBezTo>
                      <a:cubicBezTo>
                        <a:pt x="48863" y="119920"/>
                        <a:pt x="48387" y="120301"/>
                        <a:pt x="47910" y="120587"/>
                      </a:cubicBezTo>
                      <a:close/>
                      <a:moveTo>
                        <a:pt x="46101" y="71056"/>
                      </a:moveTo>
                      <a:lnTo>
                        <a:pt x="46101" y="73914"/>
                      </a:lnTo>
                      <a:lnTo>
                        <a:pt x="45339" y="71056"/>
                      </a:lnTo>
                      <a:lnTo>
                        <a:pt x="46101" y="71056"/>
                      </a:lnTo>
                      <a:close/>
                      <a:moveTo>
                        <a:pt x="47244" y="92964"/>
                      </a:moveTo>
                      <a:cubicBezTo>
                        <a:pt x="48387" y="92869"/>
                        <a:pt x="49244" y="93154"/>
                        <a:pt x="49816" y="94202"/>
                      </a:cubicBezTo>
                      <a:cubicBezTo>
                        <a:pt x="49530" y="94869"/>
                        <a:pt x="48958" y="95060"/>
                        <a:pt x="48196" y="94964"/>
                      </a:cubicBezTo>
                      <a:lnTo>
                        <a:pt x="46101" y="94964"/>
                      </a:lnTo>
                      <a:cubicBezTo>
                        <a:pt x="45910" y="93821"/>
                        <a:pt x="46291" y="93250"/>
                        <a:pt x="47244" y="93059"/>
                      </a:cubicBezTo>
                      <a:close/>
                      <a:moveTo>
                        <a:pt x="46767" y="143828"/>
                      </a:moveTo>
                      <a:lnTo>
                        <a:pt x="46767" y="142875"/>
                      </a:lnTo>
                      <a:lnTo>
                        <a:pt x="49911" y="142875"/>
                      </a:lnTo>
                      <a:lnTo>
                        <a:pt x="46767" y="143828"/>
                      </a:lnTo>
                      <a:close/>
                      <a:moveTo>
                        <a:pt x="48006" y="130969"/>
                      </a:moveTo>
                      <a:lnTo>
                        <a:pt x="48006" y="128111"/>
                      </a:lnTo>
                      <a:lnTo>
                        <a:pt x="50672" y="130969"/>
                      </a:lnTo>
                      <a:lnTo>
                        <a:pt x="48006" y="130969"/>
                      </a:lnTo>
                      <a:close/>
                      <a:moveTo>
                        <a:pt x="49911" y="113252"/>
                      </a:moveTo>
                      <a:cubicBezTo>
                        <a:pt x="51339" y="113252"/>
                        <a:pt x="52197" y="113538"/>
                        <a:pt x="52578" y="114205"/>
                      </a:cubicBezTo>
                      <a:lnTo>
                        <a:pt x="49911" y="116110"/>
                      </a:lnTo>
                      <a:lnTo>
                        <a:pt x="49911" y="113252"/>
                      </a:lnTo>
                      <a:close/>
                      <a:moveTo>
                        <a:pt x="52578" y="104870"/>
                      </a:moveTo>
                      <a:cubicBezTo>
                        <a:pt x="53911" y="107442"/>
                        <a:pt x="54102" y="108966"/>
                        <a:pt x="53340" y="109442"/>
                      </a:cubicBezTo>
                      <a:lnTo>
                        <a:pt x="52578" y="109442"/>
                      </a:lnTo>
                      <a:lnTo>
                        <a:pt x="52578" y="104870"/>
                      </a:lnTo>
                      <a:close/>
                      <a:moveTo>
                        <a:pt x="53340" y="157639"/>
                      </a:moveTo>
                      <a:cubicBezTo>
                        <a:pt x="56864" y="158496"/>
                        <a:pt x="58769" y="157448"/>
                        <a:pt x="59055" y="154781"/>
                      </a:cubicBezTo>
                      <a:cubicBezTo>
                        <a:pt x="59245" y="155638"/>
                        <a:pt x="58578" y="156972"/>
                        <a:pt x="57150" y="158877"/>
                      </a:cubicBezTo>
                      <a:cubicBezTo>
                        <a:pt x="56197" y="159068"/>
                        <a:pt x="54864" y="158687"/>
                        <a:pt x="53340" y="157639"/>
                      </a:cubicBezTo>
                      <a:close/>
                      <a:moveTo>
                        <a:pt x="54578" y="100394"/>
                      </a:moveTo>
                      <a:cubicBezTo>
                        <a:pt x="55721" y="100013"/>
                        <a:pt x="57245" y="100394"/>
                        <a:pt x="59150" y="101537"/>
                      </a:cubicBezTo>
                      <a:lnTo>
                        <a:pt x="54578" y="101537"/>
                      </a:lnTo>
                      <a:lnTo>
                        <a:pt x="54578" y="100394"/>
                      </a:lnTo>
                      <a:close/>
                      <a:moveTo>
                        <a:pt x="58578" y="108204"/>
                      </a:moveTo>
                      <a:cubicBezTo>
                        <a:pt x="58578" y="108204"/>
                        <a:pt x="58007" y="107347"/>
                        <a:pt x="58102" y="106775"/>
                      </a:cubicBezTo>
                      <a:lnTo>
                        <a:pt x="58578" y="108204"/>
                      </a:lnTo>
                      <a:close/>
                      <a:moveTo>
                        <a:pt x="58578" y="108204"/>
                      </a:moveTo>
                      <a:lnTo>
                        <a:pt x="61055" y="111062"/>
                      </a:lnTo>
                      <a:cubicBezTo>
                        <a:pt x="61055" y="111538"/>
                        <a:pt x="60770" y="112014"/>
                        <a:pt x="60103" y="112490"/>
                      </a:cubicBezTo>
                      <a:lnTo>
                        <a:pt x="58674" y="108109"/>
                      </a:lnTo>
                      <a:close/>
                      <a:moveTo>
                        <a:pt x="168021" y="155734"/>
                      </a:moveTo>
                      <a:cubicBezTo>
                        <a:pt x="169259" y="156020"/>
                        <a:pt x="170783" y="156210"/>
                        <a:pt x="172498" y="156210"/>
                      </a:cubicBezTo>
                      <a:cubicBezTo>
                        <a:pt x="173736" y="156210"/>
                        <a:pt x="175926" y="156115"/>
                        <a:pt x="178784" y="155829"/>
                      </a:cubicBezTo>
                      <a:cubicBezTo>
                        <a:pt x="181737" y="155638"/>
                        <a:pt x="183928" y="155448"/>
                        <a:pt x="185356" y="155448"/>
                      </a:cubicBezTo>
                      <a:cubicBezTo>
                        <a:pt x="192595" y="155448"/>
                        <a:pt x="197644" y="157639"/>
                        <a:pt x="200120" y="162115"/>
                      </a:cubicBezTo>
                      <a:cubicBezTo>
                        <a:pt x="199834" y="167735"/>
                        <a:pt x="199548" y="173164"/>
                        <a:pt x="199168" y="178594"/>
                      </a:cubicBezTo>
                      <a:cubicBezTo>
                        <a:pt x="198501" y="185166"/>
                        <a:pt x="196691" y="190119"/>
                        <a:pt x="193643" y="193643"/>
                      </a:cubicBezTo>
                      <a:cubicBezTo>
                        <a:pt x="192310" y="194596"/>
                        <a:pt x="191071" y="195072"/>
                        <a:pt x="189833" y="195072"/>
                      </a:cubicBezTo>
                      <a:cubicBezTo>
                        <a:pt x="188595" y="195072"/>
                        <a:pt x="186880" y="194501"/>
                        <a:pt x="184689" y="193453"/>
                      </a:cubicBezTo>
                      <a:cubicBezTo>
                        <a:pt x="182594" y="192310"/>
                        <a:pt x="180880" y="191738"/>
                        <a:pt x="179546" y="191738"/>
                      </a:cubicBezTo>
                      <a:cubicBezTo>
                        <a:pt x="178117" y="191738"/>
                        <a:pt x="176689" y="192405"/>
                        <a:pt x="175260" y="193643"/>
                      </a:cubicBezTo>
                      <a:cubicBezTo>
                        <a:pt x="169354" y="194215"/>
                        <a:pt x="161544" y="194310"/>
                        <a:pt x="152019" y="193929"/>
                      </a:cubicBezTo>
                      <a:cubicBezTo>
                        <a:pt x="142398" y="193453"/>
                        <a:pt x="134778" y="193548"/>
                        <a:pt x="129254" y="194405"/>
                      </a:cubicBezTo>
                      <a:lnTo>
                        <a:pt x="129254" y="193929"/>
                      </a:lnTo>
                      <a:cubicBezTo>
                        <a:pt x="122872" y="193548"/>
                        <a:pt x="113633" y="193738"/>
                        <a:pt x="101536" y="194405"/>
                      </a:cubicBezTo>
                      <a:cubicBezTo>
                        <a:pt x="97345" y="193453"/>
                        <a:pt x="91821" y="193262"/>
                        <a:pt x="84867" y="193929"/>
                      </a:cubicBezTo>
                      <a:lnTo>
                        <a:pt x="65246" y="193929"/>
                      </a:lnTo>
                      <a:lnTo>
                        <a:pt x="65246" y="139065"/>
                      </a:lnTo>
                      <a:lnTo>
                        <a:pt x="68389" y="137160"/>
                      </a:lnTo>
                      <a:lnTo>
                        <a:pt x="61913" y="136493"/>
                      </a:lnTo>
                      <a:cubicBezTo>
                        <a:pt x="64198" y="135350"/>
                        <a:pt x="65246" y="133540"/>
                        <a:pt x="65246" y="130969"/>
                      </a:cubicBezTo>
                      <a:cubicBezTo>
                        <a:pt x="65246" y="130207"/>
                        <a:pt x="65055" y="128873"/>
                        <a:pt x="64770" y="127063"/>
                      </a:cubicBezTo>
                      <a:cubicBezTo>
                        <a:pt x="64484" y="125254"/>
                        <a:pt x="64294" y="123920"/>
                        <a:pt x="64294" y="123063"/>
                      </a:cubicBezTo>
                      <a:cubicBezTo>
                        <a:pt x="64294" y="122111"/>
                        <a:pt x="64389" y="121348"/>
                        <a:pt x="64579" y="120682"/>
                      </a:cubicBezTo>
                      <a:lnTo>
                        <a:pt x="61913" y="120682"/>
                      </a:lnTo>
                      <a:cubicBezTo>
                        <a:pt x="63341" y="120205"/>
                        <a:pt x="65151" y="118681"/>
                        <a:pt x="67151" y="116110"/>
                      </a:cubicBezTo>
                      <a:cubicBezTo>
                        <a:pt x="64865" y="114395"/>
                        <a:pt x="63817" y="112109"/>
                        <a:pt x="63817" y="109156"/>
                      </a:cubicBezTo>
                      <a:cubicBezTo>
                        <a:pt x="63817" y="107633"/>
                        <a:pt x="64389" y="105061"/>
                        <a:pt x="65437" y="101632"/>
                      </a:cubicBezTo>
                      <a:cubicBezTo>
                        <a:pt x="66580" y="98108"/>
                        <a:pt x="67151" y="95631"/>
                        <a:pt x="67151" y="94202"/>
                      </a:cubicBezTo>
                      <a:cubicBezTo>
                        <a:pt x="67627" y="94202"/>
                        <a:pt x="67913" y="94679"/>
                        <a:pt x="67913" y="95536"/>
                      </a:cubicBezTo>
                      <a:cubicBezTo>
                        <a:pt x="67913" y="96393"/>
                        <a:pt x="68103" y="96869"/>
                        <a:pt x="68294" y="96869"/>
                      </a:cubicBezTo>
                      <a:cubicBezTo>
                        <a:pt x="68770" y="96869"/>
                        <a:pt x="69246" y="96488"/>
                        <a:pt x="70009" y="95631"/>
                      </a:cubicBezTo>
                      <a:lnTo>
                        <a:pt x="73819" y="102298"/>
                      </a:lnTo>
                      <a:cubicBezTo>
                        <a:pt x="74866" y="100203"/>
                        <a:pt x="75152" y="96869"/>
                        <a:pt x="74485" y="92297"/>
                      </a:cubicBezTo>
                      <a:cubicBezTo>
                        <a:pt x="73628" y="91440"/>
                        <a:pt x="72390" y="91059"/>
                        <a:pt x="70675" y="91059"/>
                      </a:cubicBezTo>
                      <a:lnTo>
                        <a:pt x="67341" y="91059"/>
                      </a:lnTo>
                      <a:cubicBezTo>
                        <a:pt x="67341" y="90106"/>
                        <a:pt x="67056" y="89630"/>
                        <a:pt x="66389" y="89630"/>
                      </a:cubicBezTo>
                      <a:lnTo>
                        <a:pt x="71914" y="88392"/>
                      </a:lnTo>
                      <a:cubicBezTo>
                        <a:pt x="69056" y="87249"/>
                        <a:pt x="67341" y="85249"/>
                        <a:pt x="66675" y="82391"/>
                      </a:cubicBezTo>
                      <a:cubicBezTo>
                        <a:pt x="66675" y="79915"/>
                        <a:pt x="66675" y="77248"/>
                        <a:pt x="66484" y="74581"/>
                      </a:cubicBezTo>
                      <a:lnTo>
                        <a:pt x="68389" y="72676"/>
                      </a:lnTo>
                      <a:lnTo>
                        <a:pt x="63817" y="66485"/>
                      </a:lnTo>
                      <a:cubicBezTo>
                        <a:pt x="65722" y="57436"/>
                        <a:pt x="66675" y="52483"/>
                        <a:pt x="66675" y="51721"/>
                      </a:cubicBezTo>
                      <a:cubicBezTo>
                        <a:pt x="66675" y="48673"/>
                        <a:pt x="66008" y="46196"/>
                        <a:pt x="64579" y="44291"/>
                      </a:cubicBezTo>
                      <a:cubicBezTo>
                        <a:pt x="64770" y="43625"/>
                        <a:pt x="65151" y="36386"/>
                        <a:pt x="65817" y="22384"/>
                      </a:cubicBezTo>
                      <a:cubicBezTo>
                        <a:pt x="66294" y="13621"/>
                        <a:pt x="68103" y="7144"/>
                        <a:pt x="71247" y="2858"/>
                      </a:cubicBezTo>
                      <a:cubicBezTo>
                        <a:pt x="70389" y="2858"/>
                        <a:pt x="74771" y="2858"/>
                        <a:pt x="84010" y="2858"/>
                      </a:cubicBezTo>
                      <a:cubicBezTo>
                        <a:pt x="89059" y="3048"/>
                        <a:pt x="93059" y="2000"/>
                        <a:pt x="95916" y="0"/>
                      </a:cubicBezTo>
                      <a:cubicBezTo>
                        <a:pt x="100393" y="5048"/>
                        <a:pt x="102584" y="13430"/>
                        <a:pt x="102584" y="25051"/>
                      </a:cubicBezTo>
                      <a:lnTo>
                        <a:pt x="102584" y="43910"/>
                      </a:lnTo>
                      <a:cubicBezTo>
                        <a:pt x="102584" y="49149"/>
                        <a:pt x="102870" y="53530"/>
                        <a:pt x="103537" y="57055"/>
                      </a:cubicBezTo>
                      <a:cubicBezTo>
                        <a:pt x="102298" y="57817"/>
                        <a:pt x="101632" y="59055"/>
                        <a:pt x="101632" y="60865"/>
                      </a:cubicBezTo>
                      <a:cubicBezTo>
                        <a:pt x="101632" y="61627"/>
                        <a:pt x="101822" y="62865"/>
                        <a:pt x="102108" y="64484"/>
                      </a:cubicBezTo>
                      <a:cubicBezTo>
                        <a:pt x="102394" y="66104"/>
                        <a:pt x="102584" y="67151"/>
                        <a:pt x="102584" y="67818"/>
                      </a:cubicBezTo>
                      <a:cubicBezTo>
                        <a:pt x="102584" y="68580"/>
                        <a:pt x="102584" y="69342"/>
                        <a:pt x="102298" y="69723"/>
                      </a:cubicBezTo>
                      <a:lnTo>
                        <a:pt x="101632" y="69056"/>
                      </a:lnTo>
                      <a:cubicBezTo>
                        <a:pt x="101632" y="70009"/>
                        <a:pt x="101917" y="71819"/>
                        <a:pt x="102489" y="74295"/>
                      </a:cubicBezTo>
                      <a:cubicBezTo>
                        <a:pt x="103060" y="76771"/>
                        <a:pt x="103346" y="78772"/>
                        <a:pt x="103346" y="80010"/>
                      </a:cubicBezTo>
                      <a:cubicBezTo>
                        <a:pt x="103346" y="81725"/>
                        <a:pt x="103060" y="83344"/>
                        <a:pt x="102584" y="84772"/>
                      </a:cubicBezTo>
                      <a:lnTo>
                        <a:pt x="104204" y="88392"/>
                      </a:lnTo>
                      <a:lnTo>
                        <a:pt x="103441" y="88392"/>
                      </a:lnTo>
                      <a:cubicBezTo>
                        <a:pt x="102870" y="89535"/>
                        <a:pt x="102489" y="92297"/>
                        <a:pt x="102489" y="96774"/>
                      </a:cubicBezTo>
                      <a:cubicBezTo>
                        <a:pt x="102489" y="100298"/>
                        <a:pt x="101536" y="102775"/>
                        <a:pt x="99631" y="104108"/>
                      </a:cubicBezTo>
                      <a:cubicBezTo>
                        <a:pt x="100013" y="104585"/>
                        <a:pt x="100869" y="104775"/>
                        <a:pt x="102489" y="104775"/>
                      </a:cubicBezTo>
                      <a:cubicBezTo>
                        <a:pt x="103441" y="123063"/>
                        <a:pt x="103441" y="138017"/>
                        <a:pt x="102489" y="149447"/>
                      </a:cubicBezTo>
                      <a:cubicBezTo>
                        <a:pt x="102298" y="148685"/>
                        <a:pt x="101822" y="148209"/>
                        <a:pt x="100965" y="148209"/>
                      </a:cubicBezTo>
                      <a:lnTo>
                        <a:pt x="98679" y="148209"/>
                      </a:lnTo>
                      <a:cubicBezTo>
                        <a:pt x="98964" y="148685"/>
                        <a:pt x="99155" y="149162"/>
                        <a:pt x="99155" y="149638"/>
                      </a:cubicBezTo>
                      <a:cubicBezTo>
                        <a:pt x="99155" y="150400"/>
                        <a:pt x="98679" y="151447"/>
                        <a:pt x="97726" y="152495"/>
                      </a:cubicBezTo>
                      <a:cubicBezTo>
                        <a:pt x="96774" y="153638"/>
                        <a:pt x="96298" y="154496"/>
                        <a:pt x="96298" y="155067"/>
                      </a:cubicBezTo>
                      <a:cubicBezTo>
                        <a:pt x="96298" y="155829"/>
                        <a:pt x="96678" y="156591"/>
                        <a:pt x="97536" y="157448"/>
                      </a:cubicBezTo>
                      <a:cubicBezTo>
                        <a:pt x="98584" y="154305"/>
                        <a:pt x="100203" y="152686"/>
                        <a:pt x="102298" y="152686"/>
                      </a:cubicBezTo>
                      <a:cubicBezTo>
                        <a:pt x="103632" y="152686"/>
                        <a:pt x="106680" y="154210"/>
                        <a:pt x="111633" y="157448"/>
                      </a:cubicBezTo>
                      <a:cubicBezTo>
                        <a:pt x="112109" y="157639"/>
                        <a:pt x="112680" y="157258"/>
                        <a:pt x="113538" y="156496"/>
                      </a:cubicBezTo>
                      <a:lnTo>
                        <a:pt x="113538" y="154591"/>
                      </a:lnTo>
                      <a:cubicBezTo>
                        <a:pt x="114395" y="155258"/>
                        <a:pt x="116776" y="155543"/>
                        <a:pt x="120682" y="155543"/>
                      </a:cubicBezTo>
                      <a:lnTo>
                        <a:pt x="119919" y="156496"/>
                      </a:lnTo>
                      <a:cubicBezTo>
                        <a:pt x="120872" y="156972"/>
                        <a:pt x="121920" y="157258"/>
                        <a:pt x="122777" y="157258"/>
                      </a:cubicBezTo>
                      <a:cubicBezTo>
                        <a:pt x="123730" y="157258"/>
                        <a:pt x="125063" y="156781"/>
                        <a:pt x="126872" y="155924"/>
                      </a:cubicBezTo>
                      <a:cubicBezTo>
                        <a:pt x="128588" y="155067"/>
                        <a:pt x="129921" y="154591"/>
                        <a:pt x="130683" y="154591"/>
                      </a:cubicBezTo>
                      <a:cubicBezTo>
                        <a:pt x="131921" y="154591"/>
                        <a:pt x="133255" y="155258"/>
                        <a:pt x="134493" y="156496"/>
                      </a:cubicBezTo>
                      <a:cubicBezTo>
                        <a:pt x="137731" y="155258"/>
                        <a:pt x="141160" y="154591"/>
                        <a:pt x="144970" y="154591"/>
                      </a:cubicBezTo>
                      <a:cubicBezTo>
                        <a:pt x="146875" y="154591"/>
                        <a:pt x="149733" y="154877"/>
                        <a:pt x="153638" y="155258"/>
                      </a:cubicBezTo>
                      <a:cubicBezTo>
                        <a:pt x="157448" y="155734"/>
                        <a:pt x="160401" y="156020"/>
                        <a:pt x="162496" y="156020"/>
                      </a:cubicBezTo>
                      <a:cubicBezTo>
                        <a:pt x="164401" y="156020"/>
                        <a:pt x="166211" y="155829"/>
                        <a:pt x="168021" y="155543"/>
                      </a:cubicBezTo>
                      <a:close/>
                      <a:moveTo>
                        <a:pt x="64579" y="82963"/>
                      </a:moveTo>
                      <a:lnTo>
                        <a:pt x="64579" y="84868"/>
                      </a:lnTo>
                      <a:lnTo>
                        <a:pt x="61913" y="82010"/>
                      </a:lnTo>
                      <a:cubicBezTo>
                        <a:pt x="62579" y="82010"/>
                        <a:pt x="63436" y="82391"/>
                        <a:pt x="64579" y="82963"/>
                      </a:cubicBezTo>
                      <a:close/>
                      <a:moveTo>
                        <a:pt x="67437" y="91059"/>
                      </a:moveTo>
                      <a:cubicBezTo>
                        <a:pt x="67246" y="91535"/>
                        <a:pt x="67246" y="91535"/>
                        <a:pt x="67246" y="91059"/>
                      </a:cubicBezTo>
                      <a:lnTo>
                        <a:pt x="67437" y="91059"/>
                      </a:lnTo>
                      <a:close/>
                      <a:moveTo>
                        <a:pt x="70104" y="144780"/>
                      </a:moveTo>
                      <a:lnTo>
                        <a:pt x="68389" y="142875"/>
                      </a:lnTo>
                      <a:lnTo>
                        <a:pt x="71247" y="140208"/>
                      </a:lnTo>
                      <a:lnTo>
                        <a:pt x="69056" y="140208"/>
                      </a:lnTo>
                      <a:lnTo>
                        <a:pt x="70104" y="137160"/>
                      </a:lnTo>
                      <a:lnTo>
                        <a:pt x="67151" y="141922"/>
                      </a:lnTo>
                      <a:lnTo>
                        <a:pt x="68103" y="144018"/>
                      </a:lnTo>
                      <a:cubicBezTo>
                        <a:pt x="68389" y="144875"/>
                        <a:pt x="68961" y="145066"/>
                        <a:pt x="70009" y="144780"/>
                      </a:cubicBezTo>
                      <a:close/>
                      <a:moveTo>
                        <a:pt x="76485" y="149543"/>
                      </a:moveTo>
                      <a:lnTo>
                        <a:pt x="80296" y="148304"/>
                      </a:lnTo>
                      <a:lnTo>
                        <a:pt x="77628" y="148304"/>
                      </a:lnTo>
                      <a:lnTo>
                        <a:pt x="76390" y="149543"/>
                      </a:lnTo>
                      <a:close/>
                      <a:moveTo>
                        <a:pt x="88392" y="100394"/>
                      </a:moveTo>
                      <a:lnTo>
                        <a:pt x="91535" y="98679"/>
                      </a:lnTo>
                      <a:lnTo>
                        <a:pt x="89630" y="98679"/>
                      </a:lnTo>
                      <a:lnTo>
                        <a:pt x="88392" y="100394"/>
                      </a:lnTo>
                      <a:close/>
                      <a:moveTo>
                        <a:pt x="91535" y="69152"/>
                      </a:moveTo>
                      <a:lnTo>
                        <a:pt x="92297" y="66485"/>
                      </a:lnTo>
                      <a:lnTo>
                        <a:pt x="89630" y="65342"/>
                      </a:lnTo>
                      <a:lnTo>
                        <a:pt x="91535" y="69247"/>
                      </a:lnTo>
                      <a:close/>
                      <a:moveTo>
                        <a:pt x="124491" y="45434"/>
                      </a:moveTo>
                      <a:lnTo>
                        <a:pt x="124491" y="48768"/>
                      </a:lnTo>
                      <a:lnTo>
                        <a:pt x="123730" y="48768"/>
                      </a:lnTo>
                      <a:lnTo>
                        <a:pt x="123730" y="45434"/>
                      </a:lnTo>
                      <a:lnTo>
                        <a:pt x="124491" y="45434"/>
                      </a:lnTo>
                      <a:close/>
                      <a:moveTo>
                        <a:pt x="169545" y="164116"/>
                      </a:moveTo>
                      <a:lnTo>
                        <a:pt x="169545" y="161544"/>
                      </a:lnTo>
                      <a:lnTo>
                        <a:pt x="168592" y="159544"/>
                      </a:lnTo>
                      <a:lnTo>
                        <a:pt x="169545" y="164116"/>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 name="Google Shape;1238;p99"/>
                <p:cNvSpPr/>
                <p:nvPr/>
              </p:nvSpPr>
              <p:spPr>
                <a:xfrm>
                  <a:off x="7909273" y="3426618"/>
                  <a:ext cx="189737" cy="202787"/>
                </a:xfrm>
                <a:custGeom>
                  <a:avLst/>
                  <a:gdLst/>
                  <a:ahLst/>
                  <a:cxnLst/>
                  <a:rect l="l" t="t" r="r" b="b"/>
                  <a:pathLst>
                    <a:path w="189737" h="202787" extrusionOk="0">
                      <a:moveTo>
                        <a:pt x="7715" y="171260"/>
                      </a:moveTo>
                      <a:cubicBezTo>
                        <a:pt x="8477" y="172021"/>
                        <a:pt x="8858" y="172784"/>
                        <a:pt x="8858" y="173450"/>
                      </a:cubicBezTo>
                      <a:cubicBezTo>
                        <a:pt x="8858" y="173736"/>
                        <a:pt x="8668" y="174307"/>
                        <a:pt x="8191" y="175260"/>
                      </a:cubicBezTo>
                      <a:cubicBezTo>
                        <a:pt x="7811" y="176117"/>
                        <a:pt x="7620" y="176974"/>
                        <a:pt x="7620" y="177832"/>
                      </a:cubicBezTo>
                      <a:lnTo>
                        <a:pt x="6668" y="175165"/>
                      </a:lnTo>
                      <a:lnTo>
                        <a:pt x="0" y="177070"/>
                      </a:lnTo>
                      <a:cubicBezTo>
                        <a:pt x="191" y="175355"/>
                        <a:pt x="1619" y="174403"/>
                        <a:pt x="4382" y="174307"/>
                      </a:cubicBezTo>
                      <a:cubicBezTo>
                        <a:pt x="7144" y="174307"/>
                        <a:pt x="8287" y="173260"/>
                        <a:pt x="7620" y="171355"/>
                      </a:cubicBezTo>
                      <a:close/>
                      <a:moveTo>
                        <a:pt x="1238" y="153829"/>
                      </a:moveTo>
                      <a:cubicBezTo>
                        <a:pt x="1238" y="151924"/>
                        <a:pt x="2000" y="150971"/>
                        <a:pt x="3620" y="150971"/>
                      </a:cubicBezTo>
                      <a:cubicBezTo>
                        <a:pt x="4191" y="150971"/>
                        <a:pt x="4477" y="151352"/>
                        <a:pt x="4858" y="151924"/>
                      </a:cubicBezTo>
                      <a:lnTo>
                        <a:pt x="1238" y="153829"/>
                      </a:lnTo>
                      <a:close/>
                      <a:moveTo>
                        <a:pt x="8668" y="133540"/>
                      </a:moveTo>
                      <a:lnTo>
                        <a:pt x="5715" y="133540"/>
                      </a:lnTo>
                      <a:lnTo>
                        <a:pt x="9240" y="130873"/>
                      </a:lnTo>
                      <a:lnTo>
                        <a:pt x="8573" y="133540"/>
                      </a:lnTo>
                      <a:close/>
                      <a:moveTo>
                        <a:pt x="7715" y="148114"/>
                      </a:moveTo>
                      <a:lnTo>
                        <a:pt x="8668" y="149352"/>
                      </a:lnTo>
                      <a:lnTo>
                        <a:pt x="8668" y="151924"/>
                      </a:lnTo>
                      <a:lnTo>
                        <a:pt x="7715" y="148114"/>
                      </a:lnTo>
                      <a:close/>
                      <a:moveTo>
                        <a:pt x="10573" y="138113"/>
                      </a:moveTo>
                      <a:cubicBezTo>
                        <a:pt x="10954" y="137351"/>
                        <a:pt x="11430" y="137160"/>
                        <a:pt x="12192" y="137636"/>
                      </a:cubicBezTo>
                      <a:cubicBezTo>
                        <a:pt x="12668" y="138113"/>
                        <a:pt x="13240" y="138589"/>
                        <a:pt x="13907" y="138874"/>
                      </a:cubicBezTo>
                      <a:cubicBezTo>
                        <a:pt x="13431" y="139351"/>
                        <a:pt x="13049" y="139637"/>
                        <a:pt x="12764" y="139637"/>
                      </a:cubicBezTo>
                      <a:cubicBezTo>
                        <a:pt x="12097" y="138684"/>
                        <a:pt x="11430" y="138208"/>
                        <a:pt x="10573" y="138208"/>
                      </a:cubicBezTo>
                      <a:close/>
                      <a:moveTo>
                        <a:pt x="10573" y="202787"/>
                      </a:moveTo>
                      <a:lnTo>
                        <a:pt x="10573" y="198977"/>
                      </a:lnTo>
                      <a:lnTo>
                        <a:pt x="12478" y="201644"/>
                      </a:lnTo>
                      <a:cubicBezTo>
                        <a:pt x="11430" y="201644"/>
                        <a:pt x="10763" y="202025"/>
                        <a:pt x="10573" y="202787"/>
                      </a:cubicBezTo>
                      <a:close/>
                      <a:moveTo>
                        <a:pt x="18669" y="117062"/>
                      </a:moveTo>
                      <a:lnTo>
                        <a:pt x="18669" y="121634"/>
                      </a:lnTo>
                      <a:lnTo>
                        <a:pt x="17716" y="121634"/>
                      </a:lnTo>
                      <a:lnTo>
                        <a:pt x="17716" y="117062"/>
                      </a:lnTo>
                      <a:lnTo>
                        <a:pt x="18669" y="117062"/>
                      </a:lnTo>
                      <a:close/>
                      <a:moveTo>
                        <a:pt x="21527" y="160115"/>
                      </a:moveTo>
                      <a:cubicBezTo>
                        <a:pt x="21527" y="160115"/>
                        <a:pt x="21717" y="161163"/>
                        <a:pt x="22479" y="162020"/>
                      </a:cubicBezTo>
                      <a:lnTo>
                        <a:pt x="17716" y="162020"/>
                      </a:lnTo>
                      <a:lnTo>
                        <a:pt x="17716" y="160115"/>
                      </a:lnTo>
                      <a:lnTo>
                        <a:pt x="21527" y="160115"/>
                      </a:lnTo>
                      <a:close/>
                      <a:moveTo>
                        <a:pt x="23241" y="152686"/>
                      </a:moveTo>
                      <a:cubicBezTo>
                        <a:pt x="24003" y="153162"/>
                        <a:pt x="23813" y="154591"/>
                        <a:pt x="22479" y="156781"/>
                      </a:cubicBezTo>
                      <a:cubicBezTo>
                        <a:pt x="22193" y="156972"/>
                        <a:pt x="21527" y="156591"/>
                        <a:pt x="20574" y="155638"/>
                      </a:cubicBezTo>
                      <a:cubicBezTo>
                        <a:pt x="20574" y="153734"/>
                        <a:pt x="21431" y="152781"/>
                        <a:pt x="23146" y="152781"/>
                      </a:cubicBezTo>
                      <a:close/>
                      <a:moveTo>
                        <a:pt x="26289" y="110395"/>
                      </a:moveTo>
                      <a:lnTo>
                        <a:pt x="26289" y="112300"/>
                      </a:lnTo>
                      <a:lnTo>
                        <a:pt x="22479" y="110395"/>
                      </a:lnTo>
                      <a:lnTo>
                        <a:pt x="26289" y="110395"/>
                      </a:lnTo>
                      <a:close/>
                      <a:moveTo>
                        <a:pt x="23241" y="150019"/>
                      </a:moveTo>
                      <a:lnTo>
                        <a:pt x="24384" y="149352"/>
                      </a:lnTo>
                      <a:lnTo>
                        <a:pt x="22479" y="147447"/>
                      </a:lnTo>
                      <a:cubicBezTo>
                        <a:pt x="22479" y="147447"/>
                        <a:pt x="23336" y="146876"/>
                        <a:pt x="25146" y="146304"/>
                      </a:cubicBezTo>
                      <a:cubicBezTo>
                        <a:pt x="24860" y="147256"/>
                        <a:pt x="25146" y="148495"/>
                        <a:pt x="26289" y="150019"/>
                      </a:cubicBezTo>
                      <a:lnTo>
                        <a:pt x="23241" y="150019"/>
                      </a:lnTo>
                      <a:close/>
                      <a:moveTo>
                        <a:pt x="26289" y="160115"/>
                      </a:moveTo>
                      <a:lnTo>
                        <a:pt x="27718" y="162020"/>
                      </a:lnTo>
                      <a:lnTo>
                        <a:pt x="24384" y="160115"/>
                      </a:lnTo>
                      <a:lnTo>
                        <a:pt x="26289" y="160115"/>
                      </a:lnTo>
                      <a:close/>
                      <a:moveTo>
                        <a:pt x="37148" y="136207"/>
                      </a:moveTo>
                      <a:lnTo>
                        <a:pt x="33528" y="136207"/>
                      </a:lnTo>
                      <a:lnTo>
                        <a:pt x="34480" y="140018"/>
                      </a:lnTo>
                      <a:cubicBezTo>
                        <a:pt x="33814" y="140018"/>
                        <a:pt x="32861" y="139732"/>
                        <a:pt x="31432" y="139065"/>
                      </a:cubicBezTo>
                      <a:cubicBezTo>
                        <a:pt x="30099" y="138398"/>
                        <a:pt x="29146" y="138113"/>
                        <a:pt x="28670" y="138113"/>
                      </a:cubicBezTo>
                      <a:cubicBezTo>
                        <a:pt x="27718" y="138113"/>
                        <a:pt x="26861" y="138684"/>
                        <a:pt x="26289" y="140018"/>
                      </a:cubicBezTo>
                      <a:cubicBezTo>
                        <a:pt x="25527" y="138208"/>
                        <a:pt x="25146" y="137160"/>
                        <a:pt x="25146" y="136684"/>
                      </a:cubicBezTo>
                      <a:cubicBezTo>
                        <a:pt x="25718" y="135541"/>
                        <a:pt x="26384" y="134493"/>
                        <a:pt x="27051" y="133540"/>
                      </a:cubicBezTo>
                      <a:lnTo>
                        <a:pt x="27051" y="134207"/>
                      </a:lnTo>
                      <a:lnTo>
                        <a:pt x="31623" y="134207"/>
                      </a:lnTo>
                      <a:cubicBezTo>
                        <a:pt x="31623" y="134207"/>
                        <a:pt x="30480" y="134588"/>
                        <a:pt x="29718" y="135350"/>
                      </a:cubicBezTo>
                      <a:cubicBezTo>
                        <a:pt x="29623" y="135827"/>
                        <a:pt x="29718" y="136303"/>
                        <a:pt x="30480" y="136779"/>
                      </a:cubicBezTo>
                      <a:cubicBezTo>
                        <a:pt x="31147" y="137255"/>
                        <a:pt x="31528" y="137636"/>
                        <a:pt x="31623" y="138017"/>
                      </a:cubicBezTo>
                      <a:cubicBezTo>
                        <a:pt x="32481" y="135446"/>
                        <a:pt x="33528" y="134207"/>
                        <a:pt x="34957" y="134207"/>
                      </a:cubicBezTo>
                      <a:cubicBezTo>
                        <a:pt x="35433" y="134207"/>
                        <a:pt x="35909" y="134588"/>
                        <a:pt x="36386" y="135350"/>
                      </a:cubicBezTo>
                      <a:lnTo>
                        <a:pt x="37148" y="136112"/>
                      </a:lnTo>
                      <a:close/>
                      <a:moveTo>
                        <a:pt x="26289" y="180404"/>
                      </a:moveTo>
                      <a:cubicBezTo>
                        <a:pt x="25718" y="179737"/>
                        <a:pt x="25337" y="179070"/>
                        <a:pt x="25337" y="178213"/>
                      </a:cubicBezTo>
                      <a:cubicBezTo>
                        <a:pt x="25337" y="176022"/>
                        <a:pt x="26480" y="174593"/>
                        <a:pt x="28861" y="173927"/>
                      </a:cubicBezTo>
                      <a:lnTo>
                        <a:pt x="26194" y="180404"/>
                      </a:lnTo>
                      <a:close/>
                      <a:moveTo>
                        <a:pt x="28956" y="101441"/>
                      </a:moveTo>
                      <a:cubicBezTo>
                        <a:pt x="28194" y="102203"/>
                        <a:pt x="27813" y="103251"/>
                        <a:pt x="27813" y="104489"/>
                      </a:cubicBezTo>
                      <a:cubicBezTo>
                        <a:pt x="28004" y="106109"/>
                        <a:pt x="28004" y="107061"/>
                        <a:pt x="27813" y="107347"/>
                      </a:cubicBezTo>
                      <a:cubicBezTo>
                        <a:pt x="27718" y="107728"/>
                        <a:pt x="27432" y="107823"/>
                        <a:pt x="27051" y="107823"/>
                      </a:cubicBezTo>
                      <a:lnTo>
                        <a:pt x="27051" y="101441"/>
                      </a:lnTo>
                      <a:lnTo>
                        <a:pt x="28956" y="101441"/>
                      </a:lnTo>
                      <a:close/>
                      <a:moveTo>
                        <a:pt x="32290" y="102108"/>
                      </a:moveTo>
                      <a:cubicBezTo>
                        <a:pt x="33624" y="101727"/>
                        <a:pt x="34862" y="101727"/>
                        <a:pt x="36100" y="102108"/>
                      </a:cubicBezTo>
                      <a:lnTo>
                        <a:pt x="32290" y="102108"/>
                      </a:lnTo>
                      <a:close/>
                      <a:moveTo>
                        <a:pt x="37148" y="185166"/>
                      </a:moveTo>
                      <a:cubicBezTo>
                        <a:pt x="37148" y="185928"/>
                        <a:pt x="37529" y="186499"/>
                        <a:pt x="38291" y="187071"/>
                      </a:cubicBezTo>
                      <a:lnTo>
                        <a:pt x="35433" y="187833"/>
                      </a:lnTo>
                      <a:lnTo>
                        <a:pt x="35433" y="185166"/>
                      </a:lnTo>
                      <a:lnTo>
                        <a:pt x="37148" y="185166"/>
                      </a:lnTo>
                      <a:close/>
                      <a:moveTo>
                        <a:pt x="40196" y="105918"/>
                      </a:moveTo>
                      <a:cubicBezTo>
                        <a:pt x="40386" y="104013"/>
                        <a:pt x="38958" y="102775"/>
                        <a:pt x="36100" y="102108"/>
                      </a:cubicBezTo>
                      <a:cubicBezTo>
                        <a:pt x="38291" y="102108"/>
                        <a:pt x="39910" y="101918"/>
                        <a:pt x="40862" y="101441"/>
                      </a:cubicBezTo>
                      <a:lnTo>
                        <a:pt x="40196" y="105918"/>
                      </a:lnTo>
                      <a:close/>
                      <a:moveTo>
                        <a:pt x="37148" y="196120"/>
                      </a:moveTo>
                      <a:cubicBezTo>
                        <a:pt x="36957" y="195167"/>
                        <a:pt x="37338" y="194405"/>
                        <a:pt x="38195" y="193548"/>
                      </a:cubicBezTo>
                      <a:cubicBezTo>
                        <a:pt x="39052" y="192691"/>
                        <a:pt x="40005" y="192405"/>
                        <a:pt x="40957" y="192500"/>
                      </a:cubicBezTo>
                      <a:cubicBezTo>
                        <a:pt x="40291" y="194310"/>
                        <a:pt x="39052" y="195453"/>
                        <a:pt x="37243" y="196120"/>
                      </a:cubicBezTo>
                      <a:close/>
                      <a:moveTo>
                        <a:pt x="39052" y="129730"/>
                      </a:moveTo>
                      <a:lnTo>
                        <a:pt x="43625" y="131636"/>
                      </a:lnTo>
                      <a:cubicBezTo>
                        <a:pt x="43149" y="132302"/>
                        <a:pt x="42672" y="132588"/>
                        <a:pt x="42196" y="132588"/>
                      </a:cubicBezTo>
                      <a:cubicBezTo>
                        <a:pt x="40577" y="132588"/>
                        <a:pt x="39529" y="131636"/>
                        <a:pt x="39052" y="129730"/>
                      </a:cubicBezTo>
                      <a:close/>
                      <a:moveTo>
                        <a:pt x="43625" y="136112"/>
                      </a:moveTo>
                      <a:cubicBezTo>
                        <a:pt x="41339" y="138494"/>
                        <a:pt x="40291" y="140113"/>
                        <a:pt x="40291" y="140875"/>
                      </a:cubicBezTo>
                      <a:cubicBezTo>
                        <a:pt x="39529" y="140589"/>
                        <a:pt x="39052" y="140018"/>
                        <a:pt x="39052" y="139255"/>
                      </a:cubicBezTo>
                      <a:lnTo>
                        <a:pt x="39052" y="136874"/>
                      </a:lnTo>
                      <a:lnTo>
                        <a:pt x="43625" y="136112"/>
                      </a:lnTo>
                      <a:close/>
                      <a:moveTo>
                        <a:pt x="40291" y="126778"/>
                      </a:moveTo>
                      <a:cubicBezTo>
                        <a:pt x="39529" y="125349"/>
                        <a:pt x="39910" y="123635"/>
                        <a:pt x="41720" y="121539"/>
                      </a:cubicBezTo>
                      <a:lnTo>
                        <a:pt x="46196" y="126016"/>
                      </a:lnTo>
                      <a:cubicBezTo>
                        <a:pt x="45720" y="126016"/>
                        <a:pt x="44958" y="126302"/>
                        <a:pt x="44005" y="126873"/>
                      </a:cubicBezTo>
                      <a:cubicBezTo>
                        <a:pt x="43053" y="127445"/>
                        <a:pt x="42386" y="127730"/>
                        <a:pt x="41815" y="127730"/>
                      </a:cubicBezTo>
                      <a:cubicBezTo>
                        <a:pt x="41243" y="127730"/>
                        <a:pt x="40672" y="127349"/>
                        <a:pt x="40196" y="126778"/>
                      </a:cubicBezTo>
                      <a:close/>
                      <a:moveTo>
                        <a:pt x="41720" y="173831"/>
                      </a:moveTo>
                      <a:cubicBezTo>
                        <a:pt x="41243" y="174212"/>
                        <a:pt x="40957" y="175165"/>
                        <a:pt x="40957" y="176974"/>
                      </a:cubicBezTo>
                      <a:lnTo>
                        <a:pt x="40291" y="173831"/>
                      </a:lnTo>
                      <a:lnTo>
                        <a:pt x="41720" y="173831"/>
                      </a:lnTo>
                      <a:close/>
                      <a:moveTo>
                        <a:pt x="45530" y="182213"/>
                      </a:moveTo>
                      <a:lnTo>
                        <a:pt x="43625" y="179546"/>
                      </a:lnTo>
                      <a:lnTo>
                        <a:pt x="46291" y="181451"/>
                      </a:lnTo>
                      <a:cubicBezTo>
                        <a:pt x="46101" y="182880"/>
                        <a:pt x="44387" y="183452"/>
                        <a:pt x="41053" y="183166"/>
                      </a:cubicBezTo>
                      <a:lnTo>
                        <a:pt x="45625" y="182213"/>
                      </a:lnTo>
                      <a:close/>
                      <a:moveTo>
                        <a:pt x="47625" y="116586"/>
                      </a:moveTo>
                      <a:cubicBezTo>
                        <a:pt x="47625" y="116586"/>
                        <a:pt x="48387" y="116967"/>
                        <a:pt x="48387" y="116967"/>
                      </a:cubicBezTo>
                      <a:cubicBezTo>
                        <a:pt x="48387" y="116967"/>
                        <a:pt x="48101" y="117157"/>
                        <a:pt x="47625" y="117443"/>
                      </a:cubicBezTo>
                      <a:cubicBezTo>
                        <a:pt x="46958" y="117920"/>
                        <a:pt x="46673" y="118205"/>
                        <a:pt x="46673" y="118586"/>
                      </a:cubicBezTo>
                      <a:lnTo>
                        <a:pt x="44768" y="116872"/>
                      </a:lnTo>
                      <a:cubicBezTo>
                        <a:pt x="44768" y="116872"/>
                        <a:pt x="45625" y="116681"/>
                        <a:pt x="46387" y="115919"/>
                      </a:cubicBezTo>
                      <a:cubicBezTo>
                        <a:pt x="46768" y="116110"/>
                        <a:pt x="47149" y="116300"/>
                        <a:pt x="47625" y="116491"/>
                      </a:cubicBezTo>
                      <a:close/>
                      <a:moveTo>
                        <a:pt x="47434" y="119539"/>
                      </a:moveTo>
                      <a:cubicBezTo>
                        <a:pt x="46958" y="119253"/>
                        <a:pt x="46768" y="118967"/>
                        <a:pt x="46768" y="118681"/>
                      </a:cubicBezTo>
                      <a:lnTo>
                        <a:pt x="47434" y="119539"/>
                      </a:lnTo>
                      <a:close/>
                      <a:moveTo>
                        <a:pt x="49339" y="132207"/>
                      </a:moveTo>
                      <a:cubicBezTo>
                        <a:pt x="49339" y="132207"/>
                        <a:pt x="48673" y="131826"/>
                        <a:pt x="48673" y="131445"/>
                      </a:cubicBezTo>
                      <a:cubicBezTo>
                        <a:pt x="48673" y="130778"/>
                        <a:pt x="49054" y="130302"/>
                        <a:pt x="50006" y="129826"/>
                      </a:cubicBezTo>
                      <a:cubicBezTo>
                        <a:pt x="50864" y="129349"/>
                        <a:pt x="51625" y="129254"/>
                        <a:pt x="52292" y="129635"/>
                      </a:cubicBezTo>
                      <a:cubicBezTo>
                        <a:pt x="52292" y="130112"/>
                        <a:pt x="51625" y="130969"/>
                        <a:pt x="50387" y="132207"/>
                      </a:cubicBezTo>
                      <a:lnTo>
                        <a:pt x="49435" y="132207"/>
                      </a:lnTo>
                      <a:close/>
                      <a:moveTo>
                        <a:pt x="188595" y="72295"/>
                      </a:moveTo>
                      <a:cubicBezTo>
                        <a:pt x="188405" y="75629"/>
                        <a:pt x="188309" y="79343"/>
                        <a:pt x="188309" y="83344"/>
                      </a:cubicBezTo>
                      <a:cubicBezTo>
                        <a:pt x="188309" y="87630"/>
                        <a:pt x="188405" y="94202"/>
                        <a:pt x="188690" y="102870"/>
                      </a:cubicBezTo>
                      <a:cubicBezTo>
                        <a:pt x="188881" y="111633"/>
                        <a:pt x="189071" y="118205"/>
                        <a:pt x="189071" y="122682"/>
                      </a:cubicBezTo>
                      <a:cubicBezTo>
                        <a:pt x="189071" y="133350"/>
                        <a:pt x="188500" y="142399"/>
                        <a:pt x="187452" y="149828"/>
                      </a:cubicBezTo>
                      <a:cubicBezTo>
                        <a:pt x="187166" y="150019"/>
                        <a:pt x="186690" y="149828"/>
                        <a:pt x="186024" y="149162"/>
                      </a:cubicBezTo>
                      <a:cubicBezTo>
                        <a:pt x="185547" y="151543"/>
                        <a:pt x="184975" y="153924"/>
                        <a:pt x="184214" y="156305"/>
                      </a:cubicBezTo>
                      <a:cubicBezTo>
                        <a:pt x="183547" y="158687"/>
                        <a:pt x="182213" y="160496"/>
                        <a:pt x="180308" y="161735"/>
                      </a:cubicBezTo>
                      <a:lnTo>
                        <a:pt x="182213" y="163639"/>
                      </a:lnTo>
                      <a:cubicBezTo>
                        <a:pt x="177260" y="168116"/>
                        <a:pt x="172308" y="172593"/>
                        <a:pt x="167354" y="177260"/>
                      </a:cubicBezTo>
                      <a:cubicBezTo>
                        <a:pt x="161449" y="182689"/>
                        <a:pt x="156306" y="186499"/>
                        <a:pt x="151829" y="188690"/>
                      </a:cubicBezTo>
                      <a:cubicBezTo>
                        <a:pt x="151066" y="188881"/>
                        <a:pt x="149923" y="188881"/>
                        <a:pt x="148495" y="188690"/>
                      </a:cubicBezTo>
                      <a:cubicBezTo>
                        <a:pt x="146875" y="188404"/>
                        <a:pt x="146018" y="188309"/>
                        <a:pt x="145637" y="188309"/>
                      </a:cubicBezTo>
                      <a:cubicBezTo>
                        <a:pt x="143733" y="188309"/>
                        <a:pt x="142684" y="189643"/>
                        <a:pt x="142590" y="192405"/>
                      </a:cubicBezTo>
                      <a:cubicBezTo>
                        <a:pt x="131255" y="192881"/>
                        <a:pt x="122777" y="192691"/>
                        <a:pt x="117062" y="191929"/>
                      </a:cubicBezTo>
                      <a:cubicBezTo>
                        <a:pt x="108775" y="190786"/>
                        <a:pt x="100679" y="188214"/>
                        <a:pt x="92773" y="184118"/>
                      </a:cubicBezTo>
                      <a:lnTo>
                        <a:pt x="89916" y="184118"/>
                      </a:lnTo>
                      <a:cubicBezTo>
                        <a:pt x="90392" y="183356"/>
                        <a:pt x="90678" y="182785"/>
                        <a:pt x="90678" y="182404"/>
                      </a:cubicBezTo>
                      <a:cubicBezTo>
                        <a:pt x="90678" y="181832"/>
                        <a:pt x="89725" y="181451"/>
                        <a:pt x="87916" y="181356"/>
                      </a:cubicBezTo>
                      <a:cubicBezTo>
                        <a:pt x="86106" y="181356"/>
                        <a:pt x="85058" y="180975"/>
                        <a:pt x="84677" y="180308"/>
                      </a:cubicBezTo>
                      <a:cubicBezTo>
                        <a:pt x="82963" y="179641"/>
                        <a:pt x="80582" y="177737"/>
                        <a:pt x="77534" y="174403"/>
                      </a:cubicBezTo>
                      <a:cubicBezTo>
                        <a:pt x="74581" y="171069"/>
                        <a:pt x="72295" y="169450"/>
                        <a:pt x="70866" y="169545"/>
                      </a:cubicBezTo>
                      <a:cubicBezTo>
                        <a:pt x="70390" y="165926"/>
                        <a:pt x="69914" y="163449"/>
                        <a:pt x="69437" y="162115"/>
                      </a:cubicBezTo>
                      <a:cubicBezTo>
                        <a:pt x="68294" y="160115"/>
                        <a:pt x="66294" y="158210"/>
                        <a:pt x="63437" y="156686"/>
                      </a:cubicBezTo>
                      <a:cubicBezTo>
                        <a:pt x="65056" y="156877"/>
                        <a:pt x="67151" y="156496"/>
                        <a:pt x="69628" y="155543"/>
                      </a:cubicBezTo>
                      <a:cubicBezTo>
                        <a:pt x="68485" y="153638"/>
                        <a:pt x="66961" y="153353"/>
                        <a:pt x="65151" y="154591"/>
                      </a:cubicBezTo>
                      <a:lnTo>
                        <a:pt x="60389" y="149352"/>
                      </a:lnTo>
                      <a:cubicBezTo>
                        <a:pt x="59722" y="149352"/>
                        <a:pt x="58960" y="149828"/>
                        <a:pt x="58102" y="150781"/>
                      </a:cubicBezTo>
                      <a:cubicBezTo>
                        <a:pt x="57245" y="151733"/>
                        <a:pt x="56198" y="152114"/>
                        <a:pt x="55150" y="151924"/>
                      </a:cubicBezTo>
                      <a:cubicBezTo>
                        <a:pt x="55150" y="150304"/>
                        <a:pt x="54864" y="149447"/>
                        <a:pt x="54483" y="149352"/>
                      </a:cubicBezTo>
                      <a:cubicBezTo>
                        <a:pt x="58008" y="149162"/>
                        <a:pt x="59722" y="147733"/>
                        <a:pt x="59722" y="145066"/>
                      </a:cubicBezTo>
                      <a:cubicBezTo>
                        <a:pt x="59722" y="143923"/>
                        <a:pt x="59436" y="142018"/>
                        <a:pt x="58674" y="139351"/>
                      </a:cubicBezTo>
                      <a:cubicBezTo>
                        <a:pt x="57912" y="136588"/>
                        <a:pt x="57626" y="134588"/>
                        <a:pt x="57626" y="133160"/>
                      </a:cubicBezTo>
                      <a:cubicBezTo>
                        <a:pt x="57626" y="130778"/>
                        <a:pt x="58579" y="128969"/>
                        <a:pt x="60484" y="127921"/>
                      </a:cubicBezTo>
                      <a:cubicBezTo>
                        <a:pt x="59531" y="117348"/>
                        <a:pt x="59912" y="110299"/>
                        <a:pt x="61627" y="106680"/>
                      </a:cubicBezTo>
                      <a:cubicBezTo>
                        <a:pt x="62103" y="104108"/>
                        <a:pt x="61627" y="100774"/>
                        <a:pt x="60198" y="96584"/>
                      </a:cubicBezTo>
                      <a:cubicBezTo>
                        <a:pt x="58388" y="91821"/>
                        <a:pt x="57531" y="88582"/>
                        <a:pt x="57531" y="86773"/>
                      </a:cubicBezTo>
                      <a:cubicBezTo>
                        <a:pt x="57531" y="84391"/>
                        <a:pt x="58484" y="82201"/>
                        <a:pt x="60389" y="80105"/>
                      </a:cubicBezTo>
                      <a:cubicBezTo>
                        <a:pt x="59817" y="79438"/>
                        <a:pt x="59627" y="78677"/>
                        <a:pt x="59627" y="77724"/>
                      </a:cubicBezTo>
                      <a:cubicBezTo>
                        <a:pt x="59627" y="77057"/>
                        <a:pt x="59817" y="75914"/>
                        <a:pt x="60198" y="74390"/>
                      </a:cubicBezTo>
                      <a:cubicBezTo>
                        <a:pt x="60484" y="72771"/>
                        <a:pt x="60674" y="71628"/>
                        <a:pt x="60674" y="70771"/>
                      </a:cubicBezTo>
                      <a:cubicBezTo>
                        <a:pt x="60674" y="69152"/>
                        <a:pt x="60103" y="67913"/>
                        <a:pt x="59055" y="66961"/>
                      </a:cubicBezTo>
                      <a:cubicBezTo>
                        <a:pt x="59531" y="56960"/>
                        <a:pt x="59912" y="46768"/>
                        <a:pt x="60293" y="36576"/>
                      </a:cubicBezTo>
                      <a:cubicBezTo>
                        <a:pt x="60770" y="23241"/>
                        <a:pt x="60865" y="12668"/>
                        <a:pt x="60579" y="5048"/>
                      </a:cubicBezTo>
                      <a:cubicBezTo>
                        <a:pt x="62484" y="2857"/>
                        <a:pt x="66580" y="1714"/>
                        <a:pt x="72962" y="1714"/>
                      </a:cubicBezTo>
                      <a:cubicBezTo>
                        <a:pt x="74581" y="3429"/>
                        <a:pt x="76867" y="4381"/>
                        <a:pt x="79915" y="4381"/>
                      </a:cubicBezTo>
                      <a:cubicBezTo>
                        <a:pt x="80867" y="4381"/>
                        <a:pt x="82391" y="4286"/>
                        <a:pt x="84487" y="4001"/>
                      </a:cubicBezTo>
                      <a:cubicBezTo>
                        <a:pt x="86487" y="3810"/>
                        <a:pt x="88106" y="3620"/>
                        <a:pt x="88964" y="3620"/>
                      </a:cubicBezTo>
                      <a:cubicBezTo>
                        <a:pt x="92393" y="3620"/>
                        <a:pt x="94965" y="4572"/>
                        <a:pt x="96869" y="6477"/>
                      </a:cubicBezTo>
                      <a:cubicBezTo>
                        <a:pt x="97155" y="9620"/>
                        <a:pt x="97250" y="16193"/>
                        <a:pt x="97155" y="26003"/>
                      </a:cubicBezTo>
                      <a:cubicBezTo>
                        <a:pt x="97155" y="34099"/>
                        <a:pt x="97727" y="40577"/>
                        <a:pt x="98774" y="45339"/>
                      </a:cubicBezTo>
                      <a:lnTo>
                        <a:pt x="96869" y="53435"/>
                      </a:lnTo>
                      <a:cubicBezTo>
                        <a:pt x="96869" y="55436"/>
                        <a:pt x="97727" y="57436"/>
                        <a:pt x="99536" y="59150"/>
                      </a:cubicBezTo>
                      <a:cubicBezTo>
                        <a:pt x="98679" y="60198"/>
                        <a:pt x="98012" y="64294"/>
                        <a:pt x="97346" y="71152"/>
                      </a:cubicBezTo>
                      <a:cubicBezTo>
                        <a:pt x="96869" y="76676"/>
                        <a:pt x="95155" y="80010"/>
                        <a:pt x="92107" y="80867"/>
                      </a:cubicBezTo>
                      <a:cubicBezTo>
                        <a:pt x="95155" y="80581"/>
                        <a:pt x="96584" y="81629"/>
                        <a:pt x="96584" y="84011"/>
                      </a:cubicBezTo>
                      <a:cubicBezTo>
                        <a:pt x="96584" y="84582"/>
                        <a:pt x="96488" y="85630"/>
                        <a:pt x="96202" y="87154"/>
                      </a:cubicBezTo>
                      <a:cubicBezTo>
                        <a:pt x="96012" y="88582"/>
                        <a:pt x="95917" y="89630"/>
                        <a:pt x="96012" y="90297"/>
                      </a:cubicBezTo>
                      <a:lnTo>
                        <a:pt x="94107" y="90297"/>
                      </a:lnTo>
                      <a:cubicBezTo>
                        <a:pt x="96679" y="93821"/>
                        <a:pt x="97917" y="98774"/>
                        <a:pt x="97917" y="105251"/>
                      </a:cubicBezTo>
                      <a:cubicBezTo>
                        <a:pt x="97917" y="109728"/>
                        <a:pt x="97250" y="115729"/>
                        <a:pt x="96012" y="123158"/>
                      </a:cubicBezTo>
                      <a:cubicBezTo>
                        <a:pt x="96679" y="124015"/>
                        <a:pt x="97250" y="126016"/>
                        <a:pt x="97727" y="129349"/>
                      </a:cubicBezTo>
                      <a:cubicBezTo>
                        <a:pt x="98203" y="131731"/>
                        <a:pt x="99441" y="133445"/>
                        <a:pt x="101346" y="134398"/>
                      </a:cubicBezTo>
                      <a:cubicBezTo>
                        <a:pt x="102108" y="137160"/>
                        <a:pt x="101346" y="138684"/>
                        <a:pt x="98679" y="138970"/>
                      </a:cubicBezTo>
                      <a:cubicBezTo>
                        <a:pt x="100299" y="139637"/>
                        <a:pt x="101822" y="140303"/>
                        <a:pt x="103441" y="141065"/>
                      </a:cubicBezTo>
                      <a:cubicBezTo>
                        <a:pt x="105061" y="141827"/>
                        <a:pt x="105823" y="143161"/>
                        <a:pt x="105823" y="144875"/>
                      </a:cubicBezTo>
                      <a:cubicBezTo>
                        <a:pt x="106489" y="147447"/>
                        <a:pt x="108490" y="149257"/>
                        <a:pt x="111823" y="150400"/>
                      </a:cubicBezTo>
                      <a:cubicBezTo>
                        <a:pt x="115824" y="151829"/>
                        <a:pt x="118491" y="153162"/>
                        <a:pt x="119729" y="154686"/>
                      </a:cubicBezTo>
                      <a:cubicBezTo>
                        <a:pt x="122301" y="155448"/>
                        <a:pt x="124873" y="155829"/>
                        <a:pt x="127349" y="155829"/>
                      </a:cubicBezTo>
                      <a:cubicBezTo>
                        <a:pt x="136207" y="155829"/>
                        <a:pt x="142018" y="152400"/>
                        <a:pt x="144780" y="145542"/>
                      </a:cubicBezTo>
                      <a:cubicBezTo>
                        <a:pt x="147828" y="144399"/>
                        <a:pt x="149352" y="140684"/>
                        <a:pt x="149352" y="134303"/>
                      </a:cubicBezTo>
                      <a:lnTo>
                        <a:pt x="154877" y="133636"/>
                      </a:lnTo>
                      <a:cubicBezTo>
                        <a:pt x="155829" y="129445"/>
                        <a:pt x="156306" y="125063"/>
                        <a:pt x="156306" y="120301"/>
                      </a:cubicBezTo>
                      <a:cubicBezTo>
                        <a:pt x="156306" y="114871"/>
                        <a:pt x="155448" y="106966"/>
                        <a:pt x="153543" y="96584"/>
                      </a:cubicBezTo>
                      <a:cubicBezTo>
                        <a:pt x="151733" y="86106"/>
                        <a:pt x="150781" y="78486"/>
                        <a:pt x="150781" y="73533"/>
                      </a:cubicBezTo>
                      <a:cubicBezTo>
                        <a:pt x="150781" y="70961"/>
                        <a:pt x="150876" y="68580"/>
                        <a:pt x="151257" y="66389"/>
                      </a:cubicBezTo>
                      <a:cubicBezTo>
                        <a:pt x="153258" y="59531"/>
                        <a:pt x="154114" y="55054"/>
                        <a:pt x="154114" y="53054"/>
                      </a:cubicBezTo>
                      <a:cubicBezTo>
                        <a:pt x="154114" y="50387"/>
                        <a:pt x="153448" y="48006"/>
                        <a:pt x="152209" y="46101"/>
                      </a:cubicBezTo>
                      <a:lnTo>
                        <a:pt x="151257" y="7144"/>
                      </a:lnTo>
                      <a:cubicBezTo>
                        <a:pt x="152876" y="3524"/>
                        <a:pt x="155067" y="1714"/>
                        <a:pt x="157925" y="1714"/>
                      </a:cubicBezTo>
                      <a:cubicBezTo>
                        <a:pt x="158877" y="1714"/>
                        <a:pt x="160306" y="1905"/>
                        <a:pt x="162116" y="2286"/>
                      </a:cubicBezTo>
                      <a:cubicBezTo>
                        <a:pt x="163925" y="2667"/>
                        <a:pt x="165354" y="2857"/>
                        <a:pt x="166307" y="2857"/>
                      </a:cubicBezTo>
                      <a:cubicBezTo>
                        <a:pt x="168688" y="2857"/>
                        <a:pt x="170783" y="1905"/>
                        <a:pt x="172498" y="0"/>
                      </a:cubicBezTo>
                      <a:cubicBezTo>
                        <a:pt x="173641" y="762"/>
                        <a:pt x="176879" y="1429"/>
                        <a:pt x="182309" y="1905"/>
                      </a:cubicBezTo>
                      <a:cubicBezTo>
                        <a:pt x="186404" y="2381"/>
                        <a:pt x="188881" y="4191"/>
                        <a:pt x="189738" y="7144"/>
                      </a:cubicBezTo>
                      <a:cubicBezTo>
                        <a:pt x="189071" y="10954"/>
                        <a:pt x="188786" y="15716"/>
                        <a:pt x="188786" y="21241"/>
                      </a:cubicBezTo>
                      <a:cubicBezTo>
                        <a:pt x="188786" y="23622"/>
                        <a:pt x="188786" y="27432"/>
                        <a:pt x="189071" y="32480"/>
                      </a:cubicBezTo>
                      <a:cubicBezTo>
                        <a:pt x="189262" y="37529"/>
                        <a:pt x="189262" y="41434"/>
                        <a:pt x="189262" y="44005"/>
                      </a:cubicBezTo>
                      <a:cubicBezTo>
                        <a:pt x="189262" y="50959"/>
                        <a:pt x="188786" y="56960"/>
                        <a:pt x="187833" y="61913"/>
                      </a:cubicBezTo>
                      <a:cubicBezTo>
                        <a:pt x="189833" y="66199"/>
                        <a:pt x="190119" y="69247"/>
                        <a:pt x="189071" y="70961"/>
                      </a:cubicBezTo>
                      <a:cubicBezTo>
                        <a:pt x="187452" y="70961"/>
                        <a:pt x="186595" y="71247"/>
                        <a:pt x="186404" y="71914"/>
                      </a:cubicBezTo>
                      <a:cubicBezTo>
                        <a:pt x="186595" y="72390"/>
                        <a:pt x="187452" y="72580"/>
                        <a:pt x="189071" y="72580"/>
                      </a:cubicBezTo>
                      <a:close/>
                      <a:moveTo>
                        <a:pt x="58674" y="189547"/>
                      </a:moveTo>
                      <a:lnTo>
                        <a:pt x="54102" y="188786"/>
                      </a:lnTo>
                      <a:lnTo>
                        <a:pt x="57436" y="186880"/>
                      </a:lnTo>
                      <a:lnTo>
                        <a:pt x="58674" y="189547"/>
                      </a:lnTo>
                      <a:close/>
                      <a:moveTo>
                        <a:pt x="55531" y="156591"/>
                      </a:moveTo>
                      <a:cubicBezTo>
                        <a:pt x="55531" y="158020"/>
                        <a:pt x="55912" y="158877"/>
                        <a:pt x="56674" y="159163"/>
                      </a:cubicBezTo>
                      <a:lnTo>
                        <a:pt x="55531" y="159925"/>
                      </a:lnTo>
                      <a:lnTo>
                        <a:pt x="54769" y="159925"/>
                      </a:lnTo>
                      <a:lnTo>
                        <a:pt x="54769" y="156496"/>
                      </a:lnTo>
                      <a:lnTo>
                        <a:pt x="55531" y="156496"/>
                      </a:lnTo>
                      <a:close/>
                      <a:moveTo>
                        <a:pt x="54769" y="196024"/>
                      </a:moveTo>
                      <a:lnTo>
                        <a:pt x="56674" y="193357"/>
                      </a:lnTo>
                      <a:lnTo>
                        <a:pt x="60103" y="193357"/>
                      </a:lnTo>
                      <a:lnTo>
                        <a:pt x="54769" y="196024"/>
                      </a:lnTo>
                      <a:close/>
                      <a:moveTo>
                        <a:pt x="60103" y="140875"/>
                      </a:moveTo>
                      <a:lnTo>
                        <a:pt x="64865" y="140875"/>
                      </a:lnTo>
                      <a:cubicBezTo>
                        <a:pt x="64008" y="138779"/>
                        <a:pt x="62484" y="137827"/>
                        <a:pt x="60103" y="138017"/>
                      </a:cubicBezTo>
                      <a:lnTo>
                        <a:pt x="60103" y="140875"/>
                      </a:lnTo>
                      <a:close/>
                      <a:moveTo>
                        <a:pt x="70581" y="170307"/>
                      </a:moveTo>
                      <a:lnTo>
                        <a:pt x="68675" y="170307"/>
                      </a:lnTo>
                      <a:cubicBezTo>
                        <a:pt x="69628" y="169831"/>
                        <a:pt x="70295" y="169545"/>
                        <a:pt x="70581" y="169545"/>
                      </a:cubicBezTo>
                      <a:lnTo>
                        <a:pt x="70581" y="170307"/>
                      </a:lnTo>
                      <a:close/>
                      <a:moveTo>
                        <a:pt x="70581" y="126778"/>
                      </a:moveTo>
                      <a:cubicBezTo>
                        <a:pt x="71152" y="127159"/>
                        <a:pt x="71724" y="127254"/>
                        <a:pt x="72009" y="127254"/>
                      </a:cubicBezTo>
                      <a:cubicBezTo>
                        <a:pt x="72962" y="127254"/>
                        <a:pt x="73723" y="126492"/>
                        <a:pt x="74486" y="125063"/>
                      </a:cubicBezTo>
                      <a:cubicBezTo>
                        <a:pt x="75248" y="123635"/>
                        <a:pt x="76009" y="122968"/>
                        <a:pt x="76962" y="122968"/>
                      </a:cubicBezTo>
                      <a:cubicBezTo>
                        <a:pt x="76295" y="122587"/>
                        <a:pt x="75724" y="122491"/>
                        <a:pt x="75343" y="122491"/>
                      </a:cubicBezTo>
                      <a:cubicBezTo>
                        <a:pt x="74390" y="122491"/>
                        <a:pt x="73628" y="123254"/>
                        <a:pt x="73152" y="124682"/>
                      </a:cubicBezTo>
                      <a:cubicBezTo>
                        <a:pt x="72676" y="126111"/>
                        <a:pt x="71818" y="126778"/>
                        <a:pt x="70581" y="126778"/>
                      </a:cubicBezTo>
                      <a:close/>
                      <a:moveTo>
                        <a:pt x="71247" y="146209"/>
                      </a:moveTo>
                      <a:cubicBezTo>
                        <a:pt x="71914" y="146495"/>
                        <a:pt x="72485" y="146495"/>
                        <a:pt x="73152" y="146209"/>
                      </a:cubicBezTo>
                      <a:cubicBezTo>
                        <a:pt x="74105" y="145732"/>
                        <a:pt x="74771" y="145447"/>
                        <a:pt x="75057" y="145447"/>
                      </a:cubicBezTo>
                      <a:cubicBezTo>
                        <a:pt x="73628" y="144018"/>
                        <a:pt x="72962" y="143161"/>
                        <a:pt x="73152" y="142875"/>
                      </a:cubicBezTo>
                      <a:lnTo>
                        <a:pt x="71247" y="146209"/>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 name="Google Shape;1239;p99"/>
                <p:cNvSpPr/>
                <p:nvPr/>
              </p:nvSpPr>
              <p:spPr>
                <a:xfrm>
                  <a:off x="8083867" y="3409153"/>
                  <a:ext cx="186308" cy="211489"/>
                </a:xfrm>
                <a:custGeom>
                  <a:avLst/>
                  <a:gdLst/>
                  <a:ahLst/>
                  <a:cxnLst/>
                  <a:rect l="l" t="t" r="r" b="b"/>
                  <a:pathLst>
                    <a:path w="186308" h="211489" extrusionOk="0">
                      <a:moveTo>
                        <a:pt x="667" y="89855"/>
                      </a:moveTo>
                      <a:lnTo>
                        <a:pt x="0" y="86236"/>
                      </a:lnTo>
                      <a:lnTo>
                        <a:pt x="1905" y="88903"/>
                      </a:lnTo>
                      <a:lnTo>
                        <a:pt x="762" y="89855"/>
                      </a:lnTo>
                      <a:close/>
                      <a:moveTo>
                        <a:pt x="14573" y="117287"/>
                      </a:moveTo>
                      <a:cubicBezTo>
                        <a:pt x="15144" y="117287"/>
                        <a:pt x="16097" y="117668"/>
                        <a:pt x="17431" y="118525"/>
                      </a:cubicBezTo>
                      <a:lnTo>
                        <a:pt x="14573" y="120430"/>
                      </a:lnTo>
                      <a:lnTo>
                        <a:pt x="14573" y="117287"/>
                      </a:lnTo>
                      <a:close/>
                      <a:moveTo>
                        <a:pt x="20955" y="52327"/>
                      </a:moveTo>
                      <a:cubicBezTo>
                        <a:pt x="20193" y="53184"/>
                        <a:pt x="19526" y="53470"/>
                        <a:pt x="19050" y="53470"/>
                      </a:cubicBezTo>
                      <a:cubicBezTo>
                        <a:pt x="18574" y="53470"/>
                        <a:pt x="18192" y="52898"/>
                        <a:pt x="17907" y="51564"/>
                      </a:cubicBezTo>
                      <a:lnTo>
                        <a:pt x="17431" y="48707"/>
                      </a:lnTo>
                      <a:lnTo>
                        <a:pt x="21050" y="52327"/>
                      </a:lnTo>
                      <a:close/>
                      <a:moveTo>
                        <a:pt x="24765" y="58042"/>
                      </a:moveTo>
                      <a:lnTo>
                        <a:pt x="25432" y="53470"/>
                      </a:lnTo>
                      <a:lnTo>
                        <a:pt x="28004" y="58042"/>
                      </a:lnTo>
                      <a:lnTo>
                        <a:pt x="24669" y="58042"/>
                      </a:lnTo>
                      <a:close/>
                      <a:moveTo>
                        <a:pt x="31146" y="46802"/>
                      </a:moveTo>
                      <a:cubicBezTo>
                        <a:pt x="31052" y="45564"/>
                        <a:pt x="30003" y="44611"/>
                        <a:pt x="28004" y="43945"/>
                      </a:cubicBezTo>
                      <a:cubicBezTo>
                        <a:pt x="26098" y="43278"/>
                        <a:pt x="25241" y="42325"/>
                        <a:pt x="25432" y="41087"/>
                      </a:cubicBezTo>
                      <a:cubicBezTo>
                        <a:pt x="26479" y="40801"/>
                        <a:pt x="27622" y="41087"/>
                        <a:pt x="28575" y="42325"/>
                      </a:cubicBezTo>
                      <a:cubicBezTo>
                        <a:pt x="30194" y="44040"/>
                        <a:pt x="31052" y="44897"/>
                        <a:pt x="31146" y="44897"/>
                      </a:cubicBezTo>
                      <a:lnTo>
                        <a:pt x="31146" y="46802"/>
                      </a:lnTo>
                      <a:close/>
                      <a:moveTo>
                        <a:pt x="32575" y="56136"/>
                      </a:moveTo>
                      <a:lnTo>
                        <a:pt x="29909" y="56136"/>
                      </a:lnTo>
                      <a:cubicBezTo>
                        <a:pt x="29718" y="55375"/>
                        <a:pt x="30194" y="54708"/>
                        <a:pt x="31052" y="54231"/>
                      </a:cubicBezTo>
                      <a:cubicBezTo>
                        <a:pt x="31813" y="53755"/>
                        <a:pt x="32385" y="53946"/>
                        <a:pt x="32480" y="54898"/>
                      </a:cubicBezTo>
                      <a:lnTo>
                        <a:pt x="32480" y="56136"/>
                      </a:lnTo>
                      <a:close/>
                      <a:moveTo>
                        <a:pt x="29909" y="137575"/>
                      </a:moveTo>
                      <a:lnTo>
                        <a:pt x="31813" y="135003"/>
                      </a:lnTo>
                      <a:cubicBezTo>
                        <a:pt x="31813" y="136528"/>
                        <a:pt x="31528" y="137385"/>
                        <a:pt x="31052" y="137575"/>
                      </a:cubicBezTo>
                      <a:lnTo>
                        <a:pt x="29909" y="137575"/>
                      </a:lnTo>
                      <a:close/>
                      <a:moveTo>
                        <a:pt x="31052" y="125669"/>
                      </a:moveTo>
                      <a:cubicBezTo>
                        <a:pt x="30766" y="124431"/>
                        <a:pt x="31813" y="123764"/>
                        <a:pt x="34385" y="123764"/>
                      </a:cubicBezTo>
                      <a:cubicBezTo>
                        <a:pt x="34766" y="124526"/>
                        <a:pt x="34385" y="125193"/>
                        <a:pt x="33718" y="125669"/>
                      </a:cubicBezTo>
                      <a:lnTo>
                        <a:pt x="31052" y="125669"/>
                      </a:lnTo>
                      <a:close/>
                      <a:moveTo>
                        <a:pt x="184118" y="183486"/>
                      </a:moveTo>
                      <a:cubicBezTo>
                        <a:pt x="182975" y="186820"/>
                        <a:pt x="183356" y="195106"/>
                        <a:pt x="185261" y="208346"/>
                      </a:cubicBezTo>
                      <a:cubicBezTo>
                        <a:pt x="184499" y="210251"/>
                        <a:pt x="183166" y="211203"/>
                        <a:pt x="181451" y="211203"/>
                      </a:cubicBezTo>
                      <a:cubicBezTo>
                        <a:pt x="180499" y="211203"/>
                        <a:pt x="179070" y="210918"/>
                        <a:pt x="177165" y="210251"/>
                      </a:cubicBezTo>
                      <a:cubicBezTo>
                        <a:pt x="175260" y="209679"/>
                        <a:pt x="173831" y="209299"/>
                        <a:pt x="172878" y="209299"/>
                      </a:cubicBezTo>
                      <a:cubicBezTo>
                        <a:pt x="169736" y="210156"/>
                        <a:pt x="165830" y="210537"/>
                        <a:pt x="161258" y="210537"/>
                      </a:cubicBezTo>
                      <a:cubicBezTo>
                        <a:pt x="156686" y="210537"/>
                        <a:pt x="152400" y="210156"/>
                        <a:pt x="148590" y="209299"/>
                      </a:cubicBezTo>
                      <a:cubicBezTo>
                        <a:pt x="144875" y="201869"/>
                        <a:pt x="143160" y="194916"/>
                        <a:pt x="143160" y="188534"/>
                      </a:cubicBezTo>
                      <a:cubicBezTo>
                        <a:pt x="143160" y="185010"/>
                        <a:pt x="143732" y="181771"/>
                        <a:pt x="144780" y="179009"/>
                      </a:cubicBezTo>
                      <a:lnTo>
                        <a:pt x="145446" y="179009"/>
                      </a:lnTo>
                      <a:cubicBezTo>
                        <a:pt x="143065" y="177295"/>
                        <a:pt x="142494" y="173294"/>
                        <a:pt x="143542" y="167293"/>
                      </a:cubicBezTo>
                      <a:cubicBezTo>
                        <a:pt x="144685" y="161293"/>
                        <a:pt x="144494" y="157292"/>
                        <a:pt x="142875" y="155387"/>
                      </a:cubicBezTo>
                      <a:cubicBezTo>
                        <a:pt x="143732" y="152339"/>
                        <a:pt x="143923" y="147672"/>
                        <a:pt x="143827" y="141480"/>
                      </a:cubicBezTo>
                      <a:cubicBezTo>
                        <a:pt x="143827" y="135194"/>
                        <a:pt x="144018" y="130622"/>
                        <a:pt x="144780" y="127764"/>
                      </a:cubicBezTo>
                      <a:cubicBezTo>
                        <a:pt x="143351" y="127098"/>
                        <a:pt x="142018" y="126812"/>
                        <a:pt x="140970" y="126812"/>
                      </a:cubicBezTo>
                      <a:cubicBezTo>
                        <a:pt x="137636" y="126812"/>
                        <a:pt x="134588" y="130051"/>
                        <a:pt x="131826" y="136623"/>
                      </a:cubicBezTo>
                      <a:cubicBezTo>
                        <a:pt x="128301" y="144528"/>
                        <a:pt x="125635" y="149386"/>
                        <a:pt x="123730" y="151005"/>
                      </a:cubicBezTo>
                      <a:cubicBezTo>
                        <a:pt x="123444" y="151672"/>
                        <a:pt x="123254" y="152244"/>
                        <a:pt x="123254" y="152911"/>
                      </a:cubicBezTo>
                      <a:cubicBezTo>
                        <a:pt x="123254" y="153577"/>
                        <a:pt x="123539" y="154435"/>
                        <a:pt x="124206" y="155482"/>
                      </a:cubicBezTo>
                      <a:cubicBezTo>
                        <a:pt x="124873" y="156435"/>
                        <a:pt x="125159" y="157292"/>
                        <a:pt x="125159" y="157768"/>
                      </a:cubicBezTo>
                      <a:cubicBezTo>
                        <a:pt x="125159" y="158340"/>
                        <a:pt x="124682" y="159197"/>
                        <a:pt x="123730" y="160150"/>
                      </a:cubicBezTo>
                      <a:cubicBezTo>
                        <a:pt x="120491" y="161769"/>
                        <a:pt x="118300" y="163293"/>
                        <a:pt x="117062" y="164626"/>
                      </a:cubicBezTo>
                      <a:cubicBezTo>
                        <a:pt x="118205" y="165293"/>
                        <a:pt x="118872" y="165484"/>
                        <a:pt x="118967" y="165388"/>
                      </a:cubicBezTo>
                      <a:cubicBezTo>
                        <a:pt x="118300" y="166817"/>
                        <a:pt x="116586" y="168627"/>
                        <a:pt x="114014" y="170818"/>
                      </a:cubicBezTo>
                      <a:cubicBezTo>
                        <a:pt x="110871" y="173675"/>
                        <a:pt x="108775" y="175580"/>
                        <a:pt x="108013" y="176533"/>
                      </a:cubicBezTo>
                      <a:cubicBezTo>
                        <a:pt x="105537" y="175389"/>
                        <a:pt x="103537" y="172532"/>
                        <a:pt x="101822" y="167770"/>
                      </a:cubicBezTo>
                      <a:cubicBezTo>
                        <a:pt x="100108" y="163102"/>
                        <a:pt x="97536" y="160150"/>
                        <a:pt x="94202" y="158816"/>
                      </a:cubicBezTo>
                      <a:cubicBezTo>
                        <a:pt x="94679" y="157673"/>
                        <a:pt x="94964" y="156625"/>
                        <a:pt x="94964" y="155482"/>
                      </a:cubicBezTo>
                      <a:cubicBezTo>
                        <a:pt x="94964" y="153387"/>
                        <a:pt x="93821" y="150815"/>
                        <a:pt x="91630" y="147577"/>
                      </a:cubicBezTo>
                      <a:cubicBezTo>
                        <a:pt x="89059" y="143671"/>
                        <a:pt x="87535" y="141004"/>
                        <a:pt x="87059" y="139766"/>
                      </a:cubicBezTo>
                      <a:lnTo>
                        <a:pt x="88963" y="135956"/>
                      </a:lnTo>
                      <a:lnTo>
                        <a:pt x="79724" y="132622"/>
                      </a:lnTo>
                      <a:cubicBezTo>
                        <a:pt x="80200" y="131955"/>
                        <a:pt x="80772" y="131670"/>
                        <a:pt x="81439" y="131670"/>
                      </a:cubicBezTo>
                      <a:cubicBezTo>
                        <a:pt x="82391" y="131670"/>
                        <a:pt x="83629" y="132622"/>
                        <a:pt x="85249" y="134527"/>
                      </a:cubicBezTo>
                      <a:cubicBezTo>
                        <a:pt x="85249" y="128336"/>
                        <a:pt x="82582" y="123288"/>
                        <a:pt x="77152" y="119478"/>
                      </a:cubicBezTo>
                      <a:cubicBezTo>
                        <a:pt x="75533" y="121002"/>
                        <a:pt x="74771" y="124050"/>
                        <a:pt x="74866" y="128527"/>
                      </a:cubicBezTo>
                      <a:cubicBezTo>
                        <a:pt x="74962" y="133003"/>
                        <a:pt x="74200" y="135861"/>
                        <a:pt x="72580" y="137099"/>
                      </a:cubicBezTo>
                      <a:lnTo>
                        <a:pt x="71342" y="135956"/>
                      </a:lnTo>
                      <a:lnTo>
                        <a:pt x="70675" y="137099"/>
                      </a:lnTo>
                      <a:cubicBezTo>
                        <a:pt x="73247" y="138813"/>
                        <a:pt x="74486" y="141766"/>
                        <a:pt x="74486" y="145957"/>
                      </a:cubicBezTo>
                      <a:cubicBezTo>
                        <a:pt x="74486" y="146624"/>
                        <a:pt x="74486" y="147767"/>
                        <a:pt x="74295" y="149291"/>
                      </a:cubicBezTo>
                      <a:lnTo>
                        <a:pt x="74295" y="152434"/>
                      </a:lnTo>
                      <a:cubicBezTo>
                        <a:pt x="74295" y="154816"/>
                        <a:pt x="74581" y="156720"/>
                        <a:pt x="75247" y="158149"/>
                      </a:cubicBezTo>
                      <a:cubicBezTo>
                        <a:pt x="74581" y="160245"/>
                        <a:pt x="74295" y="163388"/>
                        <a:pt x="74295" y="167674"/>
                      </a:cubicBezTo>
                      <a:cubicBezTo>
                        <a:pt x="74295" y="171961"/>
                        <a:pt x="73914" y="175199"/>
                        <a:pt x="73343" y="177295"/>
                      </a:cubicBezTo>
                      <a:cubicBezTo>
                        <a:pt x="73533" y="178437"/>
                        <a:pt x="73819" y="180247"/>
                        <a:pt x="74295" y="183010"/>
                      </a:cubicBezTo>
                      <a:cubicBezTo>
                        <a:pt x="74771" y="185772"/>
                        <a:pt x="74962" y="187772"/>
                        <a:pt x="74962" y="189010"/>
                      </a:cubicBezTo>
                      <a:cubicBezTo>
                        <a:pt x="74962" y="190629"/>
                        <a:pt x="74581" y="191963"/>
                        <a:pt x="74009" y="193106"/>
                      </a:cubicBezTo>
                      <a:lnTo>
                        <a:pt x="75914" y="195011"/>
                      </a:lnTo>
                      <a:lnTo>
                        <a:pt x="74009" y="195011"/>
                      </a:lnTo>
                      <a:cubicBezTo>
                        <a:pt x="74200" y="196154"/>
                        <a:pt x="74200" y="197297"/>
                        <a:pt x="74200" y="198630"/>
                      </a:cubicBezTo>
                      <a:cubicBezTo>
                        <a:pt x="74200" y="205108"/>
                        <a:pt x="71723" y="209489"/>
                        <a:pt x="66770" y="211489"/>
                      </a:cubicBezTo>
                      <a:cubicBezTo>
                        <a:pt x="61531" y="211013"/>
                        <a:pt x="56292" y="210632"/>
                        <a:pt x="50959" y="210346"/>
                      </a:cubicBezTo>
                      <a:cubicBezTo>
                        <a:pt x="44291" y="209679"/>
                        <a:pt x="39434" y="207870"/>
                        <a:pt x="36386" y="204822"/>
                      </a:cubicBezTo>
                      <a:cubicBezTo>
                        <a:pt x="36766" y="193868"/>
                        <a:pt x="36386" y="176533"/>
                        <a:pt x="35623" y="152815"/>
                      </a:cubicBezTo>
                      <a:lnTo>
                        <a:pt x="38290" y="149958"/>
                      </a:lnTo>
                      <a:cubicBezTo>
                        <a:pt x="36957" y="148815"/>
                        <a:pt x="36386" y="147386"/>
                        <a:pt x="36386" y="145386"/>
                      </a:cubicBezTo>
                      <a:cubicBezTo>
                        <a:pt x="36386" y="144624"/>
                        <a:pt x="36576" y="143290"/>
                        <a:pt x="36957" y="141385"/>
                      </a:cubicBezTo>
                      <a:cubicBezTo>
                        <a:pt x="37338" y="139385"/>
                        <a:pt x="37529" y="138147"/>
                        <a:pt x="37529" y="137289"/>
                      </a:cubicBezTo>
                      <a:cubicBezTo>
                        <a:pt x="37529" y="135385"/>
                        <a:pt x="36957" y="133861"/>
                        <a:pt x="35623" y="132813"/>
                      </a:cubicBezTo>
                      <a:lnTo>
                        <a:pt x="36386" y="111762"/>
                      </a:lnTo>
                      <a:cubicBezTo>
                        <a:pt x="37529" y="111001"/>
                        <a:pt x="38005" y="109858"/>
                        <a:pt x="38005" y="108429"/>
                      </a:cubicBezTo>
                      <a:cubicBezTo>
                        <a:pt x="38005" y="107286"/>
                        <a:pt x="37433" y="105571"/>
                        <a:pt x="36386" y="103095"/>
                      </a:cubicBezTo>
                      <a:cubicBezTo>
                        <a:pt x="35243" y="100618"/>
                        <a:pt x="34671" y="98904"/>
                        <a:pt x="34480" y="97951"/>
                      </a:cubicBezTo>
                      <a:cubicBezTo>
                        <a:pt x="35909" y="95379"/>
                        <a:pt x="36671" y="92331"/>
                        <a:pt x="36671" y="88617"/>
                      </a:cubicBezTo>
                      <a:cubicBezTo>
                        <a:pt x="36481" y="82235"/>
                        <a:pt x="36386" y="78806"/>
                        <a:pt x="36386" y="78330"/>
                      </a:cubicBezTo>
                      <a:cubicBezTo>
                        <a:pt x="38100" y="78330"/>
                        <a:pt x="39148" y="78139"/>
                        <a:pt x="39243" y="77663"/>
                      </a:cubicBezTo>
                      <a:cubicBezTo>
                        <a:pt x="39243" y="76711"/>
                        <a:pt x="39052" y="76139"/>
                        <a:pt x="38576" y="75949"/>
                      </a:cubicBezTo>
                      <a:lnTo>
                        <a:pt x="36862" y="76234"/>
                      </a:lnTo>
                      <a:cubicBezTo>
                        <a:pt x="36290" y="76425"/>
                        <a:pt x="35814" y="76234"/>
                        <a:pt x="35719" y="75758"/>
                      </a:cubicBezTo>
                      <a:cubicBezTo>
                        <a:pt x="35909" y="74139"/>
                        <a:pt x="36671" y="73758"/>
                        <a:pt x="38100" y="74520"/>
                      </a:cubicBezTo>
                      <a:cubicBezTo>
                        <a:pt x="39528" y="75186"/>
                        <a:pt x="40577" y="74996"/>
                        <a:pt x="41243" y="73948"/>
                      </a:cubicBezTo>
                      <a:lnTo>
                        <a:pt x="42005" y="77092"/>
                      </a:lnTo>
                      <a:cubicBezTo>
                        <a:pt x="42481" y="76520"/>
                        <a:pt x="42958" y="76139"/>
                        <a:pt x="43434" y="76139"/>
                      </a:cubicBezTo>
                      <a:cubicBezTo>
                        <a:pt x="43625" y="76139"/>
                        <a:pt x="43910" y="76329"/>
                        <a:pt x="44291" y="76520"/>
                      </a:cubicBezTo>
                      <a:cubicBezTo>
                        <a:pt x="44672" y="76806"/>
                        <a:pt x="44958" y="76901"/>
                        <a:pt x="45053" y="76901"/>
                      </a:cubicBezTo>
                      <a:cubicBezTo>
                        <a:pt x="45339" y="76901"/>
                        <a:pt x="45625" y="76329"/>
                        <a:pt x="45815" y="75186"/>
                      </a:cubicBezTo>
                      <a:lnTo>
                        <a:pt x="43815" y="73281"/>
                      </a:lnTo>
                      <a:cubicBezTo>
                        <a:pt x="44672" y="73377"/>
                        <a:pt x="45625" y="74139"/>
                        <a:pt x="46767" y="75186"/>
                      </a:cubicBezTo>
                      <a:cubicBezTo>
                        <a:pt x="47815" y="76329"/>
                        <a:pt x="48863" y="76996"/>
                        <a:pt x="49625" y="77092"/>
                      </a:cubicBezTo>
                      <a:cubicBezTo>
                        <a:pt x="49625" y="76806"/>
                        <a:pt x="49911" y="76329"/>
                        <a:pt x="50482" y="75663"/>
                      </a:cubicBezTo>
                      <a:cubicBezTo>
                        <a:pt x="50959" y="74996"/>
                        <a:pt x="51245" y="74520"/>
                        <a:pt x="51054" y="73948"/>
                      </a:cubicBezTo>
                      <a:lnTo>
                        <a:pt x="50102" y="73758"/>
                      </a:lnTo>
                      <a:cubicBezTo>
                        <a:pt x="50768" y="73567"/>
                        <a:pt x="51530" y="72901"/>
                        <a:pt x="52483" y="71758"/>
                      </a:cubicBezTo>
                      <a:cubicBezTo>
                        <a:pt x="53435" y="70519"/>
                        <a:pt x="54293" y="69853"/>
                        <a:pt x="55150" y="69853"/>
                      </a:cubicBezTo>
                      <a:cubicBezTo>
                        <a:pt x="55626" y="69853"/>
                        <a:pt x="56197" y="70138"/>
                        <a:pt x="56864" y="70614"/>
                      </a:cubicBezTo>
                      <a:lnTo>
                        <a:pt x="54959" y="68519"/>
                      </a:lnTo>
                      <a:cubicBezTo>
                        <a:pt x="55912" y="68043"/>
                        <a:pt x="56197" y="67376"/>
                        <a:pt x="55626" y="66614"/>
                      </a:cubicBezTo>
                      <a:cubicBezTo>
                        <a:pt x="54387" y="66804"/>
                        <a:pt x="53054" y="66900"/>
                        <a:pt x="51816" y="66900"/>
                      </a:cubicBezTo>
                      <a:cubicBezTo>
                        <a:pt x="50102" y="66900"/>
                        <a:pt x="48006" y="66614"/>
                        <a:pt x="45625" y="65947"/>
                      </a:cubicBezTo>
                      <a:cubicBezTo>
                        <a:pt x="42481" y="64995"/>
                        <a:pt x="40100" y="64423"/>
                        <a:pt x="38481" y="64042"/>
                      </a:cubicBezTo>
                      <a:lnTo>
                        <a:pt x="40386" y="68614"/>
                      </a:lnTo>
                      <a:lnTo>
                        <a:pt x="35814" y="68614"/>
                      </a:lnTo>
                      <a:lnTo>
                        <a:pt x="38481" y="67947"/>
                      </a:lnTo>
                      <a:cubicBezTo>
                        <a:pt x="37909" y="66138"/>
                        <a:pt x="37433" y="63852"/>
                        <a:pt x="37433" y="60994"/>
                      </a:cubicBezTo>
                      <a:cubicBezTo>
                        <a:pt x="37433" y="58137"/>
                        <a:pt x="37052" y="56136"/>
                        <a:pt x="36576" y="55089"/>
                      </a:cubicBezTo>
                      <a:cubicBezTo>
                        <a:pt x="35814" y="52517"/>
                        <a:pt x="36671" y="50898"/>
                        <a:pt x="39434" y="50326"/>
                      </a:cubicBezTo>
                      <a:cubicBezTo>
                        <a:pt x="37052" y="47754"/>
                        <a:pt x="35814" y="44516"/>
                        <a:pt x="35814" y="40516"/>
                      </a:cubicBezTo>
                      <a:cubicBezTo>
                        <a:pt x="35814" y="38801"/>
                        <a:pt x="36195" y="35848"/>
                        <a:pt x="36766" y="31943"/>
                      </a:cubicBezTo>
                      <a:cubicBezTo>
                        <a:pt x="37433" y="27943"/>
                        <a:pt x="37624" y="24895"/>
                        <a:pt x="37433" y="22799"/>
                      </a:cubicBezTo>
                      <a:cubicBezTo>
                        <a:pt x="43815" y="21085"/>
                        <a:pt x="51054" y="20132"/>
                        <a:pt x="59341" y="20132"/>
                      </a:cubicBezTo>
                      <a:cubicBezTo>
                        <a:pt x="62960" y="20132"/>
                        <a:pt x="66104" y="20418"/>
                        <a:pt x="68675" y="20894"/>
                      </a:cubicBezTo>
                      <a:lnTo>
                        <a:pt x="75819" y="26609"/>
                      </a:lnTo>
                      <a:lnTo>
                        <a:pt x="75057" y="27371"/>
                      </a:lnTo>
                      <a:cubicBezTo>
                        <a:pt x="77152" y="28324"/>
                        <a:pt x="78771" y="30419"/>
                        <a:pt x="79820" y="33848"/>
                      </a:cubicBezTo>
                      <a:lnTo>
                        <a:pt x="82486" y="41944"/>
                      </a:lnTo>
                      <a:cubicBezTo>
                        <a:pt x="85820" y="44135"/>
                        <a:pt x="88392" y="49374"/>
                        <a:pt x="90201" y="57470"/>
                      </a:cubicBezTo>
                      <a:cubicBezTo>
                        <a:pt x="92107" y="65566"/>
                        <a:pt x="94964" y="70900"/>
                        <a:pt x="98965" y="73472"/>
                      </a:cubicBezTo>
                      <a:cubicBezTo>
                        <a:pt x="100584" y="77187"/>
                        <a:pt x="102489" y="82902"/>
                        <a:pt x="104680" y="90617"/>
                      </a:cubicBezTo>
                      <a:cubicBezTo>
                        <a:pt x="105823" y="90617"/>
                        <a:pt x="106394" y="90903"/>
                        <a:pt x="106394" y="91379"/>
                      </a:cubicBezTo>
                      <a:cubicBezTo>
                        <a:pt x="106394" y="91665"/>
                        <a:pt x="106203" y="92141"/>
                        <a:pt x="105823" y="92617"/>
                      </a:cubicBezTo>
                      <a:cubicBezTo>
                        <a:pt x="105442" y="93189"/>
                        <a:pt x="105251" y="93665"/>
                        <a:pt x="105251" y="93951"/>
                      </a:cubicBezTo>
                      <a:cubicBezTo>
                        <a:pt x="105251" y="94427"/>
                        <a:pt x="105632" y="94808"/>
                        <a:pt x="106203" y="95189"/>
                      </a:cubicBezTo>
                      <a:cubicBezTo>
                        <a:pt x="110680" y="91570"/>
                        <a:pt x="113347" y="89284"/>
                        <a:pt x="114109" y="88521"/>
                      </a:cubicBezTo>
                      <a:cubicBezTo>
                        <a:pt x="116491" y="86236"/>
                        <a:pt x="118491" y="83664"/>
                        <a:pt x="120015" y="80616"/>
                      </a:cubicBezTo>
                      <a:lnTo>
                        <a:pt x="116395" y="78711"/>
                      </a:lnTo>
                      <a:cubicBezTo>
                        <a:pt x="116395" y="77949"/>
                        <a:pt x="117729" y="77187"/>
                        <a:pt x="120301" y="76615"/>
                      </a:cubicBezTo>
                      <a:cubicBezTo>
                        <a:pt x="122967" y="75949"/>
                        <a:pt x="124301" y="74615"/>
                        <a:pt x="124492" y="72520"/>
                      </a:cubicBezTo>
                      <a:cubicBezTo>
                        <a:pt x="123730" y="71567"/>
                        <a:pt x="123254" y="70614"/>
                        <a:pt x="123254" y="69662"/>
                      </a:cubicBezTo>
                      <a:cubicBezTo>
                        <a:pt x="123254" y="68519"/>
                        <a:pt x="124396" y="66900"/>
                        <a:pt x="126587" y="64804"/>
                      </a:cubicBezTo>
                      <a:cubicBezTo>
                        <a:pt x="128778" y="62613"/>
                        <a:pt x="130016" y="60994"/>
                        <a:pt x="130111" y="59661"/>
                      </a:cubicBezTo>
                      <a:lnTo>
                        <a:pt x="128968" y="58899"/>
                      </a:lnTo>
                      <a:cubicBezTo>
                        <a:pt x="130207" y="57756"/>
                        <a:pt x="131445" y="55851"/>
                        <a:pt x="132779" y="53184"/>
                      </a:cubicBezTo>
                      <a:cubicBezTo>
                        <a:pt x="131826" y="52708"/>
                        <a:pt x="131350" y="52041"/>
                        <a:pt x="131350" y="51279"/>
                      </a:cubicBezTo>
                      <a:cubicBezTo>
                        <a:pt x="131350" y="50898"/>
                        <a:pt x="131636" y="50326"/>
                        <a:pt x="132112" y="49564"/>
                      </a:cubicBezTo>
                      <a:cubicBezTo>
                        <a:pt x="132588" y="48612"/>
                        <a:pt x="132874" y="48040"/>
                        <a:pt x="132874" y="47754"/>
                      </a:cubicBezTo>
                      <a:cubicBezTo>
                        <a:pt x="133540" y="48136"/>
                        <a:pt x="134017" y="48231"/>
                        <a:pt x="134588" y="48231"/>
                      </a:cubicBezTo>
                      <a:cubicBezTo>
                        <a:pt x="135541" y="48231"/>
                        <a:pt x="136303" y="46993"/>
                        <a:pt x="136874" y="44611"/>
                      </a:cubicBezTo>
                      <a:cubicBezTo>
                        <a:pt x="137350" y="42230"/>
                        <a:pt x="138589" y="40896"/>
                        <a:pt x="140303" y="40611"/>
                      </a:cubicBezTo>
                      <a:cubicBezTo>
                        <a:pt x="139922" y="39944"/>
                        <a:pt x="139827" y="39277"/>
                        <a:pt x="139827" y="38420"/>
                      </a:cubicBezTo>
                      <a:cubicBezTo>
                        <a:pt x="139827" y="36515"/>
                        <a:pt x="141256" y="33848"/>
                        <a:pt x="144113" y="30324"/>
                      </a:cubicBezTo>
                      <a:lnTo>
                        <a:pt x="142208" y="28419"/>
                      </a:lnTo>
                      <a:cubicBezTo>
                        <a:pt x="142684" y="27466"/>
                        <a:pt x="142970" y="26895"/>
                        <a:pt x="142970" y="26704"/>
                      </a:cubicBezTo>
                      <a:cubicBezTo>
                        <a:pt x="143923" y="27847"/>
                        <a:pt x="144875" y="28419"/>
                        <a:pt x="145828" y="28419"/>
                      </a:cubicBezTo>
                      <a:cubicBezTo>
                        <a:pt x="146780" y="28419"/>
                        <a:pt x="148209" y="26990"/>
                        <a:pt x="150304" y="24228"/>
                      </a:cubicBezTo>
                      <a:cubicBezTo>
                        <a:pt x="152305" y="21466"/>
                        <a:pt x="154114" y="20132"/>
                        <a:pt x="155924" y="20227"/>
                      </a:cubicBezTo>
                      <a:cubicBezTo>
                        <a:pt x="168116" y="19561"/>
                        <a:pt x="177355" y="20703"/>
                        <a:pt x="183642" y="23656"/>
                      </a:cubicBezTo>
                      <a:cubicBezTo>
                        <a:pt x="184785" y="31753"/>
                        <a:pt x="185261" y="37372"/>
                        <a:pt x="185261" y="40611"/>
                      </a:cubicBezTo>
                      <a:cubicBezTo>
                        <a:pt x="185261" y="45087"/>
                        <a:pt x="184785" y="49278"/>
                        <a:pt x="183642" y="53279"/>
                      </a:cubicBezTo>
                      <a:lnTo>
                        <a:pt x="186309" y="55184"/>
                      </a:lnTo>
                      <a:cubicBezTo>
                        <a:pt x="184880" y="71853"/>
                        <a:pt x="184213" y="93094"/>
                        <a:pt x="184404" y="119002"/>
                      </a:cubicBezTo>
                      <a:lnTo>
                        <a:pt x="184404" y="184438"/>
                      </a:lnTo>
                      <a:close/>
                      <a:moveTo>
                        <a:pt x="45625" y="88236"/>
                      </a:moveTo>
                      <a:lnTo>
                        <a:pt x="45625" y="86331"/>
                      </a:lnTo>
                      <a:lnTo>
                        <a:pt x="41815" y="88236"/>
                      </a:lnTo>
                      <a:lnTo>
                        <a:pt x="45625" y="88236"/>
                      </a:lnTo>
                      <a:close/>
                      <a:moveTo>
                        <a:pt x="49911" y="73186"/>
                      </a:moveTo>
                      <a:cubicBezTo>
                        <a:pt x="49339" y="73186"/>
                        <a:pt x="48673" y="72996"/>
                        <a:pt x="48196" y="72710"/>
                      </a:cubicBezTo>
                      <a:lnTo>
                        <a:pt x="49911" y="73186"/>
                      </a:lnTo>
                      <a:close/>
                      <a:moveTo>
                        <a:pt x="50863" y="25847"/>
                      </a:moveTo>
                      <a:lnTo>
                        <a:pt x="50102" y="29467"/>
                      </a:lnTo>
                      <a:lnTo>
                        <a:pt x="52006" y="29467"/>
                      </a:lnTo>
                      <a:lnTo>
                        <a:pt x="50768" y="25847"/>
                      </a:lnTo>
                      <a:close/>
                      <a:moveTo>
                        <a:pt x="57340" y="37563"/>
                      </a:moveTo>
                      <a:cubicBezTo>
                        <a:pt x="57340" y="37563"/>
                        <a:pt x="58102" y="37277"/>
                        <a:pt x="58578" y="36610"/>
                      </a:cubicBezTo>
                      <a:cubicBezTo>
                        <a:pt x="58102" y="37086"/>
                        <a:pt x="57626" y="37468"/>
                        <a:pt x="57340" y="37563"/>
                      </a:cubicBezTo>
                      <a:cubicBezTo>
                        <a:pt x="56864" y="37563"/>
                        <a:pt x="56197" y="37277"/>
                        <a:pt x="55340" y="36705"/>
                      </a:cubicBezTo>
                      <a:cubicBezTo>
                        <a:pt x="54483" y="36134"/>
                        <a:pt x="53816" y="35848"/>
                        <a:pt x="53340" y="35848"/>
                      </a:cubicBezTo>
                      <a:cubicBezTo>
                        <a:pt x="52864" y="35848"/>
                        <a:pt x="52483" y="36039"/>
                        <a:pt x="52101" y="36515"/>
                      </a:cubicBezTo>
                      <a:cubicBezTo>
                        <a:pt x="53816" y="38039"/>
                        <a:pt x="55626" y="38325"/>
                        <a:pt x="57340" y="37468"/>
                      </a:cubicBezTo>
                      <a:close/>
                      <a:moveTo>
                        <a:pt x="70485" y="77853"/>
                      </a:moveTo>
                      <a:cubicBezTo>
                        <a:pt x="70485" y="77853"/>
                        <a:pt x="71151" y="76806"/>
                        <a:pt x="71151" y="75186"/>
                      </a:cubicBezTo>
                      <a:cubicBezTo>
                        <a:pt x="69723" y="73758"/>
                        <a:pt x="68866" y="73091"/>
                        <a:pt x="68580" y="73281"/>
                      </a:cubicBezTo>
                      <a:cubicBezTo>
                        <a:pt x="67913" y="73758"/>
                        <a:pt x="67627" y="74329"/>
                        <a:pt x="67627" y="74996"/>
                      </a:cubicBezTo>
                      <a:cubicBezTo>
                        <a:pt x="67627" y="76901"/>
                        <a:pt x="68580" y="77853"/>
                        <a:pt x="70485" y="77853"/>
                      </a:cubicBezTo>
                      <a:close/>
                      <a:moveTo>
                        <a:pt x="70485" y="32038"/>
                      </a:moveTo>
                      <a:cubicBezTo>
                        <a:pt x="69532" y="32324"/>
                        <a:pt x="68866" y="33086"/>
                        <a:pt x="68580" y="34229"/>
                      </a:cubicBezTo>
                      <a:cubicBezTo>
                        <a:pt x="68103" y="35372"/>
                        <a:pt x="68103" y="36134"/>
                        <a:pt x="68580" y="36610"/>
                      </a:cubicBezTo>
                      <a:lnTo>
                        <a:pt x="70485" y="32134"/>
                      </a:lnTo>
                      <a:close/>
                      <a:moveTo>
                        <a:pt x="71151" y="48707"/>
                      </a:moveTo>
                      <a:cubicBezTo>
                        <a:pt x="72390" y="46993"/>
                        <a:pt x="73057" y="45945"/>
                        <a:pt x="73057" y="45850"/>
                      </a:cubicBezTo>
                      <a:lnTo>
                        <a:pt x="71151" y="45850"/>
                      </a:lnTo>
                      <a:lnTo>
                        <a:pt x="71151" y="48707"/>
                      </a:lnTo>
                      <a:close/>
                      <a:moveTo>
                        <a:pt x="77438" y="21942"/>
                      </a:moveTo>
                      <a:cubicBezTo>
                        <a:pt x="76962" y="22132"/>
                        <a:pt x="76390" y="22132"/>
                        <a:pt x="75724" y="21942"/>
                      </a:cubicBezTo>
                      <a:lnTo>
                        <a:pt x="77438" y="21942"/>
                      </a:lnTo>
                      <a:close/>
                      <a:moveTo>
                        <a:pt x="77438" y="21942"/>
                      </a:moveTo>
                      <a:lnTo>
                        <a:pt x="79534" y="21275"/>
                      </a:lnTo>
                      <a:cubicBezTo>
                        <a:pt x="79534" y="21751"/>
                        <a:pt x="78771" y="21942"/>
                        <a:pt x="77438" y="21942"/>
                      </a:cubicBezTo>
                      <a:close/>
                      <a:moveTo>
                        <a:pt x="81439" y="115763"/>
                      </a:moveTo>
                      <a:lnTo>
                        <a:pt x="86868" y="113858"/>
                      </a:lnTo>
                      <a:lnTo>
                        <a:pt x="82391" y="113858"/>
                      </a:lnTo>
                      <a:lnTo>
                        <a:pt x="81439" y="115763"/>
                      </a:lnTo>
                      <a:close/>
                      <a:moveTo>
                        <a:pt x="83820" y="987"/>
                      </a:moveTo>
                      <a:cubicBezTo>
                        <a:pt x="83344" y="1082"/>
                        <a:pt x="82868" y="1082"/>
                        <a:pt x="82391" y="987"/>
                      </a:cubicBezTo>
                      <a:lnTo>
                        <a:pt x="83820" y="987"/>
                      </a:lnTo>
                      <a:close/>
                      <a:moveTo>
                        <a:pt x="83820" y="987"/>
                      </a:moveTo>
                      <a:cubicBezTo>
                        <a:pt x="83820" y="987"/>
                        <a:pt x="84391" y="701"/>
                        <a:pt x="84963" y="415"/>
                      </a:cubicBezTo>
                      <a:cubicBezTo>
                        <a:pt x="85534" y="34"/>
                        <a:pt x="86106" y="-61"/>
                        <a:pt x="86392" y="34"/>
                      </a:cubicBezTo>
                      <a:cubicBezTo>
                        <a:pt x="86868" y="34"/>
                        <a:pt x="87249" y="320"/>
                        <a:pt x="87535" y="987"/>
                      </a:cubicBezTo>
                      <a:lnTo>
                        <a:pt x="83725" y="987"/>
                      </a:lnTo>
                      <a:close/>
                      <a:moveTo>
                        <a:pt x="90773" y="134146"/>
                      </a:moveTo>
                      <a:lnTo>
                        <a:pt x="90773" y="131003"/>
                      </a:lnTo>
                      <a:lnTo>
                        <a:pt x="88868" y="131003"/>
                      </a:lnTo>
                      <a:lnTo>
                        <a:pt x="90773" y="134146"/>
                      </a:lnTo>
                      <a:close/>
                      <a:moveTo>
                        <a:pt x="94107" y="134908"/>
                      </a:moveTo>
                      <a:cubicBezTo>
                        <a:pt x="96012" y="135575"/>
                        <a:pt x="97345" y="134908"/>
                        <a:pt x="97917" y="132908"/>
                      </a:cubicBezTo>
                      <a:cubicBezTo>
                        <a:pt x="96488" y="132908"/>
                        <a:pt x="95631" y="132718"/>
                        <a:pt x="95250" y="132241"/>
                      </a:cubicBezTo>
                      <a:lnTo>
                        <a:pt x="96012" y="131003"/>
                      </a:lnTo>
                      <a:lnTo>
                        <a:pt x="94107" y="131003"/>
                      </a:lnTo>
                      <a:lnTo>
                        <a:pt x="94107" y="134908"/>
                      </a:lnTo>
                      <a:close/>
                      <a:moveTo>
                        <a:pt x="103441" y="65852"/>
                      </a:moveTo>
                      <a:cubicBezTo>
                        <a:pt x="102679" y="65852"/>
                        <a:pt x="101727" y="65280"/>
                        <a:pt x="100679" y="64137"/>
                      </a:cubicBezTo>
                      <a:cubicBezTo>
                        <a:pt x="99631" y="62995"/>
                        <a:pt x="98774" y="62518"/>
                        <a:pt x="98012" y="62518"/>
                      </a:cubicBezTo>
                      <a:lnTo>
                        <a:pt x="103537" y="60613"/>
                      </a:lnTo>
                      <a:lnTo>
                        <a:pt x="103537" y="65852"/>
                      </a:lnTo>
                      <a:close/>
                      <a:moveTo>
                        <a:pt x="101536" y="117192"/>
                      </a:moveTo>
                      <a:cubicBezTo>
                        <a:pt x="101060" y="116716"/>
                        <a:pt x="100775" y="116430"/>
                        <a:pt x="100584" y="116430"/>
                      </a:cubicBezTo>
                      <a:cubicBezTo>
                        <a:pt x="100393" y="115858"/>
                        <a:pt x="101060" y="114715"/>
                        <a:pt x="102394" y="113096"/>
                      </a:cubicBezTo>
                      <a:cubicBezTo>
                        <a:pt x="103727" y="111572"/>
                        <a:pt x="104489" y="110524"/>
                        <a:pt x="104680" y="110048"/>
                      </a:cubicBezTo>
                      <a:cubicBezTo>
                        <a:pt x="102965" y="110048"/>
                        <a:pt x="101632" y="110715"/>
                        <a:pt x="100679" y="112048"/>
                      </a:cubicBezTo>
                      <a:cubicBezTo>
                        <a:pt x="99822" y="113382"/>
                        <a:pt x="99536" y="114906"/>
                        <a:pt x="99917" y="116430"/>
                      </a:cubicBezTo>
                      <a:cubicBezTo>
                        <a:pt x="100203" y="116144"/>
                        <a:pt x="100393" y="116144"/>
                        <a:pt x="100584" y="116430"/>
                      </a:cubicBezTo>
                      <a:cubicBezTo>
                        <a:pt x="100584" y="116811"/>
                        <a:pt x="100869" y="117001"/>
                        <a:pt x="101536" y="117192"/>
                      </a:cubicBezTo>
                      <a:close/>
                      <a:moveTo>
                        <a:pt x="103441" y="56136"/>
                      </a:moveTo>
                      <a:cubicBezTo>
                        <a:pt x="102679" y="56518"/>
                        <a:pt x="101822" y="56136"/>
                        <a:pt x="101155" y="55565"/>
                      </a:cubicBezTo>
                      <a:cubicBezTo>
                        <a:pt x="100393" y="54803"/>
                        <a:pt x="100298" y="54136"/>
                        <a:pt x="100775" y="53470"/>
                      </a:cubicBezTo>
                      <a:lnTo>
                        <a:pt x="103441" y="53470"/>
                      </a:lnTo>
                      <a:lnTo>
                        <a:pt x="103441" y="56136"/>
                      </a:lnTo>
                      <a:close/>
                      <a:moveTo>
                        <a:pt x="111823" y="70710"/>
                      </a:moveTo>
                      <a:cubicBezTo>
                        <a:pt x="108585" y="71853"/>
                        <a:pt x="106489" y="71853"/>
                        <a:pt x="105346" y="70710"/>
                      </a:cubicBezTo>
                      <a:lnTo>
                        <a:pt x="107252" y="67852"/>
                      </a:lnTo>
                      <a:lnTo>
                        <a:pt x="111823" y="70710"/>
                      </a:lnTo>
                      <a:close/>
                      <a:moveTo>
                        <a:pt x="109156" y="51660"/>
                      </a:moveTo>
                      <a:cubicBezTo>
                        <a:pt x="109156" y="51660"/>
                        <a:pt x="107823" y="52327"/>
                        <a:pt x="106013" y="52327"/>
                      </a:cubicBezTo>
                      <a:lnTo>
                        <a:pt x="106013" y="48707"/>
                      </a:lnTo>
                      <a:lnTo>
                        <a:pt x="109156" y="51564"/>
                      </a:lnTo>
                      <a:close/>
                      <a:moveTo>
                        <a:pt x="108680" y="104619"/>
                      </a:moveTo>
                      <a:lnTo>
                        <a:pt x="113633" y="104619"/>
                      </a:lnTo>
                      <a:cubicBezTo>
                        <a:pt x="113633" y="103000"/>
                        <a:pt x="113252" y="102237"/>
                        <a:pt x="112681" y="102237"/>
                      </a:cubicBezTo>
                      <a:cubicBezTo>
                        <a:pt x="112871" y="102237"/>
                        <a:pt x="111443" y="103000"/>
                        <a:pt x="108680" y="104619"/>
                      </a:cubicBezTo>
                      <a:lnTo>
                        <a:pt x="107252" y="104619"/>
                      </a:lnTo>
                      <a:cubicBezTo>
                        <a:pt x="107537" y="105190"/>
                        <a:pt x="108013" y="105190"/>
                        <a:pt x="108680" y="104619"/>
                      </a:cubicBezTo>
                      <a:close/>
                      <a:moveTo>
                        <a:pt x="107252" y="133003"/>
                      </a:moveTo>
                      <a:cubicBezTo>
                        <a:pt x="108204" y="133194"/>
                        <a:pt x="109061" y="132527"/>
                        <a:pt x="109823" y="131003"/>
                      </a:cubicBezTo>
                      <a:cubicBezTo>
                        <a:pt x="110680" y="129479"/>
                        <a:pt x="110871" y="128336"/>
                        <a:pt x="110585" y="127574"/>
                      </a:cubicBezTo>
                      <a:cubicBezTo>
                        <a:pt x="109633" y="127669"/>
                        <a:pt x="108966" y="128527"/>
                        <a:pt x="108585" y="130051"/>
                      </a:cubicBezTo>
                      <a:cubicBezTo>
                        <a:pt x="108204" y="131575"/>
                        <a:pt x="107728" y="132622"/>
                        <a:pt x="107252" y="133003"/>
                      </a:cubicBezTo>
                      <a:close/>
                      <a:moveTo>
                        <a:pt x="111823" y="44230"/>
                      </a:moveTo>
                      <a:lnTo>
                        <a:pt x="109156" y="45945"/>
                      </a:lnTo>
                      <a:lnTo>
                        <a:pt x="108013" y="44230"/>
                      </a:lnTo>
                      <a:lnTo>
                        <a:pt x="111823" y="44230"/>
                      </a:lnTo>
                      <a:close/>
                      <a:moveTo>
                        <a:pt x="114490" y="31371"/>
                      </a:moveTo>
                      <a:lnTo>
                        <a:pt x="114490" y="32038"/>
                      </a:lnTo>
                      <a:lnTo>
                        <a:pt x="111823" y="28419"/>
                      </a:lnTo>
                      <a:lnTo>
                        <a:pt x="114490" y="31276"/>
                      </a:lnTo>
                      <a:close/>
                      <a:moveTo>
                        <a:pt x="114490" y="98904"/>
                      </a:moveTo>
                      <a:lnTo>
                        <a:pt x="114490" y="97475"/>
                      </a:lnTo>
                      <a:cubicBezTo>
                        <a:pt x="114014" y="96713"/>
                        <a:pt x="113157" y="96332"/>
                        <a:pt x="111823" y="96332"/>
                      </a:cubicBezTo>
                      <a:lnTo>
                        <a:pt x="114490" y="98904"/>
                      </a:lnTo>
                      <a:close/>
                      <a:moveTo>
                        <a:pt x="121825" y="65185"/>
                      </a:moveTo>
                      <a:lnTo>
                        <a:pt x="120872" y="65947"/>
                      </a:lnTo>
                      <a:lnTo>
                        <a:pt x="118967" y="61375"/>
                      </a:lnTo>
                      <a:lnTo>
                        <a:pt x="121825" y="65185"/>
                      </a:lnTo>
                      <a:close/>
                      <a:moveTo>
                        <a:pt x="121825" y="98904"/>
                      </a:moveTo>
                      <a:cubicBezTo>
                        <a:pt x="122491" y="98904"/>
                        <a:pt x="124015" y="99285"/>
                        <a:pt x="126396" y="100047"/>
                      </a:cubicBezTo>
                      <a:lnTo>
                        <a:pt x="125635" y="97380"/>
                      </a:lnTo>
                      <a:lnTo>
                        <a:pt x="121825" y="98809"/>
                      </a:lnTo>
                      <a:close/>
                      <a:moveTo>
                        <a:pt x="128206" y="53565"/>
                      </a:moveTo>
                      <a:lnTo>
                        <a:pt x="127540" y="54327"/>
                      </a:lnTo>
                      <a:lnTo>
                        <a:pt x="124492" y="51660"/>
                      </a:lnTo>
                      <a:cubicBezTo>
                        <a:pt x="125444" y="51660"/>
                        <a:pt x="126682" y="52327"/>
                        <a:pt x="128301" y="53565"/>
                      </a:cubicBezTo>
                      <a:close/>
                      <a:moveTo>
                        <a:pt x="128968" y="87188"/>
                      </a:moveTo>
                      <a:lnTo>
                        <a:pt x="128968" y="86236"/>
                      </a:lnTo>
                      <a:lnTo>
                        <a:pt x="126396" y="89855"/>
                      </a:lnTo>
                      <a:lnTo>
                        <a:pt x="128968" y="87188"/>
                      </a:lnTo>
                      <a:close/>
                      <a:moveTo>
                        <a:pt x="133445" y="60709"/>
                      </a:moveTo>
                      <a:lnTo>
                        <a:pt x="133445" y="58803"/>
                      </a:lnTo>
                      <a:lnTo>
                        <a:pt x="132016" y="62613"/>
                      </a:lnTo>
                      <a:lnTo>
                        <a:pt x="133445" y="60709"/>
                      </a:lnTo>
                      <a:close/>
                      <a:moveTo>
                        <a:pt x="142018" y="54994"/>
                      </a:moveTo>
                      <a:lnTo>
                        <a:pt x="143923" y="54994"/>
                      </a:lnTo>
                      <a:cubicBezTo>
                        <a:pt x="142970" y="52993"/>
                        <a:pt x="141351" y="51469"/>
                        <a:pt x="139160" y="50421"/>
                      </a:cubicBezTo>
                      <a:lnTo>
                        <a:pt x="142780" y="54231"/>
                      </a:lnTo>
                      <a:lnTo>
                        <a:pt x="142018" y="54898"/>
                      </a:lnTo>
                      <a:close/>
                      <a:moveTo>
                        <a:pt x="139160" y="98904"/>
                      </a:moveTo>
                      <a:lnTo>
                        <a:pt x="142018" y="96332"/>
                      </a:lnTo>
                      <a:lnTo>
                        <a:pt x="139160" y="96332"/>
                      </a:lnTo>
                      <a:lnTo>
                        <a:pt x="139160" y="98904"/>
                      </a:lnTo>
                      <a:close/>
                      <a:moveTo>
                        <a:pt x="149161" y="74520"/>
                      </a:moveTo>
                      <a:cubicBezTo>
                        <a:pt x="150590" y="74329"/>
                        <a:pt x="152019" y="74234"/>
                        <a:pt x="153352" y="74044"/>
                      </a:cubicBezTo>
                      <a:cubicBezTo>
                        <a:pt x="154686" y="73853"/>
                        <a:pt x="155734" y="72710"/>
                        <a:pt x="156305" y="70710"/>
                      </a:cubicBezTo>
                      <a:cubicBezTo>
                        <a:pt x="156020" y="70995"/>
                        <a:pt x="153638" y="72234"/>
                        <a:pt x="149161" y="74520"/>
                      </a:cubicBezTo>
                      <a:close/>
                      <a:moveTo>
                        <a:pt x="157543" y="28419"/>
                      </a:moveTo>
                      <a:lnTo>
                        <a:pt x="161163" y="29371"/>
                      </a:lnTo>
                      <a:cubicBezTo>
                        <a:pt x="159925" y="27180"/>
                        <a:pt x="159258" y="25942"/>
                        <a:pt x="159258" y="25752"/>
                      </a:cubicBezTo>
                      <a:lnTo>
                        <a:pt x="157639" y="28419"/>
                      </a:lnTo>
                      <a:close/>
                      <a:moveTo>
                        <a:pt x="158305" y="8321"/>
                      </a:moveTo>
                      <a:lnTo>
                        <a:pt x="160401" y="7369"/>
                      </a:lnTo>
                      <a:cubicBezTo>
                        <a:pt x="161258" y="7083"/>
                        <a:pt x="161830" y="7369"/>
                        <a:pt x="162306" y="8321"/>
                      </a:cubicBezTo>
                      <a:lnTo>
                        <a:pt x="158305" y="832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 name="Google Shape;1240;p99"/>
                <p:cNvSpPr/>
                <p:nvPr/>
              </p:nvSpPr>
              <p:spPr>
                <a:xfrm>
                  <a:off x="8289988" y="3427571"/>
                  <a:ext cx="148399" cy="193548"/>
                </a:xfrm>
                <a:custGeom>
                  <a:avLst/>
                  <a:gdLst/>
                  <a:ahLst/>
                  <a:cxnLst/>
                  <a:rect l="l" t="t" r="r" b="b"/>
                  <a:pathLst>
                    <a:path w="148399" h="193548" extrusionOk="0">
                      <a:moveTo>
                        <a:pt x="130969" y="154591"/>
                      </a:moveTo>
                      <a:cubicBezTo>
                        <a:pt x="134112" y="156686"/>
                        <a:pt x="135921" y="160020"/>
                        <a:pt x="136207" y="164878"/>
                      </a:cubicBezTo>
                      <a:cubicBezTo>
                        <a:pt x="136303" y="168973"/>
                        <a:pt x="136493" y="173069"/>
                        <a:pt x="136493" y="176974"/>
                      </a:cubicBezTo>
                      <a:cubicBezTo>
                        <a:pt x="136588" y="179261"/>
                        <a:pt x="136874" y="181165"/>
                        <a:pt x="137446" y="182785"/>
                      </a:cubicBezTo>
                      <a:cubicBezTo>
                        <a:pt x="132969" y="190024"/>
                        <a:pt x="125444" y="193548"/>
                        <a:pt x="114966" y="193548"/>
                      </a:cubicBezTo>
                      <a:cubicBezTo>
                        <a:pt x="111919" y="193548"/>
                        <a:pt x="107251" y="193262"/>
                        <a:pt x="100774" y="192596"/>
                      </a:cubicBezTo>
                      <a:cubicBezTo>
                        <a:pt x="94392" y="191929"/>
                        <a:pt x="89535" y="191643"/>
                        <a:pt x="86296" y="191643"/>
                      </a:cubicBezTo>
                      <a:cubicBezTo>
                        <a:pt x="83058" y="191643"/>
                        <a:pt x="80010" y="191833"/>
                        <a:pt x="77438" y="192119"/>
                      </a:cubicBezTo>
                      <a:lnTo>
                        <a:pt x="23050" y="192119"/>
                      </a:lnTo>
                      <a:lnTo>
                        <a:pt x="23050" y="191453"/>
                      </a:lnTo>
                      <a:cubicBezTo>
                        <a:pt x="21241" y="190309"/>
                        <a:pt x="17812" y="190214"/>
                        <a:pt x="13049" y="190976"/>
                      </a:cubicBezTo>
                      <a:cubicBezTo>
                        <a:pt x="8287" y="191833"/>
                        <a:pt x="4667" y="191357"/>
                        <a:pt x="2095" y="189547"/>
                      </a:cubicBezTo>
                      <a:cubicBezTo>
                        <a:pt x="2857" y="166783"/>
                        <a:pt x="3238" y="144208"/>
                        <a:pt x="3238" y="122015"/>
                      </a:cubicBezTo>
                      <a:cubicBezTo>
                        <a:pt x="3238" y="99822"/>
                        <a:pt x="2857" y="77248"/>
                        <a:pt x="2095" y="54483"/>
                      </a:cubicBezTo>
                      <a:cubicBezTo>
                        <a:pt x="3047" y="55054"/>
                        <a:pt x="3619" y="55340"/>
                        <a:pt x="4000" y="55150"/>
                      </a:cubicBezTo>
                      <a:lnTo>
                        <a:pt x="4763" y="54483"/>
                      </a:lnTo>
                      <a:cubicBezTo>
                        <a:pt x="4857" y="53530"/>
                        <a:pt x="4476" y="52769"/>
                        <a:pt x="3524" y="52483"/>
                      </a:cubicBezTo>
                      <a:cubicBezTo>
                        <a:pt x="2571" y="52102"/>
                        <a:pt x="2095" y="51816"/>
                        <a:pt x="2095" y="51625"/>
                      </a:cubicBezTo>
                      <a:cubicBezTo>
                        <a:pt x="2095" y="51340"/>
                        <a:pt x="2476" y="50768"/>
                        <a:pt x="3238" y="49911"/>
                      </a:cubicBezTo>
                      <a:cubicBezTo>
                        <a:pt x="3238" y="51340"/>
                        <a:pt x="3429" y="52197"/>
                        <a:pt x="3905" y="52578"/>
                      </a:cubicBezTo>
                      <a:cubicBezTo>
                        <a:pt x="5524" y="52388"/>
                        <a:pt x="5905" y="51530"/>
                        <a:pt x="5239" y="49816"/>
                      </a:cubicBezTo>
                      <a:cubicBezTo>
                        <a:pt x="4476" y="48101"/>
                        <a:pt x="4763" y="47149"/>
                        <a:pt x="5810" y="46863"/>
                      </a:cubicBezTo>
                      <a:cubicBezTo>
                        <a:pt x="5715" y="47149"/>
                        <a:pt x="5619" y="47530"/>
                        <a:pt x="5619" y="47815"/>
                      </a:cubicBezTo>
                      <a:cubicBezTo>
                        <a:pt x="5619" y="48387"/>
                        <a:pt x="6096" y="49149"/>
                        <a:pt x="6953" y="49816"/>
                      </a:cubicBezTo>
                      <a:cubicBezTo>
                        <a:pt x="7810" y="50578"/>
                        <a:pt x="8287" y="51054"/>
                        <a:pt x="8477" y="51340"/>
                      </a:cubicBezTo>
                      <a:lnTo>
                        <a:pt x="12287" y="50673"/>
                      </a:lnTo>
                      <a:lnTo>
                        <a:pt x="8477" y="48101"/>
                      </a:lnTo>
                      <a:lnTo>
                        <a:pt x="12287" y="46196"/>
                      </a:lnTo>
                      <a:cubicBezTo>
                        <a:pt x="12287" y="46196"/>
                        <a:pt x="11144" y="45053"/>
                        <a:pt x="9430" y="43339"/>
                      </a:cubicBezTo>
                      <a:cubicBezTo>
                        <a:pt x="8191" y="42196"/>
                        <a:pt x="7144" y="41720"/>
                        <a:pt x="6286" y="41720"/>
                      </a:cubicBezTo>
                      <a:cubicBezTo>
                        <a:pt x="5334" y="41720"/>
                        <a:pt x="4476" y="42386"/>
                        <a:pt x="3905" y="43624"/>
                      </a:cubicBezTo>
                      <a:cubicBezTo>
                        <a:pt x="2762" y="42958"/>
                        <a:pt x="2191" y="42386"/>
                        <a:pt x="2191" y="41720"/>
                      </a:cubicBezTo>
                      <a:cubicBezTo>
                        <a:pt x="2191" y="41434"/>
                        <a:pt x="2857" y="40672"/>
                        <a:pt x="4096" y="39719"/>
                      </a:cubicBezTo>
                      <a:cubicBezTo>
                        <a:pt x="5334" y="38671"/>
                        <a:pt x="5905" y="37814"/>
                        <a:pt x="5715" y="36957"/>
                      </a:cubicBezTo>
                      <a:lnTo>
                        <a:pt x="7620" y="38862"/>
                      </a:lnTo>
                      <a:lnTo>
                        <a:pt x="8858" y="37433"/>
                      </a:lnTo>
                      <a:cubicBezTo>
                        <a:pt x="9334" y="37909"/>
                        <a:pt x="9906" y="38195"/>
                        <a:pt x="10477" y="38195"/>
                      </a:cubicBezTo>
                      <a:cubicBezTo>
                        <a:pt x="11239" y="38195"/>
                        <a:pt x="12478" y="37814"/>
                        <a:pt x="14192" y="36957"/>
                      </a:cubicBezTo>
                      <a:cubicBezTo>
                        <a:pt x="15907" y="36195"/>
                        <a:pt x="17145" y="35814"/>
                        <a:pt x="17906" y="35814"/>
                      </a:cubicBezTo>
                      <a:cubicBezTo>
                        <a:pt x="18859" y="35814"/>
                        <a:pt x="19621" y="36195"/>
                        <a:pt x="20288" y="36957"/>
                      </a:cubicBezTo>
                      <a:lnTo>
                        <a:pt x="21431" y="36290"/>
                      </a:lnTo>
                      <a:cubicBezTo>
                        <a:pt x="21336" y="34862"/>
                        <a:pt x="20383" y="33814"/>
                        <a:pt x="18669" y="33338"/>
                      </a:cubicBezTo>
                      <a:cubicBezTo>
                        <a:pt x="17050" y="32766"/>
                        <a:pt x="16002" y="32290"/>
                        <a:pt x="15716" y="31813"/>
                      </a:cubicBezTo>
                      <a:cubicBezTo>
                        <a:pt x="13144" y="31623"/>
                        <a:pt x="10096" y="31623"/>
                        <a:pt x="6382" y="31813"/>
                      </a:cubicBezTo>
                      <a:cubicBezTo>
                        <a:pt x="6096" y="32575"/>
                        <a:pt x="5810" y="33052"/>
                        <a:pt x="5429" y="33052"/>
                      </a:cubicBezTo>
                      <a:cubicBezTo>
                        <a:pt x="4763" y="32575"/>
                        <a:pt x="4286" y="32385"/>
                        <a:pt x="4000" y="32385"/>
                      </a:cubicBezTo>
                      <a:cubicBezTo>
                        <a:pt x="3619" y="32385"/>
                        <a:pt x="3334" y="32385"/>
                        <a:pt x="3047" y="32575"/>
                      </a:cubicBezTo>
                      <a:lnTo>
                        <a:pt x="1143" y="25432"/>
                      </a:lnTo>
                      <a:cubicBezTo>
                        <a:pt x="2381" y="25432"/>
                        <a:pt x="3238" y="25051"/>
                        <a:pt x="3810" y="24194"/>
                      </a:cubicBezTo>
                      <a:cubicBezTo>
                        <a:pt x="3810" y="22765"/>
                        <a:pt x="3238" y="22384"/>
                        <a:pt x="2000" y="23050"/>
                      </a:cubicBezTo>
                      <a:cubicBezTo>
                        <a:pt x="857" y="23717"/>
                        <a:pt x="190" y="23527"/>
                        <a:pt x="0" y="22670"/>
                      </a:cubicBezTo>
                      <a:lnTo>
                        <a:pt x="2000" y="20669"/>
                      </a:lnTo>
                      <a:lnTo>
                        <a:pt x="3905" y="22670"/>
                      </a:lnTo>
                      <a:cubicBezTo>
                        <a:pt x="4381" y="22193"/>
                        <a:pt x="4667" y="20669"/>
                        <a:pt x="4667" y="18097"/>
                      </a:cubicBezTo>
                      <a:cubicBezTo>
                        <a:pt x="4667" y="18764"/>
                        <a:pt x="5048" y="19240"/>
                        <a:pt x="5810" y="19526"/>
                      </a:cubicBezTo>
                      <a:cubicBezTo>
                        <a:pt x="7048" y="18574"/>
                        <a:pt x="7715" y="17812"/>
                        <a:pt x="7715" y="17145"/>
                      </a:cubicBezTo>
                      <a:cubicBezTo>
                        <a:pt x="7715" y="16288"/>
                        <a:pt x="6667" y="15145"/>
                        <a:pt x="4476" y="13621"/>
                      </a:cubicBezTo>
                      <a:cubicBezTo>
                        <a:pt x="2286" y="12097"/>
                        <a:pt x="1238" y="10763"/>
                        <a:pt x="1238" y="9430"/>
                      </a:cubicBezTo>
                      <a:cubicBezTo>
                        <a:pt x="1238" y="8287"/>
                        <a:pt x="1810" y="7144"/>
                        <a:pt x="3143" y="5905"/>
                      </a:cubicBezTo>
                      <a:lnTo>
                        <a:pt x="7620" y="1143"/>
                      </a:lnTo>
                      <a:cubicBezTo>
                        <a:pt x="15716" y="286"/>
                        <a:pt x="24384" y="0"/>
                        <a:pt x="33623" y="0"/>
                      </a:cubicBezTo>
                      <a:cubicBezTo>
                        <a:pt x="42863" y="0"/>
                        <a:pt x="55530" y="476"/>
                        <a:pt x="72961" y="1429"/>
                      </a:cubicBezTo>
                      <a:cubicBezTo>
                        <a:pt x="90488" y="2381"/>
                        <a:pt x="103727" y="2857"/>
                        <a:pt x="112585" y="2857"/>
                      </a:cubicBezTo>
                      <a:cubicBezTo>
                        <a:pt x="118967" y="2857"/>
                        <a:pt x="124968" y="2667"/>
                        <a:pt x="130778" y="2381"/>
                      </a:cubicBezTo>
                      <a:cubicBezTo>
                        <a:pt x="134398" y="5239"/>
                        <a:pt x="136303" y="9049"/>
                        <a:pt x="136303" y="13811"/>
                      </a:cubicBezTo>
                      <a:cubicBezTo>
                        <a:pt x="136303" y="15240"/>
                        <a:pt x="136017" y="17716"/>
                        <a:pt x="135541" y="21241"/>
                      </a:cubicBezTo>
                      <a:cubicBezTo>
                        <a:pt x="135064" y="24765"/>
                        <a:pt x="134778" y="27432"/>
                        <a:pt x="134778" y="29337"/>
                      </a:cubicBezTo>
                      <a:cubicBezTo>
                        <a:pt x="134778" y="31337"/>
                        <a:pt x="134969" y="32956"/>
                        <a:pt x="135255" y="34576"/>
                      </a:cubicBezTo>
                      <a:cubicBezTo>
                        <a:pt x="135255" y="37147"/>
                        <a:pt x="133635" y="38386"/>
                        <a:pt x="130492" y="38386"/>
                      </a:cubicBezTo>
                      <a:cubicBezTo>
                        <a:pt x="130016" y="38386"/>
                        <a:pt x="129254" y="38386"/>
                        <a:pt x="128111" y="38195"/>
                      </a:cubicBezTo>
                      <a:lnTo>
                        <a:pt x="125730" y="38195"/>
                      </a:lnTo>
                      <a:cubicBezTo>
                        <a:pt x="123825" y="38195"/>
                        <a:pt x="122396" y="38481"/>
                        <a:pt x="121444" y="39148"/>
                      </a:cubicBezTo>
                      <a:lnTo>
                        <a:pt x="116205" y="39148"/>
                      </a:lnTo>
                      <a:lnTo>
                        <a:pt x="116205" y="38195"/>
                      </a:lnTo>
                      <a:cubicBezTo>
                        <a:pt x="108871" y="38767"/>
                        <a:pt x="100584" y="39148"/>
                        <a:pt x="91344" y="39148"/>
                      </a:cubicBezTo>
                      <a:cubicBezTo>
                        <a:pt x="85630" y="39243"/>
                        <a:pt x="77248" y="39243"/>
                        <a:pt x="66294" y="39148"/>
                      </a:cubicBezTo>
                      <a:lnTo>
                        <a:pt x="41243" y="39148"/>
                      </a:lnTo>
                      <a:cubicBezTo>
                        <a:pt x="40100" y="42005"/>
                        <a:pt x="39624" y="45244"/>
                        <a:pt x="39624" y="48958"/>
                      </a:cubicBezTo>
                      <a:cubicBezTo>
                        <a:pt x="39624" y="50006"/>
                        <a:pt x="39624" y="51721"/>
                        <a:pt x="39814" y="53912"/>
                      </a:cubicBezTo>
                      <a:lnTo>
                        <a:pt x="39814" y="59150"/>
                      </a:lnTo>
                      <a:cubicBezTo>
                        <a:pt x="39814" y="62674"/>
                        <a:pt x="39433" y="65818"/>
                        <a:pt x="38671" y="68675"/>
                      </a:cubicBezTo>
                      <a:cubicBezTo>
                        <a:pt x="39148" y="70866"/>
                        <a:pt x="39528" y="73152"/>
                        <a:pt x="39814" y="75343"/>
                      </a:cubicBezTo>
                      <a:cubicBezTo>
                        <a:pt x="40576" y="78200"/>
                        <a:pt x="42100" y="79629"/>
                        <a:pt x="44100" y="79629"/>
                      </a:cubicBezTo>
                      <a:cubicBezTo>
                        <a:pt x="44767" y="79629"/>
                        <a:pt x="45434" y="79629"/>
                        <a:pt x="46005" y="79438"/>
                      </a:cubicBezTo>
                      <a:cubicBezTo>
                        <a:pt x="46481" y="79534"/>
                        <a:pt x="47054" y="79629"/>
                        <a:pt x="47720" y="79629"/>
                      </a:cubicBezTo>
                      <a:cubicBezTo>
                        <a:pt x="48387" y="79629"/>
                        <a:pt x="49339" y="79534"/>
                        <a:pt x="50578" y="79153"/>
                      </a:cubicBezTo>
                      <a:cubicBezTo>
                        <a:pt x="51816" y="78867"/>
                        <a:pt x="52673" y="78676"/>
                        <a:pt x="53244" y="78676"/>
                      </a:cubicBezTo>
                      <a:cubicBezTo>
                        <a:pt x="54578" y="78676"/>
                        <a:pt x="55530" y="79343"/>
                        <a:pt x="56292" y="80581"/>
                      </a:cubicBezTo>
                      <a:cubicBezTo>
                        <a:pt x="60579" y="79343"/>
                        <a:pt x="65627" y="78676"/>
                        <a:pt x="71342" y="78676"/>
                      </a:cubicBezTo>
                      <a:cubicBezTo>
                        <a:pt x="74200" y="78676"/>
                        <a:pt x="78391" y="78867"/>
                        <a:pt x="83915" y="79248"/>
                      </a:cubicBezTo>
                      <a:cubicBezTo>
                        <a:pt x="89439" y="79629"/>
                        <a:pt x="93440" y="79820"/>
                        <a:pt x="96202" y="79820"/>
                      </a:cubicBezTo>
                      <a:cubicBezTo>
                        <a:pt x="98964" y="79820"/>
                        <a:pt x="101441" y="79629"/>
                        <a:pt x="103822" y="79438"/>
                      </a:cubicBezTo>
                      <a:cubicBezTo>
                        <a:pt x="104965" y="83344"/>
                        <a:pt x="105441" y="88963"/>
                        <a:pt x="105251" y="96107"/>
                      </a:cubicBezTo>
                      <a:cubicBezTo>
                        <a:pt x="105156" y="104299"/>
                        <a:pt x="105251" y="109728"/>
                        <a:pt x="105727" y="112776"/>
                      </a:cubicBezTo>
                      <a:cubicBezTo>
                        <a:pt x="102394" y="115157"/>
                        <a:pt x="97821" y="116396"/>
                        <a:pt x="92107" y="116396"/>
                      </a:cubicBezTo>
                      <a:cubicBezTo>
                        <a:pt x="89630" y="116396"/>
                        <a:pt x="86106" y="116110"/>
                        <a:pt x="81248" y="115729"/>
                      </a:cubicBezTo>
                      <a:cubicBezTo>
                        <a:pt x="76390" y="115253"/>
                        <a:pt x="72675" y="114967"/>
                        <a:pt x="70104" y="114967"/>
                      </a:cubicBezTo>
                      <a:cubicBezTo>
                        <a:pt x="67723" y="114967"/>
                        <a:pt x="65531" y="115157"/>
                        <a:pt x="63436" y="115443"/>
                      </a:cubicBezTo>
                      <a:lnTo>
                        <a:pt x="63436" y="114205"/>
                      </a:lnTo>
                      <a:cubicBezTo>
                        <a:pt x="62389" y="114395"/>
                        <a:pt x="59912" y="114490"/>
                        <a:pt x="56006" y="114490"/>
                      </a:cubicBezTo>
                      <a:cubicBezTo>
                        <a:pt x="53435" y="114490"/>
                        <a:pt x="51054" y="115062"/>
                        <a:pt x="48863" y="116110"/>
                      </a:cubicBezTo>
                      <a:cubicBezTo>
                        <a:pt x="48101" y="115633"/>
                        <a:pt x="47054" y="115348"/>
                        <a:pt x="45720" y="115348"/>
                      </a:cubicBezTo>
                      <a:cubicBezTo>
                        <a:pt x="43815" y="115538"/>
                        <a:pt x="42672" y="115538"/>
                        <a:pt x="42386" y="115348"/>
                      </a:cubicBezTo>
                      <a:cubicBezTo>
                        <a:pt x="39814" y="116205"/>
                        <a:pt x="38576" y="118110"/>
                        <a:pt x="38576" y="121348"/>
                      </a:cubicBezTo>
                      <a:cubicBezTo>
                        <a:pt x="38576" y="123634"/>
                        <a:pt x="38957" y="125349"/>
                        <a:pt x="39719" y="126587"/>
                      </a:cubicBezTo>
                      <a:cubicBezTo>
                        <a:pt x="36195" y="125635"/>
                        <a:pt x="33147" y="126587"/>
                        <a:pt x="30385" y="129254"/>
                      </a:cubicBezTo>
                      <a:lnTo>
                        <a:pt x="36576" y="128111"/>
                      </a:lnTo>
                      <a:lnTo>
                        <a:pt x="35814" y="129254"/>
                      </a:lnTo>
                      <a:cubicBezTo>
                        <a:pt x="36100" y="129921"/>
                        <a:pt x="36576" y="130207"/>
                        <a:pt x="37052" y="130207"/>
                      </a:cubicBezTo>
                      <a:cubicBezTo>
                        <a:pt x="36671" y="130207"/>
                        <a:pt x="37623" y="129445"/>
                        <a:pt x="39624" y="128111"/>
                      </a:cubicBezTo>
                      <a:cubicBezTo>
                        <a:pt x="39624" y="127445"/>
                        <a:pt x="39624" y="132016"/>
                        <a:pt x="39433" y="141922"/>
                      </a:cubicBezTo>
                      <a:cubicBezTo>
                        <a:pt x="39243" y="147638"/>
                        <a:pt x="40195" y="152019"/>
                        <a:pt x="42291" y="155067"/>
                      </a:cubicBezTo>
                      <a:cubicBezTo>
                        <a:pt x="48196" y="155829"/>
                        <a:pt x="54387" y="156210"/>
                        <a:pt x="60864" y="156210"/>
                      </a:cubicBezTo>
                      <a:cubicBezTo>
                        <a:pt x="65817" y="156210"/>
                        <a:pt x="72961" y="155829"/>
                        <a:pt x="82486" y="155257"/>
                      </a:cubicBezTo>
                      <a:cubicBezTo>
                        <a:pt x="91916" y="154591"/>
                        <a:pt x="99060" y="154305"/>
                        <a:pt x="103822" y="154305"/>
                      </a:cubicBezTo>
                      <a:cubicBezTo>
                        <a:pt x="110966" y="154305"/>
                        <a:pt x="117634" y="154781"/>
                        <a:pt x="123825" y="155734"/>
                      </a:cubicBezTo>
                      <a:cubicBezTo>
                        <a:pt x="124968" y="153162"/>
                        <a:pt x="127159" y="152971"/>
                        <a:pt x="130492" y="155067"/>
                      </a:cubicBezTo>
                      <a:close/>
                      <a:moveTo>
                        <a:pt x="7810" y="34671"/>
                      </a:moveTo>
                      <a:lnTo>
                        <a:pt x="9239" y="36576"/>
                      </a:lnTo>
                      <a:lnTo>
                        <a:pt x="9048" y="37052"/>
                      </a:lnTo>
                      <a:cubicBezTo>
                        <a:pt x="8381" y="36386"/>
                        <a:pt x="8001" y="35623"/>
                        <a:pt x="7810" y="34671"/>
                      </a:cubicBezTo>
                      <a:close/>
                      <a:moveTo>
                        <a:pt x="56673" y="102965"/>
                      </a:moveTo>
                      <a:lnTo>
                        <a:pt x="53816" y="102965"/>
                      </a:lnTo>
                      <a:cubicBezTo>
                        <a:pt x="54292" y="104013"/>
                        <a:pt x="55245" y="104013"/>
                        <a:pt x="56673" y="102965"/>
                      </a:cubicBezTo>
                      <a:lnTo>
                        <a:pt x="57912" y="102965"/>
                      </a:lnTo>
                      <a:cubicBezTo>
                        <a:pt x="57912" y="102965"/>
                        <a:pt x="58388" y="103918"/>
                        <a:pt x="58388" y="104584"/>
                      </a:cubicBezTo>
                      <a:lnTo>
                        <a:pt x="61722" y="102965"/>
                      </a:lnTo>
                      <a:cubicBezTo>
                        <a:pt x="62484" y="103822"/>
                        <a:pt x="62865" y="104394"/>
                        <a:pt x="62865" y="104584"/>
                      </a:cubicBezTo>
                      <a:lnTo>
                        <a:pt x="66389" y="104584"/>
                      </a:lnTo>
                      <a:lnTo>
                        <a:pt x="66389" y="102965"/>
                      </a:lnTo>
                      <a:lnTo>
                        <a:pt x="57816" y="102965"/>
                      </a:lnTo>
                      <a:cubicBezTo>
                        <a:pt x="57816" y="102965"/>
                        <a:pt x="57055" y="102679"/>
                        <a:pt x="56579" y="102965"/>
                      </a:cubicBezTo>
                      <a:close/>
                      <a:moveTo>
                        <a:pt x="103251" y="12954"/>
                      </a:moveTo>
                      <a:lnTo>
                        <a:pt x="101346" y="11811"/>
                      </a:lnTo>
                      <a:lnTo>
                        <a:pt x="103251" y="15621"/>
                      </a:lnTo>
                      <a:lnTo>
                        <a:pt x="103251" y="12954"/>
                      </a:lnTo>
                      <a:close/>
                      <a:moveTo>
                        <a:pt x="147447" y="167449"/>
                      </a:moveTo>
                      <a:lnTo>
                        <a:pt x="148399" y="167449"/>
                      </a:lnTo>
                      <a:lnTo>
                        <a:pt x="145542" y="169069"/>
                      </a:lnTo>
                      <a:lnTo>
                        <a:pt x="147447" y="167449"/>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41" name="Google Shape;1241;p99"/>
              <p:cNvGrpSpPr/>
              <p:nvPr/>
            </p:nvGrpSpPr>
            <p:grpSpPr>
              <a:xfrm>
                <a:off x="12806451" y="4744403"/>
                <a:ext cx="342804" cy="49911"/>
                <a:chOff x="7553133" y="2462498"/>
                <a:chExt cx="342804" cy="49911"/>
              </a:xfrm>
            </p:grpSpPr>
            <p:sp>
              <p:nvSpPr>
                <p:cNvPr id="1242" name="Google Shape;1242;p99"/>
                <p:cNvSpPr/>
                <p:nvPr/>
              </p:nvSpPr>
              <p:spPr>
                <a:xfrm>
                  <a:off x="7553133" y="2462879"/>
                  <a:ext cx="36100" cy="47434"/>
                </a:xfrm>
                <a:custGeom>
                  <a:avLst/>
                  <a:gdLst/>
                  <a:ahLst/>
                  <a:cxnLst/>
                  <a:rect l="l" t="t" r="r" b="b"/>
                  <a:pathLst>
                    <a:path w="36100" h="47434" extrusionOk="0">
                      <a:moveTo>
                        <a:pt x="31909" y="37909"/>
                      </a:moveTo>
                      <a:cubicBezTo>
                        <a:pt x="32671" y="38386"/>
                        <a:pt x="33147" y="39243"/>
                        <a:pt x="33147" y="40386"/>
                      </a:cubicBezTo>
                      <a:cubicBezTo>
                        <a:pt x="33147" y="41434"/>
                        <a:pt x="33147" y="42386"/>
                        <a:pt x="33147" y="43339"/>
                      </a:cubicBezTo>
                      <a:cubicBezTo>
                        <a:pt x="33147" y="43910"/>
                        <a:pt x="33242" y="44386"/>
                        <a:pt x="33338" y="44767"/>
                      </a:cubicBezTo>
                      <a:cubicBezTo>
                        <a:pt x="32290" y="46482"/>
                        <a:pt x="30385" y="47434"/>
                        <a:pt x="27908" y="47434"/>
                      </a:cubicBezTo>
                      <a:cubicBezTo>
                        <a:pt x="27147" y="47434"/>
                        <a:pt x="26004" y="47434"/>
                        <a:pt x="24384" y="47149"/>
                      </a:cubicBezTo>
                      <a:cubicBezTo>
                        <a:pt x="22765" y="47053"/>
                        <a:pt x="21622" y="46958"/>
                        <a:pt x="20860" y="46958"/>
                      </a:cubicBezTo>
                      <a:cubicBezTo>
                        <a:pt x="20098" y="46958"/>
                        <a:pt x="19336" y="46958"/>
                        <a:pt x="18669" y="46958"/>
                      </a:cubicBezTo>
                      <a:lnTo>
                        <a:pt x="5429" y="46958"/>
                      </a:lnTo>
                      <a:lnTo>
                        <a:pt x="5429" y="46768"/>
                      </a:lnTo>
                      <a:cubicBezTo>
                        <a:pt x="4953" y="46482"/>
                        <a:pt x="4096" y="46482"/>
                        <a:pt x="2953" y="46672"/>
                      </a:cubicBezTo>
                      <a:cubicBezTo>
                        <a:pt x="1810" y="46863"/>
                        <a:pt x="953" y="46672"/>
                        <a:pt x="286" y="46291"/>
                      </a:cubicBezTo>
                      <a:cubicBezTo>
                        <a:pt x="477" y="40767"/>
                        <a:pt x="571" y="35242"/>
                        <a:pt x="571" y="29813"/>
                      </a:cubicBezTo>
                      <a:cubicBezTo>
                        <a:pt x="571" y="24384"/>
                        <a:pt x="571" y="18859"/>
                        <a:pt x="286" y="13240"/>
                      </a:cubicBezTo>
                      <a:cubicBezTo>
                        <a:pt x="477" y="13430"/>
                        <a:pt x="667" y="13430"/>
                        <a:pt x="667" y="13430"/>
                      </a:cubicBezTo>
                      <a:lnTo>
                        <a:pt x="858" y="13240"/>
                      </a:lnTo>
                      <a:cubicBezTo>
                        <a:pt x="858" y="13240"/>
                        <a:pt x="858" y="12859"/>
                        <a:pt x="571" y="12763"/>
                      </a:cubicBezTo>
                      <a:cubicBezTo>
                        <a:pt x="381" y="12668"/>
                        <a:pt x="286" y="12573"/>
                        <a:pt x="286" y="12573"/>
                      </a:cubicBezTo>
                      <a:cubicBezTo>
                        <a:pt x="286" y="12573"/>
                        <a:pt x="286" y="12382"/>
                        <a:pt x="571" y="12192"/>
                      </a:cubicBezTo>
                      <a:cubicBezTo>
                        <a:pt x="571" y="12573"/>
                        <a:pt x="571" y="12763"/>
                        <a:pt x="762" y="12859"/>
                      </a:cubicBezTo>
                      <a:cubicBezTo>
                        <a:pt x="1143" y="12859"/>
                        <a:pt x="1238" y="12573"/>
                        <a:pt x="1143" y="12192"/>
                      </a:cubicBezTo>
                      <a:cubicBezTo>
                        <a:pt x="953" y="11811"/>
                        <a:pt x="953" y="11525"/>
                        <a:pt x="1238" y="11430"/>
                      </a:cubicBezTo>
                      <a:cubicBezTo>
                        <a:pt x="1238" y="11430"/>
                        <a:pt x="1143" y="11620"/>
                        <a:pt x="1143" y="11716"/>
                      </a:cubicBezTo>
                      <a:cubicBezTo>
                        <a:pt x="1143" y="11906"/>
                        <a:pt x="1238" y="12001"/>
                        <a:pt x="1524" y="12192"/>
                      </a:cubicBezTo>
                      <a:cubicBezTo>
                        <a:pt x="1714" y="12382"/>
                        <a:pt x="1810" y="12478"/>
                        <a:pt x="1905" y="12573"/>
                      </a:cubicBezTo>
                      <a:lnTo>
                        <a:pt x="2858" y="12382"/>
                      </a:lnTo>
                      <a:lnTo>
                        <a:pt x="1905" y="11716"/>
                      </a:lnTo>
                      <a:lnTo>
                        <a:pt x="2858" y="11239"/>
                      </a:lnTo>
                      <a:cubicBezTo>
                        <a:pt x="2858" y="11239"/>
                        <a:pt x="2572" y="10954"/>
                        <a:pt x="2191" y="10573"/>
                      </a:cubicBezTo>
                      <a:cubicBezTo>
                        <a:pt x="1810" y="10287"/>
                        <a:pt x="1620" y="10192"/>
                        <a:pt x="1429" y="10192"/>
                      </a:cubicBezTo>
                      <a:cubicBezTo>
                        <a:pt x="1238" y="10192"/>
                        <a:pt x="1048" y="10382"/>
                        <a:pt x="858" y="10668"/>
                      </a:cubicBezTo>
                      <a:cubicBezTo>
                        <a:pt x="571" y="10477"/>
                        <a:pt x="477" y="10382"/>
                        <a:pt x="477" y="10192"/>
                      </a:cubicBezTo>
                      <a:cubicBezTo>
                        <a:pt x="477" y="10192"/>
                        <a:pt x="667" y="10001"/>
                        <a:pt x="953" y="9715"/>
                      </a:cubicBezTo>
                      <a:cubicBezTo>
                        <a:pt x="1238" y="9430"/>
                        <a:pt x="1429" y="9239"/>
                        <a:pt x="1334" y="9049"/>
                      </a:cubicBezTo>
                      <a:lnTo>
                        <a:pt x="1810" y="9525"/>
                      </a:lnTo>
                      <a:lnTo>
                        <a:pt x="2096" y="9144"/>
                      </a:lnTo>
                      <a:cubicBezTo>
                        <a:pt x="2096" y="9144"/>
                        <a:pt x="2381" y="9334"/>
                        <a:pt x="2572" y="9334"/>
                      </a:cubicBezTo>
                      <a:cubicBezTo>
                        <a:pt x="2763" y="9334"/>
                        <a:pt x="3048" y="9239"/>
                        <a:pt x="3524" y="9049"/>
                      </a:cubicBezTo>
                      <a:cubicBezTo>
                        <a:pt x="3906" y="8858"/>
                        <a:pt x="4191" y="8763"/>
                        <a:pt x="4382" y="8763"/>
                      </a:cubicBezTo>
                      <a:cubicBezTo>
                        <a:pt x="4667" y="8763"/>
                        <a:pt x="4858" y="8858"/>
                        <a:pt x="4953" y="9049"/>
                      </a:cubicBezTo>
                      <a:lnTo>
                        <a:pt x="5239" y="8858"/>
                      </a:lnTo>
                      <a:cubicBezTo>
                        <a:pt x="5239" y="8858"/>
                        <a:pt x="4953" y="8287"/>
                        <a:pt x="4572" y="8191"/>
                      </a:cubicBezTo>
                      <a:cubicBezTo>
                        <a:pt x="4191" y="8001"/>
                        <a:pt x="3906" y="7906"/>
                        <a:pt x="3810" y="7810"/>
                      </a:cubicBezTo>
                      <a:cubicBezTo>
                        <a:pt x="3239" y="7810"/>
                        <a:pt x="2477" y="7810"/>
                        <a:pt x="1524" y="7810"/>
                      </a:cubicBezTo>
                      <a:cubicBezTo>
                        <a:pt x="1524" y="8001"/>
                        <a:pt x="1334" y="8096"/>
                        <a:pt x="1238" y="8096"/>
                      </a:cubicBezTo>
                      <a:cubicBezTo>
                        <a:pt x="1143" y="8001"/>
                        <a:pt x="1048" y="7906"/>
                        <a:pt x="953" y="7906"/>
                      </a:cubicBezTo>
                      <a:cubicBezTo>
                        <a:pt x="858" y="7906"/>
                        <a:pt x="762" y="7906"/>
                        <a:pt x="667" y="7906"/>
                      </a:cubicBezTo>
                      <a:lnTo>
                        <a:pt x="191" y="6191"/>
                      </a:lnTo>
                      <a:cubicBezTo>
                        <a:pt x="191" y="6191"/>
                        <a:pt x="667" y="6096"/>
                        <a:pt x="858" y="5905"/>
                      </a:cubicBezTo>
                      <a:cubicBezTo>
                        <a:pt x="858" y="5524"/>
                        <a:pt x="762" y="5429"/>
                        <a:pt x="477" y="5620"/>
                      </a:cubicBezTo>
                      <a:cubicBezTo>
                        <a:pt x="191" y="5810"/>
                        <a:pt x="0" y="5715"/>
                        <a:pt x="0" y="5524"/>
                      </a:cubicBezTo>
                      <a:lnTo>
                        <a:pt x="477" y="5143"/>
                      </a:lnTo>
                      <a:lnTo>
                        <a:pt x="858" y="5524"/>
                      </a:lnTo>
                      <a:cubicBezTo>
                        <a:pt x="858" y="5524"/>
                        <a:pt x="1048" y="5048"/>
                        <a:pt x="1048" y="4381"/>
                      </a:cubicBezTo>
                      <a:cubicBezTo>
                        <a:pt x="1048" y="4572"/>
                        <a:pt x="1048" y="4667"/>
                        <a:pt x="1334" y="4763"/>
                      </a:cubicBezTo>
                      <a:cubicBezTo>
                        <a:pt x="1620" y="4477"/>
                        <a:pt x="1810" y="4286"/>
                        <a:pt x="1810" y="4096"/>
                      </a:cubicBezTo>
                      <a:cubicBezTo>
                        <a:pt x="1810" y="3905"/>
                        <a:pt x="1524" y="3619"/>
                        <a:pt x="1048" y="3334"/>
                      </a:cubicBezTo>
                      <a:cubicBezTo>
                        <a:pt x="571" y="2953"/>
                        <a:pt x="286" y="2572"/>
                        <a:pt x="286" y="2286"/>
                      </a:cubicBezTo>
                      <a:cubicBezTo>
                        <a:pt x="286" y="2000"/>
                        <a:pt x="381" y="1714"/>
                        <a:pt x="762" y="1429"/>
                      </a:cubicBezTo>
                      <a:lnTo>
                        <a:pt x="1905" y="286"/>
                      </a:lnTo>
                      <a:cubicBezTo>
                        <a:pt x="3906" y="95"/>
                        <a:pt x="6001" y="0"/>
                        <a:pt x="8287" y="0"/>
                      </a:cubicBezTo>
                      <a:cubicBezTo>
                        <a:pt x="10573" y="0"/>
                        <a:pt x="13716" y="95"/>
                        <a:pt x="17907" y="381"/>
                      </a:cubicBezTo>
                      <a:cubicBezTo>
                        <a:pt x="22193" y="667"/>
                        <a:pt x="25432" y="762"/>
                        <a:pt x="27623" y="762"/>
                      </a:cubicBezTo>
                      <a:cubicBezTo>
                        <a:pt x="29146" y="762"/>
                        <a:pt x="30575" y="762"/>
                        <a:pt x="32004" y="667"/>
                      </a:cubicBezTo>
                      <a:cubicBezTo>
                        <a:pt x="32861" y="1333"/>
                        <a:pt x="33338" y="2286"/>
                        <a:pt x="33338" y="3524"/>
                      </a:cubicBezTo>
                      <a:cubicBezTo>
                        <a:pt x="33338" y="3810"/>
                        <a:pt x="33338" y="4381"/>
                        <a:pt x="33242" y="5334"/>
                      </a:cubicBezTo>
                      <a:cubicBezTo>
                        <a:pt x="33052" y="6191"/>
                        <a:pt x="33052" y="6858"/>
                        <a:pt x="33052" y="7334"/>
                      </a:cubicBezTo>
                      <a:cubicBezTo>
                        <a:pt x="33052" y="7810"/>
                        <a:pt x="33052" y="8191"/>
                        <a:pt x="33147" y="8572"/>
                      </a:cubicBezTo>
                      <a:cubicBezTo>
                        <a:pt x="33147" y="9239"/>
                        <a:pt x="32766" y="9525"/>
                        <a:pt x="32004" y="9525"/>
                      </a:cubicBezTo>
                      <a:cubicBezTo>
                        <a:pt x="31814" y="9525"/>
                        <a:pt x="31623" y="9525"/>
                        <a:pt x="31433" y="9525"/>
                      </a:cubicBezTo>
                      <a:lnTo>
                        <a:pt x="30861" y="9525"/>
                      </a:lnTo>
                      <a:cubicBezTo>
                        <a:pt x="30861" y="9525"/>
                        <a:pt x="30099" y="9525"/>
                        <a:pt x="29813" y="9811"/>
                      </a:cubicBezTo>
                      <a:lnTo>
                        <a:pt x="28575" y="9811"/>
                      </a:lnTo>
                      <a:lnTo>
                        <a:pt x="28575" y="9525"/>
                      </a:lnTo>
                      <a:cubicBezTo>
                        <a:pt x="26765" y="9715"/>
                        <a:pt x="24765" y="9811"/>
                        <a:pt x="22479" y="9811"/>
                      </a:cubicBezTo>
                      <a:cubicBezTo>
                        <a:pt x="21146" y="9811"/>
                        <a:pt x="19050" y="9811"/>
                        <a:pt x="16383" y="9811"/>
                      </a:cubicBezTo>
                      <a:lnTo>
                        <a:pt x="10192" y="9811"/>
                      </a:lnTo>
                      <a:cubicBezTo>
                        <a:pt x="9906" y="10477"/>
                        <a:pt x="9811" y="11335"/>
                        <a:pt x="9811" y="12192"/>
                      </a:cubicBezTo>
                      <a:cubicBezTo>
                        <a:pt x="9811" y="12478"/>
                        <a:pt x="9811" y="12859"/>
                        <a:pt x="9811" y="13430"/>
                      </a:cubicBezTo>
                      <a:lnTo>
                        <a:pt x="9811" y="14764"/>
                      </a:lnTo>
                      <a:cubicBezTo>
                        <a:pt x="9811" y="15621"/>
                        <a:pt x="9716" y="16383"/>
                        <a:pt x="9525" y="17050"/>
                      </a:cubicBezTo>
                      <a:cubicBezTo>
                        <a:pt x="9525" y="17621"/>
                        <a:pt x="9716" y="18097"/>
                        <a:pt x="9811" y="18669"/>
                      </a:cubicBezTo>
                      <a:cubicBezTo>
                        <a:pt x="10002" y="19336"/>
                        <a:pt x="10383" y="19717"/>
                        <a:pt x="10859" y="19717"/>
                      </a:cubicBezTo>
                      <a:cubicBezTo>
                        <a:pt x="11049" y="19717"/>
                        <a:pt x="11145" y="19717"/>
                        <a:pt x="11335" y="19717"/>
                      </a:cubicBezTo>
                      <a:cubicBezTo>
                        <a:pt x="11430" y="19717"/>
                        <a:pt x="11621" y="19717"/>
                        <a:pt x="11716" y="19717"/>
                      </a:cubicBezTo>
                      <a:cubicBezTo>
                        <a:pt x="11906" y="19717"/>
                        <a:pt x="12097" y="19717"/>
                        <a:pt x="12383" y="19621"/>
                      </a:cubicBezTo>
                      <a:cubicBezTo>
                        <a:pt x="12668" y="19621"/>
                        <a:pt x="12859" y="19526"/>
                        <a:pt x="13049" y="19526"/>
                      </a:cubicBezTo>
                      <a:cubicBezTo>
                        <a:pt x="13335" y="19526"/>
                        <a:pt x="13621" y="19621"/>
                        <a:pt x="13811" y="20002"/>
                      </a:cubicBezTo>
                      <a:cubicBezTo>
                        <a:pt x="14859" y="19717"/>
                        <a:pt x="16097" y="19526"/>
                        <a:pt x="17526" y="19526"/>
                      </a:cubicBezTo>
                      <a:cubicBezTo>
                        <a:pt x="18193" y="19526"/>
                        <a:pt x="19241" y="19526"/>
                        <a:pt x="20574" y="19621"/>
                      </a:cubicBezTo>
                      <a:cubicBezTo>
                        <a:pt x="21908" y="19621"/>
                        <a:pt x="22956" y="19812"/>
                        <a:pt x="23527" y="19812"/>
                      </a:cubicBezTo>
                      <a:cubicBezTo>
                        <a:pt x="24194" y="19812"/>
                        <a:pt x="24765" y="19812"/>
                        <a:pt x="25432" y="19717"/>
                      </a:cubicBezTo>
                      <a:cubicBezTo>
                        <a:pt x="25718" y="20669"/>
                        <a:pt x="25813" y="22003"/>
                        <a:pt x="25718" y="23813"/>
                      </a:cubicBezTo>
                      <a:cubicBezTo>
                        <a:pt x="25718" y="25813"/>
                        <a:pt x="25718" y="27146"/>
                        <a:pt x="25813" y="27908"/>
                      </a:cubicBezTo>
                      <a:cubicBezTo>
                        <a:pt x="24955" y="28480"/>
                        <a:pt x="23908" y="28765"/>
                        <a:pt x="22479" y="28765"/>
                      </a:cubicBezTo>
                      <a:cubicBezTo>
                        <a:pt x="21908" y="28765"/>
                        <a:pt x="21050" y="28765"/>
                        <a:pt x="19812" y="28575"/>
                      </a:cubicBezTo>
                      <a:cubicBezTo>
                        <a:pt x="18669" y="28480"/>
                        <a:pt x="17812" y="28384"/>
                        <a:pt x="17050" y="28384"/>
                      </a:cubicBezTo>
                      <a:cubicBezTo>
                        <a:pt x="16573" y="28384"/>
                        <a:pt x="16002" y="28384"/>
                        <a:pt x="15430" y="28480"/>
                      </a:cubicBezTo>
                      <a:lnTo>
                        <a:pt x="15430" y="28194"/>
                      </a:lnTo>
                      <a:cubicBezTo>
                        <a:pt x="15430" y="28194"/>
                        <a:pt x="14574" y="28194"/>
                        <a:pt x="13621" y="28194"/>
                      </a:cubicBezTo>
                      <a:cubicBezTo>
                        <a:pt x="13049" y="28194"/>
                        <a:pt x="12383" y="28289"/>
                        <a:pt x="11906" y="28575"/>
                      </a:cubicBezTo>
                      <a:cubicBezTo>
                        <a:pt x="11716" y="28480"/>
                        <a:pt x="11430" y="28384"/>
                        <a:pt x="11145" y="28384"/>
                      </a:cubicBezTo>
                      <a:cubicBezTo>
                        <a:pt x="10668" y="28384"/>
                        <a:pt x="10383" y="28384"/>
                        <a:pt x="10383" y="28384"/>
                      </a:cubicBezTo>
                      <a:cubicBezTo>
                        <a:pt x="9811" y="28575"/>
                        <a:pt x="9430" y="29051"/>
                        <a:pt x="9430" y="29813"/>
                      </a:cubicBezTo>
                      <a:cubicBezTo>
                        <a:pt x="9430" y="30385"/>
                        <a:pt x="9430" y="30766"/>
                        <a:pt x="9716" y="31147"/>
                      </a:cubicBezTo>
                      <a:cubicBezTo>
                        <a:pt x="8858" y="30956"/>
                        <a:pt x="8097" y="31147"/>
                        <a:pt x="7430" y="31813"/>
                      </a:cubicBezTo>
                      <a:lnTo>
                        <a:pt x="8954" y="31528"/>
                      </a:lnTo>
                      <a:lnTo>
                        <a:pt x="8763" y="31813"/>
                      </a:lnTo>
                      <a:cubicBezTo>
                        <a:pt x="8763" y="31813"/>
                        <a:pt x="8954" y="32004"/>
                        <a:pt x="9049" y="32004"/>
                      </a:cubicBezTo>
                      <a:cubicBezTo>
                        <a:pt x="8954" y="32004"/>
                        <a:pt x="9240" y="31909"/>
                        <a:pt x="9716" y="31528"/>
                      </a:cubicBezTo>
                      <a:cubicBezTo>
                        <a:pt x="9716" y="31432"/>
                        <a:pt x="9716" y="32480"/>
                        <a:pt x="9716" y="34957"/>
                      </a:cubicBezTo>
                      <a:cubicBezTo>
                        <a:pt x="9716" y="36385"/>
                        <a:pt x="9906" y="37433"/>
                        <a:pt x="10383" y="38195"/>
                      </a:cubicBezTo>
                      <a:cubicBezTo>
                        <a:pt x="11811" y="38386"/>
                        <a:pt x="13335" y="38481"/>
                        <a:pt x="14954" y="38481"/>
                      </a:cubicBezTo>
                      <a:cubicBezTo>
                        <a:pt x="16097" y="38481"/>
                        <a:pt x="17812" y="38481"/>
                        <a:pt x="20193" y="38290"/>
                      </a:cubicBezTo>
                      <a:cubicBezTo>
                        <a:pt x="22479" y="38100"/>
                        <a:pt x="24194" y="38005"/>
                        <a:pt x="25432" y="38005"/>
                      </a:cubicBezTo>
                      <a:cubicBezTo>
                        <a:pt x="27147" y="38005"/>
                        <a:pt x="28766" y="38100"/>
                        <a:pt x="30289" y="38386"/>
                      </a:cubicBezTo>
                      <a:cubicBezTo>
                        <a:pt x="30575" y="37719"/>
                        <a:pt x="31147" y="37719"/>
                        <a:pt x="31909" y="38195"/>
                      </a:cubicBezTo>
                      <a:close/>
                      <a:moveTo>
                        <a:pt x="1810" y="8572"/>
                      </a:moveTo>
                      <a:lnTo>
                        <a:pt x="2096" y="9049"/>
                      </a:lnTo>
                      <a:lnTo>
                        <a:pt x="2096" y="9049"/>
                      </a:lnTo>
                      <a:cubicBezTo>
                        <a:pt x="2096" y="9049"/>
                        <a:pt x="1810" y="8858"/>
                        <a:pt x="1810" y="8572"/>
                      </a:cubicBezTo>
                      <a:close/>
                      <a:moveTo>
                        <a:pt x="13811" y="25241"/>
                      </a:moveTo>
                      <a:lnTo>
                        <a:pt x="13049" y="25241"/>
                      </a:lnTo>
                      <a:cubicBezTo>
                        <a:pt x="13049" y="25241"/>
                        <a:pt x="13431" y="25527"/>
                        <a:pt x="13811" y="25241"/>
                      </a:cubicBezTo>
                      <a:lnTo>
                        <a:pt x="14097" y="25241"/>
                      </a:lnTo>
                      <a:cubicBezTo>
                        <a:pt x="14097" y="25241"/>
                        <a:pt x="14192" y="25432"/>
                        <a:pt x="14192" y="25622"/>
                      </a:cubicBezTo>
                      <a:lnTo>
                        <a:pt x="15050" y="25241"/>
                      </a:lnTo>
                      <a:cubicBezTo>
                        <a:pt x="15050" y="25241"/>
                        <a:pt x="15336" y="25527"/>
                        <a:pt x="15336" y="25622"/>
                      </a:cubicBezTo>
                      <a:lnTo>
                        <a:pt x="16193" y="25622"/>
                      </a:lnTo>
                      <a:lnTo>
                        <a:pt x="16193" y="25241"/>
                      </a:lnTo>
                      <a:lnTo>
                        <a:pt x="14097" y="25241"/>
                      </a:lnTo>
                      <a:cubicBezTo>
                        <a:pt x="14097" y="25241"/>
                        <a:pt x="14002" y="25241"/>
                        <a:pt x="13811" y="25241"/>
                      </a:cubicBezTo>
                      <a:close/>
                      <a:moveTo>
                        <a:pt x="25146" y="3238"/>
                      </a:moveTo>
                      <a:lnTo>
                        <a:pt x="24670" y="2953"/>
                      </a:lnTo>
                      <a:lnTo>
                        <a:pt x="25146" y="3905"/>
                      </a:lnTo>
                      <a:lnTo>
                        <a:pt x="25146" y="3238"/>
                      </a:lnTo>
                      <a:close/>
                      <a:moveTo>
                        <a:pt x="35909" y="40957"/>
                      </a:moveTo>
                      <a:lnTo>
                        <a:pt x="36100" y="40957"/>
                      </a:lnTo>
                      <a:lnTo>
                        <a:pt x="35338" y="41434"/>
                      </a:lnTo>
                      <a:lnTo>
                        <a:pt x="35814" y="40957"/>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 name="Google Shape;1243;p99"/>
                <p:cNvSpPr/>
                <p:nvPr/>
              </p:nvSpPr>
              <p:spPr>
                <a:xfrm>
                  <a:off x="7589138" y="2462666"/>
                  <a:ext cx="33337" cy="49743"/>
                </a:xfrm>
                <a:custGeom>
                  <a:avLst/>
                  <a:gdLst/>
                  <a:ahLst/>
                  <a:cxnLst/>
                  <a:rect l="l" t="t" r="r" b="b"/>
                  <a:pathLst>
                    <a:path w="33337" h="49743" extrusionOk="0">
                      <a:moveTo>
                        <a:pt x="33051" y="33741"/>
                      </a:moveTo>
                      <a:cubicBezTo>
                        <a:pt x="33051" y="33741"/>
                        <a:pt x="32671" y="34027"/>
                        <a:pt x="32671" y="34217"/>
                      </a:cubicBezTo>
                      <a:cubicBezTo>
                        <a:pt x="32671" y="34027"/>
                        <a:pt x="32861" y="34313"/>
                        <a:pt x="33051" y="35075"/>
                      </a:cubicBezTo>
                      <a:cubicBezTo>
                        <a:pt x="32671" y="35837"/>
                        <a:pt x="32480" y="36789"/>
                        <a:pt x="32480" y="37837"/>
                      </a:cubicBezTo>
                      <a:cubicBezTo>
                        <a:pt x="32480" y="38408"/>
                        <a:pt x="32480" y="39456"/>
                        <a:pt x="32766" y="40694"/>
                      </a:cubicBezTo>
                      <a:cubicBezTo>
                        <a:pt x="32956" y="42028"/>
                        <a:pt x="33051" y="42980"/>
                        <a:pt x="33051" y="43457"/>
                      </a:cubicBezTo>
                      <a:cubicBezTo>
                        <a:pt x="33051" y="46028"/>
                        <a:pt x="31718" y="47362"/>
                        <a:pt x="28956" y="47648"/>
                      </a:cubicBezTo>
                      <a:cubicBezTo>
                        <a:pt x="28575" y="47267"/>
                        <a:pt x="28289" y="47171"/>
                        <a:pt x="27908" y="47171"/>
                      </a:cubicBezTo>
                      <a:cubicBezTo>
                        <a:pt x="27717" y="47171"/>
                        <a:pt x="27432" y="47171"/>
                        <a:pt x="27051" y="47362"/>
                      </a:cubicBezTo>
                      <a:cubicBezTo>
                        <a:pt x="26670" y="47457"/>
                        <a:pt x="26479" y="47552"/>
                        <a:pt x="26384" y="47552"/>
                      </a:cubicBezTo>
                      <a:cubicBezTo>
                        <a:pt x="26003" y="47552"/>
                        <a:pt x="25718" y="47362"/>
                        <a:pt x="25527" y="46981"/>
                      </a:cubicBezTo>
                      <a:lnTo>
                        <a:pt x="24860" y="46790"/>
                      </a:lnTo>
                      <a:lnTo>
                        <a:pt x="25146" y="46600"/>
                      </a:lnTo>
                      <a:cubicBezTo>
                        <a:pt x="24575" y="46505"/>
                        <a:pt x="23908" y="45933"/>
                        <a:pt x="23336" y="44981"/>
                      </a:cubicBezTo>
                      <a:cubicBezTo>
                        <a:pt x="22765" y="44028"/>
                        <a:pt x="22098" y="43457"/>
                        <a:pt x="21527" y="43361"/>
                      </a:cubicBezTo>
                      <a:cubicBezTo>
                        <a:pt x="21527" y="43171"/>
                        <a:pt x="21527" y="42980"/>
                        <a:pt x="21527" y="42790"/>
                      </a:cubicBezTo>
                      <a:cubicBezTo>
                        <a:pt x="21431" y="42504"/>
                        <a:pt x="21336" y="42409"/>
                        <a:pt x="21336" y="42409"/>
                      </a:cubicBezTo>
                      <a:cubicBezTo>
                        <a:pt x="21336" y="42218"/>
                        <a:pt x="21527" y="42028"/>
                        <a:pt x="21717" y="41933"/>
                      </a:cubicBezTo>
                      <a:cubicBezTo>
                        <a:pt x="21050" y="41456"/>
                        <a:pt x="20478" y="40599"/>
                        <a:pt x="19812" y="39266"/>
                      </a:cubicBezTo>
                      <a:cubicBezTo>
                        <a:pt x="19241" y="37932"/>
                        <a:pt x="18574" y="37075"/>
                        <a:pt x="18002" y="36599"/>
                      </a:cubicBezTo>
                      <a:cubicBezTo>
                        <a:pt x="17812" y="35456"/>
                        <a:pt x="17336" y="34217"/>
                        <a:pt x="16383" y="32693"/>
                      </a:cubicBezTo>
                      <a:cubicBezTo>
                        <a:pt x="14954" y="30598"/>
                        <a:pt x="14288" y="29360"/>
                        <a:pt x="14192" y="29169"/>
                      </a:cubicBezTo>
                      <a:cubicBezTo>
                        <a:pt x="14192" y="28788"/>
                        <a:pt x="14192" y="28312"/>
                        <a:pt x="13811" y="27836"/>
                      </a:cubicBezTo>
                      <a:cubicBezTo>
                        <a:pt x="13430" y="27359"/>
                        <a:pt x="13335" y="26883"/>
                        <a:pt x="13335" y="26597"/>
                      </a:cubicBezTo>
                      <a:cubicBezTo>
                        <a:pt x="13335" y="26407"/>
                        <a:pt x="13335" y="26216"/>
                        <a:pt x="13430" y="26026"/>
                      </a:cubicBezTo>
                      <a:cubicBezTo>
                        <a:pt x="13240" y="26026"/>
                        <a:pt x="13049" y="26121"/>
                        <a:pt x="12954" y="26121"/>
                      </a:cubicBezTo>
                      <a:cubicBezTo>
                        <a:pt x="12382" y="26121"/>
                        <a:pt x="11906" y="25550"/>
                        <a:pt x="11525" y="24311"/>
                      </a:cubicBezTo>
                      <a:cubicBezTo>
                        <a:pt x="11144" y="23073"/>
                        <a:pt x="10573" y="22502"/>
                        <a:pt x="9810" y="22502"/>
                      </a:cubicBezTo>
                      <a:cubicBezTo>
                        <a:pt x="9716" y="22502"/>
                        <a:pt x="9525" y="22502"/>
                        <a:pt x="9334" y="22502"/>
                      </a:cubicBezTo>
                      <a:cubicBezTo>
                        <a:pt x="9525" y="23549"/>
                        <a:pt x="9620" y="24692"/>
                        <a:pt x="9620" y="26026"/>
                      </a:cubicBezTo>
                      <a:cubicBezTo>
                        <a:pt x="9620" y="27074"/>
                        <a:pt x="9620" y="28598"/>
                        <a:pt x="9334" y="30693"/>
                      </a:cubicBezTo>
                      <a:cubicBezTo>
                        <a:pt x="9144" y="32789"/>
                        <a:pt x="9049" y="34313"/>
                        <a:pt x="9049" y="35265"/>
                      </a:cubicBezTo>
                      <a:cubicBezTo>
                        <a:pt x="9049" y="37265"/>
                        <a:pt x="9334" y="38980"/>
                        <a:pt x="9810" y="40409"/>
                      </a:cubicBezTo>
                      <a:cubicBezTo>
                        <a:pt x="9334" y="40694"/>
                        <a:pt x="9049" y="41171"/>
                        <a:pt x="9049" y="41742"/>
                      </a:cubicBezTo>
                      <a:cubicBezTo>
                        <a:pt x="9049" y="42028"/>
                        <a:pt x="9049" y="42504"/>
                        <a:pt x="9334" y="43076"/>
                      </a:cubicBezTo>
                      <a:cubicBezTo>
                        <a:pt x="9525" y="43647"/>
                        <a:pt x="9620" y="44123"/>
                        <a:pt x="9620" y="44409"/>
                      </a:cubicBezTo>
                      <a:cubicBezTo>
                        <a:pt x="9620" y="44981"/>
                        <a:pt x="9334" y="45362"/>
                        <a:pt x="8763" y="45647"/>
                      </a:cubicBezTo>
                      <a:cubicBezTo>
                        <a:pt x="8763" y="46124"/>
                        <a:pt x="8572" y="46505"/>
                        <a:pt x="8287" y="46790"/>
                      </a:cubicBezTo>
                      <a:lnTo>
                        <a:pt x="2191" y="46505"/>
                      </a:lnTo>
                      <a:cubicBezTo>
                        <a:pt x="2191" y="46505"/>
                        <a:pt x="2191" y="46124"/>
                        <a:pt x="2000" y="46124"/>
                      </a:cubicBezTo>
                      <a:cubicBezTo>
                        <a:pt x="2000" y="46124"/>
                        <a:pt x="1810" y="46124"/>
                        <a:pt x="1714" y="46219"/>
                      </a:cubicBezTo>
                      <a:cubicBezTo>
                        <a:pt x="1524" y="46314"/>
                        <a:pt x="1428" y="46314"/>
                        <a:pt x="1428" y="46314"/>
                      </a:cubicBezTo>
                      <a:cubicBezTo>
                        <a:pt x="1238" y="46314"/>
                        <a:pt x="1143" y="46314"/>
                        <a:pt x="1048" y="46124"/>
                      </a:cubicBezTo>
                      <a:cubicBezTo>
                        <a:pt x="476" y="45743"/>
                        <a:pt x="191" y="45266"/>
                        <a:pt x="191" y="44695"/>
                      </a:cubicBezTo>
                      <a:cubicBezTo>
                        <a:pt x="191" y="44409"/>
                        <a:pt x="285" y="43933"/>
                        <a:pt x="476" y="43266"/>
                      </a:cubicBezTo>
                      <a:cubicBezTo>
                        <a:pt x="762" y="42599"/>
                        <a:pt x="857" y="42028"/>
                        <a:pt x="857" y="41647"/>
                      </a:cubicBezTo>
                      <a:cubicBezTo>
                        <a:pt x="857" y="41266"/>
                        <a:pt x="762" y="40980"/>
                        <a:pt x="667" y="40694"/>
                      </a:cubicBezTo>
                      <a:cubicBezTo>
                        <a:pt x="476" y="39647"/>
                        <a:pt x="381" y="37837"/>
                        <a:pt x="476" y="35265"/>
                      </a:cubicBezTo>
                      <a:cubicBezTo>
                        <a:pt x="476" y="32979"/>
                        <a:pt x="381" y="31169"/>
                        <a:pt x="0" y="29931"/>
                      </a:cubicBezTo>
                      <a:cubicBezTo>
                        <a:pt x="285" y="29550"/>
                        <a:pt x="476" y="28979"/>
                        <a:pt x="476" y="28312"/>
                      </a:cubicBezTo>
                      <a:cubicBezTo>
                        <a:pt x="476" y="28026"/>
                        <a:pt x="476" y="27645"/>
                        <a:pt x="381" y="27074"/>
                      </a:cubicBezTo>
                      <a:cubicBezTo>
                        <a:pt x="381" y="26502"/>
                        <a:pt x="285" y="26121"/>
                        <a:pt x="285" y="25835"/>
                      </a:cubicBezTo>
                      <a:cubicBezTo>
                        <a:pt x="285" y="25073"/>
                        <a:pt x="571" y="24407"/>
                        <a:pt x="952" y="23930"/>
                      </a:cubicBezTo>
                      <a:cubicBezTo>
                        <a:pt x="381" y="21644"/>
                        <a:pt x="95" y="19073"/>
                        <a:pt x="191" y="16215"/>
                      </a:cubicBezTo>
                      <a:lnTo>
                        <a:pt x="476" y="16215"/>
                      </a:lnTo>
                      <a:cubicBezTo>
                        <a:pt x="476" y="16215"/>
                        <a:pt x="381" y="15548"/>
                        <a:pt x="381" y="15072"/>
                      </a:cubicBezTo>
                      <a:cubicBezTo>
                        <a:pt x="381" y="14691"/>
                        <a:pt x="381" y="14120"/>
                        <a:pt x="571" y="13262"/>
                      </a:cubicBezTo>
                      <a:cubicBezTo>
                        <a:pt x="571" y="12500"/>
                        <a:pt x="762" y="11834"/>
                        <a:pt x="762" y="11453"/>
                      </a:cubicBezTo>
                      <a:cubicBezTo>
                        <a:pt x="762" y="10595"/>
                        <a:pt x="571" y="9833"/>
                        <a:pt x="285" y="9262"/>
                      </a:cubicBezTo>
                      <a:cubicBezTo>
                        <a:pt x="762" y="9262"/>
                        <a:pt x="1334" y="9071"/>
                        <a:pt x="1810" y="8690"/>
                      </a:cubicBezTo>
                      <a:cubicBezTo>
                        <a:pt x="1810" y="8786"/>
                        <a:pt x="2000" y="8881"/>
                        <a:pt x="2381" y="8881"/>
                      </a:cubicBezTo>
                      <a:cubicBezTo>
                        <a:pt x="2667" y="8881"/>
                        <a:pt x="2953" y="8881"/>
                        <a:pt x="3048" y="9071"/>
                      </a:cubicBezTo>
                      <a:lnTo>
                        <a:pt x="3524" y="8405"/>
                      </a:lnTo>
                      <a:cubicBezTo>
                        <a:pt x="3524" y="8405"/>
                        <a:pt x="3429" y="9071"/>
                        <a:pt x="3524" y="9357"/>
                      </a:cubicBezTo>
                      <a:cubicBezTo>
                        <a:pt x="3715" y="9738"/>
                        <a:pt x="4000" y="9738"/>
                        <a:pt x="4381" y="9643"/>
                      </a:cubicBezTo>
                      <a:cubicBezTo>
                        <a:pt x="4763" y="9262"/>
                        <a:pt x="4953" y="8881"/>
                        <a:pt x="4953" y="8595"/>
                      </a:cubicBezTo>
                      <a:cubicBezTo>
                        <a:pt x="4953" y="8024"/>
                        <a:pt x="4381" y="7547"/>
                        <a:pt x="3143" y="7071"/>
                      </a:cubicBezTo>
                      <a:cubicBezTo>
                        <a:pt x="1905" y="6595"/>
                        <a:pt x="1334" y="6309"/>
                        <a:pt x="1238" y="6119"/>
                      </a:cubicBezTo>
                      <a:cubicBezTo>
                        <a:pt x="1428" y="6119"/>
                        <a:pt x="1619" y="6119"/>
                        <a:pt x="1714" y="6119"/>
                      </a:cubicBezTo>
                      <a:cubicBezTo>
                        <a:pt x="2000" y="6119"/>
                        <a:pt x="2857" y="5833"/>
                        <a:pt x="4191" y="5166"/>
                      </a:cubicBezTo>
                      <a:cubicBezTo>
                        <a:pt x="4191" y="4976"/>
                        <a:pt x="3905" y="4785"/>
                        <a:pt x="3810" y="4785"/>
                      </a:cubicBezTo>
                      <a:cubicBezTo>
                        <a:pt x="3810" y="4785"/>
                        <a:pt x="3620" y="4785"/>
                        <a:pt x="3334" y="4976"/>
                      </a:cubicBezTo>
                      <a:cubicBezTo>
                        <a:pt x="3143" y="5071"/>
                        <a:pt x="3048" y="5166"/>
                        <a:pt x="2953" y="5166"/>
                      </a:cubicBezTo>
                      <a:cubicBezTo>
                        <a:pt x="3048" y="5166"/>
                        <a:pt x="3143" y="4880"/>
                        <a:pt x="3143" y="4499"/>
                      </a:cubicBezTo>
                      <a:cubicBezTo>
                        <a:pt x="2095" y="3833"/>
                        <a:pt x="1238" y="3642"/>
                        <a:pt x="667" y="3833"/>
                      </a:cubicBezTo>
                      <a:lnTo>
                        <a:pt x="667" y="1070"/>
                      </a:lnTo>
                      <a:lnTo>
                        <a:pt x="10477" y="785"/>
                      </a:lnTo>
                      <a:cubicBezTo>
                        <a:pt x="11049" y="1832"/>
                        <a:pt x="11525" y="2785"/>
                        <a:pt x="12002" y="3833"/>
                      </a:cubicBezTo>
                      <a:cubicBezTo>
                        <a:pt x="12478" y="4880"/>
                        <a:pt x="12668" y="6023"/>
                        <a:pt x="12573" y="7166"/>
                      </a:cubicBezTo>
                      <a:cubicBezTo>
                        <a:pt x="12859" y="6881"/>
                        <a:pt x="13049" y="6690"/>
                        <a:pt x="13240" y="6690"/>
                      </a:cubicBezTo>
                      <a:cubicBezTo>
                        <a:pt x="13335" y="6690"/>
                        <a:pt x="13525" y="6976"/>
                        <a:pt x="13716" y="7357"/>
                      </a:cubicBezTo>
                      <a:cubicBezTo>
                        <a:pt x="13906" y="7833"/>
                        <a:pt x="14097" y="8119"/>
                        <a:pt x="14288" y="8309"/>
                      </a:cubicBezTo>
                      <a:cubicBezTo>
                        <a:pt x="14288" y="8595"/>
                        <a:pt x="14192" y="8786"/>
                        <a:pt x="14192" y="9071"/>
                      </a:cubicBezTo>
                      <a:cubicBezTo>
                        <a:pt x="14192" y="9548"/>
                        <a:pt x="14573" y="10119"/>
                        <a:pt x="15335" y="10881"/>
                      </a:cubicBezTo>
                      <a:cubicBezTo>
                        <a:pt x="16002" y="11548"/>
                        <a:pt x="16383" y="12215"/>
                        <a:pt x="16383" y="12786"/>
                      </a:cubicBezTo>
                      <a:cubicBezTo>
                        <a:pt x="16573" y="13167"/>
                        <a:pt x="17336" y="14501"/>
                        <a:pt x="18669" y="17072"/>
                      </a:cubicBezTo>
                      <a:cubicBezTo>
                        <a:pt x="18669" y="18120"/>
                        <a:pt x="18764" y="18787"/>
                        <a:pt x="19145" y="19073"/>
                      </a:cubicBezTo>
                      <a:cubicBezTo>
                        <a:pt x="19335" y="18977"/>
                        <a:pt x="19431" y="18977"/>
                        <a:pt x="19526" y="18977"/>
                      </a:cubicBezTo>
                      <a:cubicBezTo>
                        <a:pt x="19812" y="18977"/>
                        <a:pt x="19907" y="19073"/>
                        <a:pt x="19907" y="19454"/>
                      </a:cubicBezTo>
                      <a:cubicBezTo>
                        <a:pt x="19907" y="19930"/>
                        <a:pt x="20002" y="20120"/>
                        <a:pt x="20002" y="20216"/>
                      </a:cubicBezTo>
                      <a:cubicBezTo>
                        <a:pt x="20288" y="20406"/>
                        <a:pt x="20669" y="20978"/>
                        <a:pt x="21241" y="21930"/>
                      </a:cubicBezTo>
                      <a:cubicBezTo>
                        <a:pt x="21717" y="22692"/>
                        <a:pt x="22288" y="23073"/>
                        <a:pt x="22860" y="23073"/>
                      </a:cubicBezTo>
                      <a:cubicBezTo>
                        <a:pt x="22860" y="23359"/>
                        <a:pt x="22860" y="23645"/>
                        <a:pt x="23336" y="24026"/>
                      </a:cubicBezTo>
                      <a:lnTo>
                        <a:pt x="24003" y="23264"/>
                      </a:lnTo>
                      <a:lnTo>
                        <a:pt x="23813" y="14882"/>
                      </a:lnTo>
                      <a:cubicBezTo>
                        <a:pt x="23813" y="14882"/>
                        <a:pt x="24289" y="14501"/>
                        <a:pt x="24289" y="14310"/>
                      </a:cubicBezTo>
                      <a:cubicBezTo>
                        <a:pt x="24289" y="14120"/>
                        <a:pt x="24193" y="13929"/>
                        <a:pt x="23908" y="13548"/>
                      </a:cubicBezTo>
                      <a:cubicBezTo>
                        <a:pt x="23622" y="13167"/>
                        <a:pt x="23526" y="12977"/>
                        <a:pt x="23526" y="12786"/>
                      </a:cubicBezTo>
                      <a:cubicBezTo>
                        <a:pt x="23526" y="12500"/>
                        <a:pt x="23717" y="12215"/>
                        <a:pt x="24003" y="12024"/>
                      </a:cubicBezTo>
                      <a:cubicBezTo>
                        <a:pt x="23717" y="11167"/>
                        <a:pt x="23526" y="10214"/>
                        <a:pt x="23526" y="9262"/>
                      </a:cubicBezTo>
                      <a:cubicBezTo>
                        <a:pt x="23526" y="8500"/>
                        <a:pt x="23526" y="7547"/>
                        <a:pt x="23813" y="6309"/>
                      </a:cubicBezTo>
                      <a:cubicBezTo>
                        <a:pt x="24003" y="4976"/>
                        <a:pt x="24098" y="4118"/>
                        <a:pt x="24098" y="3452"/>
                      </a:cubicBezTo>
                      <a:cubicBezTo>
                        <a:pt x="24098" y="2975"/>
                        <a:pt x="24098" y="2594"/>
                        <a:pt x="24003" y="2118"/>
                      </a:cubicBezTo>
                      <a:cubicBezTo>
                        <a:pt x="24384" y="2118"/>
                        <a:pt x="24860" y="1737"/>
                        <a:pt x="25241" y="880"/>
                      </a:cubicBezTo>
                      <a:cubicBezTo>
                        <a:pt x="25622" y="118"/>
                        <a:pt x="26098" y="-73"/>
                        <a:pt x="26670" y="23"/>
                      </a:cubicBezTo>
                      <a:lnTo>
                        <a:pt x="27622" y="23"/>
                      </a:lnTo>
                      <a:cubicBezTo>
                        <a:pt x="27622" y="23"/>
                        <a:pt x="28575" y="23"/>
                        <a:pt x="29242" y="23"/>
                      </a:cubicBezTo>
                      <a:cubicBezTo>
                        <a:pt x="30003" y="23"/>
                        <a:pt x="30480" y="23"/>
                        <a:pt x="30861" y="23"/>
                      </a:cubicBezTo>
                      <a:cubicBezTo>
                        <a:pt x="31623" y="23"/>
                        <a:pt x="32290" y="213"/>
                        <a:pt x="32766" y="689"/>
                      </a:cubicBezTo>
                      <a:cubicBezTo>
                        <a:pt x="33051" y="3356"/>
                        <a:pt x="33147" y="6595"/>
                        <a:pt x="33147" y="10405"/>
                      </a:cubicBezTo>
                      <a:cubicBezTo>
                        <a:pt x="33147" y="11929"/>
                        <a:pt x="33147" y="14405"/>
                        <a:pt x="33147" y="17644"/>
                      </a:cubicBezTo>
                      <a:cubicBezTo>
                        <a:pt x="33147" y="20882"/>
                        <a:pt x="33147" y="23264"/>
                        <a:pt x="33147" y="24883"/>
                      </a:cubicBezTo>
                      <a:cubicBezTo>
                        <a:pt x="33147" y="28217"/>
                        <a:pt x="33147" y="30979"/>
                        <a:pt x="33338" y="33360"/>
                      </a:cubicBezTo>
                      <a:close/>
                      <a:moveTo>
                        <a:pt x="381" y="7166"/>
                      </a:moveTo>
                      <a:lnTo>
                        <a:pt x="1048" y="7833"/>
                      </a:lnTo>
                      <a:lnTo>
                        <a:pt x="1048" y="8500"/>
                      </a:lnTo>
                      <a:lnTo>
                        <a:pt x="381" y="7166"/>
                      </a:lnTo>
                      <a:close/>
                      <a:moveTo>
                        <a:pt x="1428" y="8500"/>
                      </a:moveTo>
                      <a:cubicBezTo>
                        <a:pt x="1428" y="8500"/>
                        <a:pt x="1524" y="8881"/>
                        <a:pt x="1524" y="9071"/>
                      </a:cubicBezTo>
                      <a:cubicBezTo>
                        <a:pt x="1524" y="8881"/>
                        <a:pt x="1428" y="8690"/>
                        <a:pt x="1428" y="8500"/>
                      </a:cubicBezTo>
                      <a:close/>
                      <a:moveTo>
                        <a:pt x="2381" y="7833"/>
                      </a:moveTo>
                      <a:lnTo>
                        <a:pt x="2381" y="8500"/>
                      </a:lnTo>
                      <a:lnTo>
                        <a:pt x="1619" y="7643"/>
                      </a:lnTo>
                      <a:lnTo>
                        <a:pt x="2381" y="7833"/>
                      </a:lnTo>
                      <a:close/>
                      <a:moveTo>
                        <a:pt x="1905" y="5357"/>
                      </a:moveTo>
                      <a:cubicBezTo>
                        <a:pt x="1905" y="5357"/>
                        <a:pt x="2572" y="5357"/>
                        <a:pt x="2572" y="5547"/>
                      </a:cubicBezTo>
                      <a:lnTo>
                        <a:pt x="2286" y="5738"/>
                      </a:lnTo>
                      <a:lnTo>
                        <a:pt x="1810" y="5357"/>
                      </a:lnTo>
                      <a:close/>
                      <a:moveTo>
                        <a:pt x="4858" y="5547"/>
                      </a:moveTo>
                      <a:lnTo>
                        <a:pt x="4763" y="5547"/>
                      </a:lnTo>
                      <a:lnTo>
                        <a:pt x="4286" y="4690"/>
                      </a:lnTo>
                      <a:cubicBezTo>
                        <a:pt x="4286" y="4690"/>
                        <a:pt x="3905" y="4309"/>
                        <a:pt x="3524" y="4309"/>
                      </a:cubicBezTo>
                      <a:cubicBezTo>
                        <a:pt x="3715" y="4309"/>
                        <a:pt x="4096" y="4785"/>
                        <a:pt x="4763" y="5452"/>
                      </a:cubicBezTo>
                      <a:lnTo>
                        <a:pt x="4858" y="5452"/>
                      </a:lnTo>
                      <a:close/>
                      <a:moveTo>
                        <a:pt x="5525" y="8881"/>
                      </a:moveTo>
                      <a:lnTo>
                        <a:pt x="6382" y="8881"/>
                      </a:lnTo>
                      <a:cubicBezTo>
                        <a:pt x="6382" y="8881"/>
                        <a:pt x="5810" y="8786"/>
                        <a:pt x="5525" y="8881"/>
                      </a:cubicBezTo>
                      <a:lnTo>
                        <a:pt x="5048" y="8881"/>
                      </a:lnTo>
                      <a:lnTo>
                        <a:pt x="5239" y="9357"/>
                      </a:lnTo>
                      <a:cubicBezTo>
                        <a:pt x="5239" y="9357"/>
                        <a:pt x="5239" y="9548"/>
                        <a:pt x="5429" y="9738"/>
                      </a:cubicBezTo>
                      <a:lnTo>
                        <a:pt x="5239" y="9357"/>
                      </a:lnTo>
                      <a:cubicBezTo>
                        <a:pt x="5239" y="9357"/>
                        <a:pt x="5429" y="8976"/>
                        <a:pt x="5619" y="8881"/>
                      </a:cubicBezTo>
                      <a:close/>
                      <a:moveTo>
                        <a:pt x="6382" y="36599"/>
                      </a:moveTo>
                      <a:lnTo>
                        <a:pt x="6382" y="34979"/>
                      </a:lnTo>
                      <a:lnTo>
                        <a:pt x="6191" y="34979"/>
                      </a:lnTo>
                      <a:lnTo>
                        <a:pt x="6191" y="36599"/>
                      </a:lnTo>
                      <a:lnTo>
                        <a:pt x="6382" y="36599"/>
                      </a:lnTo>
                      <a:close/>
                      <a:moveTo>
                        <a:pt x="7334" y="9643"/>
                      </a:moveTo>
                      <a:cubicBezTo>
                        <a:pt x="7334" y="9643"/>
                        <a:pt x="7525" y="9833"/>
                        <a:pt x="7715" y="9929"/>
                      </a:cubicBezTo>
                      <a:lnTo>
                        <a:pt x="7334" y="9643"/>
                      </a:lnTo>
                      <a:cubicBezTo>
                        <a:pt x="7334" y="9643"/>
                        <a:pt x="7334" y="9071"/>
                        <a:pt x="7048" y="8595"/>
                      </a:cubicBezTo>
                      <a:cubicBezTo>
                        <a:pt x="6858" y="8786"/>
                        <a:pt x="6762" y="8881"/>
                        <a:pt x="6762" y="9071"/>
                      </a:cubicBezTo>
                      <a:cubicBezTo>
                        <a:pt x="6762" y="9262"/>
                        <a:pt x="6953" y="9452"/>
                        <a:pt x="7334" y="9738"/>
                      </a:cubicBezTo>
                      <a:close/>
                      <a:moveTo>
                        <a:pt x="7525" y="11262"/>
                      </a:moveTo>
                      <a:lnTo>
                        <a:pt x="8667" y="11262"/>
                      </a:lnTo>
                      <a:lnTo>
                        <a:pt x="7906" y="10691"/>
                      </a:lnTo>
                      <a:lnTo>
                        <a:pt x="7525" y="11262"/>
                      </a:lnTo>
                      <a:close/>
                      <a:moveTo>
                        <a:pt x="18383" y="47267"/>
                      </a:moveTo>
                      <a:cubicBezTo>
                        <a:pt x="18383" y="47267"/>
                        <a:pt x="18955" y="47267"/>
                        <a:pt x="19241" y="47457"/>
                      </a:cubicBezTo>
                      <a:lnTo>
                        <a:pt x="18574" y="47933"/>
                      </a:lnTo>
                      <a:lnTo>
                        <a:pt x="18383" y="47267"/>
                      </a:lnTo>
                      <a:close/>
                      <a:moveTo>
                        <a:pt x="23146" y="49743"/>
                      </a:moveTo>
                      <a:lnTo>
                        <a:pt x="23146" y="48886"/>
                      </a:lnTo>
                      <a:lnTo>
                        <a:pt x="23336" y="48886"/>
                      </a:lnTo>
                      <a:cubicBezTo>
                        <a:pt x="23336" y="48886"/>
                        <a:pt x="23336" y="49362"/>
                        <a:pt x="23146" y="49743"/>
                      </a:cubicBezTo>
                      <a:close/>
                      <a:moveTo>
                        <a:pt x="25336" y="40123"/>
                      </a:moveTo>
                      <a:cubicBezTo>
                        <a:pt x="25336" y="40123"/>
                        <a:pt x="24669" y="40599"/>
                        <a:pt x="24669" y="40790"/>
                      </a:cubicBezTo>
                      <a:cubicBezTo>
                        <a:pt x="24669" y="40980"/>
                        <a:pt x="24765" y="41171"/>
                        <a:pt x="25051" y="41552"/>
                      </a:cubicBezTo>
                      <a:cubicBezTo>
                        <a:pt x="25336" y="41933"/>
                        <a:pt x="25432" y="42123"/>
                        <a:pt x="25432" y="42314"/>
                      </a:cubicBezTo>
                      <a:lnTo>
                        <a:pt x="25432" y="42314"/>
                      </a:lnTo>
                      <a:lnTo>
                        <a:pt x="25432" y="42599"/>
                      </a:lnTo>
                      <a:cubicBezTo>
                        <a:pt x="25432" y="42599"/>
                        <a:pt x="25432" y="42409"/>
                        <a:pt x="25432" y="42218"/>
                      </a:cubicBezTo>
                      <a:cubicBezTo>
                        <a:pt x="25432" y="42123"/>
                        <a:pt x="25432" y="41933"/>
                        <a:pt x="25622" y="41647"/>
                      </a:cubicBezTo>
                      <a:cubicBezTo>
                        <a:pt x="25812" y="41361"/>
                        <a:pt x="25812" y="41171"/>
                        <a:pt x="25812" y="40980"/>
                      </a:cubicBezTo>
                      <a:cubicBezTo>
                        <a:pt x="25812" y="40694"/>
                        <a:pt x="25622" y="40409"/>
                        <a:pt x="25336" y="40123"/>
                      </a:cubicBezTo>
                      <a:close/>
                      <a:moveTo>
                        <a:pt x="25336" y="45266"/>
                      </a:moveTo>
                      <a:cubicBezTo>
                        <a:pt x="25336" y="45266"/>
                        <a:pt x="25812" y="44695"/>
                        <a:pt x="25812" y="44409"/>
                      </a:cubicBezTo>
                      <a:cubicBezTo>
                        <a:pt x="25812" y="44123"/>
                        <a:pt x="25527" y="44028"/>
                        <a:pt x="25336" y="44123"/>
                      </a:cubicBezTo>
                      <a:cubicBezTo>
                        <a:pt x="25051" y="44314"/>
                        <a:pt x="25051" y="44600"/>
                        <a:pt x="25051" y="44790"/>
                      </a:cubicBezTo>
                      <a:cubicBezTo>
                        <a:pt x="25241" y="45171"/>
                        <a:pt x="25336" y="45362"/>
                        <a:pt x="25336" y="45266"/>
                      </a:cubicBezTo>
                      <a:lnTo>
                        <a:pt x="25527" y="45457"/>
                      </a:lnTo>
                      <a:cubicBezTo>
                        <a:pt x="25527" y="45457"/>
                        <a:pt x="25812" y="45838"/>
                        <a:pt x="25812" y="45933"/>
                      </a:cubicBezTo>
                      <a:cubicBezTo>
                        <a:pt x="25812" y="45838"/>
                        <a:pt x="25812" y="45743"/>
                        <a:pt x="25622" y="45552"/>
                      </a:cubicBezTo>
                      <a:cubicBezTo>
                        <a:pt x="25527" y="45457"/>
                        <a:pt x="25336" y="45362"/>
                        <a:pt x="25336" y="45266"/>
                      </a:cubicBezTo>
                      <a:close/>
                      <a:moveTo>
                        <a:pt x="30289" y="15263"/>
                      </a:moveTo>
                      <a:lnTo>
                        <a:pt x="31432" y="15929"/>
                      </a:lnTo>
                      <a:lnTo>
                        <a:pt x="30766" y="15072"/>
                      </a:lnTo>
                      <a:lnTo>
                        <a:pt x="31147" y="14596"/>
                      </a:lnTo>
                      <a:lnTo>
                        <a:pt x="28860" y="13643"/>
                      </a:lnTo>
                      <a:cubicBezTo>
                        <a:pt x="28860" y="13643"/>
                        <a:pt x="29337" y="13929"/>
                        <a:pt x="29337" y="14215"/>
                      </a:cubicBezTo>
                      <a:cubicBezTo>
                        <a:pt x="29337" y="14405"/>
                        <a:pt x="29146" y="14596"/>
                        <a:pt x="28860" y="14786"/>
                      </a:cubicBezTo>
                      <a:cubicBezTo>
                        <a:pt x="28766" y="14501"/>
                        <a:pt x="28575" y="14405"/>
                        <a:pt x="28384" y="14405"/>
                      </a:cubicBezTo>
                      <a:cubicBezTo>
                        <a:pt x="28289" y="14405"/>
                        <a:pt x="28099" y="14405"/>
                        <a:pt x="27908" y="14405"/>
                      </a:cubicBezTo>
                      <a:cubicBezTo>
                        <a:pt x="27717" y="14501"/>
                        <a:pt x="27527" y="14501"/>
                        <a:pt x="27337" y="14501"/>
                      </a:cubicBezTo>
                      <a:cubicBezTo>
                        <a:pt x="27146" y="14501"/>
                        <a:pt x="27051" y="14501"/>
                        <a:pt x="26956" y="14310"/>
                      </a:cubicBezTo>
                      <a:lnTo>
                        <a:pt x="27146" y="14024"/>
                      </a:lnTo>
                      <a:lnTo>
                        <a:pt x="25146" y="14501"/>
                      </a:lnTo>
                      <a:lnTo>
                        <a:pt x="26289" y="14501"/>
                      </a:lnTo>
                      <a:cubicBezTo>
                        <a:pt x="26289" y="14501"/>
                        <a:pt x="27051" y="14596"/>
                        <a:pt x="27241" y="14977"/>
                      </a:cubicBezTo>
                      <a:cubicBezTo>
                        <a:pt x="27432" y="15358"/>
                        <a:pt x="27622" y="15644"/>
                        <a:pt x="27622" y="16025"/>
                      </a:cubicBezTo>
                      <a:lnTo>
                        <a:pt x="27813" y="15834"/>
                      </a:lnTo>
                      <a:cubicBezTo>
                        <a:pt x="27813" y="15834"/>
                        <a:pt x="28099" y="15834"/>
                        <a:pt x="28194" y="15929"/>
                      </a:cubicBezTo>
                      <a:cubicBezTo>
                        <a:pt x="28480" y="16120"/>
                        <a:pt x="28575" y="16310"/>
                        <a:pt x="28575" y="16310"/>
                      </a:cubicBezTo>
                      <a:lnTo>
                        <a:pt x="28575" y="15453"/>
                      </a:lnTo>
                      <a:cubicBezTo>
                        <a:pt x="28575" y="15453"/>
                        <a:pt x="28575" y="14882"/>
                        <a:pt x="28956" y="14786"/>
                      </a:cubicBezTo>
                      <a:cubicBezTo>
                        <a:pt x="29242" y="14977"/>
                        <a:pt x="29432" y="15072"/>
                        <a:pt x="29432" y="15072"/>
                      </a:cubicBezTo>
                      <a:cubicBezTo>
                        <a:pt x="29432" y="14691"/>
                        <a:pt x="29527" y="14501"/>
                        <a:pt x="29718" y="14405"/>
                      </a:cubicBezTo>
                      <a:cubicBezTo>
                        <a:pt x="29909" y="14405"/>
                        <a:pt x="30194" y="14405"/>
                        <a:pt x="30670" y="14786"/>
                      </a:cubicBezTo>
                      <a:cubicBezTo>
                        <a:pt x="30670" y="14882"/>
                        <a:pt x="30670" y="15072"/>
                        <a:pt x="30480" y="15263"/>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 name="Google Shape;1244;p99"/>
                <p:cNvSpPr/>
                <p:nvPr/>
              </p:nvSpPr>
              <p:spPr>
                <a:xfrm>
                  <a:off x="7627047" y="2462926"/>
                  <a:ext cx="31813" cy="47291"/>
                </a:xfrm>
                <a:custGeom>
                  <a:avLst/>
                  <a:gdLst/>
                  <a:ahLst/>
                  <a:cxnLst/>
                  <a:rect l="l" t="t" r="r" b="b"/>
                  <a:pathLst>
                    <a:path w="31813" h="47291" extrusionOk="0">
                      <a:moveTo>
                        <a:pt x="31338" y="1953"/>
                      </a:moveTo>
                      <a:lnTo>
                        <a:pt x="31814" y="10239"/>
                      </a:lnTo>
                      <a:cubicBezTo>
                        <a:pt x="30766" y="10620"/>
                        <a:pt x="29528" y="10620"/>
                        <a:pt x="27813" y="10525"/>
                      </a:cubicBezTo>
                      <a:cubicBezTo>
                        <a:pt x="25813" y="10335"/>
                        <a:pt x="24479" y="10239"/>
                        <a:pt x="23813" y="10335"/>
                      </a:cubicBezTo>
                      <a:cubicBezTo>
                        <a:pt x="22479" y="10525"/>
                        <a:pt x="21336" y="11192"/>
                        <a:pt x="20479" y="12335"/>
                      </a:cubicBezTo>
                      <a:cubicBezTo>
                        <a:pt x="20479" y="12621"/>
                        <a:pt x="20574" y="12906"/>
                        <a:pt x="20574" y="13192"/>
                      </a:cubicBezTo>
                      <a:cubicBezTo>
                        <a:pt x="20574" y="13478"/>
                        <a:pt x="20574" y="13954"/>
                        <a:pt x="20384" y="14526"/>
                      </a:cubicBezTo>
                      <a:cubicBezTo>
                        <a:pt x="20384" y="15097"/>
                        <a:pt x="20193" y="15573"/>
                        <a:pt x="20193" y="15859"/>
                      </a:cubicBezTo>
                      <a:cubicBezTo>
                        <a:pt x="20193" y="16335"/>
                        <a:pt x="20193" y="16812"/>
                        <a:pt x="20384" y="17193"/>
                      </a:cubicBezTo>
                      <a:cubicBezTo>
                        <a:pt x="20479" y="17383"/>
                        <a:pt x="20574" y="17669"/>
                        <a:pt x="20574" y="17859"/>
                      </a:cubicBezTo>
                      <a:cubicBezTo>
                        <a:pt x="20574" y="18145"/>
                        <a:pt x="20574" y="18431"/>
                        <a:pt x="20288" y="18812"/>
                      </a:cubicBezTo>
                      <a:cubicBezTo>
                        <a:pt x="20098" y="19193"/>
                        <a:pt x="20098" y="19383"/>
                        <a:pt x="20098" y="19574"/>
                      </a:cubicBezTo>
                      <a:cubicBezTo>
                        <a:pt x="20098" y="19764"/>
                        <a:pt x="20193" y="20050"/>
                        <a:pt x="20384" y="20241"/>
                      </a:cubicBezTo>
                      <a:lnTo>
                        <a:pt x="20193" y="22812"/>
                      </a:lnTo>
                      <a:cubicBezTo>
                        <a:pt x="20193" y="22812"/>
                        <a:pt x="19908" y="22336"/>
                        <a:pt x="19526" y="22241"/>
                      </a:cubicBezTo>
                      <a:cubicBezTo>
                        <a:pt x="18955" y="22050"/>
                        <a:pt x="18669" y="21955"/>
                        <a:pt x="18574" y="21955"/>
                      </a:cubicBezTo>
                      <a:cubicBezTo>
                        <a:pt x="18383" y="22050"/>
                        <a:pt x="18383" y="22241"/>
                        <a:pt x="18383" y="22336"/>
                      </a:cubicBezTo>
                      <a:cubicBezTo>
                        <a:pt x="18383" y="22527"/>
                        <a:pt x="18383" y="22622"/>
                        <a:pt x="18383" y="22812"/>
                      </a:cubicBezTo>
                      <a:cubicBezTo>
                        <a:pt x="18669" y="22717"/>
                        <a:pt x="18765" y="22622"/>
                        <a:pt x="18955" y="22622"/>
                      </a:cubicBezTo>
                      <a:cubicBezTo>
                        <a:pt x="19241" y="22622"/>
                        <a:pt x="19431" y="22908"/>
                        <a:pt x="19526" y="23479"/>
                      </a:cubicBezTo>
                      <a:cubicBezTo>
                        <a:pt x="19717" y="24241"/>
                        <a:pt x="19812" y="24717"/>
                        <a:pt x="19908" y="24813"/>
                      </a:cubicBezTo>
                      <a:lnTo>
                        <a:pt x="19621" y="24813"/>
                      </a:lnTo>
                      <a:cubicBezTo>
                        <a:pt x="20098" y="26051"/>
                        <a:pt x="20384" y="27861"/>
                        <a:pt x="20384" y="30147"/>
                      </a:cubicBezTo>
                      <a:cubicBezTo>
                        <a:pt x="20384" y="32052"/>
                        <a:pt x="20384" y="33861"/>
                        <a:pt x="20384" y="35671"/>
                      </a:cubicBezTo>
                      <a:cubicBezTo>
                        <a:pt x="20384" y="36814"/>
                        <a:pt x="20479" y="37767"/>
                        <a:pt x="20669" y="38624"/>
                      </a:cubicBezTo>
                      <a:cubicBezTo>
                        <a:pt x="20669" y="38624"/>
                        <a:pt x="20860" y="38624"/>
                        <a:pt x="21146" y="38814"/>
                      </a:cubicBezTo>
                      <a:cubicBezTo>
                        <a:pt x="21431" y="39005"/>
                        <a:pt x="21622" y="39005"/>
                        <a:pt x="21813" y="38910"/>
                      </a:cubicBezTo>
                      <a:cubicBezTo>
                        <a:pt x="21527" y="39481"/>
                        <a:pt x="21431" y="41005"/>
                        <a:pt x="21336" y="43386"/>
                      </a:cubicBezTo>
                      <a:cubicBezTo>
                        <a:pt x="21336" y="44720"/>
                        <a:pt x="20860" y="45672"/>
                        <a:pt x="20098" y="46149"/>
                      </a:cubicBezTo>
                      <a:cubicBezTo>
                        <a:pt x="20193" y="46149"/>
                        <a:pt x="20288" y="46434"/>
                        <a:pt x="20288" y="46815"/>
                      </a:cubicBezTo>
                      <a:cubicBezTo>
                        <a:pt x="19812" y="46815"/>
                        <a:pt x="18479" y="46815"/>
                        <a:pt x="16288" y="46815"/>
                      </a:cubicBezTo>
                      <a:cubicBezTo>
                        <a:pt x="14669" y="46815"/>
                        <a:pt x="13335" y="46815"/>
                        <a:pt x="12382" y="47292"/>
                      </a:cubicBezTo>
                      <a:cubicBezTo>
                        <a:pt x="11525" y="46625"/>
                        <a:pt x="11144" y="45482"/>
                        <a:pt x="11144" y="44148"/>
                      </a:cubicBezTo>
                      <a:cubicBezTo>
                        <a:pt x="11144" y="42910"/>
                        <a:pt x="11239" y="41767"/>
                        <a:pt x="11239" y="40529"/>
                      </a:cubicBezTo>
                      <a:cubicBezTo>
                        <a:pt x="11430" y="36052"/>
                        <a:pt x="11525" y="31385"/>
                        <a:pt x="11525" y="26527"/>
                      </a:cubicBezTo>
                      <a:cubicBezTo>
                        <a:pt x="11525" y="21669"/>
                        <a:pt x="11525" y="16716"/>
                        <a:pt x="11239" y="11478"/>
                      </a:cubicBezTo>
                      <a:cubicBezTo>
                        <a:pt x="10954" y="10716"/>
                        <a:pt x="10383" y="10239"/>
                        <a:pt x="9334" y="10239"/>
                      </a:cubicBezTo>
                      <a:cubicBezTo>
                        <a:pt x="9144" y="10239"/>
                        <a:pt x="8858" y="10239"/>
                        <a:pt x="8477" y="10239"/>
                      </a:cubicBezTo>
                      <a:lnTo>
                        <a:pt x="7715" y="10239"/>
                      </a:lnTo>
                      <a:cubicBezTo>
                        <a:pt x="7144" y="10239"/>
                        <a:pt x="6763" y="10144"/>
                        <a:pt x="6477" y="9954"/>
                      </a:cubicBezTo>
                      <a:cubicBezTo>
                        <a:pt x="6858" y="9954"/>
                        <a:pt x="5715" y="9954"/>
                        <a:pt x="2953" y="9954"/>
                      </a:cubicBezTo>
                      <a:cubicBezTo>
                        <a:pt x="1714" y="9954"/>
                        <a:pt x="762" y="9668"/>
                        <a:pt x="0" y="9001"/>
                      </a:cubicBezTo>
                      <a:lnTo>
                        <a:pt x="0" y="810"/>
                      </a:lnTo>
                      <a:cubicBezTo>
                        <a:pt x="0" y="810"/>
                        <a:pt x="476" y="1095"/>
                        <a:pt x="762" y="1095"/>
                      </a:cubicBezTo>
                      <a:cubicBezTo>
                        <a:pt x="1238" y="1095"/>
                        <a:pt x="1714" y="810"/>
                        <a:pt x="2096" y="143"/>
                      </a:cubicBezTo>
                      <a:cubicBezTo>
                        <a:pt x="4477" y="-48"/>
                        <a:pt x="8001" y="-48"/>
                        <a:pt x="12668" y="143"/>
                      </a:cubicBezTo>
                      <a:cubicBezTo>
                        <a:pt x="17336" y="238"/>
                        <a:pt x="20955" y="143"/>
                        <a:pt x="23432" y="48"/>
                      </a:cubicBezTo>
                      <a:cubicBezTo>
                        <a:pt x="23527" y="238"/>
                        <a:pt x="23717" y="429"/>
                        <a:pt x="23908" y="429"/>
                      </a:cubicBezTo>
                      <a:cubicBezTo>
                        <a:pt x="24003" y="429"/>
                        <a:pt x="24289" y="429"/>
                        <a:pt x="24575" y="238"/>
                      </a:cubicBezTo>
                      <a:cubicBezTo>
                        <a:pt x="24860" y="143"/>
                        <a:pt x="25051" y="48"/>
                        <a:pt x="25146" y="48"/>
                      </a:cubicBezTo>
                      <a:cubicBezTo>
                        <a:pt x="25622" y="333"/>
                        <a:pt x="26861" y="333"/>
                        <a:pt x="28861" y="48"/>
                      </a:cubicBezTo>
                      <a:cubicBezTo>
                        <a:pt x="30385" y="-143"/>
                        <a:pt x="31147" y="429"/>
                        <a:pt x="31147" y="1572"/>
                      </a:cubicBezTo>
                      <a:close/>
                      <a:moveTo>
                        <a:pt x="5239" y="3762"/>
                      </a:moveTo>
                      <a:cubicBezTo>
                        <a:pt x="5715" y="3096"/>
                        <a:pt x="6096" y="2905"/>
                        <a:pt x="6763" y="2905"/>
                      </a:cubicBezTo>
                      <a:cubicBezTo>
                        <a:pt x="7048" y="2905"/>
                        <a:pt x="7430" y="2905"/>
                        <a:pt x="7906" y="3000"/>
                      </a:cubicBezTo>
                      <a:cubicBezTo>
                        <a:pt x="8477" y="3096"/>
                        <a:pt x="8858" y="3191"/>
                        <a:pt x="9144" y="3191"/>
                      </a:cubicBezTo>
                      <a:cubicBezTo>
                        <a:pt x="9430" y="3191"/>
                        <a:pt x="9716" y="3191"/>
                        <a:pt x="10001" y="3096"/>
                      </a:cubicBezTo>
                      <a:lnTo>
                        <a:pt x="9049" y="2143"/>
                      </a:lnTo>
                      <a:cubicBezTo>
                        <a:pt x="9049" y="2143"/>
                        <a:pt x="8573" y="1953"/>
                        <a:pt x="8573" y="1667"/>
                      </a:cubicBezTo>
                      <a:cubicBezTo>
                        <a:pt x="8573" y="1286"/>
                        <a:pt x="8573" y="1095"/>
                        <a:pt x="8573" y="1000"/>
                      </a:cubicBezTo>
                      <a:cubicBezTo>
                        <a:pt x="8477" y="1191"/>
                        <a:pt x="8287" y="1381"/>
                        <a:pt x="8191" y="1381"/>
                      </a:cubicBezTo>
                      <a:cubicBezTo>
                        <a:pt x="8191" y="1381"/>
                        <a:pt x="8001" y="1381"/>
                        <a:pt x="7906" y="1381"/>
                      </a:cubicBezTo>
                      <a:cubicBezTo>
                        <a:pt x="7906" y="1381"/>
                        <a:pt x="7906" y="1572"/>
                        <a:pt x="7906" y="1953"/>
                      </a:cubicBezTo>
                      <a:cubicBezTo>
                        <a:pt x="7430" y="2334"/>
                        <a:pt x="6858" y="2524"/>
                        <a:pt x="6096" y="2524"/>
                      </a:cubicBezTo>
                      <a:cubicBezTo>
                        <a:pt x="5239" y="2524"/>
                        <a:pt x="4667" y="2715"/>
                        <a:pt x="4382" y="2810"/>
                      </a:cubicBezTo>
                      <a:lnTo>
                        <a:pt x="5525" y="2810"/>
                      </a:lnTo>
                      <a:cubicBezTo>
                        <a:pt x="5525" y="2810"/>
                        <a:pt x="5049" y="3381"/>
                        <a:pt x="4858" y="3477"/>
                      </a:cubicBezTo>
                      <a:cubicBezTo>
                        <a:pt x="4858" y="3477"/>
                        <a:pt x="4763" y="3477"/>
                        <a:pt x="4763" y="3477"/>
                      </a:cubicBezTo>
                      <a:cubicBezTo>
                        <a:pt x="4763" y="3477"/>
                        <a:pt x="4572" y="3477"/>
                        <a:pt x="4572" y="3667"/>
                      </a:cubicBezTo>
                      <a:cubicBezTo>
                        <a:pt x="4382" y="3667"/>
                        <a:pt x="4191" y="3762"/>
                        <a:pt x="4000" y="3762"/>
                      </a:cubicBezTo>
                      <a:cubicBezTo>
                        <a:pt x="3810" y="3762"/>
                        <a:pt x="3620" y="3762"/>
                        <a:pt x="3334" y="3762"/>
                      </a:cubicBezTo>
                      <a:cubicBezTo>
                        <a:pt x="2477" y="3762"/>
                        <a:pt x="1905" y="3762"/>
                        <a:pt x="1619" y="3762"/>
                      </a:cubicBezTo>
                      <a:lnTo>
                        <a:pt x="1619" y="3477"/>
                      </a:lnTo>
                      <a:lnTo>
                        <a:pt x="953" y="4239"/>
                      </a:lnTo>
                      <a:cubicBezTo>
                        <a:pt x="953" y="4239"/>
                        <a:pt x="1429" y="4334"/>
                        <a:pt x="1619" y="4334"/>
                      </a:cubicBezTo>
                      <a:cubicBezTo>
                        <a:pt x="1619" y="4334"/>
                        <a:pt x="2286" y="4143"/>
                        <a:pt x="3334" y="3762"/>
                      </a:cubicBezTo>
                      <a:lnTo>
                        <a:pt x="4000" y="3762"/>
                      </a:lnTo>
                      <a:cubicBezTo>
                        <a:pt x="4000" y="3762"/>
                        <a:pt x="4191" y="3953"/>
                        <a:pt x="4286" y="4048"/>
                      </a:cubicBezTo>
                      <a:cubicBezTo>
                        <a:pt x="4286" y="4143"/>
                        <a:pt x="4382" y="4334"/>
                        <a:pt x="4477" y="4524"/>
                      </a:cubicBezTo>
                      <a:cubicBezTo>
                        <a:pt x="4477" y="4429"/>
                        <a:pt x="4382" y="4239"/>
                        <a:pt x="4286" y="4143"/>
                      </a:cubicBezTo>
                      <a:cubicBezTo>
                        <a:pt x="4286" y="3953"/>
                        <a:pt x="4286" y="3762"/>
                        <a:pt x="4477" y="3667"/>
                      </a:cubicBezTo>
                      <a:cubicBezTo>
                        <a:pt x="4477" y="3667"/>
                        <a:pt x="4667" y="3667"/>
                        <a:pt x="4763" y="3572"/>
                      </a:cubicBezTo>
                      <a:cubicBezTo>
                        <a:pt x="5049" y="3953"/>
                        <a:pt x="5144" y="4239"/>
                        <a:pt x="5144" y="4334"/>
                      </a:cubicBezTo>
                      <a:lnTo>
                        <a:pt x="6763" y="4048"/>
                      </a:lnTo>
                      <a:lnTo>
                        <a:pt x="5144" y="3858"/>
                      </a:lnTo>
                      <a:close/>
                      <a:moveTo>
                        <a:pt x="4096" y="6429"/>
                      </a:moveTo>
                      <a:lnTo>
                        <a:pt x="5049" y="5953"/>
                      </a:lnTo>
                      <a:lnTo>
                        <a:pt x="4572" y="5953"/>
                      </a:lnTo>
                      <a:lnTo>
                        <a:pt x="4096" y="6429"/>
                      </a:lnTo>
                      <a:close/>
                      <a:moveTo>
                        <a:pt x="11335" y="1953"/>
                      </a:moveTo>
                      <a:lnTo>
                        <a:pt x="12002" y="1191"/>
                      </a:lnTo>
                      <a:cubicBezTo>
                        <a:pt x="12002" y="1191"/>
                        <a:pt x="11525" y="1000"/>
                        <a:pt x="11144" y="810"/>
                      </a:cubicBezTo>
                      <a:lnTo>
                        <a:pt x="10383" y="1857"/>
                      </a:lnTo>
                      <a:lnTo>
                        <a:pt x="9525" y="1381"/>
                      </a:lnTo>
                      <a:lnTo>
                        <a:pt x="10573" y="2524"/>
                      </a:lnTo>
                      <a:cubicBezTo>
                        <a:pt x="10573" y="1762"/>
                        <a:pt x="10763" y="1286"/>
                        <a:pt x="11049" y="1095"/>
                      </a:cubicBezTo>
                      <a:cubicBezTo>
                        <a:pt x="11049" y="1095"/>
                        <a:pt x="11239" y="1476"/>
                        <a:pt x="11239" y="1857"/>
                      </a:cubicBezTo>
                      <a:close/>
                      <a:moveTo>
                        <a:pt x="13621" y="25384"/>
                      </a:moveTo>
                      <a:cubicBezTo>
                        <a:pt x="14288" y="25384"/>
                        <a:pt x="14669" y="25384"/>
                        <a:pt x="14574" y="25194"/>
                      </a:cubicBezTo>
                      <a:cubicBezTo>
                        <a:pt x="14383" y="25194"/>
                        <a:pt x="14097" y="25194"/>
                        <a:pt x="13621" y="25384"/>
                      </a:cubicBezTo>
                      <a:cubicBezTo>
                        <a:pt x="13431" y="25384"/>
                        <a:pt x="13240" y="25384"/>
                        <a:pt x="13145" y="25384"/>
                      </a:cubicBezTo>
                      <a:cubicBezTo>
                        <a:pt x="13335" y="25384"/>
                        <a:pt x="13525" y="25384"/>
                        <a:pt x="13621" y="25384"/>
                      </a:cubicBezTo>
                      <a:close/>
                      <a:moveTo>
                        <a:pt x="19717" y="24432"/>
                      </a:moveTo>
                      <a:cubicBezTo>
                        <a:pt x="19717" y="24432"/>
                        <a:pt x="18669" y="23955"/>
                        <a:pt x="17907" y="23955"/>
                      </a:cubicBezTo>
                      <a:cubicBezTo>
                        <a:pt x="16859" y="23955"/>
                        <a:pt x="16288" y="23955"/>
                        <a:pt x="15907" y="23765"/>
                      </a:cubicBezTo>
                      <a:lnTo>
                        <a:pt x="17431" y="24717"/>
                      </a:lnTo>
                      <a:cubicBezTo>
                        <a:pt x="17431" y="24717"/>
                        <a:pt x="17145" y="24908"/>
                        <a:pt x="17145" y="25194"/>
                      </a:cubicBezTo>
                      <a:lnTo>
                        <a:pt x="17622" y="25194"/>
                      </a:lnTo>
                      <a:cubicBezTo>
                        <a:pt x="17622" y="25194"/>
                        <a:pt x="17907" y="25289"/>
                        <a:pt x="17907" y="25384"/>
                      </a:cubicBezTo>
                      <a:lnTo>
                        <a:pt x="17716" y="25765"/>
                      </a:lnTo>
                      <a:cubicBezTo>
                        <a:pt x="17716" y="25765"/>
                        <a:pt x="17716" y="26146"/>
                        <a:pt x="17716" y="26241"/>
                      </a:cubicBezTo>
                      <a:lnTo>
                        <a:pt x="18669" y="26241"/>
                      </a:lnTo>
                      <a:cubicBezTo>
                        <a:pt x="18288" y="25765"/>
                        <a:pt x="18002" y="25479"/>
                        <a:pt x="18002" y="25289"/>
                      </a:cubicBezTo>
                      <a:cubicBezTo>
                        <a:pt x="18002" y="25098"/>
                        <a:pt x="18098" y="25003"/>
                        <a:pt x="18288" y="24908"/>
                      </a:cubicBezTo>
                      <a:cubicBezTo>
                        <a:pt x="18574" y="24813"/>
                        <a:pt x="18765" y="24717"/>
                        <a:pt x="19050" y="24527"/>
                      </a:cubicBezTo>
                      <a:cubicBezTo>
                        <a:pt x="19336" y="24527"/>
                        <a:pt x="19526" y="24527"/>
                        <a:pt x="19812" y="24813"/>
                      </a:cubicBezTo>
                      <a:lnTo>
                        <a:pt x="19812" y="24336"/>
                      </a:lnTo>
                      <a:close/>
                      <a:moveTo>
                        <a:pt x="17431" y="20431"/>
                      </a:moveTo>
                      <a:cubicBezTo>
                        <a:pt x="17431" y="20431"/>
                        <a:pt x="18002" y="20907"/>
                        <a:pt x="18383" y="20907"/>
                      </a:cubicBezTo>
                      <a:cubicBezTo>
                        <a:pt x="18955" y="20907"/>
                        <a:pt x="19431" y="20717"/>
                        <a:pt x="19908" y="20336"/>
                      </a:cubicBezTo>
                      <a:lnTo>
                        <a:pt x="19050" y="20050"/>
                      </a:lnTo>
                      <a:cubicBezTo>
                        <a:pt x="19050" y="20050"/>
                        <a:pt x="18859" y="20717"/>
                        <a:pt x="18765" y="20717"/>
                      </a:cubicBezTo>
                      <a:cubicBezTo>
                        <a:pt x="18765" y="20717"/>
                        <a:pt x="18574" y="20622"/>
                        <a:pt x="18288" y="20336"/>
                      </a:cubicBezTo>
                      <a:cubicBezTo>
                        <a:pt x="18002" y="20050"/>
                        <a:pt x="17716" y="19955"/>
                        <a:pt x="17526" y="20050"/>
                      </a:cubicBezTo>
                      <a:lnTo>
                        <a:pt x="17526" y="20526"/>
                      </a:lnTo>
                      <a:close/>
                      <a:moveTo>
                        <a:pt x="19621" y="25956"/>
                      </a:moveTo>
                      <a:lnTo>
                        <a:pt x="19621" y="25956"/>
                      </a:lnTo>
                      <a:lnTo>
                        <a:pt x="18574" y="25194"/>
                      </a:lnTo>
                      <a:cubicBezTo>
                        <a:pt x="18574" y="25194"/>
                        <a:pt x="18574" y="25765"/>
                        <a:pt x="18955" y="25860"/>
                      </a:cubicBezTo>
                      <a:cubicBezTo>
                        <a:pt x="19145" y="25860"/>
                        <a:pt x="19431" y="25860"/>
                        <a:pt x="19621" y="25956"/>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 name="Google Shape;1245;p99"/>
                <p:cNvSpPr/>
                <p:nvPr/>
              </p:nvSpPr>
              <p:spPr>
                <a:xfrm>
                  <a:off x="7660861" y="2462879"/>
                  <a:ext cx="36861" cy="47434"/>
                </a:xfrm>
                <a:custGeom>
                  <a:avLst/>
                  <a:gdLst/>
                  <a:ahLst/>
                  <a:cxnLst/>
                  <a:rect l="l" t="t" r="r" b="b"/>
                  <a:pathLst>
                    <a:path w="36861" h="47434" extrusionOk="0">
                      <a:moveTo>
                        <a:pt x="32481" y="37909"/>
                      </a:moveTo>
                      <a:cubicBezTo>
                        <a:pt x="33243" y="38386"/>
                        <a:pt x="33719" y="39243"/>
                        <a:pt x="33719" y="40386"/>
                      </a:cubicBezTo>
                      <a:cubicBezTo>
                        <a:pt x="33719" y="41434"/>
                        <a:pt x="33719" y="42386"/>
                        <a:pt x="33719" y="43339"/>
                      </a:cubicBezTo>
                      <a:cubicBezTo>
                        <a:pt x="33719" y="43910"/>
                        <a:pt x="33814" y="44386"/>
                        <a:pt x="33909" y="44767"/>
                      </a:cubicBezTo>
                      <a:cubicBezTo>
                        <a:pt x="32766" y="46482"/>
                        <a:pt x="30956" y="47434"/>
                        <a:pt x="28385" y="47434"/>
                      </a:cubicBezTo>
                      <a:cubicBezTo>
                        <a:pt x="27623" y="47434"/>
                        <a:pt x="26480" y="47434"/>
                        <a:pt x="24861" y="47149"/>
                      </a:cubicBezTo>
                      <a:cubicBezTo>
                        <a:pt x="23336" y="47053"/>
                        <a:pt x="22098" y="46958"/>
                        <a:pt x="21336" y="46958"/>
                      </a:cubicBezTo>
                      <a:cubicBezTo>
                        <a:pt x="20479" y="46958"/>
                        <a:pt x="19812" y="46958"/>
                        <a:pt x="19145" y="46958"/>
                      </a:cubicBezTo>
                      <a:lnTo>
                        <a:pt x="5811" y="46958"/>
                      </a:lnTo>
                      <a:lnTo>
                        <a:pt x="5811" y="46768"/>
                      </a:lnTo>
                      <a:cubicBezTo>
                        <a:pt x="5811" y="46768"/>
                        <a:pt x="4572" y="46482"/>
                        <a:pt x="3429" y="46672"/>
                      </a:cubicBezTo>
                      <a:cubicBezTo>
                        <a:pt x="2286" y="46863"/>
                        <a:pt x="1334" y="46672"/>
                        <a:pt x="762" y="46291"/>
                      </a:cubicBezTo>
                      <a:cubicBezTo>
                        <a:pt x="953" y="40767"/>
                        <a:pt x="1048" y="35242"/>
                        <a:pt x="1048" y="29813"/>
                      </a:cubicBezTo>
                      <a:cubicBezTo>
                        <a:pt x="1048" y="24384"/>
                        <a:pt x="1048" y="18859"/>
                        <a:pt x="762" y="13240"/>
                      </a:cubicBezTo>
                      <a:cubicBezTo>
                        <a:pt x="953" y="13430"/>
                        <a:pt x="1143" y="13430"/>
                        <a:pt x="1238" y="13430"/>
                      </a:cubicBezTo>
                      <a:lnTo>
                        <a:pt x="1429" y="13240"/>
                      </a:lnTo>
                      <a:cubicBezTo>
                        <a:pt x="1429" y="13240"/>
                        <a:pt x="1429" y="12859"/>
                        <a:pt x="1143" y="12763"/>
                      </a:cubicBezTo>
                      <a:cubicBezTo>
                        <a:pt x="953" y="12668"/>
                        <a:pt x="858" y="12573"/>
                        <a:pt x="858" y="12573"/>
                      </a:cubicBezTo>
                      <a:cubicBezTo>
                        <a:pt x="858" y="12573"/>
                        <a:pt x="858" y="12382"/>
                        <a:pt x="1143" y="12192"/>
                      </a:cubicBezTo>
                      <a:cubicBezTo>
                        <a:pt x="1143" y="12573"/>
                        <a:pt x="1143" y="12763"/>
                        <a:pt x="1334" y="12859"/>
                      </a:cubicBezTo>
                      <a:cubicBezTo>
                        <a:pt x="1714" y="12859"/>
                        <a:pt x="1810" y="12573"/>
                        <a:pt x="1620" y="12192"/>
                      </a:cubicBezTo>
                      <a:cubicBezTo>
                        <a:pt x="1429" y="11811"/>
                        <a:pt x="1524" y="11525"/>
                        <a:pt x="1714" y="11430"/>
                      </a:cubicBezTo>
                      <a:cubicBezTo>
                        <a:pt x="1714" y="11430"/>
                        <a:pt x="1714" y="11620"/>
                        <a:pt x="1714" y="11716"/>
                      </a:cubicBezTo>
                      <a:cubicBezTo>
                        <a:pt x="1714" y="11906"/>
                        <a:pt x="1810" y="12001"/>
                        <a:pt x="2000" y="12192"/>
                      </a:cubicBezTo>
                      <a:cubicBezTo>
                        <a:pt x="2191" y="12382"/>
                        <a:pt x="2381" y="12478"/>
                        <a:pt x="2381" y="12573"/>
                      </a:cubicBezTo>
                      <a:lnTo>
                        <a:pt x="3239" y="12382"/>
                      </a:lnTo>
                      <a:lnTo>
                        <a:pt x="2381" y="11716"/>
                      </a:lnTo>
                      <a:lnTo>
                        <a:pt x="3239" y="11239"/>
                      </a:lnTo>
                      <a:cubicBezTo>
                        <a:pt x="3239" y="11239"/>
                        <a:pt x="2953" y="10954"/>
                        <a:pt x="2477" y="10573"/>
                      </a:cubicBezTo>
                      <a:cubicBezTo>
                        <a:pt x="2191" y="10287"/>
                        <a:pt x="1905" y="10192"/>
                        <a:pt x="1714" y="10192"/>
                      </a:cubicBezTo>
                      <a:cubicBezTo>
                        <a:pt x="1524" y="10192"/>
                        <a:pt x="1238" y="10382"/>
                        <a:pt x="1143" y="10668"/>
                      </a:cubicBezTo>
                      <a:cubicBezTo>
                        <a:pt x="953" y="10477"/>
                        <a:pt x="762" y="10382"/>
                        <a:pt x="762" y="10192"/>
                      </a:cubicBezTo>
                      <a:cubicBezTo>
                        <a:pt x="762" y="10192"/>
                        <a:pt x="953" y="10001"/>
                        <a:pt x="1238" y="9715"/>
                      </a:cubicBezTo>
                      <a:cubicBezTo>
                        <a:pt x="1524" y="9430"/>
                        <a:pt x="1714" y="9239"/>
                        <a:pt x="1620" y="9049"/>
                      </a:cubicBezTo>
                      <a:lnTo>
                        <a:pt x="2096" y="9525"/>
                      </a:lnTo>
                      <a:lnTo>
                        <a:pt x="2381" y="9144"/>
                      </a:lnTo>
                      <a:cubicBezTo>
                        <a:pt x="2381" y="9144"/>
                        <a:pt x="2667" y="9334"/>
                        <a:pt x="2763" y="9334"/>
                      </a:cubicBezTo>
                      <a:cubicBezTo>
                        <a:pt x="2953" y="9334"/>
                        <a:pt x="3239" y="9239"/>
                        <a:pt x="3620" y="9049"/>
                      </a:cubicBezTo>
                      <a:cubicBezTo>
                        <a:pt x="4001" y="8858"/>
                        <a:pt x="4382" y="8763"/>
                        <a:pt x="4477" y="8763"/>
                      </a:cubicBezTo>
                      <a:cubicBezTo>
                        <a:pt x="4763" y="8763"/>
                        <a:pt x="4953" y="8858"/>
                        <a:pt x="5144" y="9049"/>
                      </a:cubicBezTo>
                      <a:lnTo>
                        <a:pt x="5429" y="8858"/>
                      </a:lnTo>
                      <a:cubicBezTo>
                        <a:pt x="5429" y="8858"/>
                        <a:pt x="5144" y="8287"/>
                        <a:pt x="4763" y="8191"/>
                      </a:cubicBezTo>
                      <a:cubicBezTo>
                        <a:pt x="4382" y="8001"/>
                        <a:pt x="4191" y="7906"/>
                        <a:pt x="4001" y="7810"/>
                      </a:cubicBezTo>
                      <a:cubicBezTo>
                        <a:pt x="3334" y="7810"/>
                        <a:pt x="2572" y="7810"/>
                        <a:pt x="1714" y="7810"/>
                      </a:cubicBezTo>
                      <a:cubicBezTo>
                        <a:pt x="1714" y="8001"/>
                        <a:pt x="1524" y="8096"/>
                        <a:pt x="1429" y="8096"/>
                      </a:cubicBezTo>
                      <a:cubicBezTo>
                        <a:pt x="1238" y="8001"/>
                        <a:pt x="1143" y="7906"/>
                        <a:pt x="1048" y="7906"/>
                      </a:cubicBezTo>
                      <a:cubicBezTo>
                        <a:pt x="1048" y="7906"/>
                        <a:pt x="858" y="7906"/>
                        <a:pt x="762" y="7906"/>
                      </a:cubicBezTo>
                      <a:lnTo>
                        <a:pt x="286" y="6191"/>
                      </a:lnTo>
                      <a:cubicBezTo>
                        <a:pt x="286" y="6191"/>
                        <a:pt x="762" y="6096"/>
                        <a:pt x="953" y="5905"/>
                      </a:cubicBezTo>
                      <a:cubicBezTo>
                        <a:pt x="953" y="5524"/>
                        <a:pt x="858" y="5429"/>
                        <a:pt x="477" y="5620"/>
                      </a:cubicBezTo>
                      <a:cubicBezTo>
                        <a:pt x="191" y="5810"/>
                        <a:pt x="0" y="5715"/>
                        <a:pt x="0" y="5524"/>
                      </a:cubicBezTo>
                      <a:lnTo>
                        <a:pt x="477" y="5143"/>
                      </a:lnTo>
                      <a:lnTo>
                        <a:pt x="953" y="5524"/>
                      </a:lnTo>
                      <a:cubicBezTo>
                        <a:pt x="953" y="5524"/>
                        <a:pt x="1143" y="5048"/>
                        <a:pt x="1143" y="4381"/>
                      </a:cubicBezTo>
                      <a:cubicBezTo>
                        <a:pt x="1143" y="4572"/>
                        <a:pt x="1143" y="4667"/>
                        <a:pt x="1429" y="4763"/>
                      </a:cubicBezTo>
                      <a:cubicBezTo>
                        <a:pt x="1810" y="4477"/>
                        <a:pt x="1905" y="4286"/>
                        <a:pt x="1905" y="4096"/>
                      </a:cubicBezTo>
                      <a:cubicBezTo>
                        <a:pt x="1905" y="3905"/>
                        <a:pt x="1620" y="3619"/>
                        <a:pt x="1048" y="3334"/>
                      </a:cubicBezTo>
                      <a:cubicBezTo>
                        <a:pt x="571" y="2953"/>
                        <a:pt x="286" y="2572"/>
                        <a:pt x="286" y="2286"/>
                      </a:cubicBezTo>
                      <a:cubicBezTo>
                        <a:pt x="286" y="2000"/>
                        <a:pt x="477" y="1714"/>
                        <a:pt x="762" y="1429"/>
                      </a:cubicBezTo>
                      <a:lnTo>
                        <a:pt x="1905" y="286"/>
                      </a:lnTo>
                      <a:cubicBezTo>
                        <a:pt x="3906" y="95"/>
                        <a:pt x="6001" y="0"/>
                        <a:pt x="8287" y="0"/>
                      </a:cubicBezTo>
                      <a:cubicBezTo>
                        <a:pt x="10383" y="0"/>
                        <a:pt x="13621" y="95"/>
                        <a:pt x="17907" y="381"/>
                      </a:cubicBezTo>
                      <a:cubicBezTo>
                        <a:pt x="22289" y="667"/>
                        <a:pt x="25432" y="762"/>
                        <a:pt x="27623" y="762"/>
                      </a:cubicBezTo>
                      <a:cubicBezTo>
                        <a:pt x="29146" y="762"/>
                        <a:pt x="30671" y="762"/>
                        <a:pt x="32099" y="667"/>
                      </a:cubicBezTo>
                      <a:cubicBezTo>
                        <a:pt x="32957" y="1333"/>
                        <a:pt x="33433" y="2286"/>
                        <a:pt x="33433" y="3524"/>
                      </a:cubicBezTo>
                      <a:cubicBezTo>
                        <a:pt x="33433" y="3810"/>
                        <a:pt x="33433" y="4381"/>
                        <a:pt x="33243" y="5334"/>
                      </a:cubicBezTo>
                      <a:cubicBezTo>
                        <a:pt x="33052" y="6191"/>
                        <a:pt x="33052" y="6858"/>
                        <a:pt x="33052" y="7334"/>
                      </a:cubicBezTo>
                      <a:cubicBezTo>
                        <a:pt x="33052" y="7810"/>
                        <a:pt x="33052" y="8191"/>
                        <a:pt x="33147" y="8572"/>
                      </a:cubicBezTo>
                      <a:cubicBezTo>
                        <a:pt x="33147" y="9239"/>
                        <a:pt x="32766" y="9525"/>
                        <a:pt x="32004" y="9525"/>
                      </a:cubicBezTo>
                      <a:cubicBezTo>
                        <a:pt x="31814" y="9525"/>
                        <a:pt x="31718" y="9525"/>
                        <a:pt x="31433" y="9525"/>
                      </a:cubicBezTo>
                      <a:lnTo>
                        <a:pt x="30861" y="9525"/>
                      </a:lnTo>
                      <a:cubicBezTo>
                        <a:pt x="30385" y="9525"/>
                        <a:pt x="30004" y="9525"/>
                        <a:pt x="29813" y="9811"/>
                      </a:cubicBezTo>
                      <a:lnTo>
                        <a:pt x="28575" y="9811"/>
                      </a:lnTo>
                      <a:lnTo>
                        <a:pt x="28575" y="9525"/>
                      </a:lnTo>
                      <a:cubicBezTo>
                        <a:pt x="26765" y="9715"/>
                        <a:pt x="24765" y="9811"/>
                        <a:pt x="22479" y="9811"/>
                      </a:cubicBezTo>
                      <a:cubicBezTo>
                        <a:pt x="21050" y="9811"/>
                        <a:pt x="19050" y="9811"/>
                        <a:pt x="16288" y="9811"/>
                      </a:cubicBezTo>
                      <a:lnTo>
                        <a:pt x="10192" y="9811"/>
                      </a:lnTo>
                      <a:cubicBezTo>
                        <a:pt x="9906" y="10477"/>
                        <a:pt x="9811" y="11335"/>
                        <a:pt x="9811" y="12192"/>
                      </a:cubicBezTo>
                      <a:cubicBezTo>
                        <a:pt x="9811" y="12478"/>
                        <a:pt x="9811" y="12859"/>
                        <a:pt x="9811" y="13430"/>
                      </a:cubicBezTo>
                      <a:lnTo>
                        <a:pt x="9811" y="14764"/>
                      </a:lnTo>
                      <a:cubicBezTo>
                        <a:pt x="9811" y="15621"/>
                        <a:pt x="9716" y="16383"/>
                        <a:pt x="9525" y="17050"/>
                      </a:cubicBezTo>
                      <a:cubicBezTo>
                        <a:pt x="9620" y="17621"/>
                        <a:pt x="9716" y="18097"/>
                        <a:pt x="9811" y="18669"/>
                      </a:cubicBezTo>
                      <a:cubicBezTo>
                        <a:pt x="10002" y="19336"/>
                        <a:pt x="10383" y="19717"/>
                        <a:pt x="10859" y="19717"/>
                      </a:cubicBezTo>
                      <a:cubicBezTo>
                        <a:pt x="11049" y="19717"/>
                        <a:pt x="11239" y="19717"/>
                        <a:pt x="11335" y="19717"/>
                      </a:cubicBezTo>
                      <a:cubicBezTo>
                        <a:pt x="11335" y="19717"/>
                        <a:pt x="11621" y="19717"/>
                        <a:pt x="11716" y="19717"/>
                      </a:cubicBezTo>
                      <a:cubicBezTo>
                        <a:pt x="11906" y="19717"/>
                        <a:pt x="12097" y="19717"/>
                        <a:pt x="12478" y="19621"/>
                      </a:cubicBezTo>
                      <a:cubicBezTo>
                        <a:pt x="12859" y="19621"/>
                        <a:pt x="13049" y="19526"/>
                        <a:pt x="13145" y="19526"/>
                      </a:cubicBezTo>
                      <a:cubicBezTo>
                        <a:pt x="13431" y="19526"/>
                        <a:pt x="13716" y="19621"/>
                        <a:pt x="13907" y="20002"/>
                      </a:cubicBezTo>
                      <a:cubicBezTo>
                        <a:pt x="14954" y="19717"/>
                        <a:pt x="16193" y="19526"/>
                        <a:pt x="17622" y="19526"/>
                      </a:cubicBezTo>
                      <a:cubicBezTo>
                        <a:pt x="18288" y="19526"/>
                        <a:pt x="19336" y="19526"/>
                        <a:pt x="20670" y="19621"/>
                      </a:cubicBezTo>
                      <a:cubicBezTo>
                        <a:pt x="22003" y="19621"/>
                        <a:pt x="23051" y="19812"/>
                        <a:pt x="23718" y="19812"/>
                      </a:cubicBezTo>
                      <a:cubicBezTo>
                        <a:pt x="24384" y="19812"/>
                        <a:pt x="24955" y="19812"/>
                        <a:pt x="25622" y="19717"/>
                      </a:cubicBezTo>
                      <a:cubicBezTo>
                        <a:pt x="25908" y="20669"/>
                        <a:pt x="26004" y="22003"/>
                        <a:pt x="26004" y="23813"/>
                      </a:cubicBezTo>
                      <a:cubicBezTo>
                        <a:pt x="26004" y="25813"/>
                        <a:pt x="26004" y="27146"/>
                        <a:pt x="26099" y="27908"/>
                      </a:cubicBezTo>
                      <a:cubicBezTo>
                        <a:pt x="25241" y="28480"/>
                        <a:pt x="24194" y="28765"/>
                        <a:pt x="22765" y="28765"/>
                      </a:cubicBezTo>
                      <a:cubicBezTo>
                        <a:pt x="22193" y="28765"/>
                        <a:pt x="21336" y="28765"/>
                        <a:pt x="20098" y="28575"/>
                      </a:cubicBezTo>
                      <a:cubicBezTo>
                        <a:pt x="18955" y="28480"/>
                        <a:pt x="18002" y="28384"/>
                        <a:pt x="17431" y="28384"/>
                      </a:cubicBezTo>
                      <a:cubicBezTo>
                        <a:pt x="16859" y="28384"/>
                        <a:pt x="16288" y="28384"/>
                        <a:pt x="15812" y="28480"/>
                      </a:cubicBezTo>
                      <a:lnTo>
                        <a:pt x="15812" y="28194"/>
                      </a:lnTo>
                      <a:cubicBezTo>
                        <a:pt x="15812" y="28194"/>
                        <a:pt x="14954" y="28194"/>
                        <a:pt x="14002" y="28194"/>
                      </a:cubicBezTo>
                      <a:cubicBezTo>
                        <a:pt x="13335" y="28194"/>
                        <a:pt x="12764" y="28289"/>
                        <a:pt x="12192" y="28575"/>
                      </a:cubicBezTo>
                      <a:cubicBezTo>
                        <a:pt x="12002" y="28480"/>
                        <a:pt x="11716" y="28384"/>
                        <a:pt x="11430" y="28384"/>
                      </a:cubicBezTo>
                      <a:cubicBezTo>
                        <a:pt x="10954" y="28384"/>
                        <a:pt x="10668" y="28384"/>
                        <a:pt x="10573" y="28384"/>
                      </a:cubicBezTo>
                      <a:cubicBezTo>
                        <a:pt x="10002" y="28575"/>
                        <a:pt x="9716" y="29051"/>
                        <a:pt x="9716" y="29813"/>
                      </a:cubicBezTo>
                      <a:cubicBezTo>
                        <a:pt x="9716" y="30385"/>
                        <a:pt x="9716" y="30766"/>
                        <a:pt x="10002" y="31147"/>
                      </a:cubicBezTo>
                      <a:cubicBezTo>
                        <a:pt x="9144" y="30956"/>
                        <a:pt x="8382" y="31147"/>
                        <a:pt x="7715" y="31813"/>
                      </a:cubicBezTo>
                      <a:lnTo>
                        <a:pt x="9240" y="31528"/>
                      </a:lnTo>
                      <a:lnTo>
                        <a:pt x="9049" y="31813"/>
                      </a:lnTo>
                      <a:cubicBezTo>
                        <a:pt x="9049" y="31813"/>
                        <a:pt x="9240" y="32004"/>
                        <a:pt x="9335" y="32004"/>
                      </a:cubicBezTo>
                      <a:cubicBezTo>
                        <a:pt x="9335" y="32004"/>
                        <a:pt x="9525" y="31909"/>
                        <a:pt x="10002" y="31528"/>
                      </a:cubicBezTo>
                      <a:cubicBezTo>
                        <a:pt x="10002" y="31432"/>
                        <a:pt x="10002" y="32480"/>
                        <a:pt x="10002" y="34957"/>
                      </a:cubicBezTo>
                      <a:cubicBezTo>
                        <a:pt x="10002" y="36385"/>
                        <a:pt x="10192" y="37433"/>
                        <a:pt x="10668" y="38195"/>
                      </a:cubicBezTo>
                      <a:cubicBezTo>
                        <a:pt x="12192" y="38386"/>
                        <a:pt x="13621" y="38481"/>
                        <a:pt x="15240" y="38481"/>
                      </a:cubicBezTo>
                      <a:cubicBezTo>
                        <a:pt x="16479" y="38481"/>
                        <a:pt x="18193" y="38481"/>
                        <a:pt x="20574" y="38290"/>
                      </a:cubicBezTo>
                      <a:cubicBezTo>
                        <a:pt x="22860" y="38100"/>
                        <a:pt x="24575" y="38005"/>
                        <a:pt x="25813" y="38005"/>
                      </a:cubicBezTo>
                      <a:cubicBezTo>
                        <a:pt x="27527" y="38005"/>
                        <a:pt x="29146" y="38100"/>
                        <a:pt x="30671" y="38386"/>
                      </a:cubicBezTo>
                      <a:cubicBezTo>
                        <a:pt x="30956" y="37719"/>
                        <a:pt x="31528" y="37719"/>
                        <a:pt x="32290" y="38195"/>
                      </a:cubicBezTo>
                      <a:close/>
                      <a:moveTo>
                        <a:pt x="2381" y="8572"/>
                      </a:moveTo>
                      <a:lnTo>
                        <a:pt x="2667" y="9049"/>
                      </a:lnTo>
                      <a:lnTo>
                        <a:pt x="2667" y="9049"/>
                      </a:lnTo>
                      <a:cubicBezTo>
                        <a:pt x="2667" y="9049"/>
                        <a:pt x="2381" y="8858"/>
                        <a:pt x="2381" y="8572"/>
                      </a:cubicBezTo>
                      <a:close/>
                      <a:moveTo>
                        <a:pt x="14383" y="25241"/>
                      </a:moveTo>
                      <a:lnTo>
                        <a:pt x="13716" y="25241"/>
                      </a:lnTo>
                      <a:cubicBezTo>
                        <a:pt x="13716" y="25241"/>
                        <a:pt x="14097" y="25527"/>
                        <a:pt x="14383" y="25241"/>
                      </a:cubicBezTo>
                      <a:lnTo>
                        <a:pt x="14764" y="25241"/>
                      </a:lnTo>
                      <a:cubicBezTo>
                        <a:pt x="14764" y="25241"/>
                        <a:pt x="14764" y="25432"/>
                        <a:pt x="14764" y="25622"/>
                      </a:cubicBezTo>
                      <a:lnTo>
                        <a:pt x="15526" y="25241"/>
                      </a:lnTo>
                      <a:cubicBezTo>
                        <a:pt x="15526" y="25241"/>
                        <a:pt x="15812" y="25527"/>
                        <a:pt x="15812" y="25622"/>
                      </a:cubicBezTo>
                      <a:lnTo>
                        <a:pt x="16669" y="25622"/>
                      </a:lnTo>
                      <a:lnTo>
                        <a:pt x="16669" y="25241"/>
                      </a:lnTo>
                      <a:lnTo>
                        <a:pt x="14574" y="25241"/>
                      </a:lnTo>
                      <a:cubicBezTo>
                        <a:pt x="14574" y="25241"/>
                        <a:pt x="14383" y="25241"/>
                        <a:pt x="14193" y="25241"/>
                      </a:cubicBezTo>
                      <a:close/>
                      <a:moveTo>
                        <a:pt x="25813" y="3238"/>
                      </a:moveTo>
                      <a:lnTo>
                        <a:pt x="25337" y="2953"/>
                      </a:lnTo>
                      <a:lnTo>
                        <a:pt x="25813" y="3905"/>
                      </a:lnTo>
                      <a:lnTo>
                        <a:pt x="25813" y="3238"/>
                      </a:lnTo>
                      <a:close/>
                      <a:moveTo>
                        <a:pt x="36672" y="40957"/>
                      </a:moveTo>
                      <a:lnTo>
                        <a:pt x="36862" y="40957"/>
                      </a:lnTo>
                      <a:lnTo>
                        <a:pt x="36195" y="41434"/>
                      </a:lnTo>
                      <a:lnTo>
                        <a:pt x="36672" y="40957"/>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 name="Google Shape;1246;p99"/>
                <p:cNvSpPr/>
                <p:nvPr/>
              </p:nvSpPr>
              <p:spPr>
                <a:xfrm>
                  <a:off x="7696961" y="2462879"/>
                  <a:ext cx="41719" cy="47339"/>
                </a:xfrm>
                <a:custGeom>
                  <a:avLst/>
                  <a:gdLst/>
                  <a:ahLst/>
                  <a:cxnLst/>
                  <a:rect l="l" t="t" r="r" b="b"/>
                  <a:pathLst>
                    <a:path w="41719" h="47339" extrusionOk="0">
                      <a:moveTo>
                        <a:pt x="33718" y="12668"/>
                      </a:moveTo>
                      <a:cubicBezTo>
                        <a:pt x="33718" y="12668"/>
                        <a:pt x="33909" y="12954"/>
                        <a:pt x="34194" y="12954"/>
                      </a:cubicBezTo>
                      <a:lnTo>
                        <a:pt x="34576" y="12954"/>
                      </a:lnTo>
                      <a:cubicBezTo>
                        <a:pt x="34099" y="14288"/>
                        <a:pt x="34004" y="15907"/>
                        <a:pt x="34385" y="17812"/>
                      </a:cubicBezTo>
                      <a:cubicBezTo>
                        <a:pt x="34290" y="18288"/>
                        <a:pt x="33909" y="18859"/>
                        <a:pt x="33242" y="19812"/>
                      </a:cubicBezTo>
                      <a:lnTo>
                        <a:pt x="33718" y="20288"/>
                      </a:lnTo>
                      <a:cubicBezTo>
                        <a:pt x="33718" y="20288"/>
                        <a:pt x="33147" y="20860"/>
                        <a:pt x="32480" y="21050"/>
                      </a:cubicBezTo>
                      <a:cubicBezTo>
                        <a:pt x="31813" y="21241"/>
                        <a:pt x="31432" y="21526"/>
                        <a:pt x="31242" y="21907"/>
                      </a:cubicBezTo>
                      <a:lnTo>
                        <a:pt x="32289" y="22098"/>
                      </a:lnTo>
                      <a:cubicBezTo>
                        <a:pt x="31432" y="23527"/>
                        <a:pt x="29813" y="25241"/>
                        <a:pt x="27432" y="27241"/>
                      </a:cubicBezTo>
                      <a:lnTo>
                        <a:pt x="26575" y="27241"/>
                      </a:lnTo>
                      <a:lnTo>
                        <a:pt x="26575" y="27908"/>
                      </a:lnTo>
                      <a:cubicBezTo>
                        <a:pt x="26575" y="27908"/>
                        <a:pt x="26384" y="27718"/>
                        <a:pt x="26194" y="27718"/>
                      </a:cubicBezTo>
                      <a:cubicBezTo>
                        <a:pt x="25812" y="27718"/>
                        <a:pt x="25622" y="27718"/>
                        <a:pt x="25622" y="27718"/>
                      </a:cubicBezTo>
                      <a:lnTo>
                        <a:pt x="25432" y="27908"/>
                      </a:lnTo>
                      <a:cubicBezTo>
                        <a:pt x="26003" y="28099"/>
                        <a:pt x="26384" y="28575"/>
                        <a:pt x="26575" y="29527"/>
                      </a:cubicBezTo>
                      <a:cubicBezTo>
                        <a:pt x="26861" y="30385"/>
                        <a:pt x="27146" y="30956"/>
                        <a:pt x="27432" y="31051"/>
                      </a:cubicBezTo>
                      <a:cubicBezTo>
                        <a:pt x="27337" y="31813"/>
                        <a:pt x="27622" y="32575"/>
                        <a:pt x="28289" y="33433"/>
                      </a:cubicBezTo>
                      <a:cubicBezTo>
                        <a:pt x="29146" y="34290"/>
                        <a:pt x="29527" y="35147"/>
                        <a:pt x="29718" y="35719"/>
                      </a:cubicBezTo>
                      <a:cubicBezTo>
                        <a:pt x="29432" y="36195"/>
                        <a:pt x="28956" y="36290"/>
                        <a:pt x="28194" y="36100"/>
                      </a:cubicBezTo>
                      <a:cubicBezTo>
                        <a:pt x="27432" y="35909"/>
                        <a:pt x="27146" y="35909"/>
                        <a:pt x="27146" y="36195"/>
                      </a:cubicBezTo>
                      <a:cubicBezTo>
                        <a:pt x="27146" y="36385"/>
                        <a:pt x="27241" y="36671"/>
                        <a:pt x="27337" y="36957"/>
                      </a:cubicBezTo>
                      <a:lnTo>
                        <a:pt x="28194" y="36766"/>
                      </a:lnTo>
                      <a:cubicBezTo>
                        <a:pt x="28194" y="36766"/>
                        <a:pt x="28194" y="37243"/>
                        <a:pt x="27813" y="37719"/>
                      </a:cubicBezTo>
                      <a:lnTo>
                        <a:pt x="28480" y="38386"/>
                      </a:lnTo>
                      <a:cubicBezTo>
                        <a:pt x="28480" y="38386"/>
                        <a:pt x="28765" y="38005"/>
                        <a:pt x="28860" y="37433"/>
                      </a:cubicBezTo>
                      <a:lnTo>
                        <a:pt x="29146" y="38576"/>
                      </a:lnTo>
                      <a:cubicBezTo>
                        <a:pt x="29623" y="38386"/>
                        <a:pt x="29908" y="37909"/>
                        <a:pt x="29813" y="36957"/>
                      </a:cubicBezTo>
                      <a:cubicBezTo>
                        <a:pt x="30385" y="37243"/>
                        <a:pt x="30861" y="37814"/>
                        <a:pt x="31146" y="38671"/>
                      </a:cubicBezTo>
                      <a:cubicBezTo>
                        <a:pt x="31432" y="39529"/>
                        <a:pt x="31813" y="40005"/>
                        <a:pt x="32195" y="40195"/>
                      </a:cubicBezTo>
                      <a:cubicBezTo>
                        <a:pt x="32099" y="40481"/>
                        <a:pt x="32004" y="40862"/>
                        <a:pt x="32004" y="41148"/>
                      </a:cubicBezTo>
                      <a:cubicBezTo>
                        <a:pt x="32004" y="41719"/>
                        <a:pt x="32289" y="42481"/>
                        <a:pt x="32861" y="43434"/>
                      </a:cubicBezTo>
                      <a:cubicBezTo>
                        <a:pt x="33433" y="44386"/>
                        <a:pt x="33718" y="45053"/>
                        <a:pt x="33718" y="45434"/>
                      </a:cubicBezTo>
                      <a:cubicBezTo>
                        <a:pt x="33718" y="46006"/>
                        <a:pt x="33433" y="46482"/>
                        <a:pt x="32861" y="46958"/>
                      </a:cubicBezTo>
                      <a:cubicBezTo>
                        <a:pt x="32385" y="46958"/>
                        <a:pt x="31623" y="46958"/>
                        <a:pt x="30480" y="47149"/>
                      </a:cubicBezTo>
                      <a:cubicBezTo>
                        <a:pt x="29432" y="47149"/>
                        <a:pt x="28575" y="47339"/>
                        <a:pt x="28004" y="47339"/>
                      </a:cubicBezTo>
                      <a:cubicBezTo>
                        <a:pt x="26289" y="47339"/>
                        <a:pt x="24955" y="46863"/>
                        <a:pt x="24003" y="45910"/>
                      </a:cubicBezTo>
                      <a:lnTo>
                        <a:pt x="23813" y="46196"/>
                      </a:lnTo>
                      <a:cubicBezTo>
                        <a:pt x="23622" y="45625"/>
                        <a:pt x="23431" y="45053"/>
                        <a:pt x="23146" y="44482"/>
                      </a:cubicBezTo>
                      <a:cubicBezTo>
                        <a:pt x="22764" y="43720"/>
                        <a:pt x="22288" y="43243"/>
                        <a:pt x="21717" y="43053"/>
                      </a:cubicBezTo>
                      <a:cubicBezTo>
                        <a:pt x="21812" y="42767"/>
                        <a:pt x="22003" y="42577"/>
                        <a:pt x="22003" y="42386"/>
                      </a:cubicBezTo>
                      <a:cubicBezTo>
                        <a:pt x="22003" y="41910"/>
                        <a:pt x="21717" y="41529"/>
                        <a:pt x="21145" y="41148"/>
                      </a:cubicBezTo>
                      <a:cubicBezTo>
                        <a:pt x="20574" y="40767"/>
                        <a:pt x="20383" y="40291"/>
                        <a:pt x="20383" y="39910"/>
                      </a:cubicBezTo>
                      <a:cubicBezTo>
                        <a:pt x="20383" y="39624"/>
                        <a:pt x="20383" y="39338"/>
                        <a:pt x="20574" y="39052"/>
                      </a:cubicBezTo>
                      <a:cubicBezTo>
                        <a:pt x="20193" y="38481"/>
                        <a:pt x="19717" y="37433"/>
                        <a:pt x="19145" y="35814"/>
                      </a:cubicBezTo>
                      <a:cubicBezTo>
                        <a:pt x="18669" y="34480"/>
                        <a:pt x="18097" y="33433"/>
                        <a:pt x="17430" y="32766"/>
                      </a:cubicBezTo>
                      <a:cubicBezTo>
                        <a:pt x="17430" y="31813"/>
                        <a:pt x="17050" y="30575"/>
                        <a:pt x="16097" y="29146"/>
                      </a:cubicBezTo>
                      <a:lnTo>
                        <a:pt x="14288" y="28956"/>
                      </a:lnTo>
                      <a:lnTo>
                        <a:pt x="14478" y="28765"/>
                      </a:lnTo>
                      <a:cubicBezTo>
                        <a:pt x="14478" y="28765"/>
                        <a:pt x="14192" y="28480"/>
                        <a:pt x="14001" y="28480"/>
                      </a:cubicBezTo>
                      <a:lnTo>
                        <a:pt x="13335" y="29242"/>
                      </a:lnTo>
                      <a:cubicBezTo>
                        <a:pt x="13335" y="29242"/>
                        <a:pt x="12668" y="29337"/>
                        <a:pt x="12096" y="29527"/>
                      </a:cubicBezTo>
                      <a:cubicBezTo>
                        <a:pt x="11430" y="29718"/>
                        <a:pt x="10858" y="29813"/>
                        <a:pt x="10573" y="29813"/>
                      </a:cubicBezTo>
                      <a:cubicBezTo>
                        <a:pt x="10287" y="29813"/>
                        <a:pt x="10096" y="29813"/>
                        <a:pt x="9810" y="29623"/>
                      </a:cubicBezTo>
                      <a:cubicBezTo>
                        <a:pt x="9810" y="29623"/>
                        <a:pt x="9810" y="29813"/>
                        <a:pt x="9810" y="29813"/>
                      </a:cubicBezTo>
                      <a:cubicBezTo>
                        <a:pt x="9810" y="29908"/>
                        <a:pt x="9810" y="30099"/>
                        <a:pt x="9906" y="30099"/>
                      </a:cubicBezTo>
                      <a:cubicBezTo>
                        <a:pt x="10001" y="30194"/>
                        <a:pt x="10096" y="30289"/>
                        <a:pt x="10096" y="30289"/>
                      </a:cubicBezTo>
                      <a:cubicBezTo>
                        <a:pt x="10096" y="30289"/>
                        <a:pt x="9906" y="30480"/>
                        <a:pt x="9525" y="30670"/>
                      </a:cubicBezTo>
                      <a:lnTo>
                        <a:pt x="9810" y="34290"/>
                      </a:lnTo>
                      <a:lnTo>
                        <a:pt x="9334" y="34671"/>
                      </a:lnTo>
                      <a:cubicBezTo>
                        <a:pt x="9620" y="35814"/>
                        <a:pt x="9810" y="37338"/>
                        <a:pt x="9810" y="39433"/>
                      </a:cubicBezTo>
                      <a:cubicBezTo>
                        <a:pt x="9810" y="39624"/>
                        <a:pt x="9810" y="40005"/>
                        <a:pt x="9525" y="40672"/>
                      </a:cubicBezTo>
                      <a:cubicBezTo>
                        <a:pt x="9334" y="41338"/>
                        <a:pt x="9239" y="41815"/>
                        <a:pt x="9239" y="42196"/>
                      </a:cubicBezTo>
                      <a:cubicBezTo>
                        <a:pt x="9239" y="42863"/>
                        <a:pt x="9430" y="43243"/>
                        <a:pt x="9906" y="43624"/>
                      </a:cubicBezTo>
                      <a:cubicBezTo>
                        <a:pt x="9620" y="43815"/>
                        <a:pt x="9525" y="44196"/>
                        <a:pt x="9525" y="44767"/>
                      </a:cubicBezTo>
                      <a:lnTo>
                        <a:pt x="9525" y="45339"/>
                      </a:lnTo>
                      <a:cubicBezTo>
                        <a:pt x="9525" y="45339"/>
                        <a:pt x="9525" y="45720"/>
                        <a:pt x="9525" y="45815"/>
                      </a:cubicBezTo>
                      <a:cubicBezTo>
                        <a:pt x="9525" y="46577"/>
                        <a:pt x="9144" y="46863"/>
                        <a:pt x="8287" y="46768"/>
                      </a:cubicBezTo>
                      <a:lnTo>
                        <a:pt x="8572" y="46958"/>
                      </a:lnTo>
                      <a:cubicBezTo>
                        <a:pt x="8001" y="47244"/>
                        <a:pt x="7239" y="47244"/>
                        <a:pt x="6191" y="47149"/>
                      </a:cubicBezTo>
                      <a:cubicBezTo>
                        <a:pt x="5239" y="46958"/>
                        <a:pt x="4572" y="46958"/>
                        <a:pt x="4286" y="47149"/>
                      </a:cubicBezTo>
                      <a:cubicBezTo>
                        <a:pt x="2953" y="47053"/>
                        <a:pt x="1714" y="46672"/>
                        <a:pt x="476" y="46006"/>
                      </a:cubicBezTo>
                      <a:cubicBezTo>
                        <a:pt x="476" y="43053"/>
                        <a:pt x="476" y="38481"/>
                        <a:pt x="285" y="32290"/>
                      </a:cubicBezTo>
                      <a:lnTo>
                        <a:pt x="0" y="32290"/>
                      </a:lnTo>
                      <a:cubicBezTo>
                        <a:pt x="0" y="32290"/>
                        <a:pt x="476" y="31337"/>
                        <a:pt x="476" y="30670"/>
                      </a:cubicBezTo>
                      <a:cubicBezTo>
                        <a:pt x="476" y="30480"/>
                        <a:pt x="476" y="30004"/>
                        <a:pt x="381" y="29432"/>
                      </a:cubicBezTo>
                      <a:cubicBezTo>
                        <a:pt x="381" y="28861"/>
                        <a:pt x="381" y="28480"/>
                        <a:pt x="381" y="28099"/>
                      </a:cubicBezTo>
                      <a:cubicBezTo>
                        <a:pt x="381" y="27432"/>
                        <a:pt x="571" y="26765"/>
                        <a:pt x="857" y="26194"/>
                      </a:cubicBezTo>
                      <a:cubicBezTo>
                        <a:pt x="667" y="24193"/>
                        <a:pt x="571" y="21431"/>
                        <a:pt x="571" y="17907"/>
                      </a:cubicBezTo>
                      <a:lnTo>
                        <a:pt x="571" y="9430"/>
                      </a:lnTo>
                      <a:cubicBezTo>
                        <a:pt x="571" y="9430"/>
                        <a:pt x="190" y="9049"/>
                        <a:pt x="190" y="8858"/>
                      </a:cubicBezTo>
                      <a:cubicBezTo>
                        <a:pt x="190" y="8763"/>
                        <a:pt x="190" y="8477"/>
                        <a:pt x="476" y="8096"/>
                      </a:cubicBezTo>
                      <a:cubicBezTo>
                        <a:pt x="667" y="7715"/>
                        <a:pt x="857" y="7429"/>
                        <a:pt x="857" y="7239"/>
                      </a:cubicBezTo>
                      <a:cubicBezTo>
                        <a:pt x="381" y="6858"/>
                        <a:pt x="190" y="6382"/>
                        <a:pt x="190" y="5810"/>
                      </a:cubicBezTo>
                      <a:cubicBezTo>
                        <a:pt x="190" y="5429"/>
                        <a:pt x="285" y="4858"/>
                        <a:pt x="571" y="4096"/>
                      </a:cubicBezTo>
                      <a:cubicBezTo>
                        <a:pt x="857" y="3238"/>
                        <a:pt x="952" y="2667"/>
                        <a:pt x="857" y="2191"/>
                      </a:cubicBezTo>
                      <a:lnTo>
                        <a:pt x="3238" y="190"/>
                      </a:lnTo>
                      <a:lnTo>
                        <a:pt x="13525" y="0"/>
                      </a:lnTo>
                      <a:cubicBezTo>
                        <a:pt x="13525" y="0"/>
                        <a:pt x="14192" y="667"/>
                        <a:pt x="14954" y="1238"/>
                      </a:cubicBezTo>
                      <a:cubicBezTo>
                        <a:pt x="15526" y="1714"/>
                        <a:pt x="15907" y="2286"/>
                        <a:pt x="16097" y="2857"/>
                      </a:cubicBezTo>
                      <a:cubicBezTo>
                        <a:pt x="16097" y="2667"/>
                        <a:pt x="16097" y="2476"/>
                        <a:pt x="16097" y="2381"/>
                      </a:cubicBezTo>
                      <a:cubicBezTo>
                        <a:pt x="16097" y="1905"/>
                        <a:pt x="16383" y="1524"/>
                        <a:pt x="16954" y="1143"/>
                      </a:cubicBezTo>
                      <a:cubicBezTo>
                        <a:pt x="17812" y="762"/>
                        <a:pt x="18192" y="476"/>
                        <a:pt x="18383" y="190"/>
                      </a:cubicBezTo>
                      <a:cubicBezTo>
                        <a:pt x="18669" y="190"/>
                        <a:pt x="18955" y="190"/>
                        <a:pt x="19240" y="667"/>
                      </a:cubicBezTo>
                      <a:cubicBezTo>
                        <a:pt x="19335" y="667"/>
                        <a:pt x="19526" y="667"/>
                        <a:pt x="19717" y="667"/>
                      </a:cubicBezTo>
                      <a:cubicBezTo>
                        <a:pt x="20002" y="667"/>
                        <a:pt x="20383" y="857"/>
                        <a:pt x="21050" y="1143"/>
                      </a:cubicBezTo>
                      <a:cubicBezTo>
                        <a:pt x="21717" y="1524"/>
                        <a:pt x="22098" y="1619"/>
                        <a:pt x="22479" y="1619"/>
                      </a:cubicBezTo>
                      <a:lnTo>
                        <a:pt x="24479" y="1619"/>
                      </a:lnTo>
                      <a:cubicBezTo>
                        <a:pt x="24289" y="2191"/>
                        <a:pt x="24479" y="2572"/>
                        <a:pt x="25051" y="2572"/>
                      </a:cubicBezTo>
                      <a:cubicBezTo>
                        <a:pt x="25051" y="2572"/>
                        <a:pt x="25146" y="2572"/>
                        <a:pt x="25336" y="2572"/>
                      </a:cubicBezTo>
                      <a:lnTo>
                        <a:pt x="25812" y="2572"/>
                      </a:lnTo>
                      <a:cubicBezTo>
                        <a:pt x="25812" y="2572"/>
                        <a:pt x="26575" y="2762"/>
                        <a:pt x="26670" y="3334"/>
                      </a:cubicBezTo>
                      <a:lnTo>
                        <a:pt x="28099" y="3334"/>
                      </a:lnTo>
                      <a:cubicBezTo>
                        <a:pt x="28956" y="4096"/>
                        <a:pt x="29813" y="4953"/>
                        <a:pt x="30670" y="5715"/>
                      </a:cubicBezTo>
                      <a:cubicBezTo>
                        <a:pt x="31718" y="6763"/>
                        <a:pt x="32195" y="7620"/>
                        <a:pt x="32289" y="8572"/>
                      </a:cubicBezTo>
                      <a:cubicBezTo>
                        <a:pt x="32861" y="8858"/>
                        <a:pt x="33242" y="9430"/>
                        <a:pt x="33433" y="10096"/>
                      </a:cubicBezTo>
                      <a:cubicBezTo>
                        <a:pt x="33718" y="11144"/>
                        <a:pt x="33909" y="11811"/>
                        <a:pt x="34194" y="12097"/>
                      </a:cubicBezTo>
                      <a:lnTo>
                        <a:pt x="33718" y="12478"/>
                      </a:lnTo>
                      <a:close/>
                      <a:moveTo>
                        <a:pt x="5810" y="14859"/>
                      </a:moveTo>
                      <a:lnTo>
                        <a:pt x="5810" y="13621"/>
                      </a:lnTo>
                      <a:lnTo>
                        <a:pt x="5524" y="13621"/>
                      </a:lnTo>
                      <a:lnTo>
                        <a:pt x="5524" y="14859"/>
                      </a:lnTo>
                      <a:lnTo>
                        <a:pt x="5810" y="14859"/>
                      </a:lnTo>
                      <a:close/>
                      <a:moveTo>
                        <a:pt x="7334" y="7048"/>
                      </a:moveTo>
                      <a:cubicBezTo>
                        <a:pt x="7334" y="7048"/>
                        <a:pt x="7334" y="6572"/>
                        <a:pt x="7334" y="6191"/>
                      </a:cubicBezTo>
                      <a:cubicBezTo>
                        <a:pt x="7525" y="5810"/>
                        <a:pt x="7525" y="5524"/>
                        <a:pt x="7525" y="5429"/>
                      </a:cubicBezTo>
                      <a:cubicBezTo>
                        <a:pt x="7525" y="4953"/>
                        <a:pt x="7334" y="4667"/>
                        <a:pt x="6858" y="4477"/>
                      </a:cubicBezTo>
                      <a:lnTo>
                        <a:pt x="7525" y="3810"/>
                      </a:lnTo>
                      <a:cubicBezTo>
                        <a:pt x="7525" y="3810"/>
                        <a:pt x="7525" y="3619"/>
                        <a:pt x="7525" y="3524"/>
                      </a:cubicBezTo>
                      <a:cubicBezTo>
                        <a:pt x="7048" y="3905"/>
                        <a:pt x="6858" y="4286"/>
                        <a:pt x="6858" y="4667"/>
                      </a:cubicBezTo>
                      <a:cubicBezTo>
                        <a:pt x="6858" y="4858"/>
                        <a:pt x="7048" y="5334"/>
                        <a:pt x="7429" y="6191"/>
                      </a:cubicBezTo>
                      <a:cubicBezTo>
                        <a:pt x="7144" y="6191"/>
                        <a:pt x="7048" y="6382"/>
                        <a:pt x="6953" y="6572"/>
                      </a:cubicBezTo>
                      <a:cubicBezTo>
                        <a:pt x="6953" y="6858"/>
                        <a:pt x="6858" y="6953"/>
                        <a:pt x="6668" y="7048"/>
                      </a:cubicBezTo>
                      <a:lnTo>
                        <a:pt x="7429" y="7048"/>
                      </a:lnTo>
                      <a:close/>
                      <a:moveTo>
                        <a:pt x="9715" y="5715"/>
                      </a:moveTo>
                      <a:lnTo>
                        <a:pt x="10668" y="6382"/>
                      </a:lnTo>
                      <a:lnTo>
                        <a:pt x="10668" y="6382"/>
                      </a:lnTo>
                      <a:lnTo>
                        <a:pt x="10192" y="6953"/>
                      </a:lnTo>
                      <a:lnTo>
                        <a:pt x="10668" y="6953"/>
                      </a:lnTo>
                      <a:lnTo>
                        <a:pt x="10668" y="3715"/>
                      </a:lnTo>
                      <a:cubicBezTo>
                        <a:pt x="10668" y="3715"/>
                        <a:pt x="10382" y="4000"/>
                        <a:pt x="10096" y="4191"/>
                      </a:cubicBezTo>
                      <a:cubicBezTo>
                        <a:pt x="10096" y="4096"/>
                        <a:pt x="10096" y="4000"/>
                        <a:pt x="9715" y="4000"/>
                      </a:cubicBezTo>
                      <a:cubicBezTo>
                        <a:pt x="9810" y="4191"/>
                        <a:pt x="10001" y="4191"/>
                        <a:pt x="10096" y="4191"/>
                      </a:cubicBezTo>
                      <a:cubicBezTo>
                        <a:pt x="10096" y="4381"/>
                        <a:pt x="10096" y="4572"/>
                        <a:pt x="10096" y="4953"/>
                      </a:cubicBezTo>
                      <a:lnTo>
                        <a:pt x="10096" y="4953"/>
                      </a:lnTo>
                      <a:cubicBezTo>
                        <a:pt x="10096" y="4953"/>
                        <a:pt x="10382" y="4953"/>
                        <a:pt x="10477" y="5143"/>
                      </a:cubicBezTo>
                      <a:lnTo>
                        <a:pt x="9810" y="5810"/>
                      </a:lnTo>
                      <a:close/>
                      <a:moveTo>
                        <a:pt x="24479" y="15526"/>
                      </a:moveTo>
                      <a:cubicBezTo>
                        <a:pt x="24479" y="15526"/>
                        <a:pt x="24479" y="15145"/>
                        <a:pt x="24479" y="15049"/>
                      </a:cubicBezTo>
                      <a:cubicBezTo>
                        <a:pt x="24479" y="14764"/>
                        <a:pt x="24289" y="14478"/>
                        <a:pt x="23908" y="14192"/>
                      </a:cubicBezTo>
                      <a:cubicBezTo>
                        <a:pt x="23622" y="13906"/>
                        <a:pt x="23336" y="13716"/>
                        <a:pt x="23336" y="13525"/>
                      </a:cubicBezTo>
                      <a:cubicBezTo>
                        <a:pt x="23526" y="13240"/>
                        <a:pt x="23622" y="13049"/>
                        <a:pt x="23622" y="12859"/>
                      </a:cubicBezTo>
                      <a:cubicBezTo>
                        <a:pt x="23622" y="12573"/>
                        <a:pt x="23336" y="12287"/>
                        <a:pt x="22764" y="11906"/>
                      </a:cubicBezTo>
                      <a:cubicBezTo>
                        <a:pt x="22193" y="11525"/>
                        <a:pt x="21907" y="11335"/>
                        <a:pt x="21812" y="11049"/>
                      </a:cubicBezTo>
                      <a:cubicBezTo>
                        <a:pt x="21621" y="10858"/>
                        <a:pt x="21431" y="10763"/>
                        <a:pt x="21050" y="10763"/>
                      </a:cubicBezTo>
                      <a:cubicBezTo>
                        <a:pt x="20955" y="10763"/>
                        <a:pt x="20764" y="10763"/>
                        <a:pt x="20478" y="10763"/>
                      </a:cubicBezTo>
                      <a:cubicBezTo>
                        <a:pt x="20193" y="10763"/>
                        <a:pt x="20098" y="10763"/>
                        <a:pt x="19907" y="10763"/>
                      </a:cubicBezTo>
                      <a:cubicBezTo>
                        <a:pt x="19526" y="10763"/>
                        <a:pt x="19335" y="10573"/>
                        <a:pt x="19145" y="10192"/>
                      </a:cubicBezTo>
                      <a:lnTo>
                        <a:pt x="19621" y="9811"/>
                      </a:lnTo>
                      <a:cubicBezTo>
                        <a:pt x="18859" y="9811"/>
                        <a:pt x="18383" y="10001"/>
                        <a:pt x="18288" y="10668"/>
                      </a:cubicBezTo>
                      <a:cubicBezTo>
                        <a:pt x="18288" y="11620"/>
                        <a:pt x="18097" y="12192"/>
                        <a:pt x="17907" y="12478"/>
                      </a:cubicBezTo>
                      <a:cubicBezTo>
                        <a:pt x="17621" y="11811"/>
                        <a:pt x="17430" y="11049"/>
                        <a:pt x="17240" y="10287"/>
                      </a:cubicBezTo>
                      <a:cubicBezTo>
                        <a:pt x="16954" y="9525"/>
                        <a:pt x="16478" y="8953"/>
                        <a:pt x="15621" y="8477"/>
                      </a:cubicBezTo>
                      <a:cubicBezTo>
                        <a:pt x="15526" y="9239"/>
                        <a:pt x="15049" y="9620"/>
                        <a:pt x="14192" y="9620"/>
                      </a:cubicBezTo>
                      <a:cubicBezTo>
                        <a:pt x="14001" y="9620"/>
                        <a:pt x="13621" y="9620"/>
                        <a:pt x="13239" y="9620"/>
                      </a:cubicBezTo>
                      <a:cubicBezTo>
                        <a:pt x="12763" y="9620"/>
                        <a:pt x="12478" y="9620"/>
                        <a:pt x="12287" y="9620"/>
                      </a:cubicBezTo>
                      <a:cubicBezTo>
                        <a:pt x="12002" y="9620"/>
                        <a:pt x="11811" y="9620"/>
                        <a:pt x="11620" y="9620"/>
                      </a:cubicBezTo>
                      <a:cubicBezTo>
                        <a:pt x="10477" y="10382"/>
                        <a:pt x="9906" y="11525"/>
                        <a:pt x="9906" y="13240"/>
                      </a:cubicBezTo>
                      <a:cubicBezTo>
                        <a:pt x="9906" y="13525"/>
                        <a:pt x="9906" y="14097"/>
                        <a:pt x="9906" y="14764"/>
                      </a:cubicBezTo>
                      <a:cubicBezTo>
                        <a:pt x="9906" y="15430"/>
                        <a:pt x="9906" y="16002"/>
                        <a:pt x="9906" y="16383"/>
                      </a:cubicBezTo>
                      <a:cubicBezTo>
                        <a:pt x="9906" y="17145"/>
                        <a:pt x="9810" y="17812"/>
                        <a:pt x="9620" y="18383"/>
                      </a:cubicBezTo>
                      <a:cubicBezTo>
                        <a:pt x="9620" y="18859"/>
                        <a:pt x="10001" y="19050"/>
                        <a:pt x="10668" y="19050"/>
                      </a:cubicBezTo>
                      <a:cubicBezTo>
                        <a:pt x="11335" y="19050"/>
                        <a:pt x="11716" y="19240"/>
                        <a:pt x="11906" y="19717"/>
                      </a:cubicBezTo>
                      <a:cubicBezTo>
                        <a:pt x="12192" y="19907"/>
                        <a:pt x="12763" y="19907"/>
                        <a:pt x="13716" y="19907"/>
                      </a:cubicBezTo>
                      <a:cubicBezTo>
                        <a:pt x="14478" y="19907"/>
                        <a:pt x="15049" y="20193"/>
                        <a:pt x="15430" y="20669"/>
                      </a:cubicBezTo>
                      <a:cubicBezTo>
                        <a:pt x="15716" y="20098"/>
                        <a:pt x="16097" y="19812"/>
                        <a:pt x="16573" y="19717"/>
                      </a:cubicBezTo>
                      <a:lnTo>
                        <a:pt x="18097" y="19717"/>
                      </a:lnTo>
                      <a:cubicBezTo>
                        <a:pt x="18097" y="19717"/>
                        <a:pt x="18764" y="19431"/>
                        <a:pt x="18955" y="19145"/>
                      </a:cubicBezTo>
                      <a:cubicBezTo>
                        <a:pt x="20383" y="19240"/>
                        <a:pt x="22003" y="18478"/>
                        <a:pt x="23717" y="16573"/>
                      </a:cubicBezTo>
                      <a:lnTo>
                        <a:pt x="22860" y="16192"/>
                      </a:lnTo>
                      <a:lnTo>
                        <a:pt x="24193" y="15430"/>
                      </a:lnTo>
                      <a:close/>
                      <a:moveTo>
                        <a:pt x="23431" y="6382"/>
                      </a:moveTo>
                      <a:cubicBezTo>
                        <a:pt x="23431" y="6382"/>
                        <a:pt x="23336" y="6191"/>
                        <a:pt x="23146" y="6191"/>
                      </a:cubicBezTo>
                      <a:cubicBezTo>
                        <a:pt x="22764" y="6191"/>
                        <a:pt x="22574" y="6286"/>
                        <a:pt x="22574" y="6572"/>
                      </a:cubicBezTo>
                      <a:cubicBezTo>
                        <a:pt x="22574" y="6572"/>
                        <a:pt x="22574" y="6572"/>
                        <a:pt x="22764" y="6572"/>
                      </a:cubicBezTo>
                      <a:lnTo>
                        <a:pt x="23431" y="6286"/>
                      </a:lnTo>
                      <a:close/>
                      <a:moveTo>
                        <a:pt x="25812" y="3619"/>
                      </a:moveTo>
                      <a:lnTo>
                        <a:pt x="25812" y="3334"/>
                      </a:lnTo>
                      <a:cubicBezTo>
                        <a:pt x="25812" y="3334"/>
                        <a:pt x="25146" y="3429"/>
                        <a:pt x="24479" y="3429"/>
                      </a:cubicBezTo>
                      <a:lnTo>
                        <a:pt x="25812" y="3619"/>
                      </a:lnTo>
                      <a:close/>
                      <a:moveTo>
                        <a:pt x="24479" y="13525"/>
                      </a:moveTo>
                      <a:lnTo>
                        <a:pt x="25336" y="13525"/>
                      </a:lnTo>
                      <a:cubicBezTo>
                        <a:pt x="25336" y="13525"/>
                        <a:pt x="24669" y="12954"/>
                        <a:pt x="24479" y="13049"/>
                      </a:cubicBezTo>
                      <a:lnTo>
                        <a:pt x="24479" y="13525"/>
                      </a:lnTo>
                      <a:close/>
                      <a:moveTo>
                        <a:pt x="26384" y="16383"/>
                      </a:moveTo>
                      <a:lnTo>
                        <a:pt x="27051" y="15716"/>
                      </a:lnTo>
                      <a:lnTo>
                        <a:pt x="26765" y="15716"/>
                      </a:lnTo>
                      <a:lnTo>
                        <a:pt x="26479" y="16383"/>
                      </a:lnTo>
                      <a:close/>
                      <a:moveTo>
                        <a:pt x="28194" y="16478"/>
                      </a:moveTo>
                      <a:cubicBezTo>
                        <a:pt x="28194" y="16478"/>
                        <a:pt x="28004" y="16192"/>
                        <a:pt x="28004" y="16002"/>
                      </a:cubicBezTo>
                      <a:cubicBezTo>
                        <a:pt x="28004" y="15335"/>
                        <a:pt x="28289" y="14859"/>
                        <a:pt x="28860" y="14478"/>
                      </a:cubicBezTo>
                      <a:cubicBezTo>
                        <a:pt x="28860" y="14383"/>
                        <a:pt x="28670" y="14288"/>
                        <a:pt x="28480" y="14288"/>
                      </a:cubicBezTo>
                      <a:cubicBezTo>
                        <a:pt x="28480" y="14288"/>
                        <a:pt x="28004" y="14573"/>
                        <a:pt x="27051" y="15145"/>
                      </a:cubicBezTo>
                      <a:cubicBezTo>
                        <a:pt x="27622" y="15335"/>
                        <a:pt x="27908" y="15526"/>
                        <a:pt x="27908" y="16002"/>
                      </a:cubicBezTo>
                      <a:cubicBezTo>
                        <a:pt x="27908" y="16097"/>
                        <a:pt x="27813" y="16383"/>
                        <a:pt x="27717" y="16669"/>
                      </a:cubicBezTo>
                      <a:cubicBezTo>
                        <a:pt x="27527" y="16954"/>
                        <a:pt x="27432" y="17145"/>
                        <a:pt x="27432" y="17240"/>
                      </a:cubicBezTo>
                      <a:cubicBezTo>
                        <a:pt x="27432" y="17431"/>
                        <a:pt x="27717" y="17526"/>
                        <a:pt x="28289" y="17526"/>
                      </a:cubicBezTo>
                      <a:cubicBezTo>
                        <a:pt x="28289" y="16954"/>
                        <a:pt x="28289" y="16669"/>
                        <a:pt x="28099" y="16573"/>
                      </a:cubicBezTo>
                      <a:close/>
                      <a:moveTo>
                        <a:pt x="29908" y="19336"/>
                      </a:moveTo>
                      <a:lnTo>
                        <a:pt x="30099" y="19145"/>
                      </a:lnTo>
                      <a:lnTo>
                        <a:pt x="29813" y="18669"/>
                      </a:lnTo>
                      <a:lnTo>
                        <a:pt x="29813" y="19336"/>
                      </a:lnTo>
                      <a:close/>
                      <a:moveTo>
                        <a:pt x="31146" y="15335"/>
                      </a:moveTo>
                      <a:lnTo>
                        <a:pt x="31813" y="15811"/>
                      </a:lnTo>
                      <a:cubicBezTo>
                        <a:pt x="31813" y="15811"/>
                        <a:pt x="31623" y="15430"/>
                        <a:pt x="31623" y="15335"/>
                      </a:cubicBezTo>
                      <a:lnTo>
                        <a:pt x="31146" y="15335"/>
                      </a:lnTo>
                      <a:close/>
                      <a:moveTo>
                        <a:pt x="31337" y="8191"/>
                      </a:moveTo>
                      <a:lnTo>
                        <a:pt x="31337" y="8668"/>
                      </a:lnTo>
                      <a:lnTo>
                        <a:pt x="31813" y="8191"/>
                      </a:lnTo>
                      <a:lnTo>
                        <a:pt x="31337" y="8191"/>
                      </a:lnTo>
                      <a:close/>
                      <a:moveTo>
                        <a:pt x="31813" y="13335"/>
                      </a:moveTo>
                      <a:lnTo>
                        <a:pt x="32956" y="12287"/>
                      </a:lnTo>
                      <a:lnTo>
                        <a:pt x="32289" y="12287"/>
                      </a:lnTo>
                      <a:lnTo>
                        <a:pt x="31813" y="13335"/>
                      </a:lnTo>
                      <a:close/>
                      <a:moveTo>
                        <a:pt x="32289" y="18478"/>
                      </a:moveTo>
                      <a:lnTo>
                        <a:pt x="32956" y="18193"/>
                      </a:lnTo>
                      <a:cubicBezTo>
                        <a:pt x="32956" y="18193"/>
                        <a:pt x="32671" y="18002"/>
                        <a:pt x="32289" y="18002"/>
                      </a:cubicBezTo>
                      <a:lnTo>
                        <a:pt x="32289" y="18478"/>
                      </a:lnTo>
                      <a:close/>
                      <a:moveTo>
                        <a:pt x="33623" y="7525"/>
                      </a:moveTo>
                      <a:cubicBezTo>
                        <a:pt x="33623" y="7525"/>
                        <a:pt x="33909" y="7525"/>
                        <a:pt x="34099" y="7810"/>
                      </a:cubicBezTo>
                      <a:lnTo>
                        <a:pt x="33623" y="7525"/>
                      </a:lnTo>
                      <a:close/>
                      <a:moveTo>
                        <a:pt x="34480" y="8001"/>
                      </a:moveTo>
                      <a:cubicBezTo>
                        <a:pt x="34480" y="8001"/>
                        <a:pt x="34290" y="8001"/>
                        <a:pt x="34099" y="7810"/>
                      </a:cubicBezTo>
                      <a:lnTo>
                        <a:pt x="34480" y="8001"/>
                      </a:lnTo>
                      <a:close/>
                      <a:moveTo>
                        <a:pt x="34766" y="8096"/>
                      </a:moveTo>
                      <a:lnTo>
                        <a:pt x="34480" y="8096"/>
                      </a:lnTo>
                      <a:cubicBezTo>
                        <a:pt x="34480" y="8096"/>
                        <a:pt x="34766" y="7906"/>
                        <a:pt x="34766" y="7906"/>
                      </a:cubicBezTo>
                      <a:lnTo>
                        <a:pt x="34766" y="8096"/>
                      </a:lnTo>
                      <a:close/>
                      <a:moveTo>
                        <a:pt x="35623" y="5334"/>
                      </a:moveTo>
                      <a:cubicBezTo>
                        <a:pt x="35623" y="5334"/>
                        <a:pt x="35337" y="5334"/>
                        <a:pt x="35147" y="5239"/>
                      </a:cubicBezTo>
                      <a:cubicBezTo>
                        <a:pt x="34957" y="5239"/>
                        <a:pt x="34766" y="5239"/>
                        <a:pt x="34766" y="5143"/>
                      </a:cubicBezTo>
                      <a:cubicBezTo>
                        <a:pt x="34766" y="5048"/>
                        <a:pt x="34766" y="4858"/>
                        <a:pt x="34957" y="4763"/>
                      </a:cubicBezTo>
                      <a:lnTo>
                        <a:pt x="35623" y="5429"/>
                      </a:lnTo>
                      <a:close/>
                      <a:moveTo>
                        <a:pt x="35719" y="14002"/>
                      </a:moveTo>
                      <a:lnTo>
                        <a:pt x="34957" y="13525"/>
                      </a:lnTo>
                      <a:lnTo>
                        <a:pt x="35719" y="13525"/>
                      </a:lnTo>
                      <a:lnTo>
                        <a:pt x="35719" y="14002"/>
                      </a:lnTo>
                      <a:close/>
                      <a:moveTo>
                        <a:pt x="35623" y="5334"/>
                      </a:moveTo>
                      <a:lnTo>
                        <a:pt x="35623" y="5334"/>
                      </a:lnTo>
                      <a:close/>
                      <a:moveTo>
                        <a:pt x="36195" y="10096"/>
                      </a:moveTo>
                      <a:lnTo>
                        <a:pt x="36386" y="9525"/>
                      </a:lnTo>
                      <a:lnTo>
                        <a:pt x="37814" y="10001"/>
                      </a:lnTo>
                      <a:cubicBezTo>
                        <a:pt x="37814" y="10001"/>
                        <a:pt x="37242" y="10287"/>
                        <a:pt x="37052" y="10668"/>
                      </a:cubicBezTo>
                      <a:cubicBezTo>
                        <a:pt x="36957" y="10668"/>
                        <a:pt x="36766" y="10573"/>
                        <a:pt x="36290" y="10192"/>
                      </a:cubicBezTo>
                      <a:close/>
                      <a:moveTo>
                        <a:pt x="37814" y="4000"/>
                      </a:moveTo>
                      <a:cubicBezTo>
                        <a:pt x="37814" y="4000"/>
                        <a:pt x="37529" y="4286"/>
                        <a:pt x="37338" y="4286"/>
                      </a:cubicBezTo>
                      <a:lnTo>
                        <a:pt x="36766" y="4286"/>
                      </a:lnTo>
                      <a:lnTo>
                        <a:pt x="36957" y="3810"/>
                      </a:lnTo>
                      <a:cubicBezTo>
                        <a:pt x="36957" y="3810"/>
                        <a:pt x="37338" y="4000"/>
                        <a:pt x="37909" y="4000"/>
                      </a:cubicBezTo>
                      <a:close/>
                      <a:moveTo>
                        <a:pt x="37529" y="5810"/>
                      </a:moveTo>
                      <a:lnTo>
                        <a:pt x="37529" y="5429"/>
                      </a:lnTo>
                      <a:cubicBezTo>
                        <a:pt x="38385" y="5620"/>
                        <a:pt x="39052" y="5620"/>
                        <a:pt x="39338" y="5620"/>
                      </a:cubicBezTo>
                      <a:lnTo>
                        <a:pt x="39338" y="6096"/>
                      </a:lnTo>
                      <a:lnTo>
                        <a:pt x="37529" y="5810"/>
                      </a:lnTo>
                      <a:close/>
                      <a:moveTo>
                        <a:pt x="39528" y="14668"/>
                      </a:moveTo>
                      <a:lnTo>
                        <a:pt x="39052" y="14668"/>
                      </a:lnTo>
                      <a:lnTo>
                        <a:pt x="39433" y="14097"/>
                      </a:lnTo>
                      <a:cubicBezTo>
                        <a:pt x="39433" y="14097"/>
                        <a:pt x="39433" y="14383"/>
                        <a:pt x="39433" y="14668"/>
                      </a:cubicBezTo>
                      <a:close/>
                      <a:moveTo>
                        <a:pt x="39338" y="14002"/>
                      </a:moveTo>
                      <a:cubicBezTo>
                        <a:pt x="39338" y="14002"/>
                        <a:pt x="39433" y="13811"/>
                        <a:pt x="39528" y="13716"/>
                      </a:cubicBezTo>
                      <a:lnTo>
                        <a:pt x="39528" y="14002"/>
                      </a:lnTo>
                      <a:cubicBezTo>
                        <a:pt x="39528" y="14002"/>
                        <a:pt x="39338" y="14002"/>
                        <a:pt x="39338" y="14002"/>
                      </a:cubicBezTo>
                      <a:close/>
                      <a:moveTo>
                        <a:pt x="39528" y="13716"/>
                      </a:moveTo>
                      <a:lnTo>
                        <a:pt x="39719" y="13240"/>
                      </a:lnTo>
                      <a:cubicBezTo>
                        <a:pt x="39719" y="13240"/>
                        <a:pt x="39719" y="13525"/>
                        <a:pt x="39528" y="13716"/>
                      </a:cubicBezTo>
                      <a:close/>
                      <a:moveTo>
                        <a:pt x="40386" y="1429"/>
                      </a:moveTo>
                      <a:lnTo>
                        <a:pt x="40862" y="1905"/>
                      </a:lnTo>
                      <a:lnTo>
                        <a:pt x="40005" y="1905"/>
                      </a:lnTo>
                      <a:lnTo>
                        <a:pt x="40386" y="1429"/>
                      </a:lnTo>
                      <a:close/>
                      <a:moveTo>
                        <a:pt x="40671" y="7810"/>
                      </a:moveTo>
                      <a:lnTo>
                        <a:pt x="41720" y="8953"/>
                      </a:lnTo>
                      <a:cubicBezTo>
                        <a:pt x="40862" y="8668"/>
                        <a:pt x="40481" y="8477"/>
                        <a:pt x="40481" y="8287"/>
                      </a:cubicBezTo>
                      <a:cubicBezTo>
                        <a:pt x="40481" y="8191"/>
                        <a:pt x="40481" y="8001"/>
                        <a:pt x="40671" y="7810"/>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 name="Google Shape;1247;p99"/>
                <p:cNvSpPr/>
                <p:nvPr/>
              </p:nvSpPr>
              <p:spPr>
                <a:xfrm>
                  <a:off x="7735442" y="2462688"/>
                  <a:ext cx="33718" cy="47339"/>
                </a:xfrm>
                <a:custGeom>
                  <a:avLst/>
                  <a:gdLst/>
                  <a:ahLst/>
                  <a:cxnLst/>
                  <a:rect l="l" t="t" r="r" b="b"/>
                  <a:pathLst>
                    <a:path w="33718" h="47339" extrusionOk="0">
                      <a:moveTo>
                        <a:pt x="33718" y="10382"/>
                      </a:moveTo>
                      <a:lnTo>
                        <a:pt x="33528" y="19336"/>
                      </a:lnTo>
                      <a:cubicBezTo>
                        <a:pt x="33528" y="19336"/>
                        <a:pt x="32861" y="19812"/>
                        <a:pt x="32861" y="20479"/>
                      </a:cubicBezTo>
                      <a:cubicBezTo>
                        <a:pt x="32861" y="21336"/>
                        <a:pt x="32766" y="21908"/>
                        <a:pt x="32575" y="22098"/>
                      </a:cubicBezTo>
                      <a:cubicBezTo>
                        <a:pt x="29813" y="25527"/>
                        <a:pt x="26861" y="27718"/>
                        <a:pt x="23622" y="28670"/>
                      </a:cubicBezTo>
                      <a:cubicBezTo>
                        <a:pt x="23146" y="29242"/>
                        <a:pt x="22384" y="29527"/>
                        <a:pt x="21622" y="29527"/>
                      </a:cubicBezTo>
                      <a:cubicBezTo>
                        <a:pt x="21241" y="29527"/>
                        <a:pt x="20574" y="29432"/>
                        <a:pt x="19717" y="29242"/>
                      </a:cubicBezTo>
                      <a:cubicBezTo>
                        <a:pt x="18859" y="29051"/>
                        <a:pt x="18193" y="28956"/>
                        <a:pt x="17716" y="29051"/>
                      </a:cubicBezTo>
                      <a:cubicBezTo>
                        <a:pt x="17145" y="28384"/>
                        <a:pt x="16764" y="27718"/>
                        <a:pt x="16764" y="26860"/>
                      </a:cubicBezTo>
                      <a:cubicBezTo>
                        <a:pt x="16764" y="26575"/>
                        <a:pt x="17050" y="25622"/>
                        <a:pt x="17431" y="24003"/>
                      </a:cubicBezTo>
                      <a:cubicBezTo>
                        <a:pt x="17716" y="22765"/>
                        <a:pt x="17621" y="21812"/>
                        <a:pt x="17240" y="20955"/>
                      </a:cubicBezTo>
                      <a:cubicBezTo>
                        <a:pt x="17621" y="20288"/>
                        <a:pt x="18383" y="19907"/>
                        <a:pt x="19431" y="19812"/>
                      </a:cubicBezTo>
                      <a:cubicBezTo>
                        <a:pt x="19431" y="19526"/>
                        <a:pt x="19812" y="19336"/>
                        <a:pt x="20288" y="19336"/>
                      </a:cubicBezTo>
                      <a:cubicBezTo>
                        <a:pt x="20384" y="19336"/>
                        <a:pt x="20574" y="19336"/>
                        <a:pt x="20860" y="19336"/>
                      </a:cubicBezTo>
                      <a:lnTo>
                        <a:pt x="21431" y="19336"/>
                      </a:lnTo>
                      <a:cubicBezTo>
                        <a:pt x="22289" y="19336"/>
                        <a:pt x="22670" y="18955"/>
                        <a:pt x="22670" y="18193"/>
                      </a:cubicBezTo>
                      <a:cubicBezTo>
                        <a:pt x="24003" y="17621"/>
                        <a:pt x="24670" y="16573"/>
                        <a:pt x="24670" y="15240"/>
                      </a:cubicBezTo>
                      <a:cubicBezTo>
                        <a:pt x="24860" y="13811"/>
                        <a:pt x="24479" y="12763"/>
                        <a:pt x="23622" y="11906"/>
                      </a:cubicBezTo>
                      <a:cubicBezTo>
                        <a:pt x="22670" y="11144"/>
                        <a:pt x="21717" y="10573"/>
                        <a:pt x="20860" y="9811"/>
                      </a:cubicBezTo>
                      <a:cubicBezTo>
                        <a:pt x="20574" y="9525"/>
                        <a:pt x="20002" y="9430"/>
                        <a:pt x="19336" y="9430"/>
                      </a:cubicBezTo>
                      <a:lnTo>
                        <a:pt x="18859" y="9430"/>
                      </a:lnTo>
                      <a:cubicBezTo>
                        <a:pt x="18859" y="9430"/>
                        <a:pt x="18383" y="9430"/>
                        <a:pt x="18288" y="9430"/>
                      </a:cubicBezTo>
                      <a:cubicBezTo>
                        <a:pt x="17336" y="9430"/>
                        <a:pt x="16859" y="8954"/>
                        <a:pt x="16859" y="7906"/>
                      </a:cubicBezTo>
                      <a:cubicBezTo>
                        <a:pt x="16859" y="7144"/>
                        <a:pt x="17336" y="6667"/>
                        <a:pt x="18193" y="6572"/>
                      </a:cubicBezTo>
                      <a:cubicBezTo>
                        <a:pt x="17240" y="6382"/>
                        <a:pt x="16764" y="5810"/>
                        <a:pt x="16764" y="4953"/>
                      </a:cubicBezTo>
                      <a:cubicBezTo>
                        <a:pt x="16764" y="4763"/>
                        <a:pt x="16764" y="4667"/>
                        <a:pt x="16764" y="4572"/>
                      </a:cubicBezTo>
                      <a:cubicBezTo>
                        <a:pt x="16955" y="4477"/>
                        <a:pt x="17050" y="4381"/>
                        <a:pt x="16955" y="4191"/>
                      </a:cubicBezTo>
                      <a:cubicBezTo>
                        <a:pt x="16764" y="4000"/>
                        <a:pt x="16573" y="3905"/>
                        <a:pt x="16288" y="3905"/>
                      </a:cubicBezTo>
                      <a:cubicBezTo>
                        <a:pt x="15907" y="5905"/>
                        <a:pt x="15716" y="7144"/>
                        <a:pt x="15812" y="7525"/>
                      </a:cubicBezTo>
                      <a:cubicBezTo>
                        <a:pt x="15812" y="7715"/>
                        <a:pt x="15907" y="7906"/>
                        <a:pt x="15907" y="8096"/>
                      </a:cubicBezTo>
                      <a:cubicBezTo>
                        <a:pt x="15907" y="8763"/>
                        <a:pt x="15240" y="9334"/>
                        <a:pt x="14002" y="9811"/>
                      </a:cubicBezTo>
                      <a:cubicBezTo>
                        <a:pt x="13621" y="9334"/>
                        <a:pt x="13145" y="9049"/>
                        <a:pt x="12478" y="9049"/>
                      </a:cubicBezTo>
                      <a:cubicBezTo>
                        <a:pt x="12573" y="9049"/>
                        <a:pt x="12002" y="9144"/>
                        <a:pt x="10383" y="9334"/>
                      </a:cubicBezTo>
                      <a:cubicBezTo>
                        <a:pt x="9144" y="10096"/>
                        <a:pt x="8573" y="11239"/>
                        <a:pt x="8573" y="12668"/>
                      </a:cubicBezTo>
                      <a:cubicBezTo>
                        <a:pt x="8573" y="13144"/>
                        <a:pt x="8573" y="13906"/>
                        <a:pt x="8858" y="14954"/>
                      </a:cubicBezTo>
                      <a:cubicBezTo>
                        <a:pt x="9049" y="15907"/>
                        <a:pt x="9144" y="16669"/>
                        <a:pt x="9144" y="17145"/>
                      </a:cubicBezTo>
                      <a:cubicBezTo>
                        <a:pt x="9144" y="17621"/>
                        <a:pt x="9144" y="18002"/>
                        <a:pt x="8954" y="18383"/>
                      </a:cubicBezTo>
                      <a:cubicBezTo>
                        <a:pt x="9430" y="19431"/>
                        <a:pt x="10383" y="20193"/>
                        <a:pt x="11811" y="20574"/>
                      </a:cubicBezTo>
                      <a:cubicBezTo>
                        <a:pt x="12382" y="20764"/>
                        <a:pt x="13716" y="20860"/>
                        <a:pt x="15716" y="21050"/>
                      </a:cubicBezTo>
                      <a:cubicBezTo>
                        <a:pt x="15526" y="21717"/>
                        <a:pt x="15335" y="22479"/>
                        <a:pt x="15335" y="23241"/>
                      </a:cubicBezTo>
                      <a:cubicBezTo>
                        <a:pt x="15335" y="23717"/>
                        <a:pt x="15716" y="25432"/>
                        <a:pt x="16383" y="28289"/>
                      </a:cubicBezTo>
                      <a:cubicBezTo>
                        <a:pt x="16288" y="28099"/>
                        <a:pt x="16097" y="28004"/>
                        <a:pt x="15907" y="28004"/>
                      </a:cubicBezTo>
                      <a:cubicBezTo>
                        <a:pt x="15716" y="28004"/>
                        <a:pt x="15526" y="28194"/>
                        <a:pt x="15145" y="28575"/>
                      </a:cubicBezTo>
                      <a:cubicBezTo>
                        <a:pt x="14859" y="28956"/>
                        <a:pt x="14668" y="29146"/>
                        <a:pt x="14574" y="29242"/>
                      </a:cubicBezTo>
                      <a:cubicBezTo>
                        <a:pt x="14288" y="28861"/>
                        <a:pt x="13716" y="28766"/>
                        <a:pt x="12859" y="28766"/>
                      </a:cubicBezTo>
                      <a:cubicBezTo>
                        <a:pt x="11525" y="28766"/>
                        <a:pt x="10859" y="28766"/>
                        <a:pt x="10763" y="28766"/>
                      </a:cubicBezTo>
                      <a:cubicBezTo>
                        <a:pt x="9334" y="29908"/>
                        <a:pt x="8668" y="31528"/>
                        <a:pt x="8668" y="33623"/>
                      </a:cubicBezTo>
                      <a:cubicBezTo>
                        <a:pt x="8668" y="34100"/>
                        <a:pt x="8668" y="34957"/>
                        <a:pt x="8858" y="36100"/>
                      </a:cubicBezTo>
                      <a:cubicBezTo>
                        <a:pt x="9049" y="37243"/>
                        <a:pt x="9144" y="38100"/>
                        <a:pt x="9144" y="38671"/>
                      </a:cubicBezTo>
                      <a:cubicBezTo>
                        <a:pt x="9144" y="39148"/>
                        <a:pt x="9144" y="39624"/>
                        <a:pt x="8954" y="40100"/>
                      </a:cubicBezTo>
                      <a:cubicBezTo>
                        <a:pt x="9430" y="42672"/>
                        <a:pt x="9620" y="44196"/>
                        <a:pt x="9620" y="44577"/>
                      </a:cubicBezTo>
                      <a:cubicBezTo>
                        <a:pt x="9620" y="45529"/>
                        <a:pt x="9430" y="46292"/>
                        <a:pt x="9144" y="47054"/>
                      </a:cubicBezTo>
                      <a:cubicBezTo>
                        <a:pt x="8763" y="47054"/>
                        <a:pt x="8382" y="46958"/>
                        <a:pt x="7906" y="46958"/>
                      </a:cubicBezTo>
                      <a:cubicBezTo>
                        <a:pt x="7430" y="46958"/>
                        <a:pt x="6572" y="46958"/>
                        <a:pt x="5525" y="47149"/>
                      </a:cubicBezTo>
                      <a:cubicBezTo>
                        <a:pt x="4477" y="47244"/>
                        <a:pt x="3715" y="47339"/>
                        <a:pt x="3334" y="47339"/>
                      </a:cubicBezTo>
                      <a:cubicBezTo>
                        <a:pt x="1905" y="47339"/>
                        <a:pt x="952" y="46863"/>
                        <a:pt x="381" y="45910"/>
                      </a:cubicBezTo>
                      <a:cubicBezTo>
                        <a:pt x="191" y="45339"/>
                        <a:pt x="0" y="44767"/>
                        <a:pt x="0" y="44101"/>
                      </a:cubicBezTo>
                      <a:cubicBezTo>
                        <a:pt x="0" y="43529"/>
                        <a:pt x="191" y="42767"/>
                        <a:pt x="381" y="41719"/>
                      </a:cubicBezTo>
                      <a:cubicBezTo>
                        <a:pt x="571" y="40672"/>
                        <a:pt x="667" y="39910"/>
                        <a:pt x="667" y="39433"/>
                      </a:cubicBezTo>
                      <a:cubicBezTo>
                        <a:pt x="667" y="39052"/>
                        <a:pt x="667" y="38767"/>
                        <a:pt x="667" y="38481"/>
                      </a:cubicBezTo>
                      <a:cubicBezTo>
                        <a:pt x="952" y="38386"/>
                        <a:pt x="1048" y="38195"/>
                        <a:pt x="1048" y="38005"/>
                      </a:cubicBezTo>
                      <a:cubicBezTo>
                        <a:pt x="1048" y="37909"/>
                        <a:pt x="1048" y="37624"/>
                        <a:pt x="762" y="37338"/>
                      </a:cubicBezTo>
                      <a:cubicBezTo>
                        <a:pt x="667" y="37052"/>
                        <a:pt x="571" y="36767"/>
                        <a:pt x="667" y="36671"/>
                      </a:cubicBezTo>
                      <a:cubicBezTo>
                        <a:pt x="952" y="35433"/>
                        <a:pt x="1048" y="33814"/>
                        <a:pt x="1048" y="31909"/>
                      </a:cubicBezTo>
                      <a:cubicBezTo>
                        <a:pt x="1048" y="31147"/>
                        <a:pt x="1048" y="29908"/>
                        <a:pt x="1048" y="28289"/>
                      </a:cubicBezTo>
                      <a:cubicBezTo>
                        <a:pt x="1048" y="26670"/>
                        <a:pt x="952" y="25432"/>
                        <a:pt x="952" y="24670"/>
                      </a:cubicBezTo>
                      <a:cubicBezTo>
                        <a:pt x="952" y="22669"/>
                        <a:pt x="1143" y="20955"/>
                        <a:pt x="1334" y="19621"/>
                      </a:cubicBezTo>
                      <a:lnTo>
                        <a:pt x="667" y="18002"/>
                      </a:lnTo>
                      <a:cubicBezTo>
                        <a:pt x="1429" y="17621"/>
                        <a:pt x="2286" y="17717"/>
                        <a:pt x="3334" y="18193"/>
                      </a:cubicBezTo>
                      <a:cubicBezTo>
                        <a:pt x="3334" y="17812"/>
                        <a:pt x="3524" y="17621"/>
                        <a:pt x="3715" y="17621"/>
                      </a:cubicBezTo>
                      <a:cubicBezTo>
                        <a:pt x="3810" y="17621"/>
                        <a:pt x="4000" y="17621"/>
                        <a:pt x="4286" y="17812"/>
                      </a:cubicBezTo>
                      <a:cubicBezTo>
                        <a:pt x="4572" y="17907"/>
                        <a:pt x="4763" y="18002"/>
                        <a:pt x="4858" y="18002"/>
                      </a:cubicBezTo>
                      <a:lnTo>
                        <a:pt x="5143" y="18193"/>
                      </a:lnTo>
                      <a:cubicBezTo>
                        <a:pt x="5143" y="18193"/>
                        <a:pt x="5334" y="18002"/>
                        <a:pt x="5334" y="17526"/>
                      </a:cubicBezTo>
                      <a:cubicBezTo>
                        <a:pt x="5334" y="17431"/>
                        <a:pt x="5049" y="17335"/>
                        <a:pt x="4667" y="17335"/>
                      </a:cubicBezTo>
                      <a:cubicBezTo>
                        <a:pt x="4667" y="16954"/>
                        <a:pt x="4667" y="16764"/>
                        <a:pt x="4382" y="16669"/>
                      </a:cubicBezTo>
                      <a:cubicBezTo>
                        <a:pt x="4382" y="16669"/>
                        <a:pt x="4096" y="16669"/>
                        <a:pt x="3810" y="16669"/>
                      </a:cubicBezTo>
                      <a:cubicBezTo>
                        <a:pt x="3524" y="16669"/>
                        <a:pt x="3334" y="16669"/>
                        <a:pt x="3239" y="16669"/>
                      </a:cubicBezTo>
                      <a:lnTo>
                        <a:pt x="3048" y="17335"/>
                      </a:lnTo>
                      <a:lnTo>
                        <a:pt x="667" y="16859"/>
                      </a:lnTo>
                      <a:cubicBezTo>
                        <a:pt x="667" y="16859"/>
                        <a:pt x="952" y="16002"/>
                        <a:pt x="1048" y="15621"/>
                      </a:cubicBezTo>
                      <a:cubicBezTo>
                        <a:pt x="1143" y="15145"/>
                        <a:pt x="1429" y="14954"/>
                        <a:pt x="1810" y="14859"/>
                      </a:cubicBezTo>
                      <a:cubicBezTo>
                        <a:pt x="1238" y="14859"/>
                        <a:pt x="1048" y="14859"/>
                        <a:pt x="1048" y="14383"/>
                      </a:cubicBezTo>
                      <a:cubicBezTo>
                        <a:pt x="1048" y="14288"/>
                        <a:pt x="1048" y="14097"/>
                        <a:pt x="1048" y="13811"/>
                      </a:cubicBezTo>
                      <a:cubicBezTo>
                        <a:pt x="1048" y="13525"/>
                        <a:pt x="1048" y="13335"/>
                        <a:pt x="1048" y="13240"/>
                      </a:cubicBezTo>
                      <a:cubicBezTo>
                        <a:pt x="1048" y="12859"/>
                        <a:pt x="952" y="12573"/>
                        <a:pt x="571" y="12383"/>
                      </a:cubicBezTo>
                      <a:cubicBezTo>
                        <a:pt x="762" y="12097"/>
                        <a:pt x="858" y="11811"/>
                        <a:pt x="858" y="11430"/>
                      </a:cubicBezTo>
                      <a:cubicBezTo>
                        <a:pt x="858" y="10763"/>
                        <a:pt x="571" y="10192"/>
                        <a:pt x="0" y="9906"/>
                      </a:cubicBezTo>
                      <a:cubicBezTo>
                        <a:pt x="571" y="9334"/>
                        <a:pt x="952" y="8572"/>
                        <a:pt x="952" y="7620"/>
                      </a:cubicBezTo>
                      <a:cubicBezTo>
                        <a:pt x="952" y="7239"/>
                        <a:pt x="952" y="6763"/>
                        <a:pt x="762" y="5905"/>
                      </a:cubicBezTo>
                      <a:cubicBezTo>
                        <a:pt x="667" y="5143"/>
                        <a:pt x="571" y="4572"/>
                        <a:pt x="571" y="4191"/>
                      </a:cubicBezTo>
                      <a:cubicBezTo>
                        <a:pt x="571" y="3334"/>
                        <a:pt x="762" y="2667"/>
                        <a:pt x="1143" y="2000"/>
                      </a:cubicBezTo>
                      <a:lnTo>
                        <a:pt x="476" y="1524"/>
                      </a:lnTo>
                      <a:cubicBezTo>
                        <a:pt x="476" y="1524"/>
                        <a:pt x="1048" y="1524"/>
                        <a:pt x="1714" y="1238"/>
                      </a:cubicBezTo>
                      <a:cubicBezTo>
                        <a:pt x="2286" y="1048"/>
                        <a:pt x="2667" y="952"/>
                        <a:pt x="2953" y="952"/>
                      </a:cubicBezTo>
                      <a:cubicBezTo>
                        <a:pt x="3239" y="952"/>
                        <a:pt x="3334" y="952"/>
                        <a:pt x="3620" y="1143"/>
                      </a:cubicBezTo>
                      <a:cubicBezTo>
                        <a:pt x="3906" y="952"/>
                        <a:pt x="4286" y="952"/>
                        <a:pt x="4763" y="952"/>
                      </a:cubicBezTo>
                      <a:cubicBezTo>
                        <a:pt x="4953" y="952"/>
                        <a:pt x="5143" y="952"/>
                        <a:pt x="5525" y="952"/>
                      </a:cubicBezTo>
                      <a:lnTo>
                        <a:pt x="6191" y="952"/>
                      </a:lnTo>
                      <a:cubicBezTo>
                        <a:pt x="7048" y="952"/>
                        <a:pt x="7430" y="762"/>
                        <a:pt x="7715" y="286"/>
                      </a:cubicBezTo>
                      <a:cubicBezTo>
                        <a:pt x="7715" y="381"/>
                        <a:pt x="7715" y="476"/>
                        <a:pt x="7525" y="667"/>
                      </a:cubicBezTo>
                      <a:cubicBezTo>
                        <a:pt x="7334" y="857"/>
                        <a:pt x="7334" y="952"/>
                        <a:pt x="7334" y="952"/>
                      </a:cubicBezTo>
                      <a:cubicBezTo>
                        <a:pt x="7144" y="952"/>
                        <a:pt x="7811" y="952"/>
                        <a:pt x="9144" y="952"/>
                      </a:cubicBezTo>
                      <a:cubicBezTo>
                        <a:pt x="9811" y="952"/>
                        <a:pt x="10287" y="571"/>
                        <a:pt x="10668" y="0"/>
                      </a:cubicBezTo>
                      <a:lnTo>
                        <a:pt x="14668" y="762"/>
                      </a:lnTo>
                      <a:cubicBezTo>
                        <a:pt x="14668" y="762"/>
                        <a:pt x="14954" y="1048"/>
                        <a:pt x="15145" y="1143"/>
                      </a:cubicBezTo>
                      <a:lnTo>
                        <a:pt x="15812" y="1143"/>
                      </a:lnTo>
                      <a:cubicBezTo>
                        <a:pt x="15812" y="1905"/>
                        <a:pt x="15907" y="2381"/>
                        <a:pt x="16288" y="2572"/>
                      </a:cubicBezTo>
                      <a:cubicBezTo>
                        <a:pt x="16669" y="2572"/>
                        <a:pt x="16955" y="2286"/>
                        <a:pt x="17050" y="1619"/>
                      </a:cubicBezTo>
                      <a:cubicBezTo>
                        <a:pt x="17240" y="952"/>
                        <a:pt x="17526" y="667"/>
                        <a:pt x="17907" y="476"/>
                      </a:cubicBezTo>
                      <a:cubicBezTo>
                        <a:pt x="18383" y="191"/>
                        <a:pt x="18955" y="0"/>
                        <a:pt x="19336" y="0"/>
                      </a:cubicBezTo>
                      <a:cubicBezTo>
                        <a:pt x="19908" y="0"/>
                        <a:pt x="20574" y="286"/>
                        <a:pt x="21431" y="952"/>
                      </a:cubicBezTo>
                      <a:cubicBezTo>
                        <a:pt x="22289" y="1524"/>
                        <a:pt x="22956" y="1905"/>
                        <a:pt x="23527" y="1905"/>
                      </a:cubicBezTo>
                      <a:cubicBezTo>
                        <a:pt x="23908" y="1905"/>
                        <a:pt x="24384" y="1810"/>
                        <a:pt x="24765" y="1524"/>
                      </a:cubicBezTo>
                      <a:cubicBezTo>
                        <a:pt x="25813" y="1905"/>
                        <a:pt x="27146" y="2667"/>
                        <a:pt x="28766" y="3810"/>
                      </a:cubicBezTo>
                      <a:cubicBezTo>
                        <a:pt x="29813" y="4191"/>
                        <a:pt x="30671" y="5239"/>
                        <a:pt x="31528" y="6858"/>
                      </a:cubicBezTo>
                      <a:cubicBezTo>
                        <a:pt x="32481" y="8763"/>
                        <a:pt x="33147" y="9811"/>
                        <a:pt x="33433" y="10096"/>
                      </a:cubicBezTo>
                      <a:close/>
                      <a:moveTo>
                        <a:pt x="5239" y="16954"/>
                      </a:moveTo>
                      <a:lnTo>
                        <a:pt x="6287" y="17431"/>
                      </a:lnTo>
                      <a:lnTo>
                        <a:pt x="6001" y="17240"/>
                      </a:lnTo>
                      <a:lnTo>
                        <a:pt x="5239" y="17050"/>
                      </a:lnTo>
                      <a:close/>
                      <a:moveTo>
                        <a:pt x="21431" y="33528"/>
                      </a:moveTo>
                      <a:lnTo>
                        <a:pt x="21241" y="31813"/>
                      </a:lnTo>
                      <a:cubicBezTo>
                        <a:pt x="21622" y="32575"/>
                        <a:pt x="21717" y="33052"/>
                        <a:pt x="21717" y="33433"/>
                      </a:cubicBezTo>
                      <a:lnTo>
                        <a:pt x="21431" y="33623"/>
                      </a:lnTo>
                      <a:close/>
                      <a:moveTo>
                        <a:pt x="32004" y="27337"/>
                      </a:moveTo>
                      <a:lnTo>
                        <a:pt x="32004" y="25527"/>
                      </a:lnTo>
                      <a:lnTo>
                        <a:pt x="32290" y="25527"/>
                      </a:lnTo>
                      <a:lnTo>
                        <a:pt x="32290" y="27337"/>
                      </a:lnTo>
                      <a:lnTo>
                        <a:pt x="32004" y="27337"/>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 name="Google Shape;1248;p99"/>
                <p:cNvSpPr/>
                <p:nvPr/>
              </p:nvSpPr>
              <p:spPr>
                <a:xfrm>
                  <a:off x="7771732" y="2462879"/>
                  <a:ext cx="41528" cy="47339"/>
                </a:xfrm>
                <a:custGeom>
                  <a:avLst/>
                  <a:gdLst/>
                  <a:ahLst/>
                  <a:cxnLst/>
                  <a:rect l="l" t="t" r="r" b="b"/>
                  <a:pathLst>
                    <a:path w="41528" h="47339" extrusionOk="0">
                      <a:moveTo>
                        <a:pt x="33624" y="12668"/>
                      </a:moveTo>
                      <a:cubicBezTo>
                        <a:pt x="33624" y="12668"/>
                        <a:pt x="33814" y="12954"/>
                        <a:pt x="34004" y="12954"/>
                      </a:cubicBezTo>
                      <a:lnTo>
                        <a:pt x="34480" y="12954"/>
                      </a:lnTo>
                      <a:cubicBezTo>
                        <a:pt x="34004" y="14288"/>
                        <a:pt x="33909" y="15907"/>
                        <a:pt x="34290" y="17812"/>
                      </a:cubicBezTo>
                      <a:cubicBezTo>
                        <a:pt x="34195" y="18288"/>
                        <a:pt x="33814" y="18859"/>
                        <a:pt x="33147" y="19812"/>
                      </a:cubicBezTo>
                      <a:lnTo>
                        <a:pt x="33624" y="20288"/>
                      </a:lnTo>
                      <a:cubicBezTo>
                        <a:pt x="33624" y="20288"/>
                        <a:pt x="33052" y="20860"/>
                        <a:pt x="32385" y="21050"/>
                      </a:cubicBezTo>
                      <a:cubicBezTo>
                        <a:pt x="31718" y="21241"/>
                        <a:pt x="31242" y="21526"/>
                        <a:pt x="31147" y="21907"/>
                      </a:cubicBezTo>
                      <a:lnTo>
                        <a:pt x="32290" y="22098"/>
                      </a:lnTo>
                      <a:cubicBezTo>
                        <a:pt x="31337" y="23527"/>
                        <a:pt x="29813" y="25241"/>
                        <a:pt x="27432" y="27241"/>
                      </a:cubicBezTo>
                      <a:lnTo>
                        <a:pt x="26480" y="27241"/>
                      </a:lnTo>
                      <a:lnTo>
                        <a:pt x="26480" y="27908"/>
                      </a:lnTo>
                      <a:cubicBezTo>
                        <a:pt x="26480" y="27908"/>
                        <a:pt x="26289" y="27718"/>
                        <a:pt x="26098" y="27718"/>
                      </a:cubicBezTo>
                      <a:cubicBezTo>
                        <a:pt x="25813" y="27718"/>
                        <a:pt x="25622" y="27718"/>
                        <a:pt x="25527" y="27718"/>
                      </a:cubicBezTo>
                      <a:lnTo>
                        <a:pt x="25337" y="27908"/>
                      </a:lnTo>
                      <a:cubicBezTo>
                        <a:pt x="25908" y="28099"/>
                        <a:pt x="26289" y="28575"/>
                        <a:pt x="26480" y="29527"/>
                      </a:cubicBezTo>
                      <a:cubicBezTo>
                        <a:pt x="26765" y="30385"/>
                        <a:pt x="26956" y="30956"/>
                        <a:pt x="27337" y="31051"/>
                      </a:cubicBezTo>
                      <a:cubicBezTo>
                        <a:pt x="27241" y="31813"/>
                        <a:pt x="27527" y="32575"/>
                        <a:pt x="28194" y="33433"/>
                      </a:cubicBezTo>
                      <a:cubicBezTo>
                        <a:pt x="29051" y="34290"/>
                        <a:pt x="29433" y="35147"/>
                        <a:pt x="29623" y="35719"/>
                      </a:cubicBezTo>
                      <a:cubicBezTo>
                        <a:pt x="29433" y="36195"/>
                        <a:pt x="28861" y="36290"/>
                        <a:pt x="28194" y="36100"/>
                      </a:cubicBezTo>
                      <a:cubicBezTo>
                        <a:pt x="27432" y="35909"/>
                        <a:pt x="27051" y="35909"/>
                        <a:pt x="27051" y="36195"/>
                      </a:cubicBezTo>
                      <a:cubicBezTo>
                        <a:pt x="27051" y="36385"/>
                        <a:pt x="27147" y="36671"/>
                        <a:pt x="27337" y="36957"/>
                      </a:cubicBezTo>
                      <a:lnTo>
                        <a:pt x="28194" y="36766"/>
                      </a:lnTo>
                      <a:cubicBezTo>
                        <a:pt x="28194" y="36766"/>
                        <a:pt x="28194" y="37243"/>
                        <a:pt x="27718" y="37719"/>
                      </a:cubicBezTo>
                      <a:lnTo>
                        <a:pt x="28384" y="38386"/>
                      </a:lnTo>
                      <a:cubicBezTo>
                        <a:pt x="28384" y="38386"/>
                        <a:pt x="28670" y="38005"/>
                        <a:pt x="28766" y="37433"/>
                      </a:cubicBezTo>
                      <a:lnTo>
                        <a:pt x="29051" y="38576"/>
                      </a:lnTo>
                      <a:cubicBezTo>
                        <a:pt x="29623" y="38386"/>
                        <a:pt x="29813" y="37909"/>
                        <a:pt x="29718" y="36957"/>
                      </a:cubicBezTo>
                      <a:cubicBezTo>
                        <a:pt x="30289" y="37243"/>
                        <a:pt x="30671" y="37814"/>
                        <a:pt x="30956" y="38671"/>
                      </a:cubicBezTo>
                      <a:cubicBezTo>
                        <a:pt x="31337" y="39529"/>
                        <a:pt x="31623" y="40005"/>
                        <a:pt x="32099" y="40195"/>
                      </a:cubicBezTo>
                      <a:cubicBezTo>
                        <a:pt x="32004" y="40481"/>
                        <a:pt x="31909" y="40862"/>
                        <a:pt x="31909" y="41148"/>
                      </a:cubicBezTo>
                      <a:cubicBezTo>
                        <a:pt x="31909" y="41719"/>
                        <a:pt x="32195" y="42481"/>
                        <a:pt x="32766" y="43434"/>
                      </a:cubicBezTo>
                      <a:cubicBezTo>
                        <a:pt x="33338" y="44386"/>
                        <a:pt x="33718" y="45053"/>
                        <a:pt x="33718" y="45434"/>
                      </a:cubicBezTo>
                      <a:cubicBezTo>
                        <a:pt x="33718" y="46006"/>
                        <a:pt x="33433" y="46482"/>
                        <a:pt x="32861" y="46958"/>
                      </a:cubicBezTo>
                      <a:cubicBezTo>
                        <a:pt x="32385" y="46958"/>
                        <a:pt x="31623" y="46958"/>
                        <a:pt x="30480" y="47149"/>
                      </a:cubicBezTo>
                      <a:cubicBezTo>
                        <a:pt x="29337" y="47149"/>
                        <a:pt x="28575" y="47339"/>
                        <a:pt x="28004" y="47339"/>
                      </a:cubicBezTo>
                      <a:cubicBezTo>
                        <a:pt x="26289" y="47339"/>
                        <a:pt x="24955" y="46863"/>
                        <a:pt x="24003" y="45910"/>
                      </a:cubicBezTo>
                      <a:lnTo>
                        <a:pt x="23813" y="46196"/>
                      </a:lnTo>
                      <a:cubicBezTo>
                        <a:pt x="23527" y="45625"/>
                        <a:pt x="23336" y="45053"/>
                        <a:pt x="23146" y="44482"/>
                      </a:cubicBezTo>
                      <a:cubicBezTo>
                        <a:pt x="22765" y="43720"/>
                        <a:pt x="22289" y="43243"/>
                        <a:pt x="21717" y="43053"/>
                      </a:cubicBezTo>
                      <a:cubicBezTo>
                        <a:pt x="21812" y="42767"/>
                        <a:pt x="21907" y="42577"/>
                        <a:pt x="21907" y="42386"/>
                      </a:cubicBezTo>
                      <a:cubicBezTo>
                        <a:pt x="21907" y="41910"/>
                        <a:pt x="21622" y="41529"/>
                        <a:pt x="21050" y="41148"/>
                      </a:cubicBezTo>
                      <a:cubicBezTo>
                        <a:pt x="20479" y="40767"/>
                        <a:pt x="20193" y="40291"/>
                        <a:pt x="20193" y="39910"/>
                      </a:cubicBezTo>
                      <a:cubicBezTo>
                        <a:pt x="20193" y="39624"/>
                        <a:pt x="20193" y="39338"/>
                        <a:pt x="20384" y="39052"/>
                      </a:cubicBezTo>
                      <a:cubicBezTo>
                        <a:pt x="20003" y="38481"/>
                        <a:pt x="19526" y="37433"/>
                        <a:pt x="19050" y="35814"/>
                      </a:cubicBezTo>
                      <a:cubicBezTo>
                        <a:pt x="18574" y="34480"/>
                        <a:pt x="18002" y="33433"/>
                        <a:pt x="17336" y="32766"/>
                      </a:cubicBezTo>
                      <a:cubicBezTo>
                        <a:pt x="17336" y="31813"/>
                        <a:pt x="16859" y="30575"/>
                        <a:pt x="15907" y="29146"/>
                      </a:cubicBezTo>
                      <a:lnTo>
                        <a:pt x="14192" y="28956"/>
                      </a:lnTo>
                      <a:lnTo>
                        <a:pt x="14383" y="28765"/>
                      </a:lnTo>
                      <a:cubicBezTo>
                        <a:pt x="14383" y="28765"/>
                        <a:pt x="14097" y="28480"/>
                        <a:pt x="13907" y="28480"/>
                      </a:cubicBezTo>
                      <a:lnTo>
                        <a:pt x="13335" y="29242"/>
                      </a:lnTo>
                      <a:cubicBezTo>
                        <a:pt x="13335" y="29242"/>
                        <a:pt x="12668" y="29337"/>
                        <a:pt x="12002" y="29527"/>
                      </a:cubicBezTo>
                      <a:cubicBezTo>
                        <a:pt x="11335" y="29718"/>
                        <a:pt x="10859" y="29813"/>
                        <a:pt x="10478" y="29813"/>
                      </a:cubicBezTo>
                      <a:cubicBezTo>
                        <a:pt x="10192" y="29813"/>
                        <a:pt x="10001" y="29813"/>
                        <a:pt x="9811" y="29623"/>
                      </a:cubicBezTo>
                      <a:cubicBezTo>
                        <a:pt x="9811" y="29623"/>
                        <a:pt x="9811" y="29813"/>
                        <a:pt x="9811" y="29813"/>
                      </a:cubicBezTo>
                      <a:cubicBezTo>
                        <a:pt x="9811" y="29908"/>
                        <a:pt x="9811" y="30099"/>
                        <a:pt x="9906" y="30099"/>
                      </a:cubicBezTo>
                      <a:cubicBezTo>
                        <a:pt x="9906" y="30194"/>
                        <a:pt x="10001" y="30289"/>
                        <a:pt x="10001" y="30289"/>
                      </a:cubicBezTo>
                      <a:cubicBezTo>
                        <a:pt x="10001" y="30289"/>
                        <a:pt x="9811" y="30480"/>
                        <a:pt x="9525" y="30670"/>
                      </a:cubicBezTo>
                      <a:lnTo>
                        <a:pt x="9811" y="34290"/>
                      </a:lnTo>
                      <a:lnTo>
                        <a:pt x="9334" y="34671"/>
                      </a:lnTo>
                      <a:cubicBezTo>
                        <a:pt x="9620" y="35814"/>
                        <a:pt x="9811" y="37338"/>
                        <a:pt x="9811" y="39433"/>
                      </a:cubicBezTo>
                      <a:cubicBezTo>
                        <a:pt x="9811" y="39624"/>
                        <a:pt x="9716" y="40005"/>
                        <a:pt x="9525" y="40672"/>
                      </a:cubicBezTo>
                      <a:cubicBezTo>
                        <a:pt x="9334" y="41338"/>
                        <a:pt x="9240" y="41815"/>
                        <a:pt x="9240" y="42196"/>
                      </a:cubicBezTo>
                      <a:cubicBezTo>
                        <a:pt x="9240" y="42863"/>
                        <a:pt x="9525" y="43243"/>
                        <a:pt x="9906" y="43624"/>
                      </a:cubicBezTo>
                      <a:cubicBezTo>
                        <a:pt x="9620" y="43815"/>
                        <a:pt x="9525" y="44196"/>
                        <a:pt x="9525" y="44767"/>
                      </a:cubicBezTo>
                      <a:lnTo>
                        <a:pt x="9525" y="45339"/>
                      </a:lnTo>
                      <a:cubicBezTo>
                        <a:pt x="9525" y="45339"/>
                        <a:pt x="9525" y="45720"/>
                        <a:pt x="9525" y="45815"/>
                      </a:cubicBezTo>
                      <a:cubicBezTo>
                        <a:pt x="9525" y="46577"/>
                        <a:pt x="9049" y="46863"/>
                        <a:pt x="8287" y="46768"/>
                      </a:cubicBezTo>
                      <a:lnTo>
                        <a:pt x="8573" y="46958"/>
                      </a:lnTo>
                      <a:cubicBezTo>
                        <a:pt x="7906" y="47244"/>
                        <a:pt x="7144" y="47244"/>
                        <a:pt x="6191" y="47149"/>
                      </a:cubicBezTo>
                      <a:cubicBezTo>
                        <a:pt x="5143" y="46958"/>
                        <a:pt x="4572" y="46958"/>
                        <a:pt x="4286" y="47149"/>
                      </a:cubicBezTo>
                      <a:cubicBezTo>
                        <a:pt x="2953" y="47053"/>
                        <a:pt x="1714" y="46672"/>
                        <a:pt x="476" y="46006"/>
                      </a:cubicBezTo>
                      <a:cubicBezTo>
                        <a:pt x="476" y="43053"/>
                        <a:pt x="476" y="38481"/>
                        <a:pt x="286" y="32290"/>
                      </a:cubicBezTo>
                      <a:lnTo>
                        <a:pt x="0" y="32290"/>
                      </a:lnTo>
                      <a:cubicBezTo>
                        <a:pt x="0" y="32290"/>
                        <a:pt x="476" y="31337"/>
                        <a:pt x="476" y="30670"/>
                      </a:cubicBezTo>
                      <a:cubicBezTo>
                        <a:pt x="476" y="30480"/>
                        <a:pt x="476" y="30004"/>
                        <a:pt x="381" y="29432"/>
                      </a:cubicBezTo>
                      <a:cubicBezTo>
                        <a:pt x="381" y="28861"/>
                        <a:pt x="381" y="28480"/>
                        <a:pt x="381" y="28099"/>
                      </a:cubicBezTo>
                      <a:cubicBezTo>
                        <a:pt x="381" y="27432"/>
                        <a:pt x="571" y="26765"/>
                        <a:pt x="858" y="26194"/>
                      </a:cubicBezTo>
                      <a:cubicBezTo>
                        <a:pt x="667" y="24193"/>
                        <a:pt x="571" y="21431"/>
                        <a:pt x="571" y="17907"/>
                      </a:cubicBezTo>
                      <a:lnTo>
                        <a:pt x="571" y="9430"/>
                      </a:lnTo>
                      <a:cubicBezTo>
                        <a:pt x="571" y="9430"/>
                        <a:pt x="191" y="9049"/>
                        <a:pt x="191" y="8858"/>
                      </a:cubicBezTo>
                      <a:cubicBezTo>
                        <a:pt x="191" y="8763"/>
                        <a:pt x="191" y="8477"/>
                        <a:pt x="476" y="8096"/>
                      </a:cubicBezTo>
                      <a:cubicBezTo>
                        <a:pt x="667" y="7715"/>
                        <a:pt x="858" y="7429"/>
                        <a:pt x="858" y="7239"/>
                      </a:cubicBezTo>
                      <a:cubicBezTo>
                        <a:pt x="381" y="6858"/>
                        <a:pt x="191" y="6382"/>
                        <a:pt x="191" y="5810"/>
                      </a:cubicBezTo>
                      <a:cubicBezTo>
                        <a:pt x="191" y="5429"/>
                        <a:pt x="381" y="4858"/>
                        <a:pt x="571" y="4096"/>
                      </a:cubicBezTo>
                      <a:cubicBezTo>
                        <a:pt x="858" y="3238"/>
                        <a:pt x="953" y="2667"/>
                        <a:pt x="858" y="2191"/>
                      </a:cubicBezTo>
                      <a:lnTo>
                        <a:pt x="3239" y="190"/>
                      </a:lnTo>
                      <a:lnTo>
                        <a:pt x="13525" y="0"/>
                      </a:lnTo>
                      <a:cubicBezTo>
                        <a:pt x="13525" y="0"/>
                        <a:pt x="14192" y="667"/>
                        <a:pt x="14954" y="1238"/>
                      </a:cubicBezTo>
                      <a:cubicBezTo>
                        <a:pt x="15526" y="1714"/>
                        <a:pt x="15907" y="2286"/>
                        <a:pt x="16097" y="2857"/>
                      </a:cubicBezTo>
                      <a:cubicBezTo>
                        <a:pt x="16097" y="2667"/>
                        <a:pt x="16097" y="2476"/>
                        <a:pt x="16097" y="2381"/>
                      </a:cubicBezTo>
                      <a:cubicBezTo>
                        <a:pt x="16097" y="1905"/>
                        <a:pt x="16383" y="1524"/>
                        <a:pt x="16955" y="1143"/>
                      </a:cubicBezTo>
                      <a:cubicBezTo>
                        <a:pt x="17716" y="762"/>
                        <a:pt x="18193" y="476"/>
                        <a:pt x="18383" y="190"/>
                      </a:cubicBezTo>
                      <a:cubicBezTo>
                        <a:pt x="18574" y="190"/>
                        <a:pt x="18859" y="190"/>
                        <a:pt x="19241" y="667"/>
                      </a:cubicBezTo>
                      <a:cubicBezTo>
                        <a:pt x="19336" y="667"/>
                        <a:pt x="19526" y="667"/>
                        <a:pt x="19621" y="667"/>
                      </a:cubicBezTo>
                      <a:cubicBezTo>
                        <a:pt x="19908" y="667"/>
                        <a:pt x="20288" y="857"/>
                        <a:pt x="20955" y="1143"/>
                      </a:cubicBezTo>
                      <a:cubicBezTo>
                        <a:pt x="21527" y="1524"/>
                        <a:pt x="22003" y="1619"/>
                        <a:pt x="22384" y="1619"/>
                      </a:cubicBezTo>
                      <a:lnTo>
                        <a:pt x="24384" y="1619"/>
                      </a:lnTo>
                      <a:cubicBezTo>
                        <a:pt x="24384" y="2191"/>
                        <a:pt x="24479" y="2572"/>
                        <a:pt x="25051" y="2572"/>
                      </a:cubicBezTo>
                      <a:cubicBezTo>
                        <a:pt x="25051" y="2572"/>
                        <a:pt x="25241" y="2572"/>
                        <a:pt x="25337" y="2572"/>
                      </a:cubicBezTo>
                      <a:lnTo>
                        <a:pt x="25718" y="2572"/>
                      </a:lnTo>
                      <a:cubicBezTo>
                        <a:pt x="26194" y="2572"/>
                        <a:pt x="26480" y="2762"/>
                        <a:pt x="26575" y="3334"/>
                      </a:cubicBezTo>
                      <a:lnTo>
                        <a:pt x="28004" y="3334"/>
                      </a:lnTo>
                      <a:cubicBezTo>
                        <a:pt x="28861" y="4096"/>
                        <a:pt x="29718" y="4953"/>
                        <a:pt x="30575" y="5715"/>
                      </a:cubicBezTo>
                      <a:cubicBezTo>
                        <a:pt x="31528" y="6763"/>
                        <a:pt x="32099" y="7620"/>
                        <a:pt x="32195" y="8572"/>
                      </a:cubicBezTo>
                      <a:cubicBezTo>
                        <a:pt x="32766" y="8858"/>
                        <a:pt x="33147" y="9430"/>
                        <a:pt x="33338" y="10096"/>
                      </a:cubicBezTo>
                      <a:cubicBezTo>
                        <a:pt x="33624" y="11144"/>
                        <a:pt x="33814" y="11811"/>
                        <a:pt x="34004" y="12097"/>
                      </a:cubicBezTo>
                      <a:lnTo>
                        <a:pt x="33528" y="12478"/>
                      </a:lnTo>
                      <a:close/>
                      <a:moveTo>
                        <a:pt x="5620" y="14859"/>
                      </a:moveTo>
                      <a:lnTo>
                        <a:pt x="5620" y="13621"/>
                      </a:lnTo>
                      <a:lnTo>
                        <a:pt x="5429" y="13621"/>
                      </a:lnTo>
                      <a:lnTo>
                        <a:pt x="5429" y="14859"/>
                      </a:lnTo>
                      <a:lnTo>
                        <a:pt x="5620" y="14859"/>
                      </a:lnTo>
                      <a:close/>
                      <a:moveTo>
                        <a:pt x="7239" y="7048"/>
                      </a:moveTo>
                      <a:cubicBezTo>
                        <a:pt x="7239" y="7048"/>
                        <a:pt x="7239" y="6572"/>
                        <a:pt x="7239" y="6191"/>
                      </a:cubicBezTo>
                      <a:cubicBezTo>
                        <a:pt x="7334" y="5810"/>
                        <a:pt x="7430" y="5524"/>
                        <a:pt x="7430" y="5429"/>
                      </a:cubicBezTo>
                      <a:cubicBezTo>
                        <a:pt x="7430" y="4953"/>
                        <a:pt x="7144" y="4667"/>
                        <a:pt x="6763" y="4477"/>
                      </a:cubicBezTo>
                      <a:lnTo>
                        <a:pt x="7430" y="3810"/>
                      </a:lnTo>
                      <a:cubicBezTo>
                        <a:pt x="7430" y="3810"/>
                        <a:pt x="7430" y="3619"/>
                        <a:pt x="7430" y="3524"/>
                      </a:cubicBezTo>
                      <a:cubicBezTo>
                        <a:pt x="6953" y="3905"/>
                        <a:pt x="6763" y="4286"/>
                        <a:pt x="6763" y="4667"/>
                      </a:cubicBezTo>
                      <a:cubicBezTo>
                        <a:pt x="6763" y="4858"/>
                        <a:pt x="6858" y="5334"/>
                        <a:pt x="7239" y="6191"/>
                      </a:cubicBezTo>
                      <a:cubicBezTo>
                        <a:pt x="7048" y="6191"/>
                        <a:pt x="6858" y="6382"/>
                        <a:pt x="6858" y="6572"/>
                      </a:cubicBezTo>
                      <a:cubicBezTo>
                        <a:pt x="6858" y="6858"/>
                        <a:pt x="6668" y="6953"/>
                        <a:pt x="6572" y="7048"/>
                      </a:cubicBezTo>
                      <a:lnTo>
                        <a:pt x="7239" y="7048"/>
                      </a:lnTo>
                      <a:close/>
                      <a:moveTo>
                        <a:pt x="9620" y="5715"/>
                      </a:moveTo>
                      <a:lnTo>
                        <a:pt x="10573" y="6382"/>
                      </a:lnTo>
                      <a:lnTo>
                        <a:pt x="10573" y="6382"/>
                      </a:lnTo>
                      <a:lnTo>
                        <a:pt x="10096" y="6953"/>
                      </a:lnTo>
                      <a:lnTo>
                        <a:pt x="10573" y="6953"/>
                      </a:lnTo>
                      <a:lnTo>
                        <a:pt x="10573" y="3715"/>
                      </a:lnTo>
                      <a:cubicBezTo>
                        <a:pt x="10573" y="3715"/>
                        <a:pt x="10287" y="4000"/>
                        <a:pt x="10001" y="4191"/>
                      </a:cubicBezTo>
                      <a:cubicBezTo>
                        <a:pt x="10001" y="4096"/>
                        <a:pt x="10001" y="4000"/>
                        <a:pt x="9620" y="4000"/>
                      </a:cubicBezTo>
                      <a:cubicBezTo>
                        <a:pt x="9716" y="4191"/>
                        <a:pt x="9906" y="4191"/>
                        <a:pt x="10001" y="4191"/>
                      </a:cubicBezTo>
                      <a:cubicBezTo>
                        <a:pt x="10001" y="4381"/>
                        <a:pt x="10001" y="4572"/>
                        <a:pt x="10001" y="4953"/>
                      </a:cubicBezTo>
                      <a:lnTo>
                        <a:pt x="10001" y="4953"/>
                      </a:lnTo>
                      <a:cubicBezTo>
                        <a:pt x="10001" y="4953"/>
                        <a:pt x="10287" y="4953"/>
                        <a:pt x="10383" y="5143"/>
                      </a:cubicBezTo>
                      <a:lnTo>
                        <a:pt x="9716" y="5810"/>
                      </a:lnTo>
                      <a:close/>
                      <a:moveTo>
                        <a:pt x="24384" y="15526"/>
                      </a:moveTo>
                      <a:cubicBezTo>
                        <a:pt x="24384" y="15526"/>
                        <a:pt x="24479" y="15145"/>
                        <a:pt x="24479" y="15049"/>
                      </a:cubicBezTo>
                      <a:cubicBezTo>
                        <a:pt x="24479" y="14764"/>
                        <a:pt x="24289" y="14478"/>
                        <a:pt x="23908" y="14192"/>
                      </a:cubicBezTo>
                      <a:cubicBezTo>
                        <a:pt x="23527" y="13906"/>
                        <a:pt x="23336" y="13716"/>
                        <a:pt x="23241" y="13525"/>
                      </a:cubicBezTo>
                      <a:cubicBezTo>
                        <a:pt x="23432" y="13240"/>
                        <a:pt x="23432" y="13049"/>
                        <a:pt x="23432" y="12859"/>
                      </a:cubicBezTo>
                      <a:cubicBezTo>
                        <a:pt x="23432" y="12573"/>
                        <a:pt x="23146" y="12287"/>
                        <a:pt x="22574" y="11906"/>
                      </a:cubicBezTo>
                      <a:cubicBezTo>
                        <a:pt x="22003" y="11525"/>
                        <a:pt x="21717" y="11335"/>
                        <a:pt x="21622" y="11049"/>
                      </a:cubicBezTo>
                      <a:cubicBezTo>
                        <a:pt x="21431" y="10858"/>
                        <a:pt x="21146" y="10763"/>
                        <a:pt x="20955" y="10763"/>
                      </a:cubicBezTo>
                      <a:cubicBezTo>
                        <a:pt x="20860" y="10763"/>
                        <a:pt x="20669" y="10763"/>
                        <a:pt x="20384" y="10763"/>
                      </a:cubicBezTo>
                      <a:cubicBezTo>
                        <a:pt x="20193" y="10763"/>
                        <a:pt x="20003" y="10763"/>
                        <a:pt x="19908" y="10763"/>
                      </a:cubicBezTo>
                      <a:cubicBezTo>
                        <a:pt x="19526" y="10763"/>
                        <a:pt x="19336" y="10573"/>
                        <a:pt x="19241" y="10192"/>
                      </a:cubicBezTo>
                      <a:lnTo>
                        <a:pt x="19717" y="9811"/>
                      </a:lnTo>
                      <a:cubicBezTo>
                        <a:pt x="18955" y="9811"/>
                        <a:pt x="18479" y="10001"/>
                        <a:pt x="18479" y="10668"/>
                      </a:cubicBezTo>
                      <a:cubicBezTo>
                        <a:pt x="18383" y="11620"/>
                        <a:pt x="18193" y="12192"/>
                        <a:pt x="18002" y="12478"/>
                      </a:cubicBezTo>
                      <a:cubicBezTo>
                        <a:pt x="17716" y="11811"/>
                        <a:pt x="17526" y="11049"/>
                        <a:pt x="17336" y="10287"/>
                      </a:cubicBezTo>
                      <a:cubicBezTo>
                        <a:pt x="17050" y="9525"/>
                        <a:pt x="16573" y="8953"/>
                        <a:pt x="15812" y="8477"/>
                      </a:cubicBezTo>
                      <a:cubicBezTo>
                        <a:pt x="15716" y="9239"/>
                        <a:pt x="15240" y="9620"/>
                        <a:pt x="14383" y="9620"/>
                      </a:cubicBezTo>
                      <a:cubicBezTo>
                        <a:pt x="14192" y="9620"/>
                        <a:pt x="13907" y="9620"/>
                        <a:pt x="13525" y="9620"/>
                      </a:cubicBezTo>
                      <a:cubicBezTo>
                        <a:pt x="13049" y="9620"/>
                        <a:pt x="12668" y="9620"/>
                        <a:pt x="12478" y="9620"/>
                      </a:cubicBezTo>
                      <a:cubicBezTo>
                        <a:pt x="12192" y="9620"/>
                        <a:pt x="12002" y="9620"/>
                        <a:pt x="11811" y="9620"/>
                      </a:cubicBezTo>
                      <a:cubicBezTo>
                        <a:pt x="10668" y="10382"/>
                        <a:pt x="10096" y="11525"/>
                        <a:pt x="10096" y="13240"/>
                      </a:cubicBezTo>
                      <a:cubicBezTo>
                        <a:pt x="10096" y="13525"/>
                        <a:pt x="10096" y="14097"/>
                        <a:pt x="10096" y="14764"/>
                      </a:cubicBezTo>
                      <a:cubicBezTo>
                        <a:pt x="10096" y="15430"/>
                        <a:pt x="10096" y="16002"/>
                        <a:pt x="10096" y="16383"/>
                      </a:cubicBezTo>
                      <a:cubicBezTo>
                        <a:pt x="10096" y="17145"/>
                        <a:pt x="10096" y="17812"/>
                        <a:pt x="9906" y="18383"/>
                      </a:cubicBezTo>
                      <a:cubicBezTo>
                        <a:pt x="9906" y="18859"/>
                        <a:pt x="10287" y="19050"/>
                        <a:pt x="10954" y="19050"/>
                      </a:cubicBezTo>
                      <a:cubicBezTo>
                        <a:pt x="11621" y="19050"/>
                        <a:pt x="12097" y="19240"/>
                        <a:pt x="12192" y="19717"/>
                      </a:cubicBezTo>
                      <a:cubicBezTo>
                        <a:pt x="12478" y="19907"/>
                        <a:pt x="13049" y="19907"/>
                        <a:pt x="14002" y="19907"/>
                      </a:cubicBezTo>
                      <a:cubicBezTo>
                        <a:pt x="14764" y="19907"/>
                        <a:pt x="15335" y="20193"/>
                        <a:pt x="15621" y="20669"/>
                      </a:cubicBezTo>
                      <a:cubicBezTo>
                        <a:pt x="15907" y="20098"/>
                        <a:pt x="16288" y="19812"/>
                        <a:pt x="16764" y="19717"/>
                      </a:cubicBezTo>
                      <a:lnTo>
                        <a:pt x="18288" y="19717"/>
                      </a:lnTo>
                      <a:cubicBezTo>
                        <a:pt x="18288" y="19717"/>
                        <a:pt x="18955" y="19431"/>
                        <a:pt x="19241" y="19145"/>
                      </a:cubicBezTo>
                      <a:cubicBezTo>
                        <a:pt x="20574" y="19240"/>
                        <a:pt x="22193" y="18478"/>
                        <a:pt x="24003" y="16573"/>
                      </a:cubicBezTo>
                      <a:lnTo>
                        <a:pt x="23050" y="16192"/>
                      </a:lnTo>
                      <a:lnTo>
                        <a:pt x="24289" y="15430"/>
                      </a:lnTo>
                      <a:close/>
                      <a:moveTo>
                        <a:pt x="23336" y="6382"/>
                      </a:moveTo>
                      <a:cubicBezTo>
                        <a:pt x="23336" y="6382"/>
                        <a:pt x="23241" y="6191"/>
                        <a:pt x="23050" y="6191"/>
                      </a:cubicBezTo>
                      <a:cubicBezTo>
                        <a:pt x="22670" y="6191"/>
                        <a:pt x="22574" y="6286"/>
                        <a:pt x="22574" y="6572"/>
                      </a:cubicBezTo>
                      <a:cubicBezTo>
                        <a:pt x="22574" y="6572"/>
                        <a:pt x="22574" y="6572"/>
                        <a:pt x="22765" y="6572"/>
                      </a:cubicBezTo>
                      <a:lnTo>
                        <a:pt x="23432" y="6286"/>
                      </a:lnTo>
                      <a:close/>
                      <a:moveTo>
                        <a:pt x="25813" y="3619"/>
                      </a:moveTo>
                      <a:lnTo>
                        <a:pt x="25813" y="3334"/>
                      </a:lnTo>
                      <a:cubicBezTo>
                        <a:pt x="25813" y="3334"/>
                        <a:pt x="25146" y="3429"/>
                        <a:pt x="24384" y="3429"/>
                      </a:cubicBezTo>
                      <a:lnTo>
                        <a:pt x="25813" y="3619"/>
                      </a:lnTo>
                      <a:close/>
                      <a:moveTo>
                        <a:pt x="24384" y="13525"/>
                      </a:moveTo>
                      <a:lnTo>
                        <a:pt x="25337" y="13525"/>
                      </a:lnTo>
                      <a:cubicBezTo>
                        <a:pt x="25337" y="13525"/>
                        <a:pt x="24575" y="12954"/>
                        <a:pt x="24384" y="13049"/>
                      </a:cubicBezTo>
                      <a:lnTo>
                        <a:pt x="24384" y="13525"/>
                      </a:lnTo>
                      <a:close/>
                      <a:moveTo>
                        <a:pt x="26289" y="16383"/>
                      </a:moveTo>
                      <a:lnTo>
                        <a:pt x="26956" y="15716"/>
                      </a:lnTo>
                      <a:lnTo>
                        <a:pt x="26670" y="15716"/>
                      </a:lnTo>
                      <a:lnTo>
                        <a:pt x="26384" y="16383"/>
                      </a:lnTo>
                      <a:close/>
                      <a:moveTo>
                        <a:pt x="28099" y="16478"/>
                      </a:moveTo>
                      <a:cubicBezTo>
                        <a:pt x="28099" y="16478"/>
                        <a:pt x="27908" y="16192"/>
                        <a:pt x="27908" y="16002"/>
                      </a:cubicBezTo>
                      <a:cubicBezTo>
                        <a:pt x="27908" y="15335"/>
                        <a:pt x="28194" y="14859"/>
                        <a:pt x="28766" y="14478"/>
                      </a:cubicBezTo>
                      <a:cubicBezTo>
                        <a:pt x="28670" y="14383"/>
                        <a:pt x="28480" y="14288"/>
                        <a:pt x="28384" y="14288"/>
                      </a:cubicBezTo>
                      <a:cubicBezTo>
                        <a:pt x="28384" y="14288"/>
                        <a:pt x="27813" y="14573"/>
                        <a:pt x="26956" y="15145"/>
                      </a:cubicBezTo>
                      <a:cubicBezTo>
                        <a:pt x="27527" y="15335"/>
                        <a:pt x="27813" y="15526"/>
                        <a:pt x="27813" y="16002"/>
                      </a:cubicBezTo>
                      <a:cubicBezTo>
                        <a:pt x="27813" y="16097"/>
                        <a:pt x="27813" y="16383"/>
                        <a:pt x="27623" y="16669"/>
                      </a:cubicBezTo>
                      <a:cubicBezTo>
                        <a:pt x="27527" y="16954"/>
                        <a:pt x="27432" y="17145"/>
                        <a:pt x="27432" y="17240"/>
                      </a:cubicBezTo>
                      <a:cubicBezTo>
                        <a:pt x="27432" y="17431"/>
                        <a:pt x="27718" y="17526"/>
                        <a:pt x="28290" y="17526"/>
                      </a:cubicBezTo>
                      <a:cubicBezTo>
                        <a:pt x="28290" y="16954"/>
                        <a:pt x="28290" y="16669"/>
                        <a:pt x="28099" y="16573"/>
                      </a:cubicBezTo>
                      <a:close/>
                      <a:moveTo>
                        <a:pt x="29813" y="19336"/>
                      </a:moveTo>
                      <a:lnTo>
                        <a:pt x="30004" y="19145"/>
                      </a:lnTo>
                      <a:lnTo>
                        <a:pt x="29623" y="18669"/>
                      </a:lnTo>
                      <a:lnTo>
                        <a:pt x="29813" y="19336"/>
                      </a:lnTo>
                      <a:close/>
                      <a:moveTo>
                        <a:pt x="30956" y="15335"/>
                      </a:moveTo>
                      <a:lnTo>
                        <a:pt x="31623" y="15811"/>
                      </a:lnTo>
                      <a:cubicBezTo>
                        <a:pt x="31623" y="15811"/>
                        <a:pt x="31432" y="15430"/>
                        <a:pt x="31528" y="15335"/>
                      </a:cubicBezTo>
                      <a:lnTo>
                        <a:pt x="31052" y="15335"/>
                      </a:lnTo>
                      <a:close/>
                      <a:moveTo>
                        <a:pt x="31147" y="8191"/>
                      </a:moveTo>
                      <a:lnTo>
                        <a:pt x="31147" y="8668"/>
                      </a:lnTo>
                      <a:lnTo>
                        <a:pt x="31623" y="8191"/>
                      </a:lnTo>
                      <a:lnTo>
                        <a:pt x="31147" y="8191"/>
                      </a:lnTo>
                      <a:close/>
                      <a:moveTo>
                        <a:pt x="31623" y="13335"/>
                      </a:moveTo>
                      <a:lnTo>
                        <a:pt x="32766" y="12287"/>
                      </a:lnTo>
                      <a:lnTo>
                        <a:pt x="32195" y="12287"/>
                      </a:lnTo>
                      <a:lnTo>
                        <a:pt x="31718" y="13335"/>
                      </a:lnTo>
                      <a:close/>
                      <a:moveTo>
                        <a:pt x="32099" y="18478"/>
                      </a:moveTo>
                      <a:lnTo>
                        <a:pt x="32671" y="18193"/>
                      </a:lnTo>
                      <a:cubicBezTo>
                        <a:pt x="32671" y="18193"/>
                        <a:pt x="32385" y="18002"/>
                        <a:pt x="32099" y="18002"/>
                      </a:cubicBezTo>
                      <a:lnTo>
                        <a:pt x="32099" y="18478"/>
                      </a:lnTo>
                      <a:close/>
                      <a:moveTo>
                        <a:pt x="33433" y="7525"/>
                      </a:moveTo>
                      <a:cubicBezTo>
                        <a:pt x="33433" y="7525"/>
                        <a:pt x="33718" y="7525"/>
                        <a:pt x="33909" y="7810"/>
                      </a:cubicBezTo>
                      <a:lnTo>
                        <a:pt x="33433" y="7525"/>
                      </a:lnTo>
                      <a:close/>
                      <a:moveTo>
                        <a:pt x="34290" y="8001"/>
                      </a:moveTo>
                      <a:cubicBezTo>
                        <a:pt x="34290" y="8001"/>
                        <a:pt x="34100" y="8001"/>
                        <a:pt x="33909" y="7810"/>
                      </a:cubicBezTo>
                      <a:lnTo>
                        <a:pt x="34290" y="8001"/>
                      </a:lnTo>
                      <a:close/>
                      <a:moveTo>
                        <a:pt x="34480" y="8096"/>
                      </a:moveTo>
                      <a:lnTo>
                        <a:pt x="34290" y="8096"/>
                      </a:lnTo>
                      <a:cubicBezTo>
                        <a:pt x="34290" y="8096"/>
                        <a:pt x="34576" y="7906"/>
                        <a:pt x="34480" y="7906"/>
                      </a:cubicBezTo>
                      <a:lnTo>
                        <a:pt x="34480" y="8096"/>
                      </a:lnTo>
                      <a:close/>
                      <a:moveTo>
                        <a:pt x="35338" y="5334"/>
                      </a:moveTo>
                      <a:cubicBezTo>
                        <a:pt x="35338" y="5334"/>
                        <a:pt x="35052" y="5334"/>
                        <a:pt x="34862" y="5239"/>
                      </a:cubicBezTo>
                      <a:cubicBezTo>
                        <a:pt x="34576" y="5239"/>
                        <a:pt x="34480" y="5239"/>
                        <a:pt x="34480" y="5143"/>
                      </a:cubicBezTo>
                      <a:cubicBezTo>
                        <a:pt x="34480" y="5048"/>
                        <a:pt x="34480" y="4858"/>
                        <a:pt x="34766" y="4763"/>
                      </a:cubicBezTo>
                      <a:lnTo>
                        <a:pt x="35338" y="5429"/>
                      </a:lnTo>
                      <a:close/>
                      <a:moveTo>
                        <a:pt x="35433" y="14002"/>
                      </a:moveTo>
                      <a:lnTo>
                        <a:pt x="34766" y="13525"/>
                      </a:lnTo>
                      <a:lnTo>
                        <a:pt x="35433" y="13525"/>
                      </a:lnTo>
                      <a:lnTo>
                        <a:pt x="35433" y="14002"/>
                      </a:lnTo>
                      <a:close/>
                      <a:moveTo>
                        <a:pt x="35338" y="5334"/>
                      </a:moveTo>
                      <a:lnTo>
                        <a:pt x="35338" y="5334"/>
                      </a:lnTo>
                      <a:close/>
                      <a:moveTo>
                        <a:pt x="35909" y="10096"/>
                      </a:moveTo>
                      <a:lnTo>
                        <a:pt x="36100" y="9525"/>
                      </a:lnTo>
                      <a:lnTo>
                        <a:pt x="37529" y="10001"/>
                      </a:lnTo>
                      <a:cubicBezTo>
                        <a:pt x="37529" y="10001"/>
                        <a:pt x="36862" y="10287"/>
                        <a:pt x="36672" y="10668"/>
                      </a:cubicBezTo>
                      <a:cubicBezTo>
                        <a:pt x="36672" y="10668"/>
                        <a:pt x="36386" y="10573"/>
                        <a:pt x="35909" y="10192"/>
                      </a:cubicBezTo>
                      <a:close/>
                      <a:moveTo>
                        <a:pt x="37529" y="4000"/>
                      </a:moveTo>
                      <a:cubicBezTo>
                        <a:pt x="37529" y="4000"/>
                        <a:pt x="37338" y="4286"/>
                        <a:pt x="37052" y="4286"/>
                      </a:cubicBezTo>
                      <a:lnTo>
                        <a:pt x="36481" y="4286"/>
                      </a:lnTo>
                      <a:lnTo>
                        <a:pt x="36481" y="3810"/>
                      </a:lnTo>
                      <a:cubicBezTo>
                        <a:pt x="36481" y="3810"/>
                        <a:pt x="37052" y="4000"/>
                        <a:pt x="37624" y="4000"/>
                      </a:cubicBezTo>
                      <a:close/>
                      <a:moveTo>
                        <a:pt x="37243" y="5810"/>
                      </a:moveTo>
                      <a:lnTo>
                        <a:pt x="37243" y="5429"/>
                      </a:lnTo>
                      <a:cubicBezTo>
                        <a:pt x="38100" y="5620"/>
                        <a:pt x="38671" y="5620"/>
                        <a:pt x="39053" y="5620"/>
                      </a:cubicBezTo>
                      <a:lnTo>
                        <a:pt x="39053" y="6096"/>
                      </a:lnTo>
                      <a:lnTo>
                        <a:pt x="37243" y="5810"/>
                      </a:lnTo>
                      <a:close/>
                      <a:moveTo>
                        <a:pt x="39243" y="14668"/>
                      </a:moveTo>
                      <a:lnTo>
                        <a:pt x="38767" y="14668"/>
                      </a:lnTo>
                      <a:lnTo>
                        <a:pt x="39053" y="14097"/>
                      </a:lnTo>
                      <a:cubicBezTo>
                        <a:pt x="39053" y="14097"/>
                        <a:pt x="39243" y="14383"/>
                        <a:pt x="39243" y="14668"/>
                      </a:cubicBezTo>
                      <a:close/>
                      <a:moveTo>
                        <a:pt x="38958" y="14002"/>
                      </a:moveTo>
                      <a:cubicBezTo>
                        <a:pt x="38958" y="14002"/>
                        <a:pt x="38958" y="13811"/>
                        <a:pt x="39243" y="13716"/>
                      </a:cubicBezTo>
                      <a:lnTo>
                        <a:pt x="39053" y="14002"/>
                      </a:lnTo>
                      <a:lnTo>
                        <a:pt x="39053" y="14002"/>
                      </a:lnTo>
                      <a:close/>
                      <a:moveTo>
                        <a:pt x="39243" y="13716"/>
                      </a:moveTo>
                      <a:lnTo>
                        <a:pt x="39434" y="13240"/>
                      </a:lnTo>
                      <a:cubicBezTo>
                        <a:pt x="39434" y="13240"/>
                        <a:pt x="39434" y="13525"/>
                        <a:pt x="39243" y="13716"/>
                      </a:cubicBezTo>
                      <a:close/>
                      <a:moveTo>
                        <a:pt x="40100" y="1429"/>
                      </a:moveTo>
                      <a:lnTo>
                        <a:pt x="40577" y="1905"/>
                      </a:lnTo>
                      <a:lnTo>
                        <a:pt x="39719" y="1905"/>
                      </a:lnTo>
                      <a:lnTo>
                        <a:pt x="40100" y="1429"/>
                      </a:lnTo>
                      <a:close/>
                      <a:moveTo>
                        <a:pt x="40481" y="7810"/>
                      </a:moveTo>
                      <a:lnTo>
                        <a:pt x="41529" y="8953"/>
                      </a:lnTo>
                      <a:cubicBezTo>
                        <a:pt x="40767" y="8668"/>
                        <a:pt x="40291" y="8477"/>
                        <a:pt x="40291" y="8287"/>
                      </a:cubicBezTo>
                      <a:cubicBezTo>
                        <a:pt x="40291" y="8191"/>
                        <a:pt x="40291" y="8001"/>
                        <a:pt x="40481" y="7810"/>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 name="Google Shape;1249;p99"/>
                <p:cNvSpPr/>
                <p:nvPr/>
              </p:nvSpPr>
              <p:spPr>
                <a:xfrm>
                  <a:off x="7810023" y="2462498"/>
                  <a:ext cx="10667" cy="47434"/>
                </a:xfrm>
                <a:custGeom>
                  <a:avLst/>
                  <a:gdLst/>
                  <a:ahLst/>
                  <a:cxnLst/>
                  <a:rect l="l" t="t" r="r" b="b"/>
                  <a:pathLst>
                    <a:path w="10667" h="47434" extrusionOk="0">
                      <a:moveTo>
                        <a:pt x="9715" y="41338"/>
                      </a:moveTo>
                      <a:cubicBezTo>
                        <a:pt x="9715" y="42482"/>
                        <a:pt x="9715" y="43148"/>
                        <a:pt x="9525" y="43434"/>
                      </a:cubicBezTo>
                      <a:cubicBezTo>
                        <a:pt x="9906" y="45053"/>
                        <a:pt x="9810" y="46196"/>
                        <a:pt x="9334" y="46958"/>
                      </a:cubicBezTo>
                      <a:cubicBezTo>
                        <a:pt x="8954" y="47149"/>
                        <a:pt x="8572" y="47244"/>
                        <a:pt x="8001" y="47244"/>
                      </a:cubicBezTo>
                      <a:lnTo>
                        <a:pt x="6382" y="47244"/>
                      </a:lnTo>
                      <a:cubicBezTo>
                        <a:pt x="6382" y="46672"/>
                        <a:pt x="6382" y="46292"/>
                        <a:pt x="6191" y="46292"/>
                      </a:cubicBezTo>
                      <a:cubicBezTo>
                        <a:pt x="6191" y="47054"/>
                        <a:pt x="5905" y="47434"/>
                        <a:pt x="5334" y="47434"/>
                      </a:cubicBezTo>
                      <a:cubicBezTo>
                        <a:pt x="5143" y="47434"/>
                        <a:pt x="4858" y="47434"/>
                        <a:pt x="4286" y="47244"/>
                      </a:cubicBezTo>
                      <a:cubicBezTo>
                        <a:pt x="3810" y="47149"/>
                        <a:pt x="3524" y="47054"/>
                        <a:pt x="3238" y="47054"/>
                      </a:cubicBezTo>
                      <a:cubicBezTo>
                        <a:pt x="3048" y="47054"/>
                        <a:pt x="2857" y="47054"/>
                        <a:pt x="2762" y="47149"/>
                      </a:cubicBezTo>
                      <a:cubicBezTo>
                        <a:pt x="2571" y="46958"/>
                        <a:pt x="2477" y="46863"/>
                        <a:pt x="2286" y="46863"/>
                      </a:cubicBezTo>
                      <a:cubicBezTo>
                        <a:pt x="2191" y="46863"/>
                        <a:pt x="2000" y="46863"/>
                        <a:pt x="1810" y="46863"/>
                      </a:cubicBezTo>
                      <a:cubicBezTo>
                        <a:pt x="1714" y="46863"/>
                        <a:pt x="1524" y="46863"/>
                        <a:pt x="1428" y="46863"/>
                      </a:cubicBezTo>
                      <a:cubicBezTo>
                        <a:pt x="1238" y="46863"/>
                        <a:pt x="1048" y="46863"/>
                        <a:pt x="857" y="46672"/>
                      </a:cubicBezTo>
                      <a:cubicBezTo>
                        <a:pt x="476" y="44863"/>
                        <a:pt x="285" y="42863"/>
                        <a:pt x="285" y="40862"/>
                      </a:cubicBezTo>
                      <a:cubicBezTo>
                        <a:pt x="285" y="39243"/>
                        <a:pt x="476" y="36576"/>
                        <a:pt x="857" y="32957"/>
                      </a:cubicBezTo>
                      <a:cubicBezTo>
                        <a:pt x="381" y="30194"/>
                        <a:pt x="285" y="25813"/>
                        <a:pt x="571" y="19526"/>
                      </a:cubicBezTo>
                      <a:cubicBezTo>
                        <a:pt x="190" y="19145"/>
                        <a:pt x="0" y="18859"/>
                        <a:pt x="0" y="18574"/>
                      </a:cubicBezTo>
                      <a:cubicBezTo>
                        <a:pt x="0" y="18479"/>
                        <a:pt x="0" y="18288"/>
                        <a:pt x="285" y="18097"/>
                      </a:cubicBezTo>
                      <a:cubicBezTo>
                        <a:pt x="476" y="17907"/>
                        <a:pt x="571" y="17717"/>
                        <a:pt x="571" y="17526"/>
                      </a:cubicBezTo>
                      <a:cubicBezTo>
                        <a:pt x="571" y="17336"/>
                        <a:pt x="476" y="16954"/>
                        <a:pt x="285" y="16669"/>
                      </a:cubicBezTo>
                      <a:cubicBezTo>
                        <a:pt x="571" y="16383"/>
                        <a:pt x="571" y="15621"/>
                        <a:pt x="285" y="14478"/>
                      </a:cubicBezTo>
                      <a:cubicBezTo>
                        <a:pt x="95" y="13525"/>
                        <a:pt x="285" y="12954"/>
                        <a:pt x="1143" y="12763"/>
                      </a:cubicBezTo>
                      <a:lnTo>
                        <a:pt x="285" y="11335"/>
                      </a:lnTo>
                      <a:cubicBezTo>
                        <a:pt x="285" y="11335"/>
                        <a:pt x="762" y="10763"/>
                        <a:pt x="762" y="10287"/>
                      </a:cubicBezTo>
                      <a:cubicBezTo>
                        <a:pt x="762" y="10001"/>
                        <a:pt x="762" y="9430"/>
                        <a:pt x="476" y="8668"/>
                      </a:cubicBezTo>
                      <a:cubicBezTo>
                        <a:pt x="285" y="7906"/>
                        <a:pt x="190" y="7334"/>
                        <a:pt x="190" y="6953"/>
                      </a:cubicBezTo>
                      <a:cubicBezTo>
                        <a:pt x="190" y="6382"/>
                        <a:pt x="381" y="6001"/>
                        <a:pt x="667" y="5620"/>
                      </a:cubicBezTo>
                      <a:cubicBezTo>
                        <a:pt x="571" y="4286"/>
                        <a:pt x="476" y="3524"/>
                        <a:pt x="476" y="3334"/>
                      </a:cubicBezTo>
                      <a:cubicBezTo>
                        <a:pt x="476" y="1810"/>
                        <a:pt x="1048" y="857"/>
                        <a:pt x="2095" y="381"/>
                      </a:cubicBezTo>
                      <a:lnTo>
                        <a:pt x="3143" y="381"/>
                      </a:lnTo>
                      <a:cubicBezTo>
                        <a:pt x="3143" y="381"/>
                        <a:pt x="4191" y="381"/>
                        <a:pt x="5048" y="191"/>
                      </a:cubicBezTo>
                      <a:cubicBezTo>
                        <a:pt x="5905" y="95"/>
                        <a:pt x="6477" y="0"/>
                        <a:pt x="6953" y="0"/>
                      </a:cubicBezTo>
                      <a:cubicBezTo>
                        <a:pt x="8191" y="0"/>
                        <a:pt x="9049" y="476"/>
                        <a:pt x="9525" y="1429"/>
                      </a:cubicBezTo>
                      <a:cubicBezTo>
                        <a:pt x="9620" y="4858"/>
                        <a:pt x="9620" y="10001"/>
                        <a:pt x="9525" y="16859"/>
                      </a:cubicBezTo>
                      <a:cubicBezTo>
                        <a:pt x="9525" y="16859"/>
                        <a:pt x="9334" y="16859"/>
                        <a:pt x="9049" y="17050"/>
                      </a:cubicBezTo>
                      <a:cubicBezTo>
                        <a:pt x="9049" y="17336"/>
                        <a:pt x="9049" y="17526"/>
                        <a:pt x="9525" y="17812"/>
                      </a:cubicBezTo>
                      <a:cubicBezTo>
                        <a:pt x="9906" y="18002"/>
                        <a:pt x="10096" y="18193"/>
                        <a:pt x="10096" y="18288"/>
                      </a:cubicBezTo>
                      <a:cubicBezTo>
                        <a:pt x="10096" y="18479"/>
                        <a:pt x="9906" y="18669"/>
                        <a:pt x="9620" y="18859"/>
                      </a:cubicBezTo>
                      <a:lnTo>
                        <a:pt x="9144" y="19336"/>
                      </a:lnTo>
                      <a:cubicBezTo>
                        <a:pt x="9620" y="20003"/>
                        <a:pt x="9810" y="20765"/>
                        <a:pt x="9810" y="21526"/>
                      </a:cubicBezTo>
                      <a:cubicBezTo>
                        <a:pt x="9810" y="21908"/>
                        <a:pt x="9810" y="22574"/>
                        <a:pt x="9620" y="23336"/>
                      </a:cubicBezTo>
                      <a:cubicBezTo>
                        <a:pt x="9525" y="24194"/>
                        <a:pt x="9430" y="24860"/>
                        <a:pt x="9430" y="25241"/>
                      </a:cubicBezTo>
                      <a:cubicBezTo>
                        <a:pt x="9430" y="25813"/>
                        <a:pt x="9430" y="26289"/>
                        <a:pt x="9620" y="26765"/>
                      </a:cubicBezTo>
                      <a:cubicBezTo>
                        <a:pt x="9715" y="29623"/>
                        <a:pt x="9620" y="33719"/>
                        <a:pt x="9430" y="39053"/>
                      </a:cubicBezTo>
                      <a:cubicBezTo>
                        <a:pt x="9430" y="39243"/>
                        <a:pt x="9620" y="39338"/>
                        <a:pt x="10001" y="39243"/>
                      </a:cubicBezTo>
                      <a:lnTo>
                        <a:pt x="10668" y="39243"/>
                      </a:lnTo>
                      <a:cubicBezTo>
                        <a:pt x="10192" y="39529"/>
                        <a:pt x="9906" y="40100"/>
                        <a:pt x="9906" y="41053"/>
                      </a:cubicBezTo>
                      <a:close/>
                      <a:moveTo>
                        <a:pt x="2095" y="12001"/>
                      </a:moveTo>
                      <a:cubicBezTo>
                        <a:pt x="2095" y="12001"/>
                        <a:pt x="1905" y="12001"/>
                        <a:pt x="1905" y="12192"/>
                      </a:cubicBezTo>
                      <a:cubicBezTo>
                        <a:pt x="1905" y="12287"/>
                        <a:pt x="1905" y="12478"/>
                        <a:pt x="2191" y="12573"/>
                      </a:cubicBezTo>
                      <a:cubicBezTo>
                        <a:pt x="2381" y="12668"/>
                        <a:pt x="2571" y="12668"/>
                        <a:pt x="2667" y="12573"/>
                      </a:cubicBezTo>
                      <a:cubicBezTo>
                        <a:pt x="2477" y="12287"/>
                        <a:pt x="2286" y="12097"/>
                        <a:pt x="2000" y="11906"/>
                      </a:cubicBezTo>
                      <a:close/>
                      <a:moveTo>
                        <a:pt x="2286" y="11049"/>
                      </a:moveTo>
                      <a:lnTo>
                        <a:pt x="2953" y="10096"/>
                      </a:lnTo>
                      <a:lnTo>
                        <a:pt x="2095" y="10382"/>
                      </a:lnTo>
                      <a:cubicBezTo>
                        <a:pt x="2095" y="10382"/>
                        <a:pt x="2286" y="10668"/>
                        <a:pt x="2286" y="11049"/>
                      </a:cubicBezTo>
                      <a:close/>
                      <a:moveTo>
                        <a:pt x="2095" y="42291"/>
                      </a:moveTo>
                      <a:lnTo>
                        <a:pt x="2953" y="42291"/>
                      </a:lnTo>
                      <a:cubicBezTo>
                        <a:pt x="2953" y="42291"/>
                        <a:pt x="2762" y="42005"/>
                        <a:pt x="2571" y="42005"/>
                      </a:cubicBezTo>
                      <a:cubicBezTo>
                        <a:pt x="2286" y="42005"/>
                        <a:pt x="2191" y="42005"/>
                        <a:pt x="2095" y="42291"/>
                      </a:cubicBezTo>
                      <a:close/>
                      <a:moveTo>
                        <a:pt x="8954" y="18764"/>
                      </a:moveTo>
                      <a:cubicBezTo>
                        <a:pt x="8954" y="18764"/>
                        <a:pt x="8763" y="19241"/>
                        <a:pt x="9049" y="19431"/>
                      </a:cubicBezTo>
                      <a:cubicBezTo>
                        <a:pt x="9430" y="19145"/>
                        <a:pt x="9525" y="18955"/>
                        <a:pt x="9525" y="18764"/>
                      </a:cubicBezTo>
                      <a:cubicBezTo>
                        <a:pt x="9525" y="18669"/>
                        <a:pt x="9334" y="18383"/>
                        <a:pt x="8858" y="18097"/>
                      </a:cubicBezTo>
                      <a:cubicBezTo>
                        <a:pt x="8382" y="17812"/>
                        <a:pt x="8191" y="17526"/>
                        <a:pt x="8191" y="17240"/>
                      </a:cubicBezTo>
                      <a:lnTo>
                        <a:pt x="7906" y="17431"/>
                      </a:lnTo>
                      <a:lnTo>
                        <a:pt x="8382" y="17907"/>
                      </a:lnTo>
                      <a:lnTo>
                        <a:pt x="7906" y="18383"/>
                      </a:lnTo>
                      <a:cubicBezTo>
                        <a:pt x="7906" y="18383"/>
                        <a:pt x="7525" y="18002"/>
                        <a:pt x="7429" y="17717"/>
                      </a:cubicBezTo>
                      <a:cubicBezTo>
                        <a:pt x="7239" y="17336"/>
                        <a:pt x="7048" y="17145"/>
                        <a:pt x="6762" y="17145"/>
                      </a:cubicBezTo>
                      <a:cubicBezTo>
                        <a:pt x="6668" y="17145"/>
                        <a:pt x="6477" y="17145"/>
                        <a:pt x="6286" y="17240"/>
                      </a:cubicBezTo>
                      <a:lnTo>
                        <a:pt x="7048" y="18097"/>
                      </a:lnTo>
                      <a:cubicBezTo>
                        <a:pt x="7048" y="18097"/>
                        <a:pt x="6572" y="18574"/>
                        <a:pt x="6096" y="18669"/>
                      </a:cubicBezTo>
                      <a:cubicBezTo>
                        <a:pt x="5429" y="18859"/>
                        <a:pt x="5143" y="18955"/>
                        <a:pt x="5048" y="19050"/>
                      </a:cubicBezTo>
                      <a:cubicBezTo>
                        <a:pt x="6572" y="19526"/>
                        <a:pt x="7525" y="19336"/>
                        <a:pt x="7811" y="18383"/>
                      </a:cubicBezTo>
                      <a:cubicBezTo>
                        <a:pt x="8001" y="18859"/>
                        <a:pt x="8191" y="19050"/>
                        <a:pt x="8287" y="19050"/>
                      </a:cubicBezTo>
                      <a:cubicBezTo>
                        <a:pt x="8287" y="18859"/>
                        <a:pt x="8287" y="18669"/>
                        <a:pt x="8572" y="18383"/>
                      </a:cubicBezTo>
                      <a:cubicBezTo>
                        <a:pt x="9049" y="18383"/>
                        <a:pt x="9144" y="18479"/>
                        <a:pt x="8954" y="18859"/>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 name="Google Shape;1250;p99"/>
                <p:cNvSpPr/>
                <p:nvPr/>
              </p:nvSpPr>
              <p:spPr>
                <a:xfrm>
                  <a:off x="7814119" y="2463069"/>
                  <a:ext cx="44291" cy="46958"/>
                </a:xfrm>
                <a:custGeom>
                  <a:avLst/>
                  <a:gdLst/>
                  <a:ahLst/>
                  <a:cxnLst/>
                  <a:rect l="l" t="t" r="r" b="b"/>
                  <a:pathLst>
                    <a:path w="44291" h="46958" extrusionOk="0">
                      <a:moveTo>
                        <a:pt x="667" y="32385"/>
                      </a:moveTo>
                      <a:cubicBezTo>
                        <a:pt x="667" y="32385"/>
                        <a:pt x="667" y="32957"/>
                        <a:pt x="857" y="32957"/>
                      </a:cubicBezTo>
                      <a:lnTo>
                        <a:pt x="1048" y="32957"/>
                      </a:lnTo>
                      <a:cubicBezTo>
                        <a:pt x="1048" y="32957"/>
                        <a:pt x="1238" y="32861"/>
                        <a:pt x="1334" y="32861"/>
                      </a:cubicBezTo>
                      <a:cubicBezTo>
                        <a:pt x="1429" y="32861"/>
                        <a:pt x="1524" y="32861"/>
                        <a:pt x="1524" y="33147"/>
                      </a:cubicBezTo>
                      <a:cubicBezTo>
                        <a:pt x="571" y="33147"/>
                        <a:pt x="95" y="33052"/>
                        <a:pt x="0" y="32861"/>
                      </a:cubicBezTo>
                      <a:lnTo>
                        <a:pt x="571" y="32385"/>
                      </a:lnTo>
                      <a:close/>
                      <a:moveTo>
                        <a:pt x="1619" y="38291"/>
                      </a:moveTo>
                      <a:cubicBezTo>
                        <a:pt x="1619" y="38291"/>
                        <a:pt x="1905" y="38005"/>
                        <a:pt x="2095" y="38005"/>
                      </a:cubicBezTo>
                      <a:lnTo>
                        <a:pt x="2762" y="38005"/>
                      </a:lnTo>
                      <a:cubicBezTo>
                        <a:pt x="2762" y="38005"/>
                        <a:pt x="2572" y="38291"/>
                        <a:pt x="2286" y="38291"/>
                      </a:cubicBezTo>
                      <a:lnTo>
                        <a:pt x="1619" y="38291"/>
                      </a:lnTo>
                      <a:close/>
                      <a:moveTo>
                        <a:pt x="3620" y="41434"/>
                      </a:moveTo>
                      <a:lnTo>
                        <a:pt x="3620" y="40767"/>
                      </a:lnTo>
                      <a:lnTo>
                        <a:pt x="4096" y="40767"/>
                      </a:lnTo>
                      <a:lnTo>
                        <a:pt x="3620" y="41434"/>
                      </a:lnTo>
                      <a:close/>
                      <a:moveTo>
                        <a:pt x="6096" y="37529"/>
                      </a:moveTo>
                      <a:cubicBezTo>
                        <a:pt x="6096" y="37529"/>
                        <a:pt x="6572" y="37529"/>
                        <a:pt x="7048" y="38005"/>
                      </a:cubicBezTo>
                      <a:lnTo>
                        <a:pt x="6858" y="38291"/>
                      </a:lnTo>
                      <a:lnTo>
                        <a:pt x="6096" y="37529"/>
                      </a:lnTo>
                      <a:close/>
                      <a:moveTo>
                        <a:pt x="7048" y="41434"/>
                      </a:moveTo>
                      <a:cubicBezTo>
                        <a:pt x="7048" y="41434"/>
                        <a:pt x="7239" y="41243"/>
                        <a:pt x="7429" y="41053"/>
                      </a:cubicBezTo>
                      <a:cubicBezTo>
                        <a:pt x="7525" y="40862"/>
                        <a:pt x="7715" y="40767"/>
                        <a:pt x="7811" y="40767"/>
                      </a:cubicBezTo>
                      <a:cubicBezTo>
                        <a:pt x="7811" y="40862"/>
                        <a:pt x="7715" y="41148"/>
                        <a:pt x="7525" y="41434"/>
                      </a:cubicBezTo>
                      <a:lnTo>
                        <a:pt x="7144" y="41434"/>
                      </a:lnTo>
                      <a:close/>
                      <a:moveTo>
                        <a:pt x="8096" y="36195"/>
                      </a:moveTo>
                      <a:lnTo>
                        <a:pt x="8096" y="36671"/>
                      </a:lnTo>
                      <a:lnTo>
                        <a:pt x="7239" y="36671"/>
                      </a:lnTo>
                      <a:cubicBezTo>
                        <a:pt x="7239" y="36671"/>
                        <a:pt x="7525" y="36004"/>
                        <a:pt x="7715" y="36004"/>
                      </a:cubicBezTo>
                      <a:cubicBezTo>
                        <a:pt x="7811" y="36004"/>
                        <a:pt x="7906" y="36004"/>
                        <a:pt x="8096" y="36290"/>
                      </a:cubicBezTo>
                      <a:close/>
                      <a:moveTo>
                        <a:pt x="9049" y="32195"/>
                      </a:moveTo>
                      <a:lnTo>
                        <a:pt x="9049" y="32671"/>
                      </a:lnTo>
                      <a:lnTo>
                        <a:pt x="8096" y="31909"/>
                      </a:lnTo>
                      <a:cubicBezTo>
                        <a:pt x="8096" y="31909"/>
                        <a:pt x="8667" y="31909"/>
                        <a:pt x="9049" y="32195"/>
                      </a:cubicBezTo>
                      <a:close/>
                      <a:moveTo>
                        <a:pt x="8096" y="38957"/>
                      </a:moveTo>
                      <a:cubicBezTo>
                        <a:pt x="8096" y="38957"/>
                        <a:pt x="8573" y="39148"/>
                        <a:pt x="8573" y="39624"/>
                      </a:cubicBezTo>
                      <a:lnTo>
                        <a:pt x="8096" y="39624"/>
                      </a:lnTo>
                      <a:lnTo>
                        <a:pt x="8096" y="38957"/>
                      </a:lnTo>
                      <a:close/>
                      <a:moveTo>
                        <a:pt x="9239" y="43910"/>
                      </a:moveTo>
                      <a:lnTo>
                        <a:pt x="9049" y="43720"/>
                      </a:lnTo>
                      <a:lnTo>
                        <a:pt x="10001" y="43148"/>
                      </a:lnTo>
                      <a:lnTo>
                        <a:pt x="9239" y="43910"/>
                      </a:lnTo>
                      <a:close/>
                      <a:moveTo>
                        <a:pt x="43529" y="34671"/>
                      </a:moveTo>
                      <a:lnTo>
                        <a:pt x="41529" y="34957"/>
                      </a:lnTo>
                      <a:lnTo>
                        <a:pt x="41529" y="35147"/>
                      </a:lnTo>
                      <a:cubicBezTo>
                        <a:pt x="41529" y="35147"/>
                        <a:pt x="41624" y="35433"/>
                        <a:pt x="42005" y="35624"/>
                      </a:cubicBezTo>
                      <a:cubicBezTo>
                        <a:pt x="42386" y="35814"/>
                        <a:pt x="42482" y="36004"/>
                        <a:pt x="42482" y="36290"/>
                      </a:cubicBezTo>
                      <a:lnTo>
                        <a:pt x="42958" y="36290"/>
                      </a:lnTo>
                      <a:cubicBezTo>
                        <a:pt x="42767" y="37529"/>
                        <a:pt x="42576" y="38671"/>
                        <a:pt x="42291" y="39910"/>
                      </a:cubicBezTo>
                      <a:cubicBezTo>
                        <a:pt x="42005" y="41243"/>
                        <a:pt x="41243" y="42100"/>
                        <a:pt x="40005" y="42386"/>
                      </a:cubicBezTo>
                      <a:cubicBezTo>
                        <a:pt x="39814" y="41720"/>
                        <a:pt x="39338" y="41529"/>
                        <a:pt x="38576" y="41720"/>
                      </a:cubicBezTo>
                      <a:lnTo>
                        <a:pt x="38291" y="41910"/>
                      </a:lnTo>
                      <a:lnTo>
                        <a:pt x="39243" y="42863"/>
                      </a:lnTo>
                      <a:cubicBezTo>
                        <a:pt x="39243" y="42863"/>
                        <a:pt x="38481" y="42577"/>
                        <a:pt x="38005" y="42196"/>
                      </a:cubicBezTo>
                      <a:cubicBezTo>
                        <a:pt x="37624" y="41815"/>
                        <a:pt x="37242" y="41624"/>
                        <a:pt x="37052" y="41624"/>
                      </a:cubicBezTo>
                      <a:cubicBezTo>
                        <a:pt x="36766" y="41624"/>
                        <a:pt x="36481" y="41720"/>
                        <a:pt x="36100" y="42100"/>
                      </a:cubicBezTo>
                      <a:lnTo>
                        <a:pt x="36957" y="42100"/>
                      </a:lnTo>
                      <a:lnTo>
                        <a:pt x="36766" y="42386"/>
                      </a:lnTo>
                      <a:cubicBezTo>
                        <a:pt x="36766" y="42386"/>
                        <a:pt x="37814" y="42958"/>
                        <a:pt x="38576" y="43529"/>
                      </a:cubicBezTo>
                      <a:lnTo>
                        <a:pt x="36957" y="44196"/>
                      </a:lnTo>
                      <a:lnTo>
                        <a:pt x="37242" y="44387"/>
                      </a:lnTo>
                      <a:cubicBezTo>
                        <a:pt x="37242" y="44387"/>
                        <a:pt x="36576" y="44672"/>
                        <a:pt x="35338" y="45244"/>
                      </a:cubicBezTo>
                      <a:cubicBezTo>
                        <a:pt x="34766" y="45434"/>
                        <a:pt x="34194" y="45625"/>
                        <a:pt x="33623" y="45625"/>
                      </a:cubicBezTo>
                      <a:cubicBezTo>
                        <a:pt x="33338" y="45625"/>
                        <a:pt x="33051" y="45625"/>
                        <a:pt x="32766" y="45625"/>
                      </a:cubicBezTo>
                      <a:cubicBezTo>
                        <a:pt x="32575" y="46196"/>
                        <a:pt x="32575" y="46577"/>
                        <a:pt x="32575" y="46673"/>
                      </a:cubicBezTo>
                      <a:lnTo>
                        <a:pt x="23717" y="46958"/>
                      </a:lnTo>
                      <a:cubicBezTo>
                        <a:pt x="23050" y="46292"/>
                        <a:pt x="21907" y="45720"/>
                        <a:pt x="20384" y="45244"/>
                      </a:cubicBezTo>
                      <a:cubicBezTo>
                        <a:pt x="18669" y="44767"/>
                        <a:pt x="17621" y="44387"/>
                        <a:pt x="17145" y="44006"/>
                      </a:cubicBezTo>
                      <a:cubicBezTo>
                        <a:pt x="16954" y="43720"/>
                        <a:pt x="16669" y="43529"/>
                        <a:pt x="16193" y="43434"/>
                      </a:cubicBezTo>
                      <a:cubicBezTo>
                        <a:pt x="15716" y="43339"/>
                        <a:pt x="15240" y="43244"/>
                        <a:pt x="14764" y="43053"/>
                      </a:cubicBezTo>
                      <a:lnTo>
                        <a:pt x="15430" y="42386"/>
                      </a:lnTo>
                      <a:lnTo>
                        <a:pt x="14573" y="41529"/>
                      </a:lnTo>
                      <a:lnTo>
                        <a:pt x="14383" y="42196"/>
                      </a:lnTo>
                      <a:cubicBezTo>
                        <a:pt x="13525" y="42005"/>
                        <a:pt x="13145" y="41338"/>
                        <a:pt x="13049" y="40291"/>
                      </a:cubicBezTo>
                      <a:cubicBezTo>
                        <a:pt x="13049" y="39338"/>
                        <a:pt x="12478" y="38862"/>
                        <a:pt x="11430" y="38862"/>
                      </a:cubicBezTo>
                      <a:lnTo>
                        <a:pt x="10668" y="38862"/>
                      </a:lnTo>
                      <a:cubicBezTo>
                        <a:pt x="11335" y="38862"/>
                        <a:pt x="11716" y="38481"/>
                        <a:pt x="11716" y="37814"/>
                      </a:cubicBezTo>
                      <a:cubicBezTo>
                        <a:pt x="11716" y="37529"/>
                        <a:pt x="11716" y="37338"/>
                        <a:pt x="11525" y="37148"/>
                      </a:cubicBezTo>
                      <a:cubicBezTo>
                        <a:pt x="11430" y="36957"/>
                        <a:pt x="11049" y="36671"/>
                        <a:pt x="10287" y="36481"/>
                      </a:cubicBezTo>
                      <a:lnTo>
                        <a:pt x="10096" y="36481"/>
                      </a:lnTo>
                      <a:cubicBezTo>
                        <a:pt x="10096" y="36481"/>
                        <a:pt x="10096" y="36767"/>
                        <a:pt x="9906" y="36767"/>
                      </a:cubicBezTo>
                      <a:cubicBezTo>
                        <a:pt x="9906" y="36767"/>
                        <a:pt x="9716" y="36576"/>
                        <a:pt x="9620" y="36290"/>
                      </a:cubicBezTo>
                      <a:cubicBezTo>
                        <a:pt x="9620" y="36004"/>
                        <a:pt x="9620" y="35814"/>
                        <a:pt x="9620" y="35528"/>
                      </a:cubicBezTo>
                      <a:cubicBezTo>
                        <a:pt x="10001" y="35528"/>
                        <a:pt x="10573" y="35052"/>
                        <a:pt x="11335" y="34290"/>
                      </a:cubicBezTo>
                      <a:cubicBezTo>
                        <a:pt x="12097" y="33623"/>
                        <a:pt x="12668" y="33338"/>
                        <a:pt x="13049" y="33338"/>
                      </a:cubicBezTo>
                      <a:cubicBezTo>
                        <a:pt x="13240" y="33338"/>
                        <a:pt x="13525" y="33338"/>
                        <a:pt x="13811" y="33528"/>
                      </a:cubicBezTo>
                      <a:cubicBezTo>
                        <a:pt x="13621" y="33242"/>
                        <a:pt x="13621" y="33052"/>
                        <a:pt x="13811" y="32861"/>
                      </a:cubicBezTo>
                      <a:cubicBezTo>
                        <a:pt x="13907" y="32671"/>
                        <a:pt x="13811" y="32385"/>
                        <a:pt x="13430" y="32004"/>
                      </a:cubicBezTo>
                      <a:lnTo>
                        <a:pt x="15430" y="31052"/>
                      </a:lnTo>
                      <a:lnTo>
                        <a:pt x="14954" y="30385"/>
                      </a:lnTo>
                      <a:cubicBezTo>
                        <a:pt x="14954" y="30385"/>
                        <a:pt x="15811" y="30194"/>
                        <a:pt x="16478" y="29813"/>
                      </a:cubicBezTo>
                      <a:cubicBezTo>
                        <a:pt x="17240" y="29432"/>
                        <a:pt x="17621" y="29242"/>
                        <a:pt x="17907" y="29242"/>
                      </a:cubicBezTo>
                      <a:cubicBezTo>
                        <a:pt x="18288" y="29242"/>
                        <a:pt x="18574" y="29528"/>
                        <a:pt x="18669" y="30099"/>
                      </a:cubicBezTo>
                      <a:cubicBezTo>
                        <a:pt x="18574" y="31337"/>
                        <a:pt x="19050" y="32671"/>
                        <a:pt x="20098" y="34004"/>
                      </a:cubicBezTo>
                      <a:cubicBezTo>
                        <a:pt x="20669" y="34576"/>
                        <a:pt x="21622" y="35624"/>
                        <a:pt x="23241" y="36862"/>
                      </a:cubicBezTo>
                      <a:cubicBezTo>
                        <a:pt x="23432" y="37433"/>
                        <a:pt x="23908" y="37719"/>
                        <a:pt x="24384" y="37719"/>
                      </a:cubicBezTo>
                      <a:cubicBezTo>
                        <a:pt x="24479" y="37719"/>
                        <a:pt x="24765" y="37719"/>
                        <a:pt x="25146" y="37719"/>
                      </a:cubicBezTo>
                      <a:cubicBezTo>
                        <a:pt x="25432" y="37624"/>
                        <a:pt x="25718" y="37624"/>
                        <a:pt x="25908" y="37624"/>
                      </a:cubicBezTo>
                      <a:cubicBezTo>
                        <a:pt x="26289" y="37624"/>
                        <a:pt x="26575" y="37624"/>
                        <a:pt x="26861" y="37910"/>
                      </a:cubicBezTo>
                      <a:cubicBezTo>
                        <a:pt x="27241" y="38005"/>
                        <a:pt x="27527" y="38195"/>
                        <a:pt x="28004" y="38195"/>
                      </a:cubicBezTo>
                      <a:cubicBezTo>
                        <a:pt x="28670" y="38195"/>
                        <a:pt x="29527" y="37814"/>
                        <a:pt x="30385" y="37148"/>
                      </a:cubicBezTo>
                      <a:cubicBezTo>
                        <a:pt x="31813" y="36195"/>
                        <a:pt x="32575" y="35719"/>
                        <a:pt x="32766" y="35624"/>
                      </a:cubicBezTo>
                      <a:cubicBezTo>
                        <a:pt x="32957" y="35338"/>
                        <a:pt x="33051" y="35052"/>
                        <a:pt x="33051" y="34671"/>
                      </a:cubicBezTo>
                      <a:cubicBezTo>
                        <a:pt x="33051" y="34195"/>
                        <a:pt x="32766" y="33623"/>
                        <a:pt x="32290" y="32861"/>
                      </a:cubicBezTo>
                      <a:cubicBezTo>
                        <a:pt x="31813" y="32099"/>
                        <a:pt x="31432" y="31528"/>
                        <a:pt x="31432" y="31147"/>
                      </a:cubicBezTo>
                      <a:cubicBezTo>
                        <a:pt x="30480" y="30956"/>
                        <a:pt x="29909" y="30575"/>
                        <a:pt x="29813" y="30004"/>
                      </a:cubicBezTo>
                      <a:lnTo>
                        <a:pt x="30099" y="29718"/>
                      </a:lnTo>
                      <a:cubicBezTo>
                        <a:pt x="28766" y="29146"/>
                        <a:pt x="27051" y="28289"/>
                        <a:pt x="24860" y="27051"/>
                      </a:cubicBezTo>
                      <a:cubicBezTo>
                        <a:pt x="24669" y="27242"/>
                        <a:pt x="24384" y="27337"/>
                        <a:pt x="24193" y="27337"/>
                      </a:cubicBezTo>
                      <a:cubicBezTo>
                        <a:pt x="23908" y="27337"/>
                        <a:pt x="23526" y="27146"/>
                        <a:pt x="23050" y="26670"/>
                      </a:cubicBezTo>
                      <a:cubicBezTo>
                        <a:pt x="22574" y="26289"/>
                        <a:pt x="22193" y="26003"/>
                        <a:pt x="21907" y="26003"/>
                      </a:cubicBezTo>
                      <a:cubicBezTo>
                        <a:pt x="21812" y="26003"/>
                        <a:pt x="21717" y="26003"/>
                        <a:pt x="21527" y="26099"/>
                      </a:cubicBezTo>
                      <a:cubicBezTo>
                        <a:pt x="20574" y="25813"/>
                        <a:pt x="19621" y="25051"/>
                        <a:pt x="18669" y="23717"/>
                      </a:cubicBezTo>
                      <a:cubicBezTo>
                        <a:pt x="17526" y="22288"/>
                        <a:pt x="16669" y="21241"/>
                        <a:pt x="15907" y="20860"/>
                      </a:cubicBezTo>
                      <a:cubicBezTo>
                        <a:pt x="15907" y="20479"/>
                        <a:pt x="15907" y="19907"/>
                        <a:pt x="15335" y="19241"/>
                      </a:cubicBezTo>
                      <a:cubicBezTo>
                        <a:pt x="14859" y="18574"/>
                        <a:pt x="14668" y="18098"/>
                        <a:pt x="14764" y="17812"/>
                      </a:cubicBezTo>
                      <a:cubicBezTo>
                        <a:pt x="14478" y="17336"/>
                        <a:pt x="14288" y="16288"/>
                        <a:pt x="14192" y="14859"/>
                      </a:cubicBezTo>
                      <a:cubicBezTo>
                        <a:pt x="14192" y="13525"/>
                        <a:pt x="14097" y="12287"/>
                        <a:pt x="14097" y="10954"/>
                      </a:cubicBezTo>
                      <a:cubicBezTo>
                        <a:pt x="14383" y="10954"/>
                        <a:pt x="14573" y="10668"/>
                        <a:pt x="14573" y="10573"/>
                      </a:cubicBezTo>
                      <a:cubicBezTo>
                        <a:pt x="14573" y="10478"/>
                        <a:pt x="14573" y="10287"/>
                        <a:pt x="14288" y="10001"/>
                      </a:cubicBezTo>
                      <a:cubicBezTo>
                        <a:pt x="14097" y="9716"/>
                        <a:pt x="14097" y="9525"/>
                        <a:pt x="14097" y="9430"/>
                      </a:cubicBezTo>
                      <a:cubicBezTo>
                        <a:pt x="14288" y="8858"/>
                        <a:pt x="14954" y="8096"/>
                        <a:pt x="16097" y="7239"/>
                      </a:cubicBezTo>
                      <a:cubicBezTo>
                        <a:pt x="17050" y="6477"/>
                        <a:pt x="17431" y="5620"/>
                        <a:pt x="17431" y="4858"/>
                      </a:cubicBezTo>
                      <a:cubicBezTo>
                        <a:pt x="17621" y="4858"/>
                        <a:pt x="17907" y="4667"/>
                        <a:pt x="18288" y="4382"/>
                      </a:cubicBezTo>
                      <a:cubicBezTo>
                        <a:pt x="18669" y="4096"/>
                        <a:pt x="18859" y="4000"/>
                        <a:pt x="19050" y="4000"/>
                      </a:cubicBezTo>
                      <a:cubicBezTo>
                        <a:pt x="19145" y="4000"/>
                        <a:pt x="19241" y="4000"/>
                        <a:pt x="19335" y="4191"/>
                      </a:cubicBezTo>
                      <a:cubicBezTo>
                        <a:pt x="20098" y="3048"/>
                        <a:pt x="21336" y="2191"/>
                        <a:pt x="22955" y="1619"/>
                      </a:cubicBezTo>
                      <a:cubicBezTo>
                        <a:pt x="24384" y="1143"/>
                        <a:pt x="25813" y="667"/>
                        <a:pt x="27241" y="191"/>
                      </a:cubicBezTo>
                      <a:cubicBezTo>
                        <a:pt x="27717" y="0"/>
                        <a:pt x="28099" y="0"/>
                        <a:pt x="28575" y="0"/>
                      </a:cubicBezTo>
                      <a:cubicBezTo>
                        <a:pt x="29242" y="0"/>
                        <a:pt x="30099" y="286"/>
                        <a:pt x="31052" y="762"/>
                      </a:cubicBezTo>
                      <a:cubicBezTo>
                        <a:pt x="32099" y="1238"/>
                        <a:pt x="32957" y="1524"/>
                        <a:pt x="33623" y="1524"/>
                      </a:cubicBezTo>
                      <a:cubicBezTo>
                        <a:pt x="33909" y="1524"/>
                        <a:pt x="34194" y="1524"/>
                        <a:pt x="34480" y="1429"/>
                      </a:cubicBezTo>
                      <a:cubicBezTo>
                        <a:pt x="34766" y="2000"/>
                        <a:pt x="35243" y="2381"/>
                        <a:pt x="35909" y="2572"/>
                      </a:cubicBezTo>
                      <a:cubicBezTo>
                        <a:pt x="36862" y="2858"/>
                        <a:pt x="37338" y="3048"/>
                        <a:pt x="37624" y="3238"/>
                      </a:cubicBezTo>
                      <a:cubicBezTo>
                        <a:pt x="38957" y="3334"/>
                        <a:pt x="40195" y="5048"/>
                        <a:pt x="41243" y="8382"/>
                      </a:cubicBezTo>
                      <a:cubicBezTo>
                        <a:pt x="41243" y="8858"/>
                        <a:pt x="40862" y="9430"/>
                        <a:pt x="40195" y="10287"/>
                      </a:cubicBezTo>
                      <a:cubicBezTo>
                        <a:pt x="39529" y="11049"/>
                        <a:pt x="39243" y="11716"/>
                        <a:pt x="39338" y="12287"/>
                      </a:cubicBezTo>
                      <a:cubicBezTo>
                        <a:pt x="38957" y="12287"/>
                        <a:pt x="38671" y="12287"/>
                        <a:pt x="38671" y="12763"/>
                      </a:cubicBezTo>
                      <a:cubicBezTo>
                        <a:pt x="38671" y="13335"/>
                        <a:pt x="38576" y="13525"/>
                        <a:pt x="38385" y="13621"/>
                      </a:cubicBezTo>
                      <a:cubicBezTo>
                        <a:pt x="37242" y="14097"/>
                        <a:pt x="36576" y="14383"/>
                        <a:pt x="36100" y="14383"/>
                      </a:cubicBezTo>
                      <a:cubicBezTo>
                        <a:pt x="35528" y="14383"/>
                        <a:pt x="34957" y="14002"/>
                        <a:pt x="34385" y="13240"/>
                      </a:cubicBezTo>
                      <a:cubicBezTo>
                        <a:pt x="34385" y="12668"/>
                        <a:pt x="33909" y="12192"/>
                        <a:pt x="33242" y="11811"/>
                      </a:cubicBezTo>
                      <a:cubicBezTo>
                        <a:pt x="32385" y="11525"/>
                        <a:pt x="31909" y="11144"/>
                        <a:pt x="31718" y="10668"/>
                      </a:cubicBezTo>
                      <a:cubicBezTo>
                        <a:pt x="31432" y="10668"/>
                        <a:pt x="30861" y="10382"/>
                        <a:pt x="29909" y="10001"/>
                      </a:cubicBezTo>
                      <a:cubicBezTo>
                        <a:pt x="29146" y="9716"/>
                        <a:pt x="28480" y="9525"/>
                        <a:pt x="28004" y="9525"/>
                      </a:cubicBezTo>
                      <a:cubicBezTo>
                        <a:pt x="27337" y="9525"/>
                        <a:pt x="26765" y="9811"/>
                        <a:pt x="26289" y="10478"/>
                      </a:cubicBezTo>
                      <a:cubicBezTo>
                        <a:pt x="26098" y="10478"/>
                        <a:pt x="26003" y="10478"/>
                        <a:pt x="25908" y="10478"/>
                      </a:cubicBezTo>
                      <a:cubicBezTo>
                        <a:pt x="25622" y="10478"/>
                        <a:pt x="25146" y="10763"/>
                        <a:pt x="24479" y="11335"/>
                      </a:cubicBezTo>
                      <a:cubicBezTo>
                        <a:pt x="24669" y="11716"/>
                        <a:pt x="24765" y="12002"/>
                        <a:pt x="24765" y="12287"/>
                      </a:cubicBezTo>
                      <a:cubicBezTo>
                        <a:pt x="24765" y="12668"/>
                        <a:pt x="24479" y="12954"/>
                        <a:pt x="24003" y="13240"/>
                      </a:cubicBezTo>
                      <a:cubicBezTo>
                        <a:pt x="23432" y="13525"/>
                        <a:pt x="23146" y="13811"/>
                        <a:pt x="23146" y="14097"/>
                      </a:cubicBezTo>
                      <a:cubicBezTo>
                        <a:pt x="23146" y="14383"/>
                        <a:pt x="23336" y="14669"/>
                        <a:pt x="23622" y="15050"/>
                      </a:cubicBezTo>
                      <a:cubicBezTo>
                        <a:pt x="25241" y="17431"/>
                        <a:pt x="27717" y="19145"/>
                        <a:pt x="31052" y="20383"/>
                      </a:cubicBezTo>
                      <a:cubicBezTo>
                        <a:pt x="31528" y="20383"/>
                        <a:pt x="32099" y="20860"/>
                        <a:pt x="32861" y="21527"/>
                      </a:cubicBezTo>
                      <a:cubicBezTo>
                        <a:pt x="33623" y="22193"/>
                        <a:pt x="34290" y="22479"/>
                        <a:pt x="34861" y="22574"/>
                      </a:cubicBezTo>
                      <a:cubicBezTo>
                        <a:pt x="35338" y="22574"/>
                        <a:pt x="36100" y="23050"/>
                        <a:pt x="37148" y="23908"/>
                      </a:cubicBezTo>
                      <a:cubicBezTo>
                        <a:pt x="38005" y="24670"/>
                        <a:pt x="38862" y="25051"/>
                        <a:pt x="39624" y="24956"/>
                      </a:cubicBezTo>
                      <a:cubicBezTo>
                        <a:pt x="39624" y="25337"/>
                        <a:pt x="39624" y="25527"/>
                        <a:pt x="39814" y="25622"/>
                      </a:cubicBezTo>
                      <a:cubicBezTo>
                        <a:pt x="40100" y="25622"/>
                        <a:pt x="40386" y="25908"/>
                        <a:pt x="40577" y="26384"/>
                      </a:cubicBezTo>
                      <a:cubicBezTo>
                        <a:pt x="40767" y="26956"/>
                        <a:pt x="41053" y="27146"/>
                        <a:pt x="41338" y="27051"/>
                      </a:cubicBezTo>
                      <a:cubicBezTo>
                        <a:pt x="41338" y="27337"/>
                        <a:pt x="41910" y="28099"/>
                        <a:pt x="42863" y="29432"/>
                      </a:cubicBezTo>
                      <a:cubicBezTo>
                        <a:pt x="43529" y="30480"/>
                        <a:pt x="44005" y="31528"/>
                        <a:pt x="44005" y="32385"/>
                      </a:cubicBezTo>
                      <a:cubicBezTo>
                        <a:pt x="44196" y="32671"/>
                        <a:pt x="44291" y="32861"/>
                        <a:pt x="44291" y="33052"/>
                      </a:cubicBezTo>
                      <a:cubicBezTo>
                        <a:pt x="44291" y="33242"/>
                        <a:pt x="44291" y="33528"/>
                        <a:pt x="44005" y="33814"/>
                      </a:cubicBezTo>
                      <a:cubicBezTo>
                        <a:pt x="43815" y="34100"/>
                        <a:pt x="43625" y="34290"/>
                        <a:pt x="43625" y="34385"/>
                      </a:cubicBezTo>
                      <a:cubicBezTo>
                        <a:pt x="43625" y="34576"/>
                        <a:pt x="43815" y="34862"/>
                        <a:pt x="44101" y="35052"/>
                      </a:cubicBezTo>
                      <a:close/>
                      <a:moveTo>
                        <a:pt x="10001" y="36100"/>
                      </a:moveTo>
                      <a:lnTo>
                        <a:pt x="11335" y="35624"/>
                      </a:lnTo>
                      <a:lnTo>
                        <a:pt x="10668" y="35624"/>
                      </a:lnTo>
                      <a:lnTo>
                        <a:pt x="10001" y="36100"/>
                      </a:lnTo>
                      <a:close/>
                      <a:moveTo>
                        <a:pt x="10382" y="41720"/>
                      </a:moveTo>
                      <a:lnTo>
                        <a:pt x="10668" y="41720"/>
                      </a:lnTo>
                      <a:lnTo>
                        <a:pt x="11144" y="42100"/>
                      </a:lnTo>
                      <a:lnTo>
                        <a:pt x="10382" y="41720"/>
                      </a:lnTo>
                      <a:close/>
                      <a:moveTo>
                        <a:pt x="12287" y="44863"/>
                      </a:moveTo>
                      <a:cubicBezTo>
                        <a:pt x="12287" y="44863"/>
                        <a:pt x="12287" y="44006"/>
                        <a:pt x="12668" y="43720"/>
                      </a:cubicBezTo>
                      <a:lnTo>
                        <a:pt x="12668" y="43720"/>
                      </a:lnTo>
                      <a:cubicBezTo>
                        <a:pt x="12668" y="43720"/>
                        <a:pt x="12763" y="44006"/>
                        <a:pt x="12954" y="44196"/>
                      </a:cubicBezTo>
                      <a:cubicBezTo>
                        <a:pt x="13145" y="44387"/>
                        <a:pt x="13240" y="44577"/>
                        <a:pt x="13240" y="44577"/>
                      </a:cubicBezTo>
                      <a:cubicBezTo>
                        <a:pt x="13240" y="44672"/>
                        <a:pt x="13240" y="44767"/>
                        <a:pt x="13049" y="44863"/>
                      </a:cubicBezTo>
                      <a:lnTo>
                        <a:pt x="12382" y="44863"/>
                      </a:lnTo>
                      <a:close/>
                      <a:moveTo>
                        <a:pt x="12859" y="43529"/>
                      </a:moveTo>
                      <a:cubicBezTo>
                        <a:pt x="12859" y="43529"/>
                        <a:pt x="12763" y="43625"/>
                        <a:pt x="12763" y="43720"/>
                      </a:cubicBezTo>
                      <a:cubicBezTo>
                        <a:pt x="12763" y="43720"/>
                        <a:pt x="12763" y="43625"/>
                        <a:pt x="12859" y="43529"/>
                      </a:cubicBezTo>
                      <a:close/>
                      <a:moveTo>
                        <a:pt x="12954" y="42386"/>
                      </a:moveTo>
                      <a:cubicBezTo>
                        <a:pt x="12954" y="42386"/>
                        <a:pt x="13335" y="42482"/>
                        <a:pt x="13430" y="42672"/>
                      </a:cubicBezTo>
                      <a:lnTo>
                        <a:pt x="13811" y="43053"/>
                      </a:lnTo>
                      <a:cubicBezTo>
                        <a:pt x="13811" y="43053"/>
                        <a:pt x="13240" y="43244"/>
                        <a:pt x="12763" y="43529"/>
                      </a:cubicBezTo>
                      <a:cubicBezTo>
                        <a:pt x="13049" y="43148"/>
                        <a:pt x="13145" y="42767"/>
                        <a:pt x="12859" y="42386"/>
                      </a:cubicBezTo>
                      <a:close/>
                      <a:moveTo>
                        <a:pt x="14288" y="37433"/>
                      </a:moveTo>
                      <a:lnTo>
                        <a:pt x="14288" y="36957"/>
                      </a:lnTo>
                      <a:lnTo>
                        <a:pt x="12954" y="36290"/>
                      </a:lnTo>
                      <a:lnTo>
                        <a:pt x="14288" y="37433"/>
                      </a:lnTo>
                      <a:close/>
                      <a:moveTo>
                        <a:pt x="15335" y="39243"/>
                      </a:moveTo>
                      <a:cubicBezTo>
                        <a:pt x="15335" y="39243"/>
                        <a:pt x="15526" y="39243"/>
                        <a:pt x="16002" y="39338"/>
                      </a:cubicBezTo>
                      <a:cubicBezTo>
                        <a:pt x="16193" y="39338"/>
                        <a:pt x="16383" y="39243"/>
                        <a:pt x="16478" y="38957"/>
                      </a:cubicBezTo>
                      <a:cubicBezTo>
                        <a:pt x="16002" y="38767"/>
                        <a:pt x="15621" y="38957"/>
                        <a:pt x="15335" y="39148"/>
                      </a:cubicBezTo>
                      <a:cubicBezTo>
                        <a:pt x="15335" y="39148"/>
                        <a:pt x="15144" y="39148"/>
                        <a:pt x="15144" y="39338"/>
                      </a:cubicBezTo>
                      <a:lnTo>
                        <a:pt x="14668" y="39719"/>
                      </a:lnTo>
                      <a:lnTo>
                        <a:pt x="15144" y="39719"/>
                      </a:lnTo>
                      <a:cubicBezTo>
                        <a:pt x="15144" y="39719"/>
                        <a:pt x="15144" y="39433"/>
                        <a:pt x="15144" y="39338"/>
                      </a:cubicBezTo>
                      <a:lnTo>
                        <a:pt x="15335" y="39148"/>
                      </a:lnTo>
                      <a:close/>
                      <a:moveTo>
                        <a:pt x="15621" y="17145"/>
                      </a:moveTo>
                      <a:cubicBezTo>
                        <a:pt x="15621" y="17145"/>
                        <a:pt x="15907" y="16764"/>
                        <a:pt x="15811" y="16574"/>
                      </a:cubicBezTo>
                      <a:lnTo>
                        <a:pt x="16002" y="16192"/>
                      </a:lnTo>
                      <a:cubicBezTo>
                        <a:pt x="16002" y="16192"/>
                        <a:pt x="15621" y="15812"/>
                        <a:pt x="15335" y="15716"/>
                      </a:cubicBezTo>
                      <a:cubicBezTo>
                        <a:pt x="15050" y="15621"/>
                        <a:pt x="14954" y="15526"/>
                        <a:pt x="14859" y="15526"/>
                      </a:cubicBezTo>
                      <a:cubicBezTo>
                        <a:pt x="15526" y="15907"/>
                        <a:pt x="15811" y="16192"/>
                        <a:pt x="15811" y="16574"/>
                      </a:cubicBezTo>
                      <a:lnTo>
                        <a:pt x="15621" y="17145"/>
                      </a:lnTo>
                      <a:close/>
                      <a:moveTo>
                        <a:pt x="19621" y="13716"/>
                      </a:moveTo>
                      <a:lnTo>
                        <a:pt x="19621" y="13525"/>
                      </a:lnTo>
                      <a:cubicBezTo>
                        <a:pt x="19526" y="12478"/>
                        <a:pt x="18764" y="12002"/>
                        <a:pt x="17526" y="12002"/>
                      </a:cubicBezTo>
                      <a:cubicBezTo>
                        <a:pt x="16573" y="12002"/>
                        <a:pt x="15811" y="12287"/>
                        <a:pt x="15144" y="12859"/>
                      </a:cubicBezTo>
                      <a:cubicBezTo>
                        <a:pt x="15335" y="12954"/>
                        <a:pt x="15526" y="13335"/>
                        <a:pt x="15811" y="14002"/>
                      </a:cubicBezTo>
                      <a:cubicBezTo>
                        <a:pt x="16002" y="14669"/>
                        <a:pt x="16383" y="14954"/>
                        <a:pt x="16954" y="14859"/>
                      </a:cubicBezTo>
                      <a:lnTo>
                        <a:pt x="16954" y="14669"/>
                      </a:lnTo>
                      <a:cubicBezTo>
                        <a:pt x="16954" y="14669"/>
                        <a:pt x="17145" y="14097"/>
                        <a:pt x="17336" y="13335"/>
                      </a:cubicBezTo>
                      <a:cubicBezTo>
                        <a:pt x="17431" y="12763"/>
                        <a:pt x="17716" y="12383"/>
                        <a:pt x="18002" y="12383"/>
                      </a:cubicBezTo>
                      <a:cubicBezTo>
                        <a:pt x="18192" y="12383"/>
                        <a:pt x="18383" y="12383"/>
                        <a:pt x="18574" y="12573"/>
                      </a:cubicBezTo>
                      <a:lnTo>
                        <a:pt x="18574" y="13049"/>
                      </a:lnTo>
                      <a:cubicBezTo>
                        <a:pt x="18574" y="13049"/>
                        <a:pt x="18764" y="13049"/>
                        <a:pt x="18859" y="13049"/>
                      </a:cubicBezTo>
                      <a:cubicBezTo>
                        <a:pt x="18859" y="13049"/>
                        <a:pt x="19241" y="13240"/>
                        <a:pt x="19621" y="13716"/>
                      </a:cubicBezTo>
                      <a:close/>
                      <a:moveTo>
                        <a:pt x="16002" y="32385"/>
                      </a:moveTo>
                      <a:cubicBezTo>
                        <a:pt x="16002" y="32385"/>
                        <a:pt x="15430" y="32385"/>
                        <a:pt x="15335" y="32195"/>
                      </a:cubicBezTo>
                      <a:lnTo>
                        <a:pt x="15811" y="32861"/>
                      </a:lnTo>
                      <a:cubicBezTo>
                        <a:pt x="15811" y="32861"/>
                        <a:pt x="16097" y="32575"/>
                        <a:pt x="16002" y="32385"/>
                      </a:cubicBezTo>
                      <a:close/>
                      <a:moveTo>
                        <a:pt x="16478" y="14288"/>
                      </a:moveTo>
                      <a:lnTo>
                        <a:pt x="16288" y="14097"/>
                      </a:lnTo>
                      <a:lnTo>
                        <a:pt x="16764" y="14097"/>
                      </a:lnTo>
                      <a:cubicBezTo>
                        <a:pt x="16764" y="14097"/>
                        <a:pt x="16573" y="14192"/>
                        <a:pt x="16478" y="14288"/>
                      </a:cubicBezTo>
                      <a:close/>
                      <a:moveTo>
                        <a:pt x="16764" y="14097"/>
                      </a:moveTo>
                      <a:cubicBezTo>
                        <a:pt x="16764" y="14097"/>
                        <a:pt x="16859" y="14097"/>
                        <a:pt x="16954" y="14097"/>
                      </a:cubicBezTo>
                      <a:lnTo>
                        <a:pt x="16764" y="14097"/>
                      </a:lnTo>
                      <a:close/>
                      <a:moveTo>
                        <a:pt x="17145" y="42767"/>
                      </a:moveTo>
                      <a:lnTo>
                        <a:pt x="17621" y="42291"/>
                      </a:lnTo>
                      <a:cubicBezTo>
                        <a:pt x="17621" y="42291"/>
                        <a:pt x="17240" y="42005"/>
                        <a:pt x="17145" y="42005"/>
                      </a:cubicBezTo>
                      <a:lnTo>
                        <a:pt x="17145" y="42767"/>
                      </a:lnTo>
                      <a:close/>
                      <a:moveTo>
                        <a:pt x="17907" y="14859"/>
                      </a:moveTo>
                      <a:cubicBezTo>
                        <a:pt x="17907" y="14859"/>
                        <a:pt x="17907" y="14383"/>
                        <a:pt x="17621" y="14002"/>
                      </a:cubicBezTo>
                      <a:lnTo>
                        <a:pt x="17621" y="15145"/>
                      </a:lnTo>
                      <a:lnTo>
                        <a:pt x="17907" y="14859"/>
                      </a:lnTo>
                      <a:close/>
                      <a:moveTo>
                        <a:pt x="18764" y="46482"/>
                      </a:moveTo>
                      <a:lnTo>
                        <a:pt x="18574" y="46292"/>
                      </a:lnTo>
                      <a:lnTo>
                        <a:pt x="19050" y="46292"/>
                      </a:lnTo>
                      <a:cubicBezTo>
                        <a:pt x="19050" y="46292"/>
                        <a:pt x="18764" y="46482"/>
                        <a:pt x="18764" y="46482"/>
                      </a:cubicBezTo>
                      <a:close/>
                      <a:moveTo>
                        <a:pt x="24384" y="41624"/>
                      </a:moveTo>
                      <a:lnTo>
                        <a:pt x="24575" y="41338"/>
                      </a:lnTo>
                      <a:lnTo>
                        <a:pt x="24384" y="40672"/>
                      </a:lnTo>
                      <a:lnTo>
                        <a:pt x="24384" y="41529"/>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 name="Google Shape;1251;p99"/>
                <p:cNvSpPr/>
                <p:nvPr/>
              </p:nvSpPr>
              <p:spPr>
                <a:xfrm>
                  <a:off x="7860029" y="2462879"/>
                  <a:ext cx="35908" cy="47434"/>
                </a:xfrm>
                <a:custGeom>
                  <a:avLst/>
                  <a:gdLst/>
                  <a:ahLst/>
                  <a:cxnLst/>
                  <a:rect l="l" t="t" r="r" b="b"/>
                  <a:pathLst>
                    <a:path w="35908" h="47434" extrusionOk="0">
                      <a:moveTo>
                        <a:pt x="31718" y="37909"/>
                      </a:moveTo>
                      <a:cubicBezTo>
                        <a:pt x="32480" y="38386"/>
                        <a:pt x="32861" y="39243"/>
                        <a:pt x="32956" y="40386"/>
                      </a:cubicBezTo>
                      <a:cubicBezTo>
                        <a:pt x="32956" y="41434"/>
                        <a:pt x="32956" y="42386"/>
                        <a:pt x="32956" y="43339"/>
                      </a:cubicBezTo>
                      <a:cubicBezTo>
                        <a:pt x="32956" y="43910"/>
                        <a:pt x="33147" y="44386"/>
                        <a:pt x="33242" y="44767"/>
                      </a:cubicBezTo>
                      <a:cubicBezTo>
                        <a:pt x="32195" y="46482"/>
                        <a:pt x="30289" y="47434"/>
                        <a:pt x="27717" y="47434"/>
                      </a:cubicBezTo>
                      <a:cubicBezTo>
                        <a:pt x="26956" y="47434"/>
                        <a:pt x="25812" y="47434"/>
                        <a:pt x="24289" y="47149"/>
                      </a:cubicBezTo>
                      <a:cubicBezTo>
                        <a:pt x="22765" y="47053"/>
                        <a:pt x="21527" y="46958"/>
                        <a:pt x="20764" y="46958"/>
                      </a:cubicBezTo>
                      <a:cubicBezTo>
                        <a:pt x="19907" y="46958"/>
                        <a:pt x="19240" y="46958"/>
                        <a:pt x="18574" y="46958"/>
                      </a:cubicBezTo>
                      <a:lnTo>
                        <a:pt x="5239" y="46958"/>
                      </a:lnTo>
                      <a:lnTo>
                        <a:pt x="5239" y="46768"/>
                      </a:lnTo>
                      <a:cubicBezTo>
                        <a:pt x="5239" y="46768"/>
                        <a:pt x="4000" y="46482"/>
                        <a:pt x="2762" y="46672"/>
                      </a:cubicBezTo>
                      <a:cubicBezTo>
                        <a:pt x="1619" y="46863"/>
                        <a:pt x="762" y="46672"/>
                        <a:pt x="95" y="46291"/>
                      </a:cubicBezTo>
                      <a:cubicBezTo>
                        <a:pt x="285" y="40767"/>
                        <a:pt x="381" y="35242"/>
                        <a:pt x="381" y="29813"/>
                      </a:cubicBezTo>
                      <a:cubicBezTo>
                        <a:pt x="381" y="24384"/>
                        <a:pt x="285" y="18859"/>
                        <a:pt x="95" y="13240"/>
                      </a:cubicBezTo>
                      <a:cubicBezTo>
                        <a:pt x="381" y="13430"/>
                        <a:pt x="476" y="13430"/>
                        <a:pt x="571" y="13430"/>
                      </a:cubicBezTo>
                      <a:lnTo>
                        <a:pt x="762" y="13240"/>
                      </a:lnTo>
                      <a:cubicBezTo>
                        <a:pt x="762" y="13240"/>
                        <a:pt x="762" y="12859"/>
                        <a:pt x="476" y="12763"/>
                      </a:cubicBezTo>
                      <a:cubicBezTo>
                        <a:pt x="285" y="12668"/>
                        <a:pt x="95" y="12573"/>
                        <a:pt x="95" y="12573"/>
                      </a:cubicBezTo>
                      <a:cubicBezTo>
                        <a:pt x="95" y="12573"/>
                        <a:pt x="190" y="12382"/>
                        <a:pt x="381" y="12192"/>
                      </a:cubicBezTo>
                      <a:cubicBezTo>
                        <a:pt x="381" y="12573"/>
                        <a:pt x="381" y="12763"/>
                        <a:pt x="571" y="12859"/>
                      </a:cubicBezTo>
                      <a:cubicBezTo>
                        <a:pt x="952" y="12859"/>
                        <a:pt x="1048" y="12573"/>
                        <a:pt x="952" y="12192"/>
                      </a:cubicBezTo>
                      <a:cubicBezTo>
                        <a:pt x="762" y="11811"/>
                        <a:pt x="762" y="11525"/>
                        <a:pt x="1143" y="11430"/>
                      </a:cubicBezTo>
                      <a:cubicBezTo>
                        <a:pt x="1143" y="11430"/>
                        <a:pt x="1143" y="11620"/>
                        <a:pt x="1143" y="11716"/>
                      </a:cubicBezTo>
                      <a:cubicBezTo>
                        <a:pt x="1143" y="11906"/>
                        <a:pt x="1238" y="12001"/>
                        <a:pt x="1524" y="12192"/>
                      </a:cubicBezTo>
                      <a:cubicBezTo>
                        <a:pt x="1714" y="12382"/>
                        <a:pt x="1810" y="12478"/>
                        <a:pt x="1905" y="12573"/>
                      </a:cubicBezTo>
                      <a:lnTo>
                        <a:pt x="2762" y="12382"/>
                      </a:lnTo>
                      <a:lnTo>
                        <a:pt x="1905" y="11716"/>
                      </a:lnTo>
                      <a:lnTo>
                        <a:pt x="2762" y="11239"/>
                      </a:lnTo>
                      <a:cubicBezTo>
                        <a:pt x="2762" y="11239"/>
                        <a:pt x="2477" y="10954"/>
                        <a:pt x="2095" y="10573"/>
                      </a:cubicBezTo>
                      <a:cubicBezTo>
                        <a:pt x="1714" y="10287"/>
                        <a:pt x="1524" y="10192"/>
                        <a:pt x="1334" y="10192"/>
                      </a:cubicBezTo>
                      <a:cubicBezTo>
                        <a:pt x="1143" y="10192"/>
                        <a:pt x="952" y="10382"/>
                        <a:pt x="762" y="10668"/>
                      </a:cubicBezTo>
                      <a:cubicBezTo>
                        <a:pt x="476" y="10477"/>
                        <a:pt x="381" y="10382"/>
                        <a:pt x="381" y="10192"/>
                      </a:cubicBezTo>
                      <a:cubicBezTo>
                        <a:pt x="381" y="10192"/>
                        <a:pt x="571" y="10001"/>
                        <a:pt x="857" y="9715"/>
                      </a:cubicBezTo>
                      <a:cubicBezTo>
                        <a:pt x="1143" y="9430"/>
                        <a:pt x="1238" y="9239"/>
                        <a:pt x="1238" y="9049"/>
                      </a:cubicBezTo>
                      <a:lnTo>
                        <a:pt x="1714" y="9525"/>
                      </a:lnTo>
                      <a:lnTo>
                        <a:pt x="2000" y="9144"/>
                      </a:lnTo>
                      <a:cubicBezTo>
                        <a:pt x="2000" y="9144"/>
                        <a:pt x="2286" y="9334"/>
                        <a:pt x="2381" y="9334"/>
                      </a:cubicBezTo>
                      <a:cubicBezTo>
                        <a:pt x="2571" y="9334"/>
                        <a:pt x="2857" y="9239"/>
                        <a:pt x="3334" y="9049"/>
                      </a:cubicBezTo>
                      <a:cubicBezTo>
                        <a:pt x="3715" y="8858"/>
                        <a:pt x="4000" y="8763"/>
                        <a:pt x="4191" y="8763"/>
                      </a:cubicBezTo>
                      <a:cubicBezTo>
                        <a:pt x="4476" y="8763"/>
                        <a:pt x="4572" y="8858"/>
                        <a:pt x="4763" y="9049"/>
                      </a:cubicBezTo>
                      <a:lnTo>
                        <a:pt x="5048" y="8858"/>
                      </a:lnTo>
                      <a:cubicBezTo>
                        <a:pt x="5048" y="8858"/>
                        <a:pt x="4763" y="8287"/>
                        <a:pt x="4381" y="8191"/>
                      </a:cubicBezTo>
                      <a:cubicBezTo>
                        <a:pt x="4000" y="8001"/>
                        <a:pt x="3715" y="7906"/>
                        <a:pt x="3715" y="7810"/>
                      </a:cubicBezTo>
                      <a:cubicBezTo>
                        <a:pt x="3143" y="7810"/>
                        <a:pt x="2286" y="7810"/>
                        <a:pt x="1428" y="7810"/>
                      </a:cubicBezTo>
                      <a:cubicBezTo>
                        <a:pt x="1428" y="8001"/>
                        <a:pt x="1334" y="8096"/>
                        <a:pt x="1238" y="8096"/>
                      </a:cubicBezTo>
                      <a:cubicBezTo>
                        <a:pt x="1048" y="8001"/>
                        <a:pt x="952" y="7906"/>
                        <a:pt x="952" y="7906"/>
                      </a:cubicBezTo>
                      <a:cubicBezTo>
                        <a:pt x="952" y="7906"/>
                        <a:pt x="762" y="7906"/>
                        <a:pt x="667" y="7906"/>
                      </a:cubicBezTo>
                      <a:lnTo>
                        <a:pt x="190" y="6191"/>
                      </a:lnTo>
                      <a:cubicBezTo>
                        <a:pt x="190" y="6191"/>
                        <a:pt x="667" y="6096"/>
                        <a:pt x="857" y="5905"/>
                      </a:cubicBezTo>
                      <a:cubicBezTo>
                        <a:pt x="857" y="5524"/>
                        <a:pt x="667" y="5429"/>
                        <a:pt x="476" y="5620"/>
                      </a:cubicBezTo>
                      <a:cubicBezTo>
                        <a:pt x="190" y="5810"/>
                        <a:pt x="0" y="5715"/>
                        <a:pt x="0" y="5524"/>
                      </a:cubicBezTo>
                      <a:lnTo>
                        <a:pt x="476" y="5143"/>
                      </a:lnTo>
                      <a:lnTo>
                        <a:pt x="952" y="5524"/>
                      </a:lnTo>
                      <a:cubicBezTo>
                        <a:pt x="952" y="5524"/>
                        <a:pt x="1143" y="5048"/>
                        <a:pt x="1143" y="4381"/>
                      </a:cubicBezTo>
                      <a:cubicBezTo>
                        <a:pt x="1143" y="4572"/>
                        <a:pt x="1238" y="4667"/>
                        <a:pt x="1428" y="4763"/>
                      </a:cubicBezTo>
                      <a:cubicBezTo>
                        <a:pt x="1714" y="4477"/>
                        <a:pt x="1905" y="4286"/>
                        <a:pt x="1905" y="4096"/>
                      </a:cubicBezTo>
                      <a:cubicBezTo>
                        <a:pt x="1905" y="3905"/>
                        <a:pt x="1619" y="3619"/>
                        <a:pt x="1143" y="3334"/>
                      </a:cubicBezTo>
                      <a:cubicBezTo>
                        <a:pt x="667" y="2953"/>
                        <a:pt x="381" y="2572"/>
                        <a:pt x="381" y="2286"/>
                      </a:cubicBezTo>
                      <a:cubicBezTo>
                        <a:pt x="381" y="2000"/>
                        <a:pt x="476" y="1714"/>
                        <a:pt x="857" y="1429"/>
                      </a:cubicBezTo>
                      <a:lnTo>
                        <a:pt x="1905" y="286"/>
                      </a:lnTo>
                      <a:cubicBezTo>
                        <a:pt x="3905" y="95"/>
                        <a:pt x="6001" y="0"/>
                        <a:pt x="8287" y="0"/>
                      </a:cubicBezTo>
                      <a:cubicBezTo>
                        <a:pt x="10382" y="0"/>
                        <a:pt x="13621" y="95"/>
                        <a:pt x="17907" y="381"/>
                      </a:cubicBezTo>
                      <a:cubicBezTo>
                        <a:pt x="22193" y="667"/>
                        <a:pt x="25432" y="762"/>
                        <a:pt x="27622" y="762"/>
                      </a:cubicBezTo>
                      <a:cubicBezTo>
                        <a:pt x="29146" y="762"/>
                        <a:pt x="30670" y="762"/>
                        <a:pt x="32099" y="667"/>
                      </a:cubicBezTo>
                      <a:cubicBezTo>
                        <a:pt x="32956" y="1333"/>
                        <a:pt x="33433" y="2286"/>
                        <a:pt x="33433" y="3524"/>
                      </a:cubicBezTo>
                      <a:cubicBezTo>
                        <a:pt x="33433" y="3810"/>
                        <a:pt x="33433" y="4381"/>
                        <a:pt x="33338" y="5334"/>
                      </a:cubicBezTo>
                      <a:cubicBezTo>
                        <a:pt x="33147" y="6191"/>
                        <a:pt x="33147" y="6858"/>
                        <a:pt x="33147" y="7334"/>
                      </a:cubicBezTo>
                      <a:cubicBezTo>
                        <a:pt x="33147" y="7810"/>
                        <a:pt x="33147" y="8191"/>
                        <a:pt x="33242" y="8572"/>
                      </a:cubicBezTo>
                      <a:cubicBezTo>
                        <a:pt x="33242" y="9239"/>
                        <a:pt x="32861" y="9525"/>
                        <a:pt x="32099" y="9525"/>
                      </a:cubicBezTo>
                      <a:cubicBezTo>
                        <a:pt x="32004" y="9525"/>
                        <a:pt x="31718" y="9525"/>
                        <a:pt x="31528" y="9525"/>
                      </a:cubicBezTo>
                      <a:lnTo>
                        <a:pt x="30956" y="9525"/>
                      </a:lnTo>
                      <a:cubicBezTo>
                        <a:pt x="30956" y="9525"/>
                        <a:pt x="30194" y="9525"/>
                        <a:pt x="29909" y="9811"/>
                      </a:cubicBezTo>
                      <a:lnTo>
                        <a:pt x="28670" y="9811"/>
                      </a:lnTo>
                      <a:lnTo>
                        <a:pt x="28670" y="9525"/>
                      </a:lnTo>
                      <a:cubicBezTo>
                        <a:pt x="26861" y="9715"/>
                        <a:pt x="24765" y="9811"/>
                        <a:pt x="22574" y="9811"/>
                      </a:cubicBezTo>
                      <a:cubicBezTo>
                        <a:pt x="21145" y="9811"/>
                        <a:pt x="19145" y="9811"/>
                        <a:pt x="16478" y="9811"/>
                      </a:cubicBezTo>
                      <a:lnTo>
                        <a:pt x="10382" y="9811"/>
                      </a:lnTo>
                      <a:cubicBezTo>
                        <a:pt x="10096" y="10477"/>
                        <a:pt x="10001" y="11335"/>
                        <a:pt x="10001" y="12192"/>
                      </a:cubicBezTo>
                      <a:cubicBezTo>
                        <a:pt x="10001" y="12478"/>
                        <a:pt x="10001" y="12859"/>
                        <a:pt x="10001" y="13430"/>
                      </a:cubicBezTo>
                      <a:lnTo>
                        <a:pt x="10001" y="14764"/>
                      </a:lnTo>
                      <a:cubicBezTo>
                        <a:pt x="10001" y="15621"/>
                        <a:pt x="9906" y="16383"/>
                        <a:pt x="9620" y="17050"/>
                      </a:cubicBezTo>
                      <a:cubicBezTo>
                        <a:pt x="9715" y="17621"/>
                        <a:pt x="9906" y="18097"/>
                        <a:pt x="10001" y="18669"/>
                      </a:cubicBezTo>
                      <a:cubicBezTo>
                        <a:pt x="10192" y="19336"/>
                        <a:pt x="10477" y="19717"/>
                        <a:pt x="11049" y="19717"/>
                      </a:cubicBezTo>
                      <a:cubicBezTo>
                        <a:pt x="11144" y="19717"/>
                        <a:pt x="11335" y="19717"/>
                        <a:pt x="11525" y="19717"/>
                      </a:cubicBezTo>
                      <a:cubicBezTo>
                        <a:pt x="11620" y="19717"/>
                        <a:pt x="11811" y="19717"/>
                        <a:pt x="11906" y="19717"/>
                      </a:cubicBezTo>
                      <a:cubicBezTo>
                        <a:pt x="12096" y="19717"/>
                        <a:pt x="12287" y="19717"/>
                        <a:pt x="12668" y="19621"/>
                      </a:cubicBezTo>
                      <a:cubicBezTo>
                        <a:pt x="12954" y="19621"/>
                        <a:pt x="13145" y="19526"/>
                        <a:pt x="13335" y="19526"/>
                      </a:cubicBezTo>
                      <a:cubicBezTo>
                        <a:pt x="13716" y="19526"/>
                        <a:pt x="13906" y="19621"/>
                        <a:pt x="14097" y="20002"/>
                      </a:cubicBezTo>
                      <a:cubicBezTo>
                        <a:pt x="15144" y="19717"/>
                        <a:pt x="16383" y="19526"/>
                        <a:pt x="17716" y="19526"/>
                      </a:cubicBezTo>
                      <a:cubicBezTo>
                        <a:pt x="18479" y="19526"/>
                        <a:pt x="19431" y="19526"/>
                        <a:pt x="20764" y="19621"/>
                      </a:cubicBezTo>
                      <a:cubicBezTo>
                        <a:pt x="22098" y="19621"/>
                        <a:pt x="23050" y="19812"/>
                        <a:pt x="23813" y="19812"/>
                      </a:cubicBezTo>
                      <a:cubicBezTo>
                        <a:pt x="24479" y="19812"/>
                        <a:pt x="25051" y="19812"/>
                        <a:pt x="25622" y="19717"/>
                      </a:cubicBezTo>
                      <a:cubicBezTo>
                        <a:pt x="25908" y="20669"/>
                        <a:pt x="26003" y="22003"/>
                        <a:pt x="26003" y="23813"/>
                      </a:cubicBezTo>
                      <a:cubicBezTo>
                        <a:pt x="26003" y="25813"/>
                        <a:pt x="26003" y="27146"/>
                        <a:pt x="26098" y="27908"/>
                      </a:cubicBezTo>
                      <a:cubicBezTo>
                        <a:pt x="25241" y="28480"/>
                        <a:pt x="24193" y="28765"/>
                        <a:pt x="22765" y="28765"/>
                      </a:cubicBezTo>
                      <a:cubicBezTo>
                        <a:pt x="22193" y="28765"/>
                        <a:pt x="21241" y="28765"/>
                        <a:pt x="20098" y="28575"/>
                      </a:cubicBezTo>
                      <a:cubicBezTo>
                        <a:pt x="18955" y="28480"/>
                        <a:pt x="18002" y="28384"/>
                        <a:pt x="17336" y="28384"/>
                      </a:cubicBezTo>
                      <a:cubicBezTo>
                        <a:pt x="16764" y="28384"/>
                        <a:pt x="16287" y="28384"/>
                        <a:pt x="15716" y="28480"/>
                      </a:cubicBezTo>
                      <a:lnTo>
                        <a:pt x="15716" y="28194"/>
                      </a:lnTo>
                      <a:cubicBezTo>
                        <a:pt x="15716" y="28194"/>
                        <a:pt x="14859" y="28194"/>
                        <a:pt x="13906" y="28194"/>
                      </a:cubicBezTo>
                      <a:cubicBezTo>
                        <a:pt x="13240" y="28194"/>
                        <a:pt x="12668" y="28289"/>
                        <a:pt x="12192" y="28575"/>
                      </a:cubicBezTo>
                      <a:cubicBezTo>
                        <a:pt x="12002" y="28480"/>
                        <a:pt x="11716" y="28384"/>
                        <a:pt x="11430" y="28384"/>
                      </a:cubicBezTo>
                      <a:cubicBezTo>
                        <a:pt x="10953" y="28384"/>
                        <a:pt x="10763" y="28384"/>
                        <a:pt x="10573" y="28384"/>
                      </a:cubicBezTo>
                      <a:cubicBezTo>
                        <a:pt x="10001" y="28575"/>
                        <a:pt x="9620" y="29051"/>
                        <a:pt x="9620" y="29813"/>
                      </a:cubicBezTo>
                      <a:cubicBezTo>
                        <a:pt x="9620" y="30385"/>
                        <a:pt x="9715" y="30766"/>
                        <a:pt x="10001" y="31147"/>
                      </a:cubicBezTo>
                      <a:cubicBezTo>
                        <a:pt x="9144" y="30956"/>
                        <a:pt x="8382" y="31147"/>
                        <a:pt x="7715" y="31813"/>
                      </a:cubicBezTo>
                      <a:lnTo>
                        <a:pt x="9239" y="31528"/>
                      </a:lnTo>
                      <a:lnTo>
                        <a:pt x="9049" y="31813"/>
                      </a:lnTo>
                      <a:cubicBezTo>
                        <a:pt x="9049" y="31813"/>
                        <a:pt x="9239" y="32004"/>
                        <a:pt x="9334" y="32004"/>
                      </a:cubicBezTo>
                      <a:cubicBezTo>
                        <a:pt x="9334" y="32004"/>
                        <a:pt x="9430" y="31909"/>
                        <a:pt x="10001" y="31528"/>
                      </a:cubicBezTo>
                      <a:cubicBezTo>
                        <a:pt x="10001" y="31432"/>
                        <a:pt x="10001" y="32480"/>
                        <a:pt x="10001" y="34957"/>
                      </a:cubicBezTo>
                      <a:cubicBezTo>
                        <a:pt x="10001" y="36385"/>
                        <a:pt x="10192" y="37433"/>
                        <a:pt x="10668" y="38195"/>
                      </a:cubicBezTo>
                      <a:cubicBezTo>
                        <a:pt x="12096" y="38386"/>
                        <a:pt x="13621" y="38481"/>
                        <a:pt x="15240" y="38481"/>
                      </a:cubicBezTo>
                      <a:cubicBezTo>
                        <a:pt x="16383" y="38481"/>
                        <a:pt x="18192" y="38481"/>
                        <a:pt x="20478" y="38290"/>
                      </a:cubicBezTo>
                      <a:cubicBezTo>
                        <a:pt x="22765" y="38100"/>
                        <a:pt x="24479" y="38005"/>
                        <a:pt x="25718" y="38005"/>
                      </a:cubicBezTo>
                      <a:cubicBezTo>
                        <a:pt x="27527" y="38005"/>
                        <a:pt x="29051" y="38100"/>
                        <a:pt x="30575" y="38386"/>
                      </a:cubicBezTo>
                      <a:cubicBezTo>
                        <a:pt x="30861" y="37719"/>
                        <a:pt x="31432" y="37719"/>
                        <a:pt x="32195" y="38195"/>
                      </a:cubicBezTo>
                      <a:close/>
                      <a:moveTo>
                        <a:pt x="1619" y="8572"/>
                      </a:moveTo>
                      <a:lnTo>
                        <a:pt x="2000" y="9049"/>
                      </a:lnTo>
                      <a:lnTo>
                        <a:pt x="2000" y="9049"/>
                      </a:lnTo>
                      <a:cubicBezTo>
                        <a:pt x="2000" y="9049"/>
                        <a:pt x="1714" y="8858"/>
                        <a:pt x="1714" y="8572"/>
                      </a:cubicBezTo>
                      <a:close/>
                      <a:moveTo>
                        <a:pt x="13621" y="25241"/>
                      </a:moveTo>
                      <a:lnTo>
                        <a:pt x="12954" y="25241"/>
                      </a:lnTo>
                      <a:cubicBezTo>
                        <a:pt x="12954" y="25241"/>
                        <a:pt x="13240" y="25527"/>
                        <a:pt x="13621" y="25241"/>
                      </a:cubicBezTo>
                      <a:lnTo>
                        <a:pt x="13906" y="25241"/>
                      </a:lnTo>
                      <a:cubicBezTo>
                        <a:pt x="13906" y="25241"/>
                        <a:pt x="14001" y="25432"/>
                        <a:pt x="14001" y="25622"/>
                      </a:cubicBezTo>
                      <a:lnTo>
                        <a:pt x="14859" y="25241"/>
                      </a:lnTo>
                      <a:cubicBezTo>
                        <a:pt x="14859" y="25241"/>
                        <a:pt x="15144" y="25527"/>
                        <a:pt x="15144" y="25622"/>
                      </a:cubicBezTo>
                      <a:lnTo>
                        <a:pt x="16097" y="25622"/>
                      </a:lnTo>
                      <a:lnTo>
                        <a:pt x="16097" y="25241"/>
                      </a:lnTo>
                      <a:lnTo>
                        <a:pt x="14001" y="25241"/>
                      </a:lnTo>
                      <a:cubicBezTo>
                        <a:pt x="14001" y="25241"/>
                        <a:pt x="13811" y="25241"/>
                        <a:pt x="13716" y="25241"/>
                      </a:cubicBezTo>
                      <a:close/>
                      <a:moveTo>
                        <a:pt x="24955" y="3238"/>
                      </a:moveTo>
                      <a:lnTo>
                        <a:pt x="24479" y="2953"/>
                      </a:lnTo>
                      <a:lnTo>
                        <a:pt x="24955" y="3905"/>
                      </a:lnTo>
                      <a:lnTo>
                        <a:pt x="24955" y="3238"/>
                      </a:lnTo>
                      <a:close/>
                      <a:moveTo>
                        <a:pt x="35719" y="40957"/>
                      </a:moveTo>
                      <a:lnTo>
                        <a:pt x="35909" y="40957"/>
                      </a:lnTo>
                      <a:lnTo>
                        <a:pt x="35243" y="41434"/>
                      </a:lnTo>
                      <a:lnTo>
                        <a:pt x="35719" y="40957"/>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52" name="Google Shape;1252;p99"/>
              <p:cNvGrpSpPr/>
              <p:nvPr/>
            </p:nvGrpSpPr>
            <p:grpSpPr>
              <a:xfrm>
                <a:off x="13525970" y="4051840"/>
                <a:ext cx="408145" cy="84487"/>
                <a:chOff x="8272652" y="1769935"/>
                <a:chExt cx="408145" cy="84487"/>
              </a:xfrm>
            </p:grpSpPr>
            <p:sp>
              <p:nvSpPr>
                <p:cNvPr id="1253" name="Google Shape;1253;p99"/>
                <p:cNvSpPr/>
                <p:nvPr/>
              </p:nvSpPr>
              <p:spPr>
                <a:xfrm>
                  <a:off x="8272652" y="1783365"/>
                  <a:ext cx="64293" cy="67341"/>
                </a:xfrm>
                <a:custGeom>
                  <a:avLst/>
                  <a:gdLst/>
                  <a:ahLst/>
                  <a:cxnLst/>
                  <a:rect l="l" t="t" r="r" b="b"/>
                  <a:pathLst>
                    <a:path w="64293" h="67341" extrusionOk="0">
                      <a:moveTo>
                        <a:pt x="952" y="46577"/>
                      </a:moveTo>
                      <a:cubicBezTo>
                        <a:pt x="952" y="47149"/>
                        <a:pt x="952" y="47435"/>
                        <a:pt x="1238" y="47435"/>
                      </a:cubicBezTo>
                      <a:cubicBezTo>
                        <a:pt x="1238" y="47435"/>
                        <a:pt x="1428" y="47435"/>
                        <a:pt x="1619" y="47435"/>
                      </a:cubicBezTo>
                      <a:cubicBezTo>
                        <a:pt x="1810" y="47435"/>
                        <a:pt x="1905" y="47435"/>
                        <a:pt x="2000" y="47435"/>
                      </a:cubicBezTo>
                      <a:cubicBezTo>
                        <a:pt x="2191" y="47435"/>
                        <a:pt x="2286" y="47530"/>
                        <a:pt x="2381" y="47815"/>
                      </a:cubicBezTo>
                      <a:cubicBezTo>
                        <a:pt x="952" y="47815"/>
                        <a:pt x="285" y="47720"/>
                        <a:pt x="0" y="47435"/>
                      </a:cubicBezTo>
                      <a:lnTo>
                        <a:pt x="952" y="46768"/>
                      </a:lnTo>
                      <a:close/>
                      <a:moveTo>
                        <a:pt x="2381" y="55150"/>
                      </a:moveTo>
                      <a:cubicBezTo>
                        <a:pt x="2381" y="55150"/>
                        <a:pt x="2762" y="54769"/>
                        <a:pt x="3048" y="54769"/>
                      </a:cubicBezTo>
                      <a:lnTo>
                        <a:pt x="4000" y="54769"/>
                      </a:lnTo>
                      <a:cubicBezTo>
                        <a:pt x="4000" y="54769"/>
                        <a:pt x="3714" y="55150"/>
                        <a:pt x="3334" y="55150"/>
                      </a:cubicBezTo>
                      <a:lnTo>
                        <a:pt x="2381" y="55150"/>
                      </a:lnTo>
                      <a:close/>
                      <a:moveTo>
                        <a:pt x="5239" y="59627"/>
                      </a:moveTo>
                      <a:lnTo>
                        <a:pt x="5239" y="58674"/>
                      </a:lnTo>
                      <a:lnTo>
                        <a:pt x="5905" y="58674"/>
                      </a:lnTo>
                      <a:lnTo>
                        <a:pt x="5239" y="59627"/>
                      </a:lnTo>
                      <a:close/>
                      <a:moveTo>
                        <a:pt x="8954" y="54102"/>
                      </a:moveTo>
                      <a:cubicBezTo>
                        <a:pt x="8954" y="54102"/>
                        <a:pt x="9620" y="54197"/>
                        <a:pt x="10192" y="54769"/>
                      </a:cubicBezTo>
                      <a:lnTo>
                        <a:pt x="9906" y="55150"/>
                      </a:lnTo>
                      <a:lnTo>
                        <a:pt x="8858" y="54102"/>
                      </a:lnTo>
                      <a:close/>
                      <a:moveTo>
                        <a:pt x="10192" y="59627"/>
                      </a:moveTo>
                      <a:cubicBezTo>
                        <a:pt x="10192" y="59627"/>
                        <a:pt x="10573" y="59436"/>
                        <a:pt x="10763" y="59150"/>
                      </a:cubicBezTo>
                      <a:cubicBezTo>
                        <a:pt x="10953" y="58865"/>
                        <a:pt x="11144" y="58674"/>
                        <a:pt x="11335" y="58674"/>
                      </a:cubicBezTo>
                      <a:cubicBezTo>
                        <a:pt x="11335" y="58865"/>
                        <a:pt x="11239" y="59245"/>
                        <a:pt x="10858" y="59627"/>
                      </a:cubicBezTo>
                      <a:lnTo>
                        <a:pt x="10192" y="59627"/>
                      </a:lnTo>
                      <a:close/>
                      <a:moveTo>
                        <a:pt x="11811" y="52102"/>
                      </a:moveTo>
                      <a:lnTo>
                        <a:pt x="11525" y="52769"/>
                      </a:lnTo>
                      <a:lnTo>
                        <a:pt x="10573" y="52769"/>
                      </a:lnTo>
                      <a:cubicBezTo>
                        <a:pt x="10763" y="52102"/>
                        <a:pt x="11049" y="51721"/>
                        <a:pt x="11239" y="51721"/>
                      </a:cubicBezTo>
                      <a:cubicBezTo>
                        <a:pt x="11430" y="51721"/>
                        <a:pt x="11620" y="51816"/>
                        <a:pt x="11716" y="52006"/>
                      </a:cubicBezTo>
                      <a:close/>
                      <a:moveTo>
                        <a:pt x="13145" y="46291"/>
                      </a:moveTo>
                      <a:lnTo>
                        <a:pt x="13145" y="46958"/>
                      </a:lnTo>
                      <a:lnTo>
                        <a:pt x="11811" y="45815"/>
                      </a:lnTo>
                      <a:cubicBezTo>
                        <a:pt x="11811" y="45815"/>
                        <a:pt x="12573" y="45815"/>
                        <a:pt x="13145" y="46196"/>
                      </a:cubicBezTo>
                      <a:close/>
                      <a:moveTo>
                        <a:pt x="11811" y="56102"/>
                      </a:moveTo>
                      <a:cubicBezTo>
                        <a:pt x="11811" y="56102"/>
                        <a:pt x="12478" y="56388"/>
                        <a:pt x="12478" y="57055"/>
                      </a:cubicBezTo>
                      <a:lnTo>
                        <a:pt x="11811" y="57055"/>
                      </a:lnTo>
                      <a:lnTo>
                        <a:pt x="11811" y="56102"/>
                      </a:lnTo>
                      <a:close/>
                      <a:moveTo>
                        <a:pt x="13430" y="63246"/>
                      </a:moveTo>
                      <a:lnTo>
                        <a:pt x="13145" y="62865"/>
                      </a:lnTo>
                      <a:lnTo>
                        <a:pt x="14478" y="62103"/>
                      </a:lnTo>
                      <a:lnTo>
                        <a:pt x="13430" y="63151"/>
                      </a:lnTo>
                      <a:close/>
                      <a:moveTo>
                        <a:pt x="64008" y="49911"/>
                      </a:moveTo>
                      <a:lnTo>
                        <a:pt x="60960" y="50292"/>
                      </a:lnTo>
                      <a:cubicBezTo>
                        <a:pt x="60960" y="50292"/>
                        <a:pt x="60960" y="50482"/>
                        <a:pt x="60960" y="50578"/>
                      </a:cubicBezTo>
                      <a:cubicBezTo>
                        <a:pt x="60960" y="50768"/>
                        <a:pt x="61246" y="50959"/>
                        <a:pt x="61722" y="51244"/>
                      </a:cubicBezTo>
                      <a:cubicBezTo>
                        <a:pt x="62198" y="51530"/>
                        <a:pt x="62484" y="51816"/>
                        <a:pt x="62484" y="52197"/>
                      </a:cubicBezTo>
                      <a:lnTo>
                        <a:pt x="63151" y="52197"/>
                      </a:lnTo>
                      <a:cubicBezTo>
                        <a:pt x="62769" y="53911"/>
                        <a:pt x="62484" y="55721"/>
                        <a:pt x="62198" y="57436"/>
                      </a:cubicBezTo>
                      <a:cubicBezTo>
                        <a:pt x="61722" y="59245"/>
                        <a:pt x="60579" y="60484"/>
                        <a:pt x="58864" y="61055"/>
                      </a:cubicBezTo>
                      <a:cubicBezTo>
                        <a:pt x="58578" y="60007"/>
                        <a:pt x="57912" y="59722"/>
                        <a:pt x="56769" y="60103"/>
                      </a:cubicBezTo>
                      <a:lnTo>
                        <a:pt x="56483" y="60389"/>
                      </a:lnTo>
                      <a:lnTo>
                        <a:pt x="57721" y="61722"/>
                      </a:lnTo>
                      <a:cubicBezTo>
                        <a:pt x="57245" y="61627"/>
                        <a:pt x="56673" y="61246"/>
                        <a:pt x="56007" y="60769"/>
                      </a:cubicBezTo>
                      <a:cubicBezTo>
                        <a:pt x="55340" y="60293"/>
                        <a:pt x="54864" y="59912"/>
                        <a:pt x="54483" y="59912"/>
                      </a:cubicBezTo>
                      <a:cubicBezTo>
                        <a:pt x="54102" y="59912"/>
                        <a:pt x="53530" y="60198"/>
                        <a:pt x="53149" y="60579"/>
                      </a:cubicBezTo>
                      <a:lnTo>
                        <a:pt x="54292" y="60579"/>
                      </a:lnTo>
                      <a:lnTo>
                        <a:pt x="54007" y="60960"/>
                      </a:lnTo>
                      <a:cubicBezTo>
                        <a:pt x="54673" y="61246"/>
                        <a:pt x="55626" y="61722"/>
                        <a:pt x="56673" y="62579"/>
                      </a:cubicBezTo>
                      <a:lnTo>
                        <a:pt x="54292" y="63532"/>
                      </a:lnTo>
                      <a:lnTo>
                        <a:pt x="54673" y="63817"/>
                      </a:lnTo>
                      <a:cubicBezTo>
                        <a:pt x="54673" y="63817"/>
                        <a:pt x="53626" y="64198"/>
                        <a:pt x="51911" y="64960"/>
                      </a:cubicBezTo>
                      <a:cubicBezTo>
                        <a:pt x="51054" y="65341"/>
                        <a:pt x="50196" y="65437"/>
                        <a:pt x="49339" y="65437"/>
                      </a:cubicBezTo>
                      <a:cubicBezTo>
                        <a:pt x="48958" y="65437"/>
                        <a:pt x="48482" y="65437"/>
                        <a:pt x="48101" y="65437"/>
                      </a:cubicBezTo>
                      <a:cubicBezTo>
                        <a:pt x="47815" y="66199"/>
                        <a:pt x="47720" y="66675"/>
                        <a:pt x="47815" y="66961"/>
                      </a:cubicBezTo>
                      <a:lnTo>
                        <a:pt x="34766" y="67342"/>
                      </a:lnTo>
                      <a:cubicBezTo>
                        <a:pt x="33718" y="66389"/>
                        <a:pt x="32099" y="65627"/>
                        <a:pt x="29813" y="64960"/>
                      </a:cubicBezTo>
                      <a:cubicBezTo>
                        <a:pt x="27337" y="64294"/>
                        <a:pt x="25812" y="63627"/>
                        <a:pt x="25146" y="63246"/>
                      </a:cubicBezTo>
                      <a:cubicBezTo>
                        <a:pt x="24765" y="62865"/>
                        <a:pt x="24289" y="62579"/>
                        <a:pt x="23622" y="62389"/>
                      </a:cubicBezTo>
                      <a:cubicBezTo>
                        <a:pt x="22955" y="62198"/>
                        <a:pt x="22193" y="62008"/>
                        <a:pt x="21527" y="61912"/>
                      </a:cubicBezTo>
                      <a:lnTo>
                        <a:pt x="22479" y="61055"/>
                      </a:lnTo>
                      <a:lnTo>
                        <a:pt x="21241" y="59722"/>
                      </a:lnTo>
                      <a:lnTo>
                        <a:pt x="20860" y="60674"/>
                      </a:lnTo>
                      <a:cubicBezTo>
                        <a:pt x="19717" y="60389"/>
                        <a:pt x="19050" y="59436"/>
                        <a:pt x="18955" y="57912"/>
                      </a:cubicBezTo>
                      <a:cubicBezTo>
                        <a:pt x="18955" y="56483"/>
                        <a:pt x="18097" y="55816"/>
                        <a:pt x="16478" y="55816"/>
                      </a:cubicBezTo>
                      <a:lnTo>
                        <a:pt x="15335" y="55816"/>
                      </a:lnTo>
                      <a:cubicBezTo>
                        <a:pt x="16383" y="55816"/>
                        <a:pt x="16764" y="55245"/>
                        <a:pt x="16764" y="54197"/>
                      </a:cubicBezTo>
                      <a:cubicBezTo>
                        <a:pt x="16764" y="53911"/>
                        <a:pt x="16764" y="53531"/>
                        <a:pt x="16478" y="53245"/>
                      </a:cubicBezTo>
                      <a:cubicBezTo>
                        <a:pt x="16287" y="52959"/>
                        <a:pt x="15716" y="52673"/>
                        <a:pt x="14668" y="52197"/>
                      </a:cubicBezTo>
                      <a:lnTo>
                        <a:pt x="14478" y="52483"/>
                      </a:lnTo>
                      <a:cubicBezTo>
                        <a:pt x="14478" y="52483"/>
                        <a:pt x="14288" y="52673"/>
                        <a:pt x="14192" y="52673"/>
                      </a:cubicBezTo>
                      <a:cubicBezTo>
                        <a:pt x="14001" y="52673"/>
                        <a:pt x="13906" y="52387"/>
                        <a:pt x="13811" y="52006"/>
                      </a:cubicBezTo>
                      <a:cubicBezTo>
                        <a:pt x="13716" y="51625"/>
                        <a:pt x="13716" y="51244"/>
                        <a:pt x="13811" y="50864"/>
                      </a:cubicBezTo>
                      <a:cubicBezTo>
                        <a:pt x="14383" y="50768"/>
                        <a:pt x="15240" y="50197"/>
                        <a:pt x="16383" y="49149"/>
                      </a:cubicBezTo>
                      <a:cubicBezTo>
                        <a:pt x="17430" y="48292"/>
                        <a:pt x="18288" y="47815"/>
                        <a:pt x="18955" y="47815"/>
                      </a:cubicBezTo>
                      <a:cubicBezTo>
                        <a:pt x="19240" y="47815"/>
                        <a:pt x="19621" y="47815"/>
                        <a:pt x="20098" y="48101"/>
                      </a:cubicBezTo>
                      <a:cubicBezTo>
                        <a:pt x="19907" y="47720"/>
                        <a:pt x="19812" y="47339"/>
                        <a:pt x="20098" y="47053"/>
                      </a:cubicBezTo>
                      <a:cubicBezTo>
                        <a:pt x="20288" y="46768"/>
                        <a:pt x="20098" y="46291"/>
                        <a:pt x="19526" y="45815"/>
                      </a:cubicBezTo>
                      <a:lnTo>
                        <a:pt x="22479" y="44482"/>
                      </a:lnTo>
                      <a:lnTo>
                        <a:pt x="21812" y="43529"/>
                      </a:lnTo>
                      <a:cubicBezTo>
                        <a:pt x="22288" y="43529"/>
                        <a:pt x="23050" y="43244"/>
                        <a:pt x="24003" y="42672"/>
                      </a:cubicBezTo>
                      <a:cubicBezTo>
                        <a:pt x="25051" y="42196"/>
                        <a:pt x="25717" y="41910"/>
                        <a:pt x="26098" y="41910"/>
                      </a:cubicBezTo>
                      <a:cubicBezTo>
                        <a:pt x="26670" y="41910"/>
                        <a:pt x="27051" y="42291"/>
                        <a:pt x="27241" y="43148"/>
                      </a:cubicBezTo>
                      <a:cubicBezTo>
                        <a:pt x="27051" y="45053"/>
                        <a:pt x="27717" y="46863"/>
                        <a:pt x="29242" y="48673"/>
                      </a:cubicBezTo>
                      <a:cubicBezTo>
                        <a:pt x="30003" y="49625"/>
                        <a:pt x="31528" y="51054"/>
                        <a:pt x="33814" y="52959"/>
                      </a:cubicBezTo>
                      <a:cubicBezTo>
                        <a:pt x="34099" y="53721"/>
                        <a:pt x="34671" y="54102"/>
                        <a:pt x="35528" y="54102"/>
                      </a:cubicBezTo>
                      <a:cubicBezTo>
                        <a:pt x="35814" y="54102"/>
                        <a:pt x="36195" y="54102"/>
                        <a:pt x="36576" y="54007"/>
                      </a:cubicBezTo>
                      <a:cubicBezTo>
                        <a:pt x="37052" y="54007"/>
                        <a:pt x="37433" y="53911"/>
                        <a:pt x="37719" y="53911"/>
                      </a:cubicBezTo>
                      <a:cubicBezTo>
                        <a:pt x="38290" y="53911"/>
                        <a:pt x="38767" y="54007"/>
                        <a:pt x="39148" y="54197"/>
                      </a:cubicBezTo>
                      <a:cubicBezTo>
                        <a:pt x="39528" y="54483"/>
                        <a:pt x="40100" y="54578"/>
                        <a:pt x="40671" y="54578"/>
                      </a:cubicBezTo>
                      <a:cubicBezTo>
                        <a:pt x="41720" y="54578"/>
                        <a:pt x="42958" y="54102"/>
                        <a:pt x="44291" y="53149"/>
                      </a:cubicBezTo>
                      <a:cubicBezTo>
                        <a:pt x="46387" y="51816"/>
                        <a:pt x="47530" y="51054"/>
                        <a:pt x="47815" y="50959"/>
                      </a:cubicBezTo>
                      <a:cubicBezTo>
                        <a:pt x="48101" y="50482"/>
                        <a:pt x="48292" y="50102"/>
                        <a:pt x="48292" y="49625"/>
                      </a:cubicBezTo>
                      <a:cubicBezTo>
                        <a:pt x="48292" y="48958"/>
                        <a:pt x="47910" y="48101"/>
                        <a:pt x="47148" y="46958"/>
                      </a:cubicBezTo>
                      <a:cubicBezTo>
                        <a:pt x="46387" y="45815"/>
                        <a:pt x="45911" y="45053"/>
                        <a:pt x="45815" y="44482"/>
                      </a:cubicBezTo>
                      <a:cubicBezTo>
                        <a:pt x="44386" y="44291"/>
                        <a:pt x="43529" y="43720"/>
                        <a:pt x="43434" y="42862"/>
                      </a:cubicBezTo>
                      <a:lnTo>
                        <a:pt x="43910" y="42577"/>
                      </a:lnTo>
                      <a:cubicBezTo>
                        <a:pt x="42100" y="41719"/>
                        <a:pt x="39528" y="40481"/>
                        <a:pt x="36290" y="38767"/>
                      </a:cubicBezTo>
                      <a:cubicBezTo>
                        <a:pt x="35909" y="39052"/>
                        <a:pt x="35623" y="39148"/>
                        <a:pt x="35147" y="39148"/>
                      </a:cubicBezTo>
                      <a:cubicBezTo>
                        <a:pt x="34671" y="39148"/>
                        <a:pt x="34099" y="38862"/>
                        <a:pt x="33433" y="38290"/>
                      </a:cubicBezTo>
                      <a:cubicBezTo>
                        <a:pt x="32766" y="37624"/>
                        <a:pt x="32195" y="37338"/>
                        <a:pt x="31813" y="37338"/>
                      </a:cubicBezTo>
                      <a:cubicBezTo>
                        <a:pt x="31623" y="37338"/>
                        <a:pt x="31432" y="37338"/>
                        <a:pt x="31337" y="37528"/>
                      </a:cubicBezTo>
                      <a:cubicBezTo>
                        <a:pt x="29908" y="37052"/>
                        <a:pt x="28480" y="36004"/>
                        <a:pt x="27051" y="34099"/>
                      </a:cubicBezTo>
                      <a:cubicBezTo>
                        <a:pt x="25432" y="32004"/>
                        <a:pt x="24098" y="30575"/>
                        <a:pt x="22955" y="30004"/>
                      </a:cubicBezTo>
                      <a:cubicBezTo>
                        <a:pt x="23050" y="29337"/>
                        <a:pt x="22764" y="28575"/>
                        <a:pt x="22098" y="27718"/>
                      </a:cubicBezTo>
                      <a:cubicBezTo>
                        <a:pt x="21336" y="26765"/>
                        <a:pt x="21145" y="26098"/>
                        <a:pt x="21241" y="25527"/>
                      </a:cubicBezTo>
                      <a:cubicBezTo>
                        <a:pt x="20860" y="24765"/>
                        <a:pt x="20574" y="23431"/>
                        <a:pt x="20478" y="21336"/>
                      </a:cubicBezTo>
                      <a:lnTo>
                        <a:pt x="20193" y="15811"/>
                      </a:lnTo>
                      <a:cubicBezTo>
                        <a:pt x="20193" y="15811"/>
                        <a:pt x="20860" y="15430"/>
                        <a:pt x="20860" y="15145"/>
                      </a:cubicBezTo>
                      <a:cubicBezTo>
                        <a:pt x="20860" y="14954"/>
                        <a:pt x="20764" y="14668"/>
                        <a:pt x="20478" y="14383"/>
                      </a:cubicBezTo>
                      <a:cubicBezTo>
                        <a:pt x="20288" y="14002"/>
                        <a:pt x="20098" y="13716"/>
                        <a:pt x="20098" y="13621"/>
                      </a:cubicBezTo>
                      <a:cubicBezTo>
                        <a:pt x="20383" y="12859"/>
                        <a:pt x="21336" y="11811"/>
                        <a:pt x="23050" y="10382"/>
                      </a:cubicBezTo>
                      <a:cubicBezTo>
                        <a:pt x="24479" y="9239"/>
                        <a:pt x="25146" y="8096"/>
                        <a:pt x="25146" y="7048"/>
                      </a:cubicBezTo>
                      <a:cubicBezTo>
                        <a:pt x="25336" y="7048"/>
                        <a:pt x="25717" y="6763"/>
                        <a:pt x="26289" y="6382"/>
                      </a:cubicBezTo>
                      <a:cubicBezTo>
                        <a:pt x="26861" y="6001"/>
                        <a:pt x="27241" y="5810"/>
                        <a:pt x="27432" y="5810"/>
                      </a:cubicBezTo>
                      <a:cubicBezTo>
                        <a:pt x="27622" y="5810"/>
                        <a:pt x="27717" y="5905"/>
                        <a:pt x="27813" y="6191"/>
                      </a:cubicBezTo>
                      <a:cubicBezTo>
                        <a:pt x="28860" y="4572"/>
                        <a:pt x="30670" y="3334"/>
                        <a:pt x="33051" y="2381"/>
                      </a:cubicBezTo>
                      <a:cubicBezTo>
                        <a:pt x="35147" y="1715"/>
                        <a:pt x="37338" y="1048"/>
                        <a:pt x="39433" y="381"/>
                      </a:cubicBezTo>
                      <a:cubicBezTo>
                        <a:pt x="40005" y="95"/>
                        <a:pt x="40671" y="0"/>
                        <a:pt x="41338" y="0"/>
                      </a:cubicBezTo>
                      <a:cubicBezTo>
                        <a:pt x="42196" y="0"/>
                        <a:pt x="43434" y="381"/>
                        <a:pt x="45053" y="1048"/>
                      </a:cubicBezTo>
                      <a:cubicBezTo>
                        <a:pt x="46577" y="1715"/>
                        <a:pt x="47815" y="2095"/>
                        <a:pt x="48768" y="2095"/>
                      </a:cubicBezTo>
                      <a:cubicBezTo>
                        <a:pt x="49149" y="2095"/>
                        <a:pt x="49625" y="2095"/>
                        <a:pt x="50006" y="1905"/>
                      </a:cubicBezTo>
                      <a:cubicBezTo>
                        <a:pt x="50387" y="2667"/>
                        <a:pt x="51149" y="3238"/>
                        <a:pt x="52101" y="3524"/>
                      </a:cubicBezTo>
                      <a:cubicBezTo>
                        <a:pt x="53435" y="3905"/>
                        <a:pt x="54292" y="4286"/>
                        <a:pt x="54673" y="4572"/>
                      </a:cubicBezTo>
                      <a:cubicBezTo>
                        <a:pt x="56673" y="4763"/>
                        <a:pt x="58388" y="7239"/>
                        <a:pt x="59912" y="12001"/>
                      </a:cubicBezTo>
                      <a:cubicBezTo>
                        <a:pt x="59912" y="12668"/>
                        <a:pt x="59436" y="13621"/>
                        <a:pt x="58483" y="14668"/>
                      </a:cubicBezTo>
                      <a:cubicBezTo>
                        <a:pt x="57531" y="15811"/>
                        <a:pt x="57055" y="16764"/>
                        <a:pt x="57150" y="17526"/>
                      </a:cubicBezTo>
                      <a:cubicBezTo>
                        <a:pt x="56483" y="17431"/>
                        <a:pt x="56197" y="17526"/>
                        <a:pt x="56102" y="18193"/>
                      </a:cubicBezTo>
                      <a:cubicBezTo>
                        <a:pt x="56007" y="18955"/>
                        <a:pt x="55816" y="19336"/>
                        <a:pt x="55626" y="19431"/>
                      </a:cubicBezTo>
                      <a:cubicBezTo>
                        <a:pt x="54007" y="20193"/>
                        <a:pt x="52864" y="20574"/>
                        <a:pt x="52292" y="20574"/>
                      </a:cubicBezTo>
                      <a:cubicBezTo>
                        <a:pt x="51339" y="20574"/>
                        <a:pt x="50482" y="20002"/>
                        <a:pt x="49720" y="18859"/>
                      </a:cubicBezTo>
                      <a:cubicBezTo>
                        <a:pt x="49720" y="18002"/>
                        <a:pt x="49149" y="17335"/>
                        <a:pt x="48006" y="16859"/>
                      </a:cubicBezTo>
                      <a:cubicBezTo>
                        <a:pt x="46767" y="16478"/>
                        <a:pt x="46005" y="15907"/>
                        <a:pt x="45815" y="15240"/>
                      </a:cubicBezTo>
                      <a:cubicBezTo>
                        <a:pt x="45434" y="15240"/>
                        <a:pt x="44577" y="14859"/>
                        <a:pt x="43148" y="14288"/>
                      </a:cubicBezTo>
                      <a:cubicBezTo>
                        <a:pt x="42005" y="13811"/>
                        <a:pt x="41148" y="13621"/>
                        <a:pt x="40386" y="13621"/>
                      </a:cubicBezTo>
                      <a:cubicBezTo>
                        <a:pt x="39433" y="13621"/>
                        <a:pt x="38576" y="14097"/>
                        <a:pt x="37909" y="14954"/>
                      </a:cubicBezTo>
                      <a:cubicBezTo>
                        <a:pt x="37719" y="14954"/>
                        <a:pt x="37529" y="14859"/>
                        <a:pt x="37338" y="14859"/>
                      </a:cubicBezTo>
                      <a:cubicBezTo>
                        <a:pt x="36862" y="14859"/>
                        <a:pt x="36195" y="15240"/>
                        <a:pt x="35147" y="16097"/>
                      </a:cubicBezTo>
                      <a:cubicBezTo>
                        <a:pt x="35528" y="16573"/>
                        <a:pt x="35623" y="17050"/>
                        <a:pt x="35623" y="17431"/>
                      </a:cubicBezTo>
                      <a:cubicBezTo>
                        <a:pt x="35623" y="17907"/>
                        <a:pt x="35242" y="18383"/>
                        <a:pt x="34480" y="18764"/>
                      </a:cubicBezTo>
                      <a:cubicBezTo>
                        <a:pt x="33718" y="19145"/>
                        <a:pt x="33338" y="19621"/>
                        <a:pt x="33338" y="20002"/>
                      </a:cubicBezTo>
                      <a:cubicBezTo>
                        <a:pt x="33338" y="20383"/>
                        <a:pt x="33528" y="20765"/>
                        <a:pt x="33909" y="21336"/>
                      </a:cubicBezTo>
                      <a:cubicBezTo>
                        <a:pt x="36290" y="24765"/>
                        <a:pt x="39910" y="27337"/>
                        <a:pt x="44862" y="29051"/>
                      </a:cubicBezTo>
                      <a:cubicBezTo>
                        <a:pt x="45529" y="29242"/>
                        <a:pt x="46387" y="29718"/>
                        <a:pt x="47530" y="30670"/>
                      </a:cubicBezTo>
                      <a:cubicBezTo>
                        <a:pt x="48768" y="31623"/>
                        <a:pt x="49720" y="32099"/>
                        <a:pt x="50482" y="32194"/>
                      </a:cubicBezTo>
                      <a:cubicBezTo>
                        <a:pt x="51339" y="32194"/>
                        <a:pt x="52388" y="32861"/>
                        <a:pt x="53911" y="34099"/>
                      </a:cubicBezTo>
                      <a:cubicBezTo>
                        <a:pt x="55150" y="35242"/>
                        <a:pt x="56292" y="35719"/>
                        <a:pt x="57531" y="35528"/>
                      </a:cubicBezTo>
                      <a:cubicBezTo>
                        <a:pt x="57531" y="36100"/>
                        <a:pt x="57531" y="36385"/>
                        <a:pt x="57817" y="36385"/>
                      </a:cubicBezTo>
                      <a:cubicBezTo>
                        <a:pt x="58388" y="36385"/>
                        <a:pt x="58674" y="36766"/>
                        <a:pt x="58960" y="37528"/>
                      </a:cubicBezTo>
                      <a:cubicBezTo>
                        <a:pt x="59245" y="38290"/>
                        <a:pt x="59627" y="38576"/>
                        <a:pt x="60103" y="38386"/>
                      </a:cubicBezTo>
                      <a:cubicBezTo>
                        <a:pt x="60293" y="38767"/>
                        <a:pt x="60960" y="39910"/>
                        <a:pt x="62389" y="41815"/>
                      </a:cubicBezTo>
                      <a:cubicBezTo>
                        <a:pt x="63436" y="43339"/>
                        <a:pt x="63912" y="44863"/>
                        <a:pt x="63912" y="46101"/>
                      </a:cubicBezTo>
                      <a:cubicBezTo>
                        <a:pt x="64198" y="46482"/>
                        <a:pt x="64294" y="46768"/>
                        <a:pt x="64294" y="47149"/>
                      </a:cubicBezTo>
                      <a:cubicBezTo>
                        <a:pt x="64294" y="47435"/>
                        <a:pt x="64103" y="47815"/>
                        <a:pt x="63912" y="48196"/>
                      </a:cubicBezTo>
                      <a:cubicBezTo>
                        <a:pt x="63627" y="48673"/>
                        <a:pt x="63436" y="48958"/>
                        <a:pt x="63436" y="49054"/>
                      </a:cubicBezTo>
                      <a:cubicBezTo>
                        <a:pt x="63436" y="49435"/>
                        <a:pt x="63722" y="49720"/>
                        <a:pt x="64198" y="50102"/>
                      </a:cubicBezTo>
                      <a:close/>
                      <a:moveTo>
                        <a:pt x="14573" y="51911"/>
                      </a:moveTo>
                      <a:lnTo>
                        <a:pt x="16573" y="51244"/>
                      </a:lnTo>
                      <a:lnTo>
                        <a:pt x="15621" y="51244"/>
                      </a:lnTo>
                      <a:lnTo>
                        <a:pt x="14573" y="51911"/>
                      </a:lnTo>
                      <a:close/>
                      <a:moveTo>
                        <a:pt x="15144" y="60103"/>
                      </a:moveTo>
                      <a:lnTo>
                        <a:pt x="15621" y="60103"/>
                      </a:lnTo>
                      <a:lnTo>
                        <a:pt x="16287" y="60579"/>
                      </a:lnTo>
                      <a:lnTo>
                        <a:pt x="15144" y="60103"/>
                      </a:lnTo>
                      <a:close/>
                      <a:moveTo>
                        <a:pt x="17907" y="64579"/>
                      </a:moveTo>
                      <a:cubicBezTo>
                        <a:pt x="17812" y="63913"/>
                        <a:pt x="17907" y="63436"/>
                        <a:pt x="18479" y="62960"/>
                      </a:cubicBezTo>
                      <a:lnTo>
                        <a:pt x="18479" y="62960"/>
                      </a:lnTo>
                      <a:cubicBezTo>
                        <a:pt x="18479" y="62960"/>
                        <a:pt x="18573" y="63436"/>
                        <a:pt x="18859" y="63627"/>
                      </a:cubicBezTo>
                      <a:cubicBezTo>
                        <a:pt x="19145" y="63913"/>
                        <a:pt x="19240" y="64103"/>
                        <a:pt x="19240" y="64198"/>
                      </a:cubicBezTo>
                      <a:cubicBezTo>
                        <a:pt x="19240" y="64389"/>
                        <a:pt x="19240" y="64484"/>
                        <a:pt x="18859" y="64579"/>
                      </a:cubicBezTo>
                      <a:lnTo>
                        <a:pt x="17907" y="64579"/>
                      </a:lnTo>
                      <a:close/>
                      <a:moveTo>
                        <a:pt x="18669" y="62674"/>
                      </a:moveTo>
                      <a:cubicBezTo>
                        <a:pt x="18669" y="62674"/>
                        <a:pt x="18479" y="62865"/>
                        <a:pt x="18479" y="62960"/>
                      </a:cubicBezTo>
                      <a:cubicBezTo>
                        <a:pt x="18479" y="62960"/>
                        <a:pt x="18479" y="62770"/>
                        <a:pt x="18669" y="62674"/>
                      </a:cubicBezTo>
                      <a:close/>
                      <a:moveTo>
                        <a:pt x="18764" y="61055"/>
                      </a:moveTo>
                      <a:cubicBezTo>
                        <a:pt x="18764" y="61055"/>
                        <a:pt x="19240" y="61246"/>
                        <a:pt x="19526" y="61531"/>
                      </a:cubicBezTo>
                      <a:cubicBezTo>
                        <a:pt x="19812" y="61817"/>
                        <a:pt x="20002" y="62008"/>
                        <a:pt x="20002" y="62008"/>
                      </a:cubicBezTo>
                      <a:cubicBezTo>
                        <a:pt x="19621" y="62008"/>
                        <a:pt x="19145" y="62294"/>
                        <a:pt x="18573" y="62674"/>
                      </a:cubicBezTo>
                      <a:cubicBezTo>
                        <a:pt x="18955" y="62103"/>
                        <a:pt x="19050" y="61531"/>
                        <a:pt x="18669" y="61055"/>
                      </a:cubicBezTo>
                      <a:close/>
                      <a:moveTo>
                        <a:pt x="20764" y="53911"/>
                      </a:moveTo>
                      <a:lnTo>
                        <a:pt x="20764" y="53245"/>
                      </a:lnTo>
                      <a:lnTo>
                        <a:pt x="18764" y="52197"/>
                      </a:lnTo>
                      <a:lnTo>
                        <a:pt x="20764" y="53911"/>
                      </a:lnTo>
                      <a:close/>
                      <a:moveTo>
                        <a:pt x="22384" y="56483"/>
                      </a:moveTo>
                      <a:cubicBezTo>
                        <a:pt x="22384" y="56483"/>
                        <a:pt x="22670" y="56483"/>
                        <a:pt x="23241" y="56674"/>
                      </a:cubicBezTo>
                      <a:cubicBezTo>
                        <a:pt x="23622" y="56674"/>
                        <a:pt x="23908" y="56578"/>
                        <a:pt x="24003" y="56198"/>
                      </a:cubicBezTo>
                      <a:cubicBezTo>
                        <a:pt x="23336" y="56007"/>
                        <a:pt x="22764" y="56102"/>
                        <a:pt x="22384" y="56483"/>
                      </a:cubicBezTo>
                      <a:cubicBezTo>
                        <a:pt x="22193" y="56483"/>
                        <a:pt x="22098" y="56578"/>
                        <a:pt x="22098" y="56769"/>
                      </a:cubicBezTo>
                      <a:lnTo>
                        <a:pt x="21431" y="57436"/>
                      </a:lnTo>
                      <a:lnTo>
                        <a:pt x="22098" y="57436"/>
                      </a:lnTo>
                      <a:cubicBezTo>
                        <a:pt x="22098" y="57436"/>
                        <a:pt x="22098" y="56960"/>
                        <a:pt x="22098" y="56769"/>
                      </a:cubicBezTo>
                      <a:lnTo>
                        <a:pt x="22384" y="56483"/>
                      </a:lnTo>
                      <a:close/>
                      <a:moveTo>
                        <a:pt x="22764" y="24670"/>
                      </a:moveTo>
                      <a:cubicBezTo>
                        <a:pt x="22764" y="24670"/>
                        <a:pt x="23146" y="24098"/>
                        <a:pt x="23050" y="23908"/>
                      </a:cubicBezTo>
                      <a:lnTo>
                        <a:pt x="23336" y="23336"/>
                      </a:lnTo>
                      <a:cubicBezTo>
                        <a:pt x="23336" y="23336"/>
                        <a:pt x="22764" y="22860"/>
                        <a:pt x="22479" y="22669"/>
                      </a:cubicBezTo>
                      <a:cubicBezTo>
                        <a:pt x="22098" y="22479"/>
                        <a:pt x="21907" y="22384"/>
                        <a:pt x="21717" y="22384"/>
                      </a:cubicBezTo>
                      <a:cubicBezTo>
                        <a:pt x="22670" y="22860"/>
                        <a:pt x="23146" y="23336"/>
                        <a:pt x="23146" y="23908"/>
                      </a:cubicBezTo>
                      <a:lnTo>
                        <a:pt x="22860" y="24670"/>
                      </a:lnTo>
                      <a:close/>
                      <a:moveTo>
                        <a:pt x="28670" y="19812"/>
                      </a:moveTo>
                      <a:lnTo>
                        <a:pt x="28670" y="19526"/>
                      </a:lnTo>
                      <a:cubicBezTo>
                        <a:pt x="28480" y="18097"/>
                        <a:pt x="27432" y="17335"/>
                        <a:pt x="25622" y="17335"/>
                      </a:cubicBezTo>
                      <a:cubicBezTo>
                        <a:pt x="24193" y="17335"/>
                        <a:pt x="22955" y="17716"/>
                        <a:pt x="22098" y="18478"/>
                      </a:cubicBezTo>
                      <a:cubicBezTo>
                        <a:pt x="22384" y="18574"/>
                        <a:pt x="22670" y="19145"/>
                        <a:pt x="23050" y="20098"/>
                      </a:cubicBezTo>
                      <a:cubicBezTo>
                        <a:pt x="23431" y="21145"/>
                        <a:pt x="23908" y="21526"/>
                        <a:pt x="24765" y="21336"/>
                      </a:cubicBezTo>
                      <a:lnTo>
                        <a:pt x="24765" y="21050"/>
                      </a:lnTo>
                      <a:cubicBezTo>
                        <a:pt x="24765" y="21050"/>
                        <a:pt x="25146" y="20288"/>
                        <a:pt x="25336" y="19240"/>
                      </a:cubicBezTo>
                      <a:cubicBezTo>
                        <a:pt x="25432" y="18288"/>
                        <a:pt x="25812" y="17907"/>
                        <a:pt x="26384" y="17907"/>
                      </a:cubicBezTo>
                      <a:cubicBezTo>
                        <a:pt x="26575" y="17907"/>
                        <a:pt x="26861" y="17907"/>
                        <a:pt x="27146" y="18193"/>
                      </a:cubicBezTo>
                      <a:lnTo>
                        <a:pt x="27146" y="18859"/>
                      </a:lnTo>
                      <a:cubicBezTo>
                        <a:pt x="27146" y="18859"/>
                        <a:pt x="27432" y="18859"/>
                        <a:pt x="27527" y="18859"/>
                      </a:cubicBezTo>
                      <a:cubicBezTo>
                        <a:pt x="27622" y="18859"/>
                        <a:pt x="28004" y="19240"/>
                        <a:pt x="28765" y="19907"/>
                      </a:cubicBezTo>
                      <a:close/>
                      <a:moveTo>
                        <a:pt x="23241" y="46673"/>
                      </a:moveTo>
                      <a:cubicBezTo>
                        <a:pt x="22670" y="46673"/>
                        <a:pt x="22384" y="46673"/>
                        <a:pt x="22288" y="46387"/>
                      </a:cubicBezTo>
                      <a:lnTo>
                        <a:pt x="23050" y="47339"/>
                      </a:lnTo>
                      <a:cubicBezTo>
                        <a:pt x="23050" y="47339"/>
                        <a:pt x="23431" y="46958"/>
                        <a:pt x="23336" y="46673"/>
                      </a:cubicBezTo>
                      <a:close/>
                      <a:moveTo>
                        <a:pt x="23908" y="20669"/>
                      </a:moveTo>
                      <a:lnTo>
                        <a:pt x="23622" y="20383"/>
                      </a:lnTo>
                      <a:lnTo>
                        <a:pt x="24289" y="20383"/>
                      </a:lnTo>
                      <a:cubicBezTo>
                        <a:pt x="24289" y="20383"/>
                        <a:pt x="24098" y="20479"/>
                        <a:pt x="23908" y="20669"/>
                      </a:cubicBezTo>
                      <a:close/>
                      <a:moveTo>
                        <a:pt x="24289" y="20383"/>
                      </a:moveTo>
                      <a:cubicBezTo>
                        <a:pt x="24289" y="20383"/>
                        <a:pt x="24574" y="20288"/>
                        <a:pt x="24574" y="20383"/>
                      </a:cubicBezTo>
                      <a:lnTo>
                        <a:pt x="24289" y="20383"/>
                      </a:lnTo>
                      <a:close/>
                      <a:moveTo>
                        <a:pt x="24955" y="61722"/>
                      </a:moveTo>
                      <a:lnTo>
                        <a:pt x="25622" y="61055"/>
                      </a:lnTo>
                      <a:cubicBezTo>
                        <a:pt x="25622" y="61055"/>
                        <a:pt x="25051" y="60674"/>
                        <a:pt x="24955" y="60674"/>
                      </a:cubicBezTo>
                      <a:lnTo>
                        <a:pt x="24955" y="61817"/>
                      </a:lnTo>
                      <a:close/>
                      <a:moveTo>
                        <a:pt x="25908" y="21622"/>
                      </a:moveTo>
                      <a:cubicBezTo>
                        <a:pt x="25908" y="21622"/>
                        <a:pt x="25908" y="20860"/>
                        <a:pt x="25622" y="20479"/>
                      </a:cubicBezTo>
                      <a:lnTo>
                        <a:pt x="25622" y="22098"/>
                      </a:lnTo>
                      <a:lnTo>
                        <a:pt x="25908" y="21717"/>
                      </a:lnTo>
                      <a:close/>
                      <a:moveTo>
                        <a:pt x="27241" y="67056"/>
                      </a:moveTo>
                      <a:lnTo>
                        <a:pt x="26955" y="66770"/>
                      </a:lnTo>
                      <a:lnTo>
                        <a:pt x="27622" y="66770"/>
                      </a:lnTo>
                      <a:cubicBezTo>
                        <a:pt x="27622" y="66770"/>
                        <a:pt x="27146" y="67056"/>
                        <a:pt x="27241" y="67056"/>
                      </a:cubicBezTo>
                      <a:close/>
                      <a:moveTo>
                        <a:pt x="35623" y="60103"/>
                      </a:moveTo>
                      <a:lnTo>
                        <a:pt x="36004" y="59722"/>
                      </a:lnTo>
                      <a:lnTo>
                        <a:pt x="35623" y="58769"/>
                      </a:lnTo>
                      <a:lnTo>
                        <a:pt x="35623" y="60103"/>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 name="Google Shape;1254;p99"/>
                <p:cNvSpPr/>
                <p:nvPr/>
              </p:nvSpPr>
              <p:spPr>
                <a:xfrm>
                  <a:off x="8339803" y="1782889"/>
                  <a:ext cx="53339" cy="68580"/>
                </a:xfrm>
                <a:custGeom>
                  <a:avLst/>
                  <a:gdLst/>
                  <a:ahLst/>
                  <a:cxnLst/>
                  <a:rect l="l" t="t" r="r" b="b"/>
                  <a:pathLst>
                    <a:path w="53339" h="68580" extrusionOk="0">
                      <a:moveTo>
                        <a:pt x="47149" y="54864"/>
                      </a:moveTo>
                      <a:cubicBezTo>
                        <a:pt x="48292" y="55626"/>
                        <a:pt x="48959" y="56769"/>
                        <a:pt x="49053" y="58484"/>
                      </a:cubicBezTo>
                      <a:cubicBezTo>
                        <a:pt x="49053" y="59912"/>
                        <a:pt x="49149" y="61341"/>
                        <a:pt x="49149" y="62770"/>
                      </a:cubicBezTo>
                      <a:cubicBezTo>
                        <a:pt x="49149" y="63532"/>
                        <a:pt x="49244" y="64198"/>
                        <a:pt x="49435" y="64770"/>
                      </a:cubicBezTo>
                      <a:cubicBezTo>
                        <a:pt x="47816" y="67247"/>
                        <a:pt x="45148" y="68580"/>
                        <a:pt x="41338" y="68580"/>
                      </a:cubicBezTo>
                      <a:cubicBezTo>
                        <a:pt x="40195" y="68580"/>
                        <a:pt x="38481" y="68485"/>
                        <a:pt x="36195" y="68294"/>
                      </a:cubicBezTo>
                      <a:cubicBezTo>
                        <a:pt x="33909" y="68009"/>
                        <a:pt x="32195" y="67913"/>
                        <a:pt x="31052" y="67913"/>
                      </a:cubicBezTo>
                      <a:cubicBezTo>
                        <a:pt x="29909" y="67913"/>
                        <a:pt x="28766" y="67913"/>
                        <a:pt x="27908" y="68104"/>
                      </a:cubicBezTo>
                      <a:lnTo>
                        <a:pt x="8287" y="68104"/>
                      </a:lnTo>
                      <a:lnTo>
                        <a:pt x="8287" y="67913"/>
                      </a:lnTo>
                      <a:cubicBezTo>
                        <a:pt x="7620" y="67532"/>
                        <a:pt x="6382" y="67437"/>
                        <a:pt x="4667" y="67723"/>
                      </a:cubicBezTo>
                      <a:cubicBezTo>
                        <a:pt x="2953" y="68009"/>
                        <a:pt x="1619" y="67818"/>
                        <a:pt x="667" y="67247"/>
                      </a:cubicBezTo>
                      <a:cubicBezTo>
                        <a:pt x="952" y="59245"/>
                        <a:pt x="1143" y="51340"/>
                        <a:pt x="1143" y="43434"/>
                      </a:cubicBezTo>
                      <a:cubicBezTo>
                        <a:pt x="1143" y="35528"/>
                        <a:pt x="952" y="27623"/>
                        <a:pt x="667" y="19621"/>
                      </a:cubicBezTo>
                      <a:cubicBezTo>
                        <a:pt x="1048" y="19812"/>
                        <a:pt x="1238" y="19907"/>
                        <a:pt x="1334" y="19907"/>
                      </a:cubicBezTo>
                      <a:lnTo>
                        <a:pt x="1619" y="19621"/>
                      </a:lnTo>
                      <a:cubicBezTo>
                        <a:pt x="1619" y="19621"/>
                        <a:pt x="1619" y="19050"/>
                        <a:pt x="1238" y="18860"/>
                      </a:cubicBezTo>
                      <a:cubicBezTo>
                        <a:pt x="857" y="18764"/>
                        <a:pt x="667" y="18669"/>
                        <a:pt x="667" y="18574"/>
                      </a:cubicBezTo>
                      <a:cubicBezTo>
                        <a:pt x="667" y="18479"/>
                        <a:pt x="762" y="18288"/>
                        <a:pt x="1143" y="18002"/>
                      </a:cubicBezTo>
                      <a:cubicBezTo>
                        <a:pt x="1143" y="18479"/>
                        <a:pt x="1238" y="18860"/>
                        <a:pt x="1334" y="18955"/>
                      </a:cubicBezTo>
                      <a:cubicBezTo>
                        <a:pt x="1905" y="18955"/>
                        <a:pt x="2095" y="18574"/>
                        <a:pt x="1810" y="18002"/>
                      </a:cubicBezTo>
                      <a:cubicBezTo>
                        <a:pt x="1524" y="17431"/>
                        <a:pt x="1619" y="17050"/>
                        <a:pt x="2000" y="16954"/>
                      </a:cubicBezTo>
                      <a:cubicBezTo>
                        <a:pt x="2000" y="17050"/>
                        <a:pt x="2000" y="17145"/>
                        <a:pt x="2000" y="17240"/>
                      </a:cubicBezTo>
                      <a:cubicBezTo>
                        <a:pt x="2000" y="17431"/>
                        <a:pt x="2095" y="17717"/>
                        <a:pt x="2381" y="18002"/>
                      </a:cubicBezTo>
                      <a:cubicBezTo>
                        <a:pt x="2762" y="18288"/>
                        <a:pt x="2953" y="18479"/>
                        <a:pt x="2953" y="18479"/>
                      </a:cubicBezTo>
                      <a:lnTo>
                        <a:pt x="4286" y="18193"/>
                      </a:lnTo>
                      <a:lnTo>
                        <a:pt x="2953" y="17335"/>
                      </a:lnTo>
                      <a:lnTo>
                        <a:pt x="4286" y="16669"/>
                      </a:lnTo>
                      <a:cubicBezTo>
                        <a:pt x="4286" y="16669"/>
                        <a:pt x="3905" y="16288"/>
                        <a:pt x="3238" y="15621"/>
                      </a:cubicBezTo>
                      <a:cubicBezTo>
                        <a:pt x="2762" y="15240"/>
                        <a:pt x="2381" y="15050"/>
                        <a:pt x="2095" y="15050"/>
                      </a:cubicBezTo>
                      <a:cubicBezTo>
                        <a:pt x="1714" y="15050"/>
                        <a:pt x="1524" y="15240"/>
                        <a:pt x="1238" y="15716"/>
                      </a:cubicBezTo>
                      <a:cubicBezTo>
                        <a:pt x="857" y="15526"/>
                        <a:pt x="667" y="15240"/>
                        <a:pt x="667" y="15050"/>
                      </a:cubicBezTo>
                      <a:cubicBezTo>
                        <a:pt x="667" y="14954"/>
                        <a:pt x="857" y="14669"/>
                        <a:pt x="1428" y="14383"/>
                      </a:cubicBezTo>
                      <a:cubicBezTo>
                        <a:pt x="1810" y="14002"/>
                        <a:pt x="2095" y="13716"/>
                        <a:pt x="2000" y="13430"/>
                      </a:cubicBezTo>
                      <a:lnTo>
                        <a:pt x="2667" y="14097"/>
                      </a:lnTo>
                      <a:lnTo>
                        <a:pt x="3048" y="13621"/>
                      </a:lnTo>
                      <a:cubicBezTo>
                        <a:pt x="3048" y="13621"/>
                        <a:pt x="3429" y="13906"/>
                        <a:pt x="3715" y="13906"/>
                      </a:cubicBezTo>
                      <a:cubicBezTo>
                        <a:pt x="4000" y="13906"/>
                        <a:pt x="4476" y="13811"/>
                        <a:pt x="5048" y="13430"/>
                      </a:cubicBezTo>
                      <a:cubicBezTo>
                        <a:pt x="5715" y="13144"/>
                        <a:pt x="6096" y="13049"/>
                        <a:pt x="6382" y="13049"/>
                      </a:cubicBezTo>
                      <a:cubicBezTo>
                        <a:pt x="6763" y="13049"/>
                        <a:pt x="6953" y="13144"/>
                        <a:pt x="7239" y="13430"/>
                      </a:cubicBezTo>
                      <a:lnTo>
                        <a:pt x="7715" y="13144"/>
                      </a:lnTo>
                      <a:cubicBezTo>
                        <a:pt x="7715" y="12668"/>
                        <a:pt x="7334" y="12287"/>
                        <a:pt x="6668" y="12097"/>
                      </a:cubicBezTo>
                      <a:cubicBezTo>
                        <a:pt x="6096" y="11906"/>
                        <a:pt x="5715" y="11716"/>
                        <a:pt x="5619" y="11525"/>
                      </a:cubicBezTo>
                      <a:cubicBezTo>
                        <a:pt x="4763" y="11525"/>
                        <a:pt x="3620" y="11525"/>
                        <a:pt x="2286" y="11525"/>
                      </a:cubicBezTo>
                      <a:cubicBezTo>
                        <a:pt x="2286" y="11811"/>
                        <a:pt x="2095" y="11906"/>
                        <a:pt x="2000" y="11906"/>
                      </a:cubicBezTo>
                      <a:cubicBezTo>
                        <a:pt x="1810" y="11716"/>
                        <a:pt x="1619" y="11621"/>
                        <a:pt x="1524" y="11621"/>
                      </a:cubicBezTo>
                      <a:cubicBezTo>
                        <a:pt x="1428" y="11621"/>
                        <a:pt x="1334" y="11621"/>
                        <a:pt x="1143" y="11621"/>
                      </a:cubicBezTo>
                      <a:lnTo>
                        <a:pt x="381" y="9049"/>
                      </a:lnTo>
                      <a:cubicBezTo>
                        <a:pt x="857" y="9049"/>
                        <a:pt x="1238" y="8954"/>
                        <a:pt x="1334" y="8668"/>
                      </a:cubicBezTo>
                      <a:cubicBezTo>
                        <a:pt x="1334" y="8192"/>
                        <a:pt x="1143" y="8001"/>
                        <a:pt x="762" y="8287"/>
                      </a:cubicBezTo>
                      <a:cubicBezTo>
                        <a:pt x="285" y="8477"/>
                        <a:pt x="95" y="8477"/>
                        <a:pt x="0" y="8096"/>
                      </a:cubicBezTo>
                      <a:lnTo>
                        <a:pt x="667" y="7429"/>
                      </a:lnTo>
                      <a:lnTo>
                        <a:pt x="1334" y="8096"/>
                      </a:lnTo>
                      <a:cubicBezTo>
                        <a:pt x="1334" y="8096"/>
                        <a:pt x="1619" y="7429"/>
                        <a:pt x="1619" y="6477"/>
                      </a:cubicBezTo>
                      <a:cubicBezTo>
                        <a:pt x="1619" y="6667"/>
                        <a:pt x="1714" y="6858"/>
                        <a:pt x="2095" y="6953"/>
                      </a:cubicBezTo>
                      <a:cubicBezTo>
                        <a:pt x="2572" y="6667"/>
                        <a:pt x="2762" y="6382"/>
                        <a:pt x="2762" y="6096"/>
                      </a:cubicBezTo>
                      <a:cubicBezTo>
                        <a:pt x="2762" y="5810"/>
                        <a:pt x="2381" y="5429"/>
                        <a:pt x="1619" y="4858"/>
                      </a:cubicBezTo>
                      <a:cubicBezTo>
                        <a:pt x="857" y="4286"/>
                        <a:pt x="476" y="3810"/>
                        <a:pt x="476" y="3334"/>
                      </a:cubicBezTo>
                      <a:cubicBezTo>
                        <a:pt x="476" y="2953"/>
                        <a:pt x="762" y="2477"/>
                        <a:pt x="1238" y="2096"/>
                      </a:cubicBezTo>
                      <a:lnTo>
                        <a:pt x="2857" y="381"/>
                      </a:lnTo>
                      <a:cubicBezTo>
                        <a:pt x="5810" y="95"/>
                        <a:pt x="8954" y="0"/>
                        <a:pt x="12287" y="0"/>
                      </a:cubicBezTo>
                      <a:cubicBezTo>
                        <a:pt x="15430" y="0"/>
                        <a:pt x="20193" y="190"/>
                        <a:pt x="26479" y="476"/>
                      </a:cubicBezTo>
                      <a:cubicBezTo>
                        <a:pt x="32766" y="857"/>
                        <a:pt x="37624" y="952"/>
                        <a:pt x="40767" y="952"/>
                      </a:cubicBezTo>
                      <a:cubicBezTo>
                        <a:pt x="43053" y="952"/>
                        <a:pt x="45244" y="952"/>
                        <a:pt x="47244" y="857"/>
                      </a:cubicBezTo>
                      <a:cubicBezTo>
                        <a:pt x="48577" y="1810"/>
                        <a:pt x="49244" y="3238"/>
                        <a:pt x="49244" y="4858"/>
                      </a:cubicBezTo>
                      <a:cubicBezTo>
                        <a:pt x="49244" y="5334"/>
                        <a:pt x="49149" y="6191"/>
                        <a:pt x="48959" y="7525"/>
                      </a:cubicBezTo>
                      <a:cubicBezTo>
                        <a:pt x="48768" y="8763"/>
                        <a:pt x="48673" y="9715"/>
                        <a:pt x="48673" y="10382"/>
                      </a:cubicBezTo>
                      <a:cubicBezTo>
                        <a:pt x="48673" y="11049"/>
                        <a:pt x="48673" y="11716"/>
                        <a:pt x="48768" y="12192"/>
                      </a:cubicBezTo>
                      <a:cubicBezTo>
                        <a:pt x="48768" y="13049"/>
                        <a:pt x="48196" y="13525"/>
                        <a:pt x="47149" y="13525"/>
                      </a:cubicBezTo>
                      <a:cubicBezTo>
                        <a:pt x="46958" y="13525"/>
                        <a:pt x="46672" y="13525"/>
                        <a:pt x="46291" y="13525"/>
                      </a:cubicBezTo>
                      <a:lnTo>
                        <a:pt x="45434" y="13525"/>
                      </a:lnTo>
                      <a:cubicBezTo>
                        <a:pt x="44768" y="13525"/>
                        <a:pt x="44196" y="13621"/>
                        <a:pt x="43815" y="13906"/>
                      </a:cubicBezTo>
                      <a:lnTo>
                        <a:pt x="41910" y="13906"/>
                      </a:lnTo>
                      <a:lnTo>
                        <a:pt x="41910" y="13525"/>
                      </a:lnTo>
                      <a:cubicBezTo>
                        <a:pt x="39243" y="13716"/>
                        <a:pt x="36290" y="13906"/>
                        <a:pt x="32957" y="13906"/>
                      </a:cubicBezTo>
                      <a:cubicBezTo>
                        <a:pt x="30956" y="13906"/>
                        <a:pt x="27908" y="13906"/>
                        <a:pt x="23908" y="13906"/>
                      </a:cubicBezTo>
                      <a:lnTo>
                        <a:pt x="14859" y="13906"/>
                      </a:lnTo>
                      <a:cubicBezTo>
                        <a:pt x="14478" y="14859"/>
                        <a:pt x="14288" y="16097"/>
                        <a:pt x="14288" y="17335"/>
                      </a:cubicBezTo>
                      <a:cubicBezTo>
                        <a:pt x="14288" y="17717"/>
                        <a:pt x="14288" y="18288"/>
                        <a:pt x="14288" y="19050"/>
                      </a:cubicBezTo>
                      <a:lnTo>
                        <a:pt x="14288" y="20955"/>
                      </a:lnTo>
                      <a:cubicBezTo>
                        <a:pt x="14288" y="22193"/>
                        <a:pt x="14192" y="23336"/>
                        <a:pt x="13907" y="24289"/>
                      </a:cubicBezTo>
                      <a:cubicBezTo>
                        <a:pt x="14097" y="25051"/>
                        <a:pt x="14288" y="25813"/>
                        <a:pt x="14288" y="26670"/>
                      </a:cubicBezTo>
                      <a:cubicBezTo>
                        <a:pt x="14573" y="27718"/>
                        <a:pt x="15050" y="28194"/>
                        <a:pt x="15811" y="28194"/>
                      </a:cubicBezTo>
                      <a:cubicBezTo>
                        <a:pt x="16097" y="28194"/>
                        <a:pt x="16288" y="28194"/>
                        <a:pt x="16478" y="28194"/>
                      </a:cubicBezTo>
                      <a:cubicBezTo>
                        <a:pt x="16669" y="28194"/>
                        <a:pt x="16859" y="28194"/>
                        <a:pt x="17050" y="28194"/>
                      </a:cubicBezTo>
                      <a:cubicBezTo>
                        <a:pt x="17240" y="28194"/>
                        <a:pt x="17621" y="28194"/>
                        <a:pt x="18097" y="28003"/>
                      </a:cubicBezTo>
                      <a:cubicBezTo>
                        <a:pt x="18574" y="28003"/>
                        <a:pt x="18859" y="27813"/>
                        <a:pt x="19050" y="27813"/>
                      </a:cubicBezTo>
                      <a:cubicBezTo>
                        <a:pt x="19526" y="27813"/>
                        <a:pt x="19812" y="28003"/>
                        <a:pt x="20193" y="28480"/>
                      </a:cubicBezTo>
                      <a:cubicBezTo>
                        <a:pt x="21717" y="28003"/>
                        <a:pt x="23526" y="27813"/>
                        <a:pt x="25622" y="27813"/>
                      </a:cubicBezTo>
                      <a:cubicBezTo>
                        <a:pt x="26670" y="27813"/>
                        <a:pt x="28194" y="27813"/>
                        <a:pt x="30194" y="28003"/>
                      </a:cubicBezTo>
                      <a:cubicBezTo>
                        <a:pt x="32195" y="28194"/>
                        <a:pt x="33623" y="28194"/>
                        <a:pt x="34576" y="28194"/>
                      </a:cubicBezTo>
                      <a:cubicBezTo>
                        <a:pt x="35528" y="28194"/>
                        <a:pt x="36481" y="28194"/>
                        <a:pt x="37338" y="28003"/>
                      </a:cubicBezTo>
                      <a:cubicBezTo>
                        <a:pt x="37719" y="29432"/>
                        <a:pt x="37909" y="31337"/>
                        <a:pt x="37814" y="33909"/>
                      </a:cubicBezTo>
                      <a:cubicBezTo>
                        <a:pt x="37814" y="36766"/>
                        <a:pt x="37814" y="38672"/>
                        <a:pt x="38005" y="39815"/>
                      </a:cubicBezTo>
                      <a:cubicBezTo>
                        <a:pt x="36766" y="40672"/>
                        <a:pt x="35052" y="41053"/>
                        <a:pt x="33051" y="41053"/>
                      </a:cubicBezTo>
                      <a:cubicBezTo>
                        <a:pt x="32195" y="41053"/>
                        <a:pt x="30861" y="41053"/>
                        <a:pt x="29146" y="40767"/>
                      </a:cubicBezTo>
                      <a:cubicBezTo>
                        <a:pt x="27432" y="40577"/>
                        <a:pt x="26003" y="40481"/>
                        <a:pt x="25146" y="40481"/>
                      </a:cubicBezTo>
                      <a:cubicBezTo>
                        <a:pt x="24289" y="40481"/>
                        <a:pt x="23526" y="40481"/>
                        <a:pt x="22765" y="40672"/>
                      </a:cubicBezTo>
                      <a:lnTo>
                        <a:pt x="22765" y="40291"/>
                      </a:lnTo>
                      <a:cubicBezTo>
                        <a:pt x="22765" y="40291"/>
                        <a:pt x="21431" y="40291"/>
                        <a:pt x="20002" y="40291"/>
                      </a:cubicBezTo>
                      <a:cubicBezTo>
                        <a:pt x="19145" y="40291"/>
                        <a:pt x="18288" y="40481"/>
                        <a:pt x="17431" y="40862"/>
                      </a:cubicBezTo>
                      <a:cubicBezTo>
                        <a:pt x="17145" y="40672"/>
                        <a:pt x="16859" y="40577"/>
                        <a:pt x="16288" y="40577"/>
                      </a:cubicBezTo>
                      <a:cubicBezTo>
                        <a:pt x="15621" y="40577"/>
                        <a:pt x="15144" y="40577"/>
                        <a:pt x="15050" y="40577"/>
                      </a:cubicBezTo>
                      <a:cubicBezTo>
                        <a:pt x="14097" y="40862"/>
                        <a:pt x="13716" y="41529"/>
                        <a:pt x="13716" y="42672"/>
                      </a:cubicBezTo>
                      <a:cubicBezTo>
                        <a:pt x="13716" y="43529"/>
                        <a:pt x="13811" y="44101"/>
                        <a:pt x="14097" y="44577"/>
                      </a:cubicBezTo>
                      <a:cubicBezTo>
                        <a:pt x="12859" y="44196"/>
                        <a:pt x="11716" y="44577"/>
                        <a:pt x="10763" y="45434"/>
                      </a:cubicBezTo>
                      <a:lnTo>
                        <a:pt x="13049" y="45053"/>
                      </a:lnTo>
                      <a:lnTo>
                        <a:pt x="12763" y="45434"/>
                      </a:lnTo>
                      <a:cubicBezTo>
                        <a:pt x="12763" y="45434"/>
                        <a:pt x="13049" y="45815"/>
                        <a:pt x="13240" y="45815"/>
                      </a:cubicBezTo>
                      <a:cubicBezTo>
                        <a:pt x="13145" y="45815"/>
                        <a:pt x="13430" y="45625"/>
                        <a:pt x="14192" y="45053"/>
                      </a:cubicBezTo>
                      <a:cubicBezTo>
                        <a:pt x="14192" y="44863"/>
                        <a:pt x="14192" y="46387"/>
                        <a:pt x="14192" y="49911"/>
                      </a:cubicBezTo>
                      <a:cubicBezTo>
                        <a:pt x="14192" y="51911"/>
                        <a:pt x="14478" y="53531"/>
                        <a:pt x="15240" y="54578"/>
                      </a:cubicBezTo>
                      <a:cubicBezTo>
                        <a:pt x="17336" y="54864"/>
                        <a:pt x="19621" y="54959"/>
                        <a:pt x="21907" y="54959"/>
                      </a:cubicBezTo>
                      <a:cubicBezTo>
                        <a:pt x="23717" y="54959"/>
                        <a:pt x="26289" y="54864"/>
                        <a:pt x="29718" y="54578"/>
                      </a:cubicBezTo>
                      <a:cubicBezTo>
                        <a:pt x="33147" y="54388"/>
                        <a:pt x="35719" y="54197"/>
                        <a:pt x="37433" y="54197"/>
                      </a:cubicBezTo>
                      <a:cubicBezTo>
                        <a:pt x="40005" y="54197"/>
                        <a:pt x="42386" y="54388"/>
                        <a:pt x="44672" y="54673"/>
                      </a:cubicBezTo>
                      <a:cubicBezTo>
                        <a:pt x="45053" y="53816"/>
                        <a:pt x="45911" y="53721"/>
                        <a:pt x="47054" y="54388"/>
                      </a:cubicBezTo>
                      <a:close/>
                      <a:moveTo>
                        <a:pt x="2762" y="12668"/>
                      </a:moveTo>
                      <a:lnTo>
                        <a:pt x="3334" y="13335"/>
                      </a:lnTo>
                      <a:lnTo>
                        <a:pt x="3334" y="13525"/>
                      </a:lnTo>
                      <a:cubicBezTo>
                        <a:pt x="3334" y="13525"/>
                        <a:pt x="2857" y="13049"/>
                        <a:pt x="2762" y="12668"/>
                      </a:cubicBezTo>
                      <a:close/>
                      <a:moveTo>
                        <a:pt x="20384" y="36671"/>
                      </a:moveTo>
                      <a:lnTo>
                        <a:pt x="19335" y="36671"/>
                      </a:lnTo>
                      <a:cubicBezTo>
                        <a:pt x="19335" y="36671"/>
                        <a:pt x="19812" y="37052"/>
                        <a:pt x="20384" y="36671"/>
                      </a:cubicBezTo>
                      <a:lnTo>
                        <a:pt x="20860" y="36671"/>
                      </a:lnTo>
                      <a:cubicBezTo>
                        <a:pt x="20860" y="36671"/>
                        <a:pt x="21050" y="36957"/>
                        <a:pt x="21050" y="37243"/>
                      </a:cubicBezTo>
                      <a:lnTo>
                        <a:pt x="22193" y="36671"/>
                      </a:lnTo>
                      <a:cubicBezTo>
                        <a:pt x="22193" y="36671"/>
                        <a:pt x="22670" y="37148"/>
                        <a:pt x="22670" y="37243"/>
                      </a:cubicBezTo>
                      <a:lnTo>
                        <a:pt x="23908" y="37243"/>
                      </a:lnTo>
                      <a:lnTo>
                        <a:pt x="23908" y="36671"/>
                      </a:lnTo>
                      <a:lnTo>
                        <a:pt x="20860" y="36671"/>
                      </a:lnTo>
                      <a:cubicBezTo>
                        <a:pt x="20860" y="36671"/>
                        <a:pt x="20574" y="36576"/>
                        <a:pt x="20384" y="36671"/>
                      </a:cubicBezTo>
                      <a:close/>
                      <a:moveTo>
                        <a:pt x="37147" y="4953"/>
                      </a:moveTo>
                      <a:lnTo>
                        <a:pt x="36481" y="4477"/>
                      </a:lnTo>
                      <a:lnTo>
                        <a:pt x="37147" y="5810"/>
                      </a:lnTo>
                      <a:lnTo>
                        <a:pt x="37147" y="4953"/>
                      </a:lnTo>
                      <a:close/>
                      <a:moveTo>
                        <a:pt x="53054" y="59341"/>
                      </a:moveTo>
                      <a:lnTo>
                        <a:pt x="53340" y="59341"/>
                      </a:lnTo>
                      <a:lnTo>
                        <a:pt x="52292" y="59912"/>
                      </a:lnTo>
                      <a:lnTo>
                        <a:pt x="52959" y="59341"/>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 name="Google Shape;1255;p99"/>
                <p:cNvSpPr/>
                <p:nvPr/>
              </p:nvSpPr>
              <p:spPr>
                <a:xfrm>
                  <a:off x="8393238" y="1769935"/>
                  <a:ext cx="48672" cy="80867"/>
                </a:xfrm>
                <a:custGeom>
                  <a:avLst/>
                  <a:gdLst/>
                  <a:ahLst/>
                  <a:cxnLst/>
                  <a:rect l="l" t="t" r="r" b="b"/>
                  <a:pathLst>
                    <a:path w="48672" h="80867" extrusionOk="0">
                      <a:moveTo>
                        <a:pt x="46387" y="60293"/>
                      </a:moveTo>
                      <a:cubicBezTo>
                        <a:pt x="47816" y="60389"/>
                        <a:pt x="48483" y="61151"/>
                        <a:pt x="48483" y="62579"/>
                      </a:cubicBezTo>
                      <a:cubicBezTo>
                        <a:pt x="48387" y="64865"/>
                        <a:pt x="48387" y="66008"/>
                        <a:pt x="48483" y="66103"/>
                      </a:cubicBezTo>
                      <a:cubicBezTo>
                        <a:pt x="47720" y="67247"/>
                        <a:pt x="47054" y="68485"/>
                        <a:pt x="46387" y="69532"/>
                      </a:cubicBezTo>
                      <a:cubicBezTo>
                        <a:pt x="45530" y="70771"/>
                        <a:pt x="44577" y="71628"/>
                        <a:pt x="43434" y="72104"/>
                      </a:cubicBezTo>
                      <a:lnTo>
                        <a:pt x="44196" y="72581"/>
                      </a:lnTo>
                      <a:cubicBezTo>
                        <a:pt x="42863" y="73723"/>
                        <a:pt x="41624" y="74771"/>
                        <a:pt x="40386" y="75914"/>
                      </a:cubicBezTo>
                      <a:cubicBezTo>
                        <a:pt x="38862" y="77152"/>
                        <a:pt x="37433" y="77629"/>
                        <a:pt x="35814" y="77438"/>
                      </a:cubicBezTo>
                      <a:cubicBezTo>
                        <a:pt x="35243" y="78581"/>
                        <a:pt x="34100" y="79153"/>
                        <a:pt x="32575" y="79153"/>
                      </a:cubicBezTo>
                      <a:lnTo>
                        <a:pt x="31718" y="79153"/>
                      </a:lnTo>
                      <a:cubicBezTo>
                        <a:pt x="31718" y="79153"/>
                        <a:pt x="31052" y="79153"/>
                        <a:pt x="30861" y="79153"/>
                      </a:cubicBezTo>
                      <a:cubicBezTo>
                        <a:pt x="29242" y="79153"/>
                        <a:pt x="28004" y="79724"/>
                        <a:pt x="27337" y="80772"/>
                      </a:cubicBezTo>
                      <a:cubicBezTo>
                        <a:pt x="26480" y="80867"/>
                        <a:pt x="25527" y="80867"/>
                        <a:pt x="24670" y="80867"/>
                      </a:cubicBezTo>
                      <a:cubicBezTo>
                        <a:pt x="19526" y="80867"/>
                        <a:pt x="14192" y="78867"/>
                        <a:pt x="8668" y="74962"/>
                      </a:cubicBezTo>
                      <a:cubicBezTo>
                        <a:pt x="8097" y="74962"/>
                        <a:pt x="7430" y="74486"/>
                        <a:pt x="6668" y="73628"/>
                      </a:cubicBezTo>
                      <a:cubicBezTo>
                        <a:pt x="6096" y="72961"/>
                        <a:pt x="5429" y="72295"/>
                        <a:pt x="4858" y="71723"/>
                      </a:cubicBezTo>
                      <a:cubicBezTo>
                        <a:pt x="4858" y="70866"/>
                        <a:pt x="4382" y="70104"/>
                        <a:pt x="3143" y="69247"/>
                      </a:cubicBezTo>
                      <a:cubicBezTo>
                        <a:pt x="2000" y="68485"/>
                        <a:pt x="1429" y="67723"/>
                        <a:pt x="1429" y="66961"/>
                      </a:cubicBezTo>
                      <a:cubicBezTo>
                        <a:pt x="1429" y="66580"/>
                        <a:pt x="1429" y="66103"/>
                        <a:pt x="1810" y="65627"/>
                      </a:cubicBezTo>
                      <a:cubicBezTo>
                        <a:pt x="1048" y="64960"/>
                        <a:pt x="667" y="63722"/>
                        <a:pt x="667" y="62008"/>
                      </a:cubicBezTo>
                      <a:cubicBezTo>
                        <a:pt x="667" y="61627"/>
                        <a:pt x="667" y="60960"/>
                        <a:pt x="667" y="60103"/>
                      </a:cubicBezTo>
                      <a:cubicBezTo>
                        <a:pt x="667" y="59245"/>
                        <a:pt x="762" y="58579"/>
                        <a:pt x="762" y="58198"/>
                      </a:cubicBezTo>
                      <a:cubicBezTo>
                        <a:pt x="762" y="56864"/>
                        <a:pt x="476" y="55816"/>
                        <a:pt x="0" y="55150"/>
                      </a:cubicBezTo>
                      <a:cubicBezTo>
                        <a:pt x="571" y="54102"/>
                        <a:pt x="571" y="52578"/>
                        <a:pt x="286" y="50673"/>
                      </a:cubicBezTo>
                      <a:cubicBezTo>
                        <a:pt x="-95" y="48768"/>
                        <a:pt x="95" y="47244"/>
                        <a:pt x="667" y="46006"/>
                      </a:cubicBezTo>
                      <a:cubicBezTo>
                        <a:pt x="667" y="44101"/>
                        <a:pt x="667" y="41434"/>
                        <a:pt x="953" y="37910"/>
                      </a:cubicBezTo>
                      <a:cubicBezTo>
                        <a:pt x="571" y="36767"/>
                        <a:pt x="286" y="35623"/>
                        <a:pt x="286" y="34385"/>
                      </a:cubicBezTo>
                      <a:cubicBezTo>
                        <a:pt x="286" y="30671"/>
                        <a:pt x="2857" y="26003"/>
                        <a:pt x="8001" y="20383"/>
                      </a:cubicBezTo>
                      <a:lnTo>
                        <a:pt x="8287" y="20860"/>
                      </a:lnTo>
                      <a:cubicBezTo>
                        <a:pt x="8287" y="20860"/>
                        <a:pt x="8858" y="20098"/>
                        <a:pt x="9049" y="19431"/>
                      </a:cubicBezTo>
                      <a:cubicBezTo>
                        <a:pt x="9240" y="18764"/>
                        <a:pt x="9620" y="18383"/>
                        <a:pt x="10192" y="18193"/>
                      </a:cubicBezTo>
                      <a:lnTo>
                        <a:pt x="11621" y="18193"/>
                      </a:lnTo>
                      <a:lnTo>
                        <a:pt x="11621" y="18669"/>
                      </a:lnTo>
                      <a:cubicBezTo>
                        <a:pt x="11621" y="18669"/>
                        <a:pt x="12002" y="18383"/>
                        <a:pt x="12668" y="18383"/>
                      </a:cubicBezTo>
                      <a:cubicBezTo>
                        <a:pt x="13335" y="18383"/>
                        <a:pt x="13716" y="18383"/>
                        <a:pt x="13716" y="18098"/>
                      </a:cubicBezTo>
                      <a:cubicBezTo>
                        <a:pt x="13716" y="18002"/>
                        <a:pt x="13525" y="17621"/>
                        <a:pt x="13049" y="17240"/>
                      </a:cubicBezTo>
                      <a:cubicBezTo>
                        <a:pt x="13811" y="16669"/>
                        <a:pt x="14668" y="16002"/>
                        <a:pt x="15335" y="15526"/>
                      </a:cubicBezTo>
                      <a:cubicBezTo>
                        <a:pt x="16097" y="14954"/>
                        <a:pt x="17050" y="14669"/>
                        <a:pt x="18288" y="14669"/>
                      </a:cubicBezTo>
                      <a:cubicBezTo>
                        <a:pt x="18479" y="14192"/>
                        <a:pt x="18669" y="14002"/>
                        <a:pt x="19050" y="14002"/>
                      </a:cubicBezTo>
                      <a:cubicBezTo>
                        <a:pt x="19241" y="14002"/>
                        <a:pt x="19526" y="14097"/>
                        <a:pt x="19908" y="14383"/>
                      </a:cubicBezTo>
                      <a:cubicBezTo>
                        <a:pt x="20288" y="14669"/>
                        <a:pt x="20669" y="14669"/>
                        <a:pt x="20860" y="14669"/>
                      </a:cubicBezTo>
                      <a:cubicBezTo>
                        <a:pt x="20764" y="14478"/>
                        <a:pt x="20669" y="14383"/>
                        <a:pt x="20669" y="14288"/>
                      </a:cubicBezTo>
                      <a:cubicBezTo>
                        <a:pt x="20669" y="14002"/>
                        <a:pt x="20860" y="13621"/>
                        <a:pt x="21431" y="13240"/>
                      </a:cubicBezTo>
                      <a:cubicBezTo>
                        <a:pt x="21907" y="12859"/>
                        <a:pt x="22193" y="12478"/>
                        <a:pt x="22193" y="12287"/>
                      </a:cubicBezTo>
                      <a:cubicBezTo>
                        <a:pt x="22193" y="12002"/>
                        <a:pt x="22003" y="11811"/>
                        <a:pt x="21527" y="11525"/>
                      </a:cubicBezTo>
                      <a:cubicBezTo>
                        <a:pt x="21812" y="11525"/>
                        <a:pt x="22098" y="12002"/>
                        <a:pt x="22479" y="12859"/>
                      </a:cubicBezTo>
                      <a:lnTo>
                        <a:pt x="22193" y="13049"/>
                      </a:lnTo>
                      <a:cubicBezTo>
                        <a:pt x="22193" y="13049"/>
                        <a:pt x="23050" y="13430"/>
                        <a:pt x="24003" y="13144"/>
                      </a:cubicBezTo>
                      <a:cubicBezTo>
                        <a:pt x="24765" y="12859"/>
                        <a:pt x="25337" y="13144"/>
                        <a:pt x="25527" y="14002"/>
                      </a:cubicBezTo>
                      <a:cubicBezTo>
                        <a:pt x="25908" y="13621"/>
                        <a:pt x="26384" y="13430"/>
                        <a:pt x="26765" y="13430"/>
                      </a:cubicBezTo>
                      <a:cubicBezTo>
                        <a:pt x="27147" y="13430"/>
                        <a:pt x="27623" y="13716"/>
                        <a:pt x="28290" y="14192"/>
                      </a:cubicBezTo>
                      <a:cubicBezTo>
                        <a:pt x="28956" y="14764"/>
                        <a:pt x="29623" y="15050"/>
                        <a:pt x="30004" y="15050"/>
                      </a:cubicBezTo>
                      <a:cubicBezTo>
                        <a:pt x="30385" y="15050"/>
                        <a:pt x="30671" y="14954"/>
                        <a:pt x="31052" y="14764"/>
                      </a:cubicBezTo>
                      <a:cubicBezTo>
                        <a:pt x="31337" y="15240"/>
                        <a:pt x="31718" y="15526"/>
                        <a:pt x="32099" y="15526"/>
                      </a:cubicBezTo>
                      <a:cubicBezTo>
                        <a:pt x="32195" y="15526"/>
                        <a:pt x="32671" y="15335"/>
                        <a:pt x="33433" y="15050"/>
                      </a:cubicBezTo>
                      <a:lnTo>
                        <a:pt x="33814" y="16764"/>
                      </a:lnTo>
                      <a:cubicBezTo>
                        <a:pt x="33814" y="16764"/>
                        <a:pt x="34480" y="16573"/>
                        <a:pt x="35338" y="16383"/>
                      </a:cubicBezTo>
                      <a:cubicBezTo>
                        <a:pt x="36005" y="16192"/>
                        <a:pt x="36576" y="16097"/>
                        <a:pt x="37052" y="16192"/>
                      </a:cubicBezTo>
                      <a:cubicBezTo>
                        <a:pt x="37052" y="17145"/>
                        <a:pt x="37719" y="18002"/>
                        <a:pt x="39053" y="18764"/>
                      </a:cubicBezTo>
                      <a:cubicBezTo>
                        <a:pt x="39529" y="18574"/>
                        <a:pt x="40005" y="18383"/>
                        <a:pt x="40386" y="18383"/>
                      </a:cubicBezTo>
                      <a:cubicBezTo>
                        <a:pt x="41148" y="18383"/>
                        <a:pt x="41910" y="19240"/>
                        <a:pt x="42672" y="20955"/>
                      </a:cubicBezTo>
                      <a:cubicBezTo>
                        <a:pt x="43434" y="22574"/>
                        <a:pt x="44387" y="23527"/>
                        <a:pt x="45625" y="23622"/>
                      </a:cubicBezTo>
                      <a:cubicBezTo>
                        <a:pt x="45625" y="24670"/>
                        <a:pt x="46101" y="26098"/>
                        <a:pt x="47149" y="27718"/>
                      </a:cubicBezTo>
                      <a:cubicBezTo>
                        <a:pt x="48101" y="29337"/>
                        <a:pt x="48673" y="30766"/>
                        <a:pt x="48673" y="31909"/>
                      </a:cubicBezTo>
                      <a:cubicBezTo>
                        <a:pt x="48673" y="32575"/>
                        <a:pt x="48673" y="33242"/>
                        <a:pt x="48387" y="34004"/>
                      </a:cubicBezTo>
                      <a:cubicBezTo>
                        <a:pt x="47530" y="34004"/>
                        <a:pt x="46482" y="34481"/>
                        <a:pt x="45148" y="35433"/>
                      </a:cubicBezTo>
                      <a:cubicBezTo>
                        <a:pt x="43815" y="36385"/>
                        <a:pt x="42672" y="36767"/>
                        <a:pt x="41815" y="36767"/>
                      </a:cubicBezTo>
                      <a:cubicBezTo>
                        <a:pt x="41529" y="36767"/>
                        <a:pt x="41053" y="36767"/>
                        <a:pt x="40672" y="36576"/>
                      </a:cubicBezTo>
                      <a:cubicBezTo>
                        <a:pt x="40481" y="37243"/>
                        <a:pt x="39910" y="37529"/>
                        <a:pt x="39053" y="37624"/>
                      </a:cubicBezTo>
                      <a:cubicBezTo>
                        <a:pt x="38005" y="37624"/>
                        <a:pt x="37338" y="37910"/>
                        <a:pt x="37052" y="38195"/>
                      </a:cubicBezTo>
                      <a:cubicBezTo>
                        <a:pt x="35243" y="37529"/>
                        <a:pt x="33909" y="35052"/>
                        <a:pt x="33147" y="30766"/>
                      </a:cubicBezTo>
                      <a:cubicBezTo>
                        <a:pt x="31052" y="29242"/>
                        <a:pt x="29909" y="28385"/>
                        <a:pt x="29718" y="28385"/>
                      </a:cubicBezTo>
                      <a:cubicBezTo>
                        <a:pt x="28575" y="27623"/>
                        <a:pt x="27432" y="27242"/>
                        <a:pt x="26289" y="27242"/>
                      </a:cubicBezTo>
                      <a:cubicBezTo>
                        <a:pt x="25718" y="27242"/>
                        <a:pt x="25146" y="27337"/>
                        <a:pt x="24479" y="27527"/>
                      </a:cubicBezTo>
                      <a:cubicBezTo>
                        <a:pt x="19431" y="28099"/>
                        <a:pt x="16193" y="30004"/>
                        <a:pt x="14859" y="33338"/>
                      </a:cubicBezTo>
                      <a:cubicBezTo>
                        <a:pt x="14383" y="33814"/>
                        <a:pt x="13907" y="34004"/>
                        <a:pt x="13335" y="34004"/>
                      </a:cubicBezTo>
                      <a:cubicBezTo>
                        <a:pt x="13049" y="34004"/>
                        <a:pt x="12668" y="34004"/>
                        <a:pt x="12192" y="33814"/>
                      </a:cubicBezTo>
                      <a:cubicBezTo>
                        <a:pt x="11716" y="33719"/>
                        <a:pt x="11335" y="33623"/>
                        <a:pt x="11144" y="33623"/>
                      </a:cubicBezTo>
                      <a:lnTo>
                        <a:pt x="11430" y="34671"/>
                      </a:lnTo>
                      <a:cubicBezTo>
                        <a:pt x="11430" y="34671"/>
                        <a:pt x="11144" y="35147"/>
                        <a:pt x="10859" y="35147"/>
                      </a:cubicBezTo>
                      <a:cubicBezTo>
                        <a:pt x="10668" y="35147"/>
                        <a:pt x="10192" y="34957"/>
                        <a:pt x="9430" y="34576"/>
                      </a:cubicBezTo>
                      <a:cubicBezTo>
                        <a:pt x="8668" y="34195"/>
                        <a:pt x="8097" y="34004"/>
                        <a:pt x="7715" y="34004"/>
                      </a:cubicBezTo>
                      <a:cubicBezTo>
                        <a:pt x="7144" y="34004"/>
                        <a:pt x="6572" y="34385"/>
                        <a:pt x="6191" y="35052"/>
                      </a:cubicBezTo>
                      <a:cubicBezTo>
                        <a:pt x="6763" y="35242"/>
                        <a:pt x="7525" y="35242"/>
                        <a:pt x="8477" y="35242"/>
                      </a:cubicBezTo>
                      <a:lnTo>
                        <a:pt x="7906" y="35909"/>
                      </a:lnTo>
                      <a:cubicBezTo>
                        <a:pt x="7906" y="35909"/>
                        <a:pt x="8287" y="36290"/>
                        <a:pt x="8477" y="36195"/>
                      </a:cubicBezTo>
                      <a:lnTo>
                        <a:pt x="9144" y="35623"/>
                      </a:lnTo>
                      <a:cubicBezTo>
                        <a:pt x="9144" y="35623"/>
                        <a:pt x="9525" y="36100"/>
                        <a:pt x="10287" y="36576"/>
                      </a:cubicBezTo>
                      <a:cubicBezTo>
                        <a:pt x="11049" y="37052"/>
                        <a:pt x="11525" y="37529"/>
                        <a:pt x="11621" y="38195"/>
                      </a:cubicBezTo>
                      <a:cubicBezTo>
                        <a:pt x="12002" y="37910"/>
                        <a:pt x="12287" y="37624"/>
                        <a:pt x="12287" y="37338"/>
                      </a:cubicBezTo>
                      <a:lnTo>
                        <a:pt x="12287" y="36576"/>
                      </a:lnTo>
                      <a:cubicBezTo>
                        <a:pt x="12287" y="36576"/>
                        <a:pt x="12668" y="36195"/>
                        <a:pt x="13335" y="36195"/>
                      </a:cubicBezTo>
                      <a:cubicBezTo>
                        <a:pt x="13621" y="37052"/>
                        <a:pt x="13716" y="38195"/>
                        <a:pt x="13716" y="39719"/>
                      </a:cubicBezTo>
                      <a:cubicBezTo>
                        <a:pt x="13716" y="42481"/>
                        <a:pt x="13716" y="43624"/>
                        <a:pt x="13716" y="43339"/>
                      </a:cubicBezTo>
                      <a:cubicBezTo>
                        <a:pt x="12859" y="43529"/>
                        <a:pt x="12097" y="43148"/>
                        <a:pt x="11430" y="42386"/>
                      </a:cubicBezTo>
                      <a:lnTo>
                        <a:pt x="10763" y="43339"/>
                      </a:lnTo>
                      <a:cubicBezTo>
                        <a:pt x="10763" y="43339"/>
                        <a:pt x="10287" y="43053"/>
                        <a:pt x="10096" y="43053"/>
                      </a:cubicBezTo>
                      <a:lnTo>
                        <a:pt x="9906" y="43339"/>
                      </a:lnTo>
                      <a:cubicBezTo>
                        <a:pt x="10383" y="44101"/>
                        <a:pt x="11430" y="44482"/>
                        <a:pt x="13145" y="44291"/>
                      </a:cubicBezTo>
                      <a:cubicBezTo>
                        <a:pt x="13049" y="44577"/>
                        <a:pt x="12954" y="44863"/>
                        <a:pt x="12954" y="45148"/>
                      </a:cubicBezTo>
                      <a:cubicBezTo>
                        <a:pt x="12954" y="45434"/>
                        <a:pt x="13145" y="46006"/>
                        <a:pt x="13525" y="46577"/>
                      </a:cubicBezTo>
                      <a:cubicBezTo>
                        <a:pt x="13811" y="47244"/>
                        <a:pt x="14002" y="47720"/>
                        <a:pt x="14002" y="48101"/>
                      </a:cubicBezTo>
                      <a:cubicBezTo>
                        <a:pt x="14002" y="48387"/>
                        <a:pt x="14002" y="48768"/>
                        <a:pt x="13811" y="49149"/>
                      </a:cubicBezTo>
                      <a:cubicBezTo>
                        <a:pt x="13431" y="49625"/>
                        <a:pt x="13145" y="50102"/>
                        <a:pt x="13145" y="50768"/>
                      </a:cubicBezTo>
                      <a:cubicBezTo>
                        <a:pt x="13145" y="51721"/>
                        <a:pt x="13145" y="52292"/>
                        <a:pt x="13145" y="52483"/>
                      </a:cubicBezTo>
                      <a:cubicBezTo>
                        <a:pt x="13145" y="52673"/>
                        <a:pt x="13335" y="54102"/>
                        <a:pt x="13621" y="56864"/>
                      </a:cubicBezTo>
                      <a:cubicBezTo>
                        <a:pt x="13716" y="58865"/>
                        <a:pt x="14288" y="60293"/>
                        <a:pt x="15145" y="61246"/>
                      </a:cubicBezTo>
                      <a:cubicBezTo>
                        <a:pt x="14954" y="61627"/>
                        <a:pt x="14954" y="61913"/>
                        <a:pt x="14954" y="62103"/>
                      </a:cubicBezTo>
                      <a:cubicBezTo>
                        <a:pt x="14954" y="62579"/>
                        <a:pt x="15240" y="62865"/>
                        <a:pt x="15812" y="63341"/>
                      </a:cubicBezTo>
                      <a:cubicBezTo>
                        <a:pt x="16383" y="63722"/>
                        <a:pt x="16573" y="64294"/>
                        <a:pt x="16478" y="64865"/>
                      </a:cubicBezTo>
                      <a:cubicBezTo>
                        <a:pt x="17145" y="64865"/>
                        <a:pt x="18098" y="65056"/>
                        <a:pt x="19241" y="65723"/>
                      </a:cubicBezTo>
                      <a:cubicBezTo>
                        <a:pt x="20479" y="66294"/>
                        <a:pt x="21431" y="66580"/>
                        <a:pt x="22193" y="66580"/>
                      </a:cubicBezTo>
                      <a:cubicBezTo>
                        <a:pt x="22479" y="66580"/>
                        <a:pt x="22765" y="66580"/>
                        <a:pt x="23050" y="66580"/>
                      </a:cubicBezTo>
                      <a:cubicBezTo>
                        <a:pt x="23717" y="67247"/>
                        <a:pt x="24384" y="67532"/>
                        <a:pt x="25051" y="67532"/>
                      </a:cubicBezTo>
                      <a:cubicBezTo>
                        <a:pt x="25527" y="67532"/>
                        <a:pt x="26289" y="67342"/>
                        <a:pt x="27241" y="66961"/>
                      </a:cubicBezTo>
                      <a:cubicBezTo>
                        <a:pt x="28194" y="66485"/>
                        <a:pt x="29051" y="66294"/>
                        <a:pt x="29528" y="66294"/>
                      </a:cubicBezTo>
                      <a:cubicBezTo>
                        <a:pt x="29813" y="66294"/>
                        <a:pt x="30004" y="66294"/>
                        <a:pt x="30289" y="66294"/>
                      </a:cubicBezTo>
                      <a:cubicBezTo>
                        <a:pt x="30575" y="65723"/>
                        <a:pt x="31432" y="64770"/>
                        <a:pt x="33052" y="63341"/>
                      </a:cubicBezTo>
                      <a:cubicBezTo>
                        <a:pt x="34290" y="62294"/>
                        <a:pt x="34766" y="61151"/>
                        <a:pt x="34671" y="60007"/>
                      </a:cubicBezTo>
                      <a:lnTo>
                        <a:pt x="35338" y="59531"/>
                      </a:lnTo>
                      <a:lnTo>
                        <a:pt x="34957" y="59055"/>
                      </a:lnTo>
                      <a:cubicBezTo>
                        <a:pt x="35623" y="57817"/>
                        <a:pt x="36481" y="57150"/>
                        <a:pt x="37624" y="57150"/>
                      </a:cubicBezTo>
                      <a:cubicBezTo>
                        <a:pt x="38100" y="57150"/>
                        <a:pt x="38958" y="57340"/>
                        <a:pt x="40100" y="57817"/>
                      </a:cubicBezTo>
                      <a:cubicBezTo>
                        <a:pt x="41243" y="58198"/>
                        <a:pt x="42100" y="58484"/>
                        <a:pt x="42672" y="58484"/>
                      </a:cubicBezTo>
                      <a:cubicBezTo>
                        <a:pt x="42863" y="59055"/>
                        <a:pt x="43434" y="59436"/>
                        <a:pt x="44482" y="59531"/>
                      </a:cubicBezTo>
                      <a:cubicBezTo>
                        <a:pt x="45625" y="59722"/>
                        <a:pt x="46197" y="60103"/>
                        <a:pt x="46387" y="60674"/>
                      </a:cubicBezTo>
                      <a:close/>
                      <a:moveTo>
                        <a:pt x="8573" y="51530"/>
                      </a:moveTo>
                      <a:cubicBezTo>
                        <a:pt x="8573" y="51530"/>
                        <a:pt x="9430" y="52197"/>
                        <a:pt x="9906" y="52197"/>
                      </a:cubicBezTo>
                      <a:cubicBezTo>
                        <a:pt x="10096" y="52197"/>
                        <a:pt x="10763" y="51911"/>
                        <a:pt x="11811" y="51530"/>
                      </a:cubicBezTo>
                      <a:lnTo>
                        <a:pt x="10573" y="50292"/>
                      </a:lnTo>
                      <a:lnTo>
                        <a:pt x="11239" y="50959"/>
                      </a:lnTo>
                      <a:lnTo>
                        <a:pt x="10573" y="51530"/>
                      </a:lnTo>
                      <a:cubicBezTo>
                        <a:pt x="10096" y="51530"/>
                        <a:pt x="9811" y="51244"/>
                        <a:pt x="9906" y="50864"/>
                      </a:cubicBezTo>
                      <a:cubicBezTo>
                        <a:pt x="9906" y="50482"/>
                        <a:pt x="9906" y="50102"/>
                        <a:pt x="9620" y="49911"/>
                      </a:cubicBezTo>
                      <a:cubicBezTo>
                        <a:pt x="9620" y="50006"/>
                        <a:pt x="9240" y="50292"/>
                        <a:pt x="8763" y="50673"/>
                      </a:cubicBezTo>
                      <a:cubicBezTo>
                        <a:pt x="8477" y="50864"/>
                        <a:pt x="8382" y="51149"/>
                        <a:pt x="8477" y="51626"/>
                      </a:cubicBezTo>
                      <a:close/>
                      <a:moveTo>
                        <a:pt x="11335" y="14859"/>
                      </a:moveTo>
                      <a:cubicBezTo>
                        <a:pt x="11335" y="14859"/>
                        <a:pt x="11049" y="14859"/>
                        <a:pt x="10954" y="14669"/>
                      </a:cubicBezTo>
                      <a:cubicBezTo>
                        <a:pt x="10954" y="14478"/>
                        <a:pt x="11239" y="14383"/>
                        <a:pt x="11716" y="14383"/>
                      </a:cubicBezTo>
                      <a:cubicBezTo>
                        <a:pt x="11906" y="14383"/>
                        <a:pt x="12097" y="14383"/>
                        <a:pt x="12192" y="14669"/>
                      </a:cubicBezTo>
                      <a:lnTo>
                        <a:pt x="11239" y="14859"/>
                      </a:lnTo>
                      <a:close/>
                      <a:moveTo>
                        <a:pt x="12668" y="20098"/>
                      </a:moveTo>
                      <a:lnTo>
                        <a:pt x="12668" y="21336"/>
                      </a:lnTo>
                      <a:lnTo>
                        <a:pt x="13335" y="21336"/>
                      </a:lnTo>
                      <a:cubicBezTo>
                        <a:pt x="13335" y="21336"/>
                        <a:pt x="13335" y="20669"/>
                        <a:pt x="12668" y="20098"/>
                      </a:cubicBezTo>
                      <a:close/>
                      <a:moveTo>
                        <a:pt x="12668" y="34957"/>
                      </a:moveTo>
                      <a:lnTo>
                        <a:pt x="12668" y="34290"/>
                      </a:lnTo>
                      <a:lnTo>
                        <a:pt x="13621" y="34290"/>
                      </a:lnTo>
                      <a:lnTo>
                        <a:pt x="12668" y="34957"/>
                      </a:lnTo>
                      <a:close/>
                      <a:moveTo>
                        <a:pt x="18955" y="31433"/>
                      </a:moveTo>
                      <a:lnTo>
                        <a:pt x="18002" y="30956"/>
                      </a:lnTo>
                      <a:lnTo>
                        <a:pt x="18479" y="29813"/>
                      </a:lnTo>
                      <a:lnTo>
                        <a:pt x="18955" y="31433"/>
                      </a:lnTo>
                      <a:close/>
                      <a:moveTo>
                        <a:pt x="19621" y="26575"/>
                      </a:moveTo>
                      <a:cubicBezTo>
                        <a:pt x="19621" y="26575"/>
                        <a:pt x="18859" y="26670"/>
                        <a:pt x="18288" y="27242"/>
                      </a:cubicBezTo>
                      <a:lnTo>
                        <a:pt x="19621" y="27527"/>
                      </a:lnTo>
                      <a:lnTo>
                        <a:pt x="19621" y="26575"/>
                      </a:lnTo>
                      <a:close/>
                      <a:moveTo>
                        <a:pt x="22289" y="4763"/>
                      </a:moveTo>
                      <a:lnTo>
                        <a:pt x="22574" y="5144"/>
                      </a:lnTo>
                      <a:lnTo>
                        <a:pt x="20288" y="4763"/>
                      </a:lnTo>
                      <a:lnTo>
                        <a:pt x="22384" y="4763"/>
                      </a:lnTo>
                      <a:close/>
                      <a:moveTo>
                        <a:pt x="21431" y="28765"/>
                      </a:moveTo>
                      <a:cubicBezTo>
                        <a:pt x="21431" y="28765"/>
                        <a:pt x="21717" y="28956"/>
                        <a:pt x="21812" y="29242"/>
                      </a:cubicBezTo>
                      <a:lnTo>
                        <a:pt x="21812" y="30194"/>
                      </a:lnTo>
                      <a:cubicBezTo>
                        <a:pt x="21812" y="30194"/>
                        <a:pt x="21527" y="29813"/>
                        <a:pt x="21336" y="29813"/>
                      </a:cubicBezTo>
                      <a:lnTo>
                        <a:pt x="20669" y="29813"/>
                      </a:lnTo>
                      <a:cubicBezTo>
                        <a:pt x="20669" y="29146"/>
                        <a:pt x="20955" y="28765"/>
                        <a:pt x="21431" y="28765"/>
                      </a:cubicBezTo>
                      <a:close/>
                      <a:moveTo>
                        <a:pt x="22003" y="18098"/>
                      </a:moveTo>
                      <a:lnTo>
                        <a:pt x="21622" y="17907"/>
                      </a:lnTo>
                      <a:cubicBezTo>
                        <a:pt x="21622" y="17907"/>
                        <a:pt x="21907" y="18098"/>
                        <a:pt x="22003" y="18098"/>
                      </a:cubicBezTo>
                      <a:lnTo>
                        <a:pt x="22574" y="18574"/>
                      </a:lnTo>
                      <a:lnTo>
                        <a:pt x="22574" y="18098"/>
                      </a:lnTo>
                      <a:lnTo>
                        <a:pt x="22003" y="18098"/>
                      </a:lnTo>
                      <a:close/>
                      <a:moveTo>
                        <a:pt x="23527" y="32194"/>
                      </a:moveTo>
                      <a:lnTo>
                        <a:pt x="22289" y="32194"/>
                      </a:lnTo>
                      <a:lnTo>
                        <a:pt x="22289" y="30861"/>
                      </a:lnTo>
                      <a:lnTo>
                        <a:pt x="23527" y="32194"/>
                      </a:lnTo>
                      <a:close/>
                      <a:moveTo>
                        <a:pt x="24003" y="23717"/>
                      </a:moveTo>
                      <a:lnTo>
                        <a:pt x="22574" y="23527"/>
                      </a:lnTo>
                      <a:lnTo>
                        <a:pt x="22574" y="23717"/>
                      </a:lnTo>
                      <a:lnTo>
                        <a:pt x="24003" y="23717"/>
                      </a:lnTo>
                      <a:close/>
                      <a:moveTo>
                        <a:pt x="25241" y="4858"/>
                      </a:moveTo>
                      <a:lnTo>
                        <a:pt x="24955" y="5906"/>
                      </a:lnTo>
                      <a:lnTo>
                        <a:pt x="24670" y="5906"/>
                      </a:lnTo>
                      <a:lnTo>
                        <a:pt x="25241" y="4858"/>
                      </a:lnTo>
                      <a:close/>
                      <a:moveTo>
                        <a:pt x="25908" y="12383"/>
                      </a:moveTo>
                      <a:cubicBezTo>
                        <a:pt x="25241" y="12383"/>
                        <a:pt x="24955" y="12383"/>
                        <a:pt x="24955" y="12097"/>
                      </a:cubicBezTo>
                      <a:cubicBezTo>
                        <a:pt x="24955" y="12002"/>
                        <a:pt x="25051" y="11811"/>
                        <a:pt x="25241" y="11525"/>
                      </a:cubicBezTo>
                      <a:cubicBezTo>
                        <a:pt x="25432" y="11240"/>
                        <a:pt x="25527" y="10954"/>
                        <a:pt x="25527" y="10763"/>
                      </a:cubicBezTo>
                      <a:cubicBezTo>
                        <a:pt x="25718" y="10954"/>
                        <a:pt x="26003" y="11144"/>
                        <a:pt x="26289" y="11240"/>
                      </a:cubicBezTo>
                      <a:cubicBezTo>
                        <a:pt x="26289" y="11335"/>
                        <a:pt x="26289" y="11716"/>
                        <a:pt x="25908" y="12287"/>
                      </a:cubicBezTo>
                      <a:close/>
                      <a:moveTo>
                        <a:pt x="25527" y="10763"/>
                      </a:moveTo>
                      <a:cubicBezTo>
                        <a:pt x="25527" y="10763"/>
                        <a:pt x="25241" y="10573"/>
                        <a:pt x="25241" y="10477"/>
                      </a:cubicBezTo>
                      <a:cubicBezTo>
                        <a:pt x="25241" y="10477"/>
                        <a:pt x="25337" y="10477"/>
                        <a:pt x="25432" y="10573"/>
                      </a:cubicBezTo>
                      <a:cubicBezTo>
                        <a:pt x="25432" y="10573"/>
                        <a:pt x="25527" y="10763"/>
                        <a:pt x="25527" y="10763"/>
                      </a:cubicBezTo>
                      <a:close/>
                      <a:moveTo>
                        <a:pt x="25908" y="18193"/>
                      </a:moveTo>
                      <a:lnTo>
                        <a:pt x="25622" y="18860"/>
                      </a:lnTo>
                      <a:cubicBezTo>
                        <a:pt x="26384" y="18860"/>
                        <a:pt x="26861" y="19050"/>
                        <a:pt x="27337" y="19526"/>
                      </a:cubicBezTo>
                      <a:cubicBezTo>
                        <a:pt x="27527" y="19050"/>
                        <a:pt x="27337" y="18764"/>
                        <a:pt x="26765" y="18574"/>
                      </a:cubicBezTo>
                      <a:cubicBezTo>
                        <a:pt x="26289" y="18383"/>
                        <a:pt x="25908" y="18193"/>
                        <a:pt x="25908" y="18193"/>
                      </a:cubicBezTo>
                      <a:close/>
                      <a:moveTo>
                        <a:pt x="28861" y="8858"/>
                      </a:moveTo>
                      <a:lnTo>
                        <a:pt x="28861" y="9525"/>
                      </a:lnTo>
                      <a:lnTo>
                        <a:pt x="26575" y="9049"/>
                      </a:lnTo>
                      <a:lnTo>
                        <a:pt x="26575" y="8382"/>
                      </a:lnTo>
                      <a:cubicBezTo>
                        <a:pt x="26765" y="8858"/>
                        <a:pt x="27147" y="9144"/>
                        <a:pt x="27718" y="9144"/>
                      </a:cubicBezTo>
                      <a:cubicBezTo>
                        <a:pt x="28099" y="9144"/>
                        <a:pt x="28575" y="9144"/>
                        <a:pt x="28861" y="8763"/>
                      </a:cubicBezTo>
                      <a:close/>
                      <a:moveTo>
                        <a:pt x="29528" y="95"/>
                      </a:moveTo>
                      <a:lnTo>
                        <a:pt x="29909" y="1905"/>
                      </a:lnTo>
                      <a:lnTo>
                        <a:pt x="29528" y="286"/>
                      </a:lnTo>
                      <a:lnTo>
                        <a:pt x="29528" y="0"/>
                      </a:lnTo>
                      <a:close/>
                      <a:moveTo>
                        <a:pt x="30766" y="16002"/>
                      </a:moveTo>
                      <a:cubicBezTo>
                        <a:pt x="30766" y="16002"/>
                        <a:pt x="30385" y="16192"/>
                        <a:pt x="30004" y="16478"/>
                      </a:cubicBezTo>
                      <a:cubicBezTo>
                        <a:pt x="29623" y="16859"/>
                        <a:pt x="29433" y="17145"/>
                        <a:pt x="29433" y="17335"/>
                      </a:cubicBezTo>
                      <a:cubicBezTo>
                        <a:pt x="29433" y="17621"/>
                        <a:pt x="29623" y="17812"/>
                        <a:pt x="30004" y="18002"/>
                      </a:cubicBezTo>
                      <a:cubicBezTo>
                        <a:pt x="30004" y="17907"/>
                        <a:pt x="30004" y="17621"/>
                        <a:pt x="29718" y="17335"/>
                      </a:cubicBezTo>
                      <a:cubicBezTo>
                        <a:pt x="30289" y="16859"/>
                        <a:pt x="30766" y="16669"/>
                        <a:pt x="31052" y="16669"/>
                      </a:cubicBezTo>
                      <a:cubicBezTo>
                        <a:pt x="30766" y="16383"/>
                        <a:pt x="30671" y="16192"/>
                        <a:pt x="30671" y="16097"/>
                      </a:cubicBezTo>
                      <a:close/>
                      <a:moveTo>
                        <a:pt x="31623" y="12764"/>
                      </a:moveTo>
                      <a:lnTo>
                        <a:pt x="32575" y="12764"/>
                      </a:lnTo>
                      <a:lnTo>
                        <a:pt x="31623" y="13240"/>
                      </a:lnTo>
                      <a:lnTo>
                        <a:pt x="31623" y="12764"/>
                      </a:lnTo>
                      <a:close/>
                      <a:moveTo>
                        <a:pt x="34957" y="13811"/>
                      </a:moveTo>
                      <a:cubicBezTo>
                        <a:pt x="34957" y="13811"/>
                        <a:pt x="34576" y="13430"/>
                        <a:pt x="33909" y="12954"/>
                      </a:cubicBezTo>
                      <a:cubicBezTo>
                        <a:pt x="33528" y="12668"/>
                        <a:pt x="33338" y="12287"/>
                        <a:pt x="33338" y="12002"/>
                      </a:cubicBezTo>
                      <a:cubicBezTo>
                        <a:pt x="33338" y="11811"/>
                        <a:pt x="33338" y="11621"/>
                        <a:pt x="33528" y="11430"/>
                      </a:cubicBezTo>
                      <a:cubicBezTo>
                        <a:pt x="34290" y="11430"/>
                        <a:pt x="34671" y="11621"/>
                        <a:pt x="34766" y="12097"/>
                      </a:cubicBezTo>
                      <a:cubicBezTo>
                        <a:pt x="34766" y="12573"/>
                        <a:pt x="34957" y="13144"/>
                        <a:pt x="35052" y="13716"/>
                      </a:cubicBezTo>
                      <a:close/>
                      <a:moveTo>
                        <a:pt x="34195" y="23431"/>
                      </a:moveTo>
                      <a:lnTo>
                        <a:pt x="33528" y="22765"/>
                      </a:lnTo>
                      <a:lnTo>
                        <a:pt x="34195" y="23717"/>
                      </a:lnTo>
                      <a:lnTo>
                        <a:pt x="34195" y="23527"/>
                      </a:lnTo>
                      <a:close/>
                      <a:moveTo>
                        <a:pt x="34862" y="21717"/>
                      </a:moveTo>
                      <a:lnTo>
                        <a:pt x="34862" y="22765"/>
                      </a:lnTo>
                      <a:cubicBezTo>
                        <a:pt x="35719" y="22765"/>
                        <a:pt x="36386" y="22384"/>
                        <a:pt x="37052" y="21622"/>
                      </a:cubicBezTo>
                      <a:cubicBezTo>
                        <a:pt x="37243" y="21622"/>
                        <a:pt x="37433" y="21336"/>
                        <a:pt x="37624" y="21050"/>
                      </a:cubicBezTo>
                      <a:cubicBezTo>
                        <a:pt x="37529" y="21336"/>
                        <a:pt x="37338" y="21527"/>
                        <a:pt x="37052" y="21622"/>
                      </a:cubicBezTo>
                      <a:cubicBezTo>
                        <a:pt x="36576" y="21622"/>
                        <a:pt x="35814" y="21622"/>
                        <a:pt x="34862" y="21622"/>
                      </a:cubicBezTo>
                      <a:close/>
                      <a:moveTo>
                        <a:pt x="34957" y="13716"/>
                      </a:moveTo>
                      <a:cubicBezTo>
                        <a:pt x="34957" y="13716"/>
                        <a:pt x="35147" y="14097"/>
                        <a:pt x="35147" y="14288"/>
                      </a:cubicBezTo>
                      <a:cubicBezTo>
                        <a:pt x="35052" y="14002"/>
                        <a:pt x="34957" y="13906"/>
                        <a:pt x="34957" y="13716"/>
                      </a:cubicBezTo>
                      <a:close/>
                      <a:moveTo>
                        <a:pt x="38862" y="26098"/>
                      </a:moveTo>
                      <a:lnTo>
                        <a:pt x="38862" y="24956"/>
                      </a:lnTo>
                      <a:lnTo>
                        <a:pt x="37529" y="25908"/>
                      </a:lnTo>
                      <a:lnTo>
                        <a:pt x="38862" y="26194"/>
                      </a:lnTo>
                      <a:close/>
                      <a:moveTo>
                        <a:pt x="38481" y="21241"/>
                      </a:moveTo>
                      <a:cubicBezTo>
                        <a:pt x="38481" y="21241"/>
                        <a:pt x="38862" y="21622"/>
                        <a:pt x="38862" y="21812"/>
                      </a:cubicBezTo>
                      <a:cubicBezTo>
                        <a:pt x="38862" y="22003"/>
                        <a:pt x="38671" y="22193"/>
                        <a:pt x="38386" y="22384"/>
                      </a:cubicBezTo>
                      <a:cubicBezTo>
                        <a:pt x="38100" y="22574"/>
                        <a:pt x="37909" y="22765"/>
                        <a:pt x="37909" y="22765"/>
                      </a:cubicBezTo>
                      <a:cubicBezTo>
                        <a:pt x="37909" y="22955"/>
                        <a:pt x="38100" y="23146"/>
                        <a:pt x="38576" y="23241"/>
                      </a:cubicBezTo>
                      <a:cubicBezTo>
                        <a:pt x="38767" y="22669"/>
                        <a:pt x="38958" y="22098"/>
                        <a:pt x="39148" y="21527"/>
                      </a:cubicBezTo>
                      <a:cubicBezTo>
                        <a:pt x="39338" y="20955"/>
                        <a:pt x="39719" y="20669"/>
                        <a:pt x="40196" y="20669"/>
                      </a:cubicBezTo>
                      <a:lnTo>
                        <a:pt x="39529" y="20002"/>
                      </a:lnTo>
                      <a:lnTo>
                        <a:pt x="38576" y="21241"/>
                      </a:lnTo>
                      <a:close/>
                      <a:moveTo>
                        <a:pt x="39148" y="7810"/>
                      </a:moveTo>
                      <a:lnTo>
                        <a:pt x="39148" y="8954"/>
                      </a:lnTo>
                      <a:lnTo>
                        <a:pt x="38862" y="8954"/>
                      </a:lnTo>
                      <a:lnTo>
                        <a:pt x="38862" y="7810"/>
                      </a:lnTo>
                      <a:lnTo>
                        <a:pt x="39148" y="7810"/>
                      </a:lnTo>
                      <a:close/>
                      <a:moveTo>
                        <a:pt x="41720" y="6191"/>
                      </a:moveTo>
                      <a:cubicBezTo>
                        <a:pt x="41720" y="6191"/>
                        <a:pt x="41148" y="6477"/>
                        <a:pt x="40957" y="6477"/>
                      </a:cubicBezTo>
                      <a:lnTo>
                        <a:pt x="40957" y="5525"/>
                      </a:lnTo>
                      <a:lnTo>
                        <a:pt x="41720" y="6191"/>
                      </a:lnTo>
                      <a:close/>
                      <a:moveTo>
                        <a:pt x="43339" y="17812"/>
                      </a:moveTo>
                      <a:lnTo>
                        <a:pt x="43339" y="18669"/>
                      </a:lnTo>
                      <a:cubicBezTo>
                        <a:pt x="43339" y="18669"/>
                        <a:pt x="42767" y="18383"/>
                        <a:pt x="42767" y="18383"/>
                      </a:cubicBezTo>
                      <a:cubicBezTo>
                        <a:pt x="43149" y="18383"/>
                        <a:pt x="43339" y="18193"/>
                        <a:pt x="43339" y="17717"/>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 name="Google Shape;1256;p99"/>
                <p:cNvSpPr/>
                <p:nvPr/>
              </p:nvSpPr>
              <p:spPr>
                <a:xfrm>
                  <a:off x="8427052" y="1783175"/>
                  <a:ext cx="68199" cy="71247"/>
                </a:xfrm>
                <a:custGeom>
                  <a:avLst/>
                  <a:gdLst/>
                  <a:ahLst/>
                  <a:cxnLst/>
                  <a:rect l="l" t="t" r="r" b="b"/>
                  <a:pathLst>
                    <a:path w="68199" h="71247" extrusionOk="0">
                      <a:moveTo>
                        <a:pt x="2763" y="60103"/>
                      </a:moveTo>
                      <a:cubicBezTo>
                        <a:pt x="2763" y="60103"/>
                        <a:pt x="3143" y="60674"/>
                        <a:pt x="3143" y="60865"/>
                      </a:cubicBezTo>
                      <a:cubicBezTo>
                        <a:pt x="3143" y="60960"/>
                        <a:pt x="3143" y="61246"/>
                        <a:pt x="2953" y="61531"/>
                      </a:cubicBezTo>
                      <a:cubicBezTo>
                        <a:pt x="2858" y="61817"/>
                        <a:pt x="2763" y="62103"/>
                        <a:pt x="2763" y="62389"/>
                      </a:cubicBezTo>
                      <a:lnTo>
                        <a:pt x="2381" y="61436"/>
                      </a:lnTo>
                      <a:lnTo>
                        <a:pt x="0" y="62103"/>
                      </a:lnTo>
                      <a:cubicBezTo>
                        <a:pt x="0" y="61436"/>
                        <a:pt x="571" y="61151"/>
                        <a:pt x="1620" y="61151"/>
                      </a:cubicBezTo>
                      <a:cubicBezTo>
                        <a:pt x="2572" y="61151"/>
                        <a:pt x="3048" y="60769"/>
                        <a:pt x="2763" y="60103"/>
                      </a:cubicBezTo>
                      <a:close/>
                      <a:moveTo>
                        <a:pt x="381" y="54007"/>
                      </a:moveTo>
                      <a:cubicBezTo>
                        <a:pt x="381" y="53340"/>
                        <a:pt x="667" y="52959"/>
                        <a:pt x="1238" y="52959"/>
                      </a:cubicBezTo>
                      <a:cubicBezTo>
                        <a:pt x="1334" y="52959"/>
                        <a:pt x="1524" y="53054"/>
                        <a:pt x="1620" y="53340"/>
                      </a:cubicBezTo>
                      <a:lnTo>
                        <a:pt x="286" y="54007"/>
                      </a:lnTo>
                      <a:close/>
                      <a:moveTo>
                        <a:pt x="3048" y="46863"/>
                      </a:moveTo>
                      <a:lnTo>
                        <a:pt x="2000" y="46863"/>
                      </a:lnTo>
                      <a:lnTo>
                        <a:pt x="3239" y="45910"/>
                      </a:lnTo>
                      <a:lnTo>
                        <a:pt x="2953" y="46863"/>
                      </a:lnTo>
                      <a:close/>
                      <a:moveTo>
                        <a:pt x="2667" y="52006"/>
                      </a:moveTo>
                      <a:lnTo>
                        <a:pt x="3048" y="52388"/>
                      </a:lnTo>
                      <a:lnTo>
                        <a:pt x="3048" y="53340"/>
                      </a:lnTo>
                      <a:lnTo>
                        <a:pt x="2667" y="52006"/>
                      </a:lnTo>
                      <a:close/>
                      <a:moveTo>
                        <a:pt x="3715" y="48482"/>
                      </a:moveTo>
                      <a:cubicBezTo>
                        <a:pt x="3715" y="48482"/>
                        <a:pt x="4001" y="48197"/>
                        <a:pt x="4286" y="48292"/>
                      </a:cubicBezTo>
                      <a:cubicBezTo>
                        <a:pt x="4477" y="48482"/>
                        <a:pt x="4667" y="48577"/>
                        <a:pt x="4858" y="48768"/>
                      </a:cubicBezTo>
                      <a:cubicBezTo>
                        <a:pt x="4763" y="48863"/>
                        <a:pt x="4572" y="49054"/>
                        <a:pt x="4477" y="49054"/>
                      </a:cubicBezTo>
                      <a:cubicBezTo>
                        <a:pt x="4286" y="48673"/>
                        <a:pt x="4001" y="48577"/>
                        <a:pt x="3715" y="48577"/>
                      </a:cubicBezTo>
                      <a:close/>
                      <a:moveTo>
                        <a:pt x="3715" y="71247"/>
                      </a:moveTo>
                      <a:lnTo>
                        <a:pt x="3715" y="69914"/>
                      </a:lnTo>
                      <a:lnTo>
                        <a:pt x="4382" y="70866"/>
                      </a:lnTo>
                      <a:cubicBezTo>
                        <a:pt x="4382" y="70866"/>
                        <a:pt x="3810" y="71056"/>
                        <a:pt x="3715" y="71247"/>
                      </a:cubicBezTo>
                      <a:close/>
                      <a:moveTo>
                        <a:pt x="6668" y="41053"/>
                      </a:moveTo>
                      <a:lnTo>
                        <a:pt x="6668" y="42672"/>
                      </a:lnTo>
                      <a:lnTo>
                        <a:pt x="6382" y="42672"/>
                      </a:lnTo>
                      <a:lnTo>
                        <a:pt x="6382" y="41053"/>
                      </a:lnTo>
                      <a:lnTo>
                        <a:pt x="6668" y="41053"/>
                      </a:lnTo>
                      <a:close/>
                      <a:moveTo>
                        <a:pt x="7620" y="56198"/>
                      </a:moveTo>
                      <a:cubicBezTo>
                        <a:pt x="7620" y="56198"/>
                        <a:pt x="7715" y="56578"/>
                        <a:pt x="8001" y="56864"/>
                      </a:cubicBezTo>
                      <a:lnTo>
                        <a:pt x="6287" y="56864"/>
                      </a:lnTo>
                      <a:lnTo>
                        <a:pt x="6287" y="56198"/>
                      </a:lnTo>
                      <a:lnTo>
                        <a:pt x="7620" y="56198"/>
                      </a:lnTo>
                      <a:close/>
                      <a:moveTo>
                        <a:pt x="8287" y="53626"/>
                      </a:moveTo>
                      <a:cubicBezTo>
                        <a:pt x="8287" y="53626"/>
                        <a:pt x="8477" y="54293"/>
                        <a:pt x="8001" y="55055"/>
                      </a:cubicBezTo>
                      <a:cubicBezTo>
                        <a:pt x="7906" y="55055"/>
                        <a:pt x="7620" y="55055"/>
                        <a:pt x="7334" y="54673"/>
                      </a:cubicBezTo>
                      <a:cubicBezTo>
                        <a:pt x="7334" y="54007"/>
                        <a:pt x="7620" y="53626"/>
                        <a:pt x="8287" y="53626"/>
                      </a:cubicBezTo>
                      <a:close/>
                      <a:moveTo>
                        <a:pt x="9335" y="38767"/>
                      </a:moveTo>
                      <a:lnTo>
                        <a:pt x="9335" y="39434"/>
                      </a:lnTo>
                      <a:lnTo>
                        <a:pt x="8001" y="38767"/>
                      </a:lnTo>
                      <a:lnTo>
                        <a:pt x="9335" y="38767"/>
                      </a:lnTo>
                      <a:close/>
                      <a:moveTo>
                        <a:pt x="8287" y="52769"/>
                      </a:moveTo>
                      <a:lnTo>
                        <a:pt x="8763" y="52483"/>
                      </a:lnTo>
                      <a:lnTo>
                        <a:pt x="8097" y="51816"/>
                      </a:lnTo>
                      <a:cubicBezTo>
                        <a:pt x="8097" y="51816"/>
                        <a:pt x="8382" y="51626"/>
                        <a:pt x="9049" y="51435"/>
                      </a:cubicBezTo>
                      <a:cubicBezTo>
                        <a:pt x="8858" y="51816"/>
                        <a:pt x="9049" y="52197"/>
                        <a:pt x="9430" y="52769"/>
                      </a:cubicBezTo>
                      <a:lnTo>
                        <a:pt x="8382" y="52769"/>
                      </a:lnTo>
                      <a:close/>
                      <a:moveTo>
                        <a:pt x="9335" y="56293"/>
                      </a:moveTo>
                      <a:lnTo>
                        <a:pt x="9906" y="56960"/>
                      </a:lnTo>
                      <a:lnTo>
                        <a:pt x="8763" y="56293"/>
                      </a:lnTo>
                      <a:lnTo>
                        <a:pt x="9430" y="56293"/>
                      </a:lnTo>
                      <a:close/>
                      <a:moveTo>
                        <a:pt x="13335" y="47911"/>
                      </a:moveTo>
                      <a:lnTo>
                        <a:pt x="12002" y="47911"/>
                      </a:lnTo>
                      <a:lnTo>
                        <a:pt x="12383" y="49244"/>
                      </a:lnTo>
                      <a:cubicBezTo>
                        <a:pt x="12383" y="49244"/>
                        <a:pt x="11811" y="49244"/>
                        <a:pt x="11239" y="48959"/>
                      </a:cubicBezTo>
                      <a:cubicBezTo>
                        <a:pt x="10763" y="48768"/>
                        <a:pt x="10383" y="48673"/>
                        <a:pt x="10287" y="48673"/>
                      </a:cubicBezTo>
                      <a:cubicBezTo>
                        <a:pt x="9906" y="48673"/>
                        <a:pt x="9620" y="48863"/>
                        <a:pt x="9335" y="49340"/>
                      </a:cubicBezTo>
                      <a:cubicBezTo>
                        <a:pt x="9049" y="48768"/>
                        <a:pt x="8954" y="48387"/>
                        <a:pt x="8954" y="48197"/>
                      </a:cubicBezTo>
                      <a:cubicBezTo>
                        <a:pt x="9144" y="47815"/>
                        <a:pt x="9335" y="47435"/>
                        <a:pt x="9620" y="47053"/>
                      </a:cubicBezTo>
                      <a:lnTo>
                        <a:pt x="9620" y="47339"/>
                      </a:lnTo>
                      <a:lnTo>
                        <a:pt x="11239" y="47339"/>
                      </a:lnTo>
                      <a:cubicBezTo>
                        <a:pt x="11239" y="47339"/>
                        <a:pt x="10859" y="47530"/>
                        <a:pt x="10573" y="47720"/>
                      </a:cubicBezTo>
                      <a:cubicBezTo>
                        <a:pt x="10573" y="47911"/>
                        <a:pt x="10573" y="48101"/>
                        <a:pt x="10859" y="48197"/>
                      </a:cubicBezTo>
                      <a:cubicBezTo>
                        <a:pt x="11145" y="48387"/>
                        <a:pt x="11239" y="48482"/>
                        <a:pt x="11335" y="48577"/>
                      </a:cubicBezTo>
                      <a:cubicBezTo>
                        <a:pt x="11621" y="47625"/>
                        <a:pt x="12002" y="47244"/>
                        <a:pt x="12573" y="47244"/>
                      </a:cubicBezTo>
                      <a:cubicBezTo>
                        <a:pt x="12764" y="47244"/>
                        <a:pt x="12954" y="47435"/>
                        <a:pt x="13145" y="47625"/>
                      </a:cubicBezTo>
                      <a:lnTo>
                        <a:pt x="13431" y="47911"/>
                      </a:lnTo>
                      <a:close/>
                      <a:moveTo>
                        <a:pt x="9335" y="63532"/>
                      </a:moveTo>
                      <a:cubicBezTo>
                        <a:pt x="9335" y="63532"/>
                        <a:pt x="9049" y="63056"/>
                        <a:pt x="9049" y="62770"/>
                      </a:cubicBezTo>
                      <a:cubicBezTo>
                        <a:pt x="9049" y="62008"/>
                        <a:pt x="9430" y="61531"/>
                        <a:pt x="10287" y="61246"/>
                      </a:cubicBezTo>
                      <a:lnTo>
                        <a:pt x="9335" y="63532"/>
                      </a:lnTo>
                      <a:close/>
                      <a:moveTo>
                        <a:pt x="10287" y="35719"/>
                      </a:moveTo>
                      <a:cubicBezTo>
                        <a:pt x="10287" y="35719"/>
                        <a:pt x="9811" y="36385"/>
                        <a:pt x="9811" y="36767"/>
                      </a:cubicBezTo>
                      <a:cubicBezTo>
                        <a:pt x="9811" y="37338"/>
                        <a:pt x="9811" y="37624"/>
                        <a:pt x="9811" y="37814"/>
                      </a:cubicBezTo>
                      <a:cubicBezTo>
                        <a:pt x="9811" y="37910"/>
                        <a:pt x="9716" y="38005"/>
                        <a:pt x="9525" y="38005"/>
                      </a:cubicBezTo>
                      <a:lnTo>
                        <a:pt x="9525" y="35719"/>
                      </a:lnTo>
                      <a:lnTo>
                        <a:pt x="10192" y="35719"/>
                      </a:lnTo>
                      <a:close/>
                      <a:moveTo>
                        <a:pt x="11525" y="36005"/>
                      </a:moveTo>
                      <a:cubicBezTo>
                        <a:pt x="11525" y="36005"/>
                        <a:pt x="12478" y="35909"/>
                        <a:pt x="12859" y="36005"/>
                      </a:cubicBezTo>
                      <a:lnTo>
                        <a:pt x="11525" y="36005"/>
                      </a:lnTo>
                      <a:close/>
                      <a:moveTo>
                        <a:pt x="13335" y="65246"/>
                      </a:moveTo>
                      <a:cubicBezTo>
                        <a:pt x="13335" y="65246"/>
                        <a:pt x="13431" y="65723"/>
                        <a:pt x="13716" y="65913"/>
                      </a:cubicBezTo>
                      <a:lnTo>
                        <a:pt x="12668" y="66199"/>
                      </a:lnTo>
                      <a:lnTo>
                        <a:pt x="12668" y="65246"/>
                      </a:lnTo>
                      <a:lnTo>
                        <a:pt x="13335" y="65246"/>
                      </a:lnTo>
                      <a:close/>
                      <a:moveTo>
                        <a:pt x="14478" y="37338"/>
                      </a:moveTo>
                      <a:cubicBezTo>
                        <a:pt x="14478" y="36671"/>
                        <a:pt x="14002" y="36195"/>
                        <a:pt x="12954" y="36005"/>
                      </a:cubicBezTo>
                      <a:cubicBezTo>
                        <a:pt x="13811" y="36005"/>
                        <a:pt x="14288" y="35909"/>
                        <a:pt x="14669" y="35719"/>
                      </a:cubicBezTo>
                      <a:lnTo>
                        <a:pt x="14478" y="37338"/>
                      </a:lnTo>
                      <a:close/>
                      <a:moveTo>
                        <a:pt x="13335" y="69152"/>
                      </a:moveTo>
                      <a:cubicBezTo>
                        <a:pt x="13335" y="69152"/>
                        <a:pt x="13335" y="68485"/>
                        <a:pt x="13716" y="68199"/>
                      </a:cubicBezTo>
                      <a:cubicBezTo>
                        <a:pt x="14002" y="67913"/>
                        <a:pt x="14288" y="67818"/>
                        <a:pt x="14669" y="67818"/>
                      </a:cubicBezTo>
                      <a:cubicBezTo>
                        <a:pt x="14478" y="68485"/>
                        <a:pt x="14002" y="68866"/>
                        <a:pt x="13335" y="69056"/>
                      </a:cubicBezTo>
                      <a:close/>
                      <a:moveTo>
                        <a:pt x="14002" y="45720"/>
                      </a:moveTo>
                      <a:lnTo>
                        <a:pt x="15621" y="46387"/>
                      </a:lnTo>
                      <a:cubicBezTo>
                        <a:pt x="15621" y="46387"/>
                        <a:pt x="15240" y="46768"/>
                        <a:pt x="15145" y="46768"/>
                      </a:cubicBezTo>
                      <a:cubicBezTo>
                        <a:pt x="14574" y="46768"/>
                        <a:pt x="14192" y="46387"/>
                        <a:pt x="14002" y="45720"/>
                      </a:cubicBezTo>
                      <a:close/>
                      <a:moveTo>
                        <a:pt x="15621" y="48006"/>
                      </a:moveTo>
                      <a:cubicBezTo>
                        <a:pt x="14859" y="48863"/>
                        <a:pt x="14478" y="49435"/>
                        <a:pt x="14478" y="49720"/>
                      </a:cubicBezTo>
                      <a:cubicBezTo>
                        <a:pt x="14192" y="49625"/>
                        <a:pt x="14002" y="49435"/>
                        <a:pt x="14002" y="49054"/>
                      </a:cubicBezTo>
                      <a:lnTo>
                        <a:pt x="14002" y="48197"/>
                      </a:lnTo>
                      <a:lnTo>
                        <a:pt x="15621" y="47911"/>
                      </a:lnTo>
                      <a:close/>
                      <a:moveTo>
                        <a:pt x="14478" y="44768"/>
                      </a:moveTo>
                      <a:cubicBezTo>
                        <a:pt x="14192" y="44291"/>
                        <a:pt x="14383" y="43624"/>
                        <a:pt x="14954" y="42863"/>
                      </a:cubicBezTo>
                      <a:lnTo>
                        <a:pt x="16573" y="44482"/>
                      </a:lnTo>
                      <a:cubicBezTo>
                        <a:pt x="16573" y="44482"/>
                        <a:pt x="16097" y="44482"/>
                        <a:pt x="15812" y="44768"/>
                      </a:cubicBezTo>
                      <a:cubicBezTo>
                        <a:pt x="15526" y="44958"/>
                        <a:pt x="15240" y="45053"/>
                        <a:pt x="15050" y="45053"/>
                      </a:cubicBezTo>
                      <a:cubicBezTo>
                        <a:pt x="14764" y="45053"/>
                        <a:pt x="14574" y="44958"/>
                        <a:pt x="14478" y="44672"/>
                      </a:cubicBezTo>
                      <a:close/>
                      <a:moveTo>
                        <a:pt x="14954" y="61341"/>
                      </a:moveTo>
                      <a:cubicBezTo>
                        <a:pt x="14954" y="61341"/>
                        <a:pt x="14669" y="61817"/>
                        <a:pt x="14669" y="62484"/>
                      </a:cubicBezTo>
                      <a:lnTo>
                        <a:pt x="14478" y="61341"/>
                      </a:lnTo>
                      <a:lnTo>
                        <a:pt x="14954" y="61341"/>
                      </a:lnTo>
                      <a:close/>
                      <a:moveTo>
                        <a:pt x="16383" y="64294"/>
                      </a:moveTo>
                      <a:lnTo>
                        <a:pt x="15716" y="63436"/>
                      </a:lnTo>
                      <a:lnTo>
                        <a:pt x="16669" y="64103"/>
                      </a:lnTo>
                      <a:cubicBezTo>
                        <a:pt x="16669" y="64580"/>
                        <a:pt x="16002" y="64770"/>
                        <a:pt x="14764" y="64675"/>
                      </a:cubicBezTo>
                      <a:lnTo>
                        <a:pt x="16383" y="64294"/>
                      </a:lnTo>
                      <a:close/>
                      <a:moveTo>
                        <a:pt x="17145" y="41243"/>
                      </a:moveTo>
                      <a:cubicBezTo>
                        <a:pt x="17145" y="41243"/>
                        <a:pt x="17431" y="41339"/>
                        <a:pt x="17431" y="41339"/>
                      </a:cubicBezTo>
                      <a:cubicBezTo>
                        <a:pt x="17431" y="41339"/>
                        <a:pt x="17431" y="41339"/>
                        <a:pt x="17145" y="41529"/>
                      </a:cubicBezTo>
                      <a:cubicBezTo>
                        <a:pt x="16955" y="41719"/>
                        <a:pt x="16764" y="41815"/>
                        <a:pt x="16764" y="42005"/>
                      </a:cubicBezTo>
                      <a:lnTo>
                        <a:pt x="16097" y="41434"/>
                      </a:lnTo>
                      <a:cubicBezTo>
                        <a:pt x="16097" y="41434"/>
                        <a:pt x="16383" y="41434"/>
                        <a:pt x="16669" y="41053"/>
                      </a:cubicBezTo>
                      <a:cubicBezTo>
                        <a:pt x="16669" y="41053"/>
                        <a:pt x="16955" y="41148"/>
                        <a:pt x="17050" y="41243"/>
                      </a:cubicBezTo>
                      <a:close/>
                      <a:moveTo>
                        <a:pt x="17145" y="42291"/>
                      </a:moveTo>
                      <a:cubicBezTo>
                        <a:pt x="17145" y="42291"/>
                        <a:pt x="16859" y="42101"/>
                        <a:pt x="16859" y="42005"/>
                      </a:cubicBezTo>
                      <a:lnTo>
                        <a:pt x="17145" y="42291"/>
                      </a:lnTo>
                      <a:close/>
                      <a:moveTo>
                        <a:pt x="17812" y="46768"/>
                      </a:moveTo>
                      <a:cubicBezTo>
                        <a:pt x="17812" y="46768"/>
                        <a:pt x="17526" y="46577"/>
                        <a:pt x="17526" y="46482"/>
                      </a:cubicBezTo>
                      <a:cubicBezTo>
                        <a:pt x="17526" y="46292"/>
                        <a:pt x="17717" y="46101"/>
                        <a:pt x="18002" y="45910"/>
                      </a:cubicBezTo>
                      <a:cubicBezTo>
                        <a:pt x="18383" y="45720"/>
                        <a:pt x="18574" y="45720"/>
                        <a:pt x="18860" y="45815"/>
                      </a:cubicBezTo>
                      <a:cubicBezTo>
                        <a:pt x="18860" y="46006"/>
                        <a:pt x="18574" y="46292"/>
                        <a:pt x="18193" y="46768"/>
                      </a:cubicBezTo>
                      <a:lnTo>
                        <a:pt x="17907" y="46768"/>
                      </a:lnTo>
                      <a:close/>
                      <a:moveTo>
                        <a:pt x="67913" y="25718"/>
                      </a:moveTo>
                      <a:cubicBezTo>
                        <a:pt x="67913" y="26860"/>
                        <a:pt x="67818" y="28194"/>
                        <a:pt x="67818" y="29623"/>
                      </a:cubicBezTo>
                      <a:cubicBezTo>
                        <a:pt x="67818" y="31147"/>
                        <a:pt x="67818" y="33433"/>
                        <a:pt x="67913" y="36481"/>
                      </a:cubicBezTo>
                      <a:cubicBezTo>
                        <a:pt x="68009" y="39624"/>
                        <a:pt x="68009" y="41910"/>
                        <a:pt x="68009" y="43434"/>
                      </a:cubicBezTo>
                      <a:cubicBezTo>
                        <a:pt x="68009" y="47149"/>
                        <a:pt x="67818" y="50387"/>
                        <a:pt x="67437" y="53054"/>
                      </a:cubicBezTo>
                      <a:cubicBezTo>
                        <a:pt x="67342" y="53054"/>
                        <a:pt x="67152" y="53054"/>
                        <a:pt x="66866" y="52769"/>
                      </a:cubicBezTo>
                      <a:cubicBezTo>
                        <a:pt x="66770" y="53626"/>
                        <a:pt x="66485" y="54483"/>
                        <a:pt x="66199" y="55340"/>
                      </a:cubicBezTo>
                      <a:cubicBezTo>
                        <a:pt x="66008" y="56198"/>
                        <a:pt x="65532" y="56864"/>
                        <a:pt x="64770" y="57245"/>
                      </a:cubicBezTo>
                      <a:lnTo>
                        <a:pt x="65437" y="57912"/>
                      </a:lnTo>
                      <a:cubicBezTo>
                        <a:pt x="63627" y="59531"/>
                        <a:pt x="61913" y="61151"/>
                        <a:pt x="60103" y="62674"/>
                      </a:cubicBezTo>
                      <a:cubicBezTo>
                        <a:pt x="58008" y="64580"/>
                        <a:pt x="56102" y="65913"/>
                        <a:pt x="54483" y="66675"/>
                      </a:cubicBezTo>
                      <a:cubicBezTo>
                        <a:pt x="54197" y="66675"/>
                        <a:pt x="53816" y="66675"/>
                        <a:pt x="53340" y="66675"/>
                      </a:cubicBezTo>
                      <a:cubicBezTo>
                        <a:pt x="52769" y="66580"/>
                        <a:pt x="52388" y="66485"/>
                        <a:pt x="52292" y="66485"/>
                      </a:cubicBezTo>
                      <a:cubicBezTo>
                        <a:pt x="51626" y="66485"/>
                        <a:pt x="51245" y="66961"/>
                        <a:pt x="51149" y="67913"/>
                      </a:cubicBezTo>
                      <a:cubicBezTo>
                        <a:pt x="47054" y="68104"/>
                        <a:pt x="44005" y="68009"/>
                        <a:pt x="41910" y="67818"/>
                      </a:cubicBezTo>
                      <a:cubicBezTo>
                        <a:pt x="38958" y="67437"/>
                        <a:pt x="36005" y="66485"/>
                        <a:pt x="33147" y="65056"/>
                      </a:cubicBezTo>
                      <a:lnTo>
                        <a:pt x="32099" y="65056"/>
                      </a:lnTo>
                      <a:cubicBezTo>
                        <a:pt x="32099" y="65056"/>
                        <a:pt x="32385" y="64580"/>
                        <a:pt x="32385" y="64484"/>
                      </a:cubicBezTo>
                      <a:cubicBezTo>
                        <a:pt x="32385" y="64198"/>
                        <a:pt x="32099" y="64103"/>
                        <a:pt x="31338" y="64103"/>
                      </a:cubicBezTo>
                      <a:cubicBezTo>
                        <a:pt x="30671" y="64103"/>
                        <a:pt x="30289" y="64008"/>
                        <a:pt x="30195" y="63722"/>
                      </a:cubicBezTo>
                      <a:cubicBezTo>
                        <a:pt x="29623" y="63436"/>
                        <a:pt x="28766" y="62770"/>
                        <a:pt x="27623" y="61627"/>
                      </a:cubicBezTo>
                      <a:cubicBezTo>
                        <a:pt x="26575" y="60484"/>
                        <a:pt x="25718" y="59912"/>
                        <a:pt x="25241" y="60007"/>
                      </a:cubicBezTo>
                      <a:cubicBezTo>
                        <a:pt x="25051" y="58674"/>
                        <a:pt x="24861" y="57817"/>
                        <a:pt x="24670" y="57340"/>
                      </a:cubicBezTo>
                      <a:cubicBezTo>
                        <a:pt x="24289" y="56674"/>
                        <a:pt x="23527" y="56007"/>
                        <a:pt x="22574" y="55435"/>
                      </a:cubicBezTo>
                      <a:cubicBezTo>
                        <a:pt x="23146" y="55435"/>
                        <a:pt x="23813" y="55435"/>
                        <a:pt x="24861" y="55055"/>
                      </a:cubicBezTo>
                      <a:cubicBezTo>
                        <a:pt x="24384" y="54388"/>
                        <a:pt x="23908" y="54293"/>
                        <a:pt x="23241" y="54673"/>
                      </a:cubicBezTo>
                      <a:lnTo>
                        <a:pt x="21527" y="52769"/>
                      </a:lnTo>
                      <a:cubicBezTo>
                        <a:pt x="21527" y="52769"/>
                        <a:pt x="21050" y="52959"/>
                        <a:pt x="20670" y="53245"/>
                      </a:cubicBezTo>
                      <a:cubicBezTo>
                        <a:pt x="20384" y="53626"/>
                        <a:pt x="20003" y="53721"/>
                        <a:pt x="19621" y="53721"/>
                      </a:cubicBezTo>
                      <a:cubicBezTo>
                        <a:pt x="19621" y="53149"/>
                        <a:pt x="19621" y="52864"/>
                        <a:pt x="19336" y="52769"/>
                      </a:cubicBezTo>
                      <a:cubicBezTo>
                        <a:pt x="20574" y="52769"/>
                        <a:pt x="21241" y="52197"/>
                        <a:pt x="21241" y="51244"/>
                      </a:cubicBezTo>
                      <a:cubicBezTo>
                        <a:pt x="21241" y="50864"/>
                        <a:pt x="21146" y="50197"/>
                        <a:pt x="20860" y="49244"/>
                      </a:cubicBezTo>
                      <a:cubicBezTo>
                        <a:pt x="20574" y="48292"/>
                        <a:pt x="20479" y="47625"/>
                        <a:pt x="20479" y="47053"/>
                      </a:cubicBezTo>
                      <a:cubicBezTo>
                        <a:pt x="20479" y="46196"/>
                        <a:pt x="20860" y="45625"/>
                        <a:pt x="21527" y="45148"/>
                      </a:cubicBezTo>
                      <a:cubicBezTo>
                        <a:pt x="21146" y="41434"/>
                        <a:pt x="21336" y="38957"/>
                        <a:pt x="21908" y="37624"/>
                      </a:cubicBezTo>
                      <a:cubicBezTo>
                        <a:pt x="22098" y="36671"/>
                        <a:pt x="21908" y="35528"/>
                        <a:pt x="21431" y="34099"/>
                      </a:cubicBezTo>
                      <a:cubicBezTo>
                        <a:pt x="20860" y="32385"/>
                        <a:pt x="20479" y="31242"/>
                        <a:pt x="20479" y="30670"/>
                      </a:cubicBezTo>
                      <a:cubicBezTo>
                        <a:pt x="20479" y="29813"/>
                        <a:pt x="20860" y="29051"/>
                        <a:pt x="21527" y="28289"/>
                      </a:cubicBezTo>
                      <a:cubicBezTo>
                        <a:pt x="21336" y="28099"/>
                        <a:pt x="21241" y="27813"/>
                        <a:pt x="21241" y="27432"/>
                      </a:cubicBezTo>
                      <a:cubicBezTo>
                        <a:pt x="21241" y="27242"/>
                        <a:pt x="21241" y="26860"/>
                        <a:pt x="21431" y="26289"/>
                      </a:cubicBezTo>
                      <a:cubicBezTo>
                        <a:pt x="21431" y="25718"/>
                        <a:pt x="21622" y="25337"/>
                        <a:pt x="21622" y="24956"/>
                      </a:cubicBezTo>
                      <a:cubicBezTo>
                        <a:pt x="21622" y="24384"/>
                        <a:pt x="21431" y="24003"/>
                        <a:pt x="21050" y="23622"/>
                      </a:cubicBezTo>
                      <a:cubicBezTo>
                        <a:pt x="21241" y="20098"/>
                        <a:pt x="21336" y="16478"/>
                        <a:pt x="21431" y="12954"/>
                      </a:cubicBezTo>
                      <a:cubicBezTo>
                        <a:pt x="21622" y="8192"/>
                        <a:pt x="21622" y="4572"/>
                        <a:pt x="21431" y="1810"/>
                      </a:cubicBezTo>
                      <a:cubicBezTo>
                        <a:pt x="22098" y="1048"/>
                        <a:pt x="23622" y="667"/>
                        <a:pt x="25908" y="667"/>
                      </a:cubicBezTo>
                      <a:cubicBezTo>
                        <a:pt x="26480" y="1333"/>
                        <a:pt x="27337" y="1619"/>
                        <a:pt x="28385" y="1619"/>
                      </a:cubicBezTo>
                      <a:cubicBezTo>
                        <a:pt x="28766" y="1619"/>
                        <a:pt x="29337" y="1619"/>
                        <a:pt x="30004" y="1524"/>
                      </a:cubicBezTo>
                      <a:cubicBezTo>
                        <a:pt x="30766" y="1429"/>
                        <a:pt x="31242" y="1429"/>
                        <a:pt x="31623" y="1429"/>
                      </a:cubicBezTo>
                      <a:cubicBezTo>
                        <a:pt x="32861" y="1429"/>
                        <a:pt x="33814" y="1715"/>
                        <a:pt x="34480" y="2477"/>
                      </a:cubicBezTo>
                      <a:cubicBezTo>
                        <a:pt x="34576" y="3619"/>
                        <a:pt x="34671" y="5906"/>
                        <a:pt x="34576" y="9335"/>
                      </a:cubicBezTo>
                      <a:cubicBezTo>
                        <a:pt x="34576" y="12192"/>
                        <a:pt x="34766" y="14478"/>
                        <a:pt x="35147" y="16193"/>
                      </a:cubicBezTo>
                      <a:lnTo>
                        <a:pt x="34480" y="19050"/>
                      </a:lnTo>
                      <a:cubicBezTo>
                        <a:pt x="34480" y="19812"/>
                        <a:pt x="34766" y="20479"/>
                        <a:pt x="35433" y="21050"/>
                      </a:cubicBezTo>
                      <a:cubicBezTo>
                        <a:pt x="35147" y="21431"/>
                        <a:pt x="34862" y="22860"/>
                        <a:pt x="34671" y="25241"/>
                      </a:cubicBezTo>
                      <a:cubicBezTo>
                        <a:pt x="34480" y="27146"/>
                        <a:pt x="33909" y="28385"/>
                        <a:pt x="32861" y="28670"/>
                      </a:cubicBezTo>
                      <a:cubicBezTo>
                        <a:pt x="34004" y="28670"/>
                        <a:pt x="34480" y="28956"/>
                        <a:pt x="34480" y="29813"/>
                      </a:cubicBezTo>
                      <a:cubicBezTo>
                        <a:pt x="34480" y="30004"/>
                        <a:pt x="34480" y="30385"/>
                        <a:pt x="34386" y="30956"/>
                      </a:cubicBezTo>
                      <a:cubicBezTo>
                        <a:pt x="34290" y="31432"/>
                        <a:pt x="34290" y="31814"/>
                        <a:pt x="34386" y="32004"/>
                      </a:cubicBezTo>
                      <a:lnTo>
                        <a:pt x="33719" y="32004"/>
                      </a:lnTo>
                      <a:cubicBezTo>
                        <a:pt x="34576" y="33242"/>
                        <a:pt x="35052" y="35052"/>
                        <a:pt x="35052" y="37338"/>
                      </a:cubicBezTo>
                      <a:cubicBezTo>
                        <a:pt x="35052" y="38957"/>
                        <a:pt x="34766" y="41053"/>
                        <a:pt x="34290" y="43624"/>
                      </a:cubicBezTo>
                      <a:cubicBezTo>
                        <a:pt x="34576" y="43910"/>
                        <a:pt x="34766" y="44672"/>
                        <a:pt x="34957" y="45815"/>
                      </a:cubicBezTo>
                      <a:cubicBezTo>
                        <a:pt x="35147" y="46673"/>
                        <a:pt x="35529" y="47244"/>
                        <a:pt x="36290" y="47530"/>
                      </a:cubicBezTo>
                      <a:cubicBezTo>
                        <a:pt x="36576" y="48482"/>
                        <a:pt x="36290" y="49054"/>
                        <a:pt x="35338" y="49149"/>
                      </a:cubicBezTo>
                      <a:cubicBezTo>
                        <a:pt x="35909" y="49340"/>
                        <a:pt x="36481" y="49625"/>
                        <a:pt x="37052" y="49911"/>
                      </a:cubicBezTo>
                      <a:cubicBezTo>
                        <a:pt x="37624" y="50197"/>
                        <a:pt x="37910" y="50673"/>
                        <a:pt x="37910" y="51244"/>
                      </a:cubicBezTo>
                      <a:cubicBezTo>
                        <a:pt x="38100" y="52102"/>
                        <a:pt x="38862" y="52769"/>
                        <a:pt x="40100" y="53149"/>
                      </a:cubicBezTo>
                      <a:cubicBezTo>
                        <a:pt x="41529" y="53721"/>
                        <a:pt x="42482" y="54197"/>
                        <a:pt x="42958" y="54673"/>
                      </a:cubicBezTo>
                      <a:cubicBezTo>
                        <a:pt x="43911" y="54959"/>
                        <a:pt x="44768" y="55055"/>
                        <a:pt x="45720" y="55055"/>
                      </a:cubicBezTo>
                      <a:cubicBezTo>
                        <a:pt x="48959" y="55055"/>
                        <a:pt x="50959" y="53816"/>
                        <a:pt x="52007" y="51435"/>
                      </a:cubicBezTo>
                      <a:cubicBezTo>
                        <a:pt x="53054" y="51054"/>
                        <a:pt x="53626" y="49720"/>
                        <a:pt x="53626" y="47435"/>
                      </a:cubicBezTo>
                      <a:lnTo>
                        <a:pt x="55626" y="47149"/>
                      </a:lnTo>
                      <a:cubicBezTo>
                        <a:pt x="56007" y="45720"/>
                        <a:pt x="56102" y="44101"/>
                        <a:pt x="56102" y="42481"/>
                      </a:cubicBezTo>
                      <a:cubicBezTo>
                        <a:pt x="56102" y="40577"/>
                        <a:pt x="55817" y="37814"/>
                        <a:pt x="55150" y="34099"/>
                      </a:cubicBezTo>
                      <a:cubicBezTo>
                        <a:pt x="54483" y="30385"/>
                        <a:pt x="54102" y="27718"/>
                        <a:pt x="54102" y="26003"/>
                      </a:cubicBezTo>
                      <a:cubicBezTo>
                        <a:pt x="54102" y="25146"/>
                        <a:pt x="54102" y="24289"/>
                        <a:pt x="54293" y="23431"/>
                      </a:cubicBezTo>
                      <a:cubicBezTo>
                        <a:pt x="54959" y="21050"/>
                        <a:pt x="55340" y="19431"/>
                        <a:pt x="55340" y="18669"/>
                      </a:cubicBezTo>
                      <a:cubicBezTo>
                        <a:pt x="55340" y="17717"/>
                        <a:pt x="55055" y="16954"/>
                        <a:pt x="54673" y="16288"/>
                      </a:cubicBezTo>
                      <a:lnTo>
                        <a:pt x="54293" y="2572"/>
                      </a:lnTo>
                      <a:cubicBezTo>
                        <a:pt x="54864" y="1238"/>
                        <a:pt x="55626" y="571"/>
                        <a:pt x="56769" y="571"/>
                      </a:cubicBezTo>
                      <a:cubicBezTo>
                        <a:pt x="57150" y="571"/>
                        <a:pt x="57531" y="571"/>
                        <a:pt x="58293" y="762"/>
                      </a:cubicBezTo>
                      <a:cubicBezTo>
                        <a:pt x="58960" y="952"/>
                        <a:pt x="59436" y="1048"/>
                        <a:pt x="59817" y="1048"/>
                      </a:cubicBezTo>
                      <a:cubicBezTo>
                        <a:pt x="60674" y="1048"/>
                        <a:pt x="61341" y="667"/>
                        <a:pt x="62008" y="0"/>
                      </a:cubicBezTo>
                      <a:cubicBezTo>
                        <a:pt x="62389" y="286"/>
                        <a:pt x="63532" y="476"/>
                        <a:pt x="65532" y="667"/>
                      </a:cubicBezTo>
                      <a:cubicBezTo>
                        <a:pt x="67056" y="857"/>
                        <a:pt x="67913" y="1429"/>
                        <a:pt x="68199" y="2572"/>
                      </a:cubicBezTo>
                      <a:cubicBezTo>
                        <a:pt x="68009" y="3905"/>
                        <a:pt x="67818" y="5525"/>
                        <a:pt x="67818" y="7525"/>
                      </a:cubicBezTo>
                      <a:cubicBezTo>
                        <a:pt x="67818" y="8382"/>
                        <a:pt x="67818" y="9716"/>
                        <a:pt x="67913" y="11525"/>
                      </a:cubicBezTo>
                      <a:cubicBezTo>
                        <a:pt x="67913" y="13335"/>
                        <a:pt x="67913" y="14669"/>
                        <a:pt x="67913" y="15526"/>
                      </a:cubicBezTo>
                      <a:cubicBezTo>
                        <a:pt x="67913" y="18002"/>
                        <a:pt x="67818" y="20098"/>
                        <a:pt x="67437" y="21812"/>
                      </a:cubicBezTo>
                      <a:cubicBezTo>
                        <a:pt x="68104" y="23336"/>
                        <a:pt x="68295" y="24384"/>
                        <a:pt x="67913" y="25051"/>
                      </a:cubicBezTo>
                      <a:cubicBezTo>
                        <a:pt x="67342" y="25051"/>
                        <a:pt x="66961" y="25146"/>
                        <a:pt x="66961" y="25432"/>
                      </a:cubicBezTo>
                      <a:cubicBezTo>
                        <a:pt x="66961" y="25622"/>
                        <a:pt x="67342" y="25718"/>
                        <a:pt x="67913" y="25718"/>
                      </a:cubicBezTo>
                      <a:close/>
                      <a:moveTo>
                        <a:pt x="21146" y="66961"/>
                      </a:moveTo>
                      <a:lnTo>
                        <a:pt x="19527" y="66675"/>
                      </a:lnTo>
                      <a:lnTo>
                        <a:pt x="20670" y="66008"/>
                      </a:lnTo>
                      <a:lnTo>
                        <a:pt x="21146" y="66961"/>
                      </a:lnTo>
                      <a:close/>
                      <a:moveTo>
                        <a:pt x="20003" y="55340"/>
                      </a:moveTo>
                      <a:cubicBezTo>
                        <a:pt x="20003" y="55817"/>
                        <a:pt x="20098" y="56102"/>
                        <a:pt x="20384" y="56293"/>
                      </a:cubicBezTo>
                      <a:lnTo>
                        <a:pt x="20003" y="56578"/>
                      </a:lnTo>
                      <a:lnTo>
                        <a:pt x="19717" y="56578"/>
                      </a:lnTo>
                      <a:lnTo>
                        <a:pt x="19717" y="55435"/>
                      </a:lnTo>
                      <a:lnTo>
                        <a:pt x="20003" y="55435"/>
                      </a:lnTo>
                      <a:close/>
                      <a:moveTo>
                        <a:pt x="19717" y="69247"/>
                      </a:moveTo>
                      <a:lnTo>
                        <a:pt x="20384" y="68294"/>
                      </a:lnTo>
                      <a:lnTo>
                        <a:pt x="21622" y="68294"/>
                      </a:lnTo>
                      <a:lnTo>
                        <a:pt x="19717" y="69247"/>
                      </a:lnTo>
                      <a:close/>
                      <a:moveTo>
                        <a:pt x="21622" y="49816"/>
                      </a:moveTo>
                      <a:lnTo>
                        <a:pt x="23336" y="49816"/>
                      </a:lnTo>
                      <a:cubicBezTo>
                        <a:pt x="23051" y="49054"/>
                        <a:pt x="22479" y="48768"/>
                        <a:pt x="21622" y="48768"/>
                      </a:cubicBezTo>
                      <a:lnTo>
                        <a:pt x="21622" y="49816"/>
                      </a:lnTo>
                      <a:close/>
                      <a:moveTo>
                        <a:pt x="25432" y="60198"/>
                      </a:moveTo>
                      <a:lnTo>
                        <a:pt x="24765" y="60198"/>
                      </a:lnTo>
                      <a:cubicBezTo>
                        <a:pt x="24765" y="60198"/>
                        <a:pt x="25337" y="59912"/>
                        <a:pt x="25432" y="59912"/>
                      </a:cubicBezTo>
                      <a:lnTo>
                        <a:pt x="25432" y="60198"/>
                      </a:lnTo>
                      <a:close/>
                      <a:moveTo>
                        <a:pt x="25432" y="44863"/>
                      </a:moveTo>
                      <a:cubicBezTo>
                        <a:pt x="25432" y="44863"/>
                        <a:pt x="25813" y="45053"/>
                        <a:pt x="25908" y="45053"/>
                      </a:cubicBezTo>
                      <a:cubicBezTo>
                        <a:pt x="26289" y="45053"/>
                        <a:pt x="26575" y="44768"/>
                        <a:pt x="26861" y="44291"/>
                      </a:cubicBezTo>
                      <a:cubicBezTo>
                        <a:pt x="27147" y="43815"/>
                        <a:pt x="27432" y="43529"/>
                        <a:pt x="27813" y="43529"/>
                      </a:cubicBezTo>
                      <a:cubicBezTo>
                        <a:pt x="27527" y="43434"/>
                        <a:pt x="27337" y="43339"/>
                        <a:pt x="27242" y="43339"/>
                      </a:cubicBezTo>
                      <a:cubicBezTo>
                        <a:pt x="26861" y="43339"/>
                        <a:pt x="26670" y="43624"/>
                        <a:pt x="26480" y="44101"/>
                      </a:cubicBezTo>
                      <a:cubicBezTo>
                        <a:pt x="26289" y="44577"/>
                        <a:pt x="26004" y="44863"/>
                        <a:pt x="25527" y="44863"/>
                      </a:cubicBezTo>
                      <a:close/>
                      <a:moveTo>
                        <a:pt x="25718" y="51626"/>
                      </a:moveTo>
                      <a:cubicBezTo>
                        <a:pt x="25718" y="51626"/>
                        <a:pt x="26194" y="51721"/>
                        <a:pt x="26384" y="51626"/>
                      </a:cubicBezTo>
                      <a:cubicBezTo>
                        <a:pt x="26765" y="51435"/>
                        <a:pt x="26956" y="51340"/>
                        <a:pt x="27051" y="51340"/>
                      </a:cubicBezTo>
                      <a:cubicBezTo>
                        <a:pt x="26575" y="50864"/>
                        <a:pt x="26289" y="50578"/>
                        <a:pt x="26384" y="50387"/>
                      </a:cubicBezTo>
                      <a:lnTo>
                        <a:pt x="25718" y="51530"/>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 name="Google Shape;1257;p99"/>
                <p:cNvSpPr/>
                <p:nvPr/>
              </p:nvSpPr>
              <p:spPr>
                <a:xfrm>
                  <a:off x="8502490" y="1782984"/>
                  <a:ext cx="60769" cy="68103"/>
                </a:xfrm>
                <a:custGeom>
                  <a:avLst/>
                  <a:gdLst/>
                  <a:ahLst/>
                  <a:cxnLst/>
                  <a:rect l="l" t="t" r="r" b="b"/>
                  <a:pathLst>
                    <a:path w="60769" h="68103" extrusionOk="0">
                      <a:moveTo>
                        <a:pt x="49244" y="18383"/>
                      </a:moveTo>
                      <a:cubicBezTo>
                        <a:pt x="49244" y="18383"/>
                        <a:pt x="49530" y="18764"/>
                        <a:pt x="49816" y="18764"/>
                      </a:cubicBezTo>
                      <a:lnTo>
                        <a:pt x="50578" y="18764"/>
                      </a:lnTo>
                      <a:cubicBezTo>
                        <a:pt x="49816" y="20669"/>
                        <a:pt x="49720" y="22955"/>
                        <a:pt x="50292" y="25717"/>
                      </a:cubicBezTo>
                      <a:cubicBezTo>
                        <a:pt x="50196" y="26384"/>
                        <a:pt x="49625" y="27337"/>
                        <a:pt x="48577" y="28670"/>
                      </a:cubicBezTo>
                      <a:lnTo>
                        <a:pt x="49244" y="29337"/>
                      </a:lnTo>
                      <a:cubicBezTo>
                        <a:pt x="49244" y="29337"/>
                        <a:pt x="48387" y="30099"/>
                        <a:pt x="47434" y="30480"/>
                      </a:cubicBezTo>
                      <a:cubicBezTo>
                        <a:pt x="46482" y="30766"/>
                        <a:pt x="45815" y="31147"/>
                        <a:pt x="45529" y="31623"/>
                      </a:cubicBezTo>
                      <a:lnTo>
                        <a:pt x="47148" y="31909"/>
                      </a:lnTo>
                      <a:cubicBezTo>
                        <a:pt x="45815" y="34004"/>
                        <a:pt x="43434" y="36481"/>
                        <a:pt x="40005" y="39243"/>
                      </a:cubicBezTo>
                      <a:lnTo>
                        <a:pt x="38671" y="39243"/>
                      </a:lnTo>
                      <a:lnTo>
                        <a:pt x="38671" y="40196"/>
                      </a:lnTo>
                      <a:cubicBezTo>
                        <a:pt x="38671" y="40196"/>
                        <a:pt x="38385" y="39910"/>
                        <a:pt x="38195" y="39910"/>
                      </a:cubicBezTo>
                      <a:cubicBezTo>
                        <a:pt x="37719" y="39910"/>
                        <a:pt x="37433" y="39910"/>
                        <a:pt x="37338" y="39910"/>
                      </a:cubicBezTo>
                      <a:lnTo>
                        <a:pt x="37052" y="40196"/>
                      </a:lnTo>
                      <a:cubicBezTo>
                        <a:pt x="37814" y="40481"/>
                        <a:pt x="38385" y="41243"/>
                        <a:pt x="38766" y="42481"/>
                      </a:cubicBezTo>
                      <a:cubicBezTo>
                        <a:pt x="39148" y="43815"/>
                        <a:pt x="39624" y="44482"/>
                        <a:pt x="40100" y="44577"/>
                      </a:cubicBezTo>
                      <a:cubicBezTo>
                        <a:pt x="39910" y="45625"/>
                        <a:pt x="40386" y="46768"/>
                        <a:pt x="41338" y="47911"/>
                      </a:cubicBezTo>
                      <a:cubicBezTo>
                        <a:pt x="42576" y="49244"/>
                        <a:pt x="43243" y="50387"/>
                        <a:pt x="43434" y="51245"/>
                      </a:cubicBezTo>
                      <a:cubicBezTo>
                        <a:pt x="43053" y="51816"/>
                        <a:pt x="42386" y="52006"/>
                        <a:pt x="41338" y="51816"/>
                      </a:cubicBezTo>
                      <a:cubicBezTo>
                        <a:pt x="40291" y="51530"/>
                        <a:pt x="39719" y="51625"/>
                        <a:pt x="39719" y="51911"/>
                      </a:cubicBezTo>
                      <a:cubicBezTo>
                        <a:pt x="39719" y="52197"/>
                        <a:pt x="39910" y="52578"/>
                        <a:pt x="40100" y="53150"/>
                      </a:cubicBezTo>
                      <a:lnTo>
                        <a:pt x="41338" y="52864"/>
                      </a:lnTo>
                      <a:cubicBezTo>
                        <a:pt x="41338" y="52864"/>
                        <a:pt x="41243" y="53530"/>
                        <a:pt x="40671" y="54197"/>
                      </a:cubicBezTo>
                      <a:lnTo>
                        <a:pt x="41720" y="55150"/>
                      </a:lnTo>
                      <a:cubicBezTo>
                        <a:pt x="41720" y="55150"/>
                        <a:pt x="42100" y="54578"/>
                        <a:pt x="42291" y="53816"/>
                      </a:cubicBezTo>
                      <a:lnTo>
                        <a:pt x="42672" y="55435"/>
                      </a:lnTo>
                      <a:cubicBezTo>
                        <a:pt x="43434" y="55245"/>
                        <a:pt x="43719" y="54388"/>
                        <a:pt x="43624" y="53150"/>
                      </a:cubicBezTo>
                      <a:cubicBezTo>
                        <a:pt x="44482" y="53530"/>
                        <a:pt x="45053" y="54292"/>
                        <a:pt x="45529" y="55531"/>
                      </a:cubicBezTo>
                      <a:cubicBezTo>
                        <a:pt x="46005" y="56769"/>
                        <a:pt x="46482" y="57436"/>
                        <a:pt x="47148" y="57721"/>
                      </a:cubicBezTo>
                      <a:cubicBezTo>
                        <a:pt x="46958" y="58198"/>
                        <a:pt x="46863" y="58579"/>
                        <a:pt x="46863" y="59055"/>
                      </a:cubicBezTo>
                      <a:cubicBezTo>
                        <a:pt x="46863" y="59912"/>
                        <a:pt x="47339" y="61055"/>
                        <a:pt x="48196" y="62389"/>
                      </a:cubicBezTo>
                      <a:cubicBezTo>
                        <a:pt x="49053" y="63722"/>
                        <a:pt x="49530" y="64770"/>
                        <a:pt x="49530" y="65246"/>
                      </a:cubicBezTo>
                      <a:cubicBezTo>
                        <a:pt x="49530" y="66008"/>
                        <a:pt x="49053" y="66770"/>
                        <a:pt x="48196" y="67532"/>
                      </a:cubicBezTo>
                      <a:cubicBezTo>
                        <a:pt x="47530" y="67532"/>
                        <a:pt x="46387" y="67532"/>
                        <a:pt x="44767" y="67818"/>
                      </a:cubicBezTo>
                      <a:cubicBezTo>
                        <a:pt x="43148" y="68008"/>
                        <a:pt x="42005" y="68104"/>
                        <a:pt x="41147" y="68104"/>
                      </a:cubicBezTo>
                      <a:cubicBezTo>
                        <a:pt x="38671" y="68104"/>
                        <a:pt x="36671" y="67437"/>
                        <a:pt x="35337" y="66104"/>
                      </a:cubicBezTo>
                      <a:lnTo>
                        <a:pt x="35052" y="66484"/>
                      </a:lnTo>
                      <a:cubicBezTo>
                        <a:pt x="34671" y="65627"/>
                        <a:pt x="34385" y="64865"/>
                        <a:pt x="34004" y="64008"/>
                      </a:cubicBezTo>
                      <a:cubicBezTo>
                        <a:pt x="33432" y="62865"/>
                        <a:pt x="32766" y="62198"/>
                        <a:pt x="31909" y="62008"/>
                      </a:cubicBezTo>
                      <a:cubicBezTo>
                        <a:pt x="32004" y="61627"/>
                        <a:pt x="32195" y="61246"/>
                        <a:pt x="32195" y="60960"/>
                      </a:cubicBezTo>
                      <a:cubicBezTo>
                        <a:pt x="32195" y="60293"/>
                        <a:pt x="31718" y="59722"/>
                        <a:pt x="30956" y="59150"/>
                      </a:cubicBezTo>
                      <a:cubicBezTo>
                        <a:pt x="30099" y="58579"/>
                        <a:pt x="29718" y="58007"/>
                        <a:pt x="29718" y="57436"/>
                      </a:cubicBezTo>
                      <a:cubicBezTo>
                        <a:pt x="29718" y="57055"/>
                        <a:pt x="29718" y="56674"/>
                        <a:pt x="30003" y="56197"/>
                      </a:cubicBezTo>
                      <a:cubicBezTo>
                        <a:pt x="29432" y="55435"/>
                        <a:pt x="28765" y="53816"/>
                        <a:pt x="28004" y="51530"/>
                      </a:cubicBezTo>
                      <a:cubicBezTo>
                        <a:pt x="27337" y="49530"/>
                        <a:pt x="26384" y="48101"/>
                        <a:pt x="25432" y="47149"/>
                      </a:cubicBezTo>
                      <a:cubicBezTo>
                        <a:pt x="25432" y="45720"/>
                        <a:pt x="24765" y="43910"/>
                        <a:pt x="23431" y="41910"/>
                      </a:cubicBezTo>
                      <a:lnTo>
                        <a:pt x="20860" y="41529"/>
                      </a:lnTo>
                      <a:lnTo>
                        <a:pt x="21145" y="41243"/>
                      </a:lnTo>
                      <a:cubicBezTo>
                        <a:pt x="21145" y="41243"/>
                        <a:pt x="20764" y="40862"/>
                        <a:pt x="20478" y="40862"/>
                      </a:cubicBezTo>
                      <a:lnTo>
                        <a:pt x="19526" y="41910"/>
                      </a:lnTo>
                      <a:cubicBezTo>
                        <a:pt x="19526" y="41910"/>
                        <a:pt x="18573" y="42005"/>
                        <a:pt x="17621" y="42291"/>
                      </a:cubicBezTo>
                      <a:cubicBezTo>
                        <a:pt x="16669" y="42577"/>
                        <a:pt x="15811" y="42767"/>
                        <a:pt x="15335" y="42767"/>
                      </a:cubicBezTo>
                      <a:cubicBezTo>
                        <a:pt x="14954" y="42767"/>
                        <a:pt x="14573" y="42672"/>
                        <a:pt x="14288" y="42481"/>
                      </a:cubicBezTo>
                      <a:cubicBezTo>
                        <a:pt x="14288" y="42577"/>
                        <a:pt x="14192" y="42672"/>
                        <a:pt x="14192" y="42767"/>
                      </a:cubicBezTo>
                      <a:cubicBezTo>
                        <a:pt x="14192" y="42958"/>
                        <a:pt x="14192" y="43053"/>
                        <a:pt x="14382" y="43243"/>
                      </a:cubicBezTo>
                      <a:cubicBezTo>
                        <a:pt x="14573" y="43434"/>
                        <a:pt x="14573" y="43529"/>
                        <a:pt x="14573" y="43529"/>
                      </a:cubicBezTo>
                      <a:cubicBezTo>
                        <a:pt x="14573" y="43625"/>
                        <a:pt x="14288" y="43815"/>
                        <a:pt x="13811" y="44101"/>
                      </a:cubicBezTo>
                      <a:lnTo>
                        <a:pt x="14192" y="49339"/>
                      </a:lnTo>
                      <a:lnTo>
                        <a:pt x="13525" y="49911"/>
                      </a:lnTo>
                      <a:cubicBezTo>
                        <a:pt x="14001" y="51530"/>
                        <a:pt x="14192" y="53816"/>
                        <a:pt x="14192" y="56674"/>
                      </a:cubicBezTo>
                      <a:cubicBezTo>
                        <a:pt x="14192" y="56959"/>
                        <a:pt x="14097" y="57531"/>
                        <a:pt x="13811" y="58483"/>
                      </a:cubicBezTo>
                      <a:cubicBezTo>
                        <a:pt x="13525" y="59436"/>
                        <a:pt x="13430" y="60103"/>
                        <a:pt x="13430" y="60579"/>
                      </a:cubicBezTo>
                      <a:cubicBezTo>
                        <a:pt x="13430" y="61436"/>
                        <a:pt x="13811" y="62198"/>
                        <a:pt x="14478" y="62675"/>
                      </a:cubicBezTo>
                      <a:cubicBezTo>
                        <a:pt x="14001" y="62960"/>
                        <a:pt x="13811" y="63437"/>
                        <a:pt x="13811" y="64294"/>
                      </a:cubicBezTo>
                      <a:lnTo>
                        <a:pt x="13811" y="65151"/>
                      </a:lnTo>
                      <a:cubicBezTo>
                        <a:pt x="13811" y="65151"/>
                        <a:pt x="14001" y="65722"/>
                        <a:pt x="14001" y="65913"/>
                      </a:cubicBezTo>
                      <a:cubicBezTo>
                        <a:pt x="14001" y="66961"/>
                        <a:pt x="13430" y="67437"/>
                        <a:pt x="12192" y="67246"/>
                      </a:cubicBezTo>
                      <a:lnTo>
                        <a:pt x="12668" y="67627"/>
                      </a:lnTo>
                      <a:cubicBezTo>
                        <a:pt x="11716" y="68008"/>
                        <a:pt x="10573" y="68104"/>
                        <a:pt x="9144" y="67818"/>
                      </a:cubicBezTo>
                      <a:cubicBezTo>
                        <a:pt x="7715" y="67532"/>
                        <a:pt x="6762" y="67627"/>
                        <a:pt x="6286" y="67913"/>
                      </a:cubicBezTo>
                      <a:cubicBezTo>
                        <a:pt x="4286" y="67627"/>
                        <a:pt x="2476" y="67151"/>
                        <a:pt x="666" y="66294"/>
                      </a:cubicBezTo>
                      <a:cubicBezTo>
                        <a:pt x="762" y="62008"/>
                        <a:pt x="666" y="55435"/>
                        <a:pt x="381" y="46482"/>
                      </a:cubicBezTo>
                      <a:lnTo>
                        <a:pt x="0" y="46482"/>
                      </a:lnTo>
                      <a:cubicBezTo>
                        <a:pt x="476" y="45910"/>
                        <a:pt x="666" y="45148"/>
                        <a:pt x="666" y="44196"/>
                      </a:cubicBezTo>
                      <a:cubicBezTo>
                        <a:pt x="666" y="43910"/>
                        <a:pt x="666" y="43339"/>
                        <a:pt x="476" y="42481"/>
                      </a:cubicBezTo>
                      <a:cubicBezTo>
                        <a:pt x="476" y="41720"/>
                        <a:pt x="381" y="41053"/>
                        <a:pt x="381" y="40576"/>
                      </a:cubicBezTo>
                      <a:cubicBezTo>
                        <a:pt x="381" y="39529"/>
                        <a:pt x="666" y="38671"/>
                        <a:pt x="1143" y="37909"/>
                      </a:cubicBezTo>
                      <a:cubicBezTo>
                        <a:pt x="857" y="34957"/>
                        <a:pt x="666" y="30956"/>
                        <a:pt x="666" y="26003"/>
                      </a:cubicBezTo>
                      <a:lnTo>
                        <a:pt x="666" y="13716"/>
                      </a:lnTo>
                      <a:cubicBezTo>
                        <a:pt x="666" y="13716"/>
                        <a:pt x="95" y="13240"/>
                        <a:pt x="95" y="12954"/>
                      </a:cubicBezTo>
                      <a:cubicBezTo>
                        <a:pt x="95" y="12763"/>
                        <a:pt x="285" y="12478"/>
                        <a:pt x="571" y="11906"/>
                      </a:cubicBezTo>
                      <a:cubicBezTo>
                        <a:pt x="857" y="11430"/>
                        <a:pt x="1048" y="11049"/>
                        <a:pt x="1048" y="10763"/>
                      </a:cubicBezTo>
                      <a:cubicBezTo>
                        <a:pt x="381" y="10192"/>
                        <a:pt x="0" y="9430"/>
                        <a:pt x="0" y="8668"/>
                      </a:cubicBezTo>
                      <a:cubicBezTo>
                        <a:pt x="0" y="8192"/>
                        <a:pt x="190" y="7334"/>
                        <a:pt x="571" y="6096"/>
                      </a:cubicBezTo>
                      <a:cubicBezTo>
                        <a:pt x="952" y="4953"/>
                        <a:pt x="1143" y="4000"/>
                        <a:pt x="1048" y="3334"/>
                      </a:cubicBezTo>
                      <a:lnTo>
                        <a:pt x="4572" y="381"/>
                      </a:lnTo>
                      <a:lnTo>
                        <a:pt x="19716" y="0"/>
                      </a:lnTo>
                      <a:cubicBezTo>
                        <a:pt x="19716" y="0"/>
                        <a:pt x="20669" y="857"/>
                        <a:pt x="21717" y="1810"/>
                      </a:cubicBezTo>
                      <a:cubicBezTo>
                        <a:pt x="22479" y="2572"/>
                        <a:pt x="23050" y="3334"/>
                        <a:pt x="23336" y="4191"/>
                      </a:cubicBezTo>
                      <a:cubicBezTo>
                        <a:pt x="23336" y="3905"/>
                        <a:pt x="23336" y="3715"/>
                        <a:pt x="23336" y="3429"/>
                      </a:cubicBezTo>
                      <a:cubicBezTo>
                        <a:pt x="23336" y="2667"/>
                        <a:pt x="23813" y="2096"/>
                        <a:pt x="24765" y="1619"/>
                      </a:cubicBezTo>
                      <a:cubicBezTo>
                        <a:pt x="25908" y="1048"/>
                        <a:pt x="26575" y="571"/>
                        <a:pt x="26860" y="286"/>
                      </a:cubicBezTo>
                      <a:cubicBezTo>
                        <a:pt x="27146" y="190"/>
                        <a:pt x="27527" y="381"/>
                        <a:pt x="28004" y="952"/>
                      </a:cubicBezTo>
                      <a:cubicBezTo>
                        <a:pt x="28194" y="952"/>
                        <a:pt x="28384" y="857"/>
                        <a:pt x="28575" y="857"/>
                      </a:cubicBezTo>
                      <a:cubicBezTo>
                        <a:pt x="28956" y="857"/>
                        <a:pt x="29623" y="1143"/>
                        <a:pt x="30480" y="1619"/>
                      </a:cubicBezTo>
                      <a:cubicBezTo>
                        <a:pt x="31337" y="2096"/>
                        <a:pt x="32004" y="2381"/>
                        <a:pt x="32575" y="2286"/>
                      </a:cubicBezTo>
                      <a:lnTo>
                        <a:pt x="35433" y="2286"/>
                      </a:lnTo>
                      <a:cubicBezTo>
                        <a:pt x="35337" y="3143"/>
                        <a:pt x="35528" y="3619"/>
                        <a:pt x="36385" y="3619"/>
                      </a:cubicBezTo>
                      <a:cubicBezTo>
                        <a:pt x="36385" y="3619"/>
                        <a:pt x="36576" y="3619"/>
                        <a:pt x="36766" y="3619"/>
                      </a:cubicBezTo>
                      <a:lnTo>
                        <a:pt x="37338" y="3619"/>
                      </a:lnTo>
                      <a:cubicBezTo>
                        <a:pt x="38100" y="3619"/>
                        <a:pt x="38576" y="3905"/>
                        <a:pt x="38671" y="4572"/>
                      </a:cubicBezTo>
                      <a:lnTo>
                        <a:pt x="40767" y="4572"/>
                      </a:lnTo>
                      <a:cubicBezTo>
                        <a:pt x="42005" y="5715"/>
                        <a:pt x="43243" y="6953"/>
                        <a:pt x="44577" y="8096"/>
                      </a:cubicBezTo>
                      <a:cubicBezTo>
                        <a:pt x="46101" y="9525"/>
                        <a:pt x="46863" y="10954"/>
                        <a:pt x="46958" y="12192"/>
                      </a:cubicBezTo>
                      <a:cubicBezTo>
                        <a:pt x="47910" y="12668"/>
                        <a:pt x="48387" y="13430"/>
                        <a:pt x="48673" y="14478"/>
                      </a:cubicBezTo>
                      <a:cubicBezTo>
                        <a:pt x="49053" y="16002"/>
                        <a:pt x="49435" y="16954"/>
                        <a:pt x="49720" y="17431"/>
                      </a:cubicBezTo>
                      <a:lnTo>
                        <a:pt x="49053" y="18002"/>
                      </a:lnTo>
                      <a:close/>
                      <a:moveTo>
                        <a:pt x="8001" y="21622"/>
                      </a:moveTo>
                      <a:lnTo>
                        <a:pt x="8001" y="19812"/>
                      </a:lnTo>
                      <a:lnTo>
                        <a:pt x="7715" y="19812"/>
                      </a:lnTo>
                      <a:lnTo>
                        <a:pt x="7715" y="21622"/>
                      </a:lnTo>
                      <a:lnTo>
                        <a:pt x="8001" y="21622"/>
                      </a:lnTo>
                      <a:close/>
                      <a:moveTo>
                        <a:pt x="10382" y="10382"/>
                      </a:moveTo>
                      <a:cubicBezTo>
                        <a:pt x="10382" y="10382"/>
                        <a:pt x="10382" y="9620"/>
                        <a:pt x="10477" y="9049"/>
                      </a:cubicBezTo>
                      <a:cubicBezTo>
                        <a:pt x="10668" y="8477"/>
                        <a:pt x="10763" y="8096"/>
                        <a:pt x="10763" y="7906"/>
                      </a:cubicBezTo>
                      <a:cubicBezTo>
                        <a:pt x="10763" y="7239"/>
                        <a:pt x="10382" y="6763"/>
                        <a:pt x="9715" y="6572"/>
                      </a:cubicBezTo>
                      <a:lnTo>
                        <a:pt x="10763" y="5524"/>
                      </a:lnTo>
                      <a:cubicBezTo>
                        <a:pt x="10763" y="5524"/>
                        <a:pt x="10763" y="5334"/>
                        <a:pt x="10763" y="5144"/>
                      </a:cubicBezTo>
                      <a:cubicBezTo>
                        <a:pt x="10096" y="5715"/>
                        <a:pt x="9715" y="6286"/>
                        <a:pt x="9715" y="6858"/>
                      </a:cubicBezTo>
                      <a:cubicBezTo>
                        <a:pt x="9715" y="7144"/>
                        <a:pt x="10001" y="7810"/>
                        <a:pt x="10477" y="9049"/>
                      </a:cubicBezTo>
                      <a:cubicBezTo>
                        <a:pt x="10096" y="9049"/>
                        <a:pt x="9906" y="9334"/>
                        <a:pt x="9810" y="9620"/>
                      </a:cubicBezTo>
                      <a:cubicBezTo>
                        <a:pt x="9810" y="10001"/>
                        <a:pt x="9620" y="10192"/>
                        <a:pt x="9430" y="10287"/>
                      </a:cubicBezTo>
                      <a:lnTo>
                        <a:pt x="10477" y="10287"/>
                      </a:lnTo>
                      <a:close/>
                      <a:moveTo>
                        <a:pt x="13906" y="8477"/>
                      </a:moveTo>
                      <a:lnTo>
                        <a:pt x="15240" y="9430"/>
                      </a:lnTo>
                      <a:lnTo>
                        <a:pt x="15240" y="9430"/>
                      </a:lnTo>
                      <a:lnTo>
                        <a:pt x="14573" y="10192"/>
                      </a:lnTo>
                      <a:lnTo>
                        <a:pt x="15240" y="10192"/>
                      </a:lnTo>
                      <a:lnTo>
                        <a:pt x="15240" y="5524"/>
                      </a:lnTo>
                      <a:cubicBezTo>
                        <a:pt x="15240" y="5524"/>
                        <a:pt x="14859" y="5905"/>
                        <a:pt x="14382" y="6191"/>
                      </a:cubicBezTo>
                      <a:cubicBezTo>
                        <a:pt x="14382" y="6001"/>
                        <a:pt x="14192" y="6001"/>
                        <a:pt x="13906" y="6001"/>
                      </a:cubicBezTo>
                      <a:cubicBezTo>
                        <a:pt x="14097" y="6191"/>
                        <a:pt x="14192" y="6286"/>
                        <a:pt x="14382" y="6191"/>
                      </a:cubicBezTo>
                      <a:cubicBezTo>
                        <a:pt x="14478" y="6477"/>
                        <a:pt x="14382" y="6763"/>
                        <a:pt x="14192" y="7334"/>
                      </a:cubicBezTo>
                      <a:cubicBezTo>
                        <a:pt x="14192" y="7334"/>
                        <a:pt x="14192" y="7239"/>
                        <a:pt x="14288" y="7144"/>
                      </a:cubicBezTo>
                      <a:cubicBezTo>
                        <a:pt x="14478" y="7144"/>
                        <a:pt x="14668" y="7239"/>
                        <a:pt x="14859" y="7525"/>
                      </a:cubicBezTo>
                      <a:lnTo>
                        <a:pt x="13811" y="8477"/>
                      </a:lnTo>
                      <a:close/>
                      <a:moveTo>
                        <a:pt x="35623" y="22574"/>
                      </a:moveTo>
                      <a:cubicBezTo>
                        <a:pt x="35623" y="22574"/>
                        <a:pt x="35814" y="22098"/>
                        <a:pt x="35814" y="21907"/>
                      </a:cubicBezTo>
                      <a:cubicBezTo>
                        <a:pt x="35814" y="21526"/>
                        <a:pt x="35528" y="21146"/>
                        <a:pt x="35052" y="20765"/>
                      </a:cubicBezTo>
                      <a:cubicBezTo>
                        <a:pt x="34480" y="20383"/>
                        <a:pt x="34194" y="20098"/>
                        <a:pt x="34099" y="19812"/>
                      </a:cubicBezTo>
                      <a:cubicBezTo>
                        <a:pt x="34290" y="19431"/>
                        <a:pt x="34385" y="19145"/>
                        <a:pt x="34385" y="18859"/>
                      </a:cubicBezTo>
                      <a:cubicBezTo>
                        <a:pt x="34385" y="18478"/>
                        <a:pt x="34004" y="18002"/>
                        <a:pt x="33147" y="17431"/>
                      </a:cubicBezTo>
                      <a:cubicBezTo>
                        <a:pt x="32289" y="16954"/>
                        <a:pt x="31813" y="16573"/>
                        <a:pt x="31718" y="16288"/>
                      </a:cubicBezTo>
                      <a:cubicBezTo>
                        <a:pt x="31432" y="16002"/>
                        <a:pt x="31051" y="15811"/>
                        <a:pt x="30670" y="15811"/>
                      </a:cubicBezTo>
                      <a:cubicBezTo>
                        <a:pt x="30480" y="15811"/>
                        <a:pt x="30289" y="15811"/>
                        <a:pt x="29908" y="16002"/>
                      </a:cubicBezTo>
                      <a:cubicBezTo>
                        <a:pt x="29527" y="16002"/>
                        <a:pt x="29241" y="16002"/>
                        <a:pt x="29051" y="16002"/>
                      </a:cubicBezTo>
                      <a:cubicBezTo>
                        <a:pt x="28575" y="16002"/>
                        <a:pt x="28194" y="15716"/>
                        <a:pt x="28004" y="15145"/>
                      </a:cubicBezTo>
                      <a:lnTo>
                        <a:pt x="28670" y="14573"/>
                      </a:lnTo>
                      <a:cubicBezTo>
                        <a:pt x="27527" y="14478"/>
                        <a:pt x="26955" y="14859"/>
                        <a:pt x="26860" y="15811"/>
                      </a:cubicBezTo>
                      <a:cubicBezTo>
                        <a:pt x="26670" y="17145"/>
                        <a:pt x="26479" y="18002"/>
                        <a:pt x="26194" y="18288"/>
                      </a:cubicBezTo>
                      <a:cubicBezTo>
                        <a:pt x="25812" y="17240"/>
                        <a:pt x="25527" y="16192"/>
                        <a:pt x="25146" y="15049"/>
                      </a:cubicBezTo>
                      <a:cubicBezTo>
                        <a:pt x="24765" y="14002"/>
                        <a:pt x="24003" y="13144"/>
                        <a:pt x="22764" y="12478"/>
                      </a:cubicBezTo>
                      <a:cubicBezTo>
                        <a:pt x="22574" y="13621"/>
                        <a:pt x="21907" y="14097"/>
                        <a:pt x="20669" y="14097"/>
                      </a:cubicBezTo>
                      <a:cubicBezTo>
                        <a:pt x="20383" y="14097"/>
                        <a:pt x="19907" y="14097"/>
                        <a:pt x="19335" y="14097"/>
                      </a:cubicBezTo>
                      <a:cubicBezTo>
                        <a:pt x="18669" y="14097"/>
                        <a:pt x="18192" y="14097"/>
                        <a:pt x="17907" y="14097"/>
                      </a:cubicBezTo>
                      <a:cubicBezTo>
                        <a:pt x="17621" y="14097"/>
                        <a:pt x="17240" y="14097"/>
                        <a:pt x="16954" y="14097"/>
                      </a:cubicBezTo>
                      <a:cubicBezTo>
                        <a:pt x="15335" y="15145"/>
                        <a:pt x="14478" y="16859"/>
                        <a:pt x="14478" y="19336"/>
                      </a:cubicBezTo>
                      <a:cubicBezTo>
                        <a:pt x="14478" y="19812"/>
                        <a:pt x="14478" y="20574"/>
                        <a:pt x="14573" y="21526"/>
                      </a:cubicBezTo>
                      <a:cubicBezTo>
                        <a:pt x="14573" y="22574"/>
                        <a:pt x="14573" y="23336"/>
                        <a:pt x="14573" y="23813"/>
                      </a:cubicBezTo>
                      <a:cubicBezTo>
                        <a:pt x="14573" y="24955"/>
                        <a:pt x="14478" y="25908"/>
                        <a:pt x="14192" y="26670"/>
                      </a:cubicBezTo>
                      <a:cubicBezTo>
                        <a:pt x="14192" y="27337"/>
                        <a:pt x="14764" y="27622"/>
                        <a:pt x="15716" y="27622"/>
                      </a:cubicBezTo>
                      <a:cubicBezTo>
                        <a:pt x="16669" y="27622"/>
                        <a:pt x="17335" y="27908"/>
                        <a:pt x="17526" y="28575"/>
                      </a:cubicBezTo>
                      <a:cubicBezTo>
                        <a:pt x="18002" y="28861"/>
                        <a:pt x="18859" y="28861"/>
                        <a:pt x="20288" y="28861"/>
                      </a:cubicBezTo>
                      <a:cubicBezTo>
                        <a:pt x="21431" y="28861"/>
                        <a:pt x="22193" y="29242"/>
                        <a:pt x="22670" y="30004"/>
                      </a:cubicBezTo>
                      <a:cubicBezTo>
                        <a:pt x="23050" y="29242"/>
                        <a:pt x="23622" y="28766"/>
                        <a:pt x="24384" y="28670"/>
                      </a:cubicBezTo>
                      <a:lnTo>
                        <a:pt x="26479" y="28670"/>
                      </a:lnTo>
                      <a:cubicBezTo>
                        <a:pt x="27051" y="28670"/>
                        <a:pt x="27622" y="28289"/>
                        <a:pt x="27813" y="27718"/>
                      </a:cubicBezTo>
                      <a:cubicBezTo>
                        <a:pt x="29813" y="27908"/>
                        <a:pt x="32195" y="26670"/>
                        <a:pt x="34861" y="24003"/>
                      </a:cubicBezTo>
                      <a:lnTo>
                        <a:pt x="33432" y="23527"/>
                      </a:lnTo>
                      <a:lnTo>
                        <a:pt x="35337" y="22384"/>
                      </a:lnTo>
                      <a:close/>
                      <a:moveTo>
                        <a:pt x="34099" y="9430"/>
                      </a:moveTo>
                      <a:cubicBezTo>
                        <a:pt x="34099" y="9430"/>
                        <a:pt x="33814" y="9049"/>
                        <a:pt x="33623" y="9049"/>
                      </a:cubicBezTo>
                      <a:cubicBezTo>
                        <a:pt x="33051" y="9049"/>
                        <a:pt x="32766" y="9239"/>
                        <a:pt x="32766" y="9620"/>
                      </a:cubicBezTo>
                      <a:cubicBezTo>
                        <a:pt x="32766" y="9620"/>
                        <a:pt x="32766" y="9620"/>
                        <a:pt x="32956" y="9620"/>
                      </a:cubicBezTo>
                      <a:lnTo>
                        <a:pt x="34004" y="9239"/>
                      </a:lnTo>
                      <a:close/>
                      <a:moveTo>
                        <a:pt x="37719" y="5524"/>
                      </a:moveTo>
                      <a:lnTo>
                        <a:pt x="37719" y="5048"/>
                      </a:lnTo>
                      <a:cubicBezTo>
                        <a:pt x="37719" y="5048"/>
                        <a:pt x="36862" y="5334"/>
                        <a:pt x="35623" y="5334"/>
                      </a:cubicBezTo>
                      <a:lnTo>
                        <a:pt x="37719" y="5620"/>
                      </a:lnTo>
                      <a:close/>
                      <a:moveTo>
                        <a:pt x="35623" y="19812"/>
                      </a:moveTo>
                      <a:lnTo>
                        <a:pt x="37052" y="19812"/>
                      </a:lnTo>
                      <a:cubicBezTo>
                        <a:pt x="36480" y="19240"/>
                        <a:pt x="36100" y="19050"/>
                        <a:pt x="35623" y="19145"/>
                      </a:cubicBezTo>
                      <a:lnTo>
                        <a:pt x="35623" y="19812"/>
                      </a:lnTo>
                      <a:close/>
                      <a:moveTo>
                        <a:pt x="38385" y="23908"/>
                      </a:moveTo>
                      <a:lnTo>
                        <a:pt x="39338" y="23050"/>
                      </a:lnTo>
                      <a:lnTo>
                        <a:pt x="38957" y="23050"/>
                      </a:lnTo>
                      <a:lnTo>
                        <a:pt x="38481" y="23908"/>
                      </a:lnTo>
                      <a:close/>
                      <a:moveTo>
                        <a:pt x="41053" y="24098"/>
                      </a:moveTo>
                      <a:cubicBezTo>
                        <a:pt x="41053" y="24098"/>
                        <a:pt x="40767" y="23622"/>
                        <a:pt x="40767" y="23336"/>
                      </a:cubicBezTo>
                      <a:cubicBezTo>
                        <a:pt x="40767" y="22384"/>
                        <a:pt x="41243" y="21622"/>
                        <a:pt x="42100" y="21146"/>
                      </a:cubicBezTo>
                      <a:cubicBezTo>
                        <a:pt x="41910" y="21050"/>
                        <a:pt x="41720" y="20860"/>
                        <a:pt x="41529" y="20860"/>
                      </a:cubicBezTo>
                      <a:cubicBezTo>
                        <a:pt x="41529" y="20860"/>
                        <a:pt x="40767" y="21241"/>
                        <a:pt x="39433" y="22098"/>
                      </a:cubicBezTo>
                      <a:cubicBezTo>
                        <a:pt x="40291" y="22384"/>
                        <a:pt x="40767" y="22765"/>
                        <a:pt x="40767" y="23336"/>
                      </a:cubicBezTo>
                      <a:cubicBezTo>
                        <a:pt x="40767" y="23527"/>
                        <a:pt x="40671" y="23908"/>
                        <a:pt x="40481" y="24289"/>
                      </a:cubicBezTo>
                      <a:cubicBezTo>
                        <a:pt x="40291" y="24670"/>
                        <a:pt x="40195" y="25051"/>
                        <a:pt x="40195" y="25146"/>
                      </a:cubicBezTo>
                      <a:cubicBezTo>
                        <a:pt x="40195" y="25527"/>
                        <a:pt x="40671" y="25622"/>
                        <a:pt x="41434" y="25622"/>
                      </a:cubicBezTo>
                      <a:cubicBezTo>
                        <a:pt x="41434" y="24860"/>
                        <a:pt x="41434" y="24289"/>
                        <a:pt x="41147" y="24194"/>
                      </a:cubicBezTo>
                      <a:close/>
                      <a:moveTo>
                        <a:pt x="43624" y="28099"/>
                      </a:moveTo>
                      <a:lnTo>
                        <a:pt x="43910" y="27813"/>
                      </a:lnTo>
                      <a:lnTo>
                        <a:pt x="43434" y="27146"/>
                      </a:lnTo>
                      <a:lnTo>
                        <a:pt x="43719" y="28099"/>
                      </a:lnTo>
                      <a:close/>
                      <a:moveTo>
                        <a:pt x="45244" y="22288"/>
                      </a:moveTo>
                      <a:lnTo>
                        <a:pt x="46196" y="22955"/>
                      </a:lnTo>
                      <a:cubicBezTo>
                        <a:pt x="46196" y="22955"/>
                        <a:pt x="45910" y="22288"/>
                        <a:pt x="45910" y="22288"/>
                      </a:cubicBezTo>
                      <a:lnTo>
                        <a:pt x="45244" y="22288"/>
                      </a:lnTo>
                      <a:close/>
                      <a:moveTo>
                        <a:pt x="45529" y="11906"/>
                      </a:moveTo>
                      <a:lnTo>
                        <a:pt x="45529" y="12573"/>
                      </a:lnTo>
                      <a:lnTo>
                        <a:pt x="46196" y="11906"/>
                      </a:lnTo>
                      <a:lnTo>
                        <a:pt x="45529" y="11906"/>
                      </a:lnTo>
                      <a:close/>
                      <a:moveTo>
                        <a:pt x="46196" y="19431"/>
                      </a:moveTo>
                      <a:lnTo>
                        <a:pt x="47815" y="17812"/>
                      </a:lnTo>
                      <a:lnTo>
                        <a:pt x="46863" y="17812"/>
                      </a:lnTo>
                      <a:lnTo>
                        <a:pt x="46196" y="19431"/>
                      </a:lnTo>
                      <a:close/>
                      <a:moveTo>
                        <a:pt x="46863" y="26860"/>
                      </a:moveTo>
                      <a:lnTo>
                        <a:pt x="47815" y="26575"/>
                      </a:lnTo>
                      <a:cubicBezTo>
                        <a:pt x="47815" y="26575"/>
                        <a:pt x="47434" y="26194"/>
                        <a:pt x="46863" y="26194"/>
                      </a:cubicBezTo>
                      <a:lnTo>
                        <a:pt x="46863" y="26860"/>
                      </a:lnTo>
                      <a:close/>
                      <a:moveTo>
                        <a:pt x="48863" y="11049"/>
                      </a:moveTo>
                      <a:cubicBezTo>
                        <a:pt x="48863" y="11049"/>
                        <a:pt x="49244" y="11144"/>
                        <a:pt x="49625" y="11525"/>
                      </a:cubicBezTo>
                      <a:lnTo>
                        <a:pt x="48863" y="11049"/>
                      </a:lnTo>
                      <a:close/>
                      <a:moveTo>
                        <a:pt x="50101" y="11811"/>
                      </a:moveTo>
                      <a:cubicBezTo>
                        <a:pt x="50101" y="11811"/>
                        <a:pt x="49816" y="11716"/>
                        <a:pt x="49625" y="11430"/>
                      </a:cubicBezTo>
                      <a:lnTo>
                        <a:pt x="50101" y="11811"/>
                      </a:lnTo>
                      <a:close/>
                      <a:moveTo>
                        <a:pt x="50482" y="12001"/>
                      </a:moveTo>
                      <a:lnTo>
                        <a:pt x="50101" y="11811"/>
                      </a:lnTo>
                      <a:cubicBezTo>
                        <a:pt x="50101" y="11811"/>
                        <a:pt x="50578" y="11716"/>
                        <a:pt x="50482" y="11716"/>
                      </a:cubicBezTo>
                      <a:lnTo>
                        <a:pt x="50482" y="12001"/>
                      </a:lnTo>
                      <a:close/>
                      <a:moveTo>
                        <a:pt x="51625" y="8096"/>
                      </a:moveTo>
                      <a:cubicBezTo>
                        <a:pt x="51625" y="8096"/>
                        <a:pt x="51245" y="8001"/>
                        <a:pt x="50959" y="8001"/>
                      </a:cubicBezTo>
                      <a:cubicBezTo>
                        <a:pt x="50578" y="8001"/>
                        <a:pt x="50482" y="7906"/>
                        <a:pt x="50482" y="7810"/>
                      </a:cubicBezTo>
                      <a:cubicBezTo>
                        <a:pt x="50482" y="7620"/>
                        <a:pt x="50482" y="7429"/>
                        <a:pt x="50768" y="7239"/>
                      </a:cubicBezTo>
                      <a:lnTo>
                        <a:pt x="51625" y="8192"/>
                      </a:lnTo>
                      <a:close/>
                      <a:moveTo>
                        <a:pt x="51816" y="20574"/>
                      </a:moveTo>
                      <a:lnTo>
                        <a:pt x="50768" y="19907"/>
                      </a:lnTo>
                      <a:lnTo>
                        <a:pt x="51816" y="19907"/>
                      </a:lnTo>
                      <a:lnTo>
                        <a:pt x="51816" y="20574"/>
                      </a:lnTo>
                      <a:close/>
                      <a:moveTo>
                        <a:pt x="51625" y="8096"/>
                      </a:moveTo>
                      <a:lnTo>
                        <a:pt x="51816" y="8287"/>
                      </a:lnTo>
                      <a:lnTo>
                        <a:pt x="51625" y="8096"/>
                      </a:lnTo>
                      <a:close/>
                      <a:moveTo>
                        <a:pt x="52482" y="14954"/>
                      </a:moveTo>
                      <a:lnTo>
                        <a:pt x="52768" y="14002"/>
                      </a:lnTo>
                      <a:lnTo>
                        <a:pt x="54769" y="14669"/>
                      </a:lnTo>
                      <a:cubicBezTo>
                        <a:pt x="54197" y="14669"/>
                        <a:pt x="53911" y="15049"/>
                        <a:pt x="53626" y="15716"/>
                      </a:cubicBezTo>
                      <a:cubicBezTo>
                        <a:pt x="53530" y="15716"/>
                        <a:pt x="53149" y="15430"/>
                        <a:pt x="52482" y="14954"/>
                      </a:cubicBezTo>
                      <a:close/>
                      <a:moveTo>
                        <a:pt x="54769" y="6191"/>
                      </a:moveTo>
                      <a:cubicBezTo>
                        <a:pt x="54769" y="6191"/>
                        <a:pt x="54483" y="6667"/>
                        <a:pt x="54102" y="6667"/>
                      </a:cubicBezTo>
                      <a:lnTo>
                        <a:pt x="53149" y="6667"/>
                      </a:lnTo>
                      <a:lnTo>
                        <a:pt x="53435" y="6001"/>
                      </a:lnTo>
                      <a:cubicBezTo>
                        <a:pt x="53435" y="6001"/>
                        <a:pt x="54197" y="6191"/>
                        <a:pt x="54769" y="6191"/>
                      </a:cubicBezTo>
                      <a:close/>
                      <a:moveTo>
                        <a:pt x="54387" y="8668"/>
                      </a:moveTo>
                      <a:lnTo>
                        <a:pt x="54387" y="8192"/>
                      </a:lnTo>
                      <a:cubicBezTo>
                        <a:pt x="55626" y="8477"/>
                        <a:pt x="56483" y="8477"/>
                        <a:pt x="57055" y="8477"/>
                      </a:cubicBezTo>
                      <a:lnTo>
                        <a:pt x="57055" y="9144"/>
                      </a:lnTo>
                      <a:lnTo>
                        <a:pt x="54387" y="8763"/>
                      </a:lnTo>
                      <a:close/>
                      <a:moveTo>
                        <a:pt x="57435" y="21336"/>
                      </a:moveTo>
                      <a:lnTo>
                        <a:pt x="56769" y="21336"/>
                      </a:lnTo>
                      <a:lnTo>
                        <a:pt x="57245" y="20479"/>
                      </a:lnTo>
                      <a:cubicBezTo>
                        <a:pt x="57245" y="20479"/>
                        <a:pt x="57435" y="20860"/>
                        <a:pt x="57435" y="21336"/>
                      </a:cubicBezTo>
                      <a:close/>
                      <a:moveTo>
                        <a:pt x="57055" y="20383"/>
                      </a:moveTo>
                      <a:cubicBezTo>
                        <a:pt x="57055" y="20383"/>
                        <a:pt x="57245" y="20098"/>
                        <a:pt x="57435" y="20002"/>
                      </a:cubicBezTo>
                      <a:lnTo>
                        <a:pt x="57245" y="20479"/>
                      </a:lnTo>
                      <a:cubicBezTo>
                        <a:pt x="57245" y="20479"/>
                        <a:pt x="57150" y="20479"/>
                        <a:pt x="57055" y="20479"/>
                      </a:cubicBezTo>
                      <a:close/>
                      <a:moveTo>
                        <a:pt x="57435" y="20002"/>
                      </a:moveTo>
                      <a:lnTo>
                        <a:pt x="57721" y="19431"/>
                      </a:lnTo>
                      <a:cubicBezTo>
                        <a:pt x="57721" y="19431"/>
                        <a:pt x="57721" y="19812"/>
                        <a:pt x="57435" y="20002"/>
                      </a:cubicBezTo>
                      <a:close/>
                      <a:moveTo>
                        <a:pt x="58674" y="2286"/>
                      </a:moveTo>
                      <a:lnTo>
                        <a:pt x="59436" y="2953"/>
                      </a:lnTo>
                      <a:lnTo>
                        <a:pt x="58102" y="2953"/>
                      </a:lnTo>
                      <a:lnTo>
                        <a:pt x="58674" y="2286"/>
                      </a:lnTo>
                      <a:close/>
                      <a:moveTo>
                        <a:pt x="59150" y="11430"/>
                      </a:moveTo>
                      <a:lnTo>
                        <a:pt x="60770" y="13049"/>
                      </a:lnTo>
                      <a:cubicBezTo>
                        <a:pt x="59531" y="12668"/>
                        <a:pt x="58864" y="12382"/>
                        <a:pt x="58864" y="12097"/>
                      </a:cubicBezTo>
                      <a:cubicBezTo>
                        <a:pt x="58864" y="11906"/>
                        <a:pt x="58864" y="11716"/>
                        <a:pt x="59150" y="11430"/>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 name="Google Shape;1258;p99"/>
                <p:cNvSpPr/>
                <p:nvPr/>
              </p:nvSpPr>
              <p:spPr>
                <a:xfrm>
                  <a:off x="8558688" y="1783079"/>
                  <a:ext cx="15716" cy="68008"/>
                </a:xfrm>
                <a:custGeom>
                  <a:avLst/>
                  <a:gdLst/>
                  <a:ahLst/>
                  <a:cxnLst/>
                  <a:rect l="l" t="t" r="r" b="b"/>
                  <a:pathLst>
                    <a:path w="15716" h="68008" extrusionOk="0">
                      <a:moveTo>
                        <a:pt x="14192" y="58960"/>
                      </a:moveTo>
                      <a:cubicBezTo>
                        <a:pt x="14192" y="60579"/>
                        <a:pt x="14192" y="61627"/>
                        <a:pt x="13907" y="62008"/>
                      </a:cubicBezTo>
                      <a:cubicBezTo>
                        <a:pt x="14478" y="64294"/>
                        <a:pt x="14383" y="66008"/>
                        <a:pt x="13525" y="67151"/>
                      </a:cubicBezTo>
                      <a:cubicBezTo>
                        <a:pt x="13049" y="67437"/>
                        <a:pt x="12382" y="67628"/>
                        <a:pt x="11621" y="67628"/>
                      </a:cubicBezTo>
                      <a:lnTo>
                        <a:pt x="9049" y="67628"/>
                      </a:lnTo>
                      <a:cubicBezTo>
                        <a:pt x="9049" y="66770"/>
                        <a:pt x="9049" y="66294"/>
                        <a:pt x="8858" y="66294"/>
                      </a:cubicBezTo>
                      <a:cubicBezTo>
                        <a:pt x="8858" y="67437"/>
                        <a:pt x="8382" y="68008"/>
                        <a:pt x="7525" y="68008"/>
                      </a:cubicBezTo>
                      <a:cubicBezTo>
                        <a:pt x="7239" y="68008"/>
                        <a:pt x="6763" y="68008"/>
                        <a:pt x="6096" y="67818"/>
                      </a:cubicBezTo>
                      <a:cubicBezTo>
                        <a:pt x="5429" y="67628"/>
                        <a:pt x="4953" y="67532"/>
                        <a:pt x="4667" y="67532"/>
                      </a:cubicBezTo>
                      <a:cubicBezTo>
                        <a:pt x="4286" y="67532"/>
                        <a:pt x="4096" y="67532"/>
                        <a:pt x="3906" y="67723"/>
                      </a:cubicBezTo>
                      <a:cubicBezTo>
                        <a:pt x="3620" y="67437"/>
                        <a:pt x="3429" y="67342"/>
                        <a:pt x="3143" y="67342"/>
                      </a:cubicBezTo>
                      <a:cubicBezTo>
                        <a:pt x="3048" y="67342"/>
                        <a:pt x="2763" y="67342"/>
                        <a:pt x="2572" y="67532"/>
                      </a:cubicBezTo>
                      <a:cubicBezTo>
                        <a:pt x="2286" y="67532"/>
                        <a:pt x="2096" y="67628"/>
                        <a:pt x="2000" y="67628"/>
                      </a:cubicBezTo>
                      <a:cubicBezTo>
                        <a:pt x="1714" y="67628"/>
                        <a:pt x="1429" y="67532"/>
                        <a:pt x="1238" y="67246"/>
                      </a:cubicBezTo>
                      <a:cubicBezTo>
                        <a:pt x="667" y="64675"/>
                        <a:pt x="381" y="61817"/>
                        <a:pt x="381" y="58865"/>
                      </a:cubicBezTo>
                      <a:cubicBezTo>
                        <a:pt x="381" y="56483"/>
                        <a:pt x="667" y="52673"/>
                        <a:pt x="1238" y="47434"/>
                      </a:cubicBezTo>
                      <a:cubicBezTo>
                        <a:pt x="571" y="43529"/>
                        <a:pt x="476" y="37148"/>
                        <a:pt x="858" y="28194"/>
                      </a:cubicBezTo>
                      <a:cubicBezTo>
                        <a:pt x="191" y="27623"/>
                        <a:pt x="0" y="27146"/>
                        <a:pt x="0" y="26861"/>
                      </a:cubicBezTo>
                      <a:cubicBezTo>
                        <a:pt x="0" y="26670"/>
                        <a:pt x="191" y="26480"/>
                        <a:pt x="476" y="26099"/>
                      </a:cubicBezTo>
                      <a:cubicBezTo>
                        <a:pt x="762" y="25813"/>
                        <a:pt x="858" y="25527"/>
                        <a:pt x="858" y="25241"/>
                      </a:cubicBezTo>
                      <a:cubicBezTo>
                        <a:pt x="858" y="24860"/>
                        <a:pt x="858" y="24479"/>
                        <a:pt x="476" y="24003"/>
                      </a:cubicBezTo>
                      <a:cubicBezTo>
                        <a:pt x="858" y="23622"/>
                        <a:pt x="858" y="22574"/>
                        <a:pt x="476" y="20860"/>
                      </a:cubicBezTo>
                      <a:cubicBezTo>
                        <a:pt x="191" y="19431"/>
                        <a:pt x="667" y="18574"/>
                        <a:pt x="1714" y="18383"/>
                      </a:cubicBezTo>
                      <a:lnTo>
                        <a:pt x="476" y="16288"/>
                      </a:lnTo>
                      <a:cubicBezTo>
                        <a:pt x="476" y="16288"/>
                        <a:pt x="1143" y="15526"/>
                        <a:pt x="1143" y="14859"/>
                      </a:cubicBezTo>
                      <a:cubicBezTo>
                        <a:pt x="1143" y="14383"/>
                        <a:pt x="1048" y="13621"/>
                        <a:pt x="667" y="12478"/>
                      </a:cubicBezTo>
                      <a:cubicBezTo>
                        <a:pt x="381" y="11335"/>
                        <a:pt x="286" y="10478"/>
                        <a:pt x="286" y="9906"/>
                      </a:cubicBezTo>
                      <a:cubicBezTo>
                        <a:pt x="286" y="9144"/>
                        <a:pt x="571" y="8477"/>
                        <a:pt x="953" y="8001"/>
                      </a:cubicBezTo>
                      <a:cubicBezTo>
                        <a:pt x="762" y="6096"/>
                        <a:pt x="667" y="5048"/>
                        <a:pt x="667" y="4763"/>
                      </a:cubicBezTo>
                      <a:cubicBezTo>
                        <a:pt x="667" y="2572"/>
                        <a:pt x="1429" y="1143"/>
                        <a:pt x="3143" y="572"/>
                      </a:cubicBezTo>
                      <a:lnTo>
                        <a:pt x="4667" y="572"/>
                      </a:lnTo>
                      <a:cubicBezTo>
                        <a:pt x="5239" y="572"/>
                        <a:pt x="6191" y="572"/>
                        <a:pt x="7430" y="286"/>
                      </a:cubicBezTo>
                      <a:cubicBezTo>
                        <a:pt x="8668" y="95"/>
                        <a:pt x="9620" y="0"/>
                        <a:pt x="10287" y="0"/>
                      </a:cubicBezTo>
                      <a:cubicBezTo>
                        <a:pt x="12002" y="0"/>
                        <a:pt x="13335" y="667"/>
                        <a:pt x="14192" y="2096"/>
                      </a:cubicBezTo>
                      <a:cubicBezTo>
                        <a:pt x="14288" y="7049"/>
                        <a:pt x="14288" y="14478"/>
                        <a:pt x="14192" y="24289"/>
                      </a:cubicBezTo>
                      <a:cubicBezTo>
                        <a:pt x="14192" y="24289"/>
                        <a:pt x="13811" y="24289"/>
                        <a:pt x="13431" y="24575"/>
                      </a:cubicBezTo>
                      <a:cubicBezTo>
                        <a:pt x="13431" y="24956"/>
                        <a:pt x="13525" y="25337"/>
                        <a:pt x="14097" y="25718"/>
                      </a:cubicBezTo>
                      <a:cubicBezTo>
                        <a:pt x="14669" y="26003"/>
                        <a:pt x="14954" y="26289"/>
                        <a:pt x="14954" y="26480"/>
                      </a:cubicBezTo>
                      <a:cubicBezTo>
                        <a:pt x="14954" y="26765"/>
                        <a:pt x="14669" y="26956"/>
                        <a:pt x="14288" y="27242"/>
                      </a:cubicBezTo>
                      <a:lnTo>
                        <a:pt x="13525" y="27908"/>
                      </a:lnTo>
                      <a:cubicBezTo>
                        <a:pt x="14192" y="28766"/>
                        <a:pt x="14574" y="29908"/>
                        <a:pt x="14574" y="31052"/>
                      </a:cubicBezTo>
                      <a:cubicBezTo>
                        <a:pt x="14574" y="31623"/>
                        <a:pt x="14574" y="32480"/>
                        <a:pt x="14288" y="33719"/>
                      </a:cubicBezTo>
                      <a:cubicBezTo>
                        <a:pt x="14097" y="34862"/>
                        <a:pt x="14002" y="35814"/>
                        <a:pt x="14002" y="36481"/>
                      </a:cubicBezTo>
                      <a:cubicBezTo>
                        <a:pt x="14002" y="37243"/>
                        <a:pt x="14097" y="38005"/>
                        <a:pt x="14383" y="38671"/>
                      </a:cubicBezTo>
                      <a:cubicBezTo>
                        <a:pt x="14478" y="42767"/>
                        <a:pt x="14383" y="48673"/>
                        <a:pt x="14002" y="56388"/>
                      </a:cubicBezTo>
                      <a:cubicBezTo>
                        <a:pt x="14097" y="56579"/>
                        <a:pt x="14383" y="56674"/>
                        <a:pt x="14764" y="56674"/>
                      </a:cubicBezTo>
                      <a:lnTo>
                        <a:pt x="15716" y="56674"/>
                      </a:lnTo>
                      <a:cubicBezTo>
                        <a:pt x="14954" y="57055"/>
                        <a:pt x="14574" y="57912"/>
                        <a:pt x="14574" y="59246"/>
                      </a:cubicBezTo>
                      <a:close/>
                      <a:moveTo>
                        <a:pt x="2953" y="16669"/>
                      </a:moveTo>
                      <a:cubicBezTo>
                        <a:pt x="2953" y="16669"/>
                        <a:pt x="2667" y="16764"/>
                        <a:pt x="2667" y="16955"/>
                      </a:cubicBezTo>
                      <a:cubicBezTo>
                        <a:pt x="2667" y="17145"/>
                        <a:pt x="2763" y="17335"/>
                        <a:pt x="3048" y="17526"/>
                      </a:cubicBezTo>
                      <a:cubicBezTo>
                        <a:pt x="3334" y="17717"/>
                        <a:pt x="3620" y="17717"/>
                        <a:pt x="3810" y="17621"/>
                      </a:cubicBezTo>
                      <a:cubicBezTo>
                        <a:pt x="3524" y="17240"/>
                        <a:pt x="3239" y="16955"/>
                        <a:pt x="2857" y="16669"/>
                      </a:cubicBezTo>
                      <a:close/>
                      <a:moveTo>
                        <a:pt x="3143" y="15240"/>
                      </a:moveTo>
                      <a:lnTo>
                        <a:pt x="4096" y="13907"/>
                      </a:lnTo>
                      <a:lnTo>
                        <a:pt x="2953" y="14288"/>
                      </a:lnTo>
                      <a:cubicBezTo>
                        <a:pt x="2953" y="14288"/>
                        <a:pt x="3143" y="14669"/>
                        <a:pt x="3143" y="15240"/>
                      </a:cubicBezTo>
                      <a:close/>
                      <a:moveTo>
                        <a:pt x="2953" y="60293"/>
                      </a:moveTo>
                      <a:lnTo>
                        <a:pt x="4096" y="60293"/>
                      </a:lnTo>
                      <a:cubicBezTo>
                        <a:pt x="4096" y="60293"/>
                        <a:pt x="3810" y="59912"/>
                        <a:pt x="3524" y="59912"/>
                      </a:cubicBezTo>
                      <a:cubicBezTo>
                        <a:pt x="3143" y="59912"/>
                        <a:pt x="2953" y="60008"/>
                        <a:pt x="2953" y="60293"/>
                      </a:cubicBezTo>
                      <a:close/>
                      <a:moveTo>
                        <a:pt x="13049" y="26384"/>
                      </a:moveTo>
                      <a:cubicBezTo>
                        <a:pt x="13049" y="26384"/>
                        <a:pt x="12764" y="27146"/>
                        <a:pt x="13145" y="27337"/>
                      </a:cubicBezTo>
                      <a:cubicBezTo>
                        <a:pt x="13621" y="26956"/>
                        <a:pt x="13907" y="26575"/>
                        <a:pt x="13907" y="26289"/>
                      </a:cubicBezTo>
                      <a:cubicBezTo>
                        <a:pt x="13907" y="26099"/>
                        <a:pt x="13525" y="25718"/>
                        <a:pt x="12859" y="25337"/>
                      </a:cubicBezTo>
                      <a:cubicBezTo>
                        <a:pt x="12192" y="24860"/>
                        <a:pt x="11906" y="24479"/>
                        <a:pt x="11906" y="24098"/>
                      </a:cubicBezTo>
                      <a:lnTo>
                        <a:pt x="11430" y="24384"/>
                      </a:lnTo>
                      <a:lnTo>
                        <a:pt x="12192" y="25051"/>
                      </a:lnTo>
                      <a:lnTo>
                        <a:pt x="11430" y="25718"/>
                      </a:lnTo>
                      <a:cubicBezTo>
                        <a:pt x="11430" y="25718"/>
                        <a:pt x="10954" y="25241"/>
                        <a:pt x="10763" y="24670"/>
                      </a:cubicBezTo>
                      <a:cubicBezTo>
                        <a:pt x="10573" y="24194"/>
                        <a:pt x="10287" y="23908"/>
                        <a:pt x="9906" y="23908"/>
                      </a:cubicBezTo>
                      <a:cubicBezTo>
                        <a:pt x="9716" y="23908"/>
                        <a:pt x="9525" y="23908"/>
                        <a:pt x="9144" y="24003"/>
                      </a:cubicBezTo>
                      <a:lnTo>
                        <a:pt x="10287" y="25241"/>
                      </a:lnTo>
                      <a:cubicBezTo>
                        <a:pt x="10287" y="25241"/>
                        <a:pt x="9525" y="25908"/>
                        <a:pt x="8763" y="26099"/>
                      </a:cubicBezTo>
                      <a:cubicBezTo>
                        <a:pt x="7906" y="26384"/>
                        <a:pt x="7334" y="26575"/>
                        <a:pt x="7239" y="26575"/>
                      </a:cubicBezTo>
                      <a:cubicBezTo>
                        <a:pt x="9525" y="27242"/>
                        <a:pt x="10859" y="26956"/>
                        <a:pt x="11239" y="25622"/>
                      </a:cubicBezTo>
                      <a:cubicBezTo>
                        <a:pt x="11621" y="26289"/>
                        <a:pt x="11811" y="26670"/>
                        <a:pt x="11906" y="26575"/>
                      </a:cubicBezTo>
                      <a:cubicBezTo>
                        <a:pt x="11906" y="26384"/>
                        <a:pt x="12002" y="26003"/>
                        <a:pt x="12382" y="25622"/>
                      </a:cubicBezTo>
                      <a:cubicBezTo>
                        <a:pt x="13049" y="25622"/>
                        <a:pt x="13240" y="25908"/>
                        <a:pt x="12954" y="26289"/>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 name="Google Shape;1259;p99"/>
                <p:cNvSpPr/>
                <p:nvPr/>
              </p:nvSpPr>
              <p:spPr>
                <a:xfrm>
                  <a:off x="8580500" y="1783307"/>
                  <a:ext cx="46291" cy="68066"/>
                </a:xfrm>
                <a:custGeom>
                  <a:avLst/>
                  <a:gdLst/>
                  <a:ahLst/>
                  <a:cxnLst/>
                  <a:rect l="l" t="t" r="r" b="b"/>
                  <a:pathLst>
                    <a:path w="46291" h="68066" extrusionOk="0">
                      <a:moveTo>
                        <a:pt x="45529" y="2630"/>
                      </a:moveTo>
                      <a:lnTo>
                        <a:pt x="46291" y="14536"/>
                      </a:lnTo>
                      <a:cubicBezTo>
                        <a:pt x="44767" y="15013"/>
                        <a:pt x="42863" y="15108"/>
                        <a:pt x="40386" y="14917"/>
                      </a:cubicBezTo>
                      <a:cubicBezTo>
                        <a:pt x="37529" y="14632"/>
                        <a:pt x="35623" y="14536"/>
                        <a:pt x="34671" y="14727"/>
                      </a:cubicBezTo>
                      <a:cubicBezTo>
                        <a:pt x="32575" y="15013"/>
                        <a:pt x="30956" y="15965"/>
                        <a:pt x="29718" y="17584"/>
                      </a:cubicBezTo>
                      <a:cubicBezTo>
                        <a:pt x="29718" y="17965"/>
                        <a:pt x="29908" y="18442"/>
                        <a:pt x="29908" y="18823"/>
                      </a:cubicBezTo>
                      <a:cubicBezTo>
                        <a:pt x="29908" y="19299"/>
                        <a:pt x="29908" y="19966"/>
                        <a:pt x="29623" y="20823"/>
                      </a:cubicBezTo>
                      <a:cubicBezTo>
                        <a:pt x="29527" y="21680"/>
                        <a:pt x="29432" y="22347"/>
                        <a:pt x="29432" y="22728"/>
                      </a:cubicBezTo>
                      <a:cubicBezTo>
                        <a:pt x="29432" y="23395"/>
                        <a:pt x="29527" y="24061"/>
                        <a:pt x="29813" y="24728"/>
                      </a:cubicBezTo>
                      <a:cubicBezTo>
                        <a:pt x="30003" y="25109"/>
                        <a:pt x="30099" y="25395"/>
                        <a:pt x="30099" y="25585"/>
                      </a:cubicBezTo>
                      <a:cubicBezTo>
                        <a:pt x="30099" y="25966"/>
                        <a:pt x="30099" y="26443"/>
                        <a:pt x="29718" y="26919"/>
                      </a:cubicBezTo>
                      <a:cubicBezTo>
                        <a:pt x="29527" y="27395"/>
                        <a:pt x="29432" y="27776"/>
                        <a:pt x="29432" y="27967"/>
                      </a:cubicBezTo>
                      <a:cubicBezTo>
                        <a:pt x="29432" y="28252"/>
                        <a:pt x="29527" y="28633"/>
                        <a:pt x="29813" y="28919"/>
                      </a:cubicBezTo>
                      <a:lnTo>
                        <a:pt x="29527" y="32729"/>
                      </a:lnTo>
                      <a:cubicBezTo>
                        <a:pt x="29527" y="32729"/>
                        <a:pt x="29146" y="31967"/>
                        <a:pt x="28575" y="31872"/>
                      </a:cubicBezTo>
                      <a:cubicBezTo>
                        <a:pt x="27717" y="31681"/>
                        <a:pt x="27241" y="31491"/>
                        <a:pt x="27146" y="31491"/>
                      </a:cubicBezTo>
                      <a:cubicBezTo>
                        <a:pt x="26955" y="31681"/>
                        <a:pt x="26860" y="31872"/>
                        <a:pt x="26860" y="32158"/>
                      </a:cubicBezTo>
                      <a:cubicBezTo>
                        <a:pt x="26860" y="32443"/>
                        <a:pt x="26860" y="32634"/>
                        <a:pt x="26860" y="32920"/>
                      </a:cubicBezTo>
                      <a:cubicBezTo>
                        <a:pt x="27146" y="32729"/>
                        <a:pt x="27527" y="32634"/>
                        <a:pt x="27717" y="32634"/>
                      </a:cubicBezTo>
                      <a:cubicBezTo>
                        <a:pt x="28098" y="32634"/>
                        <a:pt x="28384" y="33015"/>
                        <a:pt x="28670" y="33872"/>
                      </a:cubicBezTo>
                      <a:cubicBezTo>
                        <a:pt x="28860" y="34920"/>
                        <a:pt x="29051" y="35587"/>
                        <a:pt x="29241" y="35682"/>
                      </a:cubicBezTo>
                      <a:lnTo>
                        <a:pt x="28765" y="35682"/>
                      </a:lnTo>
                      <a:cubicBezTo>
                        <a:pt x="29432" y="37587"/>
                        <a:pt x="29813" y="40063"/>
                        <a:pt x="29908" y="43397"/>
                      </a:cubicBezTo>
                      <a:cubicBezTo>
                        <a:pt x="29908" y="46064"/>
                        <a:pt x="29908" y="48731"/>
                        <a:pt x="29908" y="51398"/>
                      </a:cubicBezTo>
                      <a:cubicBezTo>
                        <a:pt x="29908" y="53017"/>
                        <a:pt x="30099" y="54351"/>
                        <a:pt x="30289" y="55589"/>
                      </a:cubicBezTo>
                      <a:cubicBezTo>
                        <a:pt x="30289" y="55589"/>
                        <a:pt x="30575" y="55685"/>
                        <a:pt x="30956" y="55875"/>
                      </a:cubicBezTo>
                      <a:cubicBezTo>
                        <a:pt x="31337" y="56161"/>
                        <a:pt x="31622" y="56161"/>
                        <a:pt x="31909" y="56065"/>
                      </a:cubicBezTo>
                      <a:cubicBezTo>
                        <a:pt x="31528" y="56923"/>
                        <a:pt x="31242" y="59018"/>
                        <a:pt x="31146" y="62542"/>
                      </a:cubicBezTo>
                      <a:cubicBezTo>
                        <a:pt x="31146" y="64447"/>
                        <a:pt x="30480" y="65781"/>
                        <a:pt x="29337" y="66448"/>
                      </a:cubicBezTo>
                      <a:cubicBezTo>
                        <a:pt x="29527" y="66543"/>
                        <a:pt x="29623" y="66829"/>
                        <a:pt x="29623" y="67400"/>
                      </a:cubicBezTo>
                      <a:cubicBezTo>
                        <a:pt x="28956" y="67400"/>
                        <a:pt x="27051" y="67400"/>
                        <a:pt x="23717" y="67400"/>
                      </a:cubicBezTo>
                      <a:cubicBezTo>
                        <a:pt x="21336" y="67400"/>
                        <a:pt x="19431" y="67591"/>
                        <a:pt x="18002" y="68067"/>
                      </a:cubicBezTo>
                      <a:cubicBezTo>
                        <a:pt x="16859" y="67019"/>
                        <a:pt x="16192" y="65590"/>
                        <a:pt x="16192" y="63495"/>
                      </a:cubicBezTo>
                      <a:cubicBezTo>
                        <a:pt x="16192" y="61781"/>
                        <a:pt x="16287" y="60066"/>
                        <a:pt x="16287" y="58256"/>
                      </a:cubicBezTo>
                      <a:cubicBezTo>
                        <a:pt x="16573" y="51779"/>
                        <a:pt x="16669" y="45016"/>
                        <a:pt x="16669" y="38063"/>
                      </a:cubicBezTo>
                      <a:cubicBezTo>
                        <a:pt x="16669" y="31110"/>
                        <a:pt x="16478" y="23966"/>
                        <a:pt x="16287" y="16441"/>
                      </a:cubicBezTo>
                      <a:cubicBezTo>
                        <a:pt x="15907" y="15298"/>
                        <a:pt x="14954" y="14727"/>
                        <a:pt x="13525" y="14727"/>
                      </a:cubicBezTo>
                      <a:cubicBezTo>
                        <a:pt x="13239" y="14727"/>
                        <a:pt x="12859" y="14727"/>
                        <a:pt x="12287" y="14727"/>
                      </a:cubicBezTo>
                      <a:lnTo>
                        <a:pt x="11239" y="14727"/>
                      </a:lnTo>
                      <a:cubicBezTo>
                        <a:pt x="10477" y="14727"/>
                        <a:pt x="9906" y="14632"/>
                        <a:pt x="9430" y="14346"/>
                      </a:cubicBezTo>
                      <a:cubicBezTo>
                        <a:pt x="9906" y="14346"/>
                        <a:pt x="8191" y="14441"/>
                        <a:pt x="4286" y="14441"/>
                      </a:cubicBezTo>
                      <a:cubicBezTo>
                        <a:pt x="2476" y="14441"/>
                        <a:pt x="1048" y="13965"/>
                        <a:pt x="0" y="13108"/>
                      </a:cubicBezTo>
                      <a:lnTo>
                        <a:pt x="0" y="1297"/>
                      </a:lnTo>
                      <a:cubicBezTo>
                        <a:pt x="0" y="1297"/>
                        <a:pt x="571" y="1678"/>
                        <a:pt x="1048" y="1678"/>
                      </a:cubicBezTo>
                      <a:cubicBezTo>
                        <a:pt x="1714" y="1678"/>
                        <a:pt x="2381" y="1201"/>
                        <a:pt x="3143" y="344"/>
                      </a:cubicBezTo>
                      <a:cubicBezTo>
                        <a:pt x="6667" y="58"/>
                        <a:pt x="11811" y="58"/>
                        <a:pt x="18669" y="249"/>
                      </a:cubicBezTo>
                      <a:cubicBezTo>
                        <a:pt x="25527" y="439"/>
                        <a:pt x="30766" y="344"/>
                        <a:pt x="34480" y="154"/>
                      </a:cubicBezTo>
                      <a:cubicBezTo>
                        <a:pt x="34671" y="439"/>
                        <a:pt x="34957" y="630"/>
                        <a:pt x="35242" y="630"/>
                      </a:cubicBezTo>
                      <a:cubicBezTo>
                        <a:pt x="35528" y="630"/>
                        <a:pt x="35719" y="535"/>
                        <a:pt x="36195" y="344"/>
                      </a:cubicBezTo>
                      <a:cubicBezTo>
                        <a:pt x="36576" y="154"/>
                        <a:pt x="36862" y="58"/>
                        <a:pt x="37052" y="58"/>
                      </a:cubicBezTo>
                      <a:cubicBezTo>
                        <a:pt x="37719" y="439"/>
                        <a:pt x="39528" y="439"/>
                        <a:pt x="42481" y="58"/>
                      </a:cubicBezTo>
                      <a:cubicBezTo>
                        <a:pt x="44672" y="-227"/>
                        <a:pt x="45815" y="535"/>
                        <a:pt x="46005" y="2344"/>
                      </a:cubicBezTo>
                      <a:close/>
                      <a:moveTo>
                        <a:pt x="7048" y="5202"/>
                      </a:moveTo>
                      <a:cubicBezTo>
                        <a:pt x="7620" y="4345"/>
                        <a:pt x="8381" y="3868"/>
                        <a:pt x="9239" y="3868"/>
                      </a:cubicBezTo>
                      <a:cubicBezTo>
                        <a:pt x="9620" y="3868"/>
                        <a:pt x="10191" y="3868"/>
                        <a:pt x="10858" y="4154"/>
                      </a:cubicBezTo>
                      <a:cubicBezTo>
                        <a:pt x="11620" y="4345"/>
                        <a:pt x="12287" y="4440"/>
                        <a:pt x="12763" y="4440"/>
                      </a:cubicBezTo>
                      <a:cubicBezTo>
                        <a:pt x="13144" y="4440"/>
                        <a:pt x="13621" y="4440"/>
                        <a:pt x="14001" y="4249"/>
                      </a:cubicBezTo>
                      <a:lnTo>
                        <a:pt x="12668" y="2916"/>
                      </a:lnTo>
                      <a:cubicBezTo>
                        <a:pt x="12192" y="2916"/>
                        <a:pt x="11906" y="2725"/>
                        <a:pt x="12001" y="2249"/>
                      </a:cubicBezTo>
                      <a:cubicBezTo>
                        <a:pt x="12096" y="1678"/>
                        <a:pt x="12096" y="1392"/>
                        <a:pt x="12001" y="1297"/>
                      </a:cubicBezTo>
                      <a:cubicBezTo>
                        <a:pt x="11906" y="1582"/>
                        <a:pt x="11620" y="1773"/>
                        <a:pt x="11430" y="1868"/>
                      </a:cubicBezTo>
                      <a:cubicBezTo>
                        <a:pt x="11430" y="1868"/>
                        <a:pt x="11144" y="1868"/>
                        <a:pt x="11049" y="1868"/>
                      </a:cubicBezTo>
                      <a:cubicBezTo>
                        <a:pt x="11049" y="1868"/>
                        <a:pt x="11049" y="2154"/>
                        <a:pt x="11049" y="2725"/>
                      </a:cubicBezTo>
                      <a:cubicBezTo>
                        <a:pt x="10382" y="3202"/>
                        <a:pt x="9430" y="3487"/>
                        <a:pt x="8381" y="3583"/>
                      </a:cubicBezTo>
                      <a:cubicBezTo>
                        <a:pt x="7048" y="3678"/>
                        <a:pt x="6191" y="3868"/>
                        <a:pt x="5810" y="3964"/>
                      </a:cubicBezTo>
                      <a:lnTo>
                        <a:pt x="7525" y="3964"/>
                      </a:lnTo>
                      <a:cubicBezTo>
                        <a:pt x="7239" y="4440"/>
                        <a:pt x="6858" y="4821"/>
                        <a:pt x="6572" y="5011"/>
                      </a:cubicBezTo>
                      <a:cubicBezTo>
                        <a:pt x="6572" y="5011"/>
                        <a:pt x="6572" y="5011"/>
                        <a:pt x="6572" y="5011"/>
                      </a:cubicBezTo>
                      <a:cubicBezTo>
                        <a:pt x="6477" y="5011"/>
                        <a:pt x="6382" y="5202"/>
                        <a:pt x="6191" y="5297"/>
                      </a:cubicBezTo>
                      <a:cubicBezTo>
                        <a:pt x="5905" y="5392"/>
                        <a:pt x="5619" y="5488"/>
                        <a:pt x="5429" y="5488"/>
                      </a:cubicBezTo>
                      <a:cubicBezTo>
                        <a:pt x="5143" y="5392"/>
                        <a:pt x="4857" y="5392"/>
                        <a:pt x="4476" y="5488"/>
                      </a:cubicBezTo>
                      <a:cubicBezTo>
                        <a:pt x="3238" y="5392"/>
                        <a:pt x="2381" y="5392"/>
                        <a:pt x="1905" y="5488"/>
                      </a:cubicBezTo>
                      <a:lnTo>
                        <a:pt x="1905" y="5011"/>
                      </a:lnTo>
                      <a:lnTo>
                        <a:pt x="857" y="6059"/>
                      </a:lnTo>
                      <a:cubicBezTo>
                        <a:pt x="857" y="6059"/>
                        <a:pt x="1428" y="6250"/>
                        <a:pt x="1810" y="6250"/>
                      </a:cubicBezTo>
                      <a:cubicBezTo>
                        <a:pt x="1905" y="6250"/>
                        <a:pt x="2762" y="5964"/>
                        <a:pt x="4381" y="5392"/>
                      </a:cubicBezTo>
                      <a:lnTo>
                        <a:pt x="5334" y="5392"/>
                      </a:lnTo>
                      <a:cubicBezTo>
                        <a:pt x="5334" y="5392"/>
                        <a:pt x="5619" y="5678"/>
                        <a:pt x="5810" y="5869"/>
                      </a:cubicBezTo>
                      <a:cubicBezTo>
                        <a:pt x="5810" y="6059"/>
                        <a:pt x="6000" y="6250"/>
                        <a:pt x="6096" y="6535"/>
                      </a:cubicBezTo>
                      <a:cubicBezTo>
                        <a:pt x="6096" y="6345"/>
                        <a:pt x="6096" y="6154"/>
                        <a:pt x="5905" y="5964"/>
                      </a:cubicBezTo>
                      <a:cubicBezTo>
                        <a:pt x="5905" y="5583"/>
                        <a:pt x="6000" y="5392"/>
                        <a:pt x="6096" y="5202"/>
                      </a:cubicBezTo>
                      <a:cubicBezTo>
                        <a:pt x="6286" y="5202"/>
                        <a:pt x="6382" y="5202"/>
                        <a:pt x="6572" y="5011"/>
                      </a:cubicBezTo>
                      <a:cubicBezTo>
                        <a:pt x="6953" y="5583"/>
                        <a:pt x="7144" y="5964"/>
                        <a:pt x="7144" y="5964"/>
                      </a:cubicBezTo>
                      <a:lnTo>
                        <a:pt x="9525" y="5583"/>
                      </a:lnTo>
                      <a:lnTo>
                        <a:pt x="7144" y="5297"/>
                      </a:lnTo>
                      <a:close/>
                      <a:moveTo>
                        <a:pt x="5334" y="9107"/>
                      </a:moveTo>
                      <a:lnTo>
                        <a:pt x="6667" y="8440"/>
                      </a:lnTo>
                      <a:lnTo>
                        <a:pt x="5905" y="8440"/>
                      </a:lnTo>
                      <a:lnTo>
                        <a:pt x="5239" y="9107"/>
                      </a:lnTo>
                      <a:close/>
                      <a:moveTo>
                        <a:pt x="16002" y="2630"/>
                      </a:moveTo>
                      <a:lnTo>
                        <a:pt x="17050" y="1582"/>
                      </a:lnTo>
                      <a:cubicBezTo>
                        <a:pt x="17050" y="1582"/>
                        <a:pt x="16287" y="1392"/>
                        <a:pt x="15811" y="1106"/>
                      </a:cubicBezTo>
                      <a:lnTo>
                        <a:pt x="14668" y="2725"/>
                      </a:lnTo>
                      <a:lnTo>
                        <a:pt x="13430" y="2059"/>
                      </a:lnTo>
                      <a:lnTo>
                        <a:pt x="15049" y="3678"/>
                      </a:lnTo>
                      <a:cubicBezTo>
                        <a:pt x="15049" y="2535"/>
                        <a:pt x="15240" y="1868"/>
                        <a:pt x="15716" y="1678"/>
                      </a:cubicBezTo>
                      <a:cubicBezTo>
                        <a:pt x="15907" y="1773"/>
                        <a:pt x="16002" y="2154"/>
                        <a:pt x="16002" y="2725"/>
                      </a:cubicBezTo>
                      <a:close/>
                      <a:moveTo>
                        <a:pt x="19335" y="36349"/>
                      </a:moveTo>
                      <a:cubicBezTo>
                        <a:pt x="20383" y="36444"/>
                        <a:pt x="20764" y="36349"/>
                        <a:pt x="20669" y="36063"/>
                      </a:cubicBezTo>
                      <a:cubicBezTo>
                        <a:pt x="20383" y="35968"/>
                        <a:pt x="20002" y="36063"/>
                        <a:pt x="19335" y="36349"/>
                      </a:cubicBezTo>
                      <a:cubicBezTo>
                        <a:pt x="19050" y="36349"/>
                        <a:pt x="18859" y="36349"/>
                        <a:pt x="18669" y="36349"/>
                      </a:cubicBezTo>
                      <a:cubicBezTo>
                        <a:pt x="18955" y="36444"/>
                        <a:pt x="19145" y="36444"/>
                        <a:pt x="19335" y="36349"/>
                      </a:cubicBezTo>
                      <a:close/>
                      <a:moveTo>
                        <a:pt x="28384" y="35015"/>
                      </a:moveTo>
                      <a:cubicBezTo>
                        <a:pt x="27717" y="34539"/>
                        <a:pt x="26860" y="34348"/>
                        <a:pt x="25622" y="34348"/>
                      </a:cubicBezTo>
                      <a:cubicBezTo>
                        <a:pt x="24193" y="34348"/>
                        <a:pt x="23241" y="34348"/>
                        <a:pt x="22669" y="34063"/>
                      </a:cubicBezTo>
                      <a:lnTo>
                        <a:pt x="25050" y="35396"/>
                      </a:lnTo>
                      <a:cubicBezTo>
                        <a:pt x="25050" y="35396"/>
                        <a:pt x="24574" y="35777"/>
                        <a:pt x="24574" y="36063"/>
                      </a:cubicBezTo>
                      <a:lnTo>
                        <a:pt x="25241" y="36063"/>
                      </a:lnTo>
                      <a:cubicBezTo>
                        <a:pt x="25241" y="36063"/>
                        <a:pt x="25622" y="36253"/>
                        <a:pt x="25622" y="36349"/>
                      </a:cubicBezTo>
                      <a:cubicBezTo>
                        <a:pt x="25622" y="36349"/>
                        <a:pt x="25622" y="36635"/>
                        <a:pt x="25336" y="36825"/>
                      </a:cubicBezTo>
                      <a:cubicBezTo>
                        <a:pt x="25146" y="37111"/>
                        <a:pt x="25146" y="37396"/>
                        <a:pt x="25336" y="37587"/>
                      </a:cubicBezTo>
                      <a:lnTo>
                        <a:pt x="26670" y="37587"/>
                      </a:lnTo>
                      <a:cubicBezTo>
                        <a:pt x="26003" y="36920"/>
                        <a:pt x="25622" y="36444"/>
                        <a:pt x="25622" y="36158"/>
                      </a:cubicBezTo>
                      <a:cubicBezTo>
                        <a:pt x="25622" y="35968"/>
                        <a:pt x="25812" y="35777"/>
                        <a:pt x="26098" y="35587"/>
                      </a:cubicBezTo>
                      <a:cubicBezTo>
                        <a:pt x="26384" y="35491"/>
                        <a:pt x="26860" y="35301"/>
                        <a:pt x="27241" y="35110"/>
                      </a:cubicBezTo>
                      <a:cubicBezTo>
                        <a:pt x="27622" y="35110"/>
                        <a:pt x="28004" y="35206"/>
                        <a:pt x="28384" y="35491"/>
                      </a:cubicBezTo>
                      <a:lnTo>
                        <a:pt x="28384" y="34825"/>
                      </a:lnTo>
                      <a:close/>
                      <a:moveTo>
                        <a:pt x="25050" y="29205"/>
                      </a:moveTo>
                      <a:cubicBezTo>
                        <a:pt x="25050" y="29205"/>
                        <a:pt x="25812" y="29872"/>
                        <a:pt x="26384" y="29872"/>
                      </a:cubicBezTo>
                      <a:cubicBezTo>
                        <a:pt x="27241" y="29872"/>
                        <a:pt x="28004" y="29586"/>
                        <a:pt x="28575" y="28919"/>
                      </a:cubicBezTo>
                      <a:lnTo>
                        <a:pt x="27337" y="28538"/>
                      </a:lnTo>
                      <a:cubicBezTo>
                        <a:pt x="27337" y="29205"/>
                        <a:pt x="27146" y="29491"/>
                        <a:pt x="26860" y="29491"/>
                      </a:cubicBezTo>
                      <a:cubicBezTo>
                        <a:pt x="26860" y="29491"/>
                        <a:pt x="26575" y="29300"/>
                        <a:pt x="26098" y="28919"/>
                      </a:cubicBezTo>
                      <a:cubicBezTo>
                        <a:pt x="25622" y="28538"/>
                        <a:pt x="25336" y="28443"/>
                        <a:pt x="24955" y="28538"/>
                      </a:cubicBezTo>
                      <a:lnTo>
                        <a:pt x="24955" y="29205"/>
                      </a:lnTo>
                      <a:close/>
                      <a:moveTo>
                        <a:pt x="28194" y="37206"/>
                      </a:moveTo>
                      <a:lnTo>
                        <a:pt x="28194" y="37206"/>
                      </a:lnTo>
                      <a:lnTo>
                        <a:pt x="26670" y="36063"/>
                      </a:lnTo>
                      <a:cubicBezTo>
                        <a:pt x="26479" y="36539"/>
                        <a:pt x="26670" y="36920"/>
                        <a:pt x="27146" y="37015"/>
                      </a:cubicBezTo>
                      <a:cubicBezTo>
                        <a:pt x="27527" y="37015"/>
                        <a:pt x="27908" y="37111"/>
                        <a:pt x="28194" y="37206"/>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 name="Google Shape;1260;p99"/>
                <p:cNvSpPr/>
                <p:nvPr/>
              </p:nvSpPr>
              <p:spPr>
                <a:xfrm>
                  <a:off x="8629744" y="1783460"/>
                  <a:ext cx="51053" cy="67818"/>
                </a:xfrm>
                <a:custGeom>
                  <a:avLst/>
                  <a:gdLst/>
                  <a:ahLst/>
                  <a:cxnLst/>
                  <a:rect l="l" t="t" r="r" b="b"/>
                  <a:pathLst>
                    <a:path w="51053" h="67818" extrusionOk="0">
                      <a:moveTo>
                        <a:pt x="49435" y="0"/>
                      </a:moveTo>
                      <a:cubicBezTo>
                        <a:pt x="49435" y="572"/>
                        <a:pt x="49625" y="1143"/>
                        <a:pt x="50197" y="1715"/>
                      </a:cubicBezTo>
                      <a:cubicBezTo>
                        <a:pt x="50768" y="2286"/>
                        <a:pt x="51054" y="2667"/>
                        <a:pt x="51054" y="2858"/>
                      </a:cubicBezTo>
                      <a:cubicBezTo>
                        <a:pt x="51054" y="3239"/>
                        <a:pt x="50578" y="3620"/>
                        <a:pt x="49720" y="4191"/>
                      </a:cubicBezTo>
                      <a:cubicBezTo>
                        <a:pt x="49816" y="4381"/>
                        <a:pt x="49911" y="4667"/>
                        <a:pt x="49911" y="4953"/>
                      </a:cubicBezTo>
                      <a:cubicBezTo>
                        <a:pt x="49911" y="5715"/>
                        <a:pt x="49244" y="6763"/>
                        <a:pt x="47816" y="8096"/>
                      </a:cubicBezTo>
                      <a:lnTo>
                        <a:pt x="48482" y="8763"/>
                      </a:lnTo>
                      <a:cubicBezTo>
                        <a:pt x="46482" y="11049"/>
                        <a:pt x="45434" y="12859"/>
                        <a:pt x="45434" y="14288"/>
                      </a:cubicBezTo>
                      <a:cubicBezTo>
                        <a:pt x="44862" y="15050"/>
                        <a:pt x="44101" y="15431"/>
                        <a:pt x="43053" y="15335"/>
                      </a:cubicBezTo>
                      <a:cubicBezTo>
                        <a:pt x="43053" y="15526"/>
                        <a:pt x="43148" y="14669"/>
                        <a:pt x="43148" y="12478"/>
                      </a:cubicBezTo>
                      <a:cubicBezTo>
                        <a:pt x="43148" y="11525"/>
                        <a:pt x="42672" y="11049"/>
                        <a:pt x="41720" y="10954"/>
                      </a:cubicBezTo>
                      <a:lnTo>
                        <a:pt x="41720" y="13621"/>
                      </a:lnTo>
                      <a:cubicBezTo>
                        <a:pt x="41720" y="13621"/>
                        <a:pt x="41243" y="13621"/>
                        <a:pt x="40957" y="14002"/>
                      </a:cubicBezTo>
                      <a:cubicBezTo>
                        <a:pt x="40957" y="14288"/>
                        <a:pt x="40957" y="14478"/>
                        <a:pt x="41148" y="14478"/>
                      </a:cubicBezTo>
                      <a:cubicBezTo>
                        <a:pt x="41148" y="14478"/>
                        <a:pt x="41243" y="14478"/>
                        <a:pt x="41434" y="14383"/>
                      </a:cubicBezTo>
                      <a:cubicBezTo>
                        <a:pt x="41624" y="14383"/>
                        <a:pt x="41720" y="14383"/>
                        <a:pt x="41720" y="14383"/>
                      </a:cubicBezTo>
                      <a:cubicBezTo>
                        <a:pt x="41910" y="14383"/>
                        <a:pt x="41910" y="14478"/>
                        <a:pt x="42005" y="14764"/>
                      </a:cubicBezTo>
                      <a:lnTo>
                        <a:pt x="40005" y="15621"/>
                      </a:lnTo>
                      <a:lnTo>
                        <a:pt x="39338" y="14764"/>
                      </a:lnTo>
                      <a:lnTo>
                        <a:pt x="38385" y="15907"/>
                      </a:lnTo>
                      <a:cubicBezTo>
                        <a:pt x="38385" y="15907"/>
                        <a:pt x="38385" y="15716"/>
                        <a:pt x="38385" y="15621"/>
                      </a:cubicBezTo>
                      <a:cubicBezTo>
                        <a:pt x="38385" y="15431"/>
                        <a:pt x="38195" y="15240"/>
                        <a:pt x="38005" y="15145"/>
                      </a:cubicBezTo>
                      <a:cubicBezTo>
                        <a:pt x="37719" y="15145"/>
                        <a:pt x="37624" y="14954"/>
                        <a:pt x="37624" y="14954"/>
                      </a:cubicBezTo>
                      <a:cubicBezTo>
                        <a:pt x="38481" y="14669"/>
                        <a:pt x="39148" y="14192"/>
                        <a:pt x="39528" y="13716"/>
                      </a:cubicBezTo>
                      <a:cubicBezTo>
                        <a:pt x="39434" y="13335"/>
                        <a:pt x="39148" y="13240"/>
                        <a:pt x="38862" y="13335"/>
                      </a:cubicBezTo>
                      <a:lnTo>
                        <a:pt x="38385" y="14002"/>
                      </a:lnTo>
                      <a:cubicBezTo>
                        <a:pt x="38385" y="14002"/>
                        <a:pt x="37909" y="13621"/>
                        <a:pt x="37909" y="13335"/>
                      </a:cubicBezTo>
                      <a:cubicBezTo>
                        <a:pt x="38291" y="13145"/>
                        <a:pt x="38576" y="12954"/>
                        <a:pt x="38576" y="12668"/>
                      </a:cubicBezTo>
                      <a:cubicBezTo>
                        <a:pt x="38576" y="12478"/>
                        <a:pt x="38385" y="12192"/>
                        <a:pt x="38100" y="11716"/>
                      </a:cubicBezTo>
                      <a:cubicBezTo>
                        <a:pt x="37814" y="11240"/>
                        <a:pt x="37624" y="10954"/>
                        <a:pt x="37719" y="10668"/>
                      </a:cubicBezTo>
                      <a:cubicBezTo>
                        <a:pt x="37433" y="10668"/>
                        <a:pt x="37242" y="10668"/>
                        <a:pt x="37147" y="10858"/>
                      </a:cubicBezTo>
                      <a:cubicBezTo>
                        <a:pt x="36957" y="11049"/>
                        <a:pt x="36862" y="11144"/>
                        <a:pt x="36671" y="11335"/>
                      </a:cubicBezTo>
                      <a:cubicBezTo>
                        <a:pt x="36671" y="11621"/>
                        <a:pt x="36671" y="12002"/>
                        <a:pt x="37242" y="12478"/>
                      </a:cubicBezTo>
                      <a:lnTo>
                        <a:pt x="36957" y="12478"/>
                      </a:lnTo>
                      <a:cubicBezTo>
                        <a:pt x="36957" y="12478"/>
                        <a:pt x="36957" y="13240"/>
                        <a:pt x="36957" y="14383"/>
                      </a:cubicBezTo>
                      <a:cubicBezTo>
                        <a:pt x="36957" y="15145"/>
                        <a:pt x="36862" y="15812"/>
                        <a:pt x="36386" y="16097"/>
                      </a:cubicBezTo>
                      <a:cubicBezTo>
                        <a:pt x="36671" y="16097"/>
                        <a:pt x="36957" y="16288"/>
                        <a:pt x="37338" y="16669"/>
                      </a:cubicBezTo>
                      <a:cubicBezTo>
                        <a:pt x="37719" y="17050"/>
                        <a:pt x="38100" y="17145"/>
                        <a:pt x="38481" y="17050"/>
                      </a:cubicBezTo>
                      <a:lnTo>
                        <a:pt x="38957" y="16383"/>
                      </a:lnTo>
                      <a:cubicBezTo>
                        <a:pt x="38957" y="16383"/>
                        <a:pt x="38671" y="16954"/>
                        <a:pt x="38957" y="17240"/>
                      </a:cubicBezTo>
                      <a:cubicBezTo>
                        <a:pt x="39148" y="17526"/>
                        <a:pt x="39338" y="17812"/>
                        <a:pt x="39434" y="18002"/>
                      </a:cubicBezTo>
                      <a:cubicBezTo>
                        <a:pt x="39814" y="18002"/>
                        <a:pt x="40100" y="17812"/>
                        <a:pt x="40195" y="17335"/>
                      </a:cubicBezTo>
                      <a:cubicBezTo>
                        <a:pt x="40386" y="16859"/>
                        <a:pt x="40672" y="16669"/>
                        <a:pt x="41053" y="16859"/>
                      </a:cubicBezTo>
                      <a:cubicBezTo>
                        <a:pt x="41053" y="17050"/>
                        <a:pt x="41434" y="17240"/>
                        <a:pt x="41815" y="17240"/>
                      </a:cubicBezTo>
                      <a:cubicBezTo>
                        <a:pt x="42005" y="17240"/>
                        <a:pt x="42291" y="17240"/>
                        <a:pt x="42481" y="17240"/>
                      </a:cubicBezTo>
                      <a:lnTo>
                        <a:pt x="43243" y="17240"/>
                      </a:lnTo>
                      <a:cubicBezTo>
                        <a:pt x="43815" y="17240"/>
                        <a:pt x="44101" y="17335"/>
                        <a:pt x="44101" y="17621"/>
                      </a:cubicBezTo>
                      <a:cubicBezTo>
                        <a:pt x="44101" y="17907"/>
                        <a:pt x="44005" y="18193"/>
                        <a:pt x="43719" y="18574"/>
                      </a:cubicBezTo>
                      <a:lnTo>
                        <a:pt x="42767" y="17526"/>
                      </a:lnTo>
                      <a:cubicBezTo>
                        <a:pt x="42767" y="17526"/>
                        <a:pt x="43148" y="18288"/>
                        <a:pt x="43148" y="18669"/>
                      </a:cubicBezTo>
                      <a:cubicBezTo>
                        <a:pt x="43148" y="19717"/>
                        <a:pt x="42481" y="20955"/>
                        <a:pt x="41053" y="22384"/>
                      </a:cubicBezTo>
                      <a:lnTo>
                        <a:pt x="40100" y="22098"/>
                      </a:lnTo>
                      <a:cubicBezTo>
                        <a:pt x="40100" y="22098"/>
                        <a:pt x="39910" y="22765"/>
                        <a:pt x="39719" y="23431"/>
                      </a:cubicBezTo>
                      <a:cubicBezTo>
                        <a:pt x="39528" y="24098"/>
                        <a:pt x="39434" y="24575"/>
                        <a:pt x="39434" y="24956"/>
                      </a:cubicBezTo>
                      <a:cubicBezTo>
                        <a:pt x="39434" y="25337"/>
                        <a:pt x="39434" y="25718"/>
                        <a:pt x="39719" y="26099"/>
                      </a:cubicBezTo>
                      <a:cubicBezTo>
                        <a:pt x="39528" y="26099"/>
                        <a:pt x="39148" y="25908"/>
                        <a:pt x="38767" y="25432"/>
                      </a:cubicBezTo>
                      <a:cubicBezTo>
                        <a:pt x="38385" y="24956"/>
                        <a:pt x="38100" y="24765"/>
                        <a:pt x="37814" y="24765"/>
                      </a:cubicBezTo>
                      <a:cubicBezTo>
                        <a:pt x="37529" y="24765"/>
                        <a:pt x="37338" y="24956"/>
                        <a:pt x="37147" y="25432"/>
                      </a:cubicBezTo>
                      <a:cubicBezTo>
                        <a:pt x="37433" y="25908"/>
                        <a:pt x="37529" y="26480"/>
                        <a:pt x="37529" y="27051"/>
                      </a:cubicBezTo>
                      <a:cubicBezTo>
                        <a:pt x="37529" y="27718"/>
                        <a:pt x="37338" y="28575"/>
                        <a:pt x="36957" y="29813"/>
                      </a:cubicBezTo>
                      <a:cubicBezTo>
                        <a:pt x="36576" y="31052"/>
                        <a:pt x="36386" y="32004"/>
                        <a:pt x="36576" y="32576"/>
                      </a:cubicBezTo>
                      <a:cubicBezTo>
                        <a:pt x="36386" y="32480"/>
                        <a:pt x="36100" y="32290"/>
                        <a:pt x="35909" y="32290"/>
                      </a:cubicBezTo>
                      <a:cubicBezTo>
                        <a:pt x="35623" y="32290"/>
                        <a:pt x="35243" y="32385"/>
                        <a:pt x="34766" y="32671"/>
                      </a:cubicBezTo>
                      <a:cubicBezTo>
                        <a:pt x="34290" y="32861"/>
                        <a:pt x="33814" y="33052"/>
                        <a:pt x="33528" y="33052"/>
                      </a:cubicBezTo>
                      <a:cubicBezTo>
                        <a:pt x="33338" y="33052"/>
                        <a:pt x="33147" y="33052"/>
                        <a:pt x="32956" y="32861"/>
                      </a:cubicBezTo>
                      <a:cubicBezTo>
                        <a:pt x="32956" y="33147"/>
                        <a:pt x="33242" y="33719"/>
                        <a:pt x="33909" y="34481"/>
                      </a:cubicBezTo>
                      <a:cubicBezTo>
                        <a:pt x="34480" y="35338"/>
                        <a:pt x="34766" y="35909"/>
                        <a:pt x="34766" y="36385"/>
                      </a:cubicBezTo>
                      <a:cubicBezTo>
                        <a:pt x="34766" y="36767"/>
                        <a:pt x="34671" y="37148"/>
                        <a:pt x="34290" y="37528"/>
                      </a:cubicBezTo>
                      <a:lnTo>
                        <a:pt x="32861" y="38767"/>
                      </a:lnTo>
                      <a:cubicBezTo>
                        <a:pt x="33147" y="42767"/>
                        <a:pt x="33338" y="47149"/>
                        <a:pt x="33338" y="52006"/>
                      </a:cubicBezTo>
                      <a:cubicBezTo>
                        <a:pt x="33338" y="56864"/>
                        <a:pt x="33242" y="61436"/>
                        <a:pt x="32861" y="65723"/>
                      </a:cubicBezTo>
                      <a:cubicBezTo>
                        <a:pt x="31623" y="67151"/>
                        <a:pt x="29718" y="67818"/>
                        <a:pt x="27241" y="67818"/>
                      </a:cubicBezTo>
                      <a:cubicBezTo>
                        <a:pt x="26384" y="67818"/>
                        <a:pt x="25241" y="67723"/>
                        <a:pt x="23622" y="67532"/>
                      </a:cubicBezTo>
                      <a:cubicBezTo>
                        <a:pt x="22003" y="67342"/>
                        <a:pt x="20860" y="67247"/>
                        <a:pt x="20193" y="67247"/>
                      </a:cubicBezTo>
                      <a:cubicBezTo>
                        <a:pt x="19145" y="66865"/>
                        <a:pt x="18574" y="66008"/>
                        <a:pt x="18288" y="64675"/>
                      </a:cubicBezTo>
                      <a:cubicBezTo>
                        <a:pt x="18097" y="63627"/>
                        <a:pt x="18002" y="62579"/>
                        <a:pt x="17812" y="61436"/>
                      </a:cubicBezTo>
                      <a:cubicBezTo>
                        <a:pt x="18192" y="60389"/>
                        <a:pt x="18288" y="58769"/>
                        <a:pt x="18097" y="56578"/>
                      </a:cubicBezTo>
                      <a:cubicBezTo>
                        <a:pt x="18002" y="54388"/>
                        <a:pt x="18097" y="52769"/>
                        <a:pt x="18479" y="51626"/>
                      </a:cubicBezTo>
                      <a:cubicBezTo>
                        <a:pt x="18764" y="52102"/>
                        <a:pt x="19241" y="52292"/>
                        <a:pt x="19621" y="52292"/>
                      </a:cubicBezTo>
                      <a:cubicBezTo>
                        <a:pt x="19717" y="52292"/>
                        <a:pt x="20193" y="52102"/>
                        <a:pt x="20860" y="51816"/>
                      </a:cubicBezTo>
                      <a:cubicBezTo>
                        <a:pt x="21336" y="51530"/>
                        <a:pt x="21717" y="51721"/>
                        <a:pt x="22098" y="52006"/>
                      </a:cubicBezTo>
                      <a:lnTo>
                        <a:pt x="21050" y="50959"/>
                      </a:lnTo>
                      <a:lnTo>
                        <a:pt x="21812" y="50482"/>
                      </a:lnTo>
                      <a:lnTo>
                        <a:pt x="20764" y="49435"/>
                      </a:lnTo>
                      <a:lnTo>
                        <a:pt x="21812" y="49816"/>
                      </a:lnTo>
                      <a:lnTo>
                        <a:pt x="21812" y="48197"/>
                      </a:lnTo>
                      <a:lnTo>
                        <a:pt x="19812" y="48197"/>
                      </a:lnTo>
                      <a:cubicBezTo>
                        <a:pt x="20478" y="47720"/>
                        <a:pt x="21050" y="47530"/>
                        <a:pt x="21241" y="47530"/>
                      </a:cubicBezTo>
                      <a:cubicBezTo>
                        <a:pt x="21717" y="47530"/>
                        <a:pt x="22193" y="47911"/>
                        <a:pt x="22479" y="48577"/>
                      </a:cubicBezTo>
                      <a:cubicBezTo>
                        <a:pt x="22670" y="48577"/>
                        <a:pt x="22765" y="48387"/>
                        <a:pt x="22765" y="48101"/>
                      </a:cubicBezTo>
                      <a:cubicBezTo>
                        <a:pt x="22765" y="47720"/>
                        <a:pt x="22765" y="47435"/>
                        <a:pt x="22765" y="47339"/>
                      </a:cubicBezTo>
                      <a:lnTo>
                        <a:pt x="24384" y="47625"/>
                      </a:lnTo>
                      <a:cubicBezTo>
                        <a:pt x="24479" y="46863"/>
                        <a:pt x="24479" y="46387"/>
                        <a:pt x="24384" y="46387"/>
                      </a:cubicBezTo>
                      <a:cubicBezTo>
                        <a:pt x="24384" y="46387"/>
                        <a:pt x="24575" y="46196"/>
                        <a:pt x="24955" y="46006"/>
                      </a:cubicBezTo>
                      <a:cubicBezTo>
                        <a:pt x="24098" y="44672"/>
                        <a:pt x="22860" y="44386"/>
                        <a:pt x="21431" y="45148"/>
                      </a:cubicBezTo>
                      <a:cubicBezTo>
                        <a:pt x="19907" y="46006"/>
                        <a:pt x="18764" y="45815"/>
                        <a:pt x="17907" y="44672"/>
                      </a:cubicBezTo>
                      <a:cubicBezTo>
                        <a:pt x="17907" y="41815"/>
                        <a:pt x="18097" y="39719"/>
                        <a:pt x="18288" y="38481"/>
                      </a:cubicBezTo>
                      <a:cubicBezTo>
                        <a:pt x="16954" y="38481"/>
                        <a:pt x="16193" y="37528"/>
                        <a:pt x="16002" y="35528"/>
                      </a:cubicBezTo>
                      <a:cubicBezTo>
                        <a:pt x="16002" y="33433"/>
                        <a:pt x="15240" y="32290"/>
                        <a:pt x="14001" y="32004"/>
                      </a:cubicBezTo>
                      <a:cubicBezTo>
                        <a:pt x="11335" y="26194"/>
                        <a:pt x="7239" y="17621"/>
                        <a:pt x="1714" y="6287"/>
                      </a:cubicBezTo>
                      <a:cubicBezTo>
                        <a:pt x="1714" y="6096"/>
                        <a:pt x="1714" y="5906"/>
                        <a:pt x="2000" y="5810"/>
                      </a:cubicBezTo>
                      <a:cubicBezTo>
                        <a:pt x="2286" y="5620"/>
                        <a:pt x="2381" y="5525"/>
                        <a:pt x="2477" y="5334"/>
                      </a:cubicBezTo>
                      <a:cubicBezTo>
                        <a:pt x="2000" y="4953"/>
                        <a:pt x="1428" y="4477"/>
                        <a:pt x="857" y="4001"/>
                      </a:cubicBezTo>
                      <a:cubicBezTo>
                        <a:pt x="285" y="3524"/>
                        <a:pt x="0" y="2953"/>
                        <a:pt x="0" y="2477"/>
                      </a:cubicBezTo>
                      <a:cubicBezTo>
                        <a:pt x="0" y="2096"/>
                        <a:pt x="95" y="1810"/>
                        <a:pt x="381" y="1333"/>
                      </a:cubicBezTo>
                      <a:cubicBezTo>
                        <a:pt x="1810" y="476"/>
                        <a:pt x="3715" y="95"/>
                        <a:pt x="6001" y="95"/>
                      </a:cubicBezTo>
                      <a:cubicBezTo>
                        <a:pt x="6858" y="95"/>
                        <a:pt x="7906" y="95"/>
                        <a:pt x="9430" y="191"/>
                      </a:cubicBezTo>
                      <a:cubicBezTo>
                        <a:pt x="10953" y="286"/>
                        <a:pt x="12002" y="381"/>
                        <a:pt x="12573" y="381"/>
                      </a:cubicBezTo>
                      <a:lnTo>
                        <a:pt x="13525" y="381"/>
                      </a:lnTo>
                      <a:cubicBezTo>
                        <a:pt x="14764" y="1143"/>
                        <a:pt x="15811" y="2572"/>
                        <a:pt x="16573" y="4572"/>
                      </a:cubicBezTo>
                      <a:cubicBezTo>
                        <a:pt x="17336" y="6572"/>
                        <a:pt x="18192" y="7906"/>
                        <a:pt x="19241" y="8573"/>
                      </a:cubicBezTo>
                      <a:cubicBezTo>
                        <a:pt x="19050" y="9811"/>
                        <a:pt x="19431" y="11240"/>
                        <a:pt x="20098" y="12668"/>
                      </a:cubicBezTo>
                      <a:cubicBezTo>
                        <a:pt x="20669" y="13716"/>
                        <a:pt x="21241" y="14859"/>
                        <a:pt x="21812" y="15907"/>
                      </a:cubicBezTo>
                      <a:cubicBezTo>
                        <a:pt x="21527" y="17145"/>
                        <a:pt x="21812" y="17907"/>
                        <a:pt x="22765" y="17907"/>
                      </a:cubicBezTo>
                      <a:cubicBezTo>
                        <a:pt x="22765" y="18383"/>
                        <a:pt x="23050" y="19050"/>
                        <a:pt x="23813" y="19812"/>
                      </a:cubicBezTo>
                      <a:cubicBezTo>
                        <a:pt x="24575" y="20479"/>
                        <a:pt x="25051" y="21050"/>
                        <a:pt x="25146" y="21527"/>
                      </a:cubicBezTo>
                      <a:cubicBezTo>
                        <a:pt x="27813" y="19336"/>
                        <a:pt x="29623" y="16002"/>
                        <a:pt x="30575" y="11525"/>
                      </a:cubicBezTo>
                      <a:cubicBezTo>
                        <a:pt x="32575" y="8477"/>
                        <a:pt x="33909" y="5810"/>
                        <a:pt x="34480" y="3334"/>
                      </a:cubicBezTo>
                      <a:cubicBezTo>
                        <a:pt x="35814" y="1143"/>
                        <a:pt x="38385" y="95"/>
                        <a:pt x="42291" y="95"/>
                      </a:cubicBezTo>
                      <a:cubicBezTo>
                        <a:pt x="47434" y="95"/>
                        <a:pt x="49720" y="95"/>
                        <a:pt x="49244" y="95"/>
                      </a:cubicBezTo>
                      <a:close/>
                      <a:moveTo>
                        <a:pt x="19907" y="48101"/>
                      </a:moveTo>
                      <a:cubicBezTo>
                        <a:pt x="19335" y="48673"/>
                        <a:pt x="18669" y="48673"/>
                        <a:pt x="18097" y="48101"/>
                      </a:cubicBezTo>
                      <a:lnTo>
                        <a:pt x="19907" y="48101"/>
                      </a:lnTo>
                      <a:close/>
                      <a:moveTo>
                        <a:pt x="22860" y="49340"/>
                      </a:moveTo>
                      <a:lnTo>
                        <a:pt x="24765" y="49340"/>
                      </a:lnTo>
                      <a:lnTo>
                        <a:pt x="22860" y="49054"/>
                      </a:lnTo>
                      <a:lnTo>
                        <a:pt x="22860" y="49340"/>
                      </a:lnTo>
                      <a:close/>
                      <a:moveTo>
                        <a:pt x="25146" y="46673"/>
                      </a:moveTo>
                      <a:lnTo>
                        <a:pt x="26098" y="46387"/>
                      </a:lnTo>
                      <a:lnTo>
                        <a:pt x="25146" y="46387"/>
                      </a:lnTo>
                      <a:lnTo>
                        <a:pt x="25146" y="46673"/>
                      </a:lnTo>
                      <a:close/>
                      <a:moveTo>
                        <a:pt x="27813" y="41529"/>
                      </a:moveTo>
                      <a:cubicBezTo>
                        <a:pt x="27813" y="41529"/>
                        <a:pt x="28194" y="40957"/>
                        <a:pt x="28099" y="40481"/>
                      </a:cubicBezTo>
                      <a:cubicBezTo>
                        <a:pt x="28099" y="40005"/>
                        <a:pt x="27813" y="39719"/>
                        <a:pt x="27622" y="39529"/>
                      </a:cubicBezTo>
                      <a:lnTo>
                        <a:pt x="27622" y="41815"/>
                      </a:lnTo>
                      <a:lnTo>
                        <a:pt x="27908" y="41624"/>
                      </a:lnTo>
                      <a:close/>
                      <a:moveTo>
                        <a:pt x="38005" y="17431"/>
                      </a:moveTo>
                      <a:lnTo>
                        <a:pt x="37719" y="18098"/>
                      </a:lnTo>
                      <a:cubicBezTo>
                        <a:pt x="38100" y="18669"/>
                        <a:pt x="38481" y="18955"/>
                        <a:pt x="38671" y="18764"/>
                      </a:cubicBezTo>
                      <a:cubicBezTo>
                        <a:pt x="38671" y="18383"/>
                        <a:pt x="38385" y="18002"/>
                        <a:pt x="38005" y="17431"/>
                      </a:cubicBezTo>
                      <a:close/>
                      <a:moveTo>
                        <a:pt x="39434" y="12002"/>
                      </a:moveTo>
                      <a:lnTo>
                        <a:pt x="40100" y="12002"/>
                      </a:lnTo>
                      <a:cubicBezTo>
                        <a:pt x="40100" y="12002"/>
                        <a:pt x="39528" y="11525"/>
                        <a:pt x="39434" y="11621"/>
                      </a:cubicBezTo>
                      <a:cubicBezTo>
                        <a:pt x="39148" y="11906"/>
                        <a:pt x="38957" y="12287"/>
                        <a:pt x="38957" y="12573"/>
                      </a:cubicBezTo>
                      <a:lnTo>
                        <a:pt x="38957" y="12764"/>
                      </a:lnTo>
                      <a:cubicBezTo>
                        <a:pt x="38957" y="12764"/>
                        <a:pt x="39243" y="12478"/>
                        <a:pt x="39434" y="12097"/>
                      </a:cubicBezTo>
                      <a:close/>
                      <a:moveTo>
                        <a:pt x="40386" y="18479"/>
                      </a:moveTo>
                      <a:cubicBezTo>
                        <a:pt x="39814" y="18479"/>
                        <a:pt x="39528" y="18764"/>
                        <a:pt x="39624" y="19145"/>
                      </a:cubicBezTo>
                      <a:cubicBezTo>
                        <a:pt x="39624" y="19812"/>
                        <a:pt x="39624" y="20098"/>
                        <a:pt x="39624" y="20193"/>
                      </a:cubicBezTo>
                      <a:cubicBezTo>
                        <a:pt x="40291" y="19812"/>
                        <a:pt x="40577" y="19241"/>
                        <a:pt x="40291" y="18479"/>
                      </a:cubicBezTo>
                      <a:close/>
                      <a:moveTo>
                        <a:pt x="39719" y="21622"/>
                      </a:moveTo>
                      <a:lnTo>
                        <a:pt x="40386" y="20765"/>
                      </a:lnTo>
                      <a:lnTo>
                        <a:pt x="39719" y="20765"/>
                      </a:lnTo>
                      <a:lnTo>
                        <a:pt x="39719" y="21622"/>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61" name="Google Shape;1261;p99"/>
              <p:cNvGrpSpPr/>
              <p:nvPr/>
            </p:nvGrpSpPr>
            <p:grpSpPr>
              <a:xfrm>
                <a:off x="12222950" y="3553206"/>
                <a:ext cx="270701" cy="55721"/>
                <a:chOff x="6969632" y="1271301"/>
                <a:chExt cx="270701" cy="55721"/>
              </a:xfrm>
            </p:grpSpPr>
            <p:sp>
              <p:nvSpPr>
                <p:cNvPr id="1262" name="Google Shape;1262;p99"/>
                <p:cNvSpPr/>
                <p:nvPr/>
              </p:nvSpPr>
              <p:spPr>
                <a:xfrm>
                  <a:off x="6969632" y="1280160"/>
                  <a:ext cx="42481" cy="44577"/>
                </a:xfrm>
                <a:custGeom>
                  <a:avLst/>
                  <a:gdLst/>
                  <a:ahLst/>
                  <a:cxnLst/>
                  <a:rect l="l" t="t" r="r" b="b"/>
                  <a:pathLst>
                    <a:path w="42481" h="44577" extrusionOk="0">
                      <a:moveTo>
                        <a:pt x="571" y="30671"/>
                      </a:moveTo>
                      <a:cubicBezTo>
                        <a:pt x="571" y="30671"/>
                        <a:pt x="571" y="31242"/>
                        <a:pt x="762" y="31242"/>
                      </a:cubicBezTo>
                      <a:cubicBezTo>
                        <a:pt x="762" y="31242"/>
                        <a:pt x="857" y="31242"/>
                        <a:pt x="1048" y="31242"/>
                      </a:cubicBezTo>
                      <a:cubicBezTo>
                        <a:pt x="1143" y="31242"/>
                        <a:pt x="1238" y="31242"/>
                        <a:pt x="1333" y="31242"/>
                      </a:cubicBezTo>
                      <a:cubicBezTo>
                        <a:pt x="1429" y="31242"/>
                        <a:pt x="1524" y="31242"/>
                        <a:pt x="1524" y="31432"/>
                      </a:cubicBezTo>
                      <a:cubicBezTo>
                        <a:pt x="571" y="31432"/>
                        <a:pt x="95" y="31432"/>
                        <a:pt x="0" y="31242"/>
                      </a:cubicBezTo>
                      <a:lnTo>
                        <a:pt x="667" y="30766"/>
                      </a:lnTo>
                      <a:close/>
                      <a:moveTo>
                        <a:pt x="1524" y="36385"/>
                      </a:moveTo>
                      <a:cubicBezTo>
                        <a:pt x="1524" y="36385"/>
                        <a:pt x="1810" y="36100"/>
                        <a:pt x="2000" y="36100"/>
                      </a:cubicBezTo>
                      <a:lnTo>
                        <a:pt x="2667" y="36100"/>
                      </a:lnTo>
                      <a:cubicBezTo>
                        <a:pt x="2667" y="36100"/>
                        <a:pt x="2477" y="36385"/>
                        <a:pt x="2191" y="36385"/>
                      </a:cubicBezTo>
                      <a:lnTo>
                        <a:pt x="1619" y="36385"/>
                      </a:lnTo>
                      <a:close/>
                      <a:moveTo>
                        <a:pt x="3429" y="39338"/>
                      </a:moveTo>
                      <a:lnTo>
                        <a:pt x="3429" y="38767"/>
                      </a:lnTo>
                      <a:lnTo>
                        <a:pt x="3905" y="38767"/>
                      </a:lnTo>
                      <a:lnTo>
                        <a:pt x="3429" y="39338"/>
                      </a:lnTo>
                      <a:close/>
                      <a:moveTo>
                        <a:pt x="5905" y="35623"/>
                      </a:moveTo>
                      <a:cubicBezTo>
                        <a:pt x="5905" y="35623"/>
                        <a:pt x="6382" y="35623"/>
                        <a:pt x="6763" y="36100"/>
                      </a:cubicBezTo>
                      <a:lnTo>
                        <a:pt x="6572" y="36385"/>
                      </a:lnTo>
                      <a:lnTo>
                        <a:pt x="5905" y="35623"/>
                      </a:lnTo>
                      <a:close/>
                      <a:moveTo>
                        <a:pt x="6763" y="39338"/>
                      </a:moveTo>
                      <a:cubicBezTo>
                        <a:pt x="6763" y="39338"/>
                        <a:pt x="7048" y="39243"/>
                        <a:pt x="7144" y="39052"/>
                      </a:cubicBezTo>
                      <a:cubicBezTo>
                        <a:pt x="7239" y="38862"/>
                        <a:pt x="7429" y="38767"/>
                        <a:pt x="7525" y="38767"/>
                      </a:cubicBezTo>
                      <a:cubicBezTo>
                        <a:pt x="7525" y="38957"/>
                        <a:pt x="7429" y="39148"/>
                        <a:pt x="7239" y="39338"/>
                      </a:cubicBezTo>
                      <a:lnTo>
                        <a:pt x="6763" y="39338"/>
                      </a:lnTo>
                      <a:close/>
                      <a:moveTo>
                        <a:pt x="7810" y="34385"/>
                      </a:moveTo>
                      <a:lnTo>
                        <a:pt x="7620" y="34861"/>
                      </a:lnTo>
                      <a:lnTo>
                        <a:pt x="6953" y="34861"/>
                      </a:lnTo>
                      <a:cubicBezTo>
                        <a:pt x="6953" y="34861"/>
                        <a:pt x="7239" y="34195"/>
                        <a:pt x="7429" y="34195"/>
                      </a:cubicBezTo>
                      <a:cubicBezTo>
                        <a:pt x="7525" y="34195"/>
                        <a:pt x="7620" y="34195"/>
                        <a:pt x="7716" y="34385"/>
                      </a:cubicBezTo>
                      <a:close/>
                      <a:moveTo>
                        <a:pt x="8763" y="30575"/>
                      </a:moveTo>
                      <a:lnTo>
                        <a:pt x="8763" y="31052"/>
                      </a:lnTo>
                      <a:lnTo>
                        <a:pt x="7810" y="30290"/>
                      </a:lnTo>
                      <a:cubicBezTo>
                        <a:pt x="7810" y="30290"/>
                        <a:pt x="8382" y="30290"/>
                        <a:pt x="8763" y="30575"/>
                      </a:cubicBezTo>
                      <a:close/>
                      <a:moveTo>
                        <a:pt x="7810" y="37052"/>
                      </a:moveTo>
                      <a:cubicBezTo>
                        <a:pt x="7810" y="37052"/>
                        <a:pt x="8287" y="37243"/>
                        <a:pt x="8287" y="37624"/>
                      </a:cubicBezTo>
                      <a:lnTo>
                        <a:pt x="7810" y="37624"/>
                      </a:lnTo>
                      <a:lnTo>
                        <a:pt x="7810" y="37052"/>
                      </a:lnTo>
                      <a:close/>
                      <a:moveTo>
                        <a:pt x="8953" y="41815"/>
                      </a:moveTo>
                      <a:lnTo>
                        <a:pt x="8763" y="41624"/>
                      </a:lnTo>
                      <a:lnTo>
                        <a:pt x="9715" y="41148"/>
                      </a:lnTo>
                      <a:lnTo>
                        <a:pt x="8953" y="41910"/>
                      </a:lnTo>
                      <a:close/>
                      <a:moveTo>
                        <a:pt x="42481" y="32956"/>
                      </a:moveTo>
                      <a:lnTo>
                        <a:pt x="40481" y="33242"/>
                      </a:lnTo>
                      <a:cubicBezTo>
                        <a:pt x="40481" y="33242"/>
                        <a:pt x="40481" y="33338"/>
                        <a:pt x="40481" y="33433"/>
                      </a:cubicBezTo>
                      <a:cubicBezTo>
                        <a:pt x="40481" y="33528"/>
                        <a:pt x="40672" y="33719"/>
                        <a:pt x="40958" y="33909"/>
                      </a:cubicBezTo>
                      <a:cubicBezTo>
                        <a:pt x="41338" y="34100"/>
                        <a:pt x="41434" y="34290"/>
                        <a:pt x="41434" y="34480"/>
                      </a:cubicBezTo>
                      <a:lnTo>
                        <a:pt x="41910" y="34480"/>
                      </a:lnTo>
                      <a:cubicBezTo>
                        <a:pt x="41719" y="35623"/>
                        <a:pt x="41434" y="36767"/>
                        <a:pt x="41243" y="37909"/>
                      </a:cubicBezTo>
                      <a:cubicBezTo>
                        <a:pt x="40958" y="39148"/>
                        <a:pt x="40196" y="39910"/>
                        <a:pt x="39053" y="40291"/>
                      </a:cubicBezTo>
                      <a:cubicBezTo>
                        <a:pt x="38862" y="39624"/>
                        <a:pt x="38386" y="39433"/>
                        <a:pt x="37624" y="39719"/>
                      </a:cubicBezTo>
                      <a:lnTo>
                        <a:pt x="37338" y="39910"/>
                      </a:lnTo>
                      <a:lnTo>
                        <a:pt x="38195" y="40767"/>
                      </a:lnTo>
                      <a:cubicBezTo>
                        <a:pt x="38195" y="40767"/>
                        <a:pt x="37433" y="40481"/>
                        <a:pt x="37052" y="40100"/>
                      </a:cubicBezTo>
                      <a:cubicBezTo>
                        <a:pt x="36671" y="39719"/>
                        <a:pt x="36291" y="39529"/>
                        <a:pt x="36100" y="39529"/>
                      </a:cubicBezTo>
                      <a:cubicBezTo>
                        <a:pt x="35814" y="39529"/>
                        <a:pt x="35528" y="39719"/>
                        <a:pt x="35147" y="40005"/>
                      </a:cubicBezTo>
                      <a:lnTo>
                        <a:pt x="35909" y="40005"/>
                      </a:lnTo>
                      <a:lnTo>
                        <a:pt x="35718" y="40291"/>
                      </a:lnTo>
                      <a:cubicBezTo>
                        <a:pt x="35718" y="40291"/>
                        <a:pt x="36767" y="40767"/>
                        <a:pt x="37433" y="41338"/>
                      </a:cubicBezTo>
                      <a:lnTo>
                        <a:pt x="35814" y="42005"/>
                      </a:lnTo>
                      <a:lnTo>
                        <a:pt x="36100" y="42196"/>
                      </a:lnTo>
                      <a:cubicBezTo>
                        <a:pt x="36100" y="42196"/>
                        <a:pt x="35433" y="42481"/>
                        <a:pt x="34290" y="42958"/>
                      </a:cubicBezTo>
                      <a:cubicBezTo>
                        <a:pt x="33719" y="43148"/>
                        <a:pt x="33147" y="43244"/>
                        <a:pt x="32576" y="43244"/>
                      </a:cubicBezTo>
                      <a:cubicBezTo>
                        <a:pt x="32290" y="43244"/>
                        <a:pt x="32004" y="43244"/>
                        <a:pt x="31718" y="43244"/>
                      </a:cubicBezTo>
                      <a:cubicBezTo>
                        <a:pt x="31528" y="43720"/>
                        <a:pt x="31433" y="44101"/>
                        <a:pt x="31528" y="44291"/>
                      </a:cubicBezTo>
                      <a:lnTo>
                        <a:pt x="22860" y="44577"/>
                      </a:lnTo>
                      <a:cubicBezTo>
                        <a:pt x="22193" y="43910"/>
                        <a:pt x="21146" y="43434"/>
                        <a:pt x="19622" y="42958"/>
                      </a:cubicBezTo>
                      <a:cubicBezTo>
                        <a:pt x="18002" y="42481"/>
                        <a:pt x="16954" y="42100"/>
                        <a:pt x="16478" y="41815"/>
                      </a:cubicBezTo>
                      <a:cubicBezTo>
                        <a:pt x="16288" y="41529"/>
                        <a:pt x="16002" y="41338"/>
                        <a:pt x="15526" y="41243"/>
                      </a:cubicBezTo>
                      <a:cubicBezTo>
                        <a:pt x="15049" y="41148"/>
                        <a:pt x="14573" y="41053"/>
                        <a:pt x="14097" y="40862"/>
                      </a:cubicBezTo>
                      <a:lnTo>
                        <a:pt x="14764" y="40291"/>
                      </a:lnTo>
                      <a:lnTo>
                        <a:pt x="13906" y="39433"/>
                      </a:lnTo>
                      <a:lnTo>
                        <a:pt x="13716" y="40100"/>
                      </a:lnTo>
                      <a:cubicBezTo>
                        <a:pt x="12954" y="39910"/>
                        <a:pt x="12573" y="39338"/>
                        <a:pt x="12478" y="38290"/>
                      </a:cubicBezTo>
                      <a:cubicBezTo>
                        <a:pt x="12478" y="37338"/>
                        <a:pt x="11906" y="36862"/>
                        <a:pt x="10858" y="36862"/>
                      </a:cubicBezTo>
                      <a:lnTo>
                        <a:pt x="10097" y="36862"/>
                      </a:lnTo>
                      <a:cubicBezTo>
                        <a:pt x="10763" y="36862"/>
                        <a:pt x="11049" y="36481"/>
                        <a:pt x="11049" y="35814"/>
                      </a:cubicBezTo>
                      <a:cubicBezTo>
                        <a:pt x="11049" y="35623"/>
                        <a:pt x="11049" y="35433"/>
                        <a:pt x="10858" y="35242"/>
                      </a:cubicBezTo>
                      <a:cubicBezTo>
                        <a:pt x="10763" y="35052"/>
                        <a:pt x="10382" y="34861"/>
                        <a:pt x="9715" y="34576"/>
                      </a:cubicBezTo>
                      <a:lnTo>
                        <a:pt x="9525" y="34766"/>
                      </a:lnTo>
                      <a:cubicBezTo>
                        <a:pt x="9525" y="34766"/>
                        <a:pt x="9430" y="34861"/>
                        <a:pt x="9335" y="34861"/>
                      </a:cubicBezTo>
                      <a:cubicBezTo>
                        <a:pt x="9239" y="34861"/>
                        <a:pt x="9144" y="34766"/>
                        <a:pt x="9049" y="34385"/>
                      </a:cubicBezTo>
                      <a:cubicBezTo>
                        <a:pt x="9049" y="34100"/>
                        <a:pt x="9049" y="33909"/>
                        <a:pt x="9049" y="33623"/>
                      </a:cubicBezTo>
                      <a:cubicBezTo>
                        <a:pt x="9430" y="33623"/>
                        <a:pt x="10001" y="33147"/>
                        <a:pt x="10763" y="32480"/>
                      </a:cubicBezTo>
                      <a:cubicBezTo>
                        <a:pt x="11430" y="31909"/>
                        <a:pt x="12001" y="31623"/>
                        <a:pt x="12478" y="31623"/>
                      </a:cubicBezTo>
                      <a:cubicBezTo>
                        <a:pt x="12763" y="31623"/>
                        <a:pt x="12954" y="31623"/>
                        <a:pt x="13240" y="31813"/>
                      </a:cubicBezTo>
                      <a:cubicBezTo>
                        <a:pt x="13049" y="31528"/>
                        <a:pt x="13049" y="31337"/>
                        <a:pt x="13240" y="31147"/>
                      </a:cubicBezTo>
                      <a:cubicBezTo>
                        <a:pt x="13430" y="30956"/>
                        <a:pt x="13240" y="30671"/>
                        <a:pt x="12859" y="30290"/>
                      </a:cubicBezTo>
                      <a:lnTo>
                        <a:pt x="14764" y="29432"/>
                      </a:lnTo>
                      <a:lnTo>
                        <a:pt x="14287" y="28861"/>
                      </a:lnTo>
                      <a:cubicBezTo>
                        <a:pt x="14287" y="28861"/>
                        <a:pt x="15049" y="28670"/>
                        <a:pt x="15812" y="28289"/>
                      </a:cubicBezTo>
                      <a:cubicBezTo>
                        <a:pt x="16478" y="27908"/>
                        <a:pt x="16954" y="27718"/>
                        <a:pt x="17145" y="27718"/>
                      </a:cubicBezTo>
                      <a:cubicBezTo>
                        <a:pt x="17526" y="27718"/>
                        <a:pt x="17812" y="28003"/>
                        <a:pt x="17907" y="28575"/>
                      </a:cubicBezTo>
                      <a:cubicBezTo>
                        <a:pt x="17812" y="29813"/>
                        <a:pt x="18193" y="31052"/>
                        <a:pt x="19336" y="32290"/>
                      </a:cubicBezTo>
                      <a:cubicBezTo>
                        <a:pt x="19812" y="32861"/>
                        <a:pt x="20765" y="33814"/>
                        <a:pt x="22288" y="35052"/>
                      </a:cubicBezTo>
                      <a:cubicBezTo>
                        <a:pt x="22479" y="35528"/>
                        <a:pt x="22860" y="35814"/>
                        <a:pt x="23431" y="35814"/>
                      </a:cubicBezTo>
                      <a:cubicBezTo>
                        <a:pt x="23622" y="35814"/>
                        <a:pt x="23812" y="35814"/>
                        <a:pt x="24194" y="35814"/>
                      </a:cubicBezTo>
                      <a:cubicBezTo>
                        <a:pt x="24479" y="35814"/>
                        <a:pt x="24765" y="35814"/>
                        <a:pt x="24860" y="35814"/>
                      </a:cubicBezTo>
                      <a:cubicBezTo>
                        <a:pt x="25241" y="35814"/>
                        <a:pt x="25527" y="35814"/>
                        <a:pt x="25813" y="36004"/>
                      </a:cubicBezTo>
                      <a:cubicBezTo>
                        <a:pt x="26099" y="36195"/>
                        <a:pt x="26479" y="36195"/>
                        <a:pt x="26860" y="36195"/>
                      </a:cubicBezTo>
                      <a:cubicBezTo>
                        <a:pt x="27527" y="36195"/>
                        <a:pt x="28289" y="35909"/>
                        <a:pt x="29242" y="35242"/>
                      </a:cubicBezTo>
                      <a:cubicBezTo>
                        <a:pt x="30575" y="34385"/>
                        <a:pt x="31433" y="33909"/>
                        <a:pt x="31623" y="33814"/>
                      </a:cubicBezTo>
                      <a:cubicBezTo>
                        <a:pt x="31813" y="33528"/>
                        <a:pt x="31909" y="33242"/>
                        <a:pt x="31909" y="32956"/>
                      </a:cubicBezTo>
                      <a:cubicBezTo>
                        <a:pt x="31909" y="32480"/>
                        <a:pt x="31623" y="31909"/>
                        <a:pt x="31147" y="31242"/>
                      </a:cubicBezTo>
                      <a:cubicBezTo>
                        <a:pt x="30671" y="30480"/>
                        <a:pt x="30290" y="30004"/>
                        <a:pt x="30290" y="29623"/>
                      </a:cubicBezTo>
                      <a:cubicBezTo>
                        <a:pt x="29337" y="29527"/>
                        <a:pt x="28765" y="29146"/>
                        <a:pt x="28670" y="28575"/>
                      </a:cubicBezTo>
                      <a:lnTo>
                        <a:pt x="28956" y="28384"/>
                      </a:lnTo>
                      <a:cubicBezTo>
                        <a:pt x="27718" y="27813"/>
                        <a:pt x="26099" y="26956"/>
                        <a:pt x="23908" y="25813"/>
                      </a:cubicBezTo>
                      <a:cubicBezTo>
                        <a:pt x="23622" y="26003"/>
                        <a:pt x="23431" y="26098"/>
                        <a:pt x="23241" y="26098"/>
                      </a:cubicBezTo>
                      <a:cubicBezTo>
                        <a:pt x="22955" y="26098"/>
                        <a:pt x="22574" y="25908"/>
                        <a:pt x="22098" y="25527"/>
                      </a:cubicBezTo>
                      <a:cubicBezTo>
                        <a:pt x="21622" y="25146"/>
                        <a:pt x="21336" y="24955"/>
                        <a:pt x="21050" y="24955"/>
                      </a:cubicBezTo>
                      <a:cubicBezTo>
                        <a:pt x="20955" y="24955"/>
                        <a:pt x="20859" y="24955"/>
                        <a:pt x="20669" y="25051"/>
                      </a:cubicBezTo>
                      <a:cubicBezTo>
                        <a:pt x="19717" y="24765"/>
                        <a:pt x="18764" y="24003"/>
                        <a:pt x="17812" y="22765"/>
                      </a:cubicBezTo>
                      <a:cubicBezTo>
                        <a:pt x="16764" y="21336"/>
                        <a:pt x="15812" y="20479"/>
                        <a:pt x="15145" y="20002"/>
                      </a:cubicBezTo>
                      <a:cubicBezTo>
                        <a:pt x="15145" y="19621"/>
                        <a:pt x="15049" y="19050"/>
                        <a:pt x="14573" y="18478"/>
                      </a:cubicBezTo>
                      <a:cubicBezTo>
                        <a:pt x="14097" y="17907"/>
                        <a:pt x="13906" y="17431"/>
                        <a:pt x="14002" y="17050"/>
                      </a:cubicBezTo>
                      <a:cubicBezTo>
                        <a:pt x="13716" y="16573"/>
                        <a:pt x="13526" y="15621"/>
                        <a:pt x="13526" y="14288"/>
                      </a:cubicBezTo>
                      <a:cubicBezTo>
                        <a:pt x="13526" y="13049"/>
                        <a:pt x="13430" y="11811"/>
                        <a:pt x="13335" y="10573"/>
                      </a:cubicBezTo>
                      <a:cubicBezTo>
                        <a:pt x="13621" y="10477"/>
                        <a:pt x="13811" y="10287"/>
                        <a:pt x="13811" y="10096"/>
                      </a:cubicBezTo>
                      <a:cubicBezTo>
                        <a:pt x="13811" y="10001"/>
                        <a:pt x="13811" y="9811"/>
                        <a:pt x="13621" y="9525"/>
                      </a:cubicBezTo>
                      <a:cubicBezTo>
                        <a:pt x="13430" y="9239"/>
                        <a:pt x="13335" y="9144"/>
                        <a:pt x="13335" y="8953"/>
                      </a:cubicBezTo>
                      <a:cubicBezTo>
                        <a:pt x="13526" y="8477"/>
                        <a:pt x="14192" y="7715"/>
                        <a:pt x="15240" y="6858"/>
                      </a:cubicBezTo>
                      <a:cubicBezTo>
                        <a:pt x="16192" y="6096"/>
                        <a:pt x="16574" y="5334"/>
                        <a:pt x="16574" y="4667"/>
                      </a:cubicBezTo>
                      <a:cubicBezTo>
                        <a:pt x="16764" y="4667"/>
                        <a:pt x="16954" y="4477"/>
                        <a:pt x="17335" y="4191"/>
                      </a:cubicBezTo>
                      <a:cubicBezTo>
                        <a:pt x="17717" y="3905"/>
                        <a:pt x="18002" y="3810"/>
                        <a:pt x="18097" y="3810"/>
                      </a:cubicBezTo>
                      <a:cubicBezTo>
                        <a:pt x="18193" y="3810"/>
                        <a:pt x="18288" y="3810"/>
                        <a:pt x="18383" y="4000"/>
                      </a:cubicBezTo>
                      <a:cubicBezTo>
                        <a:pt x="19145" y="2953"/>
                        <a:pt x="20288" y="2096"/>
                        <a:pt x="21812" y="1524"/>
                      </a:cubicBezTo>
                      <a:cubicBezTo>
                        <a:pt x="23241" y="1048"/>
                        <a:pt x="24670" y="667"/>
                        <a:pt x="26003" y="190"/>
                      </a:cubicBezTo>
                      <a:cubicBezTo>
                        <a:pt x="26384" y="0"/>
                        <a:pt x="26860" y="0"/>
                        <a:pt x="27242" y="0"/>
                      </a:cubicBezTo>
                      <a:cubicBezTo>
                        <a:pt x="27813" y="0"/>
                        <a:pt x="28670" y="190"/>
                        <a:pt x="29623" y="667"/>
                      </a:cubicBezTo>
                      <a:cubicBezTo>
                        <a:pt x="30671" y="1143"/>
                        <a:pt x="31528" y="1333"/>
                        <a:pt x="32099" y="1333"/>
                      </a:cubicBezTo>
                      <a:cubicBezTo>
                        <a:pt x="32385" y="1333"/>
                        <a:pt x="32671" y="1333"/>
                        <a:pt x="32861" y="1238"/>
                      </a:cubicBezTo>
                      <a:cubicBezTo>
                        <a:pt x="33147" y="1715"/>
                        <a:pt x="33623" y="2096"/>
                        <a:pt x="34290" y="2286"/>
                      </a:cubicBezTo>
                      <a:cubicBezTo>
                        <a:pt x="35147" y="2572"/>
                        <a:pt x="35718" y="2762"/>
                        <a:pt x="36004" y="2953"/>
                      </a:cubicBezTo>
                      <a:cubicBezTo>
                        <a:pt x="37338" y="3048"/>
                        <a:pt x="38481" y="4667"/>
                        <a:pt x="39529" y="7906"/>
                      </a:cubicBezTo>
                      <a:cubicBezTo>
                        <a:pt x="39529" y="8382"/>
                        <a:pt x="39148" y="8953"/>
                        <a:pt x="38481" y="9715"/>
                      </a:cubicBezTo>
                      <a:cubicBezTo>
                        <a:pt x="37814" y="10477"/>
                        <a:pt x="37528" y="11049"/>
                        <a:pt x="37624" y="11621"/>
                      </a:cubicBezTo>
                      <a:cubicBezTo>
                        <a:pt x="37243" y="11621"/>
                        <a:pt x="36957" y="11621"/>
                        <a:pt x="36957" y="12097"/>
                      </a:cubicBezTo>
                      <a:cubicBezTo>
                        <a:pt x="36957" y="12573"/>
                        <a:pt x="36862" y="12859"/>
                        <a:pt x="36671" y="12954"/>
                      </a:cubicBezTo>
                      <a:cubicBezTo>
                        <a:pt x="35624" y="13430"/>
                        <a:pt x="34862" y="13716"/>
                        <a:pt x="34481" y="13716"/>
                      </a:cubicBezTo>
                      <a:cubicBezTo>
                        <a:pt x="33909" y="13716"/>
                        <a:pt x="33242" y="13335"/>
                        <a:pt x="32766" y="12573"/>
                      </a:cubicBezTo>
                      <a:cubicBezTo>
                        <a:pt x="32766" y="12002"/>
                        <a:pt x="32385" y="11525"/>
                        <a:pt x="31623" y="11240"/>
                      </a:cubicBezTo>
                      <a:cubicBezTo>
                        <a:pt x="30766" y="10954"/>
                        <a:pt x="30290" y="10573"/>
                        <a:pt x="30194" y="10192"/>
                      </a:cubicBezTo>
                      <a:cubicBezTo>
                        <a:pt x="30004" y="10192"/>
                        <a:pt x="29337" y="10001"/>
                        <a:pt x="28480" y="9620"/>
                      </a:cubicBezTo>
                      <a:cubicBezTo>
                        <a:pt x="27718" y="9334"/>
                        <a:pt x="27051" y="9144"/>
                        <a:pt x="26670" y="9144"/>
                      </a:cubicBezTo>
                      <a:cubicBezTo>
                        <a:pt x="26003" y="9144"/>
                        <a:pt x="25432" y="9430"/>
                        <a:pt x="24956" y="10001"/>
                      </a:cubicBezTo>
                      <a:cubicBezTo>
                        <a:pt x="24860" y="10001"/>
                        <a:pt x="24670" y="10001"/>
                        <a:pt x="24574" y="10001"/>
                      </a:cubicBezTo>
                      <a:cubicBezTo>
                        <a:pt x="24289" y="10001"/>
                        <a:pt x="23812" y="10287"/>
                        <a:pt x="23146" y="10858"/>
                      </a:cubicBezTo>
                      <a:cubicBezTo>
                        <a:pt x="23336" y="11144"/>
                        <a:pt x="23431" y="11525"/>
                        <a:pt x="23431" y="11716"/>
                      </a:cubicBezTo>
                      <a:cubicBezTo>
                        <a:pt x="23431" y="12002"/>
                        <a:pt x="23146" y="12382"/>
                        <a:pt x="22669" y="12668"/>
                      </a:cubicBezTo>
                      <a:cubicBezTo>
                        <a:pt x="22193" y="12954"/>
                        <a:pt x="21908" y="13240"/>
                        <a:pt x="21908" y="13430"/>
                      </a:cubicBezTo>
                      <a:cubicBezTo>
                        <a:pt x="21908" y="13621"/>
                        <a:pt x="22003" y="14002"/>
                        <a:pt x="22288" y="14288"/>
                      </a:cubicBezTo>
                      <a:cubicBezTo>
                        <a:pt x="23908" y="16573"/>
                        <a:pt x="26289" y="18288"/>
                        <a:pt x="29528" y="19431"/>
                      </a:cubicBezTo>
                      <a:cubicBezTo>
                        <a:pt x="29908" y="19526"/>
                        <a:pt x="30575" y="19907"/>
                        <a:pt x="31337" y="20479"/>
                      </a:cubicBezTo>
                      <a:cubicBezTo>
                        <a:pt x="32099" y="21146"/>
                        <a:pt x="32766" y="21431"/>
                        <a:pt x="33337" y="21527"/>
                      </a:cubicBezTo>
                      <a:cubicBezTo>
                        <a:pt x="33909" y="21527"/>
                        <a:pt x="34576" y="22003"/>
                        <a:pt x="35528" y="22765"/>
                      </a:cubicBezTo>
                      <a:cubicBezTo>
                        <a:pt x="36385" y="23527"/>
                        <a:pt x="37147" y="23813"/>
                        <a:pt x="37910" y="23717"/>
                      </a:cubicBezTo>
                      <a:cubicBezTo>
                        <a:pt x="37910" y="24098"/>
                        <a:pt x="37910" y="24289"/>
                        <a:pt x="38100" y="24384"/>
                      </a:cubicBezTo>
                      <a:cubicBezTo>
                        <a:pt x="38481" y="24384"/>
                        <a:pt x="38672" y="24575"/>
                        <a:pt x="38862" y="25146"/>
                      </a:cubicBezTo>
                      <a:cubicBezTo>
                        <a:pt x="39053" y="25717"/>
                        <a:pt x="39243" y="25908"/>
                        <a:pt x="39624" y="25717"/>
                      </a:cubicBezTo>
                      <a:cubicBezTo>
                        <a:pt x="39624" y="26003"/>
                        <a:pt x="40196" y="26765"/>
                        <a:pt x="41148" y="28003"/>
                      </a:cubicBezTo>
                      <a:cubicBezTo>
                        <a:pt x="41815" y="29051"/>
                        <a:pt x="42196" y="30004"/>
                        <a:pt x="42196" y="30861"/>
                      </a:cubicBezTo>
                      <a:cubicBezTo>
                        <a:pt x="42386" y="31052"/>
                        <a:pt x="42481" y="31337"/>
                        <a:pt x="42481" y="31528"/>
                      </a:cubicBezTo>
                      <a:cubicBezTo>
                        <a:pt x="42481" y="31718"/>
                        <a:pt x="42386" y="31909"/>
                        <a:pt x="42196" y="32194"/>
                      </a:cubicBezTo>
                      <a:cubicBezTo>
                        <a:pt x="42005" y="32480"/>
                        <a:pt x="41910" y="32671"/>
                        <a:pt x="41910" y="32766"/>
                      </a:cubicBezTo>
                      <a:cubicBezTo>
                        <a:pt x="41910" y="32956"/>
                        <a:pt x="42005" y="33242"/>
                        <a:pt x="42386" y="33433"/>
                      </a:cubicBezTo>
                      <a:close/>
                      <a:moveTo>
                        <a:pt x="9715" y="34290"/>
                      </a:moveTo>
                      <a:lnTo>
                        <a:pt x="11049" y="33814"/>
                      </a:lnTo>
                      <a:lnTo>
                        <a:pt x="10382" y="33814"/>
                      </a:lnTo>
                      <a:lnTo>
                        <a:pt x="9715" y="34290"/>
                      </a:lnTo>
                      <a:close/>
                      <a:moveTo>
                        <a:pt x="10097" y="39719"/>
                      </a:moveTo>
                      <a:lnTo>
                        <a:pt x="10382" y="39719"/>
                      </a:lnTo>
                      <a:lnTo>
                        <a:pt x="10858" y="40100"/>
                      </a:lnTo>
                      <a:lnTo>
                        <a:pt x="10097" y="39719"/>
                      </a:lnTo>
                      <a:close/>
                      <a:moveTo>
                        <a:pt x="11906" y="42672"/>
                      </a:moveTo>
                      <a:cubicBezTo>
                        <a:pt x="11906" y="42672"/>
                        <a:pt x="11906" y="41910"/>
                        <a:pt x="12287" y="41529"/>
                      </a:cubicBezTo>
                      <a:lnTo>
                        <a:pt x="12287" y="41529"/>
                      </a:lnTo>
                      <a:cubicBezTo>
                        <a:pt x="12287" y="41529"/>
                        <a:pt x="12287" y="41815"/>
                        <a:pt x="12573" y="42005"/>
                      </a:cubicBezTo>
                      <a:cubicBezTo>
                        <a:pt x="12763" y="42196"/>
                        <a:pt x="12859" y="42291"/>
                        <a:pt x="12859" y="42386"/>
                      </a:cubicBezTo>
                      <a:cubicBezTo>
                        <a:pt x="12859" y="42481"/>
                        <a:pt x="12763" y="42577"/>
                        <a:pt x="12573" y="42672"/>
                      </a:cubicBezTo>
                      <a:lnTo>
                        <a:pt x="11906" y="42672"/>
                      </a:lnTo>
                      <a:close/>
                      <a:moveTo>
                        <a:pt x="12383" y="41434"/>
                      </a:moveTo>
                      <a:cubicBezTo>
                        <a:pt x="12383" y="41434"/>
                        <a:pt x="12383" y="41529"/>
                        <a:pt x="12383" y="41624"/>
                      </a:cubicBezTo>
                      <a:cubicBezTo>
                        <a:pt x="12383" y="41624"/>
                        <a:pt x="12383" y="41529"/>
                        <a:pt x="12383" y="41434"/>
                      </a:cubicBezTo>
                      <a:close/>
                      <a:moveTo>
                        <a:pt x="12478" y="40386"/>
                      </a:moveTo>
                      <a:cubicBezTo>
                        <a:pt x="12478" y="40386"/>
                        <a:pt x="12859" y="40386"/>
                        <a:pt x="12954" y="40672"/>
                      </a:cubicBezTo>
                      <a:cubicBezTo>
                        <a:pt x="13144" y="40862"/>
                        <a:pt x="13240" y="40957"/>
                        <a:pt x="13335" y="41053"/>
                      </a:cubicBezTo>
                      <a:cubicBezTo>
                        <a:pt x="13144" y="41053"/>
                        <a:pt x="12763" y="41243"/>
                        <a:pt x="12383" y="41529"/>
                      </a:cubicBezTo>
                      <a:cubicBezTo>
                        <a:pt x="12668" y="41148"/>
                        <a:pt x="12763" y="40767"/>
                        <a:pt x="12478" y="40481"/>
                      </a:cubicBezTo>
                      <a:close/>
                      <a:moveTo>
                        <a:pt x="13811" y="35623"/>
                      </a:moveTo>
                      <a:lnTo>
                        <a:pt x="13811" y="35147"/>
                      </a:lnTo>
                      <a:lnTo>
                        <a:pt x="12478" y="34480"/>
                      </a:lnTo>
                      <a:lnTo>
                        <a:pt x="13811" y="35623"/>
                      </a:lnTo>
                      <a:close/>
                      <a:moveTo>
                        <a:pt x="14859" y="37338"/>
                      </a:moveTo>
                      <a:cubicBezTo>
                        <a:pt x="14859" y="37338"/>
                        <a:pt x="14954" y="37338"/>
                        <a:pt x="15431" y="37433"/>
                      </a:cubicBezTo>
                      <a:cubicBezTo>
                        <a:pt x="15716" y="37433"/>
                        <a:pt x="15812" y="37433"/>
                        <a:pt x="15907" y="37052"/>
                      </a:cubicBezTo>
                      <a:cubicBezTo>
                        <a:pt x="15431" y="36862"/>
                        <a:pt x="15145" y="37052"/>
                        <a:pt x="14859" y="37243"/>
                      </a:cubicBezTo>
                      <a:cubicBezTo>
                        <a:pt x="14764" y="37243"/>
                        <a:pt x="14669" y="37243"/>
                        <a:pt x="14669" y="37433"/>
                      </a:cubicBezTo>
                      <a:lnTo>
                        <a:pt x="14192" y="37909"/>
                      </a:lnTo>
                      <a:lnTo>
                        <a:pt x="14669" y="37909"/>
                      </a:lnTo>
                      <a:cubicBezTo>
                        <a:pt x="14669" y="37909"/>
                        <a:pt x="14669" y="37528"/>
                        <a:pt x="14669" y="37433"/>
                      </a:cubicBezTo>
                      <a:lnTo>
                        <a:pt x="14859" y="37243"/>
                      </a:lnTo>
                      <a:close/>
                      <a:moveTo>
                        <a:pt x="15145" y="16192"/>
                      </a:moveTo>
                      <a:cubicBezTo>
                        <a:pt x="15145" y="16192"/>
                        <a:pt x="15431" y="15811"/>
                        <a:pt x="15335" y="15716"/>
                      </a:cubicBezTo>
                      <a:lnTo>
                        <a:pt x="15526" y="15335"/>
                      </a:lnTo>
                      <a:cubicBezTo>
                        <a:pt x="15526" y="15335"/>
                        <a:pt x="15145" y="14954"/>
                        <a:pt x="14954" y="14859"/>
                      </a:cubicBezTo>
                      <a:cubicBezTo>
                        <a:pt x="14669" y="14764"/>
                        <a:pt x="14573" y="14669"/>
                        <a:pt x="14478" y="14669"/>
                      </a:cubicBezTo>
                      <a:cubicBezTo>
                        <a:pt x="15049" y="14954"/>
                        <a:pt x="15335" y="15335"/>
                        <a:pt x="15335" y="15621"/>
                      </a:cubicBezTo>
                      <a:lnTo>
                        <a:pt x="15145" y="16097"/>
                      </a:lnTo>
                      <a:close/>
                      <a:moveTo>
                        <a:pt x="19050" y="12954"/>
                      </a:moveTo>
                      <a:lnTo>
                        <a:pt x="19050" y="12763"/>
                      </a:lnTo>
                      <a:cubicBezTo>
                        <a:pt x="18860" y="11811"/>
                        <a:pt x="18193" y="11335"/>
                        <a:pt x="16954" y="11335"/>
                      </a:cubicBezTo>
                      <a:cubicBezTo>
                        <a:pt x="16002" y="11335"/>
                        <a:pt x="15240" y="11621"/>
                        <a:pt x="14573" y="12097"/>
                      </a:cubicBezTo>
                      <a:cubicBezTo>
                        <a:pt x="14764" y="12097"/>
                        <a:pt x="14954" y="12573"/>
                        <a:pt x="15145" y="13144"/>
                      </a:cubicBezTo>
                      <a:cubicBezTo>
                        <a:pt x="15335" y="13811"/>
                        <a:pt x="15716" y="14097"/>
                        <a:pt x="16288" y="13906"/>
                      </a:cubicBezTo>
                      <a:lnTo>
                        <a:pt x="16288" y="13716"/>
                      </a:lnTo>
                      <a:cubicBezTo>
                        <a:pt x="16288" y="13716"/>
                        <a:pt x="16574" y="13240"/>
                        <a:pt x="16668" y="12478"/>
                      </a:cubicBezTo>
                      <a:cubicBezTo>
                        <a:pt x="16764" y="11906"/>
                        <a:pt x="16954" y="11621"/>
                        <a:pt x="17335" y="11621"/>
                      </a:cubicBezTo>
                      <a:cubicBezTo>
                        <a:pt x="17526" y="11621"/>
                        <a:pt x="17621" y="11621"/>
                        <a:pt x="17812" y="11811"/>
                      </a:cubicBezTo>
                      <a:lnTo>
                        <a:pt x="17812" y="12287"/>
                      </a:lnTo>
                      <a:cubicBezTo>
                        <a:pt x="17812" y="12287"/>
                        <a:pt x="18002" y="12287"/>
                        <a:pt x="18097" y="12287"/>
                      </a:cubicBezTo>
                      <a:cubicBezTo>
                        <a:pt x="18097" y="12287"/>
                        <a:pt x="18383" y="12478"/>
                        <a:pt x="18860" y="12954"/>
                      </a:cubicBezTo>
                      <a:close/>
                      <a:moveTo>
                        <a:pt x="15431" y="30766"/>
                      </a:moveTo>
                      <a:cubicBezTo>
                        <a:pt x="15431" y="30766"/>
                        <a:pt x="14859" y="30766"/>
                        <a:pt x="14764" y="30575"/>
                      </a:cubicBezTo>
                      <a:lnTo>
                        <a:pt x="15240" y="31147"/>
                      </a:lnTo>
                      <a:cubicBezTo>
                        <a:pt x="15240" y="31147"/>
                        <a:pt x="15526" y="30861"/>
                        <a:pt x="15431" y="30671"/>
                      </a:cubicBezTo>
                      <a:close/>
                      <a:moveTo>
                        <a:pt x="15907" y="13525"/>
                      </a:moveTo>
                      <a:lnTo>
                        <a:pt x="15907" y="13335"/>
                      </a:lnTo>
                      <a:lnTo>
                        <a:pt x="16192" y="13335"/>
                      </a:lnTo>
                      <a:cubicBezTo>
                        <a:pt x="16192" y="13335"/>
                        <a:pt x="16097" y="13335"/>
                        <a:pt x="15907" y="13525"/>
                      </a:cubicBezTo>
                      <a:close/>
                      <a:moveTo>
                        <a:pt x="16192" y="13335"/>
                      </a:moveTo>
                      <a:cubicBezTo>
                        <a:pt x="16192" y="13335"/>
                        <a:pt x="16288" y="13335"/>
                        <a:pt x="16383" y="13335"/>
                      </a:cubicBezTo>
                      <a:lnTo>
                        <a:pt x="16192" y="13335"/>
                      </a:lnTo>
                      <a:close/>
                      <a:moveTo>
                        <a:pt x="16574" y="40767"/>
                      </a:moveTo>
                      <a:lnTo>
                        <a:pt x="17050" y="40291"/>
                      </a:lnTo>
                      <a:cubicBezTo>
                        <a:pt x="17050" y="40291"/>
                        <a:pt x="16668" y="40005"/>
                        <a:pt x="16574" y="40005"/>
                      </a:cubicBezTo>
                      <a:lnTo>
                        <a:pt x="16574" y="40767"/>
                      </a:lnTo>
                      <a:close/>
                      <a:moveTo>
                        <a:pt x="17241" y="14192"/>
                      </a:moveTo>
                      <a:cubicBezTo>
                        <a:pt x="17241" y="14192"/>
                        <a:pt x="17241" y="13716"/>
                        <a:pt x="17050" y="13430"/>
                      </a:cubicBezTo>
                      <a:lnTo>
                        <a:pt x="17050" y="14478"/>
                      </a:lnTo>
                      <a:lnTo>
                        <a:pt x="17241" y="14192"/>
                      </a:lnTo>
                      <a:close/>
                      <a:moveTo>
                        <a:pt x="18097" y="44386"/>
                      </a:moveTo>
                      <a:lnTo>
                        <a:pt x="17907" y="44196"/>
                      </a:lnTo>
                      <a:lnTo>
                        <a:pt x="18383" y="44196"/>
                      </a:lnTo>
                      <a:cubicBezTo>
                        <a:pt x="18383" y="44196"/>
                        <a:pt x="18002" y="44386"/>
                        <a:pt x="18097" y="44386"/>
                      </a:cubicBezTo>
                      <a:close/>
                      <a:moveTo>
                        <a:pt x="23622" y="39719"/>
                      </a:moveTo>
                      <a:lnTo>
                        <a:pt x="23908" y="39433"/>
                      </a:lnTo>
                      <a:lnTo>
                        <a:pt x="23622" y="38862"/>
                      </a:lnTo>
                      <a:lnTo>
                        <a:pt x="23622" y="39719"/>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 name="Google Shape;1263;p99"/>
                <p:cNvSpPr/>
                <p:nvPr/>
              </p:nvSpPr>
              <p:spPr>
                <a:xfrm>
                  <a:off x="7014399" y="1279302"/>
                  <a:ext cx="35337" cy="45720"/>
                </a:xfrm>
                <a:custGeom>
                  <a:avLst/>
                  <a:gdLst/>
                  <a:ahLst/>
                  <a:cxnLst/>
                  <a:rect l="l" t="t" r="r" b="b"/>
                  <a:pathLst>
                    <a:path w="35337" h="45720" extrusionOk="0">
                      <a:moveTo>
                        <a:pt x="31052" y="36671"/>
                      </a:moveTo>
                      <a:cubicBezTo>
                        <a:pt x="31814" y="37148"/>
                        <a:pt x="32195" y="38005"/>
                        <a:pt x="32290" y="39053"/>
                      </a:cubicBezTo>
                      <a:cubicBezTo>
                        <a:pt x="32290" y="40005"/>
                        <a:pt x="32290" y="40958"/>
                        <a:pt x="32290" y="41910"/>
                      </a:cubicBezTo>
                      <a:cubicBezTo>
                        <a:pt x="32290" y="42481"/>
                        <a:pt x="32385" y="42863"/>
                        <a:pt x="32576" y="43244"/>
                      </a:cubicBezTo>
                      <a:cubicBezTo>
                        <a:pt x="31528" y="44958"/>
                        <a:pt x="29718" y="45720"/>
                        <a:pt x="27242" y="45720"/>
                      </a:cubicBezTo>
                      <a:cubicBezTo>
                        <a:pt x="26480" y="45720"/>
                        <a:pt x="25432" y="45720"/>
                        <a:pt x="23813" y="45529"/>
                      </a:cubicBezTo>
                      <a:cubicBezTo>
                        <a:pt x="22289" y="45339"/>
                        <a:pt x="21146" y="45339"/>
                        <a:pt x="20384" y="45339"/>
                      </a:cubicBezTo>
                      <a:cubicBezTo>
                        <a:pt x="19526" y="45339"/>
                        <a:pt x="18860" y="45339"/>
                        <a:pt x="18288" y="45434"/>
                      </a:cubicBezTo>
                      <a:lnTo>
                        <a:pt x="5334" y="45434"/>
                      </a:lnTo>
                      <a:lnTo>
                        <a:pt x="5334" y="45244"/>
                      </a:lnTo>
                      <a:cubicBezTo>
                        <a:pt x="5334" y="45244"/>
                        <a:pt x="4096" y="44958"/>
                        <a:pt x="2953" y="45149"/>
                      </a:cubicBezTo>
                      <a:cubicBezTo>
                        <a:pt x="1810" y="45339"/>
                        <a:pt x="953" y="45149"/>
                        <a:pt x="381" y="44768"/>
                      </a:cubicBezTo>
                      <a:cubicBezTo>
                        <a:pt x="571" y="39433"/>
                        <a:pt x="667" y="34195"/>
                        <a:pt x="667" y="28956"/>
                      </a:cubicBezTo>
                      <a:cubicBezTo>
                        <a:pt x="667" y="23717"/>
                        <a:pt x="571" y="18479"/>
                        <a:pt x="381" y="13145"/>
                      </a:cubicBezTo>
                      <a:cubicBezTo>
                        <a:pt x="571" y="13240"/>
                        <a:pt x="762" y="13335"/>
                        <a:pt x="858" y="13335"/>
                      </a:cubicBezTo>
                      <a:lnTo>
                        <a:pt x="1048" y="13145"/>
                      </a:lnTo>
                      <a:cubicBezTo>
                        <a:pt x="1048" y="13145"/>
                        <a:pt x="1048" y="12764"/>
                        <a:pt x="762" y="12668"/>
                      </a:cubicBezTo>
                      <a:cubicBezTo>
                        <a:pt x="571" y="12668"/>
                        <a:pt x="381" y="12478"/>
                        <a:pt x="381" y="12478"/>
                      </a:cubicBezTo>
                      <a:cubicBezTo>
                        <a:pt x="381" y="12478"/>
                        <a:pt x="381" y="12287"/>
                        <a:pt x="667" y="12097"/>
                      </a:cubicBezTo>
                      <a:cubicBezTo>
                        <a:pt x="667" y="12478"/>
                        <a:pt x="667" y="12668"/>
                        <a:pt x="858" y="12668"/>
                      </a:cubicBezTo>
                      <a:cubicBezTo>
                        <a:pt x="1238" y="12668"/>
                        <a:pt x="1334" y="12383"/>
                        <a:pt x="1143" y="12002"/>
                      </a:cubicBezTo>
                      <a:cubicBezTo>
                        <a:pt x="953" y="11621"/>
                        <a:pt x="1048" y="11335"/>
                        <a:pt x="1238" y="11335"/>
                      </a:cubicBezTo>
                      <a:cubicBezTo>
                        <a:pt x="1238" y="11335"/>
                        <a:pt x="1238" y="11525"/>
                        <a:pt x="1238" y="11525"/>
                      </a:cubicBezTo>
                      <a:cubicBezTo>
                        <a:pt x="1238" y="11621"/>
                        <a:pt x="1238" y="11811"/>
                        <a:pt x="1524" y="12002"/>
                      </a:cubicBezTo>
                      <a:cubicBezTo>
                        <a:pt x="1714" y="12192"/>
                        <a:pt x="1905" y="12287"/>
                        <a:pt x="1905" y="12383"/>
                      </a:cubicBezTo>
                      <a:lnTo>
                        <a:pt x="2857" y="12192"/>
                      </a:lnTo>
                      <a:lnTo>
                        <a:pt x="1905" y="11621"/>
                      </a:lnTo>
                      <a:lnTo>
                        <a:pt x="2857" y="11144"/>
                      </a:lnTo>
                      <a:cubicBezTo>
                        <a:pt x="2857" y="11144"/>
                        <a:pt x="2572" y="10858"/>
                        <a:pt x="2191" y="10478"/>
                      </a:cubicBezTo>
                      <a:cubicBezTo>
                        <a:pt x="1905" y="10192"/>
                        <a:pt x="1620" y="10097"/>
                        <a:pt x="1429" y="10097"/>
                      </a:cubicBezTo>
                      <a:cubicBezTo>
                        <a:pt x="1238" y="10097"/>
                        <a:pt x="1048" y="10287"/>
                        <a:pt x="858" y="10573"/>
                      </a:cubicBezTo>
                      <a:cubicBezTo>
                        <a:pt x="571" y="10382"/>
                        <a:pt x="476" y="10287"/>
                        <a:pt x="476" y="10097"/>
                      </a:cubicBezTo>
                      <a:cubicBezTo>
                        <a:pt x="476" y="10097"/>
                        <a:pt x="667" y="9906"/>
                        <a:pt x="953" y="9620"/>
                      </a:cubicBezTo>
                      <a:cubicBezTo>
                        <a:pt x="1238" y="9335"/>
                        <a:pt x="1334" y="9144"/>
                        <a:pt x="1334" y="8954"/>
                      </a:cubicBezTo>
                      <a:lnTo>
                        <a:pt x="1810" y="9430"/>
                      </a:lnTo>
                      <a:lnTo>
                        <a:pt x="2096" y="9049"/>
                      </a:lnTo>
                      <a:cubicBezTo>
                        <a:pt x="2096" y="9049"/>
                        <a:pt x="2286" y="9239"/>
                        <a:pt x="2477" y="9239"/>
                      </a:cubicBezTo>
                      <a:cubicBezTo>
                        <a:pt x="2667" y="9239"/>
                        <a:pt x="2953" y="9239"/>
                        <a:pt x="3334" y="8954"/>
                      </a:cubicBezTo>
                      <a:cubicBezTo>
                        <a:pt x="3715" y="8763"/>
                        <a:pt x="4001" y="8668"/>
                        <a:pt x="4191" y="8668"/>
                      </a:cubicBezTo>
                      <a:cubicBezTo>
                        <a:pt x="4477" y="8668"/>
                        <a:pt x="4667" y="8763"/>
                        <a:pt x="4763" y="8954"/>
                      </a:cubicBezTo>
                      <a:lnTo>
                        <a:pt x="5049" y="8763"/>
                      </a:lnTo>
                      <a:cubicBezTo>
                        <a:pt x="5049" y="8763"/>
                        <a:pt x="4763" y="8192"/>
                        <a:pt x="4382" y="8096"/>
                      </a:cubicBezTo>
                      <a:cubicBezTo>
                        <a:pt x="4001" y="8001"/>
                        <a:pt x="3715" y="7810"/>
                        <a:pt x="3715" y="7715"/>
                      </a:cubicBezTo>
                      <a:cubicBezTo>
                        <a:pt x="3143" y="7715"/>
                        <a:pt x="2381" y="7715"/>
                        <a:pt x="1524" y="7715"/>
                      </a:cubicBezTo>
                      <a:cubicBezTo>
                        <a:pt x="1524" y="7906"/>
                        <a:pt x="1334" y="8001"/>
                        <a:pt x="1334" y="8001"/>
                      </a:cubicBezTo>
                      <a:cubicBezTo>
                        <a:pt x="1143" y="7906"/>
                        <a:pt x="1048" y="7810"/>
                        <a:pt x="953" y="7810"/>
                      </a:cubicBezTo>
                      <a:cubicBezTo>
                        <a:pt x="858" y="7810"/>
                        <a:pt x="762" y="7810"/>
                        <a:pt x="762" y="7810"/>
                      </a:cubicBezTo>
                      <a:lnTo>
                        <a:pt x="286" y="6096"/>
                      </a:lnTo>
                      <a:cubicBezTo>
                        <a:pt x="286" y="6096"/>
                        <a:pt x="762" y="6001"/>
                        <a:pt x="953" y="5810"/>
                      </a:cubicBezTo>
                      <a:cubicBezTo>
                        <a:pt x="953" y="5525"/>
                        <a:pt x="762" y="5429"/>
                        <a:pt x="476" y="5525"/>
                      </a:cubicBezTo>
                      <a:cubicBezTo>
                        <a:pt x="191" y="5715"/>
                        <a:pt x="95" y="5620"/>
                        <a:pt x="0" y="5429"/>
                      </a:cubicBezTo>
                      <a:lnTo>
                        <a:pt x="476" y="4953"/>
                      </a:lnTo>
                      <a:lnTo>
                        <a:pt x="953" y="5429"/>
                      </a:lnTo>
                      <a:cubicBezTo>
                        <a:pt x="953" y="5429"/>
                        <a:pt x="1143" y="4953"/>
                        <a:pt x="1143" y="4381"/>
                      </a:cubicBezTo>
                      <a:cubicBezTo>
                        <a:pt x="1143" y="4477"/>
                        <a:pt x="1238" y="4667"/>
                        <a:pt x="1429" y="4667"/>
                      </a:cubicBezTo>
                      <a:cubicBezTo>
                        <a:pt x="1714" y="4477"/>
                        <a:pt x="1905" y="4286"/>
                        <a:pt x="1905" y="4096"/>
                      </a:cubicBezTo>
                      <a:cubicBezTo>
                        <a:pt x="1905" y="3905"/>
                        <a:pt x="1620" y="3620"/>
                        <a:pt x="1143" y="3239"/>
                      </a:cubicBezTo>
                      <a:cubicBezTo>
                        <a:pt x="667" y="2858"/>
                        <a:pt x="381" y="2572"/>
                        <a:pt x="381" y="2286"/>
                      </a:cubicBezTo>
                      <a:cubicBezTo>
                        <a:pt x="381" y="2000"/>
                        <a:pt x="571" y="1715"/>
                        <a:pt x="858" y="1429"/>
                      </a:cubicBezTo>
                      <a:lnTo>
                        <a:pt x="1905" y="286"/>
                      </a:lnTo>
                      <a:cubicBezTo>
                        <a:pt x="3906" y="95"/>
                        <a:pt x="5905" y="0"/>
                        <a:pt x="8097" y="0"/>
                      </a:cubicBezTo>
                      <a:cubicBezTo>
                        <a:pt x="10192" y="0"/>
                        <a:pt x="13335" y="95"/>
                        <a:pt x="17526" y="381"/>
                      </a:cubicBezTo>
                      <a:cubicBezTo>
                        <a:pt x="21717" y="572"/>
                        <a:pt x="24861" y="667"/>
                        <a:pt x="26956" y="667"/>
                      </a:cubicBezTo>
                      <a:cubicBezTo>
                        <a:pt x="28480" y="667"/>
                        <a:pt x="29909" y="667"/>
                        <a:pt x="31338" y="572"/>
                      </a:cubicBezTo>
                      <a:cubicBezTo>
                        <a:pt x="32195" y="1238"/>
                        <a:pt x="32671" y="2096"/>
                        <a:pt x="32671" y="3239"/>
                      </a:cubicBezTo>
                      <a:cubicBezTo>
                        <a:pt x="32671" y="3524"/>
                        <a:pt x="32671" y="4096"/>
                        <a:pt x="32481" y="4953"/>
                      </a:cubicBezTo>
                      <a:cubicBezTo>
                        <a:pt x="32385" y="5810"/>
                        <a:pt x="32290" y="6382"/>
                        <a:pt x="32290" y="6858"/>
                      </a:cubicBezTo>
                      <a:cubicBezTo>
                        <a:pt x="32290" y="7334"/>
                        <a:pt x="32290" y="7715"/>
                        <a:pt x="32290" y="8096"/>
                      </a:cubicBezTo>
                      <a:cubicBezTo>
                        <a:pt x="32290" y="8668"/>
                        <a:pt x="31909" y="8954"/>
                        <a:pt x="31147" y="8954"/>
                      </a:cubicBezTo>
                      <a:cubicBezTo>
                        <a:pt x="31052" y="8954"/>
                        <a:pt x="30861" y="8954"/>
                        <a:pt x="30575" y="8954"/>
                      </a:cubicBezTo>
                      <a:lnTo>
                        <a:pt x="30004" y="8954"/>
                      </a:lnTo>
                      <a:cubicBezTo>
                        <a:pt x="30004" y="8954"/>
                        <a:pt x="29242" y="8954"/>
                        <a:pt x="28956" y="9144"/>
                      </a:cubicBezTo>
                      <a:lnTo>
                        <a:pt x="27718" y="9144"/>
                      </a:lnTo>
                      <a:lnTo>
                        <a:pt x="27718" y="8954"/>
                      </a:lnTo>
                      <a:cubicBezTo>
                        <a:pt x="26004" y="9144"/>
                        <a:pt x="24003" y="9144"/>
                        <a:pt x="21813" y="9144"/>
                      </a:cubicBezTo>
                      <a:cubicBezTo>
                        <a:pt x="20479" y="9144"/>
                        <a:pt x="18479" y="9144"/>
                        <a:pt x="15812" y="9144"/>
                      </a:cubicBezTo>
                      <a:lnTo>
                        <a:pt x="9811" y="9144"/>
                      </a:lnTo>
                      <a:cubicBezTo>
                        <a:pt x="9525" y="9811"/>
                        <a:pt x="9430" y="10573"/>
                        <a:pt x="9430" y="11430"/>
                      </a:cubicBezTo>
                      <a:cubicBezTo>
                        <a:pt x="9430" y="11716"/>
                        <a:pt x="9430" y="12097"/>
                        <a:pt x="9430" y="12573"/>
                      </a:cubicBezTo>
                      <a:lnTo>
                        <a:pt x="9430" y="13811"/>
                      </a:lnTo>
                      <a:cubicBezTo>
                        <a:pt x="9430" y="14669"/>
                        <a:pt x="9430" y="15335"/>
                        <a:pt x="9144" y="16002"/>
                      </a:cubicBezTo>
                      <a:cubicBezTo>
                        <a:pt x="9240" y="16478"/>
                        <a:pt x="9335" y="17050"/>
                        <a:pt x="9430" y="17526"/>
                      </a:cubicBezTo>
                      <a:cubicBezTo>
                        <a:pt x="9620" y="18193"/>
                        <a:pt x="10001" y="18574"/>
                        <a:pt x="10478" y="18574"/>
                      </a:cubicBezTo>
                      <a:cubicBezTo>
                        <a:pt x="10668" y="18574"/>
                        <a:pt x="10763" y="18574"/>
                        <a:pt x="10954" y="18574"/>
                      </a:cubicBezTo>
                      <a:cubicBezTo>
                        <a:pt x="11049" y="18574"/>
                        <a:pt x="11239" y="18574"/>
                        <a:pt x="11335" y="18574"/>
                      </a:cubicBezTo>
                      <a:cubicBezTo>
                        <a:pt x="11525" y="18574"/>
                        <a:pt x="11716" y="18574"/>
                        <a:pt x="12002" y="18479"/>
                      </a:cubicBezTo>
                      <a:cubicBezTo>
                        <a:pt x="12288" y="18479"/>
                        <a:pt x="12478" y="18383"/>
                        <a:pt x="12668" y="18383"/>
                      </a:cubicBezTo>
                      <a:cubicBezTo>
                        <a:pt x="12954" y="18383"/>
                        <a:pt x="13240" y="18574"/>
                        <a:pt x="13431" y="18860"/>
                      </a:cubicBezTo>
                      <a:cubicBezTo>
                        <a:pt x="14478" y="18574"/>
                        <a:pt x="15621" y="18383"/>
                        <a:pt x="17050" y="18383"/>
                      </a:cubicBezTo>
                      <a:cubicBezTo>
                        <a:pt x="17717" y="18383"/>
                        <a:pt x="18765" y="18383"/>
                        <a:pt x="20003" y="18574"/>
                      </a:cubicBezTo>
                      <a:cubicBezTo>
                        <a:pt x="21336" y="18574"/>
                        <a:pt x="22289" y="18669"/>
                        <a:pt x="22956" y="18669"/>
                      </a:cubicBezTo>
                      <a:cubicBezTo>
                        <a:pt x="23622" y="18669"/>
                        <a:pt x="24194" y="18669"/>
                        <a:pt x="24765" y="18574"/>
                      </a:cubicBezTo>
                      <a:cubicBezTo>
                        <a:pt x="25051" y="19526"/>
                        <a:pt x="25146" y="20860"/>
                        <a:pt x="25146" y="22479"/>
                      </a:cubicBezTo>
                      <a:cubicBezTo>
                        <a:pt x="25146" y="24384"/>
                        <a:pt x="25146" y="25718"/>
                        <a:pt x="25241" y="26384"/>
                      </a:cubicBezTo>
                      <a:cubicBezTo>
                        <a:pt x="24479" y="26956"/>
                        <a:pt x="23336" y="27242"/>
                        <a:pt x="22003" y="27242"/>
                      </a:cubicBezTo>
                      <a:cubicBezTo>
                        <a:pt x="21431" y="27242"/>
                        <a:pt x="20574" y="27242"/>
                        <a:pt x="19431" y="27051"/>
                      </a:cubicBezTo>
                      <a:cubicBezTo>
                        <a:pt x="18288" y="26956"/>
                        <a:pt x="17431" y="26860"/>
                        <a:pt x="16764" y="26860"/>
                      </a:cubicBezTo>
                      <a:cubicBezTo>
                        <a:pt x="16193" y="26860"/>
                        <a:pt x="15621" y="26860"/>
                        <a:pt x="15145" y="26956"/>
                      </a:cubicBezTo>
                      <a:lnTo>
                        <a:pt x="15145" y="26670"/>
                      </a:lnTo>
                      <a:cubicBezTo>
                        <a:pt x="15145" y="26670"/>
                        <a:pt x="14288" y="26670"/>
                        <a:pt x="13431" y="26670"/>
                      </a:cubicBezTo>
                      <a:cubicBezTo>
                        <a:pt x="12859" y="26670"/>
                        <a:pt x="12288" y="26765"/>
                        <a:pt x="11716" y="27051"/>
                      </a:cubicBezTo>
                      <a:cubicBezTo>
                        <a:pt x="11525" y="26956"/>
                        <a:pt x="11335" y="26860"/>
                        <a:pt x="10954" y="26860"/>
                      </a:cubicBezTo>
                      <a:cubicBezTo>
                        <a:pt x="10478" y="26860"/>
                        <a:pt x="10192" y="26860"/>
                        <a:pt x="10192" y="26860"/>
                      </a:cubicBezTo>
                      <a:cubicBezTo>
                        <a:pt x="9620" y="27051"/>
                        <a:pt x="9240" y="27527"/>
                        <a:pt x="9240" y="28289"/>
                      </a:cubicBezTo>
                      <a:cubicBezTo>
                        <a:pt x="9240" y="28766"/>
                        <a:pt x="9335" y="29242"/>
                        <a:pt x="9525" y="29528"/>
                      </a:cubicBezTo>
                      <a:cubicBezTo>
                        <a:pt x="8668" y="29337"/>
                        <a:pt x="8001" y="29528"/>
                        <a:pt x="7334" y="30099"/>
                      </a:cubicBezTo>
                      <a:lnTo>
                        <a:pt x="8858" y="29813"/>
                      </a:lnTo>
                      <a:lnTo>
                        <a:pt x="8668" y="30099"/>
                      </a:lnTo>
                      <a:cubicBezTo>
                        <a:pt x="8668" y="30099"/>
                        <a:pt x="8858" y="30290"/>
                        <a:pt x="8954" y="30290"/>
                      </a:cubicBezTo>
                      <a:cubicBezTo>
                        <a:pt x="8954" y="30290"/>
                        <a:pt x="9049" y="30099"/>
                        <a:pt x="9525" y="29813"/>
                      </a:cubicBezTo>
                      <a:cubicBezTo>
                        <a:pt x="9525" y="29623"/>
                        <a:pt x="9525" y="30766"/>
                        <a:pt x="9525" y="33052"/>
                      </a:cubicBezTo>
                      <a:cubicBezTo>
                        <a:pt x="9525" y="34385"/>
                        <a:pt x="9716" y="35433"/>
                        <a:pt x="10192" y="36100"/>
                      </a:cubicBezTo>
                      <a:cubicBezTo>
                        <a:pt x="11621" y="36290"/>
                        <a:pt x="13049" y="36385"/>
                        <a:pt x="14669" y="36385"/>
                      </a:cubicBezTo>
                      <a:cubicBezTo>
                        <a:pt x="15812" y="36385"/>
                        <a:pt x="17622" y="36385"/>
                        <a:pt x="19812" y="36195"/>
                      </a:cubicBezTo>
                      <a:cubicBezTo>
                        <a:pt x="22098" y="36004"/>
                        <a:pt x="23813" y="36004"/>
                        <a:pt x="24955" y="36004"/>
                      </a:cubicBezTo>
                      <a:cubicBezTo>
                        <a:pt x="26670" y="36004"/>
                        <a:pt x="28290" y="36100"/>
                        <a:pt x="29718" y="36385"/>
                      </a:cubicBezTo>
                      <a:cubicBezTo>
                        <a:pt x="30004" y="35814"/>
                        <a:pt x="30480" y="35719"/>
                        <a:pt x="31338" y="36195"/>
                      </a:cubicBezTo>
                      <a:close/>
                      <a:moveTo>
                        <a:pt x="1620" y="8668"/>
                      </a:moveTo>
                      <a:lnTo>
                        <a:pt x="2000" y="9144"/>
                      </a:lnTo>
                      <a:lnTo>
                        <a:pt x="2000" y="9144"/>
                      </a:lnTo>
                      <a:cubicBezTo>
                        <a:pt x="2000" y="9144"/>
                        <a:pt x="1714" y="8954"/>
                        <a:pt x="1714" y="8668"/>
                      </a:cubicBezTo>
                      <a:close/>
                      <a:moveTo>
                        <a:pt x="13335" y="24670"/>
                      </a:moveTo>
                      <a:lnTo>
                        <a:pt x="12668" y="24670"/>
                      </a:lnTo>
                      <a:cubicBezTo>
                        <a:pt x="12668" y="24670"/>
                        <a:pt x="13049" y="24956"/>
                        <a:pt x="13335" y="24670"/>
                      </a:cubicBezTo>
                      <a:lnTo>
                        <a:pt x="13621" y="24670"/>
                      </a:lnTo>
                      <a:cubicBezTo>
                        <a:pt x="13621" y="24670"/>
                        <a:pt x="13716" y="24860"/>
                        <a:pt x="13716" y="25051"/>
                      </a:cubicBezTo>
                      <a:lnTo>
                        <a:pt x="14478" y="24670"/>
                      </a:lnTo>
                      <a:cubicBezTo>
                        <a:pt x="14478" y="24670"/>
                        <a:pt x="14764" y="24956"/>
                        <a:pt x="14764" y="25051"/>
                      </a:cubicBezTo>
                      <a:lnTo>
                        <a:pt x="15621" y="25051"/>
                      </a:lnTo>
                      <a:lnTo>
                        <a:pt x="15621" y="24670"/>
                      </a:lnTo>
                      <a:lnTo>
                        <a:pt x="13526" y="24670"/>
                      </a:lnTo>
                      <a:cubicBezTo>
                        <a:pt x="13526" y="24670"/>
                        <a:pt x="13335" y="24670"/>
                        <a:pt x="13240" y="24670"/>
                      </a:cubicBezTo>
                      <a:close/>
                      <a:moveTo>
                        <a:pt x="24479" y="3620"/>
                      </a:moveTo>
                      <a:lnTo>
                        <a:pt x="24003" y="3334"/>
                      </a:lnTo>
                      <a:lnTo>
                        <a:pt x="24479" y="4191"/>
                      </a:lnTo>
                      <a:lnTo>
                        <a:pt x="24479" y="3620"/>
                      </a:lnTo>
                      <a:close/>
                      <a:moveTo>
                        <a:pt x="35052" y="39719"/>
                      </a:moveTo>
                      <a:lnTo>
                        <a:pt x="35338" y="39719"/>
                      </a:lnTo>
                      <a:lnTo>
                        <a:pt x="34671" y="40100"/>
                      </a:lnTo>
                      <a:lnTo>
                        <a:pt x="35147" y="39719"/>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 name="Google Shape;1264;p99"/>
                <p:cNvSpPr/>
                <p:nvPr/>
              </p:nvSpPr>
              <p:spPr>
                <a:xfrm>
                  <a:off x="7049642" y="1271301"/>
                  <a:ext cx="32480" cy="53435"/>
                </a:xfrm>
                <a:custGeom>
                  <a:avLst/>
                  <a:gdLst/>
                  <a:ahLst/>
                  <a:cxnLst/>
                  <a:rect l="l" t="t" r="r" b="b"/>
                  <a:pathLst>
                    <a:path w="32480" h="53435" extrusionOk="0">
                      <a:moveTo>
                        <a:pt x="30671" y="39719"/>
                      </a:moveTo>
                      <a:cubicBezTo>
                        <a:pt x="31623" y="39719"/>
                        <a:pt x="32099" y="40291"/>
                        <a:pt x="32004" y="41243"/>
                      </a:cubicBezTo>
                      <a:cubicBezTo>
                        <a:pt x="32004" y="42767"/>
                        <a:pt x="32004" y="43529"/>
                        <a:pt x="32004" y="43625"/>
                      </a:cubicBezTo>
                      <a:cubicBezTo>
                        <a:pt x="31528" y="44386"/>
                        <a:pt x="31052" y="45148"/>
                        <a:pt x="30671" y="45910"/>
                      </a:cubicBezTo>
                      <a:cubicBezTo>
                        <a:pt x="30099" y="46768"/>
                        <a:pt x="29433" y="47244"/>
                        <a:pt x="28766" y="47625"/>
                      </a:cubicBezTo>
                      <a:lnTo>
                        <a:pt x="29242" y="48006"/>
                      </a:lnTo>
                      <a:cubicBezTo>
                        <a:pt x="28384" y="48768"/>
                        <a:pt x="27527" y="49530"/>
                        <a:pt x="26765" y="50292"/>
                      </a:cubicBezTo>
                      <a:cubicBezTo>
                        <a:pt x="25813" y="51054"/>
                        <a:pt x="24765" y="51435"/>
                        <a:pt x="23717" y="51244"/>
                      </a:cubicBezTo>
                      <a:cubicBezTo>
                        <a:pt x="23336" y="52006"/>
                        <a:pt x="22670" y="52388"/>
                        <a:pt x="21527" y="52388"/>
                      </a:cubicBezTo>
                      <a:lnTo>
                        <a:pt x="20955" y="52388"/>
                      </a:lnTo>
                      <a:cubicBezTo>
                        <a:pt x="20955" y="52388"/>
                        <a:pt x="20479" y="52388"/>
                        <a:pt x="20384" y="52388"/>
                      </a:cubicBezTo>
                      <a:cubicBezTo>
                        <a:pt x="19241" y="52388"/>
                        <a:pt x="18479" y="52769"/>
                        <a:pt x="18098" y="53435"/>
                      </a:cubicBezTo>
                      <a:cubicBezTo>
                        <a:pt x="17526" y="53435"/>
                        <a:pt x="16955" y="53435"/>
                        <a:pt x="16288" y="53435"/>
                      </a:cubicBezTo>
                      <a:cubicBezTo>
                        <a:pt x="12859" y="53435"/>
                        <a:pt x="9334" y="52102"/>
                        <a:pt x="5715" y="49530"/>
                      </a:cubicBezTo>
                      <a:cubicBezTo>
                        <a:pt x="5334" y="49530"/>
                        <a:pt x="4858" y="49149"/>
                        <a:pt x="4382" y="48673"/>
                      </a:cubicBezTo>
                      <a:cubicBezTo>
                        <a:pt x="4000" y="48196"/>
                        <a:pt x="3620" y="47815"/>
                        <a:pt x="3239" y="47434"/>
                      </a:cubicBezTo>
                      <a:cubicBezTo>
                        <a:pt x="3239" y="46863"/>
                        <a:pt x="2857" y="46292"/>
                        <a:pt x="2096" y="45815"/>
                      </a:cubicBezTo>
                      <a:cubicBezTo>
                        <a:pt x="1334" y="45244"/>
                        <a:pt x="952" y="44767"/>
                        <a:pt x="952" y="44291"/>
                      </a:cubicBezTo>
                      <a:cubicBezTo>
                        <a:pt x="952" y="44005"/>
                        <a:pt x="952" y="43720"/>
                        <a:pt x="1238" y="43434"/>
                      </a:cubicBezTo>
                      <a:cubicBezTo>
                        <a:pt x="762" y="42958"/>
                        <a:pt x="476" y="42196"/>
                        <a:pt x="476" y="41053"/>
                      </a:cubicBezTo>
                      <a:cubicBezTo>
                        <a:pt x="476" y="40767"/>
                        <a:pt x="476" y="40386"/>
                        <a:pt x="476" y="39815"/>
                      </a:cubicBezTo>
                      <a:cubicBezTo>
                        <a:pt x="476" y="39243"/>
                        <a:pt x="476" y="38862"/>
                        <a:pt x="476" y="38576"/>
                      </a:cubicBezTo>
                      <a:cubicBezTo>
                        <a:pt x="476" y="37719"/>
                        <a:pt x="381" y="37052"/>
                        <a:pt x="0" y="36576"/>
                      </a:cubicBezTo>
                      <a:cubicBezTo>
                        <a:pt x="381" y="35909"/>
                        <a:pt x="381" y="34861"/>
                        <a:pt x="191" y="33623"/>
                      </a:cubicBezTo>
                      <a:cubicBezTo>
                        <a:pt x="0" y="32385"/>
                        <a:pt x="95" y="31337"/>
                        <a:pt x="476" y="30575"/>
                      </a:cubicBezTo>
                      <a:cubicBezTo>
                        <a:pt x="476" y="29337"/>
                        <a:pt x="476" y="27527"/>
                        <a:pt x="667" y="25241"/>
                      </a:cubicBezTo>
                      <a:cubicBezTo>
                        <a:pt x="381" y="24479"/>
                        <a:pt x="286" y="23717"/>
                        <a:pt x="286" y="22860"/>
                      </a:cubicBezTo>
                      <a:cubicBezTo>
                        <a:pt x="286" y="20383"/>
                        <a:pt x="2000" y="17335"/>
                        <a:pt x="5429" y="13525"/>
                      </a:cubicBezTo>
                      <a:lnTo>
                        <a:pt x="5620" y="13811"/>
                      </a:lnTo>
                      <a:cubicBezTo>
                        <a:pt x="5620" y="13811"/>
                        <a:pt x="6001" y="13335"/>
                        <a:pt x="6096" y="12859"/>
                      </a:cubicBezTo>
                      <a:cubicBezTo>
                        <a:pt x="6191" y="12382"/>
                        <a:pt x="6477" y="12097"/>
                        <a:pt x="6858" y="12002"/>
                      </a:cubicBezTo>
                      <a:lnTo>
                        <a:pt x="7715" y="12002"/>
                      </a:lnTo>
                      <a:lnTo>
                        <a:pt x="7715" y="12287"/>
                      </a:lnTo>
                      <a:cubicBezTo>
                        <a:pt x="7715" y="12287"/>
                        <a:pt x="8001" y="12097"/>
                        <a:pt x="8382" y="12097"/>
                      </a:cubicBezTo>
                      <a:cubicBezTo>
                        <a:pt x="8858" y="12097"/>
                        <a:pt x="9049" y="12097"/>
                        <a:pt x="9049" y="11906"/>
                      </a:cubicBezTo>
                      <a:cubicBezTo>
                        <a:pt x="9049" y="11811"/>
                        <a:pt x="8954" y="11621"/>
                        <a:pt x="8573" y="11335"/>
                      </a:cubicBezTo>
                      <a:cubicBezTo>
                        <a:pt x="9049" y="10954"/>
                        <a:pt x="9620" y="10573"/>
                        <a:pt x="10096" y="10192"/>
                      </a:cubicBezTo>
                      <a:cubicBezTo>
                        <a:pt x="10573" y="9811"/>
                        <a:pt x="11239" y="9620"/>
                        <a:pt x="12002" y="9620"/>
                      </a:cubicBezTo>
                      <a:cubicBezTo>
                        <a:pt x="12097" y="9334"/>
                        <a:pt x="12287" y="9144"/>
                        <a:pt x="12573" y="9144"/>
                      </a:cubicBezTo>
                      <a:cubicBezTo>
                        <a:pt x="12668" y="9144"/>
                        <a:pt x="12859" y="9144"/>
                        <a:pt x="13145" y="9430"/>
                      </a:cubicBezTo>
                      <a:cubicBezTo>
                        <a:pt x="13431" y="9620"/>
                        <a:pt x="13621" y="9715"/>
                        <a:pt x="13811" y="9620"/>
                      </a:cubicBezTo>
                      <a:cubicBezTo>
                        <a:pt x="13811" y="9525"/>
                        <a:pt x="13811" y="9430"/>
                        <a:pt x="13811" y="9334"/>
                      </a:cubicBezTo>
                      <a:cubicBezTo>
                        <a:pt x="13811" y="9144"/>
                        <a:pt x="14002" y="8954"/>
                        <a:pt x="14288" y="8668"/>
                      </a:cubicBezTo>
                      <a:cubicBezTo>
                        <a:pt x="14574" y="8382"/>
                        <a:pt x="14764" y="8192"/>
                        <a:pt x="14764" y="8001"/>
                      </a:cubicBezTo>
                      <a:cubicBezTo>
                        <a:pt x="14764" y="7810"/>
                        <a:pt x="14668" y="7620"/>
                        <a:pt x="14383" y="7525"/>
                      </a:cubicBezTo>
                      <a:cubicBezTo>
                        <a:pt x="14574" y="7525"/>
                        <a:pt x="14764" y="7810"/>
                        <a:pt x="15050" y="8382"/>
                      </a:cubicBezTo>
                      <a:lnTo>
                        <a:pt x="14859" y="8573"/>
                      </a:lnTo>
                      <a:cubicBezTo>
                        <a:pt x="14859" y="8573"/>
                        <a:pt x="15430" y="8763"/>
                        <a:pt x="16097" y="8573"/>
                      </a:cubicBezTo>
                      <a:cubicBezTo>
                        <a:pt x="16573" y="8382"/>
                        <a:pt x="16955" y="8573"/>
                        <a:pt x="17145" y="9144"/>
                      </a:cubicBezTo>
                      <a:cubicBezTo>
                        <a:pt x="17431" y="8858"/>
                        <a:pt x="17716" y="8763"/>
                        <a:pt x="17907" y="8763"/>
                      </a:cubicBezTo>
                      <a:cubicBezTo>
                        <a:pt x="18098" y="8763"/>
                        <a:pt x="18479" y="8954"/>
                        <a:pt x="18955" y="9334"/>
                      </a:cubicBezTo>
                      <a:cubicBezTo>
                        <a:pt x="19431" y="9715"/>
                        <a:pt x="19812" y="9906"/>
                        <a:pt x="20098" y="9906"/>
                      </a:cubicBezTo>
                      <a:cubicBezTo>
                        <a:pt x="20288" y="9906"/>
                        <a:pt x="20574" y="9906"/>
                        <a:pt x="20764" y="9715"/>
                      </a:cubicBezTo>
                      <a:cubicBezTo>
                        <a:pt x="20955" y="10096"/>
                        <a:pt x="21241" y="10192"/>
                        <a:pt x="21431" y="10192"/>
                      </a:cubicBezTo>
                      <a:cubicBezTo>
                        <a:pt x="21431" y="10192"/>
                        <a:pt x="21812" y="10096"/>
                        <a:pt x="22289" y="9906"/>
                      </a:cubicBezTo>
                      <a:lnTo>
                        <a:pt x="22574" y="11049"/>
                      </a:lnTo>
                      <a:cubicBezTo>
                        <a:pt x="22574" y="11049"/>
                        <a:pt x="22956" y="11049"/>
                        <a:pt x="23622" y="10763"/>
                      </a:cubicBezTo>
                      <a:cubicBezTo>
                        <a:pt x="24003" y="10573"/>
                        <a:pt x="24384" y="10573"/>
                        <a:pt x="24765" y="10668"/>
                      </a:cubicBezTo>
                      <a:cubicBezTo>
                        <a:pt x="24765" y="11240"/>
                        <a:pt x="25241" y="11811"/>
                        <a:pt x="26098" y="12382"/>
                      </a:cubicBezTo>
                      <a:cubicBezTo>
                        <a:pt x="26480" y="12192"/>
                        <a:pt x="26765" y="12192"/>
                        <a:pt x="26956" y="12192"/>
                      </a:cubicBezTo>
                      <a:cubicBezTo>
                        <a:pt x="27432" y="12192"/>
                        <a:pt x="27908" y="12763"/>
                        <a:pt x="28480" y="13906"/>
                      </a:cubicBezTo>
                      <a:cubicBezTo>
                        <a:pt x="28956" y="15050"/>
                        <a:pt x="29623" y="15621"/>
                        <a:pt x="30480" y="15716"/>
                      </a:cubicBezTo>
                      <a:cubicBezTo>
                        <a:pt x="30480" y="16383"/>
                        <a:pt x="30766" y="17335"/>
                        <a:pt x="31432" y="18479"/>
                      </a:cubicBezTo>
                      <a:cubicBezTo>
                        <a:pt x="32099" y="19526"/>
                        <a:pt x="32481" y="20479"/>
                        <a:pt x="32481" y="21241"/>
                      </a:cubicBezTo>
                      <a:cubicBezTo>
                        <a:pt x="32481" y="21717"/>
                        <a:pt x="32481" y="22193"/>
                        <a:pt x="32290" y="22669"/>
                      </a:cubicBezTo>
                      <a:cubicBezTo>
                        <a:pt x="31718" y="22669"/>
                        <a:pt x="31052" y="23050"/>
                        <a:pt x="30194" y="23622"/>
                      </a:cubicBezTo>
                      <a:cubicBezTo>
                        <a:pt x="29337" y="24194"/>
                        <a:pt x="28575" y="24479"/>
                        <a:pt x="28004" y="24479"/>
                      </a:cubicBezTo>
                      <a:cubicBezTo>
                        <a:pt x="27813" y="24479"/>
                        <a:pt x="27527" y="24479"/>
                        <a:pt x="27241" y="24384"/>
                      </a:cubicBezTo>
                      <a:cubicBezTo>
                        <a:pt x="27051" y="24765"/>
                        <a:pt x="26670" y="25051"/>
                        <a:pt x="26194" y="25051"/>
                      </a:cubicBezTo>
                      <a:cubicBezTo>
                        <a:pt x="25527" y="25051"/>
                        <a:pt x="25051" y="25241"/>
                        <a:pt x="24860" y="25432"/>
                      </a:cubicBezTo>
                      <a:cubicBezTo>
                        <a:pt x="23622" y="25051"/>
                        <a:pt x="22765" y="23431"/>
                        <a:pt x="22193" y="20574"/>
                      </a:cubicBezTo>
                      <a:cubicBezTo>
                        <a:pt x="20764" y="19526"/>
                        <a:pt x="20098" y="18955"/>
                        <a:pt x="20002" y="18955"/>
                      </a:cubicBezTo>
                      <a:cubicBezTo>
                        <a:pt x="19241" y="18479"/>
                        <a:pt x="18479" y="18193"/>
                        <a:pt x="17716" y="18193"/>
                      </a:cubicBezTo>
                      <a:cubicBezTo>
                        <a:pt x="17336" y="18193"/>
                        <a:pt x="16955" y="18193"/>
                        <a:pt x="16478" y="18383"/>
                      </a:cubicBezTo>
                      <a:cubicBezTo>
                        <a:pt x="13145" y="18764"/>
                        <a:pt x="11049" y="20002"/>
                        <a:pt x="10096" y="22193"/>
                      </a:cubicBezTo>
                      <a:cubicBezTo>
                        <a:pt x="9811" y="22479"/>
                        <a:pt x="9525" y="22669"/>
                        <a:pt x="9144" y="22669"/>
                      </a:cubicBezTo>
                      <a:cubicBezTo>
                        <a:pt x="8954" y="22669"/>
                        <a:pt x="8668" y="22669"/>
                        <a:pt x="8382" y="22574"/>
                      </a:cubicBezTo>
                      <a:cubicBezTo>
                        <a:pt x="8096" y="22479"/>
                        <a:pt x="7811" y="22384"/>
                        <a:pt x="7715" y="22384"/>
                      </a:cubicBezTo>
                      <a:lnTo>
                        <a:pt x="7906" y="23050"/>
                      </a:lnTo>
                      <a:cubicBezTo>
                        <a:pt x="7906" y="23050"/>
                        <a:pt x="7715" y="23336"/>
                        <a:pt x="7525" y="23336"/>
                      </a:cubicBezTo>
                      <a:cubicBezTo>
                        <a:pt x="7334" y="23336"/>
                        <a:pt x="7048" y="23241"/>
                        <a:pt x="6572" y="22955"/>
                      </a:cubicBezTo>
                      <a:cubicBezTo>
                        <a:pt x="6096" y="22669"/>
                        <a:pt x="5715" y="22574"/>
                        <a:pt x="5429" y="22574"/>
                      </a:cubicBezTo>
                      <a:cubicBezTo>
                        <a:pt x="4953" y="22574"/>
                        <a:pt x="4667" y="22860"/>
                        <a:pt x="4382" y="23336"/>
                      </a:cubicBezTo>
                      <a:cubicBezTo>
                        <a:pt x="4763" y="23431"/>
                        <a:pt x="5239" y="23527"/>
                        <a:pt x="5905" y="23527"/>
                      </a:cubicBezTo>
                      <a:lnTo>
                        <a:pt x="5525" y="24003"/>
                      </a:lnTo>
                      <a:cubicBezTo>
                        <a:pt x="5525" y="24003"/>
                        <a:pt x="5810" y="24194"/>
                        <a:pt x="5905" y="24194"/>
                      </a:cubicBezTo>
                      <a:lnTo>
                        <a:pt x="6382" y="23813"/>
                      </a:lnTo>
                      <a:cubicBezTo>
                        <a:pt x="6382" y="23813"/>
                        <a:pt x="6668" y="24098"/>
                        <a:pt x="7144" y="24479"/>
                      </a:cubicBezTo>
                      <a:cubicBezTo>
                        <a:pt x="7715" y="24765"/>
                        <a:pt x="8001" y="25146"/>
                        <a:pt x="8096" y="25527"/>
                      </a:cubicBezTo>
                      <a:cubicBezTo>
                        <a:pt x="8382" y="25336"/>
                        <a:pt x="8477" y="25146"/>
                        <a:pt x="8573" y="24955"/>
                      </a:cubicBezTo>
                      <a:lnTo>
                        <a:pt x="8573" y="24479"/>
                      </a:lnTo>
                      <a:cubicBezTo>
                        <a:pt x="8573" y="24479"/>
                        <a:pt x="8858" y="24289"/>
                        <a:pt x="9240" y="24194"/>
                      </a:cubicBezTo>
                      <a:cubicBezTo>
                        <a:pt x="9430" y="24765"/>
                        <a:pt x="9525" y="25622"/>
                        <a:pt x="9525" y="26575"/>
                      </a:cubicBezTo>
                      <a:cubicBezTo>
                        <a:pt x="9525" y="28384"/>
                        <a:pt x="9525" y="29146"/>
                        <a:pt x="9525" y="28956"/>
                      </a:cubicBezTo>
                      <a:cubicBezTo>
                        <a:pt x="8954" y="29051"/>
                        <a:pt x="8477" y="28956"/>
                        <a:pt x="8001" y="28384"/>
                      </a:cubicBezTo>
                      <a:lnTo>
                        <a:pt x="7525" y="28956"/>
                      </a:lnTo>
                      <a:cubicBezTo>
                        <a:pt x="7525" y="28956"/>
                        <a:pt x="7239" y="28765"/>
                        <a:pt x="7048" y="28765"/>
                      </a:cubicBezTo>
                      <a:lnTo>
                        <a:pt x="6858" y="28956"/>
                      </a:lnTo>
                      <a:cubicBezTo>
                        <a:pt x="7239" y="29527"/>
                        <a:pt x="7906" y="29718"/>
                        <a:pt x="9049" y="29527"/>
                      </a:cubicBezTo>
                      <a:cubicBezTo>
                        <a:pt x="9049" y="29718"/>
                        <a:pt x="8954" y="29908"/>
                        <a:pt x="8954" y="30099"/>
                      </a:cubicBezTo>
                      <a:cubicBezTo>
                        <a:pt x="8954" y="30290"/>
                        <a:pt x="9049" y="30671"/>
                        <a:pt x="9334" y="31052"/>
                      </a:cubicBezTo>
                      <a:cubicBezTo>
                        <a:pt x="9525" y="31528"/>
                        <a:pt x="9716" y="31813"/>
                        <a:pt x="9716" y="32099"/>
                      </a:cubicBezTo>
                      <a:cubicBezTo>
                        <a:pt x="9716" y="32290"/>
                        <a:pt x="9716" y="32575"/>
                        <a:pt x="9620" y="32766"/>
                      </a:cubicBezTo>
                      <a:cubicBezTo>
                        <a:pt x="9334" y="33052"/>
                        <a:pt x="9144" y="33433"/>
                        <a:pt x="9144" y="33814"/>
                      </a:cubicBezTo>
                      <a:cubicBezTo>
                        <a:pt x="9144" y="34480"/>
                        <a:pt x="9144" y="34766"/>
                        <a:pt x="9144" y="34957"/>
                      </a:cubicBezTo>
                      <a:cubicBezTo>
                        <a:pt x="9144" y="35052"/>
                        <a:pt x="9334" y="36100"/>
                        <a:pt x="9525" y="37814"/>
                      </a:cubicBezTo>
                      <a:cubicBezTo>
                        <a:pt x="9525" y="39148"/>
                        <a:pt x="10001" y="40100"/>
                        <a:pt x="10477" y="40672"/>
                      </a:cubicBezTo>
                      <a:cubicBezTo>
                        <a:pt x="10477" y="40957"/>
                        <a:pt x="10383" y="41053"/>
                        <a:pt x="10383" y="41243"/>
                      </a:cubicBezTo>
                      <a:cubicBezTo>
                        <a:pt x="10383" y="41529"/>
                        <a:pt x="10573" y="41815"/>
                        <a:pt x="10954" y="42005"/>
                      </a:cubicBezTo>
                      <a:cubicBezTo>
                        <a:pt x="11335" y="42291"/>
                        <a:pt x="11525" y="42577"/>
                        <a:pt x="11430" y="43053"/>
                      </a:cubicBezTo>
                      <a:cubicBezTo>
                        <a:pt x="11906" y="43053"/>
                        <a:pt x="12478" y="43148"/>
                        <a:pt x="13335" y="43529"/>
                      </a:cubicBezTo>
                      <a:cubicBezTo>
                        <a:pt x="14097" y="43910"/>
                        <a:pt x="14764" y="44101"/>
                        <a:pt x="15240" y="44101"/>
                      </a:cubicBezTo>
                      <a:cubicBezTo>
                        <a:pt x="15430" y="44101"/>
                        <a:pt x="15621" y="44101"/>
                        <a:pt x="15812" y="44101"/>
                      </a:cubicBezTo>
                      <a:cubicBezTo>
                        <a:pt x="16193" y="44482"/>
                        <a:pt x="16669" y="44672"/>
                        <a:pt x="17145" y="44672"/>
                      </a:cubicBezTo>
                      <a:cubicBezTo>
                        <a:pt x="17431" y="44672"/>
                        <a:pt x="17907" y="44577"/>
                        <a:pt x="18574" y="44291"/>
                      </a:cubicBezTo>
                      <a:cubicBezTo>
                        <a:pt x="19241" y="44005"/>
                        <a:pt x="19717" y="43910"/>
                        <a:pt x="20098" y="43910"/>
                      </a:cubicBezTo>
                      <a:cubicBezTo>
                        <a:pt x="20288" y="43910"/>
                        <a:pt x="20479" y="43910"/>
                        <a:pt x="20669" y="43910"/>
                      </a:cubicBezTo>
                      <a:cubicBezTo>
                        <a:pt x="20764" y="43529"/>
                        <a:pt x="21431" y="42863"/>
                        <a:pt x="22384" y="42005"/>
                      </a:cubicBezTo>
                      <a:cubicBezTo>
                        <a:pt x="23146" y="41338"/>
                        <a:pt x="23527" y="40577"/>
                        <a:pt x="23432" y="39815"/>
                      </a:cubicBezTo>
                      <a:lnTo>
                        <a:pt x="23908" y="39433"/>
                      </a:lnTo>
                      <a:lnTo>
                        <a:pt x="23622" y="39148"/>
                      </a:lnTo>
                      <a:cubicBezTo>
                        <a:pt x="24099" y="38290"/>
                        <a:pt x="24670" y="37909"/>
                        <a:pt x="25337" y="37909"/>
                      </a:cubicBezTo>
                      <a:cubicBezTo>
                        <a:pt x="25718" y="37909"/>
                        <a:pt x="26194" y="38005"/>
                        <a:pt x="26956" y="38290"/>
                      </a:cubicBezTo>
                      <a:cubicBezTo>
                        <a:pt x="27718" y="38576"/>
                        <a:pt x="28290" y="38671"/>
                        <a:pt x="28670" y="38671"/>
                      </a:cubicBezTo>
                      <a:cubicBezTo>
                        <a:pt x="28670" y="39052"/>
                        <a:pt x="29146" y="39338"/>
                        <a:pt x="29909" y="39433"/>
                      </a:cubicBezTo>
                      <a:cubicBezTo>
                        <a:pt x="30671" y="39529"/>
                        <a:pt x="31052" y="39815"/>
                        <a:pt x="31147" y="40196"/>
                      </a:cubicBezTo>
                      <a:close/>
                      <a:moveTo>
                        <a:pt x="5525" y="33909"/>
                      </a:moveTo>
                      <a:cubicBezTo>
                        <a:pt x="5525" y="33909"/>
                        <a:pt x="6096" y="34385"/>
                        <a:pt x="6477" y="34385"/>
                      </a:cubicBezTo>
                      <a:cubicBezTo>
                        <a:pt x="6668" y="34385"/>
                        <a:pt x="7048" y="34195"/>
                        <a:pt x="7715" y="33909"/>
                      </a:cubicBezTo>
                      <a:lnTo>
                        <a:pt x="6953" y="33052"/>
                      </a:lnTo>
                      <a:lnTo>
                        <a:pt x="7430" y="33528"/>
                      </a:lnTo>
                      <a:lnTo>
                        <a:pt x="6953" y="33909"/>
                      </a:lnTo>
                      <a:cubicBezTo>
                        <a:pt x="6953" y="33909"/>
                        <a:pt x="6477" y="33719"/>
                        <a:pt x="6477" y="33433"/>
                      </a:cubicBezTo>
                      <a:cubicBezTo>
                        <a:pt x="6477" y="33147"/>
                        <a:pt x="6477" y="32956"/>
                        <a:pt x="6382" y="32766"/>
                      </a:cubicBezTo>
                      <a:cubicBezTo>
                        <a:pt x="6382" y="32766"/>
                        <a:pt x="6191" y="33052"/>
                        <a:pt x="5810" y="33242"/>
                      </a:cubicBezTo>
                      <a:cubicBezTo>
                        <a:pt x="5620" y="33338"/>
                        <a:pt x="5525" y="33528"/>
                        <a:pt x="5620" y="33814"/>
                      </a:cubicBezTo>
                      <a:close/>
                      <a:moveTo>
                        <a:pt x="7334" y="9620"/>
                      </a:moveTo>
                      <a:cubicBezTo>
                        <a:pt x="7334" y="9620"/>
                        <a:pt x="7144" y="9620"/>
                        <a:pt x="7144" y="9525"/>
                      </a:cubicBezTo>
                      <a:cubicBezTo>
                        <a:pt x="7144" y="9334"/>
                        <a:pt x="7334" y="9334"/>
                        <a:pt x="7715" y="9334"/>
                      </a:cubicBezTo>
                      <a:cubicBezTo>
                        <a:pt x="7811" y="9334"/>
                        <a:pt x="7906" y="9334"/>
                        <a:pt x="8001" y="9525"/>
                      </a:cubicBezTo>
                      <a:lnTo>
                        <a:pt x="7334" y="9715"/>
                      </a:lnTo>
                      <a:close/>
                      <a:moveTo>
                        <a:pt x="8191" y="13144"/>
                      </a:moveTo>
                      <a:lnTo>
                        <a:pt x="8191" y="13906"/>
                      </a:lnTo>
                      <a:lnTo>
                        <a:pt x="8573" y="13906"/>
                      </a:lnTo>
                      <a:cubicBezTo>
                        <a:pt x="8573" y="13906"/>
                        <a:pt x="8573" y="13430"/>
                        <a:pt x="8191" y="13144"/>
                      </a:cubicBezTo>
                      <a:close/>
                      <a:moveTo>
                        <a:pt x="8191" y="23050"/>
                      </a:moveTo>
                      <a:lnTo>
                        <a:pt x="8191" y="22574"/>
                      </a:lnTo>
                      <a:lnTo>
                        <a:pt x="8858" y="22574"/>
                      </a:lnTo>
                      <a:lnTo>
                        <a:pt x="8191" y="23050"/>
                      </a:lnTo>
                      <a:close/>
                      <a:moveTo>
                        <a:pt x="12382" y="20669"/>
                      </a:moveTo>
                      <a:lnTo>
                        <a:pt x="11716" y="20383"/>
                      </a:lnTo>
                      <a:lnTo>
                        <a:pt x="12097" y="19621"/>
                      </a:lnTo>
                      <a:lnTo>
                        <a:pt x="12382" y="20669"/>
                      </a:lnTo>
                      <a:close/>
                      <a:moveTo>
                        <a:pt x="12859" y="17431"/>
                      </a:moveTo>
                      <a:cubicBezTo>
                        <a:pt x="12859" y="17431"/>
                        <a:pt x="12287" y="17431"/>
                        <a:pt x="11906" y="17907"/>
                      </a:cubicBezTo>
                      <a:lnTo>
                        <a:pt x="12859" y="18098"/>
                      </a:lnTo>
                      <a:lnTo>
                        <a:pt x="12859" y="17526"/>
                      </a:lnTo>
                      <a:close/>
                      <a:moveTo>
                        <a:pt x="14668" y="2953"/>
                      </a:moveTo>
                      <a:lnTo>
                        <a:pt x="14859" y="3143"/>
                      </a:lnTo>
                      <a:lnTo>
                        <a:pt x="13335" y="2953"/>
                      </a:lnTo>
                      <a:lnTo>
                        <a:pt x="14668" y="2953"/>
                      </a:lnTo>
                      <a:close/>
                      <a:moveTo>
                        <a:pt x="14097" y="18859"/>
                      </a:moveTo>
                      <a:cubicBezTo>
                        <a:pt x="14097" y="18859"/>
                        <a:pt x="14288" y="18859"/>
                        <a:pt x="14383" y="19145"/>
                      </a:cubicBezTo>
                      <a:lnTo>
                        <a:pt x="14383" y="19717"/>
                      </a:lnTo>
                      <a:cubicBezTo>
                        <a:pt x="14383" y="19717"/>
                        <a:pt x="14192" y="19526"/>
                        <a:pt x="14002" y="19526"/>
                      </a:cubicBezTo>
                      <a:lnTo>
                        <a:pt x="13525" y="19526"/>
                      </a:lnTo>
                      <a:cubicBezTo>
                        <a:pt x="13525" y="19526"/>
                        <a:pt x="13716" y="18859"/>
                        <a:pt x="14002" y="18859"/>
                      </a:cubicBezTo>
                      <a:close/>
                      <a:moveTo>
                        <a:pt x="14478" y="11811"/>
                      </a:moveTo>
                      <a:lnTo>
                        <a:pt x="14192" y="11621"/>
                      </a:lnTo>
                      <a:cubicBezTo>
                        <a:pt x="14192" y="11621"/>
                        <a:pt x="14383" y="11811"/>
                        <a:pt x="14478" y="11811"/>
                      </a:cubicBezTo>
                      <a:lnTo>
                        <a:pt x="14859" y="12097"/>
                      </a:lnTo>
                      <a:lnTo>
                        <a:pt x="14859" y="11811"/>
                      </a:lnTo>
                      <a:lnTo>
                        <a:pt x="14478" y="11811"/>
                      </a:lnTo>
                      <a:close/>
                      <a:moveTo>
                        <a:pt x="15430" y="21146"/>
                      </a:moveTo>
                      <a:lnTo>
                        <a:pt x="14668" y="21146"/>
                      </a:lnTo>
                      <a:lnTo>
                        <a:pt x="14668" y="20288"/>
                      </a:lnTo>
                      <a:lnTo>
                        <a:pt x="15430" y="21146"/>
                      </a:lnTo>
                      <a:close/>
                      <a:moveTo>
                        <a:pt x="15716" y="15526"/>
                      </a:moveTo>
                      <a:lnTo>
                        <a:pt x="14764" y="15335"/>
                      </a:lnTo>
                      <a:lnTo>
                        <a:pt x="14764" y="15526"/>
                      </a:lnTo>
                      <a:lnTo>
                        <a:pt x="15716" y="15526"/>
                      </a:lnTo>
                      <a:close/>
                      <a:moveTo>
                        <a:pt x="16573" y="3048"/>
                      </a:moveTo>
                      <a:lnTo>
                        <a:pt x="16383" y="3715"/>
                      </a:lnTo>
                      <a:lnTo>
                        <a:pt x="16193" y="3715"/>
                      </a:lnTo>
                      <a:lnTo>
                        <a:pt x="16573" y="3048"/>
                      </a:lnTo>
                      <a:close/>
                      <a:moveTo>
                        <a:pt x="17050" y="8001"/>
                      </a:moveTo>
                      <a:cubicBezTo>
                        <a:pt x="17050" y="8001"/>
                        <a:pt x="16383" y="8001"/>
                        <a:pt x="16383" y="7810"/>
                      </a:cubicBezTo>
                      <a:cubicBezTo>
                        <a:pt x="16383" y="7810"/>
                        <a:pt x="16383" y="7620"/>
                        <a:pt x="16573" y="7429"/>
                      </a:cubicBezTo>
                      <a:cubicBezTo>
                        <a:pt x="16669" y="7239"/>
                        <a:pt x="16764" y="7048"/>
                        <a:pt x="16669" y="6953"/>
                      </a:cubicBezTo>
                      <a:cubicBezTo>
                        <a:pt x="16859" y="7048"/>
                        <a:pt x="16955" y="7144"/>
                        <a:pt x="17145" y="7334"/>
                      </a:cubicBezTo>
                      <a:cubicBezTo>
                        <a:pt x="17145" y="7334"/>
                        <a:pt x="17145" y="7620"/>
                        <a:pt x="16955" y="8096"/>
                      </a:cubicBezTo>
                      <a:close/>
                      <a:moveTo>
                        <a:pt x="16764" y="6953"/>
                      </a:moveTo>
                      <a:cubicBezTo>
                        <a:pt x="16764" y="6953"/>
                        <a:pt x="16669" y="6763"/>
                        <a:pt x="16573" y="6763"/>
                      </a:cubicBezTo>
                      <a:cubicBezTo>
                        <a:pt x="16573" y="6763"/>
                        <a:pt x="16573" y="6763"/>
                        <a:pt x="16669" y="6763"/>
                      </a:cubicBezTo>
                      <a:lnTo>
                        <a:pt x="16669" y="6763"/>
                      </a:lnTo>
                      <a:close/>
                      <a:moveTo>
                        <a:pt x="17050" y="12002"/>
                      </a:moveTo>
                      <a:lnTo>
                        <a:pt x="16859" y="12478"/>
                      </a:lnTo>
                      <a:cubicBezTo>
                        <a:pt x="16859" y="12478"/>
                        <a:pt x="17716" y="12668"/>
                        <a:pt x="18002" y="12954"/>
                      </a:cubicBezTo>
                      <a:cubicBezTo>
                        <a:pt x="18098" y="12668"/>
                        <a:pt x="18002" y="12478"/>
                        <a:pt x="17621" y="12287"/>
                      </a:cubicBezTo>
                      <a:cubicBezTo>
                        <a:pt x="17240" y="12192"/>
                        <a:pt x="17050" y="12097"/>
                        <a:pt x="17050" y="12002"/>
                      </a:cubicBezTo>
                      <a:close/>
                      <a:moveTo>
                        <a:pt x="19050" y="5810"/>
                      </a:moveTo>
                      <a:lnTo>
                        <a:pt x="19050" y="6286"/>
                      </a:lnTo>
                      <a:lnTo>
                        <a:pt x="17526" y="6001"/>
                      </a:lnTo>
                      <a:lnTo>
                        <a:pt x="17526" y="5525"/>
                      </a:lnTo>
                      <a:cubicBezTo>
                        <a:pt x="17526" y="5525"/>
                        <a:pt x="17907" y="6001"/>
                        <a:pt x="18288" y="6001"/>
                      </a:cubicBezTo>
                      <a:cubicBezTo>
                        <a:pt x="18574" y="6001"/>
                        <a:pt x="18859" y="6001"/>
                        <a:pt x="19050" y="5810"/>
                      </a:cubicBezTo>
                      <a:close/>
                      <a:moveTo>
                        <a:pt x="19431" y="0"/>
                      </a:moveTo>
                      <a:lnTo>
                        <a:pt x="19621" y="1238"/>
                      </a:lnTo>
                      <a:lnTo>
                        <a:pt x="19431" y="190"/>
                      </a:lnTo>
                      <a:lnTo>
                        <a:pt x="19431" y="0"/>
                      </a:lnTo>
                      <a:close/>
                      <a:moveTo>
                        <a:pt x="20288" y="10573"/>
                      </a:moveTo>
                      <a:cubicBezTo>
                        <a:pt x="20288" y="10573"/>
                        <a:pt x="20002" y="10668"/>
                        <a:pt x="19812" y="10954"/>
                      </a:cubicBezTo>
                      <a:cubicBezTo>
                        <a:pt x="19526" y="11144"/>
                        <a:pt x="19431" y="11335"/>
                        <a:pt x="19431" y="11525"/>
                      </a:cubicBezTo>
                      <a:cubicBezTo>
                        <a:pt x="19431" y="11716"/>
                        <a:pt x="19526" y="11811"/>
                        <a:pt x="19812" y="11906"/>
                      </a:cubicBezTo>
                      <a:cubicBezTo>
                        <a:pt x="19812" y="11906"/>
                        <a:pt x="19812" y="11716"/>
                        <a:pt x="19621" y="11430"/>
                      </a:cubicBezTo>
                      <a:cubicBezTo>
                        <a:pt x="20002" y="11049"/>
                        <a:pt x="20288" y="10954"/>
                        <a:pt x="20479" y="10954"/>
                      </a:cubicBezTo>
                      <a:cubicBezTo>
                        <a:pt x="20288" y="10763"/>
                        <a:pt x="20193" y="10668"/>
                        <a:pt x="20288" y="10573"/>
                      </a:cubicBezTo>
                      <a:close/>
                      <a:moveTo>
                        <a:pt x="20764" y="8477"/>
                      </a:moveTo>
                      <a:lnTo>
                        <a:pt x="21431" y="8477"/>
                      </a:lnTo>
                      <a:lnTo>
                        <a:pt x="20764" y="8858"/>
                      </a:lnTo>
                      <a:lnTo>
                        <a:pt x="20764" y="8477"/>
                      </a:lnTo>
                      <a:close/>
                      <a:moveTo>
                        <a:pt x="23050" y="9144"/>
                      </a:moveTo>
                      <a:cubicBezTo>
                        <a:pt x="23050" y="9144"/>
                        <a:pt x="22765" y="8858"/>
                        <a:pt x="22384" y="8573"/>
                      </a:cubicBezTo>
                      <a:cubicBezTo>
                        <a:pt x="22098" y="8382"/>
                        <a:pt x="22003" y="8096"/>
                        <a:pt x="22003" y="8001"/>
                      </a:cubicBezTo>
                      <a:cubicBezTo>
                        <a:pt x="22003" y="7906"/>
                        <a:pt x="22003" y="7715"/>
                        <a:pt x="22098" y="7620"/>
                      </a:cubicBezTo>
                      <a:cubicBezTo>
                        <a:pt x="22574" y="7620"/>
                        <a:pt x="22860" y="7715"/>
                        <a:pt x="22860" y="8096"/>
                      </a:cubicBezTo>
                      <a:cubicBezTo>
                        <a:pt x="22860" y="8477"/>
                        <a:pt x="22956" y="8858"/>
                        <a:pt x="23050" y="9239"/>
                      </a:cubicBezTo>
                      <a:close/>
                      <a:moveTo>
                        <a:pt x="22479" y="15526"/>
                      </a:moveTo>
                      <a:lnTo>
                        <a:pt x="22003" y="15050"/>
                      </a:lnTo>
                      <a:lnTo>
                        <a:pt x="22479" y="15621"/>
                      </a:lnTo>
                      <a:lnTo>
                        <a:pt x="22479" y="15430"/>
                      </a:lnTo>
                      <a:close/>
                      <a:moveTo>
                        <a:pt x="22956" y="14383"/>
                      </a:moveTo>
                      <a:lnTo>
                        <a:pt x="22956" y="15050"/>
                      </a:lnTo>
                      <a:cubicBezTo>
                        <a:pt x="23527" y="15050"/>
                        <a:pt x="24003" y="14859"/>
                        <a:pt x="24384" y="14288"/>
                      </a:cubicBezTo>
                      <a:cubicBezTo>
                        <a:pt x="24479" y="14288"/>
                        <a:pt x="24575" y="14097"/>
                        <a:pt x="24765" y="13906"/>
                      </a:cubicBezTo>
                      <a:cubicBezTo>
                        <a:pt x="24765" y="14097"/>
                        <a:pt x="24575" y="14192"/>
                        <a:pt x="24384" y="14288"/>
                      </a:cubicBezTo>
                      <a:cubicBezTo>
                        <a:pt x="24003" y="14288"/>
                        <a:pt x="23527" y="14288"/>
                        <a:pt x="22956" y="14288"/>
                      </a:cubicBezTo>
                      <a:close/>
                      <a:moveTo>
                        <a:pt x="22956" y="9049"/>
                      </a:moveTo>
                      <a:cubicBezTo>
                        <a:pt x="22956" y="9049"/>
                        <a:pt x="23050" y="9334"/>
                        <a:pt x="23050" y="9430"/>
                      </a:cubicBezTo>
                      <a:cubicBezTo>
                        <a:pt x="23050" y="9239"/>
                        <a:pt x="22956" y="9144"/>
                        <a:pt x="22956" y="9049"/>
                      </a:cubicBezTo>
                      <a:close/>
                      <a:moveTo>
                        <a:pt x="25527" y="17335"/>
                      </a:moveTo>
                      <a:lnTo>
                        <a:pt x="25527" y="16573"/>
                      </a:lnTo>
                      <a:lnTo>
                        <a:pt x="24670" y="17240"/>
                      </a:lnTo>
                      <a:lnTo>
                        <a:pt x="25527" y="17431"/>
                      </a:lnTo>
                      <a:close/>
                      <a:moveTo>
                        <a:pt x="25241" y="14097"/>
                      </a:moveTo>
                      <a:cubicBezTo>
                        <a:pt x="25241" y="14097"/>
                        <a:pt x="25527" y="14383"/>
                        <a:pt x="25527" y="14478"/>
                      </a:cubicBezTo>
                      <a:cubicBezTo>
                        <a:pt x="25527" y="14573"/>
                        <a:pt x="25432" y="14764"/>
                        <a:pt x="25146" y="14859"/>
                      </a:cubicBezTo>
                      <a:cubicBezTo>
                        <a:pt x="24955" y="15050"/>
                        <a:pt x="24765" y="15145"/>
                        <a:pt x="24765" y="15145"/>
                      </a:cubicBezTo>
                      <a:cubicBezTo>
                        <a:pt x="24765" y="15240"/>
                        <a:pt x="24955" y="15335"/>
                        <a:pt x="25241" y="15526"/>
                      </a:cubicBezTo>
                      <a:cubicBezTo>
                        <a:pt x="25337" y="15145"/>
                        <a:pt x="25527" y="14764"/>
                        <a:pt x="25622" y="14383"/>
                      </a:cubicBezTo>
                      <a:cubicBezTo>
                        <a:pt x="25813" y="14002"/>
                        <a:pt x="26003" y="13811"/>
                        <a:pt x="26289" y="13811"/>
                      </a:cubicBezTo>
                      <a:lnTo>
                        <a:pt x="25813" y="13335"/>
                      </a:lnTo>
                      <a:lnTo>
                        <a:pt x="25146" y="14097"/>
                      </a:lnTo>
                      <a:close/>
                      <a:moveTo>
                        <a:pt x="25718" y="5144"/>
                      </a:moveTo>
                      <a:lnTo>
                        <a:pt x="25718" y="5905"/>
                      </a:lnTo>
                      <a:lnTo>
                        <a:pt x="25527" y="5905"/>
                      </a:lnTo>
                      <a:lnTo>
                        <a:pt x="25527" y="5144"/>
                      </a:lnTo>
                      <a:lnTo>
                        <a:pt x="25718" y="5144"/>
                      </a:lnTo>
                      <a:close/>
                      <a:moveTo>
                        <a:pt x="27432" y="4096"/>
                      </a:moveTo>
                      <a:cubicBezTo>
                        <a:pt x="27432" y="4096"/>
                        <a:pt x="26956" y="4286"/>
                        <a:pt x="26956" y="4286"/>
                      </a:cubicBezTo>
                      <a:lnTo>
                        <a:pt x="26956" y="3715"/>
                      </a:lnTo>
                      <a:lnTo>
                        <a:pt x="27432" y="4191"/>
                      </a:lnTo>
                      <a:close/>
                      <a:moveTo>
                        <a:pt x="28480" y="11811"/>
                      </a:moveTo>
                      <a:lnTo>
                        <a:pt x="28480" y="12382"/>
                      </a:lnTo>
                      <a:cubicBezTo>
                        <a:pt x="28480" y="12382"/>
                        <a:pt x="28099" y="12192"/>
                        <a:pt x="28099" y="12192"/>
                      </a:cubicBezTo>
                      <a:cubicBezTo>
                        <a:pt x="28384" y="12192"/>
                        <a:pt x="28480" y="12002"/>
                        <a:pt x="28480" y="11716"/>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 name="Google Shape;1265;p99"/>
                <p:cNvSpPr/>
                <p:nvPr/>
              </p:nvSpPr>
              <p:spPr>
                <a:xfrm>
                  <a:off x="7071931" y="1279588"/>
                  <a:ext cx="45148" cy="47434"/>
                </a:xfrm>
                <a:custGeom>
                  <a:avLst/>
                  <a:gdLst/>
                  <a:ahLst/>
                  <a:cxnLst/>
                  <a:rect l="l" t="t" r="r" b="b"/>
                  <a:pathLst>
                    <a:path w="45148" h="47434" extrusionOk="0">
                      <a:moveTo>
                        <a:pt x="1905" y="40100"/>
                      </a:moveTo>
                      <a:cubicBezTo>
                        <a:pt x="1905" y="40100"/>
                        <a:pt x="2191" y="40481"/>
                        <a:pt x="2191" y="40577"/>
                      </a:cubicBezTo>
                      <a:cubicBezTo>
                        <a:pt x="2191" y="40577"/>
                        <a:pt x="2191" y="40767"/>
                        <a:pt x="2000" y="40958"/>
                      </a:cubicBezTo>
                      <a:cubicBezTo>
                        <a:pt x="2000" y="41148"/>
                        <a:pt x="1905" y="41339"/>
                        <a:pt x="1905" y="41529"/>
                      </a:cubicBezTo>
                      <a:lnTo>
                        <a:pt x="1619" y="40958"/>
                      </a:lnTo>
                      <a:lnTo>
                        <a:pt x="0" y="41434"/>
                      </a:lnTo>
                      <a:cubicBezTo>
                        <a:pt x="0" y="41434"/>
                        <a:pt x="381" y="40767"/>
                        <a:pt x="1048" y="40767"/>
                      </a:cubicBezTo>
                      <a:cubicBezTo>
                        <a:pt x="1714" y="40767"/>
                        <a:pt x="2000" y="40481"/>
                        <a:pt x="1810" y="40100"/>
                      </a:cubicBezTo>
                      <a:close/>
                      <a:moveTo>
                        <a:pt x="381" y="36005"/>
                      </a:moveTo>
                      <a:cubicBezTo>
                        <a:pt x="381" y="36005"/>
                        <a:pt x="571" y="35338"/>
                        <a:pt x="952" y="35338"/>
                      </a:cubicBezTo>
                      <a:cubicBezTo>
                        <a:pt x="1048" y="35338"/>
                        <a:pt x="1143" y="35338"/>
                        <a:pt x="1238" y="35528"/>
                      </a:cubicBezTo>
                      <a:lnTo>
                        <a:pt x="381" y="36005"/>
                      </a:lnTo>
                      <a:close/>
                      <a:moveTo>
                        <a:pt x="2095" y="31242"/>
                      </a:moveTo>
                      <a:lnTo>
                        <a:pt x="1428" y="31242"/>
                      </a:lnTo>
                      <a:lnTo>
                        <a:pt x="2286" y="30671"/>
                      </a:lnTo>
                      <a:lnTo>
                        <a:pt x="2095" y="31242"/>
                      </a:lnTo>
                      <a:close/>
                      <a:moveTo>
                        <a:pt x="1905" y="34671"/>
                      </a:moveTo>
                      <a:lnTo>
                        <a:pt x="2095" y="34957"/>
                      </a:lnTo>
                      <a:lnTo>
                        <a:pt x="2095" y="35528"/>
                      </a:lnTo>
                      <a:lnTo>
                        <a:pt x="1905" y="34671"/>
                      </a:lnTo>
                      <a:close/>
                      <a:moveTo>
                        <a:pt x="2571" y="32290"/>
                      </a:moveTo>
                      <a:cubicBezTo>
                        <a:pt x="2571" y="32290"/>
                        <a:pt x="2762" y="32099"/>
                        <a:pt x="2953" y="32195"/>
                      </a:cubicBezTo>
                      <a:cubicBezTo>
                        <a:pt x="2953" y="32290"/>
                        <a:pt x="3238" y="32385"/>
                        <a:pt x="3334" y="32480"/>
                      </a:cubicBezTo>
                      <a:cubicBezTo>
                        <a:pt x="3238" y="32576"/>
                        <a:pt x="3143" y="32671"/>
                        <a:pt x="3048" y="32671"/>
                      </a:cubicBezTo>
                      <a:cubicBezTo>
                        <a:pt x="2953" y="32480"/>
                        <a:pt x="2762" y="32290"/>
                        <a:pt x="2571" y="32290"/>
                      </a:cubicBezTo>
                      <a:close/>
                      <a:moveTo>
                        <a:pt x="2571" y="47435"/>
                      </a:moveTo>
                      <a:lnTo>
                        <a:pt x="2571" y="46577"/>
                      </a:lnTo>
                      <a:lnTo>
                        <a:pt x="3048" y="47149"/>
                      </a:lnTo>
                      <a:cubicBezTo>
                        <a:pt x="3048" y="47149"/>
                        <a:pt x="2667" y="47149"/>
                        <a:pt x="2571" y="47435"/>
                      </a:cubicBezTo>
                      <a:close/>
                      <a:moveTo>
                        <a:pt x="4476" y="27432"/>
                      </a:moveTo>
                      <a:lnTo>
                        <a:pt x="4476" y="28480"/>
                      </a:lnTo>
                      <a:lnTo>
                        <a:pt x="4286" y="28480"/>
                      </a:lnTo>
                      <a:lnTo>
                        <a:pt x="4286" y="27432"/>
                      </a:lnTo>
                      <a:lnTo>
                        <a:pt x="4476" y="27432"/>
                      </a:lnTo>
                      <a:close/>
                      <a:moveTo>
                        <a:pt x="5143" y="37433"/>
                      </a:moveTo>
                      <a:cubicBezTo>
                        <a:pt x="5143" y="37433"/>
                        <a:pt x="5143" y="37719"/>
                        <a:pt x="5429" y="37910"/>
                      </a:cubicBezTo>
                      <a:lnTo>
                        <a:pt x="4286" y="37910"/>
                      </a:lnTo>
                      <a:lnTo>
                        <a:pt x="4286" y="37433"/>
                      </a:lnTo>
                      <a:lnTo>
                        <a:pt x="5239" y="37433"/>
                      </a:lnTo>
                      <a:close/>
                      <a:moveTo>
                        <a:pt x="5524" y="35719"/>
                      </a:moveTo>
                      <a:cubicBezTo>
                        <a:pt x="5524" y="35719"/>
                        <a:pt x="5619" y="36195"/>
                        <a:pt x="5334" y="36671"/>
                      </a:cubicBezTo>
                      <a:cubicBezTo>
                        <a:pt x="5334" y="36671"/>
                        <a:pt x="5048" y="36671"/>
                        <a:pt x="4857" y="36386"/>
                      </a:cubicBezTo>
                      <a:cubicBezTo>
                        <a:pt x="4857" y="35909"/>
                        <a:pt x="5048" y="35719"/>
                        <a:pt x="5524" y="35719"/>
                      </a:cubicBezTo>
                      <a:close/>
                      <a:moveTo>
                        <a:pt x="6286" y="25813"/>
                      </a:moveTo>
                      <a:lnTo>
                        <a:pt x="6286" y="26289"/>
                      </a:lnTo>
                      <a:lnTo>
                        <a:pt x="5429" y="25813"/>
                      </a:lnTo>
                      <a:lnTo>
                        <a:pt x="6286" y="25813"/>
                      </a:lnTo>
                      <a:close/>
                      <a:moveTo>
                        <a:pt x="5524" y="35052"/>
                      </a:moveTo>
                      <a:lnTo>
                        <a:pt x="5810" y="34862"/>
                      </a:lnTo>
                      <a:lnTo>
                        <a:pt x="5429" y="34385"/>
                      </a:lnTo>
                      <a:cubicBezTo>
                        <a:pt x="5429" y="34385"/>
                        <a:pt x="5619" y="34290"/>
                        <a:pt x="6001" y="34100"/>
                      </a:cubicBezTo>
                      <a:cubicBezTo>
                        <a:pt x="6001" y="34290"/>
                        <a:pt x="6001" y="34576"/>
                        <a:pt x="6286" y="34957"/>
                      </a:cubicBezTo>
                      <a:lnTo>
                        <a:pt x="5524" y="34957"/>
                      </a:lnTo>
                      <a:close/>
                      <a:moveTo>
                        <a:pt x="6286" y="37433"/>
                      </a:moveTo>
                      <a:lnTo>
                        <a:pt x="6667" y="37910"/>
                      </a:lnTo>
                      <a:lnTo>
                        <a:pt x="5810" y="37433"/>
                      </a:lnTo>
                      <a:lnTo>
                        <a:pt x="6286" y="37433"/>
                      </a:lnTo>
                      <a:close/>
                      <a:moveTo>
                        <a:pt x="8858" y="31814"/>
                      </a:moveTo>
                      <a:lnTo>
                        <a:pt x="8001" y="31814"/>
                      </a:lnTo>
                      <a:lnTo>
                        <a:pt x="8287" y="32671"/>
                      </a:lnTo>
                      <a:cubicBezTo>
                        <a:pt x="8287" y="32671"/>
                        <a:pt x="7905" y="32671"/>
                        <a:pt x="7525" y="32480"/>
                      </a:cubicBezTo>
                      <a:cubicBezTo>
                        <a:pt x="7239" y="32290"/>
                        <a:pt x="6953" y="32290"/>
                        <a:pt x="6858" y="32290"/>
                      </a:cubicBezTo>
                      <a:cubicBezTo>
                        <a:pt x="6667" y="32290"/>
                        <a:pt x="6477" y="32480"/>
                        <a:pt x="6286" y="32766"/>
                      </a:cubicBezTo>
                      <a:cubicBezTo>
                        <a:pt x="6096" y="32385"/>
                        <a:pt x="6001" y="32099"/>
                        <a:pt x="6001" y="32004"/>
                      </a:cubicBezTo>
                      <a:cubicBezTo>
                        <a:pt x="6191" y="31718"/>
                        <a:pt x="6286" y="31528"/>
                        <a:pt x="6477" y="31242"/>
                      </a:cubicBezTo>
                      <a:lnTo>
                        <a:pt x="6477" y="31433"/>
                      </a:lnTo>
                      <a:lnTo>
                        <a:pt x="7620" y="31433"/>
                      </a:lnTo>
                      <a:cubicBezTo>
                        <a:pt x="7620" y="31433"/>
                        <a:pt x="7334" y="31528"/>
                        <a:pt x="7144" y="31718"/>
                      </a:cubicBezTo>
                      <a:cubicBezTo>
                        <a:pt x="7144" y="31814"/>
                        <a:pt x="7144" y="31909"/>
                        <a:pt x="7334" y="32099"/>
                      </a:cubicBezTo>
                      <a:cubicBezTo>
                        <a:pt x="7429" y="32195"/>
                        <a:pt x="7525" y="32290"/>
                        <a:pt x="7620" y="32385"/>
                      </a:cubicBezTo>
                      <a:cubicBezTo>
                        <a:pt x="7811" y="31814"/>
                        <a:pt x="8096" y="31528"/>
                        <a:pt x="8382" y="31528"/>
                      </a:cubicBezTo>
                      <a:cubicBezTo>
                        <a:pt x="8477" y="31528"/>
                        <a:pt x="8572" y="31623"/>
                        <a:pt x="8763" y="31814"/>
                      </a:cubicBezTo>
                      <a:lnTo>
                        <a:pt x="8954" y="32004"/>
                      </a:lnTo>
                      <a:close/>
                      <a:moveTo>
                        <a:pt x="6286" y="42196"/>
                      </a:moveTo>
                      <a:cubicBezTo>
                        <a:pt x="6286" y="42196"/>
                        <a:pt x="6001" y="41910"/>
                        <a:pt x="6001" y="41720"/>
                      </a:cubicBezTo>
                      <a:cubicBezTo>
                        <a:pt x="6001" y="41243"/>
                        <a:pt x="6286" y="40862"/>
                        <a:pt x="6858" y="40672"/>
                      </a:cubicBezTo>
                      <a:lnTo>
                        <a:pt x="6191" y="42196"/>
                      </a:lnTo>
                      <a:close/>
                      <a:moveTo>
                        <a:pt x="6953" y="23717"/>
                      </a:moveTo>
                      <a:cubicBezTo>
                        <a:pt x="6953" y="23717"/>
                        <a:pt x="6667" y="24194"/>
                        <a:pt x="6667" y="24479"/>
                      </a:cubicBezTo>
                      <a:cubicBezTo>
                        <a:pt x="6667" y="24860"/>
                        <a:pt x="6667" y="25051"/>
                        <a:pt x="6667" y="25146"/>
                      </a:cubicBezTo>
                      <a:cubicBezTo>
                        <a:pt x="6667" y="25146"/>
                        <a:pt x="6667" y="25241"/>
                        <a:pt x="6477" y="25241"/>
                      </a:cubicBezTo>
                      <a:lnTo>
                        <a:pt x="6477" y="23717"/>
                      </a:lnTo>
                      <a:lnTo>
                        <a:pt x="6953" y="23717"/>
                      </a:lnTo>
                      <a:close/>
                      <a:moveTo>
                        <a:pt x="7715" y="23908"/>
                      </a:moveTo>
                      <a:cubicBezTo>
                        <a:pt x="7715" y="23908"/>
                        <a:pt x="8382" y="23908"/>
                        <a:pt x="8667" y="23908"/>
                      </a:cubicBezTo>
                      <a:lnTo>
                        <a:pt x="7715" y="23908"/>
                      </a:lnTo>
                      <a:close/>
                      <a:moveTo>
                        <a:pt x="8858" y="43339"/>
                      </a:moveTo>
                      <a:cubicBezTo>
                        <a:pt x="8858" y="43339"/>
                        <a:pt x="8858" y="43720"/>
                        <a:pt x="9144" y="43815"/>
                      </a:cubicBezTo>
                      <a:lnTo>
                        <a:pt x="8477" y="44006"/>
                      </a:lnTo>
                      <a:lnTo>
                        <a:pt x="8477" y="43434"/>
                      </a:lnTo>
                      <a:lnTo>
                        <a:pt x="8858" y="43434"/>
                      </a:lnTo>
                      <a:close/>
                      <a:moveTo>
                        <a:pt x="9620" y="24860"/>
                      </a:moveTo>
                      <a:cubicBezTo>
                        <a:pt x="9620" y="24860"/>
                        <a:pt x="9334" y="24098"/>
                        <a:pt x="8667" y="24003"/>
                      </a:cubicBezTo>
                      <a:cubicBezTo>
                        <a:pt x="9239" y="24003"/>
                        <a:pt x="9620" y="24003"/>
                        <a:pt x="9810" y="23813"/>
                      </a:cubicBezTo>
                      <a:lnTo>
                        <a:pt x="9620" y="24860"/>
                      </a:lnTo>
                      <a:close/>
                      <a:moveTo>
                        <a:pt x="8858" y="45911"/>
                      </a:moveTo>
                      <a:cubicBezTo>
                        <a:pt x="8858" y="45911"/>
                        <a:pt x="8858" y="45530"/>
                        <a:pt x="9144" y="45339"/>
                      </a:cubicBezTo>
                      <a:cubicBezTo>
                        <a:pt x="9334" y="45149"/>
                        <a:pt x="9620" y="45053"/>
                        <a:pt x="9810" y="45053"/>
                      </a:cubicBezTo>
                      <a:cubicBezTo>
                        <a:pt x="9715" y="45530"/>
                        <a:pt x="9334" y="45720"/>
                        <a:pt x="8858" y="45911"/>
                      </a:cubicBezTo>
                      <a:close/>
                      <a:moveTo>
                        <a:pt x="9334" y="30385"/>
                      </a:moveTo>
                      <a:lnTo>
                        <a:pt x="10382" y="30861"/>
                      </a:lnTo>
                      <a:cubicBezTo>
                        <a:pt x="10382" y="30861"/>
                        <a:pt x="10192" y="31052"/>
                        <a:pt x="10001" y="31052"/>
                      </a:cubicBezTo>
                      <a:cubicBezTo>
                        <a:pt x="9620" y="31052"/>
                        <a:pt x="9430" y="30861"/>
                        <a:pt x="9239" y="30385"/>
                      </a:cubicBezTo>
                      <a:close/>
                      <a:moveTo>
                        <a:pt x="10382" y="31909"/>
                      </a:moveTo>
                      <a:cubicBezTo>
                        <a:pt x="9810" y="32480"/>
                        <a:pt x="9620" y="32861"/>
                        <a:pt x="9620" y="33052"/>
                      </a:cubicBezTo>
                      <a:cubicBezTo>
                        <a:pt x="9430" y="33052"/>
                        <a:pt x="9334" y="32861"/>
                        <a:pt x="9334" y="32671"/>
                      </a:cubicBezTo>
                      <a:lnTo>
                        <a:pt x="9334" y="32099"/>
                      </a:lnTo>
                      <a:lnTo>
                        <a:pt x="10382" y="31909"/>
                      </a:lnTo>
                      <a:close/>
                      <a:moveTo>
                        <a:pt x="9620" y="29718"/>
                      </a:moveTo>
                      <a:cubicBezTo>
                        <a:pt x="9620" y="29718"/>
                        <a:pt x="9620" y="28956"/>
                        <a:pt x="10001" y="28480"/>
                      </a:cubicBezTo>
                      <a:lnTo>
                        <a:pt x="11144" y="29528"/>
                      </a:lnTo>
                      <a:cubicBezTo>
                        <a:pt x="11144" y="29528"/>
                        <a:pt x="10858" y="29528"/>
                        <a:pt x="10668" y="29718"/>
                      </a:cubicBezTo>
                      <a:cubicBezTo>
                        <a:pt x="10382" y="29813"/>
                        <a:pt x="10287" y="29909"/>
                        <a:pt x="10096" y="29909"/>
                      </a:cubicBezTo>
                      <a:cubicBezTo>
                        <a:pt x="9906" y="29909"/>
                        <a:pt x="9810" y="29909"/>
                        <a:pt x="9715" y="29718"/>
                      </a:cubicBezTo>
                      <a:close/>
                      <a:moveTo>
                        <a:pt x="10001" y="40672"/>
                      </a:moveTo>
                      <a:cubicBezTo>
                        <a:pt x="10001" y="40672"/>
                        <a:pt x="9810" y="40958"/>
                        <a:pt x="9810" y="41434"/>
                      </a:cubicBezTo>
                      <a:lnTo>
                        <a:pt x="9620" y="40672"/>
                      </a:lnTo>
                      <a:lnTo>
                        <a:pt x="10001" y="40672"/>
                      </a:lnTo>
                      <a:close/>
                      <a:moveTo>
                        <a:pt x="10953" y="42672"/>
                      </a:moveTo>
                      <a:lnTo>
                        <a:pt x="10477" y="42101"/>
                      </a:lnTo>
                      <a:lnTo>
                        <a:pt x="11144" y="42577"/>
                      </a:lnTo>
                      <a:cubicBezTo>
                        <a:pt x="11144" y="42577"/>
                        <a:pt x="10668" y="43053"/>
                        <a:pt x="9906" y="42958"/>
                      </a:cubicBezTo>
                      <a:lnTo>
                        <a:pt x="11049" y="42767"/>
                      </a:lnTo>
                      <a:close/>
                      <a:moveTo>
                        <a:pt x="11430" y="27337"/>
                      </a:moveTo>
                      <a:lnTo>
                        <a:pt x="11620" y="27337"/>
                      </a:lnTo>
                      <a:lnTo>
                        <a:pt x="11430" y="27527"/>
                      </a:lnTo>
                      <a:cubicBezTo>
                        <a:pt x="11430" y="27527"/>
                        <a:pt x="11239" y="27718"/>
                        <a:pt x="11239" y="27813"/>
                      </a:cubicBezTo>
                      <a:lnTo>
                        <a:pt x="10763" y="27432"/>
                      </a:lnTo>
                      <a:cubicBezTo>
                        <a:pt x="10763" y="27432"/>
                        <a:pt x="10953" y="27432"/>
                        <a:pt x="11144" y="27242"/>
                      </a:cubicBezTo>
                      <a:lnTo>
                        <a:pt x="11430" y="27432"/>
                      </a:lnTo>
                      <a:close/>
                      <a:moveTo>
                        <a:pt x="11430" y="28004"/>
                      </a:moveTo>
                      <a:cubicBezTo>
                        <a:pt x="11430" y="28004"/>
                        <a:pt x="11239" y="27813"/>
                        <a:pt x="11239" y="27813"/>
                      </a:cubicBezTo>
                      <a:lnTo>
                        <a:pt x="11430" y="28004"/>
                      </a:lnTo>
                      <a:close/>
                      <a:moveTo>
                        <a:pt x="11906" y="30956"/>
                      </a:moveTo>
                      <a:cubicBezTo>
                        <a:pt x="11906" y="30956"/>
                        <a:pt x="11716" y="30956"/>
                        <a:pt x="11716" y="30766"/>
                      </a:cubicBezTo>
                      <a:cubicBezTo>
                        <a:pt x="11716" y="30575"/>
                        <a:pt x="11811" y="30480"/>
                        <a:pt x="12001" y="30385"/>
                      </a:cubicBezTo>
                      <a:cubicBezTo>
                        <a:pt x="12192" y="30290"/>
                        <a:pt x="12382" y="30290"/>
                        <a:pt x="12573" y="30385"/>
                      </a:cubicBezTo>
                      <a:cubicBezTo>
                        <a:pt x="12573" y="30480"/>
                        <a:pt x="12382" y="30671"/>
                        <a:pt x="12096" y="30956"/>
                      </a:cubicBezTo>
                      <a:lnTo>
                        <a:pt x="11906" y="30956"/>
                      </a:lnTo>
                      <a:close/>
                      <a:moveTo>
                        <a:pt x="45148" y="16955"/>
                      </a:moveTo>
                      <a:cubicBezTo>
                        <a:pt x="45148" y="17717"/>
                        <a:pt x="45148" y="18574"/>
                        <a:pt x="45148" y="19526"/>
                      </a:cubicBezTo>
                      <a:cubicBezTo>
                        <a:pt x="45148" y="20479"/>
                        <a:pt x="45148" y="22098"/>
                        <a:pt x="45148" y="24098"/>
                      </a:cubicBezTo>
                      <a:cubicBezTo>
                        <a:pt x="45148" y="26194"/>
                        <a:pt x="45148" y="27718"/>
                        <a:pt x="45148" y="28766"/>
                      </a:cubicBezTo>
                      <a:cubicBezTo>
                        <a:pt x="45148" y="31242"/>
                        <a:pt x="45053" y="33338"/>
                        <a:pt x="44767" y="35147"/>
                      </a:cubicBezTo>
                      <a:cubicBezTo>
                        <a:pt x="44767" y="35147"/>
                        <a:pt x="44577" y="35147"/>
                        <a:pt x="44386" y="34957"/>
                      </a:cubicBezTo>
                      <a:cubicBezTo>
                        <a:pt x="44291" y="35528"/>
                        <a:pt x="44101" y="36100"/>
                        <a:pt x="44005" y="36671"/>
                      </a:cubicBezTo>
                      <a:cubicBezTo>
                        <a:pt x="43815" y="37243"/>
                        <a:pt x="43529" y="37624"/>
                        <a:pt x="43053" y="38005"/>
                      </a:cubicBezTo>
                      <a:lnTo>
                        <a:pt x="43529" y="38481"/>
                      </a:lnTo>
                      <a:cubicBezTo>
                        <a:pt x="42386" y="39529"/>
                        <a:pt x="41148" y="40577"/>
                        <a:pt x="40005" y="41624"/>
                      </a:cubicBezTo>
                      <a:cubicBezTo>
                        <a:pt x="38576" y="42863"/>
                        <a:pt x="37338" y="43815"/>
                        <a:pt x="36290" y="44291"/>
                      </a:cubicBezTo>
                      <a:cubicBezTo>
                        <a:pt x="36100" y="44291"/>
                        <a:pt x="35814" y="44291"/>
                        <a:pt x="35528" y="44291"/>
                      </a:cubicBezTo>
                      <a:cubicBezTo>
                        <a:pt x="35147" y="44291"/>
                        <a:pt x="34861" y="44196"/>
                        <a:pt x="34861" y="44196"/>
                      </a:cubicBezTo>
                      <a:cubicBezTo>
                        <a:pt x="34385" y="44196"/>
                        <a:pt x="34194" y="44482"/>
                        <a:pt x="34099" y="45149"/>
                      </a:cubicBezTo>
                      <a:cubicBezTo>
                        <a:pt x="31432" y="45244"/>
                        <a:pt x="29337" y="45149"/>
                        <a:pt x="28004" y="45053"/>
                      </a:cubicBezTo>
                      <a:cubicBezTo>
                        <a:pt x="26003" y="44768"/>
                        <a:pt x="24098" y="44196"/>
                        <a:pt x="22193" y="43244"/>
                      </a:cubicBezTo>
                      <a:lnTo>
                        <a:pt x="21526" y="43244"/>
                      </a:lnTo>
                      <a:cubicBezTo>
                        <a:pt x="21526" y="43244"/>
                        <a:pt x="21717" y="42958"/>
                        <a:pt x="21717" y="42863"/>
                      </a:cubicBezTo>
                      <a:cubicBezTo>
                        <a:pt x="21717" y="42672"/>
                        <a:pt x="21431" y="42672"/>
                        <a:pt x="21050" y="42577"/>
                      </a:cubicBezTo>
                      <a:cubicBezTo>
                        <a:pt x="20669" y="42577"/>
                        <a:pt x="20383" y="42577"/>
                        <a:pt x="20288" y="42291"/>
                      </a:cubicBezTo>
                      <a:cubicBezTo>
                        <a:pt x="19907" y="42101"/>
                        <a:pt x="19335" y="41624"/>
                        <a:pt x="18573" y="40862"/>
                      </a:cubicBezTo>
                      <a:cubicBezTo>
                        <a:pt x="17812" y="40100"/>
                        <a:pt x="17336" y="39719"/>
                        <a:pt x="16954" y="39719"/>
                      </a:cubicBezTo>
                      <a:cubicBezTo>
                        <a:pt x="16859" y="38862"/>
                        <a:pt x="16764" y="38291"/>
                        <a:pt x="16573" y="38005"/>
                      </a:cubicBezTo>
                      <a:cubicBezTo>
                        <a:pt x="16287" y="37529"/>
                        <a:pt x="15811" y="37052"/>
                        <a:pt x="15144" y="36767"/>
                      </a:cubicBezTo>
                      <a:cubicBezTo>
                        <a:pt x="15526" y="36767"/>
                        <a:pt x="16002" y="36767"/>
                        <a:pt x="16669" y="36481"/>
                      </a:cubicBezTo>
                      <a:cubicBezTo>
                        <a:pt x="16383" y="36005"/>
                        <a:pt x="16002" y="36005"/>
                        <a:pt x="15621" y="36290"/>
                      </a:cubicBezTo>
                      <a:lnTo>
                        <a:pt x="14478" y="35052"/>
                      </a:lnTo>
                      <a:cubicBezTo>
                        <a:pt x="14478" y="35052"/>
                        <a:pt x="14192" y="35147"/>
                        <a:pt x="13906" y="35338"/>
                      </a:cubicBezTo>
                      <a:cubicBezTo>
                        <a:pt x="13716" y="35528"/>
                        <a:pt x="13430" y="35624"/>
                        <a:pt x="13145" y="35624"/>
                      </a:cubicBezTo>
                      <a:cubicBezTo>
                        <a:pt x="13145" y="35243"/>
                        <a:pt x="13145" y="35052"/>
                        <a:pt x="12954" y="35052"/>
                      </a:cubicBezTo>
                      <a:cubicBezTo>
                        <a:pt x="13811" y="35052"/>
                        <a:pt x="14192" y="34671"/>
                        <a:pt x="14192" y="34004"/>
                      </a:cubicBezTo>
                      <a:cubicBezTo>
                        <a:pt x="14192" y="33719"/>
                        <a:pt x="14192" y="33338"/>
                        <a:pt x="13906" y="32671"/>
                      </a:cubicBezTo>
                      <a:cubicBezTo>
                        <a:pt x="13716" y="32004"/>
                        <a:pt x="13621" y="31528"/>
                        <a:pt x="13621" y="31242"/>
                      </a:cubicBezTo>
                      <a:cubicBezTo>
                        <a:pt x="13621" y="30671"/>
                        <a:pt x="13906" y="30290"/>
                        <a:pt x="14288" y="30004"/>
                      </a:cubicBezTo>
                      <a:cubicBezTo>
                        <a:pt x="14097" y="27527"/>
                        <a:pt x="14192" y="25908"/>
                        <a:pt x="14573" y="25051"/>
                      </a:cubicBezTo>
                      <a:cubicBezTo>
                        <a:pt x="14668" y="24479"/>
                        <a:pt x="14573" y="23622"/>
                        <a:pt x="14192" y="22670"/>
                      </a:cubicBezTo>
                      <a:cubicBezTo>
                        <a:pt x="13811" y="21527"/>
                        <a:pt x="13525" y="20765"/>
                        <a:pt x="13525" y="20384"/>
                      </a:cubicBezTo>
                      <a:cubicBezTo>
                        <a:pt x="13525" y="19812"/>
                        <a:pt x="13811" y="19336"/>
                        <a:pt x="14192" y="18860"/>
                      </a:cubicBezTo>
                      <a:cubicBezTo>
                        <a:pt x="14097" y="18669"/>
                        <a:pt x="14001" y="18479"/>
                        <a:pt x="14001" y="18288"/>
                      </a:cubicBezTo>
                      <a:cubicBezTo>
                        <a:pt x="14001" y="18098"/>
                        <a:pt x="14001" y="17907"/>
                        <a:pt x="14097" y="17526"/>
                      </a:cubicBezTo>
                      <a:cubicBezTo>
                        <a:pt x="14097" y="17145"/>
                        <a:pt x="14192" y="16859"/>
                        <a:pt x="14192" y="16669"/>
                      </a:cubicBezTo>
                      <a:cubicBezTo>
                        <a:pt x="14192" y="16288"/>
                        <a:pt x="14001" y="16002"/>
                        <a:pt x="13811" y="15812"/>
                      </a:cubicBezTo>
                      <a:cubicBezTo>
                        <a:pt x="13811" y="13430"/>
                        <a:pt x="14001" y="11049"/>
                        <a:pt x="14097" y="8668"/>
                      </a:cubicBezTo>
                      <a:cubicBezTo>
                        <a:pt x="14192" y="5525"/>
                        <a:pt x="14192" y="3048"/>
                        <a:pt x="14097" y="1334"/>
                      </a:cubicBezTo>
                      <a:cubicBezTo>
                        <a:pt x="14573" y="762"/>
                        <a:pt x="15526" y="572"/>
                        <a:pt x="17050" y="572"/>
                      </a:cubicBezTo>
                      <a:cubicBezTo>
                        <a:pt x="17430" y="953"/>
                        <a:pt x="18002" y="1143"/>
                        <a:pt x="18669" y="1143"/>
                      </a:cubicBezTo>
                      <a:cubicBezTo>
                        <a:pt x="18859" y="1143"/>
                        <a:pt x="19240" y="1143"/>
                        <a:pt x="19717" y="1143"/>
                      </a:cubicBezTo>
                      <a:cubicBezTo>
                        <a:pt x="20193" y="1143"/>
                        <a:pt x="20574" y="1143"/>
                        <a:pt x="20764" y="1143"/>
                      </a:cubicBezTo>
                      <a:cubicBezTo>
                        <a:pt x="21526" y="1143"/>
                        <a:pt x="22193" y="1334"/>
                        <a:pt x="22670" y="1810"/>
                      </a:cubicBezTo>
                      <a:cubicBezTo>
                        <a:pt x="22670" y="2572"/>
                        <a:pt x="22764" y="4096"/>
                        <a:pt x="22670" y="6382"/>
                      </a:cubicBezTo>
                      <a:cubicBezTo>
                        <a:pt x="22670" y="8287"/>
                        <a:pt x="22764" y="9811"/>
                        <a:pt x="23050" y="10859"/>
                      </a:cubicBezTo>
                      <a:lnTo>
                        <a:pt x="22574" y="12764"/>
                      </a:lnTo>
                      <a:cubicBezTo>
                        <a:pt x="22574" y="13240"/>
                        <a:pt x="22764" y="13716"/>
                        <a:pt x="23241" y="14097"/>
                      </a:cubicBezTo>
                      <a:cubicBezTo>
                        <a:pt x="23050" y="14383"/>
                        <a:pt x="22860" y="15240"/>
                        <a:pt x="22764" y="16859"/>
                      </a:cubicBezTo>
                      <a:cubicBezTo>
                        <a:pt x="22670" y="18193"/>
                        <a:pt x="22193" y="18955"/>
                        <a:pt x="21526" y="19145"/>
                      </a:cubicBezTo>
                      <a:cubicBezTo>
                        <a:pt x="22288" y="19145"/>
                        <a:pt x="22574" y="19336"/>
                        <a:pt x="22574" y="19907"/>
                      </a:cubicBezTo>
                      <a:cubicBezTo>
                        <a:pt x="22574" y="20098"/>
                        <a:pt x="22574" y="20288"/>
                        <a:pt x="22574" y="20669"/>
                      </a:cubicBezTo>
                      <a:cubicBezTo>
                        <a:pt x="22574" y="20955"/>
                        <a:pt x="22574" y="21241"/>
                        <a:pt x="22574" y="21431"/>
                      </a:cubicBezTo>
                      <a:lnTo>
                        <a:pt x="22098" y="21431"/>
                      </a:lnTo>
                      <a:cubicBezTo>
                        <a:pt x="22670" y="22289"/>
                        <a:pt x="23050" y="23432"/>
                        <a:pt x="23050" y="24956"/>
                      </a:cubicBezTo>
                      <a:cubicBezTo>
                        <a:pt x="23050" y="26003"/>
                        <a:pt x="22860" y="27432"/>
                        <a:pt x="22574" y="29147"/>
                      </a:cubicBezTo>
                      <a:cubicBezTo>
                        <a:pt x="22670" y="29337"/>
                        <a:pt x="22860" y="29813"/>
                        <a:pt x="22955" y="30575"/>
                      </a:cubicBezTo>
                      <a:cubicBezTo>
                        <a:pt x="23050" y="31147"/>
                        <a:pt x="23336" y="31528"/>
                        <a:pt x="23813" y="31718"/>
                      </a:cubicBezTo>
                      <a:cubicBezTo>
                        <a:pt x="24003" y="32385"/>
                        <a:pt x="23813" y="32671"/>
                        <a:pt x="23146" y="32766"/>
                      </a:cubicBezTo>
                      <a:cubicBezTo>
                        <a:pt x="23526" y="32861"/>
                        <a:pt x="23907" y="33052"/>
                        <a:pt x="24289" y="33242"/>
                      </a:cubicBezTo>
                      <a:cubicBezTo>
                        <a:pt x="24669" y="33433"/>
                        <a:pt x="24860" y="33719"/>
                        <a:pt x="24860" y="34100"/>
                      </a:cubicBezTo>
                      <a:cubicBezTo>
                        <a:pt x="25051" y="34671"/>
                        <a:pt x="25527" y="35147"/>
                        <a:pt x="26289" y="35338"/>
                      </a:cubicBezTo>
                      <a:cubicBezTo>
                        <a:pt x="27241" y="35624"/>
                        <a:pt x="27813" y="36005"/>
                        <a:pt x="28194" y="36386"/>
                      </a:cubicBezTo>
                      <a:cubicBezTo>
                        <a:pt x="28765" y="36576"/>
                        <a:pt x="29432" y="36671"/>
                        <a:pt x="30003" y="36671"/>
                      </a:cubicBezTo>
                      <a:cubicBezTo>
                        <a:pt x="32099" y="36671"/>
                        <a:pt x="33528" y="35909"/>
                        <a:pt x="34194" y="34290"/>
                      </a:cubicBezTo>
                      <a:cubicBezTo>
                        <a:pt x="34957" y="34004"/>
                        <a:pt x="35242" y="33147"/>
                        <a:pt x="35242" y="31623"/>
                      </a:cubicBezTo>
                      <a:lnTo>
                        <a:pt x="36576" y="31433"/>
                      </a:lnTo>
                      <a:cubicBezTo>
                        <a:pt x="36862" y="30480"/>
                        <a:pt x="36957" y="29432"/>
                        <a:pt x="36957" y="28289"/>
                      </a:cubicBezTo>
                      <a:cubicBezTo>
                        <a:pt x="36957" y="27051"/>
                        <a:pt x="36766" y="25146"/>
                        <a:pt x="36290" y="22765"/>
                      </a:cubicBezTo>
                      <a:cubicBezTo>
                        <a:pt x="35814" y="20288"/>
                        <a:pt x="35623" y="18479"/>
                        <a:pt x="35623" y="17336"/>
                      </a:cubicBezTo>
                      <a:cubicBezTo>
                        <a:pt x="35623" y="16764"/>
                        <a:pt x="35623" y="16193"/>
                        <a:pt x="35719" y="15621"/>
                      </a:cubicBezTo>
                      <a:cubicBezTo>
                        <a:pt x="36195" y="14002"/>
                        <a:pt x="36386" y="12954"/>
                        <a:pt x="36386" y="12478"/>
                      </a:cubicBezTo>
                      <a:cubicBezTo>
                        <a:pt x="36386" y="11811"/>
                        <a:pt x="36195" y="11335"/>
                        <a:pt x="35909" y="10859"/>
                      </a:cubicBezTo>
                      <a:lnTo>
                        <a:pt x="35719" y="1715"/>
                      </a:lnTo>
                      <a:cubicBezTo>
                        <a:pt x="36100" y="857"/>
                        <a:pt x="36576" y="476"/>
                        <a:pt x="37338" y="476"/>
                      </a:cubicBezTo>
                      <a:cubicBezTo>
                        <a:pt x="37529" y="476"/>
                        <a:pt x="37909" y="476"/>
                        <a:pt x="38290" y="572"/>
                      </a:cubicBezTo>
                      <a:cubicBezTo>
                        <a:pt x="38767" y="572"/>
                        <a:pt x="39052" y="667"/>
                        <a:pt x="39338" y="667"/>
                      </a:cubicBezTo>
                      <a:cubicBezTo>
                        <a:pt x="39910" y="667"/>
                        <a:pt x="40386" y="476"/>
                        <a:pt x="40767" y="0"/>
                      </a:cubicBezTo>
                      <a:cubicBezTo>
                        <a:pt x="41053" y="191"/>
                        <a:pt x="41814" y="286"/>
                        <a:pt x="43148" y="476"/>
                      </a:cubicBezTo>
                      <a:cubicBezTo>
                        <a:pt x="44101" y="572"/>
                        <a:pt x="44767" y="953"/>
                        <a:pt x="44958" y="1715"/>
                      </a:cubicBezTo>
                      <a:cubicBezTo>
                        <a:pt x="44767" y="2572"/>
                        <a:pt x="44767" y="3715"/>
                        <a:pt x="44767" y="5048"/>
                      </a:cubicBezTo>
                      <a:cubicBezTo>
                        <a:pt x="44767" y="5620"/>
                        <a:pt x="44767" y="6477"/>
                        <a:pt x="44767" y="7715"/>
                      </a:cubicBezTo>
                      <a:cubicBezTo>
                        <a:pt x="44767" y="8858"/>
                        <a:pt x="44767" y="9811"/>
                        <a:pt x="44767" y="10382"/>
                      </a:cubicBezTo>
                      <a:cubicBezTo>
                        <a:pt x="44767" y="12002"/>
                        <a:pt x="44672" y="13430"/>
                        <a:pt x="44386" y="14573"/>
                      </a:cubicBezTo>
                      <a:cubicBezTo>
                        <a:pt x="44862" y="15621"/>
                        <a:pt x="44958" y="16288"/>
                        <a:pt x="44672" y="16669"/>
                      </a:cubicBezTo>
                      <a:cubicBezTo>
                        <a:pt x="44291" y="16669"/>
                        <a:pt x="44101" y="16669"/>
                        <a:pt x="44005" y="16859"/>
                      </a:cubicBezTo>
                      <a:cubicBezTo>
                        <a:pt x="44005" y="16955"/>
                        <a:pt x="44291" y="17050"/>
                        <a:pt x="44672" y="17050"/>
                      </a:cubicBezTo>
                      <a:close/>
                      <a:moveTo>
                        <a:pt x="14097" y="44387"/>
                      </a:moveTo>
                      <a:lnTo>
                        <a:pt x="13049" y="44196"/>
                      </a:lnTo>
                      <a:lnTo>
                        <a:pt x="13906" y="43720"/>
                      </a:lnTo>
                      <a:lnTo>
                        <a:pt x="14192" y="44291"/>
                      </a:lnTo>
                      <a:close/>
                      <a:moveTo>
                        <a:pt x="13335" y="36671"/>
                      </a:moveTo>
                      <a:cubicBezTo>
                        <a:pt x="13335" y="36671"/>
                        <a:pt x="13335" y="37243"/>
                        <a:pt x="13621" y="37243"/>
                      </a:cubicBezTo>
                      <a:lnTo>
                        <a:pt x="13335" y="37433"/>
                      </a:lnTo>
                      <a:lnTo>
                        <a:pt x="13145" y="37433"/>
                      </a:lnTo>
                      <a:lnTo>
                        <a:pt x="13145" y="36671"/>
                      </a:lnTo>
                      <a:lnTo>
                        <a:pt x="13335" y="36671"/>
                      </a:lnTo>
                      <a:close/>
                      <a:moveTo>
                        <a:pt x="13145" y="45911"/>
                      </a:moveTo>
                      <a:lnTo>
                        <a:pt x="13621" y="45244"/>
                      </a:lnTo>
                      <a:lnTo>
                        <a:pt x="14382" y="45244"/>
                      </a:lnTo>
                      <a:lnTo>
                        <a:pt x="13145" y="45911"/>
                      </a:lnTo>
                      <a:close/>
                      <a:moveTo>
                        <a:pt x="14382" y="33052"/>
                      </a:moveTo>
                      <a:lnTo>
                        <a:pt x="15526" y="33052"/>
                      </a:lnTo>
                      <a:cubicBezTo>
                        <a:pt x="15335" y="32576"/>
                        <a:pt x="14954" y="32385"/>
                        <a:pt x="14382" y="32385"/>
                      </a:cubicBezTo>
                      <a:lnTo>
                        <a:pt x="14382" y="33052"/>
                      </a:lnTo>
                      <a:close/>
                      <a:moveTo>
                        <a:pt x="16859" y="39910"/>
                      </a:moveTo>
                      <a:lnTo>
                        <a:pt x="16383" y="39910"/>
                      </a:lnTo>
                      <a:cubicBezTo>
                        <a:pt x="16383" y="39910"/>
                        <a:pt x="16764" y="39719"/>
                        <a:pt x="16859" y="39719"/>
                      </a:cubicBezTo>
                      <a:lnTo>
                        <a:pt x="16859" y="39910"/>
                      </a:lnTo>
                      <a:close/>
                      <a:moveTo>
                        <a:pt x="16859" y="29718"/>
                      </a:moveTo>
                      <a:cubicBezTo>
                        <a:pt x="16859" y="29718"/>
                        <a:pt x="17145" y="29813"/>
                        <a:pt x="17240" y="29813"/>
                      </a:cubicBezTo>
                      <a:cubicBezTo>
                        <a:pt x="17526" y="29813"/>
                        <a:pt x="17716" y="29623"/>
                        <a:pt x="17812" y="29337"/>
                      </a:cubicBezTo>
                      <a:cubicBezTo>
                        <a:pt x="18002" y="28956"/>
                        <a:pt x="18192" y="28861"/>
                        <a:pt x="18383" y="28861"/>
                      </a:cubicBezTo>
                      <a:cubicBezTo>
                        <a:pt x="18192" y="28861"/>
                        <a:pt x="18097" y="28766"/>
                        <a:pt x="18002" y="28766"/>
                      </a:cubicBezTo>
                      <a:cubicBezTo>
                        <a:pt x="17812" y="28766"/>
                        <a:pt x="17621" y="28956"/>
                        <a:pt x="17526" y="29242"/>
                      </a:cubicBezTo>
                      <a:cubicBezTo>
                        <a:pt x="17430" y="29528"/>
                        <a:pt x="17240" y="29718"/>
                        <a:pt x="16859" y="29718"/>
                      </a:cubicBezTo>
                      <a:close/>
                      <a:moveTo>
                        <a:pt x="17050" y="34290"/>
                      </a:moveTo>
                      <a:cubicBezTo>
                        <a:pt x="17050" y="34290"/>
                        <a:pt x="17336" y="34290"/>
                        <a:pt x="17526" y="34290"/>
                      </a:cubicBezTo>
                      <a:cubicBezTo>
                        <a:pt x="17716" y="34195"/>
                        <a:pt x="17907" y="34100"/>
                        <a:pt x="18002" y="34100"/>
                      </a:cubicBezTo>
                      <a:cubicBezTo>
                        <a:pt x="17621" y="33719"/>
                        <a:pt x="17526" y="33528"/>
                        <a:pt x="17526" y="33528"/>
                      </a:cubicBezTo>
                      <a:lnTo>
                        <a:pt x="17050" y="34290"/>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 name="Google Shape;1266;p99"/>
                <p:cNvSpPr/>
                <p:nvPr/>
              </p:nvSpPr>
              <p:spPr>
                <a:xfrm>
                  <a:off x="7121651" y="1279779"/>
                  <a:ext cx="40671" cy="44958"/>
                </a:xfrm>
                <a:custGeom>
                  <a:avLst/>
                  <a:gdLst/>
                  <a:ahLst/>
                  <a:cxnLst/>
                  <a:rect l="l" t="t" r="r" b="b"/>
                  <a:pathLst>
                    <a:path w="40671" h="44958" extrusionOk="0">
                      <a:moveTo>
                        <a:pt x="33052" y="12097"/>
                      </a:moveTo>
                      <a:cubicBezTo>
                        <a:pt x="33052" y="12097"/>
                        <a:pt x="33242" y="12383"/>
                        <a:pt x="33433" y="12383"/>
                      </a:cubicBezTo>
                      <a:lnTo>
                        <a:pt x="33909" y="12383"/>
                      </a:lnTo>
                      <a:cubicBezTo>
                        <a:pt x="33433" y="13621"/>
                        <a:pt x="33338" y="15145"/>
                        <a:pt x="33718" y="17050"/>
                      </a:cubicBezTo>
                      <a:cubicBezTo>
                        <a:pt x="33624" y="17431"/>
                        <a:pt x="33242" y="18098"/>
                        <a:pt x="32575" y="18955"/>
                      </a:cubicBezTo>
                      <a:lnTo>
                        <a:pt x="33052" y="19431"/>
                      </a:lnTo>
                      <a:cubicBezTo>
                        <a:pt x="33052" y="19431"/>
                        <a:pt x="32481" y="20002"/>
                        <a:pt x="31909" y="20193"/>
                      </a:cubicBezTo>
                      <a:cubicBezTo>
                        <a:pt x="31242" y="20383"/>
                        <a:pt x="30861" y="20669"/>
                        <a:pt x="30671" y="20955"/>
                      </a:cubicBezTo>
                      <a:lnTo>
                        <a:pt x="31814" y="21146"/>
                      </a:lnTo>
                      <a:cubicBezTo>
                        <a:pt x="30956" y="22479"/>
                        <a:pt x="29337" y="24194"/>
                        <a:pt x="27051" y="26098"/>
                      </a:cubicBezTo>
                      <a:lnTo>
                        <a:pt x="26098" y="26098"/>
                      </a:lnTo>
                      <a:lnTo>
                        <a:pt x="26098" y="26670"/>
                      </a:lnTo>
                      <a:cubicBezTo>
                        <a:pt x="26098" y="26670"/>
                        <a:pt x="25908" y="26479"/>
                        <a:pt x="25718" y="26479"/>
                      </a:cubicBezTo>
                      <a:cubicBezTo>
                        <a:pt x="25432" y="26479"/>
                        <a:pt x="25241" y="26479"/>
                        <a:pt x="25146" y="26479"/>
                      </a:cubicBezTo>
                      <a:lnTo>
                        <a:pt x="24955" y="26670"/>
                      </a:lnTo>
                      <a:cubicBezTo>
                        <a:pt x="25527" y="26860"/>
                        <a:pt x="25908" y="27337"/>
                        <a:pt x="26098" y="28194"/>
                      </a:cubicBezTo>
                      <a:cubicBezTo>
                        <a:pt x="26384" y="29051"/>
                        <a:pt x="26575" y="29527"/>
                        <a:pt x="26956" y="29623"/>
                      </a:cubicBezTo>
                      <a:cubicBezTo>
                        <a:pt x="26861" y="30290"/>
                        <a:pt x="27147" y="31052"/>
                        <a:pt x="27813" y="31813"/>
                      </a:cubicBezTo>
                      <a:cubicBezTo>
                        <a:pt x="28575" y="32671"/>
                        <a:pt x="29051" y="33433"/>
                        <a:pt x="29146" y="34100"/>
                      </a:cubicBezTo>
                      <a:cubicBezTo>
                        <a:pt x="28956" y="34481"/>
                        <a:pt x="28480" y="34671"/>
                        <a:pt x="27718" y="34481"/>
                      </a:cubicBezTo>
                      <a:cubicBezTo>
                        <a:pt x="27051" y="34290"/>
                        <a:pt x="26670" y="34385"/>
                        <a:pt x="26670" y="34481"/>
                      </a:cubicBezTo>
                      <a:cubicBezTo>
                        <a:pt x="26670" y="34671"/>
                        <a:pt x="26670" y="34957"/>
                        <a:pt x="26861" y="35242"/>
                      </a:cubicBezTo>
                      <a:lnTo>
                        <a:pt x="27718" y="35052"/>
                      </a:lnTo>
                      <a:cubicBezTo>
                        <a:pt x="27718" y="35052"/>
                        <a:pt x="27718" y="35528"/>
                        <a:pt x="27241" y="35909"/>
                      </a:cubicBezTo>
                      <a:lnTo>
                        <a:pt x="27908" y="36481"/>
                      </a:lnTo>
                      <a:cubicBezTo>
                        <a:pt x="27908" y="36481"/>
                        <a:pt x="28194" y="36100"/>
                        <a:pt x="28290" y="35623"/>
                      </a:cubicBezTo>
                      <a:lnTo>
                        <a:pt x="28575" y="36671"/>
                      </a:lnTo>
                      <a:cubicBezTo>
                        <a:pt x="29051" y="36481"/>
                        <a:pt x="29337" y="36004"/>
                        <a:pt x="29242" y="35147"/>
                      </a:cubicBezTo>
                      <a:cubicBezTo>
                        <a:pt x="29718" y="35433"/>
                        <a:pt x="30194" y="35909"/>
                        <a:pt x="30480" y="36767"/>
                      </a:cubicBezTo>
                      <a:cubicBezTo>
                        <a:pt x="30766" y="37529"/>
                        <a:pt x="31147" y="38100"/>
                        <a:pt x="31623" y="38195"/>
                      </a:cubicBezTo>
                      <a:cubicBezTo>
                        <a:pt x="31528" y="38481"/>
                        <a:pt x="31432" y="38767"/>
                        <a:pt x="31432" y="39052"/>
                      </a:cubicBezTo>
                      <a:cubicBezTo>
                        <a:pt x="31432" y="39624"/>
                        <a:pt x="31718" y="40386"/>
                        <a:pt x="32290" y="41243"/>
                      </a:cubicBezTo>
                      <a:cubicBezTo>
                        <a:pt x="32861" y="42100"/>
                        <a:pt x="33147" y="42767"/>
                        <a:pt x="33147" y="43148"/>
                      </a:cubicBezTo>
                      <a:cubicBezTo>
                        <a:pt x="33147" y="43625"/>
                        <a:pt x="32861" y="44196"/>
                        <a:pt x="32290" y="44577"/>
                      </a:cubicBezTo>
                      <a:cubicBezTo>
                        <a:pt x="31814" y="44577"/>
                        <a:pt x="31052" y="44577"/>
                        <a:pt x="30004" y="44767"/>
                      </a:cubicBezTo>
                      <a:cubicBezTo>
                        <a:pt x="28956" y="44863"/>
                        <a:pt x="28194" y="44958"/>
                        <a:pt x="27623" y="44958"/>
                      </a:cubicBezTo>
                      <a:cubicBezTo>
                        <a:pt x="26003" y="44958"/>
                        <a:pt x="24670" y="44482"/>
                        <a:pt x="23717" y="43625"/>
                      </a:cubicBezTo>
                      <a:lnTo>
                        <a:pt x="23527" y="43910"/>
                      </a:lnTo>
                      <a:cubicBezTo>
                        <a:pt x="23336" y="43339"/>
                        <a:pt x="23050" y="42767"/>
                        <a:pt x="22860" y="42291"/>
                      </a:cubicBezTo>
                      <a:cubicBezTo>
                        <a:pt x="22479" y="41529"/>
                        <a:pt x="22098" y="41148"/>
                        <a:pt x="21527" y="40958"/>
                      </a:cubicBezTo>
                      <a:cubicBezTo>
                        <a:pt x="21527" y="40672"/>
                        <a:pt x="21717" y="40481"/>
                        <a:pt x="21717" y="40291"/>
                      </a:cubicBezTo>
                      <a:cubicBezTo>
                        <a:pt x="21717" y="39910"/>
                        <a:pt x="21431" y="39433"/>
                        <a:pt x="20860" y="39052"/>
                      </a:cubicBezTo>
                      <a:cubicBezTo>
                        <a:pt x="20288" y="38671"/>
                        <a:pt x="20003" y="38290"/>
                        <a:pt x="20003" y="37909"/>
                      </a:cubicBezTo>
                      <a:cubicBezTo>
                        <a:pt x="20003" y="37624"/>
                        <a:pt x="20003" y="37338"/>
                        <a:pt x="20193" y="37052"/>
                      </a:cubicBezTo>
                      <a:cubicBezTo>
                        <a:pt x="19812" y="36576"/>
                        <a:pt x="19336" y="35528"/>
                        <a:pt x="18859" y="34004"/>
                      </a:cubicBezTo>
                      <a:cubicBezTo>
                        <a:pt x="18383" y="32671"/>
                        <a:pt x="17812" y="31718"/>
                        <a:pt x="17145" y="31052"/>
                      </a:cubicBezTo>
                      <a:cubicBezTo>
                        <a:pt x="17145" y="30099"/>
                        <a:pt x="16669" y="28956"/>
                        <a:pt x="15812" y="27623"/>
                      </a:cubicBezTo>
                      <a:lnTo>
                        <a:pt x="14097" y="27432"/>
                      </a:lnTo>
                      <a:lnTo>
                        <a:pt x="14288" y="27242"/>
                      </a:lnTo>
                      <a:cubicBezTo>
                        <a:pt x="14288" y="27242"/>
                        <a:pt x="14002" y="26956"/>
                        <a:pt x="13811" y="26956"/>
                      </a:cubicBezTo>
                      <a:lnTo>
                        <a:pt x="13145" y="27623"/>
                      </a:lnTo>
                      <a:cubicBezTo>
                        <a:pt x="13145" y="27623"/>
                        <a:pt x="12573" y="27623"/>
                        <a:pt x="11811" y="27908"/>
                      </a:cubicBezTo>
                      <a:cubicBezTo>
                        <a:pt x="11144" y="28099"/>
                        <a:pt x="10668" y="28194"/>
                        <a:pt x="10287" y="28194"/>
                      </a:cubicBezTo>
                      <a:cubicBezTo>
                        <a:pt x="10001" y="28194"/>
                        <a:pt x="9811" y="28194"/>
                        <a:pt x="9620" y="28004"/>
                      </a:cubicBezTo>
                      <a:cubicBezTo>
                        <a:pt x="9620" y="28004"/>
                        <a:pt x="9620" y="28194"/>
                        <a:pt x="9620" y="28194"/>
                      </a:cubicBezTo>
                      <a:cubicBezTo>
                        <a:pt x="9620" y="28289"/>
                        <a:pt x="9620" y="28384"/>
                        <a:pt x="9811" y="28480"/>
                      </a:cubicBezTo>
                      <a:cubicBezTo>
                        <a:pt x="9811" y="28480"/>
                        <a:pt x="10001" y="28670"/>
                        <a:pt x="10001" y="28670"/>
                      </a:cubicBezTo>
                      <a:cubicBezTo>
                        <a:pt x="10001" y="28670"/>
                        <a:pt x="9811" y="28861"/>
                        <a:pt x="9430" y="29051"/>
                      </a:cubicBezTo>
                      <a:lnTo>
                        <a:pt x="9716" y="32480"/>
                      </a:lnTo>
                      <a:lnTo>
                        <a:pt x="9240" y="32861"/>
                      </a:lnTo>
                      <a:cubicBezTo>
                        <a:pt x="9525" y="33909"/>
                        <a:pt x="9716" y="35433"/>
                        <a:pt x="9716" y="37433"/>
                      </a:cubicBezTo>
                      <a:cubicBezTo>
                        <a:pt x="9716" y="37624"/>
                        <a:pt x="9716" y="38005"/>
                        <a:pt x="9430" y="38671"/>
                      </a:cubicBezTo>
                      <a:cubicBezTo>
                        <a:pt x="9240" y="39243"/>
                        <a:pt x="9144" y="39719"/>
                        <a:pt x="9144" y="40100"/>
                      </a:cubicBezTo>
                      <a:cubicBezTo>
                        <a:pt x="9144" y="40672"/>
                        <a:pt x="9334" y="41148"/>
                        <a:pt x="9811" y="41529"/>
                      </a:cubicBezTo>
                      <a:cubicBezTo>
                        <a:pt x="9525" y="41719"/>
                        <a:pt x="9430" y="42100"/>
                        <a:pt x="9430" y="42577"/>
                      </a:cubicBezTo>
                      <a:lnTo>
                        <a:pt x="9430" y="43148"/>
                      </a:lnTo>
                      <a:cubicBezTo>
                        <a:pt x="9430" y="43148"/>
                        <a:pt x="9430" y="43529"/>
                        <a:pt x="9430" y="43625"/>
                      </a:cubicBezTo>
                      <a:cubicBezTo>
                        <a:pt x="9430" y="44291"/>
                        <a:pt x="9049" y="44672"/>
                        <a:pt x="8191" y="44482"/>
                      </a:cubicBezTo>
                      <a:lnTo>
                        <a:pt x="8477" y="44672"/>
                      </a:lnTo>
                      <a:cubicBezTo>
                        <a:pt x="7906" y="44958"/>
                        <a:pt x="7144" y="44958"/>
                        <a:pt x="6096" y="44863"/>
                      </a:cubicBezTo>
                      <a:cubicBezTo>
                        <a:pt x="5143" y="44672"/>
                        <a:pt x="4477" y="44672"/>
                        <a:pt x="4191" y="44863"/>
                      </a:cubicBezTo>
                      <a:cubicBezTo>
                        <a:pt x="2857" y="44672"/>
                        <a:pt x="1714" y="44386"/>
                        <a:pt x="476" y="43815"/>
                      </a:cubicBezTo>
                      <a:cubicBezTo>
                        <a:pt x="476" y="40958"/>
                        <a:pt x="476" y="36576"/>
                        <a:pt x="286" y="30766"/>
                      </a:cubicBezTo>
                      <a:lnTo>
                        <a:pt x="0" y="30766"/>
                      </a:lnTo>
                      <a:cubicBezTo>
                        <a:pt x="0" y="30766"/>
                        <a:pt x="476" y="29813"/>
                        <a:pt x="476" y="29242"/>
                      </a:cubicBezTo>
                      <a:cubicBezTo>
                        <a:pt x="476" y="29051"/>
                        <a:pt x="476" y="28670"/>
                        <a:pt x="381" y="28099"/>
                      </a:cubicBezTo>
                      <a:cubicBezTo>
                        <a:pt x="381" y="27527"/>
                        <a:pt x="286" y="27146"/>
                        <a:pt x="286" y="26860"/>
                      </a:cubicBezTo>
                      <a:cubicBezTo>
                        <a:pt x="286" y="26194"/>
                        <a:pt x="476" y="25622"/>
                        <a:pt x="858" y="25051"/>
                      </a:cubicBezTo>
                      <a:cubicBezTo>
                        <a:pt x="667" y="23146"/>
                        <a:pt x="571" y="20479"/>
                        <a:pt x="571" y="17145"/>
                      </a:cubicBezTo>
                      <a:lnTo>
                        <a:pt x="571" y="8954"/>
                      </a:lnTo>
                      <a:cubicBezTo>
                        <a:pt x="571" y="8954"/>
                        <a:pt x="191" y="8668"/>
                        <a:pt x="191" y="8477"/>
                      </a:cubicBezTo>
                      <a:cubicBezTo>
                        <a:pt x="191" y="8382"/>
                        <a:pt x="286" y="8096"/>
                        <a:pt x="571" y="7810"/>
                      </a:cubicBezTo>
                      <a:cubicBezTo>
                        <a:pt x="762" y="7429"/>
                        <a:pt x="858" y="7239"/>
                        <a:pt x="858" y="7048"/>
                      </a:cubicBezTo>
                      <a:cubicBezTo>
                        <a:pt x="381" y="6667"/>
                        <a:pt x="191" y="6191"/>
                        <a:pt x="191" y="5620"/>
                      </a:cubicBezTo>
                      <a:cubicBezTo>
                        <a:pt x="191" y="5239"/>
                        <a:pt x="286" y="4763"/>
                        <a:pt x="571" y="3905"/>
                      </a:cubicBezTo>
                      <a:cubicBezTo>
                        <a:pt x="858" y="3143"/>
                        <a:pt x="953" y="2477"/>
                        <a:pt x="858" y="2096"/>
                      </a:cubicBezTo>
                      <a:lnTo>
                        <a:pt x="3143" y="190"/>
                      </a:lnTo>
                      <a:lnTo>
                        <a:pt x="13240" y="0"/>
                      </a:lnTo>
                      <a:cubicBezTo>
                        <a:pt x="13240" y="0"/>
                        <a:pt x="13811" y="571"/>
                        <a:pt x="14574" y="1238"/>
                      </a:cubicBezTo>
                      <a:cubicBezTo>
                        <a:pt x="15145" y="1715"/>
                        <a:pt x="15430" y="2286"/>
                        <a:pt x="15621" y="2762"/>
                      </a:cubicBezTo>
                      <a:cubicBezTo>
                        <a:pt x="15621" y="2572"/>
                        <a:pt x="15621" y="2381"/>
                        <a:pt x="15621" y="2286"/>
                      </a:cubicBezTo>
                      <a:cubicBezTo>
                        <a:pt x="15621" y="1810"/>
                        <a:pt x="15907" y="1429"/>
                        <a:pt x="16573" y="1143"/>
                      </a:cubicBezTo>
                      <a:cubicBezTo>
                        <a:pt x="17336" y="762"/>
                        <a:pt x="17812" y="476"/>
                        <a:pt x="18002" y="286"/>
                      </a:cubicBezTo>
                      <a:cubicBezTo>
                        <a:pt x="18193" y="286"/>
                        <a:pt x="18479" y="286"/>
                        <a:pt x="18765" y="762"/>
                      </a:cubicBezTo>
                      <a:cubicBezTo>
                        <a:pt x="18859" y="762"/>
                        <a:pt x="19050" y="762"/>
                        <a:pt x="19145" y="762"/>
                      </a:cubicBezTo>
                      <a:cubicBezTo>
                        <a:pt x="19431" y="762"/>
                        <a:pt x="19812" y="952"/>
                        <a:pt x="20479" y="1238"/>
                      </a:cubicBezTo>
                      <a:cubicBezTo>
                        <a:pt x="21050" y="1524"/>
                        <a:pt x="21527" y="1715"/>
                        <a:pt x="21907" y="1715"/>
                      </a:cubicBezTo>
                      <a:lnTo>
                        <a:pt x="23813" y="1715"/>
                      </a:lnTo>
                      <a:cubicBezTo>
                        <a:pt x="23717" y="2286"/>
                        <a:pt x="23908" y="2572"/>
                        <a:pt x="24479" y="2572"/>
                      </a:cubicBezTo>
                      <a:lnTo>
                        <a:pt x="25146" y="2572"/>
                      </a:lnTo>
                      <a:cubicBezTo>
                        <a:pt x="25622" y="2572"/>
                        <a:pt x="25908" y="2762"/>
                        <a:pt x="26003" y="3143"/>
                      </a:cubicBezTo>
                      <a:lnTo>
                        <a:pt x="27337" y="3143"/>
                      </a:lnTo>
                      <a:cubicBezTo>
                        <a:pt x="28194" y="3905"/>
                        <a:pt x="28956" y="4667"/>
                        <a:pt x="29813" y="5525"/>
                      </a:cubicBezTo>
                      <a:cubicBezTo>
                        <a:pt x="30766" y="6477"/>
                        <a:pt x="31337" y="7429"/>
                        <a:pt x="31432" y="8287"/>
                      </a:cubicBezTo>
                      <a:cubicBezTo>
                        <a:pt x="32004" y="8573"/>
                        <a:pt x="32385" y="9049"/>
                        <a:pt x="32575" y="9811"/>
                      </a:cubicBezTo>
                      <a:cubicBezTo>
                        <a:pt x="32861" y="10858"/>
                        <a:pt x="33052" y="11525"/>
                        <a:pt x="33242" y="11811"/>
                      </a:cubicBezTo>
                      <a:lnTo>
                        <a:pt x="32766" y="12192"/>
                      </a:lnTo>
                      <a:close/>
                      <a:moveTo>
                        <a:pt x="5715" y="14192"/>
                      </a:moveTo>
                      <a:lnTo>
                        <a:pt x="5715" y="12954"/>
                      </a:lnTo>
                      <a:lnTo>
                        <a:pt x="5429" y="12954"/>
                      </a:lnTo>
                      <a:lnTo>
                        <a:pt x="5429" y="14192"/>
                      </a:lnTo>
                      <a:lnTo>
                        <a:pt x="5715" y="14192"/>
                      </a:lnTo>
                      <a:close/>
                      <a:moveTo>
                        <a:pt x="7239" y="6763"/>
                      </a:moveTo>
                      <a:cubicBezTo>
                        <a:pt x="7239" y="6763"/>
                        <a:pt x="7239" y="6286"/>
                        <a:pt x="7239" y="5906"/>
                      </a:cubicBezTo>
                      <a:cubicBezTo>
                        <a:pt x="7239" y="5525"/>
                        <a:pt x="7334" y="5239"/>
                        <a:pt x="7334" y="5144"/>
                      </a:cubicBezTo>
                      <a:cubicBezTo>
                        <a:pt x="7334" y="4667"/>
                        <a:pt x="7144" y="4381"/>
                        <a:pt x="6668" y="4286"/>
                      </a:cubicBezTo>
                      <a:lnTo>
                        <a:pt x="7334" y="3619"/>
                      </a:lnTo>
                      <a:cubicBezTo>
                        <a:pt x="7334" y="3619"/>
                        <a:pt x="7334" y="3429"/>
                        <a:pt x="7334" y="3429"/>
                      </a:cubicBezTo>
                      <a:cubicBezTo>
                        <a:pt x="6858" y="3810"/>
                        <a:pt x="6668" y="4191"/>
                        <a:pt x="6668" y="4572"/>
                      </a:cubicBezTo>
                      <a:cubicBezTo>
                        <a:pt x="6668" y="4763"/>
                        <a:pt x="6858" y="5239"/>
                        <a:pt x="7239" y="6001"/>
                      </a:cubicBezTo>
                      <a:cubicBezTo>
                        <a:pt x="6953" y="6001"/>
                        <a:pt x="6858" y="6191"/>
                        <a:pt x="6763" y="6382"/>
                      </a:cubicBezTo>
                      <a:cubicBezTo>
                        <a:pt x="6763" y="6572"/>
                        <a:pt x="6572" y="6763"/>
                        <a:pt x="6477" y="6858"/>
                      </a:cubicBezTo>
                      <a:lnTo>
                        <a:pt x="7144" y="6858"/>
                      </a:lnTo>
                      <a:close/>
                      <a:moveTo>
                        <a:pt x="9525" y="5525"/>
                      </a:moveTo>
                      <a:lnTo>
                        <a:pt x="10478" y="6191"/>
                      </a:lnTo>
                      <a:lnTo>
                        <a:pt x="10478" y="6191"/>
                      </a:lnTo>
                      <a:lnTo>
                        <a:pt x="10001" y="6667"/>
                      </a:lnTo>
                      <a:lnTo>
                        <a:pt x="10478" y="6667"/>
                      </a:lnTo>
                      <a:lnTo>
                        <a:pt x="10478" y="3619"/>
                      </a:lnTo>
                      <a:cubicBezTo>
                        <a:pt x="10478" y="3619"/>
                        <a:pt x="10192" y="3905"/>
                        <a:pt x="9906" y="4096"/>
                      </a:cubicBezTo>
                      <a:cubicBezTo>
                        <a:pt x="9906" y="4000"/>
                        <a:pt x="9811" y="3905"/>
                        <a:pt x="9525" y="3905"/>
                      </a:cubicBezTo>
                      <a:cubicBezTo>
                        <a:pt x="9620" y="4096"/>
                        <a:pt x="9716" y="4096"/>
                        <a:pt x="9906" y="4096"/>
                      </a:cubicBezTo>
                      <a:cubicBezTo>
                        <a:pt x="9906" y="4286"/>
                        <a:pt x="9906" y="4477"/>
                        <a:pt x="9811" y="4858"/>
                      </a:cubicBezTo>
                      <a:lnTo>
                        <a:pt x="9811" y="4858"/>
                      </a:lnTo>
                      <a:cubicBezTo>
                        <a:pt x="9811" y="4858"/>
                        <a:pt x="10096" y="4858"/>
                        <a:pt x="10192" y="5048"/>
                      </a:cubicBezTo>
                      <a:lnTo>
                        <a:pt x="9525" y="5620"/>
                      </a:lnTo>
                      <a:close/>
                      <a:moveTo>
                        <a:pt x="24003" y="14954"/>
                      </a:moveTo>
                      <a:cubicBezTo>
                        <a:pt x="24003" y="14954"/>
                        <a:pt x="24099" y="14573"/>
                        <a:pt x="24099" y="14478"/>
                      </a:cubicBezTo>
                      <a:cubicBezTo>
                        <a:pt x="24099" y="14192"/>
                        <a:pt x="23908" y="14002"/>
                        <a:pt x="23527" y="13716"/>
                      </a:cubicBezTo>
                      <a:cubicBezTo>
                        <a:pt x="23241" y="13430"/>
                        <a:pt x="22956" y="13240"/>
                        <a:pt x="22956" y="13144"/>
                      </a:cubicBezTo>
                      <a:cubicBezTo>
                        <a:pt x="23050" y="12954"/>
                        <a:pt x="23146" y="12668"/>
                        <a:pt x="23146" y="12478"/>
                      </a:cubicBezTo>
                      <a:cubicBezTo>
                        <a:pt x="23146" y="12192"/>
                        <a:pt x="22860" y="11906"/>
                        <a:pt x="22384" y="11525"/>
                      </a:cubicBezTo>
                      <a:cubicBezTo>
                        <a:pt x="21812" y="11144"/>
                        <a:pt x="21527" y="10954"/>
                        <a:pt x="21431" y="10763"/>
                      </a:cubicBezTo>
                      <a:cubicBezTo>
                        <a:pt x="21241" y="10573"/>
                        <a:pt x="21050" y="10477"/>
                        <a:pt x="20764" y="10477"/>
                      </a:cubicBezTo>
                      <a:cubicBezTo>
                        <a:pt x="20669" y="10477"/>
                        <a:pt x="20479" y="10477"/>
                        <a:pt x="20193" y="10477"/>
                      </a:cubicBezTo>
                      <a:cubicBezTo>
                        <a:pt x="19908" y="10477"/>
                        <a:pt x="19812" y="10477"/>
                        <a:pt x="19621" y="10477"/>
                      </a:cubicBezTo>
                      <a:cubicBezTo>
                        <a:pt x="19241" y="10477"/>
                        <a:pt x="19050" y="10287"/>
                        <a:pt x="18955" y="9906"/>
                      </a:cubicBezTo>
                      <a:lnTo>
                        <a:pt x="19431" y="9620"/>
                      </a:lnTo>
                      <a:cubicBezTo>
                        <a:pt x="18669" y="9620"/>
                        <a:pt x="18288" y="9811"/>
                        <a:pt x="18193" y="10477"/>
                      </a:cubicBezTo>
                      <a:cubicBezTo>
                        <a:pt x="18098" y="11335"/>
                        <a:pt x="17907" y="11906"/>
                        <a:pt x="17716" y="12192"/>
                      </a:cubicBezTo>
                      <a:cubicBezTo>
                        <a:pt x="17526" y="11525"/>
                        <a:pt x="17240" y="10763"/>
                        <a:pt x="17050" y="10001"/>
                      </a:cubicBezTo>
                      <a:cubicBezTo>
                        <a:pt x="16859" y="9239"/>
                        <a:pt x="16288" y="8668"/>
                        <a:pt x="15526" y="8287"/>
                      </a:cubicBezTo>
                      <a:cubicBezTo>
                        <a:pt x="15430" y="9049"/>
                        <a:pt x="14954" y="9430"/>
                        <a:pt x="14192" y="9430"/>
                      </a:cubicBezTo>
                      <a:cubicBezTo>
                        <a:pt x="14002" y="9430"/>
                        <a:pt x="13716" y="9430"/>
                        <a:pt x="13335" y="9430"/>
                      </a:cubicBezTo>
                      <a:cubicBezTo>
                        <a:pt x="12954" y="9430"/>
                        <a:pt x="12573" y="9430"/>
                        <a:pt x="12382" y="9430"/>
                      </a:cubicBezTo>
                      <a:cubicBezTo>
                        <a:pt x="12192" y="9430"/>
                        <a:pt x="11906" y="9430"/>
                        <a:pt x="11716" y="9430"/>
                      </a:cubicBezTo>
                      <a:cubicBezTo>
                        <a:pt x="10668" y="10096"/>
                        <a:pt x="10096" y="11240"/>
                        <a:pt x="10096" y="12859"/>
                      </a:cubicBezTo>
                      <a:cubicBezTo>
                        <a:pt x="10096" y="13144"/>
                        <a:pt x="10096" y="13621"/>
                        <a:pt x="10096" y="14288"/>
                      </a:cubicBezTo>
                      <a:cubicBezTo>
                        <a:pt x="10096" y="14954"/>
                        <a:pt x="10096" y="15526"/>
                        <a:pt x="10096" y="15811"/>
                      </a:cubicBezTo>
                      <a:cubicBezTo>
                        <a:pt x="10096" y="16573"/>
                        <a:pt x="10096" y="17145"/>
                        <a:pt x="9811" y="17717"/>
                      </a:cubicBezTo>
                      <a:cubicBezTo>
                        <a:pt x="9811" y="18193"/>
                        <a:pt x="10192" y="18383"/>
                        <a:pt x="10859" y="18288"/>
                      </a:cubicBezTo>
                      <a:cubicBezTo>
                        <a:pt x="11525" y="18288"/>
                        <a:pt x="11906" y="18479"/>
                        <a:pt x="12097" y="18955"/>
                      </a:cubicBezTo>
                      <a:cubicBezTo>
                        <a:pt x="12382" y="19145"/>
                        <a:pt x="12954" y="19145"/>
                        <a:pt x="13907" y="19145"/>
                      </a:cubicBezTo>
                      <a:cubicBezTo>
                        <a:pt x="14668" y="19145"/>
                        <a:pt x="15240" y="19431"/>
                        <a:pt x="15526" y="19907"/>
                      </a:cubicBezTo>
                      <a:cubicBezTo>
                        <a:pt x="15812" y="19336"/>
                        <a:pt x="16193" y="19050"/>
                        <a:pt x="16669" y="19050"/>
                      </a:cubicBezTo>
                      <a:lnTo>
                        <a:pt x="18098" y="19050"/>
                      </a:lnTo>
                      <a:cubicBezTo>
                        <a:pt x="18098" y="19050"/>
                        <a:pt x="18859" y="18764"/>
                        <a:pt x="18955" y="18383"/>
                      </a:cubicBezTo>
                      <a:cubicBezTo>
                        <a:pt x="20288" y="18574"/>
                        <a:pt x="21907" y="17717"/>
                        <a:pt x="23622" y="15907"/>
                      </a:cubicBezTo>
                      <a:lnTo>
                        <a:pt x="22765" y="15621"/>
                      </a:lnTo>
                      <a:lnTo>
                        <a:pt x="24003" y="14954"/>
                      </a:lnTo>
                      <a:close/>
                      <a:moveTo>
                        <a:pt x="22956" y="6286"/>
                      </a:moveTo>
                      <a:cubicBezTo>
                        <a:pt x="22956" y="6286"/>
                        <a:pt x="22765" y="6096"/>
                        <a:pt x="22670" y="6096"/>
                      </a:cubicBezTo>
                      <a:cubicBezTo>
                        <a:pt x="22289" y="6096"/>
                        <a:pt x="22193" y="6191"/>
                        <a:pt x="22193" y="6477"/>
                      </a:cubicBezTo>
                      <a:cubicBezTo>
                        <a:pt x="22193" y="6477"/>
                        <a:pt x="22193" y="6477"/>
                        <a:pt x="22193" y="6477"/>
                      </a:cubicBezTo>
                      <a:lnTo>
                        <a:pt x="22956" y="6286"/>
                      </a:lnTo>
                      <a:close/>
                      <a:moveTo>
                        <a:pt x="25337" y="3619"/>
                      </a:moveTo>
                      <a:lnTo>
                        <a:pt x="25337" y="3334"/>
                      </a:lnTo>
                      <a:cubicBezTo>
                        <a:pt x="25337" y="3334"/>
                        <a:pt x="24765" y="3524"/>
                        <a:pt x="24003" y="3524"/>
                      </a:cubicBezTo>
                      <a:lnTo>
                        <a:pt x="25337" y="3715"/>
                      </a:lnTo>
                      <a:close/>
                      <a:moveTo>
                        <a:pt x="24003" y="13144"/>
                      </a:moveTo>
                      <a:lnTo>
                        <a:pt x="24955" y="13144"/>
                      </a:lnTo>
                      <a:cubicBezTo>
                        <a:pt x="24955" y="13144"/>
                        <a:pt x="24289" y="12573"/>
                        <a:pt x="24003" y="12668"/>
                      </a:cubicBezTo>
                      <a:lnTo>
                        <a:pt x="24003" y="13144"/>
                      </a:lnTo>
                      <a:close/>
                      <a:moveTo>
                        <a:pt x="25813" y="15907"/>
                      </a:moveTo>
                      <a:lnTo>
                        <a:pt x="26480" y="15335"/>
                      </a:lnTo>
                      <a:lnTo>
                        <a:pt x="26194" y="15335"/>
                      </a:lnTo>
                      <a:lnTo>
                        <a:pt x="25813" y="15907"/>
                      </a:lnTo>
                      <a:close/>
                      <a:moveTo>
                        <a:pt x="27527" y="16002"/>
                      </a:moveTo>
                      <a:cubicBezTo>
                        <a:pt x="27527" y="16002"/>
                        <a:pt x="27337" y="15716"/>
                        <a:pt x="27337" y="15526"/>
                      </a:cubicBezTo>
                      <a:cubicBezTo>
                        <a:pt x="27337" y="14859"/>
                        <a:pt x="27623" y="14383"/>
                        <a:pt x="28194" y="14097"/>
                      </a:cubicBezTo>
                      <a:cubicBezTo>
                        <a:pt x="28099" y="14002"/>
                        <a:pt x="28004" y="13906"/>
                        <a:pt x="27813" y="13906"/>
                      </a:cubicBezTo>
                      <a:cubicBezTo>
                        <a:pt x="27813" y="13906"/>
                        <a:pt x="27337" y="14192"/>
                        <a:pt x="26480" y="14669"/>
                      </a:cubicBezTo>
                      <a:cubicBezTo>
                        <a:pt x="27051" y="14859"/>
                        <a:pt x="27337" y="15050"/>
                        <a:pt x="27337" y="15431"/>
                      </a:cubicBezTo>
                      <a:cubicBezTo>
                        <a:pt x="27337" y="15621"/>
                        <a:pt x="27337" y="15811"/>
                        <a:pt x="27147" y="16097"/>
                      </a:cubicBezTo>
                      <a:cubicBezTo>
                        <a:pt x="27051" y="16383"/>
                        <a:pt x="26956" y="16573"/>
                        <a:pt x="26956" y="16669"/>
                      </a:cubicBezTo>
                      <a:cubicBezTo>
                        <a:pt x="26956" y="16859"/>
                        <a:pt x="27241" y="16954"/>
                        <a:pt x="27813" y="16954"/>
                      </a:cubicBezTo>
                      <a:cubicBezTo>
                        <a:pt x="27813" y="16383"/>
                        <a:pt x="27813" y="16097"/>
                        <a:pt x="27623" y="16002"/>
                      </a:cubicBezTo>
                      <a:close/>
                      <a:moveTo>
                        <a:pt x="29242" y="18669"/>
                      </a:moveTo>
                      <a:lnTo>
                        <a:pt x="29433" y="18479"/>
                      </a:lnTo>
                      <a:lnTo>
                        <a:pt x="29051" y="18002"/>
                      </a:lnTo>
                      <a:lnTo>
                        <a:pt x="29242" y="18574"/>
                      </a:lnTo>
                      <a:close/>
                      <a:moveTo>
                        <a:pt x="30289" y="14859"/>
                      </a:moveTo>
                      <a:lnTo>
                        <a:pt x="30861" y="15335"/>
                      </a:lnTo>
                      <a:cubicBezTo>
                        <a:pt x="30861" y="15335"/>
                        <a:pt x="30671" y="14954"/>
                        <a:pt x="30671" y="14859"/>
                      </a:cubicBezTo>
                      <a:lnTo>
                        <a:pt x="30194" y="14859"/>
                      </a:lnTo>
                      <a:close/>
                      <a:moveTo>
                        <a:pt x="30480" y="8001"/>
                      </a:moveTo>
                      <a:lnTo>
                        <a:pt x="30480" y="8477"/>
                      </a:lnTo>
                      <a:lnTo>
                        <a:pt x="30956" y="8001"/>
                      </a:lnTo>
                      <a:lnTo>
                        <a:pt x="30480" y="8001"/>
                      </a:lnTo>
                      <a:close/>
                      <a:moveTo>
                        <a:pt x="30956" y="12954"/>
                      </a:moveTo>
                      <a:lnTo>
                        <a:pt x="32004" y="11906"/>
                      </a:lnTo>
                      <a:lnTo>
                        <a:pt x="31432" y="11906"/>
                      </a:lnTo>
                      <a:lnTo>
                        <a:pt x="30956" y="12954"/>
                      </a:lnTo>
                      <a:close/>
                      <a:moveTo>
                        <a:pt x="31432" y="17812"/>
                      </a:moveTo>
                      <a:lnTo>
                        <a:pt x="32004" y="17621"/>
                      </a:lnTo>
                      <a:cubicBezTo>
                        <a:pt x="32004" y="17621"/>
                        <a:pt x="31718" y="17431"/>
                        <a:pt x="31432" y="17431"/>
                      </a:cubicBezTo>
                      <a:lnTo>
                        <a:pt x="31432" y="17907"/>
                      </a:lnTo>
                      <a:close/>
                      <a:moveTo>
                        <a:pt x="32766" y="7334"/>
                      </a:moveTo>
                      <a:cubicBezTo>
                        <a:pt x="32766" y="7334"/>
                        <a:pt x="33052" y="7334"/>
                        <a:pt x="33242" y="7620"/>
                      </a:cubicBezTo>
                      <a:lnTo>
                        <a:pt x="32766" y="7334"/>
                      </a:lnTo>
                      <a:close/>
                      <a:moveTo>
                        <a:pt x="33624" y="7810"/>
                      </a:moveTo>
                      <a:cubicBezTo>
                        <a:pt x="33624" y="7810"/>
                        <a:pt x="33433" y="7810"/>
                        <a:pt x="33242" y="7620"/>
                      </a:cubicBezTo>
                      <a:lnTo>
                        <a:pt x="33624" y="7810"/>
                      </a:lnTo>
                      <a:close/>
                      <a:moveTo>
                        <a:pt x="33814" y="7906"/>
                      </a:moveTo>
                      <a:lnTo>
                        <a:pt x="33624" y="7906"/>
                      </a:lnTo>
                      <a:cubicBezTo>
                        <a:pt x="33624" y="7906"/>
                        <a:pt x="33909" y="7715"/>
                        <a:pt x="33814" y="7715"/>
                      </a:cubicBezTo>
                      <a:lnTo>
                        <a:pt x="33814" y="7906"/>
                      </a:lnTo>
                      <a:close/>
                      <a:moveTo>
                        <a:pt x="34576" y="5334"/>
                      </a:moveTo>
                      <a:cubicBezTo>
                        <a:pt x="34576" y="5334"/>
                        <a:pt x="34385" y="5334"/>
                        <a:pt x="34100" y="5334"/>
                      </a:cubicBezTo>
                      <a:cubicBezTo>
                        <a:pt x="33909" y="5334"/>
                        <a:pt x="33718" y="5334"/>
                        <a:pt x="33718" y="5144"/>
                      </a:cubicBezTo>
                      <a:cubicBezTo>
                        <a:pt x="33718" y="5048"/>
                        <a:pt x="33718" y="4953"/>
                        <a:pt x="33909" y="4763"/>
                      </a:cubicBezTo>
                      <a:lnTo>
                        <a:pt x="34480" y="5334"/>
                      </a:lnTo>
                      <a:close/>
                      <a:moveTo>
                        <a:pt x="34671" y="13621"/>
                      </a:moveTo>
                      <a:lnTo>
                        <a:pt x="34004" y="13144"/>
                      </a:lnTo>
                      <a:lnTo>
                        <a:pt x="34671" y="13144"/>
                      </a:lnTo>
                      <a:lnTo>
                        <a:pt x="34671" y="13621"/>
                      </a:lnTo>
                      <a:close/>
                      <a:moveTo>
                        <a:pt x="34576" y="5334"/>
                      </a:moveTo>
                      <a:lnTo>
                        <a:pt x="34576" y="5334"/>
                      </a:lnTo>
                      <a:close/>
                      <a:moveTo>
                        <a:pt x="35147" y="9906"/>
                      </a:moveTo>
                      <a:lnTo>
                        <a:pt x="35338" y="9334"/>
                      </a:lnTo>
                      <a:lnTo>
                        <a:pt x="36672" y="9811"/>
                      </a:lnTo>
                      <a:cubicBezTo>
                        <a:pt x="36672" y="9811"/>
                        <a:pt x="36100" y="10096"/>
                        <a:pt x="35909" y="10477"/>
                      </a:cubicBezTo>
                      <a:cubicBezTo>
                        <a:pt x="35909" y="10477"/>
                        <a:pt x="35623" y="10287"/>
                        <a:pt x="35147" y="10001"/>
                      </a:cubicBezTo>
                      <a:close/>
                      <a:moveTo>
                        <a:pt x="36672" y="4096"/>
                      </a:moveTo>
                      <a:cubicBezTo>
                        <a:pt x="36672" y="4096"/>
                        <a:pt x="36481" y="4381"/>
                        <a:pt x="36290" y="4381"/>
                      </a:cubicBezTo>
                      <a:lnTo>
                        <a:pt x="35623" y="4381"/>
                      </a:lnTo>
                      <a:lnTo>
                        <a:pt x="35814" y="3905"/>
                      </a:lnTo>
                      <a:cubicBezTo>
                        <a:pt x="35814" y="3905"/>
                        <a:pt x="36290" y="4096"/>
                        <a:pt x="36672" y="4096"/>
                      </a:cubicBezTo>
                      <a:close/>
                      <a:moveTo>
                        <a:pt x="36386" y="5715"/>
                      </a:moveTo>
                      <a:lnTo>
                        <a:pt x="36386" y="5429"/>
                      </a:lnTo>
                      <a:cubicBezTo>
                        <a:pt x="37243" y="5620"/>
                        <a:pt x="37815" y="5620"/>
                        <a:pt x="38195" y="5620"/>
                      </a:cubicBezTo>
                      <a:lnTo>
                        <a:pt x="38195" y="6096"/>
                      </a:lnTo>
                      <a:lnTo>
                        <a:pt x="36386" y="5810"/>
                      </a:lnTo>
                      <a:close/>
                      <a:moveTo>
                        <a:pt x="38386" y="14192"/>
                      </a:moveTo>
                      <a:lnTo>
                        <a:pt x="37909" y="14192"/>
                      </a:lnTo>
                      <a:lnTo>
                        <a:pt x="38291" y="13621"/>
                      </a:lnTo>
                      <a:cubicBezTo>
                        <a:pt x="38291" y="13621"/>
                        <a:pt x="38386" y="13906"/>
                        <a:pt x="38386" y="14192"/>
                      </a:cubicBezTo>
                      <a:close/>
                      <a:moveTo>
                        <a:pt x="38100" y="13621"/>
                      </a:moveTo>
                      <a:cubicBezTo>
                        <a:pt x="38100" y="13621"/>
                        <a:pt x="38195" y="13430"/>
                        <a:pt x="38386" y="13335"/>
                      </a:cubicBezTo>
                      <a:lnTo>
                        <a:pt x="38386" y="13716"/>
                      </a:lnTo>
                      <a:cubicBezTo>
                        <a:pt x="38386" y="13716"/>
                        <a:pt x="38195" y="13716"/>
                        <a:pt x="38100" y="13716"/>
                      </a:cubicBezTo>
                      <a:close/>
                      <a:moveTo>
                        <a:pt x="38386" y="13335"/>
                      </a:moveTo>
                      <a:lnTo>
                        <a:pt x="38576" y="12954"/>
                      </a:lnTo>
                      <a:cubicBezTo>
                        <a:pt x="38576" y="12954"/>
                        <a:pt x="38576" y="13144"/>
                        <a:pt x="38386" y="13335"/>
                      </a:cubicBezTo>
                      <a:close/>
                      <a:moveTo>
                        <a:pt x="39243" y="1524"/>
                      </a:moveTo>
                      <a:lnTo>
                        <a:pt x="39719" y="2000"/>
                      </a:lnTo>
                      <a:lnTo>
                        <a:pt x="38862" y="2000"/>
                      </a:lnTo>
                      <a:lnTo>
                        <a:pt x="39243" y="1524"/>
                      </a:lnTo>
                      <a:close/>
                      <a:moveTo>
                        <a:pt x="39529" y="7620"/>
                      </a:moveTo>
                      <a:lnTo>
                        <a:pt x="40672" y="8668"/>
                      </a:lnTo>
                      <a:cubicBezTo>
                        <a:pt x="39814" y="8382"/>
                        <a:pt x="39434" y="8192"/>
                        <a:pt x="39434" y="8096"/>
                      </a:cubicBezTo>
                      <a:cubicBezTo>
                        <a:pt x="39434" y="8001"/>
                        <a:pt x="39434" y="7810"/>
                        <a:pt x="39624" y="7620"/>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 name="Google Shape;1267;p99"/>
                <p:cNvSpPr/>
                <p:nvPr/>
              </p:nvSpPr>
              <p:spPr>
                <a:xfrm>
                  <a:off x="7159275" y="1279493"/>
                  <a:ext cx="10287" cy="45338"/>
                </a:xfrm>
                <a:custGeom>
                  <a:avLst/>
                  <a:gdLst/>
                  <a:ahLst/>
                  <a:cxnLst/>
                  <a:rect l="l" t="t" r="r" b="b"/>
                  <a:pathLst>
                    <a:path w="10287" h="45338" extrusionOk="0">
                      <a:moveTo>
                        <a:pt x="9525" y="39338"/>
                      </a:moveTo>
                      <a:cubicBezTo>
                        <a:pt x="9525" y="40386"/>
                        <a:pt x="9525" y="41053"/>
                        <a:pt x="9334" y="41338"/>
                      </a:cubicBezTo>
                      <a:cubicBezTo>
                        <a:pt x="9716" y="42863"/>
                        <a:pt x="9620" y="44005"/>
                        <a:pt x="9144" y="44767"/>
                      </a:cubicBezTo>
                      <a:cubicBezTo>
                        <a:pt x="8763" y="44958"/>
                        <a:pt x="8382" y="45053"/>
                        <a:pt x="7811" y="45053"/>
                      </a:cubicBezTo>
                      <a:lnTo>
                        <a:pt x="6191" y="45053"/>
                      </a:lnTo>
                      <a:cubicBezTo>
                        <a:pt x="6191" y="44482"/>
                        <a:pt x="6191" y="44196"/>
                        <a:pt x="6001" y="44196"/>
                      </a:cubicBezTo>
                      <a:cubicBezTo>
                        <a:pt x="6001" y="44958"/>
                        <a:pt x="5715" y="45339"/>
                        <a:pt x="5143" y="45339"/>
                      </a:cubicBezTo>
                      <a:cubicBezTo>
                        <a:pt x="4953" y="45339"/>
                        <a:pt x="4572" y="45339"/>
                        <a:pt x="4191" y="45148"/>
                      </a:cubicBezTo>
                      <a:cubicBezTo>
                        <a:pt x="3715" y="45053"/>
                        <a:pt x="3429" y="44958"/>
                        <a:pt x="3238" y="44958"/>
                      </a:cubicBezTo>
                      <a:cubicBezTo>
                        <a:pt x="2953" y="44958"/>
                        <a:pt x="2857" y="44958"/>
                        <a:pt x="2667" y="45053"/>
                      </a:cubicBezTo>
                      <a:cubicBezTo>
                        <a:pt x="2572" y="44863"/>
                        <a:pt x="2381" y="44863"/>
                        <a:pt x="2191" y="44863"/>
                      </a:cubicBezTo>
                      <a:cubicBezTo>
                        <a:pt x="2095" y="44863"/>
                        <a:pt x="1905" y="44863"/>
                        <a:pt x="1714" y="44863"/>
                      </a:cubicBezTo>
                      <a:cubicBezTo>
                        <a:pt x="1524" y="44863"/>
                        <a:pt x="1429" y="44863"/>
                        <a:pt x="1334" y="44863"/>
                      </a:cubicBezTo>
                      <a:cubicBezTo>
                        <a:pt x="1143" y="44863"/>
                        <a:pt x="952" y="44863"/>
                        <a:pt x="857" y="44672"/>
                      </a:cubicBezTo>
                      <a:cubicBezTo>
                        <a:pt x="476" y="42958"/>
                        <a:pt x="285" y="41053"/>
                        <a:pt x="285" y="39148"/>
                      </a:cubicBezTo>
                      <a:cubicBezTo>
                        <a:pt x="285" y="37624"/>
                        <a:pt x="476" y="35052"/>
                        <a:pt x="857" y="31528"/>
                      </a:cubicBezTo>
                      <a:cubicBezTo>
                        <a:pt x="381" y="28956"/>
                        <a:pt x="285" y="24670"/>
                        <a:pt x="571" y="18764"/>
                      </a:cubicBezTo>
                      <a:cubicBezTo>
                        <a:pt x="191" y="18383"/>
                        <a:pt x="0" y="18098"/>
                        <a:pt x="0" y="17907"/>
                      </a:cubicBezTo>
                      <a:cubicBezTo>
                        <a:pt x="0" y="17812"/>
                        <a:pt x="0" y="17621"/>
                        <a:pt x="285" y="17431"/>
                      </a:cubicBezTo>
                      <a:cubicBezTo>
                        <a:pt x="476" y="17240"/>
                        <a:pt x="571" y="17050"/>
                        <a:pt x="571" y="16859"/>
                      </a:cubicBezTo>
                      <a:cubicBezTo>
                        <a:pt x="571" y="16669"/>
                        <a:pt x="476" y="16383"/>
                        <a:pt x="285" y="16002"/>
                      </a:cubicBezTo>
                      <a:cubicBezTo>
                        <a:pt x="476" y="15716"/>
                        <a:pt x="476" y="15050"/>
                        <a:pt x="285" y="13906"/>
                      </a:cubicBezTo>
                      <a:cubicBezTo>
                        <a:pt x="95" y="12954"/>
                        <a:pt x="285" y="12382"/>
                        <a:pt x="1143" y="12192"/>
                      </a:cubicBezTo>
                      <a:lnTo>
                        <a:pt x="285" y="10763"/>
                      </a:lnTo>
                      <a:cubicBezTo>
                        <a:pt x="285" y="10763"/>
                        <a:pt x="762" y="10287"/>
                        <a:pt x="762" y="9811"/>
                      </a:cubicBezTo>
                      <a:cubicBezTo>
                        <a:pt x="762" y="9525"/>
                        <a:pt x="762" y="8953"/>
                        <a:pt x="476" y="8287"/>
                      </a:cubicBezTo>
                      <a:cubicBezTo>
                        <a:pt x="285" y="7525"/>
                        <a:pt x="191" y="6953"/>
                        <a:pt x="191" y="6572"/>
                      </a:cubicBezTo>
                      <a:cubicBezTo>
                        <a:pt x="191" y="6096"/>
                        <a:pt x="285" y="5620"/>
                        <a:pt x="667" y="5334"/>
                      </a:cubicBezTo>
                      <a:cubicBezTo>
                        <a:pt x="571" y="4096"/>
                        <a:pt x="476" y="3334"/>
                        <a:pt x="476" y="3143"/>
                      </a:cubicBezTo>
                      <a:cubicBezTo>
                        <a:pt x="476" y="1715"/>
                        <a:pt x="1048" y="762"/>
                        <a:pt x="2095" y="381"/>
                      </a:cubicBezTo>
                      <a:lnTo>
                        <a:pt x="3143" y="381"/>
                      </a:lnTo>
                      <a:cubicBezTo>
                        <a:pt x="3143" y="381"/>
                        <a:pt x="4191" y="381"/>
                        <a:pt x="4953" y="190"/>
                      </a:cubicBezTo>
                      <a:cubicBezTo>
                        <a:pt x="5810" y="95"/>
                        <a:pt x="6382" y="0"/>
                        <a:pt x="6858" y="0"/>
                      </a:cubicBezTo>
                      <a:cubicBezTo>
                        <a:pt x="8001" y="0"/>
                        <a:pt x="8858" y="476"/>
                        <a:pt x="9430" y="1429"/>
                      </a:cubicBezTo>
                      <a:cubicBezTo>
                        <a:pt x="9430" y="4667"/>
                        <a:pt x="9430" y="9620"/>
                        <a:pt x="9430" y="16192"/>
                      </a:cubicBezTo>
                      <a:cubicBezTo>
                        <a:pt x="9430" y="16192"/>
                        <a:pt x="9239" y="16192"/>
                        <a:pt x="8858" y="16383"/>
                      </a:cubicBezTo>
                      <a:cubicBezTo>
                        <a:pt x="8858" y="16669"/>
                        <a:pt x="8858" y="16859"/>
                        <a:pt x="9334" y="17145"/>
                      </a:cubicBezTo>
                      <a:cubicBezTo>
                        <a:pt x="9716" y="17335"/>
                        <a:pt x="9906" y="17526"/>
                        <a:pt x="9906" y="17621"/>
                      </a:cubicBezTo>
                      <a:cubicBezTo>
                        <a:pt x="9906" y="17812"/>
                        <a:pt x="9716" y="17907"/>
                        <a:pt x="9430" y="18098"/>
                      </a:cubicBezTo>
                      <a:lnTo>
                        <a:pt x="8858" y="18574"/>
                      </a:lnTo>
                      <a:cubicBezTo>
                        <a:pt x="9334" y="19145"/>
                        <a:pt x="9525" y="19907"/>
                        <a:pt x="9525" y="20669"/>
                      </a:cubicBezTo>
                      <a:cubicBezTo>
                        <a:pt x="9525" y="21050"/>
                        <a:pt x="9525" y="21622"/>
                        <a:pt x="9334" y="22479"/>
                      </a:cubicBezTo>
                      <a:cubicBezTo>
                        <a:pt x="9239" y="23241"/>
                        <a:pt x="9144" y="23908"/>
                        <a:pt x="9144" y="24289"/>
                      </a:cubicBezTo>
                      <a:cubicBezTo>
                        <a:pt x="9144" y="24765"/>
                        <a:pt x="9144" y="25336"/>
                        <a:pt x="9334" y="25717"/>
                      </a:cubicBezTo>
                      <a:cubicBezTo>
                        <a:pt x="9334" y="28480"/>
                        <a:pt x="9334" y="32385"/>
                        <a:pt x="9144" y="37433"/>
                      </a:cubicBezTo>
                      <a:cubicBezTo>
                        <a:pt x="9144" y="37624"/>
                        <a:pt x="9430" y="37624"/>
                        <a:pt x="9620" y="37624"/>
                      </a:cubicBezTo>
                      <a:lnTo>
                        <a:pt x="10287" y="37624"/>
                      </a:lnTo>
                      <a:cubicBezTo>
                        <a:pt x="9810" y="37909"/>
                        <a:pt x="9525" y="38481"/>
                        <a:pt x="9525" y="39338"/>
                      </a:cubicBezTo>
                      <a:close/>
                      <a:moveTo>
                        <a:pt x="2000" y="11240"/>
                      </a:moveTo>
                      <a:cubicBezTo>
                        <a:pt x="2000" y="11240"/>
                        <a:pt x="1810" y="11335"/>
                        <a:pt x="1810" y="11430"/>
                      </a:cubicBezTo>
                      <a:cubicBezTo>
                        <a:pt x="1810" y="11621"/>
                        <a:pt x="1905" y="11716"/>
                        <a:pt x="2095" y="11811"/>
                      </a:cubicBezTo>
                      <a:cubicBezTo>
                        <a:pt x="2286" y="11906"/>
                        <a:pt x="2477" y="11906"/>
                        <a:pt x="2572" y="11811"/>
                      </a:cubicBezTo>
                      <a:cubicBezTo>
                        <a:pt x="2381" y="11525"/>
                        <a:pt x="2191" y="11335"/>
                        <a:pt x="2000" y="11240"/>
                      </a:cubicBezTo>
                      <a:close/>
                      <a:moveTo>
                        <a:pt x="2191" y="10287"/>
                      </a:moveTo>
                      <a:lnTo>
                        <a:pt x="2857" y="9430"/>
                      </a:lnTo>
                      <a:lnTo>
                        <a:pt x="2095" y="9715"/>
                      </a:lnTo>
                      <a:cubicBezTo>
                        <a:pt x="2095" y="9715"/>
                        <a:pt x="2286" y="9906"/>
                        <a:pt x="2286" y="10287"/>
                      </a:cubicBezTo>
                      <a:close/>
                      <a:moveTo>
                        <a:pt x="2000" y="40196"/>
                      </a:moveTo>
                      <a:lnTo>
                        <a:pt x="2762" y="40196"/>
                      </a:lnTo>
                      <a:cubicBezTo>
                        <a:pt x="2762" y="40196"/>
                        <a:pt x="2572" y="39910"/>
                        <a:pt x="2381" y="39910"/>
                      </a:cubicBezTo>
                      <a:cubicBezTo>
                        <a:pt x="2191" y="39910"/>
                        <a:pt x="2000" y="39910"/>
                        <a:pt x="2000" y="40196"/>
                      </a:cubicBezTo>
                      <a:close/>
                      <a:moveTo>
                        <a:pt x="8667" y="17717"/>
                      </a:moveTo>
                      <a:cubicBezTo>
                        <a:pt x="8667" y="17717"/>
                        <a:pt x="8573" y="18193"/>
                        <a:pt x="8763" y="18288"/>
                      </a:cubicBezTo>
                      <a:cubicBezTo>
                        <a:pt x="9144" y="18002"/>
                        <a:pt x="9334" y="17812"/>
                        <a:pt x="9334" y="17621"/>
                      </a:cubicBezTo>
                      <a:cubicBezTo>
                        <a:pt x="9334" y="17431"/>
                        <a:pt x="9144" y="17240"/>
                        <a:pt x="8667" y="16954"/>
                      </a:cubicBezTo>
                      <a:cubicBezTo>
                        <a:pt x="8191" y="16669"/>
                        <a:pt x="8001" y="16383"/>
                        <a:pt x="8001" y="16192"/>
                      </a:cubicBezTo>
                      <a:lnTo>
                        <a:pt x="7715" y="16383"/>
                      </a:lnTo>
                      <a:lnTo>
                        <a:pt x="8191" y="16859"/>
                      </a:lnTo>
                      <a:lnTo>
                        <a:pt x="7715" y="17335"/>
                      </a:lnTo>
                      <a:cubicBezTo>
                        <a:pt x="7715" y="17335"/>
                        <a:pt x="7429" y="17050"/>
                        <a:pt x="7239" y="16669"/>
                      </a:cubicBezTo>
                      <a:cubicBezTo>
                        <a:pt x="7048" y="16383"/>
                        <a:pt x="6858" y="16192"/>
                        <a:pt x="6668" y="16192"/>
                      </a:cubicBezTo>
                      <a:cubicBezTo>
                        <a:pt x="6572" y="16192"/>
                        <a:pt x="6382" y="16192"/>
                        <a:pt x="6191" y="16288"/>
                      </a:cubicBezTo>
                      <a:lnTo>
                        <a:pt x="6953" y="17050"/>
                      </a:lnTo>
                      <a:cubicBezTo>
                        <a:pt x="6953" y="17050"/>
                        <a:pt x="6477" y="17526"/>
                        <a:pt x="6001" y="17621"/>
                      </a:cubicBezTo>
                      <a:cubicBezTo>
                        <a:pt x="5429" y="17812"/>
                        <a:pt x="5048" y="17907"/>
                        <a:pt x="4953" y="17907"/>
                      </a:cubicBezTo>
                      <a:cubicBezTo>
                        <a:pt x="6477" y="18383"/>
                        <a:pt x="7334" y="18193"/>
                        <a:pt x="7620" y="17335"/>
                      </a:cubicBezTo>
                      <a:cubicBezTo>
                        <a:pt x="7906" y="17812"/>
                        <a:pt x="8001" y="18002"/>
                        <a:pt x="8096" y="17907"/>
                      </a:cubicBezTo>
                      <a:cubicBezTo>
                        <a:pt x="8096" y="17812"/>
                        <a:pt x="8096" y="17526"/>
                        <a:pt x="8477" y="17335"/>
                      </a:cubicBezTo>
                      <a:cubicBezTo>
                        <a:pt x="8858" y="17335"/>
                        <a:pt x="9049" y="17526"/>
                        <a:pt x="8858" y="17812"/>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 name="Google Shape;1268;p99"/>
                <p:cNvSpPr/>
                <p:nvPr/>
              </p:nvSpPr>
              <p:spPr>
                <a:xfrm>
                  <a:off x="7173562" y="1279738"/>
                  <a:ext cx="30956" cy="44998"/>
                </a:xfrm>
                <a:custGeom>
                  <a:avLst/>
                  <a:gdLst/>
                  <a:ahLst/>
                  <a:cxnLst/>
                  <a:rect l="l" t="t" r="r" b="b"/>
                  <a:pathLst>
                    <a:path w="30956" h="44998" extrusionOk="0">
                      <a:moveTo>
                        <a:pt x="30480" y="1850"/>
                      </a:moveTo>
                      <a:lnTo>
                        <a:pt x="30956" y="9756"/>
                      </a:lnTo>
                      <a:cubicBezTo>
                        <a:pt x="30004" y="10042"/>
                        <a:pt x="28670" y="10137"/>
                        <a:pt x="27051" y="9947"/>
                      </a:cubicBezTo>
                      <a:cubicBezTo>
                        <a:pt x="25146" y="9756"/>
                        <a:pt x="23813" y="9756"/>
                        <a:pt x="23241" y="9756"/>
                      </a:cubicBezTo>
                      <a:cubicBezTo>
                        <a:pt x="21907" y="9947"/>
                        <a:pt x="20764" y="10613"/>
                        <a:pt x="19907" y="11661"/>
                      </a:cubicBezTo>
                      <a:cubicBezTo>
                        <a:pt x="19907" y="11947"/>
                        <a:pt x="20002" y="12233"/>
                        <a:pt x="20002" y="12518"/>
                      </a:cubicBezTo>
                      <a:cubicBezTo>
                        <a:pt x="20002" y="12804"/>
                        <a:pt x="20002" y="13280"/>
                        <a:pt x="19812" y="13852"/>
                      </a:cubicBezTo>
                      <a:cubicBezTo>
                        <a:pt x="19717" y="14423"/>
                        <a:pt x="19621" y="14900"/>
                        <a:pt x="19621" y="15185"/>
                      </a:cubicBezTo>
                      <a:cubicBezTo>
                        <a:pt x="19621" y="15662"/>
                        <a:pt x="19621" y="16043"/>
                        <a:pt x="19812" y="16424"/>
                      </a:cubicBezTo>
                      <a:cubicBezTo>
                        <a:pt x="19907" y="16614"/>
                        <a:pt x="20002" y="16900"/>
                        <a:pt x="20002" y="16995"/>
                      </a:cubicBezTo>
                      <a:cubicBezTo>
                        <a:pt x="20002" y="17281"/>
                        <a:pt x="20002" y="17567"/>
                        <a:pt x="19812" y="17852"/>
                      </a:cubicBezTo>
                      <a:cubicBezTo>
                        <a:pt x="19621" y="18233"/>
                        <a:pt x="19526" y="18424"/>
                        <a:pt x="19526" y="18614"/>
                      </a:cubicBezTo>
                      <a:cubicBezTo>
                        <a:pt x="19526" y="18805"/>
                        <a:pt x="19526" y="18995"/>
                        <a:pt x="19812" y="19186"/>
                      </a:cubicBezTo>
                      <a:lnTo>
                        <a:pt x="19621" y="21662"/>
                      </a:lnTo>
                      <a:cubicBezTo>
                        <a:pt x="19621" y="21662"/>
                        <a:pt x="19335" y="21186"/>
                        <a:pt x="19050" y="21091"/>
                      </a:cubicBezTo>
                      <a:cubicBezTo>
                        <a:pt x="18479" y="20996"/>
                        <a:pt x="18192" y="20900"/>
                        <a:pt x="18098" y="20805"/>
                      </a:cubicBezTo>
                      <a:cubicBezTo>
                        <a:pt x="17907" y="20900"/>
                        <a:pt x="17907" y="21091"/>
                        <a:pt x="17907" y="21186"/>
                      </a:cubicBezTo>
                      <a:cubicBezTo>
                        <a:pt x="17907" y="21377"/>
                        <a:pt x="17907" y="21472"/>
                        <a:pt x="17907" y="21662"/>
                      </a:cubicBezTo>
                      <a:cubicBezTo>
                        <a:pt x="18098" y="21567"/>
                        <a:pt x="18288" y="21472"/>
                        <a:pt x="18479" y="21472"/>
                      </a:cubicBezTo>
                      <a:cubicBezTo>
                        <a:pt x="18764" y="21472"/>
                        <a:pt x="18955" y="21758"/>
                        <a:pt x="19145" y="22329"/>
                      </a:cubicBezTo>
                      <a:cubicBezTo>
                        <a:pt x="19241" y="22996"/>
                        <a:pt x="19431" y="23472"/>
                        <a:pt x="19526" y="23567"/>
                      </a:cubicBezTo>
                      <a:lnTo>
                        <a:pt x="19241" y="23567"/>
                      </a:lnTo>
                      <a:cubicBezTo>
                        <a:pt x="19717" y="24806"/>
                        <a:pt x="20002" y="26520"/>
                        <a:pt x="20002" y="28711"/>
                      </a:cubicBezTo>
                      <a:cubicBezTo>
                        <a:pt x="20002" y="30521"/>
                        <a:pt x="20002" y="32235"/>
                        <a:pt x="20002" y="34045"/>
                      </a:cubicBezTo>
                      <a:cubicBezTo>
                        <a:pt x="20002" y="35093"/>
                        <a:pt x="20098" y="36045"/>
                        <a:pt x="20288" y="36807"/>
                      </a:cubicBezTo>
                      <a:cubicBezTo>
                        <a:pt x="20288" y="36807"/>
                        <a:pt x="20479" y="36807"/>
                        <a:pt x="20669" y="36998"/>
                      </a:cubicBezTo>
                      <a:cubicBezTo>
                        <a:pt x="20955" y="37188"/>
                        <a:pt x="21145" y="37188"/>
                        <a:pt x="21336" y="37093"/>
                      </a:cubicBezTo>
                      <a:cubicBezTo>
                        <a:pt x="21050" y="37664"/>
                        <a:pt x="20860" y="39093"/>
                        <a:pt x="20860" y="41379"/>
                      </a:cubicBezTo>
                      <a:cubicBezTo>
                        <a:pt x="20860" y="42617"/>
                        <a:pt x="20384" y="43475"/>
                        <a:pt x="19621" y="43951"/>
                      </a:cubicBezTo>
                      <a:cubicBezTo>
                        <a:pt x="19717" y="43951"/>
                        <a:pt x="19812" y="44237"/>
                        <a:pt x="19812" y="44522"/>
                      </a:cubicBezTo>
                      <a:cubicBezTo>
                        <a:pt x="19431" y="44522"/>
                        <a:pt x="18098" y="44522"/>
                        <a:pt x="15907" y="44522"/>
                      </a:cubicBezTo>
                      <a:cubicBezTo>
                        <a:pt x="14288" y="44522"/>
                        <a:pt x="13049" y="44618"/>
                        <a:pt x="12097" y="44999"/>
                      </a:cubicBezTo>
                      <a:cubicBezTo>
                        <a:pt x="11335" y="44332"/>
                        <a:pt x="10859" y="43284"/>
                        <a:pt x="10859" y="41951"/>
                      </a:cubicBezTo>
                      <a:cubicBezTo>
                        <a:pt x="10859" y="40808"/>
                        <a:pt x="10859" y="39665"/>
                        <a:pt x="10859" y="38522"/>
                      </a:cubicBezTo>
                      <a:cubicBezTo>
                        <a:pt x="11049" y="34235"/>
                        <a:pt x="11144" y="29759"/>
                        <a:pt x="11144" y="25091"/>
                      </a:cubicBezTo>
                      <a:cubicBezTo>
                        <a:pt x="11144" y="20424"/>
                        <a:pt x="11144" y="15662"/>
                        <a:pt x="10859" y="10804"/>
                      </a:cubicBezTo>
                      <a:cubicBezTo>
                        <a:pt x="10668" y="10042"/>
                        <a:pt x="10001" y="9661"/>
                        <a:pt x="9049" y="9661"/>
                      </a:cubicBezTo>
                      <a:cubicBezTo>
                        <a:pt x="8858" y="9661"/>
                        <a:pt x="8573" y="9661"/>
                        <a:pt x="8287" y="9661"/>
                      </a:cubicBezTo>
                      <a:lnTo>
                        <a:pt x="7525" y="9661"/>
                      </a:lnTo>
                      <a:cubicBezTo>
                        <a:pt x="7048" y="9661"/>
                        <a:pt x="6668" y="9661"/>
                        <a:pt x="6286" y="9470"/>
                      </a:cubicBezTo>
                      <a:cubicBezTo>
                        <a:pt x="6668" y="9470"/>
                        <a:pt x="5525" y="9470"/>
                        <a:pt x="2857" y="9470"/>
                      </a:cubicBezTo>
                      <a:cubicBezTo>
                        <a:pt x="1714" y="9470"/>
                        <a:pt x="762" y="9185"/>
                        <a:pt x="0" y="8613"/>
                      </a:cubicBezTo>
                      <a:lnTo>
                        <a:pt x="0" y="803"/>
                      </a:lnTo>
                      <a:cubicBezTo>
                        <a:pt x="0" y="803"/>
                        <a:pt x="381" y="1088"/>
                        <a:pt x="667" y="1088"/>
                      </a:cubicBezTo>
                      <a:cubicBezTo>
                        <a:pt x="1143" y="1088"/>
                        <a:pt x="1619" y="803"/>
                        <a:pt x="2000" y="231"/>
                      </a:cubicBezTo>
                      <a:cubicBezTo>
                        <a:pt x="4286" y="41"/>
                        <a:pt x="7715" y="41"/>
                        <a:pt x="12287" y="231"/>
                      </a:cubicBezTo>
                      <a:cubicBezTo>
                        <a:pt x="16859" y="326"/>
                        <a:pt x="20288" y="231"/>
                        <a:pt x="22765" y="136"/>
                      </a:cubicBezTo>
                      <a:cubicBezTo>
                        <a:pt x="22765" y="326"/>
                        <a:pt x="23050" y="422"/>
                        <a:pt x="23241" y="422"/>
                      </a:cubicBezTo>
                      <a:cubicBezTo>
                        <a:pt x="23432" y="422"/>
                        <a:pt x="23622" y="422"/>
                        <a:pt x="23813" y="231"/>
                      </a:cubicBezTo>
                      <a:cubicBezTo>
                        <a:pt x="24098" y="136"/>
                        <a:pt x="24289" y="41"/>
                        <a:pt x="24384" y="41"/>
                      </a:cubicBezTo>
                      <a:cubicBezTo>
                        <a:pt x="24860" y="326"/>
                        <a:pt x="26003" y="326"/>
                        <a:pt x="28004" y="41"/>
                      </a:cubicBezTo>
                      <a:cubicBezTo>
                        <a:pt x="29432" y="-150"/>
                        <a:pt x="30194" y="326"/>
                        <a:pt x="30289" y="1565"/>
                      </a:cubicBezTo>
                      <a:close/>
                      <a:moveTo>
                        <a:pt x="4953" y="3565"/>
                      </a:moveTo>
                      <a:cubicBezTo>
                        <a:pt x="5334" y="2993"/>
                        <a:pt x="5810" y="2708"/>
                        <a:pt x="6477" y="2708"/>
                      </a:cubicBezTo>
                      <a:cubicBezTo>
                        <a:pt x="6668" y="2708"/>
                        <a:pt x="7048" y="2708"/>
                        <a:pt x="7620" y="2898"/>
                      </a:cubicBezTo>
                      <a:cubicBezTo>
                        <a:pt x="8096" y="2993"/>
                        <a:pt x="8477" y="3089"/>
                        <a:pt x="8858" y="3089"/>
                      </a:cubicBezTo>
                      <a:cubicBezTo>
                        <a:pt x="9239" y="3089"/>
                        <a:pt x="9430" y="3089"/>
                        <a:pt x="9716" y="2993"/>
                      </a:cubicBezTo>
                      <a:lnTo>
                        <a:pt x="8858" y="2136"/>
                      </a:lnTo>
                      <a:cubicBezTo>
                        <a:pt x="8858" y="2136"/>
                        <a:pt x="8382" y="1946"/>
                        <a:pt x="8382" y="1660"/>
                      </a:cubicBezTo>
                      <a:cubicBezTo>
                        <a:pt x="8382" y="1279"/>
                        <a:pt x="8382" y="1088"/>
                        <a:pt x="8382" y="1088"/>
                      </a:cubicBezTo>
                      <a:cubicBezTo>
                        <a:pt x="8287" y="1279"/>
                        <a:pt x="8096" y="1469"/>
                        <a:pt x="8001" y="1469"/>
                      </a:cubicBezTo>
                      <a:cubicBezTo>
                        <a:pt x="8001" y="1469"/>
                        <a:pt x="7811" y="1469"/>
                        <a:pt x="7715" y="1469"/>
                      </a:cubicBezTo>
                      <a:cubicBezTo>
                        <a:pt x="7715" y="1469"/>
                        <a:pt x="7715" y="1660"/>
                        <a:pt x="7715" y="2041"/>
                      </a:cubicBezTo>
                      <a:cubicBezTo>
                        <a:pt x="7239" y="2327"/>
                        <a:pt x="6668" y="2517"/>
                        <a:pt x="5905" y="2612"/>
                      </a:cubicBezTo>
                      <a:cubicBezTo>
                        <a:pt x="5048" y="2612"/>
                        <a:pt x="4476" y="2803"/>
                        <a:pt x="4191" y="2898"/>
                      </a:cubicBezTo>
                      <a:lnTo>
                        <a:pt x="5334" y="2898"/>
                      </a:lnTo>
                      <a:cubicBezTo>
                        <a:pt x="5334" y="2898"/>
                        <a:pt x="4858" y="3470"/>
                        <a:pt x="4667" y="3565"/>
                      </a:cubicBezTo>
                      <a:cubicBezTo>
                        <a:pt x="4667" y="3565"/>
                        <a:pt x="4667" y="3565"/>
                        <a:pt x="4667" y="3565"/>
                      </a:cubicBezTo>
                      <a:cubicBezTo>
                        <a:pt x="4667" y="3565"/>
                        <a:pt x="4476" y="3565"/>
                        <a:pt x="4476" y="3755"/>
                      </a:cubicBezTo>
                      <a:cubicBezTo>
                        <a:pt x="4191" y="3755"/>
                        <a:pt x="4096" y="3851"/>
                        <a:pt x="3905" y="3851"/>
                      </a:cubicBezTo>
                      <a:cubicBezTo>
                        <a:pt x="3810" y="3851"/>
                        <a:pt x="3524" y="3851"/>
                        <a:pt x="3238" y="3851"/>
                      </a:cubicBezTo>
                      <a:cubicBezTo>
                        <a:pt x="2477" y="3851"/>
                        <a:pt x="1905" y="3851"/>
                        <a:pt x="1619" y="3851"/>
                      </a:cubicBezTo>
                      <a:lnTo>
                        <a:pt x="1619" y="3565"/>
                      </a:lnTo>
                      <a:lnTo>
                        <a:pt x="952" y="4327"/>
                      </a:lnTo>
                      <a:cubicBezTo>
                        <a:pt x="952" y="4327"/>
                        <a:pt x="1334" y="4422"/>
                        <a:pt x="1619" y="4422"/>
                      </a:cubicBezTo>
                      <a:cubicBezTo>
                        <a:pt x="1619" y="4422"/>
                        <a:pt x="2286" y="4232"/>
                        <a:pt x="3334" y="3851"/>
                      </a:cubicBezTo>
                      <a:lnTo>
                        <a:pt x="4000" y="3851"/>
                      </a:lnTo>
                      <a:cubicBezTo>
                        <a:pt x="4000" y="3851"/>
                        <a:pt x="4191" y="4041"/>
                        <a:pt x="4286" y="4136"/>
                      </a:cubicBezTo>
                      <a:cubicBezTo>
                        <a:pt x="4286" y="4232"/>
                        <a:pt x="4476" y="4422"/>
                        <a:pt x="4572" y="4613"/>
                      </a:cubicBezTo>
                      <a:lnTo>
                        <a:pt x="4382" y="4232"/>
                      </a:lnTo>
                      <a:cubicBezTo>
                        <a:pt x="4382" y="4232"/>
                        <a:pt x="4382" y="3851"/>
                        <a:pt x="4572" y="3755"/>
                      </a:cubicBezTo>
                      <a:cubicBezTo>
                        <a:pt x="4572" y="3755"/>
                        <a:pt x="4763" y="3755"/>
                        <a:pt x="4858" y="3660"/>
                      </a:cubicBezTo>
                      <a:cubicBezTo>
                        <a:pt x="5143" y="4041"/>
                        <a:pt x="5239" y="4232"/>
                        <a:pt x="5239" y="4327"/>
                      </a:cubicBezTo>
                      <a:lnTo>
                        <a:pt x="6763" y="4041"/>
                      </a:lnTo>
                      <a:lnTo>
                        <a:pt x="5239" y="3851"/>
                      </a:lnTo>
                      <a:close/>
                      <a:moveTo>
                        <a:pt x="3810" y="6137"/>
                      </a:moveTo>
                      <a:lnTo>
                        <a:pt x="4763" y="5660"/>
                      </a:lnTo>
                      <a:lnTo>
                        <a:pt x="4286" y="5660"/>
                      </a:lnTo>
                      <a:lnTo>
                        <a:pt x="3810" y="6137"/>
                      </a:lnTo>
                      <a:close/>
                      <a:moveTo>
                        <a:pt x="10859" y="1850"/>
                      </a:moveTo>
                      <a:lnTo>
                        <a:pt x="11525" y="1088"/>
                      </a:lnTo>
                      <a:cubicBezTo>
                        <a:pt x="11525" y="1088"/>
                        <a:pt x="10954" y="898"/>
                        <a:pt x="10668" y="803"/>
                      </a:cubicBezTo>
                      <a:lnTo>
                        <a:pt x="9906" y="1850"/>
                      </a:lnTo>
                      <a:lnTo>
                        <a:pt x="9144" y="1374"/>
                      </a:lnTo>
                      <a:lnTo>
                        <a:pt x="10287" y="2422"/>
                      </a:lnTo>
                      <a:cubicBezTo>
                        <a:pt x="10287" y="1660"/>
                        <a:pt x="10382" y="1279"/>
                        <a:pt x="10763" y="1088"/>
                      </a:cubicBezTo>
                      <a:cubicBezTo>
                        <a:pt x="10859" y="1088"/>
                        <a:pt x="10954" y="1374"/>
                        <a:pt x="10954" y="1850"/>
                      </a:cubicBezTo>
                      <a:close/>
                      <a:moveTo>
                        <a:pt x="13049" y="24234"/>
                      </a:moveTo>
                      <a:cubicBezTo>
                        <a:pt x="13716" y="24234"/>
                        <a:pt x="14097" y="24234"/>
                        <a:pt x="14001" y="24044"/>
                      </a:cubicBezTo>
                      <a:cubicBezTo>
                        <a:pt x="13811" y="24044"/>
                        <a:pt x="13525" y="24044"/>
                        <a:pt x="13049" y="24234"/>
                      </a:cubicBezTo>
                      <a:cubicBezTo>
                        <a:pt x="12859" y="24234"/>
                        <a:pt x="12763" y="24234"/>
                        <a:pt x="12573" y="24234"/>
                      </a:cubicBezTo>
                      <a:cubicBezTo>
                        <a:pt x="12763" y="24234"/>
                        <a:pt x="12954" y="24234"/>
                        <a:pt x="13049" y="24234"/>
                      </a:cubicBezTo>
                      <a:close/>
                      <a:moveTo>
                        <a:pt x="19050" y="23377"/>
                      </a:moveTo>
                      <a:cubicBezTo>
                        <a:pt x="19050" y="23377"/>
                        <a:pt x="18002" y="22901"/>
                        <a:pt x="17240" y="22901"/>
                      </a:cubicBezTo>
                      <a:cubicBezTo>
                        <a:pt x="16288" y="22901"/>
                        <a:pt x="15621" y="22901"/>
                        <a:pt x="15335" y="22710"/>
                      </a:cubicBezTo>
                      <a:lnTo>
                        <a:pt x="16859" y="23567"/>
                      </a:lnTo>
                      <a:cubicBezTo>
                        <a:pt x="16859" y="23567"/>
                        <a:pt x="16573" y="23758"/>
                        <a:pt x="16573" y="24044"/>
                      </a:cubicBezTo>
                      <a:lnTo>
                        <a:pt x="17050" y="24044"/>
                      </a:lnTo>
                      <a:cubicBezTo>
                        <a:pt x="17050" y="24044"/>
                        <a:pt x="17240" y="24234"/>
                        <a:pt x="17240" y="24234"/>
                      </a:cubicBezTo>
                      <a:cubicBezTo>
                        <a:pt x="17240" y="24234"/>
                        <a:pt x="17240" y="24425"/>
                        <a:pt x="17050" y="24520"/>
                      </a:cubicBezTo>
                      <a:cubicBezTo>
                        <a:pt x="16954" y="24710"/>
                        <a:pt x="16954" y="24901"/>
                        <a:pt x="17050" y="24996"/>
                      </a:cubicBezTo>
                      <a:lnTo>
                        <a:pt x="18002" y="24996"/>
                      </a:lnTo>
                      <a:cubicBezTo>
                        <a:pt x="18002" y="24996"/>
                        <a:pt x="17336" y="24234"/>
                        <a:pt x="17336" y="24044"/>
                      </a:cubicBezTo>
                      <a:cubicBezTo>
                        <a:pt x="17336" y="23853"/>
                        <a:pt x="17431" y="23758"/>
                        <a:pt x="17621" y="23663"/>
                      </a:cubicBezTo>
                      <a:cubicBezTo>
                        <a:pt x="17812" y="23663"/>
                        <a:pt x="18098" y="23472"/>
                        <a:pt x="18383" y="23377"/>
                      </a:cubicBezTo>
                      <a:cubicBezTo>
                        <a:pt x="18669" y="23377"/>
                        <a:pt x="18859" y="23377"/>
                        <a:pt x="19145" y="23663"/>
                      </a:cubicBezTo>
                      <a:lnTo>
                        <a:pt x="19145" y="23186"/>
                      </a:lnTo>
                      <a:close/>
                      <a:moveTo>
                        <a:pt x="16859" y="19567"/>
                      </a:moveTo>
                      <a:cubicBezTo>
                        <a:pt x="16859" y="19567"/>
                        <a:pt x="17336" y="20043"/>
                        <a:pt x="17716" y="20043"/>
                      </a:cubicBezTo>
                      <a:cubicBezTo>
                        <a:pt x="18288" y="20043"/>
                        <a:pt x="18764" y="19853"/>
                        <a:pt x="19145" y="19472"/>
                      </a:cubicBezTo>
                      <a:lnTo>
                        <a:pt x="18288" y="19186"/>
                      </a:lnTo>
                      <a:cubicBezTo>
                        <a:pt x="18288" y="19186"/>
                        <a:pt x="18192" y="19853"/>
                        <a:pt x="18002" y="19853"/>
                      </a:cubicBezTo>
                      <a:cubicBezTo>
                        <a:pt x="18002" y="19853"/>
                        <a:pt x="17812" y="19757"/>
                        <a:pt x="17526" y="19472"/>
                      </a:cubicBezTo>
                      <a:cubicBezTo>
                        <a:pt x="17240" y="19186"/>
                        <a:pt x="16954" y="19091"/>
                        <a:pt x="16764" y="19186"/>
                      </a:cubicBezTo>
                      <a:lnTo>
                        <a:pt x="16764" y="19662"/>
                      </a:lnTo>
                      <a:close/>
                      <a:moveTo>
                        <a:pt x="18955" y="24901"/>
                      </a:moveTo>
                      <a:lnTo>
                        <a:pt x="18955" y="24901"/>
                      </a:lnTo>
                      <a:lnTo>
                        <a:pt x="17907" y="24139"/>
                      </a:lnTo>
                      <a:cubicBezTo>
                        <a:pt x="17907" y="24139"/>
                        <a:pt x="17907" y="24710"/>
                        <a:pt x="18288" y="24710"/>
                      </a:cubicBezTo>
                      <a:cubicBezTo>
                        <a:pt x="18479" y="24710"/>
                        <a:pt x="18764" y="24710"/>
                        <a:pt x="18955" y="24806"/>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 name="Google Shape;1269;p99"/>
                <p:cNvSpPr/>
                <p:nvPr/>
              </p:nvSpPr>
              <p:spPr>
                <a:xfrm>
                  <a:off x="7206138" y="1279207"/>
                  <a:ext cx="34195" cy="45338"/>
                </a:xfrm>
                <a:custGeom>
                  <a:avLst/>
                  <a:gdLst/>
                  <a:ahLst/>
                  <a:cxnLst/>
                  <a:rect l="l" t="t" r="r" b="b"/>
                  <a:pathLst>
                    <a:path w="34195" h="45338" extrusionOk="0">
                      <a:moveTo>
                        <a:pt x="33147" y="762"/>
                      </a:moveTo>
                      <a:cubicBezTo>
                        <a:pt x="33147" y="762"/>
                        <a:pt x="33242" y="1524"/>
                        <a:pt x="33624" y="1905"/>
                      </a:cubicBezTo>
                      <a:cubicBezTo>
                        <a:pt x="34004" y="2286"/>
                        <a:pt x="34195" y="2572"/>
                        <a:pt x="34195" y="2667"/>
                      </a:cubicBezTo>
                      <a:cubicBezTo>
                        <a:pt x="34195" y="2857"/>
                        <a:pt x="33909" y="3238"/>
                        <a:pt x="33338" y="3524"/>
                      </a:cubicBezTo>
                      <a:cubicBezTo>
                        <a:pt x="33338" y="3715"/>
                        <a:pt x="33433" y="3810"/>
                        <a:pt x="33433" y="4000"/>
                      </a:cubicBezTo>
                      <a:cubicBezTo>
                        <a:pt x="33433" y="4477"/>
                        <a:pt x="32957" y="5143"/>
                        <a:pt x="32099" y="6096"/>
                      </a:cubicBezTo>
                      <a:lnTo>
                        <a:pt x="32575" y="6572"/>
                      </a:lnTo>
                      <a:cubicBezTo>
                        <a:pt x="31242" y="8096"/>
                        <a:pt x="30480" y="9334"/>
                        <a:pt x="30480" y="10192"/>
                      </a:cubicBezTo>
                      <a:cubicBezTo>
                        <a:pt x="30099" y="10763"/>
                        <a:pt x="29623" y="10954"/>
                        <a:pt x="28956" y="10954"/>
                      </a:cubicBezTo>
                      <a:cubicBezTo>
                        <a:pt x="28956" y="11049"/>
                        <a:pt x="28956" y="10477"/>
                        <a:pt x="28956" y="9049"/>
                      </a:cubicBezTo>
                      <a:cubicBezTo>
                        <a:pt x="28956" y="8382"/>
                        <a:pt x="28670" y="8096"/>
                        <a:pt x="28004" y="8001"/>
                      </a:cubicBezTo>
                      <a:lnTo>
                        <a:pt x="28004" y="9811"/>
                      </a:lnTo>
                      <a:cubicBezTo>
                        <a:pt x="28004" y="9811"/>
                        <a:pt x="27718" y="9811"/>
                        <a:pt x="27527" y="10001"/>
                      </a:cubicBezTo>
                      <a:cubicBezTo>
                        <a:pt x="27527" y="10192"/>
                        <a:pt x="27527" y="10382"/>
                        <a:pt x="27623" y="10382"/>
                      </a:cubicBezTo>
                      <a:lnTo>
                        <a:pt x="27813" y="10382"/>
                      </a:lnTo>
                      <a:cubicBezTo>
                        <a:pt x="27813" y="10382"/>
                        <a:pt x="27908" y="10287"/>
                        <a:pt x="28004" y="10287"/>
                      </a:cubicBezTo>
                      <a:cubicBezTo>
                        <a:pt x="28004" y="10287"/>
                        <a:pt x="28099" y="10287"/>
                        <a:pt x="28194" y="10477"/>
                      </a:cubicBezTo>
                      <a:lnTo>
                        <a:pt x="26861" y="11049"/>
                      </a:lnTo>
                      <a:lnTo>
                        <a:pt x="26384" y="10477"/>
                      </a:lnTo>
                      <a:lnTo>
                        <a:pt x="25718" y="11240"/>
                      </a:lnTo>
                      <a:cubicBezTo>
                        <a:pt x="25718" y="11240"/>
                        <a:pt x="25718" y="11144"/>
                        <a:pt x="25718" y="11049"/>
                      </a:cubicBezTo>
                      <a:cubicBezTo>
                        <a:pt x="25718" y="10858"/>
                        <a:pt x="25622" y="10763"/>
                        <a:pt x="25432" y="10763"/>
                      </a:cubicBezTo>
                      <a:cubicBezTo>
                        <a:pt x="25241" y="10763"/>
                        <a:pt x="25146" y="10668"/>
                        <a:pt x="25146" y="10668"/>
                      </a:cubicBezTo>
                      <a:cubicBezTo>
                        <a:pt x="25718" y="10477"/>
                        <a:pt x="26194" y="10192"/>
                        <a:pt x="26384" y="9811"/>
                      </a:cubicBezTo>
                      <a:cubicBezTo>
                        <a:pt x="26384" y="9620"/>
                        <a:pt x="26194" y="9525"/>
                        <a:pt x="25908" y="9620"/>
                      </a:cubicBezTo>
                      <a:lnTo>
                        <a:pt x="25527" y="10096"/>
                      </a:lnTo>
                      <a:cubicBezTo>
                        <a:pt x="25527" y="10096"/>
                        <a:pt x="25241" y="9811"/>
                        <a:pt x="25241" y="9620"/>
                      </a:cubicBezTo>
                      <a:cubicBezTo>
                        <a:pt x="25527" y="9525"/>
                        <a:pt x="25718" y="9334"/>
                        <a:pt x="25718" y="9144"/>
                      </a:cubicBezTo>
                      <a:cubicBezTo>
                        <a:pt x="25718" y="9049"/>
                        <a:pt x="25622" y="8858"/>
                        <a:pt x="25337" y="8572"/>
                      </a:cubicBezTo>
                      <a:cubicBezTo>
                        <a:pt x="25146" y="8287"/>
                        <a:pt x="25051" y="8096"/>
                        <a:pt x="25051" y="7906"/>
                      </a:cubicBezTo>
                      <a:cubicBezTo>
                        <a:pt x="24955" y="7906"/>
                        <a:pt x="24765" y="7906"/>
                        <a:pt x="24670" y="8001"/>
                      </a:cubicBezTo>
                      <a:cubicBezTo>
                        <a:pt x="24575" y="8096"/>
                        <a:pt x="24479" y="8192"/>
                        <a:pt x="24384" y="8382"/>
                      </a:cubicBezTo>
                      <a:cubicBezTo>
                        <a:pt x="24384" y="8572"/>
                        <a:pt x="24384" y="8858"/>
                        <a:pt x="24765" y="9144"/>
                      </a:cubicBezTo>
                      <a:lnTo>
                        <a:pt x="24575" y="9144"/>
                      </a:lnTo>
                      <a:cubicBezTo>
                        <a:pt x="24575" y="9144"/>
                        <a:pt x="24575" y="9715"/>
                        <a:pt x="24575" y="10477"/>
                      </a:cubicBezTo>
                      <a:cubicBezTo>
                        <a:pt x="24575" y="11049"/>
                        <a:pt x="24479" y="11430"/>
                        <a:pt x="24194" y="11620"/>
                      </a:cubicBezTo>
                      <a:cubicBezTo>
                        <a:pt x="24289" y="11620"/>
                        <a:pt x="24575" y="11716"/>
                        <a:pt x="24765" y="12001"/>
                      </a:cubicBezTo>
                      <a:cubicBezTo>
                        <a:pt x="25051" y="12287"/>
                        <a:pt x="25337" y="12287"/>
                        <a:pt x="25527" y="12192"/>
                      </a:cubicBezTo>
                      <a:lnTo>
                        <a:pt x="25908" y="11716"/>
                      </a:lnTo>
                      <a:cubicBezTo>
                        <a:pt x="25908" y="11716"/>
                        <a:pt x="25718" y="12097"/>
                        <a:pt x="25908" y="12287"/>
                      </a:cubicBezTo>
                      <a:cubicBezTo>
                        <a:pt x="26004" y="12478"/>
                        <a:pt x="26098" y="12668"/>
                        <a:pt x="26289" y="12763"/>
                      </a:cubicBezTo>
                      <a:cubicBezTo>
                        <a:pt x="26480" y="12763"/>
                        <a:pt x="26670" y="12668"/>
                        <a:pt x="26765" y="12287"/>
                      </a:cubicBezTo>
                      <a:cubicBezTo>
                        <a:pt x="26861" y="11906"/>
                        <a:pt x="27051" y="11811"/>
                        <a:pt x="27337" y="11906"/>
                      </a:cubicBezTo>
                      <a:cubicBezTo>
                        <a:pt x="27337" y="12097"/>
                        <a:pt x="27527" y="12097"/>
                        <a:pt x="27813" y="12097"/>
                      </a:cubicBezTo>
                      <a:cubicBezTo>
                        <a:pt x="27908" y="12097"/>
                        <a:pt x="28099" y="12097"/>
                        <a:pt x="28290" y="12097"/>
                      </a:cubicBezTo>
                      <a:lnTo>
                        <a:pt x="28766" y="12097"/>
                      </a:lnTo>
                      <a:cubicBezTo>
                        <a:pt x="28766" y="12097"/>
                        <a:pt x="29337" y="12192"/>
                        <a:pt x="29337" y="12382"/>
                      </a:cubicBezTo>
                      <a:cubicBezTo>
                        <a:pt x="29337" y="12478"/>
                        <a:pt x="29337" y="12763"/>
                        <a:pt x="29146" y="12954"/>
                      </a:cubicBezTo>
                      <a:lnTo>
                        <a:pt x="28480" y="12192"/>
                      </a:lnTo>
                      <a:cubicBezTo>
                        <a:pt x="28480" y="12192"/>
                        <a:pt x="28766" y="12668"/>
                        <a:pt x="28766" y="12954"/>
                      </a:cubicBezTo>
                      <a:cubicBezTo>
                        <a:pt x="28766" y="13621"/>
                        <a:pt x="28290" y="14478"/>
                        <a:pt x="27432" y="15430"/>
                      </a:cubicBezTo>
                      <a:lnTo>
                        <a:pt x="26765" y="15240"/>
                      </a:lnTo>
                      <a:cubicBezTo>
                        <a:pt x="26765" y="15240"/>
                        <a:pt x="26670" y="15716"/>
                        <a:pt x="26480" y="16097"/>
                      </a:cubicBezTo>
                      <a:cubicBezTo>
                        <a:pt x="26384" y="16573"/>
                        <a:pt x="26289" y="16859"/>
                        <a:pt x="26289" y="17145"/>
                      </a:cubicBezTo>
                      <a:cubicBezTo>
                        <a:pt x="26289" y="17431"/>
                        <a:pt x="26289" y="17621"/>
                        <a:pt x="26480" y="17907"/>
                      </a:cubicBezTo>
                      <a:cubicBezTo>
                        <a:pt x="26289" y="17907"/>
                        <a:pt x="26098" y="17717"/>
                        <a:pt x="25813" y="17431"/>
                      </a:cubicBezTo>
                      <a:cubicBezTo>
                        <a:pt x="25527" y="17145"/>
                        <a:pt x="25337" y="16954"/>
                        <a:pt x="25146" y="16954"/>
                      </a:cubicBezTo>
                      <a:cubicBezTo>
                        <a:pt x="25051" y="16954"/>
                        <a:pt x="24860" y="17145"/>
                        <a:pt x="24670" y="17431"/>
                      </a:cubicBezTo>
                      <a:cubicBezTo>
                        <a:pt x="24765" y="17812"/>
                        <a:pt x="24860" y="18097"/>
                        <a:pt x="24860" y="18478"/>
                      </a:cubicBezTo>
                      <a:cubicBezTo>
                        <a:pt x="24860" y="18859"/>
                        <a:pt x="24765" y="19526"/>
                        <a:pt x="24479" y="20288"/>
                      </a:cubicBezTo>
                      <a:cubicBezTo>
                        <a:pt x="24194" y="21145"/>
                        <a:pt x="24099" y="21717"/>
                        <a:pt x="24194" y="22098"/>
                      </a:cubicBezTo>
                      <a:cubicBezTo>
                        <a:pt x="24003" y="22003"/>
                        <a:pt x="23908" y="21907"/>
                        <a:pt x="23717" y="21907"/>
                      </a:cubicBezTo>
                      <a:cubicBezTo>
                        <a:pt x="23527" y="21907"/>
                        <a:pt x="23241" y="21907"/>
                        <a:pt x="22956" y="22098"/>
                      </a:cubicBezTo>
                      <a:cubicBezTo>
                        <a:pt x="22574" y="22288"/>
                        <a:pt x="22384" y="22288"/>
                        <a:pt x="22193" y="22288"/>
                      </a:cubicBezTo>
                      <a:cubicBezTo>
                        <a:pt x="22098" y="22288"/>
                        <a:pt x="22003" y="22288"/>
                        <a:pt x="21813" y="22193"/>
                      </a:cubicBezTo>
                      <a:cubicBezTo>
                        <a:pt x="21813" y="22384"/>
                        <a:pt x="22003" y="22765"/>
                        <a:pt x="22384" y="23241"/>
                      </a:cubicBezTo>
                      <a:cubicBezTo>
                        <a:pt x="22765" y="23813"/>
                        <a:pt x="22956" y="24193"/>
                        <a:pt x="22956" y="24479"/>
                      </a:cubicBezTo>
                      <a:cubicBezTo>
                        <a:pt x="22956" y="24765"/>
                        <a:pt x="22956" y="24955"/>
                        <a:pt x="22670" y="25241"/>
                      </a:cubicBezTo>
                      <a:lnTo>
                        <a:pt x="21717" y="26098"/>
                      </a:lnTo>
                      <a:cubicBezTo>
                        <a:pt x="21907" y="28765"/>
                        <a:pt x="22003" y="31623"/>
                        <a:pt x="22003" y="34861"/>
                      </a:cubicBezTo>
                      <a:cubicBezTo>
                        <a:pt x="22003" y="38100"/>
                        <a:pt x="21907" y="41053"/>
                        <a:pt x="21717" y="43910"/>
                      </a:cubicBezTo>
                      <a:cubicBezTo>
                        <a:pt x="20860" y="44863"/>
                        <a:pt x="19621" y="45339"/>
                        <a:pt x="18002" y="45339"/>
                      </a:cubicBezTo>
                      <a:cubicBezTo>
                        <a:pt x="17431" y="45339"/>
                        <a:pt x="16669" y="45339"/>
                        <a:pt x="15621" y="45148"/>
                      </a:cubicBezTo>
                      <a:cubicBezTo>
                        <a:pt x="14574" y="45053"/>
                        <a:pt x="13811" y="44958"/>
                        <a:pt x="13335" y="44958"/>
                      </a:cubicBezTo>
                      <a:cubicBezTo>
                        <a:pt x="12668" y="44672"/>
                        <a:pt x="12192" y="44101"/>
                        <a:pt x="12097" y="43243"/>
                      </a:cubicBezTo>
                      <a:cubicBezTo>
                        <a:pt x="12002" y="42577"/>
                        <a:pt x="11906" y="41815"/>
                        <a:pt x="11811" y="41053"/>
                      </a:cubicBezTo>
                      <a:cubicBezTo>
                        <a:pt x="12002" y="40386"/>
                        <a:pt x="12097" y="39338"/>
                        <a:pt x="12002" y="37814"/>
                      </a:cubicBezTo>
                      <a:cubicBezTo>
                        <a:pt x="12002" y="36385"/>
                        <a:pt x="12002" y="35242"/>
                        <a:pt x="12288" y="34576"/>
                      </a:cubicBezTo>
                      <a:cubicBezTo>
                        <a:pt x="12478" y="34861"/>
                        <a:pt x="12764" y="35052"/>
                        <a:pt x="13049" y="35052"/>
                      </a:cubicBezTo>
                      <a:cubicBezTo>
                        <a:pt x="13049" y="35052"/>
                        <a:pt x="13431" y="34957"/>
                        <a:pt x="13811" y="34671"/>
                      </a:cubicBezTo>
                      <a:cubicBezTo>
                        <a:pt x="14097" y="34480"/>
                        <a:pt x="14383" y="34671"/>
                        <a:pt x="14669" y="34861"/>
                      </a:cubicBezTo>
                      <a:lnTo>
                        <a:pt x="14002" y="34099"/>
                      </a:lnTo>
                      <a:lnTo>
                        <a:pt x="14478" y="33718"/>
                      </a:lnTo>
                      <a:lnTo>
                        <a:pt x="13811" y="32956"/>
                      </a:lnTo>
                      <a:lnTo>
                        <a:pt x="14478" y="33242"/>
                      </a:lnTo>
                      <a:lnTo>
                        <a:pt x="14478" y="32099"/>
                      </a:lnTo>
                      <a:lnTo>
                        <a:pt x="13145" y="32099"/>
                      </a:lnTo>
                      <a:cubicBezTo>
                        <a:pt x="13621" y="31813"/>
                        <a:pt x="13907" y="31623"/>
                        <a:pt x="14097" y="31623"/>
                      </a:cubicBezTo>
                      <a:cubicBezTo>
                        <a:pt x="14383" y="31623"/>
                        <a:pt x="14669" y="31813"/>
                        <a:pt x="14954" y="32290"/>
                      </a:cubicBezTo>
                      <a:cubicBezTo>
                        <a:pt x="15050" y="32290"/>
                        <a:pt x="15145" y="32099"/>
                        <a:pt x="15145" y="31909"/>
                      </a:cubicBezTo>
                      <a:cubicBezTo>
                        <a:pt x="15145" y="31623"/>
                        <a:pt x="15145" y="31432"/>
                        <a:pt x="15145" y="31432"/>
                      </a:cubicBezTo>
                      <a:lnTo>
                        <a:pt x="16193" y="31623"/>
                      </a:lnTo>
                      <a:cubicBezTo>
                        <a:pt x="16193" y="31147"/>
                        <a:pt x="16288" y="30861"/>
                        <a:pt x="16193" y="30766"/>
                      </a:cubicBezTo>
                      <a:cubicBezTo>
                        <a:pt x="16193" y="30766"/>
                        <a:pt x="16193" y="30670"/>
                        <a:pt x="16573" y="30575"/>
                      </a:cubicBezTo>
                      <a:cubicBezTo>
                        <a:pt x="16002" y="29718"/>
                        <a:pt x="15240" y="29527"/>
                        <a:pt x="14192" y="30004"/>
                      </a:cubicBezTo>
                      <a:cubicBezTo>
                        <a:pt x="13240" y="30480"/>
                        <a:pt x="12478" y="30385"/>
                        <a:pt x="11906" y="29623"/>
                      </a:cubicBezTo>
                      <a:cubicBezTo>
                        <a:pt x="11906" y="27718"/>
                        <a:pt x="11906" y="26384"/>
                        <a:pt x="12192" y="25527"/>
                      </a:cubicBezTo>
                      <a:cubicBezTo>
                        <a:pt x="11239" y="25527"/>
                        <a:pt x="10763" y="24955"/>
                        <a:pt x="10668" y="23527"/>
                      </a:cubicBezTo>
                      <a:cubicBezTo>
                        <a:pt x="10668" y="22193"/>
                        <a:pt x="10096" y="21431"/>
                        <a:pt x="9335" y="21241"/>
                      </a:cubicBezTo>
                      <a:cubicBezTo>
                        <a:pt x="7525" y="17335"/>
                        <a:pt x="4858" y="11716"/>
                        <a:pt x="1143" y="4191"/>
                      </a:cubicBezTo>
                      <a:cubicBezTo>
                        <a:pt x="1143" y="4096"/>
                        <a:pt x="1143" y="4000"/>
                        <a:pt x="1334" y="3905"/>
                      </a:cubicBezTo>
                      <a:cubicBezTo>
                        <a:pt x="1524" y="3810"/>
                        <a:pt x="1524" y="3715"/>
                        <a:pt x="1619" y="3619"/>
                      </a:cubicBezTo>
                      <a:cubicBezTo>
                        <a:pt x="1238" y="3334"/>
                        <a:pt x="953" y="3048"/>
                        <a:pt x="571" y="2762"/>
                      </a:cubicBezTo>
                      <a:cubicBezTo>
                        <a:pt x="191" y="2476"/>
                        <a:pt x="0" y="2095"/>
                        <a:pt x="0" y="1715"/>
                      </a:cubicBezTo>
                      <a:cubicBezTo>
                        <a:pt x="0" y="1524"/>
                        <a:pt x="0" y="1238"/>
                        <a:pt x="286" y="952"/>
                      </a:cubicBezTo>
                      <a:cubicBezTo>
                        <a:pt x="1238" y="381"/>
                        <a:pt x="2477" y="95"/>
                        <a:pt x="4096" y="95"/>
                      </a:cubicBezTo>
                      <a:cubicBezTo>
                        <a:pt x="4572" y="95"/>
                        <a:pt x="5334" y="95"/>
                        <a:pt x="6382" y="190"/>
                      </a:cubicBezTo>
                      <a:cubicBezTo>
                        <a:pt x="7334" y="190"/>
                        <a:pt x="8097" y="286"/>
                        <a:pt x="8477" y="286"/>
                      </a:cubicBezTo>
                      <a:lnTo>
                        <a:pt x="9144" y="286"/>
                      </a:lnTo>
                      <a:cubicBezTo>
                        <a:pt x="10001" y="762"/>
                        <a:pt x="10668" y="1715"/>
                        <a:pt x="11144" y="3048"/>
                      </a:cubicBezTo>
                      <a:cubicBezTo>
                        <a:pt x="11716" y="4381"/>
                        <a:pt x="12192" y="5239"/>
                        <a:pt x="12859" y="5620"/>
                      </a:cubicBezTo>
                      <a:cubicBezTo>
                        <a:pt x="12764" y="6477"/>
                        <a:pt x="12954" y="7334"/>
                        <a:pt x="13525" y="8382"/>
                      </a:cubicBezTo>
                      <a:cubicBezTo>
                        <a:pt x="13907" y="9049"/>
                        <a:pt x="14288" y="9811"/>
                        <a:pt x="14669" y="10573"/>
                      </a:cubicBezTo>
                      <a:cubicBezTo>
                        <a:pt x="14478" y="11430"/>
                        <a:pt x="14669" y="11906"/>
                        <a:pt x="15240" y="11906"/>
                      </a:cubicBezTo>
                      <a:cubicBezTo>
                        <a:pt x="15240" y="12287"/>
                        <a:pt x="15430" y="12668"/>
                        <a:pt x="15907" y="13144"/>
                      </a:cubicBezTo>
                      <a:cubicBezTo>
                        <a:pt x="16383" y="13621"/>
                        <a:pt x="16764" y="14002"/>
                        <a:pt x="16764" y="14288"/>
                      </a:cubicBezTo>
                      <a:cubicBezTo>
                        <a:pt x="18479" y="12763"/>
                        <a:pt x="19717" y="10573"/>
                        <a:pt x="20384" y="7620"/>
                      </a:cubicBezTo>
                      <a:cubicBezTo>
                        <a:pt x="21717" y="5620"/>
                        <a:pt x="22574" y="3810"/>
                        <a:pt x="22956" y="2191"/>
                      </a:cubicBezTo>
                      <a:cubicBezTo>
                        <a:pt x="23813" y="762"/>
                        <a:pt x="25527" y="0"/>
                        <a:pt x="28099" y="0"/>
                      </a:cubicBezTo>
                      <a:cubicBezTo>
                        <a:pt x="31432" y="0"/>
                        <a:pt x="33052" y="0"/>
                        <a:pt x="32671" y="0"/>
                      </a:cubicBezTo>
                      <a:close/>
                      <a:moveTo>
                        <a:pt x="13621" y="32575"/>
                      </a:moveTo>
                      <a:cubicBezTo>
                        <a:pt x="13621" y="32575"/>
                        <a:pt x="12764" y="32956"/>
                        <a:pt x="12478" y="32575"/>
                      </a:cubicBezTo>
                      <a:lnTo>
                        <a:pt x="13621" y="32575"/>
                      </a:lnTo>
                      <a:close/>
                      <a:moveTo>
                        <a:pt x="15526" y="33433"/>
                      </a:moveTo>
                      <a:lnTo>
                        <a:pt x="16764" y="33433"/>
                      </a:lnTo>
                      <a:lnTo>
                        <a:pt x="15526" y="33242"/>
                      </a:lnTo>
                      <a:lnTo>
                        <a:pt x="15526" y="33433"/>
                      </a:lnTo>
                      <a:close/>
                      <a:moveTo>
                        <a:pt x="17050" y="31718"/>
                      </a:moveTo>
                      <a:lnTo>
                        <a:pt x="17716" y="31528"/>
                      </a:lnTo>
                      <a:lnTo>
                        <a:pt x="17050" y="31528"/>
                      </a:lnTo>
                      <a:lnTo>
                        <a:pt x="17050" y="31718"/>
                      </a:lnTo>
                      <a:close/>
                      <a:moveTo>
                        <a:pt x="18860" y="28289"/>
                      </a:moveTo>
                      <a:cubicBezTo>
                        <a:pt x="18860" y="28289"/>
                        <a:pt x="19050" y="27908"/>
                        <a:pt x="19050" y="27527"/>
                      </a:cubicBezTo>
                      <a:cubicBezTo>
                        <a:pt x="19050" y="27242"/>
                        <a:pt x="18860" y="27051"/>
                        <a:pt x="18669" y="26956"/>
                      </a:cubicBezTo>
                      <a:lnTo>
                        <a:pt x="18669" y="28480"/>
                      </a:lnTo>
                      <a:lnTo>
                        <a:pt x="18860" y="28289"/>
                      </a:lnTo>
                      <a:close/>
                      <a:moveTo>
                        <a:pt x="25622" y="12287"/>
                      </a:moveTo>
                      <a:lnTo>
                        <a:pt x="25432" y="12763"/>
                      </a:lnTo>
                      <a:cubicBezTo>
                        <a:pt x="25432" y="12763"/>
                        <a:pt x="25908" y="13335"/>
                        <a:pt x="26098" y="13240"/>
                      </a:cubicBezTo>
                      <a:cubicBezTo>
                        <a:pt x="26098" y="13049"/>
                        <a:pt x="25908" y="12763"/>
                        <a:pt x="25622" y="12382"/>
                      </a:cubicBezTo>
                      <a:close/>
                      <a:moveTo>
                        <a:pt x="26575" y="8668"/>
                      </a:moveTo>
                      <a:lnTo>
                        <a:pt x="27051" y="8668"/>
                      </a:lnTo>
                      <a:cubicBezTo>
                        <a:pt x="27051" y="8668"/>
                        <a:pt x="26670" y="8382"/>
                        <a:pt x="26575" y="8382"/>
                      </a:cubicBezTo>
                      <a:cubicBezTo>
                        <a:pt x="26384" y="8572"/>
                        <a:pt x="26289" y="8763"/>
                        <a:pt x="26289" y="8953"/>
                      </a:cubicBezTo>
                      <a:lnTo>
                        <a:pt x="26289" y="8953"/>
                      </a:lnTo>
                      <a:cubicBezTo>
                        <a:pt x="26289" y="8953"/>
                        <a:pt x="26480" y="8953"/>
                        <a:pt x="26480" y="8668"/>
                      </a:cubicBezTo>
                      <a:close/>
                      <a:moveTo>
                        <a:pt x="27241" y="12954"/>
                      </a:moveTo>
                      <a:cubicBezTo>
                        <a:pt x="27241" y="12954"/>
                        <a:pt x="26670" y="13144"/>
                        <a:pt x="26765" y="13430"/>
                      </a:cubicBezTo>
                      <a:cubicBezTo>
                        <a:pt x="26765" y="13811"/>
                        <a:pt x="26765" y="14097"/>
                        <a:pt x="26765" y="14097"/>
                      </a:cubicBezTo>
                      <a:cubicBezTo>
                        <a:pt x="27241" y="13811"/>
                        <a:pt x="27337" y="13430"/>
                        <a:pt x="27241" y="12954"/>
                      </a:cubicBezTo>
                      <a:close/>
                      <a:moveTo>
                        <a:pt x="26765" y="15049"/>
                      </a:moveTo>
                      <a:lnTo>
                        <a:pt x="27241" y="14383"/>
                      </a:lnTo>
                      <a:lnTo>
                        <a:pt x="26765" y="14383"/>
                      </a:lnTo>
                      <a:lnTo>
                        <a:pt x="26765" y="15049"/>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70" name="Google Shape;1270;p99"/>
              <p:cNvGrpSpPr/>
              <p:nvPr/>
            </p:nvGrpSpPr>
            <p:grpSpPr>
              <a:xfrm>
                <a:off x="11818638" y="5223987"/>
                <a:ext cx="1218508" cy="338232"/>
                <a:chOff x="6565320" y="2942082"/>
                <a:chExt cx="1218508" cy="338232"/>
              </a:xfrm>
            </p:grpSpPr>
            <p:sp>
              <p:nvSpPr>
                <p:cNvPr id="1271" name="Google Shape;1271;p99"/>
                <p:cNvSpPr/>
                <p:nvPr/>
              </p:nvSpPr>
              <p:spPr>
                <a:xfrm>
                  <a:off x="6565320" y="2981420"/>
                  <a:ext cx="218289" cy="252698"/>
                </a:xfrm>
                <a:custGeom>
                  <a:avLst/>
                  <a:gdLst/>
                  <a:ahLst/>
                  <a:cxnLst/>
                  <a:rect l="l" t="t" r="r" b="b"/>
                  <a:pathLst>
                    <a:path w="218289" h="252698" extrusionOk="0">
                      <a:moveTo>
                        <a:pt x="165425" y="4191"/>
                      </a:moveTo>
                      <a:cubicBezTo>
                        <a:pt x="168187" y="4191"/>
                        <a:pt x="170950" y="6668"/>
                        <a:pt x="173807" y="11525"/>
                      </a:cubicBezTo>
                      <a:cubicBezTo>
                        <a:pt x="176665" y="16383"/>
                        <a:pt x="179332" y="18860"/>
                        <a:pt x="181713" y="18860"/>
                      </a:cubicBezTo>
                      <a:cubicBezTo>
                        <a:pt x="183713" y="18860"/>
                        <a:pt x="185904" y="17907"/>
                        <a:pt x="188285" y="16002"/>
                      </a:cubicBezTo>
                      <a:cubicBezTo>
                        <a:pt x="190000" y="20098"/>
                        <a:pt x="194191" y="24860"/>
                        <a:pt x="200954" y="30194"/>
                      </a:cubicBezTo>
                      <a:cubicBezTo>
                        <a:pt x="207812" y="35528"/>
                        <a:pt x="212193" y="40100"/>
                        <a:pt x="214193" y="43910"/>
                      </a:cubicBezTo>
                      <a:cubicBezTo>
                        <a:pt x="212860" y="46768"/>
                        <a:pt x="212193" y="51816"/>
                        <a:pt x="212193" y="59246"/>
                      </a:cubicBezTo>
                      <a:cubicBezTo>
                        <a:pt x="212193" y="66675"/>
                        <a:pt x="211526" y="71628"/>
                        <a:pt x="210097" y="74105"/>
                      </a:cubicBezTo>
                      <a:cubicBezTo>
                        <a:pt x="207812" y="78200"/>
                        <a:pt x="203049" y="79915"/>
                        <a:pt x="195905" y="79248"/>
                      </a:cubicBezTo>
                      <a:cubicBezTo>
                        <a:pt x="191524" y="78581"/>
                        <a:pt x="186190" y="80486"/>
                        <a:pt x="179903" y="84963"/>
                      </a:cubicBezTo>
                      <a:cubicBezTo>
                        <a:pt x="173617" y="89345"/>
                        <a:pt x="168664" y="91535"/>
                        <a:pt x="164854" y="91535"/>
                      </a:cubicBezTo>
                      <a:cubicBezTo>
                        <a:pt x="162854" y="91535"/>
                        <a:pt x="160663" y="91059"/>
                        <a:pt x="158282" y="90107"/>
                      </a:cubicBezTo>
                      <a:cubicBezTo>
                        <a:pt x="160377" y="79724"/>
                        <a:pt x="152376" y="67247"/>
                        <a:pt x="134469" y="52768"/>
                      </a:cubicBezTo>
                      <a:cubicBezTo>
                        <a:pt x="129707" y="47435"/>
                        <a:pt x="125039" y="44672"/>
                        <a:pt x="120182" y="44672"/>
                      </a:cubicBezTo>
                      <a:cubicBezTo>
                        <a:pt x="117229" y="44672"/>
                        <a:pt x="112371" y="46292"/>
                        <a:pt x="105989" y="49435"/>
                      </a:cubicBezTo>
                      <a:cubicBezTo>
                        <a:pt x="99608" y="52578"/>
                        <a:pt x="94274" y="54197"/>
                        <a:pt x="90273" y="54197"/>
                      </a:cubicBezTo>
                      <a:cubicBezTo>
                        <a:pt x="87511" y="54197"/>
                        <a:pt x="85034" y="53721"/>
                        <a:pt x="82653" y="52768"/>
                      </a:cubicBezTo>
                      <a:cubicBezTo>
                        <a:pt x="79605" y="55912"/>
                        <a:pt x="76557" y="58960"/>
                        <a:pt x="73509" y="61722"/>
                      </a:cubicBezTo>
                      <a:cubicBezTo>
                        <a:pt x="70080" y="65818"/>
                        <a:pt x="68746" y="69818"/>
                        <a:pt x="69413" y="73533"/>
                      </a:cubicBezTo>
                      <a:lnTo>
                        <a:pt x="65413" y="73533"/>
                      </a:lnTo>
                      <a:cubicBezTo>
                        <a:pt x="63317" y="79534"/>
                        <a:pt x="63222" y="91154"/>
                        <a:pt x="64841" y="108490"/>
                      </a:cubicBezTo>
                      <a:cubicBezTo>
                        <a:pt x="66270" y="123920"/>
                        <a:pt x="64365" y="135160"/>
                        <a:pt x="59221" y="142113"/>
                      </a:cubicBezTo>
                      <a:lnTo>
                        <a:pt x="59221" y="139732"/>
                      </a:lnTo>
                      <a:cubicBezTo>
                        <a:pt x="58460" y="138493"/>
                        <a:pt x="57697" y="137827"/>
                        <a:pt x="56745" y="137827"/>
                      </a:cubicBezTo>
                      <a:cubicBezTo>
                        <a:pt x="56078" y="137827"/>
                        <a:pt x="54840" y="138493"/>
                        <a:pt x="53126" y="139922"/>
                      </a:cubicBezTo>
                      <a:cubicBezTo>
                        <a:pt x="51411" y="141351"/>
                        <a:pt x="50268" y="142018"/>
                        <a:pt x="49601" y="142018"/>
                      </a:cubicBezTo>
                      <a:cubicBezTo>
                        <a:pt x="49601" y="143923"/>
                        <a:pt x="50459" y="144875"/>
                        <a:pt x="52173" y="144875"/>
                      </a:cubicBezTo>
                      <a:cubicBezTo>
                        <a:pt x="56936" y="145542"/>
                        <a:pt x="59793" y="146399"/>
                        <a:pt x="60841" y="147733"/>
                      </a:cubicBezTo>
                      <a:lnTo>
                        <a:pt x="56840" y="151448"/>
                      </a:lnTo>
                      <a:cubicBezTo>
                        <a:pt x="67032" y="160306"/>
                        <a:pt x="72080" y="168307"/>
                        <a:pt x="72080" y="175546"/>
                      </a:cubicBezTo>
                      <a:cubicBezTo>
                        <a:pt x="72080" y="177451"/>
                        <a:pt x="71699" y="179165"/>
                        <a:pt x="71033" y="180784"/>
                      </a:cubicBezTo>
                      <a:lnTo>
                        <a:pt x="79129" y="187357"/>
                      </a:lnTo>
                      <a:lnTo>
                        <a:pt x="76557" y="189738"/>
                      </a:lnTo>
                      <a:cubicBezTo>
                        <a:pt x="78938" y="191643"/>
                        <a:pt x="86177" y="192881"/>
                        <a:pt x="98369" y="193453"/>
                      </a:cubicBezTo>
                      <a:cubicBezTo>
                        <a:pt x="108180" y="193834"/>
                        <a:pt x="113609" y="197453"/>
                        <a:pt x="114657" y="204311"/>
                      </a:cubicBezTo>
                      <a:cubicBezTo>
                        <a:pt x="117324" y="199930"/>
                        <a:pt x="123992" y="195834"/>
                        <a:pt x="134469" y="192024"/>
                      </a:cubicBezTo>
                      <a:cubicBezTo>
                        <a:pt x="143613" y="188500"/>
                        <a:pt x="148852" y="183451"/>
                        <a:pt x="150185" y="176879"/>
                      </a:cubicBezTo>
                      <a:cubicBezTo>
                        <a:pt x="152567" y="176213"/>
                        <a:pt x="156091" y="173641"/>
                        <a:pt x="160853" y="168878"/>
                      </a:cubicBezTo>
                      <a:cubicBezTo>
                        <a:pt x="165616" y="164116"/>
                        <a:pt x="170093" y="161830"/>
                        <a:pt x="174569" y="161830"/>
                      </a:cubicBezTo>
                      <a:cubicBezTo>
                        <a:pt x="175903" y="161830"/>
                        <a:pt x="177236" y="162020"/>
                        <a:pt x="178665" y="162306"/>
                      </a:cubicBezTo>
                      <a:lnTo>
                        <a:pt x="185713" y="171355"/>
                      </a:lnTo>
                      <a:cubicBezTo>
                        <a:pt x="187714" y="168783"/>
                        <a:pt x="190190" y="167545"/>
                        <a:pt x="192857" y="167545"/>
                      </a:cubicBezTo>
                      <a:cubicBezTo>
                        <a:pt x="194858" y="167545"/>
                        <a:pt x="197715" y="168212"/>
                        <a:pt x="201525" y="169450"/>
                      </a:cubicBezTo>
                      <a:cubicBezTo>
                        <a:pt x="205240" y="170688"/>
                        <a:pt x="207907" y="171355"/>
                        <a:pt x="209621" y="171355"/>
                      </a:cubicBezTo>
                      <a:cubicBezTo>
                        <a:pt x="210669" y="172307"/>
                        <a:pt x="211526" y="174974"/>
                        <a:pt x="212193" y="179356"/>
                      </a:cubicBezTo>
                      <a:cubicBezTo>
                        <a:pt x="212860" y="183737"/>
                        <a:pt x="214955" y="186404"/>
                        <a:pt x="218289" y="187452"/>
                      </a:cubicBezTo>
                      <a:cubicBezTo>
                        <a:pt x="216575" y="195643"/>
                        <a:pt x="212860" y="202692"/>
                        <a:pt x="207050" y="208693"/>
                      </a:cubicBezTo>
                      <a:cubicBezTo>
                        <a:pt x="204763" y="211265"/>
                        <a:pt x="198477" y="216408"/>
                        <a:pt x="188285" y="224314"/>
                      </a:cubicBezTo>
                      <a:cubicBezTo>
                        <a:pt x="189238" y="225933"/>
                        <a:pt x="189809" y="227171"/>
                        <a:pt x="189809" y="228124"/>
                      </a:cubicBezTo>
                      <a:cubicBezTo>
                        <a:pt x="189809" y="228695"/>
                        <a:pt x="188571" y="228981"/>
                        <a:pt x="186285" y="228886"/>
                      </a:cubicBezTo>
                      <a:cubicBezTo>
                        <a:pt x="183904" y="228695"/>
                        <a:pt x="182380" y="229267"/>
                        <a:pt x="181713" y="230505"/>
                      </a:cubicBezTo>
                      <a:cubicBezTo>
                        <a:pt x="177617" y="237744"/>
                        <a:pt x="170378" y="241364"/>
                        <a:pt x="159901" y="241364"/>
                      </a:cubicBezTo>
                      <a:lnTo>
                        <a:pt x="149233" y="241364"/>
                      </a:lnTo>
                      <a:cubicBezTo>
                        <a:pt x="138374" y="241364"/>
                        <a:pt x="130754" y="244983"/>
                        <a:pt x="126373" y="252222"/>
                      </a:cubicBezTo>
                      <a:cubicBezTo>
                        <a:pt x="123611" y="252508"/>
                        <a:pt x="120753" y="252698"/>
                        <a:pt x="117705" y="252698"/>
                      </a:cubicBezTo>
                      <a:cubicBezTo>
                        <a:pt x="111990" y="252698"/>
                        <a:pt x="103703" y="251746"/>
                        <a:pt x="92845" y="249650"/>
                      </a:cubicBezTo>
                      <a:cubicBezTo>
                        <a:pt x="81986" y="247555"/>
                        <a:pt x="73700" y="246602"/>
                        <a:pt x="67985" y="246602"/>
                      </a:cubicBezTo>
                      <a:cubicBezTo>
                        <a:pt x="64937" y="246602"/>
                        <a:pt x="62079" y="246698"/>
                        <a:pt x="59317" y="247079"/>
                      </a:cubicBezTo>
                      <a:cubicBezTo>
                        <a:pt x="58555" y="242030"/>
                        <a:pt x="55030" y="238220"/>
                        <a:pt x="48649" y="235744"/>
                      </a:cubicBezTo>
                      <a:cubicBezTo>
                        <a:pt x="40838" y="232886"/>
                        <a:pt x="35980" y="229934"/>
                        <a:pt x="33980" y="226790"/>
                      </a:cubicBezTo>
                      <a:lnTo>
                        <a:pt x="14168" y="208312"/>
                      </a:lnTo>
                      <a:cubicBezTo>
                        <a:pt x="15502" y="207074"/>
                        <a:pt x="16169" y="205931"/>
                        <a:pt x="16169" y="204978"/>
                      </a:cubicBezTo>
                      <a:cubicBezTo>
                        <a:pt x="16169" y="203740"/>
                        <a:pt x="14645" y="201740"/>
                        <a:pt x="11596" y="199073"/>
                      </a:cubicBezTo>
                      <a:cubicBezTo>
                        <a:pt x="8549" y="196406"/>
                        <a:pt x="7215" y="193739"/>
                        <a:pt x="7596" y="191262"/>
                      </a:cubicBezTo>
                      <a:cubicBezTo>
                        <a:pt x="9692" y="182499"/>
                        <a:pt x="7596" y="174117"/>
                        <a:pt x="1595" y="166211"/>
                      </a:cubicBezTo>
                      <a:lnTo>
                        <a:pt x="7596" y="162401"/>
                      </a:lnTo>
                      <a:cubicBezTo>
                        <a:pt x="6929" y="161163"/>
                        <a:pt x="4834" y="160496"/>
                        <a:pt x="1595" y="160496"/>
                      </a:cubicBezTo>
                      <a:cubicBezTo>
                        <a:pt x="4262" y="159258"/>
                        <a:pt x="5596" y="157829"/>
                        <a:pt x="5596" y="156305"/>
                      </a:cubicBezTo>
                      <a:cubicBezTo>
                        <a:pt x="5596" y="154781"/>
                        <a:pt x="4643" y="152686"/>
                        <a:pt x="2834" y="150114"/>
                      </a:cubicBezTo>
                      <a:cubicBezTo>
                        <a:pt x="928" y="147638"/>
                        <a:pt x="71" y="146018"/>
                        <a:pt x="71" y="145351"/>
                      </a:cubicBezTo>
                      <a:cubicBezTo>
                        <a:pt x="-310" y="147542"/>
                        <a:pt x="833" y="149066"/>
                        <a:pt x="3595" y="150114"/>
                      </a:cubicBezTo>
                      <a:cubicBezTo>
                        <a:pt x="6358" y="151067"/>
                        <a:pt x="9025" y="152019"/>
                        <a:pt x="11692" y="152972"/>
                      </a:cubicBezTo>
                      <a:cubicBezTo>
                        <a:pt x="14454" y="148876"/>
                        <a:pt x="15216" y="146304"/>
                        <a:pt x="14263" y="145447"/>
                      </a:cubicBezTo>
                      <a:lnTo>
                        <a:pt x="7691" y="145447"/>
                      </a:lnTo>
                      <a:lnTo>
                        <a:pt x="9787" y="139732"/>
                      </a:lnTo>
                      <a:lnTo>
                        <a:pt x="11787" y="142113"/>
                      </a:lnTo>
                      <a:lnTo>
                        <a:pt x="19883" y="134493"/>
                      </a:lnTo>
                      <a:cubicBezTo>
                        <a:pt x="13502" y="129159"/>
                        <a:pt x="8739" y="125540"/>
                        <a:pt x="5691" y="123634"/>
                      </a:cubicBezTo>
                      <a:cubicBezTo>
                        <a:pt x="2929" y="126206"/>
                        <a:pt x="1691" y="128016"/>
                        <a:pt x="1691" y="129350"/>
                      </a:cubicBezTo>
                      <a:lnTo>
                        <a:pt x="167" y="129350"/>
                      </a:lnTo>
                      <a:cubicBezTo>
                        <a:pt x="5215" y="120872"/>
                        <a:pt x="8072" y="109347"/>
                        <a:pt x="8739" y="94869"/>
                      </a:cubicBezTo>
                      <a:cubicBezTo>
                        <a:pt x="9120" y="82867"/>
                        <a:pt x="9406" y="70961"/>
                        <a:pt x="9787" y="58960"/>
                      </a:cubicBezTo>
                      <a:cubicBezTo>
                        <a:pt x="16550" y="58960"/>
                        <a:pt x="19883" y="56769"/>
                        <a:pt x="19883" y="52388"/>
                      </a:cubicBezTo>
                      <a:cubicBezTo>
                        <a:pt x="19883" y="51435"/>
                        <a:pt x="19597" y="49625"/>
                        <a:pt x="18931" y="46958"/>
                      </a:cubicBezTo>
                      <a:cubicBezTo>
                        <a:pt x="18169" y="44291"/>
                        <a:pt x="17883" y="42291"/>
                        <a:pt x="17883" y="41053"/>
                      </a:cubicBezTo>
                      <a:cubicBezTo>
                        <a:pt x="17883" y="37243"/>
                        <a:pt x="19883" y="34576"/>
                        <a:pt x="23979" y="33052"/>
                      </a:cubicBezTo>
                      <a:cubicBezTo>
                        <a:pt x="25694" y="32099"/>
                        <a:pt x="31599" y="27337"/>
                        <a:pt x="41791" y="18860"/>
                      </a:cubicBezTo>
                      <a:cubicBezTo>
                        <a:pt x="48268" y="13240"/>
                        <a:pt x="55316" y="10478"/>
                        <a:pt x="63127" y="10858"/>
                      </a:cubicBezTo>
                      <a:cubicBezTo>
                        <a:pt x="64079" y="4572"/>
                        <a:pt x="68746" y="1429"/>
                        <a:pt x="76843" y="1429"/>
                      </a:cubicBezTo>
                      <a:cubicBezTo>
                        <a:pt x="77891" y="1429"/>
                        <a:pt x="79414" y="1619"/>
                        <a:pt x="81415" y="1905"/>
                      </a:cubicBezTo>
                      <a:lnTo>
                        <a:pt x="85415" y="1905"/>
                      </a:lnTo>
                      <a:cubicBezTo>
                        <a:pt x="88844" y="1905"/>
                        <a:pt x="91226" y="1238"/>
                        <a:pt x="92559" y="0"/>
                      </a:cubicBezTo>
                      <a:cubicBezTo>
                        <a:pt x="96941" y="1238"/>
                        <a:pt x="103132" y="1905"/>
                        <a:pt x="110847" y="1905"/>
                      </a:cubicBezTo>
                      <a:lnTo>
                        <a:pt x="121515" y="1905"/>
                      </a:lnTo>
                      <a:cubicBezTo>
                        <a:pt x="126659" y="1619"/>
                        <a:pt x="130373" y="1429"/>
                        <a:pt x="132754" y="1429"/>
                      </a:cubicBezTo>
                      <a:cubicBezTo>
                        <a:pt x="145232" y="1429"/>
                        <a:pt x="153900" y="3334"/>
                        <a:pt x="158662" y="7144"/>
                      </a:cubicBezTo>
                      <a:cubicBezTo>
                        <a:pt x="161425" y="5239"/>
                        <a:pt x="163806" y="4286"/>
                        <a:pt x="165806" y="4286"/>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 name="Google Shape;1272;p99"/>
                <p:cNvSpPr/>
                <p:nvPr/>
              </p:nvSpPr>
              <p:spPr>
                <a:xfrm>
                  <a:off x="6755224" y="2942082"/>
                  <a:ext cx="267176" cy="309657"/>
                </a:xfrm>
                <a:custGeom>
                  <a:avLst/>
                  <a:gdLst/>
                  <a:ahLst/>
                  <a:cxnLst/>
                  <a:rect l="l" t="t" r="r" b="b"/>
                  <a:pathLst>
                    <a:path w="267176" h="309657" extrusionOk="0">
                      <a:moveTo>
                        <a:pt x="0" y="76200"/>
                      </a:moveTo>
                      <a:lnTo>
                        <a:pt x="6572" y="78581"/>
                      </a:lnTo>
                      <a:lnTo>
                        <a:pt x="8096" y="80010"/>
                      </a:lnTo>
                      <a:lnTo>
                        <a:pt x="0" y="76200"/>
                      </a:lnTo>
                      <a:close/>
                      <a:moveTo>
                        <a:pt x="37529" y="133445"/>
                      </a:moveTo>
                      <a:cubicBezTo>
                        <a:pt x="39910" y="134398"/>
                        <a:pt x="41243" y="134874"/>
                        <a:pt x="41624" y="134874"/>
                      </a:cubicBezTo>
                      <a:cubicBezTo>
                        <a:pt x="41624" y="136493"/>
                        <a:pt x="40767" y="137731"/>
                        <a:pt x="39053" y="138684"/>
                      </a:cubicBezTo>
                      <a:lnTo>
                        <a:pt x="37529" y="138684"/>
                      </a:lnTo>
                      <a:lnTo>
                        <a:pt x="37529" y="133445"/>
                      </a:lnTo>
                      <a:close/>
                      <a:moveTo>
                        <a:pt x="267176" y="263938"/>
                      </a:moveTo>
                      <a:cubicBezTo>
                        <a:pt x="262699" y="267081"/>
                        <a:pt x="260509" y="271844"/>
                        <a:pt x="260509" y="278130"/>
                      </a:cubicBezTo>
                      <a:cubicBezTo>
                        <a:pt x="260890" y="288227"/>
                        <a:pt x="260985" y="293370"/>
                        <a:pt x="260985" y="293751"/>
                      </a:cubicBezTo>
                      <a:cubicBezTo>
                        <a:pt x="259651" y="294418"/>
                        <a:pt x="257747" y="294704"/>
                        <a:pt x="255461" y="294704"/>
                      </a:cubicBezTo>
                      <a:cubicBezTo>
                        <a:pt x="253460" y="294704"/>
                        <a:pt x="250222" y="294418"/>
                        <a:pt x="245841" y="293751"/>
                      </a:cubicBezTo>
                      <a:cubicBezTo>
                        <a:pt x="241363" y="293084"/>
                        <a:pt x="238030" y="292798"/>
                        <a:pt x="235649" y="292798"/>
                      </a:cubicBezTo>
                      <a:cubicBezTo>
                        <a:pt x="228600" y="292798"/>
                        <a:pt x="224695" y="296323"/>
                        <a:pt x="224028" y="303181"/>
                      </a:cubicBezTo>
                      <a:cubicBezTo>
                        <a:pt x="223076" y="297847"/>
                        <a:pt x="219742" y="293370"/>
                        <a:pt x="214408" y="289941"/>
                      </a:cubicBezTo>
                      <a:cubicBezTo>
                        <a:pt x="210598" y="293084"/>
                        <a:pt x="206216" y="294037"/>
                        <a:pt x="201168" y="292798"/>
                      </a:cubicBezTo>
                      <a:cubicBezTo>
                        <a:pt x="193738" y="289941"/>
                        <a:pt x="189643" y="288512"/>
                        <a:pt x="188881" y="288512"/>
                      </a:cubicBezTo>
                      <a:cubicBezTo>
                        <a:pt x="185928" y="288512"/>
                        <a:pt x="183166" y="289941"/>
                        <a:pt x="180785" y="292798"/>
                      </a:cubicBezTo>
                      <a:cubicBezTo>
                        <a:pt x="178784" y="290227"/>
                        <a:pt x="176213" y="289084"/>
                        <a:pt x="173165" y="289084"/>
                      </a:cubicBezTo>
                      <a:cubicBezTo>
                        <a:pt x="171450" y="289084"/>
                        <a:pt x="168021" y="289846"/>
                        <a:pt x="162973" y="291465"/>
                      </a:cubicBezTo>
                      <a:cubicBezTo>
                        <a:pt x="157925" y="292989"/>
                        <a:pt x="154019" y="293465"/>
                        <a:pt x="151352" y="292894"/>
                      </a:cubicBezTo>
                      <a:cubicBezTo>
                        <a:pt x="145542" y="291274"/>
                        <a:pt x="140018" y="290513"/>
                        <a:pt x="134588" y="290513"/>
                      </a:cubicBezTo>
                      <a:cubicBezTo>
                        <a:pt x="127826" y="290513"/>
                        <a:pt x="115062" y="292227"/>
                        <a:pt x="96488" y="295656"/>
                      </a:cubicBezTo>
                      <a:lnTo>
                        <a:pt x="96488" y="299466"/>
                      </a:lnTo>
                      <a:cubicBezTo>
                        <a:pt x="93726" y="295084"/>
                        <a:pt x="87821" y="292894"/>
                        <a:pt x="78677" y="292894"/>
                      </a:cubicBezTo>
                      <a:lnTo>
                        <a:pt x="66580" y="292894"/>
                      </a:lnTo>
                      <a:cubicBezTo>
                        <a:pt x="59722" y="292894"/>
                        <a:pt x="54864" y="291655"/>
                        <a:pt x="51816" y="289179"/>
                      </a:cubicBezTo>
                      <a:cubicBezTo>
                        <a:pt x="51816" y="280988"/>
                        <a:pt x="51626" y="264795"/>
                        <a:pt x="51340" y="240792"/>
                      </a:cubicBezTo>
                      <a:cubicBezTo>
                        <a:pt x="50959" y="220599"/>
                        <a:pt x="50959" y="204597"/>
                        <a:pt x="51340" y="192881"/>
                      </a:cubicBezTo>
                      <a:cubicBezTo>
                        <a:pt x="52007" y="175450"/>
                        <a:pt x="53530" y="160496"/>
                        <a:pt x="55912" y="147828"/>
                      </a:cubicBezTo>
                      <a:cubicBezTo>
                        <a:pt x="53150" y="146304"/>
                        <a:pt x="51340" y="143161"/>
                        <a:pt x="50292" y="138589"/>
                      </a:cubicBezTo>
                      <a:cubicBezTo>
                        <a:pt x="49340" y="134017"/>
                        <a:pt x="47816" y="131064"/>
                        <a:pt x="45720" y="129826"/>
                      </a:cubicBezTo>
                      <a:lnTo>
                        <a:pt x="45244" y="129826"/>
                      </a:lnTo>
                      <a:cubicBezTo>
                        <a:pt x="48578" y="128873"/>
                        <a:pt x="50292" y="127635"/>
                        <a:pt x="50292" y="126016"/>
                      </a:cubicBezTo>
                      <a:cubicBezTo>
                        <a:pt x="50292" y="125349"/>
                        <a:pt x="50006" y="124778"/>
                        <a:pt x="49340" y="124111"/>
                      </a:cubicBezTo>
                      <a:lnTo>
                        <a:pt x="45720" y="120301"/>
                      </a:lnTo>
                      <a:cubicBezTo>
                        <a:pt x="49816" y="120301"/>
                        <a:pt x="51816" y="119063"/>
                        <a:pt x="51816" y="116491"/>
                      </a:cubicBezTo>
                      <a:lnTo>
                        <a:pt x="49244" y="98584"/>
                      </a:lnTo>
                      <a:lnTo>
                        <a:pt x="47244" y="98584"/>
                      </a:lnTo>
                      <a:lnTo>
                        <a:pt x="51816" y="87725"/>
                      </a:lnTo>
                      <a:cubicBezTo>
                        <a:pt x="49435" y="88011"/>
                        <a:pt x="46577" y="87249"/>
                        <a:pt x="43148" y="85344"/>
                      </a:cubicBezTo>
                      <a:cubicBezTo>
                        <a:pt x="49911" y="82772"/>
                        <a:pt x="52769" y="79819"/>
                        <a:pt x="51816" y="76390"/>
                      </a:cubicBezTo>
                      <a:lnTo>
                        <a:pt x="39148" y="74962"/>
                      </a:lnTo>
                      <a:cubicBezTo>
                        <a:pt x="46292" y="74962"/>
                        <a:pt x="50483" y="73723"/>
                        <a:pt x="51816" y="71247"/>
                      </a:cubicBezTo>
                      <a:cubicBezTo>
                        <a:pt x="47054" y="68389"/>
                        <a:pt x="45911" y="65722"/>
                        <a:pt x="48196" y="63151"/>
                      </a:cubicBezTo>
                      <a:lnTo>
                        <a:pt x="53721" y="57055"/>
                      </a:lnTo>
                      <a:cubicBezTo>
                        <a:pt x="53721" y="55150"/>
                        <a:pt x="51530" y="53245"/>
                        <a:pt x="47149" y="51340"/>
                      </a:cubicBezTo>
                      <a:cubicBezTo>
                        <a:pt x="47816" y="46292"/>
                        <a:pt x="51245" y="43243"/>
                        <a:pt x="57245" y="42100"/>
                      </a:cubicBezTo>
                      <a:cubicBezTo>
                        <a:pt x="63437" y="40957"/>
                        <a:pt x="66770" y="39814"/>
                        <a:pt x="67437" y="38481"/>
                      </a:cubicBezTo>
                      <a:lnTo>
                        <a:pt x="66866" y="41815"/>
                      </a:lnTo>
                      <a:cubicBezTo>
                        <a:pt x="70580" y="41148"/>
                        <a:pt x="74295" y="42005"/>
                        <a:pt x="78105" y="44196"/>
                      </a:cubicBezTo>
                      <a:cubicBezTo>
                        <a:pt x="81820" y="46387"/>
                        <a:pt x="84201" y="47530"/>
                        <a:pt x="85249" y="47530"/>
                      </a:cubicBezTo>
                      <a:cubicBezTo>
                        <a:pt x="87249" y="47530"/>
                        <a:pt x="89630" y="45625"/>
                        <a:pt x="92393" y="41910"/>
                      </a:cubicBezTo>
                      <a:cubicBezTo>
                        <a:pt x="97155" y="43529"/>
                        <a:pt x="100298" y="44101"/>
                        <a:pt x="102013" y="43815"/>
                      </a:cubicBezTo>
                      <a:lnTo>
                        <a:pt x="103537" y="38100"/>
                      </a:lnTo>
                      <a:lnTo>
                        <a:pt x="103537" y="43815"/>
                      </a:lnTo>
                      <a:lnTo>
                        <a:pt x="116205" y="45720"/>
                      </a:lnTo>
                      <a:cubicBezTo>
                        <a:pt x="116205" y="58388"/>
                        <a:pt x="117538" y="65627"/>
                        <a:pt x="120301" y="67437"/>
                      </a:cubicBezTo>
                      <a:cubicBezTo>
                        <a:pt x="119253" y="69628"/>
                        <a:pt x="117062" y="71247"/>
                        <a:pt x="113633" y="72200"/>
                      </a:cubicBezTo>
                      <a:cubicBezTo>
                        <a:pt x="110300" y="73152"/>
                        <a:pt x="106871" y="74104"/>
                        <a:pt x="103537" y="75057"/>
                      </a:cubicBezTo>
                      <a:lnTo>
                        <a:pt x="116205" y="80296"/>
                      </a:lnTo>
                      <a:cubicBezTo>
                        <a:pt x="113824" y="82201"/>
                        <a:pt x="112586" y="84677"/>
                        <a:pt x="112586" y="87916"/>
                      </a:cubicBezTo>
                      <a:cubicBezTo>
                        <a:pt x="112586" y="89821"/>
                        <a:pt x="113347" y="93250"/>
                        <a:pt x="114871" y="98298"/>
                      </a:cubicBezTo>
                      <a:cubicBezTo>
                        <a:pt x="116396" y="103346"/>
                        <a:pt x="117158" y="107156"/>
                        <a:pt x="117158" y="109633"/>
                      </a:cubicBezTo>
                      <a:cubicBezTo>
                        <a:pt x="117158" y="111823"/>
                        <a:pt x="116777" y="113729"/>
                        <a:pt x="116110" y="115253"/>
                      </a:cubicBezTo>
                      <a:lnTo>
                        <a:pt x="112014" y="115253"/>
                      </a:lnTo>
                      <a:cubicBezTo>
                        <a:pt x="112681" y="117443"/>
                        <a:pt x="113347" y="119539"/>
                        <a:pt x="114014" y="121348"/>
                      </a:cubicBezTo>
                      <a:cubicBezTo>
                        <a:pt x="115443" y="125158"/>
                        <a:pt x="117920" y="126778"/>
                        <a:pt x="121634" y="126111"/>
                      </a:cubicBezTo>
                      <a:cubicBezTo>
                        <a:pt x="115824" y="134588"/>
                        <a:pt x="112967" y="141732"/>
                        <a:pt x="112967" y="147352"/>
                      </a:cubicBezTo>
                      <a:cubicBezTo>
                        <a:pt x="112967" y="150876"/>
                        <a:pt x="114014" y="153924"/>
                        <a:pt x="116015" y="156781"/>
                      </a:cubicBezTo>
                      <a:cubicBezTo>
                        <a:pt x="113919" y="157734"/>
                        <a:pt x="112967" y="158782"/>
                        <a:pt x="112967" y="160115"/>
                      </a:cubicBezTo>
                      <a:cubicBezTo>
                        <a:pt x="112967" y="160782"/>
                        <a:pt x="113443" y="161734"/>
                        <a:pt x="114300" y="163163"/>
                      </a:cubicBezTo>
                      <a:cubicBezTo>
                        <a:pt x="115157" y="164592"/>
                        <a:pt x="115729" y="165545"/>
                        <a:pt x="116110" y="166211"/>
                      </a:cubicBezTo>
                      <a:cubicBezTo>
                        <a:pt x="114681" y="171831"/>
                        <a:pt x="114014" y="178308"/>
                        <a:pt x="114014" y="185642"/>
                      </a:cubicBezTo>
                      <a:cubicBezTo>
                        <a:pt x="114014" y="190024"/>
                        <a:pt x="114586" y="198882"/>
                        <a:pt x="115538" y="212122"/>
                      </a:cubicBezTo>
                      <a:cubicBezTo>
                        <a:pt x="116586" y="222885"/>
                        <a:pt x="116681" y="231267"/>
                        <a:pt x="116015" y="237172"/>
                      </a:cubicBezTo>
                      <a:cubicBezTo>
                        <a:pt x="112586" y="237172"/>
                        <a:pt x="110585" y="236601"/>
                        <a:pt x="109919" y="235267"/>
                      </a:cubicBezTo>
                      <a:cubicBezTo>
                        <a:pt x="108585" y="236220"/>
                        <a:pt x="107823" y="237458"/>
                        <a:pt x="107823" y="239078"/>
                      </a:cubicBezTo>
                      <a:cubicBezTo>
                        <a:pt x="108871" y="241268"/>
                        <a:pt x="110109" y="242316"/>
                        <a:pt x="111443" y="242316"/>
                      </a:cubicBezTo>
                      <a:cubicBezTo>
                        <a:pt x="112109" y="242316"/>
                        <a:pt x="113633" y="241840"/>
                        <a:pt x="116015" y="240887"/>
                      </a:cubicBezTo>
                      <a:cubicBezTo>
                        <a:pt x="117729" y="240221"/>
                        <a:pt x="119063" y="240221"/>
                        <a:pt x="120110" y="240887"/>
                      </a:cubicBezTo>
                      <a:lnTo>
                        <a:pt x="121634" y="246126"/>
                      </a:lnTo>
                      <a:lnTo>
                        <a:pt x="131254" y="240887"/>
                      </a:lnTo>
                      <a:lnTo>
                        <a:pt x="237935" y="240887"/>
                      </a:lnTo>
                      <a:lnTo>
                        <a:pt x="239458" y="237077"/>
                      </a:lnTo>
                      <a:cubicBezTo>
                        <a:pt x="240411" y="239268"/>
                        <a:pt x="242030" y="240411"/>
                        <a:pt x="244031" y="240411"/>
                      </a:cubicBezTo>
                      <a:cubicBezTo>
                        <a:pt x="245078" y="240411"/>
                        <a:pt x="246888" y="240030"/>
                        <a:pt x="249365" y="239078"/>
                      </a:cubicBezTo>
                      <a:cubicBezTo>
                        <a:pt x="251936" y="238125"/>
                        <a:pt x="253841" y="237649"/>
                        <a:pt x="255270" y="237649"/>
                      </a:cubicBezTo>
                      <a:cubicBezTo>
                        <a:pt x="258604" y="237649"/>
                        <a:pt x="261176" y="240030"/>
                        <a:pt x="262890" y="244697"/>
                      </a:cubicBezTo>
                      <a:cubicBezTo>
                        <a:pt x="261556" y="246602"/>
                        <a:pt x="260795" y="248603"/>
                        <a:pt x="260795" y="250793"/>
                      </a:cubicBezTo>
                      <a:cubicBezTo>
                        <a:pt x="260795" y="254889"/>
                        <a:pt x="262890" y="259271"/>
                        <a:pt x="266986" y="264033"/>
                      </a:cubicBezTo>
                      <a:close/>
                      <a:moveTo>
                        <a:pt x="65532" y="142399"/>
                      </a:moveTo>
                      <a:lnTo>
                        <a:pt x="65532" y="137160"/>
                      </a:lnTo>
                      <a:lnTo>
                        <a:pt x="58960" y="134779"/>
                      </a:lnTo>
                      <a:lnTo>
                        <a:pt x="65532" y="142304"/>
                      </a:lnTo>
                      <a:close/>
                      <a:moveTo>
                        <a:pt x="68580" y="32671"/>
                      </a:moveTo>
                      <a:cubicBezTo>
                        <a:pt x="68866" y="34861"/>
                        <a:pt x="68580" y="36767"/>
                        <a:pt x="67532" y="38386"/>
                      </a:cubicBezTo>
                      <a:lnTo>
                        <a:pt x="68580" y="32671"/>
                      </a:lnTo>
                      <a:close/>
                      <a:moveTo>
                        <a:pt x="80772" y="28861"/>
                      </a:moveTo>
                      <a:cubicBezTo>
                        <a:pt x="79058" y="28289"/>
                        <a:pt x="77915" y="25908"/>
                        <a:pt x="77153" y="21812"/>
                      </a:cubicBezTo>
                      <a:cubicBezTo>
                        <a:pt x="76771" y="18002"/>
                        <a:pt x="76962" y="16097"/>
                        <a:pt x="77629" y="16097"/>
                      </a:cubicBezTo>
                      <a:cubicBezTo>
                        <a:pt x="78581" y="16764"/>
                        <a:pt x="79724" y="19240"/>
                        <a:pt x="80677" y="23622"/>
                      </a:cubicBezTo>
                      <a:lnTo>
                        <a:pt x="80677" y="28861"/>
                      </a:lnTo>
                      <a:close/>
                      <a:moveTo>
                        <a:pt x="98108" y="245936"/>
                      </a:moveTo>
                      <a:lnTo>
                        <a:pt x="103632" y="240697"/>
                      </a:lnTo>
                      <a:cubicBezTo>
                        <a:pt x="99917" y="240982"/>
                        <a:pt x="94774" y="240411"/>
                        <a:pt x="88392" y="238792"/>
                      </a:cubicBezTo>
                      <a:lnTo>
                        <a:pt x="88392" y="244412"/>
                      </a:lnTo>
                      <a:cubicBezTo>
                        <a:pt x="87440" y="244697"/>
                        <a:pt x="86392" y="244126"/>
                        <a:pt x="85344" y="242506"/>
                      </a:cubicBezTo>
                      <a:lnTo>
                        <a:pt x="80772" y="248221"/>
                      </a:lnTo>
                      <a:lnTo>
                        <a:pt x="90869" y="248221"/>
                      </a:lnTo>
                      <a:lnTo>
                        <a:pt x="90869" y="245840"/>
                      </a:lnTo>
                      <a:lnTo>
                        <a:pt x="96488" y="242506"/>
                      </a:lnTo>
                      <a:cubicBezTo>
                        <a:pt x="98108" y="244126"/>
                        <a:pt x="98679" y="245269"/>
                        <a:pt x="98012" y="245840"/>
                      </a:cubicBezTo>
                      <a:close/>
                      <a:moveTo>
                        <a:pt x="94012" y="138589"/>
                      </a:moveTo>
                      <a:lnTo>
                        <a:pt x="86963" y="146209"/>
                      </a:lnTo>
                      <a:cubicBezTo>
                        <a:pt x="88011" y="145542"/>
                        <a:pt x="88868" y="145256"/>
                        <a:pt x="89535" y="145256"/>
                      </a:cubicBezTo>
                      <a:lnTo>
                        <a:pt x="90107" y="145256"/>
                      </a:lnTo>
                      <a:lnTo>
                        <a:pt x="90583" y="153353"/>
                      </a:lnTo>
                      <a:lnTo>
                        <a:pt x="91059" y="152876"/>
                      </a:lnTo>
                      <a:lnTo>
                        <a:pt x="92678" y="152876"/>
                      </a:lnTo>
                      <a:lnTo>
                        <a:pt x="94107" y="138684"/>
                      </a:lnTo>
                      <a:close/>
                      <a:moveTo>
                        <a:pt x="98108" y="34100"/>
                      </a:moveTo>
                      <a:cubicBezTo>
                        <a:pt x="97727" y="35719"/>
                        <a:pt x="96393" y="36767"/>
                        <a:pt x="94012" y="37433"/>
                      </a:cubicBezTo>
                      <a:cubicBezTo>
                        <a:pt x="91630" y="38386"/>
                        <a:pt x="89821" y="38100"/>
                        <a:pt x="88487" y="36481"/>
                      </a:cubicBezTo>
                      <a:cubicBezTo>
                        <a:pt x="89154" y="32671"/>
                        <a:pt x="90964" y="30861"/>
                        <a:pt x="94012" y="30861"/>
                      </a:cubicBezTo>
                      <a:cubicBezTo>
                        <a:pt x="95726" y="30861"/>
                        <a:pt x="97060" y="32004"/>
                        <a:pt x="98108" y="34195"/>
                      </a:cubicBezTo>
                      <a:close/>
                      <a:moveTo>
                        <a:pt x="100584" y="65342"/>
                      </a:moveTo>
                      <a:cubicBezTo>
                        <a:pt x="99917" y="65627"/>
                        <a:pt x="99251" y="65818"/>
                        <a:pt x="98488" y="65818"/>
                      </a:cubicBezTo>
                      <a:cubicBezTo>
                        <a:pt x="97536" y="65818"/>
                        <a:pt x="96298" y="65056"/>
                        <a:pt x="94964" y="63722"/>
                      </a:cubicBezTo>
                      <a:cubicBezTo>
                        <a:pt x="93631" y="62293"/>
                        <a:pt x="92297" y="61627"/>
                        <a:pt x="90869" y="61627"/>
                      </a:cubicBezTo>
                      <a:lnTo>
                        <a:pt x="92488" y="67246"/>
                      </a:lnTo>
                      <a:cubicBezTo>
                        <a:pt x="97917" y="67246"/>
                        <a:pt x="100584" y="66580"/>
                        <a:pt x="100584" y="65342"/>
                      </a:cubicBezTo>
                      <a:close/>
                      <a:moveTo>
                        <a:pt x="102108" y="94679"/>
                      </a:moveTo>
                      <a:cubicBezTo>
                        <a:pt x="99727" y="94012"/>
                        <a:pt x="96584" y="94679"/>
                        <a:pt x="92488" y="96583"/>
                      </a:cubicBezTo>
                      <a:cubicBezTo>
                        <a:pt x="94869" y="97250"/>
                        <a:pt x="98108" y="96583"/>
                        <a:pt x="102108" y="94679"/>
                      </a:cubicBezTo>
                      <a:close/>
                      <a:moveTo>
                        <a:pt x="98108" y="47339"/>
                      </a:moveTo>
                      <a:lnTo>
                        <a:pt x="98108" y="52578"/>
                      </a:lnTo>
                      <a:lnTo>
                        <a:pt x="100584" y="52578"/>
                      </a:lnTo>
                      <a:lnTo>
                        <a:pt x="100584" y="47339"/>
                      </a:lnTo>
                      <a:lnTo>
                        <a:pt x="98108" y="47339"/>
                      </a:lnTo>
                      <a:close/>
                      <a:moveTo>
                        <a:pt x="110204" y="245936"/>
                      </a:moveTo>
                      <a:lnTo>
                        <a:pt x="110204" y="242602"/>
                      </a:lnTo>
                      <a:lnTo>
                        <a:pt x="108109" y="244507"/>
                      </a:lnTo>
                      <a:lnTo>
                        <a:pt x="110204" y="245936"/>
                      </a:lnTo>
                      <a:close/>
                      <a:moveTo>
                        <a:pt x="123349" y="155162"/>
                      </a:moveTo>
                      <a:lnTo>
                        <a:pt x="117729" y="146209"/>
                      </a:lnTo>
                      <a:lnTo>
                        <a:pt x="127349" y="151352"/>
                      </a:lnTo>
                      <a:lnTo>
                        <a:pt x="123254" y="155162"/>
                      </a:lnTo>
                      <a:close/>
                      <a:moveTo>
                        <a:pt x="131540" y="1429"/>
                      </a:moveTo>
                      <a:lnTo>
                        <a:pt x="127445" y="6667"/>
                      </a:lnTo>
                      <a:lnTo>
                        <a:pt x="123349" y="0"/>
                      </a:lnTo>
                      <a:lnTo>
                        <a:pt x="131540" y="1429"/>
                      </a:lnTo>
                      <a:close/>
                      <a:moveTo>
                        <a:pt x="127445" y="37814"/>
                      </a:moveTo>
                      <a:cubicBezTo>
                        <a:pt x="129159" y="38481"/>
                        <a:pt x="130493" y="38005"/>
                        <a:pt x="131540" y="36385"/>
                      </a:cubicBezTo>
                      <a:lnTo>
                        <a:pt x="127445" y="32575"/>
                      </a:lnTo>
                      <a:cubicBezTo>
                        <a:pt x="132207" y="31337"/>
                        <a:pt x="134588" y="31813"/>
                        <a:pt x="134588" y="34004"/>
                      </a:cubicBezTo>
                      <a:cubicBezTo>
                        <a:pt x="134588" y="33433"/>
                        <a:pt x="133541" y="35909"/>
                        <a:pt x="131540" y="41624"/>
                      </a:cubicBezTo>
                      <a:lnTo>
                        <a:pt x="127445" y="37814"/>
                      </a:lnTo>
                      <a:close/>
                      <a:moveTo>
                        <a:pt x="133541" y="112490"/>
                      </a:moveTo>
                      <a:lnTo>
                        <a:pt x="127445" y="109633"/>
                      </a:lnTo>
                      <a:cubicBezTo>
                        <a:pt x="130493" y="104584"/>
                        <a:pt x="133541" y="102108"/>
                        <a:pt x="136588" y="102108"/>
                      </a:cubicBezTo>
                      <a:cubicBezTo>
                        <a:pt x="137636" y="102108"/>
                        <a:pt x="138589" y="102584"/>
                        <a:pt x="139637" y="103537"/>
                      </a:cubicBezTo>
                      <a:cubicBezTo>
                        <a:pt x="140303" y="105728"/>
                        <a:pt x="139922" y="107442"/>
                        <a:pt x="138398" y="108680"/>
                      </a:cubicBezTo>
                      <a:cubicBezTo>
                        <a:pt x="136874" y="109919"/>
                        <a:pt x="135255" y="111252"/>
                        <a:pt x="133541" y="112490"/>
                      </a:cubicBezTo>
                      <a:close/>
                      <a:moveTo>
                        <a:pt x="133541" y="169736"/>
                      </a:moveTo>
                      <a:lnTo>
                        <a:pt x="141637" y="169736"/>
                      </a:lnTo>
                      <a:lnTo>
                        <a:pt x="131445" y="171164"/>
                      </a:lnTo>
                      <a:lnTo>
                        <a:pt x="133445" y="169736"/>
                      </a:lnTo>
                      <a:close/>
                      <a:moveTo>
                        <a:pt x="135636" y="12287"/>
                      </a:moveTo>
                      <a:lnTo>
                        <a:pt x="135636" y="18383"/>
                      </a:lnTo>
                      <a:lnTo>
                        <a:pt x="133541" y="18383"/>
                      </a:lnTo>
                      <a:lnTo>
                        <a:pt x="135636" y="12287"/>
                      </a:lnTo>
                      <a:close/>
                      <a:moveTo>
                        <a:pt x="143161" y="78486"/>
                      </a:moveTo>
                      <a:cubicBezTo>
                        <a:pt x="142780" y="80677"/>
                        <a:pt x="142685" y="83058"/>
                        <a:pt x="142685" y="85534"/>
                      </a:cubicBezTo>
                      <a:cubicBezTo>
                        <a:pt x="142304" y="86773"/>
                        <a:pt x="142018" y="87916"/>
                        <a:pt x="141637" y="88868"/>
                      </a:cubicBezTo>
                      <a:lnTo>
                        <a:pt x="135541" y="82296"/>
                      </a:lnTo>
                      <a:lnTo>
                        <a:pt x="143066" y="78486"/>
                      </a:lnTo>
                      <a:close/>
                      <a:moveTo>
                        <a:pt x="137636" y="138494"/>
                      </a:moveTo>
                      <a:lnTo>
                        <a:pt x="141637" y="138494"/>
                      </a:lnTo>
                      <a:lnTo>
                        <a:pt x="135541" y="142304"/>
                      </a:lnTo>
                      <a:lnTo>
                        <a:pt x="137541" y="138494"/>
                      </a:lnTo>
                      <a:close/>
                      <a:moveTo>
                        <a:pt x="160972" y="37814"/>
                      </a:moveTo>
                      <a:cubicBezTo>
                        <a:pt x="156210" y="39433"/>
                        <a:pt x="152971" y="40005"/>
                        <a:pt x="151352" y="39719"/>
                      </a:cubicBezTo>
                      <a:lnTo>
                        <a:pt x="156877" y="32671"/>
                      </a:lnTo>
                      <a:lnTo>
                        <a:pt x="160972" y="37909"/>
                      </a:lnTo>
                      <a:close/>
                      <a:moveTo>
                        <a:pt x="175165" y="103537"/>
                      </a:moveTo>
                      <a:lnTo>
                        <a:pt x="175165" y="114871"/>
                      </a:lnTo>
                      <a:lnTo>
                        <a:pt x="172593" y="114871"/>
                      </a:lnTo>
                      <a:lnTo>
                        <a:pt x="172593" y="103537"/>
                      </a:lnTo>
                      <a:lnTo>
                        <a:pt x="175165" y="103537"/>
                      </a:lnTo>
                      <a:close/>
                      <a:moveTo>
                        <a:pt x="223933" y="303086"/>
                      </a:moveTo>
                      <a:cubicBezTo>
                        <a:pt x="224599" y="304990"/>
                        <a:pt x="224599" y="307181"/>
                        <a:pt x="223933" y="309658"/>
                      </a:cubicBezTo>
                      <a:lnTo>
                        <a:pt x="223933" y="303086"/>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 name="Google Shape;1273;p99"/>
                <p:cNvSpPr/>
                <p:nvPr/>
              </p:nvSpPr>
              <p:spPr>
                <a:xfrm>
                  <a:off x="6962869" y="2981705"/>
                  <a:ext cx="305276" cy="252099"/>
                </a:xfrm>
                <a:custGeom>
                  <a:avLst/>
                  <a:gdLst/>
                  <a:ahLst/>
                  <a:cxnLst/>
                  <a:rect l="l" t="t" r="r" b="b"/>
                  <a:pathLst>
                    <a:path w="305276" h="252099" extrusionOk="0">
                      <a:moveTo>
                        <a:pt x="0" y="137255"/>
                      </a:moveTo>
                      <a:cubicBezTo>
                        <a:pt x="3048" y="137255"/>
                        <a:pt x="4953" y="137732"/>
                        <a:pt x="5620" y="138684"/>
                      </a:cubicBezTo>
                      <a:cubicBezTo>
                        <a:pt x="4953" y="140303"/>
                        <a:pt x="3048" y="141065"/>
                        <a:pt x="0" y="141065"/>
                      </a:cubicBezTo>
                      <a:lnTo>
                        <a:pt x="0" y="137255"/>
                      </a:lnTo>
                      <a:close/>
                      <a:moveTo>
                        <a:pt x="1524" y="78105"/>
                      </a:moveTo>
                      <a:lnTo>
                        <a:pt x="1524" y="74295"/>
                      </a:lnTo>
                      <a:lnTo>
                        <a:pt x="5524" y="74295"/>
                      </a:lnTo>
                      <a:lnTo>
                        <a:pt x="5524" y="78105"/>
                      </a:lnTo>
                      <a:lnTo>
                        <a:pt x="1524" y="78105"/>
                      </a:lnTo>
                      <a:close/>
                      <a:moveTo>
                        <a:pt x="9620" y="159449"/>
                      </a:moveTo>
                      <a:cubicBezTo>
                        <a:pt x="9334" y="158782"/>
                        <a:pt x="9049" y="158210"/>
                        <a:pt x="9049" y="157543"/>
                      </a:cubicBezTo>
                      <a:cubicBezTo>
                        <a:pt x="9049" y="156305"/>
                        <a:pt x="10096" y="154876"/>
                        <a:pt x="12097" y="153353"/>
                      </a:cubicBezTo>
                      <a:cubicBezTo>
                        <a:pt x="15240" y="150495"/>
                        <a:pt x="17050" y="148781"/>
                        <a:pt x="17716" y="148114"/>
                      </a:cubicBezTo>
                      <a:cubicBezTo>
                        <a:pt x="18764" y="151257"/>
                        <a:pt x="16478" y="155067"/>
                        <a:pt x="11049" y="159449"/>
                      </a:cubicBezTo>
                      <a:lnTo>
                        <a:pt x="9525" y="159449"/>
                      </a:lnTo>
                      <a:close/>
                      <a:moveTo>
                        <a:pt x="9620" y="129635"/>
                      </a:moveTo>
                      <a:cubicBezTo>
                        <a:pt x="11621" y="126492"/>
                        <a:pt x="13716" y="124873"/>
                        <a:pt x="15716" y="124873"/>
                      </a:cubicBezTo>
                      <a:cubicBezTo>
                        <a:pt x="17716" y="124873"/>
                        <a:pt x="20098" y="126301"/>
                        <a:pt x="22860" y="129159"/>
                      </a:cubicBezTo>
                      <a:cubicBezTo>
                        <a:pt x="26575" y="133255"/>
                        <a:pt x="28766" y="135446"/>
                        <a:pt x="29432" y="135826"/>
                      </a:cubicBezTo>
                      <a:cubicBezTo>
                        <a:pt x="28099" y="137065"/>
                        <a:pt x="26861" y="137732"/>
                        <a:pt x="25812" y="137732"/>
                      </a:cubicBezTo>
                      <a:cubicBezTo>
                        <a:pt x="24860" y="137732"/>
                        <a:pt x="23717" y="136970"/>
                        <a:pt x="22574" y="135636"/>
                      </a:cubicBezTo>
                      <a:cubicBezTo>
                        <a:pt x="21431" y="134207"/>
                        <a:pt x="20478" y="133445"/>
                        <a:pt x="19812" y="133445"/>
                      </a:cubicBezTo>
                      <a:cubicBezTo>
                        <a:pt x="18479" y="133445"/>
                        <a:pt x="16954" y="134207"/>
                        <a:pt x="15240" y="135826"/>
                      </a:cubicBezTo>
                      <a:lnTo>
                        <a:pt x="19241" y="132017"/>
                      </a:lnTo>
                      <a:lnTo>
                        <a:pt x="15240" y="128302"/>
                      </a:lnTo>
                      <a:cubicBezTo>
                        <a:pt x="14859" y="129254"/>
                        <a:pt x="12954" y="129731"/>
                        <a:pt x="9620" y="129731"/>
                      </a:cubicBezTo>
                      <a:close/>
                      <a:moveTo>
                        <a:pt x="17716" y="118777"/>
                      </a:moveTo>
                      <a:lnTo>
                        <a:pt x="21241" y="113538"/>
                      </a:lnTo>
                      <a:lnTo>
                        <a:pt x="13621" y="108299"/>
                      </a:lnTo>
                      <a:cubicBezTo>
                        <a:pt x="15621" y="108966"/>
                        <a:pt x="17716" y="109633"/>
                        <a:pt x="20002" y="110204"/>
                      </a:cubicBezTo>
                      <a:cubicBezTo>
                        <a:pt x="22193" y="110871"/>
                        <a:pt x="23431" y="112395"/>
                        <a:pt x="23813" y="114872"/>
                      </a:cubicBezTo>
                      <a:lnTo>
                        <a:pt x="17716" y="118682"/>
                      </a:lnTo>
                      <a:close/>
                      <a:moveTo>
                        <a:pt x="29432" y="166497"/>
                      </a:moveTo>
                      <a:cubicBezTo>
                        <a:pt x="26670" y="165830"/>
                        <a:pt x="25336" y="165068"/>
                        <a:pt x="25336" y="164116"/>
                      </a:cubicBezTo>
                      <a:cubicBezTo>
                        <a:pt x="25336" y="163163"/>
                        <a:pt x="26670" y="162020"/>
                        <a:pt x="29432" y="160782"/>
                      </a:cubicBezTo>
                      <a:lnTo>
                        <a:pt x="29432" y="166497"/>
                      </a:lnTo>
                      <a:close/>
                      <a:moveTo>
                        <a:pt x="54769" y="144780"/>
                      </a:moveTo>
                      <a:lnTo>
                        <a:pt x="50768" y="148114"/>
                      </a:lnTo>
                      <a:cubicBezTo>
                        <a:pt x="50768" y="149066"/>
                        <a:pt x="51340" y="150019"/>
                        <a:pt x="52292" y="150971"/>
                      </a:cubicBezTo>
                      <a:cubicBezTo>
                        <a:pt x="46196" y="151924"/>
                        <a:pt x="43339" y="152400"/>
                        <a:pt x="43625" y="152400"/>
                      </a:cubicBezTo>
                      <a:cubicBezTo>
                        <a:pt x="39243" y="152400"/>
                        <a:pt x="37242" y="149066"/>
                        <a:pt x="37529" y="142494"/>
                      </a:cubicBezTo>
                      <a:lnTo>
                        <a:pt x="45148" y="135922"/>
                      </a:lnTo>
                      <a:lnTo>
                        <a:pt x="41148" y="132112"/>
                      </a:lnTo>
                      <a:lnTo>
                        <a:pt x="50768" y="133541"/>
                      </a:lnTo>
                      <a:lnTo>
                        <a:pt x="47149" y="137350"/>
                      </a:lnTo>
                      <a:lnTo>
                        <a:pt x="54769" y="144875"/>
                      </a:lnTo>
                      <a:close/>
                      <a:moveTo>
                        <a:pt x="49244" y="120682"/>
                      </a:moveTo>
                      <a:lnTo>
                        <a:pt x="41148" y="124492"/>
                      </a:lnTo>
                      <a:lnTo>
                        <a:pt x="37529" y="114967"/>
                      </a:lnTo>
                      <a:cubicBezTo>
                        <a:pt x="38576" y="117158"/>
                        <a:pt x="40386" y="118300"/>
                        <a:pt x="43053" y="118300"/>
                      </a:cubicBezTo>
                      <a:cubicBezTo>
                        <a:pt x="45148" y="118300"/>
                        <a:pt x="46482" y="117158"/>
                        <a:pt x="47149" y="114967"/>
                      </a:cubicBezTo>
                      <a:lnTo>
                        <a:pt x="49149" y="120682"/>
                      </a:lnTo>
                      <a:close/>
                      <a:moveTo>
                        <a:pt x="53244" y="109823"/>
                      </a:moveTo>
                      <a:cubicBezTo>
                        <a:pt x="53244" y="110776"/>
                        <a:pt x="50578" y="111252"/>
                        <a:pt x="45148" y="111252"/>
                      </a:cubicBezTo>
                      <a:lnTo>
                        <a:pt x="47149" y="108395"/>
                      </a:lnTo>
                      <a:lnTo>
                        <a:pt x="53244" y="109823"/>
                      </a:lnTo>
                      <a:close/>
                      <a:moveTo>
                        <a:pt x="52197" y="150971"/>
                      </a:moveTo>
                      <a:cubicBezTo>
                        <a:pt x="56292" y="150305"/>
                        <a:pt x="59150" y="151448"/>
                        <a:pt x="60865" y="154305"/>
                      </a:cubicBezTo>
                      <a:cubicBezTo>
                        <a:pt x="57150" y="154305"/>
                        <a:pt x="54197" y="153162"/>
                        <a:pt x="52197" y="150971"/>
                      </a:cubicBezTo>
                      <a:close/>
                      <a:moveTo>
                        <a:pt x="57341" y="69151"/>
                      </a:moveTo>
                      <a:lnTo>
                        <a:pt x="58864" y="76772"/>
                      </a:lnTo>
                      <a:lnTo>
                        <a:pt x="53244" y="76772"/>
                      </a:lnTo>
                      <a:lnTo>
                        <a:pt x="57341" y="69151"/>
                      </a:lnTo>
                      <a:close/>
                      <a:moveTo>
                        <a:pt x="77152" y="96583"/>
                      </a:moveTo>
                      <a:cubicBezTo>
                        <a:pt x="76867" y="94964"/>
                        <a:pt x="75057" y="93726"/>
                        <a:pt x="71818" y="92774"/>
                      </a:cubicBezTo>
                      <a:cubicBezTo>
                        <a:pt x="68580" y="91821"/>
                        <a:pt x="66960" y="91059"/>
                        <a:pt x="66960" y="90392"/>
                      </a:cubicBezTo>
                      <a:cubicBezTo>
                        <a:pt x="66960" y="89821"/>
                        <a:pt x="67627" y="88868"/>
                        <a:pt x="68961" y="87630"/>
                      </a:cubicBezTo>
                      <a:lnTo>
                        <a:pt x="80105" y="91345"/>
                      </a:lnTo>
                      <a:lnTo>
                        <a:pt x="72961" y="104108"/>
                      </a:lnTo>
                      <a:cubicBezTo>
                        <a:pt x="72961" y="102203"/>
                        <a:pt x="74295" y="99727"/>
                        <a:pt x="77057" y="96583"/>
                      </a:cubicBezTo>
                      <a:close/>
                      <a:moveTo>
                        <a:pt x="69056" y="218123"/>
                      </a:moveTo>
                      <a:cubicBezTo>
                        <a:pt x="68103" y="217456"/>
                        <a:pt x="67532" y="216884"/>
                        <a:pt x="67532" y="216217"/>
                      </a:cubicBezTo>
                      <a:lnTo>
                        <a:pt x="69056" y="218123"/>
                      </a:lnTo>
                      <a:close/>
                      <a:moveTo>
                        <a:pt x="70580" y="196406"/>
                      </a:moveTo>
                      <a:cubicBezTo>
                        <a:pt x="70580" y="200787"/>
                        <a:pt x="70104" y="203168"/>
                        <a:pt x="69056" y="203549"/>
                      </a:cubicBezTo>
                      <a:lnTo>
                        <a:pt x="69056" y="196406"/>
                      </a:lnTo>
                      <a:lnTo>
                        <a:pt x="70580" y="196406"/>
                      </a:lnTo>
                      <a:close/>
                      <a:moveTo>
                        <a:pt x="69056" y="218123"/>
                      </a:moveTo>
                      <a:cubicBezTo>
                        <a:pt x="69723" y="218408"/>
                        <a:pt x="71914" y="219075"/>
                        <a:pt x="75629" y="220028"/>
                      </a:cubicBezTo>
                      <a:cubicBezTo>
                        <a:pt x="78391" y="220980"/>
                        <a:pt x="79629" y="221933"/>
                        <a:pt x="79629" y="222885"/>
                      </a:cubicBezTo>
                      <a:cubicBezTo>
                        <a:pt x="79629" y="224123"/>
                        <a:pt x="78772" y="225552"/>
                        <a:pt x="77152" y="227171"/>
                      </a:cubicBezTo>
                      <a:lnTo>
                        <a:pt x="69056" y="218218"/>
                      </a:lnTo>
                      <a:close/>
                      <a:moveTo>
                        <a:pt x="300228" y="74390"/>
                      </a:moveTo>
                      <a:cubicBezTo>
                        <a:pt x="303562" y="77915"/>
                        <a:pt x="305276" y="81153"/>
                        <a:pt x="305276" y="84296"/>
                      </a:cubicBezTo>
                      <a:cubicBezTo>
                        <a:pt x="305276" y="86868"/>
                        <a:pt x="303657" y="90107"/>
                        <a:pt x="300514" y="94202"/>
                      </a:cubicBezTo>
                      <a:cubicBezTo>
                        <a:pt x="297275" y="98298"/>
                        <a:pt x="295656" y="101632"/>
                        <a:pt x="295656" y="104108"/>
                      </a:cubicBezTo>
                      <a:cubicBezTo>
                        <a:pt x="295656" y="107251"/>
                        <a:pt x="297180" y="110395"/>
                        <a:pt x="300228" y="113633"/>
                      </a:cubicBezTo>
                      <a:cubicBezTo>
                        <a:pt x="298513" y="128397"/>
                        <a:pt x="297656" y="151543"/>
                        <a:pt x="297656" y="183166"/>
                      </a:cubicBezTo>
                      <a:cubicBezTo>
                        <a:pt x="293179" y="184404"/>
                        <a:pt x="291275" y="187547"/>
                        <a:pt x="291560" y="192596"/>
                      </a:cubicBezTo>
                      <a:cubicBezTo>
                        <a:pt x="291941" y="198596"/>
                        <a:pt x="291560" y="202216"/>
                        <a:pt x="290513" y="203454"/>
                      </a:cubicBezTo>
                      <a:cubicBezTo>
                        <a:pt x="270891" y="226505"/>
                        <a:pt x="251079" y="240506"/>
                        <a:pt x="231077" y="245555"/>
                      </a:cubicBezTo>
                      <a:lnTo>
                        <a:pt x="228600" y="243650"/>
                      </a:lnTo>
                      <a:cubicBezTo>
                        <a:pt x="228219" y="249365"/>
                        <a:pt x="224504" y="252032"/>
                        <a:pt x="217456" y="251746"/>
                      </a:cubicBezTo>
                      <a:cubicBezTo>
                        <a:pt x="207550" y="251365"/>
                        <a:pt x="202311" y="251365"/>
                        <a:pt x="201644" y="251746"/>
                      </a:cubicBezTo>
                      <a:lnTo>
                        <a:pt x="195072" y="251746"/>
                      </a:lnTo>
                      <a:cubicBezTo>
                        <a:pt x="195072" y="252984"/>
                        <a:pt x="195072" y="250984"/>
                        <a:pt x="195072" y="245555"/>
                      </a:cubicBezTo>
                      <a:cubicBezTo>
                        <a:pt x="195072" y="243078"/>
                        <a:pt x="195929" y="241173"/>
                        <a:pt x="197644" y="239935"/>
                      </a:cubicBezTo>
                      <a:cubicBezTo>
                        <a:pt x="195263" y="238411"/>
                        <a:pt x="193167" y="237554"/>
                        <a:pt x="191548" y="237554"/>
                      </a:cubicBezTo>
                      <a:cubicBezTo>
                        <a:pt x="189929" y="237554"/>
                        <a:pt x="187643" y="238316"/>
                        <a:pt x="184975" y="239935"/>
                      </a:cubicBezTo>
                      <a:cubicBezTo>
                        <a:pt x="185642" y="241840"/>
                        <a:pt x="185928" y="243364"/>
                        <a:pt x="185928" y="244602"/>
                      </a:cubicBezTo>
                      <a:cubicBezTo>
                        <a:pt x="185928" y="248984"/>
                        <a:pt x="182403" y="251270"/>
                        <a:pt x="175260" y="251270"/>
                      </a:cubicBezTo>
                      <a:cubicBezTo>
                        <a:pt x="170116" y="251555"/>
                        <a:pt x="164878" y="251746"/>
                        <a:pt x="159544" y="251746"/>
                      </a:cubicBezTo>
                      <a:cubicBezTo>
                        <a:pt x="149066" y="242602"/>
                        <a:pt x="135827" y="237363"/>
                        <a:pt x="119919" y="236125"/>
                      </a:cubicBezTo>
                      <a:cubicBezTo>
                        <a:pt x="119539" y="235458"/>
                        <a:pt x="119348" y="234887"/>
                        <a:pt x="119348" y="234220"/>
                      </a:cubicBezTo>
                      <a:cubicBezTo>
                        <a:pt x="119348" y="233267"/>
                        <a:pt x="119729" y="232029"/>
                        <a:pt x="120586" y="230505"/>
                      </a:cubicBezTo>
                      <a:cubicBezTo>
                        <a:pt x="121444" y="228886"/>
                        <a:pt x="121920" y="227838"/>
                        <a:pt x="121920" y="227171"/>
                      </a:cubicBezTo>
                      <a:cubicBezTo>
                        <a:pt x="121920" y="225933"/>
                        <a:pt x="120682" y="224790"/>
                        <a:pt x="118396" y="223838"/>
                      </a:cubicBezTo>
                      <a:cubicBezTo>
                        <a:pt x="117062" y="225076"/>
                        <a:pt x="115824" y="225742"/>
                        <a:pt x="114776" y="225742"/>
                      </a:cubicBezTo>
                      <a:cubicBezTo>
                        <a:pt x="114109" y="225742"/>
                        <a:pt x="112871" y="224790"/>
                        <a:pt x="111252" y="222885"/>
                      </a:cubicBezTo>
                      <a:cubicBezTo>
                        <a:pt x="109538" y="220980"/>
                        <a:pt x="108013" y="220028"/>
                        <a:pt x="106680" y="220028"/>
                      </a:cubicBezTo>
                      <a:cubicBezTo>
                        <a:pt x="107728" y="218789"/>
                        <a:pt x="108204" y="217360"/>
                        <a:pt x="108204" y="215741"/>
                      </a:cubicBezTo>
                      <a:cubicBezTo>
                        <a:pt x="108204" y="211360"/>
                        <a:pt x="105537" y="208502"/>
                        <a:pt x="100108" y="207264"/>
                      </a:cubicBezTo>
                      <a:cubicBezTo>
                        <a:pt x="99060" y="208502"/>
                        <a:pt x="97727" y="209169"/>
                        <a:pt x="96012" y="209169"/>
                      </a:cubicBezTo>
                      <a:cubicBezTo>
                        <a:pt x="93345" y="209169"/>
                        <a:pt x="90297" y="207264"/>
                        <a:pt x="86868" y="203454"/>
                      </a:cubicBezTo>
                      <a:cubicBezTo>
                        <a:pt x="88202" y="202216"/>
                        <a:pt x="88868" y="200882"/>
                        <a:pt x="88868" y="199644"/>
                      </a:cubicBezTo>
                      <a:cubicBezTo>
                        <a:pt x="88868" y="198120"/>
                        <a:pt x="88202" y="196120"/>
                        <a:pt x="86868" y="193739"/>
                      </a:cubicBezTo>
                      <a:cubicBezTo>
                        <a:pt x="85534" y="191357"/>
                        <a:pt x="84677" y="189738"/>
                        <a:pt x="84296" y="188785"/>
                      </a:cubicBezTo>
                      <a:lnTo>
                        <a:pt x="74676" y="192596"/>
                      </a:lnTo>
                      <a:lnTo>
                        <a:pt x="86868" y="185071"/>
                      </a:lnTo>
                      <a:cubicBezTo>
                        <a:pt x="86201" y="181928"/>
                        <a:pt x="84106" y="178784"/>
                        <a:pt x="80486" y="175641"/>
                      </a:cubicBezTo>
                      <a:cubicBezTo>
                        <a:pt x="76962" y="172498"/>
                        <a:pt x="73628" y="169450"/>
                        <a:pt x="70580" y="166688"/>
                      </a:cubicBezTo>
                      <a:cubicBezTo>
                        <a:pt x="72294" y="165068"/>
                        <a:pt x="74009" y="164306"/>
                        <a:pt x="75724" y="164306"/>
                      </a:cubicBezTo>
                      <a:cubicBezTo>
                        <a:pt x="77057" y="164306"/>
                        <a:pt x="79153" y="165164"/>
                        <a:pt x="81819" y="167164"/>
                      </a:cubicBezTo>
                      <a:cubicBezTo>
                        <a:pt x="84582" y="169069"/>
                        <a:pt x="86582" y="170021"/>
                        <a:pt x="87916" y="170021"/>
                      </a:cubicBezTo>
                      <a:cubicBezTo>
                        <a:pt x="88868" y="170021"/>
                        <a:pt x="89725" y="169735"/>
                        <a:pt x="90392" y="169069"/>
                      </a:cubicBezTo>
                      <a:lnTo>
                        <a:pt x="84296" y="157258"/>
                      </a:lnTo>
                      <a:lnTo>
                        <a:pt x="94488" y="157258"/>
                      </a:lnTo>
                      <a:cubicBezTo>
                        <a:pt x="93726" y="159163"/>
                        <a:pt x="94679" y="160401"/>
                        <a:pt x="97060" y="161068"/>
                      </a:cubicBezTo>
                      <a:cubicBezTo>
                        <a:pt x="98393" y="159830"/>
                        <a:pt x="98965" y="157448"/>
                        <a:pt x="98584" y="153924"/>
                      </a:cubicBezTo>
                      <a:lnTo>
                        <a:pt x="98584" y="147352"/>
                      </a:lnTo>
                      <a:cubicBezTo>
                        <a:pt x="97155" y="153353"/>
                        <a:pt x="91059" y="154972"/>
                        <a:pt x="80296" y="152114"/>
                      </a:cubicBezTo>
                      <a:lnTo>
                        <a:pt x="78772" y="127064"/>
                      </a:lnTo>
                      <a:lnTo>
                        <a:pt x="80296" y="127064"/>
                      </a:lnTo>
                      <a:cubicBezTo>
                        <a:pt x="82010" y="125158"/>
                        <a:pt x="82772" y="123254"/>
                        <a:pt x="82772" y="121349"/>
                      </a:cubicBezTo>
                      <a:cubicBezTo>
                        <a:pt x="82772" y="118205"/>
                        <a:pt x="80963" y="114872"/>
                        <a:pt x="77248" y="111442"/>
                      </a:cubicBezTo>
                      <a:lnTo>
                        <a:pt x="82772" y="108585"/>
                      </a:lnTo>
                      <a:cubicBezTo>
                        <a:pt x="80105" y="107918"/>
                        <a:pt x="78772" y="107061"/>
                        <a:pt x="78772" y="105728"/>
                      </a:cubicBezTo>
                      <a:cubicBezTo>
                        <a:pt x="78772" y="105156"/>
                        <a:pt x="79153" y="104108"/>
                        <a:pt x="80010" y="102680"/>
                      </a:cubicBezTo>
                      <a:cubicBezTo>
                        <a:pt x="80867" y="101251"/>
                        <a:pt x="81248" y="100108"/>
                        <a:pt x="81248" y="99155"/>
                      </a:cubicBezTo>
                      <a:cubicBezTo>
                        <a:pt x="81248" y="98203"/>
                        <a:pt x="80963" y="97441"/>
                        <a:pt x="80296" y="96869"/>
                      </a:cubicBezTo>
                      <a:cubicBezTo>
                        <a:pt x="81629" y="96583"/>
                        <a:pt x="82772" y="96869"/>
                        <a:pt x="83820" y="97822"/>
                      </a:cubicBezTo>
                      <a:cubicBezTo>
                        <a:pt x="85534" y="99727"/>
                        <a:pt x="86487" y="100679"/>
                        <a:pt x="86868" y="100679"/>
                      </a:cubicBezTo>
                      <a:lnTo>
                        <a:pt x="94488" y="93155"/>
                      </a:lnTo>
                      <a:cubicBezTo>
                        <a:pt x="91440" y="93440"/>
                        <a:pt x="88868" y="91250"/>
                        <a:pt x="86868" y="86582"/>
                      </a:cubicBezTo>
                      <a:cubicBezTo>
                        <a:pt x="84867" y="81820"/>
                        <a:pt x="82105" y="79915"/>
                        <a:pt x="78772" y="80867"/>
                      </a:cubicBezTo>
                      <a:lnTo>
                        <a:pt x="84296" y="69533"/>
                      </a:lnTo>
                      <a:lnTo>
                        <a:pt x="74676" y="64389"/>
                      </a:lnTo>
                      <a:lnTo>
                        <a:pt x="92964" y="62484"/>
                      </a:lnTo>
                      <a:cubicBezTo>
                        <a:pt x="93345" y="60579"/>
                        <a:pt x="92487" y="58674"/>
                        <a:pt x="90678" y="56769"/>
                      </a:cubicBezTo>
                      <a:cubicBezTo>
                        <a:pt x="88773" y="54864"/>
                        <a:pt x="87916" y="53435"/>
                        <a:pt x="87916" y="52578"/>
                      </a:cubicBezTo>
                      <a:cubicBezTo>
                        <a:pt x="87916" y="51625"/>
                        <a:pt x="88202" y="50673"/>
                        <a:pt x="88868" y="49721"/>
                      </a:cubicBezTo>
                      <a:cubicBezTo>
                        <a:pt x="90297" y="50006"/>
                        <a:pt x="91630" y="50197"/>
                        <a:pt x="92964" y="50197"/>
                      </a:cubicBezTo>
                      <a:cubicBezTo>
                        <a:pt x="95345" y="50197"/>
                        <a:pt x="96678" y="48768"/>
                        <a:pt x="97060" y="45911"/>
                      </a:cubicBezTo>
                      <a:lnTo>
                        <a:pt x="97060" y="39243"/>
                      </a:lnTo>
                      <a:cubicBezTo>
                        <a:pt x="97060" y="37338"/>
                        <a:pt x="97536" y="35909"/>
                        <a:pt x="98584" y="34957"/>
                      </a:cubicBezTo>
                      <a:cubicBezTo>
                        <a:pt x="103251" y="26765"/>
                        <a:pt x="111061" y="19622"/>
                        <a:pt x="121920" y="13716"/>
                      </a:cubicBezTo>
                      <a:cubicBezTo>
                        <a:pt x="131445" y="9239"/>
                        <a:pt x="140684" y="4763"/>
                        <a:pt x="149828" y="0"/>
                      </a:cubicBezTo>
                      <a:cubicBezTo>
                        <a:pt x="152876" y="2572"/>
                        <a:pt x="156591" y="3810"/>
                        <a:pt x="160972" y="3810"/>
                      </a:cubicBezTo>
                      <a:cubicBezTo>
                        <a:pt x="162973" y="3810"/>
                        <a:pt x="166021" y="3429"/>
                        <a:pt x="170116" y="2667"/>
                      </a:cubicBezTo>
                      <a:cubicBezTo>
                        <a:pt x="174212" y="1905"/>
                        <a:pt x="177260" y="1429"/>
                        <a:pt x="179261" y="1429"/>
                      </a:cubicBezTo>
                      <a:cubicBezTo>
                        <a:pt x="184975" y="1429"/>
                        <a:pt x="189643" y="3524"/>
                        <a:pt x="192977" y="7620"/>
                      </a:cubicBezTo>
                      <a:cubicBezTo>
                        <a:pt x="199072" y="4477"/>
                        <a:pt x="207264" y="3048"/>
                        <a:pt x="217456" y="3334"/>
                      </a:cubicBezTo>
                      <a:cubicBezTo>
                        <a:pt x="233743" y="3715"/>
                        <a:pt x="242125" y="3810"/>
                        <a:pt x="242792" y="3810"/>
                      </a:cubicBezTo>
                      <a:cubicBezTo>
                        <a:pt x="244793" y="7239"/>
                        <a:pt x="252984" y="13145"/>
                        <a:pt x="267176" y="21336"/>
                      </a:cubicBezTo>
                      <a:cubicBezTo>
                        <a:pt x="278320" y="27908"/>
                        <a:pt x="283273" y="35719"/>
                        <a:pt x="281940" y="44482"/>
                      </a:cubicBezTo>
                      <a:cubicBezTo>
                        <a:pt x="281559" y="44196"/>
                        <a:pt x="280225" y="44672"/>
                        <a:pt x="277939" y="45911"/>
                      </a:cubicBezTo>
                      <a:cubicBezTo>
                        <a:pt x="285369" y="46196"/>
                        <a:pt x="290608" y="50197"/>
                        <a:pt x="293656" y="57722"/>
                      </a:cubicBezTo>
                      <a:cubicBezTo>
                        <a:pt x="296037" y="63437"/>
                        <a:pt x="298132" y="69056"/>
                        <a:pt x="300228" y="74676"/>
                      </a:cubicBezTo>
                      <a:close/>
                      <a:moveTo>
                        <a:pt x="73152" y="234696"/>
                      </a:moveTo>
                      <a:cubicBezTo>
                        <a:pt x="79629" y="234696"/>
                        <a:pt x="83344" y="235934"/>
                        <a:pt x="84296" y="238506"/>
                      </a:cubicBezTo>
                      <a:lnTo>
                        <a:pt x="84296" y="242316"/>
                      </a:lnTo>
                      <a:lnTo>
                        <a:pt x="73152" y="234791"/>
                      </a:lnTo>
                      <a:close/>
                      <a:moveTo>
                        <a:pt x="74676" y="205359"/>
                      </a:moveTo>
                      <a:cubicBezTo>
                        <a:pt x="75057" y="203740"/>
                        <a:pt x="76105" y="202978"/>
                        <a:pt x="77724" y="202978"/>
                      </a:cubicBezTo>
                      <a:cubicBezTo>
                        <a:pt x="79057" y="202978"/>
                        <a:pt x="79915" y="203740"/>
                        <a:pt x="80296" y="205359"/>
                      </a:cubicBezTo>
                      <a:lnTo>
                        <a:pt x="74676" y="205359"/>
                      </a:lnTo>
                      <a:close/>
                      <a:moveTo>
                        <a:pt x="98584" y="128302"/>
                      </a:moveTo>
                      <a:lnTo>
                        <a:pt x="98584" y="122682"/>
                      </a:lnTo>
                      <a:cubicBezTo>
                        <a:pt x="98203" y="125158"/>
                        <a:pt x="96202" y="126492"/>
                        <a:pt x="92487" y="126492"/>
                      </a:cubicBezTo>
                      <a:cubicBezTo>
                        <a:pt x="90106" y="126492"/>
                        <a:pt x="88392" y="125635"/>
                        <a:pt x="87344" y="124111"/>
                      </a:cubicBezTo>
                      <a:lnTo>
                        <a:pt x="86868" y="122682"/>
                      </a:lnTo>
                      <a:cubicBezTo>
                        <a:pt x="86868" y="122682"/>
                        <a:pt x="87344" y="123444"/>
                        <a:pt x="87344" y="124111"/>
                      </a:cubicBezTo>
                      <a:lnTo>
                        <a:pt x="90392" y="132112"/>
                      </a:lnTo>
                      <a:cubicBezTo>
                        <a:pt x="93726" y="128968"/>
                        <a:pt x="96488" y="127730"/>
                        <a:pt x="98584" y="128397"/>
                      </a:cubicBezTo>
                      <a:close/>
                      <a:moveTo>
                        <a:pt x="94488" y="100393"/>
                      </a:moveTo>
                      <a:lnTo>
                        <a:pt x="106680" y="100393"/>
                      </a:lnTo>
                      <a:lnTo>
                        <a:pt x="106680" y="96583"/>
                      </a:lnTo>
                      <a:cubicBezTo>
                        <a:pt x="105632" y="97822"/>
                        <a:pt x="103346" y="98489"/>
                        <a:pt x="99822" y="98489"/>
                      </a:cubicBezTo>
                      <a:cubicBezTo>
                        <a:pt x="96298" y="98489"/>
                        <a:pt x="94488" y="99155"/>
                        <a:pt x="94488" y="100393"/>
                      </a:cubicBezTo>
                      <a:close/>
                      <a:moveTo>
                        <a:pt x="102584" y="183166"/>
                      </a:moveTo>
                      <a:cubicBezTo>
                        <a:pt x="102965" y="181547"/>
                        <a:pt x="104775" y="180308"/>
                        <a:pt x="108109" y="179356"/>
                      </a:cubicBezTo>
                      <a:cubicBezTo>
                        <a:pt x="110490" y="178403"/>
                        <a:pt x="111157" y="176689"/>
                        <a:pt x="110204" y="174117"/>
                      </a:cubicBezTo>
                      <a:lnTo>
                        <a:pt x="97060" y="177927"/>
                      </a:lnTo>
                      <a:lnTo>
                        <a:pt x="102584" y="183166"/>
                      </a:lnTo>
                      <a:close/>
                      <a:moveTo>
                        <a:pt x="110204" y="138684"/>
                      </a:moveTo>
                      <a:cubicBezTo>
                        <a:pt x="109538" y="138398"/>
                        <a:pt x="108680" y="137732"/>
                        <a:pt x="107632" y="136779"/>
                      </a:cubicBezTo>
                      <a:lnTo>
                        <a:pt x="104013" y="133445"/>
                      </a:lnTo>
                      <a:lnTo>
                        <a:pt x="102489" y="135826"/>
                      </a:lnTo>
                      <a:cubicBezTo>
                        <a:pt x="104108" y="134874"/>
                        <a:pt x="105823" y="135160"/>
                        <a:pt x="107537" y="136779"/>
                      </a:cubicBezTo>
                      <a:lnTo>
                        <a:pt x="110109" y="138684"/>
                      </a:lnTo>
                      <a:close/>
                      <a:moveTo>
                        <a:pt x="106585" y="32290"/>
                      </a:moveTo>
                      <a:lnTo>
                        <a:pt x="106585" y="41815"/>
                      </a:lnTo>
                      <a:cubicBezTo>
                        <a:pt x="106585" y="41815"/>
                        <a:pt x="107632" y="38672"/>
                        <a:pt x="108585" y="32290"/>
                      </a:cubicBezTo>
                      <a:lnTo>
                        <a:pt x="112681" y="32290"/>
                      </a:lnTo>
                      <a:cubicBezTo>
                        <a:pt x="110680" y="31623"/>
                        <a:pt x="109251" y="31623"/>
                        <a:pt x="108585" y="32290"/>
                      </a:cubicBezTo>
                      <a:lnTo>
                        <a:pt x="106585" y="32290"/>
                      </a:lnTo>
                      <a:close/>
                      <a:moveTo>
                        <a:pt x="118300" y="95155"/>
                      </a:moveTo>
                      <a:lnTo>
                        <a:pt x="118300" y="91345"/>
                      </a:lnTo>
                      <a:cubicBezTo>
                        <a:pt x="117538" y="90392"/>
                        <a:pt x="115728" y="89916"/>
                        <a:pt x="112681" y="89916"/>
                      </a:cubicBezTo>
                      <a:cubicBezTo>
                        <a:pt x="112966" y="90202"/>
                        <a:pt x="113347" y="91250"/>
                        <a:pt x="113729" y="92964"/>
                      </a:cubicBezTo>
                      <a:cubicBezTo>
                        <a:pt x="114014" y="94679"/>
                        <a:pt x="114871" y="95536"/>
                        <a:pt x="116205" y="95536"/>
                      </a:cubicBezTo>
                      <a:cubicBezTo>
                        <a:pt x="116872" y="95536"/>
                        <a:pt x="117538" y="95345"/>
                        <a:pt x="118300" y="95059"/>
                      </a:cubicBezTo>
                      <a:close/>
                      <a:moveTo>
                        <a:pt x="127445" y="199644"/>
                      </a:moveTo>
                      <a:lnTo>
                        <a:pt x="126968" y="196882"/>
                      </a:lnTo>
                      <a:cubicBezTo>
                        <a:pt x="128016" y="195929"/>
                        <a:pt x="129064" y="195739"/>
                        <a:pt x="130493" y="196406"/>
                      </a:cubicBezTo>
                      <a:lnTo>
                        <a:pt x="133541" y="196882"/>
                      </a:lnTo>
                      <a:cubicBezTo>
                        <a:pt x="134112" y="196596"/>
                        <a:pt x="134302" y="195167"/>
                        <a:pt x="134017" y="192596"/>
                      </a:cubicBezTo>
                      <a:lnTo>
                        <a:pt x="126397" y="192596"/>
                      </a:lnTo>
                      <a:lnTo>
                        <a:pt x="126968" y="196882"/>
                      </a:lnTo>
                      <a:cubicBezTo>
                        <a:pt x="126968" y="196882"/>
                        <a:pt x="126778" y="197549"/>
                        <a:pt x="126397" y="197834"/>
                      </a:cubicBezTo>
                      <a:cubicBezTo>
                        <a:pt x="127063" y="198501"/>
                        <a:pt x="127445" y="199073"/>
                        <a:pt x="127445" y="199644"/>
                      </a:cubicBezTo>
                      <a:lnTo>
                        <a:pt x="127921" y="203454"/>
                      </a:lnTo>
                      <a:cubicBezTo>
                        <a:pt x="127921" y="201549"/>
                        <a:pt x="127730" y="200311"/>
                        <a:pt x="127445" y="199644"/>
                      </a:cubicBezTo>
                      <a:close/>
                      <a:moveTo>
                        <a:pt x="135541" y="208693"/>
                      </a:moveTo>
                      <a:cubicBezTo>
                        <a:pt x="135541" y="207455"/>
                        <a:pt x="136398" y="205740"/>
                        <a:pt x="138113" y="203549"/>
                      </a:cubicBezTo>
                      <a:cubicBezTo>
                        <a:pt x="135350" y="202883"/>
                        <a:pt x="132683" y="204121"/>
                        <a:pt x="129921" y="207359"/>
                      </a:cubicBezTo>
                      <a:cubicBezTo>
                        <a:pt x="133255" y="207359"/>
                        <a:pt x="135160" y="207835"/>
                        <a:pt x="135541" y="208788"/>
                      </a:cubicBezTo>
                      <a:close/>
                      <a:moveTo>
                        <a:pt x="138113" y="91440"/>
                      </a:moveTo>
                      <a:cubicBezTo>
                        <a:pt x="139446" y="89249"/>
                        <a:pt x="139922" y="88011"/>
                        <a:pt x="139636" y="87725"/>
                      </a:cubicBezTo>
                      <a:lnTo>
                        <a:pt x="138113" y="87725"/>
                      </a:lnTo>
                      <a:cubicBezTo>
                        <a:pt x="138113" y="87725"/>
                        <a:pt x="137065" y="87058"/>
                        <a:pt x="136017" y="86773"/>
                      </a:cubicBezTo>
                      <a:lnTo>
                        <a:pt x="135445" y="85820"/>
                      </a:lnTo>
                      <a:cubicBezTo>
                        <a:pt x="135445" y="85820"/>
                        <a:pt x="135922" y="84677"/>
                        <a:pt x="136779" y="83439"/>
                      </a:cubicBezTo>
                      <a:cubicBezTo>
                        <a:pt x="137541" y="82201"/>
                        <a:pt x="138017" y="81248"/>
                        <a:pt x="138017" y="80582"/>
                      </a:cubicBezTo>
                      <a:lnTo>
                        <a:pt x="133921" y="80582"/>
                      </a:lnTo>
                      <a:lnTo>
                        <a:pt x="135445" y="85820"/>
                      </a:lnTo>
                      <a:cubicBezTo>
                        <a:pt x="135445" y="85820"/>
                        <a:pt x="136017" y="86106"/>
                        <a:pt x="136017" y="86773"/>
                      </a:cubicBezTo>
                      <a:lnTo>
                        <a:pt x="138113" y="91535"/>
                      </a:lnTo>
                      <a:close/>
                      <a:moveTo>
                        <a:pt x="135541" y="150590"/>
                      </a:moveTo>
                      <a:cubicBezTo>
                        <a:pt x="138303" y="150590"/>
                        <a:pt x="139351" y="149828"/>
                        <a:pt x="138875" y="148209"/>
                      </a:cubicBezTo>
                      <a:cubicBezTo>
                        <a:pt x="138398" y="146685"/>
                        <a:pt x="138684" y="145542"/>
                        <a:pt x="139636" y="144875"/>
                      </a:cubicBezTo>
                      <a:lnTo>
                        <a:pt x="135541" y="144875"/>
                      </a:lnTo>
                      <a:lnTo>
                        <a:pt x="135541" y="150495"/>
                      </a:lnTo>
                      <a:close/>
                      <a:moveTo>
                        <a:pt x="232600" y="174212"/>
                      </a:moveTo>
                      <a:lnTo>
                        <a:pt x="234696" y="78200"/>
                      </a:lnTo>
                      <a:lnTo>
                        <a:pt x="227076" y="72962"/>
                      </a:lnTo>
                      <a:cubicBezTo>
                        <a:pt x="225743" y="67628"/>
                        <a:pt x="221647" y="63722"/>
                        <a:pt x="214884" y="61150"/>
                      </a:cubicBezTo>
                      <a:cubicBezTo>
                        <a:pt x="202025" y="56769"/>
                        <a:pt x="195358" y="54483"/>
                        <a:pt x="195072" y="54483"/>
                      </a:cubicBezTo>
                      <a:lnTo>
                        <a:pt x="191452" y="39815"/>
                      </a:lnTo>
                      <a:cubicBezTo>
                        <a:pt x="189071" y="40481"/>
                        <a:pt x="186690" y="43244"/>
                        <a:pt x="184118" y="48101"/>
                      </a:cubicBezTo>
                      <a:cubicBezTo>
                        <a:pt x="181546" y="52959"/>
                        <a:pt x="178784" y="55435"/>
                        <a:pt x="175736" y="55435"/>
                      </a:cubicBezTo>
                      <a:cubicBezTo>
                        <a:pt x="174688" y="55435"/>
                        <a:pt x="173355" y="55150"/>
                        <a:pt x="171641" y="54483"/>
                      </a:cubicBezTo>
                      <a:lnTo>
                        <a:pt x="173164" y="50673"/>
                      </a:lnTo>
                      <a:lnTo>
                        <a:pt x="169069" y="50673"/>
                      </a:lnTo>
                      <a:lnTo>
                        <a:pt x="171545" y="55817"/>
                      </a:lnTo>
                      <a:cubicBezTo>
                        <a:pt x="170593" y="56483"/>
                        <a:pt x="168687" y="58293"/>
                        <a:pt x="165925" y="61246"/>
                      </a:cubicBezTo>
                      <a:cubicBezTo>
                        <a:pt x="163259" y="64294"/>
                        <a:pt x="160687" y="65723"/>
                        <a:pt x="158401" y="65723"/>
                      </a:cubicBezTo>
                      <a:cubicBezTo>
                        <a:pt x="157353" y="65723"/>
                        <a:pt x="156305" y="65627"/>
                        <a:pt x="155353" y="65246"/>
                      </a:cubicBezTo>
                      <a:cubicBezTo>
                        <a:pt x="155067" y="69342"/>
                        <a:pt x="153828" y="75533"/>
                        <a:pt x="151829" y="83725"/>
                      </a:cubicBezTo>
                      <a:cubicBezTo>
                        <a:pt x="150400" y="82772"/>
                        <a:pt x="149828" y="81629"/>
                        <a:pt x="149828" y="80391"/>
                      </a:cubicBezTo>
                      <a:lnTo>
                        <a:pt x="145256" y="80391"/>
                      </a:lnTo>
                      <a:cubicBezTo>
                        <a:pt x="143923" y="81629"/>
                        <a:pt x="143256" y="82963"/>
                        <a:pt x="143256" y="84201"/>
                      </a:cubicBezTo>
                      <a:cubicBezTo>
                        <a:pt x="143256" y="85154"/>
                        <a:pt x="143732" y="86582"/>
                        <a:pt x="144494" y="88487"/>
                      </a:cubicBezTo>
                      <a:cubicBezTo>
                        <a:pt x="145352" y="90392"/>
                        <a:pt x="145732" y="91821"/>
                        <a:pt x="145732" y="92774"/>
                      </a:cubicBezTo>
                      <a:cubicBezTo>
                        <a:pt x="145732" y="94298"/>
                        <a:pt x="145066" y="95631"/>
                        <a:pt x="143732" y="96583"/>
                      </a:cubicBezTo>
                      <a:cubicBezTo>
                        <a:pt x="145161" y="99060"/>
                        <a:pt x="146780" y="100393"/>
                        <a:pt x="148780" y="100393"/>
                      </a:cubicBezTo>
                      <a:cubicBezTo>
                        <a:pt x="149733" y="100393"/>
                        <a:pt x="151162" y="100108"/>
                        <a:pt x="152781" y="99441"/>
                      </a:cubicBezTo>
                      <a:cubicBezTo>
                        <a:pt x="154495" y="98774"/>
                        <a:pt x="155924" y="98489"/>
                        <a:pt x="156876" y="98489"/>
                      </a:cubicBezTo>
                      <a:cubicBezTo>
                        <a:pt x="158877" y="98489"/>
                        <a:pt x="160591" y="99727"/>
                        <a:pt x="161925" y="102299"/>
                      </a:cubicBezTo>
                      <a:cubicBezTo>
                        <a:pt x="160306" y="105442"/>
                        <a:pt x="158401" y="107061"/>
                        <a:pt x="156305" y="107061"/>
                      </a:cubicBezTo>
                      <a:cubicBezTo>
                        <a:pt x="155353" y="107061"/>
                        <a:pt x="153924" y="106775"/>
                        <a:pt x="152305" y="106108"/>
                      </a:cubicBezTo>
                      <a:cubicBezTo>
                        <a:pt x="150590" y="105537"/>
                        <a:pt x="149257" y="105156"/>
                        <a:pt x="148209" y="105156"/>
                      </a:cubicBezTo>
                      <a:cubicBezTo>
                        <a:pt x="147161" y="105156"/>
                        <a:pt x="146209" y="105442"/>
                        <a:pt x="145161" y="106108"/>
                      </a:cubicBezTo>
                      <a:cubicBezTo>
                        <a:pt x="145828" y="107061"/>
                        <a:pt x="146209" y="108014"/>
                        <a:pt x="146209" y="108966"/>
                      </a:cubicBezTo>
                      <a:cubicBezTo>
                        <a:pt x="146209" y="109918"/>
                        <a:pt x="145828" y="111062"/>
                        <a:pt x="145161" y="112490"/>
                      </a:cubicBezTo>
                      <a:cubicBezTo>
                        <a:pt x="144494" y="113919"/>
                        <a:pt x="144113" y="114967"/>
                        <a:pt x="144113" y="115538"/>
                      </a:cubicBezTo>
                      <a:cubicBezTo>
                        <a:pt x="144113" y="117158"/>
                        <a:pt x="145352" y="118205"/>
                        <a:pt x="147638" y="118872"/>
                      </a:cubicBezTo>
                      <a:lnTo>
                        <a:pt x="143637" y="122682"/>
                      </a:lnTo>
                      <a:cubicBezTo>
                        <a:pt x="145066" y="124587"/>
                        <a:pt x="145637" y="128016"/>
                        <a:pt x="145637" y="133064"/>
                      </a:cubicBezTo>
                      <a:lnTo>
                        <a:pt x="145637" y="148209"/>
                      </a:lnTo>
                      <a:cubicBezTo>
                        <a:pt x="145637" y="160210"/>
                        <a:pt x="148304" y="168402"/>
                        <a:pt x="153828" y="172784"/>
                      </a:cubicBezTo>
                      <a:cubicBezTo>
                        <a:pt x="154495" y="174403"/>
                        <a:pt x="154114" y="176117"/>
                        <a:pt x="152781" y="177927"/>
                      </a:cubicBezTo>
                      <a:lnTo>
                        <a:pt x="149733" y="183166"/>
                      </a:lnTo>
                      <a:cubicBezTo>
                        <a:pt x="152781" y="183166"/>
                        <a:pt x="154686" y="183833"/>
                        <a:pt x="155353" y="185071"/>
                      </a:cubicBezTo>
                      <a:cubicBezTo>
                        <a:pt x="155638" y="186976"/>
                        <a:pt x="154591" y="188119"/>
                        <a:pt x="152019" y="188595"/>
                      </a:cubicBezTo>
                      <a:cubicBezTo>
                        <a:pt x="149447" y="189071"/>
                        <a:pt x="148018" y="189643"/>
                        <a:pt x="147638" y="190214"/>
                      </a:cubicBezTo>
                      <a:cubicBezTo>
                        <a:pt x="148685" y="192119"/>
                        <a:pt x="149923" y="193072"/>
                        <a:pt x="151162" y="193072"/>
                      </a:cubicBezTo>
                      <a:cubicBezTo>
                        <a:pt x="152209" y="193072"/>
                        <a:pt x="153638" y="192024"/>
                        <a:pt x="155543" y="189738"/>
                      </a:cubicBezTo>
                      <a:cubicBezTo>
                        <a:pt x="157448" y="187547"/>
                        <a:pt x="158686" y="186404"/>
                        <a:pt x="159353" y="186404"/>
                      </a:cubicBezTo>
                      <a:cubicBezTo>
                        <a:pt x="160687" y="186404"/>
                        <a:pt x="162020" y="188500"/>
                        <a:pt x="163353" y="192596"/>
                      </a:cubicBezTo>
                      <a:lnTo>
                        <a:pt x="167450" y="188785"/>
                      </a:lnTo>
                      <a:cubicBezTo>
                        <a:pt x="171450" y="190024"/>
                        <a:pt x="175070" y="193167"/>
                        <a:pt x="178022" y="198215"/>
                      </a:cubicBezTo>
                      <a:cubicBezTo>
                        <a:pt x="179737" y="201740"/>
                        <a:pt x="181451" y="205168"/>
                        <a:pt x="183166" y="208598"/>
                      </a:cubicBezTo>
                      <a:cubicBezTo>
                        <a:pt x="187547" y="208979"/>
                        <a:pt x="190976" y="207835"/>
                        <a:pt x="193262" y="205264"/>
                      </a:cubicBezTo>
                      <a:cubicBezTo>
                        <a:pt x="195643" y="202787"/>
                        <a:pt x="198882" y="201454"/>
                        <a:pt x="202882" y="201454"/>
                      </a:cubicBezTo>
                      <a:cubicBezTo>
                        <a:pt x="204216" y="203645"/>
                        <a:pt x="204788" y="204978"/>
                        <a:pt x="204406" y="205264"/>
                      </a:cubicBezTo>
                      <a:cubicBezTo>
                        <a:pt x="209169" y="203645"/>
                        <a:pt x="213455" y="198501"/>
                        <a:pt x="217361" y="189738"/>
                      </a:cubicBezTo>
                      <a:cubicBezTo>
                        <a:pt x="221266" y="180880"/>
                        <a:pt x="226219" y="175736"/>
                        <a:pt x="232315" y="174117"/>
                      </a:cubicBezTo>
                      <a:close/>
                      <a:moveTo>
                        <a:pt x="167640" y="108490"/>
                      </a:moveTo>
                      <a:lnTo>
                        <a:pt x="162020" y="104204"/>
                      </a:lnTo>
                      <a:lnTo>
                        <a:pt x="167640" y="104204"/>
                      </a:lnTo>
                      <a:lnTo>
                        <a:pt x="167640" y="108490"/>
                      </a:lnTo>
                      <a:close/>
                      <a:moveTo>
                        <a:pt x="163544" y="207359"/>
                      </a:moveTo>
                      <a:cubicBezTo>
                        <a:pt x="164878" y="208598"/>
                        <a:pt x="166021" y="209264"/>
                        <a:pt x="167068" y="209264"/>
                      </a:cubicBezTo>
                      <a:cubicBezTo>
                        <a:pt x="168116" y="209264"/>
                        <a:pt x="169259" y="208312"/>
                        <a:pt x="170688" y="206407"/>
                      </a:cubicBezTo>
                      <a:cubicBezTo>
                        <a:pt x="172021" y="204502"/>
                        <a:pt x="173545" y="203549"/>
                        <a:pt x="175260" y="203549"/>
                      </a:cubicBezTo>
                      <a:cubicBezTo>
                        <a:pt x="169164" y="202311"/>
                        <a:pt x="165259" y="203549"/>
                        <a:pt x="163544" y="207359"/>
                      </a:cubicBezTo>
                      <a:close/>
                      <a:moveTo>
                        <a:pt x="201644" y="194120"/>
                      </a:moveTo>
                      <a:lnTo>
                        <a:pt x="203168" y="192691"/>
                      </a:lnTo>
                      <a:lnTo>
                        <a:pt x="208788" y="194120"/>
                      </a:lnTo>
                      <a:lnTo>
                        <a:pt x="201644" y="194120"/>
                      </a:lnTo>
                      <a:close/>
                      <a:moveTo>
                        <a:pt x="227076" y="21527"/>
                      </a:moveTo>
                      <a:cubicBezTo>
                        <a:pt x="228124" y="22765"/>
                        <a:pt x="229267" y="23432"/>
                        <a:pt x="230600" y="23432"/>
                      </a:cubicBezTo>
                      <a:cubicBezTo>
                        <a:pt x="232315" y="23432"/>
                        <a:pt x="234315" y="22765"/>
                        <a:pt x="236696" y="21527"/>
                      </a:cubicBezTo>
                      <a:cubicBezTo>
                        <a:pt x="239077" y="20288"/>
                        <a:pt x="240411" y="19622"/>
                        <a:pt x="240792" y="19622"/>
                      </a:cubicBezTo>
                      <a:cubicBezTo>
                        <a:pt x="239744" y="18383"/>
                        <a:pt x="238410" y="17717"/>
                        <a:pt x="236696" y="17717"/>
                      </a:cubicBezTo>
                      <a:cubicBezTo>
                        <a:pt x="235648" y="17717"/>
                        <a:pt x="234125" y="18383"/>
                        <a:pt x="231838" y="19622"/>
                      </a:cubicBezTo>
                      <a:cubicBezTo>
                        <a:pt x="229648" y="20860"/>
                        <a:pt x="228029" y="21527"/>
                        <a:pt x="226981" y="21527"/>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 name="Google Shape;1274;p99"/>
                <p:cNvSpPr/>
                <p:nvPr/>
              </p:nvSpPr>
              <p:spPr>
                <a:xfrm>
                  <a:off x="7297578" y="2981896"/>
                  <a:ext cx="293083" cy="298418"/>
                </a:xfrm>
                <a:custGeom>
                  <a:avLst/>
                  <a:gdLst/>
                  <a:ahLst/>
                  <a:cxnLst/>
                  <a:rect l="l" t="t" r="r" b="b"/>
                  <a:pathLst>
                    <a:path w="293083" h="298418" extrusionOk="0">
                      <a:moveTo>
                        <a:pt x="228600" y="164497"/>
                      </a:moveTo>
                      <a:cubicBezTo>
                        <a:pt x="225171" y="168593"/>
                        <a:pt x="224314" y="173831"/>
                        <a:pt x="225837" y="180308"/>
                      </a:cubicBezTo>
                      <a:cubicBezTo>
                        <a:pt x="227362" y="186785"/>
                        <a:pt x="226885" y="191834"/>
                        <a:pt x="224599" y="195644"/>
                      </a:cubicBezTo>
                      <a:cubicBezTo>
                        <a:pt x="223551" y="202311"/>
                        <a:pt x="218694" y="208883"/>
                        <a:pt x="210026" y="215265"/>
                      </a:cubicBezTo>
                      <a:cubicBezTo>
                        <a:pt x="201453" y="221742"/>
                        <a:pt x="197072" y="227171"/>
                        <a:pt x="197072" y="231648"/>
                      </a:cubicBezTo>
                      <a:cubicBezTo>
                        <a:pt x="197072" y="233839"/>
                        <a:pt x="197548" y="236029"/>
                        <a:pt x="198596" y="238315"/>
                      </a:cubicBezTo>
                      <a:lnTo>
                        <a:pt x="200691" y="238315"/>
                      </a:lnTo>
                      <a:lnTo>
                        <a:pt x="200691" y="240697"/>
                      </a:lnTo>
                      <a:cubicBezTo>
                        <a:pt x="196977" y="238506"/>
                        <a:pt x="190214" y="237744"/>
                        <a:pt x="180308" y="238315"/>
                      </a:cubicBezTo>
                      <a:cubicBezTo>
                        <a:pt x="177260" y="244888"/>
                        <a:pt x="172212" y="248221"/>
                        <a:pt x="165068" y="248221"/>
                      </a:cubicBezTo>
                      <a:cubicBezTo>
                        <a:pt x="162973" y="248221"/>
                        <a:pt x="160305" y="247936"/>
                        <a:pt x="156972" y="247269"/>
                      </a:cubicBezTo>
                      <a:cubicBezTo>
                        <a:pt x="152590" y="246697"/>
                        <a:pt x="149828" y="246412"/>
                        <a:pt x="148876" y="246412"/>
                      </a:cubicBezTo>
                      <a:cubicBezTo>
                        <a:pt x="148876" y="245173"/>
                        <a:pt x="147923" y="243745"/>
                        <a:pt x="146113" y="242126"/>
                      </a:cubicBezTo>
                      <a:cubicBezTo>
                        <a:pt x="144208" y="240506"/>
                        <a:pt x="143160" y="239268"/>
                        <a:pt x="142780" y="238315"/>
                      </a:cubicBezTo>
                      <a:cubicBezTo>
                        <a:pt x="143827" y="246221"/>
                        <a:pt x="139065" y="253270"/>
                        <a:pt x="128588" y="259556"/>
                      </a:cubicBezTo>
                      <a:lnTo>
                        <a:pt x="122967" y="253937"/>
                      </a:lnTo>
                      <a:cubicBezTo>
                        <a:pt x="121920" y="255175"/>
                        <a:pt x="119729" y="255842"/>
                        <a:pt x="116395" y="255842"/>
                      </a:cubicBezTo>
                      <a:lnTo>
                        <a:pt x="118967" y="253937"/>
                      </a:lnTo>
                      <a:cubicBezTo>
                        <a:pt x="117634" y="252698"/>
                        <a:pt x="116205" y="252031"/>
                        <a:pt x="114871" y="252031"/>
                      </a:cubicBezTo>
                      <a:cubicBezTo>
                        <a:pt x="113919" y="252031"/>
                        <a:pt x="112300" y="252603"/>
                        <a:pt x="110299" y="253651"/>
                      </a:cubicBezTo>
                      <a:cubicBezTo>
                        <a:pt x="108299" y="254794"/>
                        <a:pt x="106966" y="255461"/>
                        <a:pt x="106203" y="255842"/>
                      </a:cubicBezTo>
                      <a:lnTo>
                        <a:pt x="108775" y="253937"/>
                      </a:lnTo>
                      <a:cubicBezTo>
                        <a:pt x="105727" y="252698"/>
                        <a:pt x="99917" y="252222"/>
                        <a:pt x="91535" y="252508"/>
                      </a:cubicBezTo>
                      <a:cubicBezTo>
                        <a:pt x="84772" y="252508"/>
                        <a:pt x="78962" y="250507"/>
                        <a:pt x="74200" y="246412"/>
                      </a:cubicBezTo>
                      <a:cubicBezTo>
                        <a:pt x="61055" y="242030"/>
                        <a:pt x="45244" y="232696"/>
                        <a:pt x="26955" y="218504"/>
                      </a:cubicBezTo>
                      <a:cubicBezTo>
                        <a:pt x="28004" y="218218"/>
                        <a:pt x="28480" y="216313"/>
                        <a:pt x="28480" y="212788"/>
                      </a:cubicBezTo>
                      <a:cubicBezTo>
                        <a:pt x="22670" y="209931"/>
                        <a:pt x="17812" y="204216"/>
                        <a:pt x="13716" y="195739"/>
                      </a:cubicBezTo>
                      <a:cubicBezTo>
                        <a:pt x="8954" y="185356"/>
                        <a:pt x="5239" y="178784"/>
                        <a:pt x="2571" y="175927"/>
                      </a:cubicBezTo>
                      <a:lnTo>
                        <a:pt x="0" y="7620"/>
                      </a:lnTo>
                      <a:lnTo>
                        <a:pt x="6572" y="0"/>
                      </a:lnTo>
                      <a:cubicBezTo>
                        <a:pt x="16764" y="1905"/>
                        <a:pt x="35528" y="1905"/>
                        <a:pt x="62960" y="0"/>
                      </a:cubicBezTo>
                      <a:cubicBezTo>
                        <a:pt x="59912" y="1619"/>
                        <a:pt x="58293" y="3334"/>
                        <a:pt x="58293" y="5239"/>
                      </a:cubicBezTo>
                      <a:cubicBezTo>
                        <a:pt x="58293" y="6477"/>
                        <a:pt x="59436" y="8668"/>
                        <a:pt x="61626" y="11621"/>
                      </a:cubicBezTo>
                      <a:cubicBezTo>
                        <a:pt x="63817" y="14573"/>
                        <a:pt x="64770" y="17050"/>
                        <a:pt x="64484" y="18955"/>
                      </a:cubicBezTo>
                      <a:cubicBezTo>
                        <a:pt x="71532" y="21812"/>
                        <a:pt x="75152" y="27813"/>
                        <a:pt x="75152" y="36957"/>
                      </a:cubicBezTo>
                      <a:cubicBezTo>
                        <a:pt x="75152" y="39815"/>
                        <a:pt x="74676" y="44291"/>
                        <a:pt x="73914" y="50482"/>
                      </a:cubicBezTo>
                      <a:cubicBezTo>
                        <a:pt x="73057" y="56674"/>
                        <a:pt x="72676" y="61151"/>
                        <a:pt x="72676" y="64008"/>
                      </a:cubicBezTo>
                      <a:lnTo>
                        <a:pt x="68580" y="67818"/>
                      </a:lnTo>
                      <a:lnTo>
                        <a:pt x="74200" y="71628"/>
                      </a:lnTo>
                      <a:lnTo>
                        <a:pt x="76200" y="142589"/>
                      </a:lnTo>
                      <a:lnTo>
                        <a:pt x="70199" y="146399"/>
                      </a:lnTo>
                      <a:cubicBezTo>
                        <a:pt x="71914" y="149543"/>
                        <a:pt x="73533" y="157448"/>
                        <a:pt x="75247" y="170021"/>
                      </a:cubicBezTo>
                      <a:cubicBezTo>
                        <a:pt x="76962" y="180785"/>
                        <a:pt x="80010" y="188214"/>
                        <a:pt x="84391" y="192310"/>
                      </a:cubicBezTo>
                      <a:cubicBezTo>
                        <a:pt x="85725" y="193834"/>
                        <a:pt x="87916" y="194691"/>
                        <a:pt x="90964" y="194691"/>
                      </a:cubicBezTo>
                      <a:lnTo>
                        <a:pt x="98584" y="194691"/>
                      </a:lnTo>
                      <a:cubicBezTo>
                        <a:pt x="105346" y="202216"/>
                        <a:pt x="109251" y="210312"/>
                        <a:pt x="110299" y="218789"/>
                      </a:cubicBezTo>
                      <a:cubicBezTo>
                        <a:pt x="108966" y="210312"/>
                        <a:pt x="112014" y="205073"/>
                        <a:pt x="119443" y="203168"/>
                      </a:cubicBezTo>
                      <a:cubicBezTo>
                        <a:pt x="128968" y="200978"/>
                        <a:pt x="134493" y="198120"/>
                        <a:pt x="136207" y="194691"/>
                      </a:cubicBezTo>
                      <a:cubicBezTo>
                        <a:pt x="141255" y="194977"/>
                        <a:pt x="144685" y="193262"/>
                        <a:pt x="146399" y="189452"/>
                      </a:cubicBezTo>
                      <a:cubicBezTo>
                        <a:pt x="148780" y="184404"/>
                        <a:pt x="150971" y="181261"/>
                        <a:pt x="152971" y="180022"/>
                      </a:cubicBezTo>
                      <a:lnTo>
                        <a:pt x="166116" y="176308"/>
                      </a:lnTo>
                      <a:lnTo>
                        <a:pt x="158972" y="172021"/>
                      </a:lnTo>
                      <a:cubicBezTo>
                        <a:pt x="160020" y="135446"/>
                        <a:pt x="160496" y="81439"/>
                        <a:pt x="160496" y="9811"/>
                      </a:cubicBezTo>
                      <a:cubicBezTo>
                        <a:pt x="167640" y="3524"/>
                        <a:pt x="178403" y="286"/>
                        <a:pt x="193071" y="286"/>
                      </a:cubicBezTo>
                      <a:cubicBezTo>
                        <a:pt x="194120" y="286"/>
                        <a:pt x="204025" y="1048"/>
                        <a:pt x="223075" y="2667"/>
                      </a:cubicBezTo>
                      <a:cubicBezTo>
                        <a:pt x="223075" y="9239"/>
                        <a:pt x="223647" y="18383"/>
                        <a:pt x="224790" y="29908"/>
                      </a:cubicBezTo>
                      <a:cubicBezTo>
                        <a:pt x="225933" y="41434"/>
                        <a:pt x="226600" y="49816"/>
                        <a:pt x="226600" y="55245"/>
                      </a:cubicBezTo>
                      <a:cubicBezTo>
                        <a:pt x="226600" y="62484"/>
                        <a:pt x="225933" y="69152"/>
                        <a:pt x="224599" y="75057"/>
                      </a:cubicBezTo>
                      <a:cubicBezTo>
                        <a:pt x="227933" y="76962"/>
                        <a:pt x="229648" y="79153"/>
                        <a:pt x="229648" y="81629"/>
                      </a:cubicBezTo>
                      <a:cubicBezTo>
                        <a:pt x="229648" y="83534"/>
                        <a:pt x="227933" y="86392"/>
                        <a:pt x="224599" y="90202"/>
                      </a:cubicBezTo>
                      <a:cubicBezTo>
                        <a:pt x="221170" y="94012"/>
                        <a:pt x="219456" y="96964"/>
                        <a:pt x="219456" y="99155"/>
                      </a:cubicBezTo>
                      <a:cubicBezTo>
                        <a:pt x="219456" y="101727"/>
                        <a:pt x="221837" y="104204"/>
                        <a:pt x="226600" y="106775"/>
                      </a:cubicBezTo>
                      <a:cubicBezTo>
                        <a:pt x="225171" y="110014"/>
                        <a:pt x="224599" y="113252"/>
                        <a:pt x="224599" y="116681"/>
                      </a:cubicBezTo>
                      <a:cubicBezTo>
                        <a:pt x="224599" y="119539"/>
                        <a:pt x="225076" y="123730"/>
                        <a:pt x="226314" y="129254"/>
                      </a:cubicBezTo>
                      <a:cubicBezTo>
                        <a:pt x="227457" y="134779"/>
                        <a:pt x="228123" y="138779"/>
                        <a:pt x="228123" y="141351"/>
                      </a:cubicBezTo>
                      <a:cubicBezTo>
                        <a:pt x="228123" y="146685"/>
                        <a:pt x="226409" y="151638"/>
                        <a:pt x="223075" y="156020"/>
                      </a:cubicBezTo>
                      <a:cubicBezTo>
                        <a:pt x="223075" y="161068"/>
                        <a:pt x="223551" y="164021"/>
                        <a:pt x="224599" y="164973"/>
                      </a:cubicBezTo>
                      <a:lnTo>
                        <a:pt x="228600" y="164973"/>
                      </a:lnTo>
                      <a:close/>
                      <a:moveTo>
                        <a:pt x="30003" y="115824"/>
                      </a:moveTo>
                      <a:lnTo>
                        <a:pt x="30003" y="101155"/>
                      </a:lnTo>
                      <a:lnTo>
                        <a:pt x="26955" y="101155"/>
                      </a:lnTo>
                      <a:cubicBezTo>
                        <a:pt x="25622" y="101155"/>
                        <a:pt x="24765" y="100584"/>
                        <a:pt x="24384" y="99251"/>
                      </a:cubicBezTo>
                      <a:cubicBezTo>
                        <a:pt x="23717" y="100870"/>
                        <a:pt x="22670" y="102394"/>
                        <a:pt x="21336" y="104013"/>
                      </a:cubicBezTo>
                      <a:cubicBezTo>
                        <a:pt x="20002" y="105632"/>
                        <a:pt x="19335" y="106680"/>
                        <a:pt x="19335" y="107347"/>
                      </a:cubicBezTo>
                      <a:cubicBezTo>
                        <a:pt x="19335" y="108585"/>
                        <a:pt x="20478" y="110204"/>
                        <a:pt x="22860" y="112109"/>
                      </a:cubicBezTo>
                      <a:cubicBezTo>
                        <a:pt x="23526" y="111443"/>
                        <a:pt x="24098" y="110871"/>
                        <a:pt x="24384" y="110204"/>
                      </a:cubicBezTo>
                      <a:cubicBezTo>
                        <a:pt x="23336" y="107061"/>
                        <a:pt x="22860" y="105251"/>
                        <a:pt x="22860" y="104965"/>
                      </a:cubicBezTo>
                      <a:cubicBezTo>
                        <a:pt x="22860" y="102775"/>
                        <a:pt x="24289" y="101537"/>
                        <a:pt x="26955" y="101155"/>
                      </a:cubicBezTo>
                      <a:lnTo>
                        <a:pt x="28480" y="101155"/>
                      </a:lnTo>
                      <a:lnTo>
                        <a:pt x="30003" y="115824"/>
                      </a:lnTo>
                      <a:close/>
                      <a:moveTo>
                        <a:pt x="54387" y="110204"/>
                      </a:moveTo>
                      <a:cubicBezTo>
                        <a:pt x="55054" y="110204"/>
                        <a:pt x="54578" y="109728"/>
                        <a:pt x="52864" y="108776"/>
                      </a:cubicBezTo>
                      <a:cubicBezTo>
                        <a:pt x="51149" y="107823"/>
                        <a:pt x="50292" y="104680"/>
                        <a:pt x="50292" y="99346"/>
                      </a:cubicBezTo>
                      <a:lnTo>
                        <a:pt x="52864" y="99346"/>
                      </a:lnTo>
                      <a:lnTo>
                        <a:pt x="52864" y="95536"/>
                      </a:lnTo>
                      <a:lnTo>
                        <a:pt x="42672" y="101155"/>
                      </a:lnTo>
                      <a:cubicBezTo>
                        <a:pt x="46005" y="102775"/>
                        <a:pt x="47054" y="105251"/>
                        <a:pt x="45720" y="108776"/>
                      </a:cubicBezTo>
                      <a:cubicBezTo>
                        <a:pt x="44672" y="108776"/>
                        <a:pt x="44196" y="109252"/>
                        <a:pt x="44196" y="110204"/>
                      </a:cubicBezTo>
                      <a:lnTo>
                        <a:pt x="45720" y="108776"/>
                      </a:lnTo>
                      <a:cubicBezTo>
                        <a:pt x="46767" y="108395"/>
                        <a:pt x="49149" y="108585"/>
                        <a:pt x="52864" y="109252"/>
                      </a:cubicBezTo>
                      <a:cubicBezTo>
                        <a:pt x="53530" y="109919"/>
                        <a:pt x="54007" y="110204"/>
                        <a:pt x="54387" y="110204"/>
                      </a:cubicBezTo>
                      <a:close/>
                      <a:moveTo>
                        <a:pt x="140208" y="229362"/>
                      </a:moveTo>
                      <a:lnTo>
                        <a:pt x="146304" y="236887"/>
                      </a:lnTo>
                      <a:lnTo>
                        <a:pt x="144303" y="229362"/>
                      </a:lnTo>
                      <a:lnTo>
                        <a:pt x="140208" y="229362"/>
                      </a:lnTo>
                      <a:close/>
                      <a:moveTo>
                        <a:pt x="152876" y="212788"/>
                      </a:moveTo>
                      <a:lnTo>
                        <a:pt x="152876" y="208979"/>
                      </a:lnTo>
                      <a:lnTo>
                        <a:pt x="150304" y="207550"/>
                      </a:lnTo>
                      <a:lnTo>
                        <a:pt x="152876" y="212788"/>
                      </a:lnTo>
                      <a:close/>
                      <a:moveTo>
                        <a:pt x="165639" y="270034"/>
                      </a:moveTo>
                      <a:cubicBezTo>
                        <a:pt x="164878" y="270034"/>
                        <a:pt x="164592" y="269748"/>
                        <a:pt x="164592" y="269081"/>
                      </a:cubicBezTo>
                      <a:lnTo>
                        <a:pt x="165639" y="270034"/>
                      </a:lnTo>
                      <a:close/>
                      <a:moveTo>
                        <a:pt x="165639" y="270034"/>
                      </a:moveTo>
                      <a:cubicBezTo>
                        <a:pt x="166306" y="270320"/>
                        <a:pt x="168307" y="270986"/>
                        <a:pt x="171735" y="271939"/>
                      </a:cubicBezTo>
                      <a:cubicBezTo>
                        <a:pt x="174117" y="272225"/>
                        <a:pt x="175260" y="272987"/>
                        <a:pt x="175260" y="274320"/>
                      </a:cubicBezTo>
                      <a:cubicBezTo>
                        <a:pt x="175260" y="275272"/>
                        <a:pt x="174403" y="276511"/>
                        <a:pt x="172783" y="278130"/>
                      </a:cubicBezTo>
                      <a:lnTo>
                        <a:pt x="165735" y="270129"/>
                      </a:lnTo>
                      <a:close/>
                      <a:moveTo>
                        <a:pt x="170116" y="216598"/>
                      </a:moveTo>
                      <a:lnTo>
                        <a:pt x="176213" y="216598"/>
                      </a:lnTo>
                      <a:cubicBezTo>
                        <a:pt x="174879" y="214694"/>
                        <a:pt x="174307" y="213360"/>
                        <a:pt x="174688" y="212788"/>
                      </a:cubicBezTo>
                      <a:lnTo>
                        <a:pt x="170116" y="212788"/>
                      </a:lnTo>
                      <a:lnTo>
                        <a:pt x="170116" y="216598"/>
                      </a:lnTo>
                      <a:close/>
                      <a:moveTo>
                        <a:pt x="172688" y="283750"/>
                      </a:moveTo>
                      <a:cubicBezTo>
                        <a:pt x="174688" y="283083"/>
                        <a:pt x="177451" y="284226"/>
                        <a:pt x="180784" y="286988"/>
                      </a:cubicBezTo>
                      <a:cubicBezTo>
                        <a:pt x="182403" y="288322"/>
                        <a:pt x="184118" y="289655"/>
                        <a:pt x="185832" y="291275"/>
                      </a:cubicBezTo>
                      <a:cubicBezTo>
                        <a:pt x="183070" y="291275"/>
                        <a:pt x="180308" y="290036"/>
                        <a:pt x="177451" y="287464"/>
                      </a:cubicBezTo>
                      <a:cubicBezTo>
                        <a:pt x="174593" y="284893"/>
                        <a:pt x="173069" y="283655"/>
                        <a:pt x="172688" y="283655"/>
                      </a:cubicBezTo>
                      <a:close/>
                      <a:moveTo>
                        <a:pt x="206121" y="36004"/>
                      </a:moveTo>
                      <a:cubicBezTo>
                        <a:pt x="204788" y="35338"/>
                        <a:pt x="203359" y="35528"/>
                        <a:pt x="201835" y="36481"/>
                      </a:cubicBezTo>
                      <a:cubicBezTo>
                        <a:pt x="200310" y="37433"/>
                        <a:pt x="199263" y="37719"/>
                        <a:pt x="198501" y="37433"/>
                      </a:cubicBezTo>
                      <a:cubicBezTo>
                        <a:pt x="200215" y="38100"/>
                        <a:pt x="201930" y="38386"/>
                        <a:pt x="203645" y="38386"/>
                      </a:cubicBezTo>
                      <a:cubicBezTo>
                        <a:pt x="206978" y="38386"/>
                        <a:pt x="207835" y="37624"/>
                        <a:pt x="206121" y="36004"/>
                      </a:cubicBezTo>
                      <a:close/>
                      <a:moveTo>
                        <a:pt x="206121" y="259652"/>
                      </a:moveTo>
                      <a:lnTo>
                        <a:pt x="206121" y="263462"/>
                      </a:lnTo>
                      <a:lnTo>
                        <a:pt x="198501" y="263462"/>
                      </a:lnTo>
                      <a:cubicBezTo>
                        <a:pt x="199168" y="262509"/>
                        <a:pt x="201739" y="261271"/>
                        <a:pt x="206121" y="259652"/>
                      </a:cubicBezTo>
                      <a:close/>
                      <a:moveTo>
                        <a:pt x="200596" y="190690"/>
                      </a:moveTo>
                      <a:cubicBezTo>
                        <a:pt x="204692" y="190690"/>
                        <a:pt x="208693" y="188786"/>
                        <a:pt x="212788" y="184976"/>
                      </a:cubicBezTo>
                      <a:cubicBezTo>
                        <a:pt x="210693" y="184023"/>
                        <a:pt x="208502" y="184785"/>
                        <a:pt x="206121" y="187071"/>
                      </a:cubicBezTo>
                      <a:cubicBezTo>
                        <a:pt x="203739" y="189452"/>
                        <a:pt x="201930" y="190690"/>
                        <a:pt x="200596" y="190690"/>
                      </a:cubicBezTo>
                      <a:close/>
                      <a:moveTo>
                        <a:pt x="206121" y="270605"/>
                      </a:moveTo>
                      <a:lnTo>
                        <a:pt x="208693" y="275749"/>
                      </a:lnTo>
                      <a:lnTo>
                        <a:pt x="202596" y="270605"/>
                      </a:lnTo>
                      <a:lnTo>
                        <a:pt x="206121" y="270605"/>
                      </a:lnTo>
                      <a:close/>
                      <a:moveTo>
                        <a:pt x="208693" y="292798"/>
                      </a:moveTo>
                      <a:cubicBezTo>
                        <a:pt x="208312" y="293751"/>
                        <a:pt x="209740" y="295656"/>
                        <a:pt x="212693" y="298418"/>
                      </a:cubicBezTo>
                      <a:lnTo>
                        <a:pt x="206026" y="298418"/>
                      </a:lnTo>
                      <a:lnTo>
                        <a:pt x="206026" y="292798"/>
                      </a:lnTo>
                      <a:lnTo>
                        <a:pt x="208597" y="292798"/>
                      </a:lnTo>
                      <a:close/>
                      <a:moveTo>
                        <a:pt x="214789" y="270605"/>
                      </a:moveTo>
                      <a:cubicBezTo>
                        <a:pt x="215455" y="272129"/>
                        <a:pt x="216789" y="272987"/>
                        <a:pt x="218884" y="272987"/>
                      </a:cubicBezTo>
                      <a:lnTo>
                        <a:pt x="218884" y="274415"/>
                      </a:lnTo>
                      <a:lnTo>
                        <a:pt x="212788" y="274415"/>
                      </a:lnTo>
                      <a:lnTo>
                        <a:pt x="214789" y="270605"/>
                      </a:lnTo>
                      <a:close/>
                      <a:moveTo>
                        <a:pt x="214789" y="250317"/>
                      </a:moveTo>
                      <a:cubicBezTo>
                        <a:pt x="218884" y="248412"/>
                        <a:pt x="221075" y="247460"/>
                        <a:pt x="221361" y="247460"/>
                      </a:cubicBezTo>
                      <a:cubicBezTo>
                        <a:pt x="222695" y="247460"/>
                        <a:pt x="223266" y="248888"/>
                        <a:pt x="222885" y="251746"/>
                      </a:cubicBezTo>
                      <a:cubicBezTo>
                        <a:pt x="221456" y="253270"/>
                        <a:pt x="220123" y="254127"/>
                        <a:pt x="218789" y="254127"/>
                      </a:cubicBezTo>
                      <a:lnTo>
                        <a:pt x="214693" y="250317"/>
                      </a:lnTo>
                      <a:close/>
                      <a:moveTo>
                        <a:pt x="216312" y="228124"/>
                      </a:moveTo>
                      <a:cubicBezTo>
                        <a:pt x="216312" y="228124"/>
                        <a:pt x="215836" y="227457"/>
                        <a:pt x="215836" y="227171"/>
                      </a:cubicBezTo>
                      <a:cubicBezTo>
                        <a:pt x="215836" y="224028"/>
                        <a:pt x="217646" y="222409"/>
                        <a:pt x="221361" y="222409"/>
                      </a:cubicBezTo>
                      <a:cubicBezTo>
                        <a:pt x="222409" y="222409"/>
                        <a:pt x="223456" y="222885"/>
                        <a:pt x="224504" y="223838"/>
                      </a:cubicBezTo>
                      <a:lnTo>
                        <a:pt x="216312" y="228124"/>
                      </a:lnTo>
                      <a:close/>
                      <a:moveTo>
                        <a:pt x="226504" y="214884"/>
                      </a:moveTo>
                      <a:cubicBezTo>
                        <a:pt x="229838" y="213646"/>
                        <a:pt x="232600" y="215360"/>
                        <a:pt x="234601" y="220123"/>
                      </a:cubicBezTo>
                      <a:cubicBezTo>
                        <a:pt x="230886" y="217932"/>
                        <a:pt x="228885" y="216884"/>
                        <a:pt x="228505" y="216884"/>
                      </a:cubicBezTo>
                      <a:lnTo>
                        <a:pt x="226504" y="218789"/>
                      </a:lnTo>
                      <a:lnTo>
                        <a:pt x="226504" y="214979"/>
                      </a:lnTo>
                      <a:close/>
                      <a:moveTo>
                        <a:pt x="250317" y="201644"/>
                      </a:moveTo>
                      <a:cubicBezTo>
                        <a:pt x="250031" y="202882"/>
                        <a:pt x="250888" y="204121"/>
                        <a:pt x="252889" y="205454"/>
                      </a:cubicBezTo>
                      <a:cubicBezTo>
                        <a:pt x="251936" y="207073"/>
                        <a:pt x="249650" y="207836"/>
                        <a:pt x="246316" y="207836"/>
                      </a:cubicBezTo>
                      <a:lnTo>
                        <a:pt x="250412" y="201739"/>
                      </a:lnTo>
                      <a:close/>
                      <a:moveTo>
                        <a:pt x="258985" y="229553"/>
                      </a:moveTo>
                      <a:lnTo>
                        <a:pt x="260509" y="226219"/>
                      </a:lnTo>
                      <a:lnTo>
                        <a:pt x="266129" y="226219"/>
                      </a:lnTo>
                      <a:lnTo>
                        <a:pt x="259080" y="229553"/>
                      </a:lnTo>
                      <a:close/>
                      <a:moveTo>
                        <a:pt x="268700" y="261176"/>
                      </a:moveTo>
                      <a:lnTo>
                        <a:pt x="273272" y="261176"/>
                      </a:lnTo>
                      <a:cubicBezTo>
                        <a:pt x="271272" y="264986"/>
                        <a:pt x="270224" y="267843"/>
                        <a:pt x="270224" y="269653"/>
                      </a:cubicBezTo>
                      <a:lnTo>
                        <a:pt x="268700" y="261176"/>
                      </a:lnTo>
                      <a:close/>
                      <a:moveTo>
                        <a:pt x="270224" y="269653"/>
                      </a:moveTo>
                      <a:lnTo>
                        <a:pt x="270700" y="270605"/>
                      </a:lnTo>
                      <a:cubicBezTo>
                        <a:pt x="270700" y="270605"/>
                        <a:pt x="270224" y="269938"/>
                        <a:pt x="270224" y="269653"/>
                      </a:cubicBezTo>
                      <a:close/>
                      <a:moveTo>
                        <a:pt x="270700" y="182689"/>
                      </a:moveTo>
                      <a:lnTo>
                        <a:pt x="270700" y="177451"/>
                      </a:lnTo>
                      <a:lnTo>
                        <a:pt x="273272" y="177451"/>
                      </a:lnTo>
                      <a:lnTo>
                        <a:pt x="273272" y="182689"/>
                      </a:lnTo>
                      <a:lnTo>
                        <a:pt x="270700" y="182689"/>
                      </a:lnTo>
                      <a:close/>
                      <a:moveTo>
                        <a:pt x="274796" y="278225"/>
                      </a:moveTo>
                      <a:lnTo>
                        <a:pt x="274796" y="272987"/>
                      </a:lnTo>
                      <a:lnTo>
                        <a:pt x="276320" y="272987"/>
                      </a:lnTo>
                      <a:lnTo>
                        <a:pt x="276320" y="278225"/>
                      </a:lnTo>
                      <a:lnTo>
                        <a:pt x="274796" y="278225"/>
                      </a:lnTo>
                      <a:close/>
                      <a:moveTo>
                        <a:pt x="282892" y="235648"/>
                      </a:moveTo>
                      <a:lnTo>
                        <a:pt x="293084" y="229553"/>
                      </a:lnTo>
                      <a:lnTo>
                        <a:pt x="293084" y="231934"/>
                      </a:lnTo>
                      <a:lnTo>
                        <a:pt x="282892" y="235648"/>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 name="Google Shape;1275;p99"/>
                <p:cNvSpPr/>
                <p:nvPr/>
              </p:nvSpPr>
              <p:spPr>
                <a:xfrm>
                  <a:off x="7562468" y="2981229"/>
                  <a:ext cx="221360" cy="253555"/>
                </a:xfrm>
                <a:custGeom>
                  <a:avLst/>
                  <a:gdLst/>
                  <a:ahLst/>
                  <a:cxnLst/>
                  <a:rect l="l" t="t" r="r" b="b"/>
                  <a:pathLst>
                    <a:path w="221360" h="253555" extrusionOk="0">
                      <a:moveTo>
                        <a:pt x="191833" y="9144"/>
                      </a:moveTo>
                      <a:cubicBezTo>
                        <a:pt x="201644" y="9144"/>
                        <a:pt x="208121" y="14383"/>
                        <a:pt x="211169" y="24670"/>
                      </a:cubicBezTo>
                      <a:cubicBezTo>
                        <a:pt x="215169" y="38862"/>
                        <a:pt x="218598" y="47053"/>
                        <a:pt x="221361" y="49244"/>
                      </a:cubicBezTo>
                      <a:lnTo>
                        <a:pt x="219837" y="205930"/>
                      </a:lnTo>
                      <a:cubicBezTo>
                        <a:pt x="216122" y="208788"/>
                        <a:pt x="212598" y="214408"/>
                        <a:pt x="209455" y="222885"/>
                      </a:cubicBezTo>
                      <a:cubicBezTo>
                        <a:pt x="206216" y="231362"/>
                        <a:pt x="201644" y="237363"/>
                        <a:pt x="195929" y="240792"/>
                      </a:cubicBezTo>
                      <a:cubicBezTo>
                        <a:pt x="188786" y="240792"/>
                        <a:pt x="182213" y="244411"/>
                        <a:pt x="176117" y="251650"/>
                      </a:cubicBezTo>
                      <a:cubicBezTo>
                        <a:pt x="171735" y="251365"/>
                        <a:pt x="164973" y="251555"/>
                        <a:pt x="155734" y="252127"/>
                      </a:cubicBezTo>
                      <a:cubicBezTo>
                        <a:pt x="144875" y="253079"/>
                        <a:pt x="137446" y="253555"/>
                        <a:pt x="133445" y="253555"/>
                      </a:cubicBezTo>
                      <a:cubicBezTo>
                        <a:pt x="118205" y="253555"/>
                        <a:pt x="106870" y="249936"/>
                        <a:pt x="99441" y="242697"/>
                      </a:cubicBezTo>
                      <a:cubicBezTo>
                        <a:pt x="96774" y="248412"/>
                        <a:pt x="92011" y="251174"/>
                        <a:pt x="85248" y="251174"/>
                      </a:cubicBezTo>
                      <a:cubicBezTo>
                        <a:pt x="82867" y="251174"/>
                        <a:pt x="78867" y="250603"/>
                        <a:pt x="73342" y="249460"/>
                      </a:cubicBezTo>
                      <a:cubicBezTo>
                        <a:pt x="67723" y="248412"/>
                        <a:pt x="63627" y="247841"/>
                        <a:pt x="60864" y="247841"/>
                      </a:cubicBezTo>
                      <a:cubicBezTo>
                        <a:pt x="58578" y="247841"/>
                        <a:pt x="56483" y="248126"/>
                        <a:pt x="54864" y="248793"/>
                      </a:cubicBezTo>
                      <a:lnTo>
                        <a:pt x="56864" y="246412"/>
                      </a:lnTo>
                      <a:cubicBezTo>
                        <a:pt x="55150" y="244221"/>
                        <a:pt x="52959" y="243078"/>
                        <a:pt x="50292" y="243078"/>
                      </a:cubicBezTo>
                      <a:cubicBezTo>
                        <a:pt x="48577" y="243078"/>
                        <a:pt x="46101" y="243840"/>
                        <a:pt x="42957" y="245174"/>
                      </a:cubicBezTo>
                      <a:cubicBezTo>
                        <a:pt x="39719" y="246602"/>
                        <a:pt x="37433" y="247269"/>
                        <a:pt x="36100" y="247269"/>
                      </a:cubicBezTo>
                      <a:cubicBezTo>
                        <a:pt x="34385" y="247269"/>
                        <a:pt x="32861" y="246507"/>
                        <a:pt x="31528" y="244888"/>
                      </a:cubicBezTo>
                      <a:cubicBezTo>
                        <a:pt x="29813" y="246793"/>
                        <a:pt x="28194" y="247745"/>
                        <a:pt x="26479" y="247745"/>
                      </a:cubicBezTo>
                      <a:cubicBezTo>
                        <a:pt x="24479" y="247745"/>
                        <a:pt x="22384" y="246317"/>
                        <a:pt x="20383" y="243268"/>
                      </a:cubicBezTo>
                      <a:cubicBezTo>
                        <a:pt x="18383" y="240316"/>
                        <a:pt x="17145" y="238792"/>
                        <a:pt x="16764" y="238792"/>
                      </a:cubicBezTo>
                      <a:cubicBezTo>
                        <a:pt x="16097" y="238792"/>
                        <a:pt x="15621" y="240887"/>
                        <a:pt x="15240" y="244888"/>
                      </a:cubicBezTo>
                      <a:cubicBezTo>
                        <a:pt x="14288" y="241459"/>
                        <a:pt x="12573" y="239268"/>
                        <a:pt x="10192" y="238316"/>
                      </a:cubicBezTo>
                      <a:cubicBezTo>
                        <a:pt x="6762" y="236982"/>
                        <a:pt x="4286" y="234982"/>
                        <a:pt x="2571" y="232124"/>
                      </a:cubicBezTo>
                      <a:lnTo>
                        <a:pt x="4096" y="168307"/>
                      </a:lnTo>
                      <a:cubicBezTo>
                        <a:pt x="1714" y="166116"/>
                        <a:pt x="1333" y="161449"/>
                        <a:pt x="3048" y="154305"/>
                      </a:cubicBezTo>
                      <a:cubicBezTo>
                        <a:pt x="4763" y="147257"/>
                        <a:pt x="3714" y="142113"/>
                        <a:pt x="0" y="138970"/>
                      </a:cubicBezTo>
                      <a:cubicBezTo>
                        <a:pt x="2095" y="135160"/>
                        <a:pt x="2381" y="128397"/>
                        <a:pt x="1048" y="118586"/>
                      </a:cubicBezTo>
                      <a:cubicBezTo>
                        <a:pt x="-286" y="108775"/>
                        <a:pt x="762" y="101727"/>
                        <a:pt x="4191" y="97345"/>
                      </a:cubicBezTo>
                      <a:cubicBezTo>
                        <a:pt x="2476" y="87916"/>
                        <a:pt x="1619" y="83344"/>
                        <a:pt x="1619" y="83629"/>
                      </a:cubicBezTo>
                      <a:cubicBezTo>
                        <a:pt x="1619" y="79248"/>
                        <a:pt x="3810" y="76391"/>
                        <a:pt x="8191" y="75152"/>
                      </a:cubicBezTo>
                      <a:cubicBezTo>
                        <a:pt x="4857" y="73628"/>
                        <a:pt x="3143" y="71057"/>
                        <a:pt x="3143" y="67627"/>
                      </a:cubicBezTo>
                      <a:cubicBezTo>
                        <a:pt x="3143" y="66675"/>
                        <a:pt x="3334" y="65342"/>
                        <a:pt x="3714" y="63627"/>
                      </a:cubicBezTo>
                      <a:cubicBezTo>
                        <a:pt x="4000" y="61912"/>
                        <a:pt x="4191" y="60769"/>
                        <a:pt x="4191" y="60103"/>
                      </a:cubicBezTo>
                      <a:cubicBezTo>
                        <a:pt x="4191" y="58483"/>
                        <a:pt x="3714" y="57436"/>
                        <a:pt x="2667" y="56769"/>
                      </a:cubicBezTo>
                      <a:cubicBezTo>
                        <a:pt x="5334" y="55245"/>
                        <a:pt x="7239" y="52959"/>
                        <a:pt x="8191" y="50197"/>
                      </a:cubicBezTo>
                      <a:cubicBezTo>
                        <a:pt x="10287" y="45815"/>
                        <a:pt x="12096" y="42481"/>
                        <a:pt x="13811" y="40196"/>
                      </a:cubicBezTo>
                      <a:cubicBezTo>
                        <a:pt x="7048" y="39243"/>
                        <a:pt x="3620" y="35814"/>
                        <a:pt x="3620" y="29813"/>
                      </a:cubicBezTo>
                      <a:lnTo>
                        <a:pt x="3620" y="24670"/>
                      </a:lnTo>
                      <a:cubicBezTo>
                        <a:pt x="3905" y="22193"/>
                        <a:pt x="4096" y="20098"/>
                        <a:pt x="4096" y="18478"/>
                      </a:cubicBezTo>
                      <a:cubicBezTo>
                        <a:pt x="4096" y="15621"/>
                        <a:pt x="3620" y="13240"/>
                        <a:pt x="2571" y="11335"/>
                      </a:cubicBezTo>
                      <a:cubicBezTo>
                        <a:pt x="6286" y="6286"/>
                        <a:pt x="12382" y="3810"/>
                        <a:pt x="20860" y="3810"/>
                      </a:cubicBezTo>
                      <a:lnTo>
                        <a:pt x="32575" y="3810"/>
                      </a:lnTo>
                      <a:cubicBezTo>
                        <a:pt x="39338" y="3810"/>
                        <a:pt x="44767" y="2572"/>
                        <a:pt x="48863" y="0"/>
                      </a:cubicBezTo>
                      <a:cubicBezTo>
                        <a:pt x="58960" y="2572"/>
                        <a:pt x="70866" y="3810"/>
                        <a:pt x="84391" y="3810"/>
                      </a:cubicBezTo>
                      <a:cubicBezTo>
                        <a:pt x="90488" y="3810"/>
                        <a:pt x="99726" y="3429"/>
                        <a:pt x="112300" y="2667"/>
                      </a:cubicBezTo>
                      <a:cubicBezTo>
                        <a:pt x="124777" y="1905"/>
                        <a:pt x="134112" y="1429"/>
                        <a:pt x="140208" y="1429"/>
                      </a:cubicBezTo>
                      <a:cubicBezTo>
                        <a:pt x="146971" y="1429"/>
                        <a:pt x="153067" y="1714"/>
                        <a:pt x="158496" y="2381"/>
                      </a:cubicBezTo>
                      <a:cubicBezTo>
                        <a:pt x="160496" y="3048"/>
                        <a:pt x="164878" y="4858"/>
                        <a:pt x="171640" y="8001"/>
                      </a:cubicBezTo>
                      <a:cubicBezTo>
                        <a:pt x="176403" y="10192"/>
                        <a:pt x="180308" y="11335"/>
                        <a:pt x="183356" y="11335"/>
                      </a:cubicBezTo>
                      <a:cubicBezTo>
                        <a:pt x="186023" y="11335"/>
                        <a:pt x="188880" y="10573"/>
                        <a:pt x="191928" y="8953"/>
                      </a:cubicBezTo>
                      <a:close/>
                      <a:moveTo>
                        <a:pt x="7905" y="176022"/>
                      </a:moveTo>
                      <a:cubicBezTo>
                        <a:pt x="10953" y="176308"/>
                        <a:pt x="14192" y="175546"/>
                        <a:pt x="17526" y="173641"/>
                      </a:cubicBezTo>
                      <a:lnTo>
                        <a:pt x="12954" y="171259"/>
                      </a:lnTo>
                      <a:cubicBezTo>
                        <a:pt x="11239" y="170021"/>
                        <a:pt x="9620" y="169640"/>
                        <a:pt x="7811" y="170307"/>
                      </a:cubicBezTo>
                      <a:lnTo>
                        <a:pt x="7811" y="176022"/>
                      </a:lnTo>
                      <a:close/>
                      <a:moveTo>
                        <a:pt x="25241" y="33718"/>
                      </a:moveTo>
                      <a:cubicBezTo>
                        <a:pt x="22193" y="30861"/>
                        <a:pt x="20098" y="29623"/>
                        <a:pt x="19145" y="29908"/>
                      </a:cubicBezTo>
                      <a:lnTo>
                        <a:pt x="23241" y="36576"/>
                      </a:lnTo>
                      <a:cubicBezTo>
                        <a:pt x="22860" y="35528"/>
                        <a:pt x="23526" y="34671"/>
                        <a:pt x="25241" y="33718"/>
                      </a:cubicBezTo>
                      <a:close/>
                      <a:moveTo>
                        <a:pt x="19145" y="67818"/>
                      </a:moveTo>
                      <a:cubicBezTo>
                        <a:pt x="21145" y="68104"/>
                        <a:pt x="23241" y="67246"/>
                        <a:pt x="25241" y="65246"/>
                      </a:cubicBezTo>
                      <a:cubicBezTo>
                        <a:pt x="27241" y="63151"/>
                        <a:pt x="27908" y="61055"/>
                        <a:pt x="27241" y="58865"/>
                      </a:cubicBezTo>
                      <a:cubicBezTo>
                        <a:pt x="25527" y="58198"/>
                        <a:pt x="24384" y="57912"/>
                        <a:pt x="23717" y="57912"/>
                      </a:cubicBezTo>
                      <a:cubicBezTo>
                        <a:pt x="22384" y="57912"/>
                        <a:pt x="21526" y="60103"/>
                        <a:pt x="21145" y="64484"/>
                      </a:cubicBezTo>
                      <a:cubicBezTo>
                        <a:pt x="20860" y="66008"/>
                        <a:pt x="20193" y="67151"/>
                        <a:pt x="19145" y="67818"/>
                      </a:cubicBezTo>
                      <a:close/>
                      <a:moveTo>
                        <a:pt x="156781" y="116015"/>
                      </a:moveTo>
                      <a:cubicBezTo>
                        <a:pt x="152685" y="103442"/>
                        <a:pt x="152685" y="84963"/>
                        <a:pt x="156781" y="60674"/>
                      </a:cubicBezTo>
                      <a:cubicBezTo>
                        <a:pt x="151733" y="55626"/>
                        <a:pt x="141351" y="53150"/>
                        <a:pt x="125825" y="53150"/>
                      </a:cubicBezTo>
                      <a:lnTo>
                        <a:pt x="131445" y="44196"/>
                      </a:lnTo>
                      <a:cubicBezTo>
                        <a:pt x="130111" y="46768"/>
                        <a:pt x="126206" y="48006"/>
                        <a:pt x="119729" y="48006"/>
                      </a:cubicBezTo>
                      <a:cubicBezTo>
                        <a:pt x="118776" y="48006"/>
                        <a:pt x="116871" y="47816"/>
                        <a:pt x="114109" y="47530"/>
                      </a:cubicBezTo>
                      <a:lnTo>
                        <a:pt x="107537" y="47530"/>
                      </a:lnTo>
                      <a:cubicBezTo>
                        <a:pt x="97345" y="47530"/>
                        <a:pt x="90868" y="50006"/>
                        <a:pt x="88296" y="55054"/>
                      </a:cubicBezTo>
                      <a:cubicBezTo>
                        <a:pt x="86201" y="54483"/>
                        <a:pt x="84391" y="54102"/>
                        <a:pt x="82677" y="54102"/>
                      </a:cubicBezTo>
                      <a:cubicBezTo>
                        <a:pt x="79629" y="54102"/>
                        <a:pt x="75914" y="55340"/>
                        <a:pt x="71438" y="57912"/>
                      </a:cubicBezTo>
                      <a:cubicBezTo>
                        <a:pt x="67056" y="60388"/>
                        <a:pt x="63722" y="61722"/>
                        <a:pt x="61341" y="61722"/>
                      </a:cubicBezTo>
                      <a:cubicBezTo>
                        <a:pt x="59912" y="61722"/>
                        <a:pt x="58483" y="61436"/>
                        <a:pt x="56769" y="60769"/>
                      </a:cubicBezTo>
                      <a:cubicBezTo>
                        <a:pt x="58102" y="62008"/>
                        <a:pt x="58769" y="63151"/>
                        <a:pt x="58769" y="64008"/>
                      </a:cubicBezTo>
                      <a:cubicBezTo>
                        <a:pt x="58769" y="64960"/>
                        <a:pt x="57150" y="65627"/>
                        <a:pt x="53911" y="66199"/>
                      </a:cubicBezTo>
                      <a:cubicBezTo>
                        <a:pt x="50673" y="66675"/>
                        <a:pt x="48863" y="67246"/>
                        <a:pt x="48577" y="67818"/>
                      </a:cubicBezTo>
                      <a:cubicBezTo>
                        <a:pt x="45815" y="69723"/>
                        <a:pt x="44482" y="71247"/>
                        <a:pt x="44482" y="72485"/>
                      </a:cubicBezTo>
                      <a:cubicBezTo>
                        <a:pt x="44482" y="73438"/>
                        <a:pt x="45815" y="74962"/>
                        <a:pt x="48577" y="76962"/>
                      </a:cubicBezTo>
                      <a:cubicBezTo>
                        <a:pt x="51245" y="79058"/>
                        <a:pt x="52578" y="80867"/>
                        <a:pt x="52578" y="82391"/>
                      </a:cubicBezTo>
                      <a:lnTo>
                        <a:pt x="41434" y="86201"/>
                      </a:lnTo>
                      <a:cubicBezTo>
                        <a:pt x="42481" y="85916"/>
                        <a:pt x="43434" y="85725"/>
                        <a:pt x="44482" y="85725"/>
                      </a:cubicBezTo>
                      <a:cubicBezTo>
                        <a:pt x="46863" y="85725"/>
                        <a:pt x="49053" y="87535"/>
                        <a:pt x="51054" y="91154"/>
                      </a:cubicBezTo>
                      <a:cubicBezTo>
                        <a:pt x="53054" y="94774"/>
                        <a:pt x="54959" y="96869"/>
                        <a:pt x="56673" y="97536"/>
                      </a:cubicBezTo>
                      <a:cubicBezTo>
                        <a:pt x="63436" y="98488"/>
                        <a:pt x="66960" y="104489"/>
                        <a:pt x="67342" y="115443"/>
                      </a:cubicBezTo>
                      <a:cubicBezTo>
                        <a:pt x="66960" y="124587"/>
                        <a:pt x="66865" y="133731"/>
                        <a:pt x="66865" y="142875"/>
                      </a:cubicBezTo>
                      <a:cubicBezTo>
                        <a:pt x="66198" y="143827"/>
                        <a:pt x="65817" y="144780"/>
                        <a:pt x="65817" y="145733"/>
                      </a:cubicBezTo>
                      <a:cubicBezTo>
                        <a:pt x="65817" y="146685"/>
                        <a:pt x="66580" y="147923"/>
                        <a:pt x="68103" y="149447"/>
                      </a:cubicBezTo>
                      <a:cubicBezTo>
                        <a:pt x="69628" y="151067"/>
                        <a:pt x="70389" y="152114"/>
                        <a:pt x="70389" y="152781"/>
                      </a:cubicBezTo>
                      <a:cubicBezTo>
                        <a:pt x="70389" y="153448"/>
                        <a:pt x="69723" y="154210"/>
                        <a:pt x="68389" y="155162"/>
                      </a:cubicBezTo>
                      <a:cubicBezTo>
                        <a:pt x="63627" y="165544"/>
                        <a:pt x="64103" y="171736"/>
                        <a:pt x="69913" y="173641"/>
                      </a:cubicBezTo>
                      <a:lnTo>
                        <a:pt x="64294" y="177355"/>
                      </a:lnTo>
                      <a:cubicBezTo>
                        <a:pt x="66008" y="179260"/>
                        <a:pt x="66865" y="181451"/>
                        <a:pt x="66865" y="183928"/>
                      </a:cubicBezTo>
                      <a:lnTo>
                        <a:pt x="66865" y="187738"/>
                      </a:lnTo>
                      <a:cubicBezTo>
                        <a:pt x="66484" y="189262"/>
                        <a:pt x="66389" y="190405"/>
                        <a:pt x="66389" y="191071"/>
                      </a:cubicBezTo>
                      <a:cubicBezTo>
                        <a:pt x="66389" y="194882"/>
                        <a:pt x="68389" y="197644"/>
                        <a:pt x="72485" y="199549"/>
                      </a:cubicBezTo>
                      <a:cubicBezTo>
                        <a:pt x="77248" y="199834"/>
                        <a:pt x="83820" y="199073"/>
                        <a:pt x="92297" y="197167"/>
                      </a:cubicBezTo>
                      <a:cubicBezTo>
                        <a:pt x="96012" y="203835"/>
                        <a:pt x="100393" y="207169"/>
                        <a:pt x="105442" y="207169"/>
                      </a:cubicBezTo>
                      <a:cubicBezTo>
                        <a:pt x="108871" y="207169"/>
                        <a:pt x="114109" y="204883"/>
                        <a:pt x="121444" y="200501"/>
                      </a:cubicBezTo>
                      <a:cubicBezTo>
                        <a:pt x="128682" y="196025"/>
                        <a:pt x="134207" y="193834"/>
                        <a:pt x="137922" y="193834"/>
                      </a:cubicBezTo>
                      <a:cubicBezTo>
                        <a:pt x="140970" y="193834"/>
                        <a:pt x="143827" y="194977"/>
                        <a:pt x="146495" y="197167"/>
                      </a:cubicBezTo>
                      <a:cubicBezTo>
                        <a:pt x="152305" y="191452"/>
                        <a:pt x="155162" y="183737"/>
                        <a:pt x="155162" y="174022"/>
                      </a:cubicBezTo>
                      <a:cubicBezTo>
                        <a:pt x="155162" y="166497"/>
                        <a:pt x="153638" y="159163"/>
                        <a:pt x="150590" y="152305"/>
                      </a:cubicBezTo>
                      <a:cubicBezTo>
                        <a:pt x="155353" y="149161"/>
                        <a:pt x="156972" y="142970"/>
                        <a:pt x="155638" y="133826"/>
                      </a:cubicBezTo>
                      <a:cubicBezTo>
                        <a:pt x="154305" y="124682"/>
                        <a:pt x="154686" y="118682"/>
                        <a:pt x="156686" y="115824"/>
                      </a:cubicBezTo>
                      <a:close/>
                      <a:moveTo>
                        <a:pt x="43053" y="106490"/>
                      </a:moveTo>
                      <a:lnTo>
                        <a:pt x="50673" y="107918"/>
                      </a:lnTo>
                      <a:lnTo>
                        <a:pt x="48673" y="106490"/>
                      </a:lnTo>
                      <a:lnTo>
                        <a:pt x="43053" y="106490"/>
                      </a:lnTo>
                      <a:close/>
                      <a:moveTo>
                        <a:pt x="58769" y="76771"/>
                      </a:moveTo>
                      <a:cubicBezTo>
                        <a:pt x="59436" y="75819"/>
                        <a:pt x="61341" y="75343"/>
                        <a:pt x="64389" y="75343"/>
                      </a:cubicBezTo>
                      <a:cubicBezTo>
                        <a:pt x="63341" y="76581"/>
                        <a:pt x="61626" y="77248"/>
                        <a:pt x="59245" y="77248"/>
                      </a:cubicBezTo>
                      <a:lnTo>
                        <a:pt x="52673" y="76771"/>
                      </a:lnTo>
                      <a:lnTo>
                        <a:pt x="52673" y="72961"/>
                      </a:lnTo>
                      <a:cubicBezTo>
                        <a:pt x="53721" y="72676"/>
                        <a:pt x="54769" y="73247"/>
                        <a:pt x="56007" y="74581"/>
                      </a:cubicBezTo>
                      <a:cubicBezTo>
                        <a:pt x="57150" y="76009"/>
                        <a:pt x="58102" y="76771"/>
                        <a:pt x="58769" y="76771"/>
                      </a:cubicBezTo>
                      <a:close/>
                      <a:moveTo>
                        <a:pt x="119157" y="31337"/>
                      </a:moveTo>
                      <a:cubicBezTo>
                        <a:pt x="118872" y="30385"/>
                        <a:pt x="116776" y="29908"/>
                        <a:pt x="113062" y="29908"/>
                      </a:cubicBezTo>
                      <a:lnTo>
                        <a:pt x="115633" y="35147"/>
                      </a:lnTo>
                      <a:lnTo>
                        <a:pt x="119157" y="31337"/>
                      </a:lnTo>
                      <a:close/>
                      <a:moveTo>
                        <a:pt x="123254" y="11430"/>
                      </a:moveTo>
                      <a:lnTo>
                        <a:pt x="121729" y="9049"/>
                      </a:lnTo>
                      <a:lnTo>
                        <a:pt x="123254" y="16573"/>
                      </a:lnTo>
                      <a:lnTo>
                        <a:pt x="123254" y="11335"/>
                      </a:lnTo>
                      <a:close/>
                      <a:moveTo>
                        <a:pt x="136970" y="18097"/>
                      </a:moveTo>
                      <a:cubicBezTo>
                        <a:pt x="135255" y="17812"/>
                        <a:pt x="134017" y="18288"/>
                        <a:pt x="133350" y="19526"/>
                      </a:cubicBezTo>
                      <a:cubicBezTo>
                        <a:pt x="132683" y="20764"/>
                        <a:pt x="132016" y="21622"/>
                        <a:pt x="131350" y="21907"/>
                      </a:cubicBezTo>
                      <a:lnTo>
                        <a:pt x="136970" y="21907"/>
                      </a:lnTo>
                      <a:lnTo>
                        <a:pt x="136970" y="18097"/>
                      </a:lnTo>
                      <a:close/>
                      <a:moveTo>
                        <a:pt x="146589" y="47911"/>
                      </a:moveTo>
                      <a:cubicBezTo>
                        <a:pt x="146589" y="44482"/>
                        <a:pt x="148209" y="43529"/>
                        <a:pt x="151447" y="45053"/>
                      </a:cubicBezTo>
                      <a:cubicBezTo>
                        <a:pt x="154686" y="46672"/>
                        <a:pt x="156400" y="46292"/>
                        <a:pt x="156781" y="44101"/>
                      </a:cubicBezTo>
                      <a:cubicBezTo>
                        <a:pt x="155734" y="44767"/>
                        <a:pt x="154781" y="45053"/>
                        <a:pt x="153733" y="45053"/>
                      </a:cubicBezTo>
                      <a:cubicBezTo>
                        <a:pt x="152685" y="45053"/>
                        <a:pt x="151066" y="44196"/>
                        <a:pt x="148876" y="42481"/>
                      </a:cubicBezTo>
                      <a:cubicBezTo>
                        <a:pt x="146589" y="40767"/>
                        <a:pt x="144494" y="40005"/>
                        <a:pt x="142494" y="40291"/>
                      </a:cubicBezTo>
                      <a:lnTo>
                        <a:pt x="142494" y="47911"/>
                      </a:lnTo>
                      <a:lnTo>
                        <a:pt x="146589" y="4791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76" name="Google Shape;1276;p99"/>
              <p:cNvGrpSpPr/>
              <p:nvPr/>
            </p:nvGrpSpPr>
            <p:grpSpPr>
              <a:xfrm>
                <a:off x="13851820" y="3974688"/>
                <a:ext cx="225551" cy="87438"/>
                <a:chOff x="8598502" y="1692783"/>
                <a:chExt cx="225551" cy="87438"/>
              </a:xfrm>
            </p:grpSpPr>
            <p:sp>
              <p:nvSpPr>
                <p:cNvPr id="1277" name="Google Shape;1277;p99"/>
                <p:cNvSpPr/>
                <p:nvPr/>
              </p:nvSpPr>
              <p:spPr>
                <a:xfrm>
                  <a:off x="8598502" y="1693354"/>
                  <a:ext cx="75819" cy="86772"/>
                </a:xfrm>
                <a:custGeom>
                  <a:avLst/>
                  <a:gdLst/>
                  <a:ahLst/>
                  <a:cxnLst/>
                  <a:rect l="l" t="t" r="r" b="b"/>
                  <a:pathLst>
                    <a:path w="75819" h="86772" extrusionOk="0">
                      <a:moveTo>
                        <a:pt x="61532" y="23336"/>
                      </a:moveTo>
                      <a:cubicBezTo>
                        <a:pt x="61532" y="23336"/>
                        <a:pt x="61913" y="23908"/>
                        <a:pt x="62294" y="23908"/>
                      </a:cubicBezTo>
                      <a:lnTo>
                        <a:pt x="63246" y="23908"/>
                      </a:lnTo>
                      <a:cubicBezTo>
                        <a:pt x="62294" y="26289"/>
                        <a:pt x="62103" y="29242"/>
                        <a:pt x="62865" y="32861"/>
                      </a:cubicBezTo>
                      <a:cubicBezTo>
                        <a:pt x="62675" y="33623"/>
                        <a:pt x="61913" y="34862"/>
                        <a:pt x="60674" y="36576"/>
                      </a:cubicBezTo>
                      <a:lnTo>
                        <a:pt x="61532" y="37433"/>
                      </a:lnTo>
                      <a:cubicBezTo>
                        <a:pt x="61246" y="38005"/>
                        <a:pt x="60484" y="38481"/>
                        <a:pt x="59246" y="38862"/>
                      </a:cubicBezTo>
                      <a:cubicBezTo>
                        <a:pt x="58008" y="39243"/>
                        <a:pt x="57245" y="39719"/>
                        <a:pt x="56865" y="40386"/>
                      </a:cubicBezTo>
                      <a:lnTo>
                        <a:pt x="58864" y="40767"/>
                      </a:lnTo>
                      <a:cubicBezTo>
                        <a:pt x="57245" y="43434"/>
                        <a:pt x="54197" y="46577"/>
                        <a:pt x="49911" y="50197"/>
                      </a:cubicBezTo>
                      <a:lnTo>
                        <a:pt x="48196" y="50197"/>
                      </a:lnTo>
                      <a:lnTo>
                        <a:pt x="48196" y="51435"/>
                      </a:lnTo>
                      <a:cubicBezTo>
                        <a:pt x="48196" y="51435"/>
                        <a:pt x="47816" y="51054"/>
                        <a:pt x="47530" y="51054"/>
                      </a:cubicBezTo>
                      <a:cubicBezTo>
                        <a:pt x="46958" y="51054"/>
                        <a:pt x="46577" y="51054"/>
                        <a:pt x="46482" y="51054"/>
                      </a:cubicBezTo>
                      <a:lnTo>
                        <a:pt x="46197" y="51435"/>
                      </a:lnTo>
                      <a:cubicBezTo>
                        <a:pt x="47244" y="51721"/>
                        <a:pt x="47911" y="52673"/>
                        <a:pt x="48292" y="54293"/>
                      </a:cubicBezTo>
                      <a:cubicBezTo>
                        <a:pt x="48673" y="55912"/>
                        <a:pt x="49245" y="56864"/>
                        <a:pt x="49911" y="56960"/>
                      </a:cubicBezTo>
                      <a:cubicBezTo>
                        <a:pt x="49721" y="58293"/>
                        <a:pt x="50292" y="59722"/>
                        <a:pt x="51531" y="61246"/>
                      </a:cubicBezTo>
                      <a:cubicBezTo>
                        <a:pt x="53054" y="62960"/>
                        <a:pt x="53912" y="64389"/>
                        <a:pt x="54102" y="65532"/>
                      </a:cubicBezTo>
                      <a:cubicBezTo>
                        <a:pt x="53626" y="66294"/>
                        <a:pt x="52769" y="66580"/>
                        <a:pt x="51435" y="66199"/>
                      </a:cubicBezTo>
                      <a:cubicBezTo>
                        <a:pt x="50102" y="65913"/>
                        <a:pt x="49435" y="65913"/>
                        <a:pt x="49435" y="66389"/>
                      </a:cubicBezTo>
                      <a:cubicBezTo>
                        <a:pt x="49435" y="66770"/>
                        <a:pt x="49625" y="67246"/>
                        <a:pt x="49816" y="67913"/>
                      </a:cubicBezTo>
                      <a:lnTo>
                        <a:pt x="51435" y="67532"/>
                      </a:lnTo>
                      <a:cubicBezTo>
                        <a:pt x="51435" y="67532"/>
                        <a:pt x="51340" y="68390"/>
                        <a:pt x="50578" y="69247"/>
                      </a:cubicBezTo>
                      <a:lnTo>
                        <a:pt x="51816" y="70390"/>
                      </a:lnTo>
                      <a:cubicBezTo>
                        <a:pt x="51816" y="70390"/>
                        <a:pt x="52292" y="69628"/>
                        <a:pt x="52578" y="68675"/>
                      </a:cubicBezTo>
                      <a:lnTo>
                        <a:pt x="53150" y="70675"/>
                      </a:lnTo>
                      <a:cubicBezTo>
                        <a:pt x="54102" y="70390"/>
                        <a:pt x="54483" y="69437"/>
                        <a:pt x="54388" y="67818"/>
                      </a:cubicBezTo>
                      <a:cubicBezTo>
                        <a:pt x="55436" y="68294"/>
                        <a:pt x="56198" y="69342"/>
                        <a:pt x="56769" y="70961"/>
                      </a:cubicBezTo>
                      <a:cubicBezTo>
                        <a:pt x="57341" y="72485"/>
                        <a:pt x="58008" y="73438"/>
                        <a:pt x="58770" y="73723"/>
                      </a:cubicBezTo>
                      <a:cubicBezTo>
                        <a:pt x="58579" y="74295"/>
                        <a:pt x="58484" y="74867"/>
                        <a:pt x="58484" y="75438"/>
                      </a:cubicBezTo>
                      <a:cubicBezTo>
                        <a:pt x="58484" y="76486"/>
                        <a:pt x="59055" y="77915"/>
                        <a:pt x="60103" y="79629"/>
                      </a:cubicBezTo>
                      <a:cubicBezTo>
                        <a:pt x="61151" y="81344"/>
                        <a:pt x="61817" y="82582"/>
                        <a:pt x="61817" y="83344"/>
                      </a:cubicBezTo>
                      <a:cubicBezTo>
                        <a:pt x="61817" y="84296"/>
                        <a:pt x="61341" y="85249"/>
                        <a:pt x="60198" y="86106"/>
                      </a:cubicBezTo>
                      <a:cubicBezTo>
                        <a:pt x="59341" y="86106"/>
                        <a:pt x="57912" y="86201"/>
                        <a:pt x="55912" y="86487"/>
                      </a:cubicBezTo>
                      <a:cubicBezTo>
                        <a:pt x="53912" y="86677"/>
                        <a:pt x="52388" y="86773"/>
                        <a:pt x="51435" y="86773"/>
                      </a:cubicBezTo>
                      <a:cubicBezTo>
                        <a:pt x="48292" y="86773"/>
                        <a:pt x="45815" y="85916"/>
                        <a:pt x="44101" y="84201"/>
                      </a:cubicBezTo>
                      <a:lnTo>
                        <a:pt x="43815" y="84773"/>
                      </a:lnTo>
                      <a:cubicBezTo>
                        <a:pt x="43339" y="83725"/>
                        <a:pt x="42958" y="82582"/>
                        <a:pt x="42577" y="81534"/>
                      </a:cubicBezTo>
                      <a:cubicBezTo>
                        <a:pt x="41910" y="80105"/>
                        <a:pt x="41053" y="79248"/>
                        <a:pt x="40005" y="78962"/>
                      </a:cubicBezTo>
                      <a:cubicBezTo>
                        <a:pt x="40196" y="78486"/>
                        <a:pt x="40386" y="78010"/>
                        <a:pt x="40386" y="77629"/>
                      </a:cubicBezTo>
                      <a:cubicBezTo>
                        <a:pt x="40386" y="76867"/>
                        <a:pt x="39814" y="76105"/>
                        <a:pt x="38862" y="75343"/>
                      </a:cubicBezTo>
                      <a:cubicBezTo>
                        <a:pt x="37719" y="74581"/>
                        <a:pt x="37338" y="73819"/>
                        <a:pt x="37338" y="73152"/>
                      </a:cubicBezTo>
                      <a:cubicBezTo>
                        <a:pt x="37338" y="72676"/>
                        <a:pt x="37433" y="72104"/>
                        <a:pt x="37719" y="71533"/>
                      </a:cubicBezTo>
                      <a:cubicBezTo>
                        <a:pt x="36957" y="70485"/>
                        <a:pt x="36100" y="68580"/>
                        <a:pt x="35147" y="65627"/>
                      </a:cubicBezTo>
                      <a:cubicBezTo>
                        <a:pt x="34290" y="63151"/>
                        <a:pt x="33147" y="61246"/>
                        <a:pt x="31909" y="60008"/>
                      </a:cubicBezTo>
                      <a:cubicBezTo>
                        <a:pt x="31909" y="58198"/>
                        <a:pt x="31052" y="55912"/>
                        <a:pt x="29433" y="53340"/>
                      </a:cubicBezTo>
                      <a:lnTo>
                        <a:pt x="26194" y="52864"/>
                      </a:lnTo>
                      <a:lnTo>
                        <a:pt x="26480" y="52578"/>
                      </a:lnTo>
                      <a:cubicBezTo>
                        <a:pt x="26480" y="52578"/>
                        <a:pt x="26004" y="52006"/>
                        <a:pt x="25622" y="52006"/>
                      </a:cubicBezTo>
                      <a:lnTo>
                        <a:pt x="24384" y="53340"/>
                      </a:lnTo>
                      <a:cubicBezTo>
                        <a:pt x="24384" y="53340"/>
                        <a:pt x="23241" y="53531"/>
                        <a:pt x="22003" y="53912"/>
                      </a:cubicBezTo>
                      <a:cubicBezTo>
                        <a:pt x="20764" y="54293"/>
                        <a:pt x="19812" y="54388"/>
                        <a:pt x="19145" y="54388"/>
                      </a:cubicBezTo>
                      <a:cubicBezTo>
                        <a:pt x="18574" y="54388"/>
                        <a:pt x="18193" y="54388"/>
                        <a:pt x="17812" y="54102"/>
                      </a:cubicBezTo>
                      <a:cubicBezTo>
                        <a:pt x="17812" y="54293"/>
                        <a:pt x="17812" y="54388"/>
                        <a:pt x="17812" y="54578"/>
                      </a:cubicBezTo>
                      <a:cubicBezTo>
                        <a:pt x="17812" y="54769"/>
                        <a:pt x="17812" y="54959"/>
                        <a:pt x="18098" y="55150"/>
                      </a:cubicBezTo>
                      <a:cubicBezTo>
                        <a:pt x="18288" y="55340"/>
                        <a:pt x="18383" y="55435"/>
                        <a:pt x="18383" y="55531"/>
                      </a:cubicBezTo>
                      <a:cubicBezTo>
                        <a:pt x="18383" y="55721"/>
                        <a:pt x="18098" y="55912"/>
                        <a:pt x="17431" y="56293"/>
                      </a:cubicBezTo>
                      <a:lnTo>
                        <a:pt x="17907" y="62960"/>
                      </a:lnTo>
                      <a:lnTo>
                        <a:pt x="17050" y="63722"/>
                      </a:lnTo>
                      <a:cubicBezTo>
                        <a:pt x="17622" y="65818"/>
                        <a:pt x="17907" y="68675"/>
                        <a:pt x="17907" y="72390"/>
                      </a:cubicBezTo>
                      <a:cubicBezTo>
                        <a:pt x="17907" y="72771"/>
                        <a:pt x="17717" y="73533"/>
                        <a:pt x="17431" y="74676"/>
                      </a:cubicBezTo>
                      <a:cubicBezTo>
                        <a:pt x="17050" y="75819"/>
                        <a:pt x="16955" y="76771"/>
                        <a:pt x="16955" y="77438"/>
                      </a:cubicBezTo>
                      <a:cubicBezTo>
                        <a:pt x="16955" y="78581"/>
                        <a:pt x="17431" y="79439"/>
                        <a:pt x="18193" y="80105"/>
                      </a:cubicBezTo>
                      <a:cubicBezTo>
                        <a:pt x="17717" y="80486"/>
                        <a:pt x="17431" y="81153"/>
                        <a:pt x="17431" y="82106"/>
                      </a:cubicBezTo>
                      <a:lnTo>
                        <a:pt x="17431" y="83153"/>
                      </a:lnTo>
                      <a:cubicBezTo>
                        <a:pt x="17431" y="83153"/>
                        <a:pt x="17431" y="83915"/>
                        <a:pt x="17431" y="84106"/>
                      </a:cubicBezTo>
                      <a:cubicBezTo>
                        <a:pt x="17431" y="85439"/>
                        <a:pt x="16669" y="86011"/>
                        <a:pt x="15240" y="85820"/>
                      </a:cubicBezTo>
                      <a:lnTo>
                        <a:pt x="15716" y="86296"/>
                      </a:lnTo>
                      <a:cubicBezTo>
                        <a:pt x="14669" y="86773"/>
                        <a:pt x="13145" y="86868"/>
                        <a:pt x="11335" y="86582"/>
                      </a:cubicBezTo>
                      <a:cubicBezTo>
                        <a:pt x="9525" y="86296"/>
                        <a:pt x="8382" y="86296"/>
                        <a:pt x="7811" y="86773"/>
                      </a:cubicBezTo>
                      <a:cubicBezTo>
                        <a:pt x="5334" y="86487"/>
                        <a:pt x="3048" y="85820"/>
                        <a:pt x="858" y="84773"/>
                      </a:cubicBezTo>
                      <a:cubicBezTo>
                        <a:pt x="953" y="79248"/>
                        <a:pt x="858" y="70771"/>
                        <a:pt x="477" y="59436"/>
                      </a:cubicBezTo>
                      <a:lnTo>
                        <a:pt x="0" y="59436"/>
                      </a:lnTo>
                      <a:cubicBezTo>
                        <a:pt x="571" y="58674"/>
                        <a:pt x="858" y="57721"/>
                        <a:pt x="858" y="56579"/>
                      </a:cubicBezTo>
                      <a:cubicBezTo>
                        <a:pt x="858" y="56102"/>
                        <a:pt x="858" y="55435"/>
                        <a:pt x="667" y="54388"/>
                      </a:cubicBezTo>
                      <a:cubicBezTo>
                        <a:pt x="477" y="53340"/>
                        <a:pt x="477" y="52578"/>
                        <a:pt x="477" y="51911"/>
                      </a:cubicBezTo>
                      <a:cubicBezTo>
                        <a:pt x="477" y="50578"/>
                        <a:pt x="762" y="49435"/>
                        <a:pt x="1429" y="48482"/>
                      </a:cubicBezTo>
                      <a:cubicBezTo>
                        <a:pt x="1143" y="44768"/>
                        <a:pt x="953" y="39624"/>
                        <a:pt x="953" y="33147"/>
                      </a:cubicBezTo>
                      <a:lnTo>
                        <a:pt x="953" y="17431"/>
                      </a:lnTo>
                      <a:cubicBezTo>
                        <a:pt x="953" y="17431"/>
                        <a:pt x="286" y="16859"/>
                        <a:pt x="286" y="16478"/>
                      </a:cubicBezTo>
                      <a:cubicBezTo>
                        <a:pt x="286" y="16288"/>
                        <a:pt x="477" y="15812"/>
                        <a:pt x="858" y="15145"/>
                      </a:cubicBezTo>
                      <a:cubicBezTo>
                        <a:pt x="1238" y="14478"/>
                        <a:pt x="1429" y="14002"/>
                        <a:pt x="1429" y="13621"/>
                      </a:cubicBezTo>
                      <a:cubicBezTo>
                        <a:pt x="571" y="12859"/>
                        <a:pt x="191" y="12002"/>
                        <a:pt x="191" y="10954"/>
                      </a:cubicBezTo>
                      <a:cubicBezTo>
                        <a:pt x="191" y="10287"/>
                        <a:pt x="477" y="9239"/>
                        <a:pt x="953" y="7715"/>
                      </a:cubicBezTo>
                      <a:cubicBezTo>
                        <a:pt x="1429" y="6191"/>
                        <a:pt x="1620" y="5048"/>
                        <a:pt x="1429" y="4191"/>
                      </a:cubicBezTo>
                      <a:lnTo>
                        <a:pt x="5811" y="381"/>
                      </a:lnTo>
                      <a:lnTo>
                        <a:pt x="24765" y="0"/>
                      </a:lnTo>
                      <a:cubicBezTo>
                        <a:pt x="24765" y="0"/>
                        <a:pt x="25908" y="1143"/>
                        <a:pt x="27432" y="2381"/>
                      </a:cubicBezTo>
                      <a:cubicBezTo>
                        <a:pt x="28385" y="3334"/>
                        <a:pt x="29052" y="4286"/>
                        <a:pt x="29433" y="5429"/>
                      </a:cubicBezTo>
                      <a:cubicBezTo>
                        <a:pt x="29433" y="5048"/>
                        <a:pt x="29433" y="4763"/>
                        <a:pt x="29433" y="4477"/>
                      </a:cubicBezTo>
                      <a:cubicBezTo>
                        <a:pt x="29433" y="3524"/>
                        <a:pt x="30004" y="2762"/>
                        <a:pt x="31052" y="2191"/>
                      </a:cubicBezTo>
                      <a:cubicBezTo>
                        <a:pt x="32576" y="1429"/>
                        <a:pt x="33433" y="952"/>
                        <a:pt x="33719" y="476"/>
                      </a:cubicBezTo>
                      <a:cubicBezTo>
                        <a:pt x="34100" y="381"/>
                        <a:pt x="34671" y="667"/>
                        <a:pt x="35243" y="1333"/>
                      </a:cubicBezTo>
                      <a:cubicBezTo>
                        <a:pt x="35433" y="1333"/>
                        <a:pt x="35719" y="1238"/>
                        <a:pt x="36005" y="1238"/>
                      </a:cubicBezTo>
                      <a:cubicBezTo>
                        <a:pt x="36481" y="1238"/>
                        <a:pt x="37338" y="1619"/>
                        <a:pt x="38386" y="2191"/>
                      </a:cubicBezTo>
                      <a:cubicBezTo>
                        <a:pt x="39529" y="2858"/>
                        <a:pt x="40386" y="3143"/>
                        <a:pt x="41053" y="3048"/>
                      </a:cubicBezTo>
                      <a:lnTo>
                        <a:pt x="44672" y="3048"/>
                      </a:lnTo>
                      <a:cubicBezTo>
                        <a:pt x="44482" y="4191"/>
                        <a:pt x="44863" y="4763"/>
                        <a:pt x="45911" y="4763"/>
                      </a:cubicBezTo>
                      <a:cubicBezTo>
                        <a:pt x="45911" y="4763"/>
                        <a:pt x="46101" y="4763"/>
                        <a:pt x="46482" y="4667"/>
                      </a:cubicBezTo>
                      <a:lnTo>
                        <a:pt x="47244" y="4667"/>
                      </a:lnTo>
                      <a:cubicBezTo>
                        <a:pt x="48196" y="4667"/>
                        <a:pt x="48768" y="5048"/>
                        <a:pt x="48863" y="6001"/>
                      </a:cubicBezTo>
                      <a:lnTo>
                        <a:pt x="51435" y="6001"/>
                      </a:lnTo>
                      <a:cubicBezTo>
                        <a:pt x="53054" y="7525"/>
                        <a:pt x="54579" y="8954"/>
                        <a:pt x="56198" y="10573"/>
                      </a:cubicBezTo>
                      <a:cubicBezTo>
                        <a:pt x="58103" y="12383"/>
                        <a:pt x="59055" y="14192"/>
                        <a:pt x="59150" y="15812"/>
                      </a:cubicBezTo>
                      <a:cubicBezTo>
                        <a:pt x="60293" y="16383"/>
                        <a:pt x="60960" y="17335"/>
                        <a:pt x="61341" y="18764"/>
                      </a:cubicBezTo>
                      <a:cubicBezTo>
                        <a:pt x="61817" y="20669"/>
                        <a:pt x="62199" y="21908"/>
                        <a:pt x="62579" y="22479"/>
                      </a:cubicBezTo>
                      <a:lnTo>
                        <a:pt x="61722" y="23241"/>
                      </a:lnTo>
                      <a:close/>
                      <a:moveTo>
                        <a:pt x="9906" y="27432"/>
                      </a:moveTo>
                      <a:lnTo>
                        <a:pt x="9906" y="25051"/>
                      </a:lnTo>
                      <a:lnTo>
                        <a:pt x="9430" y="25051"/>
                      </a:lnTo>
                      <a:lnTo>
                        <a:pt x="9430" y="27432"/>
                      </a:lnTo>
                      <a:lnTo>
                        <a:pt x="9906" y="27432"/>
                      </a:lnTo>
                      <a:close/>
                      <a:moveTo>
                        <a:pt x="12859" y="13049"/>
                      </a:moveTo>
                      <a:cubicBezTo>
                        <a:pt x="12859" y="13049"/>
                        <a:pt x="12859" y="12097"/>
                        <a:pt x="13049" y="11430"/>
                      </a:cubicBezTo>
                      <a:cubicBezTo>
                        <a:pt x="13240" y="10668"/>
                        <a:pt x="13335" y="10192"/>
                        <a:pt x="13335" y="10001"/>
                      </a:cubicBezTo>
                      <a:cubicBezTo>
                        <a:pt x="13335" y="9144"/>
                        <a:pt x="12859" y="8573"/>
                        <a:pt x="12002" y="8287"/>
                      </a:cubicBezTo>
                      <a:lnTo>
                        <a:pt x="13335" y="6953"/>
                      </a:lnTo>
                      <a:cubicBezTo>
                        <a:pt x="13335" y="6953"/>
                        <a:pt x="13335" y="6668"/>
                        <a:pt x="13240" y="6572"/>
                      </a:cubicBezTo>
                      <a:cubicBezTo>
                        <a:pt x="12383" y="7239"/>
                        <a:pt x="11906" y="8001"/>
                        <a:pt x="11906" y="8763"/>
                      </a:cubicBezTo>
                      <a:cubicBezTo>
                        <a:pt x="11906" y="9144"/>
                        <a:pt x="12288" y="10096"/>
                        <a:pt x="12859" y="11525"/>
                      </a:cubicBezTo>
                      <a:cubicBezTo>
                        <a:pt x="12478" y="11525"/>
                        <a:pt x="12192" y="11906"/>
                        <a:pt x="12002" y="12287"/>
                      </a:cubicBezTo>
                      <a:cubicBezTo>
                        <a:pt x="11906" y="12764"/>
                        <a:pt x="11716" y="12954"/>
                        <a:pt x="11525" y="13145"/>
                      </a:cubicBezTo>
                      <a:lnTo>
                        <a:pt x="12764" y="13145"/>
                      </a:lnTo>
                      <a:close/>
                      <a:moveTo>
                        <a:pt x="17336" y="10573"/>
                      </a:moveTo>
                      <a:lnTo>
                        <a:pt x="19050" y="11811"/>
                      </a:lnTo>
                      <a:lnTo>
                        <a:pt x="19050" y="11811"/>
                      </a:lnTo>
                      <a:lnTo>
                        <a:pt x="18193" y="12764"/>
                      </a:lnTo>
                      <a:lnTo>
                        <a:pt x="19050" y="12764"/>
                      </a:lnTo>
                      <a:lnTo>
                        <a:pt x="19050" y="6858"/>
                      </a:lnTo>
                      <a:cubicBezTo>
                        <a:pt x="19050" y="6858"/>
                        <a:pt x="18479" y="7334"/>
                        <a:pt x="18002" y="7715"/>
                      </a:cubicBezTo>
                      <a:cubicBezTo>
                        <a:pt x="18002" y="7525"/>
                        <a:pt x="17812" y="7334"/>
                        <a:pt x="17431" y="7334"/>
                      </a:cubicBezTo>
                      <a:cubicBezTo>
                        <a:pt x="17622" y="7620"/>
                        <a:pt x="17812" y="7715"/>
                        <a:pt x="18002" y="7715"/>
                      </a:cubicBezTo>
                      <a:cubicBezTo>
                        <a:pt x="18193" y="8001"/>
                        <a:pt x="18002" y="8477"/>
                        <a:pt x="17812" y="9144"/>
                      </a:cubicBezTo>
                      <a:cubicBezTo>
                        <a:pt x="17812" y="9144"/>
                        <a:pt x="17812" y="8954"/>
                        <a:pt x="17812" y="8954"/>
                      </a:cubicBezTo>
                      <a:cubicBezTo>
                        <a:pt x="18098" y="8954"/>
                        <a:pt x="18383" y="9144"/>
                        <a:pt x="18574" y="9525"/>
                      </a:cubicBezTo>
                      <a:lnTo>
                        <a:pt x="17336" y="10668"/>
                      </a:lnTo>
                      <a:close/>
                      <a:moveTo>
                        <a:pt x="44482" y="28670"/>
                      </a:moveTo>
                      <a:cubicBezTo>
                        <a:pt x="44482" y="28670"/>
                        <a:pt x="44672" y="28004"/>
                        <a:pt x="44672" y="27813"/>
                      </a:cubicBezTo>
                      <a:cubicBezTo>
                        <a:pt x="44672" y="27337"/>
                        <a:pt x="44291" y="26860"/>
                        <a:pt x="43720" y="26289"/>
                      </a:cubicBezTo>
                      <a:cubicBezTo>
                        <a:pt x="43053" y="25813"/>
                        <a:pt x="42672" y="25432"/>
                        <a:pt x="42577" y="25146"/>
                      </a:cubicBezTo>
                      <a:cubicBezTo>
                        <a:pt x="42863" y="24765"/>
                        <a:pt x="42958" y="24289"/>
                        <a:pt x="42958" y="24003"/>
                      </a:cubicBezTo>
                      <a:cubicBezTo>
                        <a:pt x="42958" y="23431"/>
                        <a:pt x="42386" y="22860"/>
                        <a:pt x="41434" y="22193"/>
                      </a:cubicBezTo>
                      <a:cubicBezTo>
                        <a:pt x="40386" y="21527"/>
                        <a:pt x="39814" y="21050"/>
                        <a:pt x="39720" y="20669"/>
                      </a:cubicBezTo>
                      <a:cubicBezTo>
                        <a:pt x="39338" y="20288"/>
                        <a:pt x="38862" y="20098"/>
                        <a:pt x="38386" y="20098"/>
                      </a:cubicBezTo>
                      <a:cubicBezTo>
                        <a:pt x="38195" y="20098"/>
                        <a:pt x="37815" y="20098"/>
                        <a:pt x="37433" y="20288"/>
                      </a:cubicBezTo>
                      <a:cubicBezTo>
                        <a:pt x="36957" y="20383"/>
                        <a:pt x="36576" y="20479"/>
                        <a:pt x="36386" y="20479"/>
                      </a:cubicBezTo>
                      <a:cubicBezTo>
                        <a:pt x="35719" y="20479"/>
                        <a:pt x="35338" y="20098"/>
                        <a:pt x="35147" y="19336"/>
                      </a:cubicBezTo>
                      <a:lnTo>
                        <a:pt x="36005" y="18669"/>
                      </a:lnTo>
                      <a:cubicBezTo>
                        <a:pt x="34576" y="18574"/>
                        <a:pt x="33719" y="19050"/>
                        <a:pt x="33624" y="20288"/>
                      </a:cubicBezTo>
                      <a:cubicBezTo>
                        <a:pt x="33433" y="22003"/>
                        <a:pt x="33147" y="23146"/>
                        <a:pt x="32671" y="23527"/>
                      </a:cubicBezTo>
                      <a:cubicBezTo>
                        <a:pt x="32290" y="22193"/>
                        <a:pt x="31909" y="20765"/>
                        <a:pt x="31433" y="19431"/>
                      </a:cubicBezTo>
                      <a:cubicBezTo>
                        <a:pt x="30956" y="18002"/>
                        <a:pt x="30004" y="16954"/>
                        <a:pt x="28480" y="16097"/>
                      </a:cubicBezTo>
                      <a:cubicBezTo>
                        <a:pt x="28290" y="17526"/>
                        <a:pt x="27337" y="18288"/>
                        <a:pt x="25908" y="18288"/>
                      </a:cubicBezTo>
                      <a:cubicBezTo>
                        <a:pt x="25622" y="18288"/>
                        <a:pt x="24955" y="18288"/>
                        <a:pt x="24194" y="18193"/>
                      </a:cubicBezTo>
                      <a:cubicBezTo>
                        <a:pt x="23432" y="18193"/>
                        <a:pt x="22860" y="18098"/>
                        <a:pt x="22384" y="18098"/>
                      </a:cubicBezTo>
                      <a:cubicBezTo>
                        <a:pt x="21908" y="18098"/>
                        <a:pt x="21527" y="18098"/>
                        <a:pt x="21241" y="18193"/>
                      </a:cubicBezTo>
                      <a:cubicBezTo>
                        <a:pt x="19145" y="19431"/>
                        <a:pt x="18098" y="21717"/>
                        <a:pt x="18098" y="24860"/>
                      </a:cubicBezTo>
                      <a:cubicBezTo>
                        <a:pt x="18098" y="25432"/>
                        <a:pt x="18098" y="26384"/>
                        <a:pt x="18098" y="27718"/>
                      </a:cubicBezTo>
                      <a:cubicBezTo>
                        <a:pt x="18098" y="29051"/>
                        <a:pt x="18098" y="30099"/>
                        <a:pt x="18098" y="30671"/>
                      </a:cubicBezTo>
                      <a:cubicBezTo>
                        <a:pt x="18098" y="32099"/>
                        <a:pt x="18002" y="33338"/>
                        <a:pt x="17717" y="34385"/>
                      </a:cubicBezTo>
                      <a:cubicBezTo>
                        <a:pt x="17717" y="35243"/>
                        <a:pt x="18479" y="35623"/>
                        <a:pt x="19621" y="35528"/>
                      </a:cubicBezTo>
                      <a:cubicBezTo>
                        <a:pt x="20860" y="35528"/>
                        <a:pt x="21622" y="35909"/>
                        <a:pt x="21908" y="36862"/>
                      </a:cubicBezTo>
                      <a:cubicBezTo>
                        <a:pt x="22384" y="37148"/>
                        <a:pt x="23622" y="37243"/>
                        <a:pt x="25337" y="37243"/>
                      </a:cubicBezTo>
                      <a:cubicBezTo>
                        <a:pt x="26765" y="37243"/>
                        <a:pt x="27813" y="37719"/>
                        <a:pt x="28385" y="38576"/>
                      </a:cubicBezTo>
                      <a:cubicBezTo>
                        <a:pt x="28861" y="37624"/>
                        <a:pt x="29623" y="37052"/>
                        <a:pt x="30575" y="36862"/>
                      </a:cubicBezTo>
                      <a:lnTo>
                        <a:pt x="33242" y="36862"/>
                      </a:lnTo>
                      <a:cubicBezTo>
                        <a:pt x="34004" y="36767"/>
                        <a:pt x="34576" y="36385"/>
                        <a:pt x="34957" y="35719"/>
                      </a:cubicBezTo>
                      <a:cubicBezTo>
                        <a:pt x="37529" y="36004"/>
                        <a:pt x="40481" y="34385"/>
                        <a:pt x="43815" y="30956"/>
                      </a:cubicBezTo>
                      <a:lnTo>
                        <a:pt x="42101" y="30290"/>
                      </a:lnTo>
                      <a:lnTo>
                        <a:pt x="44482" y="28861"/>
                      </a:lnTo>
                      <a:close/>
                      <a:moveTo>
                        <a:pt x="42577" y="11906"/>
                      </a:moveTo>
                      <a:cubicBezTo>
                        <a:pt x="42577" y="11906"/>
                        <a:pt x="42291" y="11525"/>
                        <a:pt x="42006" y="11525"/>
                      </a:cubicBezTo>
                      <a:cubicBezTo>
                        <a:pt x="41339" y="11525"/>
                        <a:pt x="41053" y="11811"/>
                        <a:pt x="41053" y="12287"/>
                      </a:cubicBezTo>
                      <a:cubicBezTo>
                        <a:pt x="41053" y="12287"/>
                        <a:pt x="41053" y="12383"/>
                        <a:pt x="41243" y="12383"/>
                      </a:cubicBezTo>
                      <a:lnTo>
                        <a:pt x="42577" y="11906"/>
                      </a:lnTo>
                      <a:close/>
                      <a:moveTo>
                        <a:pt x="47054" y="6858"/>
                      </a:moveTo>
                      <a:lnTo>
                        <a:pt x="47054" y="6287"/>
                      </a:lnTo>
                      <a:cubicBezTo>
                        <a:pt x="47054" y="6287"/>
                        <a:pt x="45911" y="6572"/>
                        <a:pt x="44482" y="6572"/>
                      </a:cubicBezTo>
                      <a:lnTo>
                        <a:pt x="47054" y="6858"/>
                      </a:lnTo>
                      <a:close/>
                      <a:moveTo>
                        <a:pt x="44482" y="25146"/>
                      </a:moveTo>
                      <a:lnTo>
                        <a:pt x="46197" y="25146"/>
                      </a:lnTo>
                      <a:cubicBezTo>
                        <a:pt x="45434" y="24479"/>
                        <a:pt x="44863" y="24194"/>
                        <a:pt x="44482" y="24289"/>
                      </a:cubicBezTo>
                      <a:lnTo>
                        <a:pt x="44482" y="25146"/>
                      </a:lnTo>
                      <a:close/>
                      <a:moveTo>
                        <a:pt x="47911" y="30385"/>
                      </a:moveTo>
                      <a:lnTo>
                        <a:pt x="49054" y="29242"/>
                      </a:lnTo>
                      <a:lnTo>
                        <a:pt x="48578" y="29242"/>
                      </a:lnTo>
                      <a:lnTo>
                        <a:pt x="47911" y="30385"/>
                      </a:lnTo>
                      <a:close/>
                      <a:moveTo>
                        <a:pt x="51245" y="30575"/>
                      </a:moveTo>
                      <a:cubicBezTo>
                        <a:pt x="51245" y="30575"/>
                        <a:pt x="50864" y="30099"/>
                        <a:pt x="50864" y="29623"/>
                      </a:cubicBezTo>
                      <a:cubicBezTo>
                        <a:pt x="50864" y="28385"/>
                        <a:pt x="51435" y="27432"/>
                        <a:pt x="52483" y="26860"/>
                      </a:cubicBezTo>
                      <a:cubicBezTo>
                        <a:pt x="52292" y="26670"/>
                        <a:pt x="52007" y="26479"/>
                        <a:pt x="51721" y="26479"/>
                      </a:cubicBezTo>
                      <a:cubicBezTo>
                        <a:pt x="51626" y="26479"/>
                        <a:pt x="50768" y="26956"/>
                        <a:pt x="49149" y="28004"/>
                      </a:cubicBezTo>
                      <a:cubicBezTo>
                        <a:pt x="50197" y="28289"/>
                        <a:pt x="50768" y="28766"/>
                        <a:pt x="50768" y="29527"/>
                      </a:cubicBezTo>
                      <a:cubicBezTo>
                        <a:pt x="50768" y="29813"/>
                        <a:pt x="50578" y="30194"/>
                        <a:pt x="50388" y="30766"/>
                      </a:cubicBezTo>
                      <a:cubicBezTo>
                        <a:pt x="50102" y="31337"/>
                        <a:pt x="50006" y="31718"/>
                        <a:pt x="50006" y="31909"/>
                      </a:cubicBezTo>
                      <a:cubicBezTo>
                        <a:pt x="50006" y="32385"/>
                        <a:pt x="50578" y="32575"/>
                        <a:pt x="51626" y="32480"/>
                      </a:cubicBezTo>
                      <a:cubicBezTo>
                        <a:pt x="51626" y="31433"/>
                        <a:pt x="51531" y="30861"/>
                        <a:pt x="51245" y="30671"/>
                      </a:cubicBezTo>
                      <a:close/>
                      <a:moveTo>
                        <a:pt x="54483" y="35719"/>
                      </a:moveTo>
                      <a:lnTo>
                        <a:pt x="54864" y="35433"/>
                      </a:lnTo>
                      <a:lnTo>
                        <a:pt x="54197" y="34576"/>
                      </a:lnTo>
                      <a:lnTo>
                        <a:pt x="54483" y="35814"/>
                      </a:lnTo>
                      <a:close/>
                      <a:moveTo>
                        <a:pt x="56483" y="28289"/>
                      </a:moveTo>
                      <a:lnTo>
                        <a:pt x="57721" y="29146"/>
                      </a:lnTo>
                      <a:cubicBezTo>
                        <a:pt x="57436" y="28670"/>
                        <a:pt x="57341" y="28385"/>
                        <a:pt x="57436" y="28289"/>
                      </a:cubicBezTo>
                      <a:lnTo>
                        <a:pt x="56579" y="28289"/>
                      </a:lnTo>
                      <a:close/>
                      <a:moveTo>
                        <a:pt x="56769" y="15050"/>
                      </a:moveTo>
                      <a:lnTo>
                        <a:pt x="56769" y="15907"/>
                      </a:lnTo>
                      <a:lnTo>
                        <a:pt x="57627" y="15050"/>
                      </a:lnTo>
                      <a:lnTo>
                        <a:pt x="56769" y="15050"/>
                      </a:lnTo>
                      <a:close/>
                      <a:moveTo>
                        <a:pt x="57627" y="24575"/>
                      </a:moveTo>
                      <a:lnTo>
                        <a:pt x="59627" y="22574"/>
                      </a:lnTo>
                      <a:lnTo>
                        <a:pt x="58484" y="22574"/>
                      </a:lnTo>
                      <a:lnTo>
                        <a:pt x="57627" y="24575"/>
                      </a:lnTo>
                      <a:close/>
                      <a:moveTo>
                        <a:pt x="58484" y="34100"/>
                      </a:moveTo>
                      <a:lnTo>
                        <a:pt x="59627" y="33623"/>
                      </a:lnTo>
                      <a:cubicBezTo>
                        <a:pt x="59627" y="33623"/>
                        <a:pt x="59150" y="33147"/>
                        <a:pt x="58484" y="33147"/>
                      </a:cubicBezTo>
                      <a:lnTo>
                        <a:pt x="58484" y="34004"/>
                      </a:lnTo>
                      <a:close/>
                      <a:moveTo>
                        <a:pt x="60960" y="13811"/>
                      </a:moveTo>
                      <a:cubicBezTo>
                        <a:pt x="60960" y="13811"/>
                        <a:pt x="61532" y="13906"/>
                        <a:pt x="61913" y="14383"/>
                      </a:cubicBezTo>
                      <a:lnTo>
                        <a:pt x="60960" y="13811"/>
                      </a:lnTo>
                      <a:close/>
                      <a:moveTo>
                        <a:pt x="62579" y="14764"/>
                      </a:moveTo>
                      <a:cubicBezTo>
                        <a:pt x="62579" y="14764"/>
                        <a:pt x="62199" y="14669"/>
                        <a:pt x="61913" y="14383"/>
                      </a:cubicBezTo>
                      <a:lnTo>
                        <a:pt x="62579" y="14764"/>
                      </a:lnTo>
                      <a:close/>
                      <a:moveTo>
                        <a:pt x="63055" y="14954"/>
                      </a:moveTo>
                      <a:lnTo>
                        <a:pt x="62579" y="14764"/>
                      </a:lnTo>
                      <a:cubicBezTo>
                        <a:pt x="62579" y="14764"/>
                        <a:pt x="63055" y="14764"/>
                        <a:pt x="63055" y="14764"/>
                      </a:cubicBezTo>
                      <a:lnTo>
                        <a:pt x="63055" y="15050"/>
                      </a:lnTo>
                      <a:close/>
                      <a:moveTo>
                        <a:pt x="64484" y="9906"/>
                      </a:moveTo>
                      <a:cubicBezTo>
                        <a:pt x="64484" y="9906"/>
                        <a:pt x="64104" y="9811"/>
                        <a:pt x="63627" y="9716"/>
                      </a:cubicBezTo>
                      <a:cubicBezTo>
                        <a:pt x="63151" y="9716"/>
                        <a:pt x="63055" y="9620"/>
                        <a:pt x="63055" y="9430"/>
                      </a:cubicBezTo>
                      <a:cubicBezTo>
                        <a:pt x="63055" y="9239"/>
                        <a:pt x="63151" y="8954"/>
                        <a:pt x="63437" y="8668"/>
                      </a:cubicBezTo>
                      <a:lnTo>
                        <a:pt x="64484" y="9811"/>
                      </a:lnTo>
                      <a:close/>
                      <a:moveTo>
                        <a:pt x="64675" y="25813"/>
                      </a:moveTo>
                      <a:lnTo>
                        <a:pt x="63437" y="24956"/>
                      </a:lnTo>
                      <a:lnTo>
                        <a:pt x="64675" y="24956"/>
                      </a:lnTo>
                      <a:lnTo>
                        <a:pt x="64675" y="25813"/>
                      </a:lnTo>
                      <a:close/>
                      <a:moveTo>
                        <a:pt x="64484" y="9906"/>
                      </a:moveTo>
                      <a:lnTo>
                        <a:pt x="64675" y="10096"/>
                      </a:lnTo>
                      <a:lnTo>
                        <a:pt x="64484" y="9906"/>
                      </a:lnTo>
                      <a:close/>
                      <a:moveTo>
                        <a:pt x="65532" y="18764"/>
                      </a:moveTo>
                      <a:lnTo>
                        <a:pt x="65913" y="17621"/>
                      </a:lnTo>
                      <a:lnTo>
                        <a:pt x="68485" y="18479"/>
                      </a:lnTo>
                      <a:cubicBezTo>
                        <a:pt x="67818" y="18479"/>
                        <a:pt x="67342" y="18955"/>
                        <a:pt x="66961" y="19812"/>
                      </a:cubicBezTo>
                      <a:cubicBezTo>
                        <a:pt x="66770" y="19812"/>
                        <a:pt x="66390" y="19431"/>
                        <a:pt x="65532" y="18860"/>
                      </a:cubicBezTo>
                      <a:close/>
                      <a:moveTo>
                        <a:pt x="68485" y="7525"/>
                      </a:moveTo>
                      <a:cubicBezTo>
                        <a:pt x="68485" y="7525"/>
                        <a:pt x="68104" y="8096"/>
                        <a:pt x="67628" y="8096"/>
                      </a:cubicBezTo>
                      <a:lnTo>
                        <a:pt x="66390" y="8096"/>
                      </a:lnTo>
                      <a:lnTo>
                        <a:pt x="66770" y="7239"/>
                      </a:lnTo>
                      <a:cubicBezTo>
                        <a:pt x="66770" y="7239"/>
                        <a:pt x="67628" y="7620"/>
                        <a:pt x="68485" y="7620"/>
                      </a:cubicBezTo>
                      <a:close/>
                      <a:moveTo>
                        <a:pt x="67913" y="10763"/>
                      </a:moveTo>
                      <a:lnTo>
                        <a:pt x="67913" y="10096"/>
                      </a:lnTo>
                      <a:cubicBezTo>
                        <a:pt x="69533" y="10382"/>
                        <a:pt x="70581" y="10477"/>
                        <a:pt x="71247" y="10382"/>
                      </a:cubicBezTo>
                      <a:lnTo>
                        <a:pt x="71247" y="11240"/>
                      </a:lnTo>
                      <a:lnTo>
                        <a:pt x="67913" y="10668"/>
                      </a:lnTo>
                      <a:close/>
                      <a:moveTo>
                        <a:pt x="71628" y="27051"/>
                      </a:moveTo>
                      <a:lnTo>
                        <a:pt x="70771" y="27051"/>
                      </a:lnTo>
                      <a:lnTo>
                        <a:pt x="71438" y="26003"/>
                      </a:lnTo>
                      <a:cubicBezTo>
                        <a:pt x="71438" y="26003"/>
                        <a:pt x="71628" y="26479"/>
                        <a:pt x="71628" y="27051"/>
                      </a:cubicBezTo>
                      <a:close/>
                      <a:moveTo>
                        <a:pt x="71247" y="25908"/>
                      </a:moveTo>
                      <a:cubicBezTo>
                        <a:pt x="71247" y="25908"/>
                        <a:pt x="71438" y="25622"/>
                        <a:pt x="71628" y="25337"/>
                      </a:cubicBezTo>
                      <a:lnTo>
                        <a:pt x="71438" y="26003"/>
                      </a:lnTo>
                      <a:cubicBezTo>
                        <a:pt x="71438" y="26003"/>
                        <a:pt x="71342" y="25908"/>
                        <a:pt x="71247" y="25908"/>
                      </a:cubicBezTo>
                      <a:close/>
                      <a:moveTo>
                        <a:pt x="71628" y="25337"/>
                      </a:moveTo>
                      <a:lnTo>
                        <a:pt x="72009" y="24575"/>
                      </a:lnTo>
                      <a:cubicBezTo>
                        <a:pt x="72009" y="24575"/>
                        <a:pt x="72009" y="25051"/>
                        <a:pt x="71628" y="25337"/>
                      </a:cubicBezTo>
                      <a:close/>
                      <a:moveTo>
                        <a:pt x="73247" y="2667"/>
                      </a:moveTo>
                      <a:lnTo>
                        <a:pt x="74009" y="3524"/>
                      </a:lnTo>
                      <a:lnTo>
                        <a:pt x="72486" y="3524"/>
                      </a:lnTo>
                      <a:lnTo>
                        <a:pt x="73247" y="2667"/>
                      </a:lnTo>
                      <a:close/>
                      <a:moveTo>
                        <a:pt x="73723" y="14383"/>
                      </a:moveTo>
                      <a:lnTo>
                        <a:pt x="75819" y="16478"/>
                      </a:lnTo>
                      <a:cubicBezTo>
                        <a:pt x="74295" y="16002"/>
                        <a:pt x="73438" y="15621"/>
                        <a:pt x="73438" y="15240"/>
                      </a:cubicBezTo>
                      <a:cubicBezTo>
                        <a:pt x="73438" y="15050"/>
                        <a:pt x="73438" y="14764"/>
                        <a:pt x="73723" y="14383"/>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 name="Google Shape;1278;p99"/>
                <p:cNvSpPr/>
                <p:nvPr/>
              </p:nvSpPr>
              <p:spPr>
                <a:xfrm>
                  <a:off x="8668607" y="1693068"/>
                  <a:ext cx="19240" cy="87153"/>
                </a:xfrm>
                <a:custGeom>
                  <a:avLst/>
                  <a:gdLst/>
                  <a:ahLst/>
                  <a:cxnLst/>
                  <a:rect l="l" t="t" r="r" b="b"/>
                  <a:pathLst>
                    <a:path w="19240" h="87153" extrusionOk="0">
                      <a:moveTo>
                        <a:pt x="17906" y="75629"/>
                      </a:moveTo>
                      <a:cubicBezTo>
                        <a:pt x="17906" y="77724"/>
                        <a:pt x="17906" y="79058"/>
                        <a:pt x="17526" y="79534"/>
                      </a:cubicBezTo>
                      <a:cubicBezTo>
                        <a:pt x="18288" y="82487"/>
                        <a:pt x="18097" y="84677"/>
                        <a:pt x="17145" y="86106"/>
                      </a:cubicBezTo>
                      <a:cubicBezTo>
                        <a:pt x="16573" y="86487"/>
                        <a:pt x="15621" y="86677"/>
                        <a:pt x="14668" y="86677"/>
                      </a:cubicBezTo>
                      <a:lnTo>
                        <a:pt x="11620" y="86677"/>
                      </a:lnTo>
                      <a:cubicBezTo>
                        <a:pt x="11620" y="85630"/>
                        <a:pt x="11430" y="85058"/>
                        <a:pt x="11239" y="84963"/>
                      </a:cubicBezTo>
                      <a:cubicBezTo>
                        <a:pt x="11239" y="86392"/>
                        <a:pt x="10668" y="87154"/>
                        <a:pt x="9620" y="87154"/>
                      </a:cubicBezTo>
                      <a:cubicBezTo>
                        <a:pt x="9239" y="87154"/>
                        <a:pt x="8667" y="87058"/>
                        <a:pt x="7810" y="86773"/>
                      </a:cubicBezTo>
                      <a:cubicBezTo>
                        <a:pt x="6953" y="86582"/>
                        <a:pt x="6382" y="86487"/>
                        <a:pt x="5905" y="86487"/>
                      </a:cubicBezTo>
                      <a:cubicBezTo>
                        <a:pt x="5524" y="86487"/>
                        <a:pt x="5143" y="86487"/>
                        <a:pt x="4953" y="86677"/>
                      </a:cubicBezTo>
                      <a:cubicBezTo>
                        <a:pt x="4667" y="86392"/>
                        <a:pt x="4381" y="86296"/>
                        <a:pt x="4096" y="86296"/>
                      </a:cubicBezTo>
                      <a:cubicBezTo>
                        <a:pt x="3810" y="86296"/>
                        <a:pt x="3619" y="86296"/>
                        <a:pt x="3238" y="86487"/>
                      </a:cubicBezTo>
                      <a:cubicBezTo>
                        <a:pt x="2857" y="86582"/>
                        <a:pt x="2667" y="86677"/>
                        <a:pt x="2571" y="86677"/>
                      </a:cubicBezTo>
                      <a:cubicBezTo>
                        <a:pt x="2191" y="86677"/>
                        <a:pt x="1905" y="86487"/>
                        <a:pt x="1619" y="86201"/>
                      </a:cubicBezTo>
                      <a:cubicBezTo>
                        <a:pt x="857" y="82867"/>
                        <a:pt x="571" y="79248"/>
                        <a:pt x="571" y="75438"/>
                      </a:cubicBezTo>
                      <a:cubicBezTo>
                        <a:pt x="571" y="72390"/>
                        <a:pt x="952" y="67532"/>
                        <a:pt x="1619" y="60865"/>
                      </a:cubicBezTo>
                      <a:cubicBezTo>
                        <a:pt x="762" y="55817"/>
                        <a:pt x="571" y="47625"/>
                        <a:pt x="1048" y="36195"/>
                      </a:cubicBezTo>
                      <a:cubicBezTo>
                        <a:pt x="285" y="35528"/>
                        <a:pt x="0" y="34957"/>
                        <a:pt x="0" y="34481"/>
                      </a:cubicBezTo>
                      <a:cubicBezTo>
                        <a:pt x="0" y="34290"/>
                        <a:pt x="95" y="34004"/>
                        <a:pt x="476" y="33528"/>
                      </a:cubicBezTo>
                      <a:cubicBezTo>
                        <a:pt x="857" y="33147"/>
                        <a:pt x="952" y="32766"/>
                        <a:pt x="952" y="32385"/>
                      </a:cubicBezTo>
                      <a:cubicBezTo>
                        <a:pt x="952" y="31909"/>
                        <a:pt x="762" y="31433"/>
                        <a:pt x="381" y="30766"/>
                      </a:cubicBezTo>
                      <a:cubicBezTo>
                        <a:pt x="762" y="30290"/>
                        <a:pt x="762" y="28956"/>
                        <a:pt x="381" y="26765"/>
                      </a:cubicBezTo>
                      <a:cubicBezTo>
                        <a:pt x="0" y="24956"/>
                        <a:pt x="571" y="23813"/>
                        <a:pt x="2000" y="23527"/>
                      </a:cubicBezTo>
                      <a:lnTo>
                        <a:pt x="381" y="20860"/>
                      </a:lnTo>
                      <a:cubicBezTo>
                        <a:pt x="952" y="20479"/>
                        <a:pt x="1238" y="19907"/>
                        <a:pt x="1238" y="19050"/>
                      </a:cubicBezTo>
                      <a:cubicBezTo>
                        <a:pt x="1238" y="18479"/>
                        <a:pt x="1048" y="17431"/>
                        <a:pt x="762" y="16002"/>
                      </a:cubicBezTo>
                      <a:cubicBezTo>
                        <a:pt x="381" y="14573"/>
                        <a:pt x="190" y="13525"/>
                        <a:pt x="190" y="12763"/>
                      </a:cubicBezTo>
                      <a:cubicBezTo>
                        <a:pt x="190" y="11716"/>
                        <a:pt x="476" y="10954"/>
                        <a:pt x="1048" y="10287"/>
                      </a:cubicBezTo>
                      <a:cubicBezTo>
                        <a:pt x="762" y="7906"/>
                        <a:pt x="762" y="6477"/>
                        <a:pt x="762" y="6096"/>
                      </a:cubicBezTo>
                      <a:cubicBezTo>
                        <a:pt x="762" y="3334"/>
                        <a:pt x="1810" y="1524"/>
                        <a:pt x="3810" y="762"/>
                      </a:cubicBezTo>
                      <a:lnTo>
                        <a:pt x="5715" y="762"/>
                      </a:lnTo>
                      <a:cubicBezTo>
                        <a:pt x="6477" y="762"/>
                        <a:pt x="7620" y="571"/>
                        <a:pt x="9144" y="381"/>
                      </a:cubicBezTo>
                      <a:cubicBezTo>
                        <a:pt x="10763" y="95"/>
                        <a:pt x="11906" y="0"/>
                        <a:pt x="12763" y="0"/>
                      </a:cubicBezTo>
                      <a:cubicBezTo>
                        <a:pt x="14954" y="0"/>
                        <a:pt x="16573" y="857"/>
                        <a:pt x="17526" y="2667"/>
                      </a:cubicBezTo>
                      <a:cubicBezTo>
                        <a:pt x="17716" y="8954"/>
                        <a:pt x="17716" y="18479"/>
                        <a:pt x="17526" y="31052"/>
                      </a:cubicBezTo>
                      <a:cubicBezTo>
                        <a:pt x="17526" y="31052"/>
                        <a:pt x="17145" y="31052"/>
                        <a:pt x="16573" y="31337"/>
                      </a:cubicBezTo>
                      <a:cubicBezTo>
                        <a:pt x="16478" y="31813"/>
                        <a:pt x="16669" y="32290"/>
                        <a:pt x="17335" y="32766"/>
                      </a:cubicBezTo>
                      <a:cubicBezTo>
                        <a:pt x="18097" y="33147"/>
                        <a:pt x="18383" y="33528"/>
                        <a:pt x="18383" y="33719"/>
                      </a:cubicBezTo>
                      <a:cubicBezTo>
                        <a:pt x="18383" y="34004"/>
                        <a:pt x="18097" y="34290"/>
                        <a:pt x="17526" y="34671"/>
                      </a:cubicBezTo>
                      <a:lnTo>
                        <a:pt x="16573" y="35528"/>
                      </a:lnTo>
                      <a:cubicBezTo>
                        <a:pt x="17430" y="36671"/>
                        <a:pt x="17906" y="38005"/>
                        <a:pt x="17906" y="39624"/>
                      </a:cubicBezTo>
                      <a:cubicBezTo>
                        <a:pt x="17906" y="40291"/>
                        <a:pt x="17812" y="41434"/>
                        <a:pt x="17526" y="42958"/>
                      </a:cubicBezTo>
                      <a:cubicBezTo>
                        <a:pt x="17240" y="44482"/>
                        <a:pt x="17145" y="45625"/>
                        <a:pt x="17145" y="46482"/>
                      </a:cubicBezTo>
                      <a:cubicBezTo>
                        <a:pt x="17145" y="47530"/>
                        <a:pt x="17240" y="48387"/>
                        <a:pt x="17526" y="49244"/>
                      </a:cubicBezTo>
                      <a:cubicBezTo>
                        <a:pt x="17716" y="54483"/>
                        <a:pt x="17526" y="62008"/>
                        <a:pt x="17145" y="71914"/>
                      </a:cubicBezTo>
                      <a:cubicBezTo>
                        <a:pt x="17240" y="72200"/>
                        <a:pt x="17621" y="72295"/>
                        <a:pt x="18097" y="72200"/>
                      </a:cubicBezTo>
                      <a:lnTo>
                        <a:pt x="19240" y="72200"/>
                      </a:lnTo>
                      <a:cubicBezTo>
                        <a:pt x="18288" y="72676"/>
                        <a:pt x="17812" y="73819"/>
                        <a:pt x="17812" y="75533"/>
                      </a:cubicBezTo>
                      <a:close/>
                      <a:moveTo>
                        <a:pt x="3810" y="21527"/>
                      </a:moveTo>
                      <a:cubicBezTo>
                        <a:pt x="3810" y="21527"/>
                        <a:pt x="3429" y="21717"/>
                        <a:pt x="3429" y="21812"/>
                      </a:cubicBezTo>
                      <a:cubicBezTo>
                        <a:pt x="3429" y="22098"/>
                        <a:pt x="3619" y="22384"/>
                        <a:pt x="4000" y="22574"/>
                      </a:cubicBezTo>
                      <a:cubicBezTo>
                        <a:pt x="4381" y="22765"/>
                        <a:pt x="4667" y="22765"/>
                        <a:pt x="5048" y="22669"/>
                      </a:cubicBezTo>
                      <a:cubicBezTo>
                        <a:pt x="4667" y="22193"/>
                        <a:pt x="4191" y="21812"/>
                        <a:pt x="3905" y="21527"/>
                      </a:cubicBezTo>
                      <a:close/>
                      <a:moveTo>
                        <a:pt x="4096" y="19717"/>
                      </a:moveTo>
                      <a:lnTo>
                        <a:pt x="5239" y="18002"/>
                      </a:lnTo>
                      <a:lnTo>
                        <a:pt x="3714" y="18574"/>
                      </a:lnTo>
                      <a:cubicBezTo>
                        <a:pt x="3714" y="18574"/>
                        <a:pt x="4000" y="19050"/>
                        <a:pt x="4000" y="19717"/>
                      </a:cubicBezTo>
                      <a:close/>
                      <a:moveTo>
                        <a:pt x="3810" y="77438"/>
                      </a:moveTo>
                      <a:lnTo>
                        <a:pt x="5334" y="77438"/>
                      </a:lnTo>
                      <a:cubicBezTo>
                        <a:pt x="5334" y="77438"/>
                        <a:pt x="5048" y="76867"/>
                        <a:pt x="4572" y="76867"/>
                      </a:cubicBezTo>
                      <a:cubicBezTo>
                        <a:pt x="4096" y="76867"/>
                        <a:pt x="3905" y="77057"/>
                        <a:pt x="3810" y="77438"/>
                      </a:cubicBezTo>
                      <a:close/>
                      <a:moveTo>
                        <a:pt x="16383" y="34100"/>
                      </a:moveTo>
                      <a:cubicBezTo>
                        <a:pt x="16002" y="34671"/>
                        <a:pt x="16097" y="35052"/>
                        <a:pt x="16573" y="35242"/>
                      </a:cubicBezTo>
                      <a:cubicBezTo>
                        <a:pt x="17240" y="34766"/>
                        <a:pt x="17526" y="34290"/>
                        <a:pt x="17526" y="33909"/>
                      </a:cubicBezTo>
                      <a:cubicBezTo>
                        <a:pt x="17526" y="33623"/>
                        <a:pt x="17145" y="33242"/>
                        <a:pt x="16287" y="32671"/>
                      </a:cubicBezTo>
                      <a:cubicBezTo>
                        <a:pt x="15430" y="32194"/>
                        <a:pt x="15049" y="31623"/>
                        <a:pt x="15144" y="31147"/>
                      </a:cubicBezTo>
                      <a:lnTo>
                        <a:pt x="14573" y="31433"/>
                      </a:lnTo>
                      <a:lnTo>
                        <a:pt x="15430" y="32290"/>
                      </a:lnTo>
                      <a:lnTo>
                        <a:pt x="14573" y="33147"/>
                      </a:lnTo>
                      <a:cubicBezTo>
                        <a:pt x="14573" y="33147"/>
                        <a:pt x="14097" y="32480"/>
                        <a:pt x="13716" y="31813"/>
                      </a:cubicBezTo>
                      <a:cubicBezTo>
                        <a:pt x="13430" y="31147"/>
                        <a:pt x="13049" y="30861"/>
                        <a:pt x="12478" y="30861"/>
                      </a:cubicBezTo>
                      <a:cubicBezTo>
                        <a:pt x="12287" y="30861"/>
                        <a:pt x="11906" y="30861"/>
                        <a:pt x="11525" y="31052"/>
                      </a:cubicBezTo>
                      <a:lnTo>
                        <a:pt x="12859" y="32575"/>
                      </a:lnTo>
                      <a:cubicBezTo>
                        <a:pt x="12478" y="33052"/>
                        <a:pt x="11906" y="33433"/>
                        <a:pt x="11049" y="33623"/>
                      </a:cubicBezTo>
                      <a:cubicBezTo>
                        <a:pt x="9906" y="34004"/>
                        <a:pt x="9239" y="34195"/>
                        <a:pt x="9144" y="34290"/>
                      </a:cubicBezTo>
                      <a:cubicBezTo>
                        <a:pt x="12001" y="35147"/>
                        <a:pt x="13716" y="34766"/>
                        <a:pt x="14192" y="33147"/>
                      </a:cubicBezTo>
                      <a:cubicBezTo>
                        <a:pt x="14573" y="34004"/>
                        <a:pt x="14954" y="34385"/>
                        <a:pt x="15049" y="34290"/>
                      </a:cubicBezTo>
                      <a:cubicBezTo>
                        <a:pt x="15049" y="34004"/>
                        <a:pt x="15240" y="33623"/>
                        <a:pt x="15716" y="33147"/>
                      </a:cubicBezTo>
                      <a:cubicBezTo>
                        <a:pt x="16573" y="33147"/>
                        <a:pt x="16764" y="33433"/>
                        <a:pt x="16383" y="34004"/>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 name="Google Shape;1279;p99"/>
                <p:cNvSpPr/>
                <p:nvPr/>
              </p:nvSpPr>
              <p:spPr>
                <a:xfrm>
                  <a:off x="8676226" y="1693354"/>
                  <a:ext cx="80581" cy="86772"/>
                </a:xfrm>
                <a:custGeom>
                  <a:avLst/>
                  <a:gdLst/>
                  <a:ahLst/>
                  <a:cxnLst/>
                  <a:rect l="l" t="t" r="r" b="b"/>
                  <a:pathLst>
                    <a:path w="80581" h="86772" extrusionOk="0">
                      <a:moveTo>
                        <a:pt x="1238" y="60008"/>
                      </a:moveTo>
                      <a:cubicBezTo>
                        <a:pt x="1143" y="60674"/>
                        <a:pt x="1238" y="61055"/>
                        <a:pt x="1524" y="61055"/>
                      </a:cubicBezTo>
                      <a:cubicBezTo>
                        <a:pt x="1524" y="61055"/>
                        <a:pt x="1714" y="61055"/>
                        <a:pt x="2000" y="60960"/>
                      </a:cubicBezTo>
                      <a:cubicBezTo>
                        <a:pt x="2191" y="60960"/>
                        <a:pt x="2381" y="60960"/>
                        <a:pt x="2477" y="60960"/>
                      </a:cubicBezTo>
                      <a:cubicBezTo>
                        <a:pt x="2762" y="60960"/>
                        <a:pt x="2857" y="61055"/>
                        <a:pt x="2953" y="61341"/>
                      </a:cubicBezTo>
                      <a:cubicBezTo>
                        <a:pt x="1238" y="61341"/>
                        <a:pt x="285" y="61246"/>
                        <a:pt x="0" y="60960"/>
                      </a:cubicBezTo>
                      <a:lnTo>
                        <a:pt x="1143" y="60103"/>
                      </a:lnTo>
                      <a:close/>
                      <a:moveTo>
                        <a:pt x="2953" y="70961"/>
                      </a:moveTo>
                      <a:cubicBezTo>
                        <a:pt x="2953" y="70961"/>
                        <a:pt x="3334" y="70390"/>
                        <a:pt x="3810" y="70390"/>
                      </a:cubicBezTo>
                      <a:lnTo>
                        <a:pt x="4953" y="70390"/>
                      </a:lnTo>
                      <a:cubicBezTo>
                        <a:pt x="4953" y="70390"/>
                        <a:pt x="4572" y="70961"/>
                        <a:pt x="4096" y="70961"/>
                      </a:cubicBezTo>
                      <a:lnTo>
                        <a:pt x="2953" y="70961"/>
                      </a:lnTo>
                      <a:close/>
                      <a:moveTo>
                        <a:pt x="6572" y="76676"/>
                      </a:moveTo>
                      <a:lnTo>
                        <a:pt x="6572" y="75533"/>
                      </a:lnTo>
                      <a:lnTo>
                        <a:pt x="7429" y="75533"/>
                      </a:lnTo>
                      <a:lnTo>
                        <a:pt x="6572" y="76676"/>
                      </a:lnTo>
                      <a:close/>
                      <a:moveTo>
                        <a:pt x="11239" y="69628"/>
                      </a:moveTo>
                      <a:cubicBezTo>
                        <a:pt x="11239" y="69628"/>
                        <a:pt x="12096" y="69723"/>
                        <a:pt x="12859" y="70485"/>
                      </a:cubicBezTo>
                      <a:lnTo>
                        <a:pt x="12478" y="71056"/>
                      </a:lnTo>
                      <a:lnTo>
                        <a:pt x="11239" y="69628"/>
                      </a:lnTo>
                      <a:close/>
                      <a:moveTo>
                        <a:pt x="12859" y="76676"/>
                      </a:moveTo>
                      <a:cubicBezTo>
                        <a:pt x="12859" y="76676"/>
                        <a:pt x="13335" y="76391"/>
                        <a:pt x="13525" y="76010"/>
                      </a:cubicBezTo>
                      <a:cubicBezTo>
                        <a:pt x="13716" y="75629"/>
                        <a:pt x="14001" y="75438"/>
                        <a:pt x="14192" y="75438"/>
                      </a:cubicBezTo>
                      <a:cubicBezTo>
                        <a:pt x="14192" y="75724"/>
                        <a:pt x="14001" y="76105"/>
                        <a:pt x="13621" y="76581"/>
                      </a:cubicBezTo>
                      <a:lnTo>
                        <a:pt x="12763" y="76581"/>
                      </a:lnTo>
                      <a:close/>
                      <a:moveTo>
                        <a:pt x="14954" y="67056"/>
                      </a:moveTo>
                      <a:lnTo>
                        <a:pt x="14573" y="67913"/>
                      </a:lnTo>
                      <a:lnTo>
                        <a:pt x="13430" y="67913"/>
                      </a:lnTo>
                      <a:cubicBezTo>
                        <a:pt x="13716" y="67056"/>
                        <a:pt x="14001" y="66580"/>
                        <a:pt x="14288" y="66580"/>
                      </a:cubicBezTo>
                      <a:cubicBezTo>
                        <a:pt x="14573" y="66580"/>
                        <a:pt x="14764" y="66675"/>
                        <a:pt x="14954" y="66961"/>
                      </a:cubicBezTo>
                      <a:close/>
                      <a:moveTo>
                        <a:pt x="16669" y="59627"/>
                      </a:moveTo>
                      <a:lnTo>
                        <a:pt x="16669" y="60484"/>
                      </a:lnTo>
                      <a:lnTo>
                        <a:pt x="14954" y="59055"/>
                      </a:lnTo>
                      <a:cubicBezTo>
                        <a:pt x="14954" y="59055"/>
                        <a:pt x="15907" y="59055"/>
                        <a:pt x="16669" y="59627"/>
                      </a:cubicBezTo>
                      <a:close/>
                      <a:moveTo>
                        <a:pt x="14954" y="72104"/>
                      </a:moveTo>
                      <a:cubicBezTo>
                        <a:pt x="15526" y="72104"/>
                        <a:pt x="15811" y="72485"/>
                        <a:pt x="15811" y="73247"/>
                      </a:cubicBezTo>
                      <a:lnTo>
                        <a:pt x="14954" y="73247"/>
                      </a:lnTo>
                      <a:lnTo>
                        <a:pt x="14954" y="72104"/>
                      </a:lnTo>
                      <a:close/>
                      <a:moveTo>
                        <a:pt x="16954" y="81248"/>
                      </a:moveTo>
                      <a:lnTo>
                        <a:pt x="16669" y="80867"/>
                      </a:lnTo>
                      <a:lnTo>
                        <a:pt x="18383" y="79915"/>
                      </a:lnTo>
                      <a:lnTo>
                        <a:pt x="16954" y="81344"/>
                      </a:lnTo>
                      <a:close/>
                      <a:moveTo>
                        <a:pt x="80296" y="64103"/>
                      </a:moveTo>
                      <a:lnTo>
                        <a:pt x="76581" y="64675"/>
                      </a:lnTo>
                      <a:cubicBezTo>
                        <a:pt x="76581" y="64675"/>
                        <a:pt x="76485" y="64960"/>
                        <a:pt x="76485" y="64960"/>
                      </a:cubicBezTo>
                      <a:cubicBezTo>
                        <a:pt x="76485" y="65151"/>
                        <a:pt x="76771" y="65437"/>
                        <a:pt x="77438" y="65818"/>
                      </a:cubicBezTo>
                      <a:cubicBezTo>
                        <a:pt x="78010" y="66199"/>
                        <a:pt x="78391" y="66580"/>
                        <a:pt x="78391" y="66961"/>
                      </a:cubicBezTo>
                      <a:lnTo>
                        <a:pt x="79248" y="66961"/>
                      </a:lnTo>
                      <a:cubicBezTo>
                        <a:pt x="78867" y="69247"/>
                        <a:pt x="78391" y="71438"/>
                        <a:pt x="78105" y="73628"/>
                      </a:cubicBezTo>
                      <a:cubicBezTo>
                        <a:pt x="77534" y="76010"/>
                        <a:pt x="76105" y="77533"/>
                        <a:pt x="73914" y="78296"/>
                      </a:cubicBezTo>
                      <a:cubicBezTo>
                        <a:pt x="73628" y="77057"/>
                        <a:pt x="72676" y="76581"/>
                        <a:pt x="71342" y="77152"/>
                      </a:cubicBezTo>
                      <a:lnTo>
                        <a:pt x="70866" y="77533"/>
                      </a:lnTo>
                      <a:lnTo>
                        <a:pt x="72485" y="79248"/>
                      </a:lnTo>
                      <a:cubicBezTo>
                        <a:pt x="71818" y="79058"/>
                        <a:pt x="71151" y="78677"/>
                        <a:pt x="70295" y="78010"/>
                      </a:cubicBezTo>
                      <a:cubicBezTo>
                        <a:pt x="69532" y="77343"/>
                        <a:pt x="68961" y="76962"/>
                        <a:pt x="68485" y="76962"/>
                      </a:cubicBezTo>
                      <a:cubicBezTo>
                        <a:pt x="68009" y="76962"/>
                        <a:pt x="67342" y="77248"/>
                        <a:pt x="66770" y="77819"/>
                      </a:cubicBezTo>
                      <a:lnTo>
                        <a:pt x="68199" y="77819"/>
                      </a:lnTo>
                      <a:lnTo>
                        <a:pt x="67913" y="78391"/>
                      </a:lnTo>
                      <a:cubicBezTo>
                        <a:pt x="68770" y="78677"/>
                        <a:pt x="69913" y="79343"/>
                        <a:pt x="71247" y="80486"/>
                      </a:cubicBezTo>
                      <a:lnTo>
                        <a:pt x="68199" y="81820"/>
                      </a:lnTo>
                      <a:lnTo>
                        <a:pt x="68675" y="82201"/>
                      </a:lnTo>
                      <a:cubicBezTo>
                        <a:pt x="68675" y="82201"/>
                        <a:pt x="67437" y="82772"/>
                        <a:pt x="65246" y="83725"/>
                      </a:cubicBezTo>
                      <a:cubicBezTo>
                        <a:pt x="64103" y="84106"/>
                        <a:pt x="63055" y="84392"/>
                        <a:pt x="62008" y="84392"/>
                      </a:cubicBezTo>
                      <a:cubicBezTo>
                        <a:pt x="61531" y="84392"/>
                        <a:pt x="60960" y="84392"/>
                        <a:pt x="60388" y="84296"/>
                      </a:cubicBezTo>
                      <a:cubicBezTo>
                        <a:pt x="60007" y="85249"/>
                        <a:pt x="59912" y="85916"/>
                        <a:pt x="60007" y="86201"/>
                      </a:cubicBezTo>
                      <a:lnTo>
                        <a:pt x="43719" y="86773"/>
                      </a:lnTo>
                      <a:cubicBezTo>
                        <a:pt x="42386" y="85535"/>
                        <a:pt x="40386" y="84582"/>
                        <a:pt x="37624" y="83725"/>
                      </a:cubicBezTo>
                      <a:cubicBezTo>
                        <a:pt x="34480" y="82772"/>
                        <a:pt x="32480" y="82010"/>
                        <a:pt x="31718" y="81534"/>
                      </a:cubicBezTo>
                      <a:cubicBezTo>
                        <a:pt x="31337" y="81058"/>
                        <a:pt x="30670" y="80677"/>
                        <a:pt x="29813" y="80486"/>
                      </a:cubicBezTo>
                      <a:cubicBezTo>
                        <a:pt x="28956" y="80296"/>
                        <a:pt x="28004" y="80010"/>
                        <a:pt x="27241" y="79820"/>
                      </a:cubicBezTo>
                      <a:lnTo>
                        <a:pt x="28384" y="78677"/>
                      </a:lnTo>
                      <a:lnTo>
                        <a:pt x="26765" y="76962"/>
                      </a:lnTo>
                      <a:lnTo>
                        <a:pt x="26289" y="78200"/>
                      </a:lnTo>
                      <a:cubicBezTo>
                        <a:pt x="24860" y="77819"/>
                        <a:pt x="24098" y="76676"/>
                        <a:pt x="23908" y="74676"/>
                      </a:cubicBezTo>
                      <a:cubicBezTo>
                        <a:pt x="23908" y="72866"/>
                        <a:pt x="22860" y="72009"/>
                        <a:pt x="20955" y="72009"/>
                      </a:cubicBezTo>
                      <a:lnTo>
                        <a:pt x="19526" y="72009"/>
                      </a:lnTo>
                      <a:cubicBezTo>
                        <a:pt x="20764" y="72009"/>
                        <a:pt x="21336" y="71247"/>
                        <a:pt x="21336" y="69914"/>
                      </a:cubicBezTo>
                      <a:cubicBezTo>
                        <a:pt x="21336" y="69437"/>
                        <a:pt x="21336" y="69056"/>
                        <a:pt x="21050" y="68771"/>
                      </a:cubicBezTo>
                      <a:cubicBezTo>
                        <a:pt x="20860" y="68390"/>
                        <a:pt x="20098" y="68008"/>
                        <a:pt x="18764" y="67437"/>
                      </a:cubicBezTo>
                      <a:lnTo>
                        <a:pt x="18383" y="67818"/>
                      </a:lnTo>
                      <a:cubicBezTo>
                        <a:pt x="18383" y="67818"/>
                        <a:pt x="18192" y="68008"/>
                        <a:pt x="18097" y="68008"/>
                      </a:cubicBezTo>
                      <a:cubicBezTo>
                        <a:pt x="17907" y="68008"/>
                        <a:pt x="17716" y="67723"/>
                        <a:pt x="17526" y="67151"/>
                      </a:cubicBezTo>
                      <a:cubicBezTo>
                        <a:pt x="17336" y="66675"/>
                        <a:pt x="17336" y="66199"/>
                        <a:pt x="17526" y="65723"/>
                      </a:cubicBezTo>
                      <a:cubicBezTo>
                        <a:pt x="18192" y="65627"/>
                        <a:pt x="19335" y="64865"/>
                        <a:pt x="20764" y="63437"/>
                      </a:cubicBezTo>
                      <a:cubicBezTo>
                        <a:pt x="22098" y="62294"/>
                        <a:pt x="23050" y="61722"/>
                        <a:pt x="24003" y="61722"/>
                      </a:cubicBezTo>
                      <a:cubicBezTo>
                        <a:pt x="24479" y="61722"/>
                        <a:pt x="24860" y="61817"/>
                        <a:pt x="25432" y="62008"/>
                      </a:cubicBezTo>
                      <a:cubicBezTo>
                        <a:pt x="25146" y="61531"/>
                        <a:pt x="25051" y="61055"/>
                        <a:pt x="25432" y="60674"/>
                      </a:cubicBezTo>
                      <a:cubicBezTo>
                        <a:pt x="25622" y="60293"/>
                        <a:pt x="25432" y="59722"/>
                        <a:pt x="24765" y="59055"/>
                      </a:cubicBezTo>
                      <a:lnTo>
                        <a:pt x="28384" y="57341"/>
                      </a:lnTo>
                      <a:lnTo>
                        <a:pt x="27527" y="56198"/>
                      </a:lnTo>
                      <a:cubicBezTo>
                        <a:pt x="28099" y="56198"/>
                        <a:pt x="29051" y="55817"/>
                        <a:pt x="30289" y="55150"/>
                      </a:cubicBezTo>
                      <a:cubicBezTo>
                        <a:pt x="31623" y="54483"/>
                        <a:pt x="32480" y="54102"/>
                        <a:pt x="32861" y="54102"/>
                      </a:cubicBezTo>
                      <a:cubicBezTo>
                        <a:pt x="33623" y="54102"/>
                        <a:pt x="34004" y="54673"/>
                        <a:pt x="34290" y="55721"/>
                      </a:cubicBezTo>
                      <a:cubicBezTo>
                        <a:pt x="34004" y="58102"/>
                        <a:pt x="34861" y="60484"/>
                        <a:pt x="36862" y="62865"/>
                      </a:cubicBezTo>
                      <a:cubicBezTo>
                        <a:pt x="37814" y="64008"/>
                        <a:pt x="39719" y="65818"/>
                        <a:pt x="42576" y="68199"/>
                      </a:cubicBezTo>
                      <a:cubicBezTo>
                        <a:pt x="43053" y="69152"/>
                        <a:pt x="43719" y="69723"/>
                        <a:pt x="44768" y="69723"/>
                      </a:cubicBezTo>
                      <a:cubicBezTo>
                        <a:pt x="45053" y="69723"/>
                        <a:pt x="45529" y="69723"/>
                        <a:pt x="46101" y="69533"/>
                      </a:cubicBezTo>
                      <a:cubicBezTo>
                        <a:pt x="46672" y="69437"/>
                        <a:pt x="47149" y="69342"/>
                        <a:pt x="47434" y="69342"/>
                      </a:cubicBezTo>
                      <a:cubicBezTo>
                        <a:pt x="48101" y="69342"/>
                        <a:pt x="48673" y="69533"/>
                        <a:pt x="49244" y="69818"/>
                      </a:cubicBezTo>
                      <a:cubicBezTo>
                        <a:pt x="49816" y="70104"/>
                        <a:pt x="50482" y="70199"/>
                        <a:pt x="51245" y="70199"/>
                      </a:cubicBezTo>
                      <a:cubicBezTo>
                        <a:pt x="52578" y="70199"/>
                        <a:pt x="54007" y="69533"/>
                        <a:pt x="55721" y="68390"/>
                      </a:cubicBezTo>
                      <a:cubicBezTo>
                        <a:pt x="58293" y="66675"/>
                        <a:pt x="59817" y="65723"/>
                        <a:pt x="60103" y="65627"/>
                      </a:cubicBezTo>
                      <a:cubicBezTo>
                        <a:pt x="60484" y="65056"/>
                        <a:pt x="60674" y="64484"/>
                        <a:pt x="60674" y="63913"/>
                      </a:cubicBezTo>
                      <a:cubicBezTo>
                        <a:pt x="60674" y="63056"/>
                        <a:pt x="60198" y="61913"/>
                        <a:pt x="59245" y="60579"/>
                      </a:cubicBezTo>
                      <a:cubicBezTo>
                        <a:pt x="58293" y="59150"/>
                        <a:pt x="57721" y="58102"/>
                        <a:pt x="57626" y="57436"/>
                      </a:cubicBezTo>
                      <a:cubicBezTo>
                        <a:pt x="55912" y="57150"/>
                        <a:pt x="54864" y="56483"/>
                        <a:pt x="54578" y="55435"/>
                      </a:cubicBezTo>
                      <a:lnTo>
                        <a:pt x="55150" y="54959"/>
                      </a:lnTo>
                      <a:cubicBezTo>
                        <a:pt x="52864" y="53912"/>
                        <a:pt x="49625" y="52292"/>
                        <a:pt x="45529" y="50006"/>
                      </a:cubicBezTo>
                      <a:cubicBezTo>
                        <a:pt x="45053" y="50387"/>
                        <a:pt x="44672" y="50483"/>
                        <a:pt x="44196" y="50483"/>
                      </a:cubicBezTo>
                      <a:cubicBezTo>
                        <a:pt x="43624" y="50483"/>
                        <a:pt x="42958" y="50102"/>
                        <a:pt x="42100" y="49340"/>
                      </a:cubicBezTo>
                      <a:cubicBezTo>
                        <a:pt x="41243" y="48577"/>
                        <a:pt x="40481" y="48196"/>
                        <a:pt x="40100" y="48196"/>
                      </a:cubicBezTo>
                      <a:cubicBezTo>
                        <a:pt x="39910" y="48196"/>
                        <a:pt x="39719" y="48196"/>
                        <a:pt x="39434" y="48387"/>
                      </a:cubicBezTo>
                      <a:cubicBezTo>
                        <a:pt x="37624" y="47911"/>
                        <a:pt x="35814" y="46387"/>
                        <a:pt x="34004" y="44006"/>
                      </a:cubicBezTo>
                      <a:cubicBezTo>
                        <a:pt x="32004" y="41243"/>
                        <a:pt x="30289" y="39529"/>
                        <a:pt x="28956" y="38671"/>
                      </a:cubicBezTo>
                      <a:cubicBezTo>
                        <a:pt x="29051" y="37910"/>
                        <a:pt x="28670" y="36957"/>
                        <a:pt x="27813" y="35719"/>
                      </a:cubicBezTo>
                      <a:cubicBezTo>
                        <a:pt x="26955" y="34576"/>
                        <a:pt x="26575" y="33623"/>
                        <a:pt x="26765" y="32956"/>
                      </a:cubicBezTo>
                      <a:cubicBezTo>
                        <a:pt x="26289" y="32004"/>
                        <a:pt x="25908" y="30194"/>
                        <a:pt x="25812" y="27527"/>
                      </a:cubicBezTo>
                      <a:cubicBezTo>
                        <a:pt x="25622" y="25146"/>
                        <a:pt x="25527" y="22765"/>
                        <a:pt x="25527" y="20383"/>
                      </a:cubicBezTo>
                      <a:cubicBezTo>
                        <a:pt x="26098" y="20193"/>
                        <a:pt x="26384" y="19907"/>
                        <a:pt x="26384" y="19526"/>
                      </a:cubicBezTo>
                      <a:cubicBezTo>
                        <a:pt x="26384" y="19336"/>
                        <a:pt x="26289" y="18955"/>
                        <a:pt x="25908" y="18479"/>
                      </a:cubicBezTo>
                      <a:cubicBezTo>
                        <a:pt x="25622" y="18002"/>
                        <a:pt x="25527" y="17717"/>
                        <a:pt x="25527" y="17431"/>
                      </a:cubicBezTo>
                      <a:cubicBezTo>
                        <a:pt x="25908" y="16478"/>
                        <a:pt x="27146" y="15050"/>
                        <a:pt x="29146" y="13335"/>
                      </a:cubicBezTo>
                      <a:cubicBezTo>
                        <a:pt x="30861" y="11811"/>
                        <a:pt x="31718" y="10382"/>
                        <a:pt x="31718" y="9049"/>
                      </a:cubicBezTo>
                      <a:cubicBezTo>
                        <a:pt x="32004" y="8954"/>
                        <a:pt x="32480" y="8668"/>
                        <a:pt x="33147" y="8192"/>
                      </a:cubicBezTo>
                      <a:cubicBezTo>
                        <a:pt x="33909" y="7715"/>
                        <a:pt x="34290" y="7429"/>
                        <a:pt x="34576" y="7429"/>
                      </a:cubicBezTo>
                      <a:cubicBezTo>
                        <a:pt x="34766" y="7429"/>
                        <a:pt x="35052" y="7525"/>
                        <a:pt x="35147" y="7906"/>
                      </a:cubicBezTo>
                      <a:cubicBezTo>
                        <a:pt x="36480" y="5810"/>
                        <a:pt x="38767" y="4191"/>
                        <a:pt x="41720" y="3048"/>
                      </a:cubicBezTo>
                      <a:cubicBezTo>
                        <a:pt x="44291" y="2191"/>
                        <a:pt x="46958" y="1333"/>
                        <a:pt x="49625" y="476"/>
                      </a:cubicBezTo>
                      <a:cubicBezTo>
                        <a:pt x="50387" y="191"/>
                        <a:pt x="51245" y="0"/>
                        <a:pt x="52006" y="0"/>
                      </a:cubicBezTo>
                      <a:cubicBezTo>
                        <a:pt x="53149" y="0"/>
                        <a:pt x="54673" y="476"/>
                        <a:pt x="56674" y="1333"/>
                      </a:cubicBezTo>
                      <a:cubicBezTo>
                        <a:pt x="58578" y="2191"/>
                        <a:pt x="60103" y="2667"/>
                        <a:pt x="61246" y="2667"/>
                      </a:cubicBezTo>
                      <a:cubicBezTo>
                        <a:pt x="61722" y="2667"/>
                        <a:pt x="62198" y="2667"/>
                        <a:pt x="62769" y="2477"/>
                      </a:cubicBezTo>
                      <a:cubicBezTo>
                        <a:pt x="63246" y="3429"/>
                        <a:pt x="64198" y="4191"/>
                        <a:pt x="65437" y="4477"/>
                      </a:cubicBezTo>
                      <a:cubicBezTo>
                        <a:pt x="67056" y="4953"/>
                        <a:pt x="68199" y="5429"/>
                        <a:pt x="68675" y="5810"/>
                      </a:cubicBezTo>
                      <a:cubicBezTo>
                        <a:pt x="71151" y="6001"/>
                        <a:pt x="73343" y="9144"/>
                        <a:pt x="75247" y="15240"/>
                      </a:cubicBezTo>
                      <a:cubicBezTo>
                        <a:pt x="75247" y="16097"/>
                        <a:pt x="74580" y="17240"/>
                        <a:pt x="73343" y="18669"/>
                      </a:cubicBezTo>
                      <a:cubicBezTo>
                        <a:pt x="72199" y="20098"/>
                        <a:pt x="71628" y="21336"/>
                        <a:pt x="71723" y="22289"/>
                      </a:cubicBezTo>
                      <a:cubicBezTo>
                        <a:pt x="70961" y="22098"/>
                        <a:pt x="70580" y="22479"/>
                        <a:pt x="70485" y="23146"/>
                      </a:cubicBezTo>
                      <a:cubicBezTo>
                        <a:pt x="70485" y="24098"/>
                        <a:pt x="70199" y="24575"/>
                        <a:pt x="69913" y="24765"/>
                      </a:cubicBezTo>
                      <a:cubicBezTo>
                        <a:pt x="67913" y="25718"/>
                        <a:pt x="66484" y="26194"/>
                        <a:pt x="65722" y="26194"/>
                      </a:cubicBezTo>
                      <a:cubicBezTo>
                        <a:pt x="64579" y="26194"/>
                        <a:pt x="63436" y="25527"/>
                        <a:pt x="62484" y="24098"/>
                      </a:cubicBezTo>
                      <a:cubicBezTo>
                        <a:pt x="62484" y="22955"/>
                        <a:pt x="61722" y="22098"/>
                        <a:pt x="60293" y="21527"/>
                      </a:cubicBezTo>
                      <a:cubicBezTo>
                        <a:pt x="58769" y="20955"/>
                        <a:pt x="57817" y="20288"/>
                        <a:pt x="57531" y="19431"/>
                      </a:cubicBezTo>
                      <a:cubicBezTo>
                        <a:pt x="57150" y="19431"/>
                        <a:pt x="56007" y="18955"/>
                        <a:pt x="54197" y="18288"/>
                      </a:cubicBezTo>
                      <a:cubicBezTo>
                        <a:pt x="52768" y="17717"/>
                        <a:pt x="51530" y="17431"/>
                        <a:pt x="50673" y="17431"/>
                      </a:cubicBezTo>
                      <a:cubicBezTo>
                        <a:pt x="49435" y="17431"/>
                        <a:pt x="48387" y="18002"/>
                        <a:pt x="47530" y="19145"/>
                      </a:cubicBezTo>
                      <a:cubicBezTo>
                        <a:pt x="47244" y="19145"/>
                        <a:pt x="47054" y="19050"/>
                        <a:pt x="46863" y="19050"/>
                      </a:cubicBezTo>
                      <a:cubicBezTo>
                        <a:pt x="46291" y="19050"/>
                        <a:pt x="45339" y="19621"/>
                        <a:pt x="44101" y="20669"/>
                      </a:cubicBezTo>
                      <a:cubicBezTo>
                        <a:pt x="44482" y="21336"/>
                        <a:pt x="44672" y="21908"/>
                        <a:pt x="44672" y="22384"/>
                      </a:cubicBezTo>
                      <a:cubicBezTo>
                        <a:pt x="44672" y="23050"/>
                        <a:pt x="44196" y="23622"/>
                        <a:pt x="43243" y="24194"/>
                      </a:cubicBezTo>
                      <a:cubicBezTo>
                        <a:pt x="42291" y="24765"/>
                        <a:pt x="41815" y="25241"/>
                        <a:pt x="41815" y="25718"/>
                      </a:cubicBezTo>
                      <a:cubicBezTo>
                        <a:pt x="41815" y="26098"/>
                        <a:pt x="42005" y="26670"/>
                        <a:pt x="42576" y="27432"/>
                      </a:cubicBezTo>
                      <a:cubicBezTo>
                        <a:pt x="45625" y="31814"/>
                        <a:pt x="50102" y="35147"/>
                        <a:pt x="56292" y="37338"/>
                      </a:cubicBezTo>
                      <a:cubicBezTo>
                        <a:pt x="57055" y="37529"/>
                        <a:pt x="58198" y="38291"/>
                        <a:pt x="59627" y="39433"/>
                      </a:cubicBezTo>
                      <a:cubicBezTo>
                        <a:pt x="61055" y="40577"/>
                        <a:pt x="62293" y="41243"/>
                        <a:pt x="63341" y="41339"/>
                      </a:cubicBezTo>
                      <a:cubicBezTo>
                        <a:pt x="64389" y="41434"/>
                        <a:pt x="65722" y="42291"/>
                        <a:pt x="67532" y="43815"/>
                      </a:cubicBezTo>
                      <a:cubicBezTo>
                        <a:pt x="69152" y="45244"/>
                        <a:pt x="70580" y="45815"/>
                        <a:pt x="72009" y="45625"/>
                      </a:cubicBezTo>
                      <a:cubicBezTo>
                        <a:pt x="72009" y="46387"/>
                        <a:pt x="72199" y="46768"/>
                        <a:pt x="72390" y="46863"/>
                      </a:cubicBezTo>
                      <a:cubicBezTo>
                        <a:pt x="73057" y="46863"/>
                        <a:pt x="73533" y="47339"/>
                        <a:pt x="73819" y="48292"/>
                      </a:cubicBezTo>
                      <a:cubicBezTo>
                        <a:pt x="74104" y="49244"/>
                        <a:pt x="74580" y="49625"/>
                        <a:pt x="75247" y="49435"/>
                      </a:cubicBezTo>
                      <a:cubicBezTo>
                        <a:pt x="75438" y="49911"/>
                        <a:pt x="76295" y="51435"/>
                        <a:pt x="78105" y="53816"/>
                      </a:cubicBezTo>
                      <a:cubicBezTo>
                        <a:pt x="79343" y="55817"/>
                        <a:pt x="80010" y="57626"/>
                        <a:pt x="80010" y="59341"/>
                      </a:cubicBezTo>
                      <a:cubicBezTo>
                        <a:pt x="80391" y="59817"/>
                        <a:pt x="80581" y="60198"/>
                        <a:pt x="80581" y="60674"/>
                      </a:cubicBezTo>
                      <a:cubicBezTo>
                        <a:pt x="80581" y="61055"/>
                        <a:pt x="80391" y="61436"/>
                        <a:pt x="80010" y="62008"/>
                      </a:cubicBezTo>
                      <a:cubicBezTo>
                        <a:pt x="79629" y="62579"/>
                        <a:pt x="79438" y="62960"/>
                        <a:pt x="79438" y="63151"/>
                      </a:cubicBezTo>
                      <a:cubicBezTo>
                        <a:pt x="79438" y="63627"/>
                        <a:pt x="79724" y="64008"/>
                        <a:pt x="80296" y="64484"/>
                      </a:cubicBezTo>
                      <a:close/>
                      <a:moveTo>
                        <a:pt x="18383" y="66675"/>
                      </a:moveTo>
                      <a:lnTo>
                        <a:pt x="20860" y="65818"/>
                      </a:lnTo>
                      <a:lnTo>
                        <a:pt x="19717" y="65818"/>
                      </a:lnTo>
                      <a:lnTo>
                        <a:pt x="18383" y="66675"/>
                      </a:lnTo>
                      <a:close/>
                      <a:moveTo>
                        <a:pt x="19145" y="77152"/>
                      </a:moveTo>
                      <a:lnTo>
                        <a:pt x="19717" y="77152"/>
                      </a:lnTo>
                      <a:lnTo>
                        <a:pt x="20574" y="77819"/>
                      </a:lnTo>
                      <a:lnTo>
                        <a:pt x="19145" y="77152"/>
                      </a:lnTo>
                      <a:close/>
                      <a:moveTo>
                        <a:pt x="22574" y="82868"/>
                      </a:moveTo>
                      <a:cubicBezTo>
                        <a:pt x="22479" y="82106"/>
                        <a:pt x="22574" y="81344"/>
                        <a:pt x="23336" y="80677"/>
                      </a:cubicBezTo>
                      <a:lnTo>
                        <a:pt x="23241" y="80677"/>
                      </a:lnTo>
                      <a:cubicBezTo>
                        <a:pt x="23241" y="80677"/>
                        <a:pt x="23431" y="81248"/>
                        <a:pt x="23717" y="81629"/>
                      </a:cubicBezTo>
                      <a:cubicBezTo>
                        <a:pt x="24003" y="81915"/>
                        <a:pt x="24193" y="82201"/>
                        <a:pt x="24193" y="82296"/>
                      </a:cubicBezTo>
                      <a:cubicBezTo>
                        <a:pt x="24193" y="82487"/>
                        <a:pt x="24098" y="82677"/>
                        <a:pt x="23717" y="82868"/>
                      </a:cubicBezTo>
                      <a:lnTo>
                        <a:pt x="22574" y="82868"/>
                      </a:lnTo>
                      <a:close/>
                      <a:moveTo>
                        <a:pt x="23526" y="80391"/>
                      </a:moveTo>
                      <a:cubicBezTo>
                        <a:pt x="23526" y="80391"/>
                        <a:pt x="23336" y="80677"/>
                        <a:pt x="23336" y="80677"/>
                      </a:cubicBezTo>
                      <a:cubicBezTo>
                        <a:pt x="23336" y="80677"/>
                        <a:pt x="23336" y="80486"/>
                        <a:pt x="23526" y="80391"/>
                      </a:cubicBezTo>
                      <a:close/>
                      <a:moveTo>
                        <a:pt x="23717" y="78296"/>
                      </a:moveTo>
                      <a:cubicBezTo>
                        <a:pt x="23717" y="78296"/>
                        <a:pt x="24289" y="78486"/>
                        <a:pt x="24669" y="78867"/>
                      </a:cubicBezTo>
                      <a:cubicBezTo>
                        <a:pt x="25051" y="79248"/>
                        <a:pt x="25241" y="79439"/>
                        <a:pt x="25336" y="79534"/>
                      </a:cubicBezTo>
                      <a:cubicBezTo>
                        <a:pt x="24860" y="79534"/>
                        <a:pt x="24289" y="79915"/>
                        <a:pt x="23431" y="80391"/>
                      </a:cubicBezTo>
                      <a:cubicBezTo>
                        <a:pt x="24003" y="79724"/>
                        <a:pt x="24098" y="78962"/>
                        <a:pt x="23622" y="78296"/>
                      </a:cubicBezTo>
                      <a:close/>
                      <a:moveTo>
                        <a:pt x="26194" y="69152"/>
                      </a:moveTo>
                      <a:lnTo>
                        <a:pt x="26194" y="68294"/>
                      </a:lnTo>
                      <a:lnTo>
                        <a:pt x="23717" y="66961"/>
                      </a:lnTo>
                      <a:lnTo>
                        <a:pt x="26194" y="69152"/>
                      </a:lnTo>
                      <a:close/>
                      <a:moveTo>
                        <a:pt x="28194" y="72485"/>
                      </a:moveTo>
                      <a:cubicBezTo>
                        <a:pt x="28194" y="72485"/>
                        <a:pt x="28480" y="72485"/>
                        <a:pt x="29242" y="72676"/>
                      </a:cubicBezTo>
                      <a:cubicBezTo>
                        <a:pt x="29718" y="72676"/>
                        <a:pt x="30003" y="72581"/>
                        <a:pt x="30194" y="72104"/>
                      </a:cubicBezTo>
                      <a:cubicBezTo>
                        <a:pt x="29337" y="71819"/>
                        <a:pt x="28670" y="71914"/>
                        <a:pt x="28194" y="72485"/>
                      </a:cubicBezTo>
                      <a:cubicBezTo>
                        <a:pt x="28004" y="72485"/>
                        <a:pt x="27813" y="72581"/>
                        <a:pt x="27813" y="72866"/>
                      </a:cubicBezTo>
                      <a:lnTo>
                        <a:pt x="26955" y="73723"/>
                      </a:lnTo>
                      <a:lnTo>
                        <a:pt x="27813" y="73723"/>
                      </a:lnTo>
                      <a:cubicBezTo>
                        <a:pt x="27813" y="73723"/>
                        <a:pt x="27813" y="73057"/>
                        <a:pt x="27813" y="72866"/>
                      </a:cubicBezTo>
                      <a:lnTo>
                        <a:pt x="28194" y="72485"/>
                      </a:lnTo>
                      <a:close/>
                      <a:moveTo>
                        <a:pt x="28765" y="31718"/>
                      </a:moveTo>
                      <a:cubicBezTo>
                        <a:pt x="28765" y="31718"/>
                        <a:pt x="29242" y="31052"/>
                        <a:pt x="29051" y="30766"/>
                      </a:cubicBezTo>
                      <a:lnTo>
                        <a:pt x="29432" y="30004"/>
                      </a:lnTo>
                      <a:cubicBezTo>
                        <a:pt x="29432" y="30004"/>
                        <a:pt x="28765" y="29337"/>
                        <a:pt x="28289" y="29146"/>
                      </a:cubicBezTo>
                      <a:cubicBezTo>
                        <a:pt x="27813" y="28956"/>
                        <a:pt x="27527" y="28861"/>
                        <a:pt x="27432" y="28861"/>
                      </a:cubicBezTo>
                      <a:cubicBezTo>
                        <a:pt x="28575" y="29432"/>
                        <a:pt x="29146" y="30099"/>
                        <a:pt x="29146" y="30766"/>
                      </a:cubicBezTo>
                      <a:lnTo>
                        <a:pt x="28860" y="31718"/>
                      </a:lnTo>
                      <a:close/>
                      <a:moveTo>
                        <a:pt x="36195" y="25527"/>
                      </a:moveTo>
                      <a:lnTo>
                        <a:pt x="36195" y="25146"/>
                      </a:lnTo>
                      <a:cubicBezTo>
                        <a:pt x="35909" y="23241"/>
                        <a:pt x="34576" y="22384"/>
                        <a:pt x="32290" y="22384"/>
                      </a:cubicBezTo>
                      <a:cubicBezTo>
                        <a:pt x="30480" y="22384"/>
                        <a:pt x="29051" y="22860"/>
                        <a:pt x="27813" y="23908"/>
                      </a:cubicBezTo>
                      <a:cubicBezTo>
                        <a:pt x="28194" y="24098"/>
                        <a:pt x="28575" y="24765"/>
                        <a:pt x="28956" y="26003"/>
                      </a:cubicBezTo>
                      <a:cubicBezTo>
                        <a:pt x="29337" y="27242"/>
                        <a:pt x="30003" y="27718"/>
                        <a:pt x="31052" y="27527"/>
                      </a:cubicBezTo>
                      <a:lnTo>
                        <a:pt x="31052" y="27242"/>
                      </a:lnTo>
                      <a:cubicBezTo>
                        <a:pt x="31052" y="27242"/>
                        <a:pt x="31528" y="26194"/>
                        <a:pt x="31813" y="24860"/>
                      </a:cubicBezTo>
                      <a:cubicBezTo>
                        <a:pt x="32004" y="23717"/>
                        <a:pt x="32480" y="23146"/>
                        <a:pt x="33051" y="23146"/>
                      </a:cubicBezTo>
                      <a:cubicBezTo>
                        <a:pt x="33338" y="23146"/>
                        <a:pt x="33718" y="23241"/>
                        <a:pt x="34004" y="23527"/>
                      </a:cubicBezTo>
                      <a:lnTo>
                        <a:pt x="34004" y="24384"/>
                      </a:lnTo>
                      <a:cubicBezTo>
                        <a:pt x="34004" y="24384"/>
                        <a:pt x="34290" y="24289"/>
                        <a:pt x="34480" y="24289"/>
                      </a:cubicBezTo>
                      <a:cubicBezTo>
                        <a:pt x="34576" y="24289"/>
                        <a:pt x="35147" y="24765"/>
                        <a:pt x="36004" y="25622"/>
                      </a:cubicBezTo>
                      <a:close/>
                      <a:moveTo>
                        <a:pt x="29432" y="59912"/>
                      </a:moveTo>
                      <a:cubicBezTo>
                        <a:pt x="28765" y="59912"/>
                        <a:pt x="28384" y="59817"/>
                        <a:pt x="28194" y="59531"/>
                      </a:cubicBezTo>
                      <a:lnTo>
                        <a:pt x="29051" y="60770"/>
                      </a:lnTo>
                      <a:cubicBezTo>
                        <a:pt x="29051" y="60770"/>
                        <a:pt x="29527" y="60293"/>
                        <a:pt x="29432" y="59912"/>
                      </a:cubicBezTo>
                      <a:close/>
                      <a:moveTo>
                        <a:pt x="30289" y="26670"/>
                      </a:moveTo>
                      <a:lnTo>
                        <a:pt x="30003" y="26384"/>
                      </a:lnTo>
                      <a:lnTo>
                        <a:pt x="30861" y="26384"/>
                      </a:lnTo>
                      <a:cubicBezTo>
                        <a:pt x="30861" y="26384"/>
                        <a:pt x="30575" y="26575"/>
                        <a:pt x="30289" y="26670"/>
                      </a:cubicBezTo>
                      <a:close/>
                      <a:moveTo>
                        <a:pt x="30861" y="26384"/>
                      </a:moveTo>
                      <a:cubicBezTo>
                        <a:pt x="30861" y="26384"/>
                        <a:pt x="31146" y="26194"/>
                        <a:pt x="31146" y="26384"/>
                      </a:cubicBezTo>
                      <a:lnTo>
                        <a:pt x="30861" y="26384"/>
                      </a:lnTo>
                      <a:close/>
                      <a:moveTo>
                        <a:pt x="31623" y="79248"/>
                      </a:moveTo>
                      <a:lnTo>
                        <a:pt x="32480" y="78391"/>
                      </a:lnTo>
                      <a:cubicBezTo>
                        <a:pt x="32480" y="78391"/>
                        <a:pt x="31813" y="77819"/>
                        <a:pt x="31623" y="77819"/>
                      </a:cubicBezTo>
                      <a:lnTo>
                        <a:pt x="31623" y="79248"/>
                      </a:lnTo>
                      <a:close/>
                      <a:moveTo>
                        <a:pt x="32956" y="27908"/>
                      </a:moveTo>
                      <a:cubicBezTo>
                        <a:pt x="32956" y="27908"/>
                        <a:pt x="32956" y="26956"/>
                        <a:pt x="32480" y="26384"/>
                      </a:cubicBezTo>
                      <a:lnTo>
                        <a:pt x="32480" y="28480"/>
                      </a:lnTo>
                      <a:lnTo>
                        <a:pt x="32956" y="27908"/>
                      </a:lnTo>
                      <a:close/>
                      <a:moveTo>
                        <a:pt x="34480" y="86106"/>
                      </a:moveTo>
                      <a:lnTo>
                        <a:pt x="34194" y="85820"/>
                      </a:lnTo>
                      <a:lnTo>
                        <a:pt x="35052" y="85820"/>
                      </a:lnTo>
                      <a:cubicBezTo>
                        <a:pt x="35052" y="85820"/>
                        <a:pt x="34385" y="86106"/>
                        <a:pt x="34480" y="86106"/>
                      </a:cubicBezTo>
                      <a:close/>
                      <a:moveTo>
                        <a:pt x="44958" y="77152"/>
                      </a:moveTo>
                      <a:lnTo>
                        <a:pt x="45434" y="76581"/>
                      </a:lnTo>
                      <a:lnTo>
                        <a:pt x="44958" y="75438"/>
                      </a:lnTo>
                      <a:lnTo>
                        <a:pt x="44958" y="77152"/>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 name="Google Shape;1280;p99"/>
                <p:cNvSpPr/>
                <p:nvPr/>
              </p:nvSpPr>
              <p:spPr>
                <a:xfrm>
                  <a:off x="8759570" y="1692783"/>
                  <a:ext cx="64483" cy="87058"/>
                </a:xfrm>
                <a:custGeom>
                  <a:avLst/>
                  <a:gdLst/>
                  <a:ahLst/>
                  <a:cxnLst/>
                  <a:rect l="l" t="t" r="r" b="b"/>
                  <a:pathLst>
                    <a:path w="64483" h="87058" extrusionOk="0">
                      <a:moveTo>
                        <a:pt x="62865" y="81820"/>
                      </a:moveTo>
                      <a:cubicBezTo>
                        <a:pt x="62865" y="81820"/>
                        <a:pt x="62865" y="82677"/>
                        <a:pt x="63151" y="83439"/>
                      </a:cubicBezTo>
                      <a:cubicBezTo>
                        <a:pt x="63341" y="84201"/>
                        <a:pt x="63436" y="84677"/>
                        <a:pt x="63436" y="84963"/>
                      </a:cubicBezTo>
                      <a:cubicBezTo>
                        <a:pt x="63436" y="85820"/>
                        <a:pt x="62865" y="86582"/>
                        <a:pt x="61722" y="87058"/>
                      </a:cubicBezTo>
                      <a:lnTo>
                        <a:pt x="52768" y="86201"/>
                      </a:lnTo>
                      <a:cubicBezTo>
                        <a:pt x="52768" y="86201"/>
                        <a:pt x="52101" y="85534"/>
                        <a:pt x="51149" y="85534"/>
                      </a:cubicBezTo>
                      <a:lnTo>
                        <a:pt x="49149" y="85534"/>
                      </a:lnTo>
                      <a:cubicBezTo>
                        <a:pt x="48482" y="85344"/>
                        <a:pt x="48006" y="85058"/>
                        <a:pt x="47720" y="84677"/>
                      </a:cubicBezTo>
                      <a:cubicBezTo>
                        <a:pt x="47149" y="84868"/>
                        <a:pt x="46387" y="85439"/>
                        <a:pt x="45244" y="86296"/>
                      </a:cubicBezTo>
                      <a:cubicBezTo>
                        <a:pt x="45434" y="85439"/>
                        <a:pt x="45244" y="85058"/>
                        <a:pt x="44482" y="85058"/>
                      </a:cubicBezTo>
                      <a:cubicBezTo>
                        <a:pt x="44482" y="85058"/>
                        <a:pt x="44101" y="85058"/>
                        <a:pt x="43815" y="85154"/>
                      </a:cubicBezTo>
                      <a:lnTo>
                        <a:pt x="43148" y="85154"/>
                      </a:lnTo>
                      <a:cubicBezTo>
                        <a:pt x="42672" y="85154"/>
                        <a:pt x="42291" y="84963"/>
                        <a:pt x="42100" y="84773"/>
                      </a:cubicBezTo>
                      <a:cubicBezTo>
                        <a:pt x="40481" y="80296"/>
                        <a:pt x="38385" y="77152"/>
                        <a:pt x="35719" y="75152"/>
                      </a:cubicBezTo>
                      <a:cubicBezTo>
                        <a:pt x="35719" y="73533"/>
                        <a:pt x="34861" y="71914"/>
                        <a:pt x="32861" y="70294"/>
                      </a:cubicBezTo>
                      <a:cubicBezTo>
                        <a:pt x="30861" y="68675"/>
                        <a:pt x="29813" y="67056"/>
                        <a:pt x="29813" y="65532"/>
                      </a:cubicBezTo>
                      <a:cubicBezTo>
                        <a:pt x="28575" y="64960"/>
                        <a:pt x="27622" y="64103"/>
                        <a:pt x="27051" y="63151"/>
                      </a:cubicBezTo>
                      <a:cubicBezTo>
                        <a:pt x="26575" y="62103"/>
                        <a:pt x="25527" y="61246"/>
                        <a:pt x="24098" y="60579"/>
                      </a:cubicBezTo>
                      <a:lnTo>
                        <a:pt x="25718" y="59150"/>
                      </a:lnTo>
                      <a:cubicBezTo>
                        <a:pt x="25718" y="59150"/>
                        <a:pt x="25051" y="58674"/>
                        <a:pt x="24479" y="58769"/>
                      </a:cubicBezTo>
                      <a:cubicBezTo>
                        <a:pt x="23717" y="59055"/>
                        <a:pt x="23336" y="59246"/>
                        <a:pt x="23241" y="59246"/>
                      </a:cubicBezTo>
                      <a:cubicBezTo>
                        <a:pt x="22955" y="59246"/>
                        <a:pt x="22670" y="59150"/>
                        <a:pt x="22384" y="58769"/>
                      </a:cubicBezTo>
                      <a:cubicBezTo>
                        <a:pt x="22384" y="59246"/>
                        <a:pt x="22384" y="59627"/>
                        <a:pt x="22384" y="60198"/>
                      </a:cubicBezTo>
                      <a:cubicBezTo>
                        <a:pt x="22384" y="61722"/>
                        <a:pt x="21621" y="63817"/>
                        <a:pt x="19907" y="66675"/>
                      </a:cubicBezTo>
                      <a:cubicBezTo>
                        <a:pt x="18288" y="69437"/>
                        <a:pt x="17336" y="71628"/>
                        <a:pt x="17240" y="73152"/>
                      </a:cubicBezTo>
                      <a:cubicBezTo>
                        <a:pt x="16573" y="72485"/>
                        <a:pt x="16193" y="72200"/>
                        <a:pt x="16193" y="72200"/>
                      </a:cubicBezTo>
                      <a:cubicBezTo>
                        <a:pt x="16002" y="72200"/>
                        <a:pt x="15716" y="72295"/>
                        <a:pt x="15621" y="72580"/>
                      </a:cubicBezTo>
                      <a:cubicBezTo>
                        <a:pt x="16764" y="73438"/>
                        <a:pt x="17336" y="74867"/>
                        <a:pt x="17336" y="76771"/>
                      </a:cubicBezTo>
                      <a:cubicBezTo>
                        <a:pt x="17336" y="80581"/>
                        <a:pt x="17336" y="82296"/>
                        <a:pt x="17240" y="81820"/>
                      </a:cubicBezTo>
                      <a:cubicBezTo>
                        <a:pt x="16669" y="82201"/>
                        <a:pt x="16383" y="82582"/>
                        <a:pt x="16383" y="82867"/>
                      </a:cubicBezTo>
                      <a:cubicBezTo>
                        <a:pt x="16383" y="83058"/>
                        <a:pt x="16573" y="83439"/>
                        <a:pt x="16859" y="83915"/>
                      </a:cubicBezTo>
                      <a:cubicBezTo>
                        <a:pt x="17240" y="84487"/>
                        <a:pt x="17430" y="84868"/>
                        <a:pt x="17430" y="85249"/>
                      </a:cubicBezTo>
                      <a:cubicBezTo>
                        <a:pt x="17430" y="85439"/>
                        <a:pt x="17430" y="85725"/>
                        <a:pt x="17240" y="86011"/>
                      </a:cubicBezTo>
                      <a:cubicBezTo>
                        <a:pt x="14001" y="86868"/>
                        <a:pt x="9049" y="86963"/>
                        <a:pt x="2286" y="86296"/>
                      </a:cubicBezTo>
                      <a:cubicBezTo>
                        <a:pt x="1905" y="85439"/>
                        <a:pt x="1714" y="84487"/>
                        <a:pt x="1714" y="83534"/>
                      </a:cubicBezTo>
                      <a:cubicBezTo>
                        <a:pt x="1714" y="82772"/>
                        <a:pt x="1905" y="81534"/>
                        <a:pt x="2191" y="80105"/>
                      </a:cubicBezTo>
                      <a:cubicBezTo>
                        <a:pt x="2477" y="78581"/>
                        <a:pt x="2667" y="77438"/>
                        <a:pt x="2667" y="76771"/>
                      </a:cubicBezTo>
                      <a:cubicBezTo>
                        <a:pt x="2667" y="75248"/>
                        <a:pt x="2191" y="73914"/>
                        <a:pt x="1238" y="72580"/>
                      </a:cubicBezTo>
                      <a:cubicBezTo>
                        <a:pt x="1905" y="72390"/>
                        <a:pt x="2191" y="71914"/>
                        <a:pt x="2191" y="71152"/>
                      </a:cubicBezTo>
                      <a:cubicBezTo>
                        <a:pt x="2191" y="70199"/>
                        <a:pt x="2191" y="69723"/>
                        <a:pt x="2191" y="69628"/>
                      </a:cubicBezTo>
                      <a:cubicBezTo>
                        <a:pt x="2191" y="69628"/>
                        <a:pt x="2286" y="69628"/>
                        <a:pt x="2381" y="69628"/>
                      </a:cubicBezTo>
                      <a:cubicBezTo>
                        <a:pt x="2381" y="69628"/>
                        <a:pt x="2762" y="69818"/>
                        <a:pt x="3334" y="70199"/>
                      </a:cubicBezTo>
                      <a:cubicBezTo>
                        <a:pt x="3810" y="70580"/>
                        <a:pt x="4191" y="70771"/>
                        <a:pt x="4381" y="70771"/>
                      </a:cubicBezTo>
                      <a:cubicBezTo>
                        <a:pt x="4858" y="70771"/>
                        <a:pt x="5048" y="70294"/>
                        <a:pt x="5048" y="69437"/>
                      </a:cubicBezTo>
                      <a:cubicBezTo>
                        <a:pt x="5048" y="69152"/>
                        <a:pt x="4381" y="68961"/>
                        <a:pt x="3429" y="68866"/>
                      </a:cubicBezTo>
                      <a:cubicBezTo>
                        <a:pt x="2381" y="68771"/>
                        <a:pt x="1905" y="68199"/>
                        <a:pt x="2191" y="67056"/>
                      </a:cubicBezTo>
                      <a:cubicBezTo>
                        <a:pt x="2667" y="67056"/>
                        <a:pt x="3334" y="67151"/>
                        <a:pt x="4286" y="67723"/>
                      </a:cubicBezTo>
                      <a:cubicBezTo>
                        <a:pt x="5143" y="68199"/>
                        <a:pt x="5715" y="68485"/>
                        <a:pt x="6001" y="68485"/>
                      </a:cubicBezTo>
                      <a:cubicBezTo>
                        <a:pt x="6191" y="68485"/>
                        <a:pt x="6382" y="68485"/>
                        <a:pt x="6668" y="68294"/>
                      </a:cubicBezTo>
                      <a:lnTo>
                        <a:pt x="5143" y="67151"/>
                      </a:lnTo>
                      <a:lnTo>
                        <a:pt x="6286" y="66294"/>
                      </a:lnTo>
                      <a:lnTo>
                        <a:pt x="1238" y="65437"/>
                      </a:lnTo>
                      <a:cubicBezTo>
                        <a:pt x="2286" y="64484"/>
                        <a:pt x="2857" y="63532"/>
                        <a:pt x="2857" y="62579"/>
                      </a:cubicBezTo>
                      <a:cubicBezTo>
                        <a:pt x="2857" y="62103"/>
                        <a:pt x="2571" y="61246"/>
                        <a:pt x="2191" y="60198"/>
                      </a:cubicBezTo>
                      <a:cubicBezTo>
                        <a:pt x="1714" y="59150"/>
                        <a:pt x="1428" y="58293"/>
                        <a:pt x="1428" y="57626"/>
                      </a:cubicBezTo>
                      <a:cubicBezTo>
                        <a:pt x="1428" y="56864"/>
                        <a:pt x="1714" y="56102"/>
                        <a:pt x="2191" y="55340"/>
                      </a:cubicBezTo>
                      <a:lnTo>
                        <a:pt x="0" y="54578"/>
                      </a:lnTo>
                      <a:cubicBezTo>
                        <a:pt x="1048" y="54864"/>
                        <a:pt x="1619" y="54483"/>
                        <a:pt x="1905" y="53340"/>
                      </a:cubicBezTo>
                      <a:cubicBezTo>
                        <a:pt x="2191" y="52197"/>
                        <a:pt x="2667" y="51625"/>
                        <a:pt x="3334" y="51625"/>
                      </a:cubicBezTo>
                      <a:cubicBezTo>
                        <a:pt x="2191" y="51625"/>
                        <a:pt x="1619" y="51149"/>
                        <a:pt x="1619" y="49911"/>
                      </a:cubicBezTo>
                      <a:cubicBezTo>
                        <a:pt x="1619" y="49244"/>
                        <a:pt x="1810" y="48482"/>
                        <a:pt x="2191" y="47434"/>
                      </a:cubicBezTo>
                      <a:lnTo>
                        <a:pt x="285" y="46863"/>
                      </a:lnTo>
                      <a:cubicBezTo>
                        <a:pt x="285" y="46863"/>
                        <a:pt x="762" y="45815"/>
                        <a:pt x="1334" y="44958"/>
                      </a:cubicBezTo>
                      <a:cubicBezTo>
                        <a:pt x="1905" y="44101"/>
                        <a:pt x="2191" y="43529"/>
                        <a:pt x="2191" y="43053"/>
                      </a:cubicBezTo>
                      <a:cubicBezTo>
                        <a:pt x="2191" y="42577"/>
                        <a:pt x="2000" y="42291"/>
                        <a:pt x="1714" y="42005"/>
                      </a:cubicBezTo>
                      <a:cubicBezTo>
                        <a:pt x="2095" y="40005"/>
                        <a:pt x="2095" y="35719"/>
                        <a:pt x="1714" y="29146"/>
                      </a:cubicBezTo>
                      <a:cubicBezTo>
                        <a:pt x="1334" y="23717"/>
                        <a:pt x="1905" y="19717"/>
                        <a:pt x="3238" y="17240"/>
                      </a:cubicBezTo>
                      <a:cubicBezTo>
                        <a:pt x="2000" y="15240"/>
                        <a:pt x="1428" y="12954"/>
                        <a:pt x="1428" y="10477"/>
                      </a:cubicBezTo>
                      <a:cubicBezTo>
                        <a:pt x="1428" y="9525"/>
                        <a:pt x="1524" y="8192"/>
                        <a:pt x="1810" y="6382"/>
                      </a:cubicBezTo>
                      <a:cubicBezTo>
                        <a:pt x="2000" y="4572"/>
                        <a:pt x="2191" y="3143"/>
                        <a:pt x="2191" y="2191"/>
                      </a:cubicBezTo>
                      <a:cubicBezTo>
                        <a:pt x="2571" y="1048"/>
                        <a:pt x="3048" y="476"/>
                        <a:pt x="3810" y="476"/>
                      </a:cubicBezTo>
                      <a:cubicBezTo>
                        <a:pt x="4096" y="476"/>
                        <a:pt x="4572" y="571"/>
                        <a:pt x="5334" y="857"/>
                      </a:cubicBezTo>
                      <a:cubicBezTo>
                        <a:pt x="6001" y="1143"/>
                        <a:pt x="6572" y="1238"/>
                        <a:pt x="6953" y="1238"/>
                      </a:cubicBezTo>
                      <a:cubicBezTo>
                        <a:pt x="7620" y="1238"/>
                        <a:pt x="8287" y="857"/>
                        <a:pt x="8763" y="0"/>
                      </a:cubicBezTo>
                      <a:lnTo>
                        <a:pt x="9620" y="1238"/>
                      </a:lnTo>
                      <a:cubicBezTo>
                        <a:pt x="9810" y="762"/>
                        <a:pt x="10192" y="476"/>
                        <a:pt x="10763" y="476"/>
                      </a:cubicBezTo>
                      <a:cubicBezTo>
                        <a:pt x="10763" y="571"/>
                        <a:pt x="10668" y="857"/>
                        <a:pt x="10382" y="1048"/>
                      </a:cubicBezTo>
                      <a:cubicBezTo>
                        <a:pt x="10096" y="1333"/>
                        <a:pt x="10096" y="1524"/>
                        <a:pt x="10096" y="1619"/>
                      </a:cubicBezTo>
                      <a:cubicBezTo>
                        <a:pt x="10287" y="1715"/>
                        <a:pt x="10573" y="1715"/>
                        <a:pt x="10763" y="1715"/>
                      </a:cubicBezTo>
                      <a:cubicBezTo>
                        <a:pt x="11144" y="1715"/>
                        <a:pt x="11906" y="1429"/>
                        <a:pt x="12763" y="857"/>
                      </a:cubicBezTo>
                      <a:cubicBezTo>
                        <a:pt x="13621" y="286"/>
                        <a:pt x="14383" y="0"/>
                        <a:pt x="14764" y="0"/>
                      </a:cubicBezTo>
                      <a:cubicBezTo>
                        <a:pt x="15335" y="0"/>
                        <a:pt x="15907" y="476"/>
                        <a:pt x="16383" y="1619"/>
                      </a:cubicBezTo>
                      <a:cubicBezTo>
                        <a:pt x="16383" y="2286"/>
                        <a:pt x="16573" y="5334"/>
                        <a:pt x="16954" y="10477"/>
                      </a:cubicBezTo>
                      <a:cubicBezTo>
                        <a:pt x="17240" y="13906"/>
                        <a:pt x="17336" y="16859"/>
                        <a:pt x="17145" y="19336"/>
                      </a:cubicBezTo>
                      <a:cubicBezTo>
                        <a:pt x="17145" y="19526"/>
                        <a:pt x="16954" y="19907"/>
                        <a:pt x="16764" y="20288"/>
                      </a:cubicBezTo>
                      <a:cubicBezTo>
                        <a:pt x="16573" y="20765"/>
                        <a:pt x="16383" y="21050"/>
                        <a:pt x="16383" y="21241"/>
                      </a:cubicBezTo>
                      <a:cubicBezTo>
                        <a:pt x="16383" y="21431"/>
                        <a:pt x="16478" y="21717"/>
                        <a:pt x="16669" y="21907"/>
                      </a:cubicBezTo>
                      <a:cubicBezTo>
                        <a:pt x="16002" y="21907"/>
                        <a:pt x="15621" y="22098"/>
                        <a:pt x="15526" y="22288"/>
                      </a:cubicBezTo>
                      <a:lnTo>
                        <a:pt x="15526" y="23146"/>
                      </a:lnTo>
                      <a:cubicBezTo>
                        <a:pt x="14764" y="23146"/>
                        <a:pt x="14383" y="23241"/>
                        <a:pt x="14383" y="23527"/>
                      </a:cubicBezTo>
                      <a:cubicBezTo>
                        <a:pt x="14478" y="24098"/>
                        <a:pt x="14859" y="24384"/>
                        <a:pt x="15335" y="24384"/>
                      </a:cubicBezTo>
                      <a:cubicBezTo>
                        <a:pt x="16193" y="24384"/>
                        <a:pt x="16669" y="24098"/>
                        <a:pt x="16764" y="23527"/>
                      </a:cubicBezTo>
                      <a:cubicBezTo>
                        <a:pt x="16954" y="24194"/>
                        <a:pt x="16287" y="25146"/>
                        <a:pt x="14859" y="26194"/>
                      </a:cubicBezTo>
                      <a:cubicBezTo>
                        <a:pt x="13430" y="27242"/>
                        <a:pt x="12668" y="28004"/>
                        <a:pt x="12668" y="28384"/>
                      </a:cubicBezTo>
                      <a:cubicBezTo>
                        <a:pt x="12668" y="28765"/>
                        <a:pt x="13335" y="29146"/>
                        <a:pt x="14668" y="29432"/>
                      </a:cubicBezTo>
                      <a:lnTo>
                        <a:pt x="15526" y="28575"/>
                      </a:lnTo>
                      <a:cubicBezTo>
                        <a:pt x="15526" y="29337"/>
                        <a:pt x="15526" y="29718"/>
                        <a:pt x="15811" y="29813"/>
                      </a:cubicBezTo>
                      <a:lnTo>
                        <a:pt x="16383" y="29813"/>
                      </a:lnTo>
                      <a:lnTo>
                        <a:pt x="16383" y="27813"/>
                      </a:lnTo>
                      <a:cubicBezTo>
                        <a:pt x="16383" y="27813"/>
                        <a:pt x="16669" y="29242"/>
                        <a:pt x="16954" y="31528"/>
                      </a:cubicBezTo>
                      <a:cubicBezTo>
                        <a:pt x="17145" y="33242"/>
                        <a:pt x="17716" y="34480"/>
                        <a:pt x="18574" y="35147"/>
                      </a:cubicBezTo>
                      <a:cubicBezTo>
                        <a:pt x="20384" y="35147"/>
                        <a:pt x="21621" y="34671"/>
                        <a:pt x="22288" y="33623"/>
                      </a:cubicBezTo>
                      <a:lnTo>
                        <a:pt x="21812" y="33052"/>
                      </a:lnTo>
                      <a:lnTo>
                        <a:pt x="24003" y="33909"/>
                      </a:lnTo>
                      <a:cubicBezTo>
                        <a:pt x="24384" y="29527"/>
                        <a:pt x="25908" y="26575"/>
                        <a:pt x="28575" y="25146"/>
                      </a:cubicBezTo>
                      <a:cubicBezTo>
                        <a:pt x="28765" y="23813"/>
                        <a:pt x="29623" y="22384"/>
                        <a:pt x="30956" y="20860"/>
                      </a:cubicBezTo>
                      <a:cubicBezTo>
                        <a:pt x="32290" y="19336"/>
                        <a:pt x="33051" y="17907"/>
                        <a:pt x="33338" y="16764"/>
                      </a:cubicBezTo>
                      <a:cubicBezTo>
                        <a:pt x="33528" y="15907"/>
                        <a:pt x="34290" y="15145"/>
                        <a:pt x="35623" y="14478"/>
                      </a:cubicBezTo>
                      <a:cubicBezTo>
                        <a:pt x="36862" y="13811"/>
                        <a:pt x="37529" y="13144"/>
                        <a:pt x="37529" y="12573"/>
                      </a:cubicBezTo>
                      <a:cubicBezTo>
                        <a:pt x="37529" y="12192"/>
                        <a:pt x="37338" y="11621"/>
                        <a:pt x="36957" y="10858"/>
                      </a:cubicBezTo>
                      <a:lnTo>
                        <a:pt x="40671" y="6667"/>
                      </a:lnTo>
                      <a:lnTo>
                        <a:pt x="39814" y="5810"/>
                      </a:lnTo>
                      <a:cubicBezTo>
                        <a:pt x="39814" y="5810"/>
                        <a:pt x="40671" y="5334"/>
                        <a:pt x="42005" y="4858"/>
                      </a:cubicBezTo>
                      <a:cubicBezTo>
                        <a:pt x="42863" y="4477"/>
                        <a:pt x="43339" y="4000"/>
                        <a:pt x="43339" y="3524"/>
                      </a:cubicBezTo>
                      <a:cubicBezTo>
                        <a:pt x="43339" y="3238"/>
                        <a:pt x="43339" y="2953"/>
                        <a:pt x="43148" y="2667"/>
                      </a:cubicBezTo>
                      <a:cubicBezTo>
                        <a:pt x="45529" y="2191"/>
                        <a:pt x="49053" y="2096"/>
                        <a:pt x="53626" y="2096"/>
                      </a:cubicBezTo>
                      <a:cubicBezTo>
                        <a:pt x="60007" y="2096"/>
                        <a:pt x="63436" y="2191"/>
                        <a:pt x="64008" y="2191"/>
                      </a:cubicBezTo>
                      <a:lnTo>
                        <a:pt x="64484" y="5239"/>
                      </a:lnTo>
                      <a:cubicBezTo>
                        <a:pt x="61626" y="8001"/>
                        <a:pt x="59817" y="9811"/>
                        <a:pt x="58960" y="10858"/>
                      </a:cubicBezTo>
                      <a:cubicBezTo>
                        <a:pt x="57055" y="13240"/>
                        <a:pt x="56007" y="15526"/>
                        <a:pt x="55721" y="17717"/>
                      </a:cubicBezTo>
                      <a:cubicBezTo>
                        <a:pt x="52006" y="20574"/>
                        <a:pt x="48577" y="24479"/>
                        <a:pt x="45053" y="29432"/>
                      </a:cubicBezTo>
                      <a:cubicBezTo>
                        <a:pt x="42196" y="33719"/>
                        <a:pt x="39338" y="38005"/>
                        <a:pt x="36576" y="42386"/>
                      </a:cubicBezTo>
                      <a:cubicBezTo>
                        <a:pt x="36386" y="42767"/>
                        <a:pt x="36290" y="43244"/>
                        <a:pt x="36290" y="43720"/>
                      </a:cubicBezTo>
                      <a:cubicBezTo>
                        <a:pt x="36290" y="44482"/>
                        <a:pt x="36671" y="45244"/>
                        <a:pt x="37433" y="46292"/>
                      </a:cubicBezTo>
                      <a:cubicBezTo>
                        <a:pt x="38290" y="47339"/>
                        <a:pt x="38767" y="48101"/>
                        <a:pt x="38862" y="48673"/>
                      </a:cubicBezTo>
                      <a:cubicBezTo>
                        <a:pt x="38671" y="49054"/>
                        <a:pt x="38195" y="49435"/>
                        <a:pt x="37242" y="49911"/>
                      </a:cubicBezTo>
                      <a:cubicBezTo>
                        <a:pt x="36576" y="50387"/>
                        <a:pt x="36290" y="50959"/>
                        <a:pt x="36480" y="51625"/>
                      </a:cubicBezTo>
                      <a:cubicBezTo>
                        <a:pt x="36766" y="51816"/>
                        <a:pt x="39052" y="53245"/>
                        <a:pt x="43529" y="55817"/>
                      </a:cubicBezTo>
                      <a:cubicBezTo>
                        <a:pt x="46005" y="57340"/>
                        <a:pt x="47720" y="59436"/>
                        <a:pt x="48482" y="62103"/>
                      </a:cubicBezTo>
                      <a:cubicBezTo>
                        <a:pt x="48482" y="62294"/>
                        <a:pt x="49053" y="62579"/>
                        <a:pt x="49911" y="62960"/>
                      </a:cubicBezTo>
                      <a:cubicBezTo>
                        <a:pt x="50673" y="63341"/>
                        <a:pt x="51149" y="63722"/>
                        <a:pt x="51149" y="64008"/>
                      </a:cubicBezTo>
                      <a:cubicBezTo>
                        <a:pt x="51149" y="64294"/>
                        <a:pt x="50959" y="64675"/>
                        <a:pt x="50578" y="64960"/>
                      </a:cubicBezTo>
                      <a:cubicBezTo>
                        <a:pt x="49911" y="65342"/>
                        <a:pt x="48959" y="65723"/>
                        <a:pt x="47720" y="66008"/>
                      </a:cubicBezTo>
                      <a:cubicBezTo>
                        <a:pt x="46482" y="66294"/>
                        <a:pt x="45625" y="66675"/>
                        <a:pt x="45053" y="67151"/>
                      </a:cubicBezTo>
                      <a:lnTo>
                        <a:pt x="45053" y="67437"/>
                      </a:lnTo>
                      <a:cubicBezTo>
                        <a:pt x="45053" y="67437"/>
                        <a:pt x="45720" y="67818"/>
                        <a:pt x="46005" y="67818"/>
                      </a:cubicBezTo>
                      <a:cubicBezTo>
                        <a:pt x="46196" y="67818"/>
                        <a:pt x="46482" y="67818"/>
                        <a:pt x="46863" y="67627"/>
                      </a:cubicBezTo>
                      <a:cubicBezTo>
                        <a:pt x="47149" y="67532"/>
                        <a:pt x="47434" y="67437"/>
                        <a:pt x="47530" y="67437"/>
                      </a:cubicBezTo>
                      <a:cubicBezTo>
                        <a:pt x="48006" y="67437"/>
                        <a:pt x="48292" y="67818"/>
                        <a:pt x="48482" y="68485"/>
                      </a:cubicBezTo>
                      <a:lnTo>
                        <a:pt x="51149" y="66104"/>
                      </a:lnTo>
                      <a:lnTo>
                        <a:pt x="51340" y="66294"/>
                      </a:lnTo>
                      <a:lnTo>
                        <a:pt x="51149" y="66294"/>
                      </a:lnTo>
                      <a:lnTo>
                        <a:pt x="50578" y="66961"/>
                      </a:lnTo>
                      <a:cubicBezTo>
                        <a:pt x="52768" y="66961"/>
                        <a:pt x="54102" y="68199"/>
                        <a:pt x="54769" y="70485"/>
                      </a:cubicBezTo>
                      <a:cubicBezTo>
                        <a:pt x="55530" y="73247"/>
                        <a:pt x="56769" y="74962"/>
                        <a:pt x="58578" y="75724"/>
                      </a:cubicBezTo>
                      <a:cubicBezTo>
                        <a:pt x="57912" y="76390"/>
                        <a:pt x="57626" y="76771"/>
                        <a:pt x="57721" y="76867"/>
                      </a:cubicBezTo>
                      <a:lnTo>
                        <a:pt x="58960" y="76867"/>
                      </a:lnTo>
                      <a:cubicBezTo>
                        <a:pt x="58960" y="76867"/>
                        <a:pt x="58769" y="77343"/>
                        <a:pt x="58769" y="77533"/>
                      </a:cubicBezTo>
                      <a:cubicBezTo>
                        <a:pt x="58769" y="77915"/>
                        <a:pt x="59245" y="78391"/>
                        <a:pt x="60198" y="78867"/>
                      </a:cubicBezTo>
                      <a:cubicBezTo>
                        <a:pt x="61150" y="79343"/>
                        <a:pt x="61626" y="80010"/>
                        <a:pt x="61626" y="80772"/>
                      </a:cubicBezTo>
                      <a:cubicBezTo>
                        <a:pt x="60960" y="80963"/>
                        <a:pt x="60103" y="81439"/>
                        <a:pt x="58960" y="82296"/>
                      </a:cubicBezTo>
                      <a:cubicBezTo>
                        <a:pt x="58769" y="82772"/>
                        <a:pt x="58960" y="83248"/>
                        <a:pt x="59436" y="83725"/>
                      </a:cubicBezTo>
                      <a:cubicBezTo>
                        <a:pt x="59912" y="84106"/>
                        <a:pt x="60103" y="84392"/>
                        <a:pt x="60198" y="84487"/>
                      </a:cubicBezTo>
                      <a:cubicBezTo>
                        <a:pt x="60388" y="84296"/>
                        <a:pt x="60579" y="83915"/>
                        <a:pt x="60674" y="83248"/>
                      </a:cubicBezTo>
                      <a:cubicBezTo>
                        <a:pt x="60674" y="82582"/>
                        <a:pt x="61055" y="82201"/>
                        <a:pt x="61531" y="81915"/>
                      </a:cubicBezTo>
                      <a:lnTo>
                        <a:pt x="62674" y="81915"/>
                      </a:lnTo>
                      <a:close/>
                      <a:moveTo>
                        <a:pt x="8001" y="74200"/>
                      </a:moveTo>
                      <a:cubicBezTo>
                        <a:pt x="8001" y="74200"/>
                        <a:pt x="8572" y="74390"/>
                        <a:pt x="8858" y="74295"/>
                      </a:cubicBezTo>
                      <a:lnTo>
                        <a:pt x="8001" y="74295"/>
                      </a:lnTo>
                      <a:cubicBezTo>
                        <a:pt x="7048" y="73723"/>
                        <a:pt x="6382" y="73533"/>
                        <a:pt x="6096" y="73723"/>
                      </a:cubicBezTo>
                      <a:lnTo>
                        <a:pt x="8001" y="74104"/>
                      </a:lnTo>
                      <a:close/>
                      <a:moveTo>
                        <a:pt x="8096" y="43339"/>
                      </a:moveTo>
                      <a:cubicBezTo>
                        <a:pt x="8096" y="43339"/>
                        <a:pt x="7429" y="43053"/>
                        <a:pt x="6668" y="43053"/>
                      </a:cubicBezTo>
                      <a:lnTo>
                        <a:pt x="7144" y="44291"/>
                      </a:lnTo>
                      <a:lnTo>
                        <a:pt x="8001" y="43434"/>
                      </a:lnTo>
                      <a:close/>
                      <a:moveTo>
                        <a:pt x="9715" y="48387"/>
                      </a:moveTo>
                      <a:cubicBezTo>
                        <a:pt x="9715" y="48387"/>
                        <a:pt x="9430" y="48006"/>
                        <a:pt x="9144" y="47530"/>
                      </a:cubicBezTo>
                      <a:cubicBezTo>
                        <a:pt x="9049" y="47244"/>
                        <a:pt x="8763" y="47149"/>
                        <a:pt x="8477" y="47149"/>
                      </a:cubicBezTo>
                      <a:cubicBezTo>
                        <a:pt x="8287" y="47149"/>
                        <a:pt x="8191" y="47149"/>
                        <a:pt x="8096" y="47244"/>
                      </a:cubicBezTo>
                      <a:cubicBezTo>
                        <a:pt x="8667" y="47434"/>
                        <a:pt x="8954" y="47720"/>
                        <a:pt x="8954" y="47911"/>
                      </a:cubicBezTo>
                      <a:cubicBezTo>
                        <a:pt x="8954" y="48101"/>
                        <a:pt x="8667" y="48292"/>
                        <a:pt x="8287" y="48577"/>
                      </a:cubicBezTo>
                      <a:cubicBezTo>
                        <a:pt x="7811" y="48863"/>
                        <a:pt x="7620" y="49149"/>
                        <a:pt x="7620" y="49244"/>
                      </a:cubicBezTo>
                      <a:cubicBezTo>
                        <a:pt x="7620" y="49340"/>
                        <a:pt x="7620" y="49530"/>
                        <a:pt x="7715" y="49625"/>
                      </a:cubicBezTo>
                      <a:lnTo>
                        <a:pt x="9715" y="48482"/>
                      </a:lnTo>
                      <a:close/>
                      <a:moveTo>
                        <a:pt x="9334" y="69723"/>
                      </a:moveTo>
                      <a:cubicBezTo>
                        <a:pt x="10001" y="69723"/>
                        <a:pt x="10382" y="69628"/>
                        <a:pt x="10477" y="69342"/>
                      </a:cubicBezTo>
                      <a:cubicBezTo>
                        <a:pt x="10382" y="69056"/>
                        <a:pt x="10001" y="68961"/>
                        <a:pt x="9334" y="68961"/>
                      </a:cubicBezTo>
                      <a:lnTo>
                        <a:pt x="9334" y="69723"/>
                      </a:lnTo>
                      <a:close/>
                      <a:moveTo>
                        <a:pt x="15621" y="60198"/>
                      </a:moveTo>
                      <a:cubicBezTo>
                        <a:pt x="15621" y="60198"/>
                        <a:pt x="15907" y="59912"/>
                        <a:pt x="16287" y="59531"/>
                      </a:cubicBezTo>
                      <a:cubicBezTo>
                        <a:pt x="16669" y="59150"/>
                        <a:pt x="16859" y="58865"/>
                        <a:pt x="16859" y="58579"/>
                      </a:cubicBezTo>
                      <a:cubicBezTo>
                        <a:pt x="16573" y="58865"/>
                        <a:pt x="16287" y="59150"/>
                        <a:pt x="16002" y="59436"/>
                      </a:cubicBezTo>
                      <a:cubicBezTo>
                        <a:pt x="15430" y="59912"/>
                        <a:pt x="15335" y="60198"/>
                        <a:pt x="15716" y="60198"/>
                      </a:cubicBezTo>
                      <a:close/>
                      <a:moveTo>
                        <a:pt x="20098" y="55626"/>
                      </a:moveTo>
                      <a:lnTo>
                        <a:pt x="20955" y="53816"/>
                      </a:lnTo>
                      <a:cubicBezTo>
                        <a:pt x="20955" y="53816"/>
                        <a:pt x="20098" y="54007"/>
                        <a:pt x="19621" y="53816"/>
                      </a:cubicBezTo>
                      <a:cubicBezTo>
                        <a:pt x="18955" y="53626"/>
                        <a:pt x="18479" y="53530"/>
                        <a:pt x="18288" y="53530"/>
                      </a:cubicBezTo>
                      <a:cubicBezTo>
                        <a:pt x="18574" y="53530"/>
                        <a:pt x="18955" y="53530"/>
                        <a:pt x="19145" y="53721"/>
                      </a:cubicBezTo>
                      <a:cubicBezTo>
                        <a:pt x="19431" y="53816"/>
                        <a:pt x="19621" y="54578"/>
                        <a:pt x="19812" y="55912"/>
                      </a:cubicBezTo>
                      <a:cubicBezTo>
                        <a:pt x="19812" y="55912"/>
                        <a:pt x="20002" y="55912"/>
                        <a:pt x="20098" y="55721"/>
                      </a:cubicBezTo>
                      <a:close/>
                      <a:moveTo>
                        <a:pt x="23146" y="44672"/>
                      </a:moveTo>
                      <a:lnTo>
                        <a:pt x="23431" y="44291"/>
                      </a:lnTo>
                      <a:cubicBezTo>
                        <a:pt x="23431" y="43815"/>
                        <a:pt x="23050" y="43720"/>
                        <a:pt x="22288" y="44005"/>
                      </a:cubicBezTo>
                      <a:lnTo>
                        <a:pt x="23146" y="44767"/>
                      </a:lnTo>
                      <a:close/>
                      <a:moveTo>
                        <a:pt x="41053" y="51816"/>
                      </a:moveTo>
                      <a:lnTo>
                        <a:pt x="39814" y="52388"/>
                      </a:lnTo>
                      <a:lnTo>
                        <a:pt x="39434" y="51530"/>
                      </a:lnTo>
                      <a:lnTo>
                        <a:pt x="41053" y="51816"/>
                      </a:lnTo>
                      <a:close/>
                      <a:moveTo>
                        <a:pt x="51340" y="66294"/>
                      </a:moveTo>
                      <a:cubicBezTo>
                        <a:pt x="51340" y="66294"/>
                        <a:pt x="51625" y="66580"/>
                        <a:pt x="51816" y="66961"/>
                      </a:cubicBezTo>
                      <a:lnTo>
                        <a:pt x="51340" y="66294"/>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81" name="Google Shape;1281;p99"/>
              <p:cNvGrpSpPr/>
              <p:nvPr/>
            </p:nvGrpSpPr>
            <p:grpSpPr>
              <a:xfrm>
                <a:off x="9922758" y="3811810"/>
                <a:ext cx="377475" cy="172606"/>
                <a:chOff x="4669440" y="1529905"/>
                <a:chExt cx="377475" cy="172606"/>
              </a:xfrm>
            </p:grpSpPr>
            <p:sp>
              <p:nvSpPr>
                <p:cNvPr id="1282" name="Google Shape;1282;p99"/>
                <p:cNvSpPr/>
                <p:nvPr/>
              </p:nvSpPr>
              <p:spPr>
                <a:xfrm>
                  <a:off x="4669440" y="1531810"/>
                  <a:ext cx="127253" cy="170701"/>
                </a:xfrm>
                <a:custGeom>
                  <a:avLst/>
                  <a:gdLst/>
                  <a:ahLst/>
                  <a:cxnLst/>
                  <a:rect l="l" t="t" r="r" b="b"/>
                  <a:pathLst>
                    <a:path w="127253" h="170701" extrusionOk="0">
                      <a:moveTo>
                        <a:pt x="103251" y="45434"/>
                      </a:moveTo>
                      <a:cubicBezTo>
                        <a:pt x="103441" y="46101"/>
                        <a:pt x="103918" y="46482"/>
                        <a:pt x="104489" y="46482"/>
                      </a:cubicBezTo>
                      <a:lnTo>
                        <a:pt x="106013" y="46482"/>
                      </a:lnTo>
                      <a:cubicBezTo>
                        <a:pt x="104394" y="51149"/>
                        <a:pt x="104204" y="56960"/>
                        <a:pt x="105346" y="64008"/>
                      </a:cubicBezTo>
                      <a:cubicBezTo>
                        <a:pt x="104965" y="65532"/>
                        <a:pt x="103822" y="68104"/>
                        <a:pt x="101727" y="71438"/>
                      </a:cubicBezTo>
                      <a:lnTo>
                        <a:pt x="103251" y="73152"/>
                      </a:lnTo>
                      <a:cubicBezTo>
                        <a:pt x="102775" y="74295"/>
                        <a:pt x="101537" y="75152"/>
                        <a:pt x="99441" y="75914"/>
                      </a:cubicBezTo>
                      <a:cubicBezTo>
                        <a:pt x="97346" y="76581"/>
                        <a:pt x="96012" y="77629"/>
                        <a:pt x="95440" y="78867"/>
                      </a:cubicBezTo>
                      <a:lnTo>
                        <a:pt x="98869" y="79534"/>
                      </a:lnTo>
                      <a:cubicBezTo>
                        <a:pt x="96107" y="84773"/>
                        <a:pt x="91059" y="90964"/>
                        <a:pt x="83915" y="98203"/>
                      </a:cubicBezTo>
                      <a:lnTo>
                        <a:pt x="81058" y="98203"/>
                      </a:lnTo>
                      <a:lnTo>
                        <a:pt x="81058" y="100584"/>
                      </a:lnTo>
                      <a:cubicBezTo>
                        <a:pt x="81058" y="100584"/>
                        <a:pt x="80486" y="99917"/>
                        <a:pt x="80010" y="99917"/>
                      </a:cubicBezTo>
                      <a:cubicBezTo>
                        <a:pt x="78962" y="100108"/>
                        <a:pt x="78486" y="100108"/>
                        <a:pt x="78200" y="99917"/>
                      </a:cubicBezTo>
                      <a:lnTo>
                        <a:pt x="77724" y="100584"/>
                      </a:lnTo>
                      <a:cubicBezTo>
                        <a:pt x="79438" y="101156"/>
                        <a:pt x="80486" y="103061"/>
                        <a:pt x="81248" y="106299"/>
                      </a:cubicBezTo>
                      <a:cubicBezTo>
                        <a:pt x="82010" y="109538"/>
                        <a:pt x="82867" y="111252"/>
                        <a:pt x="84010" y="111633"/>
                      </a:cubicBezTo>
                      <a:cubicBezTo>
                        <a:pt x="83725" y="114300"/>
                        <a:pt x="84582" y="117158"/>
                        <a:pt x="86677" y="120110"/>
                      </a:cubicBezTo>
                      <a:cubicBezTo>
                        <a:pt x="89154" y="123444"/>
                        <a:pt x="90678" y="126302"/>
                        <a:pt x="91059" y="128588"/>
                      </a:cubicBezTo>
                      <a:cubicBezTo>
                        <a:pt x="90297" y="130112"/>
                        <a:pt x="88868" y="130588"/>
                        <a:pt x="86582" y="129921"/>
                      </a:cubicBezTo>
                      <a:cubicBezTo>
                        <a:pt x="84391" y="129350"/>
                        <a:pt x="83248" y="129445"/>
                        <a:pt x="83248" y="130207"/>
                      </a:cubicBezTo>
                      <a:cubicBezTo>
                        <a:pt x="83248" y="130969"/>
                        <a:pt x="83534" y="131921"/>
                        <a:pt x="84010" y="133255"/>
                      </a:cubicBezTo>
                      <a:lnTo>
                        <a:pt x="86677" y="132588"/>
                      </a:lnTo>
                      <a:cubicBezTo>
                        <a:pt x="86868" y="133160"/>
                        <a:pt x="86487" y="134302"/>
                        <a:pt x="85249" y="136017"/>
                      </a:cubicBezTo>
                      <a:lnTo>
                        <a:pt x="87344" y="138303"/>
                      </a:lnTo>
                      <a:cubicBezTo>
                        <a:pt x="87344" y="138303"/>
                        <a:pt x="88106" y="136779"/>
                        <a:pt x="88582" y="134969"/>
                      </a:cubicBezTo>
                      <a:lnTo>
                        <a:pt x="89440" y="138970"/>
                      </a:lnTo>
                      <a:cubicBezTo>
                        <a:pt x="90964" y="138398"/>
                        <a:pt x="91726" y="136493"/>
                        <a:pt x="91440" y="133255"/>
                      </a:cubicBezTo>
                      <a:cubicBezTo>
                        <a:pt x="93154" y="134302"/>
                        <a:pt x="94488" y="136303"/>
                        <a:pt x="95440" y="139351"/>
                      </a:cubicBezTo>
                      <a:cubicBezTo>
                        <a:pt x="96488" y="142399"/>
                        <a:pt x="97631" y="144209"/>
                        <a:pt x="98869" y="144780"/>
                      </a:cubicBezTo>
                      <a:cubicBezTo>
                        <a:pt x="98584" y="145923"/>
                        <a:pt x="98393" y="147066"/>
                        <a:pt x="98393" y="148209"/>
                      </a:cubicBezTo>
                      <a:cubicBezTo>
                        <a:pt x="98393" y="150304"/>
                        <a:pt x="99346" y="153162"/>
                        <a:pt x="101155" y="156591"/>
                      </a:cubicBezTo>
                      <a:cubicBezTo>
                        <a:pt x="103060" y="160020"/>
                        <a:pt x="104013" y="162496"/>
                        <a:pt x="104013" y="163925"/>
                      </a:cubicBezTo>
                      <a:cubicBezTo>
                        <a:pt x="104013" y="165830"/>
                        <a:pt x="103156" y="167735"/>
                        <a:pt x="101251" y="169450"/>
                      </a:cubicBezTo>
                      <a:cubicBezTo>
                        <a:pt x="99822" y="169450"/>
                        <a:pt x="97441" y="169640"/>
                        <a:pt x="94107" y="170117"/>
                      </a:cubicBezTo>
                      <a:cubicBezTo>
                        <a:pt x="90678" y="170498"/>
                        <a:pt x="88106" y="170688"/>
                        <a:pt x="86487" y="170688"/>
                      </a:cubicBezTo>
                      <a:cubicBezTo>
                        <a:pt x="81153" y="170688"/>
                        <a:pt x="77057" y="168973"/>
                        <a:pt x="74200" y="165544"/>
                      </a:cubicBezTo>
                      <a:lnTo>
                        <a:pt x="73628" y="166688"/>
                      </a:lnTo>
                      <a:cubicBezTo>
                        <a:pt x="72866" y="164592"/>
                        <a:pt x="72199" y="162496"/>
                        <a:pt x="71533" y="160306"/>
                      </a:cubicBezTo>
                      <a:cubicBezTo>
                        <a:pt x="70390" y="157544"/>
                        <a:pt x="68961" y="155734"/>
                        <a:pt x="67151" y="155258"/>
                      </a:cubicBezTo>
                      <a:cubicBezTo>
                        <a:pt x="67532" y="154305"/>
                        <a:pt x="67723" y="153352"/>
                        <a:pt x="67723" y="152686"/>
                      </a:cubicBezTo>
                      <a:cubicBezTo>
                        <a:pt x="67723" y="151162"/>
                        <a:pt x="66865" y="149638"/>
                        <a:pt x="65151" y="148114"/>
                      </a:cubicBezTo>
                      <a:cubicBezTo>
                        <a:pt x="63341" y="146590"/>
                        <a:pt x="62579" y="145161"/>
                        <a:pt x="62579" y="143827"/>
                      </a:cubicBezTo>
                      <a:cubicBezTo>
                        <a:pt x="62579" y="142780"/>
                        <a:pt x="62770" y="141827"/>
                        <a:pt x="63246" y="140684"/>
                      </a:cubicBezTo>
                      <a:cubicBezTo>
                        <a:pt x="62008" y="138684"/>
                        <a:pt x="60579" y="134779"/>
                        <a:pt x="58960" y="128969"/>
                      </a:cubicBezTo>
                      <a:cubicBezTo>
                        <a:pt x="57531" y="124015"/>
                        <a:pt x="55721" y="120396"/>
                        <a:pt x="53530" y="117919"/>
                      </a:cubicBezTo>
                      <a:cubicBezTo>
                        <a:pt x="53530" y="114300"/>
                        <a:pt x="52102" y="109919"/>
                        <a:pt x="49339" y="104775"/>
                      </a:cubicBezTo>
                      <a:lnTo>
                        <a:pt x="43910" y="103823"/>
                      </a:lnTo>
                      <a:lnTo>
                        <a:pt x="44387" y="103251"/>
                      </a:lnTo>
                      <a:cubicBezTo>
                        <a:pt x="44005" y="102584"/>
                        <a:pt x="43529" y="102108"/>
                        <a:pt x="42958" y="102108"/>
                      </a:cubicBezTo>
                      <a:lnTo>
                        <a:pt x="40957" y="104680"/>
                      </a:lnTo>
                      <a:cubicBezTo>
                        <a:pt x="40386" y="104680"/>
                        <a:pt x="38957" y="105061"/>
                        <a:pt x="36957" y="105727"/>
                      </a:cubicBezTo>
                      <a:cubicBezTo>
                        <a:pt x="34862" y="106394"/>
                        <a:pt x="33242" y="106775"/>
                        <a:pt x="32194" y="106775"/>
                      </a:cubicBezTo>
                      <a:cubicBezTo>
                        <a:pt x="31337" y="106775"/>
                        <a:pt x="30575" y="106585"/>
                        <a:pt x="30004" y="106204"/>
                      </a:cubicBezTo>
                      <a:cubicBezTo>
                        <a:pt x="29813" y="106490"/>
                        <a:pt x="29813" y="106775"/>
                        <a:pt x="29813" y="107061"/>
                      </a:cubicBezTo>
                      <a:cubicBezTo>
                        <a:pt x="29813" y="107442"/>
                        <a:pt x="30004" y="107823"/>
                        <a:pt x="30289" y="108204"/>
                      </a:cubicBezTo>
                      <a:cubicBezTo>
                        <a:pt x="30575" y="108585"/>
                        <a:pt x="30671" y="108775"/>
                        <a:pt x="30671" y="108966"/>
                      </a:cubicBezTo>
                      <a:cubicBezTo>
                        <a:pt x="30671" y="109252"/>
                        <a:pt x="30099" y="109728"/>
                        <a:pt x="29146" y="110490"/>
                      </a:cubicBezTo>
                      <a:lnTo>
                        <a:pt x="30004" y="123635"/>
                      </a:lnTo>
                      <a:lnTo>
                        <a:pt x="28575" y="125158"/>
                      </a:lnTo>
                      <a:cubicBezTo>
                        <a:pt x="29623" y="129159"/>
                        <a:pt x="30004" y="134969"/>
                        <a:pt x="30004" y="142304"/>
                      </a:cubicBezTo>
                      <a:cubicBezTo>
                        <a:pt x="30004" y="143065"/>
                        <a:pt x="29718" y="144590"/>
                        <a:pt x="29146" y="146875"/>
                      </a:cubicBezTo>
                      <a:cubicBezTo>
                        <a:pt x="28575" y="149162"/>
                        <a:pt x="28384" y="150971"/>
                        <a:pt x="28384" y="152210"/>
                      </a:cubicBezTo>
                      <a:cubicBezTo>
                        <a:pt x="28384" y="154496"/>
                        <a:pt x="29146" y="156210"/>
                        <a:pt x="30480" y="157544"/>
                      </a:cubicBezTo>
                      <a:cubicBezTo>
                        <a:pt x="29623" y="158210"/>
                        <a:pt x="29242" y="159544"/>
                        <a:pt x="29242" y="161544"/>
                      </a:cubicBezTo>
                      <a:lnTo>
                        <a:pt x="29242" y="163640"/>
                      </a:lnTo>
                      <a:cubicBezTo>
                        <a:pt x="29337" y="164497"/>
                        <a:pt x="29337" y="165164"/>
                        <a:pt x="29337" y="165544"/>
                      </a:cubicBezTo>
                      <a:cubicBezTo>
                        <a:pt x="29337" y="168212"/>
                        <a:pt x="28099" y="169354"/>
                        <a:pt x="25622" y="168973"/>
                      </a:cubicBezTo>
                      <a:lnTo>
                        <a:pt x="26479" y="169831"/>
                      </a:lnTo>
                      <a:cubicBezTo>
                        <a:pt x="24670" y="170783"/>
                        <a:pt x="22098" y="170974"/>
                        <a:pt x="19145" y="170307"/>
                      </a:cubicBezTo>
                      <a:cubicBezTo>
                        <a:pt x="16192" y="169736"/>
                        <a:pt x="14192" y="169831"/>
                        <a:pt x="13144" y="170688"/>
                      </a:cubicBezTo>
                      <a:cubicBezTo>
                        <a:pt x="9049" y="170117"/>
                        <a:pt x="5239" y="168783"/>
                        <a:pt x="1429" y="166688"/>
                      </a:cubicBezTo>
                      <a:cubicBezTo>
                        <a:pt x="1714" y="155829"/>
                        <a:pt x="1429" y="139160"/>
                        <a:pt x="857" y="116872"/>
                      </a:cubicBezTo>
                      <a:lnTo>
                        <a:pt x="0" y="116872"/>
                      </a:lnTo>
                      <a:cubicBezTo>
                        <a:pt x="952" y="115348"/>
                        <a:pt x="1429" y="113443"/>
                        <a:pt x="1429" y="111157"/>
                      </a:cubicBezTo>
                      <a:cubicBezTo>
                        <a:pt x="1429" y="110300"/>
                        <a:pt x="1429" y="108871"/>
                        <a:pt x="1048" y="106775"/>
                      </a:cubicBezTo>
                      <a:cubicBezTo>
                        <a:pt x="762" y="104775"/>
                        <a:pt x="571" y="103156"/>
                        <a:pt x="571" y="102013"/>
                      </a:cubicBezTo>
                      <a:cubicBezTo>
                        <a:pt x="571" y="99441"/>
                        <a:pt x="1143" y="97250"/>
                        <a:pt x="2191" y="95250"/>
                      </a:cubicBezTo>
                      <a:cubicBezTo>
                        <a:pt x="1619" y="87916"/>
                        <a:pt x="1333" y="77915"/>
                        <a:pt x="1333" y="65151"/>
                      </a:cubicBezTo>
                      <a:lnTo>
                        <a:pt x="1333" y="34290"/>
                      </a:lnTo>
                      <a:cubicBezTo>
                        <a:pt x="571" y="33719"/>
                        <a:pt x="286" y="33147"/>
                        <a:pt x="286" y="32385"/>
                      </a:cubicBezTo>
                      <a:cubicBezTo>
                        <a:pt x="286" y="32004"/>
                        <a:pt x="571" y="31052"/>
                        <a:pt x="1333" y="29813"/>
                      </a:cubicBezTo>
                      <a:cubicBezTo>
                        <a:pt x="2000" y="28575"/>
                        <a:pt x="2286" y="27527"/>
                        <a:pt x="2286" y="26765"/>
                      </a:cubicBezTo>
                      <a:cubicBezTo>
                        <a:pt x="857" y="25241"/>
                        <a:pt x="95" y="23527"/>
                        <a:pt x="95" y="21527"/>
                      </a:cubicBezTo>
                      <a:cubicBezTo>
                        <a:pt x="95" y="20288"/>
                        <a:pt x="571" y="18193"/>
                        <a:pt x="1333" y="15145"/>
                      </a:cubicBezTo>
                      <a:cubicBezTo>
                        <a:pt x="2191" y="12192"/>
                        <a:pt x="2476" y="9906"/>
                        <a:pt x="2191" y="8192"/>
                      </a:cubicBezTo>
                      <a:lnTo>
                        <a:pt x="9620" y="762"/>
                      </a:lnTo>
                      <a:lnTo>
                        <a:pt x="41338" y="0"/>
                      </a:lnTo>
                      <a:cubicBezTo>
                        <a:pt x="41815" y="667"/>
                        <a:pt x="43243" y="2191"/>
                        <a:pt x="45720" y="4667"/>
                      </a:cubicBezTo>
                      <a:cubicBezTo>
                        <a:pt x="47339" y="6477"/>
                        <a:pt x="48482" y="8477"/>
                        <a:pt x="49149" y="10573"/>
                      </a:cubicBezTo>
                      <a:cubicBezTo>
                        <a:pt x="49054" y="9906"/>
                        <a:pt x="49054" y="9239"/>
                        <a:pt x="49054" y="8668"/>
                      </a:cubicBezTo>
                      <a:cubicBezTo>
                        <a:pt x="49054" y="6858"/>
                        <a:pt x="50006" y="5429"/>
                        <a:pt x="51816" y="4191"/>
                      </a:cubicBezTo>
                      <a:cubicBezTo>
                        <a:pt x="54292" y="2762"/>
                        <a:pt x="55721" y="1715"/>
                        <a:pt x="56197" y="762"/>
                      </a:cubicBezTo>
                      <a:cubicBezTo>
                        <a:pt x="56864" y="476"/>
                        <a:pt x="57721" y="1048"/>
                        <a:pt x="58674" y="2477"/>
                      </a:cubicBezTo>
                      <a:cubicBezTo>
                        <a:pt x="59055" y="2286"/>
                        <a:pt x="59436" y="2286"/>
                        <a:pt x="59912" y="2286"/>
                      </a:cubicBezTo>
                      <a:cubicBezTo>
                        <a:pt x="60769" y="2286"/>
                        <a:pt x="62103" y="2953"/>
                        <a:pt x="63913" y="4191"/>
                      </a:cubicBezTo>
                      <a:cubicBezTo>
                        <a:pt x="65818" y="5429"/>
                        <a:pt x="67246" y="6001"/>
                        <a:pt x="68389" y="5906"/>
                      </a:cubicBezTo>
                      <a:lnTo>
                        <a:pt x="74485" y="5906"/>
                      </a:lnTo>
                      <a:cubicBezTo>
                        <a:pt x="74200" y="8192"/>
                        <a:pt x="74771" y="9335"/>
                        <a:pt x="76581" y="9335"/>
                      </a:cubicBezTo>
                      <a:cubicBezTo>
                        <a:pt x="76581" y="9335"/>
                        <a:pt x="76962" y="9335"/>
                        <a:pt x="77438" y="9144"/>
                      </a:cubicBezTo>
                      <a:lnTo>
                        <a:pt x="78676" y="9144"/>
                      </a:lnTo>
                      <a:cubicBezTo>
                        <a:pt x="80200" y="9144"/>
                        <a:pt x="81153" y="10001"/>
                        <a:pt x="81439" y="11716"/>
                      </a:cubicBezTo>
                      <a:lnTo>
                        <a:pt x="85725" y="11716"/>
                      </a:lnTo>
                      <a:cubicBezTo>
                        <a:pt x="88392" y="14669"/>
                        <a:pt x="91059" y="17621"/>
                        <a:pt x="93631" y="20669"/>
                      </a:cubicBezTo>
                      <a:cubicBezTo>
                        <a:pt x="96869" y="24289"/>
                        <a:pt x="98393" y="27813"/>
                        <a:pt x="98679" y="30956"/>
                      </a:cubicBezTo>
                      <a:cubicBezTo>
                        <a:pt x="100584" y="32099"/>
                        <a:pt x="101727" y="34004"/>
                        <a:pt x="102394" y="36767"/>
                      </a:cubicBezTo>
                      <a:cubicBezTo>
                        <a:pt x="103156" y="40577"/>
                        <a:pt x="103918" y="43053"/>
                        <a:pt x="104489" y="44101"/>
                      </a:cubicBezTo>
                      <a:lnTo>
                        <a:pt x="103156" y="45625"/>
                      </a:lnTo>
                      <a:close/>
                      <a:moveTo>
                        <a:pt x="16859" y="53435"/>
                      </a:moveTo>
                      <a:lnTo>
                        <a:pt x="16859" y="48768"/>
                      </a:lnTo>
                      <a:lnTo>
                        <a:pt x="16097" y="48768"/>
                      </a:lnTo>
                      <a:lnTo>
                        <a:pt x="16097" y="53435"/>
                      </a:lnTo>
                      <a:lnTo>
                        <a:pt x="16859" y="53435"/>
                      </a:lnTo>
                      <a:close/>
                      <a:moveTo>
                        <a:pt x="21717" y="25051"/>
                      </a:moveTo>
                      <a:cubicBezTo>
                        <a:pt x="21526" y="24384"/>
                        <a:pt x="21717" y="23241"/>
                        <a:pt x="22003" y="21812"/>
                      </a:cubicBezTo>
                      <a:cubicBezTo>
                        <a:pt x="22384" y="20288"/>
                        <a:pt x="22479" y="19336"/>
                        <a:pt x="22479" y="18955"/>
                      </a:cubicBezTo>
                      <a:cubicBezTo>
                        <a:pt x="22479" y="17240"/>
                        <a:pt x="21717" y="16097"/>
                        <a:pt x="20288" y="15621"/>
                      </a:cubicBezTo>
                      <a:lnTo>
                        <a:pt x="22479" y="13049"/>
                      </a:lnTo>
                      <a:cubicBezTo>
                        <a:pt x="22479" y="13049"/>
                        <a:pt x="22479" y="12478"/>
                        <a:pt x="22288" y="12192"/>
                      </a:cubicBezTo>
                      <a:cubicBezTo>
                        <a:pt x="20860" y="13525"/>
                        <a:pt x="20098" y="14954"/>
                        <a:pt x="20098" y="16383"/>
                      </a:cubicBezTo>
                      <a:cubicBezTo>
                        <a:pt x="20098" y="17050"/>
                        <a:pt x="20669" y="18955"/>
                        <a:pt x="21717" y="21908"/>
                      </a:cubicBezTo>
                      <a:cubicBezTo>
                        <a:pt x="20955" y="22098"/>
                        <a:pt x="20574" y="22574"/>
                        <a:pt x="20383" y="23431"/>
                      </a:cubicBezTo>
                      <a:cubicBezTo>
                        <a:pt x="20193" y="24289"/>
                        <a:pt x="19907" y="24860"/>
                        <a:pt x="19621" y="25146"/>
                      </a:cubicBezTo>
                      <a:lnTo>
                        <a:pt x="21812" y="25146"/>
                      </a:lnTo>
                      <a:close/>
                      <a:moveTo>
                        <a:pt x="29146" y="20193"/>
                      </a:moveTo>
                      <a:lnTo>
                        <a:pt x="31909" y="22574"/>
                      </a:lnTo>
                      <a:lnTo>
                        <a:pt x="31909" y="22765"/>
                      </a:lnTo>
                      <a:lnTo>
                        <a:pt x="30480" y="24479"/>
                      </a:lnTo>
                      <a:lnTo>
                        <a:pt x="31909" y="24479"/>
                      </a:lnTo>
                      <a:lnTo>
                        <a:pt x="31909" y="12764"/>
                      </a:lnTo>
                      <a:cubicBezTo>
                        <a:pt x="31909" y="12764"/>
                        <a:pt x="30956" y="13716"/>
                        <a:pt x="30099" y="14478"/>
                      </a:cubicBezTo>
                      <a:cubicBezTo>
                        <a:pt x="30099" y="14097"/>
                        <a:pt x="29813" y="13811"/>
                        <a:pt x="29146" y="13811"/>
                      </a:cubicBezTo>
                      <a:cubicBezTo>
                        <a:pt x="29432" y="14383"/>
                        <a:pt x="29813" y="14669"/>
                        <a:pt x="30099" y="14478"/>
                      </a:cubicBezTo>
                      <a:cubicBezTo>
                        <a:pt x="30385" y="15050"/>
                        <a:pt x="30194" y="16002"/>
                        <a:pt x="29813" y="17240"/>
                      </a:cubicBezTo>
                      <a:cubicBezTo>
                        <a:pt x="29813" y="17145"/>
                        <a:pt x="29813" y="16954"/>
                        <a:pt x="30004" y="16859"/>
                      </a:cubicBezTo>
                      <a:cubicBezTo>
                        <a:pt x="30480" y="16859"/>
                        <a:pt x="30956" y="17240"/>
                        <a:pt x="31242" y="17907"/>
                      </a:cubicBezTo>
                      <a:lnTo>
                        <a:pt x="29146" y="20193"/>
                      </a:lnTo>
                      <a:close/>
                      <a:moveTo>
                        <a:pt x="74676" y="55817"/>
                      </a:moveTo>
                      <a:cubicBezTo>
                        <a:pt x="74866" y="55054"/>
                        <a:pt x="75057" y="54578"/>
                        <a:pt x="75057" y="54102"/>
                      </a:cubicBezTo>
                      <a:cubicBezTo>
                        <a:pt x="75057" y="53150"/>
                        <a:pt x="74485" y="52197"/>
                        <a:pt x="73438" y="51149"/>
                      </a:cubicBezTo>
                      <a:cubicBezTo>
                        <a:pt x="72295" y="50197"/>
                        <a:pt x="71628" y="49340"/>
                        <a:pt x="71438" y="48768"/>
                      </a:cubicBezTo>
                      <a:cubicBezTo>
                        <a:pt x="71818" y="47911"/>
                        <a:pt x="72104" y="47149"/>
                        <a:pt x="72104" y="46482"/>
                      </a:cubicBezTo>
                      <a:cubicBezTo>
                        <a:pt x="72104" y="45339"/>
                        <a:pt x="71152" y="44196"/>
                        <a:pt x="69532" y="42863"/>
                      </a:cubicBezTo>
                      <a:cubicBezTo>
                        <a:pt x="67723" y="41624"/>
                        <a:pt x="66770" y="40672"/>
                        <a:pt x="66580" y="39910"/>
                      </a:cubicBezTo>
                      <a:cubicBezTo>
                        <a:pt x="66008" y="39243"/>
                        <a:pt x="65246" y="38862"/>
                        <a:pt x="64389" y="38862"/>
                      </a:cubicBezTo>
                      <a:cubicBezTo>
                        <a:pt x="64008" y="38862"/>
                        <a:pt x="63437" y="38957"/>
                        <a:pt x="62770" y="39148"/>
                      </a:cubicBezTo>
                      <a:cubicBezTo>
                        <a:pt x="61913" y="39433"/>
                        <a:pt x="61341" y="39529"/>
                        <a:pt x="60960" y="39529"/>
                      </a:cubicBezTo>
                      <a:cubicBezTo>
                        <a:pt x="59912" y="39529"/>
                        <a:pt x="59150" y="38767"/>
                        <a:pt x="58864" y="37243"/>
                      </a:cubicBezTo>
                      <a:lnTo>
                        <a:pt x="60293" y="35909"/>
                      </a:lnTo>
                      <a:cubicBezTo>
                        <a:pt x="57912" y="35623"/>
                        <a:pt x="56483" y="36671"/>
                        <a:pt x="56388" y="39052"/>
                      </a:cubicBezTo>
                      <a:cubicBezTo>
                        <a:pt x="56007" y="42481"/>
                        <a:pt x="55531" y="44577"/>
                        <a:pt x="54864" y="45434"/>
                      </a:cubicBezTo>
                      <a:cubicBezTo>
                        <a:pt x="54197" y="42767"/>
                        <a:pt x="53530" y="40005"/>
                        <a:pt x="52768" y="37338"/>
                      </a:cubicBezTo>
                      <a:cubicBezTo>
                        <a:pt x="52006" y="34576"/>
                        <a:pt x="50387" y="32385"/>
                        <a:pt x="47815" y="30766"/>
                      </a:cubicBezTo>
                      <a:cubicBezTo>
                        <a:pt x="47530" y="33623"/>
                        <a:pt x="46006" y="35052"/>
                        <a:pt x="43529" y="35052"/>
                      </a:cubicBezTo>
                      <a:cubicBezTo>
                        <a:pt x="42958" y="35052"/>
                        <a:pt x="42005" y="34957"/>
                        <a:pt x="40672" y="34862"/>
                      </a:cubicBezTo>
                      <a:cubicBezTo>
                        <a:pt x="39338" y="34671"/>
                        <a:pt x="38386" y="34671"/>
                        <a:pt x="37624" y="34671"/>
                      </a:cubicBezTo>
                      <a:cubicBezTo>
                        <a:pt x="36862" y="34671"/>
                        <a:pt x="36195" y="34671"/>
                        <a:pt x="35623" y="34862"/>
                      </a:cubicBezTo>
                      <a:cubicBezTo>
                        <a:pt x="32099" y="37338"/>
                        <a:pt x="30385" y="41719"/>
                        <a:pt x="30385" y="48006"/>
                      </a:cubicBezTo>
                      <a:cubicBezTo>
                        <a:pt x="30385" y="49149"/>
                        <a:pt x="30385" y="51054"/>
                        <a:pt x="30575" y="53626"/>
                      </a:cubicBezTo>
                      <a:cubicBezTo>
                        <a:pt x="30575" y="56198"/>
                        <a:pt x="30671" y="58198"/>
                        <a:pt x="30671" y="59436"/>
                      </a:cubicBezTo>
                      <a:cubicBezTo>
                        <a:pt x="30671" y="62294"/>
                        <a:pt x="30480" y="64675"/>
                        <a:pt x="30004" y="66675"/>
                      </a:cubicBezTo>
                      <a:cubicBezTo>
                        <a:pt x="30099" y="68390"/>
                        <a:pt x="31242" y="69056"/>
                        <a:pt x="33242" y="68961"/>
                      </a:cubicBezTo>
                      <a:cubicBezTo>
                        <a:pt x="35338" y="68866"/>
                        <a:pt x="36576" y="69723"/>
                        <a:pt x="37052" y="71533"/>
                      </a:cubicBezTo>
                      <a:cubicBezTo>
                        <a:pt x="37909" y="72104"/>
                        <a:pt x="39910" y="72295"/>
                        <a:pt x="42863" y="72200"/>
                      </a:cubicBezTo>
                      <a:cubicBezTo>
                        <a:pt x="45244" y="72200"/>
                        <a:pt x="46958" y="73152"/>
                        <a:pt x="47911" y="74962"/>
                      </a:cubicBezTo>
                      <a:cubicBezTo>
                        <a:pt x="48768" y="73057"/>
                        <a:pt x="50006" y="71914"/>
                        <a:pt x="51625" y="71628"/>
                      </a:cubicBezTo>
                      <a:lnTo>
                        <a:pt x="56102" y="71628"/>
                      </a:lnTo>
                      <a:cubicBezTo>
                        <a:pt x="57340" y="71342"/>
                        <a:pt x="58293" y="70580"/>
                        <a:pt x="58960" y="69342"/>
                      </a:cubicBezTo>
                      <a:cubicBezTo>
                        <a:pt x="63246" y="69914"/>
                        <a:pt x="68104" y="66770"/>
                        <a:pt x="73723" y="60008"/>
                      </a:cubicBezTo>
                      <a:lnTo>
                        <a:pt x="70866" y="58769"/>
                      </a:lnTo>
                      <a:lnTo>
                        <a:pt x="74771" y="56007"/>
                      </a:lnTo>
                      <a:close/>
                      <a:moveTo>
                        <a:pt x="71533" y="22765"/>
                      </a:moveTo>
                      <a:cubicBezTo>
                        <a:pt x="71438" y="22289"/>
                        <a:pt x="71152" y="21908"/>
                        <a:pt x="70580" y="21908"/>
                      </a:cubicBezTo>
                      <a:cubicBezTo>
                        <a:pt x="69532" y="21908"/>
                        <a:pt x="68961" y="22384"/>
                        <a:pt x="68961" y="23431"/>
                      </a:cubicBezTo>
                      <a:cubicBezTo>
                        <a:pt x="68961" y="23527"/>
                        <a:pt x="69056" y="23622"/>
                        <a:pt x="69247" y="23622"/>
                      </a:cubicBezTo>
                      <a:lnTo>
                        <a:pt x="71438" y="22765"/>
                      </a:lnTo>
                      <a:close/>
                      <a:moveTo>
                        <a:pt x="79057" y="12764"/>
                      </a:moveTo>
                      <a:lnTo>
                        <a:pt x="79057" y="11525"/>
                      </a:lnTo>
                      <a:cubicBezTo>
                        <a:pt x="79057" y="11525"/>
                        <a:pt x="77152" y="12192"/>
                        <a:pt x="74676" y="12192"/>
                      </a:cubicBezTo>
                      <a:lnTo>
                        <a:pt x="79057" y="12764"/>
                      </a:lnTo>
                      <a:close/>
                      <a:moveTo>
                        <a:pt x="74676" y="48768"/>
                      </a:moveTo>
                      <a:lnTo>
                        <a:pt x="77629" y="48768"/>
                      </a:lnTo>
                      <a:cubicBezTo>
                        <a:pt x="76390" y="47435"/>
                        <a:pt x="75438" y="46863"/>
                        <a:pt x="74676" y="47054"/>
                      </a:cubicBezTo>
                      <a:lnTo>
                        <a:pt x="74676" y="48768"/>
                      </a:lnTo>
                      <a:close/>
                      <a:moveTo>
                        <a:pt x="80391" y="59150"/>
                      </a:moveTo>
                      <a:lnTo>
                        <a:pt x="82391" y="56769"/>
                      </a:lnTo>
                      <a:lnTo>
                        <a:pt x="81534" y="56769"/>
                      </a:lnTo>
                      <a:lnTo>
                        <a:pt x="80391" y="59150"/>
                      </a:lnTo>
                      <a:close/>
                      <a:moveTo>
                        <a:pt x="85915" y="59531"/>
                      </a:moveTo>
                      <a:cubicBezTo>
                        <a:pt x="85915" y="59531"/>
                        <a:pt x="85249" y="58483"/>
                        <a:pt x="85249" y="57626"/>
                      </a:cubicBezTo>
                      <a:cubicBezTo>
                        <a:pt x="85249" y="55245"/>
                        <a:pt x="86106" y="53340"/>
                        <a:pt x="88011" y="52102"/>
                      </a:cubicBezTo>
                      <a:cubicBezTo>
                        <a:pt x="87630" y="51625"/>
                        <a:pt x="87249" y="51435"/>
                        <a:pt x="86773" y="51435"/>
                      </a:cubicBezTo>
                      <a:cubicBezTo>
                        <a:pt x="86582" y="51435"/>
                        <a:pt x="85154" y="52483"/>
                        <a:pt x="82391" y="54388"/>
                      </a:cubicBezTo>
                      <a:cubicBezTo>
                        <a:pt x="84201" y="54959"/>
                        <a:pt x="85154" y="56007"/>
                        <a:pt x="85154" y="57340"/>
                      </a:cubicBezTo>
                      <a:cubicBezTo>
                        <a:pt x="85154" y="57912"/>
                        <a:pt x="84868" y="58769"/>
                        <a:pt x="84487" y="59817"/>
                      </a:cubicBezTo>
                      <a:cubicBezTo>
                        <a:pt x="84010" y="60865"/>
                        <a:pt x="83820" y="61627"/>
                        <a:pt x="83820" y="62008"/>
                      </a:cubicBezTo>
                      <a:cubicBezTo>
                        <a:pt x="83820" y="62865"/>
                        <a:pt x="84677" y="63246"/>
                        <a:pt x="86487" y="63056"/>
                      </a:cubicBezTo>
                      <a:cubicBezTo>
                        <a:pt x="86487" y="61055"/>
                        <a:pt x="86296" y="59912"/>
                        <a:pt x="85915" y="59436"/>
                      </a:cubicBezTo>
                      <a:close/>
                      <a:moveTo>
                        <a:pt x="91345" y="69723"/>
                      </a:moveTo>
                      <a:lnTo>
                        <a:pt x="91916" y="69056"/>
                      </a:lnTo>
                      <a:lnTo>
                        <a:pt x="90868" y="67342"/>
                      </a:lnTo>
                      <a:lnTo>
                        <a:pt x="91345" y="69723"/>
                      </a:lnTo>
                      <a:close/>
                      <a:moveTo>
                        <a:pt x="94774" y="55054"/>
                      </a:moveTo>
                      <a:lnTo>
                        <a:pt x="96774" y="56769"/>
                      </a:lnTo>
                      <a:cubicBezTo>
                        <a:pt x="96298" y="55817"/>
                        <a:pt x="96107" y="55245"/>
                        <a:pt x="96202" y="55054"/>
                      </a:cubicBezTo>
                      <a:lnTo>
                        <a:pt x="94774" y="55054"/>
                      </a:lnTo>
                      <a:close/>
                      <a:moveTo>
                        <a:pt x="95250" y="29051"/>
                      </a:moveTo>
                      <a:lnTo>
                        <a:pt x="95250" y="30671"/>
                      </a:lnTo>
                      <a:lnTo>
                        <a:pt x="96774" y="29051"/>
                      </a:lnTo>
                      <a:lnTo>
                        <a:pt x="95250" y="29051"/>
                      </a:lnTo>
                      <a:close/>
                      <a:moveTo>
                        <a:pt x="96774" y="47911"/>
                      </a:moveTo>
                      <a:lnTo>
                        <a:pt x="100203" y="43910"/>
                      </a:lnTo>
                      <a:lnTo>
                        <a:pt x="98203" y="43910"/>
                      </a:lnTo>
                      <a:lnTo>
                        <a:pt x="96774" y="47911"/>
                      </a:lnTo>
                      <a:close/>
                      <a:moveTo>
                        <a:pt x="98203" y="66580"/>
                      </a:moveTo>
                      <a:lnTo>
                        <a:pt x="100203" y="65723"/>
                      </a:lnTo>
                      <a:cubicBezTo>
                        <a:pt x="100108" y="65151"/>
                        <a:pt x="99346" y="64865"/>
                        <a:pt x="98203" y="64865"/>
                      </a:cubicBezTo>
                      <a:lnTo>
                        <a:pt x="98203" y="66580"/>
                      </a:lnTo>
                      <a:close/>
                      <a:moveTo>
                        <a:pt x="102394" y="26765"/>
                      </a:moveTo>
                      <a:cubicBezTo>
                        <a:pt x="102394" y="26765"/>
                        <a:pt x="103251" y="27051"/>
                        <a:pt x="104013" y="27813"/>
                      </a:cubicBezTo>
                      <a:lnTo>
                        <a:pt x="102394" y="26765"/>
                      </a:lnTo>
                      <a:close/>
                      <a:moveTo>
                        <a:pt x="105061" y="28670"/>
                      </a:moveTo>
                      <a:cubicBezTo>
                        <a:pt x="105061" y="28670"/>
                        <a:pt x="104394" y="28385"/>
                        <a:pt x="104013" y="27813"/>
                      </a:cubicBezTo>
                      <a:lnTo>
                        <a:pt x="105061" y="28670"/>
                      </a:lnTo>
                      <a:close/>
                      <a:moveTo>
                        <a:pt x="105823" y="29146"/>
                      </a:moveTo>
                      <a:lnTo>
                        <a:pt x="105061" y="28670"/>
                      </a:lnTo>
                      <a:cubicBezTo>
                        <a:pt x="105537" y="28480"/>
                        <a:pt x="105918" y="28480"/>
                        <a:pt x="105823" y="28480"/>
                      </a:cubicBezTo>
                      <a:lnTo>
                        <a:pt x="105823" y="29146"/>
                      </a:lnTo>
                      <a:close/>
                      <a:moveTo>
                        <a:pt x="108204" y="19145"/>
                      </a:moveTo>
                      <a:cubicBezTo>
                        <a:pt x="108204" y="19145"/>
                        <a:pt x="107537" y="18955"/>
                        <a:pt x="106775" y="18860"/>
                      </a:cubicBezTo>
                      <a:cubicBezTo>
                        <a:pt x="106013" y="18860"/>
                        <a:pt x="105823" y="18669"/>
                        <a:pt x="105823" y="18288"/>
                      </a:cubicBezTo>
                      <a:cubicBezTo>
                        <a:pt x="105823" y="17812"/>
                        <a:pt x="106013" y="17335"/>
                        <a:pt x="106489" y="16764"/>
                      </a:cubicBezTo>
                      <a:lnTo>
                        <a:pt x="108299" y="19050"/>
                      </a:lnTo>
                      <a:close/>
                      <a:moveTo>
                        <a:pt x="108585" y="50483"/>
                      </a:moveTo>
                      <a:lnTo>
                        <a:pt x="106489" y="48768"/>
                      </a:lnTo>
                      <a:lnTo>
                        <a:pt x="108585" y="48768"/>
                      </a:lnTo>
                      <a:lnTo>
                        <a:pt x="108585" y="50483"/>
                      </a:lnTo>
                      <a:close/>
                      <a:moveTo>
                        <a:pt x="108204" y="19145"/>
                      </a:moveTo>
                      <a:lnTo>
                        <a:pt x="108585" y="19621"/>
                      </a:lnTo>
                      <a:lnTo>
                        <a:pt x="108204" y="19145"/>
                      </a:lnTo>
                      <a:close/>
                      <a:moveTo>
                        <a:pt x="110014" y="36576"/>
                      </a:moveTo>
                      <a:lnTo>
                        <a:pt x="110680" y="34195"/>
                      </a:lnTo>
                      <a:lnTo>
                        <a:pt x="114967" y="35909"/>
                      </a:lnTo>
                      <a:cubicBezTo>
                        <a:pt x="113824" y="36100"/>
                        <a:pt x="113062" y="36862"/>
                        <a:pt x="112395" y="38481"/>
                      </a:cubicBezTo>
                      <a:cubicBezTo>
                        <a:pt x="112109" y="38481"/>
                        <a:pt x="111347" y="37814"/>
                        <a:pt x="110014" y="36576"/>
                      </a:cubicBezTo>
                      <a:close/>
                      <a:moveTo>
                        <a:pt x="114871" y="14573"/>
                      </a:moveTo>
                      <a:cubicBezTo>
                        <a:pt x="114681" y="15240"/>
                        <a:pt x="114205" y="15621"/>
                        <a:pt x="113347" y="15621"/>
                      </a:cubicBezTo>
                      <a:lnTo>
                        <a:pt x="111347" y="15621"/>
                      </a:lnTo>
                      <a:lnTo>
                        <a:pt x="111919" y="13906"/>
                      </a:lnTo>
                      <a:cubicBezTo>
                        <a:pt x="111919" y="13906"/>
                        <a:pt x="113347" y="14573"/>
                        <a:pt x="114871" y="14573"/>
                      </a:cubicBezTo>
                      <a:close/>
                      <a:moveTo>
                        <a:pt x="113919" y="20955"/>
                      </a:moveTo>
                      <a:lnTo>
                        <a:pt x="113919" y="19717"/>
                      </a:lnTo>
                      <a:cubicBezTo>
                        <a:pt x="116586" y="20288"/>
                        <a:pt x="118491" y="20479"/>
                        <a:pt x="119539" y="20288"/>
                      </a:cubicBezTo>
                      <a:lnTo>
                        <a:pt x="119539" y="22003"/>
                      </a:lnTo>
                      <a:lnTo>
                        <a:pt x="113919" y="20955"/>
                      </a:lnTo>
                      <a:close/>
                      <a:moveTo>
                        <a:pt x="120205" y="52959"/>
                      </a:moveTo>
                      <a:lnTo>
                        <a:pt x="118777" y="52959"/>
                      </a:lnTo>
                      <a:lnTo>
                        <a:pt x="119824" y="50864"/>
                      </a:lnTo>
                      <a:cubicBezTo>
                        <a:pt x="119824" y="50864"/>
                        <a:pt x="120205" y="51816"/>
                        <a:pt x="120205" y="52959"/>
                      </a:cubicBezTo>
                      <a:close/>
                      <a:moveTo>
                        <a:pt x="119539" y="50673"/>
                      </a:moveTo>
                      <a:cubicBezTo>
                        <a:pt x="119539" y="50673"/>
                        <a:pt x="119920" y="50006"/>
                        <a:pt x="120205" y="49625"/>
                      </a:cubicBezTo>
                      <a:lnTo>
                        <a:pt x="119824" y="50864"/>
                      </a:lnTo>
                      <a:cubicBezTo>
                        <a:pt x="119824" y="50864"/>
                        <a:pt x="119634" y="50673"/>
                        <a:pt x="119443" y="50673"/>
                      </a:cubicBezTo>
                      <a:close/>
                      <a:moveTo>
                        <a:pt x="120205" y="49625"/>
                      </a:moveTo>
                      <a:lnTo>
                        <a:pt x="120777" y="48101"/>
                      </a:lnTo>
                      <a:cubicBezTo>
                        <a:pt x="120777" y="48101"/>
                        <a:pt x="120872" y="49054"/>
                        <a:pt x="120205" y="49625"/>
                      </a:cubicBezTo>
                      <a:close/>
                      <a:moveTo>
                        <a:pt x="122968" y="4953"/>
                      </a:moveTo>
                      <a:lnTo>
                        <a:pt x="124301" y="6667"/>
                      </a:lnTo>
                      <a:lnTo>
                        <a:pt x="121729" y="6667"/>
                      </a:lnTo>
                      <a:lnTo>
                        <a:pt x="122968" y="4953"/>
                      </a:lnTo>
                      <a:close/>
                      <a:moveTo>
                        <a:pt x="123825" y="28004"/>
                      </a:moveTo>
                      <a:lnTo>
                        <a:pt x="127254" y="32004"/>
                      </a:lnTo>
                      <a:cubicBezTo>
                        <a:pt x="124682" y="31052"/>
                        <a:pt x="123254" y="30290"/>
                        <a:pt x="123254" y="29623"/>
                      </a:cubicBezTo>
                      <a:cubicBezTo>
                        <a:pt x="123254" y="29242"/>
                        <a:pt x="123349" y="28670"/>
                        <a:pt x="123730" y="27908"/>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 name="Google Shape;1283;p99"/>
                <p:cNvSpPr/>
                <p:nvPr/>
              </p:nvSpPr>
              <p:spPr>
                <a:xfrm>
                  <a:off x="4787264" y="1530572"/>
                  <a:ext cx="32289" cy="171450"/>
                </a:xfrm>
                <a:custGeom>
                  <a:avLst/>
                  <a:gdLst/>
                  <a:ahLst/>
                  <a:cxnLst/>
                  <a:rect l="l" t="t" r="r" b="b"/>
                  <a:pathLst>
                    <a:path w="32289" h="171450" extrusionOk="0">
                      <a:moveTo>
                        <a:pt x="29718" y="148971"/>
                      </a:moveTo>
                      <a:cubicBezTo>
                        <a:pt x="29813" y="153067"/>
                        <a:pt x="29718" y="155638"/>
                        <a:pt x="29146" y="156591"/>
                      </a:cubicBezTo>
                      <a:cubicBezTo>
                        <a:pt x="30385" y="162401"/>
                        <a:pt x="30194" y="166688"/>
                        <a:pt x="28384" y="169450"/>
                      </a:cubicBezTo>
                      <a:cubicBezTo>
                        <a:pt x="27432" y="170212"/>
                        <a:pt x="25908" y="170497"/>
                        <a:pt x="24194" y="170497"/>
                      </a:cubicBezTo>
                      <a:lnTo>
                        <a:pt x="19050" y="170497"/>
                      </a:lnTo>
                      <a:cubicBezTo>
                        <a:pt x="19050" y="168402"/>
                        <a:pt x="18764" y="167259"/>
                        <a:pt x="18479" y="167164"/>
                      </a:cubicBezTo>
                      <a:cubicBezTo>
                        <a:pt x="18479" y="170021"/>
                        <a:pt x="17526" y="171450"/>
                        <a:pt x="15812" y="171450"/>
                      </a:cubicBezTo>
                      <a:cubicBezTo>
                        <a:pt x="15145" y="171450"/>
                        <a:pt x="14192" y="171259"/>
                        <a:pt x="12763" y="170783"/>
                      </a:cubicBezTo>
                      <a:cubicBezTo>
                        <a:pt x="11335" y="170402"/>
                        <a:pt x="10287" y="170212"/>
                        <a:pt x="9620" y="170212"/>
                      </a:cubicBezTo>
                      <a:cubicBezTo>
                        <a:pt x="8858" y="170212"/>
                        <a:pt x="8382" y="170402"/>
                        <a:pt x="8096" y="170593"/>
                      </a:cubicBezTo>
                      <a:cubicBezTo>
                        <a:pt x="7620" y="170021"/>
                        <a:pt x="7048" y="169831"/>
                        <a:pt x="6667" y="169831"/>
                      </a:cubicBezTo>
                      <a:cubicBezTo>
                        <a:pt x="6287" y="169831"/>
                        <a:pt x="5810" y="169831"/>
                        <a:pt x="5334" y="170117"/>
                      </a:cubicBezTo>
                      <a:cubicBezTo>
                        <a:pt x="4763" y="170307"/>
                        <a:pt x="4286" y="170402"/>
                        <a:pt x="4191" y="170402"/>
                      </a:cubicBezTo>
                      <a:cubicBezTo>
                        <a:pt x="3524" y="170402"/>
                        <a:pt x="3048" y="170117"/>
                        <a:pt x="2572" y="169545"/>
                      </a:cubicBezTo>
                      <a:cubicBezTo>
                        <a:pt x="1333" y="162973"/>
                        <a:pt x="762" y="155924"/>
                        <a:pt x="762" y="148399"/>
                      </a:cubicBezTo>
                      <a:cubicBezTo>
                        <a:pt x="762" y="142494"/>
                        <a:pt x="1333" y="132874"/>
                        <a:pt x="2572" y="119634"/>
                      </a:cubicBezTo>
                      <a:cubicBezTo>
                        <a:pt x="1143" y="109728"/>
                        <a:pt x="857" y="93536"/>
                        <a:pt x="1714" y="71056"/>
                      </a:cubicBezTo>
                      <a:cubicBezTo>
                        <a:pt x="476" y="69628"/>
                        <a:pt x="0" y="68580"/>
                        <a:pt x="0" y="67723"/>
                      </a:cubicBezTo>
                      <a:cubicBezTo>
                        <a:pt x="0" y="67342"/>
                        <a:pt x="190" y="66675"/>
                        <a:pt x="762" y="65913"/>
                      </a:cubicBezTo>
                      <a:cubicBezTo>
                        <a:pt x="1333" y="65151"/>
                        <a:pt x="1619" y="64389"/>
                        <a:pt x="1619" y="63722"/>
                      </a:cubicBezTo>
                      <a:cubicBezTo>
                        <a:pt x="1619" y="62865"/>
                        <a:pt x="1333" y="61817"/>
                        <a:pt x="667" y="60484"/>
                      </a:cubicBezTo>
                      <a:cubicBezTo>
                        <a:pt x="1429" y="59436"/>
                        <a:pt x="1429" y="56864"/>
                        <a:pt x="667" y="52673"/>
                      </a:cubicBezTo>
                      <a:cubicBezTo>
                        <a:pt x="95" y="49054"/>
                        <a:pt x="1048" y="46863"/>
                        <a:pt x="3334" y="46292"/>
                      </a:cubicBezTo>
                      <a:lnTo>
                        <a:pt x="667" y="41053"/>
                      </a:lnTo>
                      <a:cubicBezTo>
                        <a:pt x="1714" y="40291"/>
                        <a:pt x="2096" y="39148"/>
                        <a:pt x="2096" y="37433"/>
                      </a:cubicBezTo>
                      <a:cubicBezTo>
                        <a:pt x="2096" y="36385"/>
                        <a:pt x="1810" y="34290"/>
                        <a:pt x="1238" y="31528"/>
                      </a:cubicBezTo>
                      <a:cubicBezTo>
                        <a:pt x="571" y="28670"/>
                        <a:pt x="286" y="26575"/>
                        <a:pt x="286" y="25146"/>
                      </a:cubicBezTo>
                      <a:cubicBezTo>
                        <a:pt x="286" y="23146"/>
                        <a:pt x="667" y="21526"/>
                        <a:pt x="1714" y="20288"/>
                      </a:cubicBezTo>
                      <a:cubicBezTo>
                        <a:pt x="1333" y="15526"/>
                        <a:pt x="1238" y="12763"/>
                        <a:pt x="1238" y="12001"/>
                      </a:cubicBezTo>
                      <a:cubicBezTo>
                        <a:pt x="1238" y="6477"/>
                        <a:pt x="2953" y="3048"/>
                        <a:pt x="6287" y="1524"/>
                      </a:cubicBezTo>
                      <a:lnTo>
                        <a:pt x="9430" y="1524"/>
                      </a:lnTo>
                      <a:cubicBezTo>
                        <a:pt x="10668" y="1524"/>
                        <a:pt x="12573" y="1238"/>
                        <a:pt x="15240" y="762"/>
                      </a:cubicBezTo>
                      <a:cubicBezTo>
                        <a:pt x="17907" y="286"/>
                        <a:pt x="19907" y="0"/>
                        <a:pt x="21241" y="0"/>
                      </a:cubicBezTo>
                      <a:cubicBezTo>
                        <a:pt x="24955" y="0"/>
                        <a:pt x="27622" y="1810"/>
                        <a:pt x="29337" y="5334"/>
                      </a:cubicBezTo>
                      <a:cubicBezTo>
                        <a:pt x="29623" y="17812"/>
                        <a:pt x="29623" y="36385"/>
                        <a:pt x="29337" y="61246"/>
                      </a:cubicBezTo>
                      <a:cubicBezTo>
                        <a:pt x="29337" y="61055"/>
                        <a:pt x="28575" y="61246"/>
                        <a:pt x="27718" y="61817"/>
                      </a:cubicBezTo>
                      <a:cubicBezTo>
                        <a:pt x="27432" y="62770"/>
                        <a:pt x="27908" y="63722"/>
                        <a:pt x="29051" y="64579"/>
                      </a:cubicBezTo>
                      <a:cubicBezTo>
                        <a:pt x="30289" y="65437"/>
                        <a:pt x="30766" y="66008"/>
                        <a:pt x="30766" y="66484"/>
                      </a:cubicBezTo>
                      <a:cubicBezTo>
                        <a:pt x="30766" y="67056"/>
                        <a:pt x="30385" y="67723"/>
                        <a:pt x="29337" y="68390"/>
                      </a:cubicBezTo>
                      <a:lnTo>
                        <a:pt x="27718" y="70104"/>
                      </a:lnTo>
                      <a:cubicBezTo>
                        <a:pt x="29146" y="72390"/>
                        <a:pt x="29908" y="75057"/>
                        <a:pt x="29908" y="78200"/>
                      </a:cubicBezTo>
                      <a:cubicBezTo>
                        <a:pt x="29908" y="79629"/>
                        <a:pt x="29718" y="81820"/>
                        <a:pt x="29337" y="84868"/>
                      </a:cubicBezTo>
                      <a:cubicBezTo>
                        <a:pt x="28861" y="87916"/>
                        <a:pt x="28670" y="90202"/>
                        <a:pt x="28670" y="91821"/>
                      </a:cubicBezTo>
                      <a:cubicBezTo>
                        <a:pt x="28670" y="93821"/>
                        <a:pt x="28861" y="95631"/>
                        <a:pt x="29432" y="97250"/>
                      </a:cubicBezTo>
                      <a:cubicBezTo>
                        <a:pt x="29718" y="107537"/>
                        <a:pt x="29432" y="122396"/>
                        <a:pt x="28670" y="141827"/>
                      </a:cubicBezTo>
                      <a:cubicBezTo>
                        <a:pt x="28861" y="142399"/>
                        <a:pt x="29432" y="142589"/>
                        <a:pt x="30289" y="142494"/>
                      </a:cubicBezTo>
                      <a:lnTo>
                        <a:pt x="32290" y="142494"/>
                      </a:lnTo>
                      <a:cubicBezTo>
                        <a:pt x="30671" y="143446"/>
                        <a:pt x="29908" y="145637"/>
                        <a:pt x="29908" y="149066"/>
                      </a:cubicBezTo>
                      <a:close/>
                      <a:moveTo>
                        <a:pt x="6191" y="42481"/>
                      </a:moveTo>
                      <a:cubicBezTo>
                        <a:pt x="6191" y="42481"/>
                        <a:pt x="5620" y="42863"/>
                        <a:pt x="5620" y="43053"/>
                      </a:cubicBezTo>
                      <a:cubicBezTo>
                        <a:pt x="5620" y="43624"/>
                        <a:pt x="5905" y="44101"/>
                        <a:pt x="6477" y="44577"/>
                      </a:cubicBezTo>
                      <a:cubicBezTo>
                        <a:pt x="7144" y="44958"/>
                        <a:pt x="7620" y="45053"/>
                        <a:pt x="8191" y="44767"/>
                      </a:cubicBezTo>
                      <a:cubicBezTo>
                        <a:pt x="7525" y="43815"/>
                        <a:pt x="6858" y="43053"/>
                        <a:pt x="6191" y="42481"/>
                      </a:cubicBezTo>
                      <a:close/>
                      <a:moveTo>
                        <a:pt x="6763" y="38862"/>
                      </a:moveTo>
                      <a:lnTo>
                        <a:pt x="8763" y="35433"/>
                      </a:lnTo>
                      <a:lnTo>
                        <a:pt x="6287" y="36481"/>
                      </a:lnTo>
                      <a:cubicBezTo>
                        <a:pt x="6287" y="36481"/>
                        <a:pt x="6858" y="37433"/>
                        <a:pt x="6858" y="38767"/>
                      </a:cubicBezTo>
                      <a:close/>
                      <a:moveTo>
                        <a:pt x="6191" y="152400"/>
                      </a:moveTo>
                      <a:lnTo>
                        <a:pt x="8668" y="152400"/>
                      </a:lnTo>
                      <a:cubicBezTo>
                        <a:pt x="8477" y="151638"/>
                        <a:pt x="8191" y="151352"/>
                        <a:pt x="7429" y="151352"/>
                      </a:cubicBezTo>
                      <a:cubicBezTo>
                        <a:pt x="6667" y="151352"/>
                        <a:pt x="6287" y="151733"/>
                        <a:pt x="6191" y="152400"/>
                      </a:cubicBezTo>
                      <a:close/>
                      <a:moveTo>
                        <a:pt x="27146" y="67056"/>
                      </a:moveTo>
                      <a:cubicBezTo>
                        <a:pt x="26575" y="68199"/>
                        <a:pt x="26670" y="68961"/>
                        <a:pt x="27527" y="69437"/>
                      </a:cubicBezTo>
                      <a:cubicBezTo>
                        <a:pt x="28575" y="68390"/>
                        <a:pt x="29146" y="67627"/>
                        <a:pt x="29146" y="66865"/>
                      </a:cubicBezTo>
                      <a:cubicBezTo>
                        <a:pt x="29146" y="66294"/>
                        <a:pt x="28384" y="65532"/>
                        <a:pt x="26956" y="64484"/>
                      </a:cubicBezTo>
                      <a:cubicBezTo>
                        <a:pt x="25527" y="63436"/>
                        <a:pt x="24860" y="62389"/>
                        <a:pt x="24955" y="61436"/>
                      </a:cubicBezTo>
                      <a:lnTo>
                        <a:pt x="24003" y="62008"/>
                      </a:lnTo>
                      <a:lnTo>
                        <a:pt x="25527" y="63722"/>
                      </a:lnTo>
                      <a:lnTo>
                        <a:pt x="24003" y="65437"/>
                      </a:lnTo>
                      <a:cubicBezTo>
                        <a:pt x="23527" y="65056"/>
                        <a:pt x="23146" y="64103"/>
                        <a:pt x="22574" y="62865"/>
                      </a:cubicBezTo>
                      <a:cubicBezTo>
                        <a:pt x="22003" y="61627"/>
                        <a:pt x="21431" y="60960"/>
                        <a:pt x="20574" y="60960"/>
                      </a:cubicBezTo>
                      <a:cubicBezTo>
                        <a:pt x="20193" y="60960"/>
                        <a:pt x="19621" y="61150"/>
                        <a:pt x="19050" y="61436"/>
                      </a:cubicBezTo>
                      <a:lnTo>
                        <a:pt x="21336" y="64389"/>
                      </a:lnTo>
                      <a:cubicBezTo>
                        <a:pt x="20764" y="65342"/>
                        <a:pt x="19717" y="66103"/>
                        <a:pt x="18288" y="66484"/>
                      </a:cubicBezTo>
                      <a:cubicBezTo>
                        <a:pt x="16383" y="67246"/>
                        <a:pt x="15240" y="67627"/>
                        <a:pt x="15049" y="67723"/>
                      </a:cubicBezTo>
                      <a:cubicBezTo>
                        <a:pt x="19907" y="69437"/>
                        <a:pt x="22670" y="68675"/>
                        <a:pt x="23527" y="65437"/>
                      </a:cubicBezTo>
                      <a:cubicBezTo>
                        <a:pt x="24194" y="67151"/>
                        <a:pt x="24765" y="67913"/>
                        <a:pt x="24955" y="67723"/>
                      </a:cubicBezTo>
                      <a:cubicBezTo>
                        <a:pt x="24860" y="67151"/>
                        <a:pt x="25241" y="66389"/>
                        <a:pt x="26003" y="65437"/>
                      </a:cubicBezTo>
                      <a:cubicBezTo>
                        <a:pt x="27337" y="65437"/>
                        <a:pt x="27718" y="66008"/>
                        <a:pt x="27051" y="67151"/>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 name="Google Shape;1284;p99"/>
                <p:cNvSpPr/>
                <p:nvPr/>
              </p:nvSpPr>
              <p:spPr>
                <a:xfrm>
                  <a:off x="4799837" y="1530858"/>
                  <a:ext cx="134588" cy="170687"/>
                </a:xfrm>
                <a:custGeom>
                  <a:avLst/>
                  <a:gdLst/>
                  <a:ahLst/>
                  <a:cxnLst/>
                  <a:rect l="l" t="t" r="r" b="b"/>
                  <a:pathLst>
                    <a:path w="134588" h="170687" extrusionOk="0">
                      <a:moveTo>
                        <a:pt x="2000" y="118396"/>
                      </a:moveTo>
                      <a:cubicBezTo>
                        <a:pt x="1809" y="119729"/>
                        <a:pt x="2000" y="120491"/>
                        <a:pt x="2476" y="120491"/>
                      </a:cubicBezTo>
                      <a:cubicBezTo>
                        <a:pt x="2476" y="120491"/>
                        <a:pt x="2857" y="120491"/>
                        <a:pt x="3238" y="120301"/>
                      </a:cubicBezTo>
                      <a:cubicBezTo>
                        <a:pt x="3619" y="120301"/>
                        <a:pt x="3905" y="120110"/>
                        <a:pt x="4096" y="120110"/>
                      </a:cubicBezTo>
                      <a:cubicBezTo>
                        <a:pt x="4477" y="120110"/>
                        <a:pt x="4763" y="120301"/>
                        <a:pt x="4858" y="120967"/>
                      </a:cubicBezTo>
                      <a:cubicBezTo>
                        <a:pt x="2000" y="120967"/>
                        <a:pt x="381" y="120682"/>
                        <a:pt x="0" y="120110"/>
                      </a:cubicBezTo>
                      <a:lnTo>
                        <a:pt x="2000" y="118396"/>
                      </a:lnTo>
                      <a:close/>
                      <a:moveTo>
                        <a:pt x="4858" y="140017"/>
                      </a:moveTo>
                      <a:cubicBezTo>
                        <a:pt x="5048" y="139255"/>
                        <a:pt x="5524" y="138970"/>
                        <a:pt x="6286" y="138970"/>
                      </a:cubicBezTo>
                      <a:lnTo>
                        <a:pt x="8287" y="138970"/>
                      </a:lnTo>
                      <a:cubicBezTo>
                        <a:pt x="8287" y="139636"/>
                        <a:pt x="7715" y="140017"/>
                        <a:pt x="6858" y="140017"/>
                      </a:cubicBezTo>
                      <a:lnTo>
                        <a:pt x="4953" y="140017"/>
                      </a:lnTo>
                      <a:close/>
                      <a:moveTo>
                        <a:pt x="10954" y="151162"/>
                      </a:moveTo>
                      <a:lnTo>
                        <a:pt x="10954" y="148876"/>
                      </a:lnTo>
                      <a:lnTo>
                        <a:pt x="12382" y="148876"/>
                      </a:lnTo>
                      <a:lnTo>
                        <a:pt x="10954" y="151162"/>
                      </a:lnTo>
                      <a:close/>
                      <a:moveTo>
                        <a:pt x="18764" y="137255"/>
                      </a:moveTo>
                      <a:cubicBezTo>
                        <a:pt x="19336" y="136969"/>
                        <a:pt x="20193" y="137541"/>
                        <a:pt x="21431" y="138970"/>
                      </a:cubicBezTo>
                      <a:lnTo>
                        <a:pt x="20859" y="140017"/>
                      </a:lnTo>
                      <a:lnTo>
                        <a:pt x="18764" y="137255"/>
                      </a:lnTo>
                      <a:close/>
                      <a:moveTo>
                        <a:pt x="21431" y="151162"/>
                      </a:moveTo>
                      <a:cubicBezTo>
                        <a:pt x="21431" y="151162"/>
                        <a:pt x="22193" y="150686"/>
                        <a:pt x="22574" y="149923"/>
                      </a:cubicBezTo>
                      <a:cubicBezTo>
                        <a:pt x="22955" y="149257"/>
                        <a:pt x="23431" y="148876"/>
                        <a:pt x="23717" y="148876"/>
                      </a:cubicBezTo>
                      <a:cubicBezTo>
                        <a:pt x="23717" y="149447"/>
                        <a:pt x="23336" y="150304"/>
                        <a:pt x="22860" y="151162"/>
                      </a:cubicBezTo>
                      <a:lnTo>
                        <a:pt x="21431" y="151162"/>
                      </a:lnTo>
                      <a:close/>
                      <a:moveTo>
                        <a:pt x="24860" y="132302"/>
                      </a:moveTo>
                      <a:lnTo>
                        <a:pt x="24289" y="134017"/>
                      </a:lnTo>
                      <a:lnTo>
                        <a:pt x="22288" y="134017"/>
                      </a:lnTo>
                      <a:cubicBezTo>
                        <a:pt x="22765" y="132302"/>
                        <a:pt x="23336" y="131445"/>
                        <a:pt x="23717" y="131445"/>
                      </a:cubicBezTo>
                      <a:cubicBezTo>
                        <a:pt x="24098" y="131445"/>
                        <a:pt x="24479" y="131636"/>
                        <a:pt x="24860" y="132207"/>
                      </a:cubicBezTo>
                      <a:close/>
                      <a:moveTo>
                        <a:pt x="27622" y="117729"/>
                      </a:moveTo>
                      <a:lnTo>
                        <a:pt x="27622" y="119444"/>
                      </a:lnTo>
                      <a:lnTo>
                        <a:pt x="24860" y="116681"/>
                      </a:lnTo>
                      <a:cubicBezTo>
                        <a:pt x="25527" y="116396"/>
                        <a:pt x="26479" y="116681"/>
                        <a:pt x="27622" y="117729"/>
                      </a:cubicBezTo>
                      <a:close/>
                      <a:moveTo>
                        <a:pt x="24860" y="142304"/>
                      </a:moveTo>
                      <a:cubicBezTo>
                        <a:pt x="25813" y="142304"/>
                        <a:pt x="26194" y="143065"/>
                        <a:pt x="26194" y="144590"/>
                      </a:cubicBezTo>
                      <a:lnTo>
                        <a:pt x="24860" y="144590"/>
                      </a:lnTo>
                      <a:lnTo>
                        <a:pt x="24860" y="142304"/>
                      </a:lnTo>
                      <a:close/>
                      <a:moveTo>
                        <a:pt x="28194" y="160306"/>
                      </a:moveTo>
                      <a:lnTo>
                        <a:pt x="27622" y="159448"/>
                      </a:lnTo>
                      <a:lnTo>
                        <a:pt x="30575" y="157544"/>
                      </a:lnTo>
                      <a:lnTo>
                        <a:pt x="28194" y="160306"/>
                      </a:lnTo>
                      <a:close/>
                      <a:moveTo>
                        <a:pt x="134207" y="126587"/>
                      </a:moveTo>
                      <a:lnTo>
                        <a:pt x="127921" y="127635"/>
                      </a:lnTo>
                      <a:cubicBezTo>
                        <a:pt x="127921" y="127635"/>
                        <a:pt x="127635" y="128111"/>
                        <a:pt x="127635" y="128302"/>
                      </a:cubicBezTo>
                      <a:cubicBezTo>
                        <a:pt x="127635" y="128778"/>
                        <a:pt x="128111" y="129254"/>
                        <a:pt x="129159" y="130016"/>
                      </a:cubicBezTo>
                      <a:cubicBezTo>
                        <a:pt x="130207" y="130683"/>
                        <a:pt x="130683" y="131540"/>
                        <a:pt x="130683" y="132302"/>
                      </a:cubicBezTo>
                      <a:lnTo>
                        <a:pt x="132112" y="132302"/>
                      </a:lnTo>
                      <a:cubicBezTo>
                        <a:pt x="131350" y="136684"/>
                        <a:pt x="130778" y="141065"/>
                        <a:pt x="130111" y="145447"/>
                      </a:cubicBezTo>
                      <a:cubicBezTo>
                        <a:pt x="129159" y="150114"/>
                        <a:pt x="126873" y="153162"/>
                        <a:pt x="123063" y="154496"/>
                      </a:cubicBezTo>
                      <a:cubicBezTo>
                        <a:pt x="122491" y="152019"/>
                        <a:pt x="121063" y="151162"/>
                        <a:pt x="118777" y="152209"/>
                      </a:cubicBezTo>
                      <a:lnTo>
                        <a:pt x="118015" y="152876"/>
                      </a:lnTo>
                      <a:lnTo>
                        <a:pt x="120682" y="156210"/>
                      </a:lnTo>
                      <a:cubicBezTo>
                        <a:pt x="119634" y="155924"/>
                        <a:pt x="118396" y="155067"/>
                        <a:pt x="117062" y="153734"/>
                      </a:cubicBezTo>
                      <a:cubicBezTo>
                        <a:pt x="115729" y="152400"/>
                        <a:pt x="114776" y="151733"/>
                        <a:pt x="114014" y="151733"/>
                      </a:cubicBezTo>
                      <a:cubicBezTo>
                        <a:pt x="113157" y="151733"/>
                        <a:pt x="112109" y="152305"/>
                        <a:pt x="111157" y="153448"/>
                      </a:cubicBezTo>
                      <a:lnTo>
                        <a:pt x="113633" y="153448"/>
                      </a:lnTo>
                      <a:lnTo>
                        <a:pt x="113157" y="154496"/>
                      </a:lnTo>
                      <a:cubicBezTo>
                        <a:pt x="114586" y="155067"/>
                        <a:pt x="116396" y="156400"/>
                        <a:pt x="118777" y="158496"/>
                      </a:cubicBezTo>
                      <a:lnTo>
                        <a:pt x="113633" y="161068"/>
                      </a:lnTo>
                      <a:lnTo>
                        <a:pt x="114490" y="161734"/>
                      </a:lnTo>
                      <a:cubicBezTo>
                        <a:pt x="114490" y="161734"/>
                        <a:pt x="112300" y="162782"/>
                        <a:pt x="108680" y="164687"/>
                      </a:cubicBezTo>
                      <a:cubicBezTo>
                        <a:pt x="106775" y="165544"/>
                        <a:pt x="104965" y="166021"/>
                        <a:pt x="103251" y="166021"/>
                      </a:cubicBezTo>
                      <a:cubicBezTo>
                        <a:pt x="102394" y="166021"/>
                        <a:pt x="101536" y="166021"/>
                        <a:pt x="100584" y="165830"/>
                      </a:cubicBezTo>
                      <a:cubicBezTo>
                        <a:pt x="100013" y="167735"/>
                        <a:pt x="99727" y="169069"/>
                        <a:pt x="100013" y="169640"/>
                      </a:cubicBezTo>
                      <a:lnTo>
                        <a:pt x="72676" y="170688"/>
                      </a:lnTo>
                      <a:cubicBezTo>
                        <a:pt x="70390" y="168307"/>
                        <a:pt x="67056" y="166306"/>
                        <a:pt x="62389" y="164592"/>
                      </a:cubicBezTo>
                      <a:cubicBezTo>
                        <a:pt x="57245" y="162782"/>
                        <a:pt x="53911" y="161258"/>
                        <a:pt x="52483" y="160211"/>
                      </a:cubicBezTo>
                      <a:cubicBezTo>
                        <a:pt x="51911" y="159258"/>
                        <a:pt x="50768" y="158496"/>
                        <a:pt x="49339" y="158115"/>
                      </a:cubicBezTo>
                      <a:cubicBezTo>
                        <a:pt x="47815" y="157734"/>
                        <a:pt x="46291" y="157258"/>
                        <a:pt x="44958" y="156877"/>
                      </a:cubicBezTo>
                      <a:lnTo>
                        <a:pt x="46863" y="154496"/>
                      </a:lnTo>
                      <a:lnTo>
                        <a:pt x="44196" y="151162"/>
                      </a:lnTo>
                      <a:lnTo>
                        <a:pt x="43529" y="153543"/>
                      </a:lnTo>
                      <a:cubicBezTo>
                        <a:pt x="41053" y="152781"/>
                        <a:pt x="39814" y="150495"/>
                        <a:pt x="39529" y="146590"/>
                      </a:cubicBezTo>
                      <a:cubicBezTo>
                        <a:pt x="39433" y="143065"/>
                        <a:pt x="37814" y="141351"/>
                        <a:pt x="34576" y="141351"/>
                      </a:cubicBezTo>
                      <a:lnTo>
                        <a:pt x="32194" y="141351"/>
                      </a:lnTo>
                      <a:cubicBezTo>
                        <a:pt x="34290" y="141161"/>
                        <a:pt x="35242" y="139827"/>
                        <a:pt x="35242" y="137350"/>
                      </a:cubicBezTo>
                      <a:cubicBezTo>
                        <a:pt x="35242" y="136493"/>
                        <a:pt x="35052" y="135731"/>
                        <a:pt x="34671" y="134969"/>
                      </a:cubicBezTo>
                      <a:cubicBezTo>
                        <a:pt x="34290" y="134207"/>
                        <a:pt x="33147" y="133445"/>
                        <a:pt x="30956" y="132398"/>
                      </a:cubicBezTo>
                      <a:lnTo>
                        <a:pt x="30384" y="133064"/>
                      </a:lnTo>
                      <a:cubicBezTo>
                        <a:pt x="30384" y="133064"/>
                        <a:pt x="30099" y="133445"/>
                        <a:pt x="29813" y="133445"/>
                      </a:cubicBezTo>
                      <a:cubicBezTo>
                        <a:pt x="29527" y="133445"/>
                        <a:pt x="29146" y="132874"/>
                        <a:pt x="28956" y="131731"/>
                      </a:cubicBezTo>
                      <a:cubicBezTo>
                        <a:pt x="28765" y="130778"/>
                        <a:pt x="28765" y="129826"/>
                        <a:pt x="28956" y="128969"/>
                      </a:cubicBezTo>
                      <a:cubicBezTo>
                        <a:pt x="30099" y="128683"/>
                        <a:pt x="31909" y="127254"/>
                        <a:pt x="34290" y="124492"/>
                      </a:cubicBezTo>
                      <a:cubicBezTo>
                        <a:pt x="36481" y="122206"/>
                        <a:pt x="38195" y="121158"/>
                        <a:pt x="39719" y="121158"/>
                      </a:cubicBezTo>
                      <a:cubicBezTo>
                        <a:pt x="40481" y="121158"/>
                        <a:pt x="41148" y="121348"/>
                        <a:pt x="42005" y="121729"/>
                      </a:cubicBezTo>
                      <a:cubicBezTo>
                        <a:pt x="41529" y="120682"/>
                        <a:pt x="41434" y="119920"/>
                        <a:pt x="42005" y="119158"/>
                      </a:cubicBezTo>
                      <a:cubicBezTo>
                        <a:pt x="42386" y="118396"/>
                        <a:pt x="42005" y="117348"/>
                        <a:pt x="40862" y="116015"/>
                      </a:cubicBezTo>
                      <a:lnTo>
                        <a:pt x="46958" y="112586"/>
                      </a:lnTo>
                      <a:lnTo>
                        <a:pt x="45529" y="110300"/>
                      </a:lnTo>
                      <a:cubicBezTo>
                        <a:pt x="46482" y="110300"/>
                        <a:pt x="48101" y="109633"/>
                        <a:pt x="50197" y="108299"/>
                      </a:cubicBezTo>
                      <a:cubicBezTo>
                        <a:pt x="52388" y="106966"/>
                        <a:pt x="53816" y="106204"/>
                        <a:pt x="54483" y="106204"/>
                      </a:cubicBezTo>
                      <a:cubicBezTo>
                        <a:pt x="55721" y="106204"/>
                        <a:pt x="56483" y="107347"/>
                        <a:pt x="56864" y="109442"/>
                      </a:cubicBezTo>
                      <a:cubicBezTo>
                        <a:pt x="56483" y="114109"/>
                        <a:pt x="57912" y="118777"/>
                        <a:pt x="61150" y="123539"/>
                      </a:cubicBezTo>
                      <a:cubicBezTo>
                        <a:pt x="62770" y="125730"/>
                        <a:pt x="65913" y="129350"/>
                        <a:pt x="70771" y="134112"/>
                      </a:cubicBezTo>
                      <a:cubicBezTo>
                        <a:pt x="71533" y="136017"/>
                        <a:pt x="72676" y="137065"/>
                        <a:pt x="74390" y="137065"/>
                      </a:cubicBezTo>
                      <a:cubicBezTo>
                        <a:pt x="74866" y="137065"/>
                        <a:pt x="75628" y="137065"/>
                        <a:pt x="76676" y="136779"/>
                      </a:cubicBezTo>
                      <a:cubicBezTo>
                        <a:pt x="77724" y="136588"/>
                        <a:pt x="78486" y="136493"/>
                        <a:pt x="78962" y="136493"/>
                      </a:cubicBezTo>
                      <a:cubicBezTo>
                        <a:pt x="80105" y="136493"/>
                        <a:pt x="80963" y="136779"/>
                        <a:pt x="82010" y="137350"/>
                      </a:cubicBezTo>
                      <a:cubicBezTo>
                        <a:pt x="82963" y="137922"/>
                        <a:pt x="84106" y="138208"/>
                        <a:pt x="85249" y="138208"/>
                      </a:cubicBezTo>
                      <a:cubicBezTo>
                        <a:pt x="87534" y="138208"/>
                        <a:pt x="90011" y="136969"/>
                        <a:pt x="92869" y="134588"/>
                      </a:cubicBezTo>
                      <a:cubicBezTo>
                        <a:pt x="97250" y="131159"/>
                        <a:pt x="99727" y="129350"/>
                        <a:pt x="100203" y="129064"/>
                      </a:cubicBezTo>
                      <a:cubicBezTo>
                        <a:pt x="100774" y="127921"/>
                        <a:pt x="101155" y="126778"/>
                        <a:pt x="101155" y="125635"/>
                      </a:cubicBezTo>
                      <a:cubicBezTo>
                        <a:pt x="101155" y="123920"/>
                        <a:pt x="100393" y="121729"/>
                        <a:pt x="98679" y="118967"/>
                      </a:cubicBezTo>
                      <a:cubicBezTo>
                        <a:pt x="97155" y="116205"/>
                        <a:pt x="96202" y="114109"/>
                        <a:pt x="95917" y="112681"/>
                      </a:cubicBezTo>
                      <a:cubicBezTo>
                        <a:pt x="92964" y="112109"/>
                        <a:pt x="91249" y="110776"/>
                        <a:pt x="90868" y="108680"/>
                      </a:cubicBezTo>
                      <a:lnTo>
                        <a:pt x="91821" y="107823"/>
                      </a:lnTo>
                      <a:cubicBezTo>
                        <a:pt x="87916" y="105727"/>
                        <a:pt x="82582" y="102489"/>
                        <a:pt x="75724" y="98107"/>
                      </a:cubicBezTo>
                      <a:cubicBezTo>
                        <a:pt x="74962" y="98774"/>
                        <a:pt x="74295" y="99155"/>
                        <a:pt x="73533" y="99155"/>
                      </a:cubicBezTo>
                      <a:cubicBezTo>
                        <a:pt x="72580" y="99155"/>
                        <a:pt x="71438" y="98393"/>
                        <a:pt x="70009" y="96869"/>
                      </a:cubicBezTo>
                      <a:cubicBezTo>
                        <a:pt x="68484" y="95345"/>
                        <a:pt x="67342" y="94583"/>
                        <a:pt x="66580" y="94583"/>
                      </a:cubicBezTo>
                      <a:cubicBezTo>
                        <a:pt x="66199" y="94583"/>
                        <a:pt x="65817" y="94774"/>
                        <a:pt x="65437" y="94964"/>
                      </a:cubicBezTo>
                      <a:cubicBezTo>
                        <a:pt x="62484" y="94012"/>
                        <a:pt x="59436" y="91059"/>
                        <a:pt x="56388" y="86296"/>
                      </a:cubicBezTo>
                      <a:cubicBezTo>
                        <a:pt x="53149" y="80867"/>
                        <a:pt x="50197" y="77438"/>
                        <a:pt x="48006" y="75819"/>
                      </a:cubicBezTo>
                      <a:cubicBezTo>
                        <a:pt x="48196" y="74295"/>
                        <a:pt x="47625" y="72390"/>
                        <a:pt x="46196" y="70009"/>
                      </a:cubicBezTo>
                      <a:cubicBezTo>
                        <a:pt x="44767" y="67723"/>
                        <a:pt x="44196" y="65818"/>
                        <a:pt x="44386" y="64675"/>
                      </a:cubicBezTo>
                      <a:cubicBezTo>
                        <a:pt x="43529" y="62770"/>
                        <a:pt x="42958" y="59246"/>
                        <a:pt x="42767" y="54007"/>
                      </a:cubicBezTo>
                      <a:cubicBezTo>
                        <a:pt x="42481" y="49340"/>
                        <a:pt x="42386" y="44672"/>
                        <a:pt x="42196" y="40005"/>
                      </a:cubicBezTo>
                      <a:cubicBezTo>
                        <a:pt x="43148" y="39529"/>
                        <a:pt x="43624" y="38957"/>
                        <a:pt x="43624" y="38290"/>
                      </a:cubicBezTo>
                      <a:cubicBezTo>
                        <a:pt x="43624" y="37909"/>
                        <a:pt x="43339" y="37243"/>
                        <a:pt x="42863" y="36290"/>
                      </a:cubicBezTo>
                      <a:cubicBezTo>
                        <a:pt x="42386" y="35338"/>
                        <a:pt x="42196" y="34671"/>
                        <a:pt x="42196" y="34290"/>
                      </a:cubicBezTo>
                      <a:cubicBezTo>
                        <a:pt x="42767" y="32290"/>
                        <a:pt x="44863" y="29623"/>
                        <a:pt x="48292" y="26194"/>
                      </a:cubicBezTo>
                      <a:cubicBezTo>
                        <a:pt x="51149" y="23241"/>
                        <a:pt x="52673" y="20383"/>
                        <a:pt x="52673" y="17717"/>
                      </a:cubicBezTo>
                      <a:cubicBezTo>
                        <a:pt x="53149" y="17526"/>
                        <a:pt x="53911" y="16954"/>
                        <a:pt x="55054" y="16002"/>
                      </a:cubicBezTo>
                      <a:cubicBezTo>
                        <a:pt x="56292" y="15050"/>
                        <a:pt x="57055" y="14573"/>
                        <a:pt x="57436" y="14573"/>
                      </a:cubicBezTo>
                      <a:cubicBezTo>
                        <a:pt x="57817" y="14573"/>
                        <a:pt x="58102" y="14859"/>
                        <a:pt x="58388" y="15430"/>
                      </a:cubicBezTo>
                      <a:cubicBezTo>
                        <a:pt x="60674" y="11335"/>
                        <a:pt x="64389" y="8096"/>
                        <a:pt x="69437" y="5905"/>
                      </a:cubicBezTo>
                      <a:cubicBezTo>
                        <a:pt x="73819" y="4191"/>
                        <a:pt x="78296" y="2572"/>
                        <a:pt x="82677" y="857"/>
                      </a:cubicBezTo>
                      <a:cubicBezTo>
                        <a:pt x="84010" y="286"/>
                        <a:pt x="85344" y="0"/>
                        <a:pt x="86677" y="0"/>
                      </a:cubicBezTo>
                      <a:cubicBezTo>
                        <a:pt x="88678" y="0"/>
                        <a:pt x="91249" y="857"/>
                        <a:pt x="94488" y="2667"/>
                      </a:cubicBezTo>
                      <a:cubicBezTo>
                        <a:pt x="97726" y="4381"/>
                        <a:pt x="100298" y="5334"/>
                        <a:pt x="102203" y="5334"/>
                      </a:cubicBezTo>
                      <a:cubicBezTo>
                        <a:pt x="103060" y="5334"/>
                        <a:pt x="103822" y="5144"/>
                        <a:pt x="104680" y="4858"/>
                      </a:cubicBezTo>
                      <a:cubicBezTo>
                        <a:pt x="105537" y="6858"/>
                        <a:pt x="106966" y="8192"/>
                        <a:pt x="109156" y="8858"/>
                      </a:cubicBezTo>
                      <a:cubicBezTo>
                        <a:pt x="111919" y="9811"/>
                        <a:pt x="113728" y="10763"/>
                        <a:pt x="114586" y="11430"/>
                      </a:cubicBezTo>
                      <a:cubicBezTo>
                        <a:pt x="118681" y="11811"/>
                        <a:pt x="122396" y="18098"/>
                        <a:pt x="125539" y="30099"/>
                      </a:cubicBezTo>
                      <a:cubicBezTo>
                        <a:pt x="125539" y="31718"/>
                        <a:pt x="124396" y="34004"/>
                        <a:pt x="122396" y="36862"/>
                      </a:cubicBezTo>
                      <a:cubicBezTo>
                        <a:pt x="120491" y="39719"/>
                        <a:pt x="119539" y="42100"/>
                        <a:pt x="119634" y="44101"/>
                      </a:cubicBezTo>
                      <a:cubicBezTo>
                        <a:pt x="118300" y="43815"/>
                        <a:pt x="117634" y="44386"/>
                        <a:pt x="117538" y="45720"/>
                      </a:cubicBezTo>
                      <a:cubicBezTo>
                        <a:pt x="117443" y="47530"/>
                        <a:pt x="117157" y="48577"/>
                        <a:pt x="116586" y="48863"/>
                      </a:cubicBezTo>
                      <a:cubicBezTo>
                        <a:pt x="113252" y="50673"/>
                        <a:pt x="110871" y="51625"/>
                        <a:pt x="109538" y="51625"/>
                      </a:cubicBezTo>
                      <a:cubicBezTo>
                        <a:pt x="107537" y="51625"/>
                        <a:pt x="105823" y="50197"/>
                        <a:pt x="104108" y="47434"/>
                      </a:cubicBezTo>
                      <a:cubicBezTo>
                        <a:pt x="104108" y="45148"/>
                        <a:pt x="102775" y="43434"/>
                        <a:pt x="100489" y="42291"/>
                      </a:cubicBezTo>
                      <a:cubicBezTo>
                        <a:pt x="97822" y="41148"/>
                        <a:pt x="96298" y="39815"/>
                        <a:pt x="95821" y="38195"/>
                      </a:cubicBezTo>
                      <a:cubicBezTo>
                        <a:pt x="95155" y="38100"/>
                        <a:pt x="93250" y="37338"/>
                        <a:pt x="90297" y="35909"/>
                      </a:cubicBezTo>
                      <a:cubicBezTo>
                        <a:pt x="87916" y="34766"/>
                        <a:pt x="85915" y="34195"/>
                        <a:pt x="84487" y="34195"/>
                      </a:cubicBezTo>
                      <a:cubicBezTo>
                        <a:pt x="82486" y="34195"/>
                        <a:pt x="80677" y="35338"/>
                        <a:pt x="79248" y="37624"/>
                      </a:cubicBezTo>
                      <a:cubicBezTo>
                        <a:pt x="78772" y="37433"/>
                        <a:pt x="78391" y="37433"/>
                        <a:pt x="78105" y="37433"/>
                      </a:cubicBezTo>
                      <a:cubicBezTo>
                        <a:pt x="77057" y="37433"/>
                        <a:pt x="75533" y="38481"/>
                        <a:pt x="73533" y="40577"/>
                      </a:cubicBezTo>
                      <a:cubicBezTo>
                        <a:pt x="74200" y="41910"/>
                        <a:pt x="74485" y="42958"/>
                        <a:pt x="74485" y="44005"/>
                      </a:cubicBezTo>
                      <a:cubicBezTo>
                        <a:pt x="74485" y="45244"/>
                        <a:pt x="73628" y="46387"/>
                        <a:pt x="72009" y="47530"/>
                      </a:cubicBezTo>
                      <a:cubicBezTo>
                        <a:pt x="70390" y="48577"/>
                        <a:pt x="69628" y="49625"/>
                        <a:pt x="69628" y="50673"/>
                      </a:cubicBezTo>
                      <a:cubicBezTo>
                        <a:pt x="69628" y="51530"/>
                        <a:pt x="70009" y="52578"/>
                        <a:pt x="70866" y="54007"/>
                      </a:cubicBezTo>
                      <a:cubicBezTo>
                        <a:pt x="75914" y="62579"/>
                        <a:pt x="83534" y="69152"/>
                        <a:pt x="93821" y="73533"/>
                      </a:cubicBezTo>
                      <a:cubicBezTo>
                        <a:pt x="95059" y="73914"/>
                        <a:pt x="96964" y="75343"/>
                        <a:pt x="99441" y="77724"/>
                      </a:cubicBezTo>
                      <a:cubicBezTo>
                        <a:pt x="101822" y="80010"/>
                        <a:pt x="103917" y="81344"/>
                        <a:pt x="105632" y="81534"/>
                      </a:cubicBezTo>
                      <a:cubicBezTo>
                        <a:pt x="107347" y="81725"/>
                        <a:pt x="109728" y="83344"/>
                        <a:pt x="112681" y="86392"/>
                      </a:cubicBezTo>
                      <a:cubicBezTo>
                        <a:pt x="115348" y="89154"/>
                        <a:pt x="117824" y="90392"/>
                        <a:pt x="120205" y="89916"/>
                      </a:cubicBezTo>
                      <a:cubicBezTo>
                        <a:pt x="120205" y="91345"/>
                        <a:pt x="120491" y="92107"/>
                        <a:pt x="120777" y="92297"/>
                      </a:cubicBezTo>
                      <a:cubicBezTo>
                        <a:pt x="121825" y="92297"/>
                        <a:pt x="122682" y="93250"/>
                        <a:pt x="123253" y="95155"/>
                      </a:cubicBezTo>
                      <a:cubicBezTo>
                        <a:pt x="123825" y="97155"/>
                        <a:pt x="124587" y="97822"/>
                        <a:pt x="125634" y="97441"/>
                      </a:cubicBezTo>
                      <a:cubicBezTo>
                        <a:pt x="125921" y="98488"/>
                        <a:pt x="127444" y="101346"/>
                        <a:pt x="130397" y="106108"/>
                      </a:cubicBezTo>
                      <a:cubicBezTo>
                        <a:pt x="132493" y="110109"/>
                        <a:pt x="133636" y="113633"/>
                        <a:pt x="133636" y="116967"/>
                      </a:cubicBezTo>
                      <a:cubicBezTo>
                        <a:pt x="134207" y="117824"/>
                        <a:pt x="134588" y="118681"/>
                        <a:pt x="134588" y="119539"/>
                      </a:cubicBezTo>
                      <a:cubicBezTo>
                        <a:pt x="134588" y="120205"/>
                        <a:pt x="134302" y="121063"/>
                        <a:pt x="133636" y="122206"/>
                      </a:cubicBezTo>
                      <a:cubicBezTo>
                        <a:pt x="133064" y="123254"/>
                        <a:pt x="132683" y="124015"/>
                        <a:pt x="132683" y="124396"/>
                      </a:cubicBezTo>
                      <a:cubicBezTo>
                        <a:pt x="132683" y="125254"/>
                        <a:pt x="133159" y="126111"/>
                        <a:pt x="134207" y="126968"/>
                      </a:cubicBezTo>
                      <a:close/>
                      <a:moveTo>
                        <a:pt x="30575" y="131731"/>
                      </a:moveTo>
                      <a:lnTo>
                        <a:pt x="34766" y="130016"/>
                      </a:lnTo>
                      <a:lnTo>
                        <a:pt x="32766" y="130016"/>
                      </a:lnTo>
                      <a:lnTo>
                        <a:pt x="30575" y="131731"/>
                      </a:lnTo>
                      <a:close/>
                      <a:moveTo>
                        <a:pt x="31813" y="152305"/>
                      </a:moveTo>
                      <a:lnTo>
                        <a:pt x="32671" y="152305"/>
                      </a:lnTo>
                      <a:lnTo>
                        <a:pt x="34099" y="153543"/>
                      </a:lnTo>
                      <a:lnTo>
                        <a:pt x="31718" y="152305"/>
                      </a:lnTo>
                      <a:close/>
                      <a:moveTo>
                        <a:pt x="37624" y="163544"/>
                      </a:moveTo>
                      <a:cubicBezTo>
                        <a:pt x="37338" y="162020"/>
                        <a:pt x="37719" y="160496"/>
                        <a:pt x="38862" y="159353"/>
                      </a:cubicBezTo>
                      <a:lnTo>
                        <a:pt x="38671" y="159544"/>
                      </a:lnTo>
                      <a:cubicBezTo>
                        <a:pt x="38671" y="159544"/>
                        <a:pt x="38957" y="160496"/>
                        <a:pt x="39529" y="161163"/>
                      </a:cubicBezTo>
                      <a:cubicBezTo>
                        <a:pt x="40005" y="161830"/>
                        <a:pt x="40291" y="162306"/>
                        <a:pt x="40291" y="162496"/>
                      </a:cubicBezTo>
                      <a:cubicBezTo>
                        <a:pt x="40291" y="162973"/>
                        <a:pt x="40100" y="163354"/>
                        <a:pt x="39529" y="163544"/>
                      </a:cubicBezTo>
                      <a:lnTo>
                        <a:pt x="37528" y="163544"/>
                      </a:lnTo>
                      <a:close/>
                      <a:moveTo>
                        <a:pt x="39243" y="158686"/>
                      </a:moveTo>
                      <a:cubicBezTo>
                        <a:pt x="39243" y="158686"/>
                        <a:pt x="38957" y="159163"/>
                        <a:pt x="38957" y="159353"/>
                      </a:cubicBezTo>
                      <a:cubicBezTo>
                        <a:pt x="38957" y="159258"/>
                        <a:pt x="39052" y="158972"/>
                        <a:pt x="39243" y="158686"/>
                      </a:cubicBezTo>
                      <a:close/>
                      <a:moveTo>
                        <a:pt x="39624" y="154686"/>
                      </a:moveTo>
                      <a:cubicBezTo>
                        <a:pt x="40196" y="154686"/>
                        <a:pt x="40672" y="155067"/>
                        <a:pt x="41243" y="155734"/>
                      </a:cubicBezTo>
                      <a:cubicBezTo>
                        <a:pt x="41815" y="156496"/>
                        <a:pt x="42196" y="156877"/>
                        <a:pt x="42291" y="157067"/>
                      </a:cubicBezTo>
                      <a:cubicBezTo>
                        <a:pt x="41624" y="157163"/>
                        <a:pt x="40576" y="157734"/>
                        <a:pt x="39243" y="158782"/>
                      </a:cubicBezTo>
                      <a:cubicBezTo>
                        <a:pt x="40196" y="157353"/>
                        <a:pt x="40386" y="156019"/>
                        <a:pt x="39624" y="154781"/>
                      </a:cubicBezTo>
                      <a:close/>
                      <a:moveTo>
                        <a:pt x="43815" y="136684"/>
                      </a:moveTo>
                      <a:lnTo>
                        <a:pt x="43815" y="134969"/>
                      </a:lnTo>
                      <a:lnTo>
                        <a:pt x="39624" y="132398"/>
                      </a:lnTo>
                      <a:lnTo>
                        <a:pt x="43815" y="136684"/>
                      </a:lnTo>
                      <a:close/>
                      <a:moveTo>
                        <a:pt x="47244" y="143256"/>
                      </a:moveTo>
                      <a:cubicBezTo>
                        <a:pt x="47244" y="143256"/>
                        <a:pt x="47720" y="143446"/>
                        <a:pt x="49054" y="143637"/>
                      </a:cubicBezTo>
                      <a:cubicBezTo>
                        <a:pt x="49816" y="143827"/>
                        <a:pt x="50387" y="143351"/>
                        <a:pt x="50673" y="142399"/>
                      </a:cubicBezTo>
                      <a:cubicBezTo>
                        <a:pt x="49244" y="141827"/>
                        <a:pt x="48196" y="142113"/>
                        <a:pt x="47244" y="143161"/>
                      </a:cubicBezTo>
                      <a:cubicBezTo>
                        <a:pt x="46863" y="143161"/>
                        <a:pt x="46672" y="143446"/>
                        <a:pt x="46672" y="143827"/>
                      </a:cubicBezTo>
                      <a:lnTo>
                        <a:pt x="45339" y="145542"/>
                      </a:lnTo>
                      <a:lnTo>
                        <a:pt x="46672" y="145542"/>
                      </a:lnTo>
                      <a:cubicBezTo>
                        <a:pt x="46672" y="144875"/>
                        <a:pt x="46672" y="144304"/>
                        <a:pt x="46672" y="143827"/>
                      </a:cubicBezTo>
                      <a:lnTo>
                        <a:pt x="47244" y="143161"/>
                      </a:lnTo>
                      <a:close/>
                      <a:moveTo>
                        <a:pt x="48196" y="62960"/>
                      </a:moveTo>
                      <a:cubicBezTo>
                        <a:pt x="48768" y="62294"/>
                        <a:pt x="48958" y="61627"/>
                        <a:pt x="48673" y="61055"/>
                      </a:cubicBezTo>
                      <a:lnTo>
                        <a:pt x="49244" y="59627"/>
                      </a:lnTo>
                      <a:cubicBezTo>
                        <a:pt x="48768" y="58960"/>
                        <a:pt x="48101" y="58293"/>
                        <a:pt x="47339" y="57912"/>
                      </a:cubicBezTo>
                      <a:cubicBezTo>
                        <a:pt x="46482" y="57531"/>
                        <a:pt x="46006" y="57340"/>
                        <a:pt x="45815" y="57340"/>
                      </a:cubicBezTo>
                      <a:cubicBezTo>
                        <a:pt x="47720" y="58483"/>
                        <a:pt x="48673" y="59722"/>
                        <a:pt x="48673" y="61150"/>
                      </a:cubicBezTo>
                      <a:lnTo>
                        <a:pt x="48196" y="63055"/>
                      </a:lnTo>
                      <a:close/>
                      <a:moveTo>
                        <a:pt x="60579" y="50673"/>
                      </a:moveTo>
                      <a:lnTo>
                        <a:pt x="60579" y="50006"/>
                      </a:lnTo>
                      <a:cubicBezTo>
                        <a:pt x="60103" y="46387"/>
                        <a:pt x="57912" y="44482"/>
                        <a:pt x="54102" y="44482"/>
                      </a:cubicBezTo>
                      <a:cubicBezTo>
                        <a:pt x="51054" y="44482"/>
                        <a:pt x="48673" y="45529"/>
                        <a:pt x="46672" y="47530"/>
                      </a:cubicBezTo>
                      <a:cubicBezTo>
                        <a:pt x="47339" y="47815"/>
                        <a:pt x="47911" y="49149"/>
                        <a:pt x="48577" y="51625"/>
                      </a:cubicBezTo>
                      <a:cubicBezTo>
                        <a:pt x="49244" y="54102"/>
                        <a:pt x="50387" y="55054"/>
                        <a:pt x="52102" y="54673"/>
                      </a:cubicBezTo>
                      <a:lnTo>
                        <a:pt x="52102" y="54007"/>
                      </a:lnTo>
                      <a:cubicBezTo>
                        <a:pt x="52102" y="54007"/>
                        <a:pt x="52959" y="52006"/>
                        <a:pt x="53340" y="49340"/>
                      </a:cubicBezTo>
                      <a:cubicBezTo>
                        <a:pt x="53721" y="47054"/>
                        <a:pt x="54388" y="45910"/>
                        <a:pt x="55531" y="45910"/>
                      </a:cubicBezTo>
                      <a:cubicBezTo>
                        <a:pt x="56007" y="45910"/>
                        <a:pt x="56578" y="46196"/>
                        <a:pt x="57150" y="46577"/>
                      </a:cubicBezTo>
                      <a:lnTo>
                        <a:pt x="57150" y="48292"/>
                      </a:lnTo>
                      <a:cubicBezTo>
                        <a:pt x="57150" y="48292"/>
                        <a:pt x="57626" y="48006"/>
                        <a:pt x="58007" y="48006"/>
                      </a:cubicBezTo>
                      <a:cubicBezTo>
                        <a:pt x="58198" y="48006"/>
                        <a:pt x="59150" y="48863"/>
                        <a:pt x="60579" y="50578"/>
                      </a:cubicBezTo>
                      <a:close/>
                      <a:moveTo>
                        <a:pt x="49244" y="118396"/>
                      </a:moveTo>
                      <a:cubicBezTo>
                        <a:pt x="48196" y="118396"/>
                        <a:pt x="47530" y="118205"/>
                        <a:pt x="47244" y="117729"/>
                      </a:cubicBezTo>
                      <a:lnTo>
                        <a:pt x="48673" y="120110"/>
                      </a:lnTo>
                      <a:cubicBezTo>
                        <a:pt x="49339" y="119634"/>
                        <a:pt x="49434" y="119063"/>
                        <a:pt x="49244" y="118396"/>
                      </a:cubicBezTo>
                      <a:close/>
                      <a:moveTo>
                        <a:pt x="50673" y="52864"/>
                      </a:moveTo>
                      <a:lnTo>
                        <a:pt x="50197" y="52292"/>
                      </a:lnTo>
                      <a:lnTo>
                        <a:pt x="51625" y="52292"/>
                      </a:lnTo>
                      <a:cubicBezTo>
                        <a:pt x="51625" y="52292"/>
                        <a:pt x="51244" y="52673"/>
                        <a:pt x="50673" y="52864"/>
                      </a:cubicBezTo>
                      <a:close/>
                      <a:moveTo>
                        <a:pt x="51625" y="52292"/>
                      </a:moveTo>
                      <a:cubicBezTo>
                        <a:pt x="51625" y="52292"/>
                        <a:pt x="52006" y="52006"/>
                        <a:pt x="52197" y="52292"/>
                      </a:cubicBezTo>
                      <a:lnTo>
                        <a:pt x="51625" y="52292"/>
                      </a:lnTo>
                      <a:close/>
                      <a:moveTo>
                        <a:pt x="52959" y="156305"/>
                      </a:moveTo>
                      <a:lnTo>
                        <a:pt x="54388" y="154591"/>
                      </a:lnTo>
                      <a:cubicBezTo>
                        <a:pt x="53816" y="153829"/>
                        <a:pt x="53340" y="153543"/>
                        <a:pt x="52959" y="153543"/>
                      </a:cubicBezTo>
                      <a:lnTo>
                        <a:pt x="52959" y="156305"/>
                      </a:lnTo>
                      <a:close/>
                      <a:moveTo>
                        <a:pt x="55150" y="55245"/>
                      </a:moveTo>
                      <a:cubicBezTo>
                        <a:pt x="55340" y="54388"/>
                        <a:pt x="55150" y="53435"/>
                        <a:pt x="54388" y="52292"/>
                      </a:cubicBezTo>
                      <a:lnTo>
                        <a:pt x="54388" y="56293"/>
                      </a:lnTo>
                      <a:lnTo>
                        <a:pt x="55150" y="55245"/>
                      </a:lnTo>
                      <a:close/>
                      <a:moveTo>
                        <a:pt x="57817" y="169831"/>
                      </a:moveTo>
                      <a:lnTo>
                        <a:pt x="57340" y="169164"/>
                      </a:lnTo>
                      <a:lnTo>
                        <a:pt x="58769" y="169164"/>
                      </a:lnTo>
                      <a:cubicBezTo>
                        <a:pt x="58102" y="169545"/>
                        <a:pt x="57721" y="169831"/>
                        <a:pt x="57817" y="169831"/>
                      </a:cubicBezTo>
                      <a:close/>
                      <a:moveTo>
                        <a:pt x="75342" y="152209"/>
                      </a:moveTo>
                      <a:lnTo>
                        <a:pt x="76105" y="151067"/>
                      </a:lnTo>
                      <a:lnTo>
                        <a:pt x="75342" y="148780"/>
                      </a:lnTo>
                      <a:lnTo>
                        <a:pt x="75342" y="152209"/>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 name="Google Shape;1285;p99"/>
                <p:cNvSpPr/>
                <p:nvPr/>
              </p:nvSpPr>
              <p:spPr>
                <a:xfrm>
                  <a:off x="4939188" y="1529905"/>
                  <a:ext cx="107727" cy="171735"/>
                </a:xfrm>
                <a:custGeom>
                  <a:avLst/>
                  <a:gdLst/>
                  <a:ahLst/>
                  <a:cxnLst/>
                  <a:rect l="l" t="t" r="r" b="b"/>
                  <a:pathLst>
                    <a:path w="107727" h="171735" extrusionOk="0">
                      <a:moveTo>
                        <a:pt x="105346" y="161353"/>
                      </a:moveTo>
                      <a:cubicBezTo>
                        <a:pt x="105346" y="162020"/>
                        <a:pt x="105346" y="163068"/>
                        <a:pt x="105728" y="164592"/>
                      </a:cubicBezTo>
                      <a:cubicBezTo>
                        <a:pt x="106109" y="166021"/>
                        <a:pt x="106204" y="167069"/>
                        <a:pt x="106204" y="167640"/>
                      </a:cubicBezTo>
                      <a:cubicBezTo>
                        <a:pt x="106204" y="169354"/>
                        <a:pt x="105251" y="170783"/>
                        <a:pt x="103346" y="171736"/>
                      </a:cubicBezTo>
                      <a:lnTo>
                        <a:pt x="88392" y="170117"/>
                      </a:lnTo>
                      <a:cubicBezTo>
                        <a:pt x="88106" y="169259"/>
                        <a:pt x="87249" y="168783"/>
                        <a:pt x="85725" y="168783"/>
                      </a:cubicBezTo>
                      <a:lnTo>
                        <a:pt x="82296" y="168783"/>
                      </a:lnTo>
                      <a:cubicBezTo>
                        <a:pt x="81248" y="168497"/>
                        <a:pt x="80486" y="167926"/>
                        <a:pt x="79915" y="167069"/>
                      </a:cubicBezTo>
                      <a:cubicBezTo>
                        <a:pt x="78962" y="167449"/>
                        <a:pt x="77629" y="168497"/>
                        <a:pt x="75724" y="170212"/>
                      </a:cubicBezTo>
                      <a:cubicBezTo>
                        <a:pt x="76010" y="168497"/>
                        <a:pt x="75629" y="167735"/>
                        <a:pt x="74486" y="167735"/>
                      </a:cubicBezTo>
                      <a:cubicBezTo>
                        <a:pt x="74295" y="167735"/>
                        <a:pt x="73914" y="167735"/>
                        <a:pt x="73247" y="167926"/>
                      </a:cubicBezTo>
                      <a:lnTo>
                        <a:pt x="72200" y="167926"/>
                      </a:lnTo>
                      <a:cubicBezTo>
                        <a:pt x="71342" y="167926"/>
                        <a:pt x="70676" y="167640"/>
                        <a:pt x="70390" y="167069"/>
                      </a:cubicBezTo>
                      <a:cubicBezTo>
                        <a:pt x="67628" y="158305"/>
                        <a:pt x="64199" y="152019"/>
                        <a:pt x="59722" y="148114"/>
                      </a:cubicBezTo>
                      <a:cubicBezTo>
                        <a:pt x="59817" y="144875"/>
                        <a:pt x="58198" y="141637"/>
                        <a:pt x="54864" y="138494"/>
                      </a:cubicBezTo>
                      <a:cubicBezTo>
                        <a:pt x="51530" y="135350"/>
                        <a:pt x="49816" y="132207"/>
                        <a:pt x="49816" y="129064"/>
                      </a:cubicBezTo>
                      <a:cubicBezTo>
                        <a:pt x="47720" y="127921"/>
                        <a:pt x="46196" y="126301"/>
                        <a:pt x="45244" y="124301"/>
                      </a:cubicBezTo>
                      <a:cubicBezTo>
                        <a:pt x="44387" y="122206"/>
                        <a:pt x="42672" y="120586"/>
                        <a:pt x="40291" y="119348"/>
                      </a:cubicBezTo>
                      <a:lnTo>
                        <a:pt x="43053" y="116586"/>
                      </a:lnTo>
                      <a:cubicBezTo>
                        <a:pt x="42577" y="115824"/>
                        <a:pt x="41910" y="115633"/>
                        <a:pt x="41053" y="115919"/>
                      </a:cubicBezTo>
                      <a:cubicBezTo>
                        <a:pt x="39719" y="116491"/>
                        <a:pt x="39053" y="116776"/>
                        <a:pt x="38862" y="116776"/>
                      </a:cubicBezTo>
                      <a:cubicBezTo>
                        <a:pt x="38386" y="116776"/>
                        <a:pt x="37910" y="116491"/>
                        <a:pt x="37433" y="115919"/>
                      </a:cubicBezTo>
                      <a:cubicBezTo>
                        <a:pt x="37433" y="116776"/>
                        <a:pt x="37529" y="117729"/>
                        <a:pt x="37529" y="118681"/>
                      </a:cubicBezTo>
                      <a:cubicBezTo>
                        <a:pt x="37529" y="121634"/>
                        <a:pt x="36195" y="125920"/>
                        <a:pt x="33433" y="131445"/>
                      </a:cubicBezTo>
                      <a:cubicBezTo>
                        <a:pt x="30671" y="136874"/>
                        <a:pt x="29146" y="141161"/>
                        <a:pt x="28956" y="144113"/>
                      </a:cubicBezTo>
                      <a:cubicBezTo>
                        <a:pt x="27908" y="142875"/>
                        <a:pt x="27242" y="142303"/>
                        <a:pt x="27146" y="142303"/>
                      </a:cubicBezTo>
                      <a:cubicBezTo>
                        <a:pt x="26765" y="142303"/>
                        <a:pt x="26384" y="142589"/>
                        <a:pt x="26194" y="143161"/>
                      </a:cubicBezTo>
                      <a:cubicBezTo>
                        <a:pt x="28099" y="144875"/>
                        <a:pt x="29051" y="147638"/>
                        <a:pt x="29051" y="151352"/>
                      </a:cubicBezTo>
                      <a:cubicBezTo>
                        <a:pt x="29051" y="158877"/>
                        <a:pt x="29051" y="162211"/>
                        <a:pt x="28861" y="161353"/>
                      </a:cubicBezTo>
                      <a:cubicBezTo>
                        <a:pt x="27908" y="162020"/>
                        <a:pt x="27432" y="162782"/>
                        <a:pt x="27432" y="163449"/>
                      </a:cubicBezTo>
                      <a:cubicBezTo>
                        <a:pt x="27432" y="163925"/>
                        <a:pt x="27813" y="164592"/>
                        <a:pt x="28289" y="165544"/>
                      </a:cubicBezTo>
                      <a:cubicBezTo>
                        <a:pt x="28861" y="166592"/>
                        <a:pt x="29242" y="167449"/>
                        <a:pt x="29242" y="168116"/>
                      </a:cubicBezTo>
                      <a:cubicBezTo>
                        <a:pt x="29242" y="168497"/>
                        <a:pt x="29146" y="169069"/>
                        <a:pt x="28861" y="169640"/>
                      </a:cubicBezTo>
                      <a:cubicBezTo>
                        <a:pt x="23432" y="171355"/>
                        <a:pt x="15145" y="171545"/>
                        <a:pt x="3810" y="170307"/>
                      </a:cubicBezTo>
                      <a:cubicBezTo>
                        <a:pt x="3239" y="168592"/>
                        <a:pt x="2858" y="166783"/>
                        <a:pt x="2858" y="164878"/>
                      </a:cubicBezTo>
                      <a:cubicBezTo>
                        <a:pt x="2858" y="163259"/>
                        <a:pt x="3143" y="160972"/>
                        <a:pt x="3715" y="158115"/>
                      </a:cubicBezTo>
                      <a:cubicBezTo>
                        <a:pt x="4191" y="155162"/>
                        <a:pt x="4477" y="152971"/>
                        <a:pt x="4477" y="151543"/>
                      </a:cubicBezTo>
                      <a:cubicBezTo>
                        <a:pt x="4477" y="148590"/>
                        <a:pt x="3715" y="145828"/>
                        <a:pt x="2096" y="143351"/>
                      </a:cubicBezTo>
                      <a:cubicBezTo>
                        <a:pt x="3143" y="143065"/>
                        <a:pt x="3715" y="142113"/>
                        <a:pt x="3715" y="140589"/>
                      </a:cubicBezTo>
                      <a:cubicBezTo>
                        <a:pt x="3620" y="138779"/>
                        <a:pt x="3620" y="137731"/>
                        <a:pt x="3715" y="137636"/>
                      </a:cubicBezTo>
                      <a:cubicBezTo>
                        <a:pt x="3715" y="137541"/>
                        <a:pt x="4001" y="137446"/>
                        <a:pt x="4001" y="137446"/>
                      </a:cubicBezTo>
                      <a:cubicBezTo>
                        <a:pt x="4001" y="137446"/>
                        <a:pt x="4667" y="137827"/>
                        <a:pt x="5620" y="138494"/>
                      </a:cubicBezTo>
                      <a:cubicBezTo>
                        <a:pt x="6477" y="139160"/>
                        <a:pt x="7144" y="139541"/>
                        <a:pt x="7429" y="139541"/>
                      </a:cubicBezTo>
                      <a:cubicBezTo>
                        <a:pt x="8192" y="139541"/>
                        <a:pt x="8477" y="138589"/>
                        <a:pt x="8477" y="136874"/>
                      </a:cubicBezTo>
                      <a:cubicBezTo>
                        <a:pt x="8477" y="136303"/>
                        <a:pt x="7429" y="135922"/>
                        <a:pt x="5715" y="135731"/>
                      </a:cubicBezTo>
                      <a:cubicBezTo>
                        <a:pt x="4001" y="135541"/>
                        <a:pt x="3239" y="134302"/>
                        <a:pt x="3620" y="132207"/>
                      </a:cubicBezTo>
                      <a:cubicBezTo>
                        <a:pt x="4477" y="132017"/>
                        <a:pt x="5620" y="132493"/>
                        <a:pt x="7049" y="133445"/>
                      </a:cubicBezTo>
                      <a:cubicBezTo>
                        <a:pt x="8382" y="134398"/>
                        <a:pt x="9430" y="134969"/>
                        <a:pt x="9906" y="134969"/>
                      </a:cubicBezTo>
                      <a:cubicBezTo>
                        <a:pt x="10287" y="134969"/>
                        <a:pt x="10573" y="134779"/>
                        <a:pt x="10954" y="134493"/>
                      </a:cubicBezTo>
                      <a:lnTo>
                        <a:pt x="8382" y="132207"/>
                      </a:lnTo>
                      <a:lnTo>
                        <a:pt x="10383" y="130492"/>
                      </a:lnTo>
                      <a:lnTo>
                        <a:pt x="1905" y="128778"/>
                      </a:lnTo>
                      <a:cubicBezTo>
                        <a:pt x="3715" y="126968"/>
                        <a:pt x="4667" y="124968"/>
                        <a:pt x="4667" y="123063"/>
                      </a:cubicBezTo>
                      <a:cubicBezTo>
                        <a:pt x="4667" y="122015"/>
                        <a:pt x="4286" y="120491"/>
                        <a:pt x="3524" y="118396"/>
                      </a:cubicBezTo>
                      <a:cubicBezTo>
                        <a:pt x="2667" y="116300"/>
                        <a:pt x="2286" y="114681"/>
                        <a:pt x="2286" y="113347"/>
                      </a:cubicBezTo>
                      <a:cubicBezTo>
                        <a:pt x="2286" y="111919"/>
                        <a:pt x="2762" y="110490"/>
                        <a:pt x="3620" y="108871"/>
                      </a:cubicBezTo>
                      <a:lnTo>
                        <a:pt x="0" y="107347"/>
                      </a:lnTo>
                      <a:cubicBezTo>
                        <a:pt x="1715" y="107918"/>
                        <a:pt x="2667" y="107061"/>
                        <a:pt x="3143" y="104965"/>
                      </a:cubicBezTo>
                      <a:cubicBezTo>
                        <a:pt x="3524" y="102775"/>
                        <a:pt x="4382" y="101632"/>
                        <a:pt x="5620" y="101632"/>
                      </a:cubicBezTo>
                      <a:cubicBezTo>
                        <a:pt x="3620" y="101822"/>
                        <a:pt x="2762" y="100679"/>
                        <a:pt x="2762" y="98203"/>
                      </a:cubicBezTo>
                      <a:cubicBezTo>
                        <a:pt x="2762" y="96965"/>
                        <a:pt x="3048" y="95345"/>
                        <a:pt x="3715" y="93345"/>
                      </a:cubicBezTo>
                      <a:lnTo>
                        <a:pt x="571" y="92297"/>
                      </a:lnTo>
                      <a:cubicBezTo>
                        <a:pt x="667" y="91535"/>
                        <a:pt x="1334" y="90202"/>
                        <a:pt x="2381" y="88582"/>
                      </a:cubicBezTo>
                      <a:cubicBezTo>
                        <a:pt x="3334" y="86963"/>
                        <a:pt x="3810" y="85725"/>
                        <a:pt x="3810" y="84868"/>
                      </a:cubicBezTo>
                      <a:cubicBezTo>
                        <a:pt x="3810" y="84011"/>
                        <a:pt x="3524" y="83344"/>
                        <a:pt x="2953" y="82772"/>
                      </a:cubicBezTo>
                      <a:cubicBezTo>
                        <a:pt x="3620" y="78772"/>
                        <a:pt x="3620" y="70390"/>
                        <a:pt x="3048" y="57531"/>
                      </a:cubicBezTo>
                      <a:cubicBezTo>
                        <a:pt x="2381" y="46863"/>
                        <a:pt x="3334" y="38957"/>
                        <a:pt x="5620" y="34004"/>
                      </a:cubicBezTo>
                      <a:cubicBezTo>
                        <a:pt x="3620" y="30099"/>
                        <a:pt x="2572" y="25622"/>
                        <a:pt x="2572" y="20669"/>
                      </a:cubicBezTo>
                      <a:cubicBezTo>
                        <a:pt x="2572" y="18764"/>
                        <a:pt x="2762" y="16097"/>
                        <a:pt x="3143" y="12478"/>
                      </a:cubicBezTo>
                      <a:cubicBezTo>
                        <a:pt x="3524" y="8858"/>
                        <a:pt x="3715" y="6096"/>
                        <a:pt x="3715" y="4286"/>
                      </a:cubicBezTo>
                      <a:cubicBezTo>
                        <a:pt x="4286" y="2095"/>
                        <a:pt x="5239" y="952"/>
                        <a:pt x="6382" y="952"/>
                      </a:cubicBezTo>
                      <a:cubicBezTo>
                        <a:pt x="6858" y="952"/>
                        <a:pt x="7715" y="1143"/>
                        <a:pt x="8954" y="1715"/>
                      </a:cubicBezTo>
                      <a:cubicBezTo>
                        <a:pt x="10096" y="2191"/>
                        <a:pt x="10954" y="2476"/>
                        <a:pt x="11621" y="2476"/>
                      </a:cubicBezTo>
                      <a:cubicBezTo>
                        <a:pt x="12764" y="2476"/>
                        <a:pt x="13811" y="1619"/>
                        <a:pt x="14669" y="95"/>
                      </a:cubicBezTo>
                      <a:lnTo>
                        <a:pt x="16097" y="2476"/>
                      </a:lnTo>
                      <a:cubicBezTo>
                        <a:pt x="16478" y="1524"/>
                        <a:pt x="17050" y="952"/>
                        <a:pt x="18098" y="952"/>
                      </a:cubicBezTo>
                      <a:cubicBezTo>
                        <a:pt x="18098" y="1238"/>
                        <a:pt x="17907" y="1619"/>
                        <a:pt x="17431" y="2095"/>
                      </a:cubicBezTo>
                      <a:cubicBezTo>
                        <a:pt x="17050" y="2572"/>
                        <a:pt x="16859" y="2953"/>
                        <a:pt x="17050" y="3238"/>
                      </a:cubicBezTo>
                      <a:cubicBezTo>
                        <a:pt x="17431" y="3429"/>
                        <a:pt x="17812" y="3429"/>
                        <a:pt x="18098" y="3429"/>
                      </a:cubicBezTo>
                      <a:cubicBezTo>
                        <a:pt x="18764" y="3429"/>
                        <a:pt x="20003" y="2953"/>
                        <a:pt x="21431" y="1715"/>
                      </a:cubicBezTo>
                      <a:cubicBezTo>
                        <a:pt x="22955" y="571"/>
                        <a:pt x="24003" y="0"/>
                        <a:pt x="24765" y="0"/>
                      </a:cubicBezTo>
                      <a:cubicBezTo>
                        <a:pt x="25813" y="0"/>
                        <a:pt x="26765" y="1048"/>
                        <a:pt x="27432" y="3143"/>
                      </a:cubicBezTo>
                      <a:cubicBezTo>
                        <a:pt x="27432" y="4572"/>
                        <a:pt x="27718" y="10382"/>
                        <a:pt x="28289" y="20479"/>
                      </a:cubicBezTo>
                      <a:cubicBezTo>
                        <a:pt x="28766" y="27242"/>
                        <a:pt x="28861" y="33052"/>
                        <a:pt x="28670" y="37814"/>
                      </a:cubicBezTo>
                      <a:cubicBezTo>
                        <a:pt x="28670" y="38195"/>
                        <a:pt x="28385" y="38862"/>
                        <a:pt x="28004" y="39719"/>
                      </a:cubicBezTo>
                      <a:cubicBezTo>
                        <a:pt x="27623" y="40576"/>
                        <a:pt x="27432" y="41243"/>
                        <a:pt x="27432" y="41624"/>
                      </a:cubicBezTo>
                      <a:cubicBezTo>
                        <a:pt x="27432" y="42005"/>
                        <a:pt x="27623" y="42481"/>
                        <a:pt x="27908" y="42958"/>
                      </a:cubicBezTo>
                      <a:cubicBezTo>
                        <a:pt x="26861" y="42958"/>
                        <a:pt x="26099" y="43244"/>
                        <a:pt x="25908" y="43815"/>
                      </a:cubicBezTo>
                      <a:lnTo>
                        <a:pt x="25908" y="45529"/>
                      </a:lnTo>
                      <a:cubicBezTo>
                        <a:pt x="24670" y="45529"/>
                        <a:pt x="24003" y="45720"/>
                        <a:pt x="23908" y="46196"/>
                      </a:cubicBezTo>
                      <a:cubicBezTo>
                        <a:pt x="24098" y="47244"/>
                        <a:pt x="24670" y="47911"/>
                        <a:pt x="25527" y="47911"/>
                      </a:cubicBezTo>
                      <a:cubicBezTo>
                        <a:pt x="26956" y="47911"/>
                        <a:pt x="27813" y="47339"/>
                        <a:pt x="27813" y="46196"/>
                      </a:cubicBezTo>
                      <a:cubicBezTo>
                        <a:pt x="28099" y="47625"/>
                        <a:pt x="26956" y="49340"/>
                        <a:pt x="24575" y="51435"/>
                      </a:cubicBezTo>
                      <a:cubicBezTo>
                        <a:pt x="22193" y="53530"/>
                        <a:pt x="20955" y="54959"/>
                        <a:pt x="20955" y="55721"/>
                      </a:cubicBezTo>
                      <a:cubicBezTo>
                        <a:pt x="20955" y="56578"/>
                        <a:pt x="22003" y="57245"/>
                        <a:pt x="24384" y="57817"/>
                      </a:cubicBezTo>
                      <a:lnTo>
                        <a:pt x="25908" y="56102"/>
                      </a:lnTo>
                      <a:cubicBezTo>
                        <a:pt x="25908" y="57531"/>
                        <a:pt x="26003" y="58293"/>
                        <a:pt x="26479" y="58483"/>
                      </a:cubicBezTo>
                      <a:lnTo>
                        <a:pt x="27337" y="58483"/>
                      </a:lnTo>
                      <a:lnTo>
                        <a:pt x="27337" y="54483"/>
                      </a:lnTo>
                      <a:cubicBezTo>
                        <a:pt x="27337" y="54483"/>
                        <a:pt x="27718" y="57340"/>
                        <a:pt x="28194" y="61913"/>
                      </a:cubicBezTo>
                      <a:cubicBezTo>
                        <a:pt x="28575" y="65246"/>
                        <a:pt x="29433" y="67723"/>
                        <a:pt x="30861" y="69056"/>
                      </a:cubicBezTo>
                      <a:cubicBezTo>
                        <a:pt x="33814" y="69056"/>
                        <a:pt x="35909" y="68104"/>
                        <a:pt x="37052" y="66103"/>
                      </a:cubicBezTo>
                      <a:lnTo>
                        <a:pt x="36290" y="65056"/>
                      </a:lnTo>
                      <a:lnTo>
                        <a:pt x="39910" y="66770"/>
                      </a:lnTo>
                      <a:cubicBezTo>
                        <a:pt x="40481" y="58198"/>
                        <a:pt x="43053" y="52483"/>
                        <a:pt x="47530" y="49625"/>
                      </a:cubicBezTo>
                      <a:cubicBezTo>
                        <a:pt x="47911" y="47053"/>
                        <a:pt x="49244" y="44291"/>
                        <a:pt x="51435" y="41243"/>
                      </a:cubicBezTo>
                      <a:cubicBezTo>
                        <a:pt x="53626" y="38195"/>
                        <a:pt x="54959" y="35528"/>
                        <a:pt x="55436" y="33052"/>
                      </a:cubicBezTo>
                      <a:cubicBezTo>
                        <a:pt x="55721" y="31337"/>
                        <a:pt x="57055" y="29908"/>
                        <a:pt x="59246" y="28575"/>
                      </a:cubicBezTo>
                      <a:cubicBezTo>
                        <a:pt x="61436" y="27242"/>
                        <a:pt x="62389" y="26003"/>
                        <a:pt x="62389" y="24765"/>
                      </a:cubicBezTo>
                      <a:cubicBezTo>
                        <a:pt x="62389" y="23908"/>
                        <a:pt x="62103" y="22860"/>
                        <a:pt x="61532" y="21431"/>
                      </a:cubicBezTo>
                      <a:lnTo>
                        <a:pt x="67818" y="13144"/>
                      </a:lnTo>
                      <a:lnTo>
                        <a:pt x="66485" y="11430"/>
                      </a:lnTo>
                      <a:cubicBezTo>
                        <a:pt x="66485" y="11430"/>
                        <a:pt x="67818" y="10573"/>
                        <a:pt x="70104" y="9525"/>
                      </a:cubicBezTo>
                      <a:cubicBezTo>
                        <a:pt x="71533" y="8858"/>
                        <a:pt x="72390" y="7906"/>
                        <a:pt x="72390" y="6858"/>
                      </a:cubicBezTo>
                      <a:cubicBezTo>
                        <a:pt x="72390" y="6286"/>
                        <a:pt x="72295" y="5715"/>
                        <a:pt x="72104" y="5144"/>
                      </a:cubicBezTo>
                      <a:cubicBezTo>
                        <a:pt x="76200" y="4286"/>
                        <a:pt x="82010" y="4000"/>
                        <a:pt x="89630" y="4096"/>
                      </a:cubicBezTo>
                      <a:cubicBezTo>
                        <a:pt x="100298" y="4286"/>
                        <a:pt x="106013" y="4286"/>
                        <a:pt x="106966" y="4286"/>
                      </a:cubicBezTo>
                      <a:lnTo>
                        <a:pt x="107728" y="10192"/>
                      </a:lnTo>
                      <a:cubicBezTo>
                        <a:pt x="102870" y="15526"/>
                        <a:pt x="99917" y="19240"/>
                        <a:pt x="98489" y="21241"/>
                      </a:cubicBezTo>
                      <a:cubicBezTo>
                        <a:pt x="95345" y="25908"/>
                        <a:pt x="93536" y="30385"/>
                        <a:pt x="93059" y="34766"/>
                      </a:cubicBezTo>
                      <a:cubicBezTo>
                        <a:pt x="86868" y="40481"/>
                        <a:pt x="81058" y="48101"/>
                        <a:pt x="75248" y="57912"/>
                      </a:cubicBezTo>
                      <a:cubicBezTo>
                        <a:pt x="70390" y="66389"/>
                        <a:pt x="65723" y="74867"/>
                        <a:pt x="60960" y="83344"/>
                      </a:cubicBezTo>
                      <a:cubicBezTo>
                        <a:pt x="60674" y="84106"/>
                        <a:pt x="60484" y="85058"/>
                        <a:pt x="60484" y="85915"/>
                      </a:cubicBezTo>
                      <a:cubicBezTo>
                        <a:pt x="60484" y="87344"/>
                        <a:pt x="61151" y="88963"/>
                        <a:pt x="62484" y="90964"/>
                      </a:cubicBezTo>
                      <a:cubicBezTo>
                        <a:pt x="63913" y="92964"/>
                        <a:pt x="64675" y="94488"/>
                        <a:pt x="64961" y="95631"/>
                      </a:cubicBezTo>
                      <a:cubicBezTo>
                        <a:pt x="64675" y="96393"/>
                        <a:pt x="63818" y="97155"/>
                        <a:pt x="62198" y="98107"/>
                      </a:cubicBezTo>
                      <a:cubicBezTo>
                        <a:pt x="61151" y="98965"/>
                        <a:pt x="60674" y="100108"/>
                        <a:pt x="60960" y="101536"/>
                      </a:cubicBezTo>
                      <a:cubicBezTo>
                        <a:pt x="61436" y="102013"/>
                        <a:pt x="65246" y="104680"/>
                        <a:pt x="72676" y="109823"/>
                      </a:cubicBezTo>
                      <a:cubicBezTo>
                        <a:pt x="76867" y="112776"/>
                        <a:pt x="79629" y="116872"/>
                        <a:pt x="81058" y="122111"/>
                      </a:cubicBezTo>
                      <a:cubicBezTo>
                        <a:pt x="81248" y="122492"/>
                        <a:pt x="82010" y="123158"/>
                        <a:pt x="83439" y="123825"/>
                      </a:cubicBezTo>
                      <a:cubicBezTo>
                        <a:pt x="84773" y="124492"/>
                        <a:pt x="85439" y="125254"/>
                        <a:pt x="85439" y="125920"/>
                      </a:cubicBezTo>
                      <a:cubicBezTo>
                        <a:pt x="85439" y="126492"/>
                        <a:pt x="85154" y="127159"/>
                        <a:pt x="84582" y="127825"/>
                      </a:cubicBezTo>
                      <a:cubicBezTo>
                        <a:pt x="83534" y="128683"/>
                        <a:pt x="81915" y="129349"/>
                        <a:pt x="79820" y="129826"/>
                      </a:cubicBezTo>
                      <a:cubicBezTo>
                        <a:pt x="77819" y="130302"/>
                        <a:pt x="76295" y="131064"/>
                        <a:pt x="75343" y="132112"/>
                      </a:cubicBezTo>
                      <a:lnTo>
                        <a:pt x="75343" y="132778"/>
                      </a:lnTo>
                      <a:cubicBezTo>
                        <a:pt x="75914" y="133255"/>
                        <a:pt x="76486" y="133540"/>
                        <a:pt x="76962" y="133540"/>
                      </a:cubicBezTo>
                      <a:cubicBezTo>
                        <a:pt x="77343" y="133540"/>
                        <a:pt x="77819" y="133445"/>
                        <a:pt x="78296" y="133255"/>
                      </a:cubicBezTo>
                      <a:cubicBezTo>
                        <a:pt x="78867" y="133064"/>
                        <a:pt x="79248" y="132969"/>
                        <a:pt x="79439" y="132969"/>
                      </a:cubicBezTo>
                      <a:cubicBezTo>
                        <a:pt x="80201" y="132969"/>
                        <a:pt x="80677" y="133636"/>
                        <a:pt x="80963" y="135065"/>
                      </a:cubicBezTo>
                      <a:lnTo>
                        <a:pt x="85439" y="130397"/>
                      </a:lnTo>
                      <a:lnTo>
                        <a:pt x="85725" y="130778"/>
                      </a:lnTo>
                      <a:cubicBezTo>
                        <a:pt x="85725" y="130778"/>
                        <a:pt x="85535" y="130969"/>
                        <a:pt x="85439" y="130969"/>
                      </a:cubicBezTo>
                      <a:lnTo>
                        <a:pt x="84582" y="132112"/>
                      </a:lnTo>
                      <a:cubicBezTo>
                        <a:pt x="88202" y="132302"/>
                        <a:pt x="90583" y="134588"/>
                        <a:pt x="91535" y="139065"/>
                      </a:cubicBezTo>
                      <a:cubicBezTo>
                        <a:pt x="92774" y="144494"/>
                        <a:pt x="94869" y="147923"/>
                        <a:pt x="97822" y="149352"/>
                      </a:cubicBezTo>
                      <a:cubicBezTo>
                        <a:pt x="96774" y="150590"/>
                        <a:pt x="96298" y="151352"/>
                        <a:pt x="96393" y="151638"/>
                      </a:cubicBezTo>
                      <a:lnTo>
                        <a:pt x="98393" y="151638"/>
                      </a:lnTo>
                      <a:cubicBezTo>
                        <a:pt x="98108" y="152209"/>
                        <a:pt x="98012" y="152686"/>
                        <a:pt x="98012" y="152971"/>
                      </a:cubicBezTo>
                      <a:cubicBezTo>
                        <a:pt x="98012" y="153829"/>
                        <a:pt x="98870" y="154686"/>
                        <a:pt x="100489" y="155638"/>
                      </a:cubicBezTo>
                      <a:cubicBezTo>
                        <a:pt x="102108" y="156591"/>
                        <a:pt x="102870" y="157829"/>
                        <a:pt x="102870" y="159353"/>
                      </a:cubicBezTo>
                      <a:cubicBezTo>
                        <a:pt x="101822" y="159829"/>
                        <a:pt x="100298" y="160782"/>
                        <a:pt x="98393" y="162306"/>
                      </a:cubicBezTo>
                      <a:cubicBezTo>
                        <a:pt x="98108" y="163354"/>
                        <a:pt x="98393" y="164306"/>
                        <a:pt x="99251" y="165163"/>
                      </a:cubicBezTo>
                      <a:cubicBezTo>
                        <a:pt x="100013" y="165925"/>
                        <a:pt x="100489" y="166402"/>
                        <a:pt x="100584" y="166688"/>
                      </a:cubicBezTo>
                      <a:cubicBezTo>
                        <a:pt x="100965" y="166402"/>
                        <a:pt x="101156" y="165640"/>
                        <a:pt x="101441" y="164306"/>
                      </a:cubicBezTo>
                      <a:cubicBezTo>
                        <a:pt x="101537" y="162973"/>
                        <a:pt x="102108" y="162115"/>
                        <a:pt x="102870" y="161734"/>
                      </a:cubicBezTo>
                      <a:lnTo>
                        <a:pt x="104870" y="161734"/>
                      </a:lnTo>
                      <a:close/>
                      <a:moveTo>
                        <a:pt x="13430" y="146304"/>
                      </a:moveTo>
                      <a:cubicBezTo>
                        <a:pt x="13907" y="146590"/>
                        <a:pt x="14478" y="146685"/>
                        <a:pt x="14954" y="146494"/>
                      </a:cubicBezTo>
                      <a:lnTo>
                        <a:pt x="13430" y="146304"/>
                      </a:lnTo>
                      <a:cubicBezTo>
                        <a:pt x="11906" y="145256"/>
                        <a:pt x="10763" y="145066"/>
                        <a:pt x="10192" y="145447"/>
                      </a:cubicBezTo>
                      <a:lnTo>
                        <a:pt x="13430" y="146304"/>
                      </a:lnTo>
                      <a:close/>
                      <a:moveTo>
                        <a:pt x="13621" y="85534"/>
                      </a:moveTo>
                      <a:cubicBezTo>
                        <a:pt x="13621" y="85534"/>
                        <a:pt x="12573" y="84868"/>
                        <a:pt x="11240" y="84868"/>
                      </a:cubicBezTo>
                      <a:lnTo>
                        <a:pt x="12097" y="87249"/>
                      </a:lnTo>
                      <a:lnTo>
                        <a:pt x="13621" y="85534"/>
                      </a:lnTo>
                      <a:close/>
                      <a:moveTo>
                        <a:pt x="16288" y="95536"/>
                      </a:moveTo>
                      <a:cubicBezTo>
                        <a:pt x="16288" y="95536"/>
                        <a:pt x="15907" y="94869"/>
                        <a:pt x="15431" y="93821"/>
                      </a:cubicBezTo>
                      <a:cubicBezTo>
                        <a:pt x="15240" y="93250"/>
                        <a:pt x="14764" y="92964"/>
                        <a:pt x="14288" y="92964"/>
                      </a:cubicBezTo>
                      <a:cubicBezTo>
                        <a:pt x="14002" y="92964"/>
                        <a:pt x="13811" y="92964"/>
                        <a:pt x="13621" y="93154"/>
                      </a:cubicBezTo>
                      <a:cubicBezTo>
                        <a:pt x="14573" y="93536"/>
                        <a:pt x="15050" y="94012"/>
                        <a:pt x="15050" y="94393"/>
                      </a:cubicBezTo>
                      <a:cubicBezTo>
                        <a:pt x="15050" y="94678"/>
                        <a:pt x="14669" y="95155"/>
                        <a:pt x="13907" y="95821"/>
                      </a:cubicBezTo>
                      <a:cubicBezTo>
                        <a:pt x="13145" y="96393"/>
                        <a:pt x="12764" y="96869"/>
                        <a:pt x="12764" y="97155"/>
                      </a:cubicBezTo>
                      <a:cubicBezTo>
                        <a:pt x="12764" y="97441"/>
                        <a:pt x="12859" y="97631"/>
                        <a:pt x="13049" y="97822"/>
                      </a:cubicBezTo>
                      <a:lnTo>
                        <a:pt x="16478" y="95536"/>
                      </a:lnTo>
                      <a:close/>
                      <a:moveTo>
                        <a:pt x="15716" y="137446"/>
                      </a:moveTo>
                      <a:cubicBezTo>
                        <a:pt x="16859" y="137446"/>
                        <a:pt x="17526" y="137160"/>
                        <a:pt x="17717" y="136684"/>
                      </a:cubicBezTo>
                      <a:cubicBezTo>
                        <a:pt x="17526" y="136207"/>
                        <a:pt x="16859" y="136017"/>
                        <a:pt x="15716" y="136017"/>
                      </a:cubicBezTo>
                      <a:lnTo>
                        <a:pt x="15716" y="137446"/>
                      </a:lnTo>
                      <a:close/>
                      <a:moveTo>
                        <a:pt x="26194" y="118681"/>
                      </a:moveTo>
                      <a:cubicBezTo>
                        <a:pt x="26194" y="118681"/>
                        <a:pt x="26670" y="118015"/>
                        <a:pt x="27242" y="117253"/>
                      </a:cubicBezTo>
                      <a:cubicBezTo>
                        <a:pt x="27813" y="116491"/>
                        <a:pt x="28194" y="115919"/>
                        <a:pt x="28194" y="115443"/>
                      </a:cubicBezTo>
                      <a:cubicBezTo>
                        <a:pt x="27718" y="116015"/>
                        <a:pt x="27242" y="116586"/>
                        <a:pt x="26765" y="117157"/>
                      </a:cubicBezTo>
                      <a:cubicBezTo>
                        <a:pt x="25813" y="118205"/>
                        <a:pt x="25718" y="118681"/>
                        <a:pt x="26194" y="118681"/>
                      </a:cubicBezTo>
                      <a:close/>
                      <a:moveTo>
                        <a:pt x="33814" y="109728"/>
                      </a:moveTo>
                      <a:lnTo>
                        <a:pt x="35243" y="106204"/>
                      </a:lnTo>
                      <a:cubicBezTo>
                        <a:pt x="34576" y="106490"/>
                        <a:pt x="33719" y="106490"/>
                        <a:pt x="32957" y="106204"/>
                      </a:cubicBezTo>
                      <a:cubicBezTo>
                        <a:pt x="31814" y="105727"/>
                        <a:pt x="31052" y="105537"/>
                        <a:pt x="30766" y="105537"/>
                      </a:cubicBezTo>
                      <a:cubicBezTo>
                        <a:pt x="31337" y="105537"/>
                        <a:pt x="31814" y="105632"/>
                        <a:pt x="32290" y="105823"/>
                      </a:cubicBezTo>
                      <a:cubicBezTo>
                        <a:pt x="32766" y="106013"/>
                        <a:pt x="33052" y="107537"/>
                        <a:pt x="33338" y="110204"/>
                      </a:cubicBezTo>
                      <a:cubicBezTo>
                        <a:pt x="33433" y="110204"/>
                        <a:pt x="33623" y="110014"/>
                        <a:pt x="33909" y="109728"/>
                      </a:cubicBezTo>
                      <a:close/>
                      <a:moveTo>
                        <a:pt x="38862" y="88106"/>
                      </a:moveTo>
                      <a:lnTo>
                        <a:pt x="39434" y="87249"/>
                      </a:lnTo>
                      <a:cubicBezTo>
                        <a:pt x="39434" y="86296"/>
                        <a:pt x="38767" y="86106"/>
                        <a:pt x="37433" y="86582"/>
                      </a:cubicBezTo>
                      <a:lnTo>
                        <a:pt x="38862" y="88011"/>
                      </a:lnTo>
                      <a:close/>
                      <a:moveTo>
                        <a:pt x="68961" y="102108"/>
                      </a:moveTo>
                      <a:lnTo>
                        <a:pt x="66866" y="103156"/>
                      </a:lnTo>
                      <a:lnTo>
                        <a:pt x="66294" y="101441"/>
                      </a:lnTo>
                      <a:lnTo>
                        <a:pt x="68961" y="102108"/>
                      </a:lnTo>
                      <a:close/>
                      <a:moveTo>
                        <a:pt x="86201" y="130683"/>
                      </a:moveTo>
                      <a:cubicBezTo>
                        <a:pt x="86201" y="130683"/>
                        <a:pt x="86678" y="131254"/>
                        <a:pt x="86963" y="132017"/>
                      </a:cubicBezTo>
                      <a:lnTo>
                        <a:pt x="86201" y="130683"/>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86" name="Google Shape;1286;p99"/>
              <p:cNvGrpSpPr/>
              <p:nvPr/>
            </p:nvGrpSpPr>
            <p:grpSpPr>
              <a:xfrm>
                <a:off x="8937301" y="7292626"/>
                <a:ext cx="308705" cy="125354"/>
                <a:chOff x="3683983" y="5010721"/>
                <a:chExt cx="308705" cy="125354"/>
              </a:xfrm>
            </p:grpSpPr>
            <p:sp>
              <p:nvSpPr>
                <p:cNvPr id="1287" name="Google Shape;1287;p99"/>
                <p:cNvSpPr/>
                <p:nvPr/>
              </p:nvSpPr>
              <p:spPr>
                <a:xfrm>
                  <a:off x="3683983" y="5012150"/>
                  <a:ext cx="104108" cy="123925"/>
                </a:xfrm>
                <a:custGeom>
                  <a:avLst/>
                  <a:gdLst/>
                  <a:ahLst/>
                  <a:cxnLst/>
                  <a:rect l="l" t="t" r="r" b="b"/>
                  <a:pathLst>
                    <a:path w="104108" h="123925" extrusionOk="0">
                      <a:moveTo>
                        <a:pt x="84201" y="32957"/>
                      </a:moveTo>
                      <a:cubicBezTo>
                        <a:pt x="84392" y="33433"/>
                        <a:pt x="84772" y="33719"/>
                        <a:pt x="85249" y="33719"/>
                      </a:cubicBezTo>
                      <a:lnTo>
                        <a:pt x="86487" y="33719"/>
                      </a:lnTo>
                      <a:cubicBezTo>
                        <a:pt x="85154" y="37052"/>
                        <a:pt x="84963" y="41338"/>
                        <a:pt x="86011" y="46482"/>
                      </a:cubicBezTo>
                      <a:cubicBezTo>
                        <a:pt x="85725" y="47625"/>
                        <a:pt x="84772" y="49435"/>
                        <a:pt x="83058" y="51816"/>
                      </a:cubicBezTo>
                      <a:lnTo>
                        <a:pt x="84296" y="53054"/>
                      </a:lnTo>
                      <a:cubicBezTo>
                        <a:pt x="83915" y="53816"/>
                        <a:pt x="82867" y="54483"/>
                        <a:pt x="81248" y="55054"/>
                      </a:cubicBezTo>
                      <a:cubicBezTo>
                        <a:pt x="79534" y="55531"/>
                        <a:pt x="78486" y="56293"/>
                        <a:pt x="77914" y="57245"/>
                      </a:cubicBezTo>
                      <a:lnTo>
                        <a:pt x="80677" y="57721"/>
                      </a:lnTo>
                      <a:cubicBezTo>
                        <a:pt x="78391" y="61532"/>
                        <a:pt x="74295" y="66008"/>
                        <a:pt x="68485" y="71247"/>
                      </a:cubicBezTo>
                      <a:lnTo>
                        <a:pt x="66104" y="71247"/>
                      </a:lnTo>
                      <a:lnTo>
                        <a:pt x="66104" y="72962"/>
                      </a:lnTo>
                      <a:cubicBezTo>
                        <a:pt x="66104" y="72962"/>
                        <a:pt x="65627" y="72485"/>
                        <a:pt x="65246" y="72485"/>
                      </a:cubicBezTo>
                      <a:cubicBezTo>
                        <a:pt x="64389" y="72580"/>
                        <a:pt x="64008" y="72580"/>
                        <a:pt x="63722" y="72485"/>
                      </a:cubicBezTo>
                      <a:lnTo>
                        <a:pt x="63341" y="72962"/>
                      </a:lnTo>
                      <a:cubicBezTo>
                        <a:pt x="64770" y="73343"/>
                        <a:pt x="65627" y="74771"/>
                        <a:pt x="66294" y="77057"/>
                      </a:cubicBezTo>
                      <a:cubicBezTo>
                        <a:pt x="66865" y="79438"/>
                        <a:pt x="67627" y="80677"/>
                        <a:pt x="68485" y="80867"/>
                      </a:cubicBezTo>
                      <a:cubicBezTo>
                        <a:pt x="68199" y="82868"/>
                        <a:pt x="68961" y="84868"/>
                        <a:pt x="70675" y="87059"/>
                      </a:cubicBezTo>
                      <a:cubicBezTo>
                        <a:pt x="72676" y="89535"/>
                        <a:pt x="73914" y="91535"/>
                        <a:pt x="74200" y="93250"/>
                      </a:cubicBezTo>
                      <a:cubicBezTo>
                        <a:pt x="73533" y="94393"/>
                        <a:pt x="72390" y="94679"/>
                        <a:pt x="70580" y="94202"/>
                      </a:cubicBezTo>
                      <a:cubicBezTo>
                        <a:pt x="68771" y="93726"/>
                        <a:pt x="67818" y="93821"/>
                        <a:pt x="67818" y="94393"/>
                      </a:cubicBezTo>
                      <a:cubicBezTo>
                        <a:pt x="67818" y="94869"/>
                        <a:pt x="68104" y="95631"/>
                        <a:pt x="68389" y="96584"/>
                      </a:cubicBezTo>
                      <a:lnTo>
                        <a:pt x="70580" y="96107"/>
                      </a:lnTo>
                      <a:cubicBezTo>
                        <a:pt x="70580" y="96107"/>
                        <a:pt x="70390" y="97346"/>
                        <a:pt x="69437" y="98584"/>
                      </a:cubicBezTo>
                      <a:lnTo>
                        <a:pt x="71152" y="100203"/>
                      </a:lnTo>
                      <a:cubicBezTo>
                        <a:pt x="71152" y="100203"/>
                        <a:pt x="71818" y="99060"/>
                        <a:pt x="72200" y="97727"/>
                      </a:cubicBezTo>
                      <a:lnTo>
                        <a:pt x="72961" y="100679"/>
                      </a:lnTo>
                      <a:cubicBezTo>
                        <a:pt x="74200" y="100298"/>
                        <a:pt x="74771" y="98870"/>
                        <a:pt x="74581" y="96584"/>
                      </a:cubicBezTo>
                      <a:cubicBezTo>
                        <a:pt x="76009" y="97250"/>
                        <a:pt x="77057" y="98774"/>
                        <a:pt x="77819" y="100965"/>
                      </a:cubicBezTo>
                      <a:cubicBezTo>
                        <a:pt x="78676" y="103156"/>
                        <a:pt x="79534" y="104489"/>
                        <a:pt x="80581" y="104966"/>
                      </a:cubicBezTo>
                      <a:cubicBezTo>
                        <a:pt x="80296" y="105728"/>
                        <a:pt x="80200" y="106585"/>
                        <a:pt x="80200" y="107442"/>
                      </a:cubicBezTo>
                      <a:cubicBezTo>
                        <a:pt x="80200" y="108966"/>
                        <a:pt x="80963" y="111062"/>
                        <a:pt x="82486" y="113538"/>
                      </a:cubicBezTo>
                      <a:cubicBezTo>
                        <a:pt x="84010" y="116015"/>
                        <a:pt x="84772" y="117824"/>
                        <a:pt x="84772" y="118872"/>
                      </a:cubicBezTo>
                      <a:cubicBezTo>
                        <a:pt x="84772" y="120301"/>
                        <a:pt x="84010" y="121634"/>
                        <a:pt x="82486" y="122872"/>
                      </a:cubicBezTo>
                      <a:cubicBezTo>
                        <a:pt x="81343" y="122872"/>
                        <a:pt x="79343" y="123063"/>
                        <a:pt x="76676" y="123349"/>
                      </a:cubicBezTo>
                      <a:cubicBezTo>
                        <a:pt x="73914" y="123635"/>
                        <a:pt x="71818" y="123825"/>
                        <a:pt x="70485" y="123825"/>
                      </a:cubicBezTo>
                      <a:cubicBezTo>
                        <a:pt x="66104" y="123825"/>
                        <a:pt x="62770" y="122587"/>
                        <a:pt x="60484" y="120110"/>
                      </a:cubicBezTo>
                      <a:lnTo>
                        <a:pt x="60008" y="120872"/>
                      </a:lnTo>
                      <a:cubicBezTo>
                        <a:pt x="59436" y="119348"/>
                        <a:pt x="58864" y="117824"/>
                        <a:pt x="58293" y="116300"/>
                      </a:cubicBezTo>
                      <a:cubicBezTo>
                        <a:pt x="57340" y="114300"/>
                        <a:pt x="56197" y="112967"/>
                        <a:pt x="54769" y="112586"/>
                      </a:cubicBezTo>
                      <a:cubicBezTo>
                        <a:pt x="55054" y="111824"/>
                        <a:pt x="55245" y="111252"/>
                        <a:pt x="55245" y="110680"/>
                      </a:cubicBezTo>
                      <a:cubicBezTo>
                        <a:pt x="55245" y="109538"/>
                        <a:pt x="54483" y="108490"/>
                        <a:pt x="53150" y="107347"/>
                      </a:cubicBezTo>
                      <a:cubicBezTo>
                        <a:pt x="51625" y="106299"/>
                        <a:pt x="51054" y="105251"/>
                        <a:pt x="51054" y="104204"/>
                      </a:cubicBezTo>
                      <a:cubicBezTo>
                        <a:pt x="51054" y="103442"/>
                        <a:pt x="51244" y="102679"/>
                        <a:pt x="51625" y="101918"/>
                      </a:cubicBezTo>
                      <a:cubicBezTo>
                        <a:pt x="50578" y="100489"/>
                        <a:pt x="49435" y="97631"/>
                        <a:pt x="48101" y="93440"/>
                      </a:cubicBezTo>
                      <a:cubicBezTo>
                        <a:pt x="46863" y="89821"/>
                        <a:pt x="45434" y="87154"/>
                        <a:pt x="43720" y="85439"/>
                      </a:cubicBezTo>
                      <a:cubicBezTo>
                        <a:pt x="43720" y="82772"/>
                        <a:pt x="42577" y="79629"/>
                        <a:pt x="40291" y="75914"/>
                      </a:cubicBezTo>
                      <a:lnTo>
                        <a:pt x="35909" y="75247"/>
                      </a:lnTo>
                      <a:lnTo>
                        <a:pt x="36290" y="74867"/>
                      </a:lnTo>
                      <a:cubicBezTo>
                        <a:pt x="36004" y="74390"/>
                        <a:pt x="35623" y="74104"/>
                        <a:pt x="35147" y="74104"/>
                      </a:cubicBezTo>
                      <a:lnTo>
                        <a:pt x="33528" y="76010"/>
                      </a:lnTo>
                      <a:cubicBezTo>
                        <a:pt x="33528" y="76010"/>
                        <a:pt x="31909" y="76295"/>
                        <a:pt x="30194" y="76771"/>
                      </a:cubicBezTo>
                      <a:cubicBezTo>
                        <a:pt x="28480" y="77248"/>
                        <a:pt x="27146" y="77534"/>
                        <a:pt x="26289" y="77534"/>
                      </a:cubicBezTo>
                      <a:cubicBezTo>
                        <a:pt x="25527" y="77534"/>
                        <a:pt x="24955" y="77438"/>
                        <a:pt x="24479" y="77057"/>
                      </a:cubicBezTo>
                      <a:cubicBezTo>
                        <a:pt x="24384" y="77248"/>
                        <a:pt x="24384" y="77438"/>
                        <a:pt x="24384" y="77724"/>
                      </a:cubicBezTo>
                      <a:cubicBezTo>
                        <a:pt x="24384" y="78010"/>
                        <a:pt x="24479" y="78296"/>
                        <a:pt x="24765" y="78581"/>
                      </a:cubicBezTo>
                      <a:cubicBezTo>
                        <a:pt x="24955" y="78867"/>
                        <a:pt x="25051" y="79058"/>
                        <a:pt x="25051" y="79058"/>
                      </a:cubicBezTo>
                      <a:cubicBezTo>
                        <a:pt x="25051" y="79248"/>
                        <a:pt x="24575" y="79629"/>
                        <a:pt x="23813" y="80201"/>
                      </a:cubicBezTo>
                      <a:lnTo>
                        <a:pt x="24479" y="89726"/>
                      </a:lnTo>
                      <a:lnTo>
                        <a:pt x="23241" y="90869"/>
                      </a:lnTo>
                      <a:cubicBezTo>
                        <a:pt x="24098" y="93821"/>
                        <a:pt x="24479" y="98012"/>
                        <a:pt x="24479" y="103251"/>
                      </a:cubicBezTo>
                      <a:cubicBezTo>
                        <a:pt x="24479" y="103822"/>
                        <a:pt x="24289" y="104870"/>
                        <a:pt x="23813" y="106585"/>
                      </a:cubicBezTo>
                      <a:cubicBezTo>
                        <a:pt x="23336" y="108299"/>
                        <a:pt x="23241" y="109538"/>
                        <a:pt x="23241" y="110490"/>
                      </a:cubicBezTo>
                      <a:cubicBezTo>
                        <a:pt x="23241" y="112109"/>
                        <a:pt x="23813" y="113443"/>
                        <a:pt x="24955" y="114395"/>
                      </a:cubicBezTo>
                      <a:cubicBezTo>
                        <a:pt x="24289" y="114871"/>
                        <a:pt x="23908" y="115824"/>
                        <a:pt x="23908" y="117253"/>
                      </a:cubicBezTo>
                      <a:lnTo>
                        <a:pt x="23908" y="118777"/>
                      </a:lnTo>
                      <a:cubicBezTo>
                        <a:pt x="24003" y="119444"/>
                        <a:pt x="24003" y="119920"/>
                        <a:pt x="24003" y="120205"/>
                      </a:cubicBezTo>
                      <a:cubicBezTo>
                        <a:pt x="24003" y="122206"/>
                        <a:pt x="22955" y="122968"/>
                        <a:pt x="20955" y="122682"/>
                      </a:cubicBezTo>
                      <a:lnTo>
                        <a:pt x="21622" y="123254"/>
                      </a:lnTo>
                      <a:cubicBezTo>
                        <a:pt x="20098" y="124016"/>
                        <a:pt x="18097" y="124111"/>
                        <a:pt x="15621" y="123635"/>
                      </a:cubicBezTo>
                      <a:cubicBezTo>
                        <a:pt x="13144" y="123254"/>
                        <a:pt x="11525" y="123254"/>
                        <a:pt x="10763" y="123920"/>
                      </a:cubicBezTo>
                      <a:cubicBezTo>
                        <a:pt x="7429" y="123539"/>
                        <a:pt x="4286" y="122492"/>
                        <a:pt x="1238" y="120968"/>
                      </a:cubicBezTo>
                      <a:cubicBezTo>
                        <a:pt x="1429" y="113062"/>
                        <a:pt x="1238" y="100965"/>
                        <a:pt x="762" y="84772"/>
                      </a:cubicBezTo>
                      <a:lnTo>
                        <a:pt x="0" y="84772"/>
                      </a:lnTo>
                      <a:cubicBezTo>
                        <a:pt x="762" y="83629"/>
                        <a:pt x="1238" y="82296"/>
                        <a:pt x="1238" y="80582"/>
                      </a:cubicBezTo>
                      <a:cubicBezTo>
                        <a:pt x="1238" y="80010"/>
                        <a:pt x="1238" y="78867"/>
                        <a:pt x="952" y="77438"/>
                      </a:cubicBezTo>
                      <a:cubicBezTo>
                        <a:pt x="667" y="76010"/>
                        <a:pt x="571" y="74771"/>
                        <a:pt x="571" y="74009"/>
                      </a:cubicBezTo>
                      <a:cubicBezTo>
                        <a:pt x="571" y="72104"/>
                        <a:pt x="1048" y="70485"/>
                        <a:pt x="1905" y="69056"/>
                      </a:cubicBezTo>
                      <a:cubicBezTo>
                        <a:pt x="1429" y="63722"/>
                        <a:pt x="1143" y="56483"/>
                        <a:pt x="1143" y="47244"/>
                      </a:cubicBezTo>
                      <a:lnTo>
                        <a:pt x="1143" y="24765"/>
                      </a:lnTo>
                      <a:cubicBezTo>
                        <a:pt x="571" y="24384"/>
                        <a:pt x="286" y="23908"/>
                        <a:pt x="286" y="23432"/>
                      </a:cubicBezTo>
                      <a:cubicBezTo>
                        <a:pt x="286" y="23146"/>
                        <a:pt x="571" y="22479"/>
                        <a:pt x="1048" y="21622"/>
                      </a:cubicBezTo>
                      <a:cubicBezTo>
                        <a:pt x="1524" y="20669"/>
                        <a:pt x="1810" y="20003"/>
                        <a:pt x="1810" y="19431"/>
                      </a:cubicBezTo>
                      <a:cubicBezTo>
                        <a:pt x="667" y="18288"/>
                        <a:pt x="95" y="17050"/>
                        <a:pt x="95" y="15621"/>
                      </a:cubicBezTo>
                      <a:cubicBezTo>
                        <a:pt x="95" y="14669"/>
                        <a:pt x="476" y="13145"/>
                        <a:pt x="1143" y="11049"/>
                      </a:cubicBezTo>
                      <a:cubicBezTo>
                        <a:pt x="1905" y="8954"/>
                        <a:pt x="2096" y="7239"/>
                        <a:pt x="1905" y="5905"/>
                      </a:cubicBezTo>
                      <a:lnTo>
                        <a:pt x="7906" y="571"/>
                      </a:lnTo>
                      <a:lnTo>
                        <a:pt x="33814" y="0"/>
                      </a:lnTo>
                      <a:cubicBezTo>
                        <a:pt x="34195" y="476"/>
                        <a:pt x="35338" y="1619"/>
                        <a:pt x="37338" y="3334"/>
                      </a:cubicBezTo>
                      <a:cubicBezTo>
                        <a:pt x="38767" y="4667"/>
                        <a:pt x="39624" y="6096"/>
                        <a:pt x="40100" y="7620"/>
                      </a:cubicBezTo>
                      <a:cubicBezTo>
                        <a:pt x="40005" y="7144"/>
                        <a:pt x="40005" y="6668"/>
                        <a:pt x="40005" y="6191"/>
                      </a:cubicBezTo>
                      <a:cubicBezTo>
                        <a:pt x="40005" y="4858"/>
                        <a:pt x="40767" y="3810"/>
                        <a:pt x="42291" y="2953"/>
                      </a:cubicBezTo>
                      <a:cubicBezTo>
                        <a:pt x="44291" y="1905"/>
                        <a:pt x="45529" y="1143"/>
                        <a:pt x="45910" y="476"/>
                      </a:cubicBezTo>
                      <a:cubicBezTo>
                        <a:pt x="46482" y="286"/>
                        <a:pt x="47149" y="667"/>
                        <a:pt x="48006" y="1715"/>
                      </a:cubicBezTo>
                      <a:cubicBezTo>
                        <a:pt x="48292" y="1619"/>
                        <a:pt x="48673" y="1524"/>
                        <a:pt x="48958" y="1524"/>
                      </a:cubicBezTo>
                      <a:cubicBezTo>
                        <a:pt x="49721" y="1524"/>
                        <a:pt x="50768" y="2000"/>
                        <a:pt x="52292" y="2858"/>
                      </a:cubicBezTo>
                      <a:cubicBezTo>
                        <a:pt x="53816" y="3810"/>
                        <a:pt x="55054" y="4191"/>
                        <a:pt x="55912" y="4096"/>
                      </a:cubicBezTo>
                      <a:lnTo>
                        <a:pt x="60865" y="4096"/>
                      </a:lnTo>
                      <a:cubicBezTo>
                        <a:pt x="60579" y="5715"/>
                        <a:pt x="61150" y="6572"/>
                        <a:pt x="62484" y="6572"/>
                      </a:cubicBezTo>
                      <a:cubicBezTo>
                        <a:pt x="62484" y="6572"/>
                        <a:pt x="62770" y="6572"/>
                        <a:pt x="63246" y="6382"/>
                      </a:cubicBezTo>
                      <a:lnTo>
                        <a:pt x="64294" y="6382"/>
                      </a:lnTo>
                      <a:cubicBezTo>
                        <a:pt x="65532" y="6382"/>
                        <a:pt x="66294" y="6953"/>
                        <a:pt x="66484" y="8192"/>
                      </a:cubicBezTo>
                      <a:lnTo>
                        <a:pt x="70009" y="8192"/>
                      </a:lnTo>
                      <a:cubicBezTo>
                        <a:pt x="72200" y="10287"/>
                        <a:pt x="74390" y="12478"/>
                        <a:pt x="76486" y="14669"/>
                      </a:cubicBezTo>
                      <a:cubicBezTo>
                        <a:pt x="79058" y="17336"/>
                        <a:pt x="80391" y="19812"/>
                        <a:pt x="80581" y="22193"/>
                      </a:cubicBezTo>
                      <a:cubicBezTo>
                        <a:pt x="82105" y="23051"/>
                        <a:pt x="83058" y="24384"/>
                        <a:pt x="83629" y="26384"/>
                      </a:cubicBezTo>
                      <a:cubicBezTo>
                        <a:pt x="84296" y="29146"/>
                        <a:pt x="84868" y="30956"/>
                        <a:pt x="85344" y="31718"/>
                      </a:cubicBezTo>
                      <a:lnTo>
                        <a:pt x="84201" y="32766"/>
                      </a:lnTo>
                      <a:close/>
                      <a:moveTo>
                        <a:pt x="13621" y="38767"/>
                      </a:moveTo>
                      <a:lnTo>
                        <a:pt x="13621" y="35338"/>
                      </a:lnTo>
                      <a:lnTo>
                        <a:pt x="12954" y="35338"/>
                      </a:lnTo>
                      <a:lnTo>
                        <a:pt x="12954" y="38767"/>
                      </a:lnTo>
                      <a:lnTo>
                        <a:pt x="13621" y="38767"/>
                      </a:lnTo>
                      <a:close/>
                      <a:moveTo>
                        <a:pt x="17621" y="18193"/>
                      </a:moveTo>
                      <a:cubicBezTo>
                        <a:pt x="17431" y="17717"/>
                        <a:pt x="17621" y="16954"/>
                        <a:pt x="17812" y="15812"/>
                      </a:cubicBezTo>
                      <a:cubicBezTo>
                        <a:pt x="18097" y="14764"/>
                        <a:pt x="18193" y="14002"/>
                        <a:pt x="18193" y="13716"/>
                      </a:cubicBezTo>
                      <a:cubicBezTo>
                        <a:pt x="18193" y="12478"/>
                        <a:pt x="17621" y="11716"/>
                        <a:pt x="16383" y="11240"/>
                      </a:cubicBezTo>
                      <a:lnTo>
                        <a:pt x="18193" y="9335"/>
                      </a:lnTo>
                      <a:cubicBezTo>
                        <a:pt x="18193" y="9335"/>
                        <a:pt x="18193" y="8954"/>
                        <a:pt x="18097" y="8763"/>
                      </a:cubicBezTo>
                      <a:cubicBezTo>
                        <a:pt x="16954" y="9811"/>
                        <a:pt x="16288" y="10763"/>
                        <a:pt x="16288" y="11811"/>
                      </a:cubicBezTo>
                      <a:cubicBezTo>
                        <a:pt x="16288" y="12287"/>
                        <a:pt x="16764" y="13621"/>
                        <a:pt x="17621" y="15812"/>
                      </a:cubicBezTo>
                      <a:cubicBezTo>
                        <a:pt x="17050" y="15907"/>
                        <a:pt x="16669" y="16288"/>
                        <a:pt x="16478" y="16859"/>
                      </a:cubicBezTo>
                      <a:cubicBezTo>
                        <a:pt x="16288" y="17526"/>
                        <a:pt x="16097" y="17907"/>
                        <a:pt x="15811" y="18097"/>
                      </a:cubicBezTo>
                      <a:lnTo>
                        <a:pt x="17526" y="18097"/>
                      </a:lnTo>
                      <a:close/>
                      <a:moveTo>
                        <a:pt x="23717" y="14669"/>
                      </a:moveTo>
                      <a:lnTo>
                        <a:pt x="26003" y="16383"/>
                      </a:lnTo>
                      <a:lnTo>
                        <a:pt x="26003" y="16383"/>
                      </a:lnTo>
                      <a:lnTo>
                        <a:pt x="24860" y="17812"/>
                      </a:lnTo>
                      <a:lnTo>
                        <a:pt x="26003" y="17812"/>
                      </a:lnTo>
                      <a:lnTo>
                        <a:pt x="26003" y="9335"/>
                      </a:lnTo>
                      <a:cubicBezTo>
                        <a:pt x="26003" y="9335"/>
                        <a:pt x="25241" y="10096"/>
                        <a:pt x="24575" y="10573"/>
                      </a:cubicBezTo>
                      <a:cubicBezTo>
                        <a:pt x="24575" y="10287"/>
                        <a:pt x="24289" y="10096"/>
                        <a:pt x="23717" y="10096"/>
                      </a:cubicBezTo>
                      <a:cubicBezTo>
                        <a:pt x="24003" y="10573"/>
                        <a:pt x="24289" y="10668"/>
                        <a:pt x="24575" y="10573"/>
                      </a:cubicBezTo>
                      <a:cubicBezTo>
                        <a:pt x="24765" y="11049"/>
                        <a:pt x="24670" y="11716"/>
                        <a:pt x="24289" y="12573"/>
                      </a:cubicBezTo>
                      <a:cubicBezTo>
                        <a:pt x="24289" y="12573"/>
                        <a:pt x="24289" y="12383"/>
                        <a:pt x="24384" y="12287"/>
                      </a:cubicBezTo>
                      <a:cubicBezTo>
                        <a:pt x="24765" y="12287"/>
                        <a:pt x="25146" y="12573"/>
                        <a:pt x="25432" y="13049"/>
                      </a:cubicBezTo>
                      <a:lnTo>
                        <a:pt x="23717" y="14764"/>
                      </a:lnTo>
                      <a:close/>
                      <a:moveTo>
                        <a:pt x="60865" y="40481"/>
                      </a:moveTo>
                      <a:cubicBezTo>
                        <a:pt x="61055" y="40005"/>
                        <a:pt x="61150" y="39529"/>
                        <a:pt x="61150" y="39243"/>
                      </a:cubicBezTo>
                      <a:cubicBezTo>
                        <a:pt x="61150" y="38576"/>
                        <a:pt x="60674" y="37814"/>
                        <a:pt x="59817" y="37147"/>
                      </a:cubicBezTo>
                      <a:cubicBezTo>
                        <a:pt x="58864" y="36481"/>
                        <a:pt x="58388" y="35909"/>
                        <a:pt x="58198" y="35433"/>
                      </a:cubicBezTo>
                      <a:cubicBezTo>
                        <a:pt x="58579" y="34862"/>
                        <a:pt x="58769" y="34290"/>
                        <a:pt x="58769" y="33814"/>
                      </a:cubicBezTo>
                      <a:cubicBezTo>
                        <a:pt x="58769" y="32957"/>
                        <a:pt x="58007" y="32099"/>
                        <a:pt x="56674" y="31147"/>
                      </a:cubicBezTo>
                      <a:cubicBezTo>
                        <a:pt x="55245" y="30290"/>
                        <a:pt x="54388" y="29528"/>
                        <a:pt x="54292" y="29051"/>
                      </a:cubicBezTo>
                      <a:cubicBezTo>
                        <a:pt x="53816" y="28575"/>
                        <a:pt x="53150" y="28289"/>
                        <a:pt x="52483" y="28289"/>
                      </a:cubicBezTo>
                      <a:cubicBezTo>
                        <a:pt x="52197" y="28289"/>
                        <a:pt x="51721" y="28385"/>
                        <a:pt x="51149" y="28575"/>
                      </a:cubicBezTo>
                      <a:cubicBezTo>
                        <a:pt x="50483" y="28766"/>
                        <a:pt x="50006" y="28861"/>
                        <a:pt x="49721" y="28861"/>
                      </a:cubicBezTo>
                      <a:cubicBezTo>
                        <a:pt x="48863" y="28861"/>
                        <a:pt x="48292" y="28289"/>
                        <a:pt x="48006" y="27146"/>
                      </a:cubicBezTo>
                      <a:lnTo>
                        <a:pt x="49149" y="26194"/>
                      </a:lnTo>
                      <a:cubicBezTo>
                        <a:pt x="47244" y="26003"/>
                        <a:pt x="46101" y="26765"/>
                        <a:pt x="45910" y="28480"/>
                      </a:cubicBezTo>
                      <a:cubicBezTo>
                        <a:pt x="45625" y="30956"/>
                        <a:pt x="45244" y="32480"/>
                        <a:pt x="44672" y="33052"/>
                      </a:cubicBezTo>
                      <a:cubicBezTo>
                        <a:pt x="44101" y="31147"/>
                        <a:pt x="43625" y="29146"/>
                        <a:pt x="42958" y="27146"/>
                      </a:cubicBezTo>
                      <a:cubicBezTo>
                        <a:pt x="42291" y="25146"/>
                        <a:pt x="41053" y="23527"/>
                        <a:pt x="38957" y="22384"/>
                      </a:cubicBezTo>
                      <a:cubicBezTo>
                        <a:pt x="38671" y="24479"/>
                        <a:pt x="37433" y="25527"/>
                        <a:pt x="35433" y="25527"/>
                      </a:cubicBezTo>
                      <a:cubicBezTo>
                        <a:pt x="34957" y="25527"/>
                        <a:pt x="34195" y="25527"/>
                        <a:pt x="33052" y="25337"/>
                      </a:cubicBezTo>
                      <a:cubicBezTo>
                        <a:pt x="31909" y="25241"/>
                        <a:pt x="31147" y="25146"/>
                        <a:pt x="30575" y="25146"/>
                      </a:cubicBezTo>
                      <a:cubicBezTo>
                        <a:pt x="30004" y="25146"/>
                        <a:pt x="29432" y="25146"/>
                        <a:pt x="28956" y="25337"/>
                      </a:cubicBezTo>
                      <a:cubicBezTo>
                        <a:pt x="26098" y="27146"/>
                        <a:pt x="24670" y="30385"/>
                        <a:pt x="24670" y="34862"/>
                      </a:cubicBezTo>
                      <a:cubicBezTo>
                        <a:pt x="24670" y="35719"/>
                        <a:pt x="24670" y="37052"/>
                        <a:pt x="24765" y="38957"/>
                      </a:cubicBezTo>
                      <a:cubicBezTo>
                        <a:pt x="24765" y="40862"/>
                        <a:pt x="24860" y="42291"/>
                        <a:pt x="24860" y="43244"/>
                      </a:cubicBezTo>
                      <a:cubicBezTo>
                        <a:pt x="24860" y="45339"/>
                        <a:pt x="24765" y="47054"/>
                        <a:pt x="24289" y="48482"/>
                      </a:cubicBezTo>
                      <a:cubicBezTo>
                        <a:pt x="24384" y="49721"/>
                        <a:pt x="25336" y="50292"/>
                        <a:pt x="26956" y="50197"/>
                      </a:cubicBezTo>
                      <a:cubicBezTo>
                        <a:pt x="28670" y="50197"/>
                        <a:pt x="29623" y="50673"/>
                        <a:pt x="30004" y="52007"/>
                      </a:cubicBezTo>
                      <a:cubicBezTo>
                        <a:pt x="30671" y="52483"/>
                        <a:pt x="32290" y="52578"/>
                        <a:pt x="34766" y="52483"/>
                      </a:cubicBezTo>
                      <a:cubicBezTo>
                        <a:pt x="36767" y="52483"/>
                        <a:pt x="38100" y="53150"/>
                        <a:pt x="38862" y="54483"/>
                      </a:cubicBezTo>
                      <a:cubicBezTo>
                        <a:pt x="39529" y="53054"/>
                        <a:pt x="40576" y="52197"/>
                        <a:pt x="41815" y="52007"/>
                      </a:cubicBezTo>
                      <a:lnTo>
                        <a:pt x="45529" y="52007"/>
                      </a:lnTo>
                      <a:cubicBezTo>
                        <a:pt x="46577" y="51816"/>
                        <a:pt x="47339" y="51245"/>
                        <a:pt x="47911" y="50387"/>
                      </a:cubicBezTo>
                      <a:cubicBezTo>
                        <a:pt x="51435" y="50768"/>
                        <a:pt x="55435" y="48482"/>
                        <a:pt x="59912" y="43625"/>
                      </a:cubicBezTo>
                      <a:lnTo>
                        <a:pt x="57531" y="42767"/>
                      </a:lnTo>
                      <a:lnTo>
                        <a:pt x="60769" y="40767"/>
                      </a:lnTo>
                      <a:close/>
                      <a:moveTo>
                        <a:pt x="58293" y="16478"/>
                      </a:moveTo>
                      <a:cubicBezTo>
                        <a:pt x="58293" y="16478"/>
                        <a:pt x="57912" y="15907"/>
                        <a:pt x="57531" y="15907"/>
                      </a:cubicBezTo>
                      <a:cubicBezTo>
                        <a:pt x="56674" y="15907"/>
                        <a:pt x="56197" y="16288"/>
                        <a:pt x="56197" y="16954"/>
                      </a:cubicBezTo>
                      <a:cubicBezTo>
                        <a:pt x="56197" y="17050"/>
                        <a:pt x="56197" y="17145"/>
                        <a:pt x="56483" y="17145"/>
                      </a:cubicBezTo>
                      <a:lnTo>
                        <a:pt x="58293" y="16478"/>
                      </a:lnTo>
                      <a:close/>
                      <a:moveTo>
                        <a:pt x="64484" y="9239"/>
                      </a:moveTo>
                      <a:lnTo>
                        <a:pt x="64484" y="8382"/>
                      </a:lnTo>
                      <a:cubicBezTo>
                        <a:pt x="64484" y="8382"/>
                        <a:pt x="62960" y="8858"/>
                        <a:pt x="60960" y="8858"/>
                      </a:cubicBezTo>
                      <a:lnTo>
                        <a:pt x="64484" y="9239"/>
                      </a:lnTo>
                      <a:close/>
                      <a:moveTo>
                        <a:pt x="60960" y="35433"/>
                      </a:moveTo>
                      <a:lnTo>
                        <a:pt x="63341" y="35433"/>
                      </a:lnTo>
                      <a:cubicBezTo>
                        <a:pt x="62389" y="34480"/>
                        <a:pt x="61531" y="34004"/>
                        <a:pt x="60960" y="34195"/>
                      </a:cubicBezTo>
                      <a:lnTo>
                        <a:pt x="60960" y="35433"/>
                      </a:lnTo>
                      <a:close/>
                      <a:moveTo>
                        <a:pt x="65627" y="42958"/>
                      </a:moveTo>
                      <a:lnTo>
                        <a:pt x="67246" y="41243"/>
                      </a:lnTo>
                      <a:lnTo>
                        <a:pt x="66580" y="41243"/>
                      </a:lnTo>
                      <a:lnTo>
                        <a:pt x="65627" y="42958"/>
                      </a:lnTo>
                      <a:close/>
                      <a:moveTo>
                        <a:pt x="70199" y="43244"/>
                      </a:moveTo>
                      <a:cubicBezTo>
                        <a:pt x="70199" y="43244"/>
                        <a:pt x="69628" y="42482"/>
                        <a:pt x="69628" y="41910"/>
                      </a:cubicBezTo>
                      <a:cubicBezTo>
                        <a:pt x="69628" y="40196"/>
                        <a:pt x="70294" y="38767"/>
                        <a:pt x="71818" y="37910"/>
                      </a:cubicBezTo>
                      <a:cubicBezTo>
                        <a:pt x="71533" y="37624"/>
                        <a:pt x="71247" y="37433"/>
                        <a:pt x="70866" y="37433"/>
                      </a:cubicBezTo>
                      <a:cubicBezTo>
                        <a:pt x="70675" y="37433"/>
                        <a:pt x="69533" y="38195"/>
                        <a:pt x="67246" y="39624"/>
                      </a:cubicBezTo>
                      <a:cubicBezTo>
                        <a:pt x="68771" y="40005"/>
                        <a:pt x="69533" y="40767"/>
                        <a:pt x="69533" y="41720"/>
                      </a:cubicBezTo>
                      <a:cubicBezTo>
                        <a:pt x="69533" y="42196"/>
                        <a:pt x="69342" y="42767"/>
                        <a:pt x="69056" y="43529"/>
                      </a:cubicBezTo>
                      <a:cubicBezTo>
                        <a:pt x="68675" y="44291"/>
                        <a:pt x="68485" y="44863"/>
                        <a:pt x="68485" y="45149"/>
                      </a:cubicBezTo>
                      <a:cubicBezTo>
                        <a:pt x="68485" y="45815"/>
                        <a:pt x="69247" y="46006"/>
                        <a:pt x="70675" y="45911"/>
                      </a:cubicBezTo>
                      <a:cubicBezTo>
                        <a:pt x="70675" y="44482"/>
                        <a:pt x="70485" y="43625"/>
                        <a:pt x="70199" y="43244"/>
                      </a:cubicBezTo>
                      <a:close/>
                      <a:moveTo>
                        <a:pt x="74676" y="50673"/>
                      </a:moveTo>
                      <a:lnTo>
                        <a:pt x="75152" y="50197"/>
                      </a:lnTo>
                      <a:lnTo>
                        <a:pt x="74295" y="48959"/>
                      </a:lnTo>
                      <a:lnTo>
                        <a:pt x="74676" y="50673"/>
                      </a:lnTo>
                      <a:close/>
                      <a:moveTo>
                        <a:pt x="77438" y="40005"/>
                      </a:moveTo>
                      <a:lnTo>
                        <a:pt x="79058" y="41243"/>
                      </a:lnTo>
                      <a:cubicBezTo>
                        <a:pt x="78676" y="40481"/>
                        <a:pt x="78486" y="40100"/>
                        <a:pt x="78581" y="40005"/>
                      </a:cubicBezTo>
                      <a:lnTo>
                        <a:pt x="77438" y="40005"/>
                      </a:lnTo>
                      <a:close/>
                      <a:moveTo>
                        <a:pt x="77819" y="21146"/>
                      </a:moveTo>
                      <a:lnTo>
                        <a:pt x="77819" y="22288"/>
                      </a:lnTo>
                      <a:lnTo>
                        <a:pt x="79058" y="21146"/>
                      </a:lnTo>
                      <a:lnTo>
                        <a:pt x="77819" y="21146"/>
                      </a:lnTo>
                      <a:close/>
                      <a:moveTo>
                        <a:pt x="79058" y="34766"/>
                      </a:moveTo>
                      <a:lnTo>
                        <a:pt x="81820" y="31813"/>
                      </a:lnTo>
                      <a:lnTo>
                        <a:pt x="80200" y="31813"/>
                      </a:lnTo>
                      <a:lnTo>
                        <a:pt x="79058" y="34766"/>
                      </a:lnTo>
                      <a:close/>
                      <a:moveTo>
                        <a:pt x="80200" y="48292"/>
                      </a:moveTo>
                      <a:lnTo>
                        <a:pt x="81820" y="47720"/>
                      </a:lnTo>
                      <a:cubicBezTo>
                        <a:pt x="81820" y="47720"/>
                        <a:pt x="81153" y="47054"/>
                        <a:pt x="80200" y="47054"/>
                      </a:cubicBezTo>
                      <a:lnTo>
                        <a:pt x="80200" y="48292"/>
                      </a:lnTo>
                      <a:close/>
                      <a:moveTo>
                        <a:pt x="83629" y="19336"/>
                      </a:moveTo>
                      <a:cubicBezTo>
                        <a:pt x="83629" y="19336"/>
                        <a:pt x="84296" y="19526"/>
                        <a:pt x="84963" y="20098"/>
                      </a:cubicBezTo>
                      <a:lnTo>
                        <a:pt x="83629" y="19336"/>
                      </a:lnTo>
                      <a:close/>
                      <a:moveTo>
                        <a:pt x="85820" y="20765"/>
                      </a:moveTo>
                      <a:cubicBezTo>
                        <a:pt x="85820" y="20765"/>
                        <a:pt x="85344" y="20574"/>
                        <a:pt x="84963" y="20193"/>
                      </a:cubicBezTo>
                      <a:lnTo>
                        <a:pt x="85820" y="20765"/>
                      </a:lnTo>
                      <a:close/>
                      <a:moveTo>
                        <a:pt x="86487" y="21146"/>
                      </a:moveTo>
                      <a:lnTo>
                        <a:pt x="85820" y="20765"/>
                      </a:lnTo>
                      <a:cubicBezTo>
                        <a:pt x="85820" y="20765"/>
                        <a:pt x="86487" y="20574"/>
                        <a:pt x="86487" y="20574"/>
                      </a:cubicBezTo>
                      <a:lnTo>
                        <a:pt x="86487" y="21050"/>
                      </a:lnTo>
                      <a:close/>
                      <a:moveTo>
                        <a:pt x="88487" y="13907"/>
                      </a:moveTo>
                      <a:cubicBezTo>
                        <a:pt x="88487" y="13907"/>
                        <a:pt x="87916" y="13716"/>
                        <a:pt x="87344" y="13716"/>
                      </a:cubicBezTo>
                      <a:cubicBezTo>
                        <a:pt x="86677" y="13716"/>
                        <a:pt x="86487" y="13526"/>
                        <a:pt x="86487" y="13335"/>
                      </a:cubicBezTo>
                      <a:cubicBezTo>
                        <a:pt x="86487" y="12954"/>
                        <a:pt x="86677" y="12668"/>
                        <a:pt x="86963" y="12287"/>
                      </a:cubicBezTo>
                      <a:lnTo>
                        <a:pt x="88392" y="14002"/>
                      </a:lnTo>
                      <a:close/>
                      <a:moveTo>
                        <a:pt x="88773" y="36671"/>
                      </a:moveTo>
                      <a:lnTo>
                        <a:pt x="87058" y="35433"/>
                      </a:lnTo>
                      <a:lnTo>
                        <a:pt x="88773" y="35433"/>
                      </a:lnTo>
                      <a:lnTo>
                        <a:pt x="88773" y="36671"/>
                      </a:lnTo>
                      <a:close/>
                      <a:moveTo>
                        <a:pt x="88487" y="13907"/>
                      </a:moveTo>
                      <a:lnTo>
                        <a:pt x="88773" y="14192"/>
                      </a:lnTo>
                      <a:lnTo>
                        <a:pt x="88487" y="13907"/>
                      </a:lnTo>
                      <a:close/>
                      <a:moveTo>
                        <a:pt x="89916" y="26575"/>
                      </a:moveTo>
                      <a:lnTo>
                        <a:pt x="90392" y="24860"/>
                      </a:lnTo>
                      <a:lnTo>
                        <a:pt x="93917" y="26099"/>
                      </a:lnTo>
                      <a:cubicBezTo>
                        <a:pt x="92964" y="26099"/>
                        <a:pt x="92297" y="26765"/>
                        <a:pt x="91821" y="27908"/>
                      </a:cubicBezTo>
                      <a:cubicBezTo>
                        <a:pt x="91630" y="27908"/>
                        <a:pt x="90964" y="27432"/>
                        <a:pt x="89821" y="26575"/>
                      </a:cubicBezTo>
                      <a:close/>
                      <a:moveTo>
                        <a:pt x="93917" y="10573"/>
                      </a:moveTo>
                      <a:cubicBezTo>
                        <a:pt x="93821" y="11049"/>
                        <a:pt x="93345" y="11335"/>
                        <a:pt x="92678" y="11335"/>
                      </a:cubicBezTo>
                      <a:lnTo>
                        <a:pt x="91059" y="11335"/>
                      </a:lnTo>
                      <a:lnTo>
                        <a:pt x="91535" y="10096"/>
                      </a:lnTo>
                      <a:cubicBezTo>
                        <a:pt x="91535" y="10096"/>
                        <a:pt x="92678" y="10573"/>
                        <a:pt x="93917" y="10573"/>
                      </a:cubicBezTo>
                      <a:close/>
                      <a:moveTo>
                        <a:pt x="93154" y="15145"/>
                      </a:moveTo>
                      <a:lnTo>
                        <a:pt x="93154" y="14192"/>
                      </a:lnTo>
                      <a:cubicBezTo>
                        <a:pt x="95250" y="14573"/>
                        <a:pt x="96869" y="14764"/>
                        <a:pt x="97726" y="14669"/>
                      </a:cubicBezTo>
                      <a:lnTo>
                        <a:pt x="97726" y="15907"/>
                      </a:lnTo>
                      <a:lnTo>
                        <a:pt x="93154" y="15145"/>
                      </a:lnTo>
                      <a:close/>
                      <a:moveTo>
                        <a:pt x="98298" y="38386"/>
                      </a:moveTo>
                      <a:lnTo>
                        <a:pt x="97155" y="38386"/>
                      </a:lnTo>
                      <a:lnTo>
                        <a:pt x="98012" y="36862"/>
                      </a:lnTo>
                      <a:cubicBezTo>
                        <a:pt x="98012" y="36862"/>
                        <a:pt x="98298" y="37529"/>
                        <a:pt x="98298" y="38386"/>
                      </a:cubicBezTo>
                      <a:close/>
                      <a:moveTo>
                        <a:pt x="97726" y="36767"/>
                      </a:moveTo>
                      <a:cubicBezTo>
                        <a:pt x="97726" y="36767"/>
                        <a:pt x="98012" y="36290"/>
                        <a:pt x="98298" y="36004"/>
                      </a:cubicBezTo>
                      <a:lnTo>
                        <a:pt x="98012" y="36957"/>
                      </a:lnTo>
                      <a:cubicBezTo>
                        <a:pt x="98012" y="36957"/>
                        <a:pt x="97822" y="36767"/>
                        <a:pt x="97726" y="36767"/>
                      </a:cubicBezTo>
                      <a:close/>
                      <a:moveTo>
                        <a:pt x="98298" y="36004"/>
                      </a:moveTo>
                      <a:lnTo>
                        <a:pt x="98774" y="34862"/>
                      </a:lnTo>
                      <a:cubicBezTo>
                        <a:pt x="98774" y="34862"/>
                        <a:pt x="98774" y="35528"/>
                        <a:pt x="98298" y="36004"/>
                      </a:cubicBezTo>
                      <a:close/>
                      <a:moveTo>
                        <a:pt x="100584" y="3524"/>
                      </a:moveTo>
                      <a:lnTo>
                        <a:pt x="101727" y="4763"/>
                      </a:lnTo>
                      <a:lnTo>
                        <a:pt x="99631" y="4763"/>
                      </a:lnTo>
                      <a:lnTo>
                        <a:pt x="100679" y="3524"/>
                      </a:lnTo>
                      <a:close/>
                      <a:moveTo>
                        <a:pt x="101251" y="20288"/>
                      </a:moveTo>
                      <a:lnTo>
                        <a:pt x="104108" y="23241"/>
                      </a:lnTo>
                      <a:cubicBezTo>
                        <a:pt x="102013" y="22479"/>
                        <a:pt x="100870" y="22003"/>
                        <a:pt x="100870" y="21527"/>
                      </a:cubicBezTo>
                      <a:cubicBezTo>
                        <a:pt x="100870" y="21241"/>
                        <a:pt x="100965" y="20860"/>
                        <a:pt x="101251" y="20288"/>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 name="Google Shape;1288;p99"/>
                <p:cNvSpPr/>
                <p:nvPr/>
              </p:nvSpPr>
              <p:spPr>
                <a:xfrm>
                  <a:off x="3779995" y="5011292"/>
                  <a:ext cx="26098" cy="124396"/>
                </a:xfrm>
                <a:custGeom>
                  <a:avLst/>
                  <a:gdLst/>
                  <a:ahLst/>
                  <a:cxnLst/>
                  <a:rect l="l" t="t" r="r" b="b"/>
                  <a:pathLst>
                    <a:path w="26098" h="124396" extrusionOk="0">
                      <a:moveTo>
                        <a:pt x="24384" y="108204"/>
                      </a:moveTo>
                      <a:cubicBezTo>
                        <a:pt x="24384" y="111157"/>
                        <a:pt x="24384" y="113062"/>
                        <a:pt x="23908" y="113729"/>
                      </a:cubicBezTo>
                      <a:cubicBezTo>
                        <a:pt x="24955" y="117920"/>
                        <a:pt x="24765" y="121063"/>
                        <a:pt x="23336" y="123063"/>
                      </a:cubicBezTo>
                      <a:cubicBezTo>
                        <a:pt x="22479" y="123635"/>
                        <a:pt x="21336" y="123825"/>
                        <a:pt x="19907" y="123825"/>
                      </a:cubicBezTo>
                      <a:lnTo>
                        <a:pt x="15716" y="123825"/>
                      </a:lnTo>
                      <a:cubicBezTo>
                        <a:pt x="15716" y="122301"/>
                        <a:pt x="15526" y="121444"/>
                        <a:pt x="15240" y="121348"/>
                      </a:cubicBezTo>
                      <a:cubicBezTo>
                        <a:pt x="15240" y="123349"/>
                        <a:pt x="14478" y="124396"/>
                        <a:pt x="13049" y="124396"/>
                      </a:cubicBezTo>
                      <a:cubicBezTo>
                        <a:pt x="12478" y="124396"/>
                        <a:pt x="11716" y="124206"/>
                        <a:pt x="10573" y="123920"/>
                      </a:cubicBezTo>
                      <a:cubicBezTo>
                        <a:pt x="9334" y="123635"/>
                        <a:pt x="8572" y="123444"/>
                        <a:pt x="8001" y="123444"/>
                      </a:cubicBezTo>
                      <a:cubicBezTo>
                        <a:pt x="7429" y="123444"/>
                        <a:pt x="6953" y="123539"/>
                        <a:pt x="6763" y="123730"/>
                      </a:cubicBezTo>
                      <a:cubicBezTo>
                        <a:pt x="6382" y="123349"/>
                        <a:pt x="5905" y="123158"/>
                        <a:pt x="5620" y="123158"/>
                      </a:cubicBezTo>
                      <a:cubicBezTo>
                        <a:pt x="5334" y="123158"/>
                        <a:pt x="4953" y="123158"/>
                        <a:pt x="4477" y="123444"/>
                      </a:cubicBezTo>
                      <a:cubicBezTo>
                        <a:pt x="4000" y="123539"/>
                        <a:pt x="3619" y="123635"/>
                        <a:pt x="3524" y="123635"/>
                      </a:cubicBezTo>
                      <a:cubicBezTo>
                        <a:pt x="2953" y="123635"/>
                        <a:pt x="2572" y="123444"/>
                        <a:pt x="2191" y="123063"/>
                      </a:cubicBezTo>
                      <a:cubicBezTo>
                        <a:pt x="1143" y="118301"/>
                        <a:pt x="762" y="113157"/>
                        <a:pt x="762" y="107728"/>
                      </a:cubicBezTo>
                      <a:cubicBezTo>
                        <a:pt x="762" y="103346"/>
                        <a:pt x="1238" y="96393"/>
                        <a:pt x="2191" y="86868"/>
                      </a:cubicBezTo>
                      <a:cubicBezTo>
                        <a:pt x="1048" y="79724"/>
                        <a:pt x="762" y="67913"/>
                        <a:pt x="1429" y="51626"/>
                      </a:cubicBezTo>
                      <a:cubicBezTo>
                        <a:pt x="476" y="50578"/>
                        <a:pt x="0" y="49816"/>
                        <a:pt x="0" y="49149"/>
                      </a:cubicBezTo>
                      <a:cubicBezTo>
                        <a:pt x="0" y="48863"/>
                        <a:pt x="190" y="48387"/>
                        <a:pt x="571" y="47816"/>
                      </a:cubicBezTo>
                      <a:cubicBezTo>
                        <a:pt x="1048" y="47244"/>
                        <a:pt x="1238" y="46672"/>
                        <a:pt x="1238" y="46196"/>
                      </a:cubicBezTo>
                      <a:cubicBezTo>
                        <a:pt x="1238" y="45625"/>
                        <a:pt x="1048" y="44768"/>
                        <a:pt x="476" y="43910"/>
                      </a:cubicBezTo>
                      <a:cubicBezTo>
                        <a:pt x="1048" y="43148"/>
                        <a:pt x="1048" y="41338"/>
                        <a:pt x="476" y="38291"/>
                      </a:cubicBezTo>
                      <a:cubicBezTo>
                        <a:pt x="0" y="35623"/>
                        <a:pt x="762" y="34100"/>
                        <a:pt x="2667" y="33623"/>
                      </a:cubicBezTo>
                      <a:lnTo>
                        <a:pt x="476" y="29813"/>
                      </a:lnTo>
                      <a:cubicBezTo>
                        <a:pt x="1333" y="29242"/>
                        <a:pt x="1619" y="28385"/>
                        <a:pt x="1619" y="27146"/>
                      </a:cubicBezTo>
                      <a:cubicBezTo>
                        <a:pt x="1619" y="26384"/>
                        <a:pt x="1333" y="24860"/>
                        <a:pt x="952" y="22860"/>
                      </a:cubicBezTo>
                      <a:cubicBezTo>
                        <a:pt x="476" y="20764"/>
                        <a:pt x="190" y="19241"/>
                        <a:pt x="190" y="18288"/>
                      </a:cubicBezTo>
                      <a:cubicBezTo>
                        <a:pt x="190" y="16859"/>
                        <a:pt x="571" y="15621"/>
                        <a:pt x="1333" y="14764"/>
                      </a:cubicBezTo>
                      <a:cubicBezTo>
                        <a:pt x="1048" y="11239"/>
                        <a:pt x="952" y="9335"/>
                        <a:pt x="952" y="8763"/>
                      </a:cubicBezTo>
                      <a:cubicBezTo>
                        <a:pt x="952" y="4763"/>
                        <a:pt x="2286" y="2191"/>
                        <a:pt x="5048" y="1143"/>
                      </a:cubicBezTo>
                      <a:lnTo>
                        <a:pt x="7620" y="1143"/>
                      </a:lnTo>
                      <a:cubicBezTo>
                        <a:pt x="8668" y="1143"/>
                        <a:pt x="10192" y="953"/>
                        <a:pt x="12382" y="571"/>
                      </a:cubicBezTo>
                      <a:cubicBezTo>
                        <a:pt x="14573" y="191"/>
                        <a:pt x="16192" y="0"/>
                        <a:pt x="17240" y="0"/>
                      </a:cubicBezTo>
                      <a:cubicBezTo>
                        <a:pt x="20288" y="0"/>
                        <a:pt x="22479" y="1238"/>
                        <a:pt x="23813" y="3810"/>
                      </a:cubicBezTo>
                      <a:cubicBezTo>
                        <a:pt x="24003" y="12859"/>
                        <a:pt x="24003" y="26384"/>
                        <a:pt x="23813" y="44482"/>
                      </a:cubicBezTo>
                      <a:cubicBezTo>
                        <a:pt x="23813" y="44387"/>
                        <a:pt x="23241" y="44482"/>
                        <a:pt x="22479" y="44958"/>
                      </a:cubicBezTo>
                      <a:cubicBezTo>
                        <a:pt x="22288" y="45625"/>
                        <a:pt x="22574" y="46292"/>
                        <a:pt x="23527" y="46958"/>
                      </a:cubicBezTo>
                      <a:cubicBezTo>
                        <a:pt x="24479" y="47530"/>
                        <a:pt x="24955" y="48006"/>
                        <a:pt x="24955" y="48292"/>
                      </a:cubicBezTo>
                      <a:cubicBezTo>
                        <a:pt x="24955" y="48673"/>
                        <a:pt x="24670" y="49244"/>
                        <a:pt x="23813" y="49721"/>
                      </a:cubicBezTo>
                      <a:lnTo>
                        <a:pt x="22479" y="50959"/>
                      </a:lnTo>
                      <a:cubicBezTo>
                        <a:pt x="23622" y="52673"/>
                        <a:pt x="24193" y="54578"/>
                        <a:pt x="24193" y="56864"/>
                      </a:cubicBezTo>
                      <a:cubicBezTo>
                        <a:pt x="24193" y="57912"/>
                        <a:pt x="24098" y="59436"/>
                        <a:pt x="23717" y="61722"/>
                      </a:cubicBezTo>
                      <a:cubicBezTo>
                        <a:pt x="23336" y="63913"/>
                        <a:pt x="23146" y="65627"/>
                        <a:pt x="23146" y="66770"/>
                      </a:cubicBezTo>
                      <a:cubicBezTo>
                        <a:pt x="23146" y="68199"/>
                        <a:pt x="23336" y="69533"/>
                        <a:pt x="23717" y="70676"/>
                      </a:cubicBezTo>
                      <a:cubicBezTo>
                        <a:pt x="23908" y="78200"/>
                        <a:pt x="23717" y="88963"/>
                        <a:pt x="23146" y="103061"/>
                      </a:cubicBezTo>
                      <a:cubicBezTo>
                        <a:pt x="23336" y="103442"/>
                        <a:pt x="23813" y="103632"/>
                        <a:pt x="24479" y="103537"/>
                      </a:cubicBezTo>
                      <a:lnTo>
                        <a:pt x="26098" y="103537"/>
                      </a:lnTo>
                      <a:cubicBezTo>
                        <a:pt x="24765" y="104204"/>
                        <a:pt x="24193" y="105823"/>
                        <a:pt x="24193" y="108299"/>
                      </a:cubicBezTo>
                      <a:close/>
                      <a:moveTo>
                        <a:pt x="5143" y="30861"/>
                      </a:moveTo>
                      <a:cubicBezTo>
                        <a:pt x="5143" y="30861"/>
                        <a:pt x="4667" y="31147"/>
                        <a:pt x="4667" y="31242"/>
                      </a:cubicBezTo>
                      <a:cubicBezTo>
                        <a:pt x="4667" y="31718"/>
                        <a:pt x="4953" y="32004"/>
                        <a:pt x="5429" y="32385"/>
                      </a:cubicBezTo>
                      <a:cubicBezTo>
                        <a:pt x="6001" y="32671"/>
                        <a:pt x="6382" y="32671"/>
                        <a:pt x="6858" y="32480"/>
                      </a:cubicBezTo>
                      <a:cubicBezTo>
                        <a:pt x="6286" y="31813"/>
                        <a:pt x="5715" y="31242"/>
                        <a:pt x="5239" y="30861"/>
                      </a:cubicBezTo>
                      <a:close/>
                      <a:moveTo>
                        <a:pt x="5524" y="28194"/>
                      </a:moveTo>
                      <a:lnTo>
                        <a:pt x="7144" y="25718"/>
                      </a:lnTo>
                      <a:lnTo>
                        <a:pt x="5143" y="26479"/>
                      </a:lnTo>
                      <a:cubicBezTo>
                        <a:pt x="5143" y="26479"/>
                        <a:pt x="5524" y="27146"/>
                        <a:pt x="5524" y="28194"/>
                      </a:cubicBezTo>
                      <a:close/>
                      <a:moveTo>
                        <a:pt x="5143" y="110680"/>
                      </a:moveTo>
                      <a:lnTo>
                        <a:pt x="7144" y="110680"/>
                      </a:lnTo>
                      <a:cubicBezTo>
                        <a:pt x="6953" y="110204"/>
                        <a:pt x="6763" y="109919"/>
                        <a:pt x="6191" y="109919"/>
                      </a:cubicBezTo>
                      <a:cubicBezTo>
                        <a:pt x="5620" y="109919"/>
                        <a:pt x="5239" y="110204"/>
                        <a:pt x="5143" y="110680"/>
                      </a:cubicBezTo>
                      <a:close/>
                      <a:moveTo>
                        <a:pt x="22288" y="48673"/>
                      </a:moveTo>
                      <a:cubicBezTo>
                        <a:pt x="21812" y="49530"/>
                        <a:pt x="21907" y="50102"/>
                        <a:pt x="22669" y="50387"/>
                      </a:cubicBezTo>
                      <a:cubicBezTo>
                        <a:pt x="23527" y="49625"/>
                        <a:pt x="24003" y="49054"/>
                        <a:pt x="24003" y="48482"/>
                      </a:cubicBezTo>
                      <a:cubicBezTo>
                        <a:pt x="24003" y="48101"/>
                        <a:pt x="23431" y="47530"/>
                        <a:pt x="22288" y="46768"/>
                      </a:cubicBezTo>
                      <a:cubicBezTo>
                        <a:pt x="21146" y="46006"/>
                        <a:pt x="20574" y="45244"/>
                        <a:pt x="20669" y="44577"/>
                      </a:cubicBezTo>
                      <a:lnTo>
                        <a:pt x="19907" y="45053"/>
                      </a:lnTo>
                      <a:lnTo>
                        <a:pt x="21050" y="46292"/>
                      </a:lnTo>
                      <a:lnTo>
                        <a:pt x="19907" y="47530"/>
                      </a:lnTo>
                      <a:cubicBezTo>
                        <a:pt x="19907" y="47530"/>
                        <a:pt x="19240" y="46577"/>
                        <a:pt x="18764" y="45720"/>
                      </a:cubicBezTo>
                      <a:cubicBezTo>
                        <a:pt x="18288" y="44768"/>
                        <a:pt x="17812" y="44291"/>
                        <a:pt x="17145" y="44291"/>
                      </a:cubicBezTo>
                      <a:cubicBezTo>
                        <a:pt x="16859" y="44291"/>
                        <a:pt x="16383" y="44387"/>
                        <a:pt x="15907" y="44672"/>
                      </a:cubicBezTo>
                      <a:lnTo>
                        <a:pt x="17812" y="46768"/>
                      </a:lnTo>
                      <a:cubicBezTo>
                        <a:pt x="17335" y="47530"/>
                        <a:pt x="16478" y="48006"/>
                        <a:pt x="15335" y="48292"/>
                      </a:cubicBezTo>
                      <a:cubicBezTo>
                        <a:pt x="13716" y="48768"/>
                        <a:pt x="12859" y="49149"/>
                        <a:pt x="12668" y="49244"/>
                      </a:cubicBezTo>
                      <a:cubicBezTo>
                        <a:pt x="16669" y="50483"/>
                        <a:pt x="18859" y="49911"/>
                        <a:pt x="19621" y="47530"/>
                      </a:cubicBezTo>
                      <a:cubicBezTo>
                        <a:pt x="20193" y="48768"/>
                        <a:pt x="20574" y="49339"/>
                        <a:pt x="20764" y="49244"/>
                      </a:cubicBezTo>
                      <a:cubicBezTo>
                        <a:pt x="20669" y="48863"/>
                        <a:pt x="20955" y="48292"/>
                        <a:pt x="21622" y="47530"/>
                      </a:cubicBezTo>
                      <a:cubicBezTo>
                        <a:pt x="22765" y="47530"/>
                        <a:pt x="22955" y="47911"/>
                        <a:pt x="22479" y="48768"/>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 name="Google Shape;1289;p99"/>
                <p:cNvSpPr/>
                <p:nvPr/>
              </p:nvSpPr>
              <p:spPr>
                <a:xfrm>
                  <a:off x="3790378" y="5011007"/>
                  <a:ext cx="109728" cy="124396"/>
                </a:xfrm>
                <a:custGeom>
                  <a:avLst/>
                  <a:gdLst/>
                  <a:ahLst/>
                  <a:cxnLst/>
                  <a:rect l="l" t="t" r="r" b="b"/>
                  <a:pathLst>
                    <a:path w="109728" h="124396" extrusionOk="0">
                      <a:moveTo>
                        <a:pt x="1619" y="86487"/>
                      </a:moveTo>
                      <a:cubicBezTo>
                        <a:pt x="1524" y="87439"/>
                        <a:pt x="1619" y="88011"/>
                        <a:pt x="2000" y="88011"/>
                      </a:cubicBezTo>
                      <a:cubicBezTo>
                        <a:pt x="2000" y="88011"/>
                        <a:pt x="2286" y="88011"/>
                        <a:pt x="2572" y="87821"/>
                      </a:cubicBezTo>
                      <a:cubicBezTo>
                        <a:pt x="2858" y="87821"/>
                        <a:pt x="3143" y="87725"/>
                        <a:pt x="3334" y="87725"/>
                      </a:cubicBezTo>
                      <a:cubicBezTo>
                        <a:pt x="3715" y="87725"/>
                        <a:pt x="3905" y="87916"/>
                        <a:pt x="4000" y="88297"/>
                      </a:cubicBezTo>
                      <a:cubicBezTo>
                        <a:pt x="1619" y="88297"/>
                        <a:pt x="286" y="88106"/>
                        <a:pt x="0" y="87725"/>
                      </a:cubicBezTo>
                      <a:lnTo>
                        <a:pt x="1619" y="86487"/>
                      </a:lnTo>
                      <a:close/>
                      <a:moveTo>
                        <a:pt x="4000" y="102203"/>
                      </a:moveTo>
                      <a:cubicBezTo>
                        <a:pt x="4096" y="101632"/>
                        <a:pt x="4477" y="101441"/>
                        <a:pt x="5143" y="101441"/>
                      </a:cubicBezTo>
                      <a:lnTo>
                        <a:pt x="6763" y="101441"/>
                      </a:lnTo>
                      <a:cubicBezTo>
                        <a:pt x="6763" y="101918"/>
                        <a:pt x="6287" y="102203"/>
                        <a:pt x="5620" y="102203"/>
                      </a:cubicBezTo>
                      <a:lnTo>
                        <a:pt x="4000" y="102203"/>
                      </a:lnTo>
                      <a:close/>
                      <a:moveTo>
                        <a:pt x="8954" y="110300"/>
                      </a:moveTo>
                      <a:lnTo>
                        <a:pt x="8954" y="108585"/>
                      </a:lnTo>
                      <a:lnTo>
                        <a:pt x="10096" y="108585"/>
                      </a:lnTo>
                      <a:lnTo>
                        <a:pt x="8954" y="110300"/>
                      </a:lnTo>
                      <a:close/>
                      <a:moveTo>
                        <a:pt x="15335" y="100203"/>
                      </a:moveTo>
                      <a:cubicBezTo>
                        <a:pt x="15335" y="100203"/>
                        <a:pt x="16573" y="100394"/>
                        <a:pt x="17526" y="101441"/>
                      </a:cubicBezTo>
                      <a:lnTo>
                        <a:pt x="17050" y="102203"/>
                      </a:lnTo>
                      <a:lnTo>
                        <a:pt x="15335" y="100203"/>
                      </a:lnTo>
                      <a:close/>
                      <a:moveTo>
                        <a:pt x="17526" y="110300"/>
                      </a:moveTo>
                      <a:cubicBezTo>
                        <a:pt x="17526" y="110300"/>
                        <a:pt x="18097" y="109919"/>
                        <a:pt x="18479" y="109347"/>
                      </a:cubicBezTo>
                      <a:cubicBezTo>
                        <a:pt x="18859" y="108871"/>
                        <a:pt x="19145" y="108585"/>
                        <a:pt x="19431" y="108585"/>
                      </a:cubicBezTo>
                      <a:cubicBezTo>
                        <a:pt x="19431" y="109061"/>
                        <a:pt x="19145" y="109633"/>
                        <a:pt x="18669" y="110300"/>
                      </a:cubicBezTo>
                      <a:lnTo>
                        <a:pt x="17526" y="110300"/>
                      </a:lnTo>
                      <a:close/>
                      <a:moveTo>
                        <a:pt x="20383" y="96584"/>
                      </a:moveTo>
                      <a:lnTo>
                        <a:pt x="19907" y="97822"/>
                      </a:lnTo>
                      <a:lnTo>
                        <a:pt x="18288" y="97822"/>
                      </a:lnTo>
                      <a:cubicBezTo>
                        <a:pt x="18669" y="96584"/>
                        <a:pt x="19145" y="95917"/>
                        <a:pt x="19431" y="95917"/>
                      </a:cubicBezTo>
                      <a:cubicBezTo>
                        <a:pt x="19717" y="95917"/>
                        <a:pt x="20002" y="96107"/>
                        <a:pt x="20383" y="96488"/>
                      </a:cubicBezTo>
                      <a:close/>
                      <a:moveTo>
                        <a:pt x="22670" y="86011"/>
                      </a:moveTo>
                      <a:lnTo>
                        <a:pt x="22670" y="87249"/>
                      </a:lnTo>
                      <a:lnTo>
                        <a:pt x="20383" y="85249"/>
                      </a:lnTo>
                      <a:cubicBezTo>
                        <a:pt x="20955" y="85058"/>
                        <a:pt x="21717" y="85249"/>
                        <a:pt x="22670" y="86011"/>
                      </a:cubicBezTo>
                      <a:close/>
                      <a:moveTo>
                        <a:pt x="20383" y="103918"/>
                      </a:moveTo>
                      <a:cubicBezTo>
                        <a:pt x="21146" y="103918"/>
                        <a:pt x="21526" y="104394"/>
                        <a:pt x="21526" y="105632"/>
                      </a:cubicBezTo>
                      <a:lnTo>
                        <a:pt x="20383" y="105632"/>
                      </a:lnTo>
                      <a:lnTo>
                        <a:pt x="20383" y="103918"/>
                      </a:lnTo>
                      <a:close/>
                      <a:moveTo>
                        <a:pt x="23146" y="116967"/>
                      </a:moveTo>
                      <a:lnTo>
                        <a:pt x="22670" y="116396"/>
                      </a:lnTo>
                      <a:lnTo>
                        <a:pt x="25051" y="114967"/>
                      </a:lnTo>
                      <a:lnTo>
                        <a:pt x="23146" y="116967"/>
                      </a:lnTo>
                      <a:close/>
                      <a:moveTo>
                        <a:pt x="109728" y="92488"/>
                      </a:moveTo>
                      <a:lnTo>
                        <a:pt x="104584" y="93250"/>
                      </a:lnTo>
                      <a:cubicBezTo>
                        <a:pt x="104584" y="93250"/>
                        <a:pt x="104394" y="93631"/>
                        <a:pt x="104394" y="93726"/>
                      </a:cubicBezTo>
                      <a:cubicBezTo>
                        <a:pt x="104394" y="94012"/>
                        <a:pt x="104775" y="94393"/>
                        <a:pt x="105632" y="94964"/>
                      </a:cubicBezTo>
                      <a:cubicBezTo>
                        <a:pt x="106489" y="95440"/>
                        <a:pt x="106871" y="96012"/>
                        <a:pt x="106871" y="96584"/>
                      </a:cubicBezTo>
                      <a:lnTo>
                        <a:pt x="108013" y="96584"/>
                      </a:lnTo>
                      <a:cubicBezTo>
                        <a:pt x="107442" y="99822"/>
                        <a:pt x="106871" y="102965"/>
                        <a:pt x="106394" y="106109"/>
                      </a:cubicBezTo>
                      <a:cubicBezTo>
                        <a:pt x="105537" y="109538"/>
                        <a:pt x="103727" y="111728"/>
                        <a:pt x="100679" y="112681"/>
                      </a:cubicBezTo>
                      <a:cubicBezTo>
                        <a:pt x="100203" y="110871"/>
                        <a:pt x="99060" y="110300"/>
                        <a:pt x="97155" y="110966"/>
                      </a:cubicBezTo>
                      <a:lnTo>
                        <a:pt x="96583" y="111443"/>
                      </a:lnTo>
                      <a:lnTo>
                        <a:pt x="98774" y="113919"/>
                      </a:lnTo>
                      <a:cubicBezTo>
                        <a:pt x="97917" y="113729"/>
                        <a:pt x="96869" y="113157"/>
                        <a:pt x="95821" y="112109"/>
                      </a:cubicBezTo>
                      <a:cubicBezTo>
                        <a:pt x="94774" y="111157"/>
                        <a:pt x="93917" y="110680"/>
                        <a:pt x="93345" y="110680"/>
                      </a:cubicBezTo>
                      <a:cubicBezTo>
                        <a:pt x="92678" y="110680"/>
                        <a:pt x="91821" y="111062"/>
                        <a:pt x="91059" y="111919"/>
                      </a:cubicBezTo>
                      <a:lnTo>
                        <a:pt x="93059" y="111919"/>
                      </a:lnTo>
                      <a:lnTo>
                        <a:pt x="92678" y="112681"/>
                      </a:lnTo>
                      <a:cubicBezTo>
                        <a:pt x="93821" y="113062"/>
                        <a:pt x="95345" y="114110"/>
                        <a:pt x="97250" y="115634"/>
                      </a:cubicBezTo>
                      <a:lnTo>
                        <a:pt x="93059" y="117538"/>
                      </a:lnTo>
                      <a:lnTo>
                        <a:pt x="93821" y="118015"/>
                      </a:lnTo>
                      <a:cubicBezTo>
                        <a:pt x="93821" y="118015"/>
                        <a:pt x="92107" y="118777"/>
                        <a:pt x="89154" y="120110"/>
                      </a:cubicBezTo>
                      <a:cubicBezTo>
                        <a:pt x="87630" y="120682"/>
                        <a:pt x="86106" y="121063"/>
                        <a:pt x="84772" y="121063"/>
                      </a:cubicBezTo>
                      <a:cubicBezTo>
                        <a:pt x="84106" y="121063"/>
                        <a:pt x="83344" y="121063"/>
                        <a:pt x="82582" y="120872"/>
                      </a:cubicBezTo>
                      <a:cubicBezTo>
                        <a:pt x="82105" y="122301"/>
                        <a:pt x="81915" y="123158"/>
                        <a:pt x="82105" y="123635"/>
                      </a:cubicBezTo>
                      <a:lnTo>
                        <a:pt x="59817" y="124396"/>
                      </a:lnTo>
                      <a:cubicBezTo>
                        <a:pt x="58007" y="122682"/>
                        <a:pt x="55150" y="121253"/>
                        <a:pt x="51340" y="120015"/>
                      </a:cubicBezTo>
                      <a:cubicBezTo>
                        <a:pt x="47149" y="118681"/>
                        <a:pt x="44387" y="117634"/>
                        <a:pt x="43243" y="116872"/>
                      </a:cubicBezTo>
                      <a:cubicBezTo>
                        <a:pt x="42767" y="116205"/>
                        <a:pt x="41815" y="115634"/>
                        <a:pt x="40672" y="115348"/>
                      </a:cubicBezTo>
                      <a:cubicBezTo>
                        <a:pt x="39433" y="115062"/>
                        <a:pt x="38195" y="114681"/>
                        <a:pt x="37052" y="114395"/>
                      </a:cubicBezTo>
                      <a:lnTo>
                        <a:pt x="38671" y="112681"/>
                      </a:lnTo>
                      <a:lnTo>
                        <a:pt x="36481" y="110204"/>
                      </a:lnTo>
                      <a:lnTo>
                        <a:pt x="35909" y="111919"/>
                      </a:lnTo>
                      <a:cubicBezTo>
                        <a:pt x="33909" y="111347"/>
                        <a:pt x="32861" y="109728"/>
                        <a:pt x="32575" y="106871"/>
                      </a:cubicBezTo>
                      <a:cubicBezTo>
                        <a:pt x="32575" y="104299"/>
                        <a:pt x="31147" y="103061"/>
                        <a:pt x="28480" y="103061"/>
                      </a:cubicBezTo>
                      <a:lnTo>
                        <a:pt x="26575" y="103061"/>
                      </a:lnTo>
                      <a:cubicBezTo>
                        <a:pt x="28289" y="102965"/>
                        <a:pt x="29051" y="101918"/>
                        <a:pt x="29051" y="100108"/>
                      </a:cubicBezTo>
                      <a:cubicBezTo>
                        <a:pt x="29051" y="99441"/>
                        <a:pt x="28956" y="98870"/>
                        <a:pt x="28575" y="98393"/>
                      </a:cubicBezTo>
                      <a:cubicBezTo>
                        <a:pt x="28289" y="97822"/>
                        <a:pt x="27337" y="97250"/>
                        <a:pt x="25527" y="96488"/>
                      </a:cubicBezTo>
                      <a:lnTo>
                        <a:pt x="25051" y="96964"/>
                      </a:lnTo>
                      <a:cubicBezTo>
                        <a:pt x="25051" y="96964"/>
                        <a:pt x="24860" y="97250"/>
                        <a:pt x="24575" y="97250"/>
                      </a:cubicBezTo>
                      <a:cubicBezTo>
                        <a:pt x="24289" y="97250"/>
                        <a:pt x="24003" y="96869"/>
                        <a:pt x="23813" y="96012"/>
                      </a:cubicBezTo>
                      <a:cubicBezTo>
                        <a:pt x="23622" y="95250"/>
                        <a:pt x="23622" y="94583"/>
                        <a:pt x="23813" y="94012"/>
                      </a:cubicBezTo>
                      <a:cubicBezTo>
                        <a:pt x="24765" y="93821"/>
                        <a:pt x="26289" y="92773"/>
                        <a:pt x="28194" y="90773"/>
                      </a:cubicBezTo>
                      <a:cubicBezTo>
                        <a:pt x="30004" y="89154"/>
                        <a:pt x="31433" y="88297"/>
                        <a:pt x="32671" y="88297"/>
                      </a:cubicBezTo>
                      <a:cubicBezTo>
                        <a:pt x="33242" y="88297"/>
                        <a:pt x="33814" y="88392"/>
                        <a:pt x="34576" y="88678"/>
                      </a:cubicBezTo>
                      <a:cubicBezTo>
                        <a:pt x="34195" y="88011"/>
                        <a:pt x="34100" y="87344"/>
                        <a:pt x="34576" y="86868"/>
                      </a:cubicBezTo>
                      <a:cubicBezTo>
                        <a:pt x="34862" y="86392"/>
                        <a:pt x="34576" y="85535"/>
                        <a:pt x="33623" y="84582"/>
                      </a:cubicBezTo>
                      <a:lnTo>
                        <a:pt x="38576" y="82105"/>
                      </a:lnTo>
                      <a:lnTo>
                        <a:pt x="37433" y="80391"/>
                      </a:lnTo>
                      <a:cubicBezTo>
                        <a:pt x="38195" y="80391"/>
                        <a:pt x="39529" y="79915"/>
                        <a:pt x="41243" y="78962"/>
                      </a:cubicBezTo>
                      <a:cubicBezTo>
                        <a:pt x="42958" y="78010"/>
                        <a:pt x="44196" y="77438"/>
                        <a:pt x="44767" y="77438"/>
                      </a:cubicBezTo>
                      <a:cubicBezTo>
                        <a:pt x="45815" y="77438"/>
                        <a:pt x="46387" y="78296"/>
                        <a:pt x="46768" y="79724"/>
                      </a:cubicBezTo>
                      <a:cubicBezTo>
                        <a:pt x="46482" y="83153"/>
                        <a:pt x="47625" y="86487"/>
                        <a:pt x="50292" y="89916"/>
                      </a:cubicBezTo>
                      <a:cubicBezTo>
                        <a:pt x="51530" y="91535"/>
                        <a:pt x="54197" y="94107"/>
                        <a:pt x="58102" y="97631"/>
                      </a:cubicBezTo>
                      <a:cubicBezTo>
                        <a:pt x="58674" y="98965"/>
                        <a:pt x="59626" y="99727"/>
                        <a:pt x="61055" y="99727"/>
                      </a:cubicBezTo>
                      <a:cubicBezTo>
                        <a:pt x="61436" y="99727"/>
                        <a:pt x="62103" y="99727"/>
                        <a:pt x="62865" y="99441"/>
                      </a:cubicBezTo>
                      <a:cubicBezTo>
                        <a:pt x="63722" y="99346"/>
                        <a:pt x="64389" y="99251"/>
                        <a:pt x="64675" y="99251"/>
                      </a:cubicBezTo>
                      <a:cubicBezTo>
                        <a:pt x="65627" y="99251"/>
                        <a:pt x="66389" y="99441"/>
                        <a:pt x="67151" y="99917"/>
                      </a:cubicBezTo>
                      <a:cubicBezTo>
                        <a:pt x="68008" y="100298"/>
                        <a:pt x="68866" y="100489"/>
                        <a:pt x="69818" y="100489"/>
                      </a:cubicBezTo>
                      <a:cubicBezTo>
                        <a:pt x="71628" y="100489"/>
                        <a:pt x="73628" y="99631"/>
                        <a:pt x="76009" y="97822"/>
                      </a:cubicBezTo>
                      <a:cubicBezTo>
                        <a:pt x="79629" y="95345"/>
                        <a:pt x="81629" y="94012"/>
                        <a:pt x="82010" y="93821"/>
                      </a:cubicBezTo>
                      <a:cubicBezTo>
                        <a:pt x="82487" y="92964"/>
                        <a:pt x="82772" y="92202"/>
                        <a:pt x="82772" y="91345"/>
                      </a:cubicBezTo>
                      <a:cubicBezTo>
                        <a:pt x="82772" y="90106"/>
                        <a:pt x="82105" y="88583"/>
                        <a:pt x="80772" y="86487"/>
                      </a:cubicBezTo>
                      <a:cubicBezTo>
                        <a:pt x="79534" y="84487"/>
                        <a:pt x="78772" y="82963"/>
                        <a:pt x="78486" y="81915"/>
                      </a:cubicBezTo>
                      <a:cubicBezTo>
                        <a:pt x="76105" y="81439"/>
                        <a:pt x="74676" y="80581"/>
                        <a:pt x="74295" y="78962"/>
                      </a:cubicBezTo>
                      <a:lnTo>
                        <a:pt x="75057" y="78296"/>
                      </a:lnTo>
                      <a:cubicBezTo>
                        <a:pt x="71914" y="76771"/>
                        <a:pt x="67532" y="74390"/>
                        <a:pt x="61913" y="71247"/>
                      </a:cubicBezTo>
                      <a:cubicBezTo>
                        <a:pt x="61341" y="71723"/>
                        <a:pt x="60770" y="72009"/>
                        <a:pt x="60103" y="72009"/>
                      </a:cubicBezTo>
                      <a:cubicBezTo>
                        <a:pt x="59341" y="72009"/>
                        <a:pt x="58388" y="71438"/>
                        <a:pt x="57245" y="70295"/>
                      </a:cubicBezTo>
                      <a:cubicBezTo>
                        <a:pt x="56007" y="69152"/>
                        <a:pt x="55054" y="68580"/>
                        <a:pt x="54388" y="68580"/>
                      </a:cubicBezTo>
                      <a:cubicBezTo>
                        <a:pt x="54102" y="68580"/>
                        <a:pt x="53816" y="68580"/>
                        <a:pt x="53530" y="68866"/>
                      </a:cubicBezTo>
                      <a:cubicBezTo>
                        <a:pt x="51054" y="68199"/>
                        <a:pt x="48673" y="66104"/>
                        <a:pt x="46101" y="62579"/>
                      </a:cubicBezTo>
                      <a:cubicBezTo>
                        <a:pt x="43434" y="58674"/>
                        <a:pt x="41053" y="56102"/>
                        <a:pt x="39243" y="54959"/>
                      </a:cubicBezTo>
                      <a:cubicBezTo>
                        <a:pt x="39433" y="53816"/>
                        <a:pt x="38957" y="52483"/>
                        <a:pt x="37719" y="50768"/>
                      </a:cubicBezTo>
                      <a:cubicBezTo>
                        <a:pt x="36576" y="49054"/>
                        <a:pt x="36100" y="47720"/>
                        <a:pt x="36290" y="46863"/>
                      </a:cubicBezTo>
                      <a:cubicBezTo>
                        <a:pt x="35623" y="45529"/>
                        <a:pt x="35147" y="42863"/>
                        <a:pt x="34957" y="39148"/>
                      </a:cubicBezTo>
                      <a:cubicBezTo>
                        <a:pt x="34766" y="35719"/>
                        <a:pt x="34576" y="32385"/>
                        <a:pt x="34480" y="28956"/>
                      </a:cubicBezTo>
                      <a:cubicBezTo>
                        <a:pt x="35242" y="28575"/>
                        <a:pt x="35623" y="28194"/>
                        <a:pt x="35623" y="27718"/>
                      </a:cubicBezTo>
                      <a:cubicBezTo>
                        <a:pt x="35623" y="27432"/>
                        <a:pt x="35433" y="26956"/>
                        <a:pt x="34957" y="26289"/>
                      </a:cubicBezTo>
                      <a:cubicBezTo>
                        <a:pt x="34576" y="25622"/>
                        <a:pt x="34385" y="25146"/>
                        <a:pt x="34385" y="24860"/>
                      </a:cubicBezTo>
                      <a:cubicBezTo>
                        <a:pt x="34862" y="23431"/>
                        <a:pt x="36576" y="21431"/>
                        <a:pt x="39338" y="19050"/>
                      </a:cubicBezTo>
                      <a:cubicBezTo>
                        <a:pt x="41720" y="16954"/>
                        <a:pt x="42863" y="14859"/>
                        <a:pt x="42863" y="12954"/>
                      </a:cubicBezTo>
                      <a:cubicBezTo>
                        <a:pt x="43243" y="12859"/>
                        <a:pt x="43815" y="12478"/>
                        <a:pt x="44767" y="11716"/>
                      </a:cubicBezTo>
                      <a:cubicBezTo>
                        <a:pt x="45720" y="11049"/>
                        <a:pt x="46387" y="10668"/>
                        <a:pt x="46768" y="10668"/>
                      </a:cubicBezTo>
                      <a:cubicBezTo>
                        <a:pt x="47054" y="10668"/>
                        <a:pt x="47339" y="10859"/>
                        <a:pt x="47530" y="11239"/>
                      </a:cubicBezTo>
                      <a:cubicBezTo>
                        <a:pt x="49435" y="8287"/>
                        <a:pt x="52388" y="6001"/>
                        <a:pt x="56483" y="4286"/>
                      </a:cubicBezTo>
                      <a:cubicBezTo>
                        <a:pt x="60103" y="3048"/>
                        <a:pt x="63722" y="1810"/>
                        <a:pt x="67342" y="667"/>
                      </a:cubicBezTo>
                      <a:cubicBezTo>
                        <a:pt x="68485" y="286"/>
                        <a:pt x="69533" y="0"/>
                        <a:pt x="70580" y="0"/>
                      </a:cubicBezTo>
                      <a:cubicBezTo>
                        <a:pt x="72200" y="0"/>
                        <a:pt x="74295" y="667"/>
                        <a:pt x="76962" y="1905"/>
                      </a:cubicBezTo>
                      <a:cubicBezTo>
                        <a:pt x="79629" y="3143"/>
                        <a:pt x="81725" y="3810"/>
                        <a:pt x="83248" y="3810"/>
                      </a:cubicBezTo>
                      <a:cubicBezTo>
                        <a:pt x="83915" y="3810"/>
                        <a:pt x="84582" y="3715"/>
                        <a:pt x="85344" y="3524"/>
                      </a:cubicBezTo>
                      <a:cubicBezTo>
                        <a:pt x="86011" y="4953"/>
                        <a:pt x="87249" y="5905"/>
                        <a:pt x="89059" y="6477"/>
                      </a:cubicBezTo>
                      <a:cubicBezTo>
                        <a:pt x="91345" y="7144"/>
                        <a:pt x="92773" y="7811"/>
                        <a:pt x="93440" y="8382"/>
                      </a:cubicBezTo>
                      <a:cubicBezTo>
                        <a:pt x="96869" y="8668"/>
                        <a:pt x="99822" y="13145"/>
                        <a:pt x="102394" y="21908"/>
                      </a:cubicBezTo>
                      <a:cubicBezTo>
                        <a:pt x="102394" y="23051"/>
                        <a:pt x="101441" y="24765"/>
                        <a:pt x="99822" y="26861"/>
                      </a:cubicBezTo>
                      <a:cubicBezTo>
                        <a:pt x="98298" y="28861"/>
                        <a:pt x="97441" y="30671"/>
                        <a:pt x="97536" y="32099"/>
                      </a:cubicBezTo>
                      <a:cubicBezTo>
                        <a:pt x="96488" y="31909"/>
                        <a:pt x="95917" y="32385"/>
                        <a:pt x="95821" y="33338"/>
                      </a:cubicBezTo>
                      <a:cubicBezTo>
                        <a:pt x="95726" y="34671"/>
                        <a:pt x="95441" y="35433"/>
                        <a:pt x="95059" y="35623"/>
                      </a:cubicBezTo>
                      <a:cubicBezTo>
                        <a:pt x="92297" y="36957"/>
                        <a:pt x="90392" y="37624"/>
                        <a:pt x="89345" y="37624"/>
                      </a:cubicBezTo>
                      <a:cubicBezTo>
                        <a:pt x="87725" y="37624"/>
                        <a:pt x="86296" y="36576"/>
                        <a:pt x="84868" y="34576"/>
                      </a:cubicBezTo>
                      <a:cubicBezTo>
                        <a:pt x="84868" y="32956"/>
                        <a:pt x="83725" y="31718"/>
                        <a:pt x="81915" y="30861"/>
                      </a:cubicBezTo>
                      <a:cubicBezTo>
                        <a:pt x="79820" y="30004"/>
                        <a:pt x="78486" y="29051"/>
                        <a:pt x="78105" y="27908"/>
                      </a:cubicBezTo>
                      <a:cubicBezTo>
                        <a:pt x="77533" y="27813"/>
                        <a:pt x="76009" y="27242"/>
                        <a:pt x="73533" y="26194"/>
                      </a:cubicBezTo>
                      <a:cubicBezTo>
                        <a:pt x="71533" y="25337"/>
                        <a:pt x="69913" y="24955"/>
                        <a:pt x="68771" y="24955"/>
                      </a:cubicBezTo>
                      <a:cubicBezTo>
                        <a:pt x="67151" y="24955"/>
                        <a:pt x="65722" y="25813"/>
                        <a:pt x="64484" y="27432"/>
                      </a:cubicBezTo>
                      <a:cubicBezTo>
                        <a:pt x="64103" y="27337"/>
                        <a:pt x="63817" y="27242"/>
                        <a:pt x="63532" y="27242"/>
                      </a:cubicBezTo>
                      <a:cubicBezTo>
                        <a:pt x="62675" y="27242"/>
                        <a:pt x="61436" y="28004"/>
                        <a:pt x="59817" y="29528"/>
                      </a:cubicBezTo>
                      <a:cubicBezTo>
                        <a:pt x="60388" y="30480"/>
                        <a:pt x="60579" y="31242"/>
                        <a:pt x="60579" y="32004"/>
                      </a:cubicBezTo>
                      <a:cubicBezTo>
                        <a:pt x="60579" y="32956"/>
                        <a:pt x="59912" y="33719"/>
                        <a:pt x="58579" y="34576"/>
                      </a:cubicBezTo>
                      <a:cubicBezTo>
                        <a:pt x="57245" y="35338"/>
                        <a:pt x="56579" y="36100"/>
                        <a:pt x="56579" y="36767"/>
                      </a:cubicBezTo>
                      <a:cubicBezTo>
                        <a:pt x="56579" y="37338"/>
                        <a:pt x="56864" y="38195"/>
                        <a:pt x="57626" y="39243"/>
                      </a:cubicBezTo>
                      <a:cubicBezTo>
                        <a:pt x="61722" y="45434"/>
                        <a:pt x="67913" y="50197"/>
                        <a:pt x="76391" y="53340"/>
                      </a:cubicBezTo>
                      <a:cubicBezTo>
                        <a:pt x="77438" y="53626"/>
                        <a:pt x="78962" y="54673"/>
                        <a:pt x="80963" y="56388"/>
                      </a:cubicBezTo>
                      <a:cubicBezTo>
                        <a:pt x="82963" y="58103"/>
                        <a:pt x="84677" y="58960"/>
                        <a:pt x="86011" y="59150"/>
                      </a:cubicBezTo>
                      <a:cubicBezTo>
                        <a:pt x="87439" y="59341"/>
                        <a:pt x="89345" y="60484"/>
                        <a:pt x="91726" y="62675"/>
                      </a:cubicBezTo>
                      <a:cubicBezTo>
                        <a:pt x="93917" y="64675"/>
                        <a:pt x="95917" y="65627"/>
                        <a:pt x="97917" y="65246"/>
                      </a:cubicBezTo>
                      <a:cubicBezTo>
                        <a:pt x="97917" y="66294"/>
                        <a:pt x="98108" y="66865"/>
                        <a:pt x="98393" y="66961"/>
                      </a:cubicBezTo>
                      <a:cubicBezTo>
                        <a:pt x="99250" y="66961"/>
                        <a:pt x="99917" y="67628"/>
                        <a:pt x="100393" y="68961"/>
                      </a:cubicBezTo>
                      <a:cubicBezTo>
                        <a:pt x="100870" y="70390"/>
                        <a:pt x="101441" y="70866"/>
                        <a:pt x="102298" y="70580"/>
                      </a:cubicBezTo>
                      <a:cubicBezTo>
                        <a:pt x="102489" y="71342"/>
                        <a:pt x="103727" y="73438"/>
                        <a:pt x="106204" y="76867"/>
                      </a:cubicBezTo>
                      <a:cubicBezTo>
                        <a:pt x="107918" y="79724"/>
                        <a:pt x="108871" y="82296"/>
                        <a:pt x="108871" y="84677"/>
                      </a:cubicBezTo>
                      <a:cubicBezTo>
                        <a:pt x="109347" y="85344"/>
                        <a:pt x="109633" y="85915"/>
                        <a:pt x="109633" y="86487"/>
                      </a:cubicBezTo>
                      <a:cubicBezTo>
                        <a:pt x="109633" y="86963"/>
                        <a:pt x="109347" y="87630"/>
                        <a:pt x="108871" y="88392"/>
                      </a:cubicBezTo>
                      <a:cubicBezTo>
                        <a:pt x="108395" y="89154"/>
                        <a:pt x="108109" y="89726"/>
                        <a:pt x="108109" y="90011"/>
                      </a:cubicBezTo>
                      <a:cubicBezTo>
                        <a:pt x="108109" y="90583"/>
                        <a:pt x="108585" y="91250"/>
                        <a:pt x="109347" y="91916"/>
                      </a:cubicBezTo>
                      <a:close/>
                      <a:moveTo>
                        <a:pt x="25051" y="96203"/>
                      </a:moveTo>
                      <a:lnTo>
                        <a:pt x="28384" y="94964"/>
                      </a:lnTo>
                      <a:lnTo>
                        <a:pt x="26765" y="94964"/>
                      </a:lnTo>
                      <a:lnTo>
                        <a:pt x="24955" y="96203"/>
                      </a:lnTo>
                      <a:close/>
                      <a:moveTo>
                        <a:pt x="26098" y="111157"/>
                      </a:moveTo>
                      <a:lnTo>
                        <a:pt x="26860" y="111157"/>
                      </a:lnTo>
                      <a:lnTo>
                        <a:pt x="28004" y="112109"/>
                      </a:lnTo>
                      <a:lnTo>
                        <a:pt x="26098" y="111157"/>
                      </a:lnTo>
                      <a:close/>
                      <a:moveTo>
                        <a:pt x="30861" y="119348"/>
                      </a:moveTo>
                      <a:cubicBezTo>
                        <a:pt x="30671" y="118205"/>
                        <a:pt x="30861" y="117158"/>
                        <a:pt x="31909" y="116300"/>
                      </a:cubicBezTo>
                      <a:lnTo>
                        <a:pt x="31718" y="116300"/>
                      </a:lnTo>
                      <a:cubicBezTo>
                        <a:pt x="31718" y="116300"/>
                        <a:pt x="32004" y="117158"/>
                        <a:pt x="32480" y="117538"/>
                      </a:cubicBezTo>
                      <a:cubicBezTo>
                        <a:pt x="32861" y="118015"/>
                        <a:pt x="33052" y="118301"/>
                        <a:pt x="33052" y="118491"/>
                      </a:cubicBezTo>
                      <a:cubicBezTo>
                        <a:pt x="33052" y="118872"/>
                        <a:pt x="32861" y="119063"/>
                        <a:pt x="32480" y="119253"/>
                      </a:cubicBezTo>
                      <a:lnTo>
                        <a:pt x="30861" y="119253"/>
                      </a:lnTo>
                      <a:close/>
                      <a:moveTo>
                        <a:pt x="32099" y="115824"/>
                      </a:moveTo>
                      <a:cubicBezTo>
                        <a:pt x="32099" y="115824"/>
                        <a:pt x="31813" y="116205"/>
                        <a:pt x="31813" y="116300"/>
                      </a:cubicBezTo>
                      <a:cubicBezTo>
                        <a:pt x="31813" y="116205"/>
                        <a:pt x="31909" y="116014"/>
                        <a:pt x="32099" y="115824"/>
                      </a:cubicBezTo>
                      <a:close/>
                      <a:moveTo>
                        <a:pt x="32385" y="112871"/>
                      </a:moveTo>
                      <a:cubicBezTo>
                        <a:pt x="32385" y="112871"/>
                        <a:pt x="33242" y="113157"/>
                        <a:pt x="33718" y="113633"/>
                      </a:cubicBezTo>
                      <a:cubicBezTo>
                        <a:pt x="34195" y="114205"/>
                        <a:pt x="34480" y="114490"/>
                        <a:pt x="34576" y="114586"/>
                      </a:cubicBezTo>
                      <a:cubicBezTo>
                        <a:pt x="34004" y="114586"/>
                        <a:pt x="33147" y="115062"/>
                        <a:pt x="32004" y="115824"/>
                      </a:cubicBezTo>
                      <a:cubicBezTo>
                        <a:pt x="32861" y="114776"/>
                        <a:pt x="32861" y="113824"/>
                        <a:pt x="32290" y="112871"/>
                      </a:cubicBezTo>
                      <a:close/>
                      <a:moveTo>
                        <a:pt x="35814" y="99822"/>
                      </a:moveTo>
                      <a:lnTo>
                        <a:pt x="35814" y="98584"/>
                      </a:lnTo>
                      <a:lnTo>
                        <a:pt x="32385" y="96679"/>
                      </a:lnTo>
                      <a:lnTo>
                        <a:pt x="35814" y="99727"/>
                      </a:lnTo>
                      <a:close/>
                      <a:moveTo>
                        <a:pt x="38576" y="104585"/>
                      </a:moveTo>
                      <a:cubicBezTo>
                        <a:pt x="38576" y="104585"/>
                        <a:pt x="38957" y="104680"/>
                        <a:pt x="40005" y="104870"/>
                      </a:cubicBezTo>
                      <a:cubicBezTo>
                        <a:pt x="40672" y="104965"/>
                        <a:pt x="41053" y="104680"/>
                        <a:pt x="41338" y="104013"/>
                      </a:cubicBezTo>
                      <a:cubicBezTo>
                        <a:pt x="40196" y="103537"/>
                        <a:pt x="39338" y="103727"/>
                        <a:pt x="38576" y="104585"/>
                      </a:cubicBezTo>
                      <a:cubicBezTo>
                        <a:pt x="38291" y="104585"/>
                        <a:pt x="38100" y="104775"/>
                        <a:pt x="38100" y="105061"/>
                      </a:cubicBezTo>
                      <a:lnTo>
                        <a:pt x="36957" y="106299"/>
                      </a:lnTo>
                      <a:lnTo>
                        <a:pt x="38100" y="106299"/>
                      </a:lnTo>
                      <a:cubicBezTo>
                        <a:pt x="38100" y="105823"/>
                        <a:pt x="38100" y="105346"/>
                        <a:pt x="38100" y="105061"/>
                      </a:cubicBezTo>
                      <a:lnTo>
                        <a:pt x="38576" y="104585"/>
                      </a:lnTo>
                      <a:close/>
                      <a:moveTo>
                        <a:pt x="39338" y="46292"/>
                      </a:moveTo>
                      <a:cubicBezTo>
                        <a:pt x="39814" y="45815"/>
                        <a:pt x="39910" y="45339"/>
                        <a:pt x="39719" y="44958"/>
                      </a:cubicBezTo>
                      <a:lnTo>
                        <a:pt x="40196" y="43910"/>
                      </a:lnTo>
                      <a:cubicBezTo>
                        <a:pt x="39814" y="43434"/>
                        <a:pt x="39243" y="42958"/>
                        <a:pt x="38671" y="42672"/>
                      </a:cubicBezTo>
                      <a:cubicBezTo>
                        <a:pt x="38005" y="42386"/>
                        <a:pt x="37624" y="42196"/>
                        <a:pt x="37433" y="42196"/>
                      </a:cubicBezTo>
                      <a:cubicBezTo>
                        <a:pt x="38957" y="43053"/>
                        <a:pt x="39719" y="43910"/>
                        <a:pt x="39719" y="44958"/>
                      </a:cubicBezTo>
                      <a:lnTo>
                        <a:pt x="39338" y="46292"/>
                      </a:lnTo>
                      <a:close/>
                      <a:moveTo>
                        <a:pt x="49435" y="37338"/>
                      </a:moveTo>
                      <a:lnTo>
                        <a:pt x="49435" y="36862"/>
                      </a:lnTo>
                      <a:cubicBezTo>
                        <a:pt x="49054" y="34195"/>
                        <a:pt x="47339" y="32861"/>
                        <a:pt x="44101" y="32861"/>
                      </a:cubicBezTo>
                      <a:cubicBezTo>
                        <a:pt x="41624" y="32861"/>
                        <a:pt x="39719" y="33623"/>
                        <a:pt x="38005" y="35052"/>
                      </a:cubicBezTo>
                      <a:cubicBezTo>
                        <a:pt x="38481" y="35243"/>
                        <a:pt x="39052" y="36195"/>
                        <a:pt x="39529" y="38005"/>
                      </a:cubicBezTo>
                      <a:cubicBezTo>
                        <a:pt x="40100" y="39814"/>
                        <a:pt x="41053" y="40481"/>
                        <a:pt x="42386" y="40196"/>
                      </a:cubicBezTo>
                      <a:lnTo>
                        <a:pt x="42386" y="39719"/>
                      </a:lnTo>
                      <a:cubicBezTo>
                        <a:pt x="42386" y="39719"/>
                        <a:pt x="43053" y="38290"/>
                        <a:pt x="43434" y="36290"/>
                      </a:cubicBezTo>
                      <a:cubicBezTo>
                        <a:pt x="43720" y="34576"/>
                        <a:pt x="44291" y="33814"/>
                        <a:pt x="45148" y="33814"/>
                      </a:cubicBezTo>
                      <a:cubicBezTo>
                        <a:pt x="45529" y="33814"/>
                        <a:pt x="46006" y="34004"/>
                        <a:pt x="46482" y="34290"/>
                      </a:cubicBezTo>
                      <a:lnTo>
                        <a:pt x="46482" y="35528"/>
                      </a:lnTo>
                      <a:cubicBezTo>
                        <a:pt x="46482" y="35528"/>
                        <a:pt x="46863" y="35338"/>
                        <a:pt x="47244" y="35338"/>
                      </a:cubicBezTo>
                      <a:cubicBezTo>
                        <a:pt x="47434" y="35338"/>
                        <a:pt x="48196" y="35909"/>
                        <a:pt x="49339" y="37243"/>
                      </a:cubicBezTo>
                      <a:close/>
                      <a:moveTo>
                        <a:pt x="40196" y="86582"/>
                      </a:moveTo>
                      <a:cubicBezTo>
                        <a:pt x="39338" y="86582"/>
                        <a:pt x="38767" y="86392"/>
                        <a:pt x="38576" y="86106"/>
                      </a:cubicBezTo>
                      <a:lnTo>
                        <a:pt x="39719" y="87821"/>
                      </a:lnTo>
                      <a:cubicBezTo>
                        <a:pt x="40291" y="87535"/>
                        <a:pt x="40386" y="87059"/>
                        <a:pt x="40196" y="86582"/>
                      </a:cubicBezTo>
                      <a:close/>
                      <a:moveTo>
                        <a:pt x="41338" y="39053"/>
                      </a:moveTo>
                      <a:lnTo>
                        <a:pt x="40958" y="38576"/>
                      </a:lnTo>
                      <a:lnTo>
                        <a:pt x="42100" y="38576"/>
                      </a:lnTo>
                      <a:cubicBezTo>
                        <a:pt x="42100" y="38576"/>
                        <a:pt x="41720" y="38862"/>
                        <a:pt x="41338" y="39053"/>
                      </a:cubicBezTo>
                      <a:close/>
                      <a:moveTo>
                        <a:pt x="42100" y="38576"/>
                      </a:moveTo>
                      <a:cubicBezTo>
                        <a:pt x="42100" y="38576"/>
                        <a:pt x="42386" y="38386"/>
                        <a:pt x="42577" y="38576"/>
                      </a:cubicBezTo>
                      <a:lnTo>
                        <a:pt x="42100" y="38576"/>
                      </a:lnTo>
                      <a:close/>
                      <a:moveTo>
                        <a:pt x="43148" y="114110"/>
                      </a:moveTo>
                      <a:lnTo>
                        <a:pt x="44291" y="112871"/>
                      </a:lnTo>
                      <a:cubicBezTo>
                        <a:pt x="43815" y="112300"/>
                        <a:pt x="43434" y="112109"/>
                        <a:pt x="43148" y="112109"/>
                      </a:cubicBezTo>
                      <a:lnTo>
                        <a:pt x="43148" y="114110"/>
                      </a:lnTo>
                      <a:close/>
                      <a:moveTo>
                        <a:pt x="44958" y="40672"/>
                      </a:moveTo>
                      <a:cubicBezTo>
                        <a:pt x="45148" y="40005"/>
                        <a:pt x="44958" y="39338"/>
                        <a:pt x="44291" y="38481"/>
                      </a:cubicBezTo>
                      <a:lnTo>
                        <a:pt x="44291" y="41434"/>
                      </a:lnTo>
                      <a:lnTo>
                        <a:pt x="44958" y="40672"/>
                      </a:lnTo>
                      <a:close/>
                      <a:moveTo>
                        <a:pt x="47149" y="123920"/>
                      </a:moveTo>
                      <a:lnTo>
                        <a:pt x="46768" y="123444"/>
                      </a:lnTo>
                      <a:lnTo>
                        <a:pt x="47911" y="123444"/>
                      </a:lnTo>
                      <a:cubicBezTo>
                        <a:pt x="47339" y="123730"/>
                        <a:pt x="47054" y="123920"/>
                        <a:pt x="47149" y="123920"/>
                      </a:cubicBezTo>
                      <a:close/>
                      <a:moveTo>
                        <a:pt x="61436" y="111157"/>
                      </a:moveTo>
                      <a:lnTo>
                        <a:pt x="62008" y="110300"/>
                      </a:lnTo>
                      <a:lnTo>
                        <a:pt x="61436" y="108585"/>
                      </a:lnTo>
                      <a:lnTo>
                        <a:pt x="61436" y="111062"/>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 name="Google Shape;1290;p99"/>
                <p:cNvSpPr/>
                <p:nvPr/>
              </p:nvSpPr>
              <p:spPr>
                <a:xfrm>
                  <a:off x="3904487" y="5010721"/>
                  <a:ext cx="88201" cy="124777"/>
                </a:xfrm>
                <a:custGeom>
                  <a:avLst/>
                  <a:gdLst/>
                  <a:ahLst/>
                  <a:cxnLst/>
                  <a:rect l="l" t="t" r="r" b="b"/>
                  <a:pathLst>
                    <a:path w="88201" h="124777" extrusionOk="0">
                      <a:moveTo>
                        <a:pt x="85725" y="117253"/>
                      </a:moveTo>
                      <a:cubicBezTo>
                        <a:pt x="85725" y="117729"/>
                        <a:pt x="85725" y="118491"/>
                        <a:pt x="86106" y="119634"/>
                      </a:cubicBezTo>
                      <a:cubicBezTo>
                        <a:pt x="86392" y="120682"/>
                        <a:pt x="86582" y="121444"/>
                        <a:pt x="86582" y="121825"/>
                      </a:cubicBezTo>
                      <a:cubicBezTo>
                        <a:pt x="86582" y="123063"/>
                        <a:pt x="85820" y="124111"/>
                        <a:pt x="84201" y="124778"/>
                      </a:cubicBezTo>
                      <a:lnTo>
                        <a:pt x="71914" y="123635"/>
                      </a:lnTo>
                      <a:cubicBezTo>
                        <a:pt x="71723" y="122968"/>
                        <a:pt x="70961" y="122682"/>
                        <a:pt x="69723" y="122682"/>
                      </a:cubicBezTo>
                      <a:lnTo>
                        <a:pt x="66961" y="122682"/>
                      </a:lnTo>
                      <a:cubicBezTo>
                        <a:pt x="66104" y="122396"/>
                        <a:pt x="65437" y="122015"/>
                        <a:pt x="65056" y="121444"/>
                      </a:cubicBezTo>
                      <a:cubicBezTo>
                        <a:pt x="64294" y="121729"/>
                        <a:pt x="63246" y="122492"/>
                        <a:pt x="61627" y="123730"/>
                      </a:cubicBezTo>
                      <a:cubicBezTo>
                        <a:pt x="61913" y="122492"/>
                        <a:pt x="61627" y="121920"/>
                        <a:pt x="60579" y="121920"/>
                      </a:cubicBezTo>
                      <a:cubicBezTo>
                        <a:pt x="60484" y="121920"/>
                        <a:pt x="60103" y="121920"/>
                        <a:pt x="59626" y="122111"/>
                      </a:cubicBezTo>
                      <a:lnTo>
                        <a:pt x="58769" y="122111"/>
                      </a:lnTo>
                      <a:cubicBezTo>
                        <a:pt x="58103" y="122111"/>
                        <a:pt x="57531" y="121920"/>
                        <a:pt x="57341" y="121539"/>
                      </a:cubicBezTo>
                      <a:cubicBezTo>
                        <a:pt x="55150" y="115157"/>
                        <a:pt x="52292" y="110585"/>
                        <a:pt x="48578" y="107823"/>
                      </a:cubicBezTo>
                      <a:cubicBezTo>
                        <a:pt x="48673" y="105537"/>
                        <a:pt x="47339" y="103156"/>
                        <a:pt x="44577" y="100870"/>
                      </a:cubicBezTo>
                      <a:cubicBezTo>
                        <a:pt x="41815" y="98584"/>
                        <a:pt x="40481" y="96298"/>
                        <a:pt x="40481" y="94012"/>
                      </a:cubicBezTo>
                      <a:cubicBezTo>
                        <a:pt x="38767" y="93154"/>
                        <a:pt x="37529" y="92012"/>
                        <a:pt x="36671" y="90488"/>
                      </a:cubicBezTo>
                      <a:cubicBezTo>
                        <a:pt x="36004" y="88963"/>
                        <a:pt x="34576" y="87821"/>
                        <a:pt x="32575" y="86868"/>
                      </a:cubicBezTo>
                      <a:lnTo>
                        <a:pt x="34862" y="84868"/>
                      </a:lnTo>
                      <a:cubicBezTo>
                        <a:pt x="34480" y="84392"/>
                        <a:pt x="33909" y="84201"/>
                        <a:pt x="33242" y="84392"/>
                      </a:cubicBezTo>
                      <a:cubicBezTo>
                        <a:pt x="32195" y="84868"/>
                        <a:pt x="31623" y="85058"/>
                        <a:pt x="31528" y="85058"/>
                      </a:cubicBezTo>
                      <a:cubicBezTo>
                        <a:pt x="31147" y="85058"/>
                        <a:pt x="30766" y="84868"/>
                        <a:pt x="30385" y="84392"/>
                      </a:cubicBezTo>
                      <a:cubicBezTo>
                        <a:pt x="30385" y="85058"/>
                        <a:pt x="30385" y="85725"/>
                        <a:pt x="30385" y="86392"/>
                      </a:cubicBezTo>
                      <a:cubicBezTo>
                        <a:pt x="30385" y="88582"/>
                        <a:pt x="29337" y="91630"/>
                        <a:pt x="27051" y="95631"/>
                      </a:cubicBezTo>
                      <a:cubicBezTo>
                        <a:pt x="24765" y="99631"/>
                        <a:pt x="23527" y="102679"/>
                        <a:pt x="23336" y="104870"/>
                      </a:cubicBezTo>
                      <a:cubicBezTo>
                        <a:pt x="22479" y="103918"/>
                        <a:pt x="22003" y="103537"/>
                        <a:pt x="21908" y="103537"/>
                      </a:cubicBezTo>
                      <a:cubicBezTo>
                        <a:pt x="21622" y="103537"/>
                        <a:pt x="21336" y="103727"/>
                        <a:pt x="21146" y="104108"/>
                      </a:cubicBezTo>
                      <a:cubicBezTo>
                        <a:pt x="22670" y="105346"/>
                        <a:pt x="23527" y="107347"/>
                        <a:pt x="23527" y="110109"/>
                      </a:cubicBezTo>
                      <a:cubicBezTo>
                        <a:pt x="23527" y="115634"/>
                        <a:pt x="23527" y="118015"/>
                        <a:pt x="23336" y="117348"/>
                      </a:cubicBezTo>
                      <a:cubicBezTo>
                        <a:pt x="22574" y="117824"/>
                        <a:pt x="22193" y="118396"/>
                        <a:pt x="22193" y="118872"/>
                      </a:cubicBezTo>
                      <a:cubicBezTo>
                        <a:pt x="22193" y="119253"/>
                        <a:pt x="22479" y="119729"/>
                        <a:pt x="22955" y="120396"/>
                      </a:cubicBezTo>
                      <a:cubicBezTo>
                        <a:pt x="23432" y="121158"/>
                        <a:pt x="23717" y="121729"/>
                        <a:pt x="23717" y="122301"/>
                      </a:cubicBezTo>
                      <a:cubicBezTo>
                        <a:pt x="23717" y="122587"/>
                        <a:pt x="23622" y="122968"/>
                        <a:pt x="23432" y="123349"/>
                      </a:cubicBezTo>
                      <a:cubicBezTo>
                        <a:pt x="19050" y="124587"/>
                        <a:pt x="12192" y="124682"/>
                        <a:pt x="3048" y="123825"/>
                      </a:cubicBezTo>
                      <a:cubicBezTo>
                        <a:pt x="2572" y="122587"/>
                        <a:pt x="2286" y="121253"/>
                        <a:pt x="2286" y="119825"/>
                      </a:cubicBezTo>
                      <a:cubicBezTo>
                        <a:pt x="2286" y="118681"/>
                        <a:pt x="2476" y="116967"/>
                        <a:pt x="2953" y="114871"/>
                      </a:cubicBezTo>
                      <a:cubicBezTo>
                        <a:pt x="3334" y="112681"/>
                        <a:pt x="3620" y="111157"/>
                        <a:pt x="3620" y="110109"/>
                      </a:cubicBezTo>
                      <a:cubicBezTo>
                        <a:pt x="3620" y="108013"/>
                        <a:pt x="2953" y="106013"/>
                        <a:pt x="1715" y="104108"/>
                      </a:cubicBezTo>
                      <a:cubicBezTo>
                        <a:pt x="2572" y="103918"/>
                        <a:pt x="3048" y="103156"/>
                        <a:pt x="3048" y="102108"/>
                      </a:cubicBezTo>
                      <a:cubicBezTo>
                        <a:pt x="2953" y="100775"/>
                        <a:pt x="2953" y="100013"/>
                        <a:pt x="3048" y="99917"/>
                      </a:cubicBezTo>
                      <a:cubicBezTo>
                        <a:pt x="3048" y="99917"/>
                        <a:pt x="3238" y="99822"/>
                        <a:pt x="3334" y="99822"/>
                      </a:cubicBezTo>
                      <a:cubicBezTo>
                        <a:pt x="3334" y="99822"/>
                        <a:pt x="3905" y="100108"/>
                        <a:pt x="4667" y="100584"/>
                      </a:cubicBezTo>
                      <a:cubicBezTo>
                        <a:pt x="5334" y="101060"/>
                        <a:pt x="5905" y="101346"/>
                        <a:pt x="6191" y="101346"/>
                      </a:cubicBezTo>
                      <a:cubicBezTo>
                        <a:pt x="6763" y="101346"/>
                        <a:pt x="7049" y="100679"/>
                        <a:pt x="7049" y="99346"/>
                      </a:cubicBezTo>
                      <a:cubicBezTo>
                        <a:pt x="7049" y="98965"/>
                        <a:pt x="6191" y="98584"/>
                        <a:pt x="4858" y="98488"/>
                      </a:cubicBezTo>
                      <a:cubicBezTo>
                        <a:pt x="3429" y="98298"/>
                        <a:pt x="2858" y="97441"/>
                        <a:pt x="3143" y="95917"/>
                      </a:cubicBezTo>
                      <a:cubicBezTo>
                        <a:pt x="3810" y="95821"/>
                        <a:pt x="4763" y="96107"/>
                        <a:pt x="5905" y="96869"/>
                      </a:cubicBezTo>
                      <a:cubicBezTo>
                        <a:pt x="7049" y="97631"/>
                        <a:pt x="7811" y="97917"/>
                        <a:pt x="8192" y="97917"/>
                      </a:cubicBezTo>
                      <a:cubicBezTo>
                        <a:pt x="8477" y="97917"/>
                        <a:pt x="8763" y="97822"/>
                        <a:pt x="9049" y="97631"/>
                      </a:cubicBezTo>
                      <a:lnTo>
                        <a:pt x="6953" y="95917"/>
                      </a:lnTo>
                      <a:lnTo>
                        <a:pt x="8573" y="94679"/>
                      </a:lnTo>
                      <a:lnTo>
                        <a:pt x="1619" y="93440"/>
                      </a:lnTo>
                      <a:cubicBezTo>
                        <a:pt x="3048" y="92107"/>
                        <a:pt x="3810" y="90678"/>
                        <a:pt x="3810" y="89249"/>
                      </a:cubicBezTo>
                      <a:cubicBezTo>
                        <a:pt x="3810" y="88582"/>
                        <a:pt x="3429" y="87439"/>
                        <a:pt x="2858" y="85820"/>
                      </a:cubicBezTo>
                      <a:cubicBezTo>
                        <a:pt x="2191" y="84296"/>
                        <a:pt x="1810" y="83058"/>
                        <a:pt x="1810" y="82201"/>
                      </a:cubicBezTo>
                      <a:cubicBezTo>
                        <a:pt x="1810" y="81153"/>
                        <a:pt x="2191" y="80105"/>
                        <a:pt x="2953" y="78962"/>
                      </a:cubicBezTo>
                      <a:lnTo>
                        <a:pt x="0" y="77819"/>
                      </a:lnTo>
                      <a:cubicBezTo>
                        <a:pt x="1333" y="78200"/>
                        <a:pt x="2191" y="77629"/>
                        <a:pt x="2572" y="76105"/>
                      </a:cubicBezTo>
                      <a:cubicBezTo>
                        <a:pt x="2858" y="74486"/>
                        <a:pt x="3620" y="73628"/>
                        <a:pt x="4572" y="73628"/>
                      </a:cubicBezTo>
                      <a:cubicBezTo>
                        <a:pt x="2953" y="73723"/>
                        <a:pt x="2191" y="72866"/>
                        <a:pt x="2191" y="71152"/>
                      </a:cubicBezTo>
                      <a:cubicBezTo>
                        <a:pt x="2191" y="70295"/>
                        <a:pt x="2476" y="69152"/>
                        <a:pt x="2953" y="67628"/>
                      </a:cubicBezTo>
                      <a:lnTo>
                        <a:pt x="381" y="66865"/>
                      </a:lnTo>
                      <a:cubicBezTo>
                        <a:pt x="381" y="66294"/>
                        <a:pt x="953" y="65342"/>
                        <a:pt x="1810" y="64198"/>
                      </a:cubicBezTo>
                      <a:cubicBezTo>
                        <a:pt x="2667" y="63055"/>
                        <a:pt x="3048" y="62103"/>
                        <a:pt x="3048" y="61436"/>
                      </a:cubicBezTo>
                      <a:cubicBezTo>
                        <a:pt x="3048" y="60770"/>
                        <a:pt x="2858" y="60293"/>
                        <a:pt x="2381" y="59912"/>
                      </a:cubicBezTo>
                      <a:cubicBezTo>
                        <a:pt x="2953" y="57055"/>
                        <a:pt x="2953" y="50959"/>
                        <a:pt x="2476" y="41624"/>
                      </a:cubicBezTo>
                      <a:cubicBezTo>
                        <a:pt x="2000" y="33814"/>
                        <a:pt x="2762" y="28099"/>
                        <a:pt x="4572" y="24575"/>
                      </a:cubicBezTo>
                      <a:cubicBezTo>
                        <a:pt x="2953" y="21717"/>
                        <a:pt x="2096" y="18479"/>
                        <a:pt x="2096" y="14859"/>
                      </a:cubicBezTo>
                      <a:cubicBezTo>
                        <a:pt x="2096" y="13526"/>
                        <a:pt x="2286" y="11525"/>
                        <a:pt x="2572" y="8954"/>
                      </a:cubicBezTo>
                      <a:cubicBezTo>
                        <a:pt x="2858" y="6382"/>
                        <a:pt x="3048" y="4381"/>
                        <a:pt x="3048" y="3048"/>
                      </a:cubicBezTo>
                      <a:cubicBezTo>
                        <a:pt x="3524" y="1429"/>
                        <a:pt x="4286" y="571"/>
                        <a:pt x="5239" y="571"/>
                      </a:cubicBezTo>
                      <a:cubicBezTo>
                        <a:pt x="5620" y="571"/>
                        <a:pt x="6287" y="762"/>
                        <a:pt x="7334" y="1143"/>
                      </a:cubicBezTo>
                      <a:cubicBezTo>
                        <a:pt x="8287" y="1524"/>
                        <a:pt x="9049" y="1714"/>
                        <a:pt x="9525" y="1714"/>
                      </a:cubicBezTo>
                      <a:cubicBezTo>
                        <a:pt x="10478" y="1714"/>
                        <a:pt x="11335" y="1143"/>
                        <a:pt x="12001" y="0"/>
                      </a:cubicBezTo>
                      <a:lnTo>
                        <a:pt x="13145" y="1714"/>
                      </a:lnTo>
                      <a:cubicBezTo>
                        <a:pt x="13430" y="953"/>
                        <a:pt x="13907" y="571"/>
                        <a:pt x="14764" y="571"/>
                      </a:cubicBezTo>
                      <a:cubicBezTo>
                        <a:pt x="14764" y="762"/>
                        <a:pt x="14573" y="1048"/>
                        <a:pt x="14192" y="1429"/>
                      </a:cubicBezTo>
                      <a:cubicBezTo>
                        <a:pt x="13811" y="1810"/>
                        <a:pt x="13716" y="2096"/>
                        <a:pt x="13811" y="2286"/>
                      </a:cubicBezTo>
                      <a:cubicBezTo>
                        <a:pt x="14097" y="2381"/>
                        <a:pt x="14478" y="2477"/>
                        <a:pt x="14669" y="2477"/>
                      </a:cubicBezTo>
                      <a:cubicBezTo>
                        <a:pt x="15240" y="2477"/>
                        <a:pt x="16192" y="2096"/>
                        <a:pt x="17431" y="1238"/>
                      </a:cubicBezTo>
                      <a:cubicBezTo>
                        <a:pt x="18669" y="381"/>
                        <a:pt x="19526" y="0"/>
                        <a:pt x="20193" y="0"/>
                      </a:cubicBezTo>
                      <a:cubicBezTo>
                        <a:pt x="21050" y="0"/>
                        <a:pt x="21812" y="762"/>
                        <a:pt x="22384" y="2286"/>
                      </a:cubicBezTo>
                      <a:cubicBezTo>
                        <a:pt x="22384" y="3334"/>
                        <a:pt x="22574" y="7525"/>
                        <a:pt x="23146" y="14954"/>
                      </a:cubicBezTo>
                      <a:cubicBezTo>
                        <a:pt x="23527" y="19907"/>
                        <a:pt x="23622" y="24098"/>
                        <a:pt x="23432" y="27527"/>
                      </a:cubicBezTo>
                      <a:cubicBezTo>
                        <a:pt x="23432" y="27813"/>
                        <a:pt x="23241" y="28289"/>
                        <a:pt x="22860" y="28861"/>
                      </a:cubicBezTo>
                      <a:cubicBezTo>
                        <a:pt x="22574" y="29432"/>
                        <a:pt x="22384" y="29909"/>
                        <a:pt x="22384" y="30289"/>
                      </a:cubicBezTo>
                      <a:cubicBezTo>
                        <a:pt x="22384" y="30575"/>
                        <a:pt x="22479" y="30861"/>
                        <a:pt x="22765" y="31242"/>
                      </a:cubicBezTo>
                      <a:cubicBezTo>
                        <a:pt x="21908" y="31242"/>
                        <a:pt x="21336" y="31432"/>
                        <a:pt x="21146" y="31813"/>
                      </a:cubicBezTo>
                      <a:lnTo>
                        <a:pt x="21146" y="33052"/>
                      </a:lnTo>
                      <a:cubicBezTo>
                        <a:pt x="20098" y="33052"/>
                        <a:pt x="19621" y="33242"/>
                        <a:pt x="19526" y="33528"/>
                      </a:cubicBezTo>
                      <a:cubicBezTo>
                        <a:pt x="19717" y="34290"/>
                        <a:pt x="20098" y="34766"/>
                        <a:pt x="20860" y="34766"/>
                      </a:cubicBezTo>
                      <a:cubicBezTo>
                        <a:pt x="22003" y="34766"/>
                        <a:pt x="22670" y="34385"/>
                        <a:pt x="22765" y="33528"/>
                      </a:cubicBezTo>
                      <a:cubicBezTo>
                        <a:pt x="22955" y="34576"/>
                        <a:pt x="22098" y="35814"/>
                        <a:pt x="20098" y="37338"/>
                      </a:cubicBezTo>
                      <a:cubicBezTo>
                        <a:pt x="18098" y="38862"/>
                        <a:pt x="17145" y="39910"/>
                        <a:pt x="17145" y="40386"/>
                      </a:cubicBezTo>
                      <a:cubicBezTo>
                        <a:pt x="17145" y="40957"/>
                        <a:pt x="18002" y="41529"/>
                        <a:pt x="19907" y="41910"/>
                      </a:cubicBezTo>
                      <a:lnTo>
                        <a:pt x="21146" y="40672"/>
                      </a:lnTo>
                      <a:cubicBezTo>
                        <a:pt x="21146" y="41720"/>
                        <a:pt x="21241" y="42291"/>
                        <a:pt x="21622" y="42386"/>
                      </a:cubicBezTo>
                      <a:lnTo>
                        <a:pt x="22384" y="42386"/>
                      </a:lnTo>
                      <a:lnTo>
                        <a:pt x="22384" y="39529"/>
                      </a:lnTo>
                      <a:cubicBezTo>
                        <a:pt x="22384" y="39529"/>
                        <a:pt x="22765" y="41624"/>
                        <a:pt x="23146" y="44863"/>
                      </a:cubicBezTo>
                      <a:cubicBezTo>
                        <a:pt x="23432" y="47339"/>
                        <a:pt x="24194" y="49054"/>
                        <a:pt x="25337" y="50102"/>
                      </a:cubicBezTo>
                      <a:cubicBezTo>
                        <a:pt x="27718" y="50102"/>
                        <a:pt x="29432" y="49435"/>
                        <a:pt x="30385" y="47911"/>
                      </a:cubicBezTo>
                      <a:lnTo>
                        <a:pt x="29718" y="47149"/>
                      </a:lnTo>
                      <a:lnTo>
                        <a:pt x="32671" y="48387"/>
                      </a:lnTo>
                      <a:cubicBezTo>
                        <a:pt x="33147" y="42196"/>
                        <a:pt x="35242" y="38005"/>
                        <a:pt x="38862" y="35909"/>
                      </a:cubicBezTo>
                      <a:cubicBezTo>
                        <a:pt x="39148" y="34004"/>
                        <a:pt x="40291" y="32004"/>
                        <a:pt x="42100" y="29813"/>
                      </a:cubicBezTo>
                      <a:cubicBezTo>
                        <a:pt x="43910" y="27622"/>
                        <a:pt x="44958" y="25622"/>
                        <a:pt x="45434" y="23908"/>
                      </a:cubicBezTo>
                      <a:cubicBezTo>
                        <a:pt x="45625" y="22670"/>
                        <a:pt x="46673" y="21622"/>
                        <a:pt x="48578" y="20669"/>
                      </a:cubicBezTo>
                      <a:cubicBezTo>
                        <a:pt x="50387" y="19717"/>
                        <a:pt x="51149" y="18860"/>
                        <a:pt x="51149" y="17907"/>
                      </a:cubicBezTo>
                      <a:cubicBezTo>
                        <a:pt x="51149" y="17336"/>
                        <a:pt x="50959" y="16478"/>
                        <a:pt x="50387" y="15430"/>
                      </a:cubicBezTo>
                      <a:lnTo>
                        <a:pt x="55531" y="9430"/>
                      </a:lnTo>
                      <a:lnTo>
                        <a:pt x="54388" y="8192"/>
                      </a:lnTo>
                      <a:cubicBezTo>
                        <a:pt x="54388" y="8192"/>
                        <a:pt x="55531" y="7525"/>
                        <a:pt x="57341" y="6763"/>
                      </a:cubicBezTo>
                      <a:cubicBezTo>
                        <a:pt x="58579" y="6287"/>
                        <a:pt x="59246" y="5620"/>
                        <a:pt x="59246" y="4763"/>
                      </a:cubicBezTo>
                      <a:cubicBezTo>
                        <a:pt x="59246" y="4381"/>
                        <a:pt x="59246" y="3905"/>
                        <a:pt x="58960" y="3524"/>
                      </a:cubicBezTo>
                      <a:cubicBezTo>
                        <a:pt x="62294" y="2953"/>
                        <a:pt x="67056" y="2667"/>
                        <a:pt x="73342" y="2762"/>
                      </a:cubicBezTo>
                      <a:cubicBezTo>
                        <a:pt x="82010" y="2762"/>
                        <a:pt x="86773" y="2953"/>
                        <a:pt x="87535" y="2953"/>
                      </a:cubicBezTo>
                      <a:lnTo>
                        <a:pt x="88201" y="7239"/>
                      </a:lnTo>
                      <a:cubicBezTo>
                        <a:pt x="84296" y="11144"/>
                        <a:pt x="81820" y="13811"/>
                        <a:pt x="80677" y="15240"/>
                      </a:cubicBezTo>
                      <a:cubicBezTo>
                        <a:pt x="78105" y="18669"/>
                        <a:pt x="76676" y="21907"/>
                        <a:pt x="76295" y="25051"/>
                      </a:cubicBezTo>
                      <a:cubicBezTo>
                        <a:pt x="71247" y="29242"/>
                        <a:pt x="66484" y="34766"/>
                        <a:pt x="61722" y="41815"/>
                      </a:cubicBezTo>
                      <a:cubicBezTo>
                        <a:pt x="57817" y="47911"/>
                        <a:pt x="53912" y="54102"/>
                        <a:pt x="50101" y="60293"/>
                      </a:cubicBezTo>
                      <a:cubicBezTo>
                        <a:pt x="49816" y="60865"/>
                        <a:pt x="49721" y="61531"/>
                        <a:pt x="49721" y="62103"/>
                      </a:cubicBezTo>
                      <a:cubicBezTo>
                        <a:pt x="49721" y="63151"/>
                        <a:pt x="50197" y="64389"/>
                        <a:pt x="51340" y="65722"/>
                      </a:cubicBezTo>
                      <a:cubicBezTo>
                        <a:pt x="52483" y="67151"/>
                        <a:pt x="53150" y="68294"/>
                        <a:pt x="53340" y="69152"/>
                      </a:cubicBezTo>
                      <a:cubicBezTo>
                        <a:pt x="53150" y="69628"/>
                        <a:pt x="52388" y="70199"/>
                        <a:pt x="51149" y="70961"/>
                      </a:cubicBezTo>
                      <a:cubicBezTo>
                        <a:pt x="50292" y="71628"/>
                        <a:pt x="49911" y="72390"/>
                        <a:pt x="50101" y="73438"/>
                      </a:cubicBezTo>
                      <a:cubicBezTo>
                        <a:pt x="50483" y="73723"/>
                        <a:pt x="53626" y="75724"/>
                        <a:pt x="59626" y="79438"/>
                      </a:cubicBezTo>
                      <a:cubicBezTo>
                        <a:pt x="63055" y="81534"/>
                        <a:pt x="65342" y="84582"/>
                        <a:pt x="66484" y="88392"/>
                      </a:cubicBezTo>
                      <a:cubicBezTo>
                        <a:pt x="66675" y="88678"/>
                        <a:pt x="67342" y="89059"/>
                        <a:pt x="68485" y="89630"/>
                      </a:cubicBezTo>
                      <a:cubicBezTo>
                        <a:pt x="69628" y="90106"/>
                        <a:pt x="70104" y="90678"/>
                        <a:pt x="70104" y="91154"/>
                      </a:cubicBezTo>
                      <a:cubicBezTo>
                        <a:pt x="70104" y="91535"/>
                        <a:pt x="69818" y="92012"/>
                        <a:pt x="69342" y="92583"/>
                      </a:cubicBezTo>
                      <a:cubicBezTo>
                        <a:pt x="68485" y="93154"/>
                        <a:pt x="67151" y="93726"/>
                        <a:pt x="65437" y="94012"/>
                      </a:cubicBezTo>
                      <a:cubicBezTo>
                        <a:pt x="63817" y="94393"/>
                        <a:pt x="62579" y="94964"/>
                        <a:pt x="61722" y="95631"/>
                      </a:cubicBezTo>
                      <a:lnTo>
                        <a:pt x="61722" y="96107"/>
                      </a:lnTo>
                      <a:cubicBezTo>
                        <a:pt x="61722" y="96107"/>
                        <a:pt x="62579" y="96679"/>
                        <a:pt x="63055" y="96679"/>
                      </a:cubicBezTo>
                      <a:cubicBezTo>
                        <a:pt x="63341" y="96679"/>
                        <a:pt x="63722" y="96679"/>
                        <a:pt x="64199" y="96488"/>
                      </a:cubicBezTo>
                      <a:cubicBezTo>
                        <a:pt x="64675" y="96298"/>
                        <a:pt x="65056" y="96298"/>
                        <a:pt x="65151" y="96298"/>
                      </a:cubicBezTo>
                      <a:cubicBezTo>
                        <a:pt x="65818" y="96298"/>
                        <a:pt x="66199" y="96774"/>
                        <a:pt x="66389" y="97822"/>
                      </a:cubicBezTo>
                      <a:lnTo>
                        <a:pt x="70009" y="94393"/>
                      </a:lnTo>
                      <a:lnTo>
                        <a:pt x="70199" y="94679"/>
                      </a:lnTo>
                      <a:cubicBezTo>
                        <a:pt x="70199" y="94679"/>
                        <a:pt x="70104" y="94679"/>
                        <a:pt x="70009" y="94869"/>
                      </a:cubicBezTo>
                      <a:lnTo>
                        <a:pt x="69247" y="95631"/>
                      </a:lnTo>
                      <a:cubicBezTo>
                        <a:pt x="72104" y="95726"/>
                        <a:pt x="74104" y="97441"/>
                        <a:pt x="74962" y="100679"/>
                      </a:cubicBezTo>
                      <a:cubicBezTo>
                        <a:pt x="76009" y="104585"/>
                        <a:pt x="77724" y="107061"/>
                        <a:pt x="80105" y="108109"/>
                      </a:cubicBezTo>
                      <a:cubicBezTo>
                        <a:pt x="79248" y="108966"/>
                        <a:pt x="78867" y="109538"/>
                        <a:pt x="78962" y="109728"/>
                      </a:cubicBezTo>
                      <a:lnTo>
                        <a:pt x="80582" y="109728"/>
                      </a:lnTo>
                      <a:cubicBezTo>
                        <a:pt x="80582" y="109728"/>
                        <a:pt x="80296" y="110490"/>
                        <a:pt x="80296" y="110680"/>
                      </a:cubicBezTo>
                      <a:cubicBezTo>
                        <a:pt x="80296" y="111252"/>
                        <a:pt x="80963" y="111919"/>
                        <a:pt x="82296" y="112586"/>
                      </a:cubicBezTo>
                      <a:cubicBezTo>
                        <a:pt x="83629" y="113252"/>
                        <a:pt x="84201" y="114205"/>
                        <a:pt x="84201" y="115253"/>
                      </a:cubicBezTo>
                      <a:cubicBezTo>
                        <a:pt x="83344" y="115634"/>
                        <a:pt x="82105" y="116300"/>
                        <a:pt x="80582" y="117348"/>
                      </a:cubicBezTo>
                      <a:cubicBezTo>
                        <a:pt x="80391" y="118110"/>
                        <a:pt x="80582" y="118777"/>
                        <a:pt x="81248" y="119444"/>
                      </a:cubicBezTo>
                      <a:cubicBezTo>
                        <a:pt x="81820" y="120015"/>
                        <a:pt x="82201" y="120396"/>
                        <a:pt x="82391" y="120491"/>
                      </a:cubicBezTo>
                      <a:cubicBezTo>
                        <a:pt x="82677" y="120205"/>
                        <a:pt x="82867" y="119729"/>
                        <a:pt x="83058" y="118777"/>
                      </a:cubicBezTo>
                      <a:cubicBezTo>
                        <a:pt x="83058" y="117824"/>
                        <a:pt x="83534" y="117253"/>
                        <a:pt x="84201" y="116872"/>
                      </a:cubicBezTo>
                      <a:lnTo>
                        <a:pt x="85820" y="116872"/>
                      </a:lnTo>
                      <a:close/>
                      <a:moveTo>
                        <a:pt x="10668" y="106299"/>
                      </a:moveTo>
                      <a:cubicBezTo>
                        <a:pt x="10668" y="106299"/>
                        <a:pt x="11430" y="106585"/>
                        <a:pt x="11906" y="106489"/>
                      </a:cubicBezTo>
                      <a:lnTo>
                        <a:pt x="10668" y="106299"/>
                      </a:lnTo>
                      <a:cubicBezTo>
                        <a:pt x="9430" y="105537"/>
                        <a:pt x="8477" y="105346"/>
                        <a:pt x="8001" y="105728"/>
                      </a:cubicBezTo>
                      <a:lnTo>
                        <a:pt x="10668" y="106299"/>
                      </a:lnTo>
                      <a:close/>
                      <a:moveTo>
                        <a:pt x="10858" y="62103"/>
                      </a:moveTo>
                      <a:cubicBezTo>
                        <a:pt x="10858" y="62103"/>
                        <a:pt x="10001" y="61627"/>
                        <a:pt x="8954" y="61627"/>
                      </a:cubicBezTo>
                      <a:lnTo>
                        <a:pt x="9716" y="63341"/>
                      </a:lnTo>
                      <a:lnTo>
                        <a:pt x="10954" y="62103"/>
                      </a:lnTo>
                      <a:close/>
                      <a:moveTo>
                        <a:pt x="13049" y="69342"/>
                      </a:moveTo>
                      <a:cubicBezTo>
                        <a:pt x="13049" y="69342"/>
                        <a:pt x="12668" y="68771"/>
                        <a:pt x="12287" y="68104"/>
                      </a:cubicBezTo>
                      <a:cubicBezTo>
                        <a:pt x="12097" y="67723"/>
                        <a:pt x="11716" y="67532"/>
                        <a:pt x="11430" y="67532"/>
                      </a:cubicBezTo>
                      <a:cubicBezTo>
                        <a:pt x="11240" y="67532"/>
                        <a:pt x="11049" y="67532"/>
                        <a:pt x="10858" y="67723"/>
                      </a:cubicBezTo>
                      <a:cubicBezTo>
                        <a:pt x="11621" y="68009"/>
                        <a:pt x="12001" y="68294"/>
                        <a:pt x="12001" y="68675"/>
                      </a:cubicBezTo>
                      <a:cubicBezTo>
                        <a:pt x="12001" y="68866"/>
                        <a:pt x="11716" y="69152"/>
                        <a:pt x="11049" y="69628"/>
                      </a:cubicBezTo>
                      <a:cubicBezTo>
                        <a:pt x="10382" y="70009"/>
                        <a:pt x="10096" y="70390"/>
                        <a:pt x="10096" y="70580"/>
                      </a:cubicBezTo>
                      <a:cubicBezTo>
                        <a:pt x="10096" y="70771"/>
                        <a:pt x="10192" y="70961"/>
                        <a:pt x="10287" y="71056"/>
                      </a:cubicBezTo>
                      <a:lnTo>
                        <a:pt x="13049" y="69342"/>
                      </a:lnTo>
                      <a:close/>
                      <a:moveTo>
                        <a:pt x="12573" y="99822"/>
                      </a:moveTo>
                      <a:cubicBezTo>
                        <a:pt x="13525" y="99822"/>
                        <a:pt x="14002" y="99631"/>
                        <a:pt x="14192" y="99251"/>
                      </a:cubicBezTo>
                      <a:cubicBezTo>
                        <a:pt x="14002" y="98870"/>
                        <a:pt x="13525" y="98774"/>
                        <a:pt x="12573" y="98774"/>
                      </a:cubicBezTo>
                      <a:lnTo>
                        <a:pt x="12573" y="99822"/>
                      </a:lnTo>
                      <a:close/>
                      <a:moveTo>
                        <a:pt x="21146" y="86106"/>
                      </a:moveTo>
                      <a:cubicBezTo>
                        <a:pt x="21146" y="86106"/>
                        <a:pt x="21526" y="85630"/>
                        <a:pt x="22003" y="85058"/>
                      </a:cubicBezTo>
                      <a:cubicBezTo>
                        <a:pt x="22479" y="84487"/>
                        <a:pt x="22765" y="84106"/>
                        <a:pt x="22765" y="83725"/>
                      </a:cubicBezTo>
                      <a:cubicBezTo>
                        <a:pt x="22384" y="84106"/>
                        <a:pt x="22003" y="84487"/>
                        <a:pt x="21622" y="84963"/>
                      </a:cubicBezTo>
                      <a:cubicBezTo>
                        <a:pt x="20860" y="85725"/>
                        <a:pt x="20765" y="86106"/>
                        <a:pt x="21146" y="86106"/>
                      </a:cubicBezTo>
                      <a:close/>
                      <a:moveTo>
                        <a:pt x="27337" y="79629"/>
                      </a:moveTo>
                      <a:lnTo>
                        <a:pt x="28480" y="77057"/>
                      </a:lnTo>
                      <a:cubicBezTo>
                        <a:pt x="27908" y="77248"/>
                        <a:pt x="27242" y="77248"/>
                        <a:pt x="26575" y="77057"/>
                      </a:cubicBezTo>
                      <a:cubicBezTo>
                        <a:pt x="25622" y="76676"/>
                        <a:pt x="25051" y="76581"/>
                        <a:pt x="24765" y="76581"/>
                      </a:cubicBezTo>
                      <a:cubicBezTo>
                        <a:pt x="25241" y="76581"/>
                        <a:pt x="25622" y="76581"/>
                        <a:pt x="26003" y="76771"/>
                      </a:cubicBezTo>
                      <a:cubicBezTo>
                        <a:pt x="26384" y="76962"/>
                        <a:pt x="26670" y="78010"/>
                        <a:pt x="26861" y="80010"/>
                      </a:cubicBezTo>
                      <a:cubicBezTo>
                        <a:pt x="26861" y="80010"/>
                        <a:pt x="27051" y="79915"/>
                        <a:pt x="27242" y="79629"/>
                      </a:cubicBezTo>
                      <a:close/>
                      <a:moveTo>
                        <a:pt x="31433" y="63913"/>
                      </a:moveTo>
                      <a:lnTo>
                        <a:pt x="31909" y="63341"/>
                      </a:lnTo>
                      <a:cubicBezTo>
                        <a:pt x="31909" y="62579"/>
                        <a:pt x="31433" y="62484"/>
                        <a:pt x="30290" y="62865"/>
                      </a:cubicBezTo>
                      <a:lnTo>
                        <a:pt x="31433" y="63913"/>
                      </a:lnTo>
                      <a:close/>
                      <a:moveTo>
                        <a:pt x="56007" y="74104"/>
                      </a:moveTo>
                      <a:lnTo>
                        <a:pt x="54292" y="74867"/>
                      </a:lnTo>
                      <a:lnTo>
                        <a:pt x="53816" y="73628"/>
                      </a:lnTo>
                      <a:lnTo>
                        <a:pt x="56007" y="74104"/>
                      </a:lnTo>
                      <a:close/>
                      <a:moveTo>
                        <a:pt x="70104" y="94869"/>
                      </a:moveTo>
                      <a:cubicBezTo>
                        <a:pt x="70104" y="94869"/>
                        <a:pt x="70485" y="95250"/>
                        <a:pt x="70771" y="95821"/>
                      </a:cubicBezTo>
                      <a:lnTo>
                        <a:pt x="70104" y="94869"/>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91" name="Google Shape;1291;p99"/>
              <p:cNvGrpSpPr/>
              <p:nvPr/>
            </p:nvGrpSpPr>
            <p:grpSpPr>
              <a:xfrm>
                <a:off x="12108364" y="5699474"/>
                <a:ext cx="651700" cy="136874"/>
                <a:chOff x="6855046" y="3417569"/>
                <a:chExt cx="651700" cy="136874"/>
              </a:xfrm>
            </p:grpSpPr>
            <p:sp>
              <p:nvSpPr>
                <p:cNvPr id="1292" name="Google Shape;1292;p99"/>
                <p:cNvSpPr/>
                <p:nvPr/>
              </p:nvSpPr>
              <p:spPr>
                <a:xfrm>
                  <a:off x="6855046" y="3433095"/>
                  <a:ext cx="82962" cy="102965"/>
                </a:xfrm>
                <a:custGeom>
                  <a:avLst/>
                  <a:gdLst/>
                  <a:ahLst/>
                  <a:cxnLst/>
                  <a:rect l="l" t="t" r="r" b="b"/>
                  <a:pathLst>
                    <a:path w="82962" h="102965" extrusionOk="0">
                      <a:moveTo>
                        <a:pt x="62960" y="2286"/>
                      </a:moveTo>
                      <a:cubicBezTo>
                        <a:pt x="64008" y="2286"/>
                        <a:pt x="65056" y="3238"/>
                        <a:pt x="66104" y="5239"/>
                      </a:cubicBezTo>
                      <a:cubicBezTo>
                        <a:pt x="67151" y="7239"/>
                        <a:pt x="68199" y="8192"/>
                        <a:pt x="69056" y="8192"/>
                      </a:cubicBezTo>
                      <a:cubicBezTo>
                        <a:pt x="69818" y="8192"/>
                        <a:pt x="70675" y="7811"/>
                        <a:pt x="71533" y="7049"/>
                      </a:cubicBezTo>
                      <a:cubicBezTo>
                        <a:pt x="72199" y="8668"/>
                        <a:pt x="73819" y="10668"/>
                        <a:pt x="76390" y="12859"/>
                      </a:cubicBezTo>
                      <a:cubicBezTo>
                        <a:pt x="78962" y="15050"/>
                        <a:pt x="80581" y="16954"/>
                        <a:pt x="81439" y="18383"/>
                      </a:cubicBezTo>
                      <a:cubicBezTo>
                        <a:pt x="80867" y="19526"/>
                        <a:pt x="80677" y="21622"/>
                        <a:pt x="80677" y="24670"/>
                      </a:cubicBezTo>
                      <a:cubicBezTo>
                        <a:pt x="80677" y="27718"/>
                        <a:pt x="80391" y="29718"/>
                        <a:pt x="79915" y="30671"/>
                      </a:cubicBezTo>
                      <a:cubicBezTo>
                        <a:pt x="78962" y="32385"/>
                        <a:pt x="77248" y="33052"/>
                        <a:pt x="74486" y="32766"/>
                      </a:cubicBezTo>
                      <a:cubicBezTo>
                        <a:pt x="72771" y="32480"/>
                        <a:pt x="70771" y="33242"/>
                        <a:pt x="68389" y="35052"/>
                      </a:cubicBezTo>
                      <a:cubicBezTo>
                        <a:pt x="66008" y="36862"/>
                        <a:pt x="64103" y="37719"/>
                        <a:pt x="62674" y="37719"/>
                      </a:cubicBezTo>
                      <a:cubicBezTo>
                        <a:pt x="61913" y="37719"/>
                        <a:pt x="61055" y="37529"/>
                        <a:pt x="60198" y="37147"/>
                      </a:cubicBezTo>
                      <a:cubicBezTo>
                        <a:pt x="60960" y="32957"/>
                        <a:pt x="57912" y="27908"/>
                        <a:pt x="51149" y="21908"/>
                      </a:cubicBezTo>
                      <a:cubicBezTo>
                        <a:pt x="49339" y="19717"/>
                        <a:pt x="47530" y="18669"/>
                        <a:pt x="45720" y="18669"/>
                      </a:cubicBezTo>
                      <a:cubicBezTo>
                        <a:pt x="44577" y="18669"/>
                        <a:pt x="42767" y="19336"/>
                        <a:pt x="40291" y="20669"/>
                      </a:cubicBezTo>
                      <a:cubicBezTo>
                        <a:pt x="37910" y="21908"/>
                        <a:pt x="35814" y="22574"/>
                        <a:pt x="34290" y="22574"/>
                      </a:cubicBezTo>
                      <a:cubicBezTo>
                        <a:pt x="33242" y="22574"/>
                        <a:pt x="32290" y="22384"/>
                        <a:pt x="31432" y="22003"/>
                      </a:cubicBezTo>
                      <a:cubicBezTo>
                        <a:pt x="30289" y="23336"/>
                        <a:pt x="29146" y="24479"/>
                        <a:pt x="28004" y="25622"/>
                      </a:cubicBezTo>
                      <a:cubicBezTo>
                        <a:pt x="26670" y="27242"/>
                        <a:pt x="26194" y="28861"/>
                        <a:pt x="26479" y="30385"/>
                      </a:cubicBezTo>
                      <a:lnTo>
                        <a:pt x="24955" y="30385"/>
                      </a:lnTo>
                      <a:cubicBezTo>
                        <a:pt x="24194" y="32861"/>
                        <a:pt x="24098" y="37624"/>
                        <a:pt x="24765" y="44672"/>
                      </a:cubicBezTo>
                      <a:cubicBezTo>
                        <a:pt x="25241" y="50959"/>
                        <a:pt x="24574" y="55436"/>
                        <a:pt x="22670" y="58293"/>
                      </a:cubicBezTo>
                      <a:lnTo>
                        <a:pt x="22670" y="57341"/>
                      </a:lnTo>
                      <a:cubicBezTo>
                        <a:pt x="22384" y="56864"/>
                        <a:pt x="22098" y="56579"/>
                        <a:pt x="21717" y="56579"/>
                      </a:cubicBezTo>
                      <a:cubicBezTo>
                        <a:pt x="21431" y="56579"/>
                        <a:pt x="20955" y="56864"/>
                        <a:pt x="20383" y="57436"/>
                      </a:cubicBezTo>
                      <a:cubicBezTo>
                        <a:pt x="19717" y="58007"/>
                        <a:pt x="19336" y="58293"/>
                        <a:pt x="19050" y="58293"/>
                      </a:cubicBezTo>
                      <a:cubicBezTo>
                        <a:pt x="19050" y="59055"/>
                        <a:pt x="19336" y="59436"/>
                        <a:pt x="20003" y="59436"/>
                      </a:cubicBezTo>
                      <a:cubicBezTo>
                        <a:pt x="21907" y="59722"/>
                        <a:pt x="22860" y="60103"/>
                        <a:pt x="23336" y="60579"/>
                      </a:cubicBezTo>
                      <a:lnTo>
                        <a:pt x="21812" y="62103"/>
                      </a:lnTo>
                      <a:cubicBezTo>
                        <a:pt x="25718" y="65722"/>
                        <a:pt x="27622" y="68961"/>
                        <a:pt x="27622" y="71914"/>
                      </a:cubicBezTo>
                      <a:cubicBezTo>
                        <a:pt x="27622" y="72676"/>
                        <a:pt x="27527" y="73438"/>
                        <a:pt x="27241" y="74009"/>
                      </a:cubicBezTo>
                      <a:lnTo>
                        <a:pt x="30289" y="76676"/>
                      </a:lnTo>
                      <a:lnTo>
                        <a:pt x="29337" y="77629"/>
                      </a:lnTo>
                      <a:cubicBezTo>
                        <a:pt x="30289" y="78391"/>
                        <a:pt x="33052" y="78867"/>
                        <a:pt x="37624" y="79153"/>
                      </a:cubicBezTo>
                      <a:cubicBezTo>
                        <a:pt x="41338" y="79343"/>
                        <a:pt x="43434" y="80867"/>
                        <a:pt x="43815" y="83629"/>
                      </a:cubicBezTo>
                      <a:cubicBezTo>
                        <a:pt x="44863" y="81820"/>
                        <a:pt x="47339" y="80105"/>
                        <a:pt x="51340" y="78581"/>
                      </a:cubicBezTo>
                      <a:cubicBezTo>
                        <a:pt x="54769" y="77153"/>
                        <a:pt x="56769" y="75152"/>
                        <a:pt x="57245" y="72390"/>
                      </a:cubicBezTo>
                      <a:cubicBezTo>
                        <a:pt x="58103" y="72104"/>
                        <a:pt x="59531" y="71057"/>
                        <a:pt x="61246" y="69056"/>
                      </a:cubicBezTo>
                      <a:cubicBezTo>
                        <a:pt x="62960" y="67056"/>
                        <a:pt x="64770" y="66199"/>
                        <a:pt x="66389" y="66199"/>
                      </a:cubicBezTo>
                      <a:cubicBezTo>
                        <a:pt x="66865" y="66199"/>
                        <a:pt x="67437" y="66199"/>
                        <a:pt x="67913" y="66389"/>
                      </a:cubicBezTo>
                      <a:lnTo>
                        <a:pt x="70580" y="70009"/>
                      </a:lnTo>
                      <a:cubicBezTo>
                        <a:pt x="71342" y="68961"/>
                        <a:pt x="72199" y="68485"/>
                        <a:pt x="73247" y="68485"/>
                      </a:cubicBezTo>
                      <a:cubicBezTo>
                        <a:pt x="74009" y="68485"/>
                        <a:pt x="75057" y="68771"/>
                        <a:pt x="76486" y="69247"/>
                      </a:cubicBezTo>
                      <a:cubicBezTo>
                        <a:pt x="77914" y="69723"/>
                        <a:pt x="78962" y="70009"/>
                        <a:pt x="79629" y="70009"/>
                      </a:cubicBezTo>
                      <a:cubicBezTo>
                        <a:pt x="80010" y="70390"/>
                        <a:pt x="80296" y="71438"/>
                        <a:pt x="80581" y="73247"/>
                      </a:cubicBezTo>
                      <a:cubicBezTo>
                        <a:pt x="80867" y="75057"/>
                        <a:pt x="81629" y="76105"/>
                        <a:pt x="82963" y="76486"/>
                      </a:cubicBezTo>
                      <a:cubicBezTo>
                        <a:pt x="82296" y="79820"/>
                        <a:pt x="80867" y="82772"/>
                        <a:pt x="78677" y="85154"/>
                      </a:cubicBezTo>
                      <a:cubicBezTo>
                        <a:pt x="77724" y="86201"/>
                        <a:pt x="75343" y="88297"/>
                        <a:pt x="71533" y="91535"/>
                      </a:cubicBezTo>
                      <a:cubicBezTo>
                        <a:pt x="71914" y="92202"/>
                        <a:pt x="72104" y="92678"/>
                        <a:pt x="72104" y="93059"/>
                      </a:cubicBezTo>
                      <a:cubicBezTo>
                        <a:pt x="72104" y="93345"/>
                        <a:pt x="71628" y="93440"/>
                        <a:pt x="70771" y="93345"/>
                      </a:cubicBezTo>
                      <a:cubicBezTo>
                        <a:pt x="69913" y="93345"/>
                        <a:pt x="69342" y="93536"/>
                        <a:pt x="69056" y="94012"/>
                      </a:cubicBezTo>
                      <a:cubicBezTo>
                        <a:pt x="67532" y="96964"/>
                        <a:pt x="64770" y="98393"/>
                        <a:pt x="60770" y="98393"/>
                      </a:cubicBezTo>
                      <a:lnTo>
                        <a:pt x="56674" y="98393"/>
                      </a:lnTo>
                      <a:cubicBezTo>
                        <a:pt x="52578" y="98393"/>
                        <a:pt x="49721" y="99822"/>
                        <a:pt x="48006" y="102775"/>
                      </a:cubicBezTo>
                      <a:cubicBezTo>
                        <a:pt x="46958" y="102965"/>
                        <a:pt x="45911" y="102965"/>
                        <a:pt x="44768" y="102965"/>
                      </a:cubicBezTo>
                      <a:cubicBezTo>
                        <a:pt x="42577" y="102965"/>
                        <a:pt x="39433" y="102584"/>
                        <a:pt x="35338" y="101727"/>
                      </a:cubicBezTo>
                      <a:cubicBezTo>
                        <a:pt x="31242" y="100870"/>
                        <a:pt x="28099" y="100489"/>
                        <a:pt x="25908" y="100489"/>
                      </a:cubicBezTo>
                      <a:cubicBezTo>
                        <a:pt x="24765" y="100489"/>
                        <a:pt x="23717" y="100489"/>
                        <a:pt x="22670" y="100679"/>
                      </a:cubicBezTo>
                      <a:cubicBezTo>
                        <a:pt x="22384" y="98584"/>
                        <a:pt x="21050" y="97060"/>
                        <a:pt x="18574" y="96012"/>
                      </a:cubicBezTo>
                      <a:cubicBezTo>
                        <a:pt x="15621" y="94869"/>
                        <a:pt x="13811" y="93631"/>
                        <a:pt x="13049" y="92393"/>
                      </a:cubicBezTo>
                      <a:lnTo>
                        <a:pt x="5524" y="84868"/>
                      </a:lnTo>
                      <a:cubicBezTo>
                        <a:pt x="6001" y="84296"/>
                        <a:pt x="6287" y="83820"/>
                        <a:pt x="6287" y="83534"/>
                      </a:cubicBezTo>
                      <a:cubicBezTo>
                        <a:pt x="6287" y="83058"/>
                        <a:pt x="5715" y="82296"/>
                        <a:pt x="4572" y="81153"/>
                      </a:cubicBezTo>
                      <a:cubicBezTo>
                        <a:pt x="3429" y="80105"/>
                        <a:pt x="2857" y="79058"/>
                        <a:pt x="2953" y="77914"/>
                      </a:cubicBezTo>
                      <a:cubicBezTo>
                        <a:pt x="3810" y="74295"/>
                        <a:pt x="2953" y="70961"/>
                        <a:pt x="667" y="67723"/>
                      </a:cubicBezTo>
                      <a:lnTo>
                        <a:pt x="2953" y="66199"/>
                      </a:lnTo>
                      <a:cubicBezTo>
                        <a:pt x="2762" y="65722"/>
                        <a:pt x="1905" y="65437"/>
                        <a:pt x="667" y="65437"/>
                      </a:cubicBezTo>
                      <a:cubicBezTo>
                        <a:pt x="1810" y="64961"/>
                        <a:pt x="2286" y="64389"/>
                        <a:pt x="2286" y="63722"/>
                      </a:cubicBezTo>
                      <a:cubicBezTo>
                        <a:pt x="2286" y="63055"/>
                        <a:pt x="1905" y="62198"/>
                        <a:pt x="1143" y="61246"/>
                      </a:cubicBezTo>
                      <a:cubicBezTo>
                        <a:pt x="476" y="60198"/>
                        <a:pt x="95" y="59627"/>
                        <a:pt x="95" y="59341"/>
                      </a:cubicBezTo>
                      <a:cubicBezTo>
                        <a:pt x="-95" y="60198"/>
                        <a:pt x="476" y="60865"/>
                        <a:pt x="1429" y="61246"/>
                      </a:cubicBezTo>
                      <a:cubicBezTo>
                        <a:pt x="2381" y="61627"/>
                        <a:pt x="3429" y="62008"/>
                        <a:pt x="4477" y="62389"/>
                      </a:cubicBezTo>
                      <a:cubicBezTo>
                        <a:pt x="5524" y="60770"/>
                        <a:pt x="5810" y="59627"/>
                        <a:pt x="5429" y="59341"/>
                      </a:cubicBezTo>
                      <a:lnTo>
                        <a:pt x="2857" y="59341"/>
                      </a:lnTo>
                      <a:lnTo>
                        <a:pt x="3715" y="56960"/>
                      </a:lnTo>
                      <a:lnTo>
                        <a:pt x="4477" y="57912"/>
                      </a:lnTo>
                      <a:lnTo>
                        <a:pt x="7525" y="54864"/>
                      </a:lnTo>
                      <a:cubicBezTo>
                        <a:pt x="5144" y="52673"/>
                        <a:pt x="3334" y="51245"/>
                        <a:pt x="2191" y="50483"/>
                      </a:cubicBezTo>
                      <a:cubicBezTo>
                        <a:pt x="1143" y="51530"/>
                        <a:pt x="571" y="52292"/>
                        <a:pt x="571" y="52769"/>
                      </a:cubicBezTo>
                      <a:lnTo>
                        <a:pt x="0" y="52769"/>
                      </a:lnTo>
                      <a:cubicBezTo>
                        <a:pt x="1905" y="49339"/>
                        <a:pt x="3048" y="44672"/>
                        <a:pt x="3238" y="38767"/>
                      </a:cubicBezTo>
                      <a:cubicBezTo>
                        <a:pt x="3334" y="33909"/>
                        <a:pt x="3524" y="29051"/>
                        <a:pt x="3620" y="24098"/>
                      </a:cubicBezTo>
                      <a:cubicBezTo>
                        <a:pt x="6191" y="24098"/>
                        <a:pt x="7429" y="23241"/>
                        <a:pt x="7429" y="21431"/>
                      </a:cubicBezTo>
                      <a:cubicBezTo>
                        <a:pt x="7429" y="20955"/>
                        <a:pt x="7334" y="20288"/>
                        <a:pt x="7048" y="19145"/>
                      </a:cubicBezTo>
                      <a:cubicBezTo>
                        <a:pt x="6858" y="18097"/>
                        <a:pt x="6668" y="17240"/>
                        <a:pt x="6668" y="16764"/>
                      </a:cubicBezTo>
                      <a:cubicBezTo>
                        <a:pt x="6668" y="15240"/>
                        <a:pt x="7429" y="14192"/>
                        <a:pt x="8954" y="13526"/>
                      </a:cubicBezTo>
                      <a:cubicBezTo>
                        <a:pt x="9620" y="13145"/>
                        <a:pt x="11811" y="11239"/>
                        <a:pt x="15716" y="7811"/>
                      </a:cubicBezTo>
                      <a:cubicBezTo>
                        <a:pt x="18193" y="5525"/>
                        <a:pt x="20860" y="4382"/>
                        <a:pt x="23813" y="4477"/>
                      </a:cubicBezTo>
                      <a:cubicBezTo>
                        <a:pt x="24194" y="1905"/>
                        <a:pt x="25908" y="571"/>
                        <a:pt x="28956" y="571"/>
                      </a:cubicBezTo>
                      <a:cubicBezTo>
                        <a:pt x="29337" y="571"/>
                        <a:pt x="29908" y="571"/>
                        <a:pt x="30671" y="762"/>
                      </a:cubicBezTo>
                      <a:lnTo>
                        <a:pt x="32195" y="762"/>
                      </a:lnTo>
                      <a:cubicBezTo>
                        <a:pt x="33433" y="762"/>
                        <a:pt x="34385" y="571"/>
                        <a:pt x="34862" y="0"/>
                      </a:cubicBezTo>
                      <a:cubicBezTo>
                        <a:pt x="36481" y="476"/>
                        <a:pt x="38862" y="762"/>
                        <a:pt x="41815" y="762"/>
                      </a:cubicBezTo>
                      <a:lnTo>
                        <a:pt x="45911" y="762"/>
                      </a:lnTo>
                      <a:cubicBezTo>
                        <a:pt x="47815" y="667"/>
                        <a:pt x="49244" y="571"/>
                        <a:pt x="50102" y="571"/>
                      </a:cubicBezTo>
                      <a:cubicBezTo>
                        <a:pt x="54864" y="571"/>
                        <a:pt x="58198" y="1334"/>
                        <a:pt x="59912" y="2953"/>
                      </a:cubicBezTo>
                      <a:cubicBezTo>
                        <a:pt x="60960" y="2191"/>
                        <a:pt x="61913" y="1810"/>
                        <a:pt x="62579" y="1810"/>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 name="Google Shape;1293;p99"/>
                <p:cNvSpPr/>
                <p:nvPr/>
              </p:nvSpPr>
              <p:spPr>
                <a:xfrm>
                  <a:off x="6916387" y="3433667"/>
                  <a:ext cx="115633" cy="102529"/>
                </a:xfrm>
                <a:custGeom>
                  <a:avLst/>
                  <a:gdLst/>
                  <a:ahLst/>
                  <a:cxnLst/>
                  <a:rect l="l" t="t" r="r" b="b"/>
                  <a:pathLst>
                    <a:path w="115633" h="102529" extrusionOk="0">
                      <a:moveTo>
                        <a:pt x="0" y="55912"/>
                      </a:moveTo>
                      <a:cubicBezTo>
                        <a:pt x="1143" y="55912"/>
                        <a:pt x="1905" y="56102"/>
                        <a:pt x="2096" y="56483"/>
                      </a:cubicBezTo>
                      <a:cubicBezTo>
                        <a:pt x="1810" y="57150"/>
                        <a:pt x="1143" y="57436"/>
                        <a:pt x="0" y="57436"/>
                      </a:cubicBezTo>
                      <a:lnTo>
                        <a:pt x="0" y="55912"/>
                      </a:lnTo>
                      <a:close/>
                      <a:moveTo>
                        <a:pt x="571" y="31813"/>
                      </a:moveTo>
                      <a:lnTo>
                        <a:pt x="571" y="30290"/>
                      </a:lnTo>
                      <a:lnTo>
                        <a:pt x="2096" y="30290"/>
                      </a:lnTo>
                      <a:lnTo>
                        <a:pt x="2096" y="31813"/>
                      </a:lnTo>
                      <a:lnTo>
                        <a:pt x="571" y="31813"/>
                      </a:lnTo>
                      <a:close/>
                      <a:moveTo>
                        <a:pt x="3620" y="64865"/>
                      </a:moveTo>
                      <a:cubicBezTo>
                        <a:pt x="3620" y="64865"/>
                        <a:pt x="3429" y="64389"/>
                        <a:pt x="3429" y="64199"/>
                      </a:cubicBezTo>
                      <a:cubicBezTo>
                        <a:pt x="3429" y="63722"/>
                        <a:pt x="3810" y="63055"/>
                        <a:pt x="4572" y="62389"/>
                      </a:cubicBezTo>
                      <a:cubicBezTo>
                        <a:pt x="5715" y="61246"/>
                        <a:pt x="6382" y="60579"/>
                        <a:pt x="6667" y="60293"/>
                      </a:cubicBezTo>
                      <a:cubicBezTo>
                        <a:pt x="7048" y="61532"/>
                        <a:pt x="6287" y="63151"/>
                        <a:pt x="4191" y="64865"/>
                      </a:cubicBezTo>
                      <a:lnTo>
                        <a:pt x="3620" y="64865"/>
                      </a:lnTo>
                      <a:close/>
                      <a:moveTo>
                        <a:pt x="3620" y="52769"/>
                      </a:moveTo>
                      <a:cubicBezTo>
                        <a:pt x="4381" y="51530"/>
                        <a:pt x="5144" y="50768"/>
                        <a:pt x="5905" y="50768"/>
                      </a:cubicBezTo>
                      <a:cubicBezTo>
                        <a:pt x="6667" y="50768"/>
                        <a:pt x="7620" y="51340"/>
                        <a:pt x="8668" y="52483"/>
                      </a:cubicBezTo>
                      <a:cubicBezTo>
                        <a:pt x="10096" y="54197"/>
                        <a:pt x="10858" y="55054"/>
                        <a:pt x="11144" y="55150"/>
                      </a:cubicBezTo>
                      <a:cubicBezTo>
                        <a:pt x="10573" y="55626"/>
                        <a:pt x="10192" y="55912"/>
                        <a:pt x="9811" y="55912"/>
                      </a:cubicBezTo>
                      <a:cubicBezTo>
                        <a:pt x="9430" y="55912"/>
                        <a:pt x="8954" y="55626"/>
                        <a:pt x="8572" y="55054"/>
                      </a:cubicBezTo>
                      <a:cubicBezTo>
                        <a:pt x="8096" y="54483"/>
                        <a:pt x="7811" y="54102"/>
                        <a:pt x="7525" y="54102"/>
                      </a:cubicBezTo>
                      <a:cubicBezTo>
                        <a:pt x="6953" y="54102"/>
                        <a:pt x="6382" y="54483"/>
                        <a:pt x="5715" y="55054"/>
                      </a:cubicBezTo>
                      <a:lnTo>
                        <a:pt x="7239" y="53530"/>
                      </a:lnTo>
                      <a:lnTo>
                        <a:pt x="5715" y="52007"/>
                      </a:lnTo>
                      <a:cubicBezTo>
                        <a:pt x="5715" y="52007"/>
                        <a:pt x="4858" y="52578"/>
                        <a:pt x="3620" y="52578"/>
                      </a:cubicBezTo>
                      <a:close/>
                      <a:moveTo>
                        <a:pt x="6667" y="48292"/>
                      </a:moveTo>
                      <a:lnTo>
                        <a:pt x="8001" y="46196"/>
                      </a:lnTo>
                      <a:lnTo>
                        <a:pt x="5144" y="44101"/>
                      </a:lnTo>
                      <a:cubicBezTo>
                        <a:pt x="5905" y="44387"/>
                        <a:pt x="6763" y="44577"/>
                        <a:pt x="7620" y="44863"/>
                      </a:cubicBezTo>
                      <a:cubicBezTo>
                        <a:pt x="8382" y="45149"/>
                        <a:pt x="8954" y="45720"/>
                        <a:pt x="9049" y="46768"/>
                      </a:cubicBezTo>
                      <a:lnTo>
                        <a:pt x="6667" y="48292"/>
                      </a:lnTo>
                      <a:close/>
                      <a:moveTo>
                        <a:pt x="11144" y="67723"/>
                      </a:moveTo>
                      <a:cubicBezTo>
                        <a:pt x="10096" y="67532"/>
                        <a:pt x="9620" y="67151"/>
                        <a:pt x="9620" y="66770"/>
                      </a:cubicBezTo>
                      <a:cubicBezTo>
                        <a:pt x="9620" y="66389"/>
                        <a:pt x="10096" y="66008"/>
                        <a:pt x="11144" y="65437"/>
                      </a:cubicBezTo>
                      <a:lnTo>
                        <a:pt x="11144" y="67723"/>
                      </a:lnTo>
                      <a:close/>
                      <a:moveTo>
                        <a:pt x="20764" y="58865"/>
                      </a:moveTo>
                      <a:lnTo>
                        <a:pt x="19240" y="60198"/>
                      </a:lnTo>
                      <a:cubicBezTo>
                        <a:pt x="19240" y="60198"/>
                        <a:pt x="19431" y="60960"/>
                        <a:pt x="19812" y="61341"/>
                      </a:cubicBezTo>
                      <a:cubicBezTo>
                        <a:pt x="17526" y="61722"/>
                        <a:pt x="16383" y="61913"/>
                        <a:pt x="16573" y="61913"/>
                      </a:cubicBezTo>
                      <a:cubicBezTo>
                        <a:pt x="14859" y="61913"/>
                        <a:pt x="14097" y="60579"/>
                        <a:pt x="14288" y="57912"/>
                      </a:cubicBezTo>
                      <a:lnTo>
                        <a:pt x="17145" y="55150"/>
                      </a:lnTo>
                      <a:lnTo>
                        <a:pt x="15621" y="53626"/>
                      </a:lnTo>
                      <a:lnTo>
                        <a:pt x="19240" y="54197"/>
                      </a:lnTo>
                      <a:lnTo>
                        <a:pt x="17907" y="55817"/>
                      </a:lnTo>
                      <a:lnTo>
                        <a:pt x="20764" y="58865"/>
                      </a:lnTo>
                      <a:close/>
                      <a:moveTo>
                        <a:pt x="18669" y="49054"/>
                      </a:moveTo>
                      <a:lnTo>
                        <a:pt x="15621" y="50578"/>
                      </a:lnTo>
                      <a:lnTo>
                        <a:pt x="14288" y="46768"/>
                      </a:lnTo>
                      <a:cubicBezTo>
                        <a:pt x="14669" y="47720"/>
                        <a:pt x="15335" y="48101"/>
                        <a:pt x="16383" y="48101"/>
                      </a:cubicBezTo>
                      <a:cubicBezTo>
                        <a:pt x="17145" y="48101"/>
                        <a:pt x="17716" y="47720"/>
                        <a:pt x="18002" y="46768"/>
                      </a:cubicBezTo>
                      <a:lnTo>
                        <a:pt x="18764" y="49054"/>
                      </a:lnTo>
                      <a:close/>
                      <a:moveTo>
                        <a:pt x="20193" y="44672"/>
                      </a:moveTo>
                      <a:cubicBezTo>
                        <a:pt x="20193" y="44672"/>
                        <a:pt x="19145" y="45244"/>
                        <a:pt x="17145" y="45244"/>
                      </a:cubicBezTo>
                      <a:lnTo>
                        <a:pt x="17907" y="44101"/>
                      </a:lnTo>
                      <a:lnTo>
                        <a:pt x="20193" y="44672"/>
                      </a:lnTo>
                      <a:close/>
                      <a:moveTo>
                        <a:pt x="19812" y="61436"/>
                      </a:moveTo>
                      <a:cubicBezTo>
                        <a:pt x="21336" y="61151"/>
                        <a:pt x="22384" y="61627"/>
                        <a:pt x="23050" y="62770"/>
                      </a:cubicBezTo>
                      <a:cubicBezTo>
                        <a:pt x="21622" y="62770"/>
                        <a:pt x="20574" y="62389"/>
                        <a:pt x="19812" y="61436"/>
                      </a:cubicBezTo>
                      <a:close/>
                      <a:moveTo>
                        <a:pt x="21812" y="28194"/>
                      </a:moveTo>
                      <a:lnTo>
                        <a:pt x="22384" y="31242"/>
                      </a:lnTo>
                      <a:lnTo>
                        <a:pt x="20288" y="31242"/>
                      </a:lnTo>
                      <a:lnTo>
                        <a:pt x="21812" y="28194"/>
                      </a:lnTo>
                      <a:close/>
                      <a:moveTo>
                        <a:pt x="29242" y="39338"/>
                      </a:moveTo>
                      <a:cubicBezTo>
                        <a:pt x="29146" y="38767"/>
                        <a:pt x="28480" y="38195"/>
                        <a:pt x="27241" y="37814"/>
                      </a:cubicBezTo>
                      <a:cubicBezTo>
                        <a:pt x="26003" y="37433"/>
                        <a:pt x="25432" y="37148"/>
                        <a:pt x="25432" y="36862"/>
                      </a:cubicBezTo>
                      <a:cubicBezTo>
                        <a:pt x="25432" y="36671"/>
                        <a:pt x="25717" y="36290"/>
                        <a:pt x="26194" y="35719"/>
                      </a:cubicBezTo>
                      <a:lnTo>
                        <a:pt x="30385" y="37243"/>
                      </a:lnTo>
                      <a:lnTo>
                        <a:pt x="27718" y="42482"/>
                      </a:lnTo>
                      <a:cubicBezTo>
                        <a:pt x="27718" y="41720"/>
                        <a:pt x="28194" y="40767"/>
                        <a:pt x="29242" y="39434"/>
                      </a:cubicBezTo>
                      <a:close/>
                      <a:moveTo>
                        <a:pt x="26194" y="88868"/>
                      </a:moveTo>
                      <a:cubicBezTo>
                        <a:pt x="26194" y="88868"/>
                        <a:pt x="25622" y="88297"/>
                        <a:pt x="25622" y="88106"/>
                      </a:cubicBezTo>
                      <a:lnTo>
                        <a:pt x="26194" y="88868"/>
                      </a:lnTo>
                      <a:close/>
                      <a:moveTo>
                        <a:pt x="26765" y="80010"/>
                      </a:moveTo>
                      <a:cubicBezTo>
                        <a:pt x="26765" y="81820"/>
                        <a:pt x="26575" y="82772"/>
                        <a:pt x="26194" y="82868"/>
                      </a:cubicBezTo>
                      <a:lnTo>
                        <a:pt x="26194" y="80010"/>
                      </a:lnTo>
                      <a:lnTo>
                        <a:pt x="26765" y="80010"/>
                      </a:lnTo>
                      <a:close/>
                      <a:moveTo>
                        <a:pt x="26194" y="88868"/>
                      </a:moveTo>
                      <a:cubicBezTo>
                        <a:pt x="26194" y="88868"/>
                        <a:pt x="27337" y="89249"/>
                        <a:pt x="28670" y="89630"/>
                      </a:cubicBezTo>
                      <a:cubicBezTo>
                        <a:pt x="29718" y="90011"/>
                        <a:pt x="30289" y="90392"/>
                        <a:pt x="30289" y="90773"/>
                      </a:cubicBezTo>
                      <a:cubicBezTo>
                        <a:pt x="30289" y="91250"/>
                        <a:pt x="30004" y="91916"/>
                        <a:pt x="29242" y="92488"/>
                      </a:cubicBezTo>
                      <a:lnTo>
                        <a:pt x="26194" y="88868"/>
                      </a:lnTo>
                      <a:close/>
                      <a:moveTo>
                        <a:pt x="113729" y="30290"/>
                      </a:moveTo>
                      <a:cubicBezTo>
                        <a:pt x="115062" y="31718"/>
                        <a:pt x="115634" y="33052"/>
                        <a:pt x="115634" y="34385"/>
                      </a:cubicBezTo>
                      <a:cubicBezTo>
                        <a:pt x="115634" y="35433"/>
                        <a:pt x="115062" y="36767"/>
                        <a:pt x="113824" y="38386"/>
                      </a:cubicBezTo>
                      <a:cubicBezTo>
                        <a:pt x="112586" y="40100"/>
                        <a:pt x="112014" y="41434"/>
                        <a:pt x="112014" y="42386"/>
                      </a:cubicBezTo>
                      <a:cubicBezTo>
                        <a:pt x="112014" y="43720"/>
                        <a:pt x="112586" y="44958"/>
                        <a:pt x="113729" y="46196"/>
                      </a:cubicBezTo>
                      <a:cubicBezTo>
                        <a:pt x="113062" y="52292"/>
                        <a:pt x="112776" y="61627"/>
                        <a:pt x="112776" y="74486"/>
                      </a:cubicBezTo>
                      <a:cubicBezTo>
                        <a:pt x="111157" y="74962"/>
                        <a:pt x="110300" y="76295"/>
                        <a:pt x="110394" y="78391"/>
                      </a:cubicBezTo>
                      <a:cubicBezTo>
                        <a:pt x="110490" y="80772"/>
                        <a:pt x="110394" y="82296"/>
                        <a:pt x="110014" y="82772"/>
                      </a:cubicBezTo>
                      <a:cubicBezTo>
                        <a:pt x="102584" y="92107"/>
                        <a:pt x="95059" y="97822"/>
                        <a:pt x="87535" y="99917"/>
                      </a:cubicBezTo>
                      <a:lnTo>
                        <a:pt x="86582" y="99155"/>
                      </a:lnTo>
                      <a:cubicBezTo>
                        <a:pt x="86487" y="101441"/>
                        <a:pt x="85058" y="102584"/>
                        <a:pt x="82391" y="102394"/>
                      </a:cubicBezTo>
                      <a:cubicBezTo>
                        <a:pt x="78677" y="102203"/>
                        <a:pt x="76676" y="102203"/>
                        <a:pt x="76391" y="102394"/>
                      </a:cubicBezTo>
                      <a:lnTo>
                        <a:pt x="73914" y="102394"/>
                      </a:lnTo>
                      <a:cubicBezTo>
                        <a:pt x="73914" y="102870"/>
                        <a:pt x="73914" y="102108"/>
                        <a:pt x="73914" y="99822"/>
                      </a:cubicBezTo>
                      <a:cubicBezTo>
                        <a:pt x="73914" y="98774"/>
                        <a:pt x="74200" y="98012"/>
                        <a:pt x="74866" y="97536"/>
                      </a:cubicBezTo>
                      <a:cubicBezTo>
                        <a:pt x="74009" y="96869"/>
                        <a:pt x="73247" y="96584"/>
                        <a:pt x="72580" y="96584"/>
                      </a:cubicBezTo>
                      <a:cubicBezTo>
                        <a:pt x="71914" y="96584"/>
                        <a:pt x="71057" y="96869"/>
                        <a:pt x="70104" y="97536"/>
                      </a:cubicBezTo>
                      <a:cubicBezTo>
                        <a:pt x="70295" y="98298"/>
                        <a:pt x="70485" y="98965"/>
                        <a:pt x="70485" y="99441"/>
                      </a:cubicBezTo>
                      <a:cubicBezTo>
                        <a:pt x="70485" y="101251"/>
                        <a:pt x="69152" y="102108"/>
                        <a:pt x="66389" y="102108"/>
                      </a:cubicBezTo>
                      <a:cubicBezTo>
                        <a:pt x="64484" y="102108"/>
                        <a:pt x="62484" y="102299"/>
                        <a:pt x="60388" y="102299"/>
                      </a:cubicBezTo>
                      <a:cubicBezTo>
                        <a:pt x="56483" y="98584"/>
                        <a:pt x="51435" y="96393"/>
                        <a:pt x="45434" y="95917"/>
                      </a:cubicBezTo>
                      <a:cubicBezTo>
                        <a:pt x="45244" y="95631"/>
                        <a:pt x="45244" y="95441"/>
                        <a:pt x="45244" y="95155"/>
                      </a:cubicBezTo>
                      <a:cubicBezTo>
                        <a:pt x="45244" y="94774"/>
                        <a:pt x="45339" y="94298"/>
                        <a:pt x="45720" y="93631"/>
                      </a:cubicBezTo>
                      <a:cubicBezTo>
                        <a:pt x="46006" y="92964"/>
                        <a:pt x="46196" y="92488"/>
                        <a:pt x="46196" y="92297"/>
                      </a:cubicBezTo>
                      <a:cubicBezTo>
                        <a:pt x="46196" y="91821"/>
                        <a:pt x="45720" y="91345"/>
                        <a:pt x="44767" y="90964"/>
                      </a:cubicBezTo>
                      <a:cubicBezTo>
                        <a:pt x="44291" y="91440"/>
                        <a:pt x="43815" y="91726"/>
                        <a:pt x="43434" y="91726"/>
                      </a:cubicBezTo>
                      <a:cubicBezTo>
                        <a:pt x="43148" y="91726"/>
                        <a:pt x="42767" y="91345"/>
                        <a:pt x="42100" y="90583"/>
                      </a:cubicBezTo>
                      <a:cubicBezTo>
                        <a:pt x="41529" y="89821"/>
                        <a:pt x="40957" y="89440"/>
                        <a:pt x="40386" y="89440"/>
                      </a:cubicBezTo>
                      <a:cubicBezTo>
                        <a:pt x="40767" y="88963"/>
                        <a:pt x="40957" y="88297"/>
                        <a:pt x="40957" y="87725"/>
                      </a:cubicBezTo>
                      <a:cubicBezTo>
                        <a:pt x="40957" y="85916"/>
                        <a:pt x="39910" y="84773"/>
                        <a:pt x="37814" y="84296"/>
                      </a:cubicBezTo>
                      <a:cubicBezTo>
                        <a:pt x="37433" y="84773"/>
                        <a:pt x="36957" y="85058"/>
                        <a:pt x="36290" y="85058"/>
                      </a:cubicBezTo>
                      <a:cubicBezTo>
                        <a:pt x="35242" y="85058"/>
                        <a:pt x="34099" y="84296"/>
                        <a:pt x="32861" y="82677"/>
                      </a:cubicBezTo>
                      <a:cubicBezTo>
                        <a:pt x="33433" y="82201"/>
                        <a:pt x="33623" y="81629"/>
                        <a:pt x="33623" y="81153"/>
                      </a:cubicBezTo>
                      <a:cubicBezTo>
                        <a:pt x="33623" y="80486"/>
                        <a:pt x="33433" y="79724"/>
                        <a:pt x="32861" y="78677"/>
                      </a:cubicBezTo>
                      <a:cubicBezTo>
                        <a:pt x="32385" y="77724"/>
                        <a:pt x="32004" y="77057"/>
                        <a:pt x="31909" y="76676"/>
                      </a:cubicBezTo>
                      <a:lnTo>
                        <a:pt x="28289" y="78296"/>
                      </a:lnTo>
                      <a:lnTo>
                        <a:pt x="32861" y="75248"/>
                      </a:lnTo>
                      <a:cubicBezTo>
                        <a:pt x="32575" y="73914"/>
                        <a:pt x="31813" y="72676"/>
                        <a:pt x="30480" y="71342"/>
                      </a:cubicBezTo>
                      <a:cubicBezTo>
                        <a:pt x="29146" y="70009"/>
                        <a:pt x="27908" y="68866"/>
                        <a:pt x="26765" y="67628"/>
                      </a:cubicBezTo>
                      <a:cubicBezTo>
                        <a:pt x="27432" y="67056"/>
                        <a:pt x="28004" y="66675"/>
                        <a:pt x="28670" y="66675"/>
                      </a:cubicBezTo>
                      <a:cubicBezTo>
                        <a:pt x="29242" y="66675"/>
                        <a:pt x="30004" y="67056"/>
                        <a:pt x="31052" y="67818"/>
                      </a:cubicBezTo>
                      <a:cubicBezTo>
                        <a:pt x="32099" y="68580"/>
                        <a:pt x="32861" y="68961"/>
                        <a:pt x="33338" y="68961"/>
                      </a:cubicBezTo>
                      <a:cubicBezTo>
                        <a:pt x="33719" y="68961"/>
                        <a:pt x="34004" y="68771"/>
                        <a:pt x="34290" y="68580"/>
                      </a:cubicBezTo>
                      <a:lnTo>
                        <a:pt x="31909" y="63818"/>
                      </a:lnTo>
                      <a:lnTo>
                        <a:pt x="35814" y="63818"/>
                      </a:lnTo>
                      <a:cubicBezTo>
                        <a:pt x="35528" y="64579"/>
                        <a:pt x="35814" y="65056"/>
                        <a:pt x="36766" y="65342"/>
                      </a:cubicBezTo>
                      <a:cubicBezTo>
                        <a:pt x="37338" y="64865"/>
                        <a:pt x="37529" y="63913"/>
                        <a:pt x="37338" y="62484"/>
                      </a:cubicBezTo>
                      <a:lnTo>
                        <a:pt x="37338" y="59817"/>
                      </a:lnTo>
                      <a:cubicBezTo>
                        <a:pt x="36862" y="62294"/>
                        <a:pt x="34576" y="62865"/>
                        <a:pt x="30385" y="61722"/>
                      </a:cubicBezTo>
                      <a:lnTo>
                        <a:pt x="29813" y="51435"/>
                      </a:lnTo>
                      <a:lnTo>
                        <a:pt x="30385" y="51435"/>
                      </a:lnTo>
                      <a:cubicBezTo>
                        <a:pt x="31052" y="50673"/>
                        <a:pt x="31337" y="49911"/>
                        <a:pt x="31337" y="49149"/>
                      </a:cubicBezTo>
                      <a:cubicBezTo>
                        <a:pt x="31337" y="47911"/>
                        <a:pt x="30671" y="46482"/>
                        <a:pt x="29242" y="45149"/>
                      </a:cubicBezTo>
                      <a:lnTo>
                        <a:pt x="31337" y="44005"/>
                      </a:lnTo>
                      <a:cubicBezTo>
                        <a:pt x="30289" y="43720"/>
                        <a:pt x="29813" y="43339"/>
                        <a:pt x="29813" y="42863"/>
                      </a:cubicBezTo>
                      <a:cubicBezTo>
                        <a:pt x="29813" y="42577"/>
                        <a:pt x="29908" y="42196"/>
                        <a:pt x="30289" y="41624"/>
                      </a:cubicBezTo>
                      <a:cubicBezTo>
                        <a:pt x="30575" y="41053"/>
                        <a:pt x="30766" y="40577"/>
                        <a:pt x="30766" y="40196"/>
                      </a:cubicBezTo>
                      <a:cubicBezTo>
                        <a:pt x="30766" y="39815"/>
                        <a:pt x="30671" y="39434"/>
                        <a:pt x="30385" y="39243"/>
                      </a:cubicBezTo>
                      <a:cubicBezTo>
                        <a:pt x="30861" y="39148"/>
                        <a:pt x="31337" y="39243"/>
                        <a:pt x="31718" y="39624"/>
                      </a:cubicBezTo>
                      <a:cubicBezTo>
                        <a:pt x="32385" y="40386"/>
                        <a:pt x="32766" y="40767"/>
                        <a:pt x="32861" y="40767"/>
                      </a:cubicBezTo>
                      <a:lnTo>
                        <a:pt x="35814" y="37719"/>
                      </a:lnTo>
                      <a:cubicBezTo>
                        <a:pt x="34671" y="37910"/>
                        <a:pt x="33623" y="36957"/>
                        <a:pt x="32861" y="35052"/>
                      </a:cubicBezTo>
                      <a:cubicBezTo>
                        <a:pt x="32099" y="33147"/>
                        <a:pt x="31052" y="32385"/>
                        <a:pt x="29813" y="32766"/>
                      </a:cubicBezTo>
                      <a:lnTo>
                        <a:pt x="31909" y="28194"/>
                      </a:lnTo>
                      <a:lnTo>
                        <a:pt x="28289" y="26099"/>
                      </a:lnTo>
                      <a:lnTo>
                        <a:pt x="35147" y="25337"/>
                      </a:lnTo>
                      <a:cubicBezTo>
                        <a:pt x="35242" y="24575"/>
                        <a:pt x="34957" y="23813"/>
                        <a:pt x="34290" y="23051"/>
                      </a:cubicBezTo>
                      <a:cubicBezTo>
                        <a:pt x="33623" y="22288"/>
                        <a:pt x="33242" y="21717"/>
                        <a:pt x="33242" y="21336"/>
                      </a:cubicBezTo>
                      <a:cubicBezTo>
                        <a:pt x="33242" y="20860"/>
                        <a:pt x="33433" y="20574"/>
                        <a:pt x="33623" y="20193"/>
                      </a:cubicBezTo>
                      <a:cubicBezTo>
                        <a:pt x="34099" y="20193"/>
                        <a:pt x="34671" y="20384"/>
                        <a:pt x="35147" y="20384"/>
                      </a:cubicBezTo>
                      <a:cubicBezTo>
                        <a:pt x="36004" y="20384"/>
                        <a:pt x="36481" y="19812"/>
                        <a:pt x="36671" y="18669"/>
                      </a:cubicBezTo>
                      <a:lnTo>
                        <a:pt x="36671" y="16002"/>
                      </a:lnTo>
                      <a:cubicBezTo>
                        <a:pt x="36671" y="15240"/>
                        <a:pt x="36957" y="14669"/>
                        <a:pt x="37243" y="14192"/>
                      </a:cubicBezTo>
                      <a:cubicBezTo>
                        <a:pt x="39053" y="10859"/>
                        <a:pt x="42005" y="8001"/>
                        <a:pt x="46101" y="5525"/>
                      </a:cubicBezTo>
                      <a:cubicBezTo>
                        <a:pt x="49721" y="3715"/>
                        <a:pt x="53149" y="1905"/>
                        <a:pt x="56674" y="0"/>
                      </a:cubicBezTo>
                      <a:cubicBezTo>
                        <a:pt x="57817" y="1048"/>
                        <a:pt x="59246" y="1524"/>
                        <a:pt x="60865" y="1524"/>
                      </a:cubicBezTo>
                      <a:cubicBezTo>
                        <a:pt x="61626" y="1524"/>
                        <a:pt x="62769" y="1429"/>
                        <a:pt x="64294" y="1048"/>
                      </a:cubicBezTo>
                      <a:cubicBezTo>
                        <a:pt x="65817" y="762"/>
                        <a:pt x="66960" y="571"/>
                        <a:pt x="67723" y="571"/>
                      </a:cubicBezTo>
                      <a:cubicBezTo>
                        <a:pt x="69913" y="571"/>
                        <a:pt x="71628" y="1429"/>
                        <a:pt x="72961" y="3143"/>
                      </a:cubicBezTo>
                      <a:cubicBezTo>
                        <a:pt x="75248" y="1810"/>
                        <a:pt x="78295" y="1238"/>
                        <a:pt x="82201" y="1429"/>
                      </a:cubicBezTo>
                      <a:cubicBezTo>
                        <a:pt x="88297" y="1429"/>
                        <a:pt x="91535" y="1619"/>
                        <a:pt x="91821" y="1619"/>
                      </a:cubicBezTo>
                      <a:cubicBezTo>
                        <a:pt x="92583" y="3048"/>
                        <a:pt x="95726" y="5334"/>
                        <a:pt x="101060" y="8763"/>
                      </a:cubicBezTo>
                      <a:cubicBezTo>
                        <a:pt x="105346" y="11430"/>
                        <a:pt x="107156" y="14573"/>
                        <a:pt x="106680" y="18193"/>
                      </a:cubicBezTo>
                      <a:cubicBezTo>
                        <a:pt x="106585" y="18193"/>
                        <a:pt x="106013" y="18288"/>
                        <a:pt x="105156" y="18764"/>
                      </a:cubicBezTo>
                      <a:cubicBezTo>
                        <a:pt x="107918" y="18860"/>
                        <a:pt x="109918" y="20479"/>
                        <a:pt x="111061" y="23622"/>
                      </a:cubicBezTo>
                      <a:cubicBezTo>
                        <a:pt x="112014" y="25908"/>
                        <a:pt x="112776" y="28289"/>
                        <a:pt x="113538" y="30575"/>
                      </a:cubicBezTo>
                      <a:close/>
                      <a:moveTo>
                        <a:pt x="27718" y="95536"/>
                      </a:moveTo>
                      <a:cubicBezTo>
                        <a:pt x="30099" y="95536"/>
                        <a:pt x="31528" y="96012"/>
                        <a:pt x="31909" y="97060"/>
                      </a:cubicBezTo>
                      <a:lnTo>
                        <a:pt x="31909" y="98584"/>
                      </a:lnTo>
                      <a:lnTo>
                        <a:pt x="27718" y="95536"/>
                      </a:lnTo>
                      <a:close/>
                      <a:moveTo>
                        <a:pt x="28289" y="83629"/>
                      </a:moveTo>
                      <a:cubicBezTo>
                        <a:pt x="28384" y="82963"/>
                        <a:pt x="28765" y="82677"/>
                        <a:pt x="29432" y="82677"/>
                      </a:cubicBezTo>
                      <a:cubicBezTo>
                        <a:pt x="30004" y="82677"/>
                        <a:pt x="30289" y="82963"/>
                        <a:pt x="30385" y="83629"/>
                      </a:cubicBezTo>
                      <a:lnTo>
                        <a:pt x="28289" y="83629"/>
                      </a:lnTo>
                      <a:close/>
                      <a:moveTo>
                        <a:pt x="37338" y="52292"/>
                      </a:moveTo>
                      <a:lnTo>
                        <a:pt x="37338" y="50006"/>
                      </a:lnTo>
                      <a:cubicBezTo>
                        <a:pt x="37243" y="51054"/>
                        <a:pt x="36386" y="51530"/>
                        <a:pt x="35052" y="51530"/>
                      </a:cubicBezTo>
                      <a:cubicBezTo>
                        <a:pt x="34099" y="51530"/>
                        <a:pt x="33433" y="51245"/>
                        <a:pt x="33052" y="50578"/>
                      </a:cubicBezTo>
                      <a:lnTo>
                        <a:pt x="32861" y="50006"/>
                      </a:lnTo>
                      <a:cubicBezTo>
                        <a:pt x="32861" y="50006"/>
                        <a:pt x="33052" y="50387"/>
                        <a:pt x="33052" y="50578"/>
                      </a:cubicBezTo>
                      <a:lnTo>
                        <a:pt x="34195" y="53912"/>
                      </a:lnTo>
                      <a:cubicBezTo>
                        <a:pt x="35528" y="52673"/>
                        <a:pt x="36481" y="52102"/>
                        <a:pt x="37243" y="52388"/>
                      </a:cubicBezTo>
                      <a:close/>
                      <a:moveTo>
                        <a:pt x="35814" y="40862"/>
                      </a:moveTo>
                      <a:lnTo>
                        <a:pt x="40386" y="40862"/>
                      </a:lnTo>
                      <a:lnTo>
                        <a:pt x="40386" y="39338"/>
                      </a:lnTo>
                      <a:cubicBezTo>
                        <a:pt x="40005" y="39910"/>
                        <a:pt x="39148" y="40100"/>
                        <a:pt x="37814" y="40100"/>
                      </a:cubicBezTo>
                      <a:cubicBezTo>
                        <a:pt x="36481" y="40100"/>
                        <a:pt x="35814" y="40386"/>
                        <a:pt x="35814" y="40862"/>
                      </a:cubicBezTo>
                      <a:close/>
                      <a:moveTo>
                        <a:pt x="38862" y="74581"/>
                      </a:moveTo>
                      <a:cubicBezTo>
                        <a:pt x="38957" y="73914"/>
                        <a:pt x="39624" y="73438"/>
                        <a:pt x="40957" y="73057"/>
                      </a:cubicBezTo>
                      <a:cubicBezTo>
                        <a:pt x="41815" y="72676"/>
                        <a:pt x="42100" y="71914"/>
                        <a:pt x="41720" y="70961"/>
                      </a:cubicBezTo>
                      <a:lnTo>
                        <a:pt x="36671" y="72485"/>
                      </a:lnTo>
                      <a:lnTo>
                        <a:pt x="38767" y="74581"/>
                      </a:lnTo>
                      <a:close/>
                      <a:moveTo>
                        <a:pt x="41720" y="56483"/>
                      </a:moveTo>
                      <a:cubicBezTo>
                        <a:pt x="41720" y="56483"/>
                        <a:pt x="41148" y="56102"/>
                        <a:pt x="40767" y="55721"/>
                      </a:cubicBezTo>
                      <a:lnTo>
                        <a:pt x="39433" y="54388"/>
                      </a:lnTo>
                      <a:lnTo>
                        <a:pt x="38862" y="55340"/>
                      </a:lnTo>
                      <a:cubicBezTo>
                        <a:pt x="39529" y="54959"/>
                        <a:pt x="40196" y="55054"/>
                        <a:pt x="40862" y="55721"/>
                      </a:cubicBezTo>
                      <a:lnTo>
                        <a:pt x="41815" y="56483"/>
                      </a:lnTo>
                      <a:close/>
                      <a:moveTo>
                        <a:pt x="40386" y="13240"/>
                      </a:moveTo>
                      <a:lnTo>
                        <a:pt x="40386" y="17050"/>
                      </a:lnTo>
                      <a:cubicBezTo>
                        <a:pt x="40386" y="17050"/>
                        <a:pt x="40767" y="15812"/>
                        <a:pt x="41148" y="13240"/>
                      </a:cubicBezTo>
                      <a:lnTo>
                        <a:pt x="42672" y="13240"/>
                      </a:lnTo>
                      <a:cubicBezTo>
                        <a:pt x="41910" y="12954"/>
                        <a:pt x="41434" y="12954"/>
                        <a:pt x="41148" y="13240"/>
                      </a:cubicBezTo>
                      <a:lnTo>
                        <a:pt x="40386" y="13240"/>
                      </a:lnTo>
                      <a:close/>
                      <a:moveTo>
                        <a:pt x="44767" y="38862"/>
                      </a:moveTo>
                      <a:lnTo>
                        <a:pt x="44767" y="37243"/>
                      </a:lnTo>
                      <a:cubicBezTo>
                        <a:pt x="44767" y="37243"/>
                        <a:pt x="43815" y="36671"/>
                        <a:pt x="42672" y="36671"/>
                      </a:cubicBezTo>
                      <a:cubicBezTo>
                        <a:pt x="42767" y="36862"/>
                        <a:pt x="42958" y="37243"/>
                        <a:pt x="43053" y="37910"/>
                      </a:cubicBezTo>
                      <a:cubicBezTo>
                        <a:pt x="43148" y="38576"/>
                        <a:pt x="43434" y="38957"/>
                        <a:pt x="44005" y="38957"/>
                      </a:cubicBezTo>
                      <a:cubicBezTo>
                        <a:pt x="44291" y="38957"/>
                        <a:pt x="44577" y="38957"/>
                        <a:pt x="44767" y="38767"/>
                      </a:cubicBezTo>
                      <a:close/>
                      <a:moveTo>
                        <a:pt x="48292" y="81344"/>
                      </a:moveTo>
                      <a:lnTo>
                        <a:pt x="48101" y="80201"/>
                      </a:lnTo>
                      <a:cubicBezTo>
                        <a:pt x="48101" y="80201"/>
                        <a:pt x="48958" y="79724"/>
                        <a:pt x="49435" y="80010"/>
                      </a:cubicBezTo>
                      <a:lnTo>
                        <a:pt x="50578" y="80201"/>
                      </a:lnTo>
                      <a:cubicBezTo>
                        <a:pt x="50578" y="80201"/>
                        <a:pt x="50863" y="79438"/>
                        <a:pt x="50768" y="78486"/>
                      </a:cubicBezTo>
                      <a:lnTo>
                        <a:pt x="47911" y="78486"/>
                      </a:lnTo>
                      <a:lnTo>
                        <a:pt x="48101" y="80201"/>
                      </a:lnTo>
                      <a:cubicBezTo>
                        <a:pt x="48101" y="80201"/>
                        <a:pt x="48101" y="80486"/>
                        <a:pt x="47911" y="80582"/>
                      </a:cubicBezTo>
                      <a:cubicBezTo>
                        <a:pt x="48196" y="80867"/>
                        <a:pt x="48292" y="81153"/>
                        <a:pt x="48292" y="81344"/>
                      </a:cubicBezTo>
                      <a:lnTo>
                        <a:pt x="48482" y="82868"/>
                      </a:lnTo>
                      <a:cubicBezTo>
                        <a:pt x="48482" y="82105"/>
                        <a:pt x="48482" y="81629"/>
                        <a:pt x="48292" y="81344"/>
                      </a:cubicBezTo>
                      <a:close/>
                      <a:moveTo>
                        <a:pt x="51340" y="84963"/>
                      </a:moveTo>
                      <a:cubicBezTo>
                        <a:pt x="51340" y="84487"/>
                        <a:pt x="51721" y="83725"/>
                        <a:pt x="52292" y="82772"/>
                      </a:cubicBezTo>
                      <a:cubicBezTo>
                        <a:pt x="51245" y="82582"/>
                        <a:pt x="50197" y="83058"/>
                        <a:pt x="49149" y="84296"/>
                      </a:cubicBezTo>
                      <a:cubicBezTo>
                        <a:pt x="50482" y="84296"/>
                        <a:pt x="51149" y="84487"/>
                        <a:pt x="51245" y="84868"/>
                      </a:cubicBezTo>
                      <a:close/>
                      <a:moveTo>
                        <a:pt x="52292" y="37148"/>
                      </a:moveTo>
                      <a:cubicBezTo>
                        <a:pt x="52769" y="36290"/>
                        <a:pt x="52959" y="35719"/>
                        <a:pt x="52864" y="35624"/>
                      </a:cubicBezTo>
                      <a:lnTo>
                        <a:pt x="52292" y="35624"/>
                      </a:lnTo>
                      <a:cubicBezTo>
                        <a:pt x="52292" y="35624"/>
                        <a:pt x="51911" y="35338"/>
                        <a:pt x="51530" y="35243"/>
                      </a:cubicBezTo>
                      <a:lnTo>
                        <a:pt x="51340" y="34862"/>
                      </a:lnTo>
                      <a:cubicBezTo>
                        <a:pt x="51340" y="34862"/>
                        <a:pt x="51530" y="34480"/>
                        <a:pt x="51816" y="33909"/>
                      </a:cubicBezTo>
                      <a:cubicBezTo>
                        <a:pt x="52102" y="33433"/>
                        <a:pt x="52292" y="33052"/>
                        <a:pt x="52292" y="32766"/>
                      </a:cubicBezTo>
                      <a:lnTo>
                        <a:pt x="50768" y="32766"/>
                      </a:lnTo>
                      <a:lnTo>
                        <a:pt x="51340" y="34862"/>
                      </a:lnTo>
                      <a:cubicBezTo>
                        <a:pt x="51340" y="34862"/>
                        <a:pt x="51530" y="35052"/>
                        <a:pt x="51530" y="35243"/>
                      </a:cubicBezTo>
                      <a:lnTo>
                        <a:pt x="52292" y="37148"/>
                      </a:lnTo>
                      <a:close/>
                      <a:moveTo>
                        <a:pt x="51340" y="61246"/>
                      </a:moveTo>
                      <a:cubicBezTo>
                        <a:pt x="52388" y="61246"/>
                        <a:pt x="52769" y="60960"/>
                        <a:pt x="52578" y="60293"/>
                      </a:cubicBezTo>
                      <a:cubicBezTo>
                        <a:pt x="52388" y="59722"/>
                        <a:pt x="52578" y="59150"/>
                        <a:pt x="52959" y="58960"/>
                      </a:cubicBezTo>
                      <a:lnTo>
                        <a:pt x="51435" y="58960"/>
                      </a:lnTo>
                      <a:lnTo>
                        <a:pt x="51435" y="61246"/>
                      </a:lnTo>
                      <a:close/>
                      <a:moveTo>
                        <a:pt x="88106" y="70866"/>
                      </a:moveTo>
                      <a:lnTo>
                        <a:pt x="88868" y="31718"/>
                      </a:lnTo>
                      <a:lnTo>
                        <a:pt x="86010" y="29623"/>
                      </a:lnTo>
                      <a:cubicBezTo>
                        <a:pt x="85534" y="27432"/>
                        <a:pt x="83915" y="25813"/>
                        <a:pt x="81343" y="24765"/>
                      </a:cubicBezTo>
                      <a:cubicBezTo>
                        <a:pt x="76485" y="22955"/>
                        <a:pt x="73914" y="22098"/>
                        <a:pt x="73819" y="22098"/>
                      </a:cubicBezTo>
                      <a:lnTo>
                        <a:pt x="72485" y="16193"/>
                      </a:lnTo>
                      <a:cubicBezTo>
                        <a:pt x="71628" y="16383"/>
                        <a:pt x="70675" y="17526"/>
                        <a:pt x="69723" y="19526"/>
                      </a:cubicBezTo>
                      <a:cubicBezTo>
                        <a:pt x="68770" y="21527"/>
                        <a:pt x="67723" y="22479"/>
                        <a:pt x="66580" y="22479"/>
                      </a:cubicBezTo>
                      <a:cubicBezTo>
                        <a:pt x="66199" y="22479"/>
                        <a:pt x="65723" y="22288"/>
                        <a:pt x="65056" y="22098"/>
                      </a:cubicBezTo>
                      <a:lnTo>
                        <a:pt x="65627" y="20574"/>
                      </a:lnTo>
                      <a:lnTo>
                        <a:pt x="64103" y="20574"/>
                      </a:lnTo>
                      <a:lnTo>
                        <a:pt x="65056" y="22670"/>
                      </a:lnTo>
                      <a:cubicBezTo>
                        <a:pt x="65056" y="22670"/>
                        <a:pt x="64008" y="23717"/>
                        <a:pt x="62960" y="24860"/>
                      </a:cubicBezTo>
                      <a:cubicBezTo>
                        <a:pt x="61913" y="26099"/>
                        <a:pt x="60960" y="26670"/>
                        <a:pt x="60007" y="26670"/>
                      </a:cubicBezTo>
                      <a:cubicBezTo>
                        <a:pt x="59627" y="26670"/>
                        <a:pt x="59246" y="26670"/>
                        <a:pt x="58864" y="26479"/>
                      </a:cubicBezTo>
                      <a:cubicBezTo>
                        <a:pt x="58769" y="28099"/>
                        <a:pt x="58293" y="30671"/>
                        <a:pt x="57436" y="34004"/>
                      </a:cubicBezTo>
                      <a:cubicBezTo>
                        <a:pt x="56959" y="33623"/>
                        <a:pt x="56674" y="33242"/>
                        <a:pt x="56674" y="32671"/>
                      </a:cubicBezTo>
                      <a:lnTo>
                        <a:pt x="54959" y="32671"/>
                      </a:lnTo>
                      <a:cubicBezTo>
                        <a:pt x="54483" y="33242"/>
                        <a:pt x="54197" y="33719"/>
                        <a:pt x="54197" y="34290"/>
                      </a:cubicBezTo>
                      <a:cubicBezTo>
                        <a:pt x="54197" y="34671"/>
                        <a:pt x="54292" y="35243"/>
                        <a:pt x="54673" y="36004"/>
                      </a:cubicBezTo>
                      <a:cubicBezTo>
                        <a:pt x="54959" y="36767"/>
                        <a:pt x="55150" y="37338"/>
                        <a:pt x="55150" y="37719"/>
                      </a:cubicBezTo>
                      <a:cubicBezTo>
                        <a:pt x="55150" y="38386"/>
                        <a:pt x="54864" y="38862"/>
                        <a:pt x="54388" y="39243"/>
                      </a:cubicBezTo>
                      <a:cubicBezTo>
                        <a:pt x="54864" y="40291"/>
                        <a:pt x="55531" y="40767"/>
                        <a:pt x="56293" y="40767"/>
                      </a:cubicBezTo>
                      <a:cubicBezTo>
                        <a:pt x="56674" y="40767"/>
                        <a:pt x="57150" y="40672"/>
                        <a:pt x="57817" y="40386"/>
                      </a:cubicBezTo>
                      <a:cubicBezTo>
                        <a:pt x="58483" y="40100"/>
                        <a:pt x="58960" y="40005"/>
                        <a:pt x="59436" y="40005"/>
                      </a:cubicBezTo>
                      <a:cubicBezTo>
                        <a:pt x="60103" y="40005"/>
                        <a:pt x="60865" y="40577"/>
                        <a:pt x="61341" y="41529"/>
                      </a:cubicBezTo>
                      <a:cubicBezTo>
                        <a:pt x="60674" y="42863"/>
                        <a:pt x="60007" y="43434"/>
                        <a:pt x="59246" y="43434"/>
                      </a:cubicBezTo>
                      <a:cubicBezTo>
                        <a:pt x="58864" y="43434"/>
                        <a:pt x="58388" y="43339"/>
                        <a:pt x="57721" y="43053"/>
                      </a:cubicBezTo>
                      <a:cubicBezTo>
                        <a:pt x="57055" y="42863"/>
                        <a:pt x="56579" y="42672"/>
                        <a:pt x="56197" y="42672"/>
                      </a:cubicBezTo>
                      <a:cubicBezTo>
                        <a:pt x="55816" y="42672"/>
                        <a:pt x="55436" y="42863"/>
                        <a:pt x="55054" y="43053"/>
                      </a:cubicBezTo>
                      <a:cubicBezTo>
                        <a:pt x="55340" y="43434"/>
                        <a:pt x="55436" y="43815"/>
                        <a:pt x="55436" y="44196"/>
                      </a:cubicBezTo>
                      <a:cubicBezTo>
                        <a:pt x="55436" y="44577"/>
                        <a:pt x="55340" y="45053"/>
                        <a:pt x="55054" y="45625"/>
                      </a:cubicBezTo>
                      <a:cubicBezTo>
                        <a:pt x="54769" y="46196"/>
                        <a:pt x="54673" y="46577"/>
                        <a:pt x="54673" y="46863"/>
                      </a:cubicBezTo>
                      <a:cubicBezTo>
                        <a:pt x="54673" y="47530"/>
                        <a:pt x="55054" y="47911"/>
                        <a:pt x="56007" y="48196"/>
                      </a:cubicBezTo>
                      <a:lnTo>
                        <a:pt x="54483" y="49721"/>
                      </a:lnTo>
                      <a:cubicBezTo>
                        <a:pt x="54959" y="50483"/>
                        <a:pt x="55245" y="51911"/>
                        <a:pt x="55245" y="53912"/>
                      </a:cubicBezTo>
                      <a:lnTo>
                        <a:pt x="55245" y="60008"/>
                      </a:lnTo>
                      <a:cubicBezTo>
                        <a:pt x="55245" y="64961"/>
                        <a:pt x="56293" y="68199"/>
                        <a:pt x="58293" y="70009"/>
                      </a:cubicBezTo>
                      <a:cubicBezTo>
                        <a:pt x="58579" y="70676"/>
                        <a:pt x="58483" y="71342"/>
                        <a:pt x="57912" y="72104"/>
                      </a:cubicBezTo>
                      <a:lnTo>
                        <a:pt x="56769" y="74200"/>
                      </a:lnTo>
                      <a:cubicBezTo>
                        <a:pt x="57912" y="74200"/>
                        <a:pt x="58674" y="74486"/>
                        <a:pt x="58864" y="75057"/>
                      </a:cubicBezTo>
                      <a:cubicBezTo>
                        <a:pt x="58960" y="75819"/>
                        <a:pt x="58579" y="76295"/>
                        <a:pt x="57626" y="76486"/>
                      </a:cubicBezTo>
                      <a:cubicBezTo>
                        <a:pt x="56674" y="76676"/>
                        <a:pt x="56102" y="76962"/>
                        <a:pt x="56007" y="77153"/>
                      </a:cubicBezTo>
                      <a:cubicBezTo>
                        <a:pt x="56388" y="77915"/>
                        <a:pt x="56864" y="78296"/>
                        <a:pt x="57340" y="78296"/>
                      </a:cubicBezTo>
                      <a:cubicBezTo>
                        <a:pt x="57721" y="78296"/>
                        <a:pt x="58293" y="77819"/>
                        <a:pt x="58960" y="76962"/>
                      </a:cubicBezTo>
                      <a:cubicBezTo>
                        <a:pt x="59627" y="76105"/>
                        <a:pt x="60103" y="75629"/>
                        <a:pt x="60388" y="75629"/>
                      </a:cubicBezTo>
                      <a:cubicBezTo>
                        <a:pt x="60960" y="75629"/>
                        <a:pt x="61436" y="76486"/>
                        <a:pt x="61913" y="78200"/>
                      </a:cubicBezTo>
                      <a:lnTo>
                        <a:pt x="63436" y="76581"/>
                      </a:lnTo>
                      <a:cubicBezTo>
                        <a:pt x="64961" y="77153"/>
                        <a:pt x="66389" y="78391"/>
                        <a:pt x="67532" y="80391"/>
                      </a:cubicBezTo>
                      <a:cubicBezTo>
                        <a:pt x="68199" y="81820"/>
                        <a:pt x="68770" y="83249"/>
                        <a:pt x="69437" y="84677"/>
                      </a:cubicBezTo>
                      <a:cubicBezTo>
                        <a:pt x="71151" y="84677"/>
                        <a:pt x="72390" y="84392"/>
                        <a:pt x="73247" y="83344"/>
                      </a:cubicBezTo>
                      <a:cubicBezTo>
                        <a:pt x="74200" y="82391"/>
                        <a:pt x="75342" y="81820"/>
                        <a:pt x="76867" y="81820"/>
                      </a:cubicBezTo>
                      <a:cubicBezTo>
                        <a:pt x="77343" y="82677"/>
                        <a:pt x="77629" y="83153"/>
                        <a:pt x="77438" y="83344"/>
                      </a:cubicBezTo>
                      <a:cubicBezTo>
                        <a:pt x="79248" y="82677"/>
                        <a:pt x="80867" y="80582"/>
                        <a:pt x="82391" y="76962"/>
                      </a:cubicBezTo>
                      <a:cubicBezTo>
                        <a:pt x="83820" y="73343"/>
                        <a:pt x="85820" y="71247"/>
                        <a:pt x="88106" y="70676"/>
                      </a:cubicBezTo>
                      <a:close/>
                      <a:moveTo>
                        <a:pt x="63436" y="44101"/>
                      </a:moveTo>
                      <a:lnTo>
                        <a:pt x="61341" y="42291"/>
                      </a:lnTo>
                      <a:lnTo>
                        <a:pt x="63436" y="42291"/>
                      </a:lnTo>
                      <a:lnTo>
                        <a:pt x="63436" y="44101"/>
                      </a:lnTo>
                      <a:close/>
                      <a:moveTo>
                        <a:pt x="61913" y="84296"/>
                      </a:moveTo>
                      <a:cubicBezTo>
                        <a:pt x="62389" y="84773"/>
                        <a:pt x="62865" y="85058"/>
                        <a:pt x="63246" y="85058"/>
                      </a:cubicBezTo>
                      <a:cubicBezTo>
                        <a:pt x="63722" y="85058"/>
                        <a:pt x="64103" y="84677"/>
                        <a:pt x="64579" y="83915"/>
                      </a:cubicBezTo>
                      <a:cubicBezTo>
                        <a:pt x="65151" y="83153"/>
                        <a:pt x="65723" y="82772"/>
                        <a:pt x="66294" y="82772"/>
                      </a:cubicBezTo>
                      <a:cubicBezTo>
                        <a:pt x="64008" y="82296"/>
                        <a:pt x="62484" y="82772"/>
                        <a:pt x="61817" y="84296"/>
                      </a:cubicBezTo>
                      <a:close/>
                      <a:moveTo>
                        <a:pt x="76391" y="78962"/>
                      </a:moveTo>
                      <a:lnTo>
                        <a:pt x="76962" y="78391"/>
                      </a:lnTo>
                      <a:lnTo>
                        <a:pt x="79153" y="78962"/>
                      </a:lnTo>
                      <a:lnTo>
                        <a:pt x="76485" y="78962"/>
                      </a:lnTo>
                      <a:close/>
                      <a:moveTo>
                        <a:pt x="86010" y="8668"/>
                      </a:moveTo>
                      <a:cubicBezTo>
                        <a:pt x="86392" y="9144"/>
                        <a:pt x="86868" y="9430"/>
                        <a:pt x="87344" y="9430"/>
                      </a:cubicBezTo>
                      <a:cubicBezTo>
                        <a:pt x="88011" y="9430"/>
                        <a:pt x="88773" y="9144"/>
                        <a:pt x="89725" y="8668"/>
                      </a:cubicBezTo>
                      <a:cubicBezTo>
                        <a:pt x="90583" y="8096"/>
                        <a:pt x="91059" y="7906"/>
                        <a:pt x="91250" y="7906"/>
                      </a:cubicBezTo>
                      <a:cubicBezTo>
                        <a:pt x="90868" y="7429"/>
                        <a:pt x="90297" y="7144"/>
                        <a:pt x="89725" y="7144"/>
                      </a:cubicBezTo>
                      <a:cubicBezTo>
                        <a:pt x="89345" y="7144"/>
                        <a:pt x="88773" y="7429"/>
                        <a:pt x="87820" y="7906"/>
                      </a:cubicBezTo>
                      <a:cubicBezTo>
                        <a:pt x="86963" y="8382"/>
                        <a:pt x="86392" y="8668"/>
                        <a:pt x="86010" y="8668"/>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 name="Google Shape;1294;p99"/>
                <p:cNvSpPr/>
                <p:nvPr/>
              </p:nvSpPr>
              <p:spPr>
                <a:xfrm>
                  <a:off x="7043737" y="3434619"/>
                  <a:ext cx="107442" cy="119824"/>
                </a:xfrm>
                <a:custGeom>
                  <a:avLst/>
                  <a:gdLst/>
                  <a:ahLst/>
                  <a:cxnLst/>
                  <a:rect l="l" t="t" r="r" b="b"/>
                  <a:pathLst>
                    <a:path w="107442" h="119824" extrusionOk="0">
                      <a:moveTo>
                        <a:pt x="101346" y="83058"/>
                      </a:moveTo>
                      <a:lnTo>
                        <a:pt x="102489" y="84582"/>
                      </a:lnTo>
                      <a:cubicBezTo>
                        <a:pt x="99632" y="83439"/>
                        <a:pt x="97441" y="83248"/>
                        <a:pt x="95917" y="84011"/>
                      </a:cubicBezTo>
                      <a:cubicBezTo>
                        <a:pt x="95536" y="84487"/>
                        <a:pt x="95250" y="85725"/>
                        <a:pt x="95155" y="87725"/>
                      </a:cubicBezTo>
                      <a:cubicBezTo>
                        <a:pt x="95059" y="89726"/>
                        <a:pt x="94202" y="90869"/>
                        <a:pt x="92869" y="91345"/>
                      </a:cubicBezTo>
                      <a:cubicBezTo>
                        <a:pt x="95059" y="93059"/>
                        <a:pt x="95536" y="95250"/>
                        <a:pt x="94392" y="97917"/>
                      </a:cubicBezTo>
                      <a:cubicBezTo>
                        <a:pt x="93345" y="97727"/>
                        <a:pt x="92488" y="98203"/>
                        <a:pt x="91630" y="99060"/>
                      </a:cubicBezTo>
                      <a:cubicBezTo>
                        <a:pt x="90774" y="100013"/>
                        <a:pt x="90011" y="100965"/>
                        <a:pt x="89249" y="101822"/>
                      </a:cubicBezTo>
                      <a:cubicBezTo>
                        <a:pt x="88868" y="101537"/>
                        <a:pt x="88297" y="100775"/>
                        <a:pt x="87535" y="99631"/>
                      </a:cubicBezTo>
                      <a:cubicBezTo>
                        <a:pt x="86773" y="98488"/>
                        <a:pt x="85916" y="97822"/>
                        <a:pt x="85058" y="97822"/>
                      </a:cubicBezTo>
                      <a:cubicBezTo>
                        <a:pt x="84677" y="97822"/>
                        <a:pt x="84296" y="97822"/>
                        <a:pt x="83915" y="98012"/>
                      </a:cubicBezTo>
                      <a:lnTo>
                        <a:pt x="81725" y="100584"/>
                      </a:lnTo>
                      <a:cubicBezTo>
                        <a:pt x="81725" y="100584"/>
                        <a:pt x="82105" y="101155"/>
                        <a:pt x="82296" y="101155"/>
                      </a:cubicBezTo>
                      <a:cubicBezTo>
                        <a:pt x="81915" y="101537"/>
                        <a:pt x="81534" y="102679"/>
                        <a:pt x="81153" y="104585"/>
                      </a:cubicBezTo>
                      <a:cubicBezTo>
                        <a:pt x="80772" y="106489"/>
                        <a:pt x="80200" y="107823"/>
                        <a:pt x="79629" y="108585"/>
                      </a:cubicBezTo>
                      <a:cubicBezTo>
                        <a:pt x="79343" y="107823"/>
                        <a:pt x="79439" y="107061"/>
                        <a:pt x="79915" y="106299"/>
                      </a:cubicBezTo>
                      <a:cubicBezTo>
                        <a:pt x="80391" y="105537"/>
                        <a:pt x="80772" y="104870"/>
                        <a:pt x="81153" y="104204"/>
                      </a:cubicBezTo>
                      <a:cubicBezTo>
                        <a:pt x="80391" y="103537"/>
                        <a:pt x="78295" y="102965"/>
                        <a:pt x="74866" y="102394"/>
                      </a:cubicBezTo>
                      <a:cubicBezTo>
                        <a:pt x="72580" y="102013"/>
                        <a:pt x="71533" y="100870"/>
                        <a:pt x="71628" y="99060"/>
                      </a:cubicBezTo>
                      <a:lnTo>
                        <a:pt x="66389" y="93917"/>
                      </a:lnTo>
                      <a:cubicBezTo>
                        <a:pt x="67818" y="93536"/>
                        <a:pt x="68485" y="92869"/>
                        <a:pt x="68485" y="92012"/>
                      </a:cubicBezTo>
                      <a:cubicBezTo>
                        <a:pt x="68485" y="91535"/>
                        <a:pt x="68199" y="90678"/>
                        <a:pt x="67627" y="89535"/>
                      </a:cubicBezTo>
                      <a:cubicBezTo>
                        <a:pt x="66961" y="88487"/>
                        <a:pt x="66770" y="87630"/>
                        <a:pt x="66770" y="87154"/>
                      </a:cubicBezTo>
                      <a:cubicBezTo>
                        <a:pt x="66770" y="86963"/>
                        <a:pt x="66770" y="86678"/>
                        <a:pt x="66961" y="86392"/>
                      </a:cubicBezTo>
                      <a:cubicBezTo>
                        <a:pt x="66675" y="86392"/>
                        <a:pt x="66484" y="86678"/>
                        <a:pt x="66389" y="86773"/>
                      </a:cubicBezTo>
                      <a:cubicBezTo>
                        <a:pt x="67913" y="84868"/>
                        <a:pt x="68675" y="83534"/>
                        <a:pt x="68485" y="82772"/>
                      </a:cubicBezTo>
                      <a:lnTo>
                        <a:pt x="69056" y="85820"/>
                      </a:lnTo>
                      <a:cubicBezTo>
                        <a:pt x="69914" y="85439"/>
                        <a:pt x="70961" y="84677"/>
                        <a:pt x="72104" y="83344"/>
                      </a:cubicBezTo>
                      <a:cubicBezTo>
                        <a:pt x="71724" y="82105"/>
                        <a:pt x="70961" y="81248"/>
                        <a:pt x="69914" y="80963"/>
                      </a:cubicBezTo>
                      <a:cubicBezTo>
                        <a:pt x="68866" y="80581"/>
                        <a:pt x="68389" y="79820"/>
                        <a:pt x="68389" y="78391"/>
                      </a:cubicBezTo>
                      <a:lnTo>
                        <a:pt x="69914" y="78867"/>
                      </a:lnTo>
                      <a:lnTo>
                        <a:pt x="70485" y="78391"/>
                      </a:lnTo>
                      <a:cubicBezTo>
                        <a:pt x="68389" y="73819"/>
                        <a:pt x="67342" y="70485"/>
                        <a:pt x="67342" y="68104"/>
                      </a:cubicBezTo>
                      <a:cubicBezTo>
                        <a:pt x="67342" y="67246"/>
                        <a:pt x="67437" y="66389"/>
                        <a:pt x="67723" y="65627"/>
                      </a:cubicBezTo>
                      <a:cubicBezTo>
                        <a:pt x="67246" y="65818"/>
                        <a:pt x="66770" y="66008"/>
                        <a:pt x="66199" y="66389"/>
                      </a:cubicBezTo>
                      <a:cubicBezTo>
                        <a:pt x="65723" y="66770"/>
                        <a:pt x="65341" y="66961"/>
                        <a:pt x="65056" y="66961"/>
                      </a:cubicBezTo>
                      <a:cubicBezTo>
                        <a:pt x="64865" y="66961"/>
                        <a:pt x="64484" y="66580"/>
                        <a:pt x="64103" y="66008"/>
                      </a:cubicBezTo>
                      <a:lnTo>
                        <a:pt x="66866" y="65627"/>
                      </a:lnTo>
                      <a:lnTo>
                        <a:pt x="66294" y="65056"/>
                      </a:lnTo>
                      <a:cubicBezTo>
                        <a:pt x="67533" y="63341"/>
                        <a:pt x="69056" y="63055"/>
                        <a:pt x="70580" y="64103"/>
                      </a:cubicBezTo>
                      <a:lnTo>
                        <a:pt x="71533" y="64103"/>
                      </a:lnTo>
                      <a:cubicBezTo>
                        <a:pt x="71914" y="62770"/>
                        <a:pt x="71533" y="61817"/>
                        <a:pt x="70675" y="61436"/>
                      </a:cubicBezTo>
                      <a:cubicBezTo>
                        <a:pt x="69723" y="61055"/>
                        <a:pt x="68770" y="60770"/>
                        <a:pt x="67818" y="60484"/>
                      </a:cubicBezTo>
                      <a:cubicBezTo>
                        <a:pt x="68104" y="58388"/>
                        <a:pt x="67818" y="55721"/>
                        <a:pt x="66866" y="52388"/>
                      </a:cubicBezTo>
                      <a:cubicBezTo>
                        <a:pt x="65437" y="52483"/>
                        <a:pt x="64675" y="53721"/>
                        <a:pt x="64580" y="56007"/>
                      </a:cubicBezTo>
                      <a:cubicBezTo>
                        <a:pt x="64389" y="58388"/>
                        <a:pt x="63913" y="59531"/>
                        <a:pt x="63055" y="59531"/>
                      </a:cubicBezTo>
                      <a:cubicBezTo>
                        <a:pt x="62579" y="59531"/>
                        <a:pt x="61817" y="59341"/>
                        <a:pt x="60960" y="58960"/>
                      </a:cubicBezTo>
                      <a:cubicBezTo>
                        <a:pt x="60770" y="60293"/>
                        <a:pt x="60960" y="62008"/>
                        <a:pt x="61532" y="64198"/>
                      </a:cubicBezTo>
                      <a:cubicBezTo>
                        <a:pt x="59722" y="64198"/>
                        <a:pt x="58008" y="65722"/>
                        <a:pt x="56388" y="69152"/>
                      </a:cubicBezTo>
                      <a:cubicBezTo>
                        <a:pt x="54673" y="72580"/>
                        <a:pt x="52768" y="74009"/>
                        <a:pt x="50578" y="73343"/>
                      </a:cubicBezTo>
                      <a:lnTo>
                        <a:pt x="50578" y="75438"/>
                      </a:lnTo>
                      <a:lnTo>
                        <a:pt x="52864" y="74867"/>
                      </a:lnTo>
                      <a:cubicBezTo>
                        <a:pt x="52864" y="75343"/>
                        <a:pt x="52578" y="76105"/>
                        <a:pt x="52101" y="77153"/>
                      </a:cubicBezTo>
                      <a:cubicBezTo>
                        <a:pt x="51625" y="78200"/>
                        <a:pt x="51340" y="78962"/>
                        <a:pt x="51340" y="79438"/>
                      </a:cubicBezTo>
                      <a:cubicBezTo>
                        <a:pt x="51340" y="80105"/>
                        <a:pt x="51625" y="80677"/>
                        <a:pt x="52101" y="81344"/>
                      </a:cubicBezTo>
                      <a:cubicBezTo>
                        <a:pt x="51721" y="81058"/>
                        <a:pt x="51340" y="80963"/>
                        <a:pt x="50959" y="80963"/>
                      </a:cubicBezTo>
                      <a:cubicBezTo>
                        <a:pt x="50197" y="80963"/>
                        <a:pt x="49435" y="81439"/>
                        <a:pt x="48673" y="82487"/>
                      </a:cubicBezTo>
                      <a:cubicBezTo>
                        <a:pt x="47530" y="83725"/>
                        <a:pt x="46673" y="84582"/>
                        <a:pt x="46196" y="84963"/>
                      </a:cubicBezTo>
                      <a:cubicBezTo>
                        <a:pt x="42482" y="82105"/>
                        <a:pt x="38576" y="77057"/>
                        <a:pt x="34480" y="70199"/>
                      </a:cubicBezTo>
                      <a:cubicBezTo>
                        <a:pt x="34576" y="69723"/>
                        <a:pt x="34671" y="69152"/>
                        <a:pt x="34671" y="68675"/>
                      </a:cubicBezTo>
                      <a:cubicBezTo>
                        <a:pt x="34671" y="67246"/>
                        <a:pt x="34195" y="66008"/>
                        <a:pt x="33433" y="64961"/>
                      </a:cubicBezTo>
                      <a:cubicBezTo>
                        <a:pt x="32480" y="63818"/>
                        <a:pt x="31718" y="63437"/>
                        <a:pt x="30766" y="63722"/>
                      </a:cubicBezTo>
                      <a:cubicBezTo>
                        <a:pt x="29909" y="61246"/>
                        <a:pt x="29051" y="59436"/>
                        <a:pt x="28480" y="58293"/>
                      </a:cubicBezTo>
                      <a:cubicBezTo>
                        <a:pt x="27623" y="56388"/>
                        <a:pt x="26575" y="54959"/>
                        <a:pt x="25432" y="54102"/>
                      </a:cubicBezTo>
                      <a:cubicBezTo>
                        <a:pt x="24384" y="57817"/>
                        <a:pt x="23908" y="62008"/>
                        <a:pt x="23908" y="66580"/>
                      </a:cubicBezTo>
                      <a:cubicBezTo>
                        <a:pt x="23908" y="68771"/>
                        <a:pt x="24003" y="71914"/>
                        <a:pt x="24384" y="76200"/>
                      </a:cubicBezTo>
                      <a:cubicBezTo>
                        <a:pt x="24670" y="80391"/>
                        <a:pt x="24860" y="83629"/>
                        <a:pt x="24860" y="85820"/>
                      </a:cubicBezTo>
                      <a:cubicBezTo>
                        <a:pt x="24860" y="90488"/>
                        <a:pt x="24384" y="94583"/>
                        <a:pt x="23336" y="98298"/>
                      </a:cubicBezTo>
                      <a:cubicBezTo>
                        <a:pt x="20574" y="100298"/>
                        <a:pt x="17431" y="101441"/>
                        <a:pt x="13621" y="101632"/>
                      </a:cubicBezTo>
                      <a:cubicBezTo>
                        <a:pt x="9811" y="101822"/>
                        <a:pt x="6096" y="102013"/>
                        <a:pt x="2572" y="102108"/>
                      </a:cubicBezTo>
                      <a:lnTo>
                        <a:pt x="0" y="99822"/>
                      </a:lnTo>
                      <a:lnTo>
                        <a:pt x="0" y="2096"/>
                      </a:lnTo>
                      <a:cubicBezTo>
                        <a:pt x="9430" y="667"/>
                        <a:pt x="14288" y="0"/>
                        <a:pt x="14668" y="0"/>
                      </a:cubicBezTo>
                      <a:cubicBezTo>
                        <a:pt x="17336" y="0"/>
                        <a:pt x="19908" y="476"/>
                        <a:pt x="22289" y="1334"/>
                      </a:cubicBezTo>
                      <a:lnTo>
                        <a:pt x="27527" y="7048"/>
                      </a:lnTo>
                      <a:cubicBezTo>
                        <a:pt x="27337" y="7811"/>
                        <a:pt x="27623" y="8858"/>
                        <a:pt x="28289" y="10096"/>
                      </a:cubicBezTo>
                      <a:lnTo>
                        <a:pt x="29813" y="10096"/>
                      </a:lnTo>
                      <a:cubicBezTo>
                        <a:pt x="29909" y="14288"/>
                        <a:pt x="33147" y="20384"/>
                        <a:pt x="39434" y="28194"/>
                      </a:cubicBezTo>
                      <a:cubicBezTo>
                        <a:pt x="39148" y="29432"/>
                        <a:pt x="39719" y="30671"/>
                        <a:pt x="41053" y="31813"/>
                      </a:cubicBezTo>
                      <a:cubicBezTo>
                        <a:pt x="42386" y="32956"/>
                        <a:pt x="43053" y="33814"/>
                        <a:pt x="43053" y="34480"/>
                      </a:cubicBezTo>
                      <a:cubicBezTo>
                        <a:pt x="43053" y="35052"/>
                        <a:pt x="42863" y="35623"/>
                        <a:pt x="42482" y="36195"/>
                      </a:cubicBezTo>
                      <a:lnTo>
                        <a:pt x="38005" y="39243"/>
                      </a:lnTo>
                      <a:lnTo>
                        <a:pt x="38005" y="36671"/>
                      </a:lnTo>
                      <a:cubicBezTo>
                        <a:pt x="37148" y="36671"/>
                        <a:pt x="36195" y="36767"/>
                        <a:pt x="35243" y="36862"/>
                      </a:cubicBezTo>
                      <a:cubicBezTo>
                        <a:pt x="34385" y="37052"/>
                        <a:pt x="33718" y="37433"/>
                        <a:pt x="33338" y="38195"/>
                      </a:cubicBezTo>
                      <a:cubicBezTo>
                        <a:pt x="33624" y="39624"/>
                        <a:pt x="34671" y="40481"/>
                        <a:pt x="36481" y="40862"/>
                      </a:cubicBezTo>
                      <a:cubicBezTo>
                        <a:pt x="38386" y="41243"/>
                        <a:pt x="39529" y="41910"/>
                        <a:pt x="40100" y="42767"/>
                      </a:cubicBezTo>
                      <a:cubicBezTo>
                        <a:pt x="40957" y="43053"/>
                        <a:pt x="41815" y="42577"/>
                        <a:pt x="42482" y="41434"/>
                      </a:cubicBezTo>
                      <a:cubicBezTo>
                        <a:pt x="43149" y="40291"/>
                        <a:pt x="43720" y="39719"/>
                        <a:pt x="44101" y="39719"/>
                      </a:cubicBezTo>
                      <a:cubicBezTo>
                        <a:pt x="44482" y="39719"/>
                        <a:pt x="44958" y="39910"/>
                        <a:pt x="45530" y="40291"/>
                      </a:cubicBezTo>
                      <a:cubicBezTo>
                        <a:pt x="45911" y="40196"/>
                        <a:pt x="46101" y="39529"/>
                        <a:pt x="46101" y="38195"/>
                      </a:cubicBezTo>
                      <a:lnTo>
                        <a:pt x="48196" y="41815"/>
                      </a:lnTo>
                      <a:lnTo>
                        <a:pt x="52007" y="39148"/>
                      </a:lnTo>
                      <a:cubicBezTo>
                        <a:pt x="50959" y="37433"/>
                        <a:pt x="49720" y="37147"/>
                        <a:pt x="48196" y="38195"/>
                      </a:cubicBezTo>
                      <a:cubicBezTo>
                        <a:pt x="48483" y="31528"/>
                        <a:pt x="52864" y="24765"/>
                        <a:pt x="61436" y="18002"/>
                      </a:cubicBezTo>
                      <a:cubicBezTo>
                        <a:pt x="62293" y="17526"/>
                        <a:pt x="62770" y="16764"/>
                        <a:pt x="62770" y="15716"/>
                      </a:cubicBezTo>
                      <a:cubicBezTo>
                        <a:pt x="62770" y="15335"/>
                        <a:pt x="62770" y="14669"/>
                        <a:pt x="62579" y="13811"/>
                      </a:cubicBezTo>
                      <a:cubicBezTo>
                        <a:pt x="62579" y="12954"/>
                        <a:pt x="62389" y="12383"/>
                        <a:pt x="62389" y="12002"/>
                      </a:cubicBezTo>
                      <a:cubicBezTo>
                        <a:pt x="62389" y="11144"/>
                        <a:pt x="62675" y="10382"/>
                        <a:pt x="63246" y="9906"/>
                      </a:cubicBezTo>
                      <a:cubicBezTo>
                        <a:pt x="65913" y="4286"/>
                        <a:pt x="70104" y="1429"/>
                        <a:pt x="75724" y="1429"/>
                      </a:cubicBezTo>
                      <a:cubicBezTo>
                        <a:pt x="76771" y="1429"/>
                        <a:pt x="77819" y="1524"/>
                        <a:pt x="78962" y="1810"/>
                      </a:cubicBezTo>
                      <a:lnTo>
                        <a:pt x="78962" y="1048"/>
                      </a:lnTo>
                      <a:lnTo>
                        <a:pt x="94298" y="1810"/>
                      </a:lnTo>
                      <a:cubicBezTo>
                        <a:pt x="94964" y="12192"/>
                        <a:pt x="95250" y="23431"/>
                        <a:pt x="95250" y="35528"/>
                      </a:cubicBezTo>
                      <a:cubicBezTo>
                        <a:pt x="95250" y="47625"/>
                        <a:pt x="94964" y="58579"/>
                        <a:pt x="94298" y="68771"/>
                      </a:cubicBezTo>
                      <a:cubicBezTo>
                        <a:pt x="95250" y="70199"/>
                        <a:pt x="96488" y="70485"/>
                        <a:pt x="98203" y="69533"/>
                      </a:cubicBezTo>
                      <a:lnTo>
                        <a:pt x="93726" y="73819"/>
                      </a:lnTo>
                      <a:cubicBezTo>
                        <a:pt x="94583" y="74200"/>
                        <a:pt x="95059" y="74771"/>
                        <a:pt x="95059" y="75533"/>
                      </a:cubicBezTo>
                      <a:cubicBezTo>
                        <a:pt x="95059" y="75247"/>
                        <a:pt x="94583" y="76486"/>
                        <a:pt x="93726" y="78962"/>
                      </a:cubicBezTo>
                      <a:lnTo>
                        <a:pt x="97345" y="82868"/>
                      </a:lnTo>
                      <a:cubicBezTo>
                        <a:pt x="97727" y="82391"/>
                        <a:pt x="98107" y="82105"/>
                        <a:pt x="98393" y="82105"/>
                      </a:cubicBezTo>
                      <a:cubicBezTo>
                        <a:pt x="98679" y="82105"/>
                        <a:pt x="99060" y="82391"/>
                        <a:pt x="99726" y="82868"/>
                      </a:cubicBezTo>
                      <a:cubicBezTo>
                        <a:pt x="100393" y="83344"/>
                        <a:pt x="100870" y="83534"/>
                        <a:pt x="101251" y="83439"/>
                      </a:cubicBezTo>
                      <a:close/>
                      <a:moveTo>
                        <a:pt x="21717" y="31813"/>
                      </a:moveTo>
                      <a:lnTo>
                        <a:pt x="26003" y="28765"/>
                      </a:lnTo>
                      <a:cubicBezTo>
                        <a:pt x="25241" y="28385"/>
                        <a:pt x="24289" y="28194"/>
                        <a:pt x="23050" y="28194"/>
                      </a:cubicBezTo>
                      <a:cubicBezTo>
                        <a:pt x="21812" y="28194"/>
                        <a:pt x="19812" y="28575"/>
                        <a:pt x="16764" y="29146"/>
                      </a:cubicBezTo>
                      <a:cubicBezTo>
                        <a:pt x="13621" y="29813"/>
                        <a:pt x="11335" y="30099"/>
                        <a:pt x="9811" y="30099"/>
                      </a:cubicBezTo>
                      <a:cubicBezTo>
                        <a:pt x="8858" y="30099"/>
                        <a:pt x="7811" y="30004"/>
                        <a:pt x="6953" y="29718"/>
                      </a:cubicBezTo>
                      <a:cubicBezTo>
                        <a:pt x="8667" y="30766"/>
                        <a:pt x="11144" y="31242"/>
                        <a:pt x="14478" y="31242"/>
                      </a:cubicBezTo>
                      <a:lnTo>
                        <a:pt x="21812" y="31242"/>
                      </a:lnTo>
                      <a:lnTo>
                        <a:pt x="21812" y="31813"/>
                      </a:lnTo>
                      <a:close/>
                      <a:moveTo>
                        <a:pt x="43053" y="43529"/>
                      </a:moveTo>
                      <a:lnTo>
                        <a:pt x="46673" y="43529"/>
                      </a:lnTo>
                      <a:lnTo>
                        <a:pt x="45625" y="42386"/>
                      </a:lnTo>
                      <a:lnTo>
                        <a:pt x="43053" y="43529"/>
                      </a:lnTo>
                      <a:close/>
                      <a:moveTo>
                        <a:pt x="44577" y="78010"/>
                      </a:moveTo>
                      <a:cubicBezTo>
                        <a:pt x="44577" y="78010"/>
                        <a:pt x="44958" y="77057"/>
                        <a:pt x="45720" y="75438"/>
                      </a:cubicBezTo>
                      <a:cubicBezTo>
                        <a:pt x="46196" y="74581"/>
                        <a:pt x="46387" y="73628"/>
                        <a:pt x="46101" y="72771"/>
                      </a:cubicBezTo>
                      <a:lnTo>
                        <a:pt x="44577" y="72771"/>
                      </a:lnTo>
                      <a:lnTo>
                        <a:pt x="44577" y="78010"/>
                      </a:lnTo>
                      <a:close/>
                      <a:moveTo>
                        <a:pt x="50673" y="67532"/>
                      </a:moveTo>
                      <a:cubicBezTo>
                        <a:pt x="51340" y="67723"/>
                        <a:pt x="52292" y="67913"/>
                        <a:pt x="53530" y="68294"/>
                      </a:cubicBezTo>
                      <a:cubicBezTo>
                        <a:pt x="52292" y="67818"/>
                        <a:pt x="51245" y="67532"/>
                        <a:pt x="50673" y="67532"/>
                      </a:cubicBezTo>
                      <a:cubicBezTo>
                        <a:pt x="49054" y="67151"/>
                        <a:pt x="47720" y="67723"/>
                        <a:pt x="46577" y="69152"/>
                      </a:cubicBezTo>
                      <a:cubicBezTo>
                        <a:pt x="47816" y="68009"/>
                        <a:pt x="49054" y="67532"/>
                        <a:pt x="50673" y="67532"/>
                      </a:cubicBezTo>
                      <a:close/>
                      <a:moveTo>
                        <a:pt x="46577" y="92773"/>
                      </a:moveTo>
                      <a:lnTo>
                        <a:pt x="47625" y="90297"/>
                      </a:lnTo>
                      <a:lnTo>
                        <a:pt x="49149" y="90297"/>
                      </a:lnTo>
                      <a:lnTo>
                        <a:pt x="46673" y="92773"/>
                      </a:lnTo>
                      <a:close/>
                      <a:moveTo>
                        <a:pt x="58769" y="73343"/>
                      </a:moveTo>
                      <a:cubicBezTo>
                        <a:pt x="58674" y="73819"/>
                        <a:pt x="58388" y="74581"/>
                        <a:pt x="57817" y="75438"/>
                      </a:cubicBezTo>
                      <a:lnTo>
                        <a:pt x="56674" y="75438"/>
                      </a:lnTo>
                      <a:cubicBezTo>
                        <a:pt x="56292" y="74771"/>
                        <a:pt x="56388" y="74200"/>
                        <a:pt x="56864" y="73723"/>
                      </a:cubicBezTo>
                      <a:cubicBezTo>
                        <a:pt x="57341" y="73152"/>
                        <a:pt x="58008" y="73057"/>
                        <a:pt x="58769" y="73343"/>
                      </a:cubicBezTo>
                      <a:close/>
                      <a:moveTo>
                        <a:pt x="57817" y="80867"/>
                      </a:moveTo>
                      <a:lnTo>
                        <a:pt x="60293" y="81629"/>
                      </a:lnTo>
                      <a:lnTo>
                        <a:pt x="57245" y="81629"/>
                      </a:lnTo>
                      <a:lnTo>
                        <a:pt x="57817" y="80867"/>
                      </a:lnTo>
                      <a:close/>
                      <a:moveTo>
                        <a:pt x="57817" y="99346"/>
                      </a:moveTo>
                      <a:cubicBezTo>
                        <a:pt x="59436" y="99060"/>
                        <a:pt x="60960" y="99346"/>
                        <a:pt x="62293" y="100013"/>
                      </a:cubicBezTo>
                      <a:cubicBezTo>
                        <a:pt x="63627" y="100775"/>
                        <a:pt x="64389" y="101632"/>
                        <a:pt x="64770" y="102489"/>
                      </a:cubicBezTo>
                      <a:lnTo>
                        <a:pt x="62389" y="103251"/>
                      </a:lnTo>
                      <a:cubicBezTo>
                        <a:pt x="63532" y="102203"/>
                        <a:pt x="63532" y="101346"/>
                        <a:pt x="62389" y="101060"/>
                      </a:cubicBezTo>
                      <a:lnTo>
                        <a:pt x="58769" y="102584"/>
                      </a:lnTo>
                      <a:lnTo>
                        <a:pt x="57817" y="99536"/>
                      </a:lnTo>
                      <a:close/>
                      <a:moveTo>
                        <a:pt x="60865" y="88202"/>
                      </a:moveTo>
                      <a:lnTo>
                        <a:pt x="62389" y="88202"/>
                      </a:lnTo>
                      <a:lnTo>
                        <a:pt x="62389" y="90297"/>
                      </a:lnTo>
                      <a:lnTo>
                        <a:pt x="60865" y="88202"/>
                      </a:lnTo>
                      <a:close/>
                      <a:moveTo>
                        <a:pt x="63341" y="65818"/>
                      </a:moveTo>
                      <a:cubicBezTo>
                        <a:pt x="63341" y="65818"/>
                        <a:pt x="62770" y="66008"/>
                        <a:pt x="62389" y="65818"/>
                      </a:cubicBezTo>
                      <a:lnTo>
                        <a:pt x="63341" y="65818"/>
                      </a:lnTo>
                      <a:close/>
                      <a:moveTo>
                        <a:pt x="63341" y="65818"/>
                      </a:moveTo>
                      <a:lnTo>
                        <a:pt x="63913" y="65246"/>
                      </a:lnTo>
                      <a:cubicBezTo>
                        <a:pt x="63913" y="65246"/>
                        <a:pt x="64103" y="65532"/>
                        <a:pt x="64103" y="65627"/>
                      </a:cubicBezTo>
                      <a:lnTo>
                        <a:pt x="63341" y="65627"/>
                      </a:lnTo>
                      <a:close/>
                      <a:moveTo>
                        <a:pt x="66199" y="110680"/>
                      </a:moveTo>
                      <a:cubicBezTo>
                        <a:pt x="66961" y="110585"/>
                        <a:pt x="68009" y="110871"/>
                        <a:pt x="69437" y="111633"/>
                      </a:cubicBezTo>
                      <a:cubicBezTo>
                        <a:pt x="70866" y="112395"/>
                        <a:pt x="71818" y="112871"/>
                        <a:pt x="72390" y="112967"/>
                      </a:cubicBezTo>
                      <a:cubicBezTo>
                        <a:pt x="68675" y="113443"/>
                        <a:pt x="66580" y="112681"/>
                        <a:pt x="66199" y="110680"/>
                      </a:cubicBezTo>
                      <a:close/>
                      <a:moveTo>
                        <a:pt x="75057" y="112204"/>
                      </a:moveTo>
                      <a:cubicBezTo>
                        <a:pt x="74200" y="112871"/>
                        <a:pt x="73247" y="113157"/>
                        <a:pt x="72390" y="112967"/>
                      </a:cubicBezTo>
                      <a:cubicBezTo>
                        <a:pt x="72866" y="112776"/>
                        <a:pt x="73819" y="112586"/>
                        <a:pt x="75057" y="112204"/>
                      </a:cubicBezTo>
                      <a:close/>
                      <a:moveTo>
                        <a:pt x="80010" y="75057"/>
                      </a:moveTo>
                      <a:cubicBezTo>
                        <a:pt x="80772" y="74581"/>
                        <a:pt x="81153" y="74009"/>
                        <a:pt x="80963" y="73533"/>
                      </a:cubicBezTo>
                      <a:cubicBezTo>
                        <a:pt x="80296" y="73247"/>
                        <a:pt x="79724" y="73343"/>
                        <a:pt x="79343" y="73723"/>
                      </a:cubicBezTo>
                      <a:cubicBezTo>
                        <a:pt x="78867" y="74104"/>
                        <a:pt x="78772" y="74581"/>
                        <a:pt x="78867" y="75057"/>
                      </a:cubicBezTo>
                      <a:lnTo>
                        <a:pt x="80010" y="75057"/>
                      </a:lnTo>
                      <a:close/>
                      <a:moveTo>
                        <a:pt x="83153" y="52769"/>
                      </a:moveTo>
                      <a:lnTo>
                        <a:pt x="81534" y="54864"/>
                      </a:lnTo>
                      <a:cubicBezTo>
                        <a:pt x="82677" y="54483"/>
                        <a:pt x="83248" y="54293"/>
                        <a:pt x="83153" y="54293"/>
                      </a:cubicBezTo>
                      <a:lnTo>
                        <a:pt x="83153" y="52769"/>
                      </a:lnTo>
                      <a:close/>
                      <a:moveTo>
                        <a:pt x="81534" y="79534"/>
                      </a:moveTo>
                      <a:lnTo>
                        <a:pt x="85249" y="79534"/>
                      </a:lnTo>
                      <a:lnTo>
                        <a:pt x="83153" y="77248"/>
                      </a:lnTo>
                      <a:lnTo>
                        <a:pt x="81534" y="79534"/>
                      </a:lnTo>
                      <a:close/>
                      <a:moveTo>
                        <a:pt x="83915" y="100679"/>
                      </a:moveTo>
                      <a:cubicBezTo>
                        <a:pt x="83153" y="101155"/>
                        <a:pt x="82582" y="101346"/>
                        <a:pt x="82201" y="101060"/>
                      </a:cubicBezTo>
                      <a:cubicBezTo>
                        <a:pt x="82677" y="100679"/>
                        <a:pt x="83248" y="100679"/>
                        <a:pt x="83915" y="100679"/>
                      </a:cubicBezTo>
                      <a:close/>
                      <a:moveTo>
                        <a:pt x="83915" y="100679"/>
                      </a:moveTo>
                      <a:cubicBezTo>
                        <a:pt x="83915" y="100679"/>
                        <a:pt x="84773" y="100584"/>
                        <a:pt x="85249" y="101060"/>
                      </a:cubicBezTo>
                      <a:cubicBezTo>
                        <a:pt x="84487" y="100679"/>
                        <a:pt x="84011" y="100679"/>
                        <a:pt x="83915" y="100679"/>
                      </a:cubicBezTo>
                      <a:close/>
                      <a:moveTo>
                        <a:pt x="89916" y="92869"/>
                      </a:moveTo>
                      <a:cubicBezTo>
                        <a:pt x="90392" y="92678"/>
                        <a:pt x="90583" y="92583"/>
                        <a:pt x="90583" y="92583"/>
                      </a:cubicBezTo>
                      <a:lnTo>
                        <a:pt x="90583" y="90488"/>
                      </a:lnTo>
                      <a:cubicBezTo>
                        <a:pt x="90107" y="89916"/>
                        <a:pt x="89345" y="89726"/>
                        <a:pt x="88487" y="89916"/>
                      </a:cubicBezTo>
                      <a:lnTo>
                        <a:pt x="85630" y="89916"/>
                      </a:lnTo>
                      <a:cubicBezTo>
                        <a:pt x="86677" y="90106"/>
                        <a:pt x="87249" y="90678"/>
                        <a:pt x="87439" y="91630"/>
                      </a:cubicBezTo>
                      <a:cubicBezTo>
                        <a:pt x="87630" y="92678"/>
                        <a:pt x="88106" y="93154"/>
                        <a:pt x="88678" y="93154"/>
                      </a:cubicBezTo>
                      <a:cubicBezTo>
                        <a:pt x="89059" y="93154"/>
                        <a:pt x="89440" y="93154"/>
                        <a:pt x="89916" y="92869"/>
                      </a:cubicBezTo>
                      <a:close/>
                      <a:moveTo>
                        <a:pt x="91154" y="84677"/>
                      </a:moveTo>
                      <a:lnTo>
                        <a:pt x="91154" y="81820"/>
                      </a:lnTo>
                      <a:lnTo>
                        <a:pt x="90011" y="81820"/>
                      </a:lnTo>
                      <a:lnTo>
                        <a:pt x="90011" y="84106"/>
                      </a:lnTo>
                      <a:cubicBezTo>
                        <a:pt x="90011" y="84106"/>
                        <a:pt x="90583" y="84106"/>
                        <a:pt x="91154" y="84677"/>
                      </a:cubicBezTo>
                      <a:close/>
                      <a:moveTo>
                        <a:pt x="93631" y="105537"/>
                      </a:moveTo>
                      <a:lnTo>
                        <a:pt x="95726" y="105537"/>
                      </a:lnTo>
                      <a:lnTo>
                        <a:pt x="96488" y="106489"/>
                      </a:lnTo>
                      <a:lnTo>
                        <a:pt x="93631" y="105537"/>
                      </a:lnTo>
                      <a:close/>
                      <a:moveTo>
                        <a:pt x="102870" y="62389"/>
                      </a:moveTo>
                      <a:cubicBezTo>
                        <a:pt x="101346" y="62865"/>
                        <a:pt x="100203" y="64103"/>
                        <a:pt x="99632" y="66008"/>
                      </a:cubicBezTo>
                      <a:cubicBezTo>
                        <a:pt x="99250" y="65246"/>
                        <a:pt x="99060" y="64675"/>
                        <a:pt x="99060" y="64103"/>
                      </a:cubicBezTo>
                      <a:cubicBezTo>
                        <a:pt x="99060" y="63627"/>
                        <a:pt x="100299" y="63055"/>
                        <a:pt x="102870" y="62389"/>
                      </a:cubicBezTo>
                      <a:close/>
                      <a:moveTo>
                        <a:pt x="100108" y="72390"/>
                      </a:moveTo>
                      <a:lnTo>
                        <a:pt x="100108" y="69913"/>
                      </a:lnTo>
                      <a:lnTo>
                        <a:pt x="102203" y="69913"/>
                      </a:lnTo>
                      <a:lnTo>
                        <a:pt x="100108" y="72390"/>
                      </a:lnTo>
                      <a:close/>
                      <a:moveTo>
                        <a:pt x="106870" y="98012"/>
                      </a:moveTo>
                      <a:cubicBezTo>
                        <a:pt x="106870" y="98012"/>
                        <a:pt x="106109" y="98584"/>
                        <a:pt x="105727" y="98584"/>
                      </a:cubicBezTo>
                      <a:cubicBezTo>
                        <a:pt x="105346" y="98584"/>
                        <a:pt x="104775" y="98393"/>
                        <a:pt x="104204" y="98108"/>
                      </a:cubicBezTo>
                      <a:cubicBezTo>
                        <a:pt x="103537" y="97822"/>
                        <a:pt x="103061" y="97631"/>
                        <a:pt x="102680" y="97631"/>
                      </a:cubicBezTo>
                      <a:cubicBezTo>
                        <a:pt x="102203" y="97631"/>
                        <a:pt x="101632" y="98108"/>
                        <a:pt x="101155" y="98965"/>
                      </a:cubicBezTo>
                      <a:lnTo>
                        <a:pt x="102298" y="94393"/>
                      </a:lnTo>
                      <a:lnTo>
                        <a:pt x="103823" y="96869"/>
                      </a:lnTo>
                      <a:lnTo>
                        <a:pt x="104775" y="95917"/>
                      </a:lnTo>
                      <a:lnTo>
                        <a:pt x="106870" y="98012"/>
                      </a:lnTo>
                      <a:close/>
                      <a:moveTo>
                        <a:pt x="103823" y="119825"/>
                      </a:moveTo>
                      <a:lnTo>
                        <a:pt x="102298" y="119825"/>
                      </a:lnTo>
                      <a:lnTo>
                        <a:pt x="104775" y="118301"/>
                      </a:lnTo>
                      <a:lnTo>
                        <a:pt x="103823" y="119825"/>
                      </a:lnTo>
                      <a:close/>
                      <a:moveTo>
                        <a:pt x="104775" y="62484"/>
                      </a:moveTo>
                      <a:cubicBezTo>
                        <a:pt x="104108" y="62198"/>
                        <a:pt x="103632" y="62198"/>
                        <a:pt x="103251" y="62484"/>
                      </a:cubicBezTo>
                      <a:cubicBezTo>
                        <a:pt x="103917" y="62198"/>
                        <a:pt x="104394" y="61817"/>
                        <a:pt x="104775" y="61151"/>
                      </a:cubicBezTo>
                      <a:lnTo>
                        <a:pt x="104775" y="62484"/>
                      </a:lnTo>
                      <a:close/>
                      <a:moveTo>
                        <a:pt x="107442" y="110204"/>
                      </a:moveTo>
                      <a:cubicBezTo>
                        <a:pt x="106394" y="109823"/>
                        <a:pt x="105918" y="110585"/>
                        <a:pt x="105918" y="112300"/>
                      </a:cubicBezTo>
                      <a:lnTo>
                        <a:pt x="106870" y="112300"/>
                      </a:lnTo>
                      <a:lnTo>
                        <a:pt x="106870" y="114681"/>
                      </a:lnTo>
                      <a:lnTo>
                        <a:pt x="105918" y="114681"/>
                      </a:lnTo>
                      <a:lnTo>
                        <a:pt x="105918" y="110204"/>
                      </a:lnTo>
                      <a:cubicBezTo>
                        <a:pt x="105823" y="108680"/>
                        <a:pt x="105061" y="107918"/>
                        <a:pt x="103823" y="108109"/>
                      </a:cubicBezTo>
                      <a:cubicBezTo>
                        <a:pt x="106013" y="107252"/>
                        <a:pt x="107252" y="107918"/>
                        <a:pt x="107442" y="110204"/>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 name="Google Shape;1295;p99"/>
                <p:cNvSpPr/>
                <p:nvPr/>
              </p:nvSpPr>
              <p:spPr>
                <a:xfrm>
                  <a:off x="7153845" y="3434226"/>
                  <a:ext cx="85153" cy="102596"/>
                </a:xfrm>
                <a:custGeom>
                  <a:avLst/>
                  <a:gdLst/>
                  <a:ahLst/>
                  <a:cxnLst/>
                  <a:rect l="l" t="t" r="r" b="b"/>
                  <a:pathLst>
                    <a:path w="85153" h="102596" extrusionOk="0">
                      <a:moveTo>
                        <a:pt x="81629" y="19538"/>
                      </a:moveTo>
                      <a:cubicBezTo>
                        <a:pt x="83915" y="21253"/>
                        <a:pt x="85154" y="24205"/>
                        <a:pt x="85154" y="28492"/>
                      </a:cubicBezTo>
                      <a:cubicBezTo>
                        <a:pt x="85154" y="28968"/>
                        <a:pt x="84677" y="32873"/>
                        <a:pt x="83820" y="40017"/>
                      </a:cubicBezTo>
                      <a:cubicBezTo>
                        <a:pt x="83534" y="40779"/>
                        <a:pt x="82486" y="42493"/>
                        <a:pt x="80772" y="45065"/>
                      </a:cubicBezTo>
                      <a:cubicBezTo>
                        <a:pt x="79248" y="47161"/>
                        <a:pt x="78486" y="48875"/>
                        <a:pt x="78486" y="50304"/>
                      </a:cubicBezTo>
                      <a:cubicBezTo>
                        <a:pt x="78486" y="50971"/>
                        <a:pt x="78677" y="51637"/>
                        <a:pt x="79057" y="52399"/>
                      </a:cubicBezTo>
                      <a:cubicBezTo>
                        <a:pt x="78200" y="52114"/>
                        <a:pt x="77438" y="52018"/>
                        <a:pt x="76771" y="52018"/>
                      </a:cubicBezTo>
                      <a:cubicBezTo>
                        <a:pt x="75248" y="52018"/>
                        <a:pt x="73723" y="52876"/>
                        <a:pt x="72104" y="54304"/>
                      </a:cubicBezTo>
                      <a:cubicBezTo>
                        <a:pt x="70485" y="56400"/>
                        <a:pt x="69247" y="57543"/>
                        <a:pt x="68485" y="57829"/>
                      </a:cubicBezTo>
                      <a:lnTo>
                        <a:pt x="67913" y="56305"/>
                      </a:lnTo>
                      <a:cubicBezTo>
                        <a:pt x="66104" y="60210"/>
                        <a:pt x="62103" y="62115"/>
                        <a:pt x="55816" y="62115"/>
                      </a:cubicBezTo>
                      <a:cubicBezTo>
                        <a:pt x="57436" y="62115"/>
                        <a:pt x="53245" y="61734"/>
                        <a:pt x="43149" y="60972"/>
                      </a:cubicBezTo>
                      <a:lnTo>
                        <a:pt x="40957" y="58876"/>
                      </a:lnTo>
                      <a:cubicBezTo>
                        <a:pt x="40767" y="61353"/>
                        <a:pt x="39814" y="62591"/>
                        <a:pt x="38291" y="62591"/>
                      </a:cubicBezTo>
                      <a:cubicBezTo>
                        <a:pt x="37719" y="62591"/>
                        <a:pt x="36481" y="62305"/>
                        <a:pt x="34766" y="61734"/>
                      </a:cubicBezTo>
                      <a:cubicBezTo>
                        <a:pt x="33052" y="61067"/>
                        <a:pt x="31718" y="60781"/>
                        <a:pt x="30861" y="60781"/>
                      </a:cubicBezTo>
                      <a:cubicBezTo>
                        <a:pt x="29242" y="60781"/>
                        <a:pt x="28004" y="61543"/>
                        <a:pt x="27241" y="62972"/>
                      </a:cubicBezTo>
                      <a:cubicBezTo>
                        <a:pt x="26575" y="64401"/>
                        <a:pt x="26289" y="67258"/>
                        <a:pt x="26384" y="71545"/>
                      </a:cubicBezTo>
                      <a:cubicBezTo>
                        <a:pt x="26480" y="74974"/>
                        <a:pt x="25908" y="77641"/>
                        <a:pt x="24384" y="79451"/>
                      </a:cubicBezTo>
                      <a:cubicBezTo>
                        <a:pt x="25336" y="79451"/>
                        <a:pt x="25622" y="80308"/>
                        <a:pt x="25432" y="82022"/>
                      </a:cubicBezTo>
                      <a:cubicBezTo>
                        <a:pt x="25241" y="83737"/>
                        <a:pt x="25432" y="84880"/>
                        <a:pt x="25908" y="85451"/>
                      </a:cubicBezTo>
                      <a:lnTo>
                        <a:pt x="26861" y="85451"/>
                      </a:lnTo>
                      <a:lnTo>
                        <a:pt x="26861" y="89071"/>
                      </a:lnTo>
                      <a:lnTo>
                        <a:pt x="27623" y="89071"/>
                      </a:lnTo>
                      <a:cubicBezTo>
                        <a:pt x="28004" y="89833"/>
                        <a:pt x="28194" y="90595"/>
                        <a:pt x="28194" y="91357"/>
                      </a:cubicBezTo>
                      <a:cubicBezTo>
                        <a:pt x="28194" y="92595"/>
                        <a:pt x="27051" y="94309"/>
                        <a:pt x="24860" y="96405"/>
                      </a:cubicBezTo>
                      <a:cubicBezTo>
                        <a:pt x="22670" y="98405"/>
                        <a:pt x="21527" y="100215"/>
                        <a:pt x="21717" y="101739"/>
                      </a:cubicBezTo>
                      <a:cubicBezTo>
                        <a:pt x="17240" y="102882"/>
                        <a:pt x="10954" y="102882"/>
                        <a:pt x="3048" y="101739"/>
                      </a:cubicBezTo>
                      <a:cubicBezTo>
                        <a:pt x="3143" y="98786"/>
                        <a:pt x="3048" y="94405"/>
                        <a:pt x="2381" y="88594"/>
                      </a:cubicBezTo>
                      <a:cubicBezTo>
                        <a:pt x="1810" y="82784"/>
                        <a:pt x="1524" y="78498"/>
                        <a:pt x="1524" y="75736"/>
                      </a:cubicBezTo>
                      <a:cubicBezTo>
                        <a:pt x="1524" y="70592"/>
                        <a:pt x="2191" y="66211"/>
                        <a:pt x="3620" y="62496"/>
                      </a:cubicBezTo>
                      <a:lnTo>
                        <a:pt x="1524" y="57829"/>
                      </a:lnTo>
                      <a:cubicBezTo>
                        <a:pt x="1429" y="56305"/>
                        <a:pt x="1334" y="54685"/>
                        <a:pt x="1334" y="52971"/>
                      </a:cubicBezTo>
                      <a:cubicBezTo>
                        <a:pt x="1334" y="50971"/>
                        <a:pt x="1524" y="48399"/>
                        <a:pt x="1714" y="44875"/>
                      </a:cubicBezTo>
                      <a:cubicBezTo>
                        <a:pt x="2000" y="41255"/>
                        <a:pt x="2096" y="38683"/>
                        <a:pt x="2096" y="37064"/>
                      </a:cubicBezTo>
                      <a:cubicBezTo>
                        <a:pt x="2096" y="32683"/>
                        <a:pt x="1429" y="28968"/>
                        <a:pt x="0" y="25920"/>
                      </a:cubicBezTo>
                      <a:cubicBezTo>
                        <a:pt x="1143" y="25539"/>
                        <a:pt x="1714" y="25063"/>
                        <a:pt x="1714" y="24396"/>
                      </a:cubicBezTo>
                      <a:cubicBezTo>
                        <a:pt x="1714" y="24205"/>
                        <a:pt x="1524" y="23729"/>
                        <a:pt x="1334" y="23158"/>
                      </a:cubicBezTo>
                      <a:cubicBezTo>
                        <a:pt x="1048" y="22681"/>
                        <a:pt x="952" y="22205"/>
                        <a:pt x="952" y="21919"/>
                      </a:cubicBezTo>
                      <a:cubicBezTo>
                        <a:pt x="952" y="21443"/>
                        <a:pt x="1429" y="20967"/>
                        <a:pt x="2477" y="20586"/>
                      </a:cubicBezTo>
                      <a:lnTo>
                        <a:pt x="2477" y="2107"/>
                      </a:lnTo>
                      <a:cubicBezTo>
                        <a:pt x="4096" y="1155"/>
                        <a:pt x="6001" y="774"/>
                        <a:pt x="8001" y="774"/>
                      </a:cubicBezTo>
                      <a:cubicBezTo>
                        <a:pt x="9144" y="774"/>
                        <a:pt x="10859" y="964"/>
                        <a:pt x="12954" y="1250"/>
                      </a:cubicBezTo>
                      <a:cubicBezTo>
                        <a:pt x="15050" y="1536"/>
                        <a:pt x="16669" y="1726"/>
                        <a:pt x="17621" y="1726"/>
                      </a:cubicBezTo>
                      <a:cubicBezTo>
                        <a:pt x="18574" y="1726"/>
                        <a:pt x="19336" y="1726"/>
                        <a:pt x="20098" y="1441"/>
                      </a:cubicBezTo>
                      <a:cubicBezTo>
                        <a:pt x="22289" y="488"/>
                        <a:pt x="25908" y="12"/>
                        <a:pt x="31052" y="12"/>
                      </a:cubicBezTo>
                      <a:lnTo>
                        <a:pt x="42958" y="12"/>
                      </a:lnTo>
                      <a:lnTo>
                        <a:pt x="42291" y="1631"/>
                      </a:lnTo>
                      <a:cubicBezTo>
                        <a:pt x="43625" y="774"/>
                        <a:pt x="45434" y="202"/>
                        <a:pt x="47720" y="12"/>
                      </a:cubicBezTo>
                      <a:cubicBezTo>
                        <a:pt x="50482" y="-83"/>
                        <a:pt x="52578" y="393"/>
                        <a:pt x="54102" y="1631"/>
                      </a:cubicBezTo>
                      <a:cubicBezTo>
                        <a:pt x="55055" y="297"/>
                        <a:pt x="56388" y="12"/>
                        <a:pt x="58198" y="774"/>
                      </a:cubicBezTo>
                      <a:cubicBezTo>
                        <a:pt x="60103" y="1441"/>
                        <a:pt x="61436" y="1250"/>
                        <a:pt x="62389" y="107"/>
                      </a:cubicBezTo>
                      <a:cubicBezTo>
                        <a:pt x="62865" y="1441"/>
                        <a:pt x="64294" y="2488"/>
                        <a:pt x="66580" y="3441"/>
                      </a:cubicBezTo>
                      <a:cubicBezTo>
                        <a:pt x="69437" y="4584"/>
                        <a:pt x="71247" y="5632"/>
                        <a:pt x="72009" y="6394"/>
                      </a:cubicBezTo>
                      <a:cubicBezTo>
                        <a:pt x="75152" y="6679"/>
                        <a:pt x="77438" y="8489"/>
                        <a:pt x="78962" y="12013"/>
                      </a:cubicBezTo>
                      <a:cubicBezTo>
                        <a:pt x="79820" y="14585"/>
                        <a:pt x="80772" y="17252"/>
                        <a:pt x="81629" y="19824"/>
                      </a:cubicBezTo>
                      <a:close/>
                      <a:moveTo>
                        <a:pt x="18479" y="40112"/>
                      </a:moveTo>
                      <a:lnTo>
                        <a:pt x="21622" y="38493"/>
                      </a:lnTo>
                      <a:lnTo>
                        <a:pt x="20669" y="36969"/>
                      </a:lnTo>
                      <a:lnTo>
                        <a:pt x="18574" y="40017"/>
                      </a:lnTo>
                      <a:close/>
                      <a:moveTo>
                        <a:pt x="58674" y="39160"/>
                      </a:moveTo>
                      <a:lnTo>
                        <a:pt x="60770" y="25348"/>
                      </a:lnTo>
                      <a:lnTo>
                        <a:pt x="57721" y="25348"/>
                      </a:lnTo>
                      <a:cubicBezTo>
                        <a:pt x="55816" y="23158"/>
                        <a:pt x="54578" y="21062"/>
                        <a:pt x="54102" y="18967"/>
                      </a:cubicBezTo>
                      <a:cubicBezTo>
                        <a:pt x="54102" y="20872"/>
                        <a:pt x="53911" y="22014"/>
                        <a:pt x="53530" y="22205"/>
                      </a:cubicBezTo>
                      <a:cubicBezTo>
                        <a:pt x="52388" y="21062"/>
                        <a:pt x="51911" y="20205"/>
                        <a:pt x="52007" y="19919"/>
                      </a:cubicBezTo>
                      <a:cubicBezTo>
                        <a:pt x="50006" y="18967"/>
                        <a:pt x="48006" y="18586"/>
                        <a:pt x="45911" y="18586"/>
                      </a:cubicBezTo>
                      <a:cubicBezTo>
                        <a:pt x="46767" y="18586"/>
                        <a:pt x="43339" y="18967"/>
                        <a:pt x="35528" y="19919"/>
                      </a:cubicBezTo>
                      <a:cubicBezTo>
                        <a:pt x="35528" y="20205"/>
                        <a:pt x="35814" y="19633"/>
                        <a:pt x="36481" y="18395"/>
                      </a:cubicBezTo>
                      <a:cubicBezTo>
                        <a:pt x="35433" y="18871"/>
                        <a:pt x="34957" y="19252"/>
                        <a:pt x="34957" y="19538"/>
                      </a:cubicBezTo>
                      <a:cubicBezTo>
                        <a:pt x="34957" y="19729"/>
                        <a:pt x="35243" y="20014"/>
                        <a:pt x="35909" y="20395"/>
                      </a:cubicBezTo>
                      <a:cubicBezTo>
                        <a:pt x="36576" y="20776"/>
                        <a:pt x="36862" y="21062"/>
                        <a:pt x="36862" y="21443"/>
                      </a:cubicBezTo>
                      <a:cubicBezTo>
                        <a:pt x="36862" y="21729"/>
                        <a:pt x="36766" y="22014"/>
                        <a:pt x="36481" y="22205"/>
                      </a:cubicBezTo>
                      <a:lnTo>
                        <a:pt x="32766" y="22777"/>
                      </a:lnTo>
                      <a:cubicBezTo>
                        <a:pt x="32290" y="21824"/>
                        <a:pt x="32195" y="20681"/>
                        <a:pt x="32480" y="19157"/>
                      </a:cubicBezTo>
                      <a:cubicBezTo>
                        <a:pt x="32766" y="17728"/>
                        <a:pt x="32575" y="16395"/>
                        <a:pt x="31814" y="15252"/>
                      </a:cubicBezTo>
                      <a:cubicBezTo>
                        <a:pt x="32290" y="18205"/>
                        <a:pt x="31623" y="19729"/>
                        <a:pt x="29718" y="19919"/>
                      </a:cubicBezTo>
                      <a:cubicBezTo>
                        <a:pt x="28861" y="19443"/>
                        <a:pt x="28384" y="18586"/>
                        <a:pt x="28384" y="17538"/>
                      </a:cubicBezTo>
                      <a:cubicBezTo>
                        <a:pt x="28766" y="17157"/>
                        <a:pt x="29051" y="16776"/>
                        <a:pt x="29146" y="16204"/>
                      </a:cubicBezTo>
                      <a:cubicBezTo>
                        <a:pt x="28290" y="17728"/>
                        <a:pt x="27051" y="19443"/>
                        <a:pt x="25336" y="21348"/>
                      </a:cubicBezTo>
                      <a:cubicBezTo>
                        <a:pt x="24099" y="22777"/>
                        <a:pt x="23432" y="23920"/>
                        <a:pt x="23432" y="24872"/>
                      </a:cubicBezTo>
                      <a:cubicBezTo>
                        <a:pt x="23432" y="25825"/>
                        <a:pt x="24099" y="26872"/>
                        <a:pt x="25336" y="27920"/>
                      </a:cubicBezTo>
                      <a:lnTo>
                        <a:pt x="20098" y="30016"/>
                      </a:lnTo>
                      <a:lnTo>
                        <a:pt x="23717" y="30016"/>
                      </a:lnTo>
                      <a:lnTo>
                        <a:pt x="24289" y="38493"/>
                      </a:lnTo>
                      <a:cubicBezTo>
                        <a:pt x="26003" y="38493"/>
                        <a:pt x="28480" y="38874"/>
                        <a:pt x="31909" y="39636"/>
                      </a:cubicBezTo>
                      <a:cubicBezTo>
                        <a:pt x="35338" y="40398"/>
                        <a:pt x="37815" y="40779"/>
                        <a:pt x="39434" y="40779"/>
                      </a:cubicBezTo>
                      <a:cubicBezTo>
                        <a:pt x="41053" y="40779"/>
                        <a:pt x="42577" y="40493"/>
                        <a:pt x="43910" y="40017"/>
                      </a:cubicBezTo>
                      <a:cubicBezTo>
                        <a:pt x="44672" y="40684"/>
                        <a:pt x="45625" y="40969"/>
                        <a:pt x="46767" y="40969"/>
                      </a:cubicBezTo>
                      <a:cubicBezTo>
                        <a:pt x="47816" y="40969"/>
                        <a:pt x="49339" y="40493"/>
                        <a:pt x="51435" y="39636"/>
                      </a:cubicBezTo>
                      <a:cubicBezTo>
                        <a:pt x="53530" y="38683"/>
                        <a:pt x="55150" y="38302"/>
                        <a:pt x="56198" y="38302"/>
                      </a:cubicBezTo>
                      <a:cubicBezTo>
                        <a:pt x="57055" y="38302"/>
                        <a:pt x="57912" y="38588"/>
                        <a:pt x="58674" y="39064"/>
                      </a:cubicBezTo>
                      <a:close/>
                      <a:moveTo>
                        <a:pt x="26670" y="11061"/>
                      </a:moveTo>
                      <a:lnTo>
                        <a:pt x="24193" y="13156"/>
                      </a:lnTo>
                      <a:lnTo>
                        <a:pt x="27432" y="13156"/>
                      </a:lnTo>
                      <a:cubicBezTo>
                        <a:pt x="26861" y="12966"/>
                        <a:pt x="26670" y="12204"/>
                        <a:pt x="26670" y="11061"/>
                      </a:cubicBezTo>
                      <a:close/>
                      <a:moveTo>
                        <a:pt x="25718" y="28015"/>
                      </a:moveTo>
                      <a:lnTo>
                        <a:pt x="28004" y="28015"/>
                      </a:lnTo>
                      <a:cubicBezTo>
                        <a:pt x="28099" y="28492"/>
                        <a:pt x="28004" y="29063"/>
                        <a:pt x="27432" y="29539"/>
                      </a:cubicBezTo>
                      <a:lnTo>
                        <a:pt x="25718" y="29539"/>
                      </a:lnTo>
                      <a:lnTo>
                        <a:pt x="25718" y="28015"/>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 name="Google Shape;1296;p99"/>
                <p:cNvSpPr/>
                <p:nvPr/>
              </p:nvSpPr>
              <p:spPr>
                <a:xfrm>
                  <a:off x="7230332" y="3417569"/>
                  <a:ext cx="101155" cy="126015"/>
                </a:xfrm>
                <a:custGeom>
                  <a:avLst/>
                  <a:gdLst/>
                  <a:ahLst/>
                  <a:cxnLst/>
                  <a:rect l="l" t="t" r="r" b="b"/>
                  <a:pathLst>
                    <a:path w="101155" h="126015" extrusionOk="0">
                      <a:moveTo>
                        <a:pt x="0" y="31052"/>
                      </a:moveTo>
                      <a:lnTo>
                        <a:pt x="2476" y="32004"/>
                      </a:lnTo>
                      <a:lnTo>
                        <a:pt x="3047" y="32576"/>
                      </a:lnTo>
                      <a:lnTo>
                        <a:pt x="0" y="31052"/>
                      </a:lnTo>
                      <a:close/>
                      <a:moveTo>
                        <a:pt x="14192" y="54293"/>
                      </a:moveTo>
                      <a:cubicBezTo>
                        <a:pt x="15144" y="54674"/>
                        <a:pt x="15621" y="54959"/>
                        <a:pt x="15716" y="54959"/>
                      </a:cubicBezTo>
                      <a:cubicBezTo>
                        <a:pt x="15716" y="55531"/>
                        <a:pt x="15430" y="56102"/>
                        <a:pt x="14764" y="56483"/>
                      </a:cubicBezTo>
                      <a:lnTo>
                        <a:pt x="14192" y="56483"/>
                      </a:lnTo>
                      <a:lnTo>
                        <a:pt x="14192" y="54293"/>
                      </a:lnTo>
                      <a:close/>
                      <a:moveTo>
                        <a:pt x="101155" y="107442"/>
                      </a:moveTo>
                      <a:cubicBezTo>
                        <a:pt x="99441" y="108776"/>
                        <a:pt x="98584" y="110681"/>
                        <a:pt x="98584" y="113252"/>
                      </a:cubicBezTo>
                      <a:cubicBezTo>
                        <a:pt x="98679" y="117348"/>
                        <a:pt x="98774" y="119444"/>
                        <a:pt x="98774" y="119634"/>
                      </a:cubicBezTo>
                      <a:cubicBezTo>
                        <a:pt x="98297" y="119825"/>
                        <a:pt x="97536" y="120015"/>
                        <a:pt x="96678" y="120015"/>
                      </a:cubicBezTo>
                      <a:cubicBezTo>
                        <a:pt x="95916" y="120015"/>
                        <a:pt x="94679" y="119825"/>
                        <a:pt x="92964" y="119634"/>
                      </a:cubicBezTo>
                      <a:cubicBezTo>
                        <a:pt x="91344" y="119348"/>
                        <a:pt x="90011" y="119253"/>
                        <a:pt x="89154" y="119253"/>
                      </a:cubicBezTo>
                      <a:cubicBezTo>
                        <a:pt x="86487" y="119253"/>
                        <a:pt x="84963" y="120587"/>
                        <a:pt x="84677" y="123444"/>
                      </a:cubicBezTo>
                      <a:cubicBezTo>
                        <a:pt x="84296" y="121253"/>
                        <a:pt x="83153" y="119444"/>
                        <a:pt x="81057" y="118110"/>
                      </a:cubicBezTo>
                      <a:cubicBezTo>
                        <a:pt x="79629" y="119348"/>
                        <a:pt x="78010" y="119729"/>
                        <a:pt x="76105" y="119253"/>
                      </a:cubicBezTo>
                      <a:cubicBezTo>
                        <a:pt x="73247" y="118110"/>
                        <a:pt x="71723" y="117539"/>
                        <a:pt x="71438" y="117539"/>
                      </a:cubicBezTo>
                      <a:cubicBezTo>
                        <a:pt x="70294" y="117539"/>
                        <a:pt x="69342" y="118110"/>
                        <a:pt x="68389" y="119253"/>
                      </a:cubicBezTo>
                      <a:cubicBezTo>
                        <a:pt x="67627" y="118110"/>
                        <a:pt x="66675" y="117634"/>
                        <a:pt x="65531" y="117634"/>
                      </a:cubicBezTo>
                      <a:cubicBezTo>
                        <a:pt x="64865" y="117634"/>
                        <a:pt x="63627" y="118015"/>
                        <a:pt x="61626" y="118586"/>
                      </a:cubicBezTo>
                      <a:cubicBezTo>
                        <a:pt x="59721" y="119253"/>
                        <a:pt x="58198" y="119444"/>
                        <a:pt x="57245" y="119158"/>
                      </a:cubicBezTo>
                      <a:cubicBezTo>
                        <a:pt x="55054" y="118491"/>
                        <a:pt x="52959" y="118205"/>
                        <a:pt x="50959" y="118205"/>
                      </a:cubicBezTo>
                      <a:cubicBezTo>
                        <a:pt x="48387" y="118205"/>
                        <a:pt x="43529" y="118872"/>
                        <a:pt x="36480" y="120206"/>
                      </a:cubicBezTo>
                      <a:lnTo>
                        <a:pt x="36480" y="121729"/>
                      </a:lnTo>
                      <a:cubicBezTo>
                        <a:pt x="35433" y="119920"/>
                        <a:pt x="33242" y="119063"/>
                        <a:pt x="29718" y="119063"/>
                      </a:cubicBezTo>
                      <a:lnTo>
                        <a:pt x="25146" y="119063"/>
                      </a:lnTo>
                      <a:cubicBezTo>
                        <a:pt x="22574" y="119063"/>
                        <a:pt x="20764" y="118586"/>
                        <a:pt x="19526" y="117443"/>
                      </a:cubicBezTo>
                      <a:cubicBezTo>
                        <a:pt x="19526" y="114110"/>
                        <a:pt x="19526" y="107537"/>
                        <a:pt x="19335" y="97822"/>
                      </a:cubicBezTo>
                      <a:cubicBezTo>
                        <a:pt x="19240" y="89535"/>
                        <a:pt x="19240" y="83153"/>
                        <a:pt x="19335" y="78296"/>
                      </a:cubicBezTo>
                      <a:cubicBezTo>
                        <a:pt x="19621" y="71247"/>
                        <a:pt x="20193" y="65151"/>
                        <a:pt x="21050" y="60008"/>
                      </a:cubicBezTo>
                      <a:cubicBezTo>
                        <a:pt x="20002" y="59341"/>
                        <a:pt x="19335" y="58103"/>
                        <a:pt x="18955" y="56198"/>
                      </a:cubicBezTo>
                      <a:cubicBezTo>
                        <a:pt x="18573" y="54293"/>
                        <a:pt x="18002" y="53150"/>
                        <a:pt x="17240" y="52578"/>
                      </a:cubicBezTo>
                      <a:lnTo>
                        <a:pt x="17050" y="52578"/>
                      </a:lnTo>
                      <a:cubicBezTo>
                        <a:pt x="18288" y="52197"/>
                        <a:pt x="18955" y="51721"/>
                        <a:pt x="18955" y="51054"/>
                      </a:cubicBezTo>
                      <a:cubicBezTo>
                        <a:pt x="18955" y="50768"/>
                        <a:pt x="18764" y="50578"/>
                        <a:pt x="18573" y="50292"/>
                      </a:cubicBezTo>
                      <a:lnTo>
                        <a:pt x="17240" y="48673"/>
                      </a:lnTo>
                      <a:cubicBezTo>
                        <a:pt x="18764" y="48673"/>
                        <a:pt x="19526" y="48196"/>
                        <a:pt x="19526" y="47149"/>
                      </a:cubicBezTo>
                      <a:lnTo>
                        <a:pt x="18573" y="39815"/>
                      </a:lnTo>
                      <a:lnTo>
                        <a:pt x="17812" y="39815"/>
                      </a:lnTo>
                      <a:lnTo>
                        <a:pt x="19526" y="35433"/>
                      </a:lnTo>
                      <a:cubicBezTo>
                        <a:pt x="18669" y="35528"/>
                        <a:pt x="17526" y="35243"/>
                        <a:pt x="16287" y="34481"/>
                      </a:cubicBezTo>
                      <a:cubicBezTo>
                        <a:pt x="18859" y="33433"/>
                        <a:pt x="19907" y="32195"/>
                        <a:pt x="19526" y="30861"/>
                      </a:cubicBezTo>
                      <a:lnTo>
                        <a:pt x="14764" y="30290"/>
                      </a:lnTo>
                      <a:cubicBezTo>
                        <a:pt x="17430" y="30290"/>
                        <a:pt x="19050" y="29813"/>
                        <a:pt x="19526" y="28766"/>
                      </a:cubicBezTo>
                      <a:cubicBezTo>
                        <a:pt x="17812" y="27623"/>
                        <a:pt x="17335" y="26479"/>
                        <a:pt x="18192" y="25527"/>
                      </a:cubicBezTo>
                      <a:lnTo>
                        <a:pt x="20288" y="23051"/>
                      </a:lnTo>
                      <a:cubicBezTo>
                        <a:pt x="20288" y="22289"/>
                        <a:pt x="19431" y="21431"/>
                        <a:pt x="17812" y="20669"/>
                      </a:cubicBezTo>
                      <a:cubicBezTo>
                        <a:pt x="18002" y="18669"/>
                        <a:pt x="19335" y="17336"/>
                        <a:pt x="21621" y="16954"/>
                      </a:cubicBezTo>
                      <a:cubicBezTo>
                        <a:pt x="23907" y="16478"/>
                        <a:pt x="25241" y="16002"/>
                        <a:pt x="25432" y="15526"/>
                      </a:cubicBezTo>
                      <a:lnTo>
                        <a:pt x="25241" y="16859"/>
                      </a:lnTo>
                      <a:cubicBezTo>
                        <a:pt x="26670" y="16669"/>
                        <a:pt x="28098" y="16859"/>
                        <a:pt x="29432" y="17907"/>
                      </a:cubicBezTo>
                      <a:cubicBezTo>
                        <a:pt x="30861" y="18764"/>
                        <a:pt x="31718" y="19241"/>
                        <a:pt x="32194" y="19241"/>
                      </a:cubicBezTo>
                      <a:cubicBezTo>
                        <a:pt x="32956" y="19241"/>
                        <a:pt x="33814" y="18479"/>
                        <a:pt x="34861" y="16859"/>
                      </a:cubicBezTo>
                      <a:cubicBezTo>
                        <a:pt x="36671" y="17526"/>
                        <a:pt x="37909" y="17812"/>
                        <a:pt x="38481" y="17717"/>
                      </a:cubicBezTo>
                      <a:lnTo>
                        <a:pt x="39052" y="15335"/>
                      </a:lnTo>
                      <a:lnTo>
                        <a:pt x="39052" y="17717"/>
                      </a:lnTo>
                      <a:lnTo>
                        <a:pt x="43910" y="18479"/>
                      </a:lnTo>
                      <a:cubicBezTo>
                        <a:pt x="43910" y="23622"/>
                        <a:pt x="44386" y="26575"/>
                        <a:pt x="45434" y="27337"/>
                      </a:cubicBezTo>
                      <a:cubicBezTo>
                        <a:pt x="45053" y="28194"/>
                        <a:pt x="44196" y="28861"/>
                        <a:pt x="42863" y="29242"/>
                      </a:cubicBezTo>
                      <a:cubicBezTo>
                        <a:pt x="41624" y="29623"/>
                        <a:pt x="40291" y="30004"/>
                        <a:pt x="39052" y="30385"/>
                      </a:cubicBezTo>
                      <a:lnTo>
                        <a:pt x="43910" y="32480"/>
                      </a:lnTo>
                      <a:cubicBezTo>
                        <a:pt x="42957" y="33242"/>
                        <a:pt x="42481" y="34290"/>
                        <a:pt x="42481" y="35528"/>
                      </a:cubicBezTo>
                      <a:cubicBezTo>
                        <a:pt x="42481" y="36290"/>
                        <a:pt x="42863" y="37624"/>
                        <a:pt x="43339" y="39815"/>
                      </a:cubicBezTo>
                      <a:cubicBezTo>
                        <a:pt x="43910" y="41815"/>
                        <a:pt x="44196" y="43434"/>
                        <a:pt x="44196" y="44387"/>
                      </a:cubicBezTo>
                      <a:cubicBezTo>
                        <a:pt x="44196" y="45244"/>
                        <a:pt x="44100" y="46101"/>
                        <a:pt x="43815" y="46673"/>
                      </a:cubicBezTo>
                      <a:lnTo>
                        <a:pt x="42291" y="46673"/>
                      </a:lnTo>
                      <a:cubicBezTo>
                        <a:pt x="42481" y="47625"/>
                        <a:pt x="42767" y="48387"/>
                        <a:pt x="43053" y="49244"/>
                      </a:cubicBezTo>
                      <a:cubicBezTo>
                        <a:pt x="43529" y="50768"/>
                        <a:pt x="44482" y="51435"/>
                        <a:pt x="45910" y="51149"/>
                      </a:cubicBezTo>
                      <a:cubicBezTo>
                        <a:pt x="43719" y="54578"/>
                        <a:pt x="42576" y="57531"/>
                        <a:pt x="42576" y="59817"/>
                      </a:cubicBezTo>
                      <a:cubicBezTo>
                        <a:pt x="42576" y="61246"/>
                        <a:pt x="43053" y="62484"/>
                        <a:pt x="43815" y="63627"/>
                      </a:cubicBezTo>
                      <a:cubicBezTo>
                        <a:pt x="43053" y="64008"/>
                        <a:pt x="42576" y="64484"/>
                        <a:pt x="42576" y="64961"/>
                      </a:cubicBezTo>
                      <a:cubicBezTo>
                        <a:pt x="42576" y="65246"/>
                        <a:pt x="42767" y="65627"/>
                        <a:pt x="43053" y="66199"/>
                      </a:cubicBezTo>
                      <a:cubicBezTo>
                        <a:pt x="43339" y="66770"/>
                        <a:pt x="43624" y="67151"/>
                        <a:pt x="43719" y="67437"/>
                      </a:cubicBezTo>
                      <a:cubicBezTo>
                        <a:pt x="43148" y="69723"/>
                        <a:pt x="42957" y="72390"/>
                        <a:pt x="42957" y="75343"/>
                      </a:cubicBezTo>
                      <a:cubicBezTo>
                        <a:pt x="42957" y="77153"/>
                        <a:pt x="43148" y="80772"/>
                        <a:pt x="43529" y="86106"/>
                      </a:cubicBezTo>
                      <a:cubicBezTo>
                        <a:pt x="43910" y="90488"/>
                        <a:pt x="44005" y="93821"/>
                        <a:pt x="43719" y="96298"/>
                      </a:cubicBezTo>
                      <a:cubicBezTo>
                        <a:pt x="42386" y="96298"/>
                        <a:pt x="41624" y="96012"/>
                        <a:pt x="41338" y="95441"/>
                      </a:cubicBezTo>
                      <a:cubicBezTo>
                        <a:pt x="40862" y="95917"/>
                        <a:pt x="40576" y="96393"/>
                        <a:pt x="40576" y="97060"/>
                      </a:cubicBezTo>
                      <a:cubicBezTo>
                        <a:pt x="40957" y="97917"/>
                        <a:pt x="41434" y="98393"/>
                        <a:pt x="41910" y="98393"/>
                      </a:cubicBezTo>
                      <a:cubicBezTo>
                        <a:pt x="42196" y="98393"/>
                        <a:pt x="42767" y="98203"/>
                        <a:pt x="43624" y="97822"/>
                      </a:cubicBezTo>
                      <a:cubicBezTo>
                        <a:pt x="44196" y="97536"/>
                        <a:pt x="44767" y="97536"/>
                        <a:pt x="45148" y="97822"/>
                      </a:cubicBezTo>
                      <a:lnTo>
                        <a:pt x="45720" y="99917"/>
                      </a:lnTo>
                      <a:lnTo>
                        <a:pt x="49339" y="97822"/>
                      </a:lnTo>
                      <a:lnTo>
                        <a:pt x="89821" y="97822"/>
                      </a:lnTo>
                      <a:lnTo>
                        <a:pt x="90392" y="96298"/>
                      </a:lnTo>
                      <a:cubicBezTo>
                        <a:pt x="90773" y="97155"/>
                        <a:pt x="91344" y="97631"/>
                        <a:pt x="92107" y="97631"/>
                      </a:cubicBezTo>
                      <a:cubicBezTo>
                        <a:pt x="92487" y="97631"/>
                        <a:pt x="93154" y="97441"/>
                        <a:pt x="94106" y="97060"/>
                      </a:cubicBezTo>
                      <a:cubicBezTo>
                        <a:pt x="95059" y="96584"/>
                        <a:pt x="95821" y="96488"/>
                        <a:pt x="96298" y="96488"/>
                      </a:cubicBezTo>
                      <a:cubicBezTo>
                        <a:pt x="97536" y="96488"/>
                        <a:pt x="98488" y="97441"/>
                        <a:pt x="99155" y="99346"/>
                      </a:cubicBezTo>
                      <a:cubicBezTo>
                        <a:pt x="98679" y="100108"/>
                        <a:pt x="98393" y="100965"/>
                        <a:pt x="98393" y="101918"/>
                      </a:cubicBezTo>
                      <a:cubicBezTo>
                        <a:pt x="98393" y="103632"/>
                        <a:pt x="99155" y="105346"/>
                        <a:pt x="100774" y="107252"/>
                      </a:cubicBezTo>
                      <a:close/>
                      <a:moveTo>
                        <a:pt x="24765" y="58008"/>
                      </a:moveTo>
                      <a:lnTo>
                        <a:pt x="24765" y="55912"/>
                      </a:lnTo>
                      <a:lnTo>
                        <a:pt x="22288" y="54959"/>
                      </a:lnTo>
                      <a:lnTo>
                        <a:pt x="24765" y="58008"/>
                      </a:lnTo>
                      <a:close/>
                      <a:moveTo>
                        <a:pt x="25908" y="13335"/>
                      </a:moveTo>
                      <a:cubicBezTo>
                        <a:pt x="26003" y="14192"/>
                        <a:pt x="25908" y="15050"/>
                        <a:pt x="25527" y="15621"/>
                      </a:cubicBezTo>
                      <a:lnTo>
                        <a:pt x="25908" y="13335"/>
                      </a:lnTo>
                      <a:close/>
                      <a:moveTo>
                        <a:pt x="30575" y="11811"/>
                      </a:moveTo>
                      <a:cubicBezTo>
                        <a:pt x="29908" y="11621"/>
                        <a:pt x="29432" y="10668"/>
                        <a:pt x="29241" y="8954"/>
                      </a:cubicBezTo>
                      <a:cubicBezTo>
                        <a:pt x="29241" y="7429"/>
                        <a:pt x="29241" y="6668"/>
                        <a:pt x="29432" y="6668"/>
                      </a:cubicBezTo>
                      <a:cubicBezTo>
                        <a:pt x="29813" y="6953"/>
                        <a:pt x="30194" y="7906"/>
                        <a:pt x="30575" y="9716"/>
                      </a:cubicBezTo>
                      <a:lnTo>
                        <a:pt x="30575" y="11811"/>
                      </a:lnTo>
                      <a:close/>
                      <a:moveTo>
                        <a:pt x="37147" y="100203"/>
                      </a:moveTo>
                      <a:lnTo>
                        <a:pt x="39243" y="98108"/>
                      </a:lnTo>
                      <a:cubicBezTo>
                        <a:pt x="37814" y="98108"/>
                        <a:pt x="35909" y="97917"/>
                        <a:pt x="33528" y="97346"/>
                      </a:cubicBezTo>
                      <a:lnTo>
                        <a:pt x="33528" y="99632"/>
                      </a:lnTo>
                      <a:cubicBezTo>
                        <a:pt x="33528" y="99632"/>
                        <a:pt x="32766" y="99536"/>
                        <a:pt x="32385" y="98870"/>
                      </a:cubicBezTo>
                      <a:lnTo>
                        <a:pt x="30575" y="101156"/>
                      </a:lnTo>
                      <a:lnTo>
                        <a:pt x="34385" y="101156"/>
                      </a:lnTo>
                      <a:lnTo>
                        <a:pt x="34385" y="100203"/>
                      </a:lnTo>
                      <a:lnTo>
                        <a:pt x="36480" y="98870"/>
                      </a:lnTo>
                      <a:cubicBezTo>
                        <a:pt x="37147" y="99536"/>
                        <a:pt x="37338" y="99917"/>
                        <a:pt x="37052" y="100203"/>
                      </a:cubicBezTo>
                      <a:close/>
                      <a:moveTo>
                        <a:pt x="35623" y="56483"/>
                      </a:moveTo>
                      <a:lnTo>
                        <a:pt x="32861" y="59531"/>
                      </a:lnTo>
                      <a:cubicBezTo>
                        <a:pt x="32861" y="59531"/>
                        <a:pt x="33623" y="59150"/>
                        <a:pt x="33909" y="59150"/>
                      </a:cubicBezTo>
                      <a:lnTo>
                        <a:pt x="34099" y="59150"/>
                      </a:lnTo>
                      <a:lnTo>
                        <a:pt x="34099" y="62389"/>
                      </a:lnTo>
                      <a:lnTo>
                        <a:pt x="34480" y="62198"/>
                      </a:lnTo>
                      <a:lnTo>
                        <a:pt x="35052" y="62198"/>
                      </a:lnTo>
                      <a:lnTo>
                        <a:pt x="35623" y="56483"/>
                      </a:lnTo>
                      <a:close/>
                      <a:moveTo>
                        <a:pt x="37147" y="14002"/>
                      </a:moveTo>
                      <a:cubicBezTo>
                        <a:pt x="37052" y="14573"/>
                        <a:pt x="36576" y="15050"/>
                        <a:pt x="35623" y="15335"/>
                      </a:cubicBezTo>
                      <a:cubicBezTo>
                        <a:pt x="34671" y="15716"/>
                        <a:pt x="34004" y="15621"/>
                        <a:pt x="33528" y="14954"/>
                      </a:cubicBezTo>
                      <a:cubicBezTo>
                        <a:pt x="33718" y="13430"/>
                        <a:pt x="34385" y="12668"/>
                        <a:pt x="35623" y="12668"/>
                      </a:cubicBezTo>
                      <a:cubicBezTo>
                        <a:pt x="36195" y="12668"/>
                        <a:pt x="36766" y="13145"/>
                        <a:pt x="37147" y="14002"/>
                      </a:cubicBezTo>
                      <a:close/>
                      <a:moveTo>
                        <a:pt x="38100" y="26670"/>
                      </a:moveTo>
                      <a:cubicBezTo>
                        <a:pt x="38100" y="26670"/>
                        <a:pt x="37623" y="26861"/>
                        <a:pt x="37338" y="26861"/>
                      </a:cubicBezTo>
                      <a:cubicBezTo>
                        <a:pt x="36956" y="26861"/>
                        <a:pt x="36576" y="26575"/>
                        <a:pt x="36004" y="26003"/>
                      </a:cubicBezTo>
                      <a:cubicBezTo>
                        <a:pt x="35433" y="25432"/>
                        <a:pt x="34957" y="25146"/>
                        <a:pt x="34385" y="25146"/>
                      </a:cubicBezTo>
                      <a:lnTo>
                        <a:pt x="34957" y="27432"/>
                      </a:lnTo>
                      <a:cubicBezTo>
                        <a:pt x="36956" y="27432"/>
                        <a:pt x="38005" y="27146"/>
                        <a:pt x="38005" y="26670"/>
                      </a:cubicBezTo>
                      <a:close/>
                      <a:moveTo>
                        <a:pt x="38671" y="38576"/>
                      </a:moveTo>
                      <a:cubicBezTo>
                        <a:pt x="37719" y="38386"/>
                        <a:pt x="36576" y="38576"/>
                        <a:pt x="35052" y="39338"/>
                      </a:cubicBezTo>
                      <a:cubicBezTo>
                        <a:pt x="35909" y="39624"/>
                        <a:pt x="37147" y="39338"/>
                        <a:pt x="38671" y="38576"/>
                      </a:cubicBezTo>
                      <a:close/>
                      <a:moveTo>
                        <a:pt x="37147" y="19336"/>
                      </a:moveTo>
                      <a:lnTo>
                        <a:pt x="37147" y="21431"/>
                      </a:lnTo>
                      <a:lnTo>
                        <a:pt x="38100" y="21431"/>
                      </a:lnTo>
                      <a:lnTo>
                        <a:pt x="38100" y="19336"/>
                      </a:lnTo>
                      <a:lnTo>
                        <a:pt x="37147" y="19336"/>
                      </a:lnTo>
                      <a:close/>
                      <a:moveTo>
                        <a:pt x="41814" y="100108"/>
                      </a:moveTo>
                      <a:lnTo>
                        <a:pt x="41814" y="98774"/>
                      </a:lnTo>
                      <a:lnTo>
                        <a:pt x="41053" y="99536"/>
                      </a:lnTo>
                      <a:lnTo>
                        <a:pt x="41814" y="100108"/>
                      </a:lnTo>
                      <a:close/>
                      <a:moveTo>
                        <a:pt x="46863" y="63151"/>
                      </a:moveTo>
                      <a:lnTo>
                        <a:pt x="44672" y="59436"/>
                      </a:lnTo>
                      <a:lnTo>
                        <a:pt x="48387" y="61532"/>
                      </a:lnTo>
                      <a:lnTo>
                        <a:pt x="46863" y="63056"/>
                      </a:lnTo>
                      <a:close/>
                      <a:moveTo>
                        <a:pt x="49911" y="571"/>
                      </a:moveTo>
                      <a:lnTo>
                        <a:pt x="48387" y="2762"/>
                      </a:lnTo>
                      <a:lnTo>
                        <a:pt x="46863" y="0"/>
                      </a:lnTo>
                      <a:lnTo>
                        <a:pt x="49911" y="571"/>
                      </a:lnTo>
                      <a:close/>
                      <a:moveTo>
                        <a:pt x="48387" y="15431"/>
                      </a:moveTo>
                      <a:cubicBezTo>
                        <a:pt x="49053" y="15716"/>
                        <a:pt x="49530" y="15431"/>
                        <a:pt x="49911" y="14859"/>
                      </a:cubicBezTo>
                      <a:lnTo>
                        <a:pt x="48387" y="13335"/>
                      </a:lnTo>
                      <a:cubicBezTo>
                        <a:pt x="50196" y="12764"/>
                        <a:pt x="51149" y="12954"/>
                        <a:pt x="51149" y="13907"/>
                      </a:cubicBezTo>
                      <a:cubicBezTo>
                        <a:pt x="51149" y="13621"/>
                        <a:pt x="50768" y="14669"/>
                        <a:pt x="49911" y="16954"/>
                      </a:cubicBezTo>
                      <a:lnTo>
                        <a:pt x="48387" y="15431"/>
                      </a:lnTo>
                      <a:close/>
                      <a:moveTo>
                        <a:pt x="50672" y="45815"/>
                      </a:moveTo>
                      <a:lnTo>
                        <a:pt x="48387" y="44672"/>
                      </a:lnTo>
                      <a:cubicBezTo>
                        <a:pt x="49530" y="42577"/>
                        <a:pt x="50672" y="41624"/>
                        <a:pt x="51911" y="41624"/>
                      </a:cubicBezTo>
                      <a:cubicBezTo>
                        <a:pt x="52292" y="41624"/>
                        <a:pt x="52673" y="41815"/>
                        <a:pt x="53054" y="42196"/>
                      </a:cubicBezTo>
                      <a:cubicBezTo>
                        <a:pt x="53340" y="43148"/>
                        <a:pt x="53149" y="43815"/>
                        <a:pt x="52578" y="44291"/>
                      </a:cubicBezTo>
                      <a:cubicBezTo>
                        <a:pt x="52006" y="44768"/>
                        <a:pt x="51435" y="45339"/>
                        <a:pt x="50768" y="45815"/>
                      </a:cubicBezTo>
                      <a:close/>
                      <a:moveTo>
                        <a:pt x="50672" y="69056"/>
                      </a:moveTo>
                      <a:lnTo>
                        <a:pt x="53721" y="69056"/>
                      </a:lnTo>
                      <a:lnTo>
                        <a:pt x="49911" y="69628"/>
                      </a:lnTo>
                      <a:lnTo>
                        <a:pt x="50672" y="69056"/>
                      </a:lnTo>
                      <a:close/>
                      <a:moveTo>
                        <a:pt x="51435" y="4953"/>
                      </a:moveTo>
                      <a:lnTo>
                        <a:pt x="51435" y="7429"/>
                      </a:lnTo>
                      <a:lnTo>
                        <a:pt x="50672" y="7429"/>
                      </a:lnTo>
                      <a:lnTo>
                        <a:pt x="51435" y="4953"/>
                      </a:lnTo>
                      <a:close/>
                      <a:moveTo>
                        <a:pt x="54387" y="31909"/>
                      </a:moveTo>
                      <a:cubicBezTo>
                        <a:pt x="54292" y="32861"/>
                        <a:pt x="54197" y="33719"/>
                        <a:pt x="54197" y="34766"/>
                      </a:cubicBezTo>
                      <a:cubicBezTo>
                        <a:pt x="54007" y="35243"/>
                        <a:pt x="53911" y="35719"/>
                        <a:pt x="53816" y="36100"/>
                      </a:cubicBezTo>
                      <a:lnTo>
                        <a:pt x="51530" y="33338"/>
                      </a:lnTo>
                      <a:lnTo>
                        <a:pt x="54483" y="31814"/>
                      </a:lnTo>
                      <a:close/>
                      <a:moveTo>
                        <a:pt x="52292" y="56293"/>
                      </a:moveTo>
                      <a:lnTo>
                        <a:pt x="53816" y="56293"/>
                      </a:lnTo>
                      <a:lnTo>
                        <a:pt x="51530" y="57817"/>
                      </a:lnTo>
                      <a:lnTo>
                        <a:pt x="52292" y="56293"/>
                      </a:lnTo>
                      <a:close/>
                      <a:moveTo>
                        <a:pt x="61150" y="15335"/>
                      </a:moveTo>
                      <a:cubicBezTo>
                        <a:pt x="59341" y="16002"/>
                        <a:pt x="58102" y="16193"/>
                        <a:pt x="57531" y="16097"/>
                      </a:cubicBezTo>
                      <a:lnTo>
                        <a:pt x="59626" y="13240"/>
                      </a:lnTo>
                      <a:lnTo>
                        <a:pt x="61150" y="15335"/>
                      </a:lnTo>
                      <a:close/>
                      <a:moveTo>
                        <a:pt x="66484" y="42101"/>
                      </a:moveTo>
                      <a:lnTo>
                        <a:pt x="66484" y="46673"/>
                      </a:lnTo>
                      <a:lnTo>
                        <a:pt x="65531" y="46673"/>
                      </a:lnTo>
                      <a:lnTo>
                        <a:pt x="65531" y="42101"/>
                      </a:lnTo>
                      <a:lnTo>
                        <a:pt x="66484" y="42101"/>
                      </a:lnTo>
                      <a:close/>
                      <a:moveTo>
                        <a:pt x="84963" y="123349"/>
                      </a:moveTo>
                      <a:cubicBezTo>
                        <a:pt x="85248" y="124111"/>
                        <a:pt x="85248" y="124968"/>
                        <a:pt x="84963" y="126016"/>
                      </a:cubicBezTo>
                      <a:lnTo>
                        <a:pt x="84963" y="123349"/>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 name="Google Shape;1297;p99"/>
                <p:cNvSpPr/>
                <p:nvPr/>
              </p:nvSpPr>
              <p:spPr>
                <a:xfrm>
                  <a:off x="7335201" y="3433762"/>
                  <a:ext cx="93250" cy="103536"/>
                </a:xfrm>
                <a:custGeom>
                  <a:avLst/>
                  <a:gdLst/>
                  <a:ahLst/>
                  <a:cxnLst/>
                  <a:rect l="l" t="t" r="r" b="b"/>
                  <a:pathLst>
                    <a:path w="93250" h="103536" extrusionOk="0">
                      <a:moveTo>
                        <a:pt x="83154" y="1905"/>
                      </a:moveTo>
                      <a:cubicBezTo>
                        <a:pt x="84106" y="6287"/>
                        <a:pt x="84677" y="9049"/>
                        <a:pt x="84677" y="10382"/>
                      </a:cubicBezTo>
                      <a:cubicBezTo>
                        <a:pt x="84677" y="13240"/>
                        <a:pt x="83630" y="15621"/>
                        <a:pt x="81629" y="17716"/>
                      </a:cubicBezTo>
                      <a:lnTo>
                        <a:pt x="84297" y="18288"/>
                      </a:lnTo>
                      <a:cubicBezTo>
                        <a:pt x="82011" y="19717"/>
                        <a:pt x="80391" y="20384"/>
                        <a:pt x="79439" y="20384"/>
                      </a:cubicBezTo>
                      <a:cubicBezTo>
                        <a:pt x="78391" y="20384"/>
                        <a:pt x="77629" y="19907"/>
                        <a:pt x="76962" y="18860"/>
                      </a:cubicBezTo>
                      <a:lnTo>
                        <a:pt x="28480" y="19812"/>
                      </a:lnTo>
                      <a:cubicBezTo>
                        <a:pt x="28766" y="20860"/>
                        <a:pt x="28956" y="21907"/>
                        <a:pt x="28956" y="23051"/>
                      </a:cubicBezTo>
                      <a:cubicBezTo>
                        <a:pt x="28956" y="24384"/>
                        <a:pt x="28575" y="26384"/>
                        <a:pt x="28099" y="29146"/>
                      </a:cubicBezTo>
                      <a:cubicBezTo>
                        <a:pt x="27527" y="31909"/>
                        <a:pt x="27242" y="34004"/>
                        <a:pt x="27242" y="35338"/>
                      </a:cubicBezTo>
                      <a:cubicBezTo>
                        <a:pt x="27242" y="36862"/>
                        <a:pt x="27527" y="38386"/>
                        <a:pt x="28004" y="39719"/>
                      </a:cubicBezTo>
                      <a:cubicBezTo>
                        <a:pt x="30290" y="41243"/>
                        <a:pt x="33528" y="42005"/>
                        <a:pt x="37529" y="42005"/>
                      </a:cubicBezTo>
                      <a:cubicBezTo>
                        <a:pt x="41053" y="42005"/>
                        <a:pt x="44578" y="41529"/>
                        <a:pt x="48196" y="40481"/>
                      </a:cubicBezTo>
                      <a:lnTo>
                        <a:pt x="47244" y="40481"/>
                      </a:lnTo>
                      <a:lnTo>
                        <a:pt x="47244" y="38195"/>
                      </a:lnTo>
                      <a:lnTo>
                        <a:pt x="48196" y="38195"/>
                      </a:lnTo>
                      <a:cubicBezTo>
                        <a:pt x="48196" y="38195"/>
                        <a:pt x="48006" y="38862"/>
                        <a:pt x="48006" y="39148"/>
                      </a:cubicBezTo>
                      <a:cubicBezTo>
                        <a:pt x="48006" y="39814"/>
                        <a:pt x="48292" y="40291"/>
                        <a:pt x="48959" y="40862"/>
                      </a:cubicBezTo>
                      <a:cubicBezTo>
                        <a:pt x="49530" y="41243"/>
                        <a:pt x="50197" y="41720"/>
                        <a:pt x="50864" y="42101"/>
                      </a:cubicBezTo>
                      <a:cubicBezTo>
                        <a:pt x="50864" y="42101"/>
                        <a:pt x="52864" y="42101"/>
                        <a:pt x="56484" y="41910"/>
                      </a:cubicBezTo>
                      <a:cubicBezTo>
                        <a:pt x="58770" y="41815"/>
                        <a:pt x="60674" y="41910"/>
                        <a:pt x="62294" y="42101"/>
                      </a:cubicBezTo>
                      <a:cubicBezTo>
                        <a:pt x="64294" y="42386"/>
                        <a:pt x="66104" y="43148"/>
                        <a:pt x="67533" y="44387"/>
                      </a:cubicBezTo>
                      <a:cubicBezTo>
                        <a:pt x="69056" y="45625"/>
                        <a:pt x="69818" y="47244"/>
                        <a:pt x="69818" y="49149"/>
                      </a:cubicBezTo>
                      <a:cubicBezTo>
                        <a:pt x="69818" y="50102"/>
                        <a:pt x="69533" y="51626"/>
                        <a:pt x="69056" y="53816"/>
                      </a:cubicBezTo>
                      <a:cubicBezTo>
                        <a:pt x="68580" y="56007"/>
                        <a:pt x="68295" y="57721"/>
                        <a:pt x="68295" y="58960"/>
                      </a:cubicBezTo>
                      <a:cubicBezTo>
                        <a:pt x="66199" y="61531"/>
                        <a:pt x="63055" y="62770"/>
                        <a:pt x="58674" y="62770"/>
                      </a:cubicBezTo>
                      <a:cubicBezTo>
                        <a:pt x="57245" y="62770"/>
                        <a:pt x="54959" y="62579"/>
                        <a:pt x="51721" y="62198"/>
                      </a:cubicBezTo>
                      <a:cubicBezTo>
                        <a:pt x="48578" y="61817"/>
                        <a:pt x="46197" y="61627"/>
                        <a:pt x="44768" y="61627"/>
                      </a:cubicBezTo>
                      <a:cubicBezTo>
                        <a:pt x="43244" y="61627"/>
                        <a:pt x="41910" y="61722"/>
                        <a:pt x="40672" y="62008"/>
                      </a:cubicBezTo>
                      <a:cubicBezTo>
                        <a:pt x="39720" y="61341"/>
                        <a:pt x="38577" y="61055"/>
                        <a:pt x="37434" y="61055"/>
                      </a:cubicBezTo>
                      <a:cubicBezTo>
                        <a:pt x="36005" y="61055"/>
                        <a:pt x="34004" y="62008"/>
                        <a:pt x="31528" y="63722"/>
                      </a:cubicBezTo>
                      <a:cubicBezTo>
                        <a:pt x="28956" y="65532"/>
                        <a:pt x="27051" y="66485"/>
                        <a:pt x="25718" y="66485"/>
                      </a:cubicBezTo>
                      <a:cubicBezTo>
                        <a:pt x="24194" y="66485"/>
                        <a:pt x="22670" y="65722"/>
                        <a:pt x="21336" y="64294"/>
                      </a:cubicBezTo>
                      <a:lnTo>
                        <a:pt x="20574" y="67056"/>
                      </a:lnTo>
                      <a:cubicBezTo>
                        <a:pt x="20003" y="67056"/>
                        <a:pt x="19241" y="66865"/>
                        <a:pt x="18098" y="66389"/>
                      </a:cubicBezTo>
                      <a:cubicBezTo>
                        <a:pt x="16955" y="66008"/>
                        <a:pt x="16097" y="65722"/>
                        <a:pt x="15621" y="65722"/>
                      </a:cubicBezTo>
                      <a:cubicBezTo>
                        <a:pt x="14669" y="65722"/>
                        <a:pt x="13907" y="66199"/>
                        <a:pt x="13335" y="67056"/>
                      </a:cubicBezTo>
                      <a:cubicBezTo>
                        <a:pt x="16003" y="69152"/>
                        <a:pt x="19050" y="69913"/>
                        <a:pt x="22384" y="69532"/>
                      </a:cubicBezTo>
                      <a:lnTo>
                        <a:pt x="20670" y="70676"/>
                      </a:lnTo>
                      <a:cubicBezTo>
                        <a:pt x="22193" y="70771"/>
                        <a:pt x="23718" y="70866"/>
                        <a:pt x="25241" y="71056"/>
                      </a:cubicBezTo>
                      <a:cubicBezTo>
                        <a:pt x="27147" y="71533"/>
                        <a:pt x="28385" y="72580"/>
                        <a:pt x="28766" y="73914"/>
                      </a:cubicBezTo>
                      <a:cubicBezTo>
                        <a:pt x="28956" y="75724"/>
                        <a:pt x="29052" y="77438"/>
                        <a:pt x="29337" y="79057"/>
                      </a:cubicBezTo>
                      <a:cubicBezTo>
                        <a:pt x="29528" y="80677"/>
                        <a:pt x="30671" y="81534"/>
                        <a:pt x="32576" y="81820"/>
                      </a:cubicBezTo>
                      <a:cubicBezTo>
                        <a:pt x="35433" y="81629"/>
                        <a:pt x="40100" y="81820"/>
                        <a:pt x="46673" y="82010"/>
                      </a:cubicBezTo>
                      <a:cubicBezTo>
                        <a:pt x="52674" y="82201"/>
                        <a:pt x="57245" y="82201"/>
                        <a:pt x="60484" y="82010"/>
                      </a:cubicBezTo>
                      <a:cubicBezTo>
                        <a:pt x="65723" y="81629"/>
                        <a:pt x="70390" y="80867"/>
                        <a:pt x="74390" y="79724"/>
                      </a:cubicBezTo>
                      <a:cubicBezTo>
                        <a:pt x="74009" y="80772"/>
                        <a:pt x="74486" y="81344"/>
                        <a:pt x="75915" y="81439"/>
                      </a:cubicBezTo>
                      <a:lnTo>
                        <a:pt x="79153" y="81439"/>
                      </a:lnTo>
                      <a:cubicBezTo>
                        <a:pt x="79915" y="81439"/>
                        <a:pt x="80486" y="81534"/>
                        <a:pt x="80963" y="81820"/>
                      </a:cubicBezTo>
                      <a:lnTo>
                        <a:pt x="83439" y="81820"/>
                      </a:lnTo>
                      <a:cubicBezTo>
                        <a:pt x="84201" y="90869"/>
                        <a:pt x="84582" y="94869"/>
                        <a:pt x="84582" y="93536"/>
                      </a:cubicBezTo>
                      <a:cubicBezTo>
                        <a:pt x="84582" y="97060"/>
                        <a:pt x="83820" y="99822"/>
                        <a:pt x="82487" y="102013"/>
                      </a:cubicBezTo>
                      <a:cubicBezTo>
                        <a:pt x="79534" y="102489"/>
                        <a:pt x="76295" y="102775"/>
                        <a:pt x="72676" y="102775"/>
                      </a:cubicBezTo>
                      <a:lnTo>
                        <a:pt x="57245" y="102775"/>
                      </a:lnTo>
                      <a:cubicBezTo>
                        <a:pt x="53245" y="102775"/>
                        <a:pt x="49816" y="102965"/>
                        <a:pt x="46863" y="103537"/>
                      </a:cubicBezTo>
                      <a:cubicBezTo>
                        <a:pt x="45054" y="103061"/>
                        <a:pt x="41339" y="102870"/>
                        <a:pt x="35624" y="102965"/>
                      </a:cubicBezTo>
                      <a:cubicBezTo>
                        <a:pt x="31147" y="102965"/>
                        <a:pt x="27623" y="102108"/>
                        <a:pt x="25051" y="100394"/>
                      </a:cubicBezTo>
                      <a:cubicBezTo>
                        <a:pt x="23432" y="101918"/>
                        <a:pt x="20765" y="102775"/>
                        <a:pt x="17050" y="102775"/>
                      </a:cubicBezTo>
                      <a:cubicBezTo>
                        <a:pt x="15907" y="102775"/>
                        <a:pt x="12859" y="102394"/>
                        <a:pt x="8001" y="101822"/>
                      </a:cubicBezTo>
                      <a:cubicBezTo>
                        <a:pt x="5239" y="100108"/>
                        <a:pt x="3906" y="96964"/>
                        <a:pt x="3906" y="92107"/>
                      </a:cubicBezTo>
                      <a:cubicBezTo>
                        <a:pt x="3906" y="91154"/>
                        <a:pt x="3906" y="89726"/>
                        <a:pt x="4096" y="87821"/>
                      </a:cubicBezTo>
                      <a:cubicBezTo>
                        <a:pt x="4191" y="86011"/>
                        <a:pt x="4286" y="84677"/>
                        <a:pt x="4286" y="83915"/>
                      </a:cubicBezTo>
                      <a:lnTo>
                        <a:pt x="5239" y="46006"/>
                      </a:lnTo>
                      <a:cubicBezTo>
                        <a:pt x="4668" y="44577"/>
                        <a:pt x="4286" y="42672"/>
                        <a:pt x="4286" y="40196"/>
                      </a:cubicBezTo>
                      <a:cubicBezTo>
                        <a:pt x="4286" y="39338"/>
                        <a:pt x="4286" y="37910"/>
                        <a:pt x="4477" y="36100"/>
                      </a:cubicBezTo>
                      <a:cubicBezTo>
                        <a:pt x="4572" y="34290"/>
                        <a:pt x="4668" y="32956"/>
                        <a:pt x="4668" y="32195"/>
                      </a:cubicBezTo>
                      <a:cubicBezTo>
                        <a:pt x="4668" y="27337"/>
                        <a:pt x="3048" y="24765"/>
                        <a:pt x="0" y="24670"/>
                      </a:cubicBezTo>
                      <a:cubicBezTo>
                        <a:pt x="3810" y="23622"/>
                        <a:pt x="5620" y="20574"/>
                        <a:pt x="5429" y="15240"/>
                      </a:cubicBezTo>
                      <a:cubicBezTo>
                        <a:pt x="5049" y="7429"/>
                        <a:pt x="4953" y="3143"/>
                        <a:pt x="5239" y="2381"/>
                      </a:cubicBezTo>
                      <a:lnTo>
                        <a:pt x="4286" y="1619"/>
                      </a:lnTo>
                      <a:cubicBezTo>
                        <a:pt x="5715" y="857"/>
                        <a:pt x="7334" y="381"/>
                        <a:pt x="9335" y="381"/>
                      </a:cubicBezTo>
                      <a:cubicBezTo>
                        <a:pt x="10478" y="381"/>
                        <a:pt x="12478" y="667"/>
                        <a:pt x="15526" y="1048"/>
                      </a:cubicBezTo>
                      <a:cubicBezTo>
                        <a:pt x="18479" y="1524"/>
                        <a:pt x="20765" y="1714"/>
                        <a:pt x="22479" y="1619"/>
                      </a:cubicBezTo>
                      <a:cubicBezTo>
                        <a:pt x="30956" y="1619"/>
                        <a:pt x="36386" y="1048"/>
                        <a:pt x="38862" y="0"/>
                      </a:cubicBezTo>
                      <a:cubicBezTo>
                        <a:pt x="39243" y="1334"/>
                        <a:pt x="40005" y="1905"/>
                        <a:pt x="41148" y="1905"/>
                      </a:cubicBezTo>
                      <a:cubicBezTo>
                        <a:pt x="41815" y="1905"/>
                        <a:pt x="42768" y="1619"/>
                        <a:pt x="44101" y="1143"/>
                      </a:cubicBezTo>
                      <a:cubicBezTo>
                        <a:pt x="45530" y="571"/>
                        <a:pt x="46482" y="286"/>
                        <a:pt x="47149" y="286"/>
                      </a:cubicBezTo>
                      <a:cubicBezTo>
                        <a:pt x="47625" y="286"/>
                        <a:pt x="48196" y="286"/>
                        <a:pt x="48673" y="571"/>
                      </a:cubicBezTo>
                      <a:cubicBezTo>
                        <a:pt x="49149" y="571"/>
                        <a:pt x="51626" y="1143"/>
                        <a:pt x="56007" y="1905"/>
                      </a:cubicBezTo>
                      <a:cubicBezTo>
                        <a:pt x="59055" y="2381"/>
                        <a:pt x="61532" y="2572"/>
                        <a:pt x="63341" y="2286"/>
                      </a:cubicBezTo>
                      <a:lnTo>
                        <a:pt x="65437" y="4572"/>
                      </a:lnTo>
                      <a:cubicBezTo>
                        <a:pt x="66866" y="1810"/>
                        <a:pt x="72866" y="762"/>
                        <a:pt x="83534" y="1524"/>
                      </a:cubicBezTo>
                      <a:close/>
                      <a:moveTo>
                        <a:pt x="6572" y="65913"/>
                      </a:moveTo>
                      <a:cubicBezTo>
                        <a:pt x="6954" y="67056"/>
                        <a:pt x="8287" y="67628"/>
                        <a:pt x="10478" y="67628"/>
                      </a:cubicBezTo>
                      <a:cubicBezTo>
                        <a:pt x="11525" y="67628"/>
                        <a:pt x="12192" y="67437"/>
                        <a:pt x="12573" y="67056"/>
                      </a:cubicBezTo>
                      <a:lnTo>
                        <a:pt x="6572" y="65913"/>
                      </a:lnTo>
                      <a:close/>
                      <a:moveTo>
                        <a:pt x="18860" y="65913"/>
                      </a:moveTo>
                      <a:lnTo>
                        <a:pt x="18860" y="64389"/>
                      </a:lnTo>
                      <a:cubicBezTo>
                        <a:pt x="18765" y="63818"/>
                        <a:pt x="18098" y="63437"/>
                        <a:pt x="16764" y="63437"/>
                      </a:cubicBezTo>
                      <a:lnTo>
                        <a:pt x="18860" y="65913"/>
                      </a:lnTo>
                      <a:close/>
                      <a:moveTo>
                        <a:pt x="23718" y="33623"/>
                      </a:moveTo>
                      <a:lnTo>
                        <a:pt x="23718" y="32480"/>
                      </a:lnTo>
                      <a:lnTo>
                        <a:pt x="22193" y="32480"/>
                      </a:lnTo>
                      <a:lnTo>
                        <a:pt x="22193" y="33623"/>
                      </a:lnTo>
                      <a:lnTo>
                        <a:pt x="23718" y="33623"/>
                      </a:lnTo>
                      <a:close/>
                      <a:moveTo>
                        <a:pt x="56198" y="33052"/>
                      </a:moveTo>
                      <a:cubicBezTo>
                        <a:pt x="55150" y="32385"/>
                        <a:pt x="54674" y="31813"/>
                        <a:pt x="54674" y="31147"/>
                      </a:cubicBezTo>
                      <a:cubicBezTo>
                        <a:pt x="54674" y="30194"/>
                        <a:pt x="55436" y="29718"/>
                        <a:pt x="56960" y="29718"/>
                      </a:cubicBezTo>
                      <a:cubicBezTo>
                        <a:pt x="58484" y="29718"/>
                        <a:pt x="59436" y="30289"/>
                        <a:pt x="59817" y="31528"/>
                      </a:cubicBezTo>
                      <a:cubicBezTo>
                        <a:pt x="58579" y="32766"/>
                        <a:pt x="57341" y="33338"/>
                        <a:pt x="56198" y="33052"/>
                      </a:cubicBezTo>
                      <a:close/>
                      <a:moveTo>
                        <a:pt x="68104" y="33623"/>
                      </a:moveTo>
                      <a:cubicBezTo>
                        <a:pt x="68866" y="33433"/>
                        <a:pt x="69247" y="33052"/>
                        <a:pt x="69247" y="32671"/>
                      </a:cubicBezTo>
                      <a:cubicBezTo>
                        <a:pt x="69247" y="32480"/>
                        <a:pt x="69056" y="32099"/>
                        <a:pt x="68771" y="31623"/>
                      </a:cubicBezTo>
                      <a:cubicBezTo>
                        <a:pt x="68390" y="31147"/>
                        <a:pt x="68295" y="30861"/>
                        <a:pt x="68295" y="30766"/>
                      </a:cubicBezTo>
                      <a:cubicBezTo>
                        <a:pt x="68390" y="30385"/>
                        <a:pt x="68580" y="30099"/>
                        <a:pt x="68866" y="30004"/>
                      </a:cubicBezTo>
                      <a:cubicBezTo>
                        <a:pt x="69723" y="29718"/>
                        <a:pt x="70771" y="30004"/>
                        <a:pt x="71914" y="30956"/>
                      </a:cubicBezTo>
                      <a:lnTo>
                        <a:pt x="70390" y="33623"/>
                      </a:lnTo>
                      <a:lnTo>
                        <a:pt x="72580" y="35147"/>
                      </a:lnTo>
                      <a:lnTo>
                        <a:pt x="68199" y="33623"/>
                      </a:lnTo>
                      <a:close/>
                      <a:moveTo>
                        <a:pt x="72486" y="10382"/>
                      </a:moveTo>
                      <a:cubicBezTo>
                        <a:pt x="72486" y="10382"/>
                        <a:pt x="72866" y="10763"/>
                        <a:pt x="73057" y="10763"/>
                      </a:cubicBezTo>
                      <a:lnTo>
                        <a:pt x="72486" y="10382"/>
                      </a:lnTo>
                      <a:lnTo>
                        <a:pt x="72486" y="8668"/>
                      </a:lnTo>
                      <a:lnTo>
                        <a:pt x="70295" y="8668"/>
                      </a:lnTo>
                      <a:lnTo>
                        <a:pt x="72486" y="10382"/>
                      </a:lnTo>
                      <a:close/>
                      <a:moveTo>
                        <a:pt x="93250" y="3524"/>
                      </a:moveTo>
                      <a:cubicBezTo>
                        <a:pt x="93250" y="3524"/>
                        <a:pt x="92869" y="4381"/>
                        <a:pt x="92297" y="5048"/>
                      </a:cubicBezTo>
                      <a:cubicBezTo>
                        <a:pt x="91630" y="5620"/>
                        <a:pt x="91250" y="6191"/>
                        <a:pt x="91154" y="6572"/>
                      </a:cubicBezTo>
                      <a:lnTo>
                        <a:pt x="92679" y="7715"/>
                      </a:lnTo>
                      <a:lnTo>
                        <a:pt x="89631" y="6572"/>
                      </a:lnTo>
                      <a:cubicBezTo>
                        <a:pt x="90297" y="6572"/>
                        <a:pt x="90678" y="6001"/>
                        <a:pt x="90869" y="4858"/>
                      </a:cubicBezTo>
                      <a:cubicBezTo>
                        <a:pt x="91059" y="3715"/>
                        <a:pt x="91440" y="3143"/>
                        <a:pt x="92107" y="3143"/>
                      </a:cubicBezTo>
                      <a:cubicBezTo>
                        <a:pt x="92393" y="3143"/>
                        <a:pt x="92679" y="3238"/>
                        <a:pt x="93250" y="3524"/>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 name="Google Shape;1298;p99"/>
                <p:cNvSpPr/>
                <p:nvPr/>
              </p:nvSpPr>
              <p:spPr>
                <a:xfrm>
                  <a:off x="7433023" y="3434238"/>
                  <a:ext cx="73723" cy="103060"/>
                </a:xfrm>
                <a:custGeom>
                  <a:avLst/>
                  <a:gdLst/>
                  <a:ahLst/>
                  <a:cxnLst/>
                  <a:rect l="l" t="t" r="r" b="b"/>
                  <a:pathLst>
                    <a:path w="73723" h="103060" extrusionOk="0">
                      <a:moveTo>
                        <a:pt x="68771" y="91916"/>
                      </a:moveTo>
                      <a:cubicBezTo>
                        <a:pt x="71342" y="93726"/>
                        <a:pt x="72676" y="95821"/>
                        <a:pt x="72676" y="98108"/>
                      </a:cubicBezTo>
                      <a:cubicBezTo>
                        <a:pt x="72676" y="99155"/>
                        <a:pt x="72390" y="100108"/>
                        <a:pt x="71914" y="100965"/>
                      </a:cubicBezTo>
                      <a:cubicBezTo>
                        <a:pt x="70295" y="102394"/>
                        <a:pt x="68294" y="103061"/>
                        <a:pt x="66008" y="103061"/>
                      </a:cubicBezTo>
                      <a:cubicBezTo>
                        <a:pt x="64961" y="103061"/>
                        <a:pt x="63341" y="102965"/>
                        <a:pt x="61056" y="102775"/>
                      </a:cubicBezTo>
                      <a:cubicBezTo>
                        <a:pt x="58864" y="102584"/>
                        <a:pt x="57150" y="102584"/>
                        <a:pt x="55912" y="102584"/>
                      </a:cubicBezTo>
                      <a:lnTo>
                        <a:pt x="52483" y="102584"/>
                      </a:lnTo>
                      <a:cubicBezTo>
                        <a:pt x="51721" y="99727"/>
                        <a:pt x="49244" y="95726"/>
                        <a:pt x="45148" y="90583"/>
                      </a:cubicBezTo>
                      <a:cubicBezTo>
                        <a:pt x="41529" y="86392"/>
                        <a:pt x="39814" y="82391"/>
                        <a:pt x="39910" y="78677"/>
                      </a:cubicBezTo>
                      <a:cubicBezTo>
                        <a:pt x="41148" y="79343"/>
                        <a:pt x="43149" y="79343"/>
                        <a:pt x="45720" y="78867"/>
                      </a:cubicBezTo>
                      <a:cubicBezTo>
                        <a:pt x="48292" y="78391"/>
                        <a:pt x="50482" y="78486"/>
                        <a:pt x="52483" y="79248"/>
                      </a:cubicBezTo>
                      <a:lnTo>
                        <a:pt x="52483" y="80867"/>
                      </a:lnTo>
                      <a:lnTo>
                        <a:pt x="55531" y="80867"/>
                      </a:lnTo>
                      <a:lnTo>
                        <a:pt x="54959" y="78772"/>
                      </a:lnTo>
                      <a:cubicBezTo>
                        <a:pt x="54959" y="78772"/>
                        <a:pt x="55912" y="78772"/>
                        <a:pt x="56769" y="79058"/>
                      </a:cubicBezTo>
                      <a:cubicBezTo>
                        <a:pt x="57531" y="79439"/>
                        <a:pt x="57912" y="79534"/>
                        <a:pt x="58102" y="79534"/>
                      </a:cubicBezTo>
                      <a:cubicBezTo>
                        <a:pt x="58579" y="79534"/>
                        <a:pt x="58960" y="79248"/>
                        <a:pt x="59246" y="78772"/>
                      </a:cubicBezTo>
                      <a:cubicBezTo>
                        <a:pt x="59055" y="78581"/>
                        <a:pt x="57626" y="77534"/>
                        <a:pt x="54769" y="75343"/>
                      </a:cubicBezTo>
                      <a:cubicBezTo>
                        <a:pt x="52768" y="73914"/>
                        <a:pt x="51721" y="72485"/>
                        <a:pt x="51721" y="71057"/>
                      </a:cubicBezTo>
                      <a:cubicBezTo>
                        <a:pt x="51721" y="70580"/>
                        <a:pt x="51721" y="70104"/>
                        <a:pt x="51911" y="69723"/>
                      </a:cubicBezTo>
                      <a:lnTo>
                        <a:pt x="54007" y="68104"/>
                      </a:lnTo>
                      <a:cubicBezTo>
                        <a:pt x="54007" y="68104"/>
                        <a:pt x="53150" y="67533"/>
                        <a:pt x="51911" y="67533"/>
                      </a:cubicBezTo>
                      <a:cubicBezTo>
                        <a:pt x="51911" y="66294"/>
                        <a:pt x="51625" y="65532"/>
                        <a:pt x="51149" y="65437"/>
                      </a:cubicBezTo>
                      <a:cubicBezTo>
                        <a:pt x="51054" y="65437"/>
                        <a:pt x="50292" y="66008"/>
                        <a:pt x="48863" y="66961"/>
                      </a:cubicBezTo>
                      <a:cubicBezTo>
                        <a:pt x="49816" y="68009"/>
                        <a:pt x="50387" y="68675"/>
                        <a:pt x="50387" y="69056"/>
                      </a:cubicBezTo>
                      <a:lnTo>
                        <a:pt x="49625" y="69628"/>
                      </a:lnTo>
                      <a:cubicBezTo>
                        <a:pt x="49625" y="68485"/>
                        <a:pt x="49339" y="67723"/>
                        <a:pt x="48863" y="67533"/>
                      </a:cubicBezTo>
                      <a:lnTo>
                        <a:pt x="46577" y="71152"/>
                      </a:lnTo>
                      <a:cubicBezTo>
                        <a:pt x="45911" y="71152"/>
                        <a:pt x="44958" y="70390"/>
                        <a:pt x="43625" y="68390"/>
                      </a:cubicBezTo>
                      <a:cubicBezTo>
                        <a:pt x="42291" y="66389"/>
                        <a:pt x="40862" y="65627"/>
                        <a:pt x="39338" y="66008"/>
                      </a:cubicBezTo>
                      <a:cubicBezTo>
                        <a:pt x="39434" y="66961"/>
                        <a:pt x="39052" y="68009"/>
                        <a:pt x="38100" y="69247"/>
                      </a:cubicBezTo>
                      <a:cubicBezTo>
                        <a:pt x="37148" y="70485"/>
                        <a:pt x="36576" y="71628"/>
                        <a:pt x="36481" y="72676"/>
                      </a:cubicBezTo>
                      <a:cubicBezTo>
                        <a:pt x="38291" y="74486"/>
                        <a:pt x="38958" y="75914"/>
                        <a:pt x="38576" y="77058"/>
                      </a:cubicBezTo>
                      <a:cubicBezTo>
                        <a:pt x="37719" y="76486"/>
                        <a:pt x="36862" y="76105"/>
                        <a:pt x="36100" y="76105"/>
                      </a:cubicBezTo>
                      <a:cubicBezTo>
                        <a:pt x="35052" y="76105"/>
                        <a:pt x="33814" y="76962"/>
                        <a:pt x="32481" y="78581"/>
                      </a:cubicBezTo>
                      <a:cubicBezTo>
                        <a:pt x="30956" y="80677"/>
                        <a:pt x="29813" y="81820"/>
                        <a:pt x="29146" y="82201"/>
                      </a:cubicBezTo>
                      <a:cubicBezTo>
                        <a:pt x="29242" y="82772"/>
                        <a:pt x="29337" y="83344"/>
                        <a:pt x="29337" y="83915"/>
                      </a:cubicBezTo>
                      <a:cubicBezTo>
                        <a:pt x="29337" y="85820"/>
                        <a:pt x="28004" y="87821"/>
                        <a:pt x="25337" y="90297"/>
                      </a:cubicBezTo>
                      <a:lnTo>
                        <a:pt x="23813" y="88773"/>
                      </a:lnTo>
                      <a:lnTo>
                        <a:pt x="22860" y="89726"/>
                      </a:lnTo>
                      <a:lnTo>
                        <a:pt x="25908" y="93345"/>
                      </a:lnTo>
                      <a:cubicBezTo>
                        <a:pt x="25432" y="94488"/>
                        <a:pt x="24289" y="95917"/>
                        <a:pt x="22670" y="97536"/>
                      </a:cubicBezTo>
                      <a:cubicBezTo>
                        <a:pt x="20955" y="99155"/>
                        <a:pt x="19908" y="100775"/>
                        <a:pt x="19241" y="102489"/>
                      </a:cubicBezTo>
                      <a:lnTo>
                        <a:pt x="0" y="102489"/>
                      </a:lnTo>
                      <a:cubicBezTo>
                        <a:pt x="667" y="101727"/>
                        <a:pt x="762" y="100489"/>
                        <a:pt x="571" y="98774"/>
                      </a:cubicBezTo>
                      <a:cubicBezTo>
                        <a:pt x="571" y="97631"/>
                        <a:pt x="1429" y="96774"/>
                        <a:pt x="3143" y="96298"/>
                      </a:cubicBezTo>
                      <a:cubicBezTo>
                        <a:pt x="1048" y="95536"/>
                        <a:pt x="95" y="94774"/>
                        <a:pt x="95" y="94012"/>
                      </a:cubicBezTo>
                      <a:cubicBezTo>
                        <a:pt x="95" y="93345"/>
                        <a:pt x="762" y="92297"/>
                        <a:pt x="2191" y="90773"/>
                      </a:cubicBezTo>
                      <a:cubicBezTo>
                        <a:pt x="3620" y="89249"/>
                        <a:pt x="4286" y="87916"/>
                        <a:pt x="4286" y="86678"/>
                      </a:cubicBezTo>
                      <a:cubicBezTo>
                        <a:pt x="4286" y="86201"/>
                        <a:pt x="4191" y="85630"/>
                        <a:pt x="3906" y="85154"/>
                      </a:cubicBezTo>
                      <a:cubicBezTo>
                        <a:pt x="5525" y="85439"/>
                        <a:pt x="6763" y="84963"/>
                        <a:pt x="7525" y="83820"/>
                      </a:cubicBezTo>
                      <a:cubicBezTo>
                        <a:pt x="7430" y="82677"/>
                        <a:pt x="8001" y="80772"/>
                        <a:pt x="9240" y="78010"/>
                      </a:cubicBezTo>
                      <a:cubicBezTo>
                        <a:pt x="10573" y="75248"/>
                        <a:pt x="10954" y="73247"/>
                        <a:pt x="10573" y="71819"/>
                      </a:cubicBezTo>
                      <a:cubicBezTo>
                        <a:pt x="12097" y="69914"/>
                        <a:pt x="16193" y="62484"/>
                        <a:pt x="22956" y="49530"/>
                      </a:cubicBezTo>
                      <a:cubicBezTo>
                        <a:pt x="23241" y="47625"/>
                        <a:pt x="22479" y="45529"/>
                        <a:pt x="20574" y="43244"/>
                      </a:cubicBezTo>
                      <a:cubicBezTo>
                        <a:pt x="18859" y="40958"/>
                        <a:pt x="17907" y="39243"/>
                        <a:pt x="17907" y="38195"/>
                      </a:cubicBezTo>
                      <a:cubicBezTo>
                        <a:pt x="17907" y="37243"/>
                        <a:pt x="18193" y="36386"/>
                        <a:pt x="18669" y="35528"/>
                      </a:cubicBezTo>
                      <a:cubicBezTo>
                        <a:pt x="16097" y="34195"/>
                        <a:pt x="13811" y="32004"/>
                        <a:pt x="11906" y="28766"/>
                      </a:cubicBezTo>
                      <a:cubicBezTo>
                        <a:pt x="10383" y="25908"/>
                        <a:pt x="9430" y="23241"/>
                        <a:pt x="9049" y="20669"/>
                      </a:cubicBezTo>
                      <a:cubicBezTo>
                        <a:pt x="7525" y="20193"/>
                        <a:pt x="6668" y="19431"/>
                        <a:pt x="6382" y="17907"/>
                      </a:cubicBezTo>
                      <a:cubicBezTo>
                        <a:pt x="5905" y="15335"/>
                        <a:pt x="5525" y="13907"/>
                        <a:pt x="5429" y="13621"/>
                      </a:cubicBezTo>
                      <a:cubicBezTo>
                        <a:pt x="6191" y="13907"/>
                        <a:pt x="7239" y="13621"/>
                        <a:pt x="8477" y="13049"/>
                      </a:cubicBezTo>
                      <a:cubicBezTo>
                        <a:pt x="6191" y="13430"/>
                        <a:pt x="4382" y="12573"/>
                        <a:pt x="3239" y="10383"/>
                      </a:cubicBezTo>
                      <a:cubicBezTo>
                        <a:pt x="2477" y="8573"/>
                        <a:pt x="1714" y="6668"/>
                        <a:pt x="952" y="4763"/>
                      </a:cubicBezTo>
                      <a:cubicBezTo>
                        <a:pt x="952" y="4477"/>
                        <a:pt x="858" y="4096"/>
                        <a:pt x="571" y="3429"/>
                      </a:cubicBezTo>
                      <a:cubicBezTo>
                        <a:pt x="476" y="2953"/>
                        <a:pt x="571" y="2381"/>
                        <a:pt x="667" y="1905"/>
                      </a:cubicBezTo>
                      <a:cubicBezTo>
                        <a:pt x="858" y="1429"/>
                        <a:pt x="1429" y="953"/>
                        <a:pt x="2286" y="286"/>
                      </a:cubicBezTo>
                      <a:cubicBezTo>
                        <a:pt x="4191" y="95"/>
                        <a:pt x="5905" y="0"/>
                        <a:pt x="7239" y="0"/>
                      </a:cubicBezTo>
                      <a:cubicBezTo>
                        <a:pt x="14478" y="0"/>
                        <a:pt x="20669" y="3143"/>
                        <a:pt x="25908" y="9239"/>
                      </a:cubicBezTo>
                      <a:cubicBezTo>
                        <a:pt x="26289" y="9525"/>
                        <a:pt x="27908" y="12287"/>
                        <a:pt x="30956" y="17526"/>
                      </a:cubicBezTo>
                      <a:cubicBezTo>
                        <a:pt x="32766" y="20955"/>
                        <a:pt x="35338" y="22670"/>
                        <a:pt x="38671" y="22574"/>
                      </a:cubicBezTo>
                      <a:cubicBezTo>
                        <a:pt x="39910" y="19241"/>
                        <a:pt x="42482" y="14478"/>
                        <a:pt x="46196" y="8382"/>
                      </a:cubicBezTo>
                      <a:cubicBezTo>
                        <a:pt x="45911" y="7811"/>
                        <a:pt x="45815" y="7334"/>
                        <a:pt x="45815" y="6858"/>
                      </a:cubicBezTo>
                      <a:cubicBezTo>
                        <a:pt x="45815" y="4667"/>
                        <a:pt x="47625" y="2953"/>
                        <a:pt x="51340" y="1810"/>
                      </a:cubicBezTo>
                      <a:cubicBezTo>
                        <a:pt x="52388" y="2096"/>
                        <a:pt x="53530" y="2191"/>
                        <a:pt x="54864" y="2191"/>
                      </a:cubicBezTo>
                      <a:cubicBezTo>
                        <a:pt x="56293" y="2191"/>
                        <a:pt x="58388" y="1905"/>
                        <a:pt x="61246" y="1429"/>
                      </a:cubicBezTo>
                      <a:cubicBezTo>
                        <a:pt x="64103" y="858"/>
                        <a:pt x="66199" y="667"/>
                        <a:pt x="67342" y="667"/>
                      </a:cubicBezTo>
                      <a:cubicBezTo>
                        <a:pt x="70009" y="667"/>
                        <a:pt x="72104" y="1524"/>
                        <a:pt x="73723" y="3334"/>
                      </a:cubicBezTo>
                      <a:cubicBezTo>
                        <a:pt x="72962" y="4477"/>
                        <a:pt x="72104" y="5715"/>
                        <a:pt x="71152" y="6953"/>
                      </a:cubicBezTo>
                      <a:cubicBezTo>
                        <a:pt x="70199" y="8192"/>
                        <a:pt x="69723" y="9525"/>
                        <a:pt x="69723" y="10763"/>
                      </a:cubicBezTo>
                      <a:cubicBezTo>
                        <a:pt x="69723" y="11525"/>
                        <a:pt x="69818" y="12192"/>
                        <a:pt x="70104" y="12859"/>
                      </a:cubicBezTo>
                      <a:cubicBezTo>
                        <a:pt x="66484" y="16764"/>
                        <a:pt x="62293" y="23622"/>
                        <a:pt x="57436" y="33623"/>
                      </a:cubicBezTo>
                      <a:cubicBezTo>
                        <a:pt x="55436" y="33814"/>
                        <a:pt x="54388" y="34576"/>
                        <a:pt x="54388" y="36100"/>
                      </a:cubicBezTo>
                      <a:cubicBezTo>
                        <a:pt x="54388" y="36386"/>
                        <a:pt x="54388" y="36862"/>
                        <a:pt x="54578" y="37433"/>
                      </a:cubicBezTo>
                      <a:lnTo>
                        <a:pt x="54578" y="38767"/>
                      </a:lnTo>
                      <a:cubicBezTo>
                        <a:pt x="54578" y="40386"/>
                        <a:pt x="53530" y="41434"/>
                        <a:pt x="51531" y="41624"/>
                      </a:cubicBezTo>
                      <a:lnTo>
                        <a:pt x="51531" y="45053"/>
                      </a:lnTo>
                      <a:cubicBezTo>
                        <a:pt x="51531" y="46387"/>
                        <a:pt x="50768" y="46958"/>
                        <a:pt x="49244" y="46768"/>
                      </a:cubicBezTo>
                      <a:cubicBezTo>
                        <a:pt x="48387" y="47149"/>
                        <a:pt x="47911" y="48768"/>
                        <a:pt x="47911" y="51530"/>
                      </a:cubicBezTo>
                      <a:cubicBezTo>
                        <a:pt x="52007" y="53245"/>
                        <a:pt x="54673" y="55912"/>
                        <a:pt x="56007" y="59817"/>
                      </a:cubicBezTo>
                      <a:cubicBezTo>
                        <a:pt x="57055" y="63151"/>
                        <a:pt x="58102" y="66485"/>
                        <a:pt x="59055" y="70009"/>
                      </a:cubicBezTo>
                      <a:cubicBezTo>
                        <a:pt x="59531" y="72962"/>
                        <a:pt x="62103" y="75629"/>
                        <a:pt x="66580" y="78105"/>
                      </a:cubicBezTo>
                      <a:lnTo>
                        <a:pt x="64961" y="79629"/>
                      </a:lnTo>
                      <a:cubicBezTo>
                        <a:pt x="65246" y="80201"/>
                        <a:pt x="66199" y="81629"/>
                        <a:pt x="67818" y="84106"/>
                      </a:cubicBezTo>
                      <a:cubicBezTo>
                        <a:pt x="69056" y="86011"/>
                        <a:pt x="69723" y="87630"/>
                        <a:pt x="69723" y="88964"/>
                      </a:cubicBezTo>
                      <a:cubicBezTo>
                        <a:pt x="69723" y="89821"/>
                        <a:pt x="69532" y="90678"/>
                        <a:pt x="69152" y="91440"/>
                      </a:cubicBezTo>
                      <a:close/>
                      <a:moveTo>
                        <a:pt x="42767" y="71914"/>
                      </a:moveTo>
                      <a:lnTo>
                        <a:pt x="43720" y="71914"/>
                      </a:lnTo>
                      <a:lnTo>
                        <a:pt x="43720" y="74962"/>
                      </a:lnTo>
                      <a:lnTo>
                        <a:pt x="42767" y="74962"/>
                      </a:lnTo>
                      <a:lnTo>
                        <a:pt x="42767" y="71914"/>
                      </a:lnTo>
                      <a:close/>
                      <a:moveTo>
                        <a:pt x="49911" y="75343"/>
                      </a:moveTo>
                      <a:cubicBezTo>
                        <a:pt x="49911" y="75343"/>
                        <a:pt x="49530" y="75152"/>
                        <a:pt x="49054" y="75152"/>
                      </a:cubicBezTo>
                      <a:cubicBezTo>
                        <a:pt x="48768" y="75152"/>
                        <a:pt x="48483" y="75152"/>
                        <a:pt x="47911" y="75343"/>
                      </a:cubicBezTo>
                      <a:cubicBezTo>
                        <a:pt x="47434" y="75438"/>
                        <a:pt x="46958" y="75533"/>
                        <a:pt x="46768" y="75533"/>
                      </a:cubicBezTo>
                      <a:cubicBezTo>
                        <a:pt x="45815" y="75533"/>
                        <a:pt x="45530" y="74867"/>
                        <a:pt x="45815" y="73438"/>
                      </a:cubicBezTo>
                      <a:cubicBezTo>
                        <a:pt x="47054" y="72962"/>
                        <a:pt x="48483" y="73628"/>
                        <a:pt x="49911" y="75343"/>
                      </a:cubicBezTo>
                      <a:close/>
                      <a:moveTo>
                        <a:pt x="49911" y="75343"/>
                      </a:moveTo>
                      <a:cubicBezTo>
                        <a:pt x="49911" y="75343"/>
                        <a:pt x="50197" y="75343"/>
                        <a:pt x="50292" y="75533"/>
                      </a:cubicBezTo>
                      <a:cubicBezTo>
                        <a:pt x="50292" y="75533"/>
                        <a:pt x="50102" y="75533"/>
                        <a:pt x="50102" y="75343"/>
                      </a:cubicBezTo>
                      <a:lnTo>
                        <a:pt x="49911" y="75343"/>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99" name="Google Shape;1299;p99"/>
              <p:cNvGrpSpPr/>
              <p:nvPr/>
            </p:nvGrpSpPr>
            <p:grpSpPr>
              <a:xfrm>
                <a:off x="10713106" y="7529037"/>
                <a:ext cx="651641" cy="136778"/>
                <a:chOff x="5459788" y="5247132"/>
                <a:chExt cx="651641" cy="136778"/>
              </a:xfrm>
            </p:grpSpPr>
            <p:sp>
              <p:nvSpPr>
                <p:cNvPr id="1300" name="Google Shape;1300;p99"/>
                <p:cNvSpPr/>
                <p:nvPr/>
              </p:nvSpPr>
              <p:spPr>
                <a:xfrm>
                  <a:off x="5459788" y="5262752"/>
                  <a:ext cx="82903" cy="102965"/>
                </a:xfrm>
                <a:custGeom>
                  <a:avLst/>
                  <a:gdLst/>
                  <a:ahLst/>
                  <a:cxnLst/>
                  <a:rect l="l" t="t" r="r" b="b"/>
                  <a:pathLst>
                    <a:path w="82903" h="102965" extrusionOk="0">
                      <a:moveTo>
                        <a:pt x="62997" y="2096"/>
                      </a:moveTo>
                      <a:cubicBezTo>
                        <a:pt x="63949" y="2096"/>
                        <a:pt x="65092" y="3048"/>
                        <a:pt x="66140" y="5048"/>
                      </a:cubicBezTo>
                      <a:cubicBezTo>
                        <a:pt x="67188" y="7049"/>
                        <a:pt x="68235" y="8001"/>
                        <a:pt x="69093" y="8001"/>
                      </a:cubicBezTo>
                      <a:cubicBezTo>
                        <a:pt x="69855" y="8001"/>
                        <a:pt x="70712" y="7620"/>
                        <a:pt x="71569" y="6858"/>
                      </a:cubicBezTo>
                      <a:cubicBezTo>
                        <a:pt x="72236" y="8477"/>
                        <a:pt x="73855" y="10478"/>
                        <a:pt x="76427" y="12668"/>
                      </a:cubicBezTo>
                      <a:cubicBezTo>
                        <a:pt x="78999" y="14859"/>
                        <a:pt x="80618" y="16764"/>
                        <a:pt x="81475" y="18288"/>
                      </a:cubicBezTo>
                      <a:cubicBezTo>
                        <a:pt x="80904" y="19431"/>
                        <a:pt x="80713" y="21527"/>
                        <a:pt x="80713" y="24575"/>
                      </a:cubicBezTo>
                      <a:cubicBezTo>
                        <a:pt x="80713" y="27623"/>
                        <a:pt x="80427" y="29623"/>
                        <a:pt x="79951" y="30575"/>
                      </a:cubicBezTo>
                      <a:cubicBezTo>
                        <a:pt x="78999" y="32290"/>
                        <a:pt x="77284" y="32957"/>
                        <a:pt x="74522" y="32671"/>
                      </a:cubicBezTo>
                      <a:cubicBezTo>
                        <a:pt x="72807" y="32385"/>
                        <a:pt x="70807" y="33242"/>
                        <a:pt x="68426" y="34957"/>
                      </a:cubicBezTo>
                      <a:cubicBezTo>
                        <a:pt x="66045" y="36767"/>
                        <a:pt x="64140" y="37624"/>
                        <a:pt x="62711" y="37624"/>
                      </a:cubicBezTo>
                      <a:cubicBezTo>
                        <a:pt x="61949" y="37624"/>
                        <a:pt x="61092" y="37433"/>
                        <a:pt x="60234" y="37052"/>
                      </a:cubicBezTo>
                      <a:cubicBezTo>
                        <a:pt x="60996" y="32766"/>
                        <a:pt x="57948" y="27813"/>
                        <a:pt x="51185" y="21812"/>
                      </a:cubicBezTo>
                      <a:cubicBezTo>
                        <a:pt x="49376" y="19621"/>
                        <a:pt x="47566" y="18479"/>
                        <a:pt x="45756" y="18479"/>
                      </a:cubicBezTo>
                      <a:cubicBezTo>
                        <a:pt x="44613" y="18479"/>
                        <a:pt x="42804" y="19145"/>
                        <a:pt x="40327" y="20479"/>
                      </a:cubicBezTo>
                      <a:cubicBezTo>
                        <a:pt x="37946" y="21717"/>
                        <a:pt x="35850" y="22384"/>
                        <a:pt x="34326" y="22384"/>
                      </a:cubicBezTo>
                      <a:cubicBezTo>
                        <a:pt x="33279" y="22384"/>
                        <a:pt x="32326" y="22193"/>
                        <a:pt x="31469" y="21812"/>
                      </a:cubicBezTo>
                      <a:cubicBezTo>
                        <a:pt x="30326" y="23146"/>
                        <a:pt x="29183" y="24289"/>
                        <a:pt x="28040" y="25432"/>
                      </a:cubicBezTo>
                      <a:cubicBezTo>
                        <a:pt x="26706" y="27051"/>
                        <a:pt x="26230" y="28670"/>
                        <a:pt x="26516" y="30194"/>
                      </a:cubicBezTo>
                      <a:lnTo>
                        <a:pt x="24992" y="30194"/>
                      </a:lnTo>
                      <a:cubicBezTo>
                        <a:pt x="24230" y="32671"/>
                        <a:pt x="24135" y="37433"/>
                        <a:pt x="24801" y="44482"/>
                      </a:cubicBezTo>
                      <a:cubicBezTo>
                        <a:pt x="25277" y="50768"/>
                        <a:pt x="24611" y="55245"/>
                        <a:pt x="22706" y="58103"/>
                      </a:cubicBezTo>
                      <a:lnTo>
                        <a:pt x="22706" y="57055"/>
                      </a:lnTo>
                      <a:cubicBezTo>
                        <a:pt x="22420" y="56579"/>
                        <a:pt x="22134" y="56293"/>
                        <a:pt x="21753" y="56293"/>
                      </a:cubicBezTo>
                      <a:cubicBezTo>
                        <a:pt x="21563" y="56293"/>
                        <a:pt x="20991" y="56579"/>
                        <a:pt x="20420" y="57150"/>
                      </a:cubicBezTo>
                      <a:cubicBezTo>
                        <a:pt x="19753" y="57721"/>
                        <a:pt x="19372" y="58007"/>
                        <a:pt x="19086" y="58007"/>
                      </a:cubicBezTo>
                      <a:cubicBezTo>
                        <a:pt x="19086" y="58769"/>
                        <a:pt x="19372" y="59150"/>
                        <a:pt x="20039" y="59150"/>
                      </a:cubicBezTo>
                      <a:cubicBezTo>
                        <a:pt x="21849" y="59436"/>
                        <a:pt x="22896" y="59817"/>
                        <a:pt x="23373" y="60293"/>
                      </a:cubicBezTo>
                      <a:lnTo>
                        <a:pt x="21849" y="61817"/>
                      </a:lnTo>
                      <a:cubicBezTo>
                        <a:pt x="25754" y="65437"/>
                        <a:pt x="27659" y="68675"/>
                        <a:pt x="27659" y="71628"/>
                      </a:cubicBezTo>
                      <a:cubicBezTo>
                        <a:pt x="27659" y="72390"/>
                        <a:pt x="27564" y="73152"/>
                        <a:pt x="27278" y="73724"/>
                      </a:cubicBezTo>
                      <a:lnTo>
                        <a:pt x="30326" y="76486"/>
                      </a:lnTo>
                      <a:lnTo>
                        <a:pt x="29373" y="77438"/>
                      </a:lnTo>
                      <a:cubicBezTo>
                        <a:pt x="30326" y="78200"/>
                        <a:pt x="33088" y="78677"/>
                        <a:pt x="37660" y="78962"/>
                      </a:cubicBezTo>
                      <a:cubicBezTo>
                        <a:pt x="41375" y="79153"/>
                        <a:pt x="43470" y="80582"/>
                        <a:pt x="43851" y="83439"/>
                      </a:cubicBezTo>
                      <a:cubicBezTo>
                        <a:pt x="44899" y="81629"/>
                        <a:pt x="47376" y="79915"/>
                        <a:pt x="51376" y="78486"/>
                      </a:cubicBezTo>
                      <a:cubicBezTo>
                        <a:pt x="54805" y="77057"/>
                        <a:pt x="56805" y="75057"/>
                        <a:pt x="57282" y="72295"/>
                      </a:cubicBezTo>
                      <a:cubicBezTo>
                        <a:pt x="58139" y="72009"/>
                        <a:pt x="59568" y="70961"/>
                        <a:pt x="61282" y="68961"/>
                      </a:cubicBezTo>
                      <a:cubicBezTo>
                        <a:pt x="63092" y="67056"/>
                        <a:pt x="64806" y="66104"/>
                        <a:pt x="66426" y="66104"/>
                      </a:cubicBezTo>
                      <a:cubicBezTo>
                        <a:pt x="66902" y="66104"/>
                        <a:pt x="67473" y="66104"/>
                        <a:pt x="67950" y="66294"/>
                      </a:cubicBezTo>
                      <a:lnTo>
                        <a:pt x="70617" y="69913"/>
                      </a:lnTo>
                      <a:cubicBezTo>
                        <a:pt x="71379" y="68866"/>
                        <a:pt x="72236" y="68390"/>
                        <a:pt x="73284" y="68390"/>
                      </a:cubicBezTo>
                      <a:cubicBezTo>
                        <a:pt x="74046" y="68390"/>
                        <a:pt x="75189" y="68675"/>
                        <a:pt x="76522" y="69152"/>
                      </a:cubicBezTo>
                      <a:cubicBezTo>
                        <a:pt x="77951" y="69628"/>
                        <a:pt x="78999" y="69913"/>
                        <a:pt x="79665" y="69913"/>
                      </a:cubicBezTo>
                      <a:cubicBezTo>
                        <a:pt x="80046" y="70295"/>
                        <a:pt x="80332" y="71342"/>
                        <a:pt x="80618" y="73152"/>
                      </a:cubicBezTo>
                      <a:cubicBezTo>
                        <a:pt x="80904" y="74962"/>
                        <a:pt x="81666" y="76010"/>
                        <a:pt x="82904" y="76391"/>
                      </a:cubicBezTo>
                      <a:cubicBezTo>
                        <a:pt x="82237" y="79724"/>
                        <a:pt x="80808" y="82582"/>
                        <a:pt x="78618" y="85058"/>
                      </a:cubicBezTo>
                      <a:cubicBezTo>
                        <a:pt x="77665" y="86106"/>
                        <a:pt x="75284" y="88202"/>
                        <a:pt x="71474" y="91440"/>
                      </a:cubicBezTo>
                      <a:cubicBezTo>
                        <a:pt x="71855" y="92012"/>
                        <a:pt x="72045" y="92583"/>
                        <a:pt x="72045" y="92964"/>
                      </a:cubicBezTo>
                      <a:cubicBezTo>
                        <a:pt x="72045" y="93250"/>
                        <a:pt x="71569" y="93345"/>
                        <a:pt x="70712" y="93250"/>
                      </a:cubicBezTo>
                      <a:cubicBezTo>
                        <a:pt x="69855" y="93250"/>
                        <a:pt x="69283" y="93440"/>
                        <a:pt x="68997" y="93917"/>
                      </a:cubicBezTo>
                      <a:cubicBezTo>
                        <a:pt x="67473" y="96869"/>
                        <a:pt x="64711" y="98393"/>
                        <a:pt x="60710" y="98393"/>
                      </a:cubicBezTo>
                      <a:lnTo>
                        <a:pt x="56615" y="98393"/>
                      </a:lnTo>
                      <a:cubicBezTo>
                        <a:pt x="52519" y="98393"/>
                        <a:pt x="49566" y="99822"/>
                        <a:pt x="47947" y="102775"/>
                      </a:cubicBezTo>
                      <a:cubicBezTo>
                        <a:pt x="46899" y="102965"/>
                        <a:pt x="45851" y="102965"/>
                        <a:pt x="44709" y="102965"/>
                      </a:cubicBezTo>
                      <a:cubicBezTo>
                        <a:pt x="42518" y="102965"/>
                        <a:pt x="39375" y="102584"/>
                        <a:pt x="35279" y="101727"/>
                      </a:cubicBezTo>
                      <a:cubicBezTo>
                        <a:pt x="31183" y="100870"/>
                        <a:pt x="28040" y="100489"/>
                        <a:pt x="25849" y="100489"/>
                      </a:cubicBezTo>
                      <a:cubicBezTo>
                        <a:pt x="24706" y="100489"/>
                        <a:pt x="23563" y="100489"/>
                        <a:pt x="22610" y="100679"/>
                      </a:cubicBezTo>
                      <a:cubicBezTo>
                        <a:pt x="22325" y="98584"/>
                        <a:pt x="20991" y="97060"/>
                        <a:pt x="18515" y="96012"/>
                      </a:cubicBezTo>
                      <a:cubicBezTo>
                        <a:pt x="15562" y="94869"/>
                        <a:pt x="13752" y="93631"/>
                        <a:pt x="12990" y="92393"/>
                      </a:cubicBezTo>
                      <a:lnTo>
                        <a:pt x="5466" y="84868"/>
                      </a:lnTo>
                      <a:cubicBezTo>
                        <a:pt x="5942" y="84296"/>
                        <a:pt x="6227" y="83820"/>
                        <a:pt x="6227" y="83534"/>
                      </a:cubicBezTo>
                      <a:cubicBezTo>
                        <a:pt x="6227" y="83058"/>
                        <a:pt x="5656" y="82296"/>
                        <a:pt x="4513" y="81153"/>
                      </a:cubicBezTo>
                      <a:cubicBezTo>
                        <a:pt x="3370" y="80010"/>
                        <a:pt x="2799" y="78962"/>
                        <a:pt x="2894" y="77915"/>
                      </a:cubicBezTo>
                      <a:cubicBezTo>
                        <a:pt x="3751" y="74295"/>
                        <a:pt x="2894" y="70961"/>
                        <a:pt x="608" y="67723"/>
                      </a:cubicBezTo>
                      <a:lnTo>
                        <a:pt x="2894" y="66199"/>
                      </a:lnTo>
                      <a:cubicBezTo>
                        <a:pt x="2703" y="65723"/>
                        <a:pt x="1846" y="65437"/>
                        <a:pt x="608" y="65437"/>
                      </a:cubicBezTo>
                      <a:cubicBezTo>
                        <a:pt x="1751" y="64961"/>
                        <a:pt x="2227" y="64389"/>
                        <a:pt x="2227" y="63722"/>
                      </a:cubicBezTo>
                      <a:cubicBezTo>
                        <a:pt x="2227" y="63056"/>
                        <a:pt x="1846" y="62294"/>
                        <a:pt x="1084" y="61246"/>
                      </a:cubicBezTo>
                      <a:cubicBezTo>
                        <a:pt x="417" y="60198"/>
                        <a:pt x="36" y="59627"/>
                        <a:pt x="36" y="59341"/>
                      </a:cubicBezTo>
                      <a:cubicBezTo>
                        <a:pt x="-154" y="60198"/>
                        <a:pt x="417" y="60865"/>
                        <a:pt x="1465" y="61246"/>
                      </a:cubicBezTo>
                      <a:cubicBezTo>
                        <a:pt x="2418" y="61627"/>
                        <a:pt x="3465" y="62008"/>
                        <a:pt x="4513" y="62389"/>
                      </a:cubicBezTo>
                      <a:cubicBezTo>
                        <a:pt x="5561" y="60770"/>
                        <a:pt x="5847" y="59627"/>
                        <a:pt x="5466" y="59341"/>
                      </a:cubicBezTo>
                      <a:lnTo>
                        <a:pt x="2894" y="59341"/>
                      </a:lnTo>
                      <a:lnTo>
                        <a:pt x="3751" y="56960"/>
                      </a:lnTo>
                      <a:lnTo>
                        <a:pt x="4513" y="58007"/>
                      </a:lnTo>
                      <a:lnTo>
                        <a:pt x="7561" y="54864"/>
                      </a:lnTo>
                      <a:cubicBezTo>
                        <a:pt x="5180" y="52673"/>
                        <a:pt x="3370" y="51245"/>
                        <a:pt x="2227" y="50483"/>
                      </a:cubicBezTo>
                      <a:cubicBezTo>
                        <a:pt x="1179" y="51530"/>
                        <a:pt x="608" y="52292"/>
                        <a:pt x="608" y="52769"/>
                      </a:cubicBezTo>
                      <a:lnTo>
                        <a:pt x="36" y="52769"/>
                      </a:lnTo>
                      <a:cubicBezTo>
                        <a:pt x="1941" y="49244"/>
                        <a:pt x="3084" y="44577"/>
                        <a:pt x="3275" y="38671"/>
                      </a:cubicBezTo>
                      <a:cubicBezTo>
                        <a:pt x="3370" y="33814"/>
                        <a:pt x="3560" y="28956"/>
                        <a:pt x="3656" y="24098"/>
                      </a:cubicBezTo>
                      <a:cubicBezTo>
                        <a:pt x="6227" y="24098"/>
                        <a:pt x="7466" y="23241"/>
                        <a:pt x="7466" y="21431"/>
                      </a:cubicBezTo>
                      <a:cubicBezTo>
                        <a:pt x="7466" y="21050"/>
                        <a:pt x="7371" y="20288"/>
                        <a:pt x="7085" y="19145"/>
                      </a:cubicBezTo>
                      <a:cubicBezTo>
                        <a:pt x="6894" y="18098"/>
                        <a:pt x="6704" y="17240"/>
                        <a:pt x="6704" y="16764"/>
                      </a:cubicBezTo>
                      <a:cubicBezTo>
                        <a:pt x="6704" y="15240"/>
                        <a:pt x="7466" y="14192"/>
                        <a:pt x="8990" y="13526"/>
                      </a:cubicBezTo>
                      <a:cubicBezTo>
                        <a:pt x="9657" y="13145"/>
                        <a:pt x="11847" y="11240"/>
                        <a:pt x="15752" y="7811"/>
                      </a:cubicBezTo>
                      <a:cubicBezTo>
                        <a:pt x="18229" y="5525"/>
                        <a:pt x="20896" y="4382"/>
                        <a:pt x="23849" y="4477"/>
                      </a:cubicBezTo>
                      <a:cubicBezTo>
                        <a:pt x="24230" y="1905"/>
                        <a:pt x="25944" y="571"/>
                        <a:pt x="28992" y="571"/>
                      </a:cubicBezTo>
                      <a:cubicBezTo>
                        <a:pt x="29373" y="571"/>
                        <a:pt x="29945" y="571"/>
                        <a:pt x="30802" y="762"/>
                      </a:cubicBezTo>
                      <a:lnTo>
                        <a:pt x="32326" y="762"/>
                      </a:lnTo>
                      <a:cubicBezTo>
                        <a:pt x="33564" y="762"/>
                        <a:pt x="34517" y="476"/>
                        <a:pt x="34993" y="0"/>
                      </a:cubicBezTo>
                      <a:cubicBezTo>
                        <a:pt x="36612" y="476"/>
                        <a:pt x="38993" y="762"/>
                        <a:pt x="41946" y="762"/>
                      </a:cubicBezTo>
                      <a:lnTo>
                        <a:pt x="46042" y="762"/>
                      </a:lnTo>
                      <a:cubicBezTo>
                        <a:pt x="47947" y="667"/>
                        <a:pt x="49376" y="571"/>
                        <a:pt x="50233" y="571"/>
                      </a:cubicBezTo>
                      <a:cubicBezTo>
                        <a:pt x="54996" y="571"/>
                        <a:pt x="58329" y="1334"/>
                        <a:pt x="60044" y="2953"/>
                      </a:cubicBezTo>
                      <a:cubicBezTo>
                        <a:pt x="61092" y="2191"/>
                        <a:pt x="62044" y="1810"/>
                        <a:pt x="62711" y="1810"/>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 name="Google Shape;1301;p99"/>
                <p:cNvSpPr/>
                <p:nvPr/>
              </p:nvSpPr>
              <p:spPr>
                <a:xfrm>
                  <a:off x="5521261" y="5263515"/>
                  <a:ext cx="115728" cy="102243"/>
                </a:xfrm>
                <a:custGeom>
                  <a:avLst/>
                  <a:gdLst/>
                  <a:ahLst/>
                  <a:cxnLst/>
                  <a:rect l="l" t="t" r="r" b="b"/>
                  <a:pathLst>
                    <a:path w="115728" h="102243" extrusionOk="0">
                      <a:moveTo>
                        <a:pt x="0" y="55626"/>
                      </a:moveTo>
                      <a:cubicBezTo>
                        <a:pt x="1143" y="55626"/>
                        <a:pt x="1905" y="55816"/>
                        <a:pt x="2096" y="56197"/>
                      </a:cubicBezTo>
                      <a:cubicBezTo>
                        <a:pt x="1810" y="56864"/>
                        <a:pt x="1143" y="57150"/>
                        <a:pt x="0" y="57150"/>
                      </a:cubicBezTo>
                      <a:lnTo>
                        <a:pt x="0" y="55626"/>
                      </a:lnTo>
                      <a:close/>
                      <a:moveTo>
                        <a:pt x="571" y="31528"/>
                      </a:moveTo>
                      <a:lnTo>
                        <a:pt x="571" y="30004"/>
                      </a:lnTo>
                      <a:lnTo>
                        <a:pt x="2096" y="30004"/>
                      </a:lnTo>
                      <a:lnTo>
                        <a:pt x="2096" y="31528"/>
                      </a:lnTo>
                      <a:lnTo>
                        <a:pt x="571" y="31528"/>
                      </a:lnTo>
                      <a:close/>
                      <a:moveTo>
                        <a:pt x="3620" y="64579"/>
                      </a:moveTo>
                      <a:cubicBezTo>
                        <a:pt x="3620" y="64579"/>
                        <a:pt x="3429" y="64103"/>
                        <a:pt x="3429" y="63913"/>
                      </a:cubicBezTo>
                      <a:cubicBezTo>
                        <a:pt x="3429" y="63437"/>
                        <a:pt x="3810" y="62770"/>
                        <a:pt x="4572" y="62103"/>
                      </a:cubicBezTo>
                      <a:cubicBezTo>
                        <a:pt x="5715" y="60960"/>
                        <a:pt x="6382" y="60293"/>
                        <a:pt x="6667" y="60007"/>
                      </a:cubicBezTo>
                      <a:cubicBezTo>
                        <a:pt x="7048" y="61341"/>
                        <a:pt x="6287" y="62865"/>
                        <a:pt x="4191" y="64579"/>
                      </a:cubicBezTo>
                      <a:lnTo>
                        <a:pt x="3620" y="64579"/>
                      </a:lnTo>
                      <a:close/>
                      <a:moveTo>
                        <a:pt x="3620" y="52483"/>
                      </a:moveTo>
                      <a:cubicBezTo>
                        <a:pt x="4381" y="51245"/>
                        <a:pt x="5144" y="50482"/>
                        <a:pt x="5905" y="50482"/>
                      </a:cubicBezTo>
                      <a:cubicBezTo>
                        <a:pt x="6667" y="50482"/>
                        <a:pt x="7620" y="51054"/>
                        <a:pt x="8668" y="52197"/>
                      </a:cubicBezTo>
                      <a:cubicBezTo>
                        <a:pt x="10096" y="53912"/>
                        <a:pt x="10858" y="54769"/>
                        <a:pt x="11144" y="54864"/>
                      </a:cubicBezTo>
                      <a:cubicBezTo>
                        <a:pt x="10573" y="55340"/>
                        <a:pt x="10192" y="55626"/>
                        <a:pt x="9811" y="55626"/>
                      </a:cubicBezTo>
                      <a:cubicBezTo>
                        <a:pt x="9430" y="55626"/>
                        <a:pt x="8954" y="55340"/>
                        <a:pt x="8572" y="54769"/>
                      </a:cubicBezTo>
                      <a:cubicBezTo>
                        <a:pt x="8096" y="54197"/>
                        <a:pt x="7811" y="53816"/>
                        <a:pt x="7525" y="53816"/>
                      </a:cubicBezTo>
                      <a:cubicBezTo>
                        <a:pt x="6953" y="53816"/>
                        <a:pt x="6382" y="54197"/>
                        <a:pt x="5715" y="54769"/>
                      </a:cubicBezTo>
                      <a:lnTo>
                        <a:pt x="7334" y="53245"/>
                      </a:lnTo>
                      <a:lnTo>
                        <a:pt x="5715" y="51721"/>
                      </a:lnTo>
                      <a:cubicBezTo>
                        <a:pt x="5715" y="51721"/>
                        <a:pt x="4858" y="52292"/>
                        <a:pt x="3620" y="52292"/>
                      </a:cubicBezTo>
                      <a:close/>
                      <a:moveTo>
                        <a:pt x="6667" y="48006"/>
                      </a:moveTo>
                      <a:lnTo>
                        <a:pt x="8001" y="45911"/>
                      </a:lnTo>
                      <a:lnTo>
                        <a:pt x="5144" y="43815"/>
                      </a:lnTo>
                      <a:cubicBezTo>
                        <a:pt x="5905" y="44101"/>
                        <a:pt x="6763" y="44291"/>
                        <a:pt x="7620" y="44577"/>
                      </a:cubicBezTo>
                      <a:cubicBezTo>
                        <a:pt x="8382" y="44863"/>
                        <a:pt x="8954" y="45529"/>
                        <a:pt x="9049" y="46482"/>
                      </a:cubicBezTo>
                      <a:lnTo>
                        <a:pt x="6667" y="48006"/>
                      </a:lnTo>
                      <a:close/>
                      <a:moveTo>
                        <a:pt x="11144" y="67437"/>
                      </a:moveTo>
                      <a:cubicBezTo>
                        <a:pt x="10096" y="67246"/>
                        <a:pt x="9620" y="66865"/>
                        <a:pt x="9620" y="66484"/>
                      </a:cubicBezTo>
                      <a:cubicBezTo>
                        <a:pt x="9620" y="66104"/>
                        <a:pt x="10096" y="65722"/>
                        <a:pt x="11144" y="65151"/>
                      </a:cubicBezTo>
                      <a:lnTo>
                        <a:pt x="11144" y="67437"/>
                      </a:lnTo>
                      <a:close/>
                      <a:moveTo>
                        <a:pt x="20764" y="58579"/>
                      </a:moveTo>
                      <a:lnTo>
                        <a:pt x="19240" y="59912"/>
                      </a:lnTo>
                      <a:cubicBezTo>
                        <a:pt x="19240" y="59912"/>
                        <a:pt x="19431" y="60674"/>
                        <a:pt x="19812" y="61055"/>
                      </a:cubicBezTo>
                      <a:cubicBezTo>
                        <a:pt x="17526" y="61436"/>
                        <a:pt x="16383" y="61627"/>
                        <a:pt x="16573" y="61627"/>
                      </a:cubicBezTo>
                      <a:cubicBezTo>
                        <a:pt x="14859" y="61627"/>
                        <a:pt x="14097" y="60293"/>
                        <a:pt x="14288" y="57626"/>
                      </a:cubicBezTo>
                      <a:lnTo>
                        <a:pt x="17145" y="54864"/>
                      </a:lnTo>
                      <a:lnTo>
                        <a:pt x="15621" y="53340"/>
                      </a:lnTo>
                      <a:lnTo>
                        <a:pt x="19240" y="53912"/>
                      </a:lnTo>
                      <a:lnTo>
                        <a:pt x="17907" y="55531"/>
                      </a:lnTo>
                      <a:lnTo>
                        <a:pt x="20764" y="58579"/>
                      </a:lnTo>
                      <a:close/>
                      <a:moveTo>
                        <a:pt x="18669" y="48768"/>
                      </a:moveTo>
                      <a:lnTo>
                        <a:pt x="15621" y="50292"/>
                      </a:lnTo>
                      <a:lnTo>
                        <a:pt x="14288" y="46482"/>
                      </a:lnTo>
                      <a:cubicBezTo>
                        <a:pt x="14669" y="47434"/>
                        <a:pt x="15335" y="47815"/>
                        <a:pt x="16383" y="47815"/>
                      </a:cubicBezTo>
                      <a:cubicBezTo>
                        <a:pt x="17145" y="47815"/>
                        <a:pt x="17716" y="47434"/>
                        <a:pt x="17907" y="46482"/>
                      </a:cubicBezTo>
                      <a:lnTo>
                        <a:pt x="18669" y="48768"/>
                      </a:lnTo>
                      <a:close/>
                      <a:moveTo>
                        <a:pt x="20193" y="44387"/>
                      </a:moveTo>
                      <a:cubicBezTo>
                        <a:pt x="20193" y="44387"/>
                        <a:pt x="19145" y="44958"/>
                        <a:pt x="17145" y="44958"/>
                      </a:cubicBezTo>
                      <a:lnTo>
                        <a:pt x="17907" y="43815"/>
                      </a:lnTo>
                      <a:lnTo>
                        <a:pt x="20193" y="44387"/>
                      </a:lnTo>
                      <a:close/>
                      <a:moveTo>
                        <a:pt x="19812" y="61150"/>
                      </a:moveTo>
                      <a:cubicBezTo>
                        <a:pt x="21336" y="60865"/>
                        <a:pt x="22479" y="61341"/>
                        <a:pt x="23050" y="62484"/>
                      </a:cubicBezTo>
                      <a:cubicBezTo>
                        <a:pt x="21622" y="62484"/>
                        <a:pt x="20574" y="62008"/>
                        <a:pt x="19812" y="61150"/>
                      </a:cubicBezTo>
                      <a:close/>
                      <a:moveTo>
                        <a:pt x="21812" y="27908"/>
                      </a:moveTo>
                      <a:lnTo>
                        <a:pt x="22384" y="30956"/>
                      </a:lnTo>
                      <a:lnTo>
                        <a:pt x="20288" y="30956"/>
                      </a:lnTo>
                      <a:lnTo>
                        <a:pt x="21907" y="27908"/>
                      </a:lnTo>
                      <a:close/>
                      <a:moveTo>
                        <a:pt x="29242" y="39053"/>
                      </a:moveTo>
                      <a:cubicBezTo>
                        <a:pt x="29146" y="38481"/>
                        <a:pt x="28480" y="37909"/>
                        <a:pt x="27241" y="37529"/>
                      </a:cubicBezTo>
                      <a:cubicBezTo>
                        <a:pt x="26003" y="37147"/>
                        <a:pt x="25432" y="36862"/>
                        <a:pt x="25432" y="36576"/>
                      </a:cubicBezTo>
                      <a:cubicBezTo>
                        <a:pt x="25432" y="36386"/>
                        <a:pt x="25717" y="35909"/>
                        <a:pt x="26194" y="35433"/>
                      </a:cubicBezTo>
                      <a:lnTo>
                        <a:pt x="30385" y="36957"/>
                      </a:lnTo>
                      <a:lnTo>
                        <a:pt x="27718" y="42100"/>
                      </a:lnTo>
                      <a:cubicBezTo>
                        <a:pt x="27718" y="41338"/>
                        <a:pt x="28194" y="40386"/>
                        <a:pt x="29242" y="39053"/>
                      </a:cubicBezTo>
                      <a:close/>
                      <a:moveTo>
                        <a:pt x="26194" y="88582"/>
                      </a:moveTo>
                      <a:cubicBezTo>
                        <a:pt x="26194" y="88582"/>
                        <a:pt x="25622" y="88011"/>
                        <a:pt x="25622" y="87821"/>
                      </a:cubicBezTo>
                      <a:lnTo>
                        <a:pt x="26194" y="88582"/>
                      </a:lnTo>
                      <a:close/>
                      <a:moveTo>
                        <a:pt x="26765" y="79724"/>
                      </a:moveTo>
                      <a:cubicBezTo>
                        <a:pt x="26765" y="81534"/>
                        <a:pt x="26575" y="82487"/>
                        <a:pt x="26194" y="82582"/>
                      </a:cubicBezTo>
                      <a:lnTo>
                        <a:pt x="26194" y="79724"/>
                      </a:lnTo>
                      <a:lnTo>
                        <a:pt x="26765" y="79724"/>
                      </a:lnTo>
                      <a:close/>
                      <a:moveTo>
                        <a:pt x="26194" y="88582"/>
                      </a:moveTo>
                      <a:cubicBezTo>
                        <a:pt x="26194" y="88582"/>
                        <a:pt x="27337" y="88963"/>
                        <a:pt x="28670" y="89345"/>
                      </a:cubicBezTo>
                      <a:cubicBezTo>
                        <a:pt x="29718" y="89725"/>
                        <a:pt x="30289" y="90106"/>
                        <a:pt x="30289" y="90488"/>
                      </a:cubicBezTo>
                      <a:cubicBezTo>
                        <a:pt x="30289" y="90964"/>
                        <a:pt x="30004" y="91630"/>
                        <a:pt x="29242" y="92202"/>
                      </a:cubicBezTo>
                      <a:lnTo>
                        <a:pt x="26194" y="88582"/>
                      </a:lnTo>
                      <a:close/>
                      <a:moveTo>
                        <a:pt x="113824" y="30004"/>
                      </a:moveTo>
                      <a:cubicBezTo>
                        <a:pt x="115062" y="31432"/>
                        <a:pt x="115729" y="32766"/>
                        <a:pt x="115729" y="34099"/>
                      </a:cubicBezTo>
                      <a:cubicBezTo>
                        <a:pt x="115729" y="35147"/>
                        <a:pt x="115157" y="36481"/>
                        <a:pt x="113919" y="38100"/>
                      </a:cubicBezTo>
                      <a:cubicBezTo>
                        <a:pt x="112681" y="39814"/>
                        <a:pt x="112109" y="41148"/>
                        <a:pt x="112109" y="42100"/>
                      </a:cubicBezTo>
                      <a:cubicBezTo>
                        <a:pt x="112109" y="43434"/>
                        <a:pt x="112681" y="44672"/>
                        <a:pt x="113824" y="45911"/>
                      </a:cubicBezTo>
                      <a:cubicBezTo>
                        <a:pt x="113157" y="52006"/>
                        <a:pt x="112871" y="61341"/>
                        <a:pt x="112871" y="74200"/>
                      </a:cubicBezTo>
                      <a:cubicBezTo>
                        <a:pt x="111252" y="74676"/>
                        <a:pt x="110395" y="76009"/>
                        <a:pt x="110490" y="78105"/>
                      </a:cubicBezTo>
                      <a:cubicBezTo>
                        <a:pt x="110680" y="80486"/>
                        <a:pt x="110490" y="82010"/>
                        <a:pt x="110109" y="82487"/>
                      </a:cubicBezTo>
                      <a:cubicBezTo>
                        <a:pt x="102679" y="91821"/>
                        <a:pt x="95155" y="97536"/>
                        <a:pt x="87630" y="99631"/>
                      </a:cubicBezTo>
                      <a:lnTo>
                        <a:pt x="86678" y="98870"/>
                      </a:lnTo>
                      <a:cubicBezTo>
                        <a:pt x="86582" y="101155"/>
                        <a:pt x="85154" y="102298"/>
                        <a:pt x="82487" y="102108"/>
                      </a:cubicBezTo>
                      <a:cubicBezTo>
                        <a:pt x="78772" y="102013"/>
                        <a:pt x="76771" y="102013"/>
                        <a:pt x="76486" y="102108"/>
                      </a:cubicBezTo>
                      <a:lnTo>
                        <a:pt x="74009" y="102108"/>
                      </a:lnTo>
                      <a:cubicBezTo>
                        <a:pt x="74009" y="102584"/>
                        <a:pt x="74009" y="101822"/>
                        <a:pt x="74009" y="99536"/>
                      </a:cubicBezTo>
                      <a:cubicBezTo>
                        <a:pt x="74009" y="98488"/>
                        <a:pt x="74295" y="97726"/>
                        <a:pt x="74962" y="97250"/>
                      </a:cubicBezTo>
                      <a:cubicBezTo>
                        <a:pt x="74104" y="96583"/>
                        <a:pt x="73342" y="96298"/>
                        <a:pt x="72676" y="96298"/>
                      </a:cubicBezTo>
                      <a:cubicBezTo>
                        <a:pt x="72009" y="96298"/>
                        <a:pt x="71247" y="96583"/>
                        <a:pt x="70199" y="97250"/>
                      </a:cubicBezTo>
                      <a:cubicBezTo>
                        <a:pt x="70485" y="98012"/>
                        <a:pt x="70580" y="98679"/>
                        <a:pt x="70580" y="99155"/>
                      </a:cubicBezTo>
                      <a:cubicBezTo>
                        <a:pt x="70580" y="100965"/>
                        <a:pt x="69247" y="101917"/>
                        <a:pt x="66485" y="101917"/>
                      </a:cubicBezTo>
                      <a:cubicBezTo>
                        <a:pt x="64579" y="101917"/>
                        <a:pt x="62579" y="102108"/>
                        <a:pt x="60484" y="102108"/>
                      </a:cubicBezTo>
                      <a:cubicBezTo>
                        <a:pt x="56579" y="98393"/>
                        <a:pt x="51530" y="96203"/>
                        <a:pt x="45529" y="95821"/>
                      </a:cubicBezTo>
                      <a:cubicBezTo>
                        <a:pt x="45339" y="95536"/>
                        <a:pt x="45339" y="95345"/>
                        <a:pt x="45339" y="95059"/>
                      </a:cubicBezTo>
                      <a:cubicBezTo>
                        <a:pt x="45339" y="94679"/>
                        <a:pt x="45434" y="94202"/>
                        <a:pt x="45815" y="93536"/>
                      </a:cubicBezTo>
                      <a:cubicBezTo>
                        <a:pt x="46101" y="92869"/>
                        <a:pt x="46291" y="92392"/>
                        <a:pt x="46291" y="92202"/>
                      </a:cubicBezTo>
                      <a:cubicBezTo>
                        <a:pt x="46291" y="91726"/>
                        <a:pt x="45815" y="91249"/>
                        <a:pt x="44958" y="90869"/>
                      </a:cubicBezTo>
                      <a:cubicBezTo>
                        <a:pt x="44482" y="91345"/>
                        <a:pt x="44005" y="91630"/>
                        <a:pt x="43624" y="91630"/>
                      </a:cubicBezTo>
                      <a:cubicBezTo>
                        <a:pt x="43339" y="91630"/>
                        <a:pt x="42958" y="91249"/>
                        <a:pt x="42291" y="90488"/>
                      </a:cubicBezTo>
                      <a:cubicBezTo>
                        <a:pt x="41720" y="89725"/>
                        <a:pt x="41148" y="89345"/>
                        <a:pt x="40577" y="89345"/>
                      </a:cubicBezTo>
                      <a:cubicBezTo>
                        <a:pt x="40957" y="88868"/>
                        <a:pt x="41148" y="88201"/>
                        <a:pt x="41148" y="87630"/>
                      </a:cubicBezTo>
                      <a:cubicBezTo>
                        <a:pt x="41148" y="85820"/>
                        <a:pt x="40100" y="84677"/>
                        <a:pt x="38005" y="84201"/>
                      </a:cubicBezTo>
                      <a:cubicBezTo>
                        <a:pt x="37624" y="84677"/>
                        <a:pt x="37147" y="84963"/>
                        <a:pt x="36481" y="84963"/>
                      </a:cubicBezTo>
                      <a:cubicBezTo>
                        <a:pt x="35433" y="84963"/>
                        <a:pt x="34290" y="84201"/>
                        <a:pt x="33052" y="82677"/>
                      </a:cubicBezTo>
                      <a:cubicBezTo>
                        <a:pt x="33623" y="82201"/>
                        <a:pt x="33814" y="81629"/>
                        <a:pt x="33814" y="81153"/>
                      </a:cubicBezTo>
                      <a:cubicBezTo>
                        <a:pt x="33814" y="80486"/>
                        <a:pt x="33528" y="79724"/>
                        <a:pt x="33052" y="78676"/>
                      </a:cubicBezTo>
                      <a:cubicBezTo>
                        <a:pt x="32575" y="77724"/>
                        <a:pt x="32195" y="77057"/>
                        <a:pt x="32099" y="76676"/>
                      </a:cubicBezTo>
                      <a:lnTo>
                        <a:pt x="28480" y="78200"/>
                      </a:lnTo>
                      <a:lnTo>
                        <a:pt x="33052" y="75152"/>
                      </a:lnTo>
                      <a:cubicBezTo>
                        <a:pt x="32766" y="73819"/>
                        <a:pt x="32004" y="72580"/>
                        <a:pt x="30671" y="71247"/>
                      </a:cubicBezTo>
                      <a:cubicBezTo>
                        <a:pt x="29337" y="69913"/>
                        <a:pt x="28099" y="68771"/>
                        <a:pt x="26956" y="67532"/>
                      </a:cubicBezTo>
                      <a:cubicBezTo>
                        <a:pt x="27622" y="66961"/>
                        <a:pt x="28194" y="66580"/>
                        <a:pt x="28861" y="66580"/>
                      </a:cubicBezTo>
                      <a:cubicBezTo>
                        <a:pt x="29432" y="66580"/>
                        <a:pt x="30194" y="66961"/>
                        <a:pt x="31242" y="67723"/>
                      </a:cubicBezTo>
                      <a:cubicBezTo>
                        <a:pt x="32290" y="68485"/>
                        <a:pt x="33052" y="68866"/>
                        <a:pt x="33528" y="68866"/>
                      </a:cubicBezTo>
                      <a:cubicBezTo>
                        <a:pt x="33909" y="68866"/>
                        <a:pt x="34195" y="68771"/>
                        <a:pt x="34480" y="68485"/>
                      </a:cubicBezTo>
                      <a:lnTo>
                        <a:pt x="32099" y="63722"/>
                      </a:lnTo>
                      <a:lnTo>
                        <a:pt x="36004" y="63722"/>
                      </a:lnTo>
                      <a:cubicBezTo>
                        <a:pt x="35719" y="64484"/>
                        <a:pt x="36004" y="65056"/>
                        <a:pt x="36957" y="65246"/>
                      </a:cubicBezTo>
                      <a:cubicBezTo>
                        <a:pt x="37529" y="64770"/>
                        <a:pt x="37719" y="63817"/>
                        <a:pt x="37529" y="62389"/>
                      </a:cubicBezTo>
                      <a:lnTo>
                        <a:pt x="37529" y="59722"/>
                      </a:lnTo>
                      <a:cubicBezTo>
                        <a:pt x="37052" y="62198"/>
                        <a:pt x="34766" y="62770"/>
                        <a:pt x="30575" y="61722"/>
                      </a:cubicBezTo>
                      <a:lnTo>
                        <a:pt x="30004" y="51435"/>
                      </a:lnTo>
                      <a:lnTo>
                        <a:pt x="30575" y="51435"/>
                      </a:lnTo>
                      <a:cubicBezTo>
                        <a:pt x="31242" y="50673"/>
                        <a:pt x="31528" y="49911"/>
                        <a:pt x="31528" y="49149"/>
                      </a:cubicBezTo>
                      <a:cubicBezTo>
                        <a:pt x="31528" y="47911"/>
                        <a:pt x="30766" y="46577"/>
                        <a:pt x="29337" y="45148"/>
                      </a:cubicBezTo>
                      <a:lnTo>
                        <a:pt x="31528" y="44005"/>
                      </a:lnTo>
                      <a:cubicBezTo>
                        <a:pt x="30480" y="43720"/>
                        <a:pt x="30004" y="43434"/>
                        <a:pt x="30004" y="42863"/>
                      </a:cubicBezTo>
                      <a:cubicBezTo>
                        <a:pt x="30004" y="42577"/>
                        <a:pt x="30099" y="42196"/>
                        <a:pt x="30480" y="41624"/>
                      </a:cubicBezTo>
                      <a:cubicBezTo>
                        <a:pt x="30766" y="41053"/>
                        <a:pt x="30956" y="40576"/>
                        <a:pt x="30956" y="40196"/>
                      </a:cubicBezTo>
                      <a:cubicBezTo>
                        <a:pt x="30956" y="39814"/>
                        <a:pt x="30766" y="39529"/>
                        <a:pt x="30575" y="39243"/>
                      </a:cubicBezTo>
                      <a:cubicBezTo>
                        <a:pt x="31052" y="39148"/>
                        <a:pt x="31528" y="39243"/>
                        <a:pt x="31909" y="39624"/>
                      </a:cubicBezTo>
                      <a:cubicBezTo>
                        <a:pt x="32575" y="40386"/>
                        <a:pt x="32956" y="40767"/>
                        <a:pt x="33052" y="40767"/>
                      </a:cubicBezTo>
                      <a:lnTo>
                        <a:pt x="36004" y="37719"/>
                      </a:lnTo>
                      <a:cubicBezTo>
                        <a:pt x="34862" y="37909"/>
                        <a:pt x="33909" y="36957"/>
                        <a:pt x="33052" y="35052"/>
                      </a:cubicBezTo>
                      <a:cubicBezTo>
                        <a:pt x="32290" y="33147"/>
                        <a:pt x="31242" y="32385"/>
                        <a:pt x="30004" y="32766"/>
                      </a:cubicBezTo>
                      <a:lnTo>
                        <a:pt x="32099" y="28194"/>
                      </a:lnTo>
                      <a:lnTo>
                        <a:pt x="28480" y="26003"/>
                      </a:lnTo>
                      <a:lnTo>
                        <a:pt x="35433" y="25241"/>
                      </a:lnTo>
                      <a:cubicBezTo>
                        <a:pt x="35528" y="24479"/>
                        <a:pt x="35242" y="23717"/>
                        <a:pt x="34576" y="22955"/>
                      </a:cubicBezTo>
                      <a:cubicBezTo>
                        <a:pt x="33909" y="22193"/>
                        <a:pt x="33528" y="21622"/>
                        <a:pt x="33528" y="21241"/>
                      </a:cubicBezTo>
                      <a:cubicBezTo>
                        <a:pt x="33528" y="20860"/>
                        <a:pt x="33623" y="20479"/>
                        <a:pt x="33909" y="20098"/>
                      </a:cubicBezTo>
                      <a:cubicBezTo>
                        <a:pt x="34385" y="20098"/>
                        <a:pt x="34957" y="20288"/>
                        <a:pt x="35433" y="20288"/>
                      </a:cubicBezTo>
                      <a:cubicBezTo>
                        <a:pt x="36290" y="20288"/>
                        <a:pt x="36766" y="19717"/>
                        <a:pt x="36957" y="18574"/>
                      </a:cubicBezTo>
                      <a:lnTo>
                        <a:pt x="36957" y="15907"/>
                      </a:lnTo>
                      <a:cubicBezTo>
                        <a:pt x="36957" y="15145"/>
                        <a:pt x="37243" y="14573"/>
                        <a:pt x="37529" y="14192"/>
                      </a:cubicBezTo>
                      <a:cubicBezTo>
                        <a:pt x="39338" y="10858"/>
                        <a:pt x="42291" y="8001"/>
                        <a:pt x="46387" y="5524"/>
                      </a:cubicBezTo>
                      <a:cubicBezTo>
                        <a:pt x="50006" y="3715"/>
                        <a:pt x="53530" y="1905"/>
                        <a:pt x="56960" y="0"/>
                      </a:cubicBezTo>
                      <a:cubicBezTo>
                        <a:pt x="58103" y="1048"/>
                        <a:pt x="59531" y="1524"/>
                        <a:pt x="61150" y="1524"/>
                      </a:cubicBezTo>
                      <a:cubicBezTo>
                        <a:pt x="61913" y="1524"/>
                        <a:pt x="63055" y="1429"/>
                        <a:pt x="64579" y="1048"/>
                      </a:cubicBezTo>
                      <a:cubicBezTo>
                        <a:pt x="66104" y="762"/>
                        <a:pt x="67246" y="571"/>
                        <a:pt x="68008" y="571"/>
                      </a:cubicBezTo>
                      <a:cubicBezTo>
                        <a:pt x="70199" y="571"/>
                        <a:pt x="71914" y="1429"/>
                        <a:pt x="73152" y="3143"/>
                      </a:cubicBezTo>
                      <a:cubicBezTo>
                        <a:pt x="75438" y="1810"/>
                        <a:pt x="78486" y="1238"/>
                        <a:pt x="82391" y="1429"/>
                      </a:cubicBezTo>
                      <a:cubicBezTo>
                        <a:pt x="88582" y="1429"/>
                        <a:pt x="91726" y="1619"/>
                        <a:pt x="92012" y="1619"/>
                      </a:cubicBezTo>
                      <a:cubicBezTo>
                        <a:pt x="92773" y="3048"/>
                        <a:pt x="95917" y="5429"/>
                        <a:pt x="101251" y="8763"/>
                      </a:cubicBezTo>
                      <a:cubicBezTo>
                        <a:pt x="105537" y="11430"/>
                        <a:pt x="107347" y="14573"/>
                        <a:pt x="106871" y="18097"/>
                      </a:cubicBezTo>
                      <a:cubicBezTo>
                        <a:pt x="106775" y="18097"/>
                        <a:pt x="106204" y="18193"/>
                        <a:pt x="105346" y="18764"/>
                      </a:cubicBezTo>
                      <a:cubicBezTo>
                        <a:pt x="108109" y="18859"/>
                        <a:pt x="110109" y="20479"/>
                        <a:pt x="111252" y="23527"/>
                      </a:cubicBezTo>
                      <a:cubicBezTo>
                        <a:pt x="112204" y="25813"/>
                        <a:pt x="112966" y="28194"/>
                        <a:pt x="113729" y="30480"/>
                      </a:cubicBezTo>
                      <a:close/>
                      <a:moveTo>
                        <a:pt x="27813" y="95250"/>
                      </a:moveTo>
                      <a:cubicBezTo>
                        <a:pt x="30194" y="95250"/>
                        <a:pt x="31623" y="95726"/>
                        <a:pt x="32004" y="96774"/>
                      </a:cubicBezTo>
                      <a:lnTo>
                        <a:pt x="32004" y="98298"/>
                      </a:lnTo>
                      <a:lnTo>
                        <a:pt x="27813" y="95250"/>
                      </a:lnTo>
                      <a:close/>
                      <a:moveTo>
                        <a:pt x="28385" y="83344"/>
                      </a:moveTo>
                      <a:cubicBezTo>
                        <a:pt x="28480" y="82677"/>
                        <a:pt x="28861" y="82391"/>
                        <a:pt x="29528" y="82391"/>
                      </a:cubicBezTo>
                      <a:cubicBezTo>
                        <a:pt x="30099" y="82391"/>
                        <a:pt x="30385" y="82677"/>
                        <a:pt x="30480" y="83344"/>
                      </a:cubicBezTo>
                      <a:lnTo>
                        <a:pt x="28385" y="83344"/>
                      </a:lnTo>
                      <a:close/>
                      <a:moveTo>
                        <a:pt x="37433" y="52006"/>
                      </a:moveTo>
                      <a:lnTo>
                        <a:pt x="37433" y="49721"/>
                      </a:lnTo>
                      <a:cubicBezTo>
                        <a:pt x="37338" y="50768"/>
                        <a:pt x="36481" y="51245"/>
                        <a:pt x="35147" y="51245"/>
                      </a:cubicBezTo>
                      <a:cubicBezTo>
                        <a:pt x="34195" y="51245"/>
                        <a:pt x="33623" y="50959"/>
                        <a:pt x="33147" y="50292"/>
                      </a:cubicBezTo>
                      <a:lnTo>
                        <a:pt x="32956" y="49721"/>
                      </a:lnTo>
                      <a:cubicBezTo>
                        <a:pt x="32956" y="49721"/>
                        <a:pt x="33147" y="50101"/>
                        <a:pt x="33147" y="50292"/>
                      </a:cubicBezTo>
                      <a:lnTo>
                        <a:pt x="34290" y="53530"/>
                      </a:lnTo>
                      <a:cubicBezTo>
                        <a:pt x="35528" y="52292"/>
                        <a:pt x="36576" y="51721"/>
                        <a:pt x="37338" y="52006"/>
                      </a:cubicBezTo>
                      <a:close/>
                      <a:moveTo>
                        <a:pt x="35909" y="40672"/>
                      </a:moveTo>
                      <a:lnTo>
                        <a:pt x="40481" y="40672"/>
                      </a:lnTo>
                      <a:lnTo>
                        <a:pt x="40481" y="39148"/>
                      </a:lnTo>
                      <a:cubicBezTo>
                        <a:pt x="40100" y="39719"/>
                        <a:pt x="39243" y="39910"/>
                        <a:pt x="37910" y="39910"/>
                      </a:cubicBezTo>
                      <a:cubicBezTo>
                        <a:pt x="36576" y="39910"/>
                        <a:pt x="35909" y="40196"/>
                        <a:pt x="35909" y="40672"/>
                      </a:cubicBezTo>
                      <a:close/>
                      <a:moveTo>
                        <a:pt x="38957" y="74390"/>
                      </a:moveTo>
                      <a:cubicBezTo>
                        <a:pt x="39148" y="73723"/>
                        <a:pt x="39814" y="73247"/>
                        <a:pt x="41148" y="72866"/>
                      </a:cubicBezTo>
                      <a:cubicBezTo>
                        <a:pt x="42005" y="72485"/>
                        <a:pt x="42291" y="71723"/>
                        <a:pt x="41910" y="70771"/>
                      </a:cubicBezTo>
                      <a:lnTo>
                        <a:pt x="36862" y="72295"/>
                      </a:lnTo>
                      <a:lnTo>
                        <a:pt x="38957" y="74390"/>
                      </a:lnTo>
                      <a:close/>
                      <a:moveTo>
                        <a:pt x="41910" y="56293"/>
                      </a:moveTo>
                      <a:cubicBezTo>
                        <a:pt x="41910" y="56293"/>
                        <a:pt x="41338" y="55912"/>
                        <a:pt x="40957" y="55531"/>
                      </a:cubicBezTo>
                      <a:lnTo>
                        <a:pt x="39624" y="54197"/>
                      </a:lnTo>
                      <a:lnTo>
                        <a:pt x="38957" y="55150"/>
                      </a:lnTo>
                      <a:cubicBezTo>
                        <a:pt x="39624" y="54769"/>
                        <a:pt x="40291" y="54959"/>
                        <a:pt x="40957" y="55531"/>
                      </a:cubicBezTo>
                      <a:lnTo>
                        <a:pt x="41910" y="56293"/>
                      </a:lnTo>
                      <a:close/>
                      <a:moveTo>
                        <a:pt x="40577" y="13049"/>
                      </a:moveTo>
                      <a:lnTo>
                        <a:pt x="40577" y="16859"/>
                      </a:lnTo>
                      <a:cubicBezTo>
                        <a:pt x="40577" y="16859"/>
                        <a:pt x="40957" y="15621"/>
                        <a:pt x="41338" y="13049"/>
                      </a:cubicBezTo>
                      <a:lnTo>
                        <a:pt x="42863" y="13049"/>
                      </a:lnTo>
                      <a:cubicBezTo>
                        <a:pt x="42100" y="12763"/>
                        <a:pt x="41624" y="12763"/>
                        <a:pt x="41338" y="13049"/>
                      </a:cubicBezTo>
                      <a:lnTo>
                        <a:pt x="40577" y="13049"/>
                      </a:lnTo>
                      <a:close/>
                      <a:moveTo>
                        <a:pt x="44958" y="38671"/>
                      </a:moveTo>
                      <a:lnTo>
                        <a:pt x="44958" y="37147"/>
                      </a:lnTo>
                      <a:cubicBezTo>
                        <a:pt x="44958" y="37147"/>
                        <a:pt x="44005" y="36576"/>
                        <a:pt x="42863" y="36576"/>
                      </a:cubicBezTo>
                      <a:cubicBezTo>
                        <a:pt x="42863" y="36671"/>
                        <a:pt x="43148" y="37147"/>
                        <a:pt x="43244" y="37814"/>
                      </a:cubicBezTo>
                      <a:cubicBezTo>
                        <a:pt x="43339" y="38481"/>
                        <a:pt x="43720" y="38862"/>
                        <a:pt x="44196" y="38862"/>
                      </a:cubicBezTo>
                      <a:cubicBezTo>
                        <a:pt x="44482" y="38862"/>
                        <a:pt x="44672" y="38862"/>
                        <a:pt x="44958" y="38671"/>
                      </a:cubicBezTo>
                      <a:close/>
                      <a:moveTo>
                        <a:pt x="48482" y="81153"/>
                      </a:moveTo>
                      <a:lnTo>
                        <a:pt x="48292" y="80010"/>
                      </a:lnTo>
                      <a:cubicBezTo>
                        <a:pt x="48292" y="80010"/>
                        <a:pt x="49149" y="79534"/>
                        <a:pt x="49625" y="79820"/>
                      </a:cubicBezTo>
                      <a:lnTo>
                        <a:pt x="50768" y="80010"/>
                      </a:lnTo>
                      <a:cubicBezTo>
                        <a:pt x="50768" y="80010"/>
                        <a:pt x="51054" y="79248"/>
                        <a:pt x="50959" y="78296"/>
                      </a:cubicBezTo>
                      <a:lnTo>
                        <a:pt x="48101" y="78296"/>
                      </a:lnTo>
                      <a:lnTo>
                        <a:pt x="48292" y="80010"/>
                      </a:lnTo>
                      <a:cubicBezTo>
                        <a:pt x="48292" y="80010"/>
                        <a:pt x="48292" y="80296"/>
                        <a:pt x="48101" y="80391"/>
                      </a:cubicBezTo>
                      <a:cubicBezTo>
                        <a:pt x="48387" y="80677"/>
                        <a:pt x="48482" y="80963"/>
                        <a:pt x="48482" y="81153"/>
                      </a:cubicBezTo>
                      <a:lnTo>
                        <a:pt x="48673" y="82677"/>
                      </a:lnTo>
                      <a:cubicBezTo>
                        <a:pt x="48673" y="81915"/>
                        <a:pt x="48673" y="81439"/>
                        <a:pt x="48482" y="81153"/>
                      </a:cubicBezTo>
                      <a:close/>
                      <a:moveTo>
                        <a:pt x="51530" y="84868"/>
                      </a:moveTo>
                      <a:cubicBezTo>
                        <a:pt x="51530" y="84391"/>
                        <a:pt x="51816" y="83629"/>
                        <a:pt x="52483" y="82677"/>
                      </a:cubicBezTo>
                      <a:cubicBezTo>
                        <a:pt x="51435" y="82487"/>
                        <a:pt x="50387" y="82963"/>
                        <a:pt x="49339" y="84201"/>
                      </a:cubicBezTo>
                      <a:cubicBezTo>
                        <a:pt x="50673" y="84201"/>
                        <a:pt x="51340" y="84391"/>
                        <a:pt x="51530" y="84772"/>
                      </a:cubicBezTo>
                      <a:close/>
                      <a:moveTo>
                        <a:pt x="52483" y="37052"/>
                      </a:moveTo>
                      <a:cubicBezTo>
                        <a:pt x="52959" y="36195"/>
                        <a:pt x="53149" y="35623"/>
                        <a:pt x="53054" y="35528"/>
                      </a:cubicBezTo>
                      <a:lnTo>
                        <a:pt x="52483" y="35528"/>
                      </a:lnTo>
                      <a:cubicBezTo>
                        <a:pt x="52483" y="35528"/>
                        <a:pt x="52102" y="35338"/>
                        <a:pt x="51721" y="35147"/>
                      </a:cubicBezTo>
                      <a:lnTo>
                        <a:pt x="51530" y="34766"/>
                      </a:lnTo>
                      <a:cubicBezTo>
                        <a:pt x="51530" y="34766"/>
                        <a:pt x="51721" y="34385"/>
                        <a:pt x="52006" y="33814"/>
                      </a:cubicBezTo>
                      <a:cubicBezTo>
                        <a:pt x="52292" y="33338"/>
                        <a:pt x="52483" y="32956"/>
                        <a:pt x="52483" y="32671"/>
                      </a:cubicBezTo>
                      <a:lnTo>
                        <a:pt x="50959" y="32671"/>
                      </a:lnTo>
                      <a:lnTo>
                        <a:pt x="51530" y="34766"/>
                      </a:lnTo>
                      <a:cubicBezTo>
                        <a:pt x="51530" y="34766"/>
                        <a:pt x="51721" y="34957"/>
                        <a:pt x="51721" y="35147"/>
                      </a:cubicBezTo>
                      <a:lnTo>
                        <a:pt x="52483" y="37052"/>
                      </a:lnTo>
                      <a:close/>
                      <a:moveTo>
                        <a:pt x="51530" y="61150"/>
                      </a:moveTo>
                      <a:cubicBezTo>
                        <a:pt x="52578" y="61150"/>
                        <a:pt x="52959" y="60865"/>
                        <a:pt x="52769" y="60198"/>
                      </a:cubicBezTo>
                      <a:cubicBezTo>
                        <a:pt x="52578" y="59626"/>
                        <a:pt x="52769" y="59150"/>
                        <a:pt x="53149" y="58864"/>
                      </a:cubicBezTo>
                      <a:lnTo>
                        <a:pt x="51625" y="58864"/>
                      </a:lnTo>
                      <a:lnTo>
                        <a:pt x="51625" y="61150"/>
                      </a:lnTo>
                      <a:close/>
                      <a:moveTo>
                        <a:pt x="88297" y="70771"/>
                      </a:moveTo>
                      <a:lnTo>
                        <a:pt x="89059" y="31623"/>
                      </a:lnTo>
                      <a:lnTo>
                        <a:pt x="86201" y="29528"/>
                      </a:lnTo>
                      <a:cubicBezTo>
                        <a:pt x="85725" y="27337"/>
                        <a:pt x="84106" y="25717"/>
                        <a:pt x="81534" y="24670"/>
                      </a:cubicBezTo>
                      <a:cubicBezTo>
                        <a:pt x="76676" y="22860"/>
                        <a:pt x="74104" y="22003"/>
                        <a:pt x="74009" y="22003"/>
                      </a:cubicBezTo>
                      <a:lnTo>
                        <a:pt x="72676" y="16097"/>
                      </a:lnTo>
                      <a:cubicBezTo>
                        <a:pt x="71819" y="16383"/>
                        <a:pt x="70866" y="17431"/>
                        <a:pt x="69913" y="19431"/>
                      </a:cubicBezTo>
                      <a:cubicBezTo>
                        <a:pt x="68961" y="21431"/>
                        <a:pt x="67913" y="22384"/>
                        <a:pt x="66770" y="22384"/>
                      </a:cubicBezTo>
                      <a:cubicBezTo>
                        <a:pt x="66389" y="22384"/>
                        <a:pt x="65913" y="22288"/>
                        <a:pt x="65246" y="22003"/>
                      </a:cubicBezTo>
                      <a:lnTo>
                        <a:pt x="65818" y="20479"/>
                      </a:lnTo>
                      <a:lnTo>
                        <a:pt x="64294" y="20479"/>
                      </a:lnTo>
                      <a:lnTo>
                        <a:pt x="65246" y="22574"/>
                      </a:lnTo>
                      <a:cubicBezTo>
                        <a:pt x="65246" y="22574"/>
                        <a:pt x="64198" y="23622"/>
                        <a:pt x="63151" y="24860"/>
                      </a:cubicBezTo>
                      <a:cubicBezTo>
                        <a:pt x="62103" y="26003"/>
                        <a:pt x="61150" y="26670"/>
                        <a:pt x="60293" y="26670"/>
                      </a:cubicBezTo>
                      <a:cubicBezTo>
                        <a:pt x="59912" y="26670"/>
                        <a:pt x="59531" y="26670"/>
                        <a:pt x="59150" y="26479"/>
                      </a:cubicBezTo>
                      <a:cubicBezTo>
                        <a:pt x="59055" y="28194"/>
                        <a:pt x="58579" y="30671"/>
                        <a:pt x="57721" y="34004"/>
                      </a:cubicBezTo>
                      <a:cubicBezTo>
                        <a:pt x="57245" y="33623"/>
                        <a:pt x="56960" y="33242"/>
                        <a:pt x="56960" y="32671"/>
                      </a:cubicBezTo>
                      <a:lnTo>
                        <a:pt x="55245" y="32671"/>
                      </a:lnTo>
                      <a:cubicBezTo>
                        <a:pt x="54769" y="33242"/>
                        <a:pt x="54483" y="33719"/>
                        <a:pt x="54483" y="34290"/>
                      </a:cubicBezTo>
                      <a:cubicBezTo>
                        <a:pt x="54483" y="34671"/>
                        <a:pt x="54578" y="35242"/>
                        <a:pt x="54959" y="36004"/>
                      </a:cubicBezTo>
                      <a:cubicBezTo>
                        <a:pt x="55245" y="36766"/>
                        <a:pt x="55436" y="37338"/>
                        <a:pt x="55436" y="37719"/>
                      </a:cubicBezTo>
                      <a:cubicBezTo>
                        <a:pt x="55436" y="38386"/>
                        <a:pt x="55150" y="38862"/>
                        <a:pt x="54673" y="39243"/>
                      </a:cubicBezTo>
                      <a:cubicBezTo>
                        <a:pt x="55150" y="40291"/>
                        <a:pt x="55816" y="40767"/>
                        <a:pt x="56579" y="40767"/>
                      </a:cubicBezTo>
                      <a:cubicBezTo>
                        <a:pt x="56960" y="40767"/>
                        <a:pt x="57436" y="40672"/>
                        <a:pt x="58103" y="40386"/>
                      </a:cubicBezTo>
                      <a:cubicBezTo>
                        <a:pt x="58769" y="40100"/>
                        <a:pt x="59246" y="40005"/>
                        <a:pt x="59722" y="40005"/>
                      </a:cubicBezTo>
                      <a:cubicBezTo>
                        <a:pt x="60484" y="40005"/>
                        <a:pt x="61150" y="40576"/>
                        <a:pt x="61627" y="41529"/>
                      </a:cubicBezTo>
                      <a:cubicBezTo>
                        <a:pt x="60960" y="42863"/>
                        <a:pt x="60293" y="43434"/>
                        <a:pt x="59531" y="43434"/>
                      </a:cubicBezTo>
                      <a:cubicBezTo>
                        <a:pt x="59150" y="43434"/>
                        <a:pt x="58674" y="43339"/>
                        <a:pt x="58007" y="43053"/>
                      </a:cubicBezTo>
                      <a:cubicBezTo>
                        <a:pt x="57340" y="42863"/>
                        <a:pt x="56864" y="42672"/>
                        <a:pt x="56483" y="42672"/>
                      </a:cubicBezTo>
                      <a:cubicBezTo>
                        <a:pt x="56102" y="42672"/>
                        <a:pt x="55721" y="42863"/>
                        <a:pt x="55340" y="43053"/>
                      </a:cubicBezTo>
                      <a:cubicBezTo>
                        <a:pt x="55626" y="43434"/>
                        <a:pt x="55721" y="43815"/>
                        <a:pt x="55721" y="44196"/>
                      </a:cubicBezTo>
                      <a:cubicBezTo>
                        <a:pt x="55721" y="44577"/>
                        <a:pt x="55626" y="45053"/>
                        <a:pt x="55340" y="45625"/>
                      </a:cubicBezTo>
                      <a:cubicBezTo>
                        <a:pt x="55054" y="46196"/>
                        <a:pt x="54959" y="46672"/>
                        <a:pt x="54959" y="46863"/>
                      </a:cubicBezTo>
                      <a:cubicBezTo>
                        <a:pt x="54959" y="47530"/>
                        <a:pt x="55340" y="47911"/>
                        <a:pt x="56293" y="48196"/>
                      </a:cubicBezTo>
                      <a:lnTo>
                        <a:pt x="54769" y="49721"/>
                      </a:lnTo>
                      <a:cubicBezTo>
                        <a:pt x="55245" y="50482"/>
                        <a:pt x="55531" y="51911"/>
                        <a:pt x="55531" y="54007"/>
                      </a:cubicBezTo>
                      <a:lnTo>
                        <a:pt x="55531" y="60103"/>
                      </a:lnTo>
                      <a:cubicBezTo>
                        <a:pt x="55531" y="65056"/>
                        <a:pt x="56579" y="68389"/>
                        <a:pt x="58579" y="70104"/>
                      </a:cubicBezTo>
                      <a:cubicBezTo>
                        <a:pt x="58864" y="70771"/>
                        <a:pt x="58769" y="71438"/>
                        <a:pt x="58198" y="72199"/>
                      </a:cubicBezTo>
                      <a:lnTo>
                        <a:pt x="57055" y="74295"/>
                      </a:lnTo>
                      <a:cubicBezTo>
                        <a:pt x="58198" y="74295"/>
                        <a:pt x="58960" y="74581"/>
                        <a:pt x="59150" y="75057"/>
                      </a:cubicBezTo>
                      <a:cubicBezTo>
                        <a:pt x="59246" y="75819"/>
                        <a:pt x="58769" y="76295"/>
                        <a:pt x="57912" y="76486"/>
                      </a:cubicBezTo>
                      <a:cubicBezTo>
                        <a:pt x="56960" y="76771"/>
                        <a:pt x="56388" y="76962"/>
                        <a:pt x="56293" y="77153"/>
                      </a:cubicBezTo>
                      <a:cubicBezTo>
                        <a:pt x="56674" y="77914"/>
                        <a:pt x="57150" y="78296"/>
                        <a:pt x="57626" y="78296"/>
                      </a:cubicBezTo>
                      <a:cubicBezTo>
                        <a:pt x="58007" y="78296"/>
                        <a:pt x="58579" y="77914"/>
                        <a:pt x="59246" y="76962"/>
                      </a:cubicBezTo>
                      <a:cubicBezTo>
                        <a:pt x="59912" y="76009"/>
                        <a:pt x="60388" y="75629"/>
                        <a:pt x="60674" y="75629"/>
                      </a:cubicBezTo>
                      <a:cubicBezTo>
                        <a:pt x="61150" y="75629"/>
                        <a:pt x="61722" y="76486"/>
                        <a:pt x="62198" y="78200"/>
                      </a:cubicBezTo>
                      <a:lnTo>
                        <a:pt x="63722" y="76676"/>
                      </a:lnTo>
                      <a:cubicBezTo>
                        <a:pt x="65246" y="77248"/>
                        <a:pt x="66580" y="78486"/>
                        <a:pt x="67818" y="80486"/>
                      </a:cubicBezTo>
                      <a:cubicBezTo>
                        <a:pt x="68485" y="81915"/>
                        <a:pt x="69056" y="83344"/>
                        <a:pt x="69723" y="84772"/>
                      </a:cubicBezTo>
                      <a:cubicBezTo>
                        <a:pt x="71438" y="84772"/>
                        <a:pt x="72676" y="84391"/>
                        <a:pt x="73533" y="83439"/>
                      </a:cubicBezTo>
                      <a:cubicBezTo>
                        <a:pt x="74486" y="82391"/>
                        <a:pt x="75629" y="81915"/>
                        <a:pt x="77153" y="81915"/>
                      </a:cubicBezTo>
                      <a:cubicBezTo>
                        <a:pt x="77629" y="82772"/>
                        <a:pt x="77914" y="83248"/>
                        <a:pt x="77724" y="83439"/>
                      </a:cubicBezTo>
                      <a:cubicBezTo>
                        <a:pt x="79534" y="82772"/>
                        <a:pt x="81153" y="80677"/>
                        <a:pt x="82677" y="77057"/>
                      </a:cubicBezTo>
                      <a:cubicBezTo>
                        <a:pt x="84106" y="73438"/>
                        <a:pt x="86106" y="71342"/>
                        <a:pt x="88392" y="70675"/>
                      </a:cubicBezTo>
                      <a:close/>
                      <a:moveTo>
                        <a:pt x="63627" y="44005"/>
                      </a:moveTo>
                      <a:lnTo>
                        <a:pt x="61531" y="42196"/>
                      </a:lnTo>
                      <a:lnTo>
                        <a:pt x="63627" y="42196"/>
                      </a:lnTo>
                      <a:lnTo>
                        <a:pt x="63627" y="44005"/>
                      </a:lnTo>
                      <a:close/>
                      <a:moveTo>
                        <a:pt x="62103" y="84201"/>
                      </a:moveTo>
                      <a:cubicBezTo>
                        <a:pt x="62579" y="84677"/>
                        <a:pt x="63055" y="84963"/>
                        <a:pt x="63437" y="84963"/>
                      </a:cubicBezTo>
                      <a:cubicBezTo>
                        <a:pt x="63817" y="84963"/>
                        <a:pt x="64294" y="84582"/>
                        <a:pt x="64770" y="83820"/>
                      </a:cubicBezTo>
                      <a:cubicBezTo>
                        <a:pt x="65341" y="83058"/>
                        <a:pt x="65913" y="82677"/>
                        <a:pt x="66485" y="82677"/>
                      </a:cubicBezTo>
                      <a:cubicBezTo>
                        <a:pt x="64198" y="82201"/>
                        <a:pt x="62674" y="82677"/>
                        <a:pt x="62103" y="84201"/>
                      </a:cubicBezTo>
                      <a:close/>
                      <a:moveTo>
                        <a:pt x="76581" y="78867"/>
                      </a:moveTo>
                      <a:lnTo>
                        <a:pt x="77153" y="78296"/>
                      </a:lnTo>
                      <a:lnTo>
                        <a:pt x="79248" y="78867"/>
                      </a:lnTo>
                      <a:lnTo>
                        <a:pt x="76581" y="78867"/>
                      </a:lnTo>
                      <a:close/>
                      <a:moveTo>
                        <a:pt x="86201" y="8572"/>
                      </a:moveTo>
                      <a:cubicBezTo>
                        <a:pt x="86582" y="9049"/>
                        <a:pt x="87058" y="9334"/>
                        <a:pt x="87535" y="9334"/>
                      </a:cubicBezTo>
                      <a:cubicBezTo>
                        <a:pt x="88202" y="9334"/>
                        <a:pt x="88963" y="9049"/>
                        <a:pt x="89821" y="8572"/>
                      </a:cubicBezTo>
                      <a:cubicBezTo>
                        <a:pt x="90678" y="8001"/>
                        <a:pt x="91154" y="7811"/>
                        <a:pt x="91345" y="7811"/>
                      </a:cubicBezTo>
                      <a:cubicBezTo>
                        <a:pt x="90964" y="7334"/>
                        <a:pt x="90392" y="7048"/>
                        <a:pt x="89821" y="7048"/>
                      </a:cubicBezTo>
                      <a:cubicBezTo>
                        <a:pt x="89440" y="7048"/>
                        <a:pt x="88868" y="7334"/>
                        <a:pt x="88011" y="7811"/>
                      </a:cubicBezTo>
                      <a:cubicBezTo>
                        <a:pt x="87154" y="8287"/>
                        <a:pt x="86582" y="8572"/>
                        <a:pt x="86201" y="8572"/>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 name="Google Shape;1302;p99"/>
                <p:cNvSpPr/>
                <p:nvPr/>
              </p:nvSpPr>
              <p:spPr>
                <a:xfrm>
                  <a:off x="5648514" y="5263800"/>
                  <a:ext cx="107537" cy="120110"/>
                </a:xfrm>
                <a:custGeom>
                  <a:avLst/>
                  <a:gdLst/>
                  <a:ahLst/>
                  <a:cxnLst/>
                  <a:rect l="l" t="t" r="r" b="b"/>
                  <a:pathLst>
                    <a:path w="107537" h="120110" extrusionOk="0">
                      <a:moveTo>
                        <a:pt x="101346" y="83439"/>
                      </a:moveTo>
                      <a:lnTo>
                        <a:pt x="102489" y="84963"/>
                      </a:lnTo>
                      <a:cubicBezTo>
                        <a:pt x="99632" y="83820"/>
                        <a:pt x="97441" y="83629"/>
                        <a:pt x="95917" y="84487"/>
                      </a:cubicBezTo>
                      <a:cubicBezTo>
                        <a:pt x="95536" y="84963"/>
                        <a:pt x="95250" y="86201"/>
                        <a:pt x="95155" y="88202"/>
                      </a:cubicBezTo>
                      <a:cubicBezTo>
                        <a:pt x="95060" y="90202"/>
                        <a:pt x="94202" y="91345"/>
                        <a:pt x="92869" y="91726"/>
                      </a:cubicBezTo>
                      <a:cubicBezTo>
                        <a:pt x="95060" y="93440"/>
                        <a:pt x="95536" y="95631"/>
                        <a:pt x="94393" y="98298"/>
                      </a:cubicBezTo>
                      <a:cubicBezTo>
                        <a:pt x="93345" y="98107"/>
                        <a:pt x="92393" y="98584"/>
                        <a:pt x="91631" y="99441"/>
                      </a:cubicBezTo>
                      <a:cubicBezTo>
                        <a:pt x="90773" y="100394"/>
                        <a:pt x="90011" y="101346"/>
                        <a:pt x="89249" y="102203"/>
                      </a:cubicBezTo>
                      <a:cubicBezTo>
                        <a:pt x="88868" y="101917"/>
                        <a:pt x="88297" y="101155"/>
                        <a:pt x="87535" y="100013"/>
                      </a:cubicBezTo>
                      <a:cubicBezTo>
                        <a:pt x="86773" y="98870"/>
                        <a:pt x="85916" y="98203"/>
                        <a:pt x="85058" y="98203"/>
                      </a:cubicBezTo>
                      <a:cubicBezTo>
                        <a:pt x="84677" y="98203"/>
                        <a:pt x="84296" y="98203"/>
                        <a:pt x="83915" y="98393"/>
                      </a:cubicBezTo>
                      <a:lnTo>
                        <a:pt x="81820" y="100965"/>
                      </a:lnTo>
                      <a:cubicBezTo>
                        <a:pt x="81820" y="100965"/>
                        <a:pt x="82201" y="101537"/>
                        <a:pt x="82487" y="101537"/>
                      </a:cubicBezTo>
                      <a:cubicBezTo>
                        <a:pt x="82106" y="101917"/>
                        <a:pt x="81725" y="103061"/>
                        <a:pt x="81344" y="104965"/>
                      </a:cubicBezTo>
                      <a:cubicBezTo>
                        <a:pt x="80963" y="106871"/>
                        <a:pt x="80391" y="108204"/>
                        <a:pt x="79820" y="108966"/>
                      </a:cubicBezTo>
                      <a:cubicBezTo>
                        <a:pt x="79534" y="108204"/>
                        <a:pt x="79629" y="107442"/>
                        <a:pt x="80105" y="106680"/>
                      </a:cubicBezTo>
                      <a:cubicBezTo>
                        <a:pt x="80582" y="105918"/>
                        <a:pt x="80963" y="105251"/>
                        <a:pt x="81344" y="104584"/>
                      </a:cubicBezTo>
                      <a:cubicBezTo>
                        <a:pt x="80582" y="104013"/>
                        <a:pt x="78486" y="103346"/>
                        <a:pt x="74962" y="102775"/>
                      </a:cubicBezTo>
                      <a:cubicBezTo>
                        <a:pt x="72676" y="102394"/>
                        <a:pt x="71628" y="101251"/>
                        <a:pt x="71723" y="99441"/>
                      </a:cubicBezTo>
                      <a:lnTo>
                        <a:pt x="66485" y="94202"/>
                      </a:lnTo>
                      <a:cubicBezTo>
                        <a:pt x="67913" y="93821"/>
                        <a:pt x="68580" y="93154"/>
                        <a:pt x="68580" y="92297"/>
                      </a:cubicBezTo>
                      <a:cubicBezTo>
                        <a:pt x="68580" y="91821"/>
                        <a:pt x="68294" y="90964"/>
                        <a:pt x="67723" y="89821"/>
                      </a:cubicBezTo>
                      <a:cubicBezTo>
                        <a:pt x="67151" y="88773"/>
                        <a:pt x="66866" y="87916"/>
                        <a:pt x="66866" y="87439"/>
                      </a:cubicBezTo>
                      <a:cubicBezTo>
                        <a:pt x="66866" y="87249"/>
                        <a:pt x="66866" y="86963"/>
                        <a:pt x="67056" y="86678"/>
                      </a:cubicBezTo>
                      <a:cubicBezTo>
                        <a:pt x="66770" y="86678"/>
                        <a:pt x="66580" y="86963"/>
                        <a:pt x="66485" y="87058"/>
                      </a:cubicBezTo>
                      <a:cubicBezTo>
                        <a:pt x="68009" y="85058"/>
                        <a:pt x="68771" y="83820"/>
                        <a:pt x="68580" y="82963"/>
                      </a:cubicBezTo>
                      <a:lnTo>
                        <a:pt x="69152" y="86011"/>
                      </a:lnTo>
                      <a:cubicBezTo>
                        <a:pt x="70009" y="85630"/>
                        <a:pt x="71057" y="84868"/>
                        <a:pt x="72200" y="83534"/>
                      </a:cubicBezTo>
                      <a:cubicBezTo>
                        <a:pt x="71819" y="82296"/>
                        <a:pt x="71057" y="81439"/>
                        <a:pt x="70009" y="81153"/>
                      </a:cubicBezTo>
                      <a:cubicBezTo>
                        <a:pt x="68961" y="80772"/>
                        <a:pt x="68485" y="79915"/>
                        <a:pt x="68485" y="78486"/>
                      </a:cubicBezTo>
                      <a:lnTo>
                        <a:pt x="70009" y="79057"/>
                      </a:lnTo>
                      <a:lnTo>
                        <a:pt x="70580" y="78486"/>
                      </a:lnTo>
                      <a:cubicBezTo>
                        <a:pt x="68580" y="74009"/>
                        <a:pt x="67437" y="70580"/>
                        <a:pt x="67437" y="68199"/>
                      </a:cubicBezTo>
                      <a:cubicBezTo>
                        <a:pt x="67437" y="67342"/>
                        <a:pt x="67532" y="66484"/>
                        <a:pt x="67818" y="65722"/>
                      </a:cubicBezTo>
                      <a:cubicBezTo>
                        <a:pt x="67342" y="65913"/>
                        <a:pt x="66866" y="66104"/>
                        <a:pt x="66294" y="66484"/>
                      </a:cubicBezTo>
                      <a:cubicBezTo>
                        <a:pt x="65818" y="66865"/>
                        <a:pt x="65437" y="67056"/>
                        <a:pt x="65151" y="67056"/>
                      </a:cubicBezTo>
                      <a:cubicBezTo>
                        <a:pt x="64865" y="67056"/>
                        <a:pt x="64579" y="66675"/>
                        <a:pt x="64199" y="66104"/>
                      </a:cubicBezTo>
                      <a:lnTo>
                        <a:pt x="66866" y="65722"/>
                      </a:lnTo>
                      <a:lnTo>
                        <a:pt x="66294" y="65151"/>
                      </a:lnTo>
                      <a:cubicBezTo>
                        <a:pt x="67532" y="63437"/>
                        <a:pt x="69056" y="63151"/>
                        <a:pt x="70485" y="64198"/>
                      </a:cubicBezTo>
                      <a:lnTo>
                        <a:pt x="71438" y="64198"/>
                      </a:lnTo>
                      <a:cubicBezTo>
                        <a:pt x="71819" y="62865"/>
                        <a:pt x="71438" y="61913"/>
                        <a:pt x="70580" y="61531"/>
                      </a:cubicBezTo>
                      <a:cubicBezTo>
                        <a:pt x="69628" y="61150"/>
                        <a:pt x="68675" y="60865"/>
                        <a:pt x="67818" y="60579"/>
                      </a:cubicBezTo>
                      <a:cubicBezTo>
                        <a:pt x="68104" y="58579"/>
                        <a:pt x="67818" y="55816"/>
                        <a:pt x="66866" y="52483"/>
                      </a:cubicBezTo>
                      <a:cubicBezTo>
                        <a:pt x="65437" y="52578"/>
                        <a:pt x="64675" y="53816"/>
                        <a:pt x="64579" y="56102"/>
                      </a:cubicBezTo>
                      <a:cubicBezTo>
                        <a:pt x="64389" y="58483"/>
                        <a:pt x="63913" y="59627"/>
                        <a:pt x="63056" y="59627"/>
                      </a:cubicBezTo>
                      <a:cubicBezTo>
                        <a:pt x="62579" y="59627"/>
                        <a:pt x="61817" y="59436"/>
                        <a:pt x="60960" y="59055"/>
                      </a:cubicBezTo>
                      <a:cubicBezTo>
                        <a:pt x="60770" y="60388"/>
                        <a:pt x="60960" y="62103"/>
                        <a:pt x="61532" y="64294"/>
                      </a:cubicBezTo>
                      <a:cubicBezTo>
                        <a:pt x="59722" y="64294"/>
                        <a:pt x="58007" y="65818"/>
                        <a:pt x="56388" y="69247"/>
                      </a:cubicBezTo>
                      <a:cubicBezTo>
                        <a:pt x="54674" y="72676"/>
                        <a:pt x="52769" y="74104"/>
                        <a:pt x="50578" y="73438"/>
                      </a:cubicBezTo>
                      <a:lnTo>
                        <a:pt x="50578" y="75533"/>
                      </a:lnTo>
                      <a:lnTo>
                        <a:pt x="52864" y="74962"/>
                      </a:lnTo>
                      <a:cubicBezTo>
                        <a:pt x="52864" y="75438"/>
                        <a:pt x="52578" y="76200"/>
                        <a:pt x="52102" y="77248"/>
                      </a:cubicBezTo>
                      <a:cubicBezTo>
                        <a:pt x="51626" y="78296"/>
                        <a:pt x="51340" y="79057"/>
                        <a:pt x="51340" y="79629"/>
                      </a:cubicBezTo>
                      <a:cubicBezTo>
                        <a:pt x="51340" y="80296"/>
                        <a:pt x="51626" y="80867"/>
                        <a:pt x="52102" y="81534"/>
                      </a:cubicBezTo>
                      <a:cubicBezTo>
                        <a:pt x="51721" y="81248"/>
                        <a:pt x="51340" y="81058"/>
                        <a:pt x="50959" y="81058"/>
                      </a:cubicBezTo>
                      <a:cubicBezTo>
                        <a:pt x="50197" y="81058"/>
                        <a:pt x="49435" y="81534"/>
                        <a:pt x="48673" y="82582"/>
                      </a:cubicBezTo>
                      <a:cubicBezTo>
                        <a:pt x="47530" y="83820"/>
                        <a:pt x="46673" y="84677"/>
                        <a:pt x="46196" y="85058"/>
                      </a:cubicBezTo>
                      <a:cubicBezTo>
                        <a:pt x="42482" y="82201"/>
                        <a:pt x="38576" y="77153"/>
                        <a:pt x="34481" y="70295"/>
                      </a:cubicBezTo>
                      <a:cubicBezTo>
                        <a:pt x="34576" y="69818"/>
                        <a:pt x="34671" y="69247"/>
                        <a:pt x="34671" y="68771"/>
                      </a:cubicBezTo>
                      <a:cubicBezTo>
                        <a:pt x="34671" y="67437"/>
                        <a:pt x="34195" y="66104"/>
                        <a:pt x="33433" y="65056"/>
                      </a:cubicBezTo>
                      <a:cubicBezTo>
                        <a:pt x="32480" y="63913"/>
                        <a:pt x="31718" y="63532"/>
                        <a:pt x="30766" y="63817"/>
                      </a:cubicBezTo>
                      <a:cubicBezTo>
                        <a:pt x="29909" y="61341"/>
                        <a:pt x="29051" y="59531"/>
                        <a:pt x="28480" y="58388"/>
                      </a:cubicBezTo>
                      <a:cubicBezTo>
                        <a:pt x="27623" y="56388"/>
                        <a:pt x="26575" y="55054"/>
                        <a:pt x="25432" y="54102"/>
                      </a:cubicBezTo>
                      <a:cubicBezTo>
                        <a:pt x="24384" y="57817"/>
                        <a:pt x="23908" y="62008"/>
                        <a:pt x="23908" y="66675"/>
                      </a:cubicBezTo>
                      <a:cubicBezTo>
                        <a:pt x="23908" y="68866"/>
                        <a:pt x="24003" y="72009"/>
                        <a:pt x="24384" y="76295"/>
                      </a:cubicBezTo>
                      <a:cubicBezTo>
                        <a:pt x="24670" y="80486"/>
                        <a:pt x="24860" y="83725"/>
                        <a:pt x="24860" y="85915"/>
                      </a:cubicBezTo>
                      <a:cubicBezTo>
                        <a:pt x="24860" y="90583"/>
                        <a:pt x="24384" y="94679"/>
                        <a:pt x="23336" y="98393"/>
                      </a:cubicBezTo>
                      <a:cubicBezTo>
                        <a:pt x="20574" y="100489"/>
                        <a:pt x="17431" y="101537"/>
                        <a:pt x="13621" y="101727"/>
                      </a:cubicBezTo>
                      <a:cubicBezTo>
                        <a:pt x="9811" y="101917"/>
                        <a:pt x="6096" y="102108"/>
                        <a:pt x="2572" y="102203"/>
                      </a:cubicBezTo>
                      <a:lnTo>
                        <a:pt x="0" y="99917"/>
                      </a:lnTo>
                      <a:lnTo>
                        <a:pt x="0" y="2096"/>
                      </a:lnTo>
                      <a:cubicBezTo>
                        <a:pt x="9430" y="667"/>
                        <a:pt x="14288" y="0"/>
                        <a:pt x="14669" y="0"/>
                      </a:cubicBezTo>
                      <a:cubicBezTo>
                        <a:pt x="17336" y="0"/>
                        <a:pt x="19907" y="476"/>
                        <a:pt x="22288" y="1333"/>
                      </a:cubicBezTo>
                      <a:lnTo>
                        <a:pt x="27527" y="7048"/>
                      </a:lnTo>
                      <a:cubicBezTo>
                        <a:pt x="27432" y="7811"/>
                        <a:pt x="27623" y="8763"/>
                        <a:pt x="28289" y="10001"/>
                      </a:cubicBezTo>
                      <a:lnTo>
                        <a:pt x="29813" y="10001"/>
                      </a:lnTo>
                      <a:cubicBezTo>
                        <a:pt x="29909" y="14288"/>
                        <a:pt x="33147" y="20288"/>
                        <a:pt x="39434" y="28099"/>
                      </a:cubicBezTo>
                      <a:cubicBezTo>
                        <a:pt x="39148" y="29337"/>
                        <a:pt x="39719" y="30575"/>
                        <a:pt x="41053" y="31718"/>
                      </a:cubicBezTo>
                      <a:cubicBezTo>
                        <a:pt x="42386" y="32861"/>
                        <a:pt x="43053" y="33719"/>
                        <a:pt x="43053" y="34385"/>
                      </a:cubicBezTo>
                      <a:cubicBezTo>
                        <a:pt x="43053" y="34957"/>
                        <a:pt x="42863" y="35528"/>
                        <a:pt x="42482" y="36100"/>
                      </a:cubicBezTo>
                      <a:lnTo>
                        <a:pt x="38005" y="39148"/>
                      </a:lnTo>
                      <a:lnTo>
                        <a:pt x="38005" y="36576"/>
                      </a:lnTo>
                      <a:cubicBezTo>
                        <a:pt x="37148" y="36576"/>
                        <a:pt x="36195" y="36576"/>
                        <a:pt x="35243" y="36766"/>
                      </a:cubicBezTo>
                      <a:cubicBezTo>
                        <a:pt x="34385" y="36957"/>
                        <a:pt x="33719" y="37338"/>
                        <a:pt x="33338" y="38100"/>
                      </a:cubicBezTo>
                      <a:cubicBezTo>
                        <a:pt x="33623" y="39529"/>
                        <a:pt x="34671" y="40386"/>
                        <a:pt x="36481" y="40767"/>
                      </a:cubicBezTo>
                      <a:cubicBezTo>
                        <a:pt x="38386" y="41148"/>
                        <a:pt x="39529" y="41815"/>
                        <a:pt x="40100" y="42672"/>
                      </a:cubicBezTo>
                      <a:cubicBezTo>
                        <a:pt x="40958" y="42958"/>
                        <a:pt x="41815" y="42481"/>
                        <a:pt x="42482" y="41338"/>
                      </a:cubicBezTo>
                      <a:cubicBezTo>
                        <a:pt x="43148" y="40196"/>
                        <a:pt x="43720" y="39624"/>
                        <a:pt x="44101" y="39624"/>
                      </a:cubicBezTo>
                      <a:cubicBezTo>
                        <a:pt x="44482" y="39624"/>
                        <a:pt x="44958" y="39814"/>
                        <a:pt x="45529" y="40196"/>
                      </a:cubicBezTo>
                      <a:cubicBezTo>
                        <a:pt x="45911" y="40100"/>
                        <a:pt x="46101" y="39338"/>
                        <a:pt x="46101" y="38100"/>
                      </a:cubicBezTo>
                      <a:lnTo>
                        <a:pt x="48196" y="41720"/>
                      </a:lnTo>
                      <a:lnTo>
                        <a:pt x="52007" y="39053"/>
                      </a:lnTo>
                      <a:cubicBezTo>
                        <a:pt x="50959" y="37338"/>
                        <a:pt x="49721" y="37052"/>
                        <a:pt x="48196" y="38100"/>
                      </a:cubicBezTo>
                      <a:cubicBezTo>
                        <a:pt x="48482" y="31432"/>
                        <a:pt x="52864" y="24670"/>
                        <a:pt x="61436" y="17907"/>
                      </a:cubicBezTo>
                      <a:cubicBezTo>
                        <a:pt x="62294" y="17431"/>
                        <a:pt x="62770" y="16669"/>
                        <a:pt x="62770" y="15621"/>
                      </a:cubicBezTo>
                      <a:cubicBezTo>
                        <a:pt x="62770" y="15240"/>
                        <a:pt x="62770" y="14573"/>
                        <a:pt x="62579" y="13811"/>
                      </a:cubicBezTo>
                      <a:cubicBezTo>
                        <a:pt x="62579" y="12954"/>
                        <a:pt x="62389" y="12382"/>
                        <a:pt x="62389" y="12002"/>
                      </a:cubicBezTo>
                      <a:cubicBezTo>
                        <a:pt x="62389" y="11144"/>
                        <a:pt x="62675" y="10382"/>
                        <a:pt x="63246" y="9906"/>
                      </a:cubicBezTo>
                      <a:cubicBezTo>
                        <a:pt x="65913" y="4286"/>
                        <a:pt x="70104" y="1429"/>
                        <a:pt x="75724" y="1429"/>
                      </a:cubicBezTo>
                      <a:cubicBezTo>
                        <a:pt x="76771" y="1429"/>
                        <a:pt x="77819" y="1524"/>
                        <a:pt x="78962" y="1810"/>
                      </a:cubicBezTo>
                      <a:lnTo>
                        <a:pt x="78962" y="1048"/>
                      </a:lnTo>
                      <a:lnTo>
                        <a:pt x="94393" y="1810"/>
                      </a:lnTo>
                      <a:cubicBezTo>
                        <a:pt x="95060" y="12192"/>
                        <a:pt x="95345" y="23431"/>
                        <a:pt x="95345" y="35528"/>
                      </a:cubicBezTo>
                      <a:cubicBezTo>
                        <a:pt x="95345" y="47625"/>
                        <a:pt x="94964" y="58579"/>
                        <a:pt x="94393" y="68866"/>
                      </a:cubicBezTo>
                      <a:cubicBezTo>
                        <a:pt x="95345" y="70295"/>
                        <a:pt x="96584" y="70485"/>
                        <a:pt x="98298" y="69628"/>
                      </a:cubicBezTo>
                      <a:lnTo>
                        <a:pt x="93821" y="73914"/>
                      </a:lnTo>
                      <a:cubicBezTo>
                        <a:pt x="94679" y="74295"/>
                        <a:pt x="95155" y="74866"/>
                        <a:pt x="95155" y="75629"/>
                      </a:cubicBezTo>
                      <a:cubicBezTo>
                        <a:pt x="95155" y="75343"/>
                        <a:pt x="94679" y="76581"/>
                        <a:pt x="93821" y="79057"/>
                      </a:cubicBezTo>
                      <a:lnTo>
                        <a:pt x="97441" y="82867"/>
                      </a:lnTo>
                      <a:cubicBezTo>
                        <a:pt x="97822" y="82391"/>
                        <a:pt x="98203" y="82105"/>
                        <a:pt x="98393" y="82105"/>
                      </a:cubicBezTo>
                      <a:cubicBezTo>
                        <a:pt x="98679" y="82105"/>
                        <a:pt x="99060" y="82391"/>
                        <a:pt x="99727" y="82867"/>
                      </a:cubicBezTo>
                      <a:cubicBezTo>
                        <a:pt x="100394" y="83344"/>
                        <a:pt x="100870" y="83534"/>
                        <a:pt x="101251" y="83439"/>
                      </a:cubicBezTo>
                      <a:close/>
                      <a:moveTo>
                        <a:pt x="21622" y="32195"/>
                      </a:moveTo>
                      <a:lnTo>
                        <a:pt x="25908" y="29146"/>
                      </a:lnTo>
                      <a:cubicBezTo>
                        <a:pt x="25146" y="28765"/>
                        <a:pt x="24194" y="28575"/>
                        <a:pt x="22955" y="28575"/>
                      </a:cubicBezTo>
                      <a:cubicBezTo>
                        <a:pt x="21717" y="28575"/>
                        <a:pt x="19717" y="28956"/>
                        <a:pt x="16669" y="29528"/>
                      </a:cubicBezTo>
                      <a:cubicBezTo>
                        <a:pt x="13526" y="30194"/>
                        <a:pt x="11240" y="30575"/>
                        <a:pt x="9716" y="30575"/>
                      </a:cubicBezTo>
                      <a:cubicBezTo>
                        <a:pt x="8763" y="30575"/>
                        <a:pt x="7715" y="30480"/>
                        <a:pt x="6858" y="30194"/>
                      </a:cubicBezTo>
                      <a:cubicBezTo>
                        <a:pt x="8477" y="31242"/>
                        <a:pt x="11049" y="31718"/>
                        <a:pt x="14383" y="31718"/>
                      </a:cubicBezTo>
                      <a:lnTo>
                        <a:pt x="21717" y="31718"/>
                      </a:lnTo>
                      <a:lnTo>
                        <a:pt x="21717" y="32290"/>
                      </a:lnTo>
                      <a:close/>
                      <a:moveTo>
                        <a:pt x="42958" y="44005"/>
                      </a:moveTo>
                      <a:lnTo>
                        <a:pt x="46577" y="44005"/>
                      </a:lnTo>
                      <a:lnTo>
                        <a:pt x="45529" y="42767"/>
                      </a:lnTo>
                      <a:lnTo>
                        <a:pt x="43053" y="44005"/>
                      </a:lnTo>
                      <a:close/>
                      <a:moveTo>
                        <a:pt x="44482" y="78486"/>
                      </a:moveTo>
                      <a:cubicBezTo>
                        <a:pt x="44482" y="78486"/>
                        <a:pt x="44863" y="77533"/>
                        <a:pt x="45625" y="75914"/>
                      </a:cubicBezTo>
                      <a:cubicBezTo>
                        <a:pt x="46101" y="75057"/>
                        <a:pt x="46292" y="74104"/>
                        <a:pt x="46006" y="73247"/>
                      </a:cubicBezTo>
                      <a:lnTo>
                        <a:pt x="44482" y="73247"/>
                      </a:lnTo>
                      <a:lnTo>
                        <a:pt x="44482" y="78486"/>
                      </a:lnTo>
                      <a:close/>
                      <a:moveTo>
                        <a:pt x="50578" y="68008"/>
                      </a:moveTo>
                      <a:cubicBezTo>
                        <a:pt x="51245" y="68199"/>
                        <a:pt x="52197" y="68389"/>
                        <a:pt x="53435" y="68866"/>
                      </a:cubicBezTo>
                      <a:cubicBezTo>
                        <a:pt x="52197" y="68389"/>
                        <a:pt x="51149" y="68008"/>
                        <a:pt x="50578" y="68008"/>
                      </a:cubicBezTo>
                      <a:cubicBezTo>
                        <a:pt x="48959" y="67628"/>
                        <a:pt x="47625" y="68199"/>
                        <a:pt x="46482" y="69628"/>
                      </a:cubicBezTo>
                      <a:cubicBezTo>
                        <a:pt x="47720" y="68485"/>
                        <a:pt x="48959" y="68008"/>
                        <a:pt x="50578" y="68008"/>
                      </a:cubicBezTo>
                      <a:close/>
                      <a:moveTo>
                        <a:pt x="46482" y="93250"/>
                      </a:moveTo>
                      <a:lnTo>
                        <a:pt x="47530" y="90773"/>
                      </a:lnTo>
                      <a:lnTo>
                        <a:pt x="49054" y="90773"/>
                      </a:lnTo>
                      <a:lnTo>
                        <a:pt x="46577" y="93250"/>
                      </a:lnTo>
                      <a:close/>
                      <a:moveTo>
                        <a:pt x="58674" y="73819"/>
                      </a:moveTo>
                      <a:cubicBezTo>
                        <a:pt x="58579" y="74295"/>
                        <a:pt x="58293" y="75057"/>
                        <a:pt x="57721" y="75914"/>
                      </a:cubicBezTo>
                      <a:lnTo>
                        <a:pt x="56579" y="75914"/>
                      </a:lnTo>
                      <a:cubicBezTo>
                        <a:pt x="56198" y="75247"/>
                        <a:pt x="56293" y="74676"/>
                        <a:pt x="56769" y="74200"/>
                      </a:cubicBezTo>
                      <a:cubicBezTo>
                        <a:pt x="57245" y="73628"/>
                        <a:pt x="57912" y="73628"/>
                        <a:pt x="58674" y="73819"/>
                      </a:cubicBezTo>
                      <a:close/>
                      <a:moveTo>
                        <a:pt x="57721" y="81344"/>
                      </a:moveTo>
                      <a:lnTo>
                        <a:pt x="60198" y="82105"/>
                      </a:lnTo>
                      <a:lnTo>
                        <a:pt x="57150" y="82105"/>
                      </a:lnTo>
                      <a:lnTo>
                        <a:pt x="57721" y="81344"/>
                      </a:lnTo>
                      <a:close/>
                      <a:moveTo>
                        <a:pt x="57721" y="99822"/>
                      </a:moveTo>
                      <a:cubicBezTo>
                        <a:pt x="59436" y="99536"/>
                        <a:pt x="60865" y="99822"/>
                        <a:pt x="62198" y="100394"/>
                      </a:cubicBezTo>
                      <a:cubicBezTo>
                        <a:pt x="63532" y="101155"/>
                        <a:pt x="64294" y="102013"/>
                        <a:pt x="64675" y="102870"/>
                      </a:cubicBezTo>
                      <a:lnTo>
                        <a:pt x="62294" y="103632"/>
                      </a:lnTo>
                      <a:cubicBezTo>
                        <a:pt x="63437" y="102584"/>
                        <a:pt x="63437" y="101727"/>
                        <a:pt x="62294" y="101441"/>
                      </a:cubicBezTo>
                      <a:lnTo>
                        <a:pt x="58674" y="102965"/>
                      </a:lnTo>
                      <a:lnTo>
                        <a:pt x="57721" y="99917"/>
                      </a:lnTo>
                      <a:close/>
                      <a:moveTo>
                        <a:pt x="60770" y="88678"/>
                      </a:moveTo>
                      <a:lnTo>
                        <a:pt x="62294" y="88678"/>
                      </a:lnTo>
                      <a:lnTo>
                        <a:pt x="62294" y="90773"/>
                      </a:lnTo>
                      <a:lnTo>
                        <a:pt x="60770" y="88678"/>
                      </a:lnTo>
                      <a:close/>
                      <a:moveTo>
                        <a:pt x="63246" y="66294"/>
                      </a:moveTo>
                      <a:cubicBezTo>
                        <a:pt x="63246" y="66294"/>
                        <a:pt x="62675" y="66484"/>
                        <a:pt x="62294" y="66294"/>
                      </a:cubicBezTo>
                      <a:lnTo>
                        <a:pt x="63246" y="66294"/>
                      </a:lnTo>
                      <a:close/>
                      <a:moveTo>
                        <a:pt x="63246" y="66294"/>
                      </a:moveTo>
                      <a:lnTo>
                        <a:pt x="63818" y="65722"/>
                      </a:lnTo>
                      <a:cubicBezTo>
                        <a:pt x="63818" y="65722"/>
                        <a:pt x="64008" y="66008"/>
                        <a:pt x="64008" y="66104"/>
                      </a:cubicBezTo>
                      <a:lnTo>
                        <a:pt x="63246" y="66294"/>
                      </a:lnTo>
                      <a:close/>
                      <a:moveTo>
                        <a:pt x="66104" y="110966"/>
                      </a:moveTo>
                      <a:cubicBezTo>
                        <a:pt x="66866" y="110871"/>
                        <a:pt x="67913" y="111157"/>
                        <a:pt x="69342" y="111919"/>
                      </a:cubicBezTo>
                      <a:cubicBezTo>
                        <a:pt x="70771" y="112681"/>
                        <a:pt x="71723" y="113062"/>
                        <a:pt x="72295" y="113252"/>
                      </a:cubicBezTo>
                      <a:cubicBezTo>
                        <a:pt x="68580" y="113729"/>
                        <a:pt x="66485" y="112966"/>
                        <a:pt x="66104" y="110966"/>
                      </a:cubicBezTo>
                      <a:close/>
                      <a:moveTo>
                        <a:pt x="74962" y="112490"/>
                      </a:moveTo>
                      <a:cubicBezTo>
                        <a:pt x="74104" y="113062"/>
                        <a:pt x="73152" y="113347"/>
                        <a:pt x="72295" y="113252"/>
                      </a:cubicBezTo>
                      <a:cubicBezTo>
                        <a:pt x="72771" y="113062"/>
                        <a:pt x="73724" y="112871"/>
                        <a:pt x="74962" y="112490"/>
                      </a:cubicBezTo>
                      <a:close/>
                      <a:moveTo>
                        <a:pt x="79915" y="75343"/>
                      </a:moveTo>
                      <a:cubicBezTo>
                        <a:pt x="80677" y="74866"/>
                        <a:pt x="81058" y="74295"/>
                        <a:pt x="80867" y="73819"/>
                      </a:cubicBezTo>
                      <a:cubicBezTo>
                        <a:pt x="80201" y="73628"/>
                        <a:pt x="79629" y="73628"/>
                        <a:pt x="79248" y="74009"/>
                      </a:cubicBezTo>
                      <a:cubicBezTo>
                        <a:pt x="78772" y="74486"/>
                        <a:pt x="78677" y="74866"/>
                        <a:pt x="78772" y="75343"/>
                      </a:cubicBezTo>
                      <a:lnTo>
                        <a:pt x="79915" y="75343"/>
                      </a:lnTo>
                      <a:close/>
                      <a:moveTo>
                        <a:pt x="83058" y="53054"/>
                      </a:moveTo>
                      <a:lnTo>
                        <a:pt x="81534" y="55150"/>
                      </a:lnTo>
                      <a:cubicBezTo>
                        <a:pt x="82677" y="54769"/>
                        <a:pt x="83153" y="54578"/>
                        <a:pt x="83058" y="54578"/>
                      </a:cubicBezTo>
                      <a:lnTo>
                        <a:pt x="83058" y="53054"/>
                      </a:lnTo>
                      <a:close/>
                      <a:moveTo>
                        <a:pt x="81534" y="79820"/>
                      </a:moveTo>
                      <a:lnTo>
                        <a:pt x="85249" y="79820"/>
                      </a:lnTo>
                      <a:lnTo>
                        <a:pt x="83153" y="77533"/>
                      </a:lnTo>
                      <a:lnTo>
                        <a:pt x="81629" y="79820"/>
                      </a:lnTo>
                      <a:close/>
                      <a:moveTo>
                        <a:pt x="83915" y="100965"/>
                      </a:moveTo>
                      <a:cubicBezTo>
                        <a:pt x="83153" y="101441"/>
                        <a:pt x="82582" y="101632"/>
                        <a:pt x="82201" y="101346"/>
                      </a:cubicBezTo>
                      <a:cubicBezTo>
                        <a:pt x="82677" y="100965"/>
                        <a:pt x="83249" y="100965"/>
                        <a:pt x="83915" y="100965"/>
                      </a:cubicBezTo>
                      <a:close/>
                      <a:moveTo>
                        <a:pt x="83915" y="100965"/>
                      </a:moveTo>
                      <a:cubicBezTo>
                        <a:pt x="83915" y="100965"/>
                        <a:pt x="84773" y="100870"/>
                        <a:pt x="85249" y="101346"/>
                      </a:cubicBezTo>
                      <a:cubicBezTo>
                        <a:pt x="84487" y="100965"/>
                        <a:pt x="84011" y="100965"/>
                        <a:pt x="83915" y="100965"/>
                      </a:cubicBezTo>
                      <a:close/>
                      <a:moveTo>
                        <a:pt x="89916" y="93154"/>
                      </a:moveTo>
                      <a:cubicBezTo>
                        <a:pt x="90392" y="92964"/>
                        <a:pt x="90583" y="92869"/>
                        <a:pt x="90583" y="92869"/>
                      </a:cubicBezTo>
                      <a:lnTo>
                        <a:pt x="90583" y="90773"/>
                      </a:lnTo>
                      <a:cubicBezTo>
                        <a:pt x="90107" y="90202"/>
                        <a:pt x="89345" y="90011"/>
                        <a:pt x="88487" y="90202"/>
                      </a:cubicBezTo>
                      <a:lnTo>
                        <a:pt x="85630" y="90202"/>
                      </a:lnTo>
                      <a:cubicBezTo>
                        <a:pt x="86678" y="90392"/>
                        <a:pt x="87249" y="90964"/>
                        <a:pt x="87440" y="91916"/>
                      </a:cubicBezTo>
                      <a:cubicBezTo>
                        <a:pt x="87630" y="92964"/>
                        <a:pt x="88106" y="93440"/>
                        <a:pt x="88678" y="93440"/>
                      </a:cubicBezTo>
                      <a:cubicBezTo>
                        <a:pt x="89059" y="93440"/>
                        <a:pt x="89440" y="93345"/>
                        <a:pt x="89916" y="93154"/>
                      </a:cubicBezTo>
                      <a:close/>
                      <a:moveTo>
                        <a:pt x="91154" y="84963"/>
                      </a:moveTo>
                      <a:lnTo>
                        <a:pt x="91154" y="82105"/>
                      </a:lnTo>
                      <a:lnTo>
                        <a:pt x="90011" y="82105"/>
                      </a:lnTo>
                      <a:lnTo>
                        <a:pt x="90011" y="84487"/>
                      </a:lnTo>
                      <a:cubicBezTo>
                        <a:pt x="90011" y="84487"/>
                        <a:pt x="90583" y="84487"/>
                        <a:pt x="91154" y="84963"/>
                      </a:cubicBezTo>
                      <a:close/>
                      <a:moveTo>
                        <a:pt x="93631" y="105823"/>
                      </a:moveTo>
                      <a:lnTo>
                        <a:pt x="95726" y="105823"/>
                      </a:lnTo>
                      <a:lnTo>
                        <a:pt x="96488" y="106775"/>
                      </a:lnTo>
                      <a:lnTo>
                        <a:pt x="93631" y="105823"/>
                      </a:lnTo>
                      <a:close/>
                      <a:moveTo>
                        <a:pt x="102870" y="62674"/>
                      </a:moveTo>
                      <a:cubicBezTo>
                        <a:pt x="101346" y="63151"/>
                        <a:pt x="100298" y="64389"/>
                        <a:pt x="99632" y="66294"/>
                      </a:cubicBezTo>
                      <a:cubicBezTo>
                        <a:pt x="99251" y="65532"/>
                        <a:pt x="99060" y="64961"/>
                        <a:pt x="99060" y="64389"/>
                      </a:cubicBezTo>
                      <a:cubicBezTo>
                        <a:pt x="99060" y="63913"/>
                        <a:pt x="100394" y="63341"/>
                        <a:pt x="102870" y="62674"/>
                      </a:cubicBezTo>
                      <a:close/>
                      <a:moveTo>
                        <a:pt x="100203" y="72676"/>
                      </a:moveTo>
                      <a:lnTo>
                        <a:pt x="100203" y="70199"/>
                      </a:lnTo>
                      <a:lnTo>
                        <a:pt x="102299" y="70199"/>
                      </a:lnTo>
                      <a:lnTo>
                        <a:pt x="100203" y="72676"/>
                      </a:lnTo>
                      <a:close/>
                      <a:moveTo>
                        <a:pt x="106966" y="98298"/>
                      </a:moveTo>
                      <a:cubicBezTo>
                        <a:pt x="106966" y="98298"/>
                        <a:pt x="106204" y="98870"/>
                        <a:pt x="105823" y="98870"/>
                      </a:cubicBezTo>
                      <a:cubicBezTo>
                        <a:pt x="105442" y="98870"/>
                        <a:pt x="104870" y="98679"/>
                        <a:pt x="104299" y="98393"/>
                      </a:cubicBezTo>
                      <a:cubicBezTo>
                        <a:pt x="103632" y="98107"/>
                        <a:pt x="103156" y="97917"/>
                        <a:pt x="102775" y="97917"/>
                      </a:cubicBezTo>
                      <a:cubicBezTo>
                        <a:pt x="102299" y="97917"/>
                        <a:pt x="101727" y="98393"/>
                        <a:pt x="101251" y="99250"/>
                      </a:cubicBezTo>
                      <a:lnTo>
                        <a:pt x="102394" y="94679"/>
                      </a:lnTo>
                      <a:lnTo>
                        <a:pt x="103918" y="97155"/>
                      </a:lnTo>
                      <a:lnTo>
                        <a:pt x="104870" y="96203"/>
                      </a:lnTo>
                      <a:lnTo>
                        <a:pt x="106966" y="98298"/>
                      </a:lnTo>
                      <a:close/>
                      <a:moveTo>
                        <a:pt x="103918" y="120110"/>
                      </a:moveTo>
                      <a:lnTo>
                        <a:pt x="102394" y="120110"/>
                      </a:lnTo>
                      <a:lnTo>
                        <a:pt x="104870" y="118586"/>
                      </a:lnTo>
                      <a:lnTo>
                        <a:pt x="103918" y="120110"/>
                      </a:lnTo>
                      <a:close/>
                      <a:moveTo>
                        <a:pt x="104870" y="62770"/>
                      </a:moveTo>
                      <a:cubicBezTo>
                        <a:pt x="104204" y="62484"/>
                        <a:pt x="103727" y="62484"/>
                        <a:pt x="103346" y="62770"/>
                      </a:cubicBezTo>
                      <a:cubicBezTo>
                        <a:pt x="104013" y="62484"/>
                        <a:pt x="104489" y="62103"/>
                        <a:pt x="104870" y="61436"/>
                      </a:cubicBezTo>
                      <a:lnTo>
                        <a:pt x="104870" y="62770"/>
                      </a:lnTo>
                      <a:close/>
                      <a:moveTo>
                        <a:pt x="107537" y="110490"/>
                      </a:moveTo>
                      <a:cubicBezTo>
                        <a:pt x="106490" y="110109"/>
                        <a:pt x="106013" y="110871"/>
                        <a:pt x="106013" y="112586"/>
                      </a:cubicBezTo>
                      <a:lnTo>
                        <a:pt x="106966" y="112586"/>
                      </a:lnTo>
                      <a:lnTo>
                        <a:pt x="106966" y="114871"/>
                      </a:lnTo>
                      <a:lnTo>
                        <a:pt x="106013" y="114871"/>
                      </a:lnTo>
                      <a:lnTo>
                        <a:pt x="106013" y="110395"/>
                      </a:lnTo>
                      <a:cubicBezTo>
                        <a:pt x="105918" y="108871"/>
                        <a:pt x="105156" y="108204"/>
                        <a:pt x="103918" y="108299"/>
                      </a:cubicBezTo>
                      <a:cubicBezTo>
                        <a:pt x="106109" y="107442"/>
                        <a:pt x="107347" y="108109"/>
                        <a:pt x="107537" y="110395"/>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 name="Google Shape;1303;p99"/>
                <p:cNvSpPr/>
                <p:nvPr/>
              </p:nvSpPr>
              <p:spPr>
                <a:xfrm>
                  <a:off x="5758623" y="5263693"/>
                  <a:ext cx="85153" cy="102691"/>
                </a:xfrm>
                <a:custGeom>
                  <a:avLst/>
                  <a:gdLst/>
                  <a:ahLst/>
                  <a:cxnLst/>
                  <a:rect l="l" t="t" r="r" b="b"/>
                  <a:pathLst>
                    <a:path w="85153" h="102691" extrusionOk="0">
                      <a:moveTo>
                        <a:pt x="81629" y="19633"/>
                      </a:moveTo>
                      <a:cubicBezTo>
                        <a:pt x="83916" y="21348"/>
                        <a:pt x="85154" y="24301"/>
                        <a:pt x="85154" y="28587"/>
                      </a:cubicBezTo>
                      <a:cubicBezTo>
                        <a:pt x="85154" y="29063"/>
                        <a:pt x="84677" y="32968"/>
                        <a:pt x="83820" y="40112"/>
                      </a:cubicBezTo>
                      <a:cubicBezTo>
                        <a:pt x="83534" y="40874"/>
                        <a:pt x="82487" y="42589"/>
                        <a:pt x="80772" y="45160"/>
                      </a:cubicBezTo>
                      <a:cubicBezTo>
                        <a:pt x="79248" y="47256"/>
                        <a:pt x="78486" y="48970"/>
                        <a:pt x="78486" y="50399"/>
                      </a:cubicBezTo>
                      <a:cubicBezTo>
                        <a:pt x="78486" y="51066"/>
                        <a:pt x="78677" y="51732"/>
                        <a:pt x="79058" y="52495"/>
                      </a:cubicBezTo>
                      <a:cubicBezTo>
                        <a:pt x="78200" y="52209"/>
                        <a:pt x="77438" y="52114"/>
                        <a:pt x="76772" y="52114"/>
                      </a:cubicBezTo>
                      <a:cubicBezTo>
                        <a:pt x="75248" y="52114"/>
                        <a:pt x="73724" y="52971"/>
                        <a:pt x="72104" y="54399"/>
                      </a:cubicBezTo>
                      <a:cubicBezTo>
                        <a:pt x="70485" y="56495"/>
                        <a:pt x="69247" y="57638"/>
                        <a:pt x="68485" y="57829"/>
                      </a:cubicBezTo>
                      <a:lnTo>
                        <a:pt x="67913" y="56305"/>
                      </a:lnTo>
                      <a:cubicBezTo>
                        <a:pt x="66104" y="60210"/>
                        <a:pt x="62103" y="62115"/>
                        <a:pt x="55817" y="62115"/>
                      </a:cubicBezTo>
                      <a:cubicBezTo>
                        <a:pt x="57436" y="62115"/>
                        <a:pt x="53245" y="61734"/>
                        <a:pt x="43148" y="60972"/>
                      </a:cubicBezTo>
                      <a:lnTo>
                        <a:pt x="40958" y="58876"/>
                      </a:lnTo>
                      <a:cubicBezTo>
                        <a:pt x="40672" y="61353"/>
                        <a:pt x="39815" y="62591"/>
                        <a:pt x="38291" y="62591"/>
                      </a:cubicBezTo>
                      <a:cubicBezTo>
                        <a:pt x="37719" y="62591"/>
                        <a:pt x="36481" y="62305"/>
                        <a:pt x="34766" y="61734"/>
                      </a:cubicBezTo>
                      <a:cubicBezTo>
                        <a:pt x="33052" y="61067"/>
                        <a:pt x="31718" y="60781"/>
                        <a:pt x="30766" y="60781"/>
                      </a:cubicBezTo>
                      <a:cubicBezTo>
                        <a:pt x="29051" y="60781"/>
                        <a:pt x="27908" y="61543"/>
                        <a:pt x="27146" y="62972"/>
                      </a:cubicBezTo>
                      <a:cubicBezTo>
                        <a:pt x="26479" y="64401"/>
                        <a:pt x="26194" y="67258"/>
                        <a:pt x="26289" y="71545"/>
                      </a:cubicBezTo>
                      <a:cubicBezTo>
                        <a:pt x="26479" y="74974"/>
                        <a:pt x="25813" y="77641"/>
                        <a:pt x="24384" y="79450"/>
                      </a:cubicBezTo>
                      <a:cubicBezTo>
                        <a:pt x="25337" y="79450"/>
                        <a:pt x="25622" y="80212"/>
                        <a:pt x="25432" y="82022"/>
                      </a:cubicBezTo>
                      <a:cubicBezTo>
                        <a:pt x="25146" y="83832"/>
                        <a:pt x="25432" y="84880"/>
                        <a:pt x="25908" y="85451"/>
                      </a:cubicBezTo>
                      <a:lnTo>
                        <a:pt x="26861" y="85451"/>
                      </a:lnTo>
                      <a:lnTo>
                        <a:pt x="26861" y="89071"/>
                      </a:lnTo>
                      <a:lnTo>
                        <a:pt x="27623" y="89071"/>
                      </a:lnTo>
                      <a:cubicBezTo>
                        <a:pt x="28004" y="89833"/>
                        <a:pt x="28194" y="90595"/>
                        <a:pt x="28194" y="91357"/>
                      </a:cubicBezTo>
                      <a:cubicBezTo>
                        <a:pt x="28194" y="92595"/>
                        <a:pt x="27051" y="94309"/>
                        <a:pt x="24860" y="96405"/>
                      </a:cubicBezTo>
                      <a:cubicBezTo>
                        <a:pt x="22670" y="98405"/>
                        <a:pt x="21527" y="100215"/>
                        <a:pt x="21717" y="101834"/>
                      </a:cubicBezTo>
                      <a:cubicBezTo>
                        <a:pt x="17241" y="102977"/>
                        <a:pt x="10954" y="102977"/>
                        <a:pt x="3048" y="101834"/>
                      </a:cubicBezTo>
                      <a:cubicBezTo>
                        <a:pt x="3239" y="98881"/>
                        <a:pt x="3048" y="94500"/>
                        <a:pt x="2381" y="88690"/>
                      </a:cubicBezTo>
                      <a:cubicBezTo>
                        <a:pt x="1810" y="82879"/>
                        <a:pt x="1524" y="78593"/>
                        <a:pt x="1524" y="75831"/>
                      </a:cubicBezTo>
                      <a:cubicBezTo>
                        <a:pt x="1524" y="70687"/>
                        <a:pt x="2191" y="66306"/>
                        <a:pt x="3620" y="62591"/>
                      </a:cubicBezTo>
                      <a:lnTo>
                        <a:pt x="1524" y="57924"/>
                      </a:lnTo>
                      <a:cubicBezTo>
                        <a:pt x="1429" y="56400"/>
                        <a:pt x="1334" y="54781"/>
                        <a:pt x="1334" y="53161"/>
                      </a:cubicBezTo>
                      <a:cubicBezTo>
                        <a:pt x="1334" y="51161"/>
                        <a:pt x="1429" y="48589"/>
                        <a:pt x="1715" y="44970"/>
                      </a:cubicBezTo>
                      <a:cubicBezTo>
                        <a:pt x="2000" y="41350"/>
                        <a:pt x="2096" y="38779"/>
                        <a:pt x="2096" y="37159"/>
                      </a:cubicBezTo>
                      <a:cubicBezTo>
                        <a:pt x="2096" y="32778"/>
                        <a:pt x="1429" y="29063"/>
                        <a:pt x="0" y="26015"/>
                      </a:cubicBezTo>
                      <a:cubicBezTo>
                        <a:pt x="1143" y="25634"/>
                        <a:pt x="1715" y="25158"/>
                        <a:pt x="1715" y="24491"/>
                      </a:cubicBezTo>
                      <a:cubicBezTo>
                        <a:pt x="1715" y="24205"/>
                        <a:pt x="1524" y="23824"/>
                        <a:pt x="1334" y="23253"/>
                      </a:cubicBezTo>
                      <a:cubicBezTo>
                        <a:pt x="1048" y="22681"/>
                        <a:pt x="953" y="22300"/>
                        <a:pt x="953" y="22015"/>
                      </a:cubicBezTo>
                      <a:cubicBezTo>
                        <a:pt x="953" y="21538"/>
                        <a:pt x="1429" y="21062"/>
                        <a:pt x="2477" y="20681"/>
                      </a:cubicBezTo>
                      <a:lnTo>
                        <a:pt x="2477" y="2203"/>
                      </a:lnTo>
                      <a:cubicBezTo>
                        <a:pt x="4096" y="1250"/>
                        <a:pt x="6001" y="869"/>
                        <a:pt x="8001" y="869"/>
                      </a:cubicBezTo>
                      <a:cubicBezTo>
                        <a:pt x="9144" y="869"/>
                        <a:pt x="10763" y="1060"/>
                        <a:pt x="12954" y="1345"/>
                      </a:cubicBezTo>
                      <a:cubicBezTo>
                        <a:pt x="15050" y="1631"/>
                        <a:pt x="16669" y="1822"/>
                        <a:pt x="17621" y="1822"/>
                      </a:cubicBezTo>
                      <a:cubicBezTo>
                        <a:pt x="18574" y="1822"/>
                        <a:pt x="19336" y="1822"/>
                        <a:pt x="20098" y="1536"/>
                      </a:cubicBezTo>
                      <a:cubicBezTo>
                        <a:pt x="22289" y="583"/>
                        <a:pt x="25908" y="12"/>
                        <a:pt x="31052" y="12"/>
                      </a:cubicBezTo>
                      <a:lnTo>
                        <a:pt x="42958" y="12"/>
                      </a:lnTo>
                      <a:lnTo>
                        <a:pt x="42291" y="1631"/>
                      </a:lnTo>
                      <a:cubicBezTo>
                        <a:pt x="43625" y="774"/>
                        <a:pt x="45434" y="203"/>
                        <a:pt x="47720" y="12"/>
                      </a:cubicBezTo>
                      <a:cubicBezTo>
                        <a:pt x="50483" y="-84"/>
                        <a:pt x="52578" y="393"/>
                        <a:pt x="54102" y="1631"/>
                      </a:cubicBezTo>
                      <a:cubicBezTo>
                        <a:pt x="55054" y="298"/>
                        <a:pt x="56388" y="12"/>
                        <a:pt x="58198" y="774"/>
                      </a:cubicBezTo>
                      <a:cubicBezTo>
                        <a:pt x="60103" y="1441"/>
                        <a:pt x="61436" y="1250"/>
                        <a:pt x="62389" y="107"/>
                      </a:cubicBezTo>
                      <a:cubicBezTo>
                        <a:pt x="62865" y="1441"/>
                        <a:pt x="64294" y="2488"/>
                        <a:pt x="66580" y="3441"/>
                      </a:cubicBezTo>
                      <a:cubicBezTo>
                        <a:pt x="69437" y="4584"/>
                        <a:pt x="71247" y="5632"/>
                        <a:pt x="72009" y="6394"/>
                      </a:cubicBezTo>
                      <a:cubicBezTo>
                        <a:pt x="75152" y="6679"/>
                        <a:pt x="77438" y="8489"/>
                        <a:pt x="78962" y="12013"/>
                      </a:cubicBezTo>
                      <a:cubicBezTo>
                        <a:pt x="79820" y="14585"/>
                        <a:pt x="80772" y="17157"/>
                        <a:pt x="81629" y="19824"/>
                      </a:cubicBezTo>
                      <a:close/>
                      <a:moveTo>
                        <a:pt x="18479" y="40207"/>
                      </a:moveTo>
                      <a:lnTo>
                        <a:pt x="21622" y="38588"/>
                      </a:lnTo>
                      <a:lnTo>
                        <a:pt x="20669" y="37064"/>
                      </a:lnTo>
                      <a:lnTo>
                        <a:pt x="18574" y="40112"/>
                      </a:lnTo>
                      <a:close/>
                      <a:moveTo>
                        <a:pt x="58674" y="39255"/>
                      </a:moveTo>
                      <a:lnTo>
                        <a:pt x="60770" y="25444"/>
                      </a:lnTo>
                      <a:lnTo>
                        <a:pt x="57722" y="25444"/>
                      </a:lnTo>
                      <a:cubicBezTo>
                        <a:pt x="55817" y="23253"/>
                        <a:pt x="54674" y="21157"/>
                        <a:pt x="54102" y="19062"/>
                      </a:cubicBezTo>
                      <a:cubicBezTo>
                        <a:pt x="54102" y="20967"/>
                        <a:pt x="53912" y="22110"/>
                        <a:pt x="53531" y="22300"/>
                      </a:cubicBezTo>
                      <a:cubicBezTo>
                        <a:pt x="52388" y="21157"/>
                        <a:pt x="51911" y="20395"/>
                        <a:pt x="52007" y="20014"/>
                      </a:cubicBezTo>
                      <a:cubicBezTo>
                        <a:pt x="50102" y="19062"/>
                        <a:pt x="48006" y="18681"/>
                        <a:pt x="45911" y="18681"/>
                      </a:cubicBezTo>
                      <a:cubicBezTo>
                        <a:pt x="46768" y="18681"/>
                        <a:pt x="43244" y="19062"/>
                        <a:pt x="35528" y="20014"/>
                      </a:cubicBezTo>
                      <a:cubicBezTo>
                        <a:pt x="35528" y="20300"/>
                        <a:pt x="35909" y="19729"/>
                        <a:pt x="36481" y="18490"/>
                      </a:cubicBezTo>
                      <a:cubicBezTo>
                        <a:pt x="35433" y="18966"/>
                        <a:pt x="34957" y="19348"/>
                        <a:pt x="34957" y="19633"/>
                      </a:cubicBezTo>
                      <a:cubicBezTo>
                        <a:pt x="34957" y="19824"/>
                        <a:pt x="35243" y="20110"/>
                        <a:pt x="35909" y="20491"/>
                      </a:cubicBezTo>
                      <a:cubicBezTo>
                        <a:pt x="36576" y="20872"/>
                        <a:pt x="36862" y="21157"/>
                        <a:pt x="36862" y="21538"/>
                      </a:cubicBezTo>
                      <a:cubicBezTo>
                        <a:pt x="36862" y="21824"/>
                        <a:pt x="36767" y="22110"/>
                        <a:pt x="36481" y="22300"/>
                      </a:cubicBezTo>
                      <a:lnTo>
                        <a:pt x="32861" y="22872"/>
                      </a:lnTo>
                      <a:cubicBezTo>
                        <a:pt x="32290" y="21919"/>
                        <a:pt x="32290" y="20776"/>
                        <a:pt x="32576" y="19253"/>
                      </a:cubicBezTo>
                      <a:cubicBezTo>
                        <a:pt x="32861" y="17824"/>
                        <a:pt x="32671" y="16490"/>
                        <a:pt x="31909" y="15347"/>
                      </a:cubicBezTo>
                      <a:cubicBezTo>
                        <a:pt x="32385" y="18300"/>
                        <a:pt x="31718" y="19824"/>
                        <a:pt x="29718" y="20014"/>
                      </a:cubicBezTo>
                      <a:cubicBezTo>
                        <a:pt x="28861" y="19538"/>
                        <a:pt x="28385" y="18681"/>
                        <a:pt x="28385" y="17633"/>
                      </a:cubicBezTo>
                      <a:cubicBezTo>
                        <a:pt x="28766" y="17252"/>
                        <a:pt x="29051" y="16871"/>
                        <a:pt x="29147" y="16299"/>
                      </a:cubicBezTo>
                      <a:cubicBezTo>
                        <a:pt x="28289" y="17824"/>
                        <a:pt x="27051" y="19538"/>
                        <a:pt x="25337" y="21443"/>
                      </a:cubicBezTo>
                      <a:cubicBezTo>
                        <a:pt x="24098" y="22872"/>
                        <a:pt x="23432" y="24015"/>
                        <a:pt x="23432" y="24967"/>
                      </a:cubicBezTo>
                      <a:cubicBezTo>
                        <a:pt x="23432" y="26015"/>
                        <a:pt x="24098" y="26968"/>
                        <a:pt x="25337" y="28015"/>
                      </a:cubicBezTo>
                      <a:lnTo>
                        <a:pt x="20098" y="30111"/>
                      </a:lnTo>
                      <a:lnTo>
                        <a:pt x="23717" y="30111"/>
                      </a:lnTo>
                      <a:lnTo>
                        <a:pt x="24289" y="38493"/>
                      </a:lnTo>
                      <a:cubicBezTo>
                        <a:pt x="26003" y="38493"/>
                        <a:pt x="28480" y="38969"/>
                        <a:pt x="31909" y="39636"/>
                      </a:cubicBezTo>
                      <a:cubicBezTo>
                        <a:pt x="35338" y="40398"/>
                        <a:pt x="37814" y="40779"/>
                        <a:pt x="39434" y="40779"/>
                      </a:cubicBezTo>
                      <a:cubicBezTo>
                        <a:pt x="41053" y="40779"/>
                        <a:pt x="42577" y="40493"/>
                        <a:pt x="43910" y="40017"/>
                      </a:cubicBezTo>
                      <a:cubicBezTo>
                        <a:pt x="44672" y="40588"/>
                        <a:pt x="45625" y="40969"/>
                        <a:pt x="46768" y="40969"/>
                      </a:cubicBezTo>
                      <a:cubicBezTo>
                        <a:pt x="47816" y="40969"/>
                        <a:pt x="49340" y="40493"/>
                        <a:pt x="51530" y="39636"/>
                      </a:cubicBezTo>
                      <a:cubicBezTo>
                        <a:pt x="53626" y="38779"/>
                        <a:pt x="55150" y="38303"/>
                        <a:pt x="56293" y="38303"/>
                      </a:cubicBezTo>
                      <a:cubicBezTo>
                        <a:pt x="57150" y="38303"/>
                        <a:pt x="58008" y="38588"/>
                        <a:pt x="58769" y="39064"/>
                      </a:cubicBezTo>
                      <a:close/>
                      <a:moveTo>
                        <a:pt x="26766" y="11156"/>
                      </a:moveTo>
                      <a:lnTo>
                        <a:pt x="24289" y="13252"/>
                      </a:lnTo>
                      <a:lnTo>
                        <a:pt x="27527" y="13252"/>
                      </a:lnTo>
                      <a:cubicBezTo>
                        <a:pt x="26956" y="13061"/>
                        <a:pt x="26766" y="12299"/>
                        <a:pt x="26766" y="11156"/>
                      </a:cubicBezTo>
                      <a:close/>
                      <a:moveTo>
                        <a:pt x="25813" y="28111"/>
                      </a:moveTo>
                      <a:lnTo>
                        <a:pt x="28099" y="28111"/>
                      </a:lnTo>
                      <a:cubicBezTo>
                        <a:pt x="28194" y="28587"/>
                        <a:pt x="28099" y="29158"/>
                        <a:pt x="27527" y="29635"/>
                      </a:cubicBezTo>
                      <a:lnTo>
                        <a:pt x="25813" y="29635"/>
                      </a:lnTo>
                      <a:lnTo>
                        <a:pt x="25813" y="28111"/>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 name="Google Shape;1304;p99"/>
                <p:cNvSpPr/>
                <p:nvPr/>
              </p:nvSpPr>
              <p:spPr>
                <a:xfrm>
                  <a:off x="5835109" y="5247132"/>
                  <a:ext cx="101155" cy="125920"/>
                </a:xfrm>
                <a:custGeom>
                  <a:avLst/>
                  <a:gdLst/>
                  <a:ahLst/>
                  <a:cxnLst/>
                  <a:rect l="l" t="t" r="r" b="b"/>
                  <a:pathLst>
                    <a:path w="101155" h="125920" extrusionOk="0">
                      <a:moveTo>
                        <a:pt x="0" y="31052"/>
                      </a:moveTo>
                      <a:lnTo>
                        <a:pt x="2477" y="32004"/>
                      </a:lnTo>
                      <a:lnTo>
                        <a:pt x="3048" y="32575"/>
                      </a:lnTo>
                      <a:lnTo>
                        <a:pt x="0" y="31052"/>
                      </a:lnTo>
                      <a:close/>
                      <a:moveTo>
                        <a:pt x="14192" y="54292"/>
                      </a:moveTo>
                      <a:cubicBezTo>
                        <a:pt x="15145" y="54673"/>
                        <a:pt x="15621" y="54864"/>
                        <a:pt x="15716" y="54864"/>
                      </a:cubicBezTo>
                      <a:cubicBezTo>
                        <a:pt x="15716" y="55531"/>
                        <a:pt x="15431" y="56007"/>
                        <a:pt x="14764" y="56388"/>
                      </a:cubicBezTo>
                      <a:lnTo>
                        <a:pt x="14192" y="56388"/>
                      </a:lnTo>
                      <a:lnTo>
                        <a:pt x="14192" y="54292"/>
                      </a:lnTo>
                      <a:close/>
                      <a:moveTo>
                        <a:pt x="101156" y="107442"/>
                      </a:moveTo>
                      <a:cubicBezTo>
                        <a:pt x="99441" y="108680"/>
                        <a:pt x="98584" y="110680"/>
                        <a:pt x="98584" y="113252"/>
                      </a:cubicBezTo>
                      <a:cubicBezTo>
                        <a:pt x="98679" y="117348"/>
                        <a:pt x="98774" y="119444"/>
                        <a:pt x="98774" y="119634"/>
                      </a:cubicBezTo>
                      <a:cubicBezTo>
                        <a:pt x="98298" y="119824"/>
                        <a:pt x="97536" y="120015"/>
                        <a:pt x="96679" y="120015"/>
                      </a:cubicBezTo>
                      <a:cubicBezTo>
                        <a:pt x="95917" y="120015"/>
                        <a:pt x="94679" y="119824"/>
                        <a:pt x="92964" y="119634"/>
                      </a:cubicBezTo>
                      <a:cubicBezTo>
                        <a:pt x="91345" y="119348"/>
                        <a:pt x="90011" y="119253"/>
                        <a:pt x="89154" y="119253"/>
                      </a:cubicBezTo>
                      <a:cubicBezTo>
                        <a:pt x="86392" y="119253"/>
                        <a:pt x="84963" y="120587"/>
                        <a:pt x="84677" y="123444"/>
                      </a:cubicBezTo>
                      <a:cubicBezTo>
                        <a:pt x="84296" y="121253"/>
                        <a:pt x="83153" y="119444"/>
                        <a:pt x="81058" y="118110"/>
                      </a:cubicBezTo>
                      <a:cubicBezTo>
                        <a:pt x="79629" y="119348"/>
                        <a:pt x="78010" y="119729"/>
                        <a:pt x="76105" y="119253"/>
                      </a:cubicBezTo>
                      <a:cubicBezTo>
                        <a:pt x="73247" y="118110"/>
                        <a:pt x="71724" y="117538"/>
                        <a:pt x="71438" y="117538"/>
                      </a:cubicBezTo>
                      <a:cubicBezTo>
                        <a:pt x="70295" y="117538"/>
                        <a:pt x="69342" y="118110"/>
                        <a:pt x="68390" y="119253"/>
                      </a:cubicBezTo>
                      <a:cubicBezTo>
                        <a:pt x="67628" y="118205"/>
                        <a:pt x="66675" y="117634"/>
                        <a:pt x="65532" y="117634"/>
                      </a:cubicBezTo>
                      <a:cubicBezTo>
                        <a:pt x="64866" y="117634"/>
                        <a:pt x="63627" y="118015"/>
                        <a:pt x="61627" y="118586"/>
                      </a:cubicBezTo>
                      <a:cubicBezTo>
                        <a:pt x="59722" y="119253"/>
                        <a:pt x="58198" y="119444"/>
                        <a:pt x="57245" y="119158"/>
                      </a:cubicBezTo>
                      <a:cubicBezTo>
                        <a:pt x="55055" y="118491"/>
                        <a:pt x="52959" y="118205"/>
                        <a:pt x="50959" y="118205"/>
                      </a:cubicBezTo>
                      <a:cubicBezTo>
                        <a:pt x="48387" y="118205"/>
                        <a:pt x="43529" y="118872"/>
                        <a:pt x="36481" y="120205"/>
                      </a:cubicBezTo>
                      <a:lnTo>
                        <a:pt x="36481" y="121729"/>
                      </a:lnTo>
                      <a:cubicBezTo>
                        <a:pt x="35433" y="119920"/>
                        <a:pt x="33242" y="119063"/>
                        <a:pt x="29718" y="119063"/>
                      </a:cubicBezTo>
                      <a:lnTo>
                        <a:pt x="25146" y="119063"/>
                      </a:lnTo>
                      <a:cubicBezTo>
                        <a:pt x="22574" y="119063"/>
                        <a:pt x="20669" y="118586"/>
                        <a:pt x="19526" y="117443"/>
                      </a:cubicBezTo>
                      <a:cubicBezTo>
                        <a:pt x="19526" y="114109"/>
                        <a:pt x="19526" y="107537"/>
                        <a:pt x="19336" y="97727"/>
                      </a:cubicBezTo>
                      <a:cubicBezTo>
                        <a:pt x="19241" y="89535"/>
                        <a:pt x="19241" y="83058"/>
                        <a:pt x="19336" y="78296"/>
                      </a:cubicBezTo>
                      <a:cubicBezTo>
                        <a:pt x="19622" y="71247"/>
                        <a:pt x="20193" y="65151"/>
                        <a:pt x="21050" y="60007"/>
                      </a:cubicBezTo>
                      <a:cubicBezTo>
                        <a:pt x="20003" y="59341"/>
                        <a:pt x="19336" y="58103"/>
                        <a:pt x="18955" y="56197"/>
                      </a:cubicBezTo>
                      <a:cubicBezTo>
                        <a:pt x="18574" y="54292"/>
                        <a:pt x="18002" y="53149"/>
                        <a:pt x="17241" y="52578"/>
                      </a:cubicBezTo>
                      <a:lnTo>
                        <a:pt x="17050" y="52578"/>
                      </a:lnTo>
                      <a:cubicBezTo>
                        <a:pt x="18288" y="52197"/>
                        <a:pt x="18955" y="51625"/>
                        <a:pt x="18955" y="51054"/>
                      </a:cubicBezTo>
                      <a:cubicBezTo>
                        <a:pt x="18955" y="50768"/>
                        <a:pt x="18764" y="50578"/>
                        <a:pt x="18574" y="50292"/>
                      </a:cubicBezTo>
                      <a:lnTo>
                        <a:pt x="17241" y="48673"/>
                      </a:lnTo>
                      <a:cubicBezTo>
                        <a:pt x="18764" y="48673"/>
                        <a:pt x="19526" y="48196"/>
                        <a:pt x="19526" y="47149"/>
                      </a:cubicBezTo>
                      <a:lnTo>
                        <a:pt x="18574" y="39814"/>
                      </a:lnTo>
                      <a:lnTo>
                        <a:pt x="17812" y="39814"/>
                      </a:lnTo>
                      <a:lnTo>
                        <a:pt x="19526" y="35433"/>
                      </a:lnTo>
                      <a:cubicBezTo>
                        <a:pt x="18669" y="35528"/>
                        <a:pt x="17526" y="35242"/>
                        <a:pt x="16288" y="34480"/>
                      </a:cubicBezTo>
                      <a:cubicBezTo>
                        <a:pt x="18860" y="33433"/>
                        <a:pt x="19908" y="32195"/>
                        <a:pt x="19526" y="30861"/>
                      </a:cubicBezTo>
                      <a:lnTo>
                        <a:pt x="14764" y="30289"/>
                      </a:lnTo>
                      <a:cubicBezTo>
                        <a:pt x="17431" y="30289"/>
                        <a:pt x="19050" y="29813"/>
                        <a:pt x="19526" y="28765"/>
                      </a:cubicBezTo>
                      <a:cubicBezTo>
                        <a:pt x="17812" y="27622"/>
                        <a:pt x="17336" y="26479"/>
                        <a:pt x="18193" y="25432"/>
                      </a:cubicBezTo>
                      <a:lnTo>
                        <a:pt x="20288" y="22955"/>
                      </a:lnTo>
                      <a:cubicBezTo>
                        <a:pt x="20288" y="22193"/>
                        <a:pt x="19431" y="21336"/>
                        <a:pt x="17812" y="20574"/>
                      </a:cubicBezTo>
                      <a:cubicBezTo>
                        <a:pt x="18002" y="18574"/>
                        <a:pt x="19336" y="17336"/>
                        <a:pt x="21622" y="16859"/>
                      </a:cubicBezTo>
                      <a:cubicBezTo>
                        <a:pt x="23908" y="16383"/>
                        <a:pt x="25241" y="15907"/>
                        <a:pt x="25432" y="15430"/>
                      </a:cubicBezTo>
                      <a:lnTo>
                        <a:pt x="25241" y="16764"/>
                      </a:lnTo>
                      <a:cubicBezTo>
                        <a:pt x="26670" y="16573"/>
                        <a:pt x="28099" y="16764"/>
                        <a:pt x="29528" y="17812"/>
                      </a:cubicBezTo>
                      <a:cubicBezTo>
                        <a:pt x="30956" y="18669"/>
                        <a:pt x="31814" y="19145"/>
                        <a:pt x="32290" y="19145"/>
                      </a:cubicBezTo>
                      <a:cubicBezTo>
                        <a:pt x="33052" y="19145"/>
                        <a:pt x="33909" y="18383"/>
                        <a:pt x="34957" y="16859"/>
                      </a:cubicBezTo>
                      <a:cubicBezTo>
                        <a:pt x="36767" y="17431"/>
                        <a:pt x="38005" y="17812"/>
                        <a:pt x="38576" y="17716"/>
                      </a:cubicBezTo>
                      <a:lnTo>
                        <a:pt x="39148" y="15430"/>
                      </a:lnTo>
                      <a:lnTo>
                        <a:pt x="39148" y="17716"/>
                      </a:lnTo>
                      <a:lnTo>
                        <a:pt x="44006" y="18479"/>
                      </a:lnTo>
                      <a:cubicBezTo>
                        <a:pt x="44006" y="23622"/>
                        <a:pt x="44482" y="26575"/>
                        <a:pt x="45530" y="27337"/>
                      </a:cubicBezTo>
                      <a:cubicBezTo>
                        <a:pt x="45149" y="28194"/>
                        <a:pt x="44291" y="28861"/>
                        <a:pt x="42958" y="29242"/>
                      </a:cubicBezTo>
                      <a:cubicBezTo>
                        <a:pt x="41720" y="29623"/>
                        <a:pt x="40386" y="30004"/>
                        <a:pt x="39148" y="30385"/>
                      </a:cubicBezTo>
                      <a:lnTo>
                        <a:pt x="44006" y="32480"/>
                      </a:lnTo>
                      <a:cubicBezTo>
                        <a:pt x="43053" y="33242"/>
                        <a:pt x="42577" y="34290"/>
                        <a:pt x="42577" y="35528"/>
                      </a:cubicBezTo>
                      <a:cubicBezTo>
                        <a:pt x="42577" y="36290"/>
                        <a:pt x="42958" y="37719"/>
                        <a:pt x="43529" y="39814"/>
                      </a:cubicBezTo>
                      <a:cubicBezTo>
                        <a:pt x="44101" y="41815"/>
                        <a:pt x="44387" y="43434"/>
                        <a:pt x="44387" y="44482"/>
                      </a:cubicBezTo>
                      <a:cubicBezTo>
                        <a:pt x="44387" y="45339"/>
                        <a:pt x="44291" y="46101"/>
                        <a:pt x="44006" y="46768"/>
                      </a:cubicBezTo>
                      <a:lnTo>
                        <a:pt x="42482" y="46768"/>
                      </a:lnTo>
                      <a:cubicBezTo>
                        <a:pt x="42672" y="47720"/>
                        <a:pt x="42958" y="48482"/>
                        <a:pt x="43244" y="49244"/>
                      </a:cubicBezTo>
                      <a:cubicBezTo>
                        <a:pt x="43720" y="50768"/>
                        <a:pt x="44672" y="51435"/>
                        <a:pt x="46101" y="51149"/>
                      </a:cubicBezTo>
                      <a:cubicBezTo>
                        <a:pt x="43910" y="54578"/>
                        <a:pt x="42767" y="57531"/>
                        <a:pt x="42767" y="59817"/>
                      </a:cubicBezTo>
                      <a:cubicBezTo>
                        <a:pt x="42767" y="61246"/>
                        <a:pt x="43244" y="62484"/>
                        <a:pt x="44006" y="63627"/>
                      </a:cubicBezTo>
                      <a:cubicBezTo>
                        <a:pt x="43244" y="64008"/>
                        <a:pt x="42767" y="64484"/>
                        <a:pt x="42767" y="64961"/>
                      </a:cubicBezTo>
                      <a:cubicBezTo>
                        <a:pt x="42767" y="65246"/>
                        <a:pt x="42958" y="65627"/>
                        <a:pt x="43244" y="66199"/>
                      </a:cubicBezTo>
                      <a:cubicBezTo>
                        <a:pt x="43529" y="66770"/>
                        <a:pt x="43815" y="67151"/>
                        <a:pt x="43910" y="67437"/>
                      </a:cubicBezTo>
                      <a:cubicBezTo>
                        <a:pt x="43339" y="69723"/>
                        <a:pt x="43149" y="72390"/>
                        <a:pt x="43149" y="75343"/>
                      </a:cubicBezTo>
                      <a:cubicBezTo>
                        <a:pt x="43149" y="77153"/>
                        <a:pt x="43339" y="80772"/>
                        <a:pt x="43720" y="86106"/>
                      </a:cubicBezTo>
                      <a:cubicBezTo>
                        <a:pt x="44101" y="90488"/>
                        <a:pt x="44196" y="93821"/>
                        <a:pt x="43910" y="96298"/>
                      </a:cubicBezTo>
                      <a:cubicBezTo>
                        <a:pt x="42577" y="96298"/>
                        <a:pt x="41815" y="96012"/>
                        <a:pt x="41529" y="95536"/>
                      </a:cubicBezTo>
                      <a:cubicBezTo>
                        <a:pt x="41053" y="95917"/>
                        <a:pt x="40767" y="96488"/>
                        <a:pt x="40767" y="97155"/>
                      </a:cubicBezTo>
                      <a:cubicBezTo>
                        <a:pt x="41243" y="98012"/>
                        <a:pt x="41624" y="98488"/>
                        <a:pt x="42101" y="98488"/>
                      </a:cubicBezTo>
                      <a:cubicBezTo>
                        <a:pt x="42386" y="98488"/>
                        <a:pt x="42958" y="98298"/>
                        <a:pt x="43815" y="98012"/>
                      </a:cubicBezTo>
                      <a:cubicBezTo>
                        <a:pt x="44387" y="97727"/>
                        <a:pt x="44958" y="97727"/>
                        <a:pt x="45339" y="98012"/>
                      </a:cubicBezTo>
                      <a:lnTo>
                        <a:pt x="45911" y="100108"/>
                      </a:lnTo>
                      <a:lnTo>
                        <a:pt x="49530" y="98012"/>
                      </a:lnTo>
                      <a:lnTo>
                        <a:pt x="89916" y="98012"/>
                      </a:lnTo>
                      <a:lnTo>
                        <a:pt x="90488" y="96488"/>
                      </a:lnTo>
                      <a:cubicBezTo>
                        <a:pt x="90869" y="97346"/>
                        <a:pt x="91440" y="97822"/>
                        <a:pt x="92202" y="97822"/>
                      </a:cubicBezTo>
                      <a:cubicBezTo>
                        <a:pt x="92583" y="97822"/>
                        <a:pt x="93250" y="97631"/>
                        <a:pt x="94202" y="97250"/>
                      </a:cubicBezTo>
                      <a:cubicBezTo>
                        <a:pt x="95155" y="96869"/>
                        <a:pt x="95917" y="96583"/>
                        <a:pt x="96393" y="96583"/>
                      </a:cubicBezTo>
                      <a:cubicBezTo>
                        <a:pt x="97631" y="96583"/>
                        <a:pt x="98584" y="97536"/>
                        <a:pt x="99346" y="99441"/>
                      </a:cubicBezTo>
                      <a:cubicBezTo>
                        <a:pt x="98870" y="100203"/>
                        <a:pt x="98584" y="101060"/>
                        <a:pt x="98584" y="102013"/>
                      </a:cubicBezTo>
                      <a:cubicBezTo>
                        <a:pt x="98584" y="103727"/>
                        <a:pt x="99346" y="105442"/>
                        <a:pt x="100965" y="107442"/>
                      </a:cubicBezTo>
                      <a:close/>
                      <a:moveTo>
                        <a:pt x="24765" y="57912"/>
                      </a:moveTo>
                      <a:lnTo>
                        <a:pt x="24765" y="55816"/>
                      </a:lnTo>
                      <a:lnTo>
                        <a:pt x="22289" y="54864"/>
                      </a:lnTo>
                      <a:lnTo>
                        <a:pt x="24765" y="57912"/>
                      </a:lnTo>
                      <a:close/>
                      <a:moveTo>
                        <a:pt x="25908" y="13240"/>
                      </a:moveTo>
                      <a:cubicBezTo>
                        <a:pt x="26003" y="14097"/>
                        <a:pt x="25908" y="14954"/>
                        <a:pt x="25527" y="15526"/>
                      </a:cubicBezTo>
                      <a:lnTo>
                        <a:pt x="25908" y="13240"/>
                      </a:lnTo>
                      <a:close/>
                      <a:moveTo>
                        <a:pt x="30575" y="11716"/>
                      </a:moveTo>
                      <a:cubicBezTo>
                        <a:pt x="29909" y="11430"/>
                        <a:pt x="29433" y="10478"/>
                        <a:pt x="29147" y="8858"/>
                      </a:cubicBezTo>
                      <a:cubicBezTo>
                        <a:pt x="29147" y="7334"/>
                        <a:pt x="29147" y="6477"/>
                        <a:pt x="29337" y="6477"/>
                      </a:cubicBezTo>
                      <a:cubicBezTo>
                        <a:pt x="29718" y="6763"/>
                        <a:pt x="30194" y="7715"/>
                        <a:pt x="30480" y="9525"/>
                      </a:cubicBezTo>
                      <a:lnTo>
                        <a:pt x="30480" y="11621"/>
                      </a:lnTo>
                      <a:close/>
                      <a:moveTo>
                        <a:pt x="37052" y="100108"/>
                      </a:moveTo>
                      <a:lnTo>
                        <a:pt x="39148" y="98012"/>
                      </a:lnTo>
                      <a:cubicBezTo>
                        <a:pt x="37719" y="98012"/>
                        <a:pt x="35814" y="97822"/>
                        <a:pt x="33433" y="97250"/>
                      </a:cubicBezTo>
                      <a:lnTo>
                        <a:pt x="33433" y="99536"/>
                      </a:lnTo>
                      <a:cubicBezTo>
                        <a:pt x="33433" y="99536"/>
                        <a:pt x="32671" y="99441"/>
                        <a:pt x="32290" y="98774"/>
                      </a:cubicBezTo>
                      <a:lnTo>
                        <a:pt x="30575" y="101155"/>
                      </a:lnTo>
                      <a:lnTo>
                        <a:pt x="34385" y="101155"/>
                      </a:lnTo>
                      <a:lnTo>
                        <a:pt x="34385" y="100203"/>
                      </a:lnTo>
                      <a:lnTo>
                        <a:pt x="36576" y="98870"/>
                      </a:lnTo>
                      <a:cubicBezTo>
                        <a:pt x="37243" y="99536"/>
                        <a:pt x="37433" y="100013"/>
                        <a:pt x="37148" y="100203"/>
                      </a:cubicBezTo>
                      <a:close/>
                      <a:moveTo>
                        <a:pt x="35528" y="56388"/>
                      </a:moveTo>
                      <a:lnTo>
                        <a:pt x="32766" y="59436"/>
                      </a:lnTo>
                      <a:cubicBezTo>
                        <a:pt x="32766" y="59436"/>
                        <a:pt x="33528" y="59055"/>
                        <a:pt x="33814" y="59055"/>
                      </a:cubicBezTo>
                      <a:lnTo>
                        <a:pt x="34004" y="59055"/>
                      </a:lnTo>
                      <a:lnTo>
                        <a:pt x="34004" y="62294"/>
                      </a:lnTo>
                      <a:lnTo>
                        <a:pt x="34290" y="62103"/>
                      </a:lnTo>
                      <a:lnTo>
                        <a:pt x="34957" y="62103"/>
                      </a:lnTo>
                      <a:lnTo>
                        <a:pt x="35528" y="56293"/>
                      </a:lnTo>
                      <a:close/>
                      <a:moveTo>
                        <a:pt x="37052" y="13906"/>
                      </a:moveTo>
                      <a:cubicBezTo>
                        <a:pt x="36957" y="14478"/>
                        <a:pt x="36481" y="14954"/>
                        <a:pt x="35528" y="15240"/>
                      </a:cubicBezTo>
                      <a:cubicBezTo>
                        <a:pt x="34576" y="15621"/>
                        <a:pt x="33909" y="15526"/>
                        <a:pt x="33433" y="14859"/>
                      </a:cubicBezTo>
                      <a:cubicBezTo>
                        <a:pt x="33624" y="13335"/>
                        <a:pt x="34290" y="12573"/>
                        <a:pt x="35528" y="12573"/>
                      </a:cubicBezTo>
                      <a:cubicBezTo>
                        <a:pt x="36100" y="12573"/>
                        <a:pt x="36671" y="13049"/>
                        <a:pt x="37052" y="13906"/>
                      </a:cubicBezTo>
                      <a:close/>
                      <a:moveTo>
                        <a:pt x="38005" y="26575"/>
                      </a:moveTo>
                      <a:cubicBezTo>
                        <a:pt x="38005" y="26575"/>
                        <a:pt x="37529" y="26765"/>
                        <a:pt x="37243" y="26765"/>
                      </a:cubicBezTo>
                      <a:cubicBezTo>
                        <a:pt x="36862" y="26765"/>
                        <a:pt x="36481" y="26479"/>
                        <a:pt x="35909" y="25908"/>
                      </a:cubicBezTo>
                      <a:cubicBezTo>
                        <a:pt x="35338" y="25337"/>
                        <a:pt x="34862" y="25051"/>
                        <a:pt x="34290" y="25051"/>
                      </a:cubicBezTo>
                      <a:lnTo>
                        <a:pt x="34957" y="27337"/>
                      </a:lnTo>
                      <a:cubicBezTo>
                        <a:pt x="36957" y="27337"/>
                        <a:pt x="38005" y="27051"/>
                        <a:pt x="38005" y="26575"/>
                      </a:cubicBezTo>
                      <a:close/>
                      <a:moveTo>
                        <a:pt x="38576" y="38481"/>
                      </a:moveTo>
                      <a:cubicBezTo>
                        <a:pt x="37624" y="38195"/>
                        <a:pt x="36481" y="38481"/>
                        <a:pt x="34957" y="39243"/>
                      </a:cubicBezTo>
                      <a:cubicBezTo>
                        <a:pt x="35814" y="39529"/>
                        <a:pt x="37052" y="39243"/>
                        <a:pt x="38576" y="38481"/>
                      </a:cubicBezTo>
                      <a:close/>
                      <a:moveTo>
                        <a:pt x="37052" y="19240"/>
                      </a:moveTo>
                      <a:lnTo>
                        <a:pt x="37052" y="21336"/>
                      </a:lnTo>
                      <a:lnTo>
                        <a:pt x="38005" y="21336"/>
                      </a:lnTo>
                      <a:lnTo>
                        <a:pt x="38005" y="19240"/>
                      </a:lnTo>
                      <a:lnTo>
                        <a:pt x="37052" y="19240"/>
                      </a:lnTo>
                      <a:close/>
                      <a:moveTo>
                        <a:pt x="41720" y="100108"/>
                      </a:moveTo>
                      <a:lnTo>
                        <a:pt x="41720" y="98774"/>
                      </a:lnTo>
                      <a:lnTo>
                        <a:pt x="40958" y="99536"/>
                      </a:lnTo>
                      <a:lnTo>
                        <a:pt x="41720" y="100108"/>
                      </a:lnTo>
                      <a:close/>
                      <a:moveTo>
                        <a:pt x="46768" y="63151"/>
                      </a:moveTo>
                      <a:lnTo>
                        <a:pt x="44577" y="59436"/>
                      </a:lnTo>
                      <a:lnTo>
                        <a:pt x="48292" y="61627"/>
                      </a:lnTo>
                      <a:lnTo>
                        <a:pt x="46768" y="63151"/>
                      </a:lnTo>
                      <a:close/>
                      <a:moveTo>
                        <a:pt x="49816" y="571"/>
                      </a:moveTo>
                      <a:lnTo>
                        <a:pt x="48292" y="2762"/>
                      </a:lnTo>
                      <a:lnTo>
                        <a:pt x="46768" y="0"/>
                      </a:lnTo>
                      <a:lnTo>
                        <a:pt x="49816" y="571"/>
                      </a:lnTo>
                      <a:close/>
                      <a:moveTo>
                        <a:pt x="48292" y="15430"/>
                      </a:moveTo>
                      <a:cubicBezTo>
                        <a:pt x="48959" y="15716"/>
                        <a:pt x="49435" y="15430"/>
                        <a:pt x="49816" y="14859"/>
                      </a:cubicBezTo>
                      <a:lnTo>
                        <a:pt x="48292" y="13335"/>
                      </a:lnTo>
                      <a:cubicBezTo>
                        <a:pt x="50102" y="12859"/>
                        <a:pt x="51054" y="13049"/>
                        <a:pt x="51054" y="13906"/>
                      </a:cubicBezTo>
                      <a:cubicBezTo>
                        <a:pt x="51054" y="13621"/>
                        <a:pt x="50578" y="14669"/>
                        <a:pt x="49816" y="16954"/>
                      </a:cubicBezTo>
                      <a:lnTo>
                        <a:pt x="48292" y="15430"/>
                      </a:lnTo>
                      <a:close/>
                      <a:moveTo>
                        <a:pt x="50578" y="45815"/>
                      </a:moveTo>
                      <a:lnTo>
                        <a:pt x="48292" y="44672"/>
                      </a:lnTo>
                      <a:cubicBezTo>
                        <a:pt x="49435" y="42577"/>
                        <a:pt x="50578" y="41624"/>
                        <a:pt x="51721" y="41624"/>
                      </a:cubicBezTo>
                      <a:cubicBezTo>
                        <a:pt x="52102" y="41624"/>
                        <a:pt x="52483" y="41815"/>
                        <a:pt x="52864" y="42196"/>
                      </a:cubicBezTo>
                      <a:cubicBezTo>
                        <a:pt x="53150" y="43148"/>
                        <a:pt x="52959" y="43815"/>
                        <a:pt x="52388" y="44387"/>
                      </a:cubicBezTo>
                      <a:cubicBezTo>
                        <a:pt x="51816" y="44863"/>
                        <a:pt x="51245" y="45434"/>
                        <a:pt x="50578" y="45911"/>
                      </a:cubicBezTo>
                      <a:close/>
                      <a:moveTo>
                        <a:pt x="50578" y="69056"/>
                      </a:moveTo>
                      <a:lnTo>
                        <a:pt x="53626" y="69056"/>
                      </a:lnTo>
                      <a:lnTo>
                        <a:pt x="49816" y="69628"/>
                      </a:lnTo>
                      <a:lnTo>
                        <a:pt x="50578" y="69056"/>
                      </a:lnTo>
                      <a:close/>
                      <a:moveTo>
                        <a:pt x="51340" y="4953"/>
                      </a:moveTo>
                      <a:lnTo>
                        <a:pt x="51340" y="7429"/>
                      </a:lnTo>
                      <a:lnTo>
                        <a:pt x="50578" y="7429"/>
                      </a:lnTo>
                      <a:lnTo>
                        <a:pt x="51340" y="4953"/>
                      </a:lnTo>
                      <a:close/>
                      <a:moveTo>
                        <a:pt x="54293" y="31909"/>
                      </a:moveTo>
                      <a:cubicBezTo>
                        <a:pt x="54102" y="32861"/>
                        <a:pt x="54102" y="33719"/>
                        <a:pt x="54102" y="34766"/>
                      </a:cubicBezTo>
                      <a:cubicBezTo>
                        <a:pt x="53912" y="35242"/>
                        <a:pt x="53816" y="35719"/>
                        <a:pt x="53626" y="36100"/>
                      </a:cubicBezTo>
                      <a:lnTo>
                        <a:pt x="51340" y="33338"/>
                      </a:lnTo>
                      <a:lnTo>
                        <a:pt x="54293" y="31813"/>
                      </a:lnTo>
                      <a:close/>
                      <a:moveTo>
                        <a:pt x="52197" y="56293"/>
                      </a:moveTo>
                      <a:lnTo>
                        <a:pt x="53721" y="56293"/>
                      </a:lnTo>
                      <a:lnTo>
                        <a:pt x="51435" y="57817"/>
                      </a:lnTo>
                      <a:lnTo>
                        <a:pt x="52197" y="56293"/>
                      </a:lnTo>
                      <a:close/>
                      <a:moveTo>
                        <a:pt x="61055" y="15335"/>
                      </a:moveTo>
                      <a:cubicBezTo>
                        <a:pt x="59246" y="15907"/>
                        <a:pt x="58008" y="16192"/>
                        <a:pt x="57436" y="16097"/>
                      </a:cubicBezTo>
                      <a:lnTo>
                        <a:pt x="59531" y="13240"/>
                      </a:lnTo>
                      <a:lnTo>
                        <a:pt x="61055" y="15335"/>
                      </a:lnTo>
                      <a:close/>
                      <a:moveTo>
                        <a:pt x="66389" y="42005"/>
                      </a:moveTo>
                      <a:lnTo>
                        <a:pt x="66389" y="46672"/>
                      </a:lnTo>
                      <a:lnTo>
                        <a:pt x="65437" y="46672"/>
                      </a:lnTo>
                      <a:lnTo>
                        <a:pt x="65437" y="42005"/>
                      </a:lnTo>
                      <a:lnTo>
                        <a:pt x="66389" y="42005"/>
                      </a:lnTo>
                      <a:close/>
                      <a:moveTo>
                        <a:pt x="84868" y="123254"/>
                      </a:moveTo>
                      <a:cubicBezTo>
                        <a:pt x="85154" y="124015"/>
                        <a:pt x="85154" y="124873"/>
                        <a:pt x="84868" y="125921"/>
                      </a:cubicBezTo>
                      <a:lnTo>
                        <a:pt x="84868" y="123254"/>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 name="Google Shape;1305;p99"/>
                <p:cNvSpPr/>
                <p:nvPr/>
              </p:nvSpPr>
              <p:spPr>
                <a:xfrm>
                  <a:off x="5939789" y="5263324"/>
                  <a:ext cx="93535" cy="103441"/>
                </a:xfrm>
                <a:custGeom>
                  <a:avLst/>
                  <a:gdLst/>
                  <a:ahLst/>
                  <a:cxnLst/>
                  <a:rect l="l" t="t" r="r" b="b"/>
                  <a:pathLst>
                    <a:path w="93535" h="103441" extrusionOk="0">
                      <a:moveTo>
                        <a:pt x="83344" y="1905"/>
                      </a:moveTo>
                      <a:cubicBezTo>
                        <a:pt x="84296" y="6287"/>
                        <a:pt x="84868" y="9049"/>
                        <a:pt x="84868" y="10383"/>
                      </a:cubicBezTo>
                      <a:cubicBezTo>
                        <a:pt x="84868" y="13145"/>
                        <a:pt x="83820" y="15621"/>
                        <a:pt x="81820" y="17717"/>
                      </a:cubicBezTo>
                      <a:lnTo>
                        <a:pt x="84487" y="18288"/>
                      </a:lnTo>
                      <a:cubicBezTo>
                        <a:pt x="82201" y="19717"/>
                        <a:pt x="80581" y="20384"/>
                        <a:pt x="79629" y="20384"/>
                      </a:cubicBezTo>
                      <a:cubicBezTo>
                        <a:pt x="78581" y="20384"/>
                        <a:pt x="77819" y="19908"/>
                        <a:pt x="77153" y="18860"/>
                      </a:cubicBezTo>
                      <a:lnTo>
                        <a:pt x="28670" y="19812"/>
                      </a:lnTo>
                      <a:cubicBezTo>
                        <a:pt x="28956" y="20860"/>
                        <a:pt x="29146" y="21908"/>
                        <a:pt x="29146" y="23051"/>
                      </a:cubicBezTo>
                      <a:cubicBezTo>
                        <a:pt x="29146" y="24384"/>
                        <a:pt x="28765" y="26384"/>
                        <a:pt x="28289" y="29147"/>
                      </a:cubicBezTo>
                      <a:cubicBezTo>
                        <a:pt x="27718" y="31909"/>
                        <a:pt x="27432" y="34004"/>
                        <a:pt x="27432" y="35338"/>
                      </a:cubicBezTo>
                      <a:cubicBezTo>
                        <a:pt x="27432" y="36862"/>
                        <a:pt x="27718" y="38386"/>
                        <a:pt x="28289" y="39719"/>
                      </a:cubicBezTo>
                      <a:cubicBezTo>
                        <a:pt x="30575" y="41243"/>
                        <a:pt x="33814" y="42005"/>
                        <a:pt x="37814" y="42005"/>
                      </a:cubicBezTo>
                      <a:cubicBezTo>
                        <a:pt x="41338" y="42005"/>
                        <a:pt x="44863" y="41529"/>
                        <a:pt x="48387" y="40481"/>
                      </a:cubicBezTo>
                      <a:lnTo>
                        <a:pt x="47434" y="40481"/>
                      </a:lnTo>
                      <a:lnTo>
                        <a:pt x="47434" y="38100"/>
                      </a:lnTo>
                      <a:lnTo>
                        <a:pt x="48387" y="38100"/>
                      </a:lnTo>
                      <a:cubicBezTo>
                        <a:pt x="48387" y="38100"/>
                        <a:pt x="48196" y="38862"/>
                        <a:pt x="48196" y="39053"/>
                      </a:cubicBezTo>
                      <a:cubicBezTo>
                        <a:pt x="48196" y="39719"/>
                        <a:pt x="48482" y="40196"/>
                        <a:pt x="49149" y="40767"/>
                      </a:cubicBezTo>
                      <a:cubicBezTo>
                        <a:pt x="49721" y="41148"/>
                        <a:pt x="50387" y="41624"/>
                        <a:pt x="51054" y="42005"/>
                      </a:cubicBezTo>
                      <a:cubicBezTo>
                        <a:pt x="51054" y="42005"/>
                        <a:pt x="53054" y="42005"/>
                        <a:pt x="56674" y="41815"/>
                      </a:cubicBezTo>
                      <a:cubicBezTo>
                        <a:pt x="58960" y="41720"/>
                        <a:pt x="60865" y="41815"/>
                        <a:pt x="62389" y="42005"/>
                      </a:cubicBezTo>
                      <a:cubicBezTo>
                        <a:pt x="64484" y="42291"/>
                        <a:pt x="66199" y="43053"/>
                        <a:pt x="67628" y="44387"/>
                      </a:cubicBezTo>
                      <a:cubicBezTo>
                        <a:pt x="69151" y="45625"/>
                        <a:pt x="69818" y="47244"/>
                        <a:pt x="69818" y="49149"/>
                      </a:cubicBezTo>
                      <a:cubicBezTo>
                        <a:pt x="69818" y="50102"/>
                        <a:pt x="69532" y="51626"/>
                        <a:pt x="69056" y="53816"/>
                      </a:cubicBezTo>
                      <a:cubicBezTo>
                        <a:pt x="68580" y="56007"/>
                        <a:pt x="68294" y="57722"/>
                        <a:pt x="68294" y="58960"/>
                      </a:cubicBezTo>
                      <a:cubicBezTo>
                        <a:pt x="66199" y="61532"/>
                        <a:pt x="63055" y="62770"/>
                        <a:pt x="58674" y="62770"/>
                      </a:cubicBezTo>
                      <a:cubicBezTo>
                        <a:pt x="57245" y="62770"/>
                        <a:pt x="54959" y="62579"/>
                        <a:pt x="51721" y="62198"/>
                      </a:cubicBezTo>
                      <a:cubicBezTo>
                        <a:pt x="48578" y="61817"/>
                        <a:pt x="46196" y="61627"/>
                        <a:pt x="44767" y="61627"/>
                      </a:cubicBezTo>
                      <a:cubicBezTo>
                        <a:pt x="43244" y="61627"/>
                        <a:pt x="41910" y="61722"/>
                        <a:pt x="40672" y="62008"/>
                      </a:cubicBezTo>
                      <a:cubicBezTo>
                        <a:pt x="39719" y="61341"/>
                        <a:pt x="38576" y="61055"/>
                        <a:pt x="37433" y="61055"/>
                      </a:cubicBezTo>
                      <a:cubicBezTo>
                        <a:pt x="36004" y="61055"/>
                        <a:pt x="34004" y="62008"/>
                        <a:pt x="31528" y="63722"/>
                      </a:cubicBezTo>
                      <a:cubicBezTo>
                        <a:pt x="28956" y="65532"/>
                        <a:pt x="27051" y="66485"/>
                        <a:pt x="25717" y="66485"/>
                      </a:cubicBezTo>
                      <a:cubicBezTo>
                        <a:pt x="24194" y="66485"/>
                        <a:pt x="22670" y="65723"/>
                        <a:pt x="21336" y="64294"/>
                      </a:cubicBezTo>
                      <a:lnTo>
                        <a:pt x="20574" y="66961"/>
                      </a:lnTo>
                      <a:cubicBezTo>
                        <a:pt x="20003" y="66961"/>
                        <a:pt x="19240" y="66770"/>
                        <a:pt x="18097" y="66294"/>
                      </a:cubicBezTo>
                      <a:cubicBezTo>
                        <a:pt x="16954" y="65913"/>
                        <a:pt x="16097" y="65627"/>
                        <a:pt x="15621" y="65627"/>
                      </a:cubicBezTo>
                      <a:cubicBezTo>
                        <a:pt x="14669" y="65627"/>
                        <a:pt x="13906" y="66104"/>
                        <a:pt x="13335" y="66961"/>
                      </a:cubicBezTo>
                      <a:cubicBezTo>
                        <a:pt x="16002" y="69056"/>
                        <a:pt x="19050" y="69818"/>
                        <a:pt x="22384" y="69437"/>
                      </a:cubicBezTo>
                      <a:lnTo>
                        <a:pt x="20669" y="70580"/>
                      </a:lnTo>
                      <a:cubicBezTo>
                        <a:pt x="22193" y="70676"/>
                        <a:pt x="23717" y="70866"/>
                        <a:pt x="25241" y="70961"/>
                      </a:cubicBezTo>
                      <a:cubicBezTo>
                        <a:pt x="27241" y="71438"/>
                        <a:pt x="28384" y="72485"/>
                        <a:pt x="28765" y="73819"/>
                      </a:cubicBezTo>
                      <a:cubicBezTo>
                        <a:pt x="28956" y="75629"/>
                        <a:pt x="29051" y="77343"/>
                        <a:pt x="29337" y="78962"/>
                      </a:cubicBezTo>
                      <a:cubicBezTo>
                        <a:pt x="29528" y="80582"/>
                        <a:pt x="30671" y="81439"/>
                        <a:pt x="32575" y="81725"/>
                      </a:cubicBezTo>
                      <a:cubicBezTo>
                        <a:pt x="35433" y="81629"/>
                        <a:pt x="40100" y="81725"/>
                        <a:pt x="46672" y="81915"/>
                      </a:cubicBezTo>
                      <a:cubicBezTo>
                        <a:pt x="52673" y="82106"/>
                        <a:pt x="57245" y="82106"/>
                        <a:pt x="60484" y="81915"/>
                      </a:cubicBezTo>
                      <a:cubicBezTo>
                        <a:pt x="65722" y="81534"/>
                        <a:pt x="70390" y="80772"/>
                        <a:pt x="74390" y="79629"/>
                      </a:cubicBezTo>
                      <a:cubicBezTo>
                        <a:pt x="74009" y="80677"/>
                        <a:pt x="74486" y="81248"/>
                        <a:pt x="75914" y="81344"/>
                      </a:cubicBezTo>
                      <a:lnTo>
                        <a:pt x="79153" y="81344"/>
                      </a:lnTo>
                      <a:cubicBezTo>
                        <a:pt x="79915" y="81344"/>
                        <a:pt x="80486" y="81439"/>
                        <a:pt x="80963" y="81725"/>
                      </a:cubicBezTo>
                      <a:lnTo>
                        <a:pt x="83439" y="81725"/>
                      </a:lnTo>
                      <a:cubicBezTo>
                        <a:pt x="84201" y="90869"/>
                        <a:pt x="84582" y="94774"/>
                        <a:pt x="84582" y="93441"/>
                      </a:cubicBezTo>
                      <a:cubicBezTo>
                        <a:pt x="84582" y="96965"/>
                        <a:pt x="83820" y="99727"/>
                        <a:pt x="82487" y="101918"/>
                      </a:cubicBezTo>
                      <a:cubicBezTo>
                        <a:pt x="79534" y="102394"/>
                        <a:pt x="76295" y="102679"/>
                        <a:pt x="72676" y="102679"/>
                      </a:cubicBezTo>
                      <a:lnTo>
                        <a:pt x="57245" y="102679"/>
                      </a:lnTo>
                      <a:cubicBezTo>
                        <a:pt x="53245" y="102679"/>
                        <a:pt x="49816" y="102870"/>
                        <a:pt x="46863" y="103442"/>
                      </a:cubicBezTo>
                      <a:cubicBezTo>
                        <a:pt x="45053" y="102966"/>
                        <a:pt x="41338" y="102775"/>
                        <a:pt x="35623" y="102870"/>
                      </a:cubicBezTo>
                      <a:cubicBezTo>
                        <a:pt x="31147" y="102870"/>
                        <a:pt x="27622" y="102013"/>
                        <a:pt x="25051" y="100298"/>
                      </a:cubicBezTo>
                      <a:cubicBezTo>
                        <a:pt x="23431" y="101918"/>
                        <a:pt x="20669" y="102679"/>
                        <a:pt x="17050" y="102679"/>
                      </a:cubicBezTo>
                      <a:cubicBezTo>
                        <a:pt x="15907" y="102679"/>
                        <a:pt x="12859" y="102299"/>
                        <a:pt x="8001" y="101727"/>
                      </a:cubicBezTo>
                      <a:cubicBezTo>
                        <a:pt x="5239" y="100013"/>
                        <a:pt x="3905" y="96869"/>
                        <a:pt x="3905" y="92107"/>
                      </a:cubicBezTo>
                      <a:cubicBezTo>
                        <a:pt x="3905" y="91154"/>
                        <a:pt x="4000" y="89630"/>
                        <a:pt x="4096" y="87821"/>
                      </a:cubicBezTo>
                      <a:cubicBezTo>
                        <a:pt x="4191" y="86011"/>
                        <a:pt x="4286" y="84677"/>
                        <a:pt x="4286" y="83916"/>
                      </a:cubicBezTo>
                      <a:lnTo>
                        <a:pt x="5239" y="46006"/>
                      </a:lnTo>
                      <a:cubicBezTo>
                        <a:pt x="4667" y="44577"/>
                        <a:pt x="4286" y="42672"/>
                        <a:pt x="4286" y="40196"/>
                      </a:cubicBezTo>
                      <a:cubicBezTo>
                        <a:pt x="4286" y="39338"/>
                        <a:pt x="4286" y="38005"/>
                        <a:pt x="4477" y="36100"/>
                      </a:cubicBezTo>
                      <a:cubicBezTo>
                        <a:pt x="4572" y="34290"/>
                        <a:pt x="4667" y="32957"/>
                        <a:pt x="4667" y="32195"/>
                      </a:cubicBezTo>
                      <a:cubicBezTo>
                        <a:pt x="4667" y="27337"/>
                        <a:pt x="3048" y="24765"/>
                        <a:pt x="0" y="24670"/>
                      </a:cubicBezTo>
                      <a:cubicBezTo>
                        <a:pt x="3810" y="23622"/>
                        <a:pt x="5620" y="20479"/>
                        <a:pt x="5429" y="15240"/>
                      </a:cubicBezTo>
                      <a:cubicBezTo>
                        <a:pt x="5048" y="7429"/>
                        <a:pt x="4953" y="3143"/>
                        <a:pt x="5239" y="2381"/>
                      </a:cubicBezTo>
                      <a:lnTo>
                        <a:pt x="4286" y="1619"/>
                      </a:lnTo>
                      <a:cubicBezTo>
                        <a:pt x="5715" y="858"/>
                        <a:pt x="7334" y="476"/>
                        <a:pt x="9239" y="476"/>
                      </a:cubicBezTo>
                      <a:cubicBezTo>
                        <a:pt x="10382" y="476"/>
                        <a:pt x="12382" y="762"/>
                        <a:pt x="15430" y="1143"/>
                      </a:cubicBezTo>
                      <a:cubicBezTo>
                        <a:pt x="18383" y="1619"/>
                        <a:pt x="20669" y="1810"/>
                        <a:pt x="22384" y="1619"/>
                      </a:cubicBezTo>
                      <a:cubicBezTo>
                        <a:pt x="30861" y="1619"/>
                        <a:pt x="36290" y="1048"/>
                        <a:pt x="38767" y="0"/>
                      </a:cubicBezTo>
                      <a:cubicBezTo>
                        <a:pt x="39148" y="1334"/>
                        <a:pt x="39910" y="2000"/>
                        <a:pt x="41053" y="2000"/>
                      </a:cubicBezTo>
                      <a:cubicBezTo>
                        <a:pt x="41720" y="2000"/>
                        <a:pt x="42672" y="1715"/>
                        <a:pt x="44005" y="1238"/>
                      </a:cubicBezTo>
                      <a:cubicBezTo>
                        <a:pt x="45434" y="667"/>
                        <a:pt x="46387" y="381"/>
                        <a:pt x="47054" y="381"/>
                      </a:cubicBezTo>
                      <a:cubicBezTo>
                        <a:pt x="47530" y="381"/>
                        <a:pt x="48006" y="381"/>
                        <a:pt x="48578" y="572"/>
                      </a:cubicBezTo>
                      <a:cubicBezTo>
                        <a:pt x="49054" y="572"/>
                        <a:pt x="51530" y="1143"/>
                        <a:pt x="55912" y="1905"/>
                      </a:cubicBezTo>
                      <a:cubicBezTo>
                        <a:pt x="58960" y="2381"/>
                        <a:pt x="61436" y="2572"/>
                        <a:pt x="63246" y="2286"/>
                      </a:cubicBezTo>
                      <a:lnTo>
                        <a:pt x="65341" y="4572"/>
                      </a:lnTo>
                      <a:cubicBezTo>
                        <a:pt x="66770" y="1810"/>
                        <a:pt x="72771" y="762"/>
                        <a:pt x="83439" y="1524"/>
                      </a:cubicBezTo>
                      <a:close/>
                      <a:moveTo>
                        <a:pt x="6763" y="65913"/>
                      </a:moveTo>
                      <a:cubicBezTo>
                        <a:pt x="7144" y="67056"/>
                        <a:pt x="8477" y="67628"/>
                        <a:pt x="10668" y="67628"/>
                      </a:cubicBezTo>
                      <a:cubicBezTo>
                        <a:pt x="11716" y="67628"/>
                        <a:pt x="12382" y="67437"/>
                        <a:pt x="12763" y="67056"/>
                      </a:cubicBezTo>
                      <a:lnTo>
                        <a:pt x="6763" y="65913"/>
                      </a:lnTo>
                      <a:close/>
                      <a:moveTo>
                        <a:pt x="19050" y="65913"/>
                      </a:moveTo>
                      <a:lnTo>
                        <a:pt x="19050" y="64389"/>
                      </a:lnTo>
                      <a:cubicBezTo>
                        <a:pt x="18955" y="63722"/>
                        <a:pt x="18288" y="63437"/>
                        <a:pt x="16954" y="63437"/>
                      </a:cubicBezTo>
                      <a:lnTo>
                        <a:pt x="19050" y="65913"/>
                      </a:lnTo>
                      <a:close/>
                      <a:moveTo>
                        <a:pt x="23908" y="33623"/>
                      </a:moveTo>
                      <a:lnTo>
                        <a:pt x="23908" y="32480"/>
                      </a:lnTo>
                      <a:lnTo>
                        <a:pt x="22384" y="32480"/>
                      </a:lnTo>
                      <a:lnTo>
                        <a:pt x="22384" y="33623"/>
                      </a:lnTo>
                      <a:lnTo>
                        <a:pt x="23908" y="33623"/>
                      </a:lnTo>
                      <a:close/>
                      <a:moveTo>
                        <a:pt x="56388" y="33052"/>
                      </a:moveTo>
                      <a:cubicBezTo>
                        <a:pt x="55340" y="32385"/>
                        <a:pt x="54864" y="31814"/>
                        <a:pt x="54864" y="31147"/>
                      </a:cubicBezTo>
                      <a:cubicBezTo>
                        <a:pt x="54864" y="30194"/>
                        <a:pt x="55626" y="29718"/>
                        <a:pt x="57150" y="29718"/>
                      </a:cubicBezTo>
                      <a:cubicBezTo>
                        <a:pt x="58674" y="29718"/>
                        <a:pt x="59626" y="30290"/>
                        <a:pt x="60007" y="31528"/>
                      </a:cubicBezTo>
                      <a:cubicBezTo>
                        <a:pt x="58769" y="32766"/>
                        <a:pt x="57531" y="33338"/>
                        <a:pt x="56388" y="33052"/>
                      </a:cubicBezTo>
                      <a:close/>
                      <a:moveTo>
                        <a:pt x="68294" y="33623"/>
                      </a:moveTo>
                      <a:cubicBezTo>
                        <a:pt x="69056" y="33338"/>
                        <a:pt x="69437" y="33052"/>
                        <a:pt x="69437" y="32671"/>
                      </a:cubicBezTo>
                      <a:cubicBezTo>
                        <a:pt x="69437" y="32480"/>
                        <a:pt x="69247" y="32099"/>
                        <a:pt x="68961" y="31623"/>
                      </a:cubicBezTo>
                      <a:cubicBezTo>
                        <a:pt x="68675" y="31147"/>
                        <a:pt x="68485" y="30861"/>
                        <a:pt x="68485" y="30766"/>
                      </a:cubicBezTo>
                      <a:cubicBezTo>
                        <a:pt x="68580" y="30385"/>
                        <a:pt x="68771" y="30099"/>
                        <a:pt x="69056" y="30004"/>
                      </a:cubicBezTo>
                      <a:cubicBezTo>
                        <a:pt x="69913" y="29718"/>
                        <a:pt x="70961" y="30004"/>
                        <a:pt x="72104" y="31052"/>
                      </a:cubicBezTo>
                      <a:lnTo>
                        <a:pt x="70580" y="33719"/>
                      </a:lnTo>
                      <a:lnTo>
                        <a:pt x="72676" y="35243"/>
                      </a:lnTo>
                      <a:lnTo>
                        <a:pt x="68294" y="33719"/>
                      </a:lnTo>
                      <a:close/>
                      <a:moveTo>
                        <a:pt x="72676" y="10287"/>
                      </a:moveTo>
                      <a:cubicBezTo>
                        <a:pt x="72676" y="10287"/>
                        <a:pt x="73057" y="10668"/>
                        <a:pt x="73247" y="10668"/>
                      </a:cubicBezTo>
                      <a:lnTo>
                        <a:pt x="72676" y="10287"/>
                      </a:lnTo>
                      <a:lnTo>
                        <a:pt x="72676" y="8573"/>
                      </a:lnTo>
                      <a:lnTo>
                        <a:pt x="70580" y="8573"/>
                      </a:lnTo>
                      <a:lnTo>
                        <a:pt x="72676" y="10287"/>
                      </a:lnTo>
                      <a:close/>
                      <a:moveTo>
                        <a:pt x="93440" y="3429"/>
                      </a:moveTo>
                      <a:cubicBezTo>
                        <a:pt x="93440" y="3429"/>
                        <a:pt x="93059" y="4286"/>
                        <a:pt x="92488" y="4953"/>
                      </a:cubicBezTo>
                      <a:cubicBezTo>
                        <a:pt x="91821" y="5525"/>
                        <a:pt x="91440" y="6096"/>
                        <a:pt x="91345" y="6477"/>
                      </a:cubicBezTo>
                      <a:lnTo>
                        <a:pt x="92869" y="7620"/>
                      </a:lnTo>
                      <a:lnTo>
                        <a:pt x="89821" y="6477"/>
                      </a:lnTo>
                      <a:cubicBezTo>
                        <a:pt x="90488" y="6477"/>
                        <a:pt x="90869" y="5906"/>
                        <a:pt x="91059" y="4763"/>
                      </a:cubicBezTo>
                      <a:cubicBezTo>
                        <a:pt x="91249" y="3620"/>
                        <a:pt x="91726" y="3048"/>
                        <a:pt x="92392" y="3048"/>
                      </a:cubicBezTo>
                      <a:cubicBezTo>
                        <a:pt x="92678" y="3048"/>
                        <a:pt x="92964" y="3239"/>
                        <a:pt x="93536" y="3429"/>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 name="Google Shape;1306;p99"/>
                <p:cNvSpPr/>
                <p:nvPr/>
              </p:nvSpPr>
              <p:spPr>
                <a:xfrm>
                  <a:off x="6037706" y="5263896"/>
                  <a:ext cx="73723" cy="102965"/>
                </a:xfrm>
                <a:custGeom>
                  <a:avLst/>
                  <a:gdLst/>
                  <a:ahLst/>
                  <a:cxnLst/>
                  <a:rect l="l" t="t" r="r" b="b"/>
                  <a:pathLst>
                    <a:path w="73723" h="102965" extrusionOk="0">
                      <a:moveTo>
                        <a:pt x="68866" y="91821"/>
                      </a:moveTo>
                      <a:cubicBezTo>
                        <a:pt x="71438" y="93631"/>
                        <a:pt x="72771" y="95631"/>
                        <a:pt x="72771" y="98012"/>
                      </a:cubicBezTo>
                      <a:cubicBezTo>
                        <a:pt x="72771" y="99060"/>
                        <a:pt x="72485" y="100013"/>
                        <a:pt x="72009" y="100870"/>
                      </a:cubicBezTo>
                      <a:cubicBezTo>
                        <a:pt x="70390" y="102298"/>
                        <a:pt x="68389" y="102965"/>
                        <a:pt x="66104" y="102965"/>
                      </a:cubicBezTo>
                      <a:cubicBezTo>
                        <a:pt x="65056" y="102965"/>
                        <a:pt x="63437" y="102870"/>
                        <a:pt x="61150" y="102679"/>
                      </a:cubicBezTo>
                      <a:cubicBezTo>
                        <a:pt x="58864" y="102489"/>
                        <a:pt x="57245" y="102489"/>
                        <a:pt x="56007" y="102489"/>
                      </a:cubicBezTo>
                      <a:lnTo>
                        <a:pt x="52578" y="102489"/>
                      </a:lnTo>
                      <a:cubicBezTo>
                        <a:pt x="51816" y="99631"/>
                        <a:pt x="49339" y="95631"/>
                        <a:pt x="45244" y="90583"/>
                      </a:cubicBezTo>
                      <a:cubicBezTo>
                        <a:pt x="41624" y="86296"/>
                        <a:pt x="39910" y="82391"/>
                        <a:pt x="40005" y="78581"/>
                      </a:cubicBezTo>
                      <a:cubicBezTo>
                        <a:pt x="41243" y="79248"/>
                        <a:pt x="43148" y="79248"/>
                        <a:pt x="45815" y="78772"/>
                      </a:cubicBezTo>
                      <a:cubicBezTo>
                        <a:pt x="48387" y="78295"/>
                        <a:pt x="50578" y="78391"/>
                        <a:pt x="52578" y="79153"/>
                      </a:cubicBezTo>
                      <a:lnTo>
                        <a:pt x="52578" y="80676"/>
                      </a:lnTo>
                      <a:lnTo>
                        <a:pt x="55626" y="80676"/>
                      </a:lnTo>
                      <a:lnTo>
                        <a:pt x="55054" y="78581"/>
                      </a:lnTo>
                      <a:cubicBezTo>
                        <a:pt x="55054" y="78581"/>
                        <a:pt x="56007" y="78581"/>
                        <a:pt x="56769" y="78867"/>
                      </a:cubicBezTo>
                      <a:cubicBezTo>
                        <a:pt x="57531" y="79153"/>
                        <a:pt x="57912" y="79343"/>
                        <a:pt x="58103" y="79343"/>
                      </a:cubicBezTo>
                      <a:cubicBezTo>
                        <a:pt x="58674" y="79343"/>
                        <a:pt x="58960" y="79057"/>
                        <a:pt x="59246" y="78581"/>
                      </a:cubicBezTo>
                      <a:cubicBezTo>
                        <a:pt x="59055" y="78486"/>
                        <a:pt x="57626" y="77343"/>
                        <a:pt x="54769" y="75152"/>
                      </a:cubicBezTo>
                      <a:cubicBezTo>
                        <a:pt x="52769" y="73723"/>
                        <a:pt x="51721" y="72295"/>
                        <a:pt x="51721" y="70866"/>
                      </a:cubicBezTo>
                      <a:cubicBezTo>
                        <a:pt x="51721" y="70390"/>
                        <a:pt x="51721" y="69913"/>
                        <a:pt x="51911" y="69532"/>
                      </a:cubicBezTo>
                      <a:lnTo>
                        <a:pt x="54007" y="67913"/>
                      </a:lnTo>
                      <a:cubicBezTo>
                        <a:pt x="54007" y="67913"/>
                        <a:pt x="53149" y="67342"/>
                        <a:pt x="51911" y="67342"/>
                      </a:cubicBezTo>
                      <a:cubicBezTo>
                        <a:pt x="51911" y="66103"/>
                        <a:pt x="51625" y="65341"/>
                        <a:pt x="51149" y="65246"/>
                      </a:cubicBezTo>
                      <a:cubicBezTo>
                        <a:pt x="51054" y="65246"/>
                        <a:pt x="50292" y="65817"/>
                        <a:pt x="48863" y="66770"/>
                      </a:cubicBezTo>
                      <a:cubicBezTo>
                        <a:pt x="49911" y="67818"/>
                        <a:pt x="50387" y="68484"/>
                        <a:pt x="50387" y="68866"/>
                      </a:cubicBezTo>
                      <a:lnTo>
                        <a:pt x="49625" y="69437"/>
                      </a:lnTo>
                      <a:cubicBezTo>
                        <a:pt x="49625" y="68294"/>
                        <a:pt x="49339" y="67532"/>
                        <a:pt x="48863" y="67342"/>
                      </a:cubicBezTo>
                      <a:lnTo>
                        <a:pt x="46577" y="70961"/>
                      </a:lnTo>
                      <a:cubicBezTo>
                        <a:pt x="45911" y="70961"/>
                        <a:pt x="44958" y="70199"/>
                        <a:pt x="43624" y="68104"/>
                      </a:cubicBezTo>
                      <a:cubicBezTo>
                        <a:pt x="42291" y="66103"/>
                        <a:pt x="40862" y="65341"/>
                        <a:pt x="39338" y="65722"/>
                      </a:cubicBezTo>
                      <a:cubicBezTo>
                        <a:pt x="39433" y="66675"/>
                        <a:pt x="39053" y="67723"/>
                        <a:pt x="38100" y="68961"/>
                      </a:cubicBezTo>
                      <a:cubicBezTo>
                        <a:pt x="37147" y="70199"/>
                        <a:pt x="36576" y="71342"/>
                        <a:pt x="36481" y="72390"/>
                      </a:cubicBezTo>
                      <a:cubicBezTo>
                        <a:pt x="38290" y="74200"/>
                        <a:pt x="39053" y="75628"/>
                        <a:pt x="38576" y="76771"/>
                      </a:cubicBezTo>
                      <a:cubicBezTo>
                        <a:pt x="37719" y="76200"/>
                        <a:pt x="36862" y="75819"/>
                        <a:pt x="36100" y="75819"/>
                      </a:cubicBezTo>
                      <a:cubicBezTo>
                        <a:pt x="35052" y="75819"/>
                        <a:pt x="33909" y="76581"/>
                        <a:pt x="32480" y="78295"/>
                      </a:cubicBezTo>
                      <a:cubicBezTo>
                        <a:pt x="30956" y="80391"/>
                        <a:pt x="29813" y="81534"/>
                        <a:pt x="29146" y="81915"/>
                      </a:cubicBezTo>
                      <a:cubicBezTo>
                        <a:pt x="29337" y="82486"/>
                        <a:pt x="29337" y="83058"/>
                        <a:pt x="29337" y="83629"/>
                      </a:cubicBezTo>
                      <a:cubicBezTo>
                        <a:pt x="29337" y="85439"/>
                        <a:pt x="28004" y="87534"/>
                        <a:pt x="25337" y="90011"/>
                      </a:cubicBezTo>
                      <a:lnTo>
                        <a:pt x="23813" y="88487"/>
                      </a:lnTo>
                      <a:lnTo>
                        <a:pt x="22860" y="89440"/>
                      </a:lnTo>
                      <a:lnTo>
                        <a:pt x="25908" y="93059"/>
                      </a:lnTo>
                      <a:cubicBezTo>
                        <a:pt x="25432" y="94202"/>
                        <a:pt x="24289" y="95631"/>
                        <a:pt x="22670" y="97250"/>
                      </a:cubicBezTo>
                      <a:cubicBezTo>
                        <a:pt x="20955" y="98869"/>
                        <a:pt x="19907" y="100489"/>
                        <a:pt x="19240" y="102203"/>
                      </a:cubicBezTo>
                      <a:lnTo>
                        <a:pt x="0" y="102203"/>
                      </a:lnTo>
                      <a:cubicBezTo>
                        <a:pt x="667" y="101441"/>
                        <a:pt x="762" y="100203"/>
                        <a:pt x="571" y="98488"/>
                      </a:cubicBezTo>
                      <a:cubicBezTo>
                        <a:pt x="571" y="97345"/>
                        <a:pt x="1429" y="96488"/>
                        <a:pt x="3143" y="96012"/>
                      </a:cubicBezTo>
                      <a:cubicBezTo>
                        <a:pt x="1048" y="95250"/>
                        <a:pt x="95" y="94488"/>
                        <a:pt x="95" y="93726"/>
                      </a:cubicBezTo>
                      <a:cubicBezTo>
                        <a:pt x="95" y="93059"/>
                        <a:pt x="762" y="92011"/>
                        <a:pt x="2191" y="90488"/>
                      </a:cubicBezTo>
                      <a:cubicBezTo>
                        <a:pt x="3620" y="88963"/>
                        <a:pt x="4286" y="87534"/>
                        <a:pt x="4286" y="86392"/>
                      </a:cubicBezTo>
                      <a:cubicBezTo>
                        <a:pt x="4286" y="85915"/>
                        <a:pt x="4191" y="85344"/>
                        <a:pt x="3905" y="84867"/>
                      </a:cubicBezTo>
                      <a:cubicBezTo>
                        <a:pt x="5524" y="85153"/>
                        <a:pt x="6763" y="84677"/>
                        <a:pt x="7525" y="83534"/>
                      </a:cubicBezTo>
                      <a:cubicBezTo>
                        <a:pt x="7429" y="82391"/>
                        <a:pt x="8001" y="80486"/>
                        <a:pt x="9239" y="77724"/>
                      </a:cubicBezTo>
                      <a:cubicBezTo>
                        <a:pt x="10573" y="74962"/>
                        <a:pt x="10954" y="72961"/>
                        <a:pt x="10573" y="71533"/>
                      </a:cubicBezTo>
                      <a:cubicBezTo>
                        <a:pt x="12097" y="69628"/>
                        <a:pt x="16192" y="62198"/>
                        <a:pt x="22955" y="49244"/>
                      </a:cubicBezTo>
                      <a:cubicBezTo>
                        <a:pt x="23241" y="47339"/>
                        <a:pt x="22479" y="45244"/>
                        <a:pt x="20574" y="42958"/>
                      </a:cubicBezTo>
                      <a:cubicBezTo>
                        <a:pt x="18859" y="40672"/>
                        <a:pt x="17907" y="39052"/>
                        <a:pt x="17907" y="37909"/>
                      </a:cubicBezTo>
                      <a:cubicBezTo>
                        <a:pt x="17907" y="36957"/>
                        <a:pt x="18193" y="36100"/>
                        <a:pt x="18669" y="35242"/>
                      </a:cubicBezTo>
                      <a:cubicBezTo>
                        <a:pt x="16097" y="33909"/>
                        <a:pt x="13811" y="31718"/>
                        <a:pt x="11906" y="28480"/>
                      </a:cubicBezTo>
                      <a:cubicBezTo>
                        <a:pt x="10382" y="25622"/>
                        <a:pt x="9334" y="22955"/>
                        <a:pt x="9049" y="20383"/>
                      </a:cubicBezTo>
                      <a:cubicBezTo>
                        <a:pt x="7525" y="20002"/>
                        <a:pt x="6667" y="19145"/>
                        <a:pt x="6382" y="17716"/>
                      </a:cubicBezTo>
                      <a:cubicBezTo>
                        <a:pt x="5905" y="15145"/>
                        <a:pt x="5524" y="13716"/>
                        <a:pt x="5429" y="13430"/>
                      </a:cubicBezTo>
                      <a:cubicBezTo>
                        <a:pt x="6191" y="13621"/>
                        <a:pt x="7239" y="13430"/>
                        <a:pt x="8477" y="12859"/>
                      </a:cubicBezTo>
                      <a:cubicBezTo>
                        <a:pt x="6191" y="13240"/>
                        <a:pt x="4381" y="12382"/>
                        <a:pt x="3238" y="10192"/>
                      </a:cubicBezTo>
                      <a:cubicBezTo>
                        <a:pt x="2477" y="8382"/>
                        <a:pt x="1714" y="6572"/>
                        <a:pt x="953" y="4572"/>
                      </a:cubicBezTo>
                      <a:cubicBezTo>
                        <a:pt x="953" y="4286"/>
                        <a:pt x="762" y="3905"/>
                        <a:pt x="571" y="3238"/>
                      </a:cubicBezTo>
                      <a:cubicBezTo>
                        <a:pt x="476" y="2762"/>
                        <a:pt x="476" y="2191"/>
                        <a:pt x="667" y="1809"/>
                      </a:cubicBezTo>
                      <a:cubicBezTo>
                        <a:pt x="857" y="1333"/>
                        <a:pt x="1429" y="857"/>
                        <a:pt x="2286" y="190"/>
                      </a:cubicBezTo>
                      <a:cubicBezTo>
                        <a:pt x="4191" y="0"/>
                        <a:pt x="5905" y="0"/>
                        <a:pt x="7239" y="0"/>
                      </a:cubicBezTo>
                      <a:cubicBezTo>
                        <a:pt x="14383" y="0"/>
                        <a:pt x="20669" y="3143"/>
                        <a:pt x="25908" y="9239"/>
                      </a:cubicBezTo>
                      <a:cubicBezTo>
                        <a:pt x="26384" y="9525"/>
                        <a:pt x="27908" y="12287"/>
                        <a:pt x="30956" y="17526"/>
                      </a:cubicBezTo>
                      <a:cubicBezTo>
                        <a:pt x="32766" y="20955"/>
                        <a:pt x="35338" y="22669"/>
                        <a:pt x="38671" y="22574"/>
                      </a:cubicBezTo>
                      <a:cubicBezTo>
                        <a:pt x="39910" y="19240"/>
                        <a:pt x="42481" y="14478"/>
                        <a:pt x="46196" y="8382"/>
                      </a:cubicBezTo>
                      <a:cubicBezTo>
                        <a:pt x="45911" y="7810"/>
                        <a:pt x="45815" y="7334"/>
                        <a:pt x="45815" y="6858"/>
                      </a:cubicBezTo>
                      <a:cubicBezTo>
                        <a:pt x="45815" y="4667"/>
                        <a:pt x="47625" y="2953"/>
                        <a:pt x="51340" y="1809"/>
                      </a:cubicBezTo>
                      <a:cubicBezTo>
                        <a:pt x="52388" y="2095"/>
                        <a:pt x="53530" y="2191"/>
                        <a:pt x="54864" y="2191"/>
                      </a:cubicBezTo>
                      <a:cubicBezTo>
                        <a:pt x="56293" y="2191"/>
                        <a:pt x="58388" y="1905"/>
                        <a:pt x="61246" y="1429"/>
                      </a:cubicBezTo>
                      <a:cubicBezTo>
                        <a:pt x="64103" y="952"/>
                        <a:pt x="66199" y="667"/>
                        <a:pt x="67342" y="667"/>
                      </a:cubicBezTo>
                      <a:cubicBezTo>
                        <a:pt x="70009" y="667"/>
                        <a:pt x="72104" y="1619"/>
                        <a:pt x="73723" y="3334"/>
                      </a:cubicBezTo>
                      <a:cubicBezTo>
                        <a:pt x="72962" y="4476"/>
                        <a:pt x="72104" y="5715"/>
                        <a:pt x="71152" y="6953"/>
                      </a:cubicBezTo>
                      <a:cubicBezTo>
                        <a:pt x="70199" y="8191"/>
                        <a:pt x="69723" y="9525"/>
                        <a:pt x="69723" y="10763"/>
                      </a:cubicBezTo>
                      <a:cubicBezTo>
                        <a:pt x="69723" y="11525"/>
                        <a:pt x="69818" y="12192"/>
                        <a:pt x="70104" y="12859"/>
                      </a:cubicBezTo>
                      <a:cubicBezTo>
                        <a:pt x="66484" y="16764"/>
                        <a:pt x="62294" y="23717"/>
                        <a:pt x="57436" y="33623"/>
                      </a:cubicBezTo>
                      <a:cubicBezTo>
                        <a:pt x="55436" y="33814"/>
                        <a:pt x="54388" y="34576"/>
                        <a:pt x="54388" y="36100"/>
                      </a:cubicBezTo>
                      <a:cubicBezTo>
                        <a:pt x="54388" y="36385"/>
                        <a:pt x="54388" y="36862"/>
                        <a:pt x="54578" y="37433"/>
                      </a:cubicBezTo>
                      <a:lnTo>
                        <a:pt x="54578" y="38767"/>
                      </a:lnTo>
                      <a:cubicBezTo>
                        <a:pt x="54578" y="40386"/>
                        <a:pt x="53530" y="41338"/>
                        <a:pt x="51530" y="41624"/>
                      </a:cubicBezTo>
                      <a:lnTo>
                        <a:pt x="51530" y="45053"/>
                      </a:lnTo>
                      <a:cubicBezTo>
                        <a:pt x="51530" y="46291"/>
                        <a:pt x="50768" y="46958"/>
                        <a:pt x="49244" y="46767"/>
                      </a:cubicBezTo>
                      <a:cubicBezTo>
                        <a:pt x="48387" y="47149"/>
                        <a:pt x="47911" y="48768"/>
                        <a:pt x="47911" y="51625"/>
                      </a:cubicBezTo>
                      <a:cubicBezTo>
                        <a:pt x="52006" y="53340"/>
                        <a:pt x="54673" y="56007"/>
                        <a:pt x="56007" y="59912"/>
                      </a:cubicBezTo>
                      <a:cubicBezTo>
                        <a:pt x="57055" y="63246"/>
                        <a:pt x="58103" y="66675"/>
                        <a:pt x="59055" y="70104"/>
                      </a:cubicBezTo>
                      <a:cubicBezTo>
                        <a:pt x="59531" y="73057"/>
                        <a:pt x="62103" y="75724"/>
                        <a:pt x="66580" y="78200"/>
                      </a:cubicBezTo>
                      <a:lnTo>
                        <a:pt x="64961" y="79724"/>
                      </a:lnTo>
                      <a:cubicBezTo>
                        <a:pt x="65246" y="80296"/>
                        <a:pt x="66199" y="81724"/>
                        <a:pt x="67913" y="84201"/>
                      </a:cubicBezTo>
                      <a:cubicBezTo>
                        <a:pt x="69152" y="86106"/>
                        <a:pt x="69818" y="87725"/>
                        <a:pt x="69818" y="89059"/>
                      </a:cubicBezTo>
                      <a:cubicBezTo>
                        <a:pt x="69818" y="89916"/>
                        <a:pt x="69628" y="90773"/>
                        <a:pt x="69247" y="91535"/>
                      </a:cubicBezTo>
                      <a:close/>
                      <a:moveTo>
                        <a:pt x="42958" y="71818"/>
                      </a:moveTo>
                      <a:lnTo>
                        <a:pt x="43910" y="71818"/>
                      </a:lnTo>
                      <a:lnTo>
                        <a:pt x="43910" y="74866"/>
                      </a:lnTo>
                      <a:lnTo>
                        <a:pt x="42958" y="74866"/>
                      </a:lnTo>
                      <a:lnTo>
                        <a:pt x="42958" y="71818"/>
                      </a:lnTo>
                      <a:close/>
                      <a:moveTo>
                        <a:pt x="50102" y="75247"/>
                      </a:moveTo>
                      <a:cubicBezTo>
                        <a:pt x="50102" y="75247"/>
                        <a:pt x="49721" y="75057"/>
                        <a:pt x="49244" y="75057"/>
                      </a:cubicBezTo>
                      <a:cubicBezTo>
                        <a:pt x="48958" y="75057"/>
                        <a:pt x="48673" y="75057"/>
                        <a:pt x="48101" y="75247"/>
                      </a:cubicBezTo>
                      <a:cubicBezTo>
                        <a:pt x="47530" y="75342"/>
                        <a:pt x="47149" y="75533"/>
                        <a:pt x="46958" y="75533"/>
                      </a:cubicBezTo>
                      <a:cubicBezTo>
                        <a:pt x="46101" y="75533"/>
                        <a:pt x="45720" y="74866"/>
                        <a:pt x="46006" y="73438"/>
                      </a:cubicBezTo>
                      <a:cubicBezTo>
                        <a:pt x="47244" y="72961"/>
                        <a:pt x="48673" y="73628"/>
                        <a:pt x="50102" y="75342"/>
                      </a:cubicBezTo>
                      <a:close/>
                      <a:moveTo>
                        <a:pt x="50102" y="75247"/>
                      </a:moveTo>
                      <a:cubicBezTo>
                        <a:pt x="50102" y="75247"/>
                        <a:pt x="50387" y="75247"/>
                        <a:pt x="50482" y="75533"/>
                      </a:cubicBezTo>
                      <a:cubicBezTo>
                        <a:pt x="50482" y="75533"/>
                        <a:pt x="50292" y="75438"/>
                        <a:pt x="50292" y="75247"/>
                      </a:cubicBezTo>
                      <a:lnTo>
                        <a:pt x="50102" y="75247"/>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07" name="Google Shape;1307;p99"/>
              <p:cNvGrpSpPr/>
              <p:nvPr/>
            </p:nvGrpSpPr>
            <p:grpSpPr>
              <a:xfrm>
                <a:off x="12330487" y="5834539"/>
                <a:ext cx="462725" cy="99441"/>
                <a:chOff x="7077169" y="3552634"/>
                <a:chExt cx="462725" cy="99441"/>
              </a:xfrm>
            </p:grpSpPr>
            <p:sp>
              <p:nvSpPr>
                <p:cNvPr id="1308" name="Google Shape;1308;p99"/>
                <p:cNvSpPr/>
                <p:nvPr/>
              </p:nvSpPr>
              <p:spPr>
                <a:xfrm>
                  <a:off x="7077169" y="3553396"/>
                  <a:ext cx="74199" cy="98679"/>
                </a:xfrm>
                <a:custGeom>
                  <a:avLst/>
                  <a:gdLst/>
                  <a:ahLst/>
                  <a:cxnLst/>
                  <a:rect l="l" t="t" r="r" b="b"/>
                  <a:pathLst>
                    <a:path w="74199" h="98679" extrusionOk="0">
                      <a:moveTo>
                        <a:pt x="62389" y="45815"/>
                      </a:moveTo>
                      <a:cubicBezTo>
                        <a:pt x="62769" y="46768"/>
                        <a:pt x="63722" y="48387"/>
                        <a:pt x="65246" y="50768"/>
                      </a:cubicBezTo>
                      <a:cubicBezTo>
                        <a:pt x="66389" y="52769"/>
                        <a:pt x="66960" y="54483"/>
                        <a:pt x="66960" y="55817"/>
                      </a:cubicBezTo>
                      <a:cubicBezTo>
                        <a:pt x="66960" y="56960"/>
                        <a:pt x="66675" y="58198"/>
                        <a:pt x="66199" y="59341"/>
                      </a:cubicBezTo>
                      <a:cubicBezTo>
                        <a:pt x="66580" y="60770"/>
                        <a:pt x="66866" y="62198"/>
                        <a:pt x="66866" y="63913"/>
                      </a:cubicBezTo>
                      <a:cubicBezTo>
                        <a:pt x="66866" y="68199"/>
                        <a:pt x="65817" y="71056"/>
                        <a:pt x="63722" y="72771"/>
                      </a:cubicBezTo>
                      <a:cubicBezTo>
                        <a:pt x="63912" y="72390"/>
                        <a:pt x="64008" y="71914"/>
                        <a:pt x="64008" y="71533"/>
                      </a:cubicBezTo>
                      <a:cubicBezTo>
                        <a:pt x="64008" y="69818"/>
                        <a:pt x="63055" y="69056"/>
                        <a:pt x="61150" y="69056"/>
                      </a:cubicBezTo>
                      <a:cubicBezTo>
                        <a:pt x="60293" y="69056"/>
                        <a:pt x="59531" y="69247"/>
                        <a:pt x="58769" y="69628"/>
                      </a:cubicBezTo>
                      <a:lnTo>
                        <a:pt x="60007" y="70866"/>
                      </a:lnTo>
                      <a:cubicBezTo>
                        <a:pt x="59531" y="70580"/>
                        <a:pt x="58960" y="70390"/>
                        <a:pt x="58578" y="70390"/>
                      </a:cubicBezTo>
                      <a:cubicBezTo>
                        <a:pt x="57912" y="70390"/>
                        <a:pt x="57150" y="70961"/>
                        <a:pt x="56483" y="72200"/>
                      </a:cubicBezTo>
                      <a:cubicBezTo>
                        <a:pt x="55721" y="73438"/>
                        <a:pt x="55150" y="74581"/>
                        <a:pt x="54483" y="75819"/>
                      </a:cubicBezTo>
                      <a:lnTo>
                        <a:pt x="55150" y="76581"/>
                      </a:lnTo>
                      <a:cubicBezTo>
                        <a:pt x="54293" y="76295"/>
                        <a:pt x="53340" y="76581"/>
                        <a:pt x="52101" y="76962"/>
                      </a:cubicBezTo>
                      <a:lnTo>
                        <a:pt x="52101" y="78296"/>
                      </a:lnTo>
                      <a:cubicBezTo>
                        <a:pt x="52101" y="78296"/>
                        <a:pt x="51245" y="77629"/>
                        <a:pt x="50673" y="77248"/>
                      </a:cubicBezTo>
                      <a:cubicBezTo>
                        <a:pt x="50197" y="76867"/>
                        <a:pt x="49625" y="76771"/>
                        <a:pt x="49149" y="76962"/>
                      </a:cubicBezTo>
                      <a:cubicBezTo>
                        <a:pt x="49911" y="78200"/>
                        <a:pt x="51054" y="80486"/>
                        <a:pt x="52578" y="83915"/>
                      </a:cubicBezTo>
                      <a:cubicBezTo>
                        <a:pt x="47054" y="84296"/>
                        <a:pt x="42481" y="84582"/>
                        <a:pt x="38671" y="84582"/>
                      </a:cubicBezTo>
                      <a:cubicBezTo>
                        <a:pt x="34861" y="84582"/>
                        <a:pt x="30385" y="84296"/>
                        <a:pt x="25051" y="83915"/>
                      </a:cubicBezTo>
                      <a:cubicBezTo>
                        <a:pt x="25051" y="83058"/>
                        <a:pt x="24479" y="82391"/>
                        <a:pt x="23336" y="82010"/>
                      </a:cubicBezTo>
                      <a:cubicBezTo>
                        <a:pt x="22288" y="81629"/>
                        <a:pt x="21717" y="81058"/>
                        <a:pt x="21717" y="80391"/>
                      </a:cubicBezTo>
                      <a:cubicBezTo>
                        <a:pt x="21717" y="80201"/>
                        <a:pt x="21717" y="79820"/>
                        <a:pt x="21907" y="79438"/>
                      </a:cubicBezTo>
                      <a:cubicBezTo>
                        <a:pt x="20955" y="80010"/>
                        <a:pt x="19907" y="80201"/>
                        <a:pt x="18764" y="80201"/>
                      </a:cubicBezTo>
                      <a:cubicBezTo>
                        <a:pt x="16859" y="80201"/>
                        <a:pt x="12763" y="78677"/>
                        <a:pt x="6572" y="75629"/>
                      </a:cubicBezTo>
                      <a:lnTo>
                        <a:pt x="5334" y="72580"/>
                      </a:lnTo>
                      <a:lnTo>
                        <a:pt x="3620" y="73247"/>
                      </a:lnTo>
                      <a:lnTo>
                        <a:pt x="0" y="62294"/>
                      </a:lnTo>
                      <a:cubicBezTo>
                        <a:pt x="1238" y="60960"/>
                        <a:pt x="5525" y="56960"/>
                        <a:pt x="12763" y="50387"/>
                      </a:cubicBezTo>
                      <a:cubicBezTo>
                        <a:pt x="13716" y="50387"/>
                        <a:pt x="14478" y="50768"/>
                        <a:pt x="15144" y="51816"/>
                      </a:cubicBezTo>
                      <a:cubicBezTo>
                        <a:pt x="15907" y="53150"/>
                        <a:pt x="16478" y="54007"/>
                        <a:pt x="17050" y="54388"/>
                      </a:cubicBezTo>
                      <a:cubicBezTo>
                        <a:pt x="17240" y="55626"/>
                        <a:pt x="19050" y="59055"/>
                        <a:pt x="22479" y="64579"/>
                      </a:cubicBezTo>
                      <a:cubicBezTo>
                        <a:pt x="23336" y="64294"/>
                        <a:pt x="24098" y="64103"/>
                        <a:pt x="24669" y="64103"/>
                      </a:cubicBezTo>
                      <a:cubicBezTo>
                        <a:pt x="25622" y="64103"/>
                        <a:pt x="26670" y="64675"/>
                        <a:pt x="27813" y="65913"/>
                      </a:cubicBezTo>
                      <a:cubicBezTo>
                        <a:pt x="28956" y="67056"/>
                        <a:pt x="30003" y="67723"/>
                        <a:pt x="30861" y="67723"/>
                      </a:cubicBezTo>
                      <a:cubicBezTo>
                        <a:pt x="31242" y="67723"/>
                        <a:pt x="31813" y="67628"/>
                        <a:pt x="32480" y="67246"/>
                      </a:cubicBezTo>
                      <a:cubicBezTo>
                        <a:pt x="32099" y="67913"/>
                        <a:pt x="32480" y="68580"/>
                        <a:pt x="33718" y="69437"/>
                      </a:cubicBezTo>
                      <a:cubicBezTo>
                        <a:pt x="34004" y="66580"/>
                        <a:pt x="36290" y="64961"/>
                        <a:pt x="40577" y="64579"/>
                      </a:cubicBezTo>
                      <a:lnTo>
                        <a:pt x="43053" y="64579"/>
                      </a:lnTo>
                      <a:cubicBezTo>
                        <a:pt x="42863" y="65056"/>
                        <a:pt x="43053" y="65532"/>
                        <a:pt x="43529" y="65818"/>
                      </a:cubicBezTo>
                      <a:cubicBezTo>
                        <a:pt x="44291" y="65246"/>
                        <a:pt x="44672" y="64579"/>
                        <a:pt x="44672" y="63722"/>
                      </a:cubicBezTo>
                      <a:cubicBezTo>
                        <a:pt x="44672" y="63437"/>
                        <a:pt x="44672" y="62960"/>
                        <a:pt x="44482" y="62294"/>
                      </a:cubicBezTo>
                      <a:cubicBezTo>
                        <a:pt x="44291" y="61627"/>
                        <a:pt x="44196" y="61151"/>
                        <a:pt x="44196" y="60865"/>
                      </a:cubicBezTo>
                      <a:cubicBezTo>
                        <a:pt x="44196" y="60103"/>
                        <a:pt x="44386" y="59627"/>
                        <a:pt x="44862" y="59150"/>
                      </a:cubicBezTo>
                      <a:cubicBezTo>
                        <a:pt x="45244" y="58293"/>
                        <a:pt x="44291" y="56388"/>
                        <a:pt x="41910" y="53626"/>
                      </a:cubicBezTo>
                      <a:cubicBezTo>
                        <a:pt x="41148" y="53912"/>
                        <a:pt x="40577" y="54102"/>
                        <a:pt x="40005" y="54102"/>
                      </a:cubicBezTo>
                      <a:cubicBezTo>
                        <a:pt x="39052" y="54102"/>
                        <a:pt x="38100" y="53245"/>
                        <a:pt x="37338" y="51626"/>
                      </a:cubicBezTo>
                      <a:cubicBezTo>
                        <a:pt x="36481" y="50006"/>
                        <a:pt x="35623" y="49149"/>
                        <a:pt x="34766" y="49149"/>
                      </a:cubicBezTo>
                      <a:cubicBezTo>
                        <a:pt x="34100" y="49149"/>
                        <a:pt x="33338" y="49435"/>
                        <a:pt x="32575" y="49911"/>
                      </a:cubicBezTo>
                      <a:cubicBezTo>
                        <a:pt x="31528" y="48863"/>
                        <a:pt x="29813" y="48101"/>
                        <a:pt x="27432" y="47530"/>
                      </a:cubicBezTo>
                      <a:lnTo>
                        <a:pt x="21622" y="46101"/>
                      </a:lnTo>
                      <a:cubicBezTo>
                        <a:pt x="20860" y="44196"/>
                        <a:pt x="19335" y="43053"/>
                        <a:pt x="17145" y="42767"/>
                      </a:cubicBezTo>
                      <a:cubicBezTo>
                        <a:pt x="14478" y="42386"/>
                        <a:pt x="12859" y="41720"/>
                        <a:pt x="12287" y="40767"/>
                      </a:cubicBezTo>
                      <a:lnTo>
                        <a:pt x="11049" y="42005"/>
                      </a:lnTo>
                      <a:cubicBezTo>
                        <a:pt x="11049" y="42005"/>
                        <a:pt x="10859" y="41338"/>
                        <a:pt x="10859" y="40862"/>
                      </a:cubicBezTo>
                      <a:cubicBezTo>
                        <a:pt x="10859" y="40386"/>
                        <a:pt x="10859" y="39719"/>
                        <a:pt x="11049" y="38862"/>
                      </a:cubicBezTo>
                      <a:cubicBezTo>
                        <a:pt x="11239" y="37910"/>
                        <a:pt x="11335" y="37147"/>
                        <a:pt x="11335" y="36671"/>
                      </a:cubicBezTo>
                      <a:cubicBezTo>
                        <a:pt x="11335" y="35338"/>
                        <a:pt x="10859" y="34290"/>
                        <a:pt x="9716" y="33528"/>
                      </a:cubicBezTo>
                      <a:cubicBezTo>
                        <a:pt x="9906" y="33052"/>
                        <a:pt x="10192" y="32671"/>
                        <a:pt x="10382" y="32195"/>
                      </a:cubicBezTo>
                      <a:cubicBezTo>
                        <a:pt x="10668" y="31718"/>
                        <a:pt x="11049" y="31528"/>
                        <a:pt x="11620" y="31623"/>
                      </a:cubicBezTo>
                      <a:cubicBezTo>
                        <a:pt x="12287" y="32004"/>
                        <a:pt x="12382" y="32671"/>
                        <a:pt x="12002" y="33433"/>
                      </a:cubicBezTo>
                      <a:cubicBezTo>
                        <a:pt x="11620" y="34195"/>
                        <a:pt x="11906" y="34766"/>
                        <a:pt x="12859" y="35052"/>
                      </a:cubicBezTo>
                      <a:cubicBezTo>
                        <a:pt x="14192" y="33909"/>
                        <a:pt x="14859" y="32766"/>
                        <a:pt x="14859" y="31528"/>
                      </a:cubicBezTo>
                      <a:cubicBezTo>
                        <a:pt x="14859" y="31052"/>
                        <a:pt x="14573" y="30480"/>
                        <a:pt x="14097" y="30099"/>
                      </a:cubicBezTo>
                      <a:cubicBezTo>
                        <a:pt x="14764" y="29909"/>
                        <a:pt x="15430" y="29337"/>
                        <a:pt x="16287" y="28385"/>
                      </a:cubicBezTo>
                      <a:cubicBezTo>
                        <a:pt x="16097" y="28004"/>
                        <a:pt x="15811" y="27813"/>
                        <a:pt x="15430" y="27813"/>
                      </a:cubicBezTo>
                      <a:cubicBezTo>
                        <a:pt x="15144" y="27813"/>
                        <a:pt x="14859" y="28004"/>
                        <a:pt x="14288" y="28385"/>
                      </a:cubicBezTo>
                      <a:cubicBezTo>
                        <a:pt x="13716" y="28765"/>
                        <a:pt x="13240" y="28956"/>
                        <a:pt x="12954" y="28956"/>
                      </a:cubicBezTo>
                      <a:cubicBezTo>
                        <a:pt x="12954" y="28670"/>
                        <a:pt x="13145" y="28289"/>
                        <a:pt x="13335" y="27718"/>
                      </a:cubicBezTo>
                      <a:cubicBezTo>
                        <a:pt x="13621" y="27051"/>
                        <a:pt x="13716" y="26479"/>
                        <a:pt x="13716" y="26003"/>
                      </a:cubicBezTo>
                      <a:cubicBezTo>
                        <a:pt x="13335" y="26289"/>
                        <a:pt x="12859" y="26384"/>
                        <a:pt x="12478" y="26384"/>
                      </a:cubicBezTo>
                      <a:cubicBezTo>
                        <a:pt x="11620" y="26384"/>
                        <a:pt x="10859" y="25718"/>
                        <a:pt x="9906" y="24384"/>
                      </a:cubicBezTo>
                      <a:cubicBezTo>
                        <a:pt x="8763" y="22860"/>
                        <a:pt x="7906" y="21907"/>
                        <a:pt x="7620" y="21527"/>
                      </a:cubicBezTo>
                      <a:lnTo>
                        <a:pt x="7620" y="16193"/>
                      </a:lnTo>
                      <a:cubicBezTo>
                        <a:pt x="8287" y="15430"/>
                        <a:pt x="9239" y="14097"/>
                        <a:pt x="10192" y="12097"/>
                      </a:cubicBezTo>
                      <a:cubicBezTo>
                        <a:pt x="11239" y="10096"/>
                        <a:pt x="11906" y="8858"/>
                        <a:pt x="12382" y="8192"/>
                      </a:cubicBezTo>
                      <a:cubicBezTo>
                        <a:pt x="13811" y="7811"/>
                        <a:pt x="15335" y="6382"/>
                        <a:pt x="17145" y="3905"/>
                      </a:cubicBezTo>
                      <a:cubicBezTo>
                        <a:pt x="18479" y="2000"/>
                        <a:pt x="20193" y="1143"/>
                        <a:pt x="22193" y="1429"/>
                      </a:cubicBezTo>
                      <a:cubicBezTo>
                        <a:pt x="24003" y="381"/>
                        <a:pt x="26384" y="0"/>
                        <a:pt x="29432" y="190"/>
                      </a:cubicBezTo>
                      <a:cubicBezTo>
                        <a:pt x="33338" y="190"/>
                        <a:pt x="35909" y="190"/>
                        <a:pt x="37052" y="0"/>
                      </a:cubicBezTo>
                      <a:lnTo>
                        <a:pt x="52388" y="857"/>
                      </a:lnTo>
                      <a:cubicBezTo>
                        <a:pt x="55245" y="2286"/>
                        <a:pt x="57055" y="3238"/>
                        <a:pt x="57626" y="3810"/>
                      </a:cubicBezTo>
                      <a:cubicBezTo>
                        <a:pt x="59341" y="5048"/>
                        <a:pt x="60388" y="6668"/>
                        <a:pt x="60960" y="8763"/>
                      </a:cubicBezTo>
                      <a:cubicBezTo>
                        <a:pt x="61531" y="8477"/>
                        <a:pt x="62103" y="8763"/>
                        <a:pt x="62579" y="9144"/>
                      </a:cubicBezTo>
                      <a:cubicBezTo>
                        <a:pt x="63055" y="9620"/>
                        <a:pt x="63627" y="10192"/>
                        <a:pt x="64008" y="10668"/>
                      </a:cubicBezTo>
                      <a:cubicBezTo>
                        <a:pt x="62579" y="10668"/>
                        <a:pt x="61913" y="10954"/>
                        <a:pt x="61913" y="11430"/>
                      </a:cubicBezTo>
                      <a:cubicBezTo>
                        <a:pt x="61913" y="11621"/>
                        <a:pt x="62198" y="12097"/>
                        <a:pt x="62484" y="12668"/>
                      </a:cubicBezTo>
                      <a:cubicBezTo>
                        <a:pt x="62865" y="13335"/>
                        <a:pt x="63055" y="13811"/>
                        <a:pt x="63055" y="14192"/>
                      </a:cubicBezTo>
                      <a:cubicBezTo>
                        <a:pt x="63055" y="14669"/>
                        <a:pt x="62769" y="15050"/>
                        <a:pt x="62198" y="15430"/>
                      </a:cubicBezTo>
                      <a:cubicBezTo>
                        <a:pt x="61722" y="15240"/>
                        <a:pt x="61246" y="15145"/>
                        <a:pt x="60960" y="15145"/>
                      </a:cubicBezTo>
                      <a:cubicBezTo>
                        <a:pt x="60388" y="15145"/>
                        <a:pt x="59912" y="15812"/>
                        <a:pt x="59912" y="17240"/>
                      </a:cubicBezTo>
                      <a:cubicBezTo>
                        <a:pt x="59912" y="18669"/>
                        <a:pt x="59531" y="19431"/>
                        <a:pt x="59055" y="19717"/>
                      </a:cubicBezTo>
                      <a:cubicBezTo>
                        <a:pt x="58578" y="20003"/>
                        <a:pt x="57626" y="21146"/>
                        <a:pt x="56483" y="23241"/>
                      </a:cubicBezTo>
                      <a:cubicBezTo>
                        <a:pt x="55245" y="25337"/>
                        <a:pt x="54102" y="26384"/>
                        <a:pt x="53150" y="26384"/>
                      </a:cubicBezTo>
                      <a:cubicBezTo>
                        <a:pt x="52292" y="26384"/>
                        <a:pt x="51435" y="25622"/>
                        <a:pt x="50482" y="24289"/>
                      </a:cubicBezTo>
                      <a:cubicBezTo>
                        <a:pt x="48006" y="20860"/>
                        <a:pt x="45339" y="18574"/>
                        <a:pt x="42576" y="17621"/>
                      </a:cubicBezTo>
                      <a:lnTo>
                        <a:pt x="41338" y="15526"/>
                      </a:lnTo>
                      <a:cubicBezTo>
                        <a:pt x="38767" y="15907"/>
                        <a:pt x="36100" y="16288"/>
                        <a:pt x="33433" y="16669"/>
                      </a:cubicBezTo>
                      <a:cubicBezTo>
                        <a:pt x="30385" y="17240"/>
                        <a:pt x="28194" y="18860"/>
                        <a:pt x="26765" y="21527"/>
                      </a:cubicBezTo>
                      <a:cubicBezTo>
                        <a:pt x="26479" y="24098"/>
                        <a:pt x="26956" y="26098"/>
                        <a:pt x="28289" y="27622"/>
                      </a:cubicBezTo>
                      <a:cubicBezTo>
                        <a:pt x="29242" y="28575"/>
                        <a:pt x="30766" y="29623"/>
                        <a:pt x="33147" y="30766"/>
                      </a:cubicBezTo>
                      <a:cubicBezTo>
                        <a:pt x="35528" y="31909"/>
                        <a:pt x="37242" y="32956"/>
                        <a:pt x="38100" y="33909"/>
                      </a:cubicBezTo>
                      <a:lnTo>
                        <a:pt x="42100" y="33909"/>
                      </a:lnTo>
                      <a:cubicBezTo>
                        <a:pt x="43719" y="35338"/>
                        <a:pt x="46101" y="37147"/>
                        <a:pt x="49530" y="39148"/>
                      </a:cubicBezTo>
                      <a:cubicBezTo>
                        <a:pt x="50197" y="38862"/>
                        <a:pt x="50768" y="38671"/>
                        <a:pt x="51245" y="38671"/>
                      </a:cubicBezTo>
                      <a:cubicBezTo>
                        <a:pt x="52197" y="38671"/>
                        <a:pt x="53340" y="39243"/>
                        <a:pt x="54673" y="40386"/>
                      </a:cubicBezTo>
                      <a:cubicBezTo>
                        <a:pt x="56102" y="41529"/>
                        <a:pt x="57055" y="42101"/>
                        <a:pt x="57817" y="42196"/>
                      </a:cubicBezTo>
                      <a:cubicBezTo>
                        <a:pt x="57721" y="42196"/>
                        <a:pt x="57626" y="42481"/>
                        <a:pt x="57626" y="42672"/>
                      </a:cubicBezTo>
                      <a:cubicBezTo>
                        <a:pt x="57626" y="43148"/>
                        <a:pt x="58007" y="43910"/>
                        <a:pt x="58674" y="44672"/>
                      </a:cubicBezTo>
                      <a:cubicBezTo>
                        <a:pt x="59341" y="45434"/>
                        <a:pt x="60103" y="45815"/>
                        <a:pt x="60960" y="45815"/>
                      </a:cubicBezTo>
                      <a:lnTo>
                        <a:pt x="62675" y="45815"/>
                      </a:lnTo>
                      <a:close/>
                      <a:moveTo>
                        <a:pt x="8287" y="26765"/>
                      </a:moveTo>
                      <a:lnTo>
                        <a:pt x="7334" y="24765"/>
                      </a:lnTo>
                      <a:lnTo>
                        <a:pt x="9049" y="26003"/>
                      </a:lnTo>
                      <a:lnTo>
                        <a:pt x="8287" y="26765"/>
                      </a:lnTo>
                      <a:close/>
                      <a:moveTo>
                        <a:pt x="8287" y="31718"/>
                      </a:moveTo>
                      <a:lnTo>
                        <a:pt x="7811" y="30956"/>
                      </a:lnTo>
                      <a:cubicBezTo>
                        <a:pt x="7811" y="30956"/>
                        <a:pt x="8763" y="30766"/>
                        <a:pt x="9430" y="30289"/>
                      </a:cubicBezTo>
                      <a:cubicBezTo>
                        <a:pt x="10096" y="29813"/>
                        <a:pt x="10382" y="29528"/>
                        <a:pt x="10573" y="29528"/>
                      </a:cubicBezTo>
                      <a:cubicBezTo>
                        <a:pt x="10763" y="29528"/>
                        <a:pt x="10859" y="29718"/>
                        <a:pt x="10859" y="29813"/>
                      </a:cubicBezTo>
                      <a:cubicBezTo>
                        <a:pt x="10573" y="30194"/>
                        <a:pt x="10192" y="30671"/>
                        <a:pt x="9716" y="31052"/>
                      </a:cubicBezTo>
                      <a:cubicBezTo>
                        <a:pt x="9334" y="31432"/>
                        <a:pt x="8858" y="31718"/>
                        <a:pt x="8382" y="31718"/>
                      </a:cubicBezTo>
                      <a:close/>
                      <a:moveTo>
                        <a:pt x="9049" y="23051"/>
                      </a:moveTo>
                      <a:lnTo>
                        <a:pt x="10859" y="23051"/>
                      </a:lnTo>
                      <a:cubicBezTo>
                        <a:pt x="10573" y="22288"/>
                        <a:pt x="10382" y="21812"/>
                        <a:pt x="10382" y="21527"/>
                      </a:cubicBezTo>
                      <a:lnTo>
                        <a:pt x="9049" y="23051"/>
                      </a:lnTo>
                      <a:close/>
                      <a:moveTo>
                        <a:pt x="9525" y="33719"/>
                      </a:moveTo>
                      <a:cubicBezTo>
                        <a:pt x="9525" y="33719"/>
                        <a:pt x="9144" y="33814"/>
                        <a:pt x="9049" y="33528"/>
                      </a:cubicBezTo>
                      <a:lnTo>
                        <a:pt x="9430" y="33528"/>
                      </a:lnTo>
                      <a:cubicBezTo>
                        <a:pt x="9430" y="33528"/>
                        <a:pt x="9430" y="33719"/>
                        <a:pt x="9620" y="33719"/>
                      </a:cubicBezTo>
                      <a:close/>
                      <a:moveTo>
                        <a:pt x="39148" y="62484"/>
                      </a:moveTo>
                      <a:lnTo>
                        <a:pt x="39148" y="63437"/>
                      </a:lnTo>
                      <a:lnTo>
                        <a:pt x="34671" y="64198"/>
                      </a:lnTo>
                      <a:cubicBezTo>
                        <a:pt x="34861" y="63627"/>
                        <a:pt x="35528" y="63151"/>
                        <a:pt x="36481" y="62960"/>
                      </a:cubicBezTo>
                      <a:cubicBezTo>
                        <a:pt x="37433" y="62770"/>
                        <a:pt x="38291" y="62579"/>
                        <a:pt x="39148" y="62484"/>
                      </a:cubicBezTo>
                      <a:close/>
                      <a:moveTo>
                        <a:pt x="40481" y="90202"/>
                      </a:moveTo>
                      <a:cubicBezTo>
                        <a:pt x="40481" y="90202"/>
                        <a:pt x="40957" y="91440"/>
                        <a:pt x="40957" y="93250"/>
                      </a:cubicBezTo>
                      <a:lnTo>
                        <a:pt x="39243" y="93250"/>
                      </a:lnTo>
                      <a:lnTo>
                        <a:pt x="40577" y="90202"/>
                      </a:lnTo>
                      <a:close/>
                      <a:moveTo>
                        <a:pt x="42196" y="87535"/>
                      </a:moveTo>
                      <a:lnTo>
                        <a:pt x="42196" y="86296"/>
                      </a:lnTo>
                      <a:lnTo>
                        <a:pt x="43910" y="86296"/>
                      </a:lnTo>
                      <a:lnTo>
                        <a:pt x="43910" y="87535"/>
                      </a:lnTo>
                      <a:lnTo>
                        <a:pt x="42196" y="87535"/>
                      </a:lnTo>
                      <a:close/>
                      <a:moveTo>
                        <a:pt x="48387" y="58674"/>
                      </a:moveTo>
                      <a:cubicBezTo>
                        <a:pt x="48673" y="57721"/>
                        <a:pt x="48387" y="56674"/>
                        <a:pt x="47910" y="55531"/>
                      </a:cubicBezTo>
                      <a:lnTo>
                        <a:pt x="46006" y="58674"/>
                      </a:lnTo>
                      <a:lnTo>
                        <a:pt x="48387" y="58674"/>
                      </a:lnTo>
                      <a:close/>
                      <a:moveTo>
                        <a:pt x="50102" y="51435"/>
                      </a:moveTo>
                      <a:cubicBezTo>
                        <a:pt x="50292" y="52483"/>
                        <a:pt x="52006" y="53245"/>
                        <a:pt x="55150" y="53816"/>
                      </a:cubicBezTo>
                      <a:lnTo>
                        <a:pt x="50102" y="51435"/>
                      </a:lnTo>
                      <a:close/>
                      <a:moveTo>
                        <a:pt x="55150" y="96393"/>
                      </a:moveTo>
                      <a:cubicBezTo>
                        <a:pt x="55150" y="96393"/>
                        <a:pt x="54959" y="97250"/>
                        <a:pt x="54864" y="97536"/>
                      </a:cubicBezTo>
                      <a:cubicBezTo>
                        <a:pt x="54293" y="98393"/>
                        <a:pt x="53721" y="98679"/>
                        <a:pt x="53150" y="98679"/>
                      </a:cubicBezTo>
                      <a:cubicBezTo>
                        <a:pt x="52197" y="98679"/>
                        <a:pt x="51625" y="98488"/>
                        <a:pt x="51435" y="98203"/>
                      </a:cubicBezTo>
                      <a:lnTo>
                        <a:pt x="55245" y="96488"/>
                      </a:lnTo>
                      <a:close/>
                      <a:moveTo>
                        <a:pt x="53911" y="86296"/>
                      </a:moveTo>
                      <a:cubicBezTo>
                        <a:pt x="54197" y="86773"/>
                        <a:pt x="54769" y="87154"/>
                        <a:pt x="55816" y="87154"/>
                      </a:cubicBezTo>
                      <a:lnTo>
                        <a:pt x="52673" y="87630"/>
                      </a:lnTo>
                      <a:lnTo>
                        <a:pt x="53911" y="86392"/>
                      </a:lnTo>
                      <a:close/>
                      <a:moveTo>
                        <a:pt x="55816" y="58198"/>
                      </a:moveTo>
                      <a:cubicBezTo>
                        <a:pt x="56959" y="58579"/>
                        <a:pt x="58007" y="58007"/>
                        <a:pt x="58864" y="56960"/>
                      </a:cubicBezTo>
                      <a:cubicBezTo>
                        <a:pt x="58388" y="56483"/>
                        <a:pt x="57721" y="56293"/>
                        <a:pt x="56864" y="56483"/>
                      </a:cubicBezTo>
                      <a:cubicBezTo>
                        <a:pt x="55912" y="56674"/>
                        <a:pt x="55626" y="57245"/>
                        <a:pt x="55912" y="58198"/>
                      </a:cubicBezTo>
                      <a:close/>
                      <a:moveTo>
                        <a:pt x="58864" y="78486"/>
                      </a:moveTo>
                      <a:cubicBezTo>
                        <a:pt x="58578" y="77438"/>
                        <a:pt x="58864" y="76771"/>
                        <a:pt x="60007" y="76581"/>
                      </a:cubicBezTo>
                      <a:cubicBezTo>
                        <a:pt x="59627" y="76581"/>
                        <a:pt x="60293" y="76771"/>
                        <a:pt x="62008" y="76771"/>
                      </a:cubicBezTo>
                      <a:cubicBezTo>
                        <a:pt x="62008" y="76771"/>
                        <a:pt x="61626" y="77057"/>
                        <a:pt x="60960" y="77629"/>
                      </a:cubicBezTo>
                      <a:cubicBezTo>
                        <a:pt x="60388" y="78296"/>
                        <a:pt x="59912" y="78581"/>
                        <a:pt x="59436" y="78581"/>
                      </a:cubicBezTo>
                      <a:cubicBezTo>
                        <a:pt x="59245" y="78581"/>
                        <a:pt x="59055" y="78581"/>
                        <a:pt x="58769" y="78486"/>
                      </a:cubicBezTo>
                      <a:close/>
                      <a:moveTo>
                        <a:pt x="60770" y="48578"/>
                      </a:moveTo>
                      <a:cubicBezTo>
                        <a:pt x="60484" y="48006"/>
                        <a:pt x="60103" y="47720"/>
                        <a:pt x="59531" y="48006"/>
                      </a:cubicBezTo>
                      <a:cubicBezTo>
                        <a:pt x="58960" y="48196"/>
                        <a:pt x="58769" y="48578"/>
                        <a:pt x="58864" y="49149"/>
                      </a:cubicBezTo>
                      <a:lnTo>
                        <a:pt x="60770" y="49530"/>
                      </a:lnTo>
                      <a:lnTo>
                        <a:pt x="60770" y="48578"/>
                      </a:lnTo>
                      <a:close/>
                      <a:moveTo>
                        <a:pt x="60293" y="65342"/>
                      </a:moveTo>
                      <a:cubicBezTo>
                        <a:pt x="61436" y="64389"/>
                        <a:pt x="62008" y="63913"/>
                        <a:pt x="62008" y="63818"/>
                      </a:cubicBezTo>
                      <a:cubicBezTo>
                        <a:pt x="62008" y="63341"/>
                        <a:pt x="61626" y="62960"/>
                        <a:pt x="60770" y="62675"/>
                      </a:cubicBezTo>
                      <a:lnTo>
                        <a:pt x="60293" y="65342"/>
                      </a:lnTo>
                      <a:cubicBezTo>
                        <a:pt x="59817" y="65818"/>
                        <a:pt x="59817" y="66389"/>
                        <a:pt x="60103" y="66770"/>
                      </a:cubicBezTo>
                      <a:lnTo>
                        <a:pt x="60293" y="65342"/>
                      </a:lnTo>
                      <a:close/>
                      <a:moveTo>
                        <a:pt x="64579" y="53435"/>
                      </a:moveTo>
                      <a:cubicBezTo>
                        <a:pt x="64865" y="52388"/>
                        <a:pt x="65056" y="51911"/>
                        <a:pt x="65056" y="52006"/>
                      </a:cubicBezTo>
                      <a:cubicBezTo>
                        <a:pt x="65056" y="51626"/>
                        <a:pt x="64103" y="51530"/>
                        <a:pt x="62484" y="51530"/>
                      </a:cubicBezTo>
                      <a:lnTo>
                        <a:pt x="64579" y="53435"/>
                      </a:lnTo>
                      <a:close/>
                      <a:moveTo>
                        <a:pt x="70675" y="64389"/>
                      </a:moveTo>
                      <a:lnTo>
                        <a:pt x="72866" y="65627"/>
                      </a:lnTo>
                      <a:lnTo>
                        <a:pt x="68580" y="66104"/>
                      </a:lnTo>
                      <a:lnTo>
                        <a:pt x="70580" y="64389"/>
                      </a:lnTo>
                      <a:close/>
                      <a:moveTo>
                        <a:pt x="71151" y="75438"/>
                      </a:moveTo>
                      <a:cubicBezTo>
                        <a:pt x="71151" y="75438"/>
                        <a:pt x="72200" y="75914"/>
                        <a:pt x="73723" y="75914"/>
                      </a:cubicBezTo>
                      <a:lnTo>
                        <a:pt x="71151" y="77914"/>
                      </a:lnTo>
                      <a:lnTo>
                        <a:pt x="71151" y="75438"/>
                      </a:lnTo>
                      <a:close/>
                      <a:moveTo>
                        <a:pt x="72390" y="94393"/>
                      </a:moveTo>
                      <a:cubicBezTo>
                        <a:pt x="72390" y="94393"/>
                        <a:pt x="72485" y="94012"/>
                        <a:pt x="72771" y="93726"/>
                      </a:cubicBezTo>
                      <a:lnTo>
                        <a:pt x="72390" y="94393"/>
                      </a:lnTo>
                      <a:close/>
                      <a:moveTo>
                        <a:pt x="72771" y="93726"/>
                      </a:moveTo>
                      <a:lnTo>
                        <a:pt x="73723" y="92488"/>
                      </a:lnTo>
                      <a:lnTo>
                        <a:pt x="74200" y="93345"/>
                      </a:lnTo>
                      <a:cubicBezTo>
                        <a:pt x="74200" y="93345"/>
                        <a:pt x="73343" y="93440"/>
                        <a:pt x="72771" y="93821"/>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 name="Google Shape;1309;p99"/>
                <p:cNvSpPr/>
                <p:nvPr/>
              </p:nvSpPr>
              <p:spPr>
                <a:xfrm>
                  <a:off x="7153179" y="3554158"/>
                  <a:ext cx="77342" cy="85058"/>
                </a:xfrm>
                <a:custGeom>
                  <a:avLst/>
                  <a:gdLst/>
                  <a:ahLst/>
                  <a:cxnLst/>
                  <a:rect l="l" t="t" r="r" b="b"/>
                  <a:pathLst>
                    <a:path w="77342" h="85058" extrusionOk="0">
                      <a:moveTo>
                        <a:pt x="68866" y="1238"/>
                      </a:moveTo>
                      <a:cubicBezTo>
                        <a:pt x="69723" y="4858"/>
                        <a:pt x="70104" y="7144"/>
                        <a:pt x="70104" y="8191"/>
                      </a:cubicBezTo>
                      <a:cubicBezTo>
                        <a:pt x="70104" y="10573"/>
                        <a:pt x="69247" y="12573"/>
                        <a:pt x="67628" y="14192"/>
                      </a:cubicBezTo>
                      <a:lnTo>
                        <a:pt x="69818" y="14668"/>
                      </a:lnTo>
                      <a:cubicBezTo>
                        <a:pt x="67913" y="15811"/>
                        <a:pt x="66675" y="16383"/>
                        <a:pt x="65913" y="16383"/>
                      </a:cubicBezTo>
                      <a:cubicBezTo>
                        <a:pt x="65056" y="16383"/>
                        <a:pt x="64389" y="16002"/>
                        <a:pt x="63818" y="15145"/>
                      </a:cubicBezTo>
                      <a:lnTo>
                        <a:pt x="23908" y="15907"/>
                      </a:lnTo>
                      <a:cubicBezTo>
                        <a:pt x="24099" y="16764"/>
                        <a:pt x="24194" y="17621"/>
                        <a:pt x="24194" y="18669"/>
                      </a:cubicBezTo>
                      <a:cubicBezTo>
                        <a:pt x="24194" y="19717"/>
                        <a:pt x="24003" y="21336"/>
                        <a:pt x="23527" y="23622"/>
                      </a:cubicBezTo>
                      <a:cubicBezTo>
                        <a:pt x="23050" y="25908"/>
                        <a:pt x="22860" y="27622"/>
                        <a:pt x="22860" y="28765"/>
                      </a:cubicBezTo>
                      <a:cubicBezTo>
                        <a:pt x="22860" y="30004"/>
                        <a:pt x="23050" y="31242"/>
                        <a:pt x="23432" y="32385"/>
                      </a:cubicBezTo>
                      <a:cubicBezTo>
                        <a:pt x="25337" y="33623"/>
                        <a:pt x="28004" y="34290"/>
                        <a:pt x="31338" y="34290"/>
                      </a:cubicBezTo>
                      <a:cubicBezTo>
                        <a:pt x="34195" y="34290"/>
                        <a:pt x="37148" y="33909"/>
                        <a:pt x="40100" y="33051"/>
                      </a:cubicBezTo>
                      <a:lnTo>
                        <a:pt x="39338" y="33051"/>
                      </a:lnTo>
                      <a:lnTo>
                        <a:pt x="39338" y="31147"/>
                      </a:lnTo>
                      <a:lnTo>
                        <a:pt x="40100" y="31147"/>
                      </a:lnTo>
                      <a:cubicBezTo>
                        <a:pt x="40100" y="31147"/>
                        <a:pt x="39910" y="31718"/>
                        <a:pt x="39910" y="31909"/>
                      </a:cubicBezTo>
                      <a:cubicBezTo>
                        <a:pt x="39910" y="32385"/>
                        <a:pt x="40196" y="32861"/>
                        <a:pt x="40672" y="33242"/>
                      </a:cubicBezTo>
                      <a:cubicBezTo>
                        <a:pt x="41243" y="33623"/>
                        <a:pt x="41720" y="34004"/>
                        <a:pt x="42291" y="34290"/>
                      </a:cubicBezTo>
                      <a:cubicBezTo>
                        <a:pt x="42291" y="34290"/>
                        <a:pt x="43910" y="34290"/>
                        <a:pt x="46863" y="34099"/>
                      </a:cubicBezTo>
                      <a:cubicBezTo>
                        <a:pt x="48768" y="34004"/>
                        <a:pt x="50388" y="34099"/>
                        <a:pt x="51625" y="34290"/>
                      </a:cubicBezTo>
                      <a:cubicBezTo>
                        <a:pt x="53245" y="34576"/>
                        <a:pt x="54769" y="35147"/>
                        <a:pt x="55912" y="36195"/>
                      </a:cubicBezTo>
                      <a:cubicBezTo>
                        <a:pt x="57150" y="37242"/>
                        <a:pt x="57721" y="38576"/>
                        <a:pt x="57721" y="40195"/>
                      </a:cubicBezTo>
                      <a:cubicBezTo>
                        <a:pt x="57721" y="40957"/>
                        <a:pt x="57531" y="42196"/>
                        <a:pt x="57055" y="44005"/>
                      </a:cubicBezTo>
                      <a:cubicBezTo>
                        <a:pt x="56674" y="45815"/>
                        <a:pt x="56388" y="47244"/>
                        <a:pt x="56388" y="48292"/>
                      </a:cubicBezTo>
                      <a:cubicBezTo>
                        <a:pt x="54673" y="50387"/>
                        <a:pt x="52102" y="51530"/>
                        <a:pt x="48483" y="51530"/>
                      </a:cubicBezTo>
                      <a:cubicBezTo>
                        <a:pt x="47340" y="51530"/>
                        <a:pt x="45434" y="51340"/>
                        <a:pt x="42767" y="51054"/>
                      </a:cubicBezTo>
                      <a:cubicBezTo>
                        <a:pt x="40100" y="50768"/>
                        <a:pt x="38195" y="50578"/>
                        <a:pt x="37052" y="50578"/>
                      </a:cubicBezTo>
                      <a:cubicBezTo>
                        <a:pt x="35814" y="50578"/>
                        <a:pt x="34671" y="50768"/>
                        <a:pt x="33719" y="50863"/>
                      </a:cubicBezTo>
                      <a:cubicBezTo>
                        <a:pt x="32861" y="50387"/>
                        <a:pt x="32004" y="50101"/>
                        <a:pt x="30956" y="50101"/>
                      </a:cubicBezTo>
                      <a:cubicBezTo>
                        <a:pt x="29813" y="50101"/>
                        <a:pt x="28194" y="50863"/>
                        <a:pt x="26003" y="52292"/>
                      </a:cubicBezTo>
                      <a:cubicBezTo>
                        <a:pt x="23908" y="53721"/>
                        <a:pt x="22384" y="54483"/>
                        <a:pt x="21241" y="54483"/>
                      </a:cubicBezTo>
                      <a:cubicBezTo>
                        <a:pt x="20003" y="54483"/>
                        <a:pt x="18859" y="53911"/>
                        <a:pt x="17622" y="52768"/>
                      </a:cubicBezTo>
                      <a:lnTo>
                        <a:pt x="16955" y="54959"/>
                      </a:lnTo>
                      <a:cubicBezTo>
                        <a:pt x="16955" y="54959"/>
                        <a:pt x="15812" y="54769"/>
                        <a:pt x="14954" y="54388"/>
                      </a:cubicBezTo>
                      <a:cubicBezTo>
                        <a:pt x="14002" y="54007"/>
                        <a:pt x="13335" y="53816"/>
                        <a:pt x="12954" y="53816"/>
                      </a:cubicBezTo>
                      <a:cubicBezTo>
                        <a:pt x="12192" y="53816"/>
                        <a:pt x="11621" y="54197"/>
                        <a:pt x="11049" y="54959"/>
                      </a:cubicBezTo>
                      <a:cubicBezTo>
                        <a:pt x="13240" y="56674"/>
                        <a:pt x="15812" y="57340"/>
                        <a:pt x="18479" y="56959"/>
                      </a:cubicBezTo>
                      <a:lnTo>
                        <a:pt x="17050" y="57912"/>
                      </a:lnTo>
                      <a:cubicBezTo>
                        <a:pt x="18288" y="58102"/>
                        <a:pt x="19526" y="58102"/>
                        <a:pt x="20860" y="58198"/>
                      </a:cubicBezTo>
                      <a:cubicBezTo>
                        <a:pt x="22479" y="58674"/>
                        <a:pt x="23432" y="59436"/>
                        <a:pt x="23717" y="60579"/>
                      </a:cubicBezTo>
                      <a:cubicBezTo>
                        <a:pt x="23813" y="62103"/>
                        <a:pt x="24003" y="63436"/>
                        <a:pt x="24194" y="64770"/>
                      </a:cubicBezTo>
                      <a:cubicBezTo>
                        <a:pt x="24384" y="66103"/>
                        <a:pt x="25241" y="66865"/>
                        <a:pt x="26861" y="67056"/>
                      </a:cubicBezTo>
                      <a:cubicBezTo>
                        <a:pt x="29146" y="66961"/>
                        <a:pt x="33052" y="67056"/>
                        <a:pt x="38386" y="67246"/>
                      </a:cubicBezTo>
                      <a:cubicBezTo>
                        <a:pt x="43339" y="67246"/>
                        <a:pt x="47149" y="67246"/>
                        <a:pt x="49816" y="67246"/>
                      </a:cubicBezTo>
                      <a:cubicBezTo>
                        <a:pt x="54197" y="66961"/>
                        <a:pt x="58008" y="66294"/>
                        <a:pt x="61246" y="65341"/>
                      </a:cubicBezTo>
                      <a:cubicBezTo>
                        <a:pt x="60960" y="66199"/>
                        <a:pt x="61436" y="66675"/>
                        <a:pt x="62484" y="66770"/>
                      </a:cubicBezTo>
                      <a:lnTo>
                        <a:pt x="65247" y="66770"/>
                      </a:lnTo>
                      <a:cubicBezTo>
                        <a:pt x="65913" y="66770"/>
                        <a:pt x="66390" y="66865"/>
                        <a:pt x="66675" y="67151"/>
                      </a:cubicBezTo>
                      <a:lnTo>
                        <a:pt x="68675" y="67151"/>
                      </a:lnTo>
                      <a:cubicBezTo>
                        <a:pt x="69342" y="74676"/>
                        <a:pt x="69628" y="77914"/>
                        <a:pt x="69628" y="76771"/>
                      </a:cubicBezTo>
                      <a:cubicBezTo>
                        <a:pt x="69628" y="79629"/>
                        <a:pt x="69056" y="82010"/>
                        <a:pt x="67913" y="83725"/>
                      </a:cubicBezTo>
                      <a:cubicBezTo>
                        <a:pt x="65437" y="84201"/>
                        <a:pt x="62770" y="84391"/>
                        <a:pt x="59817" y="84391"/>
                      </a:cubicBezTo>
                      <a:lnTo>
                        <a:pt x="47149" y="84391"/>
                      </a:lnTo>
                      <a:cubicBezTo>
                        <a:pt x="43815" y="84391"/>
                        <a:pt x="41053" y="84582"/>
                        <a:pt x="38576" y="85058"/>
                      </a:cubicBezTo>
                      <a:cubicBezTo>
                        <a:pt x="37148" y="84677"/>
                        <a:pt x="34004" y="84487"/>
                        <a:pt x="29433" y="84582"/>
                      </a:cubicBezTo>
                      <a:cubicBezTo>
                        <a:pt x="25718" y="84582"/>
                        <a:pt x="22860" y="83915"/>
                        <a:pt x="20764" y="82486"/>
                      </a:cubicBezTo>
                      <a:cubicBezTo>
                        <a:pt x="19336" y="83725"/>
                        <a:pt x="17145" y="84391"/>
                        <a:pt x="14097" y="84391"/>
                      </a:cubicBezTo>
                      <a:cubicBezTo>
                        <a:pt x="13145" y="84391"/>
                        <a:pt x="10668" y="84106"/>
                        <a:pt x="6668" y="83629"/>
                      </a:cubicBezTo>
                      <a:cubicBezTo>
                        <a:pt x="4382" y="82201"/>
                        <a:pt x="3334" y="79629"/>
                        <a:pt x="3334" y="75724"/>
                      </a:cubicBezTo>
                      <a:cubicBezTo>
                        <a:pt x="3334" y="74962"/>
                        <a:pt x="3334" y="73723"/>
                        <a:pt x="3524" y="72104"/>
                      </a:cubicBezTo>
                      <a:cubicBezTo>
                        <a:pt x="3524" y="70580"/>
                        <a:pt x="3524" y="69437"/>
                        <a:pt x="3524" y="68866"/>
                      </a:cubicBezTo>
                      <a:lnTo>
                        <a:pt x="4286" y="37719"/>
                      </a:lnTo>
                      <a:cubicBezTo>
                        <a:pt x="3810" y="36576"/>
                        <a:pt x="3524" y="34957"/>
                        <a:pt x="3524" y="32956"/>
                      </a:cubicBezTo>
                      <a:cubicBezTo>
                        <a:pt x="3524" y="32194"/>
                        <a:pt x="3524" y="31051"/>
                        <a:pt x="3715" y="29527"/>
                      </a:cubicBezTo>
                      <a:cubicBezTo>
                        <a:pt x="3715" y="28003"/>
                        <a:pt x="3810" y="26956"/>
                        <a:pt x="3810" y="26289"/>
                      </a:cubicBezTo>
                      <a:cubicBezTo>
                        <a:pt x="3810" y="22288"/>
                        <a:pt x="2572" y="20193"/>
                        <a:pt x="0" y="20098"/>
                      </a:cubicBezTo>
                      <a:cubicBezTo>
                        <a:pt x="3143" y="19240"/>
                        <a:pt x="4667" y="16669"/>
                        <a:pt x="4477" y="12382"/>
                      </a:cubicBezTo>
                      <a:cubicBezTo>
                        <a:pt x="4191" y="6001"/>
                        <a:pt x="4096" y="2476"/>
                        <a:pt x="4286" y="1809"/>
                      </a:cubicBezTo>
                      <a:lnTo>
                        <a:pt x="3524" y="1238"/>
                      </a:lnTo>
                      <a:cubicBezTo>
                        <a:pt x="4763" y="571"/>
                        <a:pt x="6096" y="286"/>
                        <a:pt x="7715" y="286"/>
                      </a:cubicBezTo>
                      <a:cubicBezTo>
                        <a:pt x="8668" y="286"/>
                        <a:pt x="10287" y="476"/>
                        <a:pt x="12764" y="857"/>
                      </a:cubicBezTo>
                      <a:cubicBezTo>
                        <a:pt x="15240" y="1238"/>
                        <a:pt x="17050" y="1333"/>
                        <a:pt x="18479" y="1238"/>
                      </a:cubicBezTo>
                      <a:cubicBezTo>
                        <a:pt x="25432" y="1238"/>
                        <a:pt x="30004" y="762"/>
                        <a:pt x="32004" y="0"/>
                      </a:cubicBezTo>
                      <a:cubicBezTo>
                        <a:pt x="32290" y="1048"/>
                        <a:pt x="32957" y="1619"/>
                        <a:pt x="33909" y="1619"/>
                      </a:cubicBezTo>
                      <a:cubicBezTo>
                        <a:pt x="34480" y="1619"/>
                        <a:pt x="35243" y="1333"/>
                        <a:pt x="36386" y="952"/>
                      </a:cubicBezTo>
                      <a:cubicBezTo>
                        <a:pt x="37529" y="571"/>
                        <a:pt x="38386" y="381"/>
                        <a:pt x="38862" y="381"/>
                      </a:cubicBezTo>
                      <a:cubicBezTo>
                        <a:pt x="39338" y="381"/>
                        <a:pt x="39719" y="381"/>
                        <a:pt x="40100" y="476"/>
                      </a:cubicBezTo>
                      <a:cubicBezTo>
                        <a:pt x="40577" y="476"/>
                        <a:pt x="42577" y="952"/>
                        <a:pt x="46101" y="1619"/>
                      </a:cubicBezTo>
                      <a:cubicBezTo>
                        <a:pt x="48578" y="2000"/>
                        <a:pt x="50578" y="2095"/>
                        <a:pt x="52102" y="1905"/>
                      </a:cubicBezTo>
                      <a:lnTo>
                        <a:pt x="53816" y="3905"/>
                      </a:lnTo>
                      <a:cubicBezTo>
                        <a:pt x="54959" y="1524"/>
                        <a:pt x="59913" y="762"/>
                        <a:pt x="68675" y="1333"/>
                      </a:cubicBezTo>
                      <a:close/>
                      <a:moveTo>
                        <a:pt x="5905" y="53911"/>
                      </a:moveTo>
                      <a:cubicBezTo>
                        <a:pt x="6191" y="54864"/>
                        <a:pt x="7334" y="55340"/>
                        <a:pt x="9049" y="55340"/>
                      </a:cubicBezTo>
                      <a:cubicBezTo>
                        <a:pt x="9811" y="55340"/>
                        <a:pt x="10478" y="55150"/>
                        <a:pt x="10763" y="54864"/>
                      </a:cubicBezTo>
                      <a:lnTo>
                        <a:pt x="5905" y="53911"/>
                      </a:lnTo>
                      <a:close/>
                      <a:moveTo>
                        <a:pt x="16002" y="53911"/>
                      </a:moveTo>
                      <a:lnTo>
                        <a:pt x="16002" y="52673"/>
                      </a:lnTo>
                      <a:cubicBezTo>
                        <a:pt x="15907" y="52101"/>
                        <a:pt x="15335" y="51816"/>
                        <a:pt x="14288" y="51816"/>
                      </a:cubicBezTo>
                      <a:lnTo>
                        <a:pt x="16002" y="53911"/>
                      </a:lnTo>
                      <a:close/>
                      <a:moveTo>
                        <a:pt x="20003" y="27337"/>
                      </a:moveTo>
                      <a:lnTo>
                        <a:pt x="20003" y="26289"/>
                      </a:lnTo>
                      <a:lnTo>
                        <a:pt x="18765" y="26289"/>
                      </a:lnTo>
                      <a:lnTo>
                        <a:pt x="18765" y="27337"/>
                      </a:lnTo>
                      <a:lnTo>
                        <a:pt x="20003" y="27337"/>
                      </a:lnTo>
                      <a:close/>
                      <a:moveTo>
                        <a:pt x="46768" y="26860"/>
                      </a:moveTo>
                      <a:cubicBezTo>
                        <a:pt x="45911" y="26384"/>
                        <a:pt x="45434" y="25813"/>
                        <a:pt x="45434" y="25241"/>
                      </a:cubicBezTo>
                      <a:cubicBezTo>
                        <a:pt x="45434" y="24479"/>
                        <a:pt x="46101" y="24098"/>
                        <a:pt x="47340" y="24098"/>
                      </a:cubicBezTo>
                      <a:cubicBezTo>
                        <a:pt x="48578" y="24098"/>
                        <a:pt x="49339" y="24574"/>
                        <a:pt x="49721" y="25527"/>
                      </a:cubicBezTo>
                      <a:cubicBezTo>
                        <a:pt x="48578" y="26575"/>
                        <a:pt x="47625" y="26956"/>
                        <a:pt x="46673" y="26765"/>
                      </a:cubicBezTo>
                      <a:close/>
                      <a:moveTo>
                        <a:pt x="56579" y="27337"/>
                      </a:moveTo>
                      <a:cubicBezTo>
                        <a:pt x="57245" y="27146"/>
                        <a:pt x="57531" y="26860"/>
                        <a:pt x="57531" y="26575"/>
                      </a:cubicBezTo>
                      <a:cubicBezTo>
                        <a:pt x="57531" y="26384"/>
                        <a:pt x="57436" y="26003"/>
                        <a:pt x="57150" y="25717"/>
                      </a:cubicBezTo>
                      <a:cubicBezTo>
                        <a:pt x="56865" y="25336"/>
                        <a:pt x="56769" y="25146"/>
                        <a:pt x="56769" y="24955"/>
                      </a:cubicBezTo>
                      <a:cubicBezTo>
                        <a:pt x="56865" y="24670"/>
                        <a:pt x="57055" y="24479"/>
                        <a:pt x="57245" y="24384"/>
                      </a:cubicBezTo>
                      <a:cubicBezTo>
                        <a:pt x="58008" y="24193"/>
                        <a:pt x="58864" y="24384"/>
                        <a:pt x="59817" y="25146"/>
                      </a:cubicBezTo>
                      <a:lnTo>
                        <a:pt x="58579" y="27337"/>
                      </a:lnTo>
                      <a:lnTo>
                        <a:pt x="60293" y="28575"/>
                      </a:lnTo>
                      <a:lnTo>
                        <a:pt x="56674" y="27337"/>
                      </a:lnTo>
                      <a:close/>
                      <a:moveTo>
                        <a:pt x="60198" y="8191"/>
                      </a:moveTo>
                      <a:cubicBezTo>
                        <a:pt x="60198" y="8191"/>
                        <a:pt x="60579" y="8572"/>
                        <a:pt x="60674" y="8572"/>
                      </a:cubicBezTo>
                      <a:lnTo>
                        <a:pt x="60198" y="8191"/>
                      </a:lnTo>
                      <a:lnTo>
                        <a:pt x="60198" y="6763"/>
                      </a:lnTo>
                      <a:lnTo>
                        <a:pt x="58484" y="6763"/>
                      </a:lnTo>
                      <a:lnTo>
                        <a:pt x="60198" y="8191"/>
                      </a:lnTo>
                      <a:close/>
                      <a:moveTo>
                        <a:pt x="77248" y="2476"/>
                      </a:moveTo>
                      <a:cubicBezTo>
                        <a:pt x="77248" y="2476"/>
                        <a:pt x="76962" y="3238"/>
                        <a:pt x="76486" y="3715"/>
                      </a:cubicBezTo>
                      <a:cubicBezTo>
                        <a:pt x="75915" y="4191"/>
                        <a:pt x="75629" y="4667"/>
                        <a:pt x="75533" y="4953"/>
                      </a:cubicBezTo>
                      <a:lnTo>
                        <a:pt x="76771" y="5905"/>
                      </a:lnTo>
                      <a:lnTo>
                        <a:pt x="74295" y="4953"/>
                      </a:lnTo>
                      <a:cubicBezTo>
                        <a:pt x="74866" y="4953"/>
                        <a:pt x="75152" y="4476"/>
                        <a:pt x="75343" y="3524"/>
                      </a:cubicBezTo>
                      <a:cubicBezTo>
                        <a:pt x="75438" y="2572"/>
                        <a:pt x="75819" y="2095"/>
                        <a:pt x="76391" y="2095"/>
                      </a:cubicBezTo>
                      <a:cubicBezTo>
                        <a:pt x="76581" y="2095"/>
                        <a:pt x="76867" y="2095"/>
                        <a:pt x="77343" y="2476"/>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 name="Google Shape;1310;p99"/>
                <p:cNvSpPr/>
                <p:nvPr/>
              </p:nvSpPr>
              <p:spPr>
                <a:xfrm>
                  <a:off x="7219091" y="3553491"/>
                  <a:ext cx="84105" cy="86296"/>
                </a:xfrm>
                <a:custGeom>
                  <a:avLst/>
                  <a:gdLst/>
                  <a:ahLst/>
                  <a:cxnLst/>
                  <a:rect l="l" t="t" r="r" b="b"/>
                  <a:pathLst>
                    <a:path w="84105" h="86296" extrusionOk="0">
                      <a:moveTo>
                        <a:pt x="2953" y="51149"/>
                      </a:moveTo>
                      <a:lnTo>
                        <a:pt x="0" y="52388"/>
                      </a:lnTo>
                      <a:lnTo>
                        <a:pt x="4096" y="48863"/>
                      </a:lnTo>
                      <a:lnTo>
                        <a:pt x="2953" y="51054"/>
                      </a:lnTo>
                      <a:close/>
                      <a:moveTo>
                        <a:pt x="2191" y="71438"/>
                      </a:moveTo>
                      <a:lnTo>
                        <a:pt x="477" y="67818"/>
                      </a:lnTo>
                      <a:lnTo>
                        <a:pt x="2191" y="70199"/>
                      </a:lnTo>
                      <a:lnTo>
                        <a:pt x="2191" y="71438"/>
                      </a:lnTo>
                      <a:close/>
                      <a:moveTo>
                        <a:pt x="6572" y="69628"/>
                      </a:moveTo>
                      <a:lnTo>
                        <a:pt x="4668" y="68389"/>
                      </a:lnTo>
                      <a:lnTo>
                        <a:pt x="6572" y="68389"/>
                      </a:lnTo>
                      <a:lnTo>
                        <a:pt x="6572" y="69628"/>
                      </a:lnTo>
                      <a:close/>
                      <a:moveTo>
                        <a:pt x="7049" y="39719"/>
                      </a:moveTo>
                      <a:lnTo>
                        <a:pt x="8287" y="40672"/>
                      </a:lnTo>
                      <a:lnTo>
                        <a:pt x="6572" y="40672"/>
                      </a:lnTo>
                      <a:lnTo>
                        <a:pt x="7049" y="39719"/>
                      </a:lnTo>
                      <a:close/>
                      <a:moveTo>
                        <a:pt x="7049" y="53626"/>
                      </a:moveTo>
                      <a:lnTo>
                        <a:pt x="7811" y="52388"/>
                      </a:lnTo>
                      <a:lnTo>
                        <a:pt x="9525" y="52388"/>
                      </a:lnTo>
                      <a:lnTo>
                        <a:pt x="7049" y="53626"/>
                      </a:lnTo>
                      <a:close/>
                      <a:moveTo>
                        <a:pt x="11430" y="78296"/>
                      </a:moveTo>
                      <a:lnTo>
                        <a:pt x="10002" y="76295"/>
                      </a:lnTo>
                      <a:lnTo>
                        <a:pt x="12668" y="76295"/>
                      </a:lnTo>
                      <a:lnTo>
                        <a:pt x="11430" y="78296"/>
                      </a:lnTo>
                      <a:close/>
                      <a:moveTo>
                        <a:pt x="75915" y="63913"/>
                      </a:moveTo>
                      <a:cubicBezTo>
                        <a:pt x="75915" y="66104"/>
                        <a:pt x="77344" y="69056"/>
                        <a:pt x="80106" y="72485"/>
                      </a:cubicBezTo>
                      <a:cubicBezTo>
                        <a:pt x="82772" y="76009"/>
                        <a:pt x="84106" y="78772"/>
                        <a:pt x="84106" y="80867"/>
                      </a:cubicBezTo>
                      <a:cubicBezTo>
                        <a:pt x="84106" y="82010"/>
                        <a:pt x="83820" y="83248"/>
                        <a:pt x="83344" y="84582"/>
                      </a:cubicBezTo>
                      <a:cubicBezTo>
                        <a:pt x="83534" y="84582"/>
                        <a:pt x="80963" y="84582"/>
                        <a:pt x="75534" y="84391"/>
                      </a:cubicBezTo>
                      <a:cubicBezTo>
                        <a:pt x="72390" y="84391"/>
                        <a:pt x="70009" y="84963"/>
                        <a:pt x="68390" y="86296"/>
                      </a:cubicBezTo>
                      <a:lnTo>
                        <a:pt x="66199" y="83248"/>
                      </a:lnTo>
                      <a:cubicBezTo>
                        <a:pt x="64580" y="83534"/>
                        <a:pt x="63056" y="82677"/>
                        <a:pt x="61913" y="80867"/>
                      </a:cubicBezTo>
                      <a:cubicBezTo>
                        <a:pt x="60103" y="78010"/>
                        <a:pt x="59150" y="76486"/>
                        <a:pt x="58770" y="76295"/>
                      </a:cubicBezTo>
                      <a:cubicBezTo>
                        <a:pt x="58960" y="75724"/>
                        <a:pt x="59150" y="75343"/>
                        <a:pt x="59150" y="74866"/>
                      </a:cubicBezTo>
                      <a:cubicBezTo>
                        <a:pt x="59150" y="73914"/>
                        <a:pt x="58674" y="72676"/>
                        <a:pt x="57721" y="71342"/>
                      </a:cubicBezTo>
                      <a:cubicBezTo>
                        <a:pt x="56769" y="69913"/>
                        <a:pt x="56293" y="68675"/>
                        <a:pt x="56293" y="67723"/>
                      </a:cubicBezTo>
                      <a:cubicBezTo>
                        <a:pt x="54864" y="66389"/>
                        <a:pt x="53531" y="64389"/>
                        <a:pt x="52293" y="61913"/>
                      </a:cubicBezTo>
                      <a:cubicBezTo>
                        <a:pt x="50959" y="58864"/>
                        <a:pt x="49721" y="56769"/>
                        <a:pt x="48769" y="55626"/>
                      </a:cubicBezTo>
                      <a:cubicBezTo>
                        <a:pt x="48387" y="54197"/>
                        <a:pt x="48006" y="52864"/>
                        <a:pt x="47720" y="51435"/>
                      </a:cubicBezTo>
                      <a:cubicBezTo>
                        <a:pt x="47054" y="49816"/>
                        <a:pt x="46387" y="48863"/>
                        <a:pt x="45625" y="48863"/>
                      </a:cubicBezTo>
                      <a:cubicBezTo>
                        <a:pt x="45149" y="48863"/>
                        <a:pt x="44578" y="49149"/>
                        <a:pt x="43911" y="49816"/>
                      </a:cubicBezTo>
                      <a:lnTo>
                        <a:pt x="43529" y="49339"/>
                      </a:lnTo>
                      <a:cubicBezTo>
                        <a:pt x="42863" y="50578"/>
                        <a:pt x="40958" y="51054"/>
                        <a:pt x="37719" y="50578"/>
                      </a:cubicBezTo>
                      <a:lnTo>
                        <a:pt x="34766" y="49339"/>
                      </a:lnTo>
                      <a:cubicBezTo>
                        <a:pt x="34481" y="50387"/>
                        <a:pt x="34290" y="51625"/>
                        <a:pt x="34290" y="53149"/>
                      </a:cubicBezTo>
                      <a:cubicBezTo>
                        <a:pt x="34290" y="55816"/>
                        <a:pt x="34862" y="59055"/>
                        <a:pt x="36005" y="63055"/>
                      </a:cubicBezTo>
                      <a:lnTo>
                        <a:pt x="34766" y="63055"/>
                      </a:lnTo>
                      <a:lnTo>
                        <a:pt x="34100" y="73152"/>
                      </a:lnTo>
                      <a:cubicBezTo>
                        <a:pt x="34100" y="73152"/>
                        <a:pt x="33147" y="73438"/>
                        <a:pt x="32385" y="73914"/>
                      </a:cubicBezTo>
                      <a:lnTo>
                        <a:pt x="34766" y="75247"/>
                      </a:lnTo>
                      <a:cubicBezTo>
                        <a:pt x="34766" y="75247"/>
                        <a:pt x="34100" y="76390"/>
                        <a:pt x="34100" y="77248"/>
                      </a:cubicBezTo>
                      <a:cubicBezTo>
                        <a:pt x="34100" y="77533"/>
                        <a:pt x="34100" y="78105"/>
                        <a:pt x="34290" y="78867"/>
                      </a:cubicBezTo>
                      <a:cubicBezTo>
                        <a:pt x="34290" y="79534"/>
                        <a:pt x="34481" y="80105"/>
                        <a:pt x="34481" y="80391"/>
                      </a:cubicBezTo>
                      <a:cubicBezTo>
                        <a:pt x="34481" y="82487"/>
                        <a:pt x="33147" y="83534"/>
                        <a:pt x="30385" y="83248"/>
                      </a:cubicBezTo>
                      <a:lnTo>
                        <a:pt x="31147" y="83725"/>
                      </a:lnTo>
                      <a:cubicBezTo>
                        <a:pt x="31147" y="83725"/>
                        <a:pt x="29623" y="83915"/>
                        <a:pt x="27432" y="84296"/>
                      </a:cubicBezTo>
                      <a:cubicBezTo>
                        <a:pt x="25241" y="84772"/>
                        <a:pt x="23527" y="84963"/>
                        <a:pt x="22098" y="84963"/>
                      </a:cubicBezTo>
                      <a:cubicBezTo>
                        <a:pt x="20860" y="84963"/>
                        <a:pt x="19717" y="84772"/>
                        <a:pt x="18765" y="84487"/>
                      </a:cubicBezTo>
                      <a:cubicBezTo>
                        <a:pt x="18669" y="83915"/>
                        <a:pt x="18860" y="83534"/>
                        <a:pt x="19431" y="83248"/>
                      </a:cubicBezTo>
                      <a:cubicBezTo>
                        <a:pt x="16097" y="82296"/>
                        <a:pt x="14574" y="80200"/>
                        <a:pt x="14574" y="77057"/>
                      </a:cubicBezTo>
                      <a:cubicBezTo>
                        <a:pt x="14478" y="76486"/>
                        <a:pt x="14478" y="75724"/>
                        <a:pt x="14574" y="74771"/>
                      </a:cubicBezTo>
                      <a:cubicBezTo>
                        <a:pt x="14574" y="73819"/>
                        <a:pt x="14574" y="73152"/>
                        <a:pt x="14574" y="72866"/>
                      </a:cubicBezTo>
                      <a:cubicBezTo>
                        <a:pt x="14478" y="72485"/>
                        <a:pt x="14002" y="72199"/>
                        <a:pt x="13240" y="72199"/>
                      </a:cubicBezTo>
                      <a:cubicBezTo>
                        <a:pt x="13621" y="71818"/>
                        <a:pt x="14002" y="71342"/>
                        <a:pt x="14574" y="70961"/>
                      </a:cubicBezTo>
                      <a:cubicBezTo>
                        <a:pt x="14574" y="71723"/>
                        <a:pt x="14859" y="72104"/>
                        <a:pt x="15336" y="72104"/>
                      </a:cubicBezTo>
                      <a:cubicBezTo>
                        <a:pt x="15621" y="72104"/>
                        <a:pt x="16097" y="71914"/>
                        <a:pt x="16669" y="71723"/>
                      </a:cubicBezTo>
                      <a:cubicBezTo>
                        <a:pt x="17240" y="71438"/>
                        <a:pt x="17622" y="71342"/>
                        <a:pt x="17812" y="71342"/>
                      </a:cubicBezTo>
                      <a:cubicBezTo>
                        <a:pt x="18002" y="71342"/>
                        <a:pt x="18193" y="71342"/>
                        <a:pt x="18288" y="71438"/>
                      </a:cubicBezTo>
                      <a:lnTo>
                        <a:pt x="14002" y="66580"/>
                      </a:lnTo>
                      <a:cubicBezTo>
                        <a:pt x="14002" y="66580"/>
                        <a:pt x="14859" y="66199"/>
                        <a:pt x="15812" y="65341"/>
                      </a:cubicBezTo>
                      <a:lnTo>
                        <a:pt x="15336" y="59912"/>
                      </a:lnTo>
                      <a:cubicBezTo>
                        <a:pt x="15812" y="59912"/>
                        <a:pt x="16193" y="59626"/>
                        <a:pt x="16288" y="59150"/>
                      </a:cubicBezTo>
                      <a:cubicBezTo>
                        <a:pt x="16288" y="58864"/>
                        <a:pt x="16003" y="58388"/>
                        <a:pt x="15431" y="57436"/>
                      </a:cubicBezTo>
                      <a:cubicBezTo>
                        <a:pt x="15050" y="56769"/>
                        <a:pt x="14954" y="56197"/>
                        <a:pt x="15240" y="55721"/>
                      </a:cubicBezTo>
                      <a:cubicBezTo>
                        <a:pt x="15907" y="56007"/>
                        <a:pt x="16574" y="55721"/>
                        <a:pt x="17145" y="54959"/>
                      </a:cubicBezTo>
                      <a:lnTo>
                        <a:pt x="18765" y="53245"/>
                      </a:lnTo>
                      <a:lnTo>
                        <a:pt x="18765" y="52102"/>
                      </a:lnTo>
                      <a:lnTo>
                        <a:pt x="15812" y="53245"/>
                      </a:lnTo>
                      <a:cubicBezTo>
                        <a:pt x="15145" y="52292"/>
                        <a:pt x="15145" y="50006"/>
                        <a:pt x="15621" y="46482"/>
                      </a:cubicBezTo>
                      <a:cubicBezTo>
                        <a:pt x="16097" y="43434"/>
                        <a:pt x="15336" y="41243"/>
                        <a:pt x="13240" y="39910"/>
                      </a:cubicBezTo>
                      <a:lnTo>
                        <a:pt x="10859" y="40862"/>
                      </a:lnTo>
                      <a:lnTo>
                        <a:pt x="11525" y="38576"/>
                      </a:lnTo>
                      <a:cubicBezTo>
                        <a:pt x="11525" y="38576"/>
                        <a:pt x="12383" y="39053"/>
                        <a:pt x="13526" y="39719"/>
                      </a:cubicBezTo>
                      <a:cubicBezTo>
                        <a:pt x="14383" y="40100"/>
                        <a:pt x="15145" y="40386"/>
                        <a:pt x="15812" y="40386"/>
                      </a:cubicBezTo>
                      <a:lnTo>
                        <a:pt x="17050" y="39148"/>
                      </a:lnTo>
                      <a:cubicBezTo>
                        <a:pt x="16193" y="38767"/>
                        <a:pt x="15526" y="38100"/>
                        <a:pt x="14954" y="37052"/>
                      </a:cubicBezTo>
                      <a:cubicBezTo>
                        <a:pt x="14669" y="36481"/>
                        <a:pt x="14288" y="36004"/>
                        <a:pt x="14002" y="35528"/>
                      </a:cubicBezTo>
                      <a:cubicBezTo>
                        <a:pt x="14954" y="32766"/>
                        <a:pt x="15431" y="29432"/>
                        <a:pt x="15431" y="25432"/>
                      </a:cubicBezTo>
                      <a:cubicBezTo>
                        <a:pt x="15431" y="24193"/>
                        <a:pt x="15431" y="22193"/>
                        <a:pt x="15240" y="19526"/>
                      </a:cubicBezTo>
                      <a:cubicBezTo>
                        <a:pt x="15145" y="16954"/>
                        <a:pt x="15145" y="14954"/>
                        <a:pt x="15145" y="13621"/>
                      </a:cubicBezTo>
                      <a:cubicBezTo>
                        <a:pt x="15145" y="10858"/>
                        <a:pt x="15336" y="8477"/>
                        <a:pt x="15812" y="6287"/>
                      </a:cubicBezTo>
                      <a:cubicBezTo>
                        <a:pt x="15716" y="6096"/>
                        <a:pt x="15431" y="5620"/>
                        <a:pt x="15050" y="5048"/>
                      </a:cubicBezTo>
                      <a:cubicBezTo>
                        <a:pt x="14669" y="4477"/>
                        <a:pt x="14478" y="4000"/>
                        <a:pt x="14478" y="3715"/>
                      </a:cubicBezTo>
                      <a:cubicBezTo>
                        <a:pt x="14478" y="3238"/>
                        <a:pt x="14764" y="2953"/>
                        <a:pt x="15240" y="2762"/>
                      </a:cubicBezTo>
                      <a:cubicBezTo>
                        <a:pt x="17145" y="1333"/>
                        <a:pt x="19527" y="667"/>
                        <a:pt x="22575" y="667"/>
                      </a:cubicBezTo>
                      <a:cubicBezTo>
                        <a:pt x="23527" y="667"/>
                        <a:pt x="24956" y="762"/>
                        <a:pt x="26861" y="1048"/>
                      </a:cubicBezTo>
                      <a:cubicBezTo>
                        <a:pt x="28766" y="1333"/>
                        <a:pt x="30290" y="1524"/>
                        <a:pt x="31433" y="1524"/>
                      </a:cubicBezTo>
                      <a:cubicBezTo>
                        <a:pt x="32576" y="1524"/>
                        <a:pt x="34004" y="1238"/>
                        <a:pt x="35624" y="762"/>
                      </a:cubicBezTo>
                      <a:cubicBezTo>
                        <a:pt x="37338" y="286"/>
                        <a:pt x="38481" y="0"/>
                        <a:pt x="39148" y="0"/>
                      </a:cubicBezTo>
                      <a:cubicBezTo>
                        <a:pt x="40196" y="0"/>
                        <a:pt x="41720" y="476"/>
                        <a:pt x="43625" y="1524"/>
                      </a:cubicBezTo>
                      <a:cubicBezTo>
                        <a:pt x="45530" y="2476"/>
                        <a:pt x="46959" y="2857"/>
                        <a:pt x="48006" y="2857"/>
                      </a:cubicBezTo>
                      <a:cubicBezTo>
                        <a:pt x="49054" y="2857"/>
                        <a:pt x="50006" y="2476"/>
                        <a:pt x="50864" y="1619"/>
                      </a:cubicBezTo>
                      <a:cubicBezTo>
                        <a:pt x="51150" y="1905"/>
                        <a:pt x="51435" y="2000"/>
                        <a:pt x="51816" y="2000"/>
                      </a:cubicBezTo>
                      <a:cubicBezTo>
                        <a:pt x="52197" y="2000"/>
                        <a:pt x="52864" y="1810"/>
                        <a:pt x="53721" y="1333"/>
                      </a:cubicBezTo>
                      <a:cubicBezTo>
                        <a:pt x="54579" y="953"/>
                        <a:pt x="55150" y="667"/>
                        <a:pt x="55531" y="667"/>
                      </a:cubicBezTo>
                      <a:cubicBezTo>
                        <a:pt x="56198" y="667"/>
                        <a:pt x="56674" y="1429"/>
                        <a:pt x="56960" y="2857"/>
                      </a:cubicBezTo>
                      <a:cubicBezTo>
                        <a:pt x="62294" y="2286"/>
                        <a:pt x="64484" y="1905"/>
                        <a:pt x="63532" y="1905"/>
                      </a:cubicBezTo>
                      <a:cubicBezTo>
                        <a:pt x="65437" y="1905"/>
                        <a:pt x="66866" y="2476"/>
                        <a:pt x="68009" y="3810"/>
                      </a:cubicBezTo>
                      <a:lnTo>
                        <a:pt x="70200" y="3334"/>
                      </a:lnTo>
                      <a:cubicBezTo>
                        <a:pt x="70200" y="5143"/>
                        <a:pt x="71343" y="6382"/>
                        <a:pt x="73533" y="7144"/>
                      </a:cubicBezTo>
                      <a:cubicBezTo>
                        <a:pt x="76295" y="7906"/>
                        <a:pt x="77915" y="8668"/>
                        <a:pt x="78486" y="9525"/>
                      </a:cubicBezTo>
                      <a:cubicBezTo>
                        <a:pt x="81344" y="11239"/>
                        <a:pt x="82963" y="13811"/>
                        <a:pt x="83439" y="17240"/>
                      </a:cubicBezTo>
                      <a:cubicBezTo>
                        <a:pt x="83439" y="18669"/>
                        <a:pt x="83249" y="21907"/>
                        <a:pt x="82678" y="27051"/>
                      </a:cubicBezTo>
                      <a:cubicBezTo>
                        <a:pt x="82296" y="31242"/>
                        <a:pt x="82487" y="34480"/>
                        <a:pt x="83439" y="36576"/>
                      </a:cubicBezTo>
                      <a:cubicBezTo>
                        <a:pt x="81725" y="38481"/>
                        <a:pt x="80106" y="40386"/>
                        <a:pt x="78391" y="42291"/>
                      </a:cubicBezTo>
                      <a:cubicBezTo>
                        <a:pt x="76295" y="44577"/>
                        <a:pt x="74295" y="45911"/>
                        <a:pt x="72295" y="46482"/>
                      </a:cubicBezTo>
                      <a:lnTo>
                        <a:pt x="68485" y="50006"/>
                      </a:lnTo>
                      <a:cubicBezTo>
                        <a:pt x="70200" y="50292"/>
                        <a:pt x="71057" y="51816"/>
                        <a:pt x="71057" y="54483"/>
                      </a:cubicBezTo>
                      <a:cubicBezTo>
                        <a:pt x="71057" y="57150"/>
                        <a:pt x="71914" y="58769"/>
                        <a:pt x="73438" y="59150"/>
                      </a:cubicBezTo>
                      <a:cubicBezTo>
                        <a:pt x="72866" y="59912"/>
                        <a:pt x="72581" y="60388"/>
                        <a:pt x="72581" y="60865"/>
                      </a:cubicBezTo>
                      <a:cubicBezTo>
                        <a:pt x="72581" y="61341"/>
                        <a:pt x="73153" y="61722"/>
                        <a:pt x="74200" y="62103"/>
                      </a:cubicBezTo>
                      <a:cubicBezTo>
                        <a:pt x="75343" y="62579"/>
                        <a:pt x="75915" y="63151"/>
                        <a:pt x="75915" y="64008"/>
                      </a:cubicBezTo>
                      <a:close/>
                      <a:moveTo>
                        <a:pt x="56293" y="32671"/>
                      </a:moveTo>
                      <a:cubicBezTo>
                        <a:pt x="56769" y="31813"/>
                        <a:pt x="58388" y="30575"/>
                        <a:pt x="60865" y="29051"/>
                      </a:cubicBezTo>
                      <a:cubicBezTo>
                        <a:pt x="63056" y="27908"/>
                        <a:pt x="64199" y="26670"/>
                        <a:pt x="64199" y="25337"/>
                      </a:cubicBezTo>
                      <a:cubicBezTo>
                        <a:pt x="64199" y="24479"/>
                        <a:pt x="63818" y="23431"/>
                        <a:pt x="63056" y="22288"/>
                      </a:cubicBezTo>
                      <a:cubicBezTo>
                        <a:pt x="58865" y="17621"/>
                        <a:pt x="53245" y="15335"/>
                        <a:pt x="46292" y="15335"/>
                      </a:cubicBezTo>
                      <a:cubicBezTo>
                        <a:pt x="43149" y="15335"/>
                        <a:pt x="39815" y="15812"/>
                        <a:pt x="36481" y="16859"/>
                      </a:cubicBezTo>
                      <a:cubicBezTo>
                        <a:pt x="36672" y="17431"/>
                        <a:pt x="36290" y="18383"/>
                        <a:pt x="35147" y="19431"/>
                      </a:cubicBezTo>
                      <a:cubicBezTo>
                        <a:pt x="34004" y="20574"/>
                        <a:pt x="33528" y="21336"/>
                        <a:pt x="33528" y="21907"/>
                      </a:cubicBezTo>
                      <a:cubicBezTo>
                        <a:pt x="33528" y="22670"/>
                        <a:pt x="34386" y="23431"/>
                        <a:pt x="36005" y="24098"/>
                      </a:cubicBezTo>
                      <a:cubicBezTo>
                        <a:pt x="34766" y="26765"/>
                        <a:pt x="34576" y="29623"/>
                        <a:pt x="35338" y="32671"/>
                      </a:cubicBezTo>
                      <a:cubicBezTo>
                        <a:pt x="36672" y="32671"/>
                        <a:pt x="38958" y="32956"/>
                        <a:pt x="42291" y="33338"/>
                      </a:cubicBezTo>
                      <a:cubicBezTo>
                        <a:pt x="45625" y="33718"/>
                        <a:pt x="48006" y="33909"/>
                        <a:pt x="49625" y="33909"/>
                      </a:cubicBezTo>
                      <a:cubicBezTo>
                        <a:pt x="52388" y="33909"/>
                        <a:pt x="54579" y="33528"/>
                        <a:pt x="56293" y="32671"/>
                      </a:cubicBezTo>
                      <a:close/>
                      <a:moveTo>
                        <a:pt x="53150" y="40576"/>
                      </a:moveTo>
                      <a:cubicBezTo>
                        <a:pt x="54769" y="40862"/>
                        <a:pt x="56674" y="40576"/>
                        <a:pt x="58865" y="40100"/>
                      </a:cubicBezTo>
                      <a:lnTo>
                        <a:pt x="58103" y="39624"/>
                      </a:lnTo>
                      <a:lnTo>
                        <a:pt x="57055" y="40576"/>
                      </a:lnTo>
                      <a:cubicBezTo>
                        <a:pt x="57055" y="40576"/>
                        <a:pt x="55817" y="40100"/>
                        <a:pt x="54483" y="38862"/>
                      </a:cubicBezTo>
                      <a:lnTo>
                        <a:pt x="53245" y="40576"/>
                      </a:lnTo>
                      <a:close/>
                      <a:moveTo>
                        <a:pt x="63628" y="38862"/>
                      </a:moveTo>
                      <a:lnTo>
                        <a:pt x="61151" y="38862"/>
                      </a:lnTo>
                      <a:lnTo>
                        <a:pt x="61151" y="40576"/>
                      </a:lnTo>
                      <a:lnTo>
                        <a:pt x="63628" y="38862"/>
                      </a:lnTo>
                      <a:close/>
                      <a:moveTo>
                        <a:pt x="66485" y="43148"/>
                      </a:moveTo>
                      <a:cubicBezTo>
                        <a:pt x="66485" y="43148"/>
                        <a:pt x="65532" y="42767"/>
                        <a:pt x="65056" y="42481"/>
                      </a:cubicBezTo>
                      <a:cubicBezTo>
                        <a:pt x="64199" y="42100"/>
                        <a:pt x="63532" y="42005"/>
                        <a:pt x="62961" y="42005"/>
                      </a:cubicBezTo>
                      <a:cubicBezTo>
                        <a:pt x="62103" y="42005"/>
                        <a:pt x="61436" y="42386"/>
                        <a:pt x="61056" y="43053"/>
                      </a:cubicBezTo>
                      <a:lnTo>
                        <a:pt x="66390" y="43053"/>
                      </a:lnTo>
                      <a:close/>
                      <a:moveTo>
                        <a:pt x="71628" y="41910"/>
                      </a:moveTo>
                      <a:lnTo>
                        <a:pt x="69818" y="41434"/>
                      </a:lnTo>
                      <a:lnTo>
                        <a:pt x="73438" y="43624"/>
                      </a:lnTo>
                      <a:lnTo>
                        <a:pt x="71533" y="41910"/>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 name="Google Shape;1311;p99"/>
                <p:cNvSpPr/>
                <p:nvPr/>
              </p:nvSpPr>
              <p:spPr>
                <a:xfrm>
                  <a:off x="7313199" y="3552634"/>
                  <a:ext cx="75438" cy="87629"/>
                </a:xfrm>
                <a:custGeom>
                  <a:avLst/>
                  <a:gdLst/>
                  <a:ahLst/>
                  <a:cxnLst/>
                  <a:rect l="l" t="t" r="r" b="b"/>
                  <a:pathLst>
                    <a:path w="75438" h="87629" extrusionOk="0">
                      <a:moveTo>
                        <a:pt x="68485" y="1810"/>
                      </a:moveTo>
                      <a:cubicBezTo>
                        <a:pt x="69152" y="2953"/>
                        <a:pt x="69438" y="4286"/>
                        <a:pt x="69438" y="5620"/>
                      </a:cubicBezTo>
                      <a:cubicBezTo>
                        <a:pt x="69438" y="6953"/>
                        <a:pt x="68866" y="9049"/>
                        <a:pt x="67628" y="11906"/>
                      </a:cubicBezTo>
                      <a:cubicBezTo>
                        <a:pt x="66390" y="14668"/>
                        <a:pt x="65818" y="16859"/>
                        <a:pt x="65818" y="18479"/>
                      </a:cubicBezTo>
                      <a:cubicBezTo>
                        <a:pt x="65818" y="19336"/>
                        <a:pt x="65913" y="20193"/>
                        <a:pt x="66104" y="21050"/>
                      </a:cubicBezTo>
                      <a:cubicBezTo>
                        <a:pt x="64484" y="21336"/>
                        <a:pt x="63627" y="22669"/>
                        <a:pt x="63246" y="25241"/>
                      </a:cubicBezTo>
                      <a:cubicBezTo>
                        <a:pt x="62770" y="28384"/>
                        <a:pt x="62103" y="30289"/>
                        <a:pt x="61151" y="30956"/>
                      </a:cubicBezTo>
                      <a:cubicBezTo>
                        <a:pt x="62008" y="31813"/>
                        <a:pt x="62389" y="32671"/>
                        <a:pt x="62389" y="33528"/>
                      </a:cubicBezTo>
                      <a:cubicBezTo>
                        <a:pt x="62389" y="34480"/>
                        <a:pt x="61722" y="35814"/>
                        <a:pt x="60293" y="37529"/>
                      </a:cubicBezTo>
                      <a:cubicBezTo>
                        <a:pt x="58864" y="39243"/>
                        <a:pt x="58293" y="40672"/>
                        <a:pt x="58293" y="41815"/>
                      </a:cubicBezTo>
                      <a:cubicBezTo>
                        <a:pt x="58293" y="42386"/>
                        <a:pt x="58293" y="42958"/>
                        <a:pt x="58579" y="43529"/>
                      </a:cubicBezTo>
                      <a:cubicBezTo>
                        <a:pt x="56102" y="43529"/>
                        <a:pt x="54579" y="43720"/>
                        <a:pt x="54102" y="44005"/>
                      </a:cubicBezTo>
                      <a:cubicBezTo>
                        <a:pt x="54102" y="45244"/>
                        <a:pt x="54579" y="45910"/>
                        <a:pt x="55531" y="45815"/>
                      </a:cubicBezTo>
                      <a:cubicBezTo>
                        <a:pt x="56483" y="45815"/>
                        <a:pt x="56960" y="46101"/>
                        <a:pt x="56960" y="46672"/>
                      </a:cubicBezTo>
                      <a:cubicBezTo>
                        <a:pt x="56960" y="47149"/>
                        <a:pt x="56960" y="47720"/>
                        <a:pt x="56579" y="48387"/>
                      </a:cubicBezTo>
                      <a:lnTo>
                        <a:pt x="54102" y="48387"/>
                      </a:lnTo>
                      <a:cubicBezTo>
                        <a:pt x="53626" y="49339"/>
                        <a:pt x="53912" y="50101"/>
                        <a:pt x="55245" y="50768"/>
                      </a:cubicBezTo>
                      <a:lnTo>
                        <a:pt x="47530" y="51340"/>
                      </a:lnTo>
                      <a:cubicBezTo>
                        <a:pt x="48483" y="52102"/>
                        <a:pt x="48959" y="53245"/>
                        <a:pt x="48959" y="54769"/>
                      </a:cubicBezTo>
                      <a:cubicBezTo>
                        <a:pt x="48959" y="55150"/>
                        <a:pt x="48959" y="55816"/>
                        <a:pt x="48768" y="56674"/>
                      </a:cubicBezTo>
                      <a:cubicBezTo>
                        <a:pt x="48768" y="57531"/>
                        <a:pt x="48673" y="58102"/>
                        <a:pt x="48673" y="58388"/>
                      </a:cubicBezTo>
                      <a:cubicBezTo>
                        <a:pt x="48673" y="59626"/>
                        <a:pt x="49245" y="60103"/>
                        <a:pt x="50578" y="60007"/>
                      </a:cubicBezTo>
                      <a:lnTo>
                        <a:pt x="47625" y="62484"/>
                      </a:lnTo>
                      <a:cubicBezTo>
                        <a:pt x="48006" y="63341"/>
                        <a:pt x="48768" y="63722"/>
                        <a:pt x="50102" y="63817"/>
                      </a:cubicBezTo>
                      <a:cubicBezTo>
                        <a:pt x="51531" y="63817"/>
                        <a:pt x="52293" y="64484"/>
                        <a:pt x="52483" y="65627"/>
                      </a:cubicBezTo>
                      <a:lnTo>
                        <a:pt x="49245" y="70961"/>
                      </a:lnTo>
                      <a:cubicBezTo>
                        <a:pt x="48673" y="69247"/>
                        <a:pt x="47911" y="68485"/>
                        <a:pt x="47054" y="68485"/>
                      </a:cubicBezTo>
                      <a:cubicBezTo>
                        <a:pt x="46482" y="68485"/>
                        <a:pt x="45911" y="68866"/>
                        <a:pt x="45149" y="69628"/>
                      </a:cubicBezTo>
                      <a:cubicBezTo>
                        <a:pt x="44387" y="70390"/>
                        <a:pt x="43911" y="70771"/>
                        <a:pt x="43625" y="71056"/>
                      </a:cubicBezTo>
                      <a:cubicBezTo>
                        <a:pt x="45149" y="72390"/>
                        <a:pt x="47720" y="73914"/>
                        <a:pt x="51245" y="75533"/>
                      </a:cubicBezTo>
                      <a:cubicBezTo>
                        <a:pt x="51245" y="76295"/>
                        <a:pt x="50578" y="76867"/>
                        <a:pt x="49339" y="77343"/>
                      </a:cubicBezTo>
                      <a:cubicBezTo>
                        <a:pt x="48102" y="77724"/>
                        <a:pt x="47244" y="78200"/>
                        <a:pt x="46863" y="78772"/>
                      </a:cubicBezTo>
                      <a:cubicBezTo>
                        <a:pt x="46863" y="79819"/>
                        <a:pt x="46482" y="81343"/>
                        <a:pt x="45720" y="83153"/>
                      </a:cubicBezTo>
                      <a:cubicBezTo>
                        <a:pt x="44958" y="84963"/>
                        <a:pt x="44577" y="86487"/>
                        <a:pt x="44482" y="87630"/>
                      </a:cubicBezTo>
                      <a:lnTo>
                        <a:pt x="43244" y="84772"/>
                      </a:lnTo>
                      <a:cubicBezTo>
                        <a:pt x="42006" y="84391"/>
                        <a:pt x="40386" y="84772"/>
                        <a:pt x="38671" y="85915"/>
                      </a:cubicBezTo>
                      <a:cubicBezTo>
                        <a:pt x="36862" y="87058"/>
                        <a:pt x="35624" y="87630"/>
                        <a:pt x="34957" y="87630"/>
                      </a:cubicBezTo>
                      <a:cubicBezTo>
                        <a:pt x="34480" y="87630"/>
                        <a:pt x="34004" y="87439"/>
                        <a:pt x="33528" y="87344"/>
                      </a:cubicBezTo>
                      <a:cubicBezTo>
                        <a:pt x="33909" y="87154"/>
                        <a:pt x="34004" y="86582"/>
                        <a:pt x="34004" y="85534"/>
                      </a:cubicBezTo>
                      <a:cubicBezTo>
                        <a:pt x="32195" y="85534"/>
                        <a:pt x="29718" y="85439"/>
                        <a:pt x="26575" y="84772"/>
                      </a:cubicBezTo>
                      <a:cubicBezTo>
                        <a:pt x="26956" y="83439"/>
                        <a:pt x="26289" y="82201"/>
                        <a:pt x="24955" y="81343"/>
                      </a:cubicBezTo>
                      <a:cubicBezTo>
                        <a:pt x="23527" y="80391"/>
                        <a:pt x="22860" y="80010"/>
                        <a:pt x="22860" y="80105"/>
                      </a:cubicBezTo>
                      <a:cubicBezTo>
                        <a:pt x="22860" y="80105"/>
                        <a:pt x="23051" y="79915"/>
                        <a:pt x="23527" y="79819"/>
                      </a:cubicBezTo>
                      <a:cubicBezTo>
                        <a:pt x="23336" y="78676"/>
                        <a:pt x="22670" y="77343"/>
                        <a:pt x="21717" y="76105"/>
                      </a:cubicBezTo>
                      <a:cubicBezTo>
                        <a:pt x="20670" y="74866"/>
                        <a:pt x="20193" y="73723"/>
                        <a:pt x="20193" y="72962"/>
                      </a:cubicBezTo>
                      <a:cubicBezTo>
                        <a:pt x="20193" y="72199"/>
                        <a:pt x="20764" y="71152"/>
                        <a:pt x="21813" y="70104"/>
                      </a:cubicBezTo>
                      <a:cubicBezTo>
                        <a:pt x="22956" y="68961"/>
                        <a:pt x="23527" y="67627"/>
                        <a:pt x="23527" y="66104"/>
                      </a:cubicBezTo>
                      <a:cubicBezTo>
                        <a:pt x="22860" y="65913"/>
                        <a:pt x="21908" y="65532"/>
                        <a:pt x="20479" y="64770"/>
                      </a:cubicBezTo>
                      <a:lnTo>
                        <a:pt x="20003" y="67913"/>
                      </a:lnTo>
                      <a:lnTo>
                        <a:pt x="17240" y="67342"/>
                      </a:lnTo>
                      <a:lnTo>
                        <a:pt x="20003" y="61722"/>
                      </a:lnTo>
                      <a:cubicBezTo>
                        <a:pt x="18860" y="61722"/>
                        <a:pt x="17907" y="61341"/>
                        <a:pt x="17240" y="60579"/>
                      </a:cubicBezTo>
                      <a:cubicBezTo>
                        <a:pt x="16574" y="59817"/>
                        <a:pt x="16002" y="58960"/>
                        <a:pt x="15526" y="58102"/>
                      </a:cubicBezTo>
                      <a:cubicBezTo>
                        <a:pt x="15812" y="58102"/>
                        <a:pt x="16002" y="57340"/>
                        <a:pt x="16002" y="56197"/>
                      </a:cubicBezTo>
                      <a:lnTo>
                        <a:pt x="17240" y="59341"/>
                      </a:lnTo>
                      <a:lnTo>
                        <a:pt x="19145" y="57436"/>
                      </a:lnTo>
                      <a:lnTo>
                        <a:pt x="15050" y="53149"/>
                      </a:lnTo>
                      <a:cubicBezTo>
                        <a:pt x="15812" y="53149"/>
                        <a:pt x="16574" y="53149"/>
                        <a:pt x="17240" y="52673"/>
                      </a:cubicBezTo>
                      <a:cubicBezTo>
                        <a:pt x="17240" y="51435"/>
                        <a:pt x="17050" y="50673"/>
                        <a:pt x="16764" y="50387"/>
                      </a:cubicBezTo>
                      <a:cubicBezTo>
                        <a:pt x="16193" y="50197"/>
                        <a:pt x="15430" y="50387"/>
                        <a:pt x="14383" y="50863"/>
                      </a:cubicBezTo>
                      <a:cubicBezTo>
                        <a:pt x="13335" y="51340"/>
                        <a:pt x="12668" y="51625"/>
                        <a:pt x="12383" y="51625"/>
                      </a:cubicBezTo>
                      <a:cubicBezTo>
                        <a:pt x="11716" y="51625"/>
                        <a:pt x="11335" y="51054"/>
                        <a:pt x="11145" y="49911"/>
                      </a:cubicBezTo>
                      <a:cubicBezTo>
                        <a:pt x="11906" y="50292"/>
                        <a:pt x="12859" y="49721"/>
                        <a:pt x="13907" y="48387"/>
                      </a:cubicBezTo>
                      <a:cubicBezTo>
                        <a:pt x="15050" y="47054"/>
                        <a:pt x="16193" y="46482"/>
                        <a:pt x="17336" y="46958"/>
                      </a:cubicBezTo>
                      <a:cubicBezTo>
                        <a:pt x="16955" y="46196"/>
                        <a:pt x="15621" y="45529"/>
                        <a:pt x="13526" y="44767"/>
                      </a:cubicBezTo>
                      <a:cubicBezTo>
                        <a:pt x="11430" y="44101"/>
                        <a:pt x="10383" y="43339"/>
                        <a:pt x="10383" y="42577"/>
                      </a:cubicBezTo>
                      <a:cubicBezTo>
                        <a:pt x="10383" y="42005"/>
                        <a:pt x="10668" y="41434"/>
                        <a:pt x="11145" y="40672"/>
                      </a:cubicBezTo>
                      <a:cubicBezTo>
                        <a:pt x="10287" y="40100"/>
                        <a:pt x="10192" y="38481"/>
                        <a:pt x="10859" y="36100"/>
                      </a:cubicBezTo>
                      <a:cubicBezTo>
                        <a:pt x="11335" y="33909"/>
                        <a:pt x="10668" y="32575"/>
                        <a:pt x="8858" y="32004"/>
                      </a:cubicBezTo>
                      <a:lnTo>
                        <a:pt x="9430" y="31528"/>
                      </a:lnTo>
                      <a:cubicBezTo>
                        <a:pt x="6954" y="29242"/>
                        <a:pt x="5429" y="25337"/>
                        <a:pt x="4953" y="19717"/>
                      </a:cubicBezTo>
                      <a:cubicBezTo>
                        <a:pt x="3620" y="18574"/>
                        <a:pt x="2953" y="17240"/>
                        <a:pt x="3239" y="15526"/>
                      </a:cubicBezTo>
                      <a:cubicBezTo>
                        <a:pt x="3620" y="15621"/>
                        <a:pt x="4286" y="15145"/>
                        <a:pt x="4953" y="14097"/>
                      </a:cubicBezTo>
                      <a:cubicBezTo>
                        <a:pt x="3048" y="12478"/>
                        <a:pt x="1810" y="11049"/>
                        <a:pt x="1143" y="9620"/>
                      </a:cubicBezTo>
                      <a:cubicBezTo>
                        <a:pt x="571" y="8572"/>
                        <a:pt x="286" y="6763"/>
                        <a:pt x="0" y="4096"/>
                      </a:cubicBezTo>
                      <a:cubicBezTo>
                        <a:pt x="2191" y="4286"/>
                        <a:pt x="4572" y="2857"/>
                        <a:pt x="7430" y="0"/>
                      </a:cubicBezTo>
                      <a:cubicBezTo>
                        <a:pt x="8287" y="1143"/>
                        <a:pt x="9525" y="1714"/>
                        <a:pt x="11239" y="1714"/>
                      </a:cubicBezTo>
                      <a:cubicBezTo>
                        <a:pt x="11906" y="1714"/>
                        <a:pt x="12954" y="1714"/>
                        <a:pt x="14288" y="1429"/>
                      </a:cubicBezTo>
                      <a:cubicBezTo>
                        <a:pt x="15621" y="1238"/>
                        <a:pt x="16574" y="1048"/>
                        <a:pt x="17240" y="1048"/>
                      </a:cubicBezTo>
                      <a:cubicBezTo>
                        <a:pt x="19050" y="1048"/>
                        <a:pt x="20098" y="2096"/>
                        <a:pt x="20479" y="4000"/>
                      </a:cubicBezTo>
                      <a:cubicBezTo>
                        <a:pt x="21813" y="4477"/>
                        <a:pt x="22574" y="5334"/>
                        <a:pt x="22860" y="6667"/>
                      </a:cubicBezTo>
                      <a:cubicBezTo>
                        <a:pt x="22860" y="6667"/>
                        <a:pt x="22860" y="8096"/>
                        <a:pt x="22956" y="10573"/>
                      </a:cubicBezTo>
                      <a:cubicBezTo>
                        <a:pt x="22956" y="13144"/>
                        <a:pt x="23813" y="14859"/>
                        <a:pt x="25337" y="15907"/>
                      </a:cubicBezTo>
                      <a:cubicBezTo>
                        <a:pt x="27147" y="20955"/>
                        <a:pt x="28004" y="24479"/>
                        <a:pt x="28004" y="26384"/>
                      </a:cubicBezTo>
                      <a:cubicBezTo>
                        <a:pt x="28004" y="27813"/>
                        <a:pt x="27813" y="29051"/>
                        <a:pt x="27337" y="30194"/>
                      </a:cubicBezTo>
                      <a:cubicBezTo>
                        <a:pt x="28004" y="31051"/>
                        <a:pt x="28480" y="31432"/>
                        <a:pt x="28956" y="31432"/>
                      </a:cubicBezTo>
                      <a:cubicBezTo>
                        <a:pt x="29242" y="31432"/>
                        <a:pt x="29528" y="31147"/>
                        <a:pt x="29718" y="30766"/>
                      </a:cubicBezTo>
                      <a:lnTo>
                        <a:pt x="31433" y="28861"/>
                      </a:lnTo>
                      <a:cubicBezTo>
                        <a:pt x="30956" y="30956"/>
                        <a:pt x="30575" y="32766"/>
                        <a:pt x="30575" y="34385"/>
                      </a:cubicBezTo>
                      <a:cubicBezTo>
                        <a:pt x="30575" y="36957"/>
                        <a:pt x="31338" y="39243"/>
                        <a:pt x="32671" y="41148"/>
                      </a:cubicBezTo>
                      <a:cubicBezTo>
                        <a:pt x="33433" y="40957"/>
                        <a:pt x="34195" y="41338"/>
                        <a:pt x="34957" y="42481"/>
                      </a:cubicBezTo>
                      <a:cubicBezTo>
                        <a:pt x="35624" y="43529"/>
                        <a:pt x="36195" y="44005"/>
                        <a:pt x="36672" y="44005"/>
                      </a:cubicBezTo>
                      <a:cubicBezTo>
                        <a:pt x="37052" y="44005"/>
                        <a:pt x="37243" y="43815"/>
                        <a:pt x="37529" y="43624"/>
                      </a:cubicBezTo>
                      <a:cubicBezTo>
                        <a:pt x="37719" y="43339"/>
                        <a:pt x="37815" y="43148"/>
                        <a:pt x="37815" y="42863"/>
                      </a:cubicBezTo>
                      <a:cubicBezTo>
                        <a:pt x="37815" y="42481"/>
                        <a:pt x="37624" y="42100"/>
                        <a:pt x="37243" y="41815"/>
                      </a:cubicBezTo>
                      <a:cubicBezTo>
                        <a:pt x="36767" y="41529"/>
                        <a:pt x="36576" y="41243"/>
                        <a:pt x="36576" y="41053"/>
                      </a:cubicBezTo>
                      <a:cubicBezTo>
                        <a:pt x="36576" y="40862"/>
                        <a:pt x="36767" y="40576"/>
                        <a:pt x="37243" y="40100"/>
                      </a:cubicBezTo>
                      <a:lnTo>
                        <a:pt x="40196" y="40100"/>
                      </a:lnTo>
                      <a:cubicBezTo>
                        <a:pt x="39338" y="39338"/>
                        <a:pt x="38958" y="38195"/>
                        <a:pt x="38958" y="36671"/>
                      </a:cubicBezTo>
                      <a:lnTo>
                        <a:pt x="38958" y="32671"/>
                      </a:lnTo>
                      <a:cubicBezTo>
                        <a:pt x="40672" y="31909"/>
                        <a:pt x="41624" y="30289"/>
                        <a:pt x="41815" y="27718"/>
                      </a:cubicBezTo>
                      <a:cubicBezTo>
                        <a:pt x="42006" y="25146"/>
                        <a:pt x="42672" y="23717"/>
                        <a:pt x="43911" y="23336"/>
                      </a:cubicBezTo>
                      <a:cubicBezTo>
                        <a:pt x="43720" y="22574"/>
                        <a:pt x="43529" y="21812"/>
                        <a:pt x="43529" y="21050"/>
                      </a:cubicBezTo>
                      <a:cubicBezTo>
                        <a:pt x="43529" y="19526"/>
                        <a:pt x="44196" y="17431"/>
                        <a:pt x="45434" y="14668"/>
                      </a:cubicBezTo>
                      <a:cubicBezTo>
                        <a:pt x="46673" y="12001"/>
                        <a:pt x="47340" y="9906"/>
                        <a:pt x="47340" y="8382"/>
                      </a:cubicBezTo>
                      <a:cubicBezTo>
                        <a:pt x="47340" y="7715"/>
                        <a:pt x="47340" y="7144"/>
                        <a:pt x="47054" y="6477"/>
                      </a:cubicBezTo>
                      <a:cubicBezTo>
                        <a:pt x="47816" y="6096"/>
                        <a:pt x="48578" y="5810"/>
                        <a:pt x="49435" y="5524"/>
                      </a:cubicBezTo>
                      <a:cubicBezTo>
                        <a:pt x="50292" y="5143"/>
                        <a:pt x="50673" y="4667"/>
                        <a:pt x="50768" y="3905"/>
                      </a:cubicBezTo>
                      <a:lnTo>
                        <a:pt x="50006" y="1524"/>
                      </a:lnTo>
                      <a:cubicBezTo>
                        <a:pt x="53436" y="952"/>
                        <a:pt x="56579" y="762"/>
                        <a:pt x="59531" y="762"/>
                      </a:cubicBezTo>
                      <a:cubicBezTo>
                        <a:pt x="62484" y="762"/>
                        <a:pt x="65437" y="952"/>
                        <a:pt x="68675" y="1524"/>
                      </a:cubicBezTo>
                      <a:close/>
                      <a:moveTo>
                        <a:pt x="16574" y="35814"/>
                      </a:moveTo>
                      <a:cubicBezTo>
                        <a:pt x="17145" y="33528"/>
                        <a:pt x="16574" y="32290"/>
                        <a:pt x="14859" y="32004"/>
                      </a:cubicBezTo>
                      <a:lnTo>
                        <a:pt x="16574" y="30289"/>
                      </a:lnTo>
                      <a:cubicBezTo>
                        <a:pt x="15050" y="29908"/>
                        <a:pt x="14097" y="30289"/>
                        <a:pt x="13431" y="31528"/>
                      </a:cubicBezTo>
                      <a:lnTo>
                        <a:pt x="16574" y="35814"/>
                      </a:lnTo>
                      <a:close/>
                      <a:moveTo>
                        <a:pt x="20193" y="40196"/>
                      </a:moveTo>
                      <a:lnTo>
                        <a:pt x="20193" y="38957"/>
                      </a:lnTo>
                      <a:cubicBezTo>
                        <a:pt x="20098" y="38290"/>
                        <a:pt x="19717" y="38100"/>
                        <a:pt x="19145" y="38290"/>
                      </a:cubicBezTo>
                      <a:cubicBezTo>
                        <a:pt x="18479" y="38481"/>
                        <a:pt x="18193" y="38862"/>
                        <a:pt x="18288" y="39433"/>
                      </a:cubicBezTo>
                      <a:lnTo>
                        <a:pt x="20193" y="40196"/>
                      </a:lnTo>
                      <a:close/>
                      <a:moveTo>
                        <a:pt x="24003" y="51244"/>
                      </a:moveTo>
                      <a:lnTo>
                        <a:pt x="24003" y="50482"/>
                      </a:lnTo>
                      <a:cubicBezTo>
                        <a:pt x="24003" y="50482"/>
                        <a:pt x="23527" y="50387"/>
                        <a:pt x="23146" y="49911"/>
                      </a:cubicBezTo>
                      <a:cubicBezTo>
                        <a:pt x="22765" y="49530"/>
                        <a:pt x="22384" y="49435"/>
                        <a:pt x="22003" y="49530"/>
                      </a:cubicBezTo>
                      <a:lnTo>
                        <a:pt x="22003" y="51244"/>
                      </a:lnTo>
                      <a:lnTo>
                        <a:pt x="24003" y="51244"/>
                      </a:lnTo>
                      <a:close/>
                      <a:moveTo>
                        <a:pt x="24670" y="46387"/>
                      </a:moveTo>
                      <a:lnTo>
                        <a:pt x="25146" y="43339"/>
                      </a:lnTo>
                      <a:lnTo>
                        <a:pt x="24670" y="45053"/>
                      </a:lnTo>
                      <a:lnTo>
                        <a:pt x="24670" y="46291"/>
                      </a:lnTo>
                      <a:close/>
                      <a:moveTo>
                        <a:pt x="27623" y="50482"/>
                      </a:moveTo>
                      <a:cubicBezTo>
                        <a:pt x="27813" y="51435"/>
                        <a:pt x="28480" y="52388"/>
                        <a:pt x="29528" y="53435"/>
                      </a:cubicBezTo>
                      <a:cubicBezTo>
                        <a:pt x="30575" y="54483"/>
                        <a:pt x="31528" y="55340"/>
                        <a:pt x="32481" y="56197"/>
                      </a:cubicBezTo>
                      <a:lnTo>
                        <a:pt x="32004" y="51911"/>
                      </a:lnTo>
                      <a:cubicBezTo>
                        <a:pt x="30956" y="51911"/>
                        <a:pt x="30289" y="52197"/>
                        <a:pt x="30099" y="52768"/>
                      </a:cubicBezTo>
                      <a:cubicBezTo>
                        <a:pt x="29909" y="52197"/>
                        <a:pt x="29623" y="51721"/>
                        <a:pt x="29337" y="51149"/>
                      </a:cubicBezTo>
                      <a:cubicBezTo>
                        <a:pt x="29052" y="50578"/>
                        <a:pt x="28670" y="50387"/>
                        <a:pt x="28194" y="50387"/>
                      </a:cubicBezTo>
                      <a:cubicBezTo>
                        <a:pt x="28004" y="50387"/>
                        <a:pt x="27813" y="50387"/>
                        <a:pt x="27527" y="50482"/>
                      </a:cubicBezTo>
                      <a:close/>
                      <a:moveTo>
                        <a:pt x="29528" y="69913"/>
                      </a:moveTo>
                      <a:cubicBezTo>
                        <a:pt x="29528" y="69913"/>
                        <a:pt x="30004" y="69151"/>
                        <a:pt x="30575" y="68771"/>
                      </a:cubicBezTo>
                      <a:cubicBezTo>
                        <a:pt x="31242" y="68389"/>
                        <a:pt x="31528" y="68104"/>
                        <a:pt x="31528" y="67723"/>
                      </a:cubicBezTo>
                      <a:cubicBezTo>
                        <a:pt x="31528" y="67342"/>
                        <a:pt x="31528" y="67056"/>
                        <a:pt x="31528" y="66675"/>
                      </a:cubicBezTo>
                      <a:cubicBezTo>
                        <a:pt x="31528" y="66294"/>
                        <a:pt x="31338" y="66008"/>
                        <a:pt x="31052" y="65627"/>
                      </a:cubicBezTo>
                      <a:cubicBezTo>
                        <a:pt x="30766" y="65341"/>
                        <a:pt x="30480" y="65246"/>
                        <a:pt x="30195" y="65437"/>
                      </a:cubicBezTo>
                      <a:lnTo>
                        <a:pt x="29528" y="69818"/>
                      </a:lnTo>
                      <a:close/>
                      <a:moveTo>
                        <a:pt x="29528" y="84010"/>
                      </a:moveTo>
                      <a:cubicBezTo>
                        <a:pt x="29528" y="84010"/>
                        <a:pt x="30195" y="83153"/>
                        <a:pt x="30195" y="82296"/>
                      </a:cubicBezTo>
                      <a:lnTo>
                        <a:pt x="29528" y="82296"/>
                      </a:lnTo>
                      <a:lnTo>
                        <a:pt x="29528" y="84010"/>
                      </a:lnTo>
                      <a:close/>
                      <a:moveTo>
                        <a:pt x="34290" y="70390"/>
                      </a:moveTo>
                      <a:cubicBezTo>
                        <a:pt x="34862" y="70199"/>
                        <a:pt x="35052" y="69628"/>
                        <a:pt x="35052" y="68675"/>
                      </a:cubicBezTo>
                      <a:cubicBezTo>
                        <a:pt x="33814" y="68675"/>
                        <a:pt x="33147" y="69056"/>
                        <a:pt x="33147" y="69913"/>
                      </a:cubicBezTo>
                      <a:cubicBezTo>
                        <a:pt x="33147" y="70104"/>
                        <a:pt x="33433" y="70390"/>
                        <a:pt x="33719" y="70390"/>
                      </a:cubicBezTo>
                      <a:lnTo>
                        <a:pt x="34195" y="70390"/>
                      </a:lnTo>
                      <a:close/>
                      <a:moveTo>
                        <a:pt x="41910" y="80200"/>
                      </a:moveTo>
                      <a:cubicBezTo>
                        <a:pt x="41910" y="79724"/>
                        <a:pt x="41815" y="79343"/>
                        <a:pt x="41243" y="79057"/>
                      </a:cubicBezTo>
                      <a:cubicBezTo>
                        <a:pt x="40672" y="78867"/>
                        <a:pt x="40196" y="78676"/>
                        <a:pt x="39720" y="78391"/>
                      </a:cubicBezTo>
                      <a:lnTo>
                        <a:pt x="41910" y="80105"/>
                      </a:lnTo>
                      <a:close/>
                      <a:moveTo>
                        <a:pt x="44482" y="76105"/>
                      </a:moveTo>
                      <a:cubicBezTo>
                        <a:pt x="44768" y="75152"/>
                        <a:pt x="44196" y="74390"/>
                        <a:pt x="42672" y="73533"/>
                      </a:cubicBezTo>
                      <a:cubicBezTo>
                        <a:pt x="42768" y="73533"/>
                        <a:pt x="42958" y="74200"/>
                        <a:pt x="43053" y="75438"/>
                      </a:cubicBezTo>
                      <a:cubicBezTo>
                        <a:pt x="43053" y="76200"/>
                        <a:pt x="43625" y="76390"/>
                        <a:pt x="44482" y="76009"/>
                      </a:cubicBezTo>
                      <a:close/>
                      <a:moveTo>
                        <a:pt x="46863" y="34480"/>
                      </a:moveTo>
                      <a:lnTo>
                        <a:pt x="46387" y="38195"/>
                      </a:lnTo>
                      <a:lnTo>
                        <a:pt x="46863" y="37719"/>
                      </a:lnTo>
                      <a:lnTo>
                        <a:pt x="46863" y="34576"/>
                      </a:lnTo>
                      <a:close/>
                      <a:moveTo>
                        <a:pt x="46863" y="42100"/>
                      </a:moveTo>
                      <a:cubicBezTo>
                        <a:pt x="48006" y="42100"/>
                        <a:pt x="49149" y="41910"/>
                        <a:pt x="50673" y="41243"/>
                      </a:cubicBezTo>
                      <a:cubicBezTo>
                        <a:pt x="50388" y="40576"/>
                        <a:pt x="49721" y="40291"/>
                        <a:pt x="48768" y="40291"/>
                      </a:cubicBezTo>
                      <a:cubicBezTo>
                        <a:pt x="46863" y="40291"/>
                        <a:pt x="46292" y="40862"/>
                        <a:pt x="46863" y="42005"/>
                      </a:cubicBezTo>
                      <a:close/>
                      <a:moveTo>
                        <a:pt x="56198" y="50482"/>
                      </a:moveTo>
                      <a:cubicBezTo>
                        <a:pt x="56198" y="50482"/>
                        <a:pt x="55817" y="50673"/>
                        <a:pt x="55340" y="50673"/>
                      </a:cubicBezTo>
                      <a:lnTo>
                        <a:pt x="56198" y="50482"/>
                      </a:lnTo>
                      <a:close/>
                      <a:moveTo>
                        <a:pt x="57436" y="39433"/>
                      </a:moveTo>
                      <a:cubicBezTo>
                        <a:pt x="57245" y="38671"/>
                        <a:pt x="57436" y="38005"/>
                        <a:pt x="58103" y="37243"/>
                      </a:cubicBezTo>
                      <a:lnTo>
                        <a:pt x="56293" y="37243"/>
                      </a:lnTo>
                      <a:lnTo>
                        <a:pt x="57531" y="39433"/>
                      </a:lnTo>
                      <a:close/>
                      <a:moveTo>
                        <a:pt x="63437" y="67913"/>
                      </a:moveTo>
                      <a:lnTo>
                        <a:pt x="65342" y="67342"/>
                      </a:lnTo>
                      <a:cubicBezTo>
                        <a:pt x="65342" y="67342"/>
                        <a:pt x="64580" y="67913"/>
                        <a:pt x="63437" y="67913"/>
                      </a:cubicBezTo>
                      <a:close/>
                      <a:moveTo>
                        <a:pt x="73533" y="66675"/>
                      </a:moveTo>
                      <a:cubicBezTo>
                        <a:pt x="72486" y="66675"/>
                        <a:pt x="71819" y="66484"/>
                        <a:pt x="71533" y="66008"/>
                      </a:cubicBezTo>
                      <a:lnTo>
                        <a:pt x="73533" y="66675"/>
                      </a:lnTo>
                      <a:close/>
                      <a:moveTo>
                        <a:pt x="73533" y="66675"/>
                      </a:moveTo>
                      <a:cubicBezTo>
                        <a:pt x="74486" y="66675"/>
                        <a:pt x="75152" y="66865"/>
                        <a:pt x="75438" y="67342"/>
                      </a:cubicBezTo>
                      <a:lnTo>
                        <a:pt x="73533" y="66675"/>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 name="Google Shape;1312;p99"/>
                <p:cNvSpPr/>
                <p:nvPr/>
              </p:nvSpPr>
              <p:spPr>
                <a:xfrm>
                  <a:off x="7389875" y="3554158"/>
                  <a:ext cx="77342" cy="85058"/>
                </a:xfrm>
                <a:custGeom>
                  <a:avLst/>
                  <a:gdLst/>
                  <a:ahLst/>
                  <a:cxnLst/>
                  <a:rect l="l" t="t" r="r" b="b"/>
                  <a:pathLst>
                    <a:path w="77342" h="85058" extrusionOk="0">
                      <a:moveTo>
                        <a:pt x="68866" y="1238"/>
                      </a:moveTo>
                      <a:cubicBezTo>
                        <a:pt x="69722" y="4858"/>
                        <a:pt x="70104" y="7144"/>
                        <a:pt x="70104" y="8191"/>
                      </a:cubicBezTo>
                      <a:cubicBezTo>
                        <a:pt x="70104" y="10573"/>
                        <a:pt x="69246" y="12573"/>
                        <a:pt x="67532" y="14192"/>
                      </a:cubicBezTo>
                      <a:lnTo>
                        <a:pt x="69722" y="14668"/>
                      </a:lnTo>
                      <a:cubicBezTo>
                        <a:pt x="67818" y="15811"/>
                        <a:pt x="66484" y="16383"/>
                        <a:pt x="65722" y="16383"/>
                      </a:cubicBezTo>
                      <a:cubicBezTo>
                        <a:pt x="64865" y="16383"/>
                        <a:pt x="64198" y="16002"/>
                        <a:pt x="63722" y="15145"/>
                      </a:cubicBezTo>
                      <a:lnTo>
                        <a:pt x="23813" y="15907"/>
                      </a:lnTo>
                      <a:cubicBezTo>
                        <a:pt x="24003" y="16764"/>
                        <a:pt x="24098" y="17621"/>
                        <a:pt x="24098" y="18669"/>
                      </a:cubicBezTo>
                      <a:cubicBezTo>
                        <a:pt x="24098" y="19717"/>
                        <a:pt x="23813" y="21336"/>
                        <a:pt x="23336" y="23622"/>
                      </a:cubicBezTo>
                      <a:cubicBezTo>
                        <a:pt x="22955" y="25908"/>
                        <a:pt x="22574" y="27622"/>
                        <a:pt x="22574" y="28765"/>
                      </a:cubicBezTo>
                      <a:cubicBezTo>
                        <a:pt x="22574" y="30004"/>
                        <a:pt x="22860" y="31242"/>
                        <a:pt x="23241" y="32385"/>
                      </a:cubicBezTo>
                      <a:cubicBezTo>
                        <a:pt x="25146" y="33623"/>
                        <a:pt x="27813" y="34290"/>
                        <a:pt x="31146" y="34290"/>
                      </a:cubicBezTo>
                      <a:cubicBezTo>
                        <a:pt x="34004" y="34290"/>
                        <a:pt x="36862" y="33909"/>
                        <a:pt x="39814" y="33051"/>
                      </a:cubicBezTo>
                      <a:lnTo>
                        <a:pt x="39052" y="33051"/>
                      </a:lnTo>
                      <a:lnTo>
                        <a:pt x="39052" y="31147"/>
                      </a:lnTo>
                      <a:lnTo>
                        <a:pt x="39814" y="31147"/>
                      </a:lnTo>
                      <a:cubicBezTo>
                        <a:pt x="39814" y="31147"/>
                        <a:pt x="39624" y="31718"/>
                        <a:pt x="39624" y="31909"/>
                      </a:cubicBezTo>
                      <a:cubicBezTo>
                        <a:pt x="39624" y="32385"/>
                        <a:pt x="39910" y="32861"/>
                        <a:pt x="40386" y="33242"/>
                      </a:cubicBezTo>
                      <a:cubicBezTo>
                        <a:pt x="40957" y="33623"/>
                        <a:pt x="41434" y="34004"/>
                        <a:pt x="42005" y="34290"/>
                      </a:cubicBezTo>
                      <a:cubicBezTo>
                        <a:pt x="42005" y="34290"/>
                        <a:pt x="43624" y="34290"/>
                        <a:pt x="46577" y="34099"/>
                      </a:cubicBezTo>
                      <a:cubicBezTo>
                        <a:pt x="48482" y="34004"/>
                        <a:pt x="50006" y="34099"/>
                        <a:pt x="51339" y="34290"/>
                      </a:cubicBezTo>
                      <a:cubicBezTo>
                        <a:pt x="53054" y="34576"/>
                        <a:pt x="54483" y="35147"/>
                        <a:pt x="55721" y="36195"/>
                      </a:cubicBezTo>
                      <a:cubicBezTo>
                        <a:pt x="56959" y="37242"/>
                        <a:pt x="57531" y="38576"/>
                        <a:pt x="57531" y="40195"/>
                      </a:cubicBezTo>
                      <a:cubicBezTo>
                        <a:pt x="57531" y="40957"/>
                        <a:pt x="57340" y="42196"/>
                        <a:pt x="56864" y="44005"/>
                      </a:cubicBezTo>
                      <a:cubicBezTo>
                        <a:pt x="56483" y="45815"/>
                        <a:pt x="56292" y="47244"/>
                        <a:pt x="56292" y="48292"/>
                      </a:cubicBezTo>
                      <a:cubicBezTo>
                        <a:pt x="54578" y="50387"/>
                        <a:pt x="52006" y="51530"/>
                        <a:pt x="48387" y="51530"/>
                      </a:cubicBezTo>
                      <a:cubicBezTo>
                        <a:pt x="47244" y="51530"/>
                        <a:pt x="45339" y="51340"/>
                        <a:pt x="42672" y="51054"/>
                      </a:cubicBezTo>
                      <a:cubicBezTo>
                        <a:pt x="40005" y="50768"/>
                        <a:pt x="38195" y="50578"/>
                        <a:pt x="36956" y="50578"/>
                      </a:cubicBezTo>
                      <a:cubicBezTo>
                        <a:pt x="35719" y="50578"/>
                        <a:pt x="34671" y="50768"/>
                        <a:pt x="33623" y="50863"/>
                      </a:cubicBezTo>
                      <a:cubicBezTo>
                        <a:pt x="32766" y="50387"/>
                        <a:pt x="31909" y="50101"/>
                        <a:pt x="30956" y="50101"/>
                      </a:cubicBezTo>
                      <a:cubicBezTo>
                        <a:pt x="29813" y="50101"/>
                        <a:pt x="28098" y="50863"/>
                        <a:pt x="26003" y="52292"/>
                      </a:cubicBezTo>
                      <a:cubicBezTo>
                        <a:pt x="23907" y="53721"/>
                        <a:pt x="22384" y="54483"/>
                        <a:pt x="21241" y="54483"/>
                      </a:cubicBezTo>
                      <a:cubicBezTo>
                        <a:pt x="20002" y="54483"/>
                        <a:pt x="18859" y="53911"/>
                        <a:pt x="17621" y="52768"/>
                      </a:cubicBezTo>
                      <a:lnTo>
                        <a:pt x="17050" y="54959"/>
                      </a:lnTo>
                      <a:cubicBezTo>
                        <a:pt x="17050" y="54959"/>
                        <a:pt x="15907" y="54769"/>
                        <a:pt x="14954" y="54388"/>
                      </a:cubicBezTo>
                      <a:cubicBezTo>
                        <a:pt x="14001" y="54007"/>
                        <a:pt x="13335" y="53816"/>
                        <a:pt x="12859" y="53816"/>
                      </a:cubicBezTo>
                      <a:cubicBezTo>
                        <a:pt x="12096" y="53816"/>
                        <a:pt x="11430" y="54197"/>
                        <a:pt x="10953" y="54959"/>
                      </a:cubicBezTo>
                      <a:cubicBezTo>
                        <a:pt x="13144" y="56674"/>
                        <a:pt x="15716" y="57340"/>
                        <a:pt x="18383" y="56959"/>
                      </a:cubicBezTo>
                      <a:lnTo>
                        <a:pt x="16954" y="57912"/>
                      </a:lnTo>
                      <a:cubicBezTo>
                        <a:pt x="18192" y="58102"/>
                        <a:pt x="19526" y="58102"/>
                        <a:pt x="20764" y="58198"/>
                      </a:cubicBezTo>
                      <a:cubicBezTo>
                        <a:pt x="22288" y="58674"/>
                        <a:pt x="23241" y="59436"/>
                        <a:pt x="23622" y="60579"/>
                      </a:cubicBezTo>
                      <a:cubicBezTo>
                        <a:pt x="23622" y="62103"/>
                        <a:pt x="23907" y="63436"/>
                        <a:pt x="24098" y="64770"/>
                      </a:cubicBezTo>
                      <a:cubicBezTo>
                        <a:pt x="24289" y="66103"/>
                        <a:pt x="25146" y="66865"/>
                        <a:pt x="26765" y="67056"/>
                      </a:cubicBezTo>
                      <a:cubicBezTo>
                        <a:pt x="29146" y="66961"/>
                        <a:pt x="32956" y="67056"/>
                        <a:pt x="38290" y="67246"/>
                      </a:cubicBezTo>
                      <a:cubicBezTo>
                        <a:pt x="43243" y="67246"/>
                        <a:pt x="47054" y="67246"/>
                        <a:pt x="49720" y="67246"/>
                      </a:cubicBezTo>
                      <a:cubicBezTo>
                        <a:pt x="54007" y="66961"/>
                        <a:pt x="57816" y="66294"/>
                        <a:pt x="61150" y="65341"/>
                      </a:cubicBezTo>
                      <a:cubicBezTo>
                        <a:pt x="60769" y="66199"/>
                        <a:pt x="61150" y="66675"/>
                        <a:pt x="62389" y="66770"/>
                      </a:cubicBezTo>
                      <a:lnTo>
                        <a:pt x="65055" y="66770"/>
                      </a:lnTo>
                      <a:cubicBezTo>
                        <a:pt x="65722" y="66770"/>
                        <a:pt x="66198" y="66865"/>
                        <a:pt x="66484" y="67151"/>
                      </a:cubicBezTo>
                      <a:lnTo>
                        <a:pt x="68485" y="67151"/>
                      </a:lnTo>
                      <a:cubicBezTo>
                        <a:pt x="69151" y="74676"/>
                        <a:pt x="69437" y="77914"/>
                        <a:pt x="69437" y="76771"/>
                      </a:cubicBezTo>
                      <a:cubicBezTo>
                        <a:pt x="69437" y="79629"/>
                        <a:pt x="68866" y="82010"/>
                        <a:pt x="67723" y="83725"/>
                      </a:cubicBezTo>
                      <a:cubicBezTo>
                        <a:pt x="65341" y="84201"/>
                        <a:pt x="62579" y="84391"/>
                        <a:pt x="59626" y="84391"/>
                      </a:cubicBezTo>
                      <a:lnTo>
                        <a:pt x="46958" y="84391"/>
                      </a:lnTo>
                      <a:cubicBezTo>
                        <a:pt x="43624" y="84391"/>
                        <a:pt x="40862" y="84582"/>
                        <a:pt x="38385" y="85058"/>
                      </a:cubicBezTo>
                      <a:cubicBezTo>
                        <a:pt x="36862" y="84677"/>
                        <a:pt x="33814" y="84487"/>
                        <a:pt x="29146" y="84582"/>
                      </a:cubicBezTo>
                      <a:cubicBezTo>
                        <a:pt x="25432" y="84582"/>
                        <a:pt x="22574" y="83915"/>
                        <a:pt x="20478" y="82486"/>
                      </a:cubicBezTo>
                      <a:cubicBezTo>
                        <a:pt x="19145" y="83725"/>
                        <a:pt x="16954" y="84391"/>
                        <a:pt x="13811" y="84391"/>
                      </a:cubicBezTo>
                      <a:cubicBezTo>
                        <a:pt x="12859" y="84391"/>
                        <a:pt x="10382" y="84106"/>
                        <a:pt x="6382" y="83629"/>
                      </a:cubicBezTo>
                      <a:cubicBezTo>
                        <a:pt x="4191" y="82201"/>
                        <a:pt x="3047" y="79629"/>
                        <a:pt x="3047" y="75724"/>
                      </a:cubicBezTo>
                      <a:cubicBezTo>
                        <a:pt x="3047" y="74962"/>
                        <a:pt x="3047" y="73723"/>
                        <a:pt x="3238" y="72104"/>
                      </a:cubicBezTo>
                      <a:cubicBezTo>
                        <a:pt x="3238" y="70580"/>
                        <a:pt x="3429" y="69437"/>
                        <a:pt x="3429" y="68866"/>
                      </a:cubicBezTo>
                      <a:lnTo>
                        <a:pt x="4191" y="37719"/>
                      </a:lnTo>
                      <a:cubicBezTo>
                        <a:pt x="3619" y="36576"/>
                        <a:pt x="3429" y="34957"/>
                        <a:pt x="3429" y="32956"/>
                      </a:cubicBezTo>
                      <a:cubicBezTo>
                        <a:pt x="3429" y="32194"/>
                        <a:pt x="3429" y="31051"/>
                        <a:pt x="3619" y="29527"/>
                      </a:cubicBezTo>
                      <a:cubicBezTo>
                        <a:pt x="3619" y="28003"/>
                        <a:pt x="3810" y="26956"/>
                        <a:pt x="3810" y="26289"/>
                      </a:cubicBezTo>
                      <a:cubicBezTo>
                        <a:pt x="3810" y="22288"/>
                        <a:pt x="2571" y="20193"/>
                        <a:pt x="0" y="20098"/>
                      </a:cubicBezTo>
                      <a:cubicBezTo>
                        <a:pt x="3143" y="19240"/>
                        <a:pt x="4667" y="16669"/>
                        <a:pt x="4476" y="12382"/>
                      </a:cubicBezTo>
                      <a:cubicBezTo>
                        <a:pt x="4191" y="6001"/>
                        <a:pt x="4096" y="2476"/>
                        <a:pt x="4286" y="1809"/>
                      </a:cubicBezTo>
                      <a:lnTo>
                        <a:pt x="3524" y="1238"/>
                      </a:lnTo>
                      <a:cubicBezTo>
                        <a:pt x="4667" y="571"/>
                        <a:pt x="6096" y="286"/>
                        <a:pt x="7620" y="286"/>
                      </a:cubicBezTo>
                      <a:cubicBezTo>
                        <a:pt x="8572" y="286"/>
                        <a:pt x="10191" y="476"/>
                        <a:pt x="12668" y="857"/>
                      </a:cubicBezTo>
                      <a:cubicBezTo>
                        <a:pt x="15049" y="1238"/>
                        <a:pt x="17050" y="1333"/>
                        <a:pt x="18383" y="1238"/>
                      </a:cubicBezTo>
                      <a:cubicBezTo>
                        <a:pt x="25336" y="1238"/>
                        <a:pt x="29908" y="762"/>
                        <a:pt x="31813" y="0"/>
                      </a:cubicBezTo>
                      <a:cubicBezTo>
                        <a:pt x="32099" y="1048"/>
                        <a:pt x="32766" y="1619"/>
                        <a:pt x="33718" y="1619"/>
                      </a:cubicBezTo>
                      <a:cubicBezTo>
                        <a:pt x="34194" y="1619"/>
                        <a:pt x="35052" y="1333"/>
                        <a:pt x="36195" y="952"/>
                      </a:cubicBezTo>
                      <a:cubicBezTo>
                        <a:pt x="37338" y="571"/>
                        <a:pt x="38100" y="381"/>
                        <a:pt x="38671" y="381"/>
                      </a:cubicBezTo>
                      <a:cubicBezTo>
                        <a:pt x="39052" y="381"/>
                        <a:pt x="39528" y="381"/>
                        <a:pt x="39910" y="476"/>
                      </a:cubicBezTo>
                      <a:cubicBezTo>
                        <a:pt x="40386" y="476"/>
                        <a:pt x="42291" y="952"/>
                        <a:pt x="45910" y="1619"/>
                      </a:cubicBezTo>
                      <a:cubicBezTo>
                        <a:pt x="48482" y="2000"/>
                        <a:pt x="50482" y="2095"/>
                        <a:pt x="52006" y="1905"/>
                      </a:cubicBezTo>
                      <a:lnTo>
                        <a:pt x="53816" y="3905"/>
                      </a:lnTo>
                      <a:cubicBezTo>
                        <a:pt x="54959" y="1524"/>
                        <a:pt x="59912" y="762"/>
                        <a:pt x="68675" y="1333"/>
                      </a:cubicBezTo>
                      <a:close/>
                      <a:moveTo>
                        <a:pt x="5905" y="53911"/>
                      </a:moveTo>
                      <a:cubicBezTo>
                        <a:pt x="6191" y="54864"/>
                        <a:pt x="7239" y="55340"/>
                        <a:pt x="9048" y="55340"/>
                      </a:cubicBezTo>
                      <a:cubicBezTo>
                        <a:pt x="9906" y="55340"/>
                        <a:pt x="10477" y="55150"/>
                        <a:pt x="10763" y="54864"/>
                      </a:cubicBezTo>
                      <a:lnTo>
                        <a:pt x="5905" y="53911"/>
                      </a:lnTo>
                      <a:close/>
                      <a:moveTo>
                        <a:pt x="16002" y="53911"/>
                      </a:moveTo>
                      <a:lnTo>
                        <a:pt x="16002" y="52673"/>
                      </a:lnTo>
                      <a:cubicBezTo>
                        <a:pt x="16002" y="52101"/>
                        <a:pt x="15335" y="51816"/>
                        <a:pt x="14288" y="51816"/>
                      </a:cubicBezTo>
                      <a:lnTo>
                        <a:pt x="16002" y="53911"/>
                      </a:lnTo>
                      <a:close/>
                      <a:moveTo>
                        <a:pt x="20002" y="27337"/>
                      </a:moveTo>
                      <a:lnTo>
                        <a:pt x="20002" y="26289"/>
                      </a:lnTo>
                      <a:lnTo>
                        <a:pt x="18764" y="26289"/>
                      </a:lnTo>
                      <a:lnTo>
                        <a:pt x="18764" y="27337"/>
                      </a:lnTo>
                      <a:lnTo>
                        <a:pt x="20002" y="27337"/>
                      </a:lnTo>
                      <a:close/>
                      <a:moveTo>
                        <a:pt x="46767" y="26860"/>
                      </a:moveTo>
                      <a:cubicBezTo>
                        <a:pt x="45910" y="26384"/>
                        <a:pt x="45529" y="25813"/>
                        <a:pt x="45529" y="25241"/>
                      </a:cubicBezTo>
                      <a:cubicBezTo>
                        <a:pt x="45529" y="24479"/>
                        <a:pt x="46101" y="24098"/>
                        <a:pt x="47434" y="24098"/>
                      </a:cubicBezTo>
                      <a:cubicBezTo>
                        <a:pt x="48673" y="24098"/>
                        <a:pt x="49435" y="24574"/>
                        <a:pt x="49720" y="25527"/>
                      </a:cubicBezTo>
                      <a:cubicBezTo>
                        <a:pt x="48673" y="26575"/>
                        <a:pt x="47625" y="26956"/>
                        <a:pt x="46767" y="26765"/>
                      </a:cubicBezTo>
                      <a:close/>
                      <a:moveTo>
                        <a:pt x="56579" y="27337"/>
                      </a:moveTo>
                      <a:cubicBezTo>
                        <a:pt x="57150" y="27146"/>
                        <a:pt x="57531" y="26860"/>
                        <a:pt x="57531" y="26575"/>
                      </a:cubicBezTo>
                      <a:cubicBezTo>
                        <a:pt x="57531" y="26384"/>
                        <a:pt x="57435" y="26003"/>
                        <a:pt x="57150" y="25717"/>
                      </a:cubicBezTo>
                      <a:cubicBezTo>
                        <a:pt x="56864" y="25336"/>
                        <a:pt x="56769" y="25146"/>
                        <a:pt x="56769" y="24955"/>
                      </a:cubicBezTo>
                      <a:cubicBezTo>
                        <a:pt x="56769" y="24670"/>
                        <a:pt x="57055" y="24479"/>
                        <a:pt x="57245" y="24384"/>
                      </a:cubicBezTo>
                      <a:cubicBezTo>
                        <a:pt x="58007" y="24193"/>
                        <a:pt x="58864" y="24384"/>
                        <a:pt x="59817" y="25146"/>
                      </a:cubicBezTo>
                      <a:lnTo>
                        <a:pt x="58483" y="27337"/>
                      </a:lnTo>
                      <a:lnTo>
                        <a:pt x="60293" y="28575"/>
                      </a:lnTo>
                      <a:lnTo>
                        <a:pt x="56673" y="27337"/>
                      </a:lnTo>
                      <a:close/>
                      <a:moveTo>
                        <a:pt x="60197" y="8191"/>
                      </a:moveTo>
                      <a:cubicBezTo>
                        <a:pt x="60197" y="8191"/>
                        <a:pt x="60579" y="8572"/>
                        <a:pt x="60674" y="8572"/>
                      </a:cubicBezTo>
                      <a:lnTo>
                        <a:pt x="60197" y="8191"/>
                      </a:lnTo>
                      <a:lnTo>
                        <a:pt x="60197" y="6763"/>
                      </a:lnTo>
                      <a:lnTo>
                        <a:pt x="58388" y="6763"/>
                      </a:lnTo>
                      <a:lnTo>
                        <a:pt x="60197" y="8191"/>
                      </a:lnTo>
                      <a:close/>
                      <a:moveTo>
                        <a:pt x="77343" y="2476"/>
                      </a:moveTo>
                      <a:cubicBezTo>
                        <a:pt x="77343" y="2476"/>
                        <a:pt x="77057" y="3238"/>
                        <a:pt x="76485" y="3715"/>
                      </a:cubicBezTo>
                      <a:cubicBezTo>
                        <a:pt x="76009" y="4191"/>
                        <a:pt x="75723" y="4667"/>
                        <a:pt x="75533" y="4953"/>
                      </a:cubicBezTo>
                      <a:lnTo>
                        <a:pt x="76771" y="5905"/>
                      </a:lnTo>
                      <a:lnTo>
                        <a:pt x="74200" y="4953"/>
                      </a:lnTo>
                      <a:cubicBezTo>
                        <a:pt x="74771" y="4953"/>
                        <a:pt x="75056" y="4476"/>
                        <a:pt x="75247" y="3524"/>
                      </a:cubicBezTo>
                      <a:cubicBezTo>
                        <a:pt x="75438" y="2572"/>
                        <a:pt x="75723" y="2095"/>
                        <a:pt x="76200" y="2095"/>
                      </a:cubicBezTo>
                      <a:cubicBezTo>
                        <a:pt x="76390" y="2095"/>
                        <a:pt x="76771" y="2095"/>
                        <a:pt x="77152" y="2476"/>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 name="Google Shape;1313;p99"/>
                <p:cNvSpPr/>
                <p:nvPr/>
              </p:nvSpPr>
              <p:spPr>
                <a:xfrm>
                  <a:off x="7455693" y="3553491"/>
                  <a:ext cx="84201" cy="86296"/>
                </a:xfrm>
                <a:custGeom>
                  <a:avLst/>
                  <a:gdLst/>
                  <a:ahLst/>
                  <a:cxnLst/>
                  <a:rect l="l" t="t" r="r" b="b"/>
                  <a:pathLst>
                    <a:path w="84201" h="86296" extrusionOk="0">
                      <a:moveTo>
                        <a:pt x="3048" y="51149"/>
                      </a:moveTo>
                      <a:lnTo>
                        <a:pt x="0" y="52388"/>
                      </a:lnTo>
                      <a:lnTo>
                        <a:pt x="4096" y="48863"/>
                      </a:lnTo>
                      <a:lnTo>
                        <a:pt x="2953" y="51054"/>
                      </a:lnTo>
                      <a:close/>
                      <a:moveTo>
                        <a:pt x="2286" y="71438"/>
                      </a:moveTo>
                      <a:lnTo>
                        <a:pt x="571" y="67818"/>
                      </a:lnTo>
                      <a:lnTo>
                        <a:pt x="2286" y="70199"/>
                      </a:lnTo>
                      <a:lnTo>
                        <a:pt x="2286" y="71438"/>
                      </a:lnTo>
                      <a:close/>
                      <a:moveTo>
                        <a:pt x="6668" y="69628"/>
                      </a:moveTo>
                      <a:lnTo>
                        <a:pt x="4763" y="68389"/>
                      </a:lnTo>
                      <a:lnTo>
                        <a:pt x="6668" y="68389"/>
                      </a:lnTo>
                      <a:lnTo>
                        <a:pt x="6668" y="69628"/>
                      </a:lnTo>
                      <a:close/>
                      <a:moveTo>
                        <a:pt x="7144" y="39719"/>
                      </a:moveTo>
                      <a:lnTo>
                        <a:pt x="8382" y="40672"/>
                      </a:lnTo>
                      <a:lnTo>
                        <a:pt x="6668" y="40672"/>
                      </a:lnTo>
                      <a:lnTo>
                        <a:pt x="7144" y="39719"/>
                      </a:lnTo>
                      <a:close/>
                      <a:moveTo>
                        <a:pt x="7144" y="53626"/>
                      </a:moveTo>
                      <a:lnTo>
                        <a:pt x="7906" y="52388"/>
                      </a:lnTo>
                      <a:lnTo>
                        <a:pt x="9620" y="52388"/>
                      </a:lnTo>
                      <a:lnTo>
                        <a:pt x="7144" y="53626"/>
                      </a:lnTo>
                      <a:close/>
                      <a:moveTo>
                        <a:pt x="11620" y="78296"/>
                      </a:moveTo>
                      <a:lnTo>
                        <a:pt x="10192" y="76295"/>
                      </a:lnTo>
                      <a:lnTo>
                        <a:pt x="12859" y="76295"/>
                      </a:lnTo>
                      <a:lnTo>
                        <a:pt x="11620" y="78296"/>
                      </a:lnTo>
                      <a:close/>
                      <a:moveTo>
                        <a:pt x="76009" y="63913"/>
                      </a:moveTo>
                      <a:cubicBezTo>
                        <a:pt x="76009" y="66104"/>
                        <a:pt x="77534" y="69056"/>
                        <a:pt x="80200" y="72485"/>
                      </a:cubicBezTo>
                      <a:cubicBezTo>
                        <a:pt x="82868" y="76009"/>
                        <a:pt x="84201" y="78772"/>
                        <a:pt x="84201" y="80867"/>
                      </a:cubicBezTo>
                      <a:cubicBezTo>
                        <a:pt x="84201" y="82010"/>
                        <a:pt x="83915" y="83248"/>
                        <a:pt x="83439" y="84582"/>
                      </a:cubicBezTo>
                      <a:cubicBezTo>
                        <a:pt x="83630" y="84582"/>
                        <a:pt x="81058" y="84582"/>
                        <a:pt x="75629" y="84391"/>
                      </a:cubicBezTo>
                      <a:cubicBezTo>
                        <a:pt x="72485" y="84391"/>
                        <a:pt x="70104" y="84963"/>
                        <a:pt x="68485" y="86296"/>
                      </a:cubicBezTo>
                      <a:lnTo>
                        <a:pt x="66294" y="83248"/>
                      </a:lnTo>
                      <a:cubicBezTo>
                        <a:pt x="64675" y="83534"/>
                        <a:pt x="63246" y="82677"/>
                        <a:pt x="62008" y="80867"/>
                      </a:cubicBezTo>
                      <a:cubicBezTo>
                        <a:pt x="60198" y="78010"/>
                        <a:pt x="59150" y="76486"/>
                        <a:pt x="58769" y="76295"/>
                      </a:cubicBezTo>
                      <a:cubicBezTo>
                        <a:pt x="58960" y="75724"/>
                        <a:pt x="59055" y="75343"/>
                        <a:pt x="59055" y="74866"/>
                      </a:cubicBezTo>
                      <a:cubicBezTo>
                        <a:pt x="59055" y="73914"/>
                        <a:pt x="58674" y="72676"/>
                        <a:pt x="57626" y="71342"/>
                      </a:cubicBezTo>
                      <a:cubicBezTo>
                        <a:pt x="56674" y="69913"/>
                        <a:pt x="56198" y="68675"/>
                        <a:pt x="56198" y="67723"/>
                      </a:cubicBezTo>
                      <a:cubicBezTo>
                        <a:pt x="54673" y="66389"/>
                        <a:pt x="53435" y="64389"/>
                        <a:pt x="52292" y="61913"/>
                      </a:cubicBezTo>
                      <a:cubicBezTo>
                        <a:pt x="50864" y="58864"/>
                        <a:pt x="49720" y="56769"/>
                        <a:pt x="48768" y="55626"/>
                      </a:cubicBezTo>
                      <a:cubicBezTo>
                        <a:pt x="48387" y="54197"/>
                        <a:pt x="48006" y="52864"/>
                        <a:pt x="47720" y="51435"/>
                      </a:cubicBezTo>
                      <a:cubicBezTo>
                        <a:pt x="47054" y="49816"/>
                        <a:pt x="46387" y="48863"/>
                        <a:pt x="45625" y="48863"/>
                      </a:cubicBezTo>
                      <a:cubicBezTo>
                        <a:pt x="45053" y="48863"/>
                        <a:pt x="44482" y="49149"/>
                        <a:pt x="43910" y="49816"/>
                      </a:cubicBezTo>
                      <a:lnTo>
                        <a:pt x="43434" y="49339"/>
                      </a:lnTo>
                      <a:cubicBezTo>
                        <a:pt x="42767" y="50578"/>
                        <a:pt x="40957" y="51054"/>
                        <a:pt x="37719" y="50578"/>
                      </a:cubicBezTo>
                      <a:lnTo>
                        <a:pt x="34671" y="49339"/>
                      </a:lnTo>
                      <a:cubicBezTo>
                        <a:pt x="34385" y="50387"/>
                        <a:pt x="34195" y="51625"/>
                        <a:pt x="34195" y="53149"/>
                      </a:cubicBezTo>
                      <a:cubicBezTo>
                        <a:pt x="34195" y="55816"/>
                        <a:pt x="34766" y="59055"/>
                        <a:pt x="35909" y="63055"/>
                      </a:cubicBezTo>
                      <a:lnTo>
                        <a:pt x="34671" y="63055"/>
                      </a:lnTo>
                      <a:lnTo>
                        <a:pt x="34004" y="73152"/>
                      </a:lnTo>
                      <a:cubicBezTo>
                        <a:pt x="34004" y="73152"/>
                        <a:pt x="32957" y="73438"/>
                        <a:pt x="32290" y="73914"/>
                      </a:cubicBezTo>
                      <a:lnTo>
                        <a:pt x="34671" y="75247"/>
                      </a:lnTo>
                      <a:cubicBezTo>
                        <a:pt x="34671" y="75247"/>
                        <a:pt x="34004" y="76390"/>
                        <a:pt x="34004" y="77248"/>
                      </a:cubicBezTo>
                      <a:cubicBezTo>
                        <a:pt x="34004" y="77533"/>
                        <a:pt x="34004" y="78105"/>
                        <a:pt x="34195" y="78867"/>
                      </a:cubicBezTo>
                      <a:cubicBezTo>
                        <a:pt x="34290" y="79534"/>
                        <a:pt x="34385" y="80105"/>
                        <a:pt x="34385" y="80391"/>
                      </a:cubicBezTo>
                      <a:cubicBezTo>
                        <a:pt x="34385" y="82487"/>
                        <a:pt x="32957" y="83534"/>
                        <a:pt x="30289" y="83248"/>
                      </a:cubicBezTo>
                      <a:lnTo>
                        <a:pt x="31052" y="83725"/>
                      </a:lnTo>
                      <a:cubicBezTo>
                        <a:pt x="31052" y="83725"/>
                        <a:pt x="29527" y="83915"/>
                        <a:pt x="27337" y="84296"/>
                      </a:cubicBezTo>
                      <a:cubicBezTo>
                        <a:pt x="25146" y="84772"/>
                        <a:pt x="23432" y="84963"/>
                        <a:pt x="22003" y="84963"/>
                      </a:cubicBezTo>
                      <a:cubicBezTo>
                        <a:pt x="20764" y="84963"/>
                        <a:pt x="19621" y="84772"/>
                        <a:pt x="18669" y="84487"/>
                      </a:cubicBezTo>
                      <a:cubicBezTo>
                        <a:pt x="18574" y="83915"/>
                        <a:pt x="18764" y="83534"/>
                        <a:pt x="19241" y="83248"/>
                      </a:cubicBezTo>
                      <a:cubicBezTo>
                        <a:pt x="16002" y="82296"/>
                        <a:pt x="14383" y="80200"/>
                        <a:pt x="14383" y="77057"/>
                      </a:cubicBezTo>
                      <a:cubicBezTo>
                        <a:pt x="14383" y="76486"/>
                        <a:pt x="14383" y="75724"/>
                        <a:pt x="14383" y="74771"/>
                      </a:cubicBezTo>
                      <a:cubicBezTo>
                        <a:pt x="14478" y="73819"/>
                        <a:pt x="14478" y="73152"/>
                        <a:pt x="14383" y="72866"/>
                      </a:cubicBezTo>
                      <a:cubicBezTo>
                        <a:pt x="14383" y="72485"/>
                        <a:pt x="13907" y="72199"/>
                        <a:pt x="13145" y="72199"/>
                      </a:cubicBezTo>
                      <a:cubicBezTo>
                        <a:pt x="13430" y="71818"/>
                        <a:pt x="13907" y="71342"/>
                        <a:pt x="14383" y="70961"/>
                      </a:cubicBezTo>
                      <a:cubicBezTo>
                        <a:pt x="14478" y="71723"/>
                        <a:pt x="14764" y="72104"/>
                        <a:pt x="15145" y="72104"/>
                      </a:cubicBezTo>
                      <a:cubicBezTo>
                        <a:pt x="15526" y="72104"/>
                        <a:pt x="15907" y="71914"/>
                        <a:pt x="16478" y="71723"/>
                      </a:cubicBezTo>
                      <a:cubicBezTo>
                        <a:pt x="17050" y="71438"/>
                        <a:pt x="17431" y="71342"/>
                        <a:pt x="17716" y="71342"/>
                      </a:cubicBezTo>
                      <a:cubicBezTo>
                        <a:pt x="17907" y="71342"/>
                        <a:pt x="18098" y="71342"/>
                        <a:pt x="18192" y="71438"/>
                      </a:cubicBezTo>
                      <a:lnTo>
                        <a:pt x="13907" y="66580"/>
                      </a:lnTo>
                      <a:cubicBezTo>
                        <a:pt x="13907" y="66580"/>
                        <a:pt x="14668" y="66199"/>
                        <a:pt x="15621" y="65341"/>
                      </a:cubicBezTo>
                      <a:lnTo>
                        <a:pt x="15145" y="59912"/>
                      </a:lnTo>
                      <a:cubicBezTo>
                        <a:pt x="15621" y="59912"/>
                        <a:pt x="16002" y="59626"/>
                        <a:pt x="16097" y="59150"/>
                      </a:cubicBezTo>
                      <a:cubicBezTo>
                        <a:pt x="16097" y="58864"/>
                        <a:pt x="15907" y="58388"/>
                        <a:pt x="15335" y="57436"/>
                      </a:cubicBezTo>
                      <a:cubicBezTo>
                        <a:pt x="14859" y="56769"/>
                        <a:pt x="14859" y="56197"/>
                        <a:pt x="15145" y="55721"/>
                      </a:cubicBezTo>
                      <a:cubicBezTo>
                        <a:pt x="15716" y="56007"/>
                        <a:pt x="16383" y="55721"/>
                        <a:pt x="17050" y="54959"/>
                      </a:cubicBezTo>
                      <a:lnTo>
                        <a:pt x="18574" y="53245"/>
                      </a:lnTo>
                      <a:lnTo>
                        <a:pt x="18574" y="52102"/>
                      </a:lnTo>
                      <a:lnTo>
                        <a:pt x="15526" y="53245"/>
                      </a:lnTo>
                      <a:cubicBezTo>
                        <a:pt x="14954" y="52292"/>
                        <a:pt x="14859" y="50006"/>
                        <a:pt x="15335" y="46482"/>
                      </a:cubicBezTo>
                      <a:cubicBezTo>
                        <a:pt x="15811" y="43434"/>
                        <a:pt x="15050" y="41243"/>
                        <a:pt x="12954" y="39910"/>
                      </a:cubicBezTo>
                      <a:lnTo>
                        <a:pt x="10573" y="40862"/>
                      </a:lnTo>
                      <a:lnTo>
                        <a:pt x="11239" y="38576"/>
                      </a:lnTo>
                      <a:cubicBezTo>
                        <a:pt x="11239" y="38576"/>
                        <a:pt x="12097" y="39053"/>
                        <a:pt x="13240" y="39719"/>
                      </a:cubicBezTo>
                      <a:cubicBezTo>
                        <a:pt x="14097" y="40100"/>
                        <a:pt x="14859" y="40386"/>
                        <a:pt x="15430" y="40386"/>
                      </a:cubicBezTo>
                      <a:lnTo>
                        <a:pt x="16669" y="39148"/>
                      </a:lnTo>
                      <a:cubicBezTo>
                        <a:pt x="15907" y="38767"/>
                        <a:pt x="15145" y="38100"/>
                        <a:pt x="14668" y="37052"/>
                      </a:cubicBezTo>
                      <a:cubicBezTo>
                        <a:pt x="14288" y="36481"/>
                        <a:pt x="14001" y="36004"/>
                        <a:pt x="13716" y="35528"/>
                      </a:cubicBezTo>
                      <a:cubicBezTo>
                        <a:pt x="14668" y="32766"/>
                        <a:pt x="15145" y="29432"/>
                        <a:pt x="15145" y="25432"/>
                      </a:cubicBezTo>
                      <a:cubicBezTo>
                        <a:pt x="15145" y="24193"/>
                        <a:pt x="15145" y="22193"/>
                        <a:pt x="14954" y="19526"/>
                      </a:cubicBezTo>
                      <a:cubicBezTo>
                        <a:pt x="14954" y="16954"/>
                        <a:pt x="14859" y="14954"/>
                        <a:pt x="14859" y="13621"/>
                      </a:cubicBezTo>
                      <a:cubicBezTo>
                        <a:pt x="14859" y="10858"/>
                        <a:pt x="15050" y="8477"/>
                        <a:pt x="15430" y="6287"/>
                      </a:cubicBezTo>
                      <a:cubicBezTo>
                        <a:pt x="15335" y="6096"/>
                        <a:pt x="15050" y="5620"/>
                        <a:pt x="14668" y="5048"/>
                      </a:cubicBezTo>
                      <a:cubicBezTo>
                        <a:pt x="14288" y="4477"/>
                        <a:pt x="14097" y="4000"/>
                        <a:pt x="14097" y="3715"/>
                      </a:cubicBezTo>
                      <a:cubicBezTo>
                        <a:pt x="14097" y="3238"/>
                        <a:pt x="14383" y="2953"/>
                        <a:pt x="14859" y="2762"/>
                      </a:cubicBezTo>
                      <a:cubicBezTo>
                        <a:pt x="16764" y="1333"/>
                        <a:pt x="19241" y="667"/>
                        <a:pt x="22193" y="667"/>
                      </a:cubicBezTo>
                      <a:cubicBezTo>
                        <a:pt x="23146" y="667"/>
                        <a:pt x="24575" y="762"/>
                        <a:pt x="26575" y="1048"/>
                      </a:cubicBezTo>
                      <a:cubicBezTo>
                        <a:pt x="28480" y="1333"/>
                        <a:pt x="30004" y="1524"/>
                        <a:pt x="31052" y="1524"/>
                      </a:cubicBezTo>
                      <a:cubicBezTo>
                        <a:pt x="32195" y="1524"/>
                        <a:pt x="33624" y="1238"/>
                        <a:pt x="35338" y="762"/>
                      </a:cubicBezTo>
                      <a:cubicBezTo>
                        <a:pt x="37052" y="286"/>
                        <a:pt x="38195" y="0"/>
                        <a:pt x="38767" y="0"/>
                      </a:cubicBezTo>
                      <a:cubicBezTo>
                        <a:pt x="39814" y="0"/>
                        <a:pt x="41339" y="476"/>
                        <a:pt x="43243" y="1524"/>
                      </a:cubicBezTo>
                      <a:cubicBezTo>
                        <a:pt x="45148" y="2476"/>
                        <a:pt x="46673" y="2857"/>
                        <a:pt x="47530" y="2857"/>
                      </a:cubicBezTo>
                      <a:cubicBezTo>
                        <a:pt x="48577" y="2857"/>
                        <a:pt x="49530" y="2476"/>
                        <a:pt x="50387" y="1619"/>
                      </a:cubicBezTo>
                      <a:cubicBezTo>
                        <a:pt x="50673" y="1905"/>
                        <a:pt x="50959" y="2000"/>
                        <a:pt x="51340" y="2000"/>
                      </a:cubicBezTo>
                      <a:cubicBezTo>
                        <a:pt x="51721" y="2000"/>
                        <a:pt x="52388" y="1810"/>
                        <a:pt x="53245" y="1333"/>
                      </a:cubicBezTo>
                      <a:cubicBezTo>
                        <a:pt x="54102" y="953"/>
                        <a:pt x="54673" y="667"/>
                        <a:pt x="54959" y="667"/>
                      </a:cubicBezTo>
                      <a:cubicBezTo>
                        <a:pt x="55721" y="667"/>
                        <a:pt x="56198" y="1429"/>
                        <a:pt x="56388" y="2857"/>
                      </a:cubicBezTo>
                      <a:cubicBezTo>
                        <a:pt x="61722" y="2286"/>
                        <a:pt x="64008" y="1905"/>
                        <a:pt x="63055" y="1905"/>
                      </a:cubicBezTo>
                      <a:cubicBezTo>
                        <a:pt x="64961" y="1905"/>
                        <a:pt x="66484" y="2476"/>
                        <a:pt x="67533" y="3810"/>
                      </a:cubicBezTo>
                      <a:lnTo>
                        <a:pt x="69723" y="3334"/>
                      </a:lnTo>
                      <a:cubicBezTo>
                        <a:pt x="69723" y="5143"/>
                        <a:pt x="70866" y="6382"/>
                        <a:pt x="73152" y="7144"/>
                      </a:cubicBezTo>
                      <a:cubicBezTo>
                        <a:pt x="75819" y="7906"/>
                        <a:pt x="77438" y="8668"/>
                        <a:pt x="78010" y="9525"/>
                      </a:cubicBezTo>
                      <a:cubicBezTo>
                        <a:pt x="80867" y="11239"/>
                        <a:pt x="82486" y="13811"/>
                        <a:pt x="82963" y="17240"/>
                      </a:cubicBezTo>
                      <a:cubicBezTo>
                        <a:pt x="82963" y="18669"/>
                        <a:pt x="82772" y="21907"/>
                        <a:pt x="82201" y="27051"/>
                      </a:cubicBezTo>
                      <a:cubicBezTo>
                        <a:pt x="81820" y="31242"/>
                        <a:pt x="82105" y="34480"/>
                        <a:pt x="82963" y="36576"/>
                      </a:cubicBezTo>
                      <a:cubicBezTo>
                        <a:pt x="81249" y="38481"/>
                        <a:pt x="79534" y="40386"/>
                        <a:pt x="77914" y="42291"/>
                      </a:cubicBezTo>
                      <a:cubicBezTo>
                        <a:pt x="75819" y="44577"/>
                        <a:pt x="73819" y="45911"/>
                        <a:pt x="71914" y="46482"/>
                      </a:cubicBezTo>
                      <a:lnTo>
                        <a:pt x="68104" y="50006"/>
                      </a:lnTo>
                      <a:cubicBezTo>
                        <a:pt x="69818" y="50292"/>
                        <a:pt x="70675" y="51816"/>
                        <a:pt x="70771" y="54483"/>
                      </a:cubicBezTo>
                      <a:cubicBezTo>
                        <a:pt x="70771" y="57150"/>
                        <a:pt x="71533" y="58769"/>
                        <a:pt x="73057" y="59150"/>
                      </a:cubicBezTo>
                      <a:cubicBezTo>
                        <a:pt x="72485" y="59912"/>
                        <a:pt x="72200" y="60388"/>
                        <a:pt x="72200" y="60865"/>
                      </a:cubicBezTo>
                      <a:cubicBezTo>
                        <a:pt x="72200" y="61341"/>
                        <a:pt x="72771" y="61722"/>
                        <a:pt x="73819" y="62103"/>
                      </a:cubicBezTo>
                      <a:cubicBezTo>
                        <a:pt x="74962" y="62579"/>
                        <a:pt x="75438" y="63151"/>
                        <a:pt x="75438" y="64008"/>
                      </a:cubicBezTo>
                      <a:close/>
                      <a:moveTo>
                        <a:pt x="56388" y="32671"/>
                      </a:moveTo>
                      <a:cubicBezTo>
                        <a:pt x="56864" y="31813"/>
                        <a:pt x="58484" y="30575"/>
                        <a:pt x="60960" y="29051"/>
                      </a:cubicBezTo>
                      <a:cubicBezTo>
                        <a:pt x="63246" y="27908"/>
                        <a:pt x="64198" y="26670"/>
                        <a:pt x="64198" y="25337"/>
                      </a:cubicBezTo>
                      <a:cubicBezTo>
                        <a:pt x="64198" y="24479"/>
                        <a:pt x="63818" y="23431"/>
                        <a:pt x="63151" y="22288"/>
                      </a:cubicBezTo>
                      <a:cubicBezTo>
                        <a:pt x="58864" y="17621"/>
                        <a:pt x="53340" y="15335"/>
                        <a:pt x="46291" y="15335"/>
                      </a:cubicBezTo>
                      <a:cubicBezTo>
                        <a:pt x="43149" y="15335"/>
                        <a:pt x="39814" y="15812"/>
                        <a:pt x="36481" y="16859"/>
                      </a:cubicBezTo>
                      <a:cubicBezTo>
                        <a:pt x="36671" y="17431"/>
                        <a:pt x="36290" y="18383"/>
                        <a:pt x="35147" y="19431"/>
                      </a:cubicBezTo>
                      <a:cubicBezTo>
                        <a:pt x="34004" y="20574"/>
                        <a:pt x="33528" y="21336"/>
                        <a:pt x="33528" y="21907"/>
                      </a:cubicBezTo>
                      <a:cubicBezTo>
                        <a:pt x="33528" y="22670"/>
                        <a:pt x="34385" y="23431"/>
                        <a:pt x="36005" y="24098"/>
                      </a:cubicBezTo>
                      <a:cubicBezTo>
                        <a:pt x="34766" y="26765"/>
                        <a:pt x="34576" y="29623"/>
                        <a:pt x="35433" y="32671"/>
                      </a:cubicBezTo>
                      <a:cubicBezTo>
                        <a:pt x="36671" y="32671"/>
                        <a:pt x="38958" y="32956"/>
                        <a:pt x="42291" y="33338"/>
                      </a:cubicBezTo>
                      <a:cubicBezTo>
                        <a:pt x="45625" y="33718"/>
                        <a:pt x="48006" y="33909"/>
                        <a:pt x="49720" y="33909"/>
                      </a:cubicBezTo>
                      <a:cubicBezTo>
                        <a:pt x="52483" y="33909"/>
                        <a:pt x="54673" y="33528"/>
                        <a:pt x="56388" y="32671"/>
                      </a:cubicBezTo>
                      <a:close/>
                      <a:moveTo>
                        <a:pt x="53245" y="40576"/>
                      </a:moveTo>
                      <a:cubicBezTo>
                        <a:pt x="54864" y="40862"/>
                        <a:pt x="56769" y="40576"/>
                        <a:pt x="58960" y="40100"/>
                      </a:cubicBezTo>
                      <a:lnTo>
                        <a:pt x="58198" y="39624"/>
                      </a:lnTo>
                      <a:lnTo>
                        <a:pt x="57055" y="40576"/>
                      </a:lnTo>
                      <a:cubicBezTo>
                        <a:pt x="57055" y="40576"/>
                        <a:pt x="55816" y="40100"/>
                        <a:pt x="54578" y="38862"/>
                      </a:cubicBezTo>
                      <a:lnTo>
                        <a:pt x="53245" y="40576"/>
                      </a:lnTo>
                      <a:close/>
                      <a:moveTo>
                        <a:pt x="63722" y="38862"/>
                      </a:moveTo>
                      <a:lnTo>
                        <a:pt x="61246" y="38862"/>
                      </a:lnTo>
                      <a:lnTo>
                        <a:pt x="61246" y="40576"/>
                      </a:lnTo>
                      <a:lnTo>
                        <a:pt x="63722" y="38862"/>
                      </a:lnTo>
                      <a:close/>
                      <a:moveTo>
                        <a:pt x="66580" y="43148"/>
                      </a:moveTo>
                      <a:cubicBezTo>
                        <a:pt x="66580" y="43148"/>
                        <a:pt x="65627" y="42767"/>
                        <a:pt x="65151" y="42481"/>
                      </a:cubicBezTo>
                      <a:cubicBezTo>
                        <a:pt x="64294" y="42100"/>
                        <a:pt x="63627" y="42005"/>
                        <a:pt x="63055" y="42005"/>
                      </a:cubicBezTo>
                      <a:cubicBezTo>
                        <a:pt x="62199" y="42005"/>
                        <a:pt x="61626" y="42386"/>
                        <a:pt x="61150" y="43053"/>
                      </a:cubicBezTo>
                      <a:lnTo>
                        <a:pt x="66580" y="43053"/>
                      </a:lnTo>
                      <a:close/>
                      <a:moveTo>
                        <a:pt x="71628" y="41910"/>
                      </a:moveTo>
                      <a:lnTo>
                        <a:pt x="69914" y="41434"/>
                      </a:lnTo>
                      <a:lnTo>
                        <a:pt x="73533" y="43624"/>
                      </a:lnTo>
                      <a:lnTo>
                        <a:pt x="71628" y="41910"/>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14" name="Google Shape;1314;p99"/>
              <p:cNvGrpSpPr/>
              <p:nvPr/>
            </p:nvGrpSpPr>
            <p:grpSpPr>
              <a:xfrm>
                <a:off x="11082712" y="5291424"/>
                <a:ext cx="310801" cy="66388"/>
                <a:chOff x="5829394" y="3009519"/>
                <a:chExt cx="310801" cy="66388"/>
              </a:xfrm>
            </p:grpSpPr>
            <p:sp>
              <p:nvSpPr>
                <p:cNvPr id="1315" name="Google Shape;1315;p99"/>
                <p:cNvSpPr/>
                <p:nvPr/>
              </p:nvSpPr>
              <p:spPr>
                <a:xfrm>
                  <a:off x="5829394" y="3010185"/>
                  <a:ext cx="49910" cy="65722"/>
                </a:xfrm>
                <a:custGeom>
                  <a:avLst/>
                  <a:gdLst/>
                  <a:ahLst/>
                  <a:cxnLst/>
                  <a:rect l="l" t="t" r="r" b="b"/>
                  <a:pathLst>
                    <a:path w="49910" h="65722" extrusionOk="0">
                      <a:moveTo>
                        <a:pt x="42100" y="30289"/>
                      </a:moveTo>
                      <a:cubicBezTo>
                        <a:pt x="42291" y="30956"/>
                        <a:pt x="42958" y="32004"/>
                        <a:pt x="44005" y="33623"/>
                      </a:cubicBezTo>
                      <a:cubicBezTo>
                        <a:pt x="44767" y="34957"/>
                        <a:pt x="45148" y="36100"/>
                        <a:pt x="45148" y="37052"/>
                      </a:cubicBezTo>
                      <a:cubicBezTo>
                        <a:pt x="45148" y="37814"/>
                        <a:pt x="44958" y="38671"/>
                        <a:pt x="44577" y="39434"/>
                      </a:cubicBezTo>
                      <a:cubicBezTo>
                        <a:pt x="44863" y="40386"/>
                        <a:pt x="44958" y="41338"/>
                        <a:pt x="44958" y="42481"/>
                      </a:cubicBezTo>
                      <a:cubicBezTo>
                        <a:pt x="44958" y="45339"/>
                        <a:pt x="44196" y="47339"/>
                        <a:pt x="42863" y="48387"/>
                      </a:cubicBezTo>
                      <a:cubicBezTo>
                        <a:pt x="42958" y="48101"/>
                        <a:pt x="43053" y="47815"/>
                        <a:pt x="43053" y="47530"/>
                      </a:cubicBezTo>
                      <a:cubicBezTo>
                        <a:pt x="43053" y="46387"/>
                        <a:pt x="42386" y="45815"/>
                        <a:pt x="41148" y="45815"/>
                      </a:cubicBezTo>
                      <a:cubicBezTo>
                        <a:pt x="40576" y="45815"/>
                        <a:pt x="40100" y="45911"/>
                        <a:pt x="39529" y="46196"/>
                      </a:cubicBezTo>
                      <a:lnTo>
                        <a:pt x="40386" y="47054"/>
                      </a:lnTo>
                      <a:cubicBezTo>
                        <a:pt x="40386" y="47054"/>
                        <a:pt x="39719" y="46768"/>
                        <a:pt x="39433" y="46768"/>
                      </a:cubicBezTo>
                      <a:cubicBezTo>
                        <a:pt x="38957" y="46768"/>
                        <a:pt x="38481" y="47149"/>
                        <a:pt x="38005" y="48006"/>
                      </a:cubicBezTo>
                      <a:cubicBezTo>
                        <a:pt x="37529" y="48768"/>
                        <a:pt x="37052" y="49625"/>
                        <a:pt x="36671" y="50387"/>
                      </a:cubicBezTo>
                      <a:lnTo>
                        <a:pt x="37052" y="50959"/>
                      </a:lnTo>
                      <a:cubicBezTo>
                        <a:pt x="36481" y="50768"/>
                        <a:pt x="35814" y="50959"/>
                        <a:pt x="35052" y="51245"/>
                      </a:cubicBezTo>
                      <a:lnTo>
                        <a:pt x="35052" y="52102"/>
                      </a:lnTo>
                      <a:cubicBezTo>
                        <a:pt x="35052" y="52102"/>
                        <a:pt x="34480" y="51626"/>
                        <a:pt x="34099" y="51435"/>
                      </a:cubicBezTo>
                      <a:cubicBezTo>
                        <a:pt x="33718" y="51149"/>
                        <a:pt x="33338" y="51054"/>
                        <a:pt x="33052" y="51245"/>
                      </a:cubicBezTo>
                      <a:cubicBezTo>
                        <a:pt x="33528" y="52006"/>
                        <a:pt x="34290" y="53626"/>
                        <a:pt x="35338" y="55912"/>
                      </a:cubicBezTo>
                      <a:cubicBezTo>
                        <a:pt x="31623" y="56197"/>
                        <a:pt x="28575" y="56388"/>
                        <a:pt x="26003" y="56388"/>
                      </a:cubicBezTo>
                      <a:cubicBezTo>
                        <a:pt x="23431" y="56388"/>
                        <a:pt x="20383" y="56197"/>
                        <a:pt x="16859" y="55912"/>
                      </a:cubicBezTo>
                      <a:cubicBezTo>
                        <a:pt x="16859" y="55340"/>
                        <a:pt x="16478" y="54864"/>
                        <a:pt x="15716" y="54673"/>
                      </a:cubicBezTo>
                      <a:cubicBezTo>
                        <a:pt x="14954" y="54388"/>
                        <a:pt x="14573" y="54102"/>
                        <a:pt x="14573" y="53626"/>
                      </a:cubicBezTo>
                      <a:cubicBezTo>
                        <a:pt x="14573" y="53530"/>
                        <a:pt x="14573" y="53245"/>
                        <a:pt x="14668" y="52959"/>
                      </a:cubicBezTo>
                      <a:cubicBezTo>
                        <a:pt x="14002" y="53340"/>
                        <a:pt x="13335" y="53435"/>
                        <a:pt x="12573" y="53435"/>
                      </a:cubicBezTo>
                      <a:cubicBezTo>
                        <a:pt x="11335" y="53435"/>
                        <a:pt x="8572" y="52388"/>
                        <a:pt x="4381" y="50387"/>
                      </a:cubicBezTo>
                      <a:lnTo>
                        <a:pt x="3524" y="48387"/>
                      </a:lnTo>
                      <a:lnTo>
                        <a:pt x="2381" y="48863"/>
                      </a:lnTo>
                      <a:lnTo>
                        <a:pt x="0" y="41529"/>
                      </a:lnTo>
                      <a:cubicBezTo>
                        <a:pt x="857" y="40577"/>
                        <a:pt x="3715" y="38005"/>
                        <a:pt x="8572" y="33528"/>
                      </a:cubicBezTo>
                      <a:cubicBezTo>
                        <a:pt x="9239" y="33528"/>
                        <a:pt x="9715" y="33814"/>
                        <a:pt x="10192" y="34480"/>
                      </a:cubicBezTo>
                      <a:cubicBezTo>
                        <a:pt x="10668" y="35338"/>
                        <a:pt x="11144" y="36004"/>
                        <a:pt x="11430" y="36195"/>
                      </a:cubicBezTo>
                      <a:cubicBezTo>
                        <a:pt x="11525" y="37052"/>
                        <a:pt x="12763" y="39338"/>
                        <a:pt x="15049" y="43053"/>
                      </a:cubicBezTo>
                      <a:cubicBezTo>
                        <a:pt x="15621" y="42863"/>
                        <a:pt x="16097" y="42672"/>
                        <a:pt x="16573" y="42672"/>
                      </a:cubicBezTo>
                      <a:cubicBezTo>
                        <a:pt x="17240" y="42672"/>
                        <a:pt x="17907" y="43053"/>
                        <a:pt x="18669" y="43910"/>
                      </a:cubicBezTo>
                      <a:cubicBezTo>
                        <a:pt x="19431" y="44672"/>
                        <a:pt x="20193" y="45148"/>
                        <a:pt x="20669" y="45148"/>
                      </a:cubicBezTo>
                      <a:cubicBezTo>
                        <a:pt x="20955" y="45148"/>
                        <a:pt x="21336" y="45148"/>
                        <a:pt x="21717" y="44863"/>
                      </a:cubicBezTo>
                      <a:cubicBezTo>
                        <a:pt x="21526" y="45244"/>
                        <a:pt x="21717" y="45720"/>
                        <a:pt x="22574" y="46387"/>
                      </a:cubicBezTo>
                      <a:cubicBezTo>
                        <a:pt x="22765" y="44482"/>
                        <a:pt x="24289" y="43434"/>
                        <a:pt x="27146" y="43148"/>
                      </a:cubicBezTo>
                      <a:lnTo>
                        <a:pt x="28861" y="43148"/>
                      </a:lnTo>
                      <a:cubicBezTo>
                        <a:pt x="28861" y="43148"/>
                        <a:pt x="28861" y="43815"/>
                        <a:pt x="29146" y="44005"/>
                      </a:cubicBezTo>
                      <a:cubicBezTo>
                        <a:pt x="29623" y="43624"/>
                        <a:pt x="29908" y="43244"/>
                        <a:pt x="29908" y="42577"/>
                      </a:cubicBezTo>
                      <a:cubicBezTo>
                        <a:pt x="29908" y="42386"/>
                        <a:pt x="29908" y="42005"/>
                        <a:pt x="29718" y="41624"/>
                      </a:cubicBezTo>
                      <a:cubicBezTo>
                        <a:pt x="29623" y="41243"/>
                        <a:pt x="29527" y="40862"/>
                        <a:pt x="29527" y="40672"/>
                      </a:cubicBezTo>
                      <a:cubicBezTo>
                        <a:pt x="29527" y="40196"/>
                        <a:pt x="29623" y="39814"/>
                        <a:pt x="29908" y="39529"/>
                      </a:cubicBezTo>
                      <a:cubicBezTo>
                        <a:pt x="30194" y="38957"/>
                        <a:pt x="29527" y="37624"/>
                        <a:pt x="27908" y="35814"/>
                      </a:cubicBezTo>
                      <a:cubicBezTo>
                        <a:pt x="27432" y="36004"/>
                        <a:pt x="26956" y="36195"/>
                        <a:pt x="26670" y="36195"/>
                      </a:cubicBezTo>
                      <a:cubicBezTo>
                        <a:pt x="26003" y="36195"/>
                        <a:pt x="25432" y="35623"/>
                        <a:pt x="24860" y="34576"/>
                      </a:cubicBezTo>
                      <a:cubicBezTo>
                        <a:pt x="24289" y="33528"/>
                        <a:pt x="23717" y="32956"/>
                        <a:pt x="23146" y="32956"/>
                      </a:cubicBezTo>
                      <a:cubicBezTo>
                        <a:pt x="22670" y="32956"/>
                        <a:pt x="22193" y="33147"/>
                        <a:pt x="21622" y="33528"/>
                      </a:cubicBezTo>
                      <a:cubicBezTo>
                        <a:pt x="20860" y="32766"/>
                        <a:pt x="19717" y="32290"/>
                        <a:pt x="18193" y="31909"/>
                      </a:cubicBezTo>
                      <a:lnTo>
                        <a:pt x="14288" y="30956"/>
                      </a:lnTo>
                      <a:cubicBezTo>
                        <a:pt x="13811" y="29718"/>
                        <a:pt x="12763" y="28956"/>
                        <a:pt x="11335" y="28670"/>
                      </a:cubicBezTo>
                      <a:cubicBezTo>
                        <a:pt x="9620" y="28385"/>
                        <a:pt x="8477" y="27908"/>
                        <a:pt x="8096" y="27337"/>
                      </a:cubicBezTo>
                      <a:lnTo>
                        <a:pt x="7239" y="28194"/>
                      </a:lnTo>
                      <a:cubicBezTo>
                        <a:pt x="7239" y="28194"/>
                        <a:pt x="7144" y="27718"/>
                        <a:pt x="7144" y="27432"/>
                      </a:cubicBezTo>
                      <a:cubicBezTo>
                        <a:pt x="7144" y="27146"/>
                        <a:pt x="7144" y="26670"/>
                        <a:pt x="7334" y="26003"/>
                      </a:cubicBezTo>
                      <a:cubicBezTo>
                        <a:pt x="7429" y="25337"/>
                        <a:pt x="7525" y="24860"/>
                        <a:pt x="7525" y="24479"/>
                      </a:cubicBezTo>
                      <a:cubicBezTo>
                        <a:pt x="7525" y="23527"/>
                        <a:pt x="7144" y="22860"/>
                        <a:pt x="6477" y="22384"/>
                      </a:cubicBezTo>
                      <a:cubicBezTo>
                        <a:pt x="6572" y="22098"/>
                        <a:pt x="6763" y="21812"/>
                        <a:pt x="6953" y="21431"/>
                      </a:cubicBezTo>
                      <a:cubicBezTo>
                        <a:pt x="7144" y="21050"/>
                        <a:pt x="7429" y="20955"/>
                        <a:pt x="7715" y="21050"/>
                      </a:cubicBezTo>
                      <a:cubicBezTo>
                        <a:pt x="8096" y="21336"/>
                        <a:pt x="8191" y="21717"/>
                        <a:pt x="8001" y="22288"/>
                      </a:cubicBezTo>
                      <a:cubicBezTo>
                        <a:pt x="7715" y="22860"/>
                        <a:pt x="8001" y="23241"/>
                        <a:pt x="8572" y="23431"/>
                      </a:cubicBezTo>
                      <a:cubicBezTo>
                        <a:pt x="9525" y="22670"/>
                        <a:pt x="9906" y="21907"/>
                        <a:pt x="9906" y="21050"/>
                      </a:cubicBezTo>
                      <a:cubicBezTo>
                        <a:pt x="9906" y="20669"/>
                        <a:pt x="9715" y="20384"/>
                        <a:pt x="9430" y="20098"/>
                      </a:cubicBezTo>
                      <a:cubicBezTo>
                        <a:pt x="9811" y="20003"/>
                        <a:pt x="10382" y="19526"/>
                        <a:pt x="10858" y="18955"/>
                      </a:cubicBezTo>
                      <a:cubicBezTo>
                        <a:pt x="10763" y="18669"/>
                        <a:pt x="10477" y="18574"/>
                        <a:pt x="10287" y="18574"/>
                      </a:cubicBezTo>
                      <a:cubicBezTo>
                        <a:pt x="10096" y="18574"/>
                        <a:pt x="9906" y="18669"/>
                        <a:pt x="9525" y="18955"/>
                      </a:cubicBezTo>
                      <a:cubicBezTo>
                        <a:pt x="9144" y="19240"/>
                        <a:pt x="8763" y="19336"/>
                        <a:pt x="8572" y="19336"/>
                      </a:cubicBezTo>
                      <a:cubicBezTo>
                        <a:pt x="8572" y="19145"/>
                        <a:pt x="8668" y="18955"/>
                        <a:pt x="8858" y="18479"/>
                      </a:cubicBezTo>
                      <a:cubicBezTo>
                        <a:pt x="9049" y="18002"/>
                        <a:pt x="9049" y="17621"/>
                        <a:pt x="9049" y="17336"/>
                      </a:cubicBezTo>
                      <a:cubicBezTo>
                        <a:pt x="8763" y="17526"/>
                        <a:pt x="8477" y="17621"/>
                        <a:pt x="8191" y="17621"/>
                      </a:cubicBezTo>
                      <a:cubicBezTo>
                        <a:pt x="7620" y="17621"/>
                        <a:pt x="7048" y="17145"/>
                        <a:pt x="6477" y="16288"/>
                      </a:cubicBezTo>
                      <a:cubicBezTo>
                        <a:pt x="5715" y="15240"/>
                        <a:pt x="5143" y="14669"/>
                        <a:pt x="4953" y="14383"/>
                      </a:cubicBezTo>
                      <a:lnTo>
                        <a:pt x="4953" y="10763"/>
                      </a:lnTo>
                      <a:cubicBezTo>
                        <a:pt x="5429" y="10287"/>
                        <a:pt x="6001" y="9334"/>
                        <a:pt x="6667" y="8096"/>
                      </a:cubicBezTo>
                      <a:cubicBezTo>
                        <a:pt x="7334" y="6763"/>
                        <a:pt x="7810" y="5905"/>
                        <a:pt x="8096" y="5429"/>
                      </a:cubicBezTo>
                      <a:cubicBezTo>
                        <a:pt x="9049" y="5144"/>
                        <a:pt x="10096" y="4191"/>
                        <a:pt x="11239" y="2572"/>
                      </a:cubicBezTo>
                      <a:cubicBezTo>
                        <a:pt x="12097" y="1333"/>
                        <a:pt x="13335" y="762"/>
                        <a:pt x="14668" y="953"/>
                      </a:cubicBezTo>
                      <a:cubicBezTo>
                        <a:pt x="15907" y="286"/>
                        <a:pt x="17526" y="0"/>
                        <a:pt x="19526" y="95"/>
                      </a:cubicBezTo>
                      <a:cubicBezTo>
                        <a:pt x="22193" y="95"/>
                        <a:pt x="23813" y="95"/>
                        <a:pt x="24670" y="0"/>
                      </a:cubicBezTo>
                      <a:lnTo>
                        <a:pt x="34957" y="571"/>
                      </a:lnTo>
                      <a:cubicBezTo>
                        <a:pt x="36862" y="1524"/>
                        <a:pt x="38100" y="2191"/>
                        <a:pt x="38481" y="2572"/>
                      </a:cubicBezTo>
                      <a:cubicBezTo>
                        <a:pt x="39624" y="3429"/>
                        <a:pt x="40386" y="4477"/>
                        <a:pt x="40672" y="5905"/>
                      </a:cubicBezTo>
                      <a:cubicBezTo>
                        <a:pt x="41053" y="5715"/>
                        <a:pt x="41434" y="5905"/>
                        <a:pt x="41815" y="6191"/>
                      </a:cubicBezTo>
                      <a:cubicBezTo>
                        <a:pt x="42100" y="6572"/>
                        <a:pt x="42481" y="6858"/>
                        <a:pt x="42767" y="7239"/>
                      </a:cubicBezTo>
                      <a:cubicBezTo>
                        <a:pt x="41815" y="7239"/>
                        <a:pt x="41338" y="7429"/>
                        <a:pt x="41338" y="7811"/>
                      </a:cubicBezTo>
                      <a:cubicBezTo>
                        <a:pt x="41338" y="8001"/>
                        <a:pt x="41529" y="8192"/>
                        <a:pt x="41720" y="8668"/>
                      </a:cubicBezTo>
                      <a:cubicBezTo>
                        <a:pt x="42005" y="9049"/>
                        <a:pt x="42100" y="9430"/>
                        <a:pt x="42100" y="9716"/>
                      </a:cubicBezTo>
                      <a:cubicBezTo>
                        <a:pt x="42100" y="10001"/>
                        <a:pt x="41910" y="10287"/>
                        <a:pt x="41529" y="10573"/>
                      </a:cubicBezTo>
                      <a:cubicBezTo>
                        <a:pt x="41148" y="10382"/>
                        <a:pt x="40957" y="10382"/>
                        <a:pt x="40672" y="10382"/>
                      </a:cubicBezTo>
                      <a:cubicBezTo>
                        <a:pt x="40291" y="10382"/>
                        <a:pt x="40005" y="10858"/>
                        <a:pt x="39910" y="11811"/>
                      </a:cubicBezTo>
                      <a:cubicBezTo>
                        <a:pt x="39910" y="12763"/>
                        <a:pt x="39624" y="13335"/>
                        <a:pt x="39338" y="13430"/>
                      </a:cubicBezTo>
                      <a:cubicBezTo>
                        <a:pt x="38957" y="13621"/>
                        <a:pt x="38386" y="14383"/>
                        <a:pt x="37624" y="15812"/>
                      </a:cubicBezTo>
                      <a:cubicBezTo>
                        <a:pt x="36766" y="17145"/>
                        <a:pt x="36004" y="17907"/>
                        <a:pt x="35338" y="17907"/>
                      </a:cubicBezTo>
                      <a:cubicBezTo>
                        <a:pt x="34766" y="17907"/>
                        <a:pt x="34195" y="17431"/>
                        <a:pt x="33528" y="16478"/>
                      </a:cubicBezTo>
                      <a:cubicBezTo>
                        <a:pt x="31813" y="14192"/>
                        <a:pt x="30004" y="12668"/>
                        <a:pt x="28194" y="12001"/>
                      </a:cubicBezTo>
                      <a:lnTo>
                        <a:pt x="27337" y="10573"/>
                      </a:lnTo>
                      <a:cubicBezTo>
                        <a:pt x="25622" y="10858"/>
                        <a:pt x="23813" y="11144"/>
                        <a:pt x="22003" y="11335"/>
                      </a:cubicBezTo>
                      <a:cubicBezTo>
                        <a:pt x="20002" y="11716"/>
                        <a:pt x="18479" y="12859"/>
                        <a:pt x="17526" y="14573"/>
                      </a:cubicBezTo>
                      <a:cubicBezTo>
                        <a:pt x="17335" y="16288"/>
                        <a:pt x="17621" y="17621"/>
                        <a:pt x="18574" y="18669"/>
                      </a:cubicBezTo>
                      <a:cubicBezTo>
                        <a:pt x="19145" y="19336"/>
                        <a:pt x="20193" y="20003"/>
                        <a:pt x="21812" y="20764"/>
                      </a:cubicBezTo>
                      <a:cubicBezTo>
                        <a:pt x="23431" y="21527"/>
                        <a:pt x="24574" y="22288"/>
                        <a:pt x="25146" y="22860"/>
                      </a:cubicBezTo>
                      <a:lnTo>
                        <a:pt x="27813" y="22860"/>
                      </a:lnTo>
                      <a:cubicBezTo>
                        <a:pt x="28861" y="23813"/>
                        <a:pt x="30575" y="25051"/>
                        <a:pt x="32861" y="26384"/>
                      </a:cubicBezTo>
                      <a:cubicBezTo>
                        <a:pt x="33242" y="26194"/>
                        <a:pt x="33718" y="26003"/>
                        <a:pt x="34004" y="26003"/>
                      </a:cubicBezTo>
                      <a:cubicBezTo>
                        <a:pt x="34671" y="26003"/>
                        <a:pt x="35433" y="26384"/>
                        <a:pt x="36290" y="27146"/>
                      </a:cubicBezTo>
                      <a:cubicBezTo>
                        <a:pt x="37243" y="27908"/>
                        <a:pt x="37909" y="28289"/>
                        <a:pt x="38386" y="28385"/>
                      </a:cubicBezTo>
                      <a:cubicBezTo>
                        <a:pt x="38386" y="28385"/>
                        <a:pt x="38290" y="28575"/>
                        <a:pt x="38290" y="28670"/>
                      </a:cubicBezTo>
                      <a:cubicBezTo>
                        <a:pt x="38290" y="29051"/>
                        <a:pt x="38576" y="29432"/>
                        <a:pt x="39052" y="30004"/>
                      </a:cubicBezTo>
                      <a:cubicBezTo>
                        <a:pt x="39433" y="30480"/>
                        <a:pt x="40005" y="30766"/>
                        <a:pt x="40576" y="30766"/>
                      </a:cubicBezTo>
                      <a:lnTo>
                        <a:pt x="41720" y="30766"/>
                      </a:lnTo>
                      <a:close/>
                      <a:moveTo>
                        <a:pt x="5810" y="17526"/>
                      </a:moveTo>
                      <a:lnTo>
                        <a:pt x="5143" y="16192"/>
                      </a:lnTo>
                      <a:lnTo>
                        <a:pt x="6287" y="17050"/>
                      </a:lnTo>
                      <a:lnTo>
                        <a:pt x="5810" y="17526"/>
                      </a:lnTo>
                      <a:close/>
                      <a:moveTo>
                        <a:pt x="5810" y="20860"/>
                      </a:moveTo>
                      <a:lnTo>
                        <a:pt x="5429" y="20384"/>
                      </a:lnTo>
                      <a:cubicBezTo>
                        <a:pt x="5429" y="20384"/>
                        <a:pt x="6096" y="20193"/>
                        <a:pt x="6477" y="19907"/>
                      </a:cubicBezTo>
                      <a:cubicBezTo>
                        <a:pt x="6858" y="19526"/>
                        <a:pt x="7144" y="19431"/>
                        <a:pt x="7239" y="19431"/>
                      </a:cubicBezTo>
                      <a:cubicBezTo>
                        <a:pt x="7334" y="19431"/>
                        <a:pt x="7429" y="19526"/>
                        <a:pt x="7429" y="19621"/>
                      </a:cubicBezTo>
                      <a:cubicBezTo>
                        <a:pt x="7239" y="19907"/>
                        <a:pt x="6953" y="20193"/>
                        <a:pt x="6667" y="20479"/>
                      </a:cubicBezTo>
                      <a:cubicBezTo>
                        <a:pt x="6382" y="20764"/>
                        <a:pt x="6096" y="20860"/>
                        <a:pt x="5715" y="20860"/>
                      </a:cubicBezTo>
                      <a:close/>
                      <a:moveTo>
                        <a:pt x="6287" y="15050"/>
                      </a:moveTo>
                      <a:lnTo>
                        <a:pt x="7429" y="15050"/>
                      </a:lnTo>
                      <a:cubicBezTo>
                        <a:pt x="7239" y="14573"/>
                        <a:pt x="7144" y="14192"/>
                        <a:pt x="7144" y="14002"/>
                      </a:cubicBezTo>
                      <a:lnTo>
                        <a:pt x="6287" y="15050"/>
                      </a:lnTo>
                      <a:close/>
                      <a:moveTo>
                        <a:pt x="6667" y="22193"/>
                      </a:moveTo>
                      <a:cubicBezTo>
                        <a:pt x="6667" y="22193"/>
                        <a:pt x="6382" y="22193"/>
                        <a:pt x="6287" y="22098"/>
                      </a:cubicBezTo>
                      <a:lnTo>
                        <a:pt x="6477" y="22098"/>
                      </a:lnTo>
                      <a:cubicBezTo>
                        <a:pt x="6477" y="22098"/>
                        <a:pt x="6477" y="22193"/>
                        <a:pt x="6572" y="22193"/>
                      </a:cubicBezTo>
                      <a:close/>
                      <a:moveTo>
                        <a:pt x="26479" y="41529"/>
                      </a:moveTo>
                      <a:lnTo>
                        <a:pt x="26479" y="42196"/>
                      </a:lnTo>
                      <a:lnTo>
                        <a:pt x="23527" y="42672"/>
                      </a:lnTo>
                      <a:cubicBezTo>
                        <a:pt x="23527" y="42672"/>
                        <a:pt x="24098" y="42005"/>
                        <a:pt x="24670" y="41815"/>
                      </a:cubicBezTo>
                      <a:cubicBezTo>
                        <a:pt x="25337" y="41720"/>
                        <a:pt x="25908" y="41624"/>
                        <a:pt x="26479" y="41529"/>
                      </a:cubicBezTo>
                      <a:close/>
                      <a:moveTo>
                        <a:pt x="27337" y="60103"/>
                      </a:moveTo>
                      <a:cubicBezTo>
                        <a:pt x="27337" y="60103"/>
                        <a:pt x="27622" y="60960"/>
                        <a:pt x="27622" y="62103"/>
                      </a:cubicBezTo>
                      <a:lnTo>
                        <a:pt x="26479" y="62103"/>
                      </a:lnTo>
                      <a:lnTo>
                        <a:pt x="27337" y="60103"/>
                      </a:lnTo>
                      <a:close/>
                      <a:moveTo>
                        <a:pt x="28480" y="58293"/>
                      </a:moveTo>
                      <a:lnTo>
                        <a:pt x="28480" y="57436"/>
                      </a:lnTo>
                      <a:lnTo>
                        <a:pt x="29623" y="57436"/>
                      </a:lnTo>
                      <a:lnTo>
                        <a:pt x="29623" y="58293"/>
                      </a:lnTo>
                      <a:lnTo>
                        <a:pt x="28480" y="58293"/>
                      </a:lnTo>
                      <a:close/>
                      <a:moveTo>
                        <a:pt x="32575" y="38957"/>
                      </a:moveTo>
                      <a:cubicBezTo>
                        <a:pt x="32766" y="38290"/>
                        <a:pt x="32575" y="37624"/>
                        <a:pt x="32195" y="36862"/>
                      </a:cubicBezTo>
                      <a:lnTo>
                        <a:pt x="30956" y="38957"/>
                      </a:lnTo>
                      <a:lnTo>
                        <a:pt x="32575" y="38957"/>
                      </a:lnTo>
                      <a:close/>
                      <a:moveTo>
                        <a:pt x="33718" y="34099"/>
                      </a:moveTo>
                      <a:cubicBezTo>
                        <a:pt x="33814" y="34766"/>
                        <a:pt x="34957" y="35338"/>
                        <a:pt x="37147" y="35623"/>
                      </a:cubicBezTo>
                      <a:lnTo>
                        <a:pt x="33718" y="34099"/>
                      </a:lnTo>
                      <a:close/>
                      <a:moveTo>
                        <a:pt x="37147" y="64198"/>
                      </a:moveTo>
                      <a:cubicBezTo>
                        <a:pt x="37147" y="64198"/>
                        <a:pt x="36957" y="64770"/>
                        <a:pt x="36957" y="64961"/>
                      </a:cubicBezTo>
                      <a:cubicBezTo>
                        <a:pt x="36576" y="65532"/>
                        <a:pt x="36195" y="65722"/>
                        <a:pt x="35814" y="65722"/>
                      </a:cubicBezTo>
                      <a:cubicBezTo>
                        <a:pt x="35147" y="65722"/>
                        <a:pt x="34766" y="65627"/>
                        <a:pt x="34671" y="65437"/>
                      </a:cubicBezTo>
                      <a:lnTo>
                        <a:pt x="37243" y="64294"/>
                      </a:lnTo>
                      <a:close/>
                      <a:moveTo>
                        <a:pt x="36290" y="57436"/>
                      </a:moveTo>
                      <a:cubicBezTo>
                        <a:pt x="36290" y="57436"/>
                        <a:pt x="36862" y="58007"/>
                        <a:pt x="37529" y="58007"/>
                      </a:cubicBezTo>
                      <a:lnTo>
                        <a:pt x="35433" y="58293"/>
                      </a:lnTo>
                      <a:lnTo>
                        <a:pt x="36290" y="57436"/>
                      </a:lnTo>
                      <a:close/>
                      <a:moveTo>
                        <a:pt x="37529" y="38576"/>
                      </a:moveTo>
                      <a:cubicBezTo>
                        <a:pt x="38290" y="38767"/>
                        <a:pt x="38957" y="38576"/>
                        <a:pt x="39529" y="37719"/>
                      </a:cubicBezTo>
                      <a:cubicBezTo>
                        <a:pt x="39243" y="37338"/>
                        <a:pt x="38767" y="37243"/>
                        <a:pt x="38195" y="37433"/>
                      </a:cubicBezTo>
                      <a:cubicBezTo>
                        <a:pt x="37529" y="37529"/>
                        <a:pt x="37338" y="38005"/>
                        <a:pt x="37529" y="38576"/>
                      </a:cubicBezTo>
                      <a:close/>
                      <a:moveTo>
                        <a:pt x="39529" y="52197"/>
                      </a:moveTo>
                      <a:cubicBezTo>
                        <a:pt x="39338" y="51530"/>
                        <a:pt x="39529" y="51054"/>
                        <a:pt x="40291" y="50959"/>
                      </a:cubicBezTo>
                      <a:cubicBezTo>
                        <a:pt x="40005" y="50959"/>
                        <a:pt x="40481" y="51054"/>
                        <a:pt x="41624" y="51054"/>
                      </a:cubicBezTo>
                      <a:cubicBezTo>
                        <a:pt x="41624" y="51054"/>
                        <a:pt x="41338" y="51245"/>
                        <a:pt x="40957" y="51626"/>
                      </a:cubicBezTo>
                      <a:cubicBezTo>
                        <a:pt x="40576" y="52102"/>
                        <a:pt x="40196" y="52292"/>
                        <a:pt x="39910" y="52292"/>
                      </a:cubicBezTo>
                      <a:cubicBezTo>
                        <a:pt x="39814" y="52292"/>
                        <a:pt x="39624" y="52292"/>
                        <a:pt x="39529" y="52292"/>
                      </a:cubicBezTo>
                      <a:close/>
                      <a:moveTo>
                        <a:pt x="40767" y="32099"/>
                      </a:moveTo>
                      <a:cubicBezTo>
                        <a:pt x="40767" y="32099"/>
                        <a:pt x="40291" y="31528"/>
                        <a:pt x="39910" y="31718"/>
                      </a:cubicBezTo>
                      <a:cubicBezTo>
                        <a:pt x="39529" y="31813"/>
                        <a:pt x="39433" y="32099"/>
                        <a:pt x="39529" y="32480"/>
                      </a:cubicBezTo>
                      <a:lnTo>
                        <a:pt x="40767" y="32766"/>
                      </a:lnTo>
                      <a:lnTo>
                        <a:pt x="40767" y="32099"/>
                      </a:lnTo>
                      <a:close/>
                      <a:moveTo>
                        <a:pt x="40481" y="43339"/>
                      </a:moveTo>
                      <a:cubicBezTo>
                        <a:pt x="41243" y="42672"/>
                        <a:pt x="41624" y="42386"/>
                        <a:pt x="41624" y="42291"/>
                      </a:cubicBezTo>
                      <a:cubicBezTo>
                        <a:pt x="41624" y="42005"/>
                        <a:pt x="41338" y="41720"/>
                        <a:pt x="40767" y="41529"/>
                      </a:cubicBezTo>
                      <a:lnTo>
                        <a:pt x="40481" y="43339"/>
                      </a:lnTo>
                      <a:cubicBezTo>
                        <a:pt x="40481" y="43339"/>
                        <a:pt x="40196" y="44005"/>
                        <a:pt x="40386" y="44291"/>
                      </a:cubicBezTo>
                      <a:lnTo>
                        <a:pt x="40386" y="43339"/>
                      </a:lnTo>
                      <a:close/>
                      <a:moveTo>
                        <a:pt x="43434" y="35338"/>
                      </a:moveTo>
                      <a:cubicBezTo>
                        <a:pt x="43624" y="34671"/>
                        <a:pt x="43720" y="34290"/>
                        <a:pt x="43720" y="34385"/>
                      </a:cubicBezTo>
                      <a:cubicBezTo>
                        <a:pt x="43720" y="34195"/>
                        <a:pt x="43053" y="34099"/>
                        <a:pt x="42005" y="34099"/>
                      </a:cubicBezTo>
                      <a:lnTo>
                        <a:pt x="43434" y="35338"/>
                      </a:lnTo>
                      <a:close/>
                      <a:moveTo>
                        <a:pt x="47530" y="42672"/>
                      </a:moveTo>
                      <a:lnTo>
                        <a:pt x="49054" y="43529"/>
                      </a:lnTo>
                      <a:lnTo>
                        <a:pt x="46196" y="43815"/>
                      </a:lnTo>
                      <a:lnTo>
                        <a:pt x="47530" y="42672"/>
                      </a:lnTo>
                      <a:close/>
                      <a:moveTo>
                        <a:pt x="47815" y="50102"/>
                      </a:moveTo>
                      <a:cubicBezTo>
                        <a:pt x="47815" y="50102"/>
                        <a:pt x="48577" y="50387"/>
                        <a:pt x="49530" y="50387"/>
                      </a:cubicBezTo>
                      <a:lnTo>
                        <a:pt x="47815" y="51721"/>
                      </a:lnTo>
                      <a:lnTo>
                        <a:pt x="47815" y="50006"/>
                      </a:lnTo>
                      <a:close/>
                      <a:moveTo>
                        <a:pt x="48673" y="62865"/>
                      </a:moveTo>
                      <a:cubicBezTo>
                        <a:pt x="48673" y="62865"/>
                        <a:pt x="48673" y="62579"/>
                        <a:pt x="48958" y="62389"/>
                      </a:cubicBezTo>
                      <a:lnTo>
                        <a:pt x="48673" y="62865"/>
                      </a:lnTo>
                      <a:close/>
                      <a:moveTo>
                        <a:pt x="48958" y="62389"/>
                      </a:moveTo>
                      <a:lnTo>
                        <a:pt x="49625" y="61531"/>
                      </a:lnTo>
                      <a:lnTo>
                        <a:pt x="49911" y="62103"/>
                      </a:lnTo>
                      <a:cubicBezTo>
                        <a:pt x="49911" y="62103"/>
                        <a:pt x="49339" y="62103"/>
                        <a:pt x="48958" y="62389"/>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 name="Google Shape;1316;p99"/>
                <p:cNvSpPr/>
                <p:nvPr/>
              </p:nvSpPr>
              <p:spPr>
                <a:xfrm>
                  <a:off x="5880353" y="3010471"/>
                  <a:ext cx="52101" cy="57054"/>
                </a:xfrm>
                <a:custGeom>
                  <a:avLst/>
                  <a:gdLst/>
                  <a:ahLst/>
                  <a:cxnLst/>
                  <a:rect l="l" t="t" r="r" b="b"/>
                  <a:pathLst>
                    <a:path w="52101" h="57054" extrusionOk="0">
                      <a:moveTo>
                        <a:pt x="46482" y="667"/>
                      </a:moveTo>
                      <a:cubicBezTo>
                        <a:pt x="47054" y="3048"/>
                        <a:pt x="47339" y="4572"/>
                        <a:pt x="47339" y="5334"/>
                      </a:cubicBezTo>
                      <a:cubicBezTo>
                        <a:pt x="47339" y="6858"/>
                        <a:pt x="46768" y="8287"/>
                        <a:pt x="45625" y="9334"/>
                      </a:cubicBezTo>
                      <a:lnTo>
                        <a:pt x="47054" y="9716"/>
                      </a:lnTo>
                      <a:cubicBezTo>
                        <a:pt x="45816" y="10478"/>
                        <a:pt x="44958" y="10858"/>
                        <a:pt x="44387" y="10858"/>
                      </a:cubicBezTo>
                      <a:cubicBezTo>
                        <a:pt x="43815" y="10858"/>
                        <a:pt x="43339" y="10573"/>
                        <a:pt x="42958" y="10001"/>
                      </a:cubicBezTo>
                      <a:lnTo>
                        <a:pt x="16193" y="10573"/>
                      </a:lnTo>
                      <a:cubicBezTo>
                        <a:pt x="16383" y="11144"/>
                        <a:pt x="16383" y="11716"/>
                        <a:pt x="16383" y="12383"/>
                      </a:cubicBezTo>
                      <a:cubicBezTo>
                        <a:pt x="16383" y="13049"/>
                        <a:pt x="16193" y="14192"/>
                        <a:pt x="15907" y="15716"/>
                      </a:cubicBezTo>
                      <a:cubicBezTo>
                        <a:pt x="15526" y="17240"/>
                        <a:pt x="15431" y="18383"/>
                        <a:pt x="15431" y="19145"/>
                      </a:cubicBezTo>
                      <a:cubicBezTo>
                        <a:pt x="15431" y="20003"/>
                        <a:pt x="15526" y="20860"/>
                        <a:pt x="15812" y="21622"/>
                      </a:cubicBezTo>
                      <a:cubicBezTo>
                        <a:pt x="17050" y="22479"/>
                        <a:pt x="18860" y="22860"/>
                        <a:pt x="21146" y="22860"/>
                      </a:cubicBezTo>
                      <a:cubicBezTo>
                        <a:pt x="23051" y="22860"/>
                        <a:pt x="25051" y="22574"/>
                        <a:pt x="26956" y="22003"/>
                      </a:cubicBezTo>
                      <a:lnTo>
                        <a:pt x="26480" y="22003"/>
                      </a:lnTo>
                      <a:lnTo>
                        <a:pt x="26480" y="20764"/>
                      </a:lnTo>
                      <a:lnTo>
                        <a:pt x="26956" y="20764"/>
                      </a:lnTo>
                      <a:cubicBezTo>
                        <a:pt x="26956" y="20764"/>
                        <a:pt x="26861" y="21146"/>
                        <a:pt x="26861" y="21241"/>
                      </a:cubicBezTo>
                      <a:cubicBezTo>
                        <a:pt x="26861" y="21622"/>
                        <a:pt x="27051" y="21907"/>
                        <a:pt x="27432" y="22098"/>
                      </a:cubicBezTo>
                      <a:cubicBezTo>
                        <a:pt x="27813" y="22384"/>
                        <a:pt x="28099" y="22574"/>
                        <a:pt x="28480" y="22765"/>
                      </a:cubicBezTo>
                      <a:cubicBezTo>
                        <a:pt x="28480" y="22765"/>
                        <a:pt x="29528" y="22765"/>
                        <a:pt x="31528" y="22670"/>
                      </a:cubicBezTo>
                      <a:cubicBezTo>
                        <a:pt x="32766" y="22670"/>
                        <a:pt x="33909" y="22670"/>
                        <a:pt x="34766" y="22765"/>
                      </a:cubicBezTo>
                      <a:cubicBezTo>
                        <a:pt x="35909" y="22955"/>
                        <a:pt x="36862" y="23336"/>
                        <a:pt x="37624" y="24003"/>
                      </a:cubicBezTo>
                      <a:cubicBezTo>
                        <a:pt x="38481" y="24765"/>
                        <a:pt x="38862" y="25622"/>
                        <a:pt x="38862" y="26670"/>
                      </a:cubicBezTo>
                      <a:cubicBezTo>
                        <a:pt x="38862" y="27146"/>
                        <a:pt x="38672" y="28004"/>
                        <a:pt x="38481" y="29242"/>
                      </a:cubicBezTo>
                      <a:cubicBezTo>
                        <a:pt x="38195" y="30480"/>
                        <a:pt x="38100" y="31432"/>
                        <a:pt x="38100" y="32099"/>
                      </a:cubicBezTo>
                      <a:cubicBezTo>
                        <a:pt x="36957" y="33528"/>
                        <a:pt x="35243" y="34290"/>
                        <a:pt x="32766" y="34290"/>
                      </a:cubicBezTo>
                      <a:cubicBezTo>
                        <a:pt x="32004" y="34290"/>
                        <a:pt x="30766" y="34195"/>
                        <a:pt x="28956" y="34004"/>
                      </a:cubicBezTo>
                      <a:cubicBezTo>
                        <a:pt x="27146" y="33814"/>
                        <a:pt x="25908" y="33623"/>
                        <a:pt x="25146" y="33623"/>
                      </a:cubicBezTo>
                      <a:cubicBezTo>
                        <a:pt x="24289" y="33623"/>
                        <a:pt x="23527" y="33623"/>
                        <a:pt x="22860" y="33814"/>
                      </a:cubicBezTo>
                      <a:cubicBezTo>
                        <a:pt x="22289" y="33433"/>
                        <a:pt x="21717" y="33338"/>
                        <a:pt x="21050" y="33338"/>
                      </a:cubicBezTo>
                      <a:cubicBezTo>
                        <a:pt x="20288" y="33338"/>
                        <a:pt x="19145" y="33814"/>
                        <a:pt x="17717" y="34862"/>
                      </a:cubicBezTo>
                      <a:cubicBezTo>
                        <a:pt x="16288" y="35814"/>
                        <a:pt x="15240" y="36386"/>
                        <a:pt x="14478" y="36386"/>
                      </a:cubicBezTo>
                      <a:cubicBezTo>
                        <a:pt x="13621" y="36386"/>
                        <a:pt x="12859" y="36004"/>
                        <a:pt x="12097" y="35243"/>
                      </a:cubicBezTo>
                      <a:lnTo>
                        <a:pt x="11621" y="36767"/>
                      </a:lnTo>
                      <a:cubicBezTo>
                        <a:pt x="11621" y="36767"/>
                        <a:pt x="10859" y="36671"/>
                        <a:pt x="10287" y="36386"/>
                      </a:cubicBezTo>
                      <a:cubicBezTo>
                        <a:pt x="9620" y="36100"/>
                        <a:pt x="9144" y="36004"/>
                        <a:pt x="8954" y="36004"/>
                      </a:cubicBezTo>
                      <a:cubicBezTo>
                        <a:pt x="8477" y="36004"/>
                        <a:pt x="8001" y="36290"/>
                        <a:pt x="7716" y="36767"/>
                      </a:cubicBezTo>
                      <a:cubicBezTo>
                        <a:pt x="9239" y="37910"/>
                        <a:pt x="10859" y="38386"/>
                        <a:pt x="12668" y="38195"/>
                      </a:cubicBezTo>
                      <a:lnTo>
                        <a:pt x="11716" y="38862"/>
                      </a:lnTo>
                      <a:cubicBezTo>
                        <a:pt x="12573" y="38862"/>
                        <a:pt x="13430" y="39053"/>
                        <a:pt x="14288" y="39053"/>
                      </a:cubicBezTo>
                      <a:cubicBezTo>
                        <a:pt x="15335" y="39338"/>
                        <a:pt x="16002" y="39910"/>
                        <a:pt x="16193" y="40672"/>
                      </a:cubicBezTo>
                      <a:cubicBezTo>
                        <a:pt x="16193" y="41624"/>
                        <a:pt x="16383" y="42577"/>
                        <a:pt x="16478" y="43434"/>
                      </a:cubicBezTo>
                      <a:cubicBezTo>
                        <a:pt x="16669" y="44291"/>
                        <a:pt x="17241" y="44863"/>
                        <a:pt x="18288" y="44958"/>
                      </a:cubicBezTo>
                      <a:cubicBezTo>
                        <a:pt x="19812" y="44958"/>
                        <a:pt x="22384" y="44958"/>
                        <a:pt x="26003" y="45053"/>
                      </a:cubicBezTo>
                      <a:cubicBezTo>
                        <a:pt x="29337" y="45053"/>
                        <a:pt x="31909" y="45053"/>
                        <a:pt x="33624" y="45053"/>
                      </a:cubicBezTo>
                      <a:cubicBezTo>
                        <a:pt x="36481" y="44863"/>
                        <a:pt x="39053" y="44387"/>
                        <a:pt x="41243" y="43815"/>
                      </a:cubicBezTo>
                      <a:cubicBezTo>
                        <a:pt x="41053" y="44387"/>
                        <a:pt x="41339" y="44672"/>
                        <a:pt x="42101" y="44768"/>
                      </a:cubicBezTo>
                      <a:lnTo>
                        <a:pt x="43910" y="44768"/>
                      </a:lnTo>
                      <a:cubicBezTo>
                        <a:pt x="43910" y="44768"/>
                        <a:pt x="44672" y="44768"/>
                        <a:pt x="44863" y="44958"/>
                      </a:cubicBezTo>
                      <a:lnTo>
                        <a:pt x="46196" y="44958"/>
                      </a:lnTo>
                      <a:cubicBezTo>
                        <a:pt x="46673" y="50006"/>
                        <a:pt x="46863" y="52197"/>
                        <a:pt x="46863" y="51435"/>
                      </a:cubicBezTo>
                      <a:cubicBezTo>
                        <a:pt x="46863" y="53340"/>
                        <a:pt x="46482" y="54959"/>
                        <a:pt x="45720" y="56102"/>
                      </a:cubicBezTo>
                      <a:cubicBezTo>
                        <a:pt x="44101" y="56388"/>
                        <a:pt x="42291" y="56579"/>
                        <a:pt x="40291" y="56579"/>
                      </a:cubicBezTo>
                      <a:lnTo>
                        <a:pt x="31814" y="56579"/>
                      </a:lnTo>
                      <a:cubicBezTo>
                        <a:pt x="29623" y="56579"/>
                        <a:pt x="27718" y="56769"/>
                        <a:pt x="26099" y="57055"/>
                      </a:cubicBezTo>
                      <a:cubicBezTo>
                        <a:pt x="25146" y="56769"/>
                        <a:pt x="23051" y="56674"/>
                        <a:pt x="19908" y="56674"/>
                      </a:cubicBezTo>
                      <a:cubicBezTo>
                        <a:pt x="17431" y="56674"/>
                        <a:pt x="15526" y="56197"/>
                        <a:pt x="14097" y="55245"/>
                      </a:cubicBezTo>
                      <a:cubicBezTo>
                        <a:pt x="13145" y="56102"/>
                        <a:pt x="11716" y="56579"/>
                        <a:pt x="9620" y="56579"/>
                      </a:cubicBezTo>
                      <a:cubicBezTo>
                        <a:pt x="8954" y="56579"/>
                        <a:pt x="7334" y="56388"/>
                        <a:pt x="4667" y="56102"/>
                      </a:cubicBezTo>
                      <a:cubicBezTo>
                        <a:pt x="3143" y="55150"/>
                        <a:pt x="2381" y="53435"/>
                        <a:pt x="2381" y="50768"/>
                      </a:cubicBezTo>
                      <a:cubicBezTo>
                        <a:pt x="2381" y="50197"/>
                        <a:pt x="2381" y="49435"/>
                        <a:pt x="2477" y="48387"/>
                      </a:cubicBezTo>
                      <a:cubicBezTo>
                        <a:pt x="2477" y="47339"/>
                        <a:pt x="2477" y="46577"/>
                        <a:pt x="2477" y="46196"/>
                      </a:cubicBezTo>
                      <a:lnTo>
                        <a:pt x="2953" y="25337"/>
                      </a:lnTo>
                      <a:cubicBezTo>
                        <a:pt x="2572" y="24575"/>
                        <a:pt x="2477" y="23527"/>
                        <a:pt x="2477" y="22193"/>
                      </a:cubicBezTo>
                      <a:cubicBezTo>
                        <a:pt x="2477" y="21717"/>
                        <a:pt x="2477" y="20955"/>
                        <a:pt x="2572" y="19907"/>
                      </a:cubicBezTo>
                      <a:cubicBezTo>
                        <a:pt x="2572" y="18860"/>
                        <a:pt x="2572" y="18193"/>
                        <a:pt x="2572" y="17717"/>
                      </a:cubicBezTo>
                      <a:cubicBezTo>
                        <a:pt x="2572" y="15050"/>
                        <a:pt x="1715" y="13621"/>
                        <a:pt x="0" y="13525"/>
                      </a:cubicBezTo>
                      <a:cubicBezTo>
                        <a:pt x="2096" y="12954"/>
                        <a:pt x="3143" y="11240"/>
                        <a:pt x="2953" y="8287"/>
                      </a:cubicBezTo>
                      <a:cubicBezTo>
                        <a:pt x="2762" y="4000"/>
                        <a:pt x="2667" y="1619"/>
                        <a:pt x="2762" y="1238"/>
                      </a:cubicBezTo>
                      <a:lnTo>
                        <a:pt x="2286" y="857"/>
                      </a:lnTo>
                      <a:cubicBezTo>
                        <a:pt x="3048" y="381"/>
                        <a:pt x="4001" y="191"/>
                        <a:pt x="5049" y="191"/>
                      </a:cubicBezTo>
                      <a:cubicBezTo>
                        <a:pt x="5715" y="191"/>
                        <a:pt x="6763" y="286"/>
                        <a:pt x="8382" y="571"/>
                      </a:cubicBezTo>
                      <a:cubicBezTo>
                        <a:pt x="10001" y="857"/>
                        <a:pt x="11240" y="857"/>
                        <a:pt x="12192" y="857"/>
                      </a:cubicBezTo>
                      <a:cubicBezTo>
                        <a:pt x="16859" y="857"/>
                        <a:pt x="19908" y="571"/>
                        <a:pt x="21241" y="0"/>
                      </a:cubicBezTo>
                      <a:cubicBezTo>
                        <a:pt x="21431" y="667"/>
                        <a:pt x="21908" y="1048"/>
                        <a:pt x="22479" y="1048"/>
                      </a:cubicBezTo>
                      <a:cubicBezTo>
                        <a:pt x="22860" y="1048"/>
                        <a:pt x="23336" y="857"/>
                        <a:pt x="24099" y="571"/>
                      </a:cubicBezTo>
                      <a:cubicBezTo>
                        <a:pt x="24860" y="286"/>
                        <a:pt x="25432" y="191"/>
                        <a:pt x="25718" y="191"/>
                      </a:cubicBezTo>
                      <a:cubicBezTo>
                        <a:pt x="26003" y="191"/>
                        <a:pt x="26289" y="191"/>
                        <a:pt x="26575" y="191"/>
                      </a:cubicBezTo>
                      <a:cubicBezTo>
                        <a:pt x="26861" y="191"/>
                        <a:pt x="28194" y="476"/>
                        <a:pt x="30671" y="953"/>
                      </a:cubicBezTo>
                      <a:cubicBezTo>
                        <a:pt x="32385" y="1143"/>
                        <a:pt x="33719" y="1333"/>
                        <a:pt x="34671" y="1143"/>
                      </a:cubicBezTo>
                      <a:lnTo>
                        <a:pt x="35814" y="2477"/>
                      </a:lnTo>
                      <a:cubicBezTo>
                        <a:pt x="36576" y="857"/>
                        <a:pt x="39910" y="381"/>
                        <a:pt x="45816" y="762"/>
                      </a:cubicBezTo>
                      <a:close/>
                      <a:moveTo>
                        <a:pt x="4191" y="36004"/>
                      </a:moveTo>
                      <a:cubicBezTo>
                        <a:pt x="4382" y="36671"/>
                        <a:pt x="5144" y="36957"/>
                        <a:pt x="6287" y="36957"/>
                      </a:cubicBezTo>
                      <a:cubicBezTo>
                        <a:pt x="6858" y="36957"/>
                        <a:pt x="7239" y="36862"/>
                        <a:pt x="7430" y="36671"/>
                      </a:cubicBezTo>
                      <a:lnTo>
                        <a:pt x="4191" y="36004"/>
                      </a:lnTo>
                      <a:close/>
                      <a:moveTo>
                        <a:pt x="10954" y="36004"/>
                      </a:moveTo>
                      <a:lnTo>
                        <a:pt x="10954" y="35147"/>
                      </a:lnTo>
                      <a:cubicBezTo>
                        <a:pt x="10954" y="35147"/>
                        <a:pt x="10478" y="34576"/>
                        <a:pt x="9811" y="34576"/>
                      </a:cubicBezTo>
                      <a:lnTo>
                        <a:pt x="10954" y="36004"/>
                      </a:lnTo>
                      <a:close/>
                      <a:moveTo>
                        <a:pt x="13621" y="18193"/>
                      </a:moveTo>
                      <a:lnTo>
                        <a:pt x="13621" y="17526"/>
                      </a:lnTo>
                      <a:lnTo>
                        <a:pt x="12764" y="17526"/>
                      </a:lnTo>
                      <a:lnTo>
                        <a:pt x="12764" y="18193"/>
                      </a:lnTo>
                      <a:lnTo>
                        <a:pt x="13621" y="18193"/>
                      </a:lnTo>
                      <a:close/>
                      <a:moveTo>
                        <a:pt x="31528" y="17812"/>
                      </a:moveTo>
                      <a:cubicBezTo>
                        <a:pt x="30956" y="17431"/>
                        <a:pt x="30671" y="17145"/>
                        <a:pt x="30671" y="16764"/>
                      </a:cubicBezTo>
                      <a:cubicBezTo>
                        <a:pt x="30671" y="16288"/>
                        <a:pt x="31147" y="16002"/>
                        <a:pt x="32004" y="16002"/>
                      </a:cubicBezTo>
                      <a:cubicBezTo>
                        <a:pt x="32861" y="16002"/>
                        <a:pt x="33338" y="16383"/>
                        <a:pt x="33624" y="16954"/>
                      </a:cubicBezTo>
                      <a:cubicBezTo>
                        <a:pt x="32861" y="17621"/>
                        <a:pt x="32195" y="17907"/>
                        <a:pt x="31528" y="17812"/>
                      </a:cubicBezTo>
                      <a:close/>
                      <a:moveTo>
                        <a:pt x="38100" y="18193"/>
                      </a:moveTo>
                      <a:cubicBezTo>
                        <a:pt x="38100" y="18193"/>
                        <a:pt x="38672" y="17812"/>
                        <a:pt x="38672" y="17621"/>
                      </a:cubicBezTo>
                      <a:cubicBezTo>
                        <a:pt x="38672" y="17526"/>
                        <a:pt x="38672" y="17240"/>
                        <a:pt x="38386" y="17050"/>
                      </a:cubicBezTo>
                      <a:cubicBezTo>
                        <a:pt x="38195" y="16764"/>
                        <a:pt x="38100" y="16669"/>
                        <a:pt x="38100" y="16574"/>
                      </a:cubicBezTo>
                      <a:cubicBezTo>
                        <a:pt x="38100" y="16383"/>
                        <a:pt x="38291" y="16288"/>
                        <a:pt x="38386" y="16192"/>
                      </a:cubicBezTo>
                      <a:cubicBezTo>
                        <a:pt x="38862" y="16002"/>
                        <a:pt x="39434" y="16192"/>
                        <a:pt x="40100" y="16764"/>
                      </a:cubicBezTo>
                      <a:lnTo>
                        <a:pt x="39243" y="18288"/>
                      </a:lnTo>
                      <a:lnTo>
                        <a:pt x="40386" y="19145"/>
                      </a:lnTo>
                      <a:lnTo>
                        <a:pt x="37910" y="18288"/>
                      </a:lnTo>
                      <a:close/>
                      <a:moveTo>
                        <a:pt x="40577" y="5334"/>
                      </a:moveTo>
                      <a:cubicBezTo>
                        <a:pt x="40577" y="5334"/>
                        <a:pt x="40862" y="5525"/>
                        <a:pt x="40862" y="5525"/>
                      </a:cubicBezTo>
                      <a:lnTo>
                        <a:pt x="40577" y="5334"/>
                      </a:lnTo>
                      <a:lnTo>
                        <a:pt x="40577" y="4382"/>
                      </a:lnTo>
                      <a:lnTo>
                        <a:pt x="39434" y="4382"/>
                      </a:lnTo>
                      <a:lnTo>
                        <a:pt x="40577" y="5334"/>
                      </a:lnTo>
                      <a:close/>
                      <a:moveTo>
                        <a:pt x="52007" y="1524"/>
                      </a:moveTo>
                      <a:cubicBezTo>
                        <a:pt x="52007" y="1524"/>
                        <a:pt x="51816" y="2000"/>
                        <a:pt x="51530" y="2381"/>
                      </a:cubicBezTo>
                      <a:cubicBezTo>
                        <a:pt x="51149" y="2762"/>
                        <a:pt x="50959" y="3048"/>
                        <a:pt x="50864" y="3238"/>
                      </a:cubicBezTo>
                      <a:lnTo>
                        <a:pt x="51721" y="3905"/>
                      </a:lnTo>
                      <a:lnTo>
                        <a:pt x="50006" y="3238"/>
                      </a:lnTo>
                      <a:cubicBezTo>
                        <a:pt x="50006" y="3238"/>
                        <a:pt x="50578" y="2953"/>
                        <a:pt x="50768" y="2286"/>
                      </a:cubicBezTo>
                      <a:cubicBezTo>
                        <a:pt x="50768" y="1619"/>
                        <a:pt x="51149" y="1333"/>
                        <a:pt x="51435" y="1333"/>
                      </a:cubicBezTo>
                      <a:cubicBezTo>
                        <a:pt x="51530" y="1333"/>
                        <a:pt x="51816" y="1333"/>
                        <a:pt x="52102" y="1524"/>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 name="Google Shape;1317;p99"/>
                <p:cNvSpPr/>
                <p:nvPr/>
              </p:nvSpPr>
              <p:spPr>
                <a:xfrm>
                  <a:off x="5924835" y="3009804"/>
                  <a:ext cx="56483" cy="57816"/>
                </a:xfrm>
                <a:custGeom>
                  <a:avLst/>
                  <a:gdLst/>
                  <a:ahLst/>
                  <a:cxnLst/>
                  <a:rect l="l" t="t" r="r" b="b"/>
                  <a:pathLst>
                    <a:path w="56483" h="57816" extrusionOk="0">
                      <a:moveTo>
                        <a:pt x="2000" y="34290"/>
                      </a:moveTo>
                      <a:lnTo>
                        <a:pt x="0" y="35147"/>
                      </a:lnTo>
                      <a:lnTo>
                        <a:pt x="2762" y="32766"/>
                      </a:lnTo>
                      <a:lnTo>
                        <a:pt x="2000" y="34290"/>
                      </a:lnTo>
                      <a:close/>
                      <a:moveTo>
                        <a:pt x="1524" y="47911"/>
                      </a:moveTo>
                      <a:lnTo>
                        <a:pt x="381" y="45434"/>
                      </a:lnTo>
                      <a:lnTo>
                        <a:pt x="1524" y="47053"/>
                      </a:lnTo>
                      <a:lnTo>
                        <a:pt x="1524" y="47911"/>
                      </a:lnTo>
                      <a:close/>
                      <a:moveTo>
                        <a:pt x="4477" y="46673"/>
                      </a:moveTo>
                      <a:lnTo>
                        <a:pt x="3238" y="45815"/>
                      </a:lnTo>
                      <a:lnTo>
                        <a:pt x="4477" y="45815"/>
                      </a:lnTo>
                      <a:lnTo>
                        <a:pt x="4477" y="46673"/>
                      </a:lnTo>
                      <a:close/>
                      <a:moveTo>
                        <a:pt x="4858" y="26575"/>
                      </a:moveTo>
                      <a:lnTo>
                        <a:pt x="5715" y="27242"/>
                      </a:lnTo>
                      <a:lnTo>
                        <a:pt x="4572" y="27242"/>
                      </a:lnTo>
                      <a:lnTo>
                        <a:pt x="4953" y="26575"/>
                      </a:lnTo>
                      <a:close/>
                      <a:moveTo>
                        <a:pt x="4858" y="35909"/>
                      </a:moveTo>
                      <a:lnTo>
                        <a:pt x="5429" y="35052"/>
                      </a:lnTo>
                      <a:lnTo>
                        <a:pt x="6572" y="35052"/>
                      </a:lnTo>
                      <a:lnTo>
                        <a:pt x="4953" y="35909"/>
                      </a:lnTo>
                      <a:close/>
                      <a:moveTo>
                        <a:pt x="7811" y="52483"/>
                      </a:moveTo>
                      <a:lnTo>
                        <a:pt x="6858" y="51149"/>
                      </a:lnTo>
                      <a:lnTo>
                        <a:pt x="8668" y="51149"/>
                      </a:lnTo>
                      <a:lnTo>
                        <a:pt x="7811" y="52483"/>
                      </a:lnTo>
                      <a:close/>
                      <a:moveTo>
                        <a:pt x="51054" y="42767"/>
                      </a:moveTo>
                      <a:cubicBezTo>
                        <a:pt x="51054" y="44291"/>
                        <a:pt x="52006" y="46196"/>
                        <a:pt x="53816" y="48482"/>
                      </a:cubicBezTo>
                      <a:cubicBezTo>
                        <a:pt x="55626" y="50863"/>
                        <a:pt x="56483" y="52673"/>
                        <a:pt x="56483" y="54102"/>
                      </a:cubicBezTo>
                      <a:cubicBezTo>
                        <a:pt x="56483" y="54864"/>
                        <a:pt x="56293" y="55721"/>
                        <a:pt x="55912" y="56578"/>
                      </a:cubicBezTo>
                      <a:cubicBezTo>
                        <a:pt x="56102" y="56578"/>
                        <a:pt x="54293" y="56578"/>
                        <a:pt x="50673" y="56483"/>
                      </a:cubicBezTo>
                      <a:cubicBezTo>
                        <a:pt x="48578" y="56483"/>
                        <a:pt x="46958" y="56864"/>
                        <a:pt x="45911" y="57817"/>
                      </a:cubicBezTo>
                      <a:lnTo>
                        <a:pt x="44482" y="55817"/>
                      </a:lnTo>
                      <a:cubicBezTo>
                        <a:pt x="43339" y="56007"/>
                        <a:pt x="42386" y="55435"/>
                        <a:pt x="41624" y="54197"/>
                      </a:cubicBezTo>
                      <a:cubicBezTo>
                        <a:pt x="40481" y="52292"/>
                        <a:pt x="39719" y="51244"/>
                        <a:pt x="39529" y="51149"/>
                      </a:cubicBezTo>
                      <a:cubicBezTo>
                        <a:pt x="39624" y="50768"/>
                        <a:pt x="39814" y="50483"/>
                        <a:pt x="39814" y="50197"/>
                      </a:cubicBezTo>
                      <a:cubicBezTo>
                        <a:pt x="39814" y="49530"/>
                        <a:pt x="39529" y="48768"/>
                        <a:pt x="38862" y="47816"/>
                      </a:cubicBezTo>
                      <a:cubicBezTo>
                        <a:pt x="38195" y="46863"/>
                        <a:pt x="37910" y="46101"/>
                        <a:pt x="37910" y="45434"/>
                      </a:cubicBezTo>
                      <a:cubicBezTo>
                        <a:pt x="36862" y="44577"/>
                        <a:pt x="36004" y="43148"/>
                        <a:pt x="35243" y="41529"/>
                      </a:cubicBezTo>
                      <a:cubicBezTo>
                        <a:pt x="34290" y="39433"/>
                        <a:pt x="33528" y="38100"/>
                        <a:pt x="32861" y="37243"/>
                      </a:cubicBezTo>
                      <a:cubicBezTo>
                        <a:pt x="32576" y="36290"/>
                        <a:pt x="32385" y="35433"/>
                        <a:pt x="32195" y="34480"/>
                      </a:cubicBezTo>
                      <a:cubicBezTo>
                        <a:pt x="31718" y="33337"/>
                        <a:pt x="31242" y="32766"/>
                        <a:pt x="30766" y="32766"/>
                      </a:cubicBezTo>
                      <a:cubicBezTo>
                        <a:pt x="30385" y="32766"/>
                        <a:pt x="30004" y="32957"/>
                        <a:pt x="29623" y="33433"/>
                      </a:cubicBezTo>
                      <a:lnTo>
                        <a:pt x="29337" y="33147"/>
                      </a:lnTo>
                      <a:cubicBezTo>
                        <a:pt x="28861" y="34004"/>
                        <a:pt x="27622" y="34290"/>
                        <a:pt x="25432" y="34004"/>
                      </a:cubicBezTo>
                      <a:lnTo>
                        <a:pt x="23431" y="33147"/>
                      </a:lnTo>
                      <a:cubicBezTo>
                        <a:pt x="23241" y="33814"/>
                        <a:pt x="23146" y="34671"/>
                        <a:pt x="23146" y="35719"/>
                      </a:cubicBezTo>
                      <a:cubicBezTo>
                        <a:pt x="23146" y="37528"/>
                        <a:pt x="23527" y="39719"/>
                        <a:pt x="24289" y="42291"/>
                      </a:cubicBezTo>
                      <a:lnTo>
                        <a:pt x="23431" y="42291"/>
                      </a:lnTo>
                      <a:lnTo>
                        <a:pt x="22955" y="49054"/>
                      </a:lnTo>
                      <a:cubicBezTo>
                        <a:pt x="22955" y="49054"/>
                        <a:pt x="22288" y="49244"/>
                        <a:pt x="21812" y="49530"/>
                      </a:cubicBezTo>
                      <a:lnTo>
                        <a:pt x="23431" y="50387"/>
                      </a:lnTo>
                      <a:cubicBezTo>
                        <a:pt x="23431" y="50387"/>
                        <a:pt x="22955" y="51149"/>
                        <a:pt x="22955" y="51816"/>
                      </a:cubicBezTo>
                      <a:cubicBezTo>
                        <a:pt x="22955" y="52007"/>
                        <a:pt x="22955" y="52387"/>
                        <a:pt x="23146" y="52864"/>
                      </a:cubicBezTo>
                      <a:cubicBezTo>
                        <a:pt x="23146" y="53340"/>
                        <a:pt x="23241" y="53721"/>
                        <a:pt x="23241" y="53911"/>
                      </a:cubicBezTo>
                      <a:cubicBezTo>
                        <a:pt x="23241" y="55340"/>
                        <a:pt x="22384" y="56007"/>
                        <a:pt x="20479" y="55817"/>
                      </a:cubicBezTo>
                      <a:lnTo>
                        <a:pt x="20955" y="56198"/>
                      </a:lnTo>
                      <a:cubicBezTo>
                        <a:pt x="20955" y="56198"/>
                        <a:pt x="19907" y="56293"/>
                        <a:pt x="18479" y="56578"/>
                      </a:cubicBezTo>
                      <a:cubicBezTo>
                        <a:pt x="17050" y="56864"/>
                        <a:pt x="15812" y="57055"/>
                        <a:pt x="14859" y="57055"/>
                      </a:cubicBezTo>
                      <a:cubicBezTo>
                        <a:pt x="14002" y="57055"/>
                        <a:pt x="13335" y="56959"/>
                        <a:pt x="12668" y="56769"/>
                      </a:cubicBezTo>
                      <a:cubicBezTo>
                        <a:pt x="12668" y="56388"/>
                        <a:pt x="12668" y="56102"/>
                        <a:pt x="13049" y="55912"/>
                      </a:cubicBezTo>
                      <a:cubicBezTo>
                        <a:pt x="10859" y="55245"/>
                        <a:pt x="9715" y="53911"/>
                        <a:pt x="9715" y="51721"/>
                      </a:cubicBezTo>
                      <a:cubicBezTo>
                        <a:pt x="9715" y="51340"/>
                        <a:pt x="9715" y="50768"/>
                        <a:pt x="9715" y="50197"/>
                      </a:cubicBezTo>
                      <a:cubicBezTo>
                        <a:pt x="9715" y="49530"/>
                        <a:pt x="9715" y="49149"/>
                        <a:pt x="9715" y="48863"/>
                      </a:cubicBezTo>
                      <a:cubicBezTo>
                        <a:pt x="9715" y="48577"/>
                        <a:pt x="9335" y="48387"/>
                        <a:pt x="8858" y="48387"/>
                      </a:cubicBezTo>
                      <a:cubicBezTo>
                        <a:pt x="9049" y="48196"/>
                        <a:pt x="9335" y="47816"/>
                        <a:pt x="9715" y="47530"/>
                      </a:cubicBezTo>
                      <a:cubicBezTo>
                        <a:pt x="9715" y="48006"/>
                        <a:pt x="9906" y="48292"/>
                        <a:pt x="10192" y="48292"/>
                      </a:cubicBezTo>
                      <a:cubicBezTo>
                        <a:pt x="10382" y="48292"/>
                        <a:pt x="10668" y="48292"/>
                        <a:pt x="11049" y="48006"/>
                      </a:cubicBezTo>
                      <a:cubicBezTo>
                        <a:pt x="11430" y="47816"/>
                        <a:pt x="11716" y="47720"/>
                        <a:pt x="11811" y="47720"/>
                      </a:cubicBezTo>
                      <a:cubicBezTo>
                        <a:pt x="12002" y="47720"/>
                        <a:pt x="12002" y="47720"/>
                        <a:pt x="12097" y="47816"/>
                      </a:cubicBezTo>
                      <a:lnTo>
                        <a:pt x="9239" y="44482"/>
                      </a:lnTo>
                      <a:cubicBezTo>
                        <a:pt x="9239" y="44482"/>
                        <a:pt x="9811" y="44291"/>
                        <a:pt x="10478" y="43625"/>
                      </a:cubicBezTo>
                      <a:lnTo>
                        <a:pt x="10096" y="40005"/>
                      </a:lnTo>
                      <a:cubicBezTo>
                        <a:pt x="10096" y="40005"/>
                        <a:pt x="10668" y="39815"/>
                        <a:pt x="10763" y="39529"/>
                      </a:cubicBezTo>
                      <a:cubicBezTo>
                        <a:pt x="10763" y="39338"/>
                        <a:pt x="10573" y="38957"/>
                        <a:pt x="10192" y="38386"/>
                      </a:cubicBezTo>
                      <a:cubicBezTo>
                        <a:pt x="9906" y="37909"/>
                        <a:pt x="9906" y="37528"/>
                        <a:pt x="10192" y="37243"/>
                      </a:cubicBezTo>
                      <a:cubicBezTo>
                        <a:pt x="10573" y="37433"/>
                        <a:pt x="11049" y="37243"/>
                        <a:pt x="11430" y="36767"/>
                      </a:cubicBezTo>
                      <a:lnTo>
                        <a:pt x="12478" y="35624"/>
                      </a:lnTo>
                      <a:lnTo>
                        <a:pt x="12478" y="34861"/>
                      </a:lnTo>
                      <a:lnTo>
                        <a:pt x="10478" y="35624"/>
                      </a:lnTo>
                      <a:cubicBezTo>
                        <a:pt x="10001" y="34957"/>
                        <a:pt x="10001" y="33433"/>
                        <a:pt x="10382" y="31051"/>
                      </a:cubicBezTo>
                      <a:cubicBezTo>
                        <a:pt x="10763" y="28956"/>
                        <a:pt x="10192" y="27527"/>
                        <a:pt x="8763" y="26670"/>
                      </a:cubicBezTo>
                      <a:lnTo>
                        <a:pt x="7144" y="27337"/>
                      </a:lnTo>
                      <a:lnTo>
                        <a:pt x="7525" y="25813"/>
                      </a:lnTo>
                      <a:cubicBezTo>
                        <a:pt x="7525" y="25813"/>
                        <a:pt x="8096" y="26194"/>
                        <a:pt x="8954" y="26575"/>
                      </a:cubicBezTo>
                      <a:cubicBezTo>
                        <a:pt x="9525" y="26860"/>
                        <a:pt x="10001" y="26956"/>
                        <a:pt x="10478" y="26956"/>
                      </a:cubicBezTo>
                      <a:lnTo>
                        <a:pt x="11335" y="26099"/>
                      </a:lnTo>
                      <a:cubicBezTo>
                        <a:pt x="10763" y="25908"/>
                        <a:pt x="10287" y="25432"/>
                        <a:pt x="10001" y="24670"/>
                      </a:cubicBezTo>
                      <a:cubicBezTo>
                        <a:pt x="9811" y="24289"/>
                        <a:pt x="9620" y="24003"/>
                        <a:pt x="9335" y="23622"/>
                      </a:cubicBezTo>
                      <a:cubicBezTo>
                        <a:pt x="10001" y="21717"/>
                        <a:pt x="10287" y="19526"/>
                        <a:pt x="10287" y="16859"/>
                      </a:cubicBezTo>
                      <a:cubicBezTo>
                        <a:pt x="10287" y="16002"/>
                        <a:pt x="10287" y="14668"/>
                        <a:pt x="10287" y="12954"/>
                      </a:cubicBezTo>
                      <a:cubicBezTo>
                        <a:pt x="10287" y="11239"/>
                        <a:pt x="10192" y="9906"/>
                        <a:pt x="10192" y="9049"/>
                      </a:cubicBezTo>
                      <a:cubicBezTo>
                        <a:pt x="10192" y="7239"/>
                        <a:pt x="10287" y="5525"/>
                        <a:pt x="10668" y="4191"/>
                      </a:cubicBezTo>
                      <a:cubicBezTo>
                        <a:pt x="10668" y="4096"/>
                        <a:pt x="10382" y="3810"/>
                        <a:pt x="10192" y="3429"/>
                      </a:cubicBezTo>
                      <a:cubicBezTo>
                        <a:pt x="9906" y="3048"/>
                        <a:pt x="9811" y="2762"/>
                        <a:pt x="9811" y="2572"/>
                      </a:cubicBezTo>
                      <a:cubicBezTo>
                        <a:pt x="9811" y="2286"/>
                        <a:pt x="10001" y="2096"/>
                        <a:pt x="10287" y="1905"/>
                      </a:cubicBezTo>
                      <a:cubicBezTo>
                        <a:pt x="11525" y="952"/>
                        <a:pt x="13145" y="476"/>
                        <a:pt x="15145" y="476"/>
                      </a:cubicBezTo>
                      <a:cubicBezTo>
                        <a:pt x="15812" y="476"/>
                        <a:pt x="16764" y="476"/>
                        <a:pt x="18097" y="667"/>
                      </a:cubicBezTo>
                      <a:cubicBezTo>
                        <a:pt x="19431" y="857"/>
                        <a:pt x="20384" y="952"/>
                        <a:pt x="21146" y="952"/>
                      </a:cubicBezTo>
                      <a:cubicBezTo>
                        <a:pt x="21907" y="952"/>
                        <a:pt x="22860" y="762"/>
                        <a:pt x="24003" y="476"/>
                      </a:cubicBezTo>
                      <a:cubicBezTo>
                        <a:pt x="25146" y="190"/>
                        <a:pt x="25908" y="0"/>
                        <a:pt x="26384" y="0"/>
                      </a:cubicBezTo>
                      <a:cubicBezTo>
                        <a:pt x="27051" y="0"/>
                        <a:pt x="28099" y="286"/>
                        <a:pt x="29432" y="952"/>
                      </a:cubicBezTo>
                      <a:cubicBezTo>
                        <a:pt x="30671" y="1524"/>
                        <a:pt x="31718" y="1905"/>
                        <a:pt x="32385" y="1905"/>
                      </a:cubicBezTo>
                      <a:cubicBezTo>
                        <a:pt x="33052" y="1905"/>
                        <a:pt x="33719" y="1619"/>
                        <a:pt x="34290" y="1048"/>
                      </a:cubicBezTo>
                      <a:cubicBezTo>
                        <a:pt x="34480" y="1238"/>
                        <a:pt x="34671" y="1333"/>
                        <a:pt x="34957" y="1333"/>
                      </a:cubicBezTo>
                      <a:cubicBezTo>
                        <a:pt x="35243" y="1333"/>
                        <a:pt x="35623" y="1143"/>
                        <a:pt x="36195" y="857"/>
                      </a:cubicBezTo>
                      <a:cubicBezTo>
                        <a:pt x="36767" y="571"/>
                        <a:pt x="37147" y="476"/>
                        <a:pt x="37338" y="476"/>
                      </a:cubicBezTo>
                      <a:cubicBezTo>
                        <a:pt x="37814" y="476"/>
                        <a:pt x="38100" y="952"/>
                        <a:pt x="38290" y="1905"/>
                      </a:cubicBezTo>
                      <a:cubicBezTo>
                        <a:pt x="41910" y="1524"/>
                        <a:pt x="43339" y="1333"/>
                        <a:pt x="42672" y="1333"/>
                      </a:cubicBezTo>
                      <a:cubicBezTo>
                        <a:pt x="44005" y="1333"/>
                        <a:pt x="44958" y="1714"/>
                        <a:pt x="45625" y="2572"/>
                      </a:cubicBezTo>
                      <a:lnTo>
                        <a:pt x="47054" y="2191"/>
                      </a:lnTo>
                      <a:cubicBezTo>
                        <a:pt x="47054" y="3429"/>
                        <a:pt x="47815" y="4286"/>
                        <a:pt x="49244" y="4763"/>
                      </a:cubicBezTo>
                      <a:cubicBezTo>
                        <a:pt x="51149" y="5239"/>
                        <a:pt x="52197" y="5810"/>
                        <a:pt x="52578" y="6382"/>
                      </a:cubicBezTo>
                      <a:cubicBezTo>
                        <a:pt x="54483" y="7525"/>
                        <a:pt x="55626" y="9239"/>
                        <a:pt x="55912" y="11621"/>
                      </a:cubicBezTo>
                      <a:cubicBezTo>
                        <a:pt x="55912" y="12573"/>
                        <a:pt x="55817" y="14764"/>
                        <a:pt x="55436" y="18193"/>
                      </a:cubicBezTo>
                      <a:cubicBezTo>
                        <a:pt x="55150" y="21050"/>
                        <a:pt x="55340" y="23146"/>
                        <a:pt x="55912" y="24575"/>
                      </a:cubicBezTo>
                      <a:cubicBezTo>
                        <a:pt x="54769" y="25813"/>
                        <a:pt x="53626" y="27146"/>
                        <a:pt x="52578" y="28384"/>
                      </a:cubicBezTo>
                      <a:cubicBezTo>
                        <a:pt x="51149" y="29908"/>
                        <a:pt x="49816" y="30766"/>
                        <a:pt x="48482" y="31147"/>
                      </a:cubicBezTo>
                      <a:lnTo>
                        <a:pt x="45911" y="33528"/>
                      </a:lnTo>
                      <a:cubicBezTo>
                        <a:pt x="47054" y="33718"/>
                        <a:pt x="47625" y="34766"/>
                        <a:pt x="47625" y="36576"/>
                      </a:cubicBezTo>
                      <a:cubicBezTo>
                        <a:pt x="47625" y="38386"/>
                        <a:pt x="48196" y="39433"/>
                        <a:pt x="49149" y="39719"/>
                      </a:cubicBezTo>
                      <a:cubicBezTo>
                        <a:pt x="48768" y="40195"/>
                        <a:pt x="48578" y="40576"/>
                        <a:pt x="48578" y="40862"/>
                      </a:cubicBezTo>
                      <a:cubicBezTo>
                        <a:pt x="48578" y="41148"/>
                        <a:pt x="48959" y="41434"/>
                        <a:pt x="49721" y="41719"/>
                      </a:cubicBezTo>
                      <a:cubicBezTo>
                        <a:pt x="50482" y="42005"/>
                        <a:pt x="50863" y="42386"/>
                        <a:pt x="50863" y="42958"/>
                      </a:cubicBezTo>
                      <a:close/>
                      <a:moveTo>
                        <a:pt x="37910" y="21812"/>
                      </a:moveTo>
                      <a:cubicBezTo>
                        <a:pt x="38195" y="21241"/>
                        <a:pt x="39338" y="20383"/>
                        <a:pt x="40957" y="19431"/>
                      </a:cubicBezTo>
                      <a:cubicBezTo>
                        <a:pt x="42481" y="18669"/>
                        <a:pt x="43244" y="17812"/>
                        <a:pt x="43244" y="16954"/>
                      </a:cubicBezTo>
                      <a:cubicBezTo>
                        <a:pt x="43244" y="16383"/>
                        <a:pt x="42958" y="15716"/>
                        <a:pt x="42481" y="14954"/>
                      </a:cubicBezTo>
                      <a:cubicBezTo>
                        <a:pt x="39624" y="11811"/>
                        <a:pt x="35909" y="10287"/>
                        <a:pt x="31242" y="10287"/>
                      </a:cubicBezTo>
                      <a:cubicBezTo>
                        <a:pt x="29146" y="10287"/>
                        <a:pt x="26861" y="10573"/>
                        <a:pt x="24670" y="11335"/>
                      </a:cubicBezTo>
                      <a:cubicBezTo>
                        <a:pt x="24860" y="11716"/>
                        <a:pt x="24479" y="12382"/>
                        <a:pt x="23813" y="13049"/>
                      </a:cubicBezTo>
                      <a:cubicBezTo>
                        <a:pt x="23051" y="13811"/>
                        <a:pt x="22670" y="14383"/>
                        <a:pt x="22670" y="14668"/>
                      </a:cubicBezTo>
                      <a:cubicBezTo>
                        <a:pt x="22670" y="15145"/>
                        <a:pt x="23241" y="15716"/>
                        <a:pt x="24384" y="16097"/>
                      </a:cubicBezTo>
                      <a:cubicBezTo>
                        <a:pt x="23527" y="17907"/>
                        <a:pt x="23431" y="19812"/>
                        <a:pt x="24003" y="21812"/>
                      </a:cubicBezTo>
                      <a:cubicBezTo>
                        <a:pt x="24860" y="21812"/>
                        <a:pt x="26384" y="22003"/>
                        <a:pt x="28670" y="22288"/>
                      </a:cubicBezTo>
                      <a:cubicBezTo>
                        <a:pt x="30861" y="22574"/>
                        <a:pt x="32480" y="22669"/>
                        <a:pt x="33623" y="22669"/>
                      </a:cubicBezTo>
                      <a:cubicBezTo>
                        <a:pt x="35528" y="22669"/>
                        <a:pt x="36957" y="22384"/>
                        <a:pt x="38100" y="21812"/>
                      </a:cubicBezTo>
                      <a:close/>
                      <a:moveTo>
                        <a:pt x="35719" y="27146"/>
                      </a:moveTo>
                      <a:cubicBezTo>
                        <a:pt x="36767" y="27337"/>
                        <a:pt x="38100" y="27146"/>
                        <a:pt x="39529" y="26860"/>
                      </a:cubicBezTo>
                      <a:lnTo>
                        <a:pt x="38957" y="26479"/>
                      </a:lnTo>
                      <a:lnTo>
                        <a:pt x="38195" y="27146"/>
                      </a:lnTo>
                      <a:cubicBezTo>
                        <a:pt x="38195" y="27146"/>
                        <a:pt x="37338" y="26860"/>
                        <a:pt x="36481" y="26003"/>
                      </a:cubicBezTo>
                      <a:lnTo>
                        <a:pt x="35623" y="27146"/>
                      </a:lnTo>
                      <a:close/>
                      <a:moveTo>
                        <a:pt x="42767" y="26003"/>
                      </a:moveTo>
                      <a:lnTo>
                        <a:pt x="41053" y="26003"/>
                      </a:lnTo>
                      <a:lnTo>
                        <a:pt x="41053" y="27146"/>
                      </a:lnTo>
                      <a:lnTo>
                        <a:pt x="42767" y="26003"/>
                      </a:lnTo>
                      <a:close/>
                      <a:moveTo>
                        <a:pt x="44672" y="28861"/>
                      </a:moveTo>
                      <a:cubicBezTo>
                        <a:pt x="44672" y="28861"/>
                        <a:pt x="44101" y="28575"/>
                        <a:pt x="43720" y="28480"/>
                      </a:cubicBezTo>
                      <a:cubicBezTo>
                        <a:pt x="43148" y="28289"/>
                        <a:pt x="42672" y="28194"/>
                        <a:pt x="42386" y="28194"/>
                      </a:cubicBezTo>
                      <a:cubicBezTo>
                        <a:pt x="41815" y="28194"/>
                        <a:pt x="41434" y="28480"/>
                        <a:pt x="41148" y="28956"/>
                      </a:cubicBezTo>
                      <a:lnTo>
                        <a:pt x="44768" y="28956"/>
                      </a:lnTo>
                      <a:close/>
                      <a:moveTo>
                        <a:pt x="48101" y="28003"/>
                      </a:moveTo>
                      <a:lnTo>
                        <a:pt x="46958" y="27718"/>
                      </a:lnTo>
                      <a:lnTo>
                        <a:pt x="49435" y="29146"/>
                      </a:lnTo>
                      <a:lnTo>
                        <a:pt x="48196" y="28003"/>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 name="Google Shape;1318;p99"/>
                <p:cNvSpPr/>
                <p:nvPr/>
              </p:nvSpPr>
              <p:spPr>
                <a:xfrm>
                  <a:off x="5987890" y="3009519"/>
                  <a:ext cx="50768" cy="58578"/>
                </a:xfrm>
                <a:custGeom>
                  <a:avLst/>
                  <a:gdLst/>
                  <a:ahLst/>
                  <a:cxnLst/>
                  <a:rect l="l" t="t" r="r" b="b"/>
                  <a:pathLst>
                    <a:path w="50768" h="58578" extrusionOk="0">
                      <a:moveTo>
                        <a:pt x="46006" y="952"/>
                      </a:moveTo>
                      <a:cubicBezTo>
                        <a:pt x="46387" y="1714"/>
                        <a:pt x="46672" y="2572"/>
                        <a:pt x="46672" y="3524"/>
                      </a:cubicBezTo>
                      <a:cubicBezTo>
                        <a:pt x="46672" y="4477"/>
                        <a:pt x="46292" y="5810"/>
                        <a:pt x="45434" y="7715"/>
                      </a:cubicBezTo>
                      <a:cubicBezTo>
                        <a:pt x="44577" y="9525"/>
                        <a:pt x="44196" y="11049"/>
                        <a:pt x="44196" y="12097"/>
                      </a:cubicBezTo>
                      <a:cubicBezTo>
                        <a:pt x="44196" y="12668"/>
                        <a:pt x="44196" y="13240"/>
                        <a:pt x="44387" y="13811"/>
                      </a:cubicBezTo>
                      <a:cubicBezTo>
                        <a:pt x="43339" y="14002"/>
                        <a:pt x="42672" y="14954"/>
                        <a:pt x="42481" y="16669"/>
                      </a:cubicBezTo>
                      <a:cubicBezTo>
                        <a:pt x="42196" y="18764"/>
                        <a:pt x="41720" y="20002"/>
                        <a:pt x="41053" y="20479"/>
                      </a:cubicBezTo>
                      <a:cubicBezTo>
                        <a:pt x="41624" y="21050"/>
                        <a:pt x="41910" y="21622"/>
                        <a:pt x="41910" y="22193"/>
                      </a:cubicBezTo>
                      <a:cubicBezTo>
                        <a:pt x="41910" y="22860"/>
                        <a:pt x="41434" y="23717"/>
                        <a:pt x="40481" y="24860"/>
                      </a:cubicBezTo>
                      <a:cubicBezTo>
                        <a:pt x="39529" y="26003"/>
                        <a:pt x="39148" y="26956"/>
                        <a:pt x="39148" y="27718"/>
                      </a:cubicBezTo>
                      <a:cubicBezTo>
                        <a:pt x="39148" y="28099"/>
                        <a:pt x="39148" y="28480"/>
                        <a:pt x="39338" y="28861"/>
                      </a:cubicBezTo>
                      <a:cubicBezTo>
                        <a:pt x="37624" y="28861"/>
                        <a:pt x="36671" y="28956"/>
                        <a:pt x="36386" y="29146"/>
                      </a:cubicBezTo>
                      <a:cubicBezTo>
                        <a:pt x="36386" y="30004"/>
                        <a:pt x="36767" y="30385"/>
                        <a:pt x="37338" y="30385"/>
                      </a:cubicBezTo>
                      <a:cubicBezTo>
                        <a:pt x="38005" y="30385"/>
                        <a:pt x="38291" y="30575"/>
                        <a:pt x="38291" y="30956"/>
                      </a:cubicBezTo>
                      <a:cubicBezTo>
                        <a:pt x="38291" y="31242"/>
                        <a:pt x="38291" y="31623"/>
                        <a:pt x="38100" y="32099"/>
                      </a:cubicBezTo>
                      <a:lnTo>
                        <a:pt x="36386" y="32099"/>
                      </a:lnTo>
                      <a:cubicBezTo>
                        <a:pt x="36004" y="32766"/>
                        <a:pt x="36386" y="33242"/>
                        <a:pt x="37147" y="33718"/>
                      </a:cubicBezTo>
                      <a:lnTo>
                        <a:pt x="31909" y="34100"/>
                      </a:lnTo>
                      <a:cubicBezTo>
                        <a:pt x="32576" y="34671"/>
                        <a:pt x="32861" y="35338"/>
                        <a:pt x="32861" y="36385"/>
                      </a:cubicBezTo>
                      <a:cubicBezTo>
                        <a:pt x="32861" y="36671"/>
                        <a:pt x="32861" y="37052"/>
                        <a:pt x="32766" y="37624"/>
                      </a:cubicBezTo>
                      <a:cubicBezTo>
                        <a:pt x="32766" y="38195"/>
                        <a:pt x="32671" y="38576"/>
                        <a:pt x="32671" y="38767"/>
                      </a:cubicBezTo>
                      <a:cubicBezTo>
                        <a:pt x="32671" y="39624"/>
                        <a:pt x="33147" y="39910"/>
                        <a:pt x="33909" y="39910"/>
                      </a:cubicBezTo>
                      <a:lnTo>
                        <a:pt x="31909" y="41624"/>
                      </a:lnTo>
                      <a:cubicBezTo>
                        <a:pt x="32099" y="42196"/>
                        <a:pt x="32671" y="42482"/>
                        <a:pt x="33623" y="42482"/>
                      </a:cubicBezTo>
                      <a:cubicBezTo>
                        <a:pt x="34576" y="42482"/>
                        <a:pt x="35147" y="42958"/>
                        <a:pt x="35243" y="43720"/>
                      </a:cubicBezTo>
                      <a:lnTo>
                        <a:pt x="33147" y="47339"/>
                      </a:lnTo>
                      <a:cubicBezTo>
                        <a:pt x="32671" y="46196"/>
                        <a:pt x="32195" y="45625"/>
                        <a:pt x="31623" y="45625"/>
                      </a:cubicBezTo>
                      <a:cubicBezTo>
                        <a:pt x="31242" y="45625"/>
                        <a:pt x="30861" y="45910"/>
                        <a:pt x="30385" y="46387"/>
                      </a:cubicBezTo>
                      <a:cubicBezTo>
                        <a:pt x="29909" y="46863"/>
                        <a:pt x="29528" y="47149"/>
                        <a:pt x="29337" y="47339"/>
                      </a:cubicBezTo>
                      <a:cubicBezTo>
                        <a:pt x="30385" y="48196"/>
                        <a:pt x="32099" y="49244"/>
                        <a:pt x="34480" y="50387"/>
                      </a:cubicBezTo>
                      <a:cubicBezTo>
                        <a:pt x="34480" y="50863"/>
                        <a:pt x="34004" y="51244"/>
                        <a:pt x="33242" y="51625"/>
                      </a:cubicBezTo>
                      <a:cubicBezTo>
                        <a:pt x="32385" y="51911"/>
                        <a:pt x="31813" y="52197"/>
                        <a:pt x="31528" y="52578"/>
                      </a:cubicBezTo>
                      <a:cubicBezTo>
                        <a:pt x="31528" y="53245"/>
                        <a:pt x="31337" y="54292"/>
                        <a:pt x="30766" y="55531"/>
                      </a:cubicBezTo>
                      <a:cubicBezTo>
                        <a:pt x="30289" y="56769"/>
                        <a:pt x="30004" y="57817"/>
                        <a:pt x="29909" y="58579"/>
                      </a:cubicBezTo>
                      <a:lnTo>
                        <a:pt x="29051" y="56674"/>
                      </a:lnTo>
                      <a:cubicBezTo>
                        <a:pt x="28194" y="56483"/>
                        <a:pt x="27146" y="56674"/>
                        <a:pt x="25908" y="57436"/>
                      </a:cubicBezTo>
                      <a:cubicBezTo>
                        <a:pt x="24670" y="58198"/>
                        <a:pt x="23813" y="58579"/>
                        <a:pt x="23431" y="58579"/>
                      </a:cubicBezTo>
                      <a:cubicBezTo>
                        <a:pt x="23146" y="58579"/>
                        <a:pt x="22765" y="58483"/>
                        <a:pt x="22479" y="58388"/>
                      </a:cubicBezTo>
                      <a:cubicBezTo>
                        <a:pt x="22670" y="58293"/>
                        <a:pt x="22765" y="57817"/>
                        <a:pt x="22765" y="57245"/>
                      </a:cubicBezTo>
                      <a:cubicBezTo>
                        <a:pt x="21527" y="57245"/>
                        <a:pt x="19907" y="57150"/>
                        <a:pt x="17812" y="56674"/>
                      </a:cubicBezTo>
                      <a:cubicBezTo>
                        <a:pt x="18002" y="55721"/>
                        <a:pt x="17621" y="54959"/>
                        <a:pt x="16669" y="54388"/>
                      </a:cubicBezTo>
                      <a:cubicBezTo>
                        <a:pt x="15716" y="53816"/>
                        <a:pt x="15240" y="53530"/>
                        <a:pt x="15240" y="53530"/>
                      </a:cubicBezTo>
                      <a:cubicBezTo>
                        <a:pt x="15240" y="53530"/>
                        <a:pt x="15335" y="53340"/>
                        <a:pt x="15621" y="53340"/>
                      </a:cubicBezTo>
                      <a:cubicBezTo>
                        <a:pt x="15430" y="52578"/>
                        <a:pt x="15050" y="51721"/>
                        <a:pt x="14383" y="50863"/>
                      </a:cubicBezTo>
                      <a:cubicBezTo>
                        <a:pt x="13716" y="50006"/>
                        <a:pt x="13335" y="49340"/>
                        <a:pt x="13335" y="48768"/>
                      </a:cubicBezTo>
                      <a:cubicBezTo>
                        <a:pt x="13335" y="48196"/>
                        <a:pt x="13716" y="47530"/>
                        <a:pt x="14478" y="46863"/>
                      </a:cubicBezTo>
                      <a:cubicBezTo>
                        <a:pt x="15240" y="46101"/>
                        <a:pt x="15621" y="45149"/>
                        <a:pt x="15621" y="44101"/>
                      </a:cubicBezTo>
                      <a:cubicBezTo>
                        <a:pt x="15240" y="44005"/>
                        <a:pt x="14478" y="43720"/>
                        <a:pt x="13621" y="43243"/>
                      </a:cubicBezTo>
                      <a:lnTo>
                        <a:pt x="13335" y="45339"/>
                      </a:lnTo>
                      <a:lnTo>
                        <a:pt x="11525" y="44958"/>
                      </a:lnTo>
                      <a:lnTo>
                        <a:pt x="13335" y="41243"/>
                      </a:lnTo>
                      <a:cubicBezTo>
                        <a:pt x="12573" y="41243"/>
                        <a:pt x="11906" y="40958"/>
                        <a:pt x="11525" y="40481"/>
                      </a:cubicBezTo>
                      <a:cubicBezTo>
                        <a:pt x="11144" y="39910"/>
                        <a:pt x="10668" y="39433"/>
                        <a:pt x="10382" y="38862"/>
                      </a:cubicBezTo>
                      <a:cubicBezTo>
                        <a:pt x="10573" y="38862"/>
                        <a:pt x="10668" y="38386"/>
                        <a:pt x="10668" y="37528"/>
                      </a:cubicBezTo>
                      <a:lnTo>
                        <a:pt x="11525" y="39624"/>
                      </a:lnTo>
                      <a:lnTo>
                        <a:pt x="12763" y="38386"/>
                      </a:lnTo>
                      <a:lnTo>
                        <a:pt x="10001" y="35528"/>
                      </a:lnTo>
                      <a:cubicBezTo>
                        <a:pt x="10478" y="35528"/>
                        <a:pt x="11049" y="35528"/>
                        <a:pt x="11525" y="35242"/>
                      </a:cubicBezTo>
                      <a:cubicBezTo>
                        <a:pt x="11525" y="34385"/>
                        <a:pt x="11430" y="33909"/>
                        <a:pt x="11239" y="33718"/>
                      </a:cubicBezTo>
                      <a:cubicBezTo>
                        <a:pt x="10859" y="33528"/>
                        <a:pt x="10382" y="33718"/>
                        <a:pt x="9620" y="34100"/>
                      </a:cubicBezTo>
                      <a:cubicBezTo>
                        <a:pt x="8954" y="34480"/>
                        <a:pt x="8477" y="34576"/>
                        <a:pt x="8287" y="34576"/>
                      </a:cubicBezTo>
                      <a:cubicBezTo>
                        <a:pt x="7811" y="34576"/>
                        <a:pt x="7525" y="34195"/>
                        <a:pt x="7429" y="33433"/>
                      </a:cubicBezTo>
                      <a:cubicBezTo>
                        <a:pt x="7906" y="33623"/>
                        <a:pt x="8572" y="33337"/>
                        <a:pt x="9239" y="32385"/>
                      </a:cubicBezTo>
                      <a:cubicBezTo>
                        <a:pt x="10001" y="31433"/>
                        <a:pt x="10763" y="31147"/>
                        <a:pt x="11525" y="31433"/>
                      </a:cubicBezTo>
                      <a:cubicBezTo>
                        <a:pt x="11239" y="30956"/>
                        <a:pt x="10382" y="30480"/>
                        <a:pt x="8954" y="30004"/>
                      </a:cubicBezTo>
                      <a:cubicBezTo>
                        <a:pt x="7525" y="29527"/>
                        <a:pt x="6858" y="29051"/>
                        <a:pt x="6858" y="28480"/>
                      </a:cubicBezTo>
                      <a:cubicBezTo>
                        <a:pt x="6858" y="28099"/>
                        <a:pt x="7049" y="27718"/>
                        <a:pt x="7429" y="27146"/>
                      </a:cubicBezTo>
                      <a:cubicBezTo>
                        <a:pt x="6858" y="26765"/>
                        <a:pt x="6763" y="25717"/>
                        <a:pt x="7239" y="24098"/>
                      </a:cubicBezTo>
                      <a:cubicBezTo>
                        <a:pt x="7620" y="22669"/>
                        <a:pt x="7144" y="21717"/>
                        <a:pt x="5905" y="21336"/>
                      </a:cubicBezTo>
                      <a:lnTo>
                        <a:pt x="6287" y="21050"/>
                      </a:lnTo>
                      <a:cubicBezTo>
                        <a:pt x="4572" y="19526"/>
                        <a:pt x="3620" y="16859"/>
                        <a:pt x="3334" y="13144"/>
                      </a:cubicBezTo>
                      <a:cubicBezTo>
                        <a:pt x="2381" y="12382"/>
                        <a:pt x="2000" y="11525"/>
                        <a:pt x="2191" y="10382"/>
                      </a:cubicBezTo>
                      <a:cubicBezTo>
                        <a:pt x="2477" y="10382"/>
                        <a:pt x="2858" y="10192"/>
                        <a:pt x="3334" y="9430"/>
                      </a:cubicBezTo>
                      <a:cubicBezTo>
                        <a:pt x="2096" y="8382"/>
                        <a:pt x="1238" y="7334"/>
                        <a:pt x="762" y="6477"/>
                      </a:cubicBezTo>
                      <a:cubicBezTo>
                        <a:pt x="381" y="5715"/>
                        <a:pt x="191" y="4572"/>
                        <a:pt x="0" y="2762"/>
                      </a:cubicBezTo>
                      <a:cubicBezTo>
                        <a:pt x="1429" y="2857"/>
                        <a:pt x="3048" y="1905"/>
                        <a:pt x="4953" y="0"/>
                      </a:cubicBezTo>
                      <a:cubicBezTo>
                        <a:pt x="5525" y="762"/>
                        <a:pt x="6382" y="1143"/>
                        <a:pt x="7525" y="1143"/>
                      </a:cubicBezTo>
                      <a:cubicBezTo>
                        <a:pt x="8001" y="1143"/>
                        <a:pt x="8668" y="1143"/>
                        <a:pt x="9620" y="952"/>
                      </a:cubicBezTo>
                      <a:cubicBezTo>
                        <a:pt x="10478" y="762"/>
                        <a:pt x="11144" y="762"/>
                        <a:pt x="11621" y="762"/>
                      </a:cubicBezTo>
                      <a:cubicBezTo>
                        <a:pt x="12859" y="762"/>
                        <a:pt x="13526" y="1429"/>
                        <a:pt x="13716" y="2762"/>
                      </a:cubicBezTo>
                      <a:cubicBezTo>
                        <a:pt x="14669" y="3048"/>
                        <a:pt x="15145" y="3715"/>
                        <a:pt x="15335" y="4572"/>
                      </a:cubicBezTo>
                      <a:cubicBezTo>
                        <a:pt x="15335" y="4572"/>
                        <a:pt x="15335" y="5524"/>
                        <a:pt x="15335" y="7144"/>
                      </a:cubicBezTo>
                      <a:cubicBezTo>
                        <a:pt x="15335" y="8858"/>
                        <a:pt x="15907" y="10001"/>
                        <a:pt x="16954" y="10763"/>
                      </a:cubicBezTo>
                      <a:cubicBezTo>
                        <a:pt x="18193" y="14192"/>
                        <a:pt x="18764" y="16478"/>
                        <a:pt x="18764" y="17717"/>
                      </a:cubicBezTo>
                      <a:cubicBezTo>
                        <a:pt x="18764" y="18669"/>
                        <a:pt x="18574" y="19526"/>
                        <a:pt x="18288" y="20288"/>
                      </a:cubicBezTo>
                      <a:cubicBezTo>
                        <a:pt x="18764" y="20860"/>
                        <a:pt x="19050" y="21145"/>
                        <a:pt x="19431" y="21145"/>
                      </a:cubicBezTo>
                      <a:cubicBezTo>
                        <a:pt x="19621" y="21145"/>
                        <a:pt x="19812" y="20955"/>
                        <a:pt x="19907" y="20765"/>
                      </a:cubicBezTo>
                      <a:lnTo>
                        <a:pt x="21050" y="19526"/>
                      </a:lnTo>
                      <a:cubicBezTo>
                        <a:pt x="20669" y="20955"/>
                        <a:pt x="20479" y="22193"/>
                        <a:pt x="20479" y="23241"/>
                      </a:cubicBezTo>
                      <a:cubicBezTo>
                        <a:pt x="20479" y="24955"/>
                        <a:pt x="20955" y="26479"/>
                        <a:pt x="21908" y="27813"/>
                      </a:cubicBezTo>
                      <a:cubicBezTo>
                        <a:pt x="22384" y="27718"/>
                        <a:pt x="22955" y="28003"/>
                        <a:pt x="23431" y="28670"/>
                      </a:cubicBezTo>
                      <a:cubicBezTo>
                        <a:pt x="23908" y="29337"/>
                        <a:pt x="24289" y="29718"/>
                        <a:pt x="24575" y="29718"/>
                      </a:cubicBezTo>
                      <a:cubicBezTo>
                        <a:pt x="24765" y="29718"/>
                        <a:pt x="24955" y="29623"/>
                        <a:pt x="25146" y="29432"/>
                      </a:cubicBezTo>
                      <a:cubicBezTo>
                        <a:pt x="25337" y="29242"/>
                        <a:pt x="25337" y="29051"/>
                        <a:pt x="25337" y="28956"/>
                      </a:cubicBezTo>
                      <a:cubicBezTo>
                        <a:pt x="25337" y="28670"/>
                        <a:pt x="25241" y="28480"/>
                        <a:pt x="24955" y="28194"/>
                      </a:cubicBezTo>
                      <a:cubicBezTo>
                        <a:pt x="24670" y="28003"/>
                        <a:pt x="24575" y="27813"/>
                        <a:pt x="24575" y="27622"/>
                      </a:cubicBezTo>
                      <a:cubicBezTo>
                        <a:pt x="24575" y="27432"/>
                        <a:pt x="24670" y="27242"/>
                        <a:pt x="24955" y="26956"/>
                      </a:cubicBezTo>
                      <a:lnTo>
                        <a:pt x="26956" y="26956"/>
                      </a:lnTo>
                      <a:cubicBezTo>
                        <a:pt x="26384" y="26479"/>
                        <a:pt x="26099" y="25717"/>
                        <a:pt x="26099" y="24670"/>
                      </a:cubicBezTo>
                      <a:lnTo>
                        <a:pt x="26099" y="22003"/>
                      </a:lnTo>
                      <a:cubicBezTo>
                        <a:pt x="27242" y="21526"/>
                        <a:pt x="27908" y="20383"/>
                        <a:pt x="28004" y="18669"/>
                      </a:cubicBezTo>
                      <a:cubicBezTo>
                        <a:pt x="28099" y="16954"/>
                        <a:pt x="28575" y="16002"/>
                        <a:pt x="29337" y="15716"/>
                      </a:cubicBezTo>
                      <a:cubicBezTo>
                        <a:pt x="29242" y="15240"/>
                        <a:pt x="29146" y="14668"/>
                        <a:pt x="29146" y="14192"/>
                      </a:cubicBezTo>
                      <a:cubicBezTo>
                        <a:pt x="29146" y="13144"/>
                        <a:pt x="29623" y="11716"/>
                        <a:pt x="30385" y="9906"/>
                      </a:cubicBezTo>
                      <a:cubicBezTo>
                        <a:pt x="31242" y="8096"/>
                        <a:pt x="31623" y="6667"/>
                        <a:pt x="31623" y="5715"/>
                      </a:cubicBezTo>
                      <a:cubicBezTo>
                        <a:pt x="31623" y="5239"/>
                        <a:pt x="31623" y="4858"/>
                        <a:pt x="31433" y="4477"/>
                      </a:cubicBezTo>
                      <a:cubicBezTo>
                        <a:pt x="31909" y="4286"/>
                        <a:pt x="32480" y="4000"/>
                        <a:pt x="33052" y="3810"/>
                      </a:cubicBezTo>
                      <a:cubicBezTo>
                        <a:pt x="33623" y="3619"/>
                        <a:pt x="33909" y="3238"/>
                        <a:pt x="34004" y="2762"/>
                      </a:cubicBezTo>
                      <a:lnTo>
                        <a:pt x="33433" y="1238"/>
                      </a:lnTo>
                      <a:cubicBezTo>
                        <a:pt x="35719" y="857"/>
                        <a:pt x="37814" y="762"/>
                        <a:pt x="39814" y="762"/>
                      </a:cubicBezTo>
                      <a:cubicBezTo>
                        <a:pt x="41815" y="762"/>
                        <a:pt x="43815" y="952"/>
                        <a:pt x="46006" y="1238"/>
                      </a:cubicBezTo>
                      <a:close/>
                      <a:moveTo>
                        <a:pt x="11144" y="23812"/>
                      </a:moveTo>
                      <a:cubicBezTo>
                        <a:pt x="11525" y="22288"/>
                        <a:pt x="11144" y="21431"/>
                        <a:pt x="10001" y="21241"/>
                      </a:cubicBezTo>
                      <a:lnTo>
                        <a:pt x="11144" y="20098"/>
                      </a:lnTo>
                      <a:cubicBezTo>
                        <a:pt x="10096" y="19812"/>
                        <a:pt x="9430" y="20098"/>
                        <a:pt x="9049" y="20955"/>
                      </a:cubicBezTo>
                      <a:lnTo>
                        <a:pt x="11144" y="23812"/>
                      </a:lnTo>
                      <a:close/>
                      <a:moveTo>
                        <a:pt x="13621" y="26765"/>
                      </a:moveTo>
                      <a:lnTo>
                        <a:pt x="13621" y="25908"/>
                      </a:lnTo>
                      <a:cubicBezTo>
                        <a:pt x="13621" y="25908"/>
                        <a:pt x="13335" y="25336"/>
                        <a:pt x="12859" y="25527"/>
                      </a:cubicBezTo>
                      <a:cubicBezTo>
                        <a:pt x="12383" y="25622"/>
                        <a:pt x="12192" y="25908"/>
                        <a:pt x="12287" y="26289"/>
                      </a:cubicBezTo>
                      <a:lnTo>
                        <a:pt x="13526" y="26765"/>
                      </a:lnTo>
                      <a:close/>
                      <a:moveTo>
                        <a:pt x="16193" y="34195"/>
                      </a:moveTo>
                      <a:lnTo>
                        <a:pt x="16193" y="33718"/>
                      </a:lnTo>
                      <a:cubicBezTo>
                        <a:pt x="16193" y="33718"/>
                        <a:pt x="15812" y="33718"/>
                        <a:pt x="15621" y="33337"/>
                      </a:cubicBezTo>
                      <a:cubicBezTo>
                        <a:pt x="15335" y="33147"/>
                        <a:pt x="15050" y="33052"/>
                        <a:pt x="14859" y="33147"/>
                      </a:cubicBezTo>
                      <a:lnTo>
                        <a:pt x="14859" y="34290"/>
                      </a:lnTo>
                      <a:lnTo>
                        <a:pt x="16193" y="34290"/>
                      </a:lnTo>
                      <a:close/>
                      <a:moveTo>
                        <a:pt x="16574" y="30956"/>
                      </a:moveTo>
                      <a:lnTo>
                        <a:pt x="16859" y="28956"/>
                      </a:lnTo>
                      <a:lnTo>
                        <a:pt x="16574" y="30099"/>
                      </a:lnTo>
                      <a:lnTo>
                        <a:pt x="16574" y="30956"/>
                      </a:lnTo>
                      <a:close/>
                      <a:moveTo>
                        <a:pt x="18574" y="33718"/>
                      </a:moveTo>
                      <a:cubicBezTo>
                        <a:pt x="18669" y="34385"/>
                        <a:pt x="19145" y="35052"/>
                        <a:pt x="19812" y="35719"/>
                      </a:cubicBezTo>
                      <a:cubicBezTo>
                        <a:pt x="20479" y="36385"/>
                        <a:pt x="21146" y="37052"/>
                        <a:pt x="21812" y="37528"/>
                      </a:cubicBezTo>
                      <a:lnTo>
                        <a:pt x="21527" y="34671"/>
                      </a:lnTo>
                      <a:cubicBezTo>
                        <a:pt x="20860" y="34671"/>
                        <a:pt x="20384" y="34861"/>
                        <a:pt x="20288" y="35242"/>
                      </a:cubicBezTo>
                      <a:cubicBezTo>
                        <a:pt x="20098" y="34861"/>
                        <a:pt x="20003" y="34576"/>
                        <a:pt x="19717" y="34195"/>
                      </a:cubicBezTo>
                      <a:cubicBezTo>
                        <a:pt x="19526" y="33814"/>
                        <a:pt x="19241" y="33623"/>
                        <a:pt x="18955" y="33623"/>
                      </a:cubicBezTo>
                      <a:cubicBezTo>
                        <a:pt x="18860" y="33623"/>
                        <a:pt x="18669" y="33623"/>
                        <a:pt x="18574" y="33623"/>
                      </a:cubicBezTo>
                      <a:close/>
                      <a:moveTo>
                        <a:pt x="19812" y="46768"/>
                      </a:moveTo>
                      <a:cubicBezTo>
                        <a:pt x="19812" y="46768"/>
                        <a:pt x="20098" y="46292"/>
                        <a:pt x="20574" y="46006"/>
                      </a:cubicBezTo>
                      <a:cubicBezTo>
                        <a:pt x="21050" y="45815"/>
                        <a:pt x="21241" y="45529"/>
                        <a:pt x="21241" y="45339"/>
                      </a:cubicBezTo>
                      <a:cubicBezTo>
                        <a:pt x="21241" y="45149"/>
                        <a:pt x="21241" y="44863"/>
                        <a:pt x="21241" y="44672"/>
                      </a:cubicBezTo>
                      <a:cubicBezTo>
                        <a:pt x="21241" y="44386"/>
                        <a:pt x="21146" y="44196"/>
                        <a:pt x="20955" y="44005"/>
                      </a:cubicBezTo>
                      <a:cubicBezTo>
                        <a:pt x="20764" y="43815"/>
                        <a:pt x="20574" y="43720"/>
                        <a:pt x="20384" y="43910"/>
                      </a:cubicBezTo>
                      <a:lnTo>
                        <a:pt x="19907" y="46863"/>
                      </a:lnTo>
                      <a:close/>
                      <a:moveTo>
                        <a:pt x="19812" y="56197"/>
                      </a:moveTo>
                      <a:cubicBezTo>
                        <a:pt x="19812" y="56197"/>
                        <a:pt x="20288" y="55626"/>
                        <a:pt x="20288" y="55054"/>
                      </a:cubicBezTo>
                      <a:lnTo>
                        <a:pt x="19812" y="55054"/>
                      </a:lnTo>
                      <a:lnTo>
                        <a:pt x="19812" y="56197"/>
                      </a:lnTo>
                      <a:close/>
                      <a:moveTo>
                        <a:pt x="23051" y="47053"/>
                      </a:moveTo>
                      <a:cubicBezTo>
                        <a:pt x="23051" y="47053"/>
                        <a:pt x="23527" y="46577"/>
                        <a:pt x="23527" y="45910"/>
                      </a:cubicBezTo>
                      <a:cubicBezTo>
                        <a:pt x="22670" y="45910"/>
                        <a:pt x="22288" y="46196"/>
                        <a:pt x="22288" y="46768"/>
                      </a:cubicBezTo>
                      <a:cubicBezTo>
                        <a:pt x="22288" y="46958"/>
                        <a:pt x="22479" y="47053"/>
                        <a:pt x="22670" y="47053"/>
                      </a:cubicBezTo>
                      <a:lnTo>
                        <a:pt x="22955" y="47053"/>
                      </a:lnTo>
                      <a:close/>
                      <a:moveTo>
                        <a:pt x="28194" y="53626"/>
                      </a:moveTo>
                      <a:cubicBezTo>
                        <a:pt x="28194" y="53626"/>
                        <a:pt x="28194" y="53054"/>
                        <a:pt x="27718" y="52864"/>
                      </a:cubicBezTo>
                      <a:cubicBezTo>
                        <a:pt x="27337" y="52768"/>
                        <a:pt x="26956" y="52578"/>
                        <a:pt x="26670" y="52483"/>
                      </a:cubicBezTo>
                      <a:lnTo>
                        <a:pt x="28194" y="53626"/>
                      </a:lnTo>
                      <a:close/>
                      <a:moveTo>
                        <a:pt x="29909" y="50863"/>
                      </a:moveTo>
                      <a:cubicBezTo>
                        <a:pt x="30099" y="50197"/>
                        <a:pt x="29718" y="49720"/>
                        <a:pt x="28766" y="49149"/>
                      </a:cubicBezTo>
                      <a:cubicBezTo>
                        <a:pt x="28766" y="49149"/>
                        <a:pt x="28956" y="49625"/>
                        <a:pt x="28956" y="50483"/>
                      </a:cubicBezTo>
                      <a:cubicBezTo>
                        <a:pt x="28956" y="50959"/>
                        <a:pt x="29337" y="51149"/>
                        <a:pt x="29909" y="50863"/>
                      </a:cubicBezTo>
                      <a:close/>
                      <a:moveTo>
                        <a:pt x="31528" y="22955"/>
                      </a:moveTo>
                      <a:lnTo>
                        <a:pt x="31242" y="25432"/>
                      </a:lnTo>
                      <a:lnTo>
                        <a:pt x="31528" y="25051"/>
                      </a:lnTo>
                      <a:lnTo>
                        <a:pt x="31528" y="22955"/>
                      </a:lnTo>
                      <a:close/>
                      <a:moveTo>
                        <a:pt x="31528" y="28099"/>
                      </a:moveTo>
                      <a:cubicBezTo>
                        <a:pt x="32290" y="28099"/>
                        <a:pt x="33052" y="28003"/>
                        <a:pt x="34100" y="27527"/>
                      </a:cubicBezTo>
                      <a:cubicBezTo>
                        <a:pt x="33909" y="27146"/>
                        <a:pt x="33433" y="26956"/>
                        <a:pt x="32861" y="26956"/>
                      </a:cubicBezTo>
                      <a:cubicBezTo>
                        <a:pt x="31623" y="26956"/>
                        <a:pt x="31147" y="27337"/>
                        <a:pt x="31623" y="28099"/>
                      </a:cubicBezTo>
                      <a:close/>
                      <a:moveTo>
                        <a:pt x="37814" y="33718"/>
                      </a:moveTo>
                      <a:cubicBezTo>
                        <a:pt x="37814" y="33718"/>
                        <a:pt x="37529" y="33814"/>
                        <a:pt x="37243" y="33814"/>
                      </a:cubicBezTo>
                      <a:lnTo>
                        <a:pt x="37814" y="33814"/>
                      </a:lnTo>
                      <a:close/>
                      <a:moveTo>
                        <a:pt x="38671" y="26194"/>
                      </a:moveTo>
                      <a:cubicBezTo>
                        <a:pt x="38576" y="25717"/>
                        <a:pt x="38671" y="25241"/>
                        <a:pt x="39148" y="24765"/>
                      </a:cubicBezTo>
                      <a:lnTo>
                        <a:pt x="37910" y="24765"/>
                      </a:lnTo>
                      <a:lnTo>
                        <a:pt x="38767" y="26194"/>
                      </a:lnTo>
                      <a:close/>
                      <a:moveTo>
                        <a:pt x="42767" y="45339"/>
                      </a:moveTo>
                      <a:lnTo>
                        <a:pt x="44005" y="44958"/>
                      </a:lnTo>
                      <a:cubicBezTo>
                        <a:pt x="44005" y="44958"/>
                        <a:pt x="43529" y="45339"/>
                        <a:pt x="42767" y="45339"/>
                      </a:cubicBezTo>
                      <a:close/>
                      <a:moveTo>
                        <a:pt x="49530" y="44482"/>
                      </a:moveTo>
                      <a:cubicBezTo>
                        <a:pt x="48768" y="44482"/>
                        <a:pt x="48387" y="44291"/>
                        <a:pt x="48196" y="44101"/>
                      </a:cubicBezTo>
                      <a:lnTo>
                        <a:pt x="49530" y="44482"/>
                      </a:lnTo>
                      <a:close/>
                      <a:moveTo>
                        <a:pt x="49530" y="44482"/>
                      </a:moveTo>
                      <a:cubicBezTo>
                        <a:pt x="50197" y="44482"/>
                        <a:pt x="50578" y="44672"/>
                        <a:pt x="50768" y="44958"/>
                      </a:cubicBezTo>
                      <a:lnTo>
                        <a:pt x="49530" y="44482"/>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9" name="Google Shape;1319;p99"/>
                <p:cNvSpPr/>
                <p:nvPr/>
              </p:nvSpPr>
              <p:spPr>
                <a:xfrm>
                  <a:off x="6039611" y="3010471"/>
                  <a:ext cx="51720" cy="57054"/>
                </a:xfrm>
                <a:custGeom>
                  <a:avLst/>
                  <a:gdLst/>
                  <a:ahLst/>
                  <a:cxnLst/>
                  <a:rect l="l" t="t" r="r" b="b"/>
                  <a:pathLst>
                    <a:path w="51720" h="57054" extrusionOk="0">
                      <a:moveTo>
                        <a:pt x="46006" y="667"/>
                      </a:moveTo>
                      <a:cubicBezTo>
                        <a:pt x="46577" y="3048"/>
                        <a:pt x="46863" y="4572"/>
                        <a:pt x="46863" y="5334"/>
                      </a:cubicBezTo>
                      <a:cubicBezTo>
                        <a:pt x="46863" y="6858"/>
                        <a:pt x="46292" y="8287"/>
                        <a:pt x="45149" y="9334"/>
                      </a:cubicBezTo>
                      <a:lnTo>
                        <a:pt x="46673" y="9716"/>
                      </a:lnTo>
                      <a:cubicBezTo>
                        <a:pt x="45434" y="10478"/>
                        <a:pt x="44482" y="10858"/>
                        <a:pt x="44006" y="10858"/>
                      </a:cubicBezTo>
                      <a:cubicBezTo>
                        <a:pt x="43434" y="10858"/>
                        <a:pt x="42958" y="10573"/>
                        <a:pt x="42672" y="10001"/>
                      </a:cubicBezTo>
                      <a:lnTo>
                        <a:pt x="15907" y="10573"/>
                      </a:lnTo>
                      <a:cubicBezTo>
                        <a:pt x="16097" y="11144"/>
                        <a:pt x="16097" y="11716"/>
                        <a:pt x="16097" y="12383"/>
                      </a:cubicBezTo>
                      <a:cubicBezTo>
                        <a:pt x="16097" y="13049"/>
                        <a:pt x="15907" y="14192"/>
                        <a:pt x="15621" y="15716"/>
                      </a:cubicBezTo>
                      <a:cubicBezTo>
                        <a:pt x="15335" y="17240"/>
                        <a:pt x="15145" y="18383"/>
                        <a:pt x="15145" y="19145"/>
                      </a:cubicBezTo>
                      <a:cubicBezTo>
                        <a:pt x="15145" y="20003"/>
                        <a:pt x="15335" y="20860"/>
                        <a:pt x="15621" y="21622"/>
                      </a:cubicBezTo>
                      <a:cubicBezTo>
                        <a:pt x="16859" y="22479"/>
                        <a:pt x="18669" y="22860"/>
                        <a:pt x="20955" y="22860"/>
                      </a:cubicBezTo>
                      <a:cubicBezTo>
                        <a:pt x="22860" y="22860"/>
                        <a:pt x="24765" y="22574"/>
                        <a:pt x="26766" y="22003"/>
                      </a:cubicBezTo>
                      <a:lnTo>
                        <a:pt x="26194" y="22003"/>
                      </a:lnTo>
                      <a:lnTo>
                        <a:pt x="26194" y="20764"/>
                      </a:lnTo>
                      <a:lnTo>
                        <a:pt x="26766" y="20764"/>
                      </a:lnTo>
                      <a:cubicBezTo>
                        <a:pt x="26766" y="20764"/>
                        <a:pt x="26670" y="21146"/>
                        <a:pt x="26670" y="21241"/>
                      </a:cubicBezTo>
                      <a:cubicBezTo>
                        <a:pt x="26670" y="21622"/>
                        <a:pt x="26861" y="21907"/>
                        <a:pt x="27242" y="22098"/>
                      </a:cubicBezTo>
                      <a:cubicBezTo>
                        <a:pt x="27623" y="22384"/>
                        <a:pt x="28004" y="22574"/>
                        <a:pt x="28289" y="22765"/>
                      </a:cubicBezTo>
                      <a:cubicBezTo>
                        <a:pt x="28289" y="22765"/>
                        <a:pt x="29337" y="22765"/>
                        <a:pt x="31337" y="22670"/>
                      </a:cubicBezTo>
                      <a:cubicBezTo>
                        <a:pt x="32576" y="22670"/>
                        <a:pt x="33623" y="22670"/>
                        <a:pt x="34481" y="22765"/>
                      </a:cubicBezTo>
                      <a:cubicBezTo>
                        <a:pt x="35624" y="22955"/>
                        <a:pt x="36576" y="23336"/>
                        <a:pt x="37433" y="24003"/>
                      </a:cubicBezTo>
                      <a:cubicBezTo>
                        <a:pt x="38291" y="24765"/>
                        <a:pt x="38672" y="25622"/>
                        <a:pt x="38672" y="26670"/>
                      </a:cubicBezTo>
                      <a:cubicBezTo>
                        <a:pt x="38672" y="27146"/>
                        <a:pt x="38576" y="28004"/>
                        <a:pt x="38195" y="29242"/>
                      </a:cubicBezTo>
                      <a:cubicBezTo>
                        <a:pt x="37910" y="30480"/>
                        <a:pt x="37814" y="31432"/>
                        <a:pt x="37814" y="32099"/>
                      </a:cubicBezTo>
                      <a:cubicBezTo>
                        <a:pt x="36671" y="33528"/>
                        <a:pt x="34957" y="34290"/>
                        <a:pt x="32480" y="34290"/>
                      </a:cubicBezTo>
                      <a:cubicBezTo>
                        <a:pt x="31718" y="34290"/>
                        <a:pt x="30480" y="34195"/>
                        <a:pt x="28670" y="34004"/>
                      </a:cubicBezTo>
                      <a:cubicBezTo>
                        <a:pt x="26956" y="33814"/>
                        <a:pt x="25622" y="33623"/>
                        <a:pt x="24860" y="33623"/>
                      </a:cubicBezTo>
                      <a:cubicBezTo>
                        <a:pt x="24003" y="33623"/>
                        <a:pt x="23336" y="33623"/>
                        <a:pt x="22670" y="33814"/>
                      </a:cubicBezTo>
                      <a:cubicBezTo>
                        <a:pt x="22098" y="33433"/>
                        <a:pt x="21527" y="33338"/>
                        <a:pt x="20860" y="33338"/>
                      </a:cubicBezTo>
                      <a:cubicBezTo>
                        <a:pt x="20098" y="33338"/>
                        <a:pt x="18955" y="33814"/>
                        <a:pt x="17526" y="34862"/>
                      </a:cubicBezTo>
                      <a:cubicBezTo>
                        <a:pt x="16097" y="35814"/>
                        <a:pt x="15050" y="36386"/>
                        <a:pt x="14288" y="36386"/>
                      </a:cubicBezTo>
                      <a:cubicBezTo>
                        <a:pt x="13430" y="36386"/>
                        <a:pt x="12668" y="36004"/>
                        <a:pt x="11906" y="35243"/>
                      </a:cubicBezTo>
                      <a:lnTo>
                        <a:pt x="11525" y="36767"/>
                      </a:lnTo>
                      <a:cubicBezTo>
                        <a:pt x="11525" y="36767"/>
                        <a:pt x="10763" y="36671"/>
                        <a:pt x="10192" y="36386"/>
                      </a:cubicBezTo>
                      <a:cubicBezTo>
                        <a:pt x="9525" y="36100"/>
                        <a:pt x="9049" y="36004"/>
                        <a:pt x="8858" y="36004"/>
                      </a:cubicBezTo>
                      <a:cubicBezTo>
                        <a:pt x="8382" y="36004"/>
                        <a:pt x="7906" y="36290"/>
                        <a:pt x="7525" y="36767"/>
                      </a:cubicBezTo>
                      <a:cubicBezTo>
                        <a:pt x="9049" y="37910"/>
                        <a:pt x="10668" y="38386"/>
                        <a:pt x="12573" y="38195"/>
                      </a:cubicBezTo>
                      <a:lnTo>
                        <a:pt x="11621" y="38862"/>
                      </a:lnTo>
                      <a:cubicBezTo>
                        <a:pt x="12478" y="38862"/>
                        <a:pt x="13335" y="39053"/>
                        <a:pt x="14192" y="39053"/>
                      </a:cubicBezTo>
                      <a:cubicBezTo>
                        <a:pt x="15240" y="39338"/>
                        <a:pt x="15907" y="39910"/>
                        <a:pt x="16097" y="40672"/>
                      </a:cubicBezTo>
                      <a:cubicBezTo>
                        <a:pt x="16097" y="41624"/>
                        <a:pt x="16288" y="42577"/>
                        <a:pt x="16383" y="43434"/>
                      </a:cubicBezTo>
                      <a:cubicBezTo>
                        <a:pt x="16574" y="44291"/>
                        <a:pt x="17145" y="44863"/>
                        <a:pt x="18193" y="44958"/>
                      </a:cubicBezTo>
                      <a:cubicBezTo>
                        <a:pt x="19717" y="44958"/>
                        <a:pt x="22384" y="44958"/>
                        <a:pt x="25908" y="45053"/>
                      </a:cubicBezTo>
                      <a:cubicBezTo>
                        <a:pt x="29242" y="45053"/>
                        <a:pt x="31814" y="45053"/>
                        <a:pt x="33528" y="45053"/>
                      </a:cubicBezTo>
                      <a:cubicBezTo>
                        <a:pt x="36386" y="44863"/>
                        <a:pt x="38958" y="44387"/>
                        <a:pt x="41148" y="43815"/>
                      </a:cubicBezTo>
                      <a:cubicBezTo>
                        <a:pt x="40958" y="44387"/>
                        <a:pt x="41148" y="44672"/>
                        <a:pt x="42005" y="44768"/>
                      </a:cubicBezTo>
                      <a:lnTo>
                        <a:pt x="43815" y="44768"/>
                      </a:lnTo>
                      <a:cubicBezTo>
                        <a:pt x="43815" y="44768"/>
                        <a:pt x="44577" y="44768"/>
                        <a:pt x="44768" y="44958"/>
                      </a:cubicBezTo>
                      <a:lnTo>
                        <a:pt x="46101" y="44958"/>
                      </a:lnTo>
                      <a:cubicBezTo>
                        <a:pt x="46577" y="50006"/>
                        <a:pt x="46768" y="52197"/>
                        <a:pt x="46768" y="51435"/>
                      </a:cubicBezTo>
                      <a:cubicBezTo>
                        <a:pt x="46768" y="53340"/>
                        <a:pt x="46387" y="54959"/>
                        <a:pt x="45625" y="56102"/>
                      </a:cubicBezTo>
                      <a:cubicBezTo>
                        <a:pt x="44006" y="56388"/>
                        <a:pt x="42196" y="56579"/>
                        <a:pt x="40196" y="56579"/>
                      </a:cubicBezTo>
                      <a:lnTo>
                        <a:pt x="31718" y="56579"/>
                      </a:lnTo>
                      <a:cubicBezTo>
                        <a:pt x="29528" y="56579"/>
                        <a:pt x="27623" y="56769"/>
                        <a:pt x="26003" y="57055"/>
                      </a:cubicBezTo>
                      <a:cubicBezTo>
                        <a:pt x="25051" y="56769"/>
                        <a:pt x="22955" y="56674"/>
                        <a:pt x="19812" y="56674"/>
                      </a:cubicBezTo>
                      <a:cubicBezTo>
                        <a:pt x="17336" y="56674"/>
                        <a:pt x="15431" y="56197"/>
                        <a:pt x="14002" y="55245"/>
                      </a:cubicBezTo>
                      <a:cubicBezTo>
                        <a:pt x="13049" y="56102"/>
                        <a:pt x="11621" y="56579"/>
                        <a:pt x="9525" y="56579"/>
                      </a:cubicBezTo>
                      <a:cubicBezTo>
                        <a:pt x="8858" y="56579"/>
                        <a:pt x="7239" y="56388"/>
                        <a:pt x="4477" y="56102"/>
                      </a:cubicBezTo>
                      <a:cubicBezTo>
                        <a:pt x="2953" y="55150"/>
                        <a:pt x="2286" y="53435"/>
                        <a:pt x="2286" y="50768"/>
                      </a:cubicBezTo>
                      <a:cubicBezTo>
                        <a:pt x="2286" y="50197"/>
                        <a:pt x="2286" y="49435"/>
                        <a:pt x="2381" y="48387"/>
                      </a:cubicBezTo>
                      <a:cubicBezTo>
                        <a:pt x="2381" y="47339"/>
                        <a:pt x="2381" y="46577"/>
                        <a:pt x="2381" y="46196"/>
                      </a:cubicBezTo>
                      <a:lnTo>
                        <a:pt x="2953" y="25337"/>
                      </a:lnTo>
                      <a:cubicBezTo>
                        <a:pt x="2572" y="24575"/>
                        <a:pt x="2381" y="23527"/>
                        <a:pt x="2381" y="22193"/>
                      </a:cubicBezTo>
                      <a:cubicBezTo>
                        <a:pt x="2381" y="21717"/>
                        <a:pt x="2381" y="20955"/>
                        <a:pt x="2477" y="19907"/>
                      </a:cubicBezTo>
                      <a:cubicBezTo>
                        <a:pt x="2477" y="18860"/>
                        <a:pt x="2572" y="18193"/>
                        <a:pt x="2572" y="17717"/>
                      </a:cubicBezTo>
                      <a:cubicBezTo>
                        <a:pt x="2572" y="15050"/>
                        <a:pt x="1715" y="13621"/>
                        <a:pt x="0" y="13525"/>
                      </a:cubicBezTo>
                      <a:cubicBezTo>
                        <a:pt x="2096" y="12954"/>
                        <a:pt x="3143" y="11240"/>
                        <a:pt x="2953" y="8287"/>
                      </a:cubicBezTo>
                      <a:cubicBezTo>
                        <a:pt x="2762" y="4000"/>
                        <a:pt x="2667" y="1619"/>
                        <a:pt x="2858" y="1238"/>
                      </a:cubicBezTo>
                      <a:lnTo>
                        <a:pt x="2286" y="857"/>
                      </a:lnTo>
                      <a:cubicBezTo>
                        <a:pt x="3048" y="381"/>
                        <a:pt x="4001" y="191"/>
                        <a:pt x="5048" y="191"/>
                      </a:cubicBezTo>
                      <a:cubicBezTo>
                        <a:pt x="5620" y="191"/>
                        <a:pt x="6763" y="286"/>
                        <a:pt x="8477" y="571"/>
                      </a:cubicBezTo>
                      <a:cubicBezTo>
                        <a:pt x="10097" y="857"/>
                        <a:pt x="11430" y="857"/>
                        <a:pt x="12287" y="857"/>
                      </a:cubicBezTo>
                      <a:cubicBezTo>
                        <a:pt x="16954" y="857"/>
                        <a:pt x="20003" y="571"/>
                        <a:pt x="21336" y="0"/>
                      </a:cubicBezTo>
                      <a:cubicBezTo>
                        <a:pt x="21527" y="667"/>
                        <a:pt x="22003" y="1048"/>
                        <a:pt x="22670" y="1048"/>
                      </a:cubicBezTo>
                      <a:cubicBezTo>
                        <a:pt x="23051" y="1048"/>
                        <a:pt x="23527" y="857"/>
                        <a:pt x="24289" y="571"/>
                      </a:cubicBezTo>
                      <a:cubicBezTo>
                        <a:pt x="25051" y="286"/>
                        <a:pt x="25527" y="191"/>
                        <a:pt x="25908" y="191"/>
                      </a:cubicBezTo>
                      <a:cubicBezTo>
                        <a:pt x="26194" y="191"/>
                        <a:pt x="26479" y="191"/>
                        <a:pt x="26766" y="191"/>
                      </a:cubicBezTo>
                      <a:cubicBezTo>
                        <a:pt x="27051" y="191"/>
                        <a:pt x="28385" y="476"/>
                        <a:pt x="30766" y="953"/>
                      </a:cubicBezTo>
                      <a:cubicBezTo>
                        <a:pt x="32480" y="1143"/>
                        <a:pt x="33814" y="1333"/>
                        <a:pt x="34862" y="1143"/>
                      </a:cubicBezTo>
                      <a:lnTo>
                        <a:pt x="36004" y="2477"/>
                      </a:lnTo>
                      <a:cubicBezTo>
                        <a:pt x="36767" y="857"/>
                        <a:pt x="40100" y="381"/>
                        <a:pt x="46006" y="762"/>
                      </a:cubicBezTo>
                      <a:close/>
                      <a:moveTo>
                        <a:pt x="3715" y="36004"/>
                      </a:moveTo>
                      <a:cubicBezTo>
                        <a:pt x="3905" y="36671"/>
                        <a:pt x="4667" y="36957"/>
                        <a:pt x="5810" y="36957"/>
                      </a:cubicBezTo>
                      <a:cubicBezTo>
                        <a:pt x="6382" y="36957"/>
                        <a:pt x="6763" y="36862"/>
                        <a:pt x="6953" y="36671"/>
                      </a:cubicBezTo>
                      <a:lnTo>
                        <a:pt x="3715" y="36004"/>
                      </a:lnTo>
                      <a:close/>
                      <a:moveTo>
                        <a:pt x="10478" y="36004"/>
                      </a:moveTo>
                      <a:lnTo>
                        <a:pt x="10478" y="35147"/>
                      </a:lnTo>
                      <a:cubicBezTo>
                        <a:pt x="10478" y="35147"/>
                        <a:pt x="10001" y="34576"/>
                        <a:pt x="9335" y="34576"/>
                      </a:cubicBezTo>
                      <a:lnTo>
                        <a:pt x="10478" y="36004"/>
                      </a:lnTo>
                      <a:close/>
                      <a:moveTo>
                        <a:pt x="13145" y="18193"/>
                      </a:moveTo>
                      <a:lnTo>
                        <a:pt x="13145" y="17526"/>
                      </a:lnTo>
                      <a:lnTo>
                        <a:pt x="12287" y="17526"/>
                      </a:lnTo>
                      <a:lnTo>
                        <a:pt x="12287" y="18193"/>
                      </a:lnTo>
                      <a:lnTo>
                        <a:pt x="13145" y="18193"/>
                      </a:lnTo>
                      <a:close/>
                      <a:moveTo>
                        <a:pt x="31147" y="17812"/>
                      </a:moveTo>
                      <a:cubicBezTo>
                        <a:pt x="30575" y="17431"/>
                        <a:pt x="30290" y="17145"/>
                        <a:pt x="30290" y="16764"/>
                      </a:cubicBezTo>
                      <a:cubicBezTo>
                        <a:pt x="30290" y="16288"/>
                        <a:pt x="30671" y="16002"/>
                        <a:pt x="31623" y="16002"/>
                      </a:cubicBezTo>
                      <a:cubicBezTo>
                        <a:pt x="32480" y="16002"/>
                        <a:pt x="32957" y="16383"/>
                        <a:pt x="33147" y="16954"/>
                      </a:cubicBezTo>
                      <a:cubicBezTo>
                        <a:pt x="32480" y="17621"/>
                        <a:pt x="31814" y="17907"/>
                        <a:pt x="31147" y="17812"/>
                      </a:cubicBezTo>
                      <a:close/>
                      <a:moveTo>
                        <a:pt x="37719" y="18193"/>
                      </a:moveTo>
                      <a:cubicBezTo>
                        <a:pt x="37719" y="18193"/>
                        <a:pt x="38386" y="17812"/>
                        <a:pt x="38386" y="17621"/>
                      </a:cubicBezTo>
                      <a:cubicBezTo>
                        <a:pt x="38386" y="17526"/>
                        <a:pt x="38386" y="17240"/>
                        <a:pt x="38100" y="17050"/>
                      </a:cubicBezTo>
                      <a:cubicBezTo>
                        <a:pt x="37910" y="16764"/>
                        <a:pt x="37814" y="16669"/>
                        <a:pt x="37814" y="16574"/>
                      </a:cubicBezTo>
                      <a:cubicBezTo>
                        <a:pt x="37814" y="16383"/>
                        <a:pt x="38005" y="16288"/>
                        <a:pt x="38100" y="16192"/>
                      </a:cubicBezTo>
                      <a:cubicBezTo>
                        <a:pt x="38576" y="16002"/>
                        <a:pt x="39243" y="16192"/>
                        <a:pt x="39815" y="16764"/>
                      </a:cubicBezTo>
                      <a:lnTo>
                        <a:pt x="38958" y="18288"/>
                      </a:lnTo>
                      <a:lnTo>
                        <a:pt x="40100" y="19145"/>
                      </a:lnTo>
                      <a:lnTo>
                        <a:pt x="37624" y="18288"/>
                      </a:lnTo>
                      <a:close/>
                      <a:moveTo>
                        <a:pt x="40196" y="5334"/>
                      </a:moveTo>
                      <a:cubicBezTo>
                        <a:pt x="40196" y="5334"/>
                        <a:pt x="40481" y="5525"/>
                        <a:pt x="40481" y="5525"/>
                      </a:cubicBezTo>
                      <a:lnTo>
                        <a:pt x="40196" y="5334"/>
                      </a:lnTo>
                      <a:lnTo>
                        <a:pt x="40196" y="4382"/>
                      </a:lnTo>
                      <a:lnTo>
                        <a:pt x="39053" y="4382"/>
                      </a:lnTo>
                      <a:lnTo>
                        <a:pt x="40196" y="5334"/>
                      </a:lnTo>
                      <a:close/>
                      <a:moveTo>
                        <a:pt x="51721" y="1524"/>
                      </a:moveTo>
                      <a:cubicBezTo>
                        <a:pt x="51721" y="1524"/>
                        <a:pt x="51530" y="2000"/>
                        <a:pt x="51149" y="2381"/>
                      </a:cubicBezTo>
                      <a:cubicBezTo>
                        <a:pt x="50768" y="2762"/>
                        <a:pt x="50578" y="3048"/>
                        <a:pt x="50483" y="3238"/>
                      </a:cubicBezTo>
                      <a:lnTo>
                        <a:pt x="51340" y="3905"/>
                      </a:lnTo>
                      <a:lnTo>
                        <a:pt x="49625" y="3238"/>
                      </a:lnTo>
                      <a:cubicBezTo>
                        <a:pt x="49625" y="3238"/>
                        <a:pt x="50197" y="2953"/>
                        <a:pt x="50292" y="2286"/>
                      </a:cubicBezTo>
                      <a:cubicBezTo>
                        <a:pt x="50387" y="1619"/>
                        <a:pt x="50578" y="1333"/>
                        <a:pt x="50959" y="1333"/>
                      </a:cubicBezTo>
                      <a:cubicBezTo>
                        <a:pt x="51054" y="1333"/>
                        <a:pt x="51340" y="1333"/>
                        <a:pt x="51626" y="1524"/>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 name="Google Shape;1320;p99"/>
                <p:cNvSpPr/>
                <p:nvPr/>
              </p:nvSpPr>
              <p:spPr>
                <a:xfrm>
                  <a:off x="6083617" y="3009804"/>
                  <a:ext cx="56578" cy="57816"/>
                </a:xfrm>
                <a:custGeom>
                  <a:avLst/>
                  <a:gdLst/>
                  <a:ahLst/>
                  <a:cxnLst/>
                  <a:rect l="l" t="t" r="r" b="b"/>
                  <a:pathLst>
                    <a:path w="56578" h="57816" extrusionOk="0">
                      <a:moveTo>
                        <a:pt x="2000" y="34290"/>
                      </a:moveTo>
                      <a:lnTo>
                        <a:pt x="0" y="35147"/>
                      </a:lnTo>
                      <a:lnTo>
                        <a:pt x="2762" y="32766"/>
                      </a:lnTo>
                      <a:lnTo>
                        <a:pt x="2000" y="34290"/>
                      </a:lnTo>
                      <a:close/>
                      <a:moveTo>
                        <a:pt x="1524" y="47911"/>
                      </a:moveTo>
                      <a:lnTo>
                        <a:pt x="381" y="45434"/>
                      </a:lnTo>
                      <a:lnTo>
                        <a:pt x="1524" y="47053"/>
                      </a:lnTo>
                      <a:lnTo>
                        <a:pt x="1524" y="47911"/>
                      </a:lnTo>
                      <a:close/>
                      <a:moveTo>
                        <a:pt x="4477" y="46673"/>
                      </a:moveTo>
                      <a:lnTo>
                        <a:pt x="3238" y="45815"/>
                      </a:lnTo>
                      <a:lnTo>
                        <a:pt x="4477" y="45815"/>
                      </a:lnTo>
                      <a:lnTo>
                        <a:pt x="4477" y="46673"/>
                      </a:lnTo>
                      <a:close/>
                      <a:moveTo>
                        <a:pt x="4858" y="26575"/>
                      </a:moveTo>
                      <a:lnTo>
                        <a:pt x="5715" y="27242"/>
                      </a:lnTo>
                      <a:lnTo>
                        <a:pt x="4572" y="27242"/>
                      </a:lnTo>
                      <a:lnTo>
                        <a:pt x="4953" y="26575"/>
                      </a:lnTo>
                      <a:close/>
                      <a:moveTo>
                        <a:pt x="4858" y="35909"/>
                      </a:moveTo>
                      <a:lnTo>
                        <a:pt x="5334" y="35052"/>
                      </a:lnTo>
                      <a:lnTo>
                        <a:pt x="6477" y="35052"/>
                      </a:lnTo>
                      <a:lnTo>
                        <a:pt x="4763" y="35909"/>
                      </a:lnTo>
                      <a:close/>
                      <a:moveTo>
                        <a:pt x="7810" y="52483"/>
                      </a:moveTo>
                      <a:lnTo>
                        <a:pt x="6858" y="51149"/>
                      </a:lnTo>
                      <a:lnTo>
                        <a:pt x="8667" y="51149"/>
                      </a:lnTo>
                      <a:lnTo>
                        <a:pt x="7810" y="52483"/>
                      </a:lnTo>
                      <a:close/>
                      <a:moveTo>
                        <a:pt x="51054" y="42767"/>
                      </a:moveTo>
                      <a:cubicBezTo>
                        <a:pt x="51054" y="44291"/>
                        <a:pt x="52102" y="46196"/>
                        <a:pt x="53911" y="48482"/>
                      </a:cubicBezTo>
                      <a:cubicBezTo>
                        <a:pt x="55721" y="50863"/>
                        <a:pt x="56579" y="52673"/>
                        <a:pt x="56579" y="54102"/>
                      </a:cubicBezTo>
                      <a:cubicBezTo>
                        <a:pt x="56579" y="54864"/>
                        <a:pt x="56388" y="55721"/>
                        <a:pt x="56102" y="56578"/>
                      </a:cubicBezTo>
                      <a:cubicBezTo>
                        <a:pt x="56197" y="56578"/>
                        <a:pt x="54483" y="56578"/>
                        <a:pt x="50863" y="56483"/>
                      </a:cubicBezTo>
                      <a:cubicBezTo>
                        <a:pt x="48768" y="56483"/>
                        <a:pt x="47149" y="56864"/>
                        <a:pt x="46101" y="57817"/>
                      </a:cubicBezTo>
                      <a:lnTo>
                        <a:pt x="44577" y="55817"/>
                      </a:lnTo>
                      <a:cubicBezTo>
                        <a:pt x="43529" y="56007"/>
                        <a:pt x="42577" y="55435"/>
                        <a:pt x="41719" y="54197"/>
                      </a:cubicBezTo>
                      <a:cubicBezTo>
                        <a:pt x="40481" y="52292"/>
                        <a:pt x="39814" y="51244"/>
                        <a:pt x="39624" y="51149"/>
                      </a:cubicBezTo>
                      <a:cubicBezTo>
                        <a:pt x="39719" y="50768"/>
                        <a:pt x="39814" y="50483"/>
                        <a:pt x="39814" y="50197"/>
                      </a:cubicBezTo>
                      <a:cubicBezTo>
                        <a:pt x="39814" y="49530"/>
                        <a:pt x="39529" y="48768"/>
                        <a:pt x="38862" y="47816"/>
                      </a:cubicBezTo>
                      <a:cubicBezTo>
                        <a:pt x="38195" y="46863"/>
                        <a:pt x="37909" y="46101"/>
                        <a:pt x="37909" y="45434"/>
                      </a:cubicBezTo>
                      <a:cubicBezTo>
                        <a:pt x="36862" y="44577"/>
                        <a:pt x="36004" y="43148"/>
                        <a:pt x="35242" y="41529"/>
                      </a:cubicBezTo>
                      <a:cubicBezTo>
                        <a:pt x="34290" y="39433"/>
                        <a:pt x="33528" y="38100"/>
                        <a:pt x="32861" y="37243"/>
                      </a:cubicBezTo>
                      <a:cubicBezTo>
                        <a:pt x="32575" y="36290"/>
                        <a:pt x="32385" y="35433"/>
                        <a:pt x="32194" y="34480"/>
                      </a:cubicBezTo>
                      <a:cubicBezTo>
                        <a:pt x="31813" y="33337"/>
                        <a:pt x="31337" y="32766"/>
                        <a:pt x="30766" y="32766"/>
                      </a:cubicBezTo>
                      <a:cubicBezTo>
                        <a:pt x="30385" y="32766"/>
                        <a:pt x="30004" y="32957"/>
                        <a:pt x="29623" y="33433"/>
                      </a:cubicBezTo>
                      <a:lnTo>
                        <a:pt x="29337" y="33147"/>
                      </a:lnTo>
                      <a:cubicBezTo>
                        <a:pt x="28861" y="34004"/>
                        <a:pt x="27622" y="34290"/>
                        <a:pt x="25527" y="34004"/>
                      </a:cubicBezTo>
                      <a:lnTo>
                        <a:pt x="23527" y="33147"/>
                      </a:lnTo>
                      <a:cubicBezTo>
                        <a:pt x="23336" y="33814"/>
                        <a:pt x="23241" y="34671"/>
                        <a:pt x="23241" y="35719"/>
                      </a:cubicBezTo>
                      <a:cubicBezTo>
                        <a:pt x="23241" y="37528"/>
                        <a:pt x="23622" y="39719"/>
                        <a:pt x="24384" y="42291"/>
                      </a:cubicBezTo>
                      <a:lnTo>
                        <a:pt x="23527" y="42291"/>
                      </a:lnTo>
                      <a:lnTo>
                        <a:pt x="23050" y="49054"/>
                      </a:lnTo>
                      <a:cubicBezTo>
                        <a:pt x="23050" y="49054"/>
                        <a:pt x="22384" y="49244"/>
                        <a:pt x="21907" y="49530"/>
                      </a:cubicBezTo>
                      <a:lnTo>
                        <a:pt x="23527" y="50387"/>
                      </a:lnTo>
                      <a:cubicBezTo>
                        <a:pt x="23527" y="50387"/>
                        <a:pt x="23050" y="51149"/>
                        <a:pt x="23050" y="51816"/>
                      </a:cubicBezTo>
                      <a:cubicBezTo>
                        <a:pt x="23050" y="52007"/>
                        <a:pt x="23050" y="52387"/>
                        <a:pt x="23146" y="52864"/>
                      </a:cubicBezTo>
                      <a:cubicBezTo>
                        <a:pt x="23146" y="53340"/>
                        <a:pt x="23241" y="53721"/>
                        <a:pt x="23241" y="53911"/>
                      </a:cubicBezTo>
                      <a:cubicBezTo>
                        <a:pt x="23241" y="55340"/>
                        <a:pt x="22288" y="56007"/>
                        <a:pt x="20479" y="55817"/>
                      </a:cubicBezTo>
                      <a:lnTo>
                        <a:pt x="21050" y="56198"/>
                      </a:lnTo>
                      <a:cubicBezTo>
                        <a:pt x="21050" y="56198"/>
                        <a:pt x="20002" y="56293"/>
                        <a:pt x="18574" y="56578"/>
                      </a:cubicBezTo>
                      <a:cubicBezTo>
                        <a:pt x="17145" y="56864"/>
                        <a:pt x="15907" y="57055"/>
                        <a:pt x="14954" y="57055"/>
                      </a:cubicBezTo>
                      <a:cubicBezTo>
                        <a:pt x="14097" y="57055"/>
                        <a:pt x="13335" y="56959"/>
                        <a:pt x="12668" y="56769"/>
                      </a:cubicBezTo>
                      <a:cubicBezTo>
                        <a:pt x="12668" y="56388"/>
                        <a:pt x="12668" y="56102"/>
                        <a:pt x="13049" y="55912"/>
                      </a:cubicBezTo>
                      <a:cubicBezTo>
                        <a:pt x="10858" y="55245"/>
                        <a:pt x="9811" y="53911"/>
                        <a:pt x="9811" y="51721"/>
                      </a:cubicBezTo>
                      <a:cubicBezTo>
                        <a:pt x="9811" y="51340"/>
                        <a:pt x="9811" y="50768"/>
                        <a:pt x="9811" y="50197"/>
                      </a:cubicBezTo>
                      <a:cubicBezTo>
                        <a:pt x="9811" y="49530"/>
                        <a:pt x="9811" y="49149"/>
                        <a:pt x="9811" y="48863"/>
                      </a:cubicBezTo>
                      <a:cubicBezTo>
                        <a:pt x="9811" y="48577"/>
                        <a:pt x="9430" y="48387"/>
                        <a:pt x="8954" y="48387"/>
                      </a:cubicBezTo>
                      <a:cubicBezTo>
                        <a:pt x="9144" y="48196"/>
                        <a:pt x="9430" y="47816"/>
                        <a:pt x="9811" y="47530"/>
                      </a:cubicBezTo>
                      <a:cubicBezTo>
                        <a:pt x="9811" y="48006"/>
                        <a:pt x="10096" y="48292"/>
                        <a:pt x="10287" y="48292"/>
                      </a:cubicBezTo>
                      <a:cubicBezTo>
                        <a:pt x="10573" y="48292"/>
                        <a:pt x="10858" y="48292"/>
                        <a:pt x="11239" y="48006"/>
                      </a:cubicBezTo>
                      <a:cubicBezTo>
                        <a:pt x="11621" y="47816"/>
                        <a:pt x="11906" y="47720"/>
                        <a:pt x="12001" y="47720"/>
                      </a:cubicBezTo>
                      <a:cubicBezTo>
                        <a:pt x="12097" y="47720"/>
                        <a:pt x="12287" y="47720"/>
                        <a:pt x="12287" y="47816"/>
                      </a:cubicBezTo>
                      <a:lnTo>
                        <a:pt x="9430" y="44482"/>
                      </a:lnTo>
                      <a:cubicBezTo>
                        <a:pt x="9430" y="44482"/>
                        <a:pt x="9906" y="44291"/>
                        <a:pt x="10573" y="43625"/>
                      </a:cubicBezTo>
                      <a:lnTo>
                        <a:pt x="10192" y="40005"/>
                      </a:lnTo>
                      <a:cubicBezTo>
                        <a:pt x="10192" y="40005"/>
                        <a:pt x="10763" y="39815"/>
                        <a:pt x="10858" y="39529"/>
                      </a:cubicBezTo>
                      <a:cubicBezTo>
                        <a:pt x="10858" y="39338"/>
                        <a:pt x="10668" y="38957"/>
                        <a:pt x="10287" y="38386"/>
                      </a:cubicBezTo>
                      <a:cubicBezTo>
                        <a:pt x="10001" y="37909"/>
                        <a:pt x="10001" y="37528"/>
                        <a:pt x="10192" y="37243"/>
                      </a:cubicBezTo>
                      <a:cubicBezTo>
                        <a:pt x="10573" y="37433"/>
                        <a:pt x="11049" y="37243"/>
                        <a:pt x="11525" y="36767"/>
                      </a:cubicBezTo>
                      <a:lnTo>
                        <a:pt x="12573" y="35624"/>
                      </a:lnTo>
                      <a:lnTo>
                        <a:pt x="12573" y="34861"/>
                      </a:lnTo>
                      <a:lnTo>
                        <a:pt x="10573" y="35624"/>
                      </a:lnTo>
                      <a:cubicBezTo>
                        <a:pt x="10192" y="34957"/>
                        <a:pt x="10096" y="33433"/>
                        <a:pt x="10573" y="31051"/>
                      </a:cubicBezTo>
                      <a:cubicBezTo>
                        <a:pt x="10954" y="28956"/>
                        <a:pt x="10382" y="27527"/>
                        <a:pt x="8954" y="26670"/>
                      </a:cubicBezTo>
                      <a:lnTo>
                        <a:pt x="7334" y="27337"/>
                      </a:lnTo>
                      <a:lnTo>
                        <a:pt x="7810" y="25813"/>
                      </a:lnTo>
                      <a:cubicBezTo>
                        <a:pt x="7810" y="25813"/>
                        <a:pt x="8382" y="26194"/>
                        <a:pt x="9144" y="26575"/>
                      </a:cubicBezTo>
                      <a:cubicBezTo>
                        <a:pt x="9715" y="26860"/>
                        <a:pt x="10192" y="26956"/>
                        <a:pt x="10573" y="26956"/>
                      </a:cubicBezTo>
                      <a:lnTo>
                        <a:pt x="11430" y="26099"/>
                      </a:lnTo>
                      <a:cubicBezTo>
                        <a:pt x="10858" y="25908"/>
                        <a:pt x="10382" y="25432"/>
                        <a:pt x="10096" y="24670"/>
                      </a:cubicBezTo>
                      <a:cubicBezTo>
                        <a:pt x="9906" y="24289"/>
                        <a:pt x="9620" y="24003"/>
                        <a:pt x="9430" y="23622"/>
                      </a:cubicBezTo>
                      <a:cubicBezTo>
                        <a:pt x="10096" y="21717"/>
                        <a:pt x="10382" y="19526"/>
                        <a:pt x="10382" y="16859"/>
                      </a:cubicBezTo>
                      <a:cubicBezTo>
                        <a:pt x="10382" y="16002"/>
                        <a:pt x="10382" y="14668"/>
                        <a:pt x="10287" y="12954"/>
                      </a:cubicBezTo>
                      <a:cubicBezTo>
                        <a:pt x="10287" y="11239"/>
                        <a:pt x="10287" y="9906"/>
                        <a:pt x="10287" y="9049"/>
                      </a:cubicBezTo>
                      <a:cubicBezTo>
                        <a:pt x="10287" y="7239"/>
                        <a:pt x="10382" y="5525"/>
                        <a:pt x="10668" y="4191"/>
                      </a:cubicBezTo>
                      <a:cubicBezTo>
                        <a:pt x="10668" y="4096"/>
                        <a:pt x="10382" y="3810"/>
                        <a:pt x="10192" y="3429"/>
                      </a:cubicBezTo>
                      <a:cubicBezTo>
                        <a:pt x="9906" y="3048"/>
                        <a:pt x="9811" y="2762"/>
                        <a:pt x="9811" y="2572"/>
                      </a:cubicBezTo>
                      <a:cubicBezTo>
                        <a:pt x="9811" y="2286"/>
                        <a:pt x="10001" y="2096"/>
                        <a:pt x="10287" y="1905"/>
                      </a:cubicBezTo>
                      <a:cubicBezTo>
                        <a:pt x="11621" y="952"/>
                        <a:pt x="13240" y="476"/>
                        <a:pt x="15240" y="476"/>
                      </a:cubicBezTo>
                      <a:cubicBezTo>
                        <a:pt x="15907" y="476"/>
                        <a:pt x="16859" y="476"/>
                        <a:pt x="18192" y="667"/>
                      </a:cubicBezTo>
                      <a:cubicBezTo>
                        <a:pt x="19431" y="857"/>
                        <a:pt x="20479" y="952"/>
                        <a:pt x="21241" y="952"/>
                      </a:cubicBezTo>
                      <a:cubicBezTo>
                        <a:pt x="22003" y="952"/>
                        <a:pt x="22955" y="762"/>
                        <a:pt x="24098" y="476"/>
                      </a:cubicBezTo>
                      <a:cubicBezTo>
                        <a:pt x="25241" y="190"/>
                        <a:pt x="26003" y="0"/>
                        <a:pt x="26479" y="0"/>
                      </a:cubicBezTo>
                      <a:cubicBezTo>
                        <a:pt x="27146" y="0"/>
                        <a:pt x="28194" y="286"/>
                        <a:pt x="29527" y="952"/>
                      </a:cubicBezTo>
                      <a:cubicBezTo>
                        <a:pt x="30861" y="1524"/>
                        <a:pt x="31813" y="1905"/>
                        <a:pt x="32480" y="1905"/>
                      </a:cubicBezTo>
                      <a:cubicBezTo>
                        <a:pt x="33242" y="1905"/>
                        <a:pt x="33814" y="1619"/>
                        <a:pt x="34385" y="1048"/>
                      </a:cubicBezTo>
                      <a:cubicBezTo>
                        <a:pt x="34576" y="1238"/>
                        <a:pt x="34766" y="1333"/>
                        <a:pt x="35052" y="1333"/>
                      </a:cubicBezTo>
                      <a:cubicBezTo>
                        <a:pt x="35338" y="1333"/>
                        <a:pt x="35719" y="1143"/>
                        <a:pt x="36290" y="857"/>
                      </a:cubicBezTo>
                      <a:cubicBezTo>
                        <a:pt x="36862" y="571"/>
                        <a:pt x="37242" y="476"/>
                        <a:pt x="37433" y="476"/>
                      </a:cubicBezTo>
                      <a:cubicBezTo>
                        <a:pt x="37909" y="476"/>
                        <a:pt x="38195" y="952"/>
                        <a:pt x="38386" y="1905"/>
                      </a:cubicBezTo>
                      <a:cubicBezTo>
                        <a:pt x="42005" y="1524"/>
                        <a:pt x="43434" y="1333"/>
                        <a:pt x="42863" y="1333"/>
                      </a:cubicBezTo>
                      <a:cubicBezTo>
                        <a:pt x="44196" y="1333"/>
                        <a:pt x="45148" y="1714"/>
                        <a:pt x="45815" y="2572"/>
                      </a:cubicBezTo>
                      <a:lnTo>
                        <a:pt x="47339" y="2191"/>
                      </a:lnTo>
                      <a:cubicBezTo>
                        <a:pt x="47339" y="3429"/>
                        <a:pt x="48101" y="4286"/>
                        <a:pt x="49625" y="4763"/>
                      </a:cubicBezTo>
                      <a:cubicBezTo>
                        <a:pt x="51435" y="5239"/>
                        <a:pt x="52483" y="5810"/>
                        <a:pt x="52864" y="6382"/>
                      </a:cubicBezTo>
                      <a:cubicBezTo>
                        <a:pt x="54769" y="7525"/>
                        <a:pt x="55912" y="9239"/>
                        <a:pt x="56197" y="11621"/>
                      </a:cubicBezTo>
                      <a:cubicBezTo>
                        <a:pt x="56197" y="12573"/>
                        <a:pt x="56102" y="14764"/>
                        <a:pt x="55626" y="18193"/>
                      </a:cubicBezTo>
                      <a:cubicBezTo>
                        <a:pt x="55340" y="21050"/>
                        <a:pt x="55531" y="23146"/>
                        <a:pt x="56197" y="24575"/>
                      </a:cubicBezTo>
                      <a:cubicBezTo>
                        <a:pt x="55054" y="25813"/>
                        <a:pt x="53911" y="27146"/>
                        <a:pt x="52768" y="28384"/>
                      </a:cubicBezTo>
                      <a:cubicBezTo>
                        <a:pt x="51340" y="29908"/>
                        <a:pt x="50006" y="30766"/>
                        <a:pt x="48768" y="31147"/>
                      </a:cubicBezTo>
                      <a:lnTo>
                        <a:pt x="46196" y="33528"/>
                      </a:lnTo>
                      <a:cubicBezTo>
                        <a:pt x="47339" y="33718"/>
                        <a:pt x="47911" y="34766"/>
                        <a:pt x="48006" y="36576"/>
                      </a:cubicBezTo>
                      <a:cubicBezTo>
                        <a:pt x="48006" y="38386"/>
                        <a:pt x="48482" y="39433"/>
                        <a:pt x="49530" y="39719"/>
                      </a:cubicBezTo>
                      <a:cubicBezTo>
                        <a:pt x="49149" y="40195"/>
                        <a:pt x="48958" y="40576"/>
                        <a:pt x="48958" y="40862"/>
                      </a:cubicBezTo>
                      <a:cubicBezTo>
                        <a:pt x="48958" y="41148"/>
                        <a:pt x="49339" y="41434"/>
                        <a:pt x="50101" y="41719"/>
                      </a:cubicBezTo>
                      <a:cubicBezTo>
                        <a:pt x="50863" y="42005"/>
                        <a:pt x="51244" y="42386"/>
                        <a:pt x="51244" y="42958"/>
                      </a:cubicBezTo>
                      <a:close/>
                      <a:moveTo>
                        <a:pt x="37909" y="21812"/>
                      </a:moveTo>
                      <a:cubicBezTo>
                        <a:pt x="38290" y="21241"/>
                        <a:pt x="39338" y="20383"/>
                        <a:pt x="40957" y="19431"/>
                      </a:cubicBezTo>
                      <a:cubicBezTo>
                        <a:pt x="42481" y="18669"/>
                        <a:pt x="43148" y="17812"/>
                        <a:pt x="43148" y="16954"/>
                      </a:cubicBezTo>
                      <a:cubicBezTo>
                        <a:pt x="43148" y="16383"/>
                        <a:pt x="42863" y="15716"/>
                        <a:pt x="42481" y="14954"/>
                      </a:cubicBezTo>
                      <a:cubicBezTo>
                        <a:pt x="39624" y="11811"/>
                        <a:pt x="35909" y="10287"/>
                        <a:pt x="31147" y="10287"/>
                      </a:cubicBezTo>
                      <a:cubicBezTo>
                        <a:pt x="29051" y="10287"/>
                        <a:pt x="26860" y="10573"/>
                        <a:pt x="24574" y="11335"/>
                      </a:cubicBezTo>
                      <a:cubicBezTo>
                        <a:pt x="24765" y="11716"/>
                        <a:pt x="24384" y="12382"/>
                        <a:pt x="23717" y="13049"/>
                      </a:cubicBezTo>
                      <a:cubicBezTo>
                        <a:pt x="22955" y="13811"/>
                        <a:pt x="22574" y="14383"/>
                        <a:pt x="22574" y="14668"/>
                      </a:cubicBezTo>
                      <a:cubicBezTo>
                        <a:pt x="22574" y="15145"/>
                        <a:pt x="23146" y="15716"/>
                        <a:pt x="24289" y="16097"/>
                      </a:cubicBezTo>
                      <a:cubicBezTo>
                        <a:pt x="23431" y="17907"/>
                        <a:pt x="23336" y="19812"/>
                        <a:pt x="23908" y="21812"/>
                      </a:cubicBezTo>
                      <a:cubicBezTo>
                        <a:pt x="24765" y="21812"/>
                        <a:pt x="26289" y="22003"/>
                        <a:pt x="28575" y="22288"/>
                      </a:cubicBezTo>
                      <a:cubicBezTo>
                        <a:pt x="30766" y="22574"/>
                        <a:pt x="32480" y="22669"/>
                        <a:pt x="33528" y="22669"/>
                      </a:cubicBezTo>
                      <a:cubicBezTo>
                        <a:pt x="35338" y="22669"/>
                        <a:pt x="36862" y="22384"/>
                        <a:pt x="38005" y="21812"/>
                      </a:cubicBezTo>
                      <a:close/>
                      <a:moveTo>
                        <a:pt x="35814" y="27146"/>
                      </a:moveTo>
                      <a:cubicBezTo>
                        <a:pt x="36862" y="27337"/>
                        <a:pt x="38195" y="27146"/>
                        <a:pt x="39624" y="26860"/>
                      </a:cubicBezTo>
                      <a:lnTo>
                        <a:pt x="39052" y="26479"/>
                      </a:lnTo>
                      <a:lnTo>
                        <a:pt x="38290" y="27146"/>
                      </a:lnTo>
                      <a:cubicBezTo>
                        <a:pt x="38290" y="27146"/>
                        <a:pt x="37433" y="26860"/>
                        <a:pt x="36576" y="26003"/>
                      </a:cubicBezTo>
                      <a:lnTo>
                        <a:pt x="35719" y="27146"/>
                      </a:lnTo>
                      <a:close/>
                      <a:moveTo>
                        <a:pt x="42863" y="26003"/>
                      </a:moveTo>
                      <a:lnTo>
                        <a:pt x="41148" y="26003"/>
                      </a:lnTo>
                      <a:lnTo>
                        <a:pt x="41148" y="27146"/>
                      </a:lnTo>
                      <a:lnTo>
                        <a:pt x="42863" y="26003"/>
                      </a:lnTo>
                      <a:close/>
                      <a:moveTo>
                        <a:pt x="44767" y="28861"/>
                      </a:moveTo>
                      <a:cubicBezTo>
                        <a:pt x="44767" y="28861"/>
                        <a:pt x="44101" y="28575"/>
                        <a:pt x="43815" y="28480"/>
                      </a:cubicBezTo>
                      <a:cubicBezTo>
                        <a:pt x="43243" y="28289"/>
                        <a:pt x="42767" y="28194"/>
                        <a:pt x="42386" y="28194"/>
                      </a:cubicBezTo>
                      <a:cubicBezTo>
                        <a:pt x="41815" y="28194"/>
                        <a:pt x="41434" y="28480"/>
                        <a:pt x="41148" y="28956"/>
                      </a:cubicBezTo>
                      <a:lnTo>
                        <a:pt x="44767" y="28956"/>
                      </a:lnTo>
                      <a:close/>
                      <a:moveTo>
                        <a:pt x="48101" y="28003"/>
                      </a:moveTo>
                      <a:lnTo>
                        <a:pt x="46958" y="27718"/>
                      </a:lnTo>
                      <a:lnTo>
                        <a:pt x="49435" y="29146"/>
                      </a:lnTo>
                      <a:lnTo>
                        <a:pt x="48101" y="28003"/>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21" name="Google Shape;1321;p99"/>
              <p:cNvGrpSpPr/>
              <p:nvPr/>
            </p:nvGrpSpPr>
            <p:grpSpPr>
              <a:xfrm>
                <a:off x="11484763" y="4534091"/>
                <a:ext cx="657415" cy="172973"/>
                <a:chOff x="6231445" y="2252186"/>
                <a:chExt cx="657415" cy="172973"/>
              </a:xfrm>
            </p:grpSpPr>
            <p:sp>
              <p:nvSpPr>
                <p:cNvPr id="1322" name="Google Shape;1322;p99"/>
                <p:cNvSpPr/>
                <p:nvPr/>
              </p:nvSpPr>
              <p:spPr>
                <a:xfrm>
                  <a:off x="6231445" y="2273617"/>
                  <a:ext cx="116324" cy="131349"/>
                </a:xfrm>
                <a:custGeom>
                  <a:avLst/>
                  <a:gdLst/>
                  <a:ahLst/>
                  <a:cxnLst/>
                  <a:rect l="l" t="t" r="r" b="b"/>
                  <a:pathLst>
                    <a:path w="116324" h="131349" extrusionOk="0">
                      <a:moveTo>
                        <a:pt x="0" y="73533"/>
                      </a:moveTo>
                      <a:lnTo>
                        <a:pt x="667" y="70961"/>
                      </a:lnTo>
                      <a:lnTo>
                        <a:pt x="1333" y="70961"/>
                      </a:lnTo>
                      <a:lnTo>
                        <a:pt x="0" y="73533"/>
                      </a:lnTo>
                      <a:close/>
                      <a:moveTo>
                        <a:pt x="3048" y="72200"/>
                      </a:moveTo>
                      <a:lnTo>
                        <a:pt x="3048" y="69723"/>
                      </a:lnTo>
                      <a:lnTo>
                        <a:pt x="5620" y="70866"/>
                      </a:lnTo>
                      <a:lnTo>
                        <a:pt x="3048" y="72104"/>
                      </a:lnTo>
                      <a:close/>
                      <a:moveTo>
                        <a:pt x="11335" y="72866"/>
                      </a:moveTo>
                      <a:cubicBezTo>
                        <a:pt x="11335" y="72866"/>
                        <a:pt x="12097" y="72866"/>
                        <a:pt x="12382" y="73247"/>
                      </a:cubicBezTo>
                      <a:cubicBezTo>
                        <a:pt x="12763" y="73628"/>
                        <a:pt x="13145" y="73914"/>
                        <a:pt x="13240" y="74009"/>
                      </a:cubicBezTo>
                      <a:lnTo>
                        <a:pt x="13240" y="75248"/>
                      </a:lnTo>
                      <a:lnTo>
                        <a:pt x="11239" y="72771"/>
                      </a:lnTo>
                      <a:close/>
                      <a:moveTo>
                        <a:pt x="12097" y="59627"/>
                      </a:moveTo>
                      <a:lnTo>
                        <a:pt x="13335" y="59627"/>
                      </a:lnTo>
                      <a:cubicBezTo>
                        <a:pt x="13335" y="60198"/>
                        <a:pt x="12954" y="61055"/>
                        <a:pt x="12097" y="62198"/>
                      </a:cubicBezTo>
                      <a:lnTo>
                        <a:pt x="12097" y="59627"/>
                      </a:lnTo>
                      <a:close/>
                      <a:moveTo>
                        <a:pt x="16383" y="104299"/>
                      </a:moveTo>
                      <a:lnTo>
                        <a:pt x="15621" y="101156"/>
                      </a:lnTo>
                      <a:lnTo>
                        <a:pt x="16383" y="102203"/>
                      </a:lnTo>
                      <a:lnTo>
                        <a:pt x="16383" y="104394"/>
                      </a:lnTo>
                      <a:close/>
                      <a:moveTo>
                        <a:pt x="22670" y="46387"/>
                      </a:moveTo>
                      <a:cubicBezTo>
                        <a:pt x="23051" y="45529"/>
                        <a:pt x="23813" y="45529"/>
                        <a:pt x="24574" y="46387"/>
                      </a:cubicBezTo>
                      <a:lnTo>
                        <a:pt x="22670" y="46387"/>
                      </a:lnTo>
                      <a:close/>
                      <a:moveTo>
                        <a:pt x="22670" y="106775"/>
                      </a:moveTo>
                      <a:lnTo>
                        <a:pt x="23336" y="106108"/>
                      </a:lnTo>
                      <a:lnTo>
                        <a:pt x="24003" y="106775"/>
                      </a:lnTo>
                      <a:lnTo>
                        <a:pt x="22670" y="106775"/>
                      </a:lnTo>
                      <a:close/>
                      <a:moveTo>
                        <a:pt x="24574" y="46387"/>
                      </a:moveTo>
                      <a:cubicBezTo>
                        <a:pt x="24574" y="46387"/>
                        <a:pt x="24955" y="46577"/>
                        <a:pt x="25051" y="46863"/>
                      </a:cubicBezTo>
                      <a:lnTo>
                        <a:pt x="24574" y="46387"/>
                      </a:lnTo>
                      <a:close/>
                      <a:moveTo>
                        <a:pt x="115729" y="63532"/>
                      </a:moveTo>
                      <a:cubicBezTo>
                        <a:pt x="116205" y="67532"/>
                        <a:pt x="116396" y="75438"/>
                        <a:pt x="116300" y="87344"/>
                      </a:cubicBezTo>
                      <a:lnTo>
                        <a:pt x="115729" y="127445"/>
                      </a:lnTo>
                      <a:cubicBezTo>
                        <a:pt x="113347" y="130016"/>
                        <a:pt x="110299" y="131350"/>
                        <a:pt x="106489" y="131350"/>
                      </a:cubicBezTo>
                      <a:cubicBezTo>
                        <a:pt x="105061" y="131350"/>
                        <a:pt x="102584" y="131064"/>
                        <a:pt x="99155" y="130588"/>
                      </a:cubicBezTo>
                      <a:cubicBezTo>
                        <a:pt x="96107" y="130016"/>
                        <a:pt x="93726" y="129826"/>
                        <a:pt x="91916" y="130112"/>
                      </a:cubicBezTo>
                      <a:cubicBezTo>
                        <a:pt x="91249" y="129635"/>
                        <a:pt x="90869" y="128778"/>
                        <a:pt x="90869" y="127825"/>
                      </a:cubicBezTo>
                      <a:cubicBezTo>
                        <a:pt x="90869" y="127445"/>
                        <a:pt x="90869" y="126778"/>
                        <a:pt x="91154" y="125921"/>
                      </a:cubicBezTo>
                      <a:cubicBezTo>
                        <a:pt x="91249" y="125158"/>
                        <a:pt x="91345" y="124492"/>
                        <a:pt x="91345" y="124111"/>
                      </a:cubicBezTo>
                      <a:cubicBezTo>
                        <a:pt x="91345" y="123730"/>
                        <a:pt x="91345" y="123539"/>
                        <a:pt x="91249" y="123254"/>
                      </a:cubicBezTo>
                      <a:cubicBezTo>
                        <a:pt x="91249" y="99632"/>
                        <a:pt x="91154" y="85630"/>
                        <a:pt x="90773" y="80963"/>
                      </a:cubicBezTo>
                      <a:cubicBezTo>
                        <a:pt x="89630" y="81153"/>
                        <a:pt x="88392" y="81153"/>
                        <a:pt x="87058" y="81153"/>
                      </a:cubicBezTo>
                      <a:cubicBezTo>
                        <a:pt x="85535" y="81153"/>
                        <a:pt x="83058" y="81058"/>
                        <a:pt x="79724" y="80772"/>
                      </a:cubicBezTo>
                      <a:cubicBezTo>
                        <a:pt x="76390" y="80486"/>
                        <a:pt x="73914" y="80391"/>
                        <a:pt x="72104" y="80391"/>
                      </a:cubicBezTo>
                      <a:cubicBezTo>
                        <a:pt x="68961" y="80391"/>
                        <a:pt x="66294" y="80772"/>
                        <a:pt x="64008" y="81534"/>
                      </a:cubicBezTo>
                      <a:cubicBezTo>
                        <a:pt x="63627" y="81439"/>
                        <a:pt x="62579" y="81248"/>
                        <a:pt x="60770" y="81058"/>
                      </a:cubicBezTo>
                      <a:cubicBezTo>
                        <a:pt x="59531" y="81058"/>
                        <a:pt x="58483" y="80486"/>
                        <a:pt x="58007" y="79820"/>
                      </a:cubicBezTo>
                      <a:cubicBezTo>
                        <a:pt x="56579" y="80867"/>
                        <a:pt x="55531" y="82677"/>
                        <a:pt x="54673" y="85249"/>
                      </a:cubicBezTo>
                      <a:cubicBezTo>
                        <a:pt x="53816" y="88297"/>
                        <a:pt x="53054" y="90297"/>
                        <a:pt x="52483" y="91154"/>
                      </a:cubicBezTo>
                      <a:cubicBezTo>
                        <a:pt x="53626" y="91440"/>
                        <a:pt x="54293" y="92107"/>
                        <a:pt x="54293" y="93154"/>
                      </a:cubicBezTo>
                      <a:cubicBezTo>
                        <a:pt x="54293" y="93440"/>
                        <a:pt x="54293" y="93726"/>
                        <a:pt x="54102" y="94202"/>
                      </a:cubicBezTo>
                      <a:cubicBezTo>
                        <a:pt x="54102" y="94679"/>
                        <a:pt x="54007" y="95059"/>
                        <a:pt x="54007" y="95250"/>
                      </a:cubicBezTo>
                      <a:cubicBezTo>
                        <a:pt x="54007" y="95821"/>
                        <a:pt x="54769" y="96203"/>
                        <a:pt x="56102" y="96203"/>
                      </a:cubicBezTo>
                      <a:cubicBezTo>
                        <a:pt x="54483" y="96488"/>
                        <a:pt x="53626" y="97631"/>
                        <a:pt x="53530" y="99632"/>
                      </a:cubicBezTo>
                      <a:lnTo>
                        <a:pt x="53530" y="104584"/>
                      </a:lnTo>
                      <a:lnTo>
                        <a:pt x="54769" y="105728"/>
                      </a:lnTo>
                      <a:cubicBezTo>
                        <a:pt x="54102" y="105728"/>
                        <a:pt x="53721" y="106299"/>
                        <a:pt x="53721" y="107537"/>
                      </a:cubicBezTo>
                      <a:cubicBezTo>
                        <a:pt x="53721" y="108775"/>
                        <a:pt x="53530" y="109538"/>
                        <a:pt x="52959" y="109728"/>
                      </a:cubicBezTo>
                      <a:cubicBezTo>
                        <a:pt x="52673" y="110395"/>
                        <a:pt x="52578" y="111347"/>
                        <a:pt x="52578" y="112300"/>
                      </a:cubicBezTo>
                      <a:cubicBezTo>
                        <a:pt x="52578" y="113252"/>
                        <a:pt x="52769" y="114776"/>
                        <a:pt x="53054" y="116586"/>
                      </a:cubicBezTo>
                      <a:cubicBezTo>
                        <a:pt x="53435" y="118396"/>
                        <a:pt x="53626" y="119729"/>
                        <a:pt x="53626" y="120587"/>
                      </a:cubicBezTo>
                      <a:cubicBezTo>
                        <a:pt x="53626" y="122968"/>
                        <a:pt x="52769" y="125063"/>
                        <a:pt x="51054" y="126683"/>
                      </a:cubicBezTo>
                      <a:cubicBezTo>
                        <a:pt x="51530" y="128778"/>
                        <a:pt x="50673" y="129921"/>
                        <a:pt x="48292" y="130302"/>
                      </a:cubicBezTo>
                      <a:cubicBezTo>
                        <a:pt x="46577" y="130492"/>
                        <a:pt x="44768" y="130683"/>
                        <a:pt x="43053" y="130969"/>
                      </a:cubicBezTo>
                      <a:cubicBezTo>
                        <a:pt x="41243" y="131159"/>
                        <a:pt x="39624" y="131254"/>
                        <a:pt x="38386" y="131254"/>
                      </a:cubicBezTo>
                      <a:cubicBezTo>
                        <a:pt x="34480" y="131254"/>
                        <a:pt x="31147" y="130112"/>
                        <a:pt x="28194" y="127825"/>
                      </a:cubicBezTo>
                      <a:cubicBezTo>
                        <a:pt x="28480" y="126968"/>
                        <a:pt x="28575" y="126206"/>
                        <a:pt x="28575" y="125349"/>
                      </a:cubicBezTo>
                      <a:cubicBezTo>
                        <a:pt x="28575" y="124492"/>
                        <a:pt x="28480" y="123254"/>
                        <a:pt x="28194" y="121729"/>
                      </a:cubicBezTo>
                      <a:cubicBezTo>
                        <a:pt x="27908" y="120206"/>
                        <a:pt x="27718" y="118967"/>
                        <a:pt x="27718" y="118205"/>
                      </a:cubicBezTo>
                      <a:cubicBezTo>
                        <a:pt x="27718" y="116681"/>
                        <a:pt x="28194" y="115348"/>
                        <a:pt x="29051" y="114205"/>
                      </a:cubicBezTo>
                      <a:cubicBezTo>
                        <a:pt x="29432" y="113633"/>
                        <a:pt x="29528" y="112967"/>
                        <a:pt x="29528" y="112204"/>
                      </a:cubicBezTo>
                      <a:cubicBezTo>
                        <a:pt x="29528" y="111252"/>
                        <a:pt x="29146" y="109823"/>
                        <a:pt x="28575" y="107823"/>
                      </a:cubicBezTo>
                      <a:cubicBezTo>
                        <a:pt x="28004" y="105823"/>
                        <a:pt x="27527" y="104489"/>
                        <a:pt x="27527" y="103727"/>
                      </a:cubicBezTo>
                      <a:cubicBezTo>
                        <a:pt x="27527" y="102013"/>
                        <a:pt x="28670" y="101060"/>
                        <a:pt x="30861" y="100775"/>
                      </a:cubicBezTo>
                      <a:cubicBezTo>
                        <a:pt x="30575" y="100489"/>
                        <a:pt x="30004" y="100298"/>
                        <a:pt x="28956" y="100298"/>
                      </a:cubicBezTo>
                      <a:lnTo>
                        <a:pt x="28956" y="93536"/>
                      </a:lnTo>
                      <a:cubicBezTo>
                        <a:pt x="28956" y="90773"/>
                        <a:pt x="28575" y="88583"/>
                        <a:pt x="27622" y="86868"/>
                      </a:cubicBezTo>
                      <a:lnTo>
                        <a:pt x="24955" y="86868"/>
                      </a:lnTo>
                      <a:cubicBezTo>
                        <a:pt x="24955" y="85916"/>
                        <a:pt x="25432" y="85630"/>
                        <a:pt x="26194" y="85916"/>
                      </a:cubicBezTo>
                      <a:cubicBezTo>
                        <a:pt x="27051" y="86106"/>
                        <a:pt x="27622" y="86106"/>
                        <a:pt x="27622" y="85916"/>
                      </a:cubicBezTo>
                      <a:lnTo>
                        <a:pt x="26289" y="81248"/>
                      </a:lnTo>
                      <a:cubicBezTo>
                        <a:pt x="26289" y="81248"/>
                        <a:pt x="27241" y="80677"/>
                        <a:pt x="28385" y="80677"/>
                      </a:cubicBezTo>
                      <a:cubicBezTo>
                        <a:pt x="29242" y="80582"/>
                        <a:pt x="29432" y="79915"/>
                        <a:pt x="29337" y="78677"/>
                      </a:cubicBezTo>
                      <a:lnTo>
                        <a:pt x="28004" y="77343"/>
                      </a:lnTo>
                      <a:cubicBezTo>
                        <a:pt x="28765" y="77153"/>
                        <a:pt x="29242" y="77343"/>
                        <a:pt x="29813" y="77915"/>
                      </a:cubicBezTo>
                      <a:cubicBezTo>
                        <a:pt x="30289" y="78391"/>
                        <a:pt x="30766" y="78962"/>
                        <a:pt x="31147" y="79438"/>
                      </a:cubicBezTo>
                      <a:cubicBezTo>
                        <a:pt x="32290" y="78200"/>
                        <a:pt x="32766" y="77438"/>
                        <a:pt x="32385" y="76867"/>
                      </a:cubicBezTo>
                      <a:lnTo>
                        <a:pt x="30671" y="75057"/>
                      </a:lnTo>
                      <a:cubicBezTo>
                        <a:pt x="30671" y="75057"/>
                        <a:pt x="30194" y="75724"/>
                        <a:pt x="29813" y="75724"/>
                      </a:cubicBezTo>
                      <a:cubicBezTo>
                        <a:pt x="29337" y="75724"/>
                        <a:pt x="29146" y="75533"/>
                        <a:pt x="28765" y="75057"/>
                      </a:cubicBezTo>
                      <a:lnTo>
                        <a:pt x="27051" y="73057"/>
                      </a:lnTo>
                      <a:cubicBezTo>
                        <a:pt x="28194" y="73057"/>
                        <a:pt x="28765" y="72676"/>
                        <a:pt x="28765" y="71723"/>
                      </a:cubicBezTo>
                      <a:cubicBezTo>
                        <a:pt x="28956" y="70390"/>
                        <a:pt x="29146" y="69533"/>
                        <a:pt x="29242" y="69152"/>
                      </a:cubicBezTo>
                      <a:lnTo>
                        <a:pt x="31052" y="71057"/>
                      </a:lnTo>
                      <a:lnTo>
                        <a:pt x="32195" y="70104"/>
                      </a:lnTo>
                      <a:cubicBezTo>
                        <a:pt x="32195" y="70580"/>
                        <a:pt x="32195" y="70961"/>
                        <a:pt x="32290" y="71057"/>
                      </a:cubicBezTo>
                      <a:cubicBezTo>
                        <a:pt x="32671" y="70580"/>
                        <a:pt x="33338" y="70485"/>
                        <a:pt x="34480" y="70580"/>
                      </a:cubicBezTo>
                      <a:cubicBezTo>
                        <a:pt x="35814" y="70675"/>
                        <a:pt x="36481" y="70675"/>
                        <a:pt x="36766" y="70580"/>
                      </a:cubicBezTo>
                      <a:cubicBezTo>
                        <a:pt x="37338" y="70390"/>
                        <a:pt x="37624" y="69723"/>
                        <a:pt x="37338" y="68675"/>
                      </a:cubicBezTo>
                      <a:lnTo>
                        <a:pt x="41338" y="71057"/>
                      </a:lnTo>
                      <a:cubicBezTo>
                        <a:pt x="41338" y="71057"/>
                        <a:pt x="41910" y="70295"/>
                        <a:pt x="41910" y="69628"/>
                      </a:cubicBezTo>
                      <a:lnTo>
                        <a:pt x="41910" y="67723"/>
                      </a:lnTo>
                      <a:cubicBezTo>
                        <a:pt x="42672" y="68294"/>
                        <a:pt x="43339" y="68675"/>
                        <a:pt x="43720" y="68675"/>
                      </a:cubicBezTo>
                      <a:cubicBezTo>
                        <a:pt x="44196" y="68675"/>
                        <a:pt x="44958" y="68390"/>
                        <a:pt x="45625" y="67723"/>
                      </a:cubicBezTo>
                      <a:cubicBezTo>
                        <a:pt x="45434" y="67723"/>
                        <a:pt x="44482" y="67151"/>
                        <a:pt x="42863" y="66294"/>
                      </a:cubicBezTo>
                      <a:cubicBezTo>
                        <a:pt x="41815" y="65532"/>
                        <a:pt x="40862" y="65151"/>
                        <a:pt x="40196" y="65151"/>
                      </a:cubicBezTo>
                      <a:cubicBezTo>
                        <a:pt x="39719" y="65151"/>
                        <a:pt x="39148" y="65246"/>
                        <a:pt x="38671" y="65532"/>
                      </a:cubicBezTo>
                      <a:cubicBezTo>
                        <a:pt x="37814" y="65723"/>
                        <a:pt x="37147" y="65151"/>
                        <a:pt x="36671" y="63722"/>
                      </a:cubicBezTo>
                      <a:cubicBezTo>
                        <a:pt x="36195" y="62294"/>
                        <a:pt x="35719" y="61532"/>
                        <a:pt x="35243" y="61532"/>
                      </a:cubicBezTo>
                      <a:cubicBezTo>
                        <a:pt x="34862" y="61532"/>
                        <a:pt x="34290" y="62008"/>
                        <a:pt x="33623" y="62770"/>
                      </a:cubicBezTo>
                      <a:lnTo>
                        <a:pt x="34195" y="63722"/>
                      </a:lnTo>
                      <a:lnTo>
                        <a:pt x="33052" y="64675"/>
                      </a:lnTo>
                      <a:cubicBezTo>
                        <a:pt x="33242" y="65246"/>
                        <a:pt x="33909" y="65532"/>
                        <a:pt x="35052" y="65532"/>
                      </a:cubicBezTo>
                      <a:lnTo>
                        <a:pt x="35052" y="66961"/>
                      </a:lnTo>
                      <a:cubicBezTo>
                        <a:pt x="34385" y="66580"/>
                        <a:pt x="33338" y="66294"/>
                        <a:pt x="32099" y="66199"/>
                      </a:cubicBezTo>
                      <a:cubicBezTo>
                        <a:pt x="30575" y="65913"/>
                        <a:pt x="29528" y="66199"/>
                        <a:pt x="28670" y="66866"/>
                      </a:cubicBezTo>
                      <a:lnTo>
                        <a:pt x="27337" y="66866"/>
                      </a:lnTo>
                      <a:lnTo>
                        <a:pt x="27337" y="57436"/>
                      </a:lnTo>
                      <a:lnTo>
                        <a:pt x="29146" y="59246"/>
                      </a:lnTo>
                      <a:cubicBezTo>
                        <a:pt x="29718" y="58960"/>
                        <a:pt x="30004" y="58674"/>
                        <a:pt x="30004" y="58007"/>
                      </a:cubicBezTo>
                      <a:lnTo>
                        <a:pt x="30004" y="56579"/>
                      </a:lnTo>
                      <a:cubicBezTo>
                        <a:pt x="30004" y="56579"/>
                        <a:pt x="29051" y="56102"/>
                        <a:pt x="27718" y="56102"/>
                      </a:cubicBezTo>
                      <a:cubicBezTo>
                        <a:pt x="27241" y="54292"/>
                        <a:pt x="26956" y="52102"/>
                        <a:pt x="26956" y="49721"/>
                      </a:cubicBezTo>
                      <a:cubicBezTo>
                        <a:pt x="26956" y="47625"/>
                        <a:pt x="27241" y="44387"/>
                        <a:pt x="27718" y="40005"/>
                      </a:cubicBezTo>
                      <a:cubicBezTo>
                        <a:pt x="28385" y="35624"/>
                        <a:pt x="28575" y="32195"/>
                        <a:pt x="28575" y="29908"/>
                      </a:cubicBezTo>
                      <a:cubicBezTo>
                        <a:pt x="28575" y="26670"/>
                        <a:pt x="28194" y="23813"/>
                        <a:pt x="27241" y="21431"/>
                      </a:cubicBezTo>
                      <a:lnTo>
                        <a:pt x="27241" y="9906"/>
                      </a:lnTo>
                      <a:cubicBezTo>
                        <a:pt x="27527" y="5334"/>
                        <a:pt x="29146" y="2477"/>
                        <a:pt x="32099" y="1333"/>
                      </a:cubicBezTo>
                      <a:lnTo>
                        <a:pt x="46101" y="2096"/>
                      </a:lnTo>
                      <a:lnTo>
                        <a:pt x="46101" y="3905"/>
                      </a:lnTo>
                      <a:lnTo>
                        <a:pt x="49721" y="2572"/>
                      </a:lnTo>
                      <a:cubicBezTo>
                        <a:pt x="51911" y="4858"/>
                        <a:pt x="53054" y="8382"/>
                        <a:pt x="53054" y="13049"/>
                      </a:cubicBezTo>
                      <a:cubicBezTo>
                        <a:pt x="53054" y="19050"/>
                        <a:pt x="53245" y="22765"/>
                        <a:pt x="53626" y="24194"/>
                      </a:cubicBezTo>
                      <a:lnTo>
                        <a:pt x="51816" y="24670"/>
                      </a:lnTo>
                      <a:cubicBezTo>
                        <a:pt x="51816" y="24670"/>
                        <a:pt x="51530" y="25337"/>
                        <a:pt x="51530" y="25813"/>
                      </a:cubicBezTo>
                      <a:cubicBezTo>
                        <a:pt x="51530" y="26194"/>
                        <a:pt x="51721" y="26765"/>
                        <a:pt x="52102" y="27337"/>
                      </a:cubicBezTo>
                      <a:cubicBezTo>
                        <a:pt x="52578" y="27908"/>
                        <a:pt x="52769" y="28289"/>
                        <a:pt x="52769" y="28575"/>
                      </a:cubicBezTo>
                      <a:cubicBezTo>
                        <a:pt x="52769" y="28956"/>
                        <a:pt x="52197" y="29337"/>
                        <a:pt x="50959" y="29718"/>
                      </a:cubicBezTo>
                      <a:cubicBezTo>
                        <a:pt x="52578" y="29718"/>
                        <a:pt x="52864" y="30956"/>
                        <a:pt x="51816" y="33623"/>
                      </a:cubicBezTo>
                      <a:lnTo>
                        <a:pt x="46482" y="36671"/>
                      </a:lnTo>
                      <a:lnTo>
                        <a:pt x="50959" y="39815"/>
                      </a:lnTo>
                      <a:cubicBezTo>
                        <a:pt x="50959" y="39815"/>
                        <a:pt x="50578" y="40196"/>
                        <a:pt x="50006" y="40767"/>
                      </a:cubicBezTo>
                      <a:cubicBezTo>
                        <a:pt x="49435" y="41338"/>
                        <a:pt x="49149" y="41815"/>
                        <a:pt x="49149" y="42291"/>
                      </a:cubicBezTo>
                      <a:cubicBezTo>
                        <a:pt x="49435" y="42672"/>
                        <a:pt x="49816" y="42958"/>
                        <a:pt x="50482" y="43053"/>
                      </a:cubicBezTo>
                      <a:cubicBezTo>
                        <a:pt x="51149" y="43053"/>
                        <a:pt x="51530" y="43148"/>
                        <a:pt x="51721" y="43148"/>
                      </a:cubicBezTo>
                      <a:lnTo>
                        <a:pt x="52673" y="40958"/>
                      </a:lnTo>
                      <a:cubicBezTo>
                        <a:pt x="54102" y="41815"/>
                        <a:pt x="54769" y="43148"/>
                        <a:pt x="54769" y="44863"/>
                      </a:cubicBezTo>
                      <a:cubicBezTo>
                        <a:pt x="54769" y="45339"/>
                        <a:pt x="54578" y="46196"/>
                        <a:pt x="54483" y="47339"/>
                      </a:cubicBezTo>
                      <a:cubicBezTo>
                        <a:pt x="54102" y="48482"/>
                        <a:pt x="54102" y="49244"/>
                        <a:pt x="54102" y="49721"/>
                      </a:cubicBezTo>
                      <a:cubicBezTo>
                        <a:pt x="54102" y="51721"/>
                        <a:pt x="55626" y="52769"/>
                        <a:pt x="58483" y="52959"/>
                      </a:cubicBezTo>
                      <a:cubicBezTo>
                        <a:pt x="59912" y="52673"/>
                        <a:pt x="61627" y="52578"/>
                        <a:pt x="63341" y="52578"/>
                      </a:cubicBezTo>
                      <a:cubicBezTo>
                        <a:pt x="65056" y="52578"/>
                        <a:pt x="67628" y="52769"/>
                        <a:pt x="71056" y="53054"/>
                      </a:cubicBezTo>
                      <a:cubicBezTo>
                        <a:pt x="74581" y="53435"/>
                        <a:pt x="77057" y="53531"/>
                        <a:pt x="78677" y="53531"/>
                      </a:cubicBezTo>
                      <a:cubicBezTo>
                        <a:pt x="83344" y="53531"/>
                        <a:pt x="87344" y="52483"/>
                        <a:pt x="90297" y="50292"/>
                      </a:cubicBezTo>
                      <a:cubicBezTo>
                        <a:pt x="90392" y="51625"/>
                        <a:pt x="90392" y="47244"/>
                        <a:pt x="90392" y="37052"/>
                      </a:cubicBezTo>
                      <a:cubicBezTo>
                        <a:pt x="90392" y="31623"/>
                        <a:pt x="89916" y="27527"/>
                        <a:pt x="88868" y="24575"/>
                      </a:cubicBezTo>
                      <a:cubicBezTo>
                        <a:pt x="89821" y="23527"/>
                        <a:pt x="90202" y="22003"/>
                        <a:pt x="90202" y="19907"/>
                      </a:cubicBezTo>
                      <a:cubicBezTo>
                        <a:pt x="90202" y="17812"/>
                        <a:pt x="90678" y="16192"/>
                        <a:pt x="91440" y="15050"/>
                      </a:cubicBezTo>
                      <a:cubicBezTo>
                        <a:pt x="89916" y="11240"/>
                        <a:pt x="89345" y="7429"/>
                        <a:pt x="89726" y="3810"/>
                      </a:cubicBezTo>
                      <a:cubicBezTo>
                        <a:pt x="91630" y="1238"/>
                        <a:pt x="94393" y="0"/>
                        <a:pt x="98203" y="0"/>
                      </a:cubicBezTo>
                      <a:cubicBezTo>
                        <a:pt x="99441" y="0"/>
                        <a:pt x="101537" y="191"/>
                        <a:pt x="104204" y="476"/>
                      </a:cubicBezTo>
                      <a:cubicBezTo>
                        <a:pt x="106966" y="857"/>
                        <a:pt x="108966" y="953"/>
                        <a:pt x="110299" y="953"/>
                      </a:cubicBezTo>
                      <a:cubicBezTo>
                        <a:pt x="111443" y="953"/>
                        <a:pt x="112586" y="953"/>
                        <a:pt x="113443" y="667"/>
                      </a:cubicBezTo>
                      <a:lnTo>
                        <a:pt x="115348" y="4382"/>
                      </a:lnTo>
                      <a:cubicBezTo>
                        <a:pt x="115538" y="18383"/>
                        <a:pt x="115443" y="38100"/>
                        <a:pt x="114776" y="63627"/>
                      </a:cubicBezTo>
                      <a:close/>
                      <a:moveTo>
                        <a:pt x="33909" y="84677"/>
                      </a:moveTo>
                      <a:cubicBezTo>
                        <a:pt x="33528" y="84201"/>
                        <a:pt x="33052" y="84011"/>
                        <a:pt x="32385" y="84201"/>
                      </a:cubicBezTo>
                      <a:cubicBezTo>
                        <a:pt x="31813" y="84487"/>
                        <a:pt x="31147" y="84868"/>
                        <a:pt x="30861" y="85534"/>
                      </a:cubicBezTo>
                      <a:lnTo>
                        <a:pt x="33909" y="84677"/>
                      </a:lnTo>
                      <a:close/>
                      <a:moveTo>
                        <a:pt x="31337" y="67532"/>
                      </a:moveTo>
                      <a:cubicBezTo>
                        <a:pt x="32385" y="67532"/>
                        <a:pt x="32861" y="68199"/>
                        <a:pt x="32576" y="69533"/>
                      </a:cubicBezTo>
                      <a:cubicBezTo>
                        <a:pt x="31623" y="68390"/>
                        <a:pt x="31337" y="67628"/>
                        <a:pt x="31337" y="67532"/>
                      </a:cubicBezTo>
                      <a:close/>
                      <a:moveTo>
                        <a:pt x="31337" y="73914"/>
                      </a:moveTo>
                      <a:lnTo>
                        <a:pt x="33909" y="76009"/>
                      </a:lnTo>
                      <a:lnTo>
                        <a:pt x="33909" y="74676"/>
                      </a:lnTo>
                      <a:cubicBezTo>
                        <a:pt x="33623" y="74104"/>
                        <a:pt x="33338" y="73819"/>
                        <a:pt x="32956" y="73819"/>
                      </a:cubicBezTo>
                      <a:lnTo>
                        <a:pt x="31337" y="73819"/>
                      </a:lnTo>
                      <a:close/>
                      <a:moveTo>
                        <a:pt x="32576" y="69533"/>
                      </a:moveTo>
                      <a:lnTo>
                        <a:pt x="32576" y="69913"/>
                      </a:lnTo>
                      <a:cubicBezTo>
                        <a:pt x="32576" y="69913"/>
                        <a:pt x="32480" y="69723"/>
                        <a:pt x="32576" y="69533"/>
                      </a:cubicBezTo>
                      <a:close/>
                      <a:moveTo>
                        <a:pt x="35433" y="90964"/>
                      </a:moveTo>
                      <a:lnTo>
                        <a:pt x="35433" y="90488"/>
                      </a:lnTo>
                      <a:lnTo>
                        <a:pt x="33433" y="90488"/>
                      </a:lnTo>
                      <a:lnTo>
                        <a:pt x="35433" y="90964"/>
                      </a:lnTo>
                      <a:close/>
                      <a:moveTo>
                        <a:pt x="35433" y="66770"/>
                      </a:moveTo>
                      <a:cubicBezTo>
                        <a:pt x="35433" y="66770"/>
                        <a:pt x="35623" y="67151"/>
                        <a:pt x="35433" y="67151"/>
                      </a:cubicBezTo>
                      <a:lnTo>
                        <a:pt x="35433" y="66770"/>
                      </a:lnTo>
                      <a:close/>
                      <a:moveTo>
                        <a:pt x="37910" y="108490"/>
                      </a:moveTo>
                      <a:lnTo>
                        <a:pt x="39814" y="108490"/>
                      </a:lnTo>
                      <a:cubicBezTo>
                        <a:pt x="39243" y="107823"/>
                        <a:pt x="38767" y="107823"/>
                        <a:pt x="37910" y="108490"/>
                      </a:cubicBezTo>
                      <a:lnTo>
                        <a:pt x="36671" y="108490"/>
                      </a:lnTo>
                      <a:cubicBezTo>
                        <a:pt x="36671" y="108490"/>
                        <a:pt x="37338" y="108775"/>
                        <a:pt x="37910" y="108490"/>
                      </a:cubicBezTo>
                      <a:close/>
                      <a:moveTo>
                        <a:pt x="37624" y="40672"/>
                      </a:moveTo>
                      <a:lnTo>
                        <a:pt x="37624" y="39529"/>
                      </a:lnTo>
                      <a:cubicBezTo>
                        <a:pt x="37624" y="39529"/>
                        <a:pt x="37243" y="39910"/>
                        <a:pt x="36862" y="40100"/>
                      </a:cubicBezTo>
                      <a:cubicBezTo>
                        <a:pt x="37147" y="40291"/>
                        <a:pt x="37433" y="40386"/>
                        <a:pt x="37624" y="40577"/>
                      </a:cubicBezTo>
                      <a:close/>
                      <a:moveTo>
                        <a:pt x="47054" y="68866"/>
                      </a:moveTo>
                      <a:lnTo>
                        <a:pt x="48006" y="68390"/>
                      </a:lnTo>
                      <a:lnTo>
                        <a:pt x="45911" y="68866"/>
                      </a:lnTo>
                      <a:lnTo>
                        <a:pt x="47054" y="68866"/>
                      </a:lnTo>
                      <a:close/>
                      <a:moveTo>
                        <a:pt x="46577" y="11811"/>
                      </a:moveTo>
                      <a:lnTo>
                        <a:pt x="46577" y="14383"/>
                      </a:lnTo>
                      <a:lnTo>
                        <a:pt x="48482" y="14383"/>
                      </a:lnTo>
                      <a:cubicBezTo>
                        <a:pt x="48006" y="14097"/>
                        <a:pt x="47720" y="13716"/>
                        <a:pt x="47720" y="13240"/>
                      </a:cubicBezTo>
                      <a:lnTo>
                        <a:pt x="48006" y="11811"/>
                      </a:lnTo>
                      <a:lnTo>
                        <a:pt x="46672" y="11811"/>
                      </a:lnTo>
                      <a:close/>
                      <a:moveTo>
                        <a:pt x="49149" y="125444"/>
                      </a:moveTo>
                      <a:lnTo>
                        <a:pt x="49149" y="123158"/>
                      </a:lnTo>
                      <a:lnTo>
                        <a:pt x="48387" y="123158"/>
                      </a:lnTo>
                      <a:lnTo>
                        <a:pt x="48387" y="125444"/>
                      </a:lnTo>
                      <a:lnTo>
                        <a:pt x="49149" y="125444"/>
                      </a:lnTo>
                      <a:close/>
                      <a:moveTo>
                        <a:pt x="57817" y="102108"/>
                      </a:moveTo>
                      <a:lnTo>
                        <a:pt x="57817" y="99917"/>
                      </a:lnTo>
                      <a:lnTo>
                        <a:pt x="58388" y="99917"/>
                      </a:lnTo>
                      <a:lnTo>
                        <a:pt x="58388" y="102108"/>
                      </a:lnTo>
                      <a:lnTo>
                        <a:pt x="57817" y="102108"/>
                      </a:lnTo>
                      <a:close/>
                      <a:moveTo>
                        <a:pt x="65246" y="82677"/>
                      </a:moveTo>
                      <a:lnTo>
                        <a:pt x="63437" y="81344"/>
                      </a:lnTo>
                      <a:lnTo>
                        <a:pt x="63818" y="81344"/>
                      </a:lnTo>
                      <a:cubicBezTo>
                        <a:pt x="64484" y="81534"/>
                        <a:pt x="64961" y="81915"/>
                        <a:pt x="65246" y="82677"/>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 name="Google Shape;1323;p99"/>
                <p:cNvSpPr/>
                <p:nvPr/>
              </p:nvSpPr>
              <p:spPr>
                <a:xfrm>
                  <a:off x="6362032" y="2252186"/>
                  <a:ext cx="127825" cy="152971"/>
                </a:xfrm>
                <a:custGeom>
                  <a:avLst/>
                  <a:gdLst/>
                  <a:ahLst/>
                  <a:cxnLst/>
                  <a:rect l="l" t="t" r="r" b="b"/>
                  <a:pathLst>
                    <a:path w="127825" h="152971" extrusionOk="0">
                      <a:moveTo>
                        <a:pt x="99727" y="124873"/>
                      </a:moveTo>
                      <a:cubicBezTo>
                        <a:pt x="99346" y="126492"/>
                        <a:pt x="99060" y="128016"/>
                        <a:pt x="99060" y="129445"/>
                      </a:cubicBezTo>
                      <a:cubicBezTo>
                        <a:pt x="99060" y="131636"/>
                        <a:pt x="99632" y="134112"/>
                        <a:pt x="100679" y="136970"/>
                      </a:cubicBezTo>
                      <a:cubicBezTo>
                        <a:pt x="102108" y="140399"/>
                        <a:pt x="103061" y="142684"/>
                        <a:pt x="103346" y="143828"/>
                      </a:cubicBezTo>
                      <a:cubicBezTo>
                        <a:pt x="103918" y="144399"/>
                        <a:pt x="104204" y="145161"/>
                        <a:pt x="104204" y="145733"/>
                      </a:cubicBezTo>
                      <a:cubicBezTo>
                        <a:pt x="104204" y="146590"/>
                        <a:pt x="103727" y="147447"/>
                        <a:pt x="102775" y="148590"/>
                      </a:cubicBezTo>
                      <a:cubicBezTo>
                        <a:pt x="101251" y="150209"/>
                        <a:pt x="100489" y="151257"/>
                        <a:pt x="100298" y="151543"/>
                      </a:cubicBezTo>
                      <a:cubicBezTo>
                        <a:pt x="99155" y="151257"/>
                        <a:pt x="98108" y="151162"/>
                        <a:pt x="96679" y="151162"/>
                      </a:cubicBezTo>
                      <a:cubicBezTo>
                        <a:pt x="95250" y="151162"/>
                        <a:pt x="93440" y="151162"/>
                        <a:pt x="90678" y="151543"/>
                      </a:cubicBezTo>
                      <a:cubicBezTo>
                        <a:pt x="88202" y="151829"/>
                        <a:pt x="86296" y="151924"/>
                        <a:pt x="85058" y="151924"/>
                      </a:cubicBezTo>
                      <a:cubicBezTo>
                        <a:pt x="80486" y="151924"/>
                        <a:pt x="77153" y="150590"/>
                        <a:pt x="75152" y="147638"/>
                      </a:cubicBezTo>
                      <a:cubicBezTo>
                        <a:pt x="75819" y="146209"/>
                        <a:pt x="76105" y="144875"/>
                        <a:pt x="76105" y="143732"/>
                      </a:cubicBezTo>
                      <a:cubicBezTo>
                        <a:pt x="76105" y="141923"/>
                        <a:pt x="75152" y="140017"/>
                        <a:pt x="73343" y="137827"/>
                      </a:cubicBezTo>
                      <a:cubicBezTo>
                        <a:pt x="70676" y="134874"/>
                        <a:pt x="69152" y="132969"/>
                        <a:pt x="68771" y="132017"/>
                      </a:cubicBezTo>
                      <a:cubicBezTo>
                        <a:pt x="68294" y="131731"/>
                        <a:pt x="67628" y="131731"/>
                        <a:pt x="66961" y="131731"/>
                      </a:cubicBezTo>
                      <a:cubicBezTo>
                        <a:pt x="66104" y="131731"/>
                        <a:pt x="64579" y="131921"/>
                        <a:pt x="62579" y="132398"/>
                      </a:cubicBezTo>
                      <a:cubicBezTo>
                        <a:pt x="60388" y="132874"/>
                        <a:pt x="58960" y="133159"/>
                        <a:pt x="58103" y="133159"/>
                      </a:cubicBezTo>
                      <a:cubicBezTo>
                        <a:pt x="55912" y="133159"/>
                        <a:pt x="54483" y="132112"/>
                        <a:pt x="53912" y="130207"/>
                      </a:cubicBezTo>
                      <a:lnTo>
                        <a:pt x="52578" y="130207"/>
                      </a:lnTo>
                      <a:cubicBezTo>
                        <a:pt x="52578" y="129445"/>
                        <a:pt x="52388" y="128492"/>
                        <a:pt x="52102" y="127254"/>
                      </a:cubicBezTo>
                      <a:cubicBezTo>
                        <a:pt x="51721" y="126016"/>
                        <a:pt x="51626" y="125158"/>
                        <a:pt x="51626" y="124778"/>
                      </a:cubicBezTo>
                      <a:cubicBezTo>
                        <a:pt x="51626" y="123920"/>
                        <a:pt x="52007" y="123158"/>
                        <a:pt x="52673" y="122682"/>
                      </a:cubicBezTo>
                      <a:cubicBezTo>
                        <a:pt x="52102" y="121920"/>
                        <a:pt x="51816" y="121158"/>
                        <a:pt x="51816" y="120396"/>
                      </a:cubicBezTo>
                      <a:cubicBezTo>
                        <a:pt x="51816" y="119729"/>
                        <a:pt x="52102" y="118777"/>
                        <a:pt x="52673" y="117538"/>
                      </a:cubicBezTo>
                      <a:cubicBezTo>
                        <a:pt x="53150" y="116300"/>
                        <a:pt x="53530" y="115348"/>
                        <a:pt x="53530" y="114681"/>
                      </a:cubicBezTo>
                      <a:cubicBezTo>
                        <a:pt x="53530" y="114205"/>
                        <a:pt x="53340" y="113729"/>
                        <a:pt x="53150" y="113157"/>
                      </a:cubicBezTo>
                      <a:cubicBezTo>
                        <a:pt x="54102" y="111538"/>
                        <a:pt x="57055" y="110681"/>
                        <a:pt x="61817" y="110490"/>
                      </a:cubicBezTo>
                      <a:cubicBezTo>
                        <a:pt x="66199" y="110395"/>
                        <a:pt x="68294" y="109633"/>
                        <a:pt x="68294" y="108299"/>
                      </a:cubicBezTo>
                      <a:cubicBezTo>
                        <a:pt x="68294" y="107442"/>
                        <a:pt x="67723" y="106108"/>
                        <a:pt x="66485" y="104394"/>
                      </a:cubicBezTo>
                      <a:lnTo>
                        <a:pt x="68866" y="104394"/>
                      </a:lnTo>
                      <a:cubicBezTo>
                        <a:pt x="68866" y="105346"/>
                        <a:pt x="68961" y="106299"/>
                        <a:pt x="69628" y="107537"/>
                      </a:cubicBezTo>
                      <a:cubicBezTo>
                        <a:pt x="70009" y="107252"/>
                        <a:pt x="70199" y="106299"/>
                        <a:pt x="70390" y="104966"/>
                      </a:cubicBezTo>
                      <a:cubicBezTo>
                        <a:pt x="70390" y="103823"/>
                        <a:pt x="71057" y="103346"/>
                        <a:pt x="72104" y="103156"/>
                      </a:cubicBezTo>
                      <a:lnTo>
                        <a:pt x="70199" y="101156"/>
                      </a:lnTo>
                      <a:lnTo>
                        <a:pt x="72104" y="100679"/>
                      </a:lnTo>
                      <a:lnTo>
                        <a:pt x="70676" y="99346"/>
                      </a:lnTo>
                      <a:cubicBezTo>
                        <a:pt x="70676" y="99346"/>
                        <a:pt x="71152" y="99632"/>
                        <a:pt x="71438" y="99632"/>
                      </a:cubicBezTo>
                      <a:cubicBezTo>
                        <a:pt x="71914" y="99632"/>
                        <a:pt x="72580" y="99346"/>
                        <a:pt x="73343" y="98870"/>
                      </a:cubicBezTo>
                      <a:cubicBezTo>
                        <a:pt x="74200" y="98393"/>
                        <a:pt x="74771" y="98203"/>
                        <a:pt x="75057" y="98203"/>
                      </a:cubicBezTo>
                      <a:cubicBezTo>
                        <a:pt x="75629" y="98203"/>
                        <a:pt x="75914" y="98774"/>
                        <a:pt x="76010" y="99727"/>
                      </a:cubicBezTo>
                      <a:cubicBezTo>
                        <a:pt x="75724" y="99727"/>
                        <a:pt x="74390" y="100203"/>
                        <a:pt x="72104" y="101060"/>
                      </a:cubicBezTo>
                      <a:cubicBezTo>
                        <a:pt x="72295" y="101156"/>
                        <a:pt x="73057" y="101727"/>
                        <a:pt x="74771" y="102679"/>
                      </a:cubicBezTo>
                      <a:cubicBezTo>
                        <a:pt x="75819" y="103346"/>
                        <a:pt x="76295" y="103918"/>
                        <a:pt x="76295" y="104680"/>
                      </a:cubicBezTo>
                      <a:cubicBezTo>
                        <a:pt x="76295" y="104966"/>
                        <a:pt x="76295" y="105346"/>
                        <a:pt x="76105" y="105632"/>
                      </a:cubicBezTo>
                      <a:cubicBezTo>
                        <a:pt x="76676" y="105346"/>
                        <a:pt x="77057" y="104680"/>
                        <a:pt x="77248" y="103823"/>
                      </a:cubicBezTo>
                      <a:cubicBezTo>
                        <a:pt x="77534" y="102965"/>
                        <a:pt x="77534" y="102299"/>
                        <a:pt x="77248" y="101917"/>
                      </a:cubicBezTo>
                      <a:lnTo>
                        <a:pt x="79343" y="99727"/>
                      </a:lnTo>
                      <a:lnTo>
                        <a:pt x="74962" y="95726"/>
                      </a:lnTo>
                      <a:lnTo>
                        <a:pt x="75438" y="94869"/>
                      </a:lnTo>
                      <a:cubicBezTo>
                        <a:pt x="75438" y="94869"/>
                        <a:pt x="74676" y="94202"/>
                        <a:pt x="74295" y="94202"/>
                      </a:cubicBezTo>
                      <a:cubicBezTo>
                        <a:pt x="74009" y="94202"/>
                        <a:pt x="73628" y="94488"/>
                        <a:pt x="72866" y="94964"/>
                      </a:cubicBezTo>
                      <a:cubicBezTo>
                        <a:pt x="72009" y="95441"/>
                        <a:pt x="71438" y="95726"/>
                        <a:pt x="70771" y="95726"/>
                      </a:cubicBezTo>
                      <a:cubicBezTo>
                        <a:pt x="70485" y="95536"/>
                        <a:pt x="69056" y="95536"/>
                        <a:pt x="66485" y="95536"/>
                      </a:cubicBezTo>
                      <a:cubicBezTo>
                        <a:pt x="65056" y="95536"/>
                        <a:pt x="64103" y="94488"/>
                        <a:pt x="64008" y="92392"/>
                      </a:cubicBezTo>
                      <a:cubicBezTo>
                        <a:pt x="63151" y="92107"/>
                        <a:pt x="62770" y="91440"/>
                        <a:pt x="62770" y="90488"/>
                      </a:cubicBezTo>
                      <a:cubicBezTo>
                        <a:pt x="62770" y="90011"/>
                        <a:pt x="62770" y="89249"/>
                        <a:pt x="62960" y="88297"/>
                      </a:cubicBezTo>
                      <a:cubicBezTo>
                        <a:pt x="63246" y="87249"/>
                        <a:pt x="63341" y="86582"/>
                        <a:pt x="63341" y="86011"/>
                      </a:cubicBezTo>
                      <a:cubicBezTo>
                        <a:pt x="63341" y="84582"/>
                        <a:pt x="62484" y="83820"/>
                        <a:pt x="60674" y="83534"/>
                      </a:cubicBezTo>
                      <a:cubicBezTo>
                        <a:pt x="60293" y="82963"/>
                        <a:pt x="60198" y="82391"/>
                        <a:pt x="60198" y="81629"/>
                      </a:cubicBezTo>
                      <a:cubicBezTo>
                        <a:pt x="60198" y="81248"/>
                        <a:pt x="60293" y="80867"/>
                        <a:pt x="60388" y="80010"/>
                      </a:cubicBezTo>
                      <a:cubicBezTo>
                        <a:pt x="60484" y="79343"/>
                        <a:pt x="60674" y="78867"/>
                        <a:pt x="60674" y="78486"/>
                      </a:cubicBezTo>
                      <a:cubicBezTo>
                        <a:pt x="60674" y="77438"/>
                        <a:pt x="60103" y="76581"/>
                        <a:pt x="59055" y="75914"/>
                      </a:cubicBezTo>
                      <a:lnTo>
                        <a:pt x="57245" y="75438"/>
                      </a:lnTo>
                      <a:cubicBezTo>
                        <a:pt x="58198" y="74295"/>
                        <a:pt x="58484" y="73152"/>
                        <a:pt x="58484" y="72009"/>
                      </a:cubicBezTo>
                      <a:cubicBezTo>
                        <a:pt x="58484" y="70961"/>
                        <a:pt x="58103" y="69533"/>
                        <a:pt x="57341" y="67913"/>
                      </a:cubicBezTo>
                      <a:cubicBezTo>
                        <a:pt x="56769" y="66770"/>
                        <a:pt x="56102" y="65437"/>
                        <a:pt x="55436" y="64199"/>
                      </a:cubicBezTo>
                      <a:cubicBezTo>
                        <a:pt x="55912" y="63913"/>
                        <a:pt x="56293" y="63341"/>
                        <a:pt x="56293" y="62770"/>
                      </a:cubicBezTo>
                      <a:cubicBezTo>
                        <a:pt x="56483" y="62008"/>
                        <a:pt x="56102" y="61532"/>
                        <a:pt x="55436" y="61150"/>
                      </a:cubicBezTo>
                      <a:lnTo>
                        <a:pt x="52769" y="61627"/>
                      </a:lnTo>
                      <a:lnTo>
                        <a:pt x="52197" y="57055"/>
                      </a:lnTo>
                      <a:cubicBezTo>
                        <a:pt x="51245" y="57245"/>
                        <a:pt x="50863" y="57912"/>
                        <a:pt x="50768" y="58960"/>
                      </a:cubicBezTo>
                      <a:cubicBezTo>
                        <a:pt x="50768" y="60103"/>
                        <a:pt x="50102" y="60770"/>
                        <a:pt x="49054" y="61150"/>
                      </a:cubicBezTo>
                      <a:cubicBezTo>
                        <a:pt x="49244" y="61722"/>
                        <a:pt x="49339" y="62389"/>
                        <a:pt x="49339" y="62960"/>
                      </a:cubicBezTo>
                      <a:cubicBezTo>
                        <a:pt x="49339" y="63913"/>
                        <a:pt x="48959" y="65246"/>
                        <a:pt x="48101" y="66961"/>
                      </a:cubicBezTo>
                      <a:cubicBezTo>
                        <a:pt x="47244" y="68771"/>
                        <a:pt x="46863" y="70580"/>
                        <a:pt x="46863" y="72390"/>
                      </a:cubicBezTo>
                      <a:cubicBezTo>
                        <a:pt x="45244" y="73247"/>
                        <a:pt x="44291" y="74676"/>
                        <a:pt x="44101" y="76771"/>
                      </a:cubicBezTo>
                      <a:cubicBezTo>
                        <a:pt x="43720" y="79724"/>
                        <a:pt x="43529" y="81248"/>
                        <a:pt x="43244" y="81629"/>
                      </a:cubicBezTo>
                      <a:cubicBezTo>
                        <a:pt x="42767" y="81629"/>
                        <a:pt x="42101" y="82296"/>
                        <a:pt x="41243" y="83915"/>
                      </a:cubicBezTo>
                      <a:cubicBezTo>
                        <a:pt x="40291" y="86011"/>
                        <a:pt x="39243" y="87344"/>
                        <a:pt x="38291" y="88011"/>
                      </a:cubicBezTo>
                      <a:cubicBezTo>
                        <a:pt x="38291" y="88202"/>
                        <a:pt x="38767" y="88868"/>
                        <a:pt x="39624" y="89821"/>
                      </a:cubicBezTo>
                      <a:lnTo>
                        <a:pt x="40767" y="88487"/>
                      </a:lnTo>
                      <a:cubicBezTo>
                        <a:pt x="40767" y="88487"/>
                        <a:pt x="41148" y="88773"/>
                        <a:pt x="41148" y="88963"/>
                      </a:cubicBezTo>
                      <a:cubicBezTo>
                        <a:pt x="41148" y="89249"/>
                        <a:pt x="40862" y="89916"/>
                        <a:pt x="40386" y="90773"/>
                      </a:cubicBezTo>
                      <a:cubicBezTo>
                        <a:pt x="39814" y="91631"/>
                        <a:pt x="39624" y="92202"/>
                        <a:pt x="39624" y="92392"/>
                      </a:cubicBezTo>
                      <a:cubicBezTo>
                        <a:pt x="38671" y="93631"/>
                        <a:pt x="38291" y="94298"/>
                        <a:pt x="38291" y="94298"/>
                      </a:cubicBezTo>
                      <a:lnTo>
                        <a:pt x="39624" y="95631"/>
                      </a:lnTo>
                      <a:cubicBezTo>
                        <a:pt x="39910" y="95059"/>
                        <a:pt x="40291" y="94774"/>
                        <a:pt x="40767" y="94774"/>
                      </a:cubicBezTo>
                      <a:lnTo>
                        <a:pt x="40767" y="96107"/>
                      </a:lnTo>
                      <a:cubicBezTo>
                        <a:pt x="40767" y="96107"/>
                        <a:pt x="39910" y="95726"/>
                        <a:pt x="39624" y="95726"/>
                      </a:cubicBezTo>
                      <a:cubicBezTo>
                        <a:pt x="38671" y="95726"/>
                        <a:pt x="38100" y="96869"/>
                        <a:pt x="37624" y="99060"/>
                      </a:cubicBezTo>
                      <a:cubicBezTo>
                        <a:pt x="37052" y="101537"/>
                        <a:pt x="36386" y="103061"/>
                        <a:pt x="35624" y="103537"/>
                      </a:cubicBezTo>
                      <a:cubicBezTo>
                        <a:pt x="36290" y="104108"/>
                        <a:pt x="36671" y="105251"/>
                        <a:pt x="37052" y="107061"/>
                      </a:cubicBezTo>
                      <a:cubicBezTo>
                        <a:pt x="37338" y="108871"/>
                        <a:pt x="38195" y="110014"/>
                        <a:pt x="39529" y="110395"/>
                      </a:cubicBezTo>
                      <a:cubicBezTo>
                        <a:pt x="40196" y="110014"/>
                        <a:pt x="41624" y="109823"/>
                        <a:pt x="44005" y="109919"/>
                      </a:cubicBezTo>
                      <a:cubicBezTo>
                        <a:pt x="46101" y="109919"/>
                        <a:pt x="47339" y="109633"/>
                        <a:pt x="47625" y="109157"/>
                      </a:cubicBezTo>
                      <a:cubicBezTo>
                        <a:pt x="47720" y="110300"/>
                        <a:pt x="48006" y="112967"/>
                        <a:pt x="48673" y="116967"/>
                      </a:cubicBezTo>
                      <a:cubicBezTo>
                        <a:pt x="49244" y="120110"/>
                        <a:pt x="49625" y="122682"/>
                        <a:pt x="49625" y="124682"/>
                      </a:cubicBezTo>
                      <a:cubicBezTo>
                        <a:pt x="49625" y="127730"/>
                        <a:pt x="49054" y="130588"/>
                        <a:pt x="48101" y="133255"/>
                      </a:cubicBezTo>
                      <a:cubicBezTo>
                        <a:pt x="46577" y="133731"/>
                        <a:pt x="44101" y="133826"/>
                        <a:pt x="40481" y="133731"/>
                      </a:cubicBezTo>
                      <a:cubicBezTo>
                        <a:pt x="36957" y="133636"/>
                        <a:pt x="34385" y="134112"/>
                        <a:pt x="32480" y="135065"/>
                      </a:cubicBezTo>
                      <a:lnTo>
                        <a:pt x="33338" y="135541"/>
                      </a:lnTo>
                      <a:cubicBezTo>
                        <a:pt x="30766" y="136208"/>
                        <a:pt x="29146" y="138017"/>
                        <a:pt x="28766" y="141256"/>
                      </a:cubicBezTo>
                      <a:cubicBezTo>
                        <a:pt x="28575" y="143828"/>
                        <a:pt x="28289" y="146399"/>
                        <a:pt x="27908" y="148971"/>
                      </a:cubicBezTo>
                      <a:cubicBezTo>
                        <a:pt x="27146" y="151448"/>
                        <a:pt x="24955" y="152495"/>
                        <a:pt x="21241" y="152209"/>
                      </a:cubicBezTo>
                      <a:cubicBezTo>
                        <a:pt x="20860" y="152781"/>
                        <a:pt x="20384" y="152971"/>
                        <a:pt x="19907" y="152971"/>
                      </a:cubicBezTo>
                      <a:cubicBezTo>
                        <a:pt x="19526" y="152971"/>
                        <a:pt x="18764" y="152686"/>
                        <a:pt x="17812" y="152209"/>
                      </a:cubicBezTo>
                      <a:cubicBezTo>
                        <a:pt x="16669" y="151638"/>
                        <a:pt x="15907" y="151448"/>
                        <a:pt x="15430" y="151352"/>
                      </a:cubicBezTo>
                      <a:cubicBezTo>
                        <a:pt x="15050" y="151352"/>
                        <a:pt x="14288" y="151257"/>
                        <a:pt x="13335" y="151257"/>
                      </a:cubicBezTo>
                      <a:cubicBezTo>
                        <a:pt x="12573" y="151257"/>
                        <a:pt x="11525" y="151352"/>
                        <a:pt x="10001" y="151638"/>
                      </a:cubicBezTo>
                      <a:cubicBezTo>
                        <a:pt x="8477" y="151829"/>
                        <a:pt x="7239" y="151924"/>
                        <a:pt x="6572" y="151924"/>
                      </a:cubicBezTo>
                      <a:cubicBezTo>
                        <a:pt x="3143" y="151924"/>
                        <a:pt x="1143" y="150876"/>
                        <a:pt x="381" y="148685"/>
                      </a:cubicBezTo>
                      <a:cubicBezTo>
                        <a:pt x="95" y="147638"/>
                        <a:pt x="0" y="146685"/>
                        <a:pt x="0" y="145828"/>
                      </a:cubicBezTo>
                      <a:cubicBezTo>
                        <a:pt x="0" y="144590"/>
                        <a:pt x="476" y="142780"/>
                        <a:pt x="1619" y="140494"/>
                      </a:cubicBezTo>
                      <a:cubicBezTo>
                        <a:pt x="2762" y="138208"/>
                        <a:pt x="3048" y="136208"/>
                        <a:pt x="2762" y="134588"/>
                      </a:cubicBezTo>
                      <a:cubicBezTo>
                        <a:pt x="4667" y="134017"/>
                        <a:pt x="5525" y="132779"/>
                        <a:pt x="5525" y="130778"/>
                      </a:cubicBezTo>
                      <a:cubicBezTo>
                        <a:pt x="5525" y="130492"/>
                        <a:pt x="5525" y="129921"/>
                        <a:pt x="5429" y="129350"/>
                      </a:cubicBezTo>
                      <a:lnTo>
                        <a:pt x="5429" y="127730"/>
                      </a:lnTo>
                      <a:cubicBezTo>
                        <a:pt x="5429" y="126587"/>
                        <a:pt x="5620" y="125825"/>
                        <a:pt x="6096" y="125158"/>
                      </a:cubicBezTo>
                      <a:cubicBezTo>
                        <a:pt x="7811" y="124492"/>
                        <a:pt x="8668" y="123349"/>
                        <a:pt x="8668" y="121539"/>
                      </a:cubicBezTo>
                      <a:cubicBezTo>
                        <a:pt x="8668" y="120967"/>
                        <a:pt x="8668" y="120110"/>
                        <a:pt x="8382" y="118967"/>
                      </a:cubicBezTo>
                      <a:cubicBezTo>
                        <a:pt x="8192" y="117824"/>
                        <a:pt x="8001" y="116777"/>
                        <a:pt x="8001" y="116110"/>
                      </a:cubicBezTo>
                      <a:cubicBezTo>
                        <a:pt x="8001" y="114300"/>
                        <a:pt x="8858" y="112967"/>
                        <a:pt x="10478" y="112109"/>
                      </a:cubicBezTo>
                      <a:cubicBezTo>
                        <a:pt x="10287" y="111347"/>
                        <a:pt x="10192" y="110681"/>
                        <a:pt x="10192" y="110014"/>
                      </a:cubicBezTo>
                      <a:cubicBezTo>
                        <a:pt x="10192" y="108585"/>
                        <a:pt x="10763" y="106775"/>
                        <a:pt x="12192" y="104775"/>
                      </a:cubicBezTo>
                      <a:cubicBezTo>
                        <a:pt x="13430" y="102775"/>
                        <a:pt x="14192" y="101156"/>
                        <a:pt x="14192" y="100013"/>
                      </a:cubicBezTo>
                      <a:cubicBezTo>
                        <a:pt x="14192" y="99060"/>
                        <a:pt x="13811" y="98012"/>
                        <a:pt x="13145" y="96965"/>
                      </a:cubicBezTo>
                      <a:cubicBezTo>
                        <a:pt x="15050" y="94774"/>
                        <a:pt x="16288" y="91535"/>
                        <a:pt x="16954" y="87249"/>
                      </a:cubicBezTo>
                      <a:cubicBezTo>
                        <a:pt x="17431" y="84011"/>
                        <a:pt x="17812" y="80677"/>
                        <a:pt x="18193" y="77438"/>
                      </a:cubicBezTo>
                      <a:cubicBezTo>
                        <a:pt x="19907" y="76676"/>
                        <a:pt x="20955" y="74771"/>
                        <a:pt x="21431" y="71628"/>
                      </a:cubicBezTo>
                      <a:cubicBezTo>
                        <a:pt x="21908" y="68580"/>
                        <a:pt x="22860" y="66580"/>
                        <a:pt x="24384" y="65627"/>
                      </a:cubicBezTo>
                      <a:cubicBezTo>
                        <a:pt x="23908" y="64675"/>
                        <a:pt x="23717" y="63532"/>
                        <a:pt x="23717" y="62389"/>
                      </a:cubicBezTo>
                      <a:cubicBezTo>
                        <a:pt x="23717" y="61341"/>
                        <a:pt x="23908" y="59912"/>
                        <a:pt x="24289" y="58103"/>
                      </a:cubicBezTo>
                      <a:cubicBezTo>
                        <a:pt x="24670" y="56293"/>
                        <a:pt x="24955" y="55245"/>
                        <a:pt x="24955" y="54864"/>
                      </a:cubicBezTo>
                      <a:cubicBezTo>
                        <a:pt x="26194" y="54102"/>
                        <a:pt x="26861" y="53150"/>
                        <a:pt x="26861" y="51911"/>
                      </a:cubicBezTo>
                      <a:lnTo>
                        <a:pt x="26861" y="49911"/>
                      </a:lnTo>
                      <a:cubicBezTo>
                        <a:pt x="26861" y="48292"/>
                        <a:pt x="27718" y="46958"/>
                        <a:pt x="29528" y="45815"/>
                      </a:cubicBezTo>
                      <a:cubicBezTo>
                        <a:pt x="28575" y="44291"/>
                        <a:pt x="28575" y="41624"/>
                        <a:pt x="29528" y="37814"/>
                      </a:cubicBezTo>
                      <a:cubicBezTo>
                        <a:pt x="32004" y="37338"/>
                        <a:pt x="32957" y="35624"/>
                        <a:pt x="32385" y="32766"/>
                      </a:cubicBezTo>
                      <a:cubicBezTo>
                        <a:pt x="31718" y="29242"/>
                        <a:pt x="31813" y="27242"/>
                        <a:pt x="32576" y="26575"/>
                      </a:cubicBezTo>
                      <a:cubicBezTo>
                        <a:pt x="35624" y="23146"/>
                        <a:pt x="38100" y="21336"/>
                        <a:pt x="39910" y="21336"/>
                      </a:cubicBezTo>
                      <a:cubicBezTo>
                        <a:pt x="41243" y="21336"/>
                        <a:pt x="42386" y="22003"/>
                        <a:pt x="43244" y="23336"/>
                      </a:cubicBezTo>
                      <a:cubicBezTo>
                        <a:pt x="43625" y="23146"/>
                        <a:pt x="43720" y="22479"/>
                        <a:pt x="43720" y="21527"/>
                      </a:cubicBezTo>
                      <a:cubicBezTo>
                        <a:pt x="44101" y="21336"/>
                        <a:pt x="44482" y="21146"/>
                        <a:pt x="44958" y="21146"/>
                      </a:cubicBezTo>
                      <a:cubicBezTo>
                        <a:pt x="45434" y="21146"/>
                        <a:pt x="46101" y="21241"/>
                        <a:pt x="47149" y="21527"/>
                      </a:cubicBezTo>
                      <a:cubicBezTo>
                        <a:pt x="48196" y="21812"/>
                        <a:pt x="48959" y="21908"/>
                        <a:pt x="49339" y="21908"/>
                      </a:cubicBezTo>
                      <a:cubicBezTo>
                        <a:pt x="50673" y="21908"/>
                        <a:pt x="51626" y="21336"/>
                        <a:pt x="52197" y="20193"/>
                      </a:cubicBezTo>
                      <a:cubicBezTo>
                        <a:pt x="52673" y="20669"/>
                        <a:pt x="53816" y="21336"/>
                        <a:pt x="55436" y="22479"/>
                      </a:cubicBezTo>
                      <a:cubicBezTo>
                        <a:pt x="55817" y="21622"/>
                        <a:pt x="56483" y="21146"/>
                        <a:pt x="57341" y="21146"/>
                      </a:cubicBezTo>
                      <a:cubicBezTo>
                        <a:pt x="57912" y="21146"/>
                        <a:pt x="58769" y="21336"/>
                        <a:pt x="60008" y="21717"/>
                      </a:cubicBezTo>
                      <a:cubicBezTo>
                        <a:pt x="61246" y="22098"/>
                        <a:pt x="62294" y="22288"/>
                        <a:pt x="63055" y="22288"/>
                      </a:cubicBezTo>
                      <a:cubicBezTo>
                        <a:pt x="63627" y="22288"/>
                        <a:pt x="64103" y="22098"/>
                        <a:pt x="64484" y="21908"/>
                      </a:cubicBezTo>
                      <a:cubicBezTo>
                        <a:pt x="65913" y="22765"/>
                        <a:pt x="67342" y="23717"/>
                        <a:pt x="68866" y="24670"/>
                      </a:cubicBezTo>
                      <a:cubicBezTo>
                        <a:pt x="70104" y="25622"/>
                        <a:pt x="70866" y="26956"/>
                        <a:pt x="70866" y="28575"/>
                      </a:cubicBezTo>
                      <a:cubicBezTo>
                        <a:pt x="70866" y="28956"/>
                        <a:pt x="70866" y="29528"/>
                        <a:pt x="70676" y="30004"/>
                      </a:cubicBezTo>
                      <a:lnTo>
                        <a:pt x="73533" y="29528"/>
                      </a:lnTo>
                      <a:cubicBezTo>
                        <a:pt x="73057" y="30956"/>
                        <a:pt x="72866" y="32385"/>
                        <a:pt x="72866" y="33909"/>
                      </a:cubicBezTo>
                      <a:cubicBezTo>
                        <a:pt x="72866" y="37148"/>
                        <a:pt x="74104" y="40862"/>
                        <a:pt x="76676" y="45053"/>
                      </a:cubicBezTo>
                      <a:lnTo>
                        <a:pt x="73628" y="46387"/>
                      </a:lnTo>
                      <a:lnTo>
                        <a:pt x="76676" y="47530"/>
                      </a:lnTo>
                      <a:cubicBezTo>
                        <a:pt x="76676" y="47530"/>
                        <a:pt x="75343" y="47816"/>
                        <a:pt x="74104" y="48768"/>
                      </a:cubicBezTo>
                      <a:lnTo>
                        <a:pt x="74104" y="49435"/>
                      </a:lnTo>
                      <a:cubicBezTo>
                        <a:pt x="74867" y="49054"/>
                        <a:pt x="76391" y="49244"/>
                        <a:pt x="78486" y="50006"/>
                      </a:cubicBezTo>
                      <a:lnTo>
                        <a:pt x="76200" y="53626"/>
                      </a:lnTo>
                      <a:cubicBezTo>
                        <a:pt x="78677" y="56674"/>
                        <a:pt x="81058" y="58198"/>
                        <a:pt x="82963" y="58198"/>
                      </a:cubicBezTo>
                      <a:lnTo>
                        <a:pt x="82963" y="59531"/>
                      </a:lnTo>
                      <a:cubicBezTo>
                        <a:pt x="82201" y="58388"/>
                        <a:pt x="81534" y="58007"/>
                        <a:pt x="81153" y="58198"/>
                      </a:cubicBezTo>
                      <a:cubicBezTo>
                        <a:pt x="80677" y="59722"/>
                        <a:pt x="80486" y="61341"/>
                        <a:pt x="80486" y="63056"/>
                      </a:cubicBezTo>
                      <a:cubicBezTo>
                        <a:pt x="80486" y="66580"/>
                        <a:pt x="81248" y="69342"/>
                        <a:pt x="82868" y="71247"/>
                      </a:cubicBezTo>
                      <a:cubicBezTo>
                        <a:pt x="82487" y="71723"/>
                        <a:pt x="82201" y="72104"/>
                        <a:pt x="82201" y="72581"/>
                      </a:cubicBezTo>
                      <a:cubicBezTo>
                        <a:pt x="82201" y="73057"/>
                        <a:pt x="82582" y="73628"/>
                        <a:pt x="83439" y="74390"/>
                      </a:cubicBezTo>
                      <a:cubicBezTo>
                        <a:pt x="84201" y="75152"/>
                        <a:pt x="84677" y="75819"/>
                        <a:pt x="84677" y="76391"/>
                      </a:cubicBezTo>
                      <a:cubicBezTo>
                        <a:pt x="84677" y="76676"/>
                        <a:pt x="84487" y="77057"/>
                        <a:pt x="84201" y="77533"/>
                      </a:cubicBezTo>
                      <a:lnTo>
                        <a:pt x="86201" y="78391"/>
                      </a:lnTo>
                      <a:cubicBezTo>
                        <a:pt x="87249" y="84582"/>
                        <a:pt x="87916" y="88297"/>
                        <a:pt x="88297" y="89630"/>
                      </a:cubicBezTo>
                      <a:cubicBezTo>
                        <a:pt x="89345" y="93821"/>
                        <a:pt x="90678" y="97441"/>
                        <a:pt x="92488" y="100394"/>
                      </a:cubicBezTo>
                      <a:cubicBezTo>
                        <a:pt x="91059" y="102584"/>
                        <a:pt x="91535" y="104204"/>
                        <a:pt x="93726" y="105442"/>
                      </a:cubicBezTo>
                      <a:cubicBezTo>
                        <a:pt x="93440" y="110871"/>
                        <a:pt x="94297" y="114681"/>
                        <a:pt x="96107" y="116681"/>
                      </a:cubicBezTo>
                      <a:cubicBezTo>
                        <a:pt x="96107" y="121920"/>
                        <a:pt x="97346" y="124587"/>
                        <a:pt x="100013" y="124682"/>
                      </a:cubicBezTo>
                      <a:close/>
                      <a:moveTo>
                        <a:pt x="5334" y="23241"/>
                      </a:moveTo>
                      <a:lnTo>
                        <a:pt x="4001" y="24575"/>
                      </a:lnTo>
                      <a:lnTo>
                        <a:pt x="2096" y="22384"/>
                      </a:lnTo>
                      <a:lnTo>
                        <a:pt x="5239" y="23241"/>
                      </a:lnTo>
                      <a:close/>
                      <a:moveTo>
                        <a:pt x="8096" y="47720"/>
                      </a:moveTo>
                      <a:lnTo>
                        <a:pt x="9049" y="50863"/>
                      </a:lnTo>
                      <a:lnTo>
                        <a:pt x="6572" y="54769"/>
                      </a:lnTo>
                      <a:lnTo>
                        <a:pt x="8096" y="47816"/>
                      </a:lnTo>
                      <a:close/>
                      <a:moveTo>
                        <a:pt x="10096" y="33242"/>
                      </a:moveTo>
                      <a:cubicBezTo>
                        <a:pt x="10096" y="33242"/>
                        <a:pt x="9430" y="33719"/>
                        <a:pt x="8477" y="34576"/>
                      </a:cubicBezTo>
                      <a:lnTo>
                        <a:pt x="8096" y="32766"/>
                      </a:lnTo>
                      <a:lnTo>
                        <a:pt x="10096" y="33242"/>
                      </a:lnTo>
                      <a:close/>
                      <a:moveTo>
                        <a:pt x="24194" y="36481"/>
                      </a:moveTo>
                      <a:cubicBezTo>
                        <a:pt x="23336" y="34766"/>
                        <a:pt x="21908" y="34004"/>
                        <a:pt x="19717" y="34481"/>
                      </a:cubicBezTo>
                      <a:lnTo>
                        <a:pt x="19241" y="35052"/>
                      </a:lnTo>
                      <a:cubicBezTo>
                        <a:pt x="19241" y="34004"/>
                        <a:pt x="19621" y="33433"/>
                        <a:pt x="20288" y="33433"/>
                      </a:cubicBezTo>
                      <a:cubicBezTo>
                        <a:pt x="20288" y="33433"/>
                        <a:pt x="21050" y="33528"/>
                        <a:pt x="22098" y="33909"/>
                      </a:cubicBezTo>
                      <a:cubicBezTo>
                        <a:pt x="23051" y="34195"/>
                        <a:pt x="23717" y="34195"/>
                        <a:pt x="24289" y="33909"/>
                      </a:cubicBezTo>
                      <a:lnTo>
                        <a:pt x="24289" y="36386"/>
                      </a:lnTo>
                      <a:close/>
                      <a:moveTo>
                        <a:pt x="21527" y="89249"/>
                      </a:moveTo>
                      <a:lnTo>
                        <a:pt x="21527" y="86201"/>
                      </a:lnTo>
                      <a:lnTo>
                        <a:pt x="21050" y="86201"/>
                      </a:lnTo>
                      <a:lnTo>
                        <a:pt x="21050" y="89249"/>
                      </a:lnTo>
                      <a:lnTo>
                        <a:pt x="21527" y="89249"/>
                      </a:lnTo>
                      <a:close/>
                      <a:moveTo>
                        <a:pt x="30575" y="39053"/>
                      </a:moveTo>
                      <a:lnTo>
                        <a:pt x="34195" y="37052"/>
                      </a:lnTo>
                      <a:lnTo>
                        <a:pt x="33623" y="35052"/>
                      </a:lnTo>
                      <a:lnTo>
                        <a:pt x="30575" y="39053"/>
                      </a:lnTo>
                      <a:close/>
                      <a:moveTo>
                        <a:pt x="34195" y="61532"/>
                      </a:moveTo>
                      <a:lnTo>
                        <a:pt x="37243" y="62294"/>
                      </a:lnTo>
                      <a:lnTo>
                        <a:pt x="36767" y="61532"/>
                      </a:lnTo>
                      <a:lnTo>
                        <a:pt x="34195" y="61532"/>
                      </a:lnTo>
                      <a:close/>
                      <a:moveTo>
                        <a:pt x="36767" y="58388"/>
                      </a:moveTo>
                      <a:lnTo>
                        <a:pt x="38005" y="57721"/>
                      </a:lnTo>
                      <a:lnTo>
                        <a:pt x="36767" y="56483"/>
                      </a:lnTo>
                      <a:lnTo>
                        <a:pt x="36767" y="58388"/>
                      </a:lnTo>
                      <a:close/>
                      <a:moveTo>
                        <a:pt x="38005" y="31337"/>
                      </a:moveTo>
                      <a:lnTo>
                        <a:pt x="40100" y="30861"/>
                      </a:lnTo>
                      <a:lnTo>
                        <a:pt x="37243" y="30099"/>
                      </a:lnTo>
                      <a:lnTo>
                        <a:pt x="38005" y="31433"/>
                      </a:lnTo>
                      <a:close/>
                      <a:moveTo>
                        <a:pt x="38481" y="11144"/>
                      </a:moveTo>
                      <a:lnTo>
                        <a:pt x="39338" y="13145"/>
                      </a:lnTo>
                      <a:lnTo>
                        <a:pt x="38005" y="13145"/>
                      </a:lnTo>
                      <a:lnTo>
                        <a:pt x="38481" y="11144"/>
                      </a:lnTo>
                      <a:close/>
                      <a:moveTo>
                        <a:pt x="44387" y="6763"/>
                      </a:moveTo>
                      <a:cubicBezTo>
                        <a:pt x="43529" y="6477"/>
                        <a:pt x="43053" y="5810"/>
                        <a:pt x="43053" y="4858"/>
                      </a:cubicBezTo>
                      <a:lnTo>
                        <a:pt x="43053" y="2572"/>
                      </a:lnTo>
                      <a:lnTo>
                        <a:pt x="47530" y="0"/>
                      </a:lnTo>
                      <a:cubicBezTo>
                        <a:pt x="47530" y="0"/>
                        <a:pt x="46863" y="953"/>
                        <a:pt x="45815" y="1524"/>
                      </a:cubicBezTo>
                      <a:cubicBezTo>
                        <a:pt x="44577" y="2096"/>
                        <a:pt x="44101" y="2667"/>
                        <a:pt x="44101" y="3238"/>
                      </a:cubicBezTo>
                      <a:cubicBezTo>
                        <a:pt x="44101" y="3620"/>
                        <a:pt x="44387" y="4000"/>
                        <a:pt x="44958" y="4477"/>
                      </a:cubicBezTo>
                      <a:cubicBezTo>
                        <a:pt x="45149" y="5239"/>
                        <a:pt x="44958" y="5906"/>
                        <a:pt x="44482" y="6763"/>
                      </a:cubicBezTo>
                      <a:close/>
                      <a:moveTo>
                        <a:pt x="48768" y="15050"/>
                      </a:moveTo>
                      <a:lnTo>
                        <a:pt x="49816" y="15050"/>
                      </a:lnTo>
                      <a:lnTo>
                        <a:pt x="47911" y="18383"/>
                      </a:lnTo>
                      <a:lnTo>
                        <a:pt x="48768" y="15050"/>
                      </a:lnTo>
                      <a:close/>
                      <a:moveTo>
                        <a:pt x="48768" y="37719"/>
                      </a:moveTo>
                      <a:lnTo>
                        <a:pt x="48768" y="35814"/>
                      </a:lnTo>
                      <a:lnTo>
                        <a:pt x="47911" y="35814"/>
                      </a:lnTo>
                      <a:lnTo>
                        <a:pt x="47911" y="37719"/>
                      </a:lnTo>
                      <a:lnTo>
                        <a:pt x="48768" y="37719"/>
                      </a:lnTo>
                      <a:close/>
                      <a:moveTo>
                        <a:pt x="56960" y="12383"/>
                      </a:moveTo>
                      <a:lnTo>
                        <a:pt x="56960" y="14954"/>
                      </a:lnTo>
                      <a:lnTo>
                        <a:pt x="55150" y="10573"/>
                      </a:lnTo>
                      <a:cubicBezTo>
                        <a:pt x="56293" y="10573"/>
                        <a:pt x="56960" y="11144"/>
                        <a:pt x="56960" y="12287"/>
                      </a:cubicBezTo>
                      <a:close/>
                      <a:moveTo>
                        <a:pt x="60008" y="36386"/>
                      </a:moveTo>
                      <a:lnTo>
                        <a:pt x="63818" y="35052"/>
                      </a:lnTo>
                      <a:lnTo>
                        <a:pt x="61913" y="35052"/>
                      </a:lnTo>
                      <a:lnTo>
                        <a:pt x="60103" y="36386"/>
                      </a:lnTo>
                      <a:close/>
                      <a:moveTo>
                        <a:pt x="60008" y="48958"/>
                      </a:moveTo>
                      <a:lnTo>
                        <a:pt x="60484" y="47054"/>
                      </a:lnTo>
                      <a:lnTo>
                        <a:pt x="60008" y="46482"/>
                      </a:lnTo>
                      <a:lnTo>
                        <a:pt x="60008" y="48958"/>
                      </a:lnTo>
                      <a:close/>
                      <a:moveTo>
                        <a:pt x="65722" y="100489"/>
                      </a:moveTo>
                      <a:cubicBezTo>
                        <a:pt x="65722" y="100489"/>
                        <a:pt x="66199" y="100584"/>
                        <a:pt x="66961" y="100965"/>
                      </a:cubicBezTo>
                      <a:lnTo>
                        <a:pt x="67437" y="100489"/>
                      </a:lnTo>
                      <a:lnTo>
                        <a:pt x="65722" y="98679"/>
                      </a:lnTo>
                      <a:lnTo>
                        <a:pt x="68199" y="99632"/>
                      </a:lnTo>
                      <a:cubicBezTo>
                        <a:pt x="66770" y="101060"/>
                        <a:pt x="65913" y="101822"/>
                        <a:pt x="65722" y="101822"/>
                      </a:cubicBezTo>
                      <a:lnTo>
                        <a:pt x="65722" y="100489"/>
                      </a:lnTo>
                      <a:close/>
                      <a:moveTo>
                        <a:pt x="70485" y="68961"/>
                      </a:moveTo>
                      <a:cubicBezTo>
                        <a:pt x="71628" y="68485"/>
                        <a:pt x="72104" y="67437"/>
                        <a:pt x="71914" y="65913"/>
                      </a:cubicBezTo>
                      <a:cubicBezTo>
                        <a:pt x="70295" y="66294"/>
                        <a:pt x="69437" y="67151"/>
                        <a:pt x="69437" y="68485"/>
                      </a:cubicBezTo>
                      <a:cubicBezTo>
                        <a:pt x="69913" y="68866"/>
                        <a:pt x="70199" y="69056"/>
                        <a:pt x="70485" y="68961"/>
                      </a:cubicBezTo>
                      <a:close/>
                      <a:moveTo>
                        <a:pt x="71914" y="44387"/>
                      </a:moveTo>
                      <a:lnTo>
                        <a:pt x="70009" y="44387"/>
                      </a:lnTo>
                      <a:lnTo>
                        <a:pt x="70485" y="48958"/>
                      </a:lnTo>
                      <a:lnTo>
                        <a:pt x="71914" y="44387"/>
                      </a:lnTo>
                      <a:close/>
                      <a:moveTo>
                        <a:pt x="71914" y="61055"/>
                      </a:moveTo>
                      <a:cubicBezTo>
                        <a:pt x="71914" y="61055"/>
                        <a:pt x="71628" y="60293"/>
                        <a:pt x="71628" y="59817"/>
                      </a:cubicBezTo>
                      <a:cubicBezTo>
                        <a:pt x="71628" y="58960"/>
                        <a:pt x="72200" y="58579"/>
                        <a:pt x="73438" y="58579"/>
                      </a:cubicBezTo>
                      <a:lnTo>
                        <a:pt x="74581" y="58388"/>
                      </a:lnTo>
                      <a:lnTo>
                        <a:pt x="74581" y="57721"/>
                      </a:lnTo>
                      <a:cubicBezTo>
                        <a:pt x="74581" y="57721"/>
                        <a:pt x="74009" y="57531"/>
                        <a:pt x="73628" y="57531"/>
                      </a:cubicBezTo>
                      <a:cubicBezTo>
                        <a:pt x="72866" y="57531"/>
                        <a:pt x="72104" y="57912"/>
                        <a:pt x="71438" y="58674"/>
                      </a:cubicBezTo>
                      <a:cubicBezTo>
                        <a:pt x="70771" y="59436"/>
                        <a:pt x="70390" y="60198"/>
                        <a:pt x="70390" y="60960"/>
                      </a:cubicBezTo>
                      <a:lnTo>
                        <a:pt x="71819" y="60960"/>
                      </a:lnTo>
                      <a:close/>
                      <a:moveTo>
                        <a:pt x="72580" y="88487"/>
                      </a:moveTo>
                      <a:cubicBezTo>
                        <a:pt x="72580" y="88487"/>
                        <a:pt x="72771" y="87916"/>
                        <a:pt x="73247" y="87154"/>
                      </a:cubicBezTo>
                      <a:cubicBezTo>
                        <a:pt x="72580" y="87058"/>
                        <a:pt x="72104" y="87154"/>
                        <a:pt x="72009" y="87630"/>
                      </a:cubicBezTo>
                      <a:cubicBezTo>
                        <a:pt x="71819" y="88011"/>
                        <a:pt x="71533" y="88392"/>
                        <a:pt x="71152" y="88487"/>
                      </a:cubicBezTo>
                      <a:lnTo>
                        <a:pt x="72485" y="88487"/>
                      </a:lnTo>
                      <a:close/>
                      <a:moveTo>
                        <a:pt x="73247" y="18859"/>
                      </a:moveTo>
                      <a:lnTo>
                        <a:pt x="74486" y="17526"/>
                      </a:lnTo>
                      <a:lnTo>
                        <a:pt x="72485" y="15716"/>
                      </a:lnTo>
                      <a:lnTo>
                        <a:pt x="73628" y="14383"/>
                      </a:lnTo>
                      <a:lnTo>
                        <a:pt x="75724" y="18288"/>
                      </a:lnTo>
                      <a:lnTo>
                        <a:pt x="73152" y="18764"/>
                      </a:lnTo>
                      <a:close/>
                      <a:moveTo>
                        <a:pt x="81248" y="98774"/>
                      </a:moveTo>
                      <a:lnTo>
                        <a:pt x="81248" y="96583"/>
                      </a:lnTo>
                      <a:cubicBezTo>
                        <a:pt x="81248" y="96583"/>
                        <a:pt x="81058" y="96869"/>
                        <a:pt x="80010" y="97441"/>
                      </a:cubicBezTo>
                      <a:cubicBezTo>
                        <a:pt x="79629" y="97250"/>
                        <a:pt x="79248" y="96774"/>
                        <a:pt x="78867" y="96298"/>
                      </a:cubicBezTo>
                      <a:cubicBezTo>
                        <a:pt x="78391" y="95726"/>
                        <a:pt x="78200" y="95441"/>
                        <a:pt x="77914" y="95441"/>
                      </a:cubicBezTo>
                      <a:cubicBezTo>
                        <a:pt x="77724" y="95441"/>
                        <a:pt x="77248" y="95631"/>
                        <a:pt x="76867" y="96107"/>
                      </a:cubicBezTo>
                      <a:lnTo>
                        <a:pt x="81248" y="98679"/>
                      </a:lnTo>
                      <a:close/>
                      <a:moveTo>
                        <a:pt x="85154" y="97917"/>
                      </a:moveTo>
                      <a:cubicBezTo>
                        <a:pt x="85154" y="97917"/>
                        <a:pt x="85344" y="97917"/>
                        <a:pt x="85154" y="97631"/>
                      </a:cubicBezTo>
                      <a:lnTo>
                        <a:pt x="84487" y="93536"/>
                      </a:lnTo>
                      <a:cubicBezTo>
                        <a:pt x="84487" y="93536"/>
                        <a:pt x="83820" y="94393"/>
                        <a:pt x="83820" y="94774"/>
                      </a:cubicBezTo>
                      <a:cubicBezTo>
                        <a:pt x="83820" y="94488"/>
                        <a:pt x="84296" y="95441"/>
                        <a:pt x="85154" y="97536"/>
                      </a:cubicBezTo>
                      <a:lnTo>
                        <a:pt x="85154" y="97822"/>
                      </a:lnTo>
                      <a:close/>
                      <a:moveTo>
                        <a:pt x="92488" y="476"/>
                      </a:moveTo>
                      <a:lnTo>
                        <a:pt x="92488" y="1905"/>
                      </a:lnTo>
                      <a:lnTo>
                        <a:pt x="90202" y="1905"/>
                      </a:lnTo>
                      <a:lnTo>
                        <a:pt x="92488" y="476"/>
                      </a:lnTo>
                      <a:close/>
                      <a:moveTo>
                        <a:pt x="93821" y="26575"/>
                      </a:moveTo>
                      <a:lnTo>
                        <a:pt x="92107" y="28384"/>
                      </a:lnTo>
                      <a:lnTo>
                        <a:pt x="93821" y="25717"/>
                      </a:lnTo>
                      <a:lnTo>
                        <a:pt x="93821" y="26575"/>
                      </a:lnTo>
                      <a:close/>
                      <a:moveTo>
                        <a:pt x="103251" y="55245"/>
                      </a:moveTo>
                      <a:lnTo>
                        <a:pt x="102013" y="56579"/>
                      </a:lnTo>
                      <a:lnTo>
                        <a:pt x="100965" y="56579"/>
                      </a:lnTo>
                      <a:lnTo>
                        <a:pt x="103251" y="55245"/>
                      </a:lnTo>
                      <a:close/>
                      <a:moveTo>
                        <a:pt x="102775" y="27813"/>
                      </a:moveTo>
                      <a:cubicBezTo>
                        <a:pt x="102775" y="27813"/>
                        <a:pt x="102203" y="27718"/>
                        <a:pt x="102203" y="26956"/>
                      </a:cubicBezTo>
                      <a:cubicBezTo>
                        <a:pt x="102203" y="26099"/>
                        <a:pt x="102203" y="25717"/>
                        <a:pt x="102013" y="25717"/>
                      </a:cubicBezTo>
                      <a:lnTo>
                        <a:pt x="102775" y="25717"/>
                      </a:lnTo>
                      <a:lnTo>
                        <a:pt x="102775" y="27813"/>
                      </a:lnTo>
                      <a:close/>
                      <a:moveTo>
                        <a:pt x="126492" y="14478"/>
                      </a:moveTo>
                      <a:cubicBezTo>
                        <a:pt x="126492" y="14478"/>
                        <a:pt x="126492" y="13621"/>
                        <a:pt x="126778" y="13049"/>
                      </a:cubicBezTo>
                      <a:cubicBezTo>
                        <a:pt x="127063" y="12573"/>
                        <a:pt x="127349" y="12383"/>
                        <a:pt x="127826" y="12478"/>
                      </a:cubicBezTo>
                      <a:lnTo>
                        <a:pt x="127826" y="14478"/>
                      </a:lnTo>
                      <a:lnTo>
                        <a:pt x="126492" y="14478"/>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 name="Google Shape;1324;p99"/>
                <p:cNvSpPr/>
                <p:nvPr/>
              </p:nvSpPr>
              <p:spPr>
                <a:xfrm>
                  <a:off x="6472237" y="2273331"/>
                  <a:ext cx="110966" cy="151828"/>
                </a:xfrm>
                <a:custGeom>
                  <a:avLst/>
                  <a:gdLst/>
                  <a:ahLst/>
                  <a:cxnLst/>
                  <a:rect l="l" t="t" r="r" b="b"/>
                  <a:pathLst>
                    <a:path w="110966" h="151828" extrusionOk="0">
                      <a:moveTo>
                        <a:pt x="93916" y="73247"/>
                      </a:moveTo>
                      <a:cubicBezTo>
                        <a:pt x="94012" y="72771"/>
                        <a:pt x="93916" y="72295"/>
                        <a:pt x="93250" y="71914"/>
                      </a:cubicBezTo>
                      <a:lnTo>
                        <a:pt x="92773" y="71914"/>
                      </a:lnTo>
                      <a:cubicBezTo>
                        <a:pt x="92773" y="71914"/>
                        <a:pt x="93154" y="72580"/>
                        <a:pt x="93154" y="72866"/>
                      </a:cubicBezTo>
                      <a:cubicBezTo>
                        <a:pt x="93154" y="73247"/>
                        <a:pt x="92869" y="74009"/>
                        <a:pt x="92202" y="75057"/>
                      </a:cubicBezTo>
                      <a:cubicBezTo>
                        <a:pt x="91726" y="76009"/>
                        <a:pt x="91345" y="76771"/>
                        <a:pt x="91345" y="77248"/>
                      </a:cubicBezTo>
                      <a:cubicBezTo>
                        <a:pt x="91345" y="78010"/>
                        <a:pt x="91821" y="78676"/>
                        <a:pt x="92773" y="79438"/>
                      </a:cubicBezTo>
                      <a:cubicBezTo>
                        <a:pt x="92773" y="79629"/>
                        <a:pt x="92488" y="80105"/>
                        <a:pt x="92012" y="80963"/>
                      </a:cubicBezTo>
                      <a:cubicBezTo>
                        <a:pt x="91440" y="81725"/>
                        <a:pt x="91249" y="82487"/>
                        <a:pt x="91535" y="83153"/>
                      </a:cubicBezTo>
                      <a:lnTo>
                        <a:pt x="92012" y="83629"/>
                      </a:lnTo>
                      <a:cubicBezTo>
                        <a:pt x="91440" y="84201"/>
                        <a:pt x="90773" y="84392"/>
                        <a:pt x="89726" y="84392"/>
                      </a:cubicBezTo>
                      <a:lnTo>
                        <a:pt x="87059" y="84392"/>
                      </a:lnTo>
                      <a:cubicBezTo>
                        <a:pt x="86773" y="83915"/>
                        <a:pt x="86392" y="83344"/>
                        <a:pt x="86201" y="82867"/>
                      </a:cubicBezTo>
                      <a:cubicBezTo>
                        <a:pt x="85820" y="82391"/>
                        <a:pt x="85249" y="82201"/>
                        <a:pt x="84487" y="82487"/>
                      </a:cubicBezTo>
                      <a:cubicBezTo>
                        <a:pt x="83629" y="83439"/>
                        <a:pt x="83248" y="84106"/>
                        <a:pt x="83248" y="84582"/>
                      </a:cubicBezTo>
                      <a:cubicBezTo>
                        <a:pt x="83248" y="85154"/>
                        <a:pt x="84201" y="85534"/>
                        <a:pt x="86201" y="85916"/>
                      </a:cubicBezTo>
                      <a:cubicBezTo>
                        <a:pt x="88202" y="86201"/>
                        <a:pt x="89345" y="86678"/>
                        <a:pt x="89726" y="87630"/>
                      </a:cubicBezTo>
                      <a:lnTo>
                        <a:pt x="91535" y="85725"/>
                      </a:lnTo>
                      <a:lnTo>
                        <a:pt x="90678" y="95250"/>
                      </a:lnTo>
                      <a:cubicBezTo>
                        <a:pt x="90678" y="94107"/>
                        <a:pt x="90488" y="93345"/>
                        <a:pt x="90106" y="93154"/>
                      </a:cubicBezTo>
                      <a:cubicBezTo>
                        <a:pt x="90297" y="93154"/>
                        <a:pt x="89726" y="93631"/>
                        <a:pt x="88392" y="94488"/>
                      </a:cubicBezTo>
                      <a:cubicBezTo>
                        <a:pt x="89154" y="95155"/>
                        <a:pt x="90678" y="98203"/>
                        <a:pt x="92773" y="103251"/>
                      </a:cubicBezTo>
                      <a:cubicBezTo>
                        <a:pt x="92202" y="103251"/>
                        <a:pt x="91249" y="102584"/>
                        <a:pt x="90202" y="101537"/>
                      </a:cubicBezTo>
                      <a:cubicBezTo>
                        <a:pt x="90392" y="103156"/>
                        <a:pt x="90583" y="104775"/>
                        <a:pt x="90678" y="106585"/>
                      </a:cubicBezTo>
                      <a:cubicBezTo>
                        <a:pt x="90678" y="108299"/>
                        <a:pt x="91249" y="109919"/>
                        <a:pt x="92012" y="111442"/>
                      </a:cubicBezTo>
                      <a:cubicBezTo>
                        <a:pt x="90869" y="113157"/>
                        <a:pt x="89726" y="113443"/>
                        <a:pt x="88773" y="112109"/>
                      </a:cubicBezTo>
                      <a:cubicBezTo>
                        <a:pt x="88011" y="111062"/>
                        <a:pt x="87439" y="111824"/>
                        <a:pt x="87059" y="114014"/>
                      </a:cubicBezTo>
                      <a:cubicBezTo>
                        <a:pt x="87249" y="114871"/>
                        <a:pt x="87725" y="115253"/>
                        <a:pt x="88487" y="115348"/>
                      </a:cubicBezTo>
                      <a:cubicBezTo>
                        <a:pt x="89154" y="115443"/>
                        <a:pt x="89535" y="115538"/>
                        <a:pt x="89535" y="115633"/>
                      </a:cubicBezTo>
                      <a:cubicBezTo>
                        <a:pt x="89535" y="115824"/>
                        <a:pt x="89345" y="116300"/>
                        <a:pt x="88868" y="117062"/>
                      </a:cubicBezTo>
                      <a:cubicBezTo>
                        <a:pt x="86487" y="118015"/>
                        <a:pt x="84868" y="119539"/>
                        <a:pt x="84106" y="121729"/>
                      </a:cubicBezTo>
                      <a:cubicBezTo>
                        <a:pt x="83344" y="123825"/>
                        <a:pt x="81724" y="125444"/>
                        <a:pt x="79057" y="126492"/>
                      </a:cubicBezTo>
                      <a:cubicBezTo>
                        <a:pt x="78581" y="127159"/>
                        <a:pt x="77819" y="127730"/>
                        <a:pt x="76486" y="128397"/>
                      </a:cubicBezTo>
                      <a:cubicBezTo>
                        <a:pt x="75152" y="129064"/>
                        <a:pt x="74200" y="129159"/>
                        <a:pt x="73247" y="129064"/>
                      </a:cubicBezTo>
                      <a:lnTo>
                        <a:pt x="70866" y="132112"/>
                      </a:lnTo>
                      <a:lnTo>
                        <a:pt x="71342" y="132874"/>
                      </a:lnTo>
                      <a:cubicBezTo>
                        <a:pt x="68009" y="131540"/>
                        <a:pt x="64389" y="130778"/>
                        <a:pt x="60293" y="130778"/>
                      </a:cubicBezTo>
                      <a:lnTo>
                        <a:pt x="56197" y="130778"/>
                      </a:lnTo>
                      <a:cubicBezTo>
                        <a:pt x="53435" y="130778"/>
                        <a:pt x="50959" y="130588"/>
                        <a:pt x="48768" y="130302"/>
                      </a:cubicBezTo>
                      <a:cubicBezTo>
                        <a:pt x="48006" y="128492"/>
                        <a:pt x="47054" y="127635"/>
                        <a:pt x="45911" y="127635"/>
                      </a:cubicBezTo>
                      <a:cubicBezTo>
                        <a:pt x="45148" y="127635"/>
                        <a:pt x="43910" y="128111"/>
                        <a:pt x="42577" y="129159"/>
                      </a:cubicBezTo>
                      <a:cubicBezTo>
                        <a:pt x="41053" y="130207"/>
                        <a:pt x="39719" y="130778"/>
                        <a:pt x="38767" y="130778"/>
                      </a:cubicBezTo>
                      <a:cubicBezTo>
                        <a:pt x="38386" y="130778"/>
                        <a:pt x="38005" y="130778"/>
                        <a:pt x="37624" y="130588"/>
                      </a:cubicBezTo>
                      <a:cubicBezTo>
                        <a:pt x="19240" y="130588"/>
                        <a:pt x="7811" y="130492"/>
                        <a:pt x="3524" y="130112"/>
                      </a:cubicBezTo>
                      <a:cubicBezTo>
                        <a:pt x="1905" y="128397"/>
                        <a:pt x="1143" y="125349"/>
                        <a:pt x="1143" y="121253"/>
                      </a:cubicBezTo>
                      <a:lnTo>
                        <a:pt x="1143" y="115253"/>
                      </a:lnTo>
                      <a:cubicBezTo>
                        <a:pt x="1143" y="112300"/>
                        <a:pt x="667" y="110109"/>
                        <a:pt x="0" y="108680"/>
                      </a:cubicBezTo>
                      <a:cubicBezTo>
                        <a:pt x="1238" y="104584"/>
                        <a:pt x="1905" y="99917"/>
                        <a:pt x="1905" y="94488"/>
                      </a:cubicBezTo>
                      <a:cubicBezTo>
                        <a:pt x="1905" y="91821"/>
                        <a:pt x="1619" y="86773"/>
                        <a:pt x="1048" y="79534"/>
                      </a:cubicBezTo>
                      <a:cubicBezTo>
                        <a:pt x="476" y="73247"/>
                        <a:pt x="381" y="68390"/>
                        <a:pt x="476" y="64675"/>
                      </a:cubicBezTo>
                      <a:lnTo>
                        <a:pt x="476" y="62579"/>
                      </a:lnTo>
                      <a:cubicBezTo>
                        <a:pt x="476" y="61436"/>
                        <a:pt x="1048" y="60484"/>
                        <a:pt x="1905" y="59817"/>
                      </a:cubicBezTo>
                      <a:cubicBezTo>
                        <a:pt x="1714" y="58579"/>
                        <a:pt x="1714" y="57245"/>
                        <a:pt x="1714" y="55912"/>
                      </a:cubicBezTo>
                      <a:cubicBezTo>
                        <a:pt x="1714" y="54578"/>
                        <a:pt x="1714" y="52388"/>
                        <a:pt x="1905" y="49816"/>
                      </a:cubicBezTo>
                      <a:cubicBezTo>
                        <a:pt x="2000" y="47149"/>
                        <a:pt x="2096" y="45244"/>
                        <a:pt x="2096" y="44196"/>
                      </a:cubicBezTo>
                      <a:cubicBezTo>
                        <a:pt x="2096" y="41243"/>
                        <a:pt x="1714" y="39243"/>
                        <a:pt x="1048" y="37814"/>
                      </a:cubicBezTo>
                      <a:cubicBezTo>
                        <a:pt x="667" y="35719"/>
                        <a:pt x="381" y="33433"/>
                        <a:pt x="381" y="30956"/>
                      </a:cubicBezTo>
                      <a:cubicBezTo>
                        <a:pt x="381" y="28480"/>
                        <a:pt x="762" y="24860"/>
                        <a:pt x="1334" y="19717"/>
                      </a:cubicBezTo>
                      <a:cubicBezTo>
                        <a:pt x="1905" y="14669"/>
                        <a:pt x="2191" y="10858"/>
                        <a:pt x="2191" y="8096"/>
                      </a:cubicBezTo>
                      <a:cubicBezTo>
                        <a:pt x="2191" y="6287"/>
                        <a:pt x="2191" y="4763"/>
                        <a:pt x="1905" y="3238"/>
                      </a:cubicBezTo>
                      <a:cubicBezTo>
                        <a:pt x="3048" y="2286"/>
                        <a:pt x="6191" y="1143"/>
                        <a:pt x="11335" y="0"/>
                      </a:cubicBezTo>
                      <a:lnTo>
                        <a:pt x="39529" y="857"/>
                      </a:lnTo>
                      <a:cubicBezTo>
                        <a:pt x="41434" y="1524"/>
                        <a:pt x="42291" y="3334"/>
                        <a:pt x="42196" y="6096"/>
                      </a:cubicBezTo>
                      <a:cubicBezTo>
                        <a:pt x="42196" y="9430"/>
                        <a:pt x="42291" y="11525"/>
                        <a:pt x="42863" y="12097"/>
                      </a:cubicBezTo>
                      <a:cubicBezTo>
                        <a:pt x="44196" y="12573"/>
                        <a:pt x="45244" y="11621"/>
                        <a:pt x="46006" y="9525"/>
                      </a:cubicBezTo>
                      <a:cubicBezTo>
                        <a:pt x="46006" y="9144"/>
                        <a:pt x="45911" y="8477"/>
                        <a:pt x="45529" y="7334"/>
                      </a:cubicBezTo>
                      <a:cubicBezTo>
                        <a:pt x="45244" y="6287"/>
                        <a:pt x="45053" y="5429"/>
                        <a:pt x="45053" y="4858"/>
                      </a:cubicBezTo>
                      <a:cubicBezTo>
                        <a:pt x="45053" y="3429"/>
                        <a:pt x="46006" y="2667"/>
                        <a:pt x="47815" y="2572"/>
                      </a:cubicBezTo>
                      <a:cubicBezTo>
                        <a:pt x="48292" y="3048"/>
                        <a:pt x="48673" y="3238"/>
                        <a:pt x="49054" y="3238"/>
                      </a:cubicBezTo>
                      <a:cubicBezTo>
                        <a:pt x="50387" y="3238"/>
                        <a:pt x="51149" y="2476"/>
                        <a:pt x="51626" y="762"/>
                      </a:cubicBezTo>
                      <a:lnTo>
                        <a:pt x="74390" y="1238"/>
                      </a:lnTo>
                      <a:cubicBezTo>
                        <a:pt x="74771" y="2381"/>
                        <a:pt x="75438" y="2858"/>
                        <a:pt x="76390" y="2762"/>
                      </a:cubicBezTo>
                      <a:cubicBezTo>
                        <a:pt x="77343" y="2667"/>
                        <a:pt x="78010" y="2762"/>
                        <a:pt x="78486" y="3238"/>
                      </a:cubicBezTo>
                      <a:cubicBezTo>
                        <a:pt x="81915" y="4286"/>
                        <a:pt x="84868" y="6477"/>
                        <a:pt x="86963" y="9716"/>
                      </a:cubicBezTo>
                      <a:cubicBezTo>
                        <a:pt x="88678" y="12668"/>
                        <a:pt x="90488" y="15430"/>
                        <a:pt x="92297" y="18383"/>
                      </a:cubicBezTo>
                      <a:cubicBezTo>
                        <a:pt x="91440" y="21336"/>
                        <a:pt x="91059" y="24479"/>
                        <a:pt x="91059" y="28004"/>
                      </a:cubicBezTo>
                      <a:cubicBezTo>
                        <a:pt x="91059" y="31051"/>
                        <a:pt x="91630" y="35624"/>
                        <a:pt x="92678" y="41910"/>
                      </a:cubicBezTo>
                      <a:cubicBezTo>
                        <a:pt x="93726" y="48101"/>
                        <a:pt x="94202" y="52959"/>
                        <a:pt x="94202" y="56198"/>
                      </a:cubicBezTo>
                      <a:cubicBezTo>
                        <a:pt x="94202" y="59436"/>
                        <a:pt x="93821" y="62579"/>
                        <a:pt x="93059" y="65437"/>
                      </a:cubicBezTo>
                      <a:lnTo>
                        <a:pt x="95536" y="66770"/>
                      </a:lnTo>
                      <a:cubicBezTo>
                        <a:pt x="94774" y="66770"/>
                        <a:pt x="93726" y="67437"/>
                        <a:pt x="92297" y="68580"/>
                      </a:cubicBezTo>
                      <a:cubicBezTo>
                        <a:pt x="92107" y="68961"/>
                        <a:pt x="92012" y="69437"/>
                        <a:pt x="92012" y="69723"/>
                      </a:cubicBezTo>
                      <a:cubicBezTo>
                        <a:pt x="92012" y="70390"/>
                        <a:pt x="92488" y="70866"/>
                        <a:pt x="93536" y="71152"/>
                      </a:cubicBezTo>
                      <a:cubicBezTo>
                        <a:pt x="94583" y="71438"/>
                        <a:pt x="95250" y="71628"/>
                        <a:pt x="95536" y="71819"/>
                      </a:cubicBezTo>
                      <a:lnTo>
                        <a:pt x="94202" y="73152"/>
                      </a:lnTo>
                      <a:close/>
                      <a:moveTo>
                        <a:pt x="9811" y="43910"/>
                      </a:moveTo>
                      <a:cubicBezTo>
                        <a:pt x="10668" y="43244"/>
                        <a:pt x="11239" y="42863"/>
                        <a:pt x="11621" y="42958"/>
                      </a:cubicBezTo>
                      <a:cubicBezTo>
                        <a:pt x="11239" y="42672"/>
                        <a:pt x="11144" y="42196"/>
                        <a:pt x="11144" y="41529"/>
                      </a:cubicBezTo>
                      <a:cubicBezTo>
                        <a:pt x="11239" y="40767"/>
                        <a:pt x="11239" y="40196"/>
                        <a:pt x="11144" y="40005"/>
                      </a:cubicBezTo>
                      <a:cubicBezTo>
                        <a:pt x="10287" y="40576"/>
                        <a:pt x="9906" y="41910"/>
                        <a:pt x="9906" y="43910"/>
                      </a:cubicBezTo>
                      <a:close/>
                      <a:moveTo>
                        <a:pt x="87059" y="88297"/>
                      </a:moveTo>
                      <a:cubicBezTo>
                        <a:pt x="85249" y="87154"/>
                        <a:pt x="83629" y="86106"/>
                        <a:pt x="82010" y="85058"/>
                      </a:cubicBezTo>
                      <a:cubicBezTo>
                        <a:pt x="79820" y="83725"/>
                        <a:pt x="77914" y="83344"/>
                        <a:pt x="76295" y="83725"/>
                      </a:cubicBezTo>
                      <a:cubicBezTo>
                        <a:pt x="75438" y="82487"/>
                        <a:pt x="73819" y="81820"/>
                        <a:pt x="71152" y="81629"/>
                      </a:cubicBezTo>
                      <a:cubicBezTo>
                        <a:pt x="68485" y="81439"/>
                        <a:pt x="66580" y="80391"/>
                        <a:pt x="65532" y="78676"/>
                      </a:cubicBezTo>
                      <a:lnTo>
                        <a:pt x="66770" y="77343"/>
                      </a:lnTo>
                      <a:lnTo>
                        <a:pt x="64961" y="75533"/>
                      </a:lnTo>
                      <a:cubicBezTo>
                        <a:pt x="64961" y="70771"/>
                        <a:pt x="64961" y="65913"/>
                        <a:pt x="65151" y="61055"/>
                      </a:cubicBezTo>
                      <a:cubicBezTo>
                        <a:pt x="65151" y="55340"/>
                        <a:pt x="65532" y="50483"/>
                        <a:pt x="66199" y="46673"/>
                      </a:cubicBezTo>
                      <a:cubicBezTo>
                        <a:pt x="65818" y="45815"/>
                        <a:pt x="65532" y="44672"/>
                        <a:pt x="65532" y="43339"/>
                      </a:cubicBezTo>
                      <a:cubicBezTo>
                        <a:pt x="65532" y="42005"/>
                        <a:pt x="65818" y="40862"/>
                        <a:pt x="66199" y="40100"/>
                      </a:cubicBezTo>
                      <a:cubicBezTo>
                        <a:pt x="66294" y="38671"/>
                        <a:pt x="67532" y="38386"/>
                        <a:pt x="69913" y="39148"/>
                      </a:cubicBezTo>
                      <a:lnTo>
                        <a:pt x="69913" y="39338"/>
                      </a:lnTo>
                      <a:cubicBezTo>
                        <a:pt x="69913" y="39338"/>
                        <a:pt x="70104" y="39338"/>
                        <a:pt x="69913" y="39148"/>
                      </a:cubicBezTo>
                      <a:lnTo>
                        <a:pt x="71152" y="37338"/>
                      </a:lnTo>
                      <a:cubicBezTo>
                        <a:pt x="70866" y="36576"/>
                        <a:pt x="70199" y="36481"/>
                        <a:pt x="69437" y="37052"/>
                      </a:cubicBezTo>
                      <a:cubicBezTo>
                        <a:pt x="68580" y="37529"/>
                        <a:pt x="68199" y="37243"/>
                        <a:pt x="68199" y="36100"/>
                      </a:cubicBezTo>
                      <a:lnTo>
                        <a:pt x="65532" y="36862"/>
                      </a:lnTo>
                      <a:cubicBezTo>
                        <a:pt x="65532" y="32766"/>
                        <a:pt x="65437" y="30480"/>
                        <a:pt x="65056" y="29908"/>
                      </a:cubicBezTo>
                      <a:cubicBezTo>
                        <a:pt x="60770" y="27242"/>
                        <a:pt x="56102" y="25908"/>
                        <a:pt x="50863" y="25908"/>
                      </a:cubicBezTo>
                      <a:cubicBezTo>
                        <a:pt x="49911" y="25908"/>
                        <a:pt x="48863" y="26003"/>
                        <a:pt x="48006" y="26194"/>
                      </a:cubicBezTo>
                      <a:cubicBezTo>
                        <a:pt x="45911" y="25717"/>
                        <a:pt x="44863" y="24289"/>
                        <a:pt x="44863" y="21717"/>
                      </a:cubicBezTo>
                      <a:lnTo>
                        <a:pt x="44863" y="19717"/>
                      </a:lnTo>
                      <a:cubicBezTo>
                        <a:pt x="44863" y="18764"/>
                        <a:pt x="45053" y="18098"/>
                        <a:pt x="45053" y="17621"/>
                      </a:cubicBezTo>
                      <a:cubicBezTo>
                        <a:pt x="45053" y="16383"/>
                        <a:pt x="44768" y="15526"/>
                        <a:pt x="44387" y="14859"/>
                      </a:cubicBezTo>
                      <a:cubicBezTo>
                        <a:pt x="43624" y="16002"/>
                        <a:pt x="43148" y="17907"/>
                        <a:pt x="42767" y="20479"/>
                      </a:cubicBezTo>
                      <a:cubicBezTo>
                        <a:pt x="42577" y="23050"/>
                        <a:pt x="41910" y="25146"/>
                        <a:pt x="41338" y="26670"/>
                      </a:cubicBezTo>
                      <a:cubicBezTo>
                        <a:pt x="39053" y="26670"/>
                        <a:pt x="36100" y="26670"/>
                        <a:pt x="32480" y="26099"/>
                      </a:cubicBezTo>
                      <a:cubicBezTo>
                        <a:pt x="28575" y="25527"/>
                        <a:pt x="26670" y="27146"/>
                        <a:pt x="26670" y="30766"/>
                      </a:cubicBezTo>
                      <a:cubicBezTo>
                        <a:pt x="26670" y="31623"/>
                        <a:pt x="26861" y="32957"/>
                        <a:pt x="27051" y="34766"/>
                      </a:cubicBezTo>
                      <a:cubicBezTo>
                        <a:pt x="27432" y="36481"/>
                        <a:pt x="27527" y="37529"/>
                        <a:pt x="27527" y="38005"/>
                      </a:cubicBezTo>
                      <a:cubicBezTo>
                        <a:pt x="26670" y="39529"/>
                        <a:pt x="26289" y="40767"/>
                        <a:pt x="26289" y="41815"/>
                      </a:cubicBezTo>
                      <a:cubicBezTo>
                        <a:pt x="26289" y="42863"/>
                        <a:pt x="26765" y="43625"/>
                        <a:pt x="27527" y="44196"/>
                      </a:cubicBezTo>
                      <a:cubicBezTo>
                        <a:pt x="26384" y="44672"/>
                        <a:pt x="25718" y="45625"/>
                        <a:pt x="25718" y="46958"/>
                      </a:cubicBezTo>
                      <a:lnTo>
                        <a:pt x="25718" y="50578"/>
                      </a:lnTo>
                      <a:cubicBezTo>
                        <a:pt x="24574" y="50101"/>
                        <a:pt x="24194" y="48863"/>
                        <a:pt x="24289" y="46958"/>
                      </a:cubicBezTo>
                      <a:cubicBezTo>
                        <a:pt x="24479" y="45149"/>
                        <a:pt x="24289" y="43815"/>
                        <a:pt x="23813" y="43244"/>
                      </a:cubicBezTo>
                      <a:cubicBezTo>
                        <a:pt x="22670" y="42672"/>
                        <a:pt x="20384" y="42386"/>
                        <a:pt x="16764" y="42386"/>
                      </a:cubicBezTo>
                      <a:lnTo>
                        <a:pt x="22003" y="47434"/>
                      </a:lnTo>
                      <a:cubicBezTo>
                        <a:pt x="23146" y="47149"/>
                        <a:pt x="23813" y="47434"/>
                        <a:pt x="23813" y="48578"/>
                      </a:cubicBezTo>
                      <a:lnTo>
                        <a:pt x="23813" y="49721"/>
                      </a:lnTo>
                      <a:cubicBezTo>
                        <a:pt x="23622" y="50292"/>
                        <a:pt x="23622" y="50673"/>
                        <a:pt x="23622" y="51054"/>
                      </a:cubicBezTo>
                      <a:cubicBezTo>
                        <a:pt x="23622" y="51911"/>
                        <a:pt x="23813" y="52578"/>
                        <a:pt x="24289" y="53150"/>
                      </a:cubicBezTo>
                      <a:lnTo>
                        <a:pt x="25146" y="52292"/>
                      </a:lnTo>
                      <a:cubicBezTo>
                        <a:pt x="26861" y="53340"/>
                        <a:pt x="27718" y="55340"/>
                        <a:pt x="27718" y="58483"/>
                      </a:cubicBezTo>
                      <a:lnTo>
                        <a:pt x="27527" y="65627"/>
                      </a:lnTo>
                      <a:cubicBezTo>
                        <a:pt x="27527" y="67246"/>
                        <a:pt x="27527" y="69056"/>
                        <a:pt x="27527" y="71057"/>
                      </a:cubicBezTo>
                      <a:cubicBezTo>
                        <a:pt x="27527" y="73057"/>
                        <a:pt x="27527" y="76009"/>
                        <a:pt x="27813" y="79915"/>
                      </a:cubicBezTo>
                      <a:cubicBezTo>
                        <a:pt x="28004" y="83915"/>
                        <a:pt x="28194" y="86868"/>
                        <a:pt x="28194" y="88773"/>
                      </a:cubicBezTo>
                      <a:cubicBezTo>
                        <a:pt x="28194" y="92774"/>
                        <a:pt x="27813" y="96298"/>
                        <a:pt x="26956" y="99441"/>
                      </a:cubicBezTo>
                      <a:cubicBezTo>
                        <a:pt x="26670" y="100203"/>
                        <a:pt x="26956" y="101251"/>
                        <a:pt x="28004" y="102489"/>
                      </a:cubicBezTo>
                      <a:cubicBezTo>
                        <a:pt x="29051" y="103823"/>
                        <a:pt x="29528" y="104680"/>
                        <a:pt x="29528" y="105061"/>
                      </a:cubicBezTo>
                      <a:cubicBezTo>
                        <a:pt x="29528" y="105632"/>
                        <a:pt x="28861" y="106108"/>
                        <a:pt x="27527" y="106585"/>
                      </a:cubicBezTo>
                      <a:cubicBezTo>
                        <a:pt x="28861" y="106585"/>
                        <a:pt x="29813" y="106108"/>
                        <a:pt x="30575" y="105251"/>
                      </a:cubicBezTo>
                      <a:cubicBezTo>
                        <a:pt x="31242" y="105251"/>
                        <a:pt x="32290" y="105156"/>
                        <a:pt x="33909" y="104966"/>
                      </a:cubicBezTo>
                      <a:cubicBezTo>
                        <a:pt x="35433" y="104775"/>
                        <a:pt x="36576" y="104775"/>
                        <a:pt x="37243" y="104775"/>
                      </a:cubicBezTo>
                      <a:cubicBezTo>
                        <a:pt x="39910" y="104775"/>
                        <a:pt x="41720" y="105537"/>
                        <a:pt x="42672" y="107061"/>
                      </a:cubicBezTo>
                      <a:cubicBezTo>
                        <a:pt x="41720" y="108299"/>
                        <a:pt x="41815" y="109347"/>
                        <a:pt x="43244" y="110204"/>
                      </a:cubicBezTo>
                      <a:cubicBezTo>
                        <a:pt x="42863" y="111919"/>
                        <a:pt x="42672" y="116015"/>
                        <a:pt x="42672" y="122301"/>
                      </a:cubicBezTo>
                      <a:cubicBezTo>
                        <a:pt x="42005" y="122301"/>
                        <a:pt x="41338" y="121920"/>
                        <a:pt x="41053" y="120967"/>
                      </a:cubicBezTo>
                      <a:cubicBezTo>
                        <a:pt x="40577" y="120110"/>
                        <a:pt x="40100" y="119634"/>
                        <a:pt x="39434" y="119634"/>
                      </a:cubicBezTo>
                      <a:cubicBezTo>
                        <a:pt x="39719" y="120587"/>
                        <a:pt x="40672" y="121634"/>
                        <a:pt x="42196" y="122682"/>
                      </a:cubicBezTo>
                      <a:cubicBezTo>
                        <a:pt x="43720" y="123730"/>
                        <a:pt x="44577" y="124682"/>
                        <a:pt x="44577" y="125540"/>
                      </a:cubicBezTo>
                      <a:cubicBezTo>
                        <a:pt x="44577" y="126111"/>
                        <a:pt x="44387" y="126683"/>
                        <a:pt x="44101" y="127349"/>
                      </a:cubicBezTo>
                      <a:cubicBezTo>
                        <a:pt x="45148" y="126683"/>
                        <a:pt x="46101" y="126016"/>
                        <a:pt x="47244" y="125349"/>
                      </a:cubicBezTo>
                      <a:lnTo>
                        <a:pt x="46387" y="125349"/>
                      </a:lnTo>
                      <a:cubicBezTo>
                        <a:pt x="45815" y="122587"/>
                        <a:pt x="44768" y="117920"/>
                        <a:pt x="43339" y="111538"/>
                      </a:cubicBezTo>
                      <a:cubicBezTo>
                        <a:pt x="44101" y="109157"/>
                        <a:pt x="45815" y="107156"/>
                        <a:pt x="48578" y="105632"/>
                      </a:cubicBezTo>
                      <a:cubicBezTo>
                        <a:pt x="49339" y="105346"/>
                        <a:pt x="51816" y="104394"/>
                        <a:pt x="55912" y="102679"/>
                      </a:cubicBezTo>
                      <a:cubicBezTo>
                        <a:pt x="56388" y="103346"/>
                        <a:pt x="56579" y="103727"/>
                        <a:pt x="56483" y="104013"/>
                      </a:cubicBezTo>
                      <a:lnTo>
                        <a:pt x="60960" y="104680"/>
                      </a:lnTo>
                      <a:cubicBezTo>
                        <a:pt x="61246" y="103537"/>
                        <a:pt x="61055" y="102679"/>
                        <a:pt x="60770" y="101917"/>
                      </a:cubicBezTo>
                      <a:cubicBezTo>
                        <a:pt x="60484" y="101251"/>
                        <a:pt x="60293" y="100679"/>
                        <a:pt x="60293" y="100203"/>
                      </a:cubicBezTo>
                      <a:cubicBezTo>
                        <a:pt x="61246" y="99250"/>
                        <a:pt x="62674" y="97917"/>
                        <a:pt x="64865" y="96298"/>
                      </a:cubicBezTo>
                      <a:lnTo>
                        <a:pt x="64865" y="98870"/>
                      </a:lnTo>
                      <a:cubicBezTo>
                        <a:pt x="66104" y="98393"/>
                        <a:pt x="66580" y="97631"/>
                        <a:pt x="66580" y="96774"/>
                      </a:cubicBezTo>
                      <a:cubicBezTo>
                        <a:pt x="66580" y="96393"/>
                        <a:pt x="66389" y="95726"/>
                        <a:pt x="65913" y="94774"/>
                      </a:cubicBezTo>
                      <a:cubicBezTo>
                        <a:pt x="65532" y="93821"/>
                        <a:pt x="65246" y="93250"/>
                        <a:pt x="65246" y="92964"/>
                      </a:cubicBezTo>
                      <a:cubicBezTo>
                        <a:pt x="65246" y="92583"/>
                        <a:pt x="65341" y="92202"/>
                        <a:pt x="65818" y="92012"/>
                      </a:cubicBezTo>
                      <a:lnTo>
                        <a:pt x="64770" y="87630"/>
                      </a:lnTo>
                      <a:cubicBezTo>
                        <a:pt x="64103" y="87344"/>
                        <a:pt x="63246" y="87630"/>
                        <a:pt x="62198" y="88106"/>
                      </a:cubicBezTo>
                      <a:cubicBezTo>
                        <a:pt x="60579" y="86678"/>
                        <a:pt x="59912" y="85534"/>
                        <a:pt x="60198" y="84487"/>
                      </a:cubicBezTo>
                      <a:cubicBezTo>
                        <a:pt x="60388" y="84201"/>
                        <a:pt x="61055" y="83915"/>
                        <a:pt x="62198" y="83725"/>
                      </a:cubicBezTo>
                      <a:cubicBezTo>
                        <a:pt x="62484" y="84677"/>
                        <a:pt x="62579" y="85154"/>
                        <a:pt x="62579" y="85058"/>
                      </a:cubicBezTo>
                      <a:cubicBezTo>
                        <a:pt x="66485" y="84677"/>
                        <a:pt x="69628" y="85344"/>
                        <a:pt x="72104" y="86868"/>
                      </a:cubicBezTo>
                      <a:cubicBezTo>
                        <a:pt x="72199" y="87249"/>
                        <a:pt x="72199" y="87535"/>
                        <a:pt x="72199" y="87916"/>
                      </a:cubicBezTo>
                      <a:cubicBezTo>
                        <a:pt x="72199" y="88297"/>
                        <a:pt x="71819" y="88678"/>
                        <a:pt x="71056" y="88868"/>
                      </a:cubicBezTo>
                      <a:cubicBezTo>
                        <a:pt x="70199" y="89154"/>
                        <a:pt x="69723" y="89345"/>
                        <a:pt x="69628" y="89535"/>
                      </a:cubicBezTo>
                      <a:lnTo>
                        <a:pt x="72009" y="89535"/>
                      </a:lnTo>
                      <a:cubicBezTo>
                        <a:pt x="72485" y="89916"/>
                        <a:pt x="72771" y="90488"/>
                        <a:pt x="72771" y="91345"/>
                      </a:cubicBezTo>
                      <a:cubicBezTo>
                        <a:pt x="73723" y="90392"/>
                        <a:pt x="74390" y="89916"/>
                        <a:pt x="74962" y="89916"/>
                      </a:cubicBezTo>
                      <a:cubicBezTo>
                        <a:pt x="75343" y="89916"/>
                        <a:pt x="75914" y="90678"/>
                        <a:pt x="76390" y="92107"/>
                      </a:cubicBezTo>
                      <a:cubicBezTo>
                        <a:pt x="76771" y="93536"/>
                        <a:pt x="77438" y="94393"/>
                        <a:pt x="78200" y="94679"/>
                      </a:cubicBezTo>
                      <a:lnTo>
                        <a:pt x="78200" y="89535"/>
                      </a:lnTo>
                      <a:cubicBezTo>
                        <a:pt x="78200" y="89535"/>
                        <a:pt x="79057" y="90202"/>
                        <a:pt x="79534" y="90202"/>
                      </a:cubicBezTo>
                      <a:cubicBezTo>
                        <a:pt x="79915" y="90202"/>
                        <a:pt x="80581" y="90011"/>
                        <a:pt x="81439" y="89535"/>
                      </a:cubicBezTo>
                      <a:cubicBezTo>
                        <a:pt x="82296" y="89154"/>
                        <a:pt x="82963" y="88963"/>
                        <a:pt x="83439" y="89059"/>
                      </a:cubicBezTo>
                      <a:cubicBezTo>
                        <a:pt x="83820" y="89440"/>
                        <a:pt x="84106" y="89821"/>
                        <a:pt x="84106" y="90202"/>
                      </a:cubicBezTo>
                      <a:cubicBezTo>
                        <a:pt x="84106" y="90488"/>
                        <a:pt x="83820" y="91059"/>
                        <a:pt x="83058" y="91726"/>
                      </a:cubicBezTo>
                      <a:cubicBezTo>
                        <a:pt x="82487" y="92297"/>
                        <a:pt x="82105" y="92869"/>
                        <a:pt x="82105" y="93345"/>
                      </a:cubicBezTo>
                      <a:lnTo>
                        <a:pt x="84106" y="93345"/>
                      </a:lnTo>
                      <a:lnTo>
                        <a:pt x="84582" y="87821"/>
                      </a:lnTo>
                      <a:lnTo>
                        <a:pt x="86678" y="89535"/>
                      </a:lnTo>
                      <a:cubicBezTo>
                        <a:pt x="86678" y="89535"/>
                        <a:pt x="86868" y="88773"/>
                        <a:pt x="87154" y="88392"/>
                      </a:cubicBezTo>
                      <a:cubicBezTo>
                        <a:pt x="87535" y="88487"/>
                        <a:pt x="87916" y="88678"/>
                        <a:pt x="88297" y="88868"/>
                      </a:cubicBezTo>
                      <a:cubicBezTo>
                        <a:pt x="88868" y="89535"/>
                        <a:pt x="89154" y="89630"/>
                        <a:pt x="88868" y="89059"/>
                      </a:cubicBezTo>
                      <a:cubicBezTo>
                        <a:pt x="88868" y="89059"/>
                        <a:pt x="88678" y="89059"/>
                        <a:pt x="88678" y="88868"/>
                      </a:cubicBezTo>
                      <a:lnTo>
                        <a:pt x="88297" y="88868"/>
                      </a:lnTo>
                      <a:cubicBezTo>
                        <a:pt x="87725" y="88297"/>
                        <a:pt x="87344" y="88201"/>
                        <a:pt x="87154" y="88392"/>
                      </a:cubicBezTo>
                      <a:close/>
                      <a:moveTo>
                        <a:pt x="46958" y="105251"/>
                      </a:moveTo>
                      <a:lnTo>
                        <a:pt x="46958" y="103918"/>
                      </a:lnTo>
                      <a:lnTo>
                        <a:pt x="47911" y="103918"/>
                      </a:lnTo>
                      <a:lnTo>
                        <a:pt x="46958" y="105251"/>
                      </a:lnTo>
                      <a:close/>
                      <a:moveTo>
                        <a:pt x="50768" y="120396"/>
                      </a:moveTo>
                      <a:lnTo>
                        <a:pt x="50768" y="119158"/>
                      </a:lnTo>
                      <a:cubicBezTo>
                        <a:pt x="50292" y="118967"/>
                        <a:pt x="49625" y="118586"/>
                        <a:pt x="48673" y="118300"/>
                      </a:cubicBezTo>
                      <a:cubicBezTo>
                        <a:pt x="48578" y="118967"/>
                        <a:pt x="48673" y="119539"/>
                        <a:pt x="49054" y="120015"/>
                      </a:cubicBezTo>
                      <a:cubicBezTo>
                        <a:pt x="49530" y="120491"/>
                        <a:pt x="50102" y="120587"/>
                        <a:pt x="50768" y="120396"/>
                      </a:cubicBezTo>
                      <a:close/>
                      <a:moveTo>
                        <a:pt x="51245" y="128588"/>
                      </a:moveTo>
                      <a:lnTo>
                        <a:pt x="52483" y="127254"/>
                      </a:lnTo>
                      <a:lnTo>
                        <a:pt x="51245" y="125825"/>
                      </a:lnTo>
                      <a:lnTo>
                        <a:pt x="51245" y="128588"/>
                      </a:lnTo>
                      <a:close/>
                      <a:moveTo>
                        <a:pt x="57436" y="124016"/>
                      </a:moveTo>
                      <a:cubicBezTo>
                        <a:pt x="57531" y="122492"/>
                        <a:pt x="57245" y="121729"/>
                        <a:pt x="56579" y="121729"/>
                      </a:cubicBezTo>
                      <a:cubicBezTo>
                        <a:pt x="56102" y="121729"/>
                        <a:pt x="55150" y="122111"/>
                        <a:pt x="54102" y="122873"/>
                      </a:cubicBezTo>
                      <a:cubicBezTo>
                        <a:pt x="52864" y="123634"/>
                        <a:pt x="52197" y="124016"/>
                        <a:pt x="52102" y="124016"/>
                      </a:cubicBezTo>
                      <a:cubicBezTo>
                        <a:pt x="52673" y="124492"/>
                        <a:pt x="53149" y="124778"/>
                        <a:pt x="53626" y="124778"/>
                      </a:cubicBezTo>
                      <a:cubicBezTo>
                        <a:pt x="53912" y="124778"/>
                        <a:pt x="54293" y="124492"/>
                        <a:pt x="54864" y="124016"/>
                      </a:cubicBezTo>
                      <a:cubicBezTo>
                        <a:pt x="55436" y="123539"/>
                        <a:pt x="55912" y="123254"/>
                        <a:pt x="56197" y="123254"/>
                      </a:cubicBezTo>
                      <a:cubicBezTo>
                        <a:pt x="56579" y="123254"/>
                        <a:pt x="56960" y="123444"/>
                        <a:pt x="57531" y="123920"/>
                      </a:cubicBezTo>
                      <a:close/>
                      <a:moveTo>
                        <a:pt x="55531" y="98870"/>
                      </a:moveTo>
                      <a:cubicBezTo>
                        <a:pt x="54007" y="97631"/>
                        <a:pt x="53816" y="96583"/>
                        <a:pt x="55054" y="95726"/>
                      </a:cubicBezTo>
                      <a:lnTo>
                        <a:pt x="56769" y="98393"/>
                      </a:lnTo>
                      <a:cubicBezTo>
                        <a:pt x="56769" y="98393"/>
                        <a:pt x="56007" y="98393"/>
                        <a:pt x="55436" y="98870"/>
                      </a:cubicBezTo>
                      <a:close/>
                      <a:moveTo>
                        <a:pt x="61246" y="139160"/>
                      </a:moveTo>
                      <a:cubicBezTo>
                        <a:pt x="60674" y="138589"/>
                        <a:pt x="60388" y="138113"/>
                        <a:pt x="60388" y="137732"/>
                      </a:cubicBezTo>
                      <a:cubicBezTo>
                        <a:pt x="60388" y="137160"/>
                        <a:pt x="61055" y="136588"/>
                        <a:pt x="62389" y="136112"/>
                      </a:cubicBezTo>
                      <a:cubicBezTo>
                        <a:pt x="63818" y="135541"/>
                        <a:pt x="64675" y="135065"/>
                        <a:pt x="64961" y="134779"/>
                      </a:cubicBezTo>
                      <a:cubicBezTo>
                        <a:pt x="64865" y="135160"/>
                        <a:pt x="64198" y="135731"/>
                        <a:pt x="63151" y="136208"/>
                      </a:cubicBezTo>
                      <a:cubicBezTo>
                        <a:pt x="62103" y="136779"/>
                        <a:pt x="61531" y="137350"/>
                        <a:pt x="61531" y="137922"/>
                      </a:cubicBezTo>
                      <a:cubicBezTo>
                        <a:pt x="61531" y="138303"/>
                        <a:pt x="61722" y="138589"/>
                        <a:pt x="62294" y="139255"/>
                      </a:cubicBezTo>
                      <a:lnTo>
                        <a:pt x="61246" y="139255"/>
                      </a:lnTo>
                      <a:close/>
                      <a:moveTo>
                        <a:pt x="66199" y="82582"/>
                      </a:moveTo>
                      <a:cubicBezTo>
                        <a:pt x="67342" y="82582"/>
                        <a:pt x="67913" y="82867"/>
                        <a:pt x="68104" y="83249"/>
                      </a:cubicBezTo>
                      <a:lnTo>
                        <a:pt x="66770" y="83725"/>
                      </a:lnTo>
                      <a:lnTo>
                        <a:pt x="66199" y="82582"/>
                      </a:lnTo>
                      <a:close/>
                      <a:moveTo>
                        <a:pt x="67532" y="111919"/>
                      </a:moveTo>
                      <a:lnTo>
                        <a:pt x="71819" y="111442"/>
                      </a:lnTo>
                      <a:lnTo>
                        <a:pt x="71819" y="110109"/>
                      </a:lnTo>
                      <a:cubicBezTo>
                        <a:pt x="71819" y="108013"/>
                        <a:pt x="72199" y="106775"/>
                        <a:pt x="73152" y="106490"/>
                      </a:cubicBezTo>
                      <a:lnTo>
                        <a:pt x="70771" y="105728"/>
                      </a:lnTo>
                      <a:cubicBezTo>
                        <a:pt x="70580" y="106680"/>
                        <a:pt x="70485" y="108204"/>
                        <a:pt x="70295" y="110109"/>
                      </a:cubicBezTo>
                      <a:cubicBezTo>
                        <a:pt x="70104" y="111062"/>
                        <a:pt x="69342" y="111633"/>
                        <a:pt x="67628" y="111919"/>
                      </a:cubicBezTo>
                      <a:close/>
                      <a:moveTo>
                        <a:pt x="69913" y="120396"/>
                      </a:moveTo>
                      <a:lnTo>
                        <a:pt x="69913" y="117158"/>
                      </a:lnTo>
                      <a:lnTo>
                        <a:pt x="69437" y="117158"/>
                      </a:lnTo>
                      <a:lnTo>
                        <a:pt x="69437" y="120396"/>
                      </a:lnTo>
                      <a:lnTo>
                        <a:pt x="69913" y="120396"/>
                      </a:lnTo>
                      <a:close/>
                      <a:moveTo>
                        <a:pt x="74390" y="66104"/>
                      </a:moveTo>
                      <a:lnTo>
                        <a:pt x="70771" y="65627"/>
                      </a:lnTo>
                      <a:lnTo>
                        <a:pt x="69913" y="67913"/>
                      </a:lnTo>
                      <a:cubicBezTo>
                        <a:pt x="71438" y="69247"/>
                        <a:pt x="72866" y="69913"/>
                        <a:pt x="74009" y="69913"/>
                      </a:cubicBezTo>
                      <a:cubicBezTo>
                        <a:pt x="74581" y="69913"/>
                        <a:pt x="75247" y="69723"/>
                        <a:pt x="75819" y="69247"/>
                      </a:cubicBezTo>
                      <a:cubicBezTo>
                        <a:pt x="73343" y="69818"/>
                        <a:pt x="72009" y="69247"/>
                        <a:pt x="71914" y="67437"/>
                      </a:cubicBezTo>
                      <a:lnTo>
                        <a:pt x="74486" y="66104"/>
                      </a:lnTo>
                      <a:close/>
                      <a:moveTo>
                        <a:pt x="69913" y="92488"/>
                      </a:moveTo>
                      <a:lnTo>
                        <a:pt x="71152" y="92488"/>
                      </a:lnTo>
                      <a:lnTo>
                        <a:pt x="71152" y="91250"/>
                      </a:lnTo>
                      <a:lnTo>
                        <a:pt x="69913" y="91250"/>
                      </a:lnTo>
                      <a:lnTo>
                        <a:pt x="69913" y="92488"/>
                      </a:lnTo>
                      <a:close/>
                      <a:moveTo>
                        <a:pt x="74009" y="126587"/>
                      </a:moveTo>
                      <a:cubicBezTo>
                        <a:pt x="74581" y="125635"/>
                        <a:pt x="75629" y="124301"/>
                        <a:pt x="77153" y="122682"/>
                      </a:cubicBezTo>
                      <a:lnTo>
                        <a:pt x="76295" y="122206"/>
                      </a:lnTo>
                      <a:lnTo>
                        <a:pt x="74962" y="122682"/>
                      </a:lnTo>
                      <a:lnTo>
                        <a:pt x="74390" y="120396"/>
                      </a:lnTo>
                      <a:cubicBezTo>
                        <a:pt x="72390" y="121444"/>
                        <a:pt x="71438" y="122682"/>
                        <a:pt x="71819" y="124016"/>
                      </a:cubicBezTo>
                      <a:lnTo>
                        <a:pt x="73914" y="123539"/>
                      </a:lnTo>
                      <a:lnTo>
                        <a:pt x="73914" y="126683"/>
                      </a:lnTo>
                      <a:close/>
                      <a:moveTo>
                        <a:pt x="74009" y="117158"/>
                      </a:moveTo>
                      <a:lnTo>
                        <a:pt x="74962" y="113252"/>
                      </a:lnTo>
                      <a:lnTo>
                        <a:pt x="74390" y="113252"/>
                      </a:lnTo>
                      <a:lnTo>
                        <a:pt x="74009" y="117158"/>
                      </a:lnTo>
                      <a:close/>
                      <a:moveTo>
                        <a:pt x="77629" y="78581"/>
                      </a:moveTo>
                      <a:cubicBezTo>
                        <a:pt x="77629" y="78581"/>
                        <a:pt x="76962" y="78200"/>
                        <a:pt x="75819" y="78200"/>
                      </a:cubicBezTo>
                      <a:lnTo>
                        <a:pt x="75819" y="79915"/>
                      </a:lnTo>
                      <a:lnTo>
                        <a:pt x="77153" y="79915"/>
                      </a:lnTo>
                      <a:cubicBezTo>
                        <a:pt x="77153" y="79915"/>
                        <a:pt x="77629" y="79058"/>
                        <a:pt x="77629" y="78581"/>
                      </a:cubicBezTo>
                      <a:close/>
                      <a:moveTo>
                        <a:pt x="79438" y="52197"/>
                      </a:moveTo>
                      <a:cubicBezTo>
                        <a:pt x="80010" y="52673"/>
                        <a:pt x="80201" y="53054"/>
                        <a:pt x="80201" y="53530"/>
                      </a:cubicBezTo>
                      <a:cubicBezTo>
                        <a:pt x="80201" y="54769"/>
                        <a:pt x="79534" y="55340"/>
                        <a:pt x="78105" y="55340"/>
                      </a:cubicBezTo>
                      <a:lnTo>
                        <a:pt x="79438" y="55340"/>
                      </a:lnTo>
                      <a:cubicBezTo>
                        <a:pt x="79438" y="55340"/>
                        <a:pt x="80105" y="54483"/>
                        <a:pt x="80486" y="54007"/>
                      </a:cubicBezTo>
                      <a:cubicBezTo>
                        <a:pt x="80867" y="53530"/>
                        <a:pt x="80963" y="52959"/>
                        <a:pt x="80772" y="52197"/>
                      </a:cubicBezTo>
                      <a:lnTo>
                        <a:pt x="79534" y="52197"/>
                      </a:lnTo>
                      <a:close/>
                      <a:moveTo>
                        <a:pt x="82677" y="78581"/>
                      </a:moveTo>
                      <a:cubicBezTo>
                        <a:pt x="82677" y="78581"/>
                        <a:pt x="81439" y="77724"/>
                        <a:pt x="79438" y="76771"/>
                      </a:cubicBezTo>
                      <a:lnTo>
                        <a:pt x="78962" y="78105"/>
                      </a:lnTo>
                      <a:lnTo>
                        <a:pt x="82677" y="78486"/>
                      </a:lnTo>
                      <a:close/>
                      <a:moveTo>
                        <a:pt x="80201" y="17145"/>
                      </a:moveTo>
                      <a:lnTo>
                        <a:pt x="80201" y="18479"/>
                      </a:lnTo>
                      <a:lnTo>
                        <a:pt x="82010" y="18002"/>
                      </a:lnTo>
                      <a:cubicBezTo>
                        <a:pt x="81724" y="17431"/>
                        <a:pt x="81153" y="17240"/>
                        <a:pt x="80201" y="17240"/>
                      </a:cubicBezTo>
                      <a:close/>
                      <a:moveTo>
                        <a:pt x="81344" y="97536"/>
                      </a:moveTo>
                      <a:lnTo>
                        <a:pt x="85725" y="97060"/>
                      </a:lnTo>
                      <a:cubicBezTo>
                        <a:pt x="84963" y="96583"/>
                        <a:pt x="84106" y="96203"/>
                        <a:pt x="83153" y="96203"/>
                      </a:cubicBezTo>
                      <a:cubicBezTo>
                        <a:pt x="82010" y="96107"/>
                        <a:pt x="81439" y="96488"/>
                        <a:pt x="81344" y="97536"/>
                      </a:cubicBezTo>
                      <a:close/>
                      <a:moveTo>
                        <a:pt x="85725" y="52102"/>
                      </a:moveTo>
                      <a:lnTo>
                        <a:pt x="88297" y="54769"/>
                      </a:lnTo>
                      <a:lnTo>
                        <a:pt x="88297" y="53435"/>
                      </a:lnTo>
                      <a:cubicBezTo>
                        <a:pt x="86773" y="52578"/>
                        <a:pt x="85915" y="52102"/>
                        <a:pt x="85725" y="52102"/>
                      </a:cubicBezTo>
                      <a:close/>
                      <a:moveTo>
                        <a:pt x="88773" y="68580"/>
                      </a:moveTo>
                      <a:lnTo>
                        <a:pt x="90678" y="66770"/>
                      </a:lnTo>
                      <a:cubicBezTo>
                        <a:pt x="90202" y="66294"/>
                        <a:pt x="88773" y="65532"/>
                        <a:pt x="86582" y="64675"/>
                      </a:cubicBezTo>
                      <a:lnTo>
                        <a:pt x="88773" y="68580"/>
                      </a:lnTo>
                      <a:close/>
                      <a:moveTo>
                        <a:pt x="89726" y="78105"/>
                      </a:moveTo>
                      <a:lnTo>
                        <a:pt x="89726" y="75438"/>
                      </a:lnTo>
                      <a:lnTo>
                        <a:pt x="88773" y="75438"/>
                      </a:lnTo>
                      <a:lnTo>
                        <a:pt x="88773" y="78105"/>
                      </a:lnTo>
                      <a:lnTo>
                        <a:pt x="89726" y="78105"/>
                      </a:lnTo>
                      <a:close/>
                      <a:moveTo>
                        <a:pt x="90678" y="148495"/>
                      </a:moveTo>
                      <a:cubicBezTo>
                        <a:pt x="91916" y="149162"/>
                        <a:pt x="92393" y="150019"/>
                        <a:pt x="91916" y="150971"/>
                      </a:cubicBezTo>
                      <a:lnTo>
                        <a:pt x="91440" y="151829"/>
                      </a:lnTo>
                      <a:cubicBezTo>
                        <a:pt x="90869" y="151448"/>
                        <a:pt x="90583" y="151067"/>
                        <a:pt x="90583" y="150495"/>
                      </a:cubicBezTo>
                      <a:lnTo>
                        <a:pt x="90583" y="148495"/>
                      </a:lnTo>
                      <a:close/>
                      <a:moveTo>
                        <a:pt x="93821" y="128492"/>
                      </a:moveTo>
                      <a:cubicBezTo>
                        <a:pt x="94774" y="128302"/>
                        <a:pt x="95726" y="128397"/>
                        <a:pt x="96964" y="128969"/>
                      </a:cubicBezTo>
                      <a:cubicBezTo>
                        <a:pt x="97250" y="129730"/>
                        <a:pt x="97155" y="130302"/>
                        <a:pt x="96488" y="130588"/>
                      </a:cubicBezTo>
                      <a:cubicBezTo>
                        <a:pt x="95726" y="130969"/>
                        <a:pt x="95155" y="131254"/>
                        <a:pt x="94488" y="131540"/>
                      </a:cubicBezTo>
                      <a:lnTo>
                        <a:pt x="93726" y="131540"/>
                      </a:lnTo>
                      <a:lnTo>
                        <a:pt x="93726" y="128492"/>
                      </a:lnTo>
                      <a:close/>
                      <a:moveTo>
                        <a:pt x="94583" y="100108"/>
                      </a:moveTo>
                      <a:cubicBezTo>
                        <a:pt x="94964" y="99250"/>
                        <a:pt x="95440" y="98774"/>
                        <a:pt x="96012" y="98774"/>
                      </a:cubicBezTo>
                      <a:cubicBezTo>
                        <a:pt x="95821" y="98870"/>
                        <a:pt x="95631" y="99155"/>
                        <a:pt x="95250" y="99441"/>
                      </a:cubicBezTo>
                      <a:cubicBezTo>
                        <a:pt x="94964" y="99822"/>
                        <a:pt x="94679" y="99917"/>
                        <a:pt x="94488" y="100108"/>
                      </a:cubicBezTo>
                      <a:close/>
                      <a:moveTo>
                        <a:pt x="98298" y="98774"/>
                      </a:moveTo>
                      <a:cubicBezTo>
                        <a:pt x="98298" y="98774"/>
                        <a:pt x="98870" y="98965"/>
                        <a:pt x="99631" y="99250"/>
                      </a:cubicBezTo>
                      <a:cubicBezTo>
                        <a:pt x="99155" y="99536"/>
                        <a:pt x="98488" y="99536"/>
                        <a:pt x="97631" y="99250"/>
                      </a:cubicBezTo>
                      <a:cubicBezTo>
                        <a:pt x="96774" y="98870"/>
                        <a:pt x="96203" y="98774"/>
                        <a:pt x="96012" y="98774"/>
                      </a:cubicBezTo>
                      <a:cubicBezTo>
                        <a:pt x="96869" y="97917"/>
                        <a:pt x="97631" y="97917"/>
                        <a:pt x="98203" y="98774"/>
                      </a:cubicBezTo>
                      <a:close/>
                      <a:moveTo>
                        <a:pt x="99155" y="88868"/>
                      </a:moveTo>
                      <a:lnTo>
                        <a:pt x="99155" y="89916"/>
                      </a:lnTo>
                      <a:lnTo>
                        <a:pt x="97060" y="88868"/>
                      </a:lnTo>
                      <a:lnTo>
                        <a:pt x="99155" y="88868"/>
                      </a:lnTo>
                      <a:close/>
                      <a:moveTo>
                        <a:pt x="108585" y="81153"/>
                      </a:moveTo>
                      <a:lnTo>
                        <a:pt x="110966" y="83629"/>
                      </a:lnTo>
                      <a:lnTo>
                        <a:pt x="107823" y="83153"/>
                      </a:lnTo>
                      <a:lnTo>
                        <a:pt x="108585" y="81153"/>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 name="Google Shape;1325;p99"/>
                <p:cNvSpPr/>
                <p:nvPr/>
              </p:nvSpPr>
              <p:spPr>
                <a:xfrm>
                  <a:off x="6569868" y="2272188"/>
                  <a:ext cx="102869" cy="139541"/>
                </a:xfrm>
                <a:custGeom>
                  <a:avLst/>
                  <a:gdLst/>
                  <a:ahLst/>
                  <a:cxnLst/>
                  <a:rect l="l" t="t" r="r" b="b"/>
                  <a:pathLst>
                    <a:path w="102869" h="139541" extrusionOk="0">
                      <a:moveTo>
                        <a:pt x="2000" y="139541"/>
                      </a:moveTo>
                      <a:lnTo>
                        <a:pt x="0" y="138208"/>
                      </a:lnTo>
                      <a:lnTo>
                        <a:pt x="2000" y="138684"/>
                      </a:lnTo>
                      <a:lnTo>
                        <a:pt x="2000" y="139446"/>
                      </a:lnTo>
                      <a:close/>
                      <a:moveTo>
                        <a:pt x="100489" y="53721"/>
                      </a:moveTo>
                      <a:cubicBezTo>
                        <a:pt x="100203" y="54959"/>
                        <a:pt x="100489" y="56197"/>
                        <a:pt x="101346" y="57436"/>
                      </a:cubicBezTo>
                      <a:cubicBezTo>
                        <a:pt x="102203" y="58769"/>
                        <a:pt x="102775" y="59626"/>
                        <a:pt x="102775" y="60103"/>
                      </a:cubicBezTo>
                      <a:cubicBezTo>
                        <a:pt x="102775" y="60865"/>
                        <a:pt x="102298" y="61722"/>
                        <a:pt x="101441" y="62675"/>
                      </a:cubicBezTo>
                      <a:cubicBezTo>
                        <a:pt x="102013" y="67056"/>
                        <a:pt x="102298" y="71723"/>
                        <a:pt x="102298" y="76676"/>
                      </a:cubicBezTo>
                      <a:cubicBezTo>
                        <a:pt x="102298" y="81629"/>
                        <a:pt x="102013" y="86296"/>
                        <a:pt x="101441" y="90868"/>
                      </a:cubicBezTo>
                      <a:cubicBezTo>
                        <a:pt x="99346" y="91535"/>
                        <a:pt x="98298" y="92583"/>
                        <a:pt x="98298" y="93917"/>
                      </a:cubicBezTo>
                      <a:cubicBezTo>
                        <a:pt x="98298" y="94297"/>
                        <a:pt x="98488" y="95059"/>
                        <a:pt x="98774" y="96202"/>
                      </a:cubicBezTo>
                      <a:cubicBezTo>
                        <a:pt x="99155" y="97250"/>
                        <a:pt x="99251" y="98108"/>
                        <a:pt x="99251" y="98774"/>
                      </a:cubicBezTo>
                      <a:cubicBezTo>
                        <a:pt x="99251" y="99346"/>
                        <a:pt x="99251" y="99822"/>
                        <a:pt x="98870" y="100203"/>
                      </a:cubicBezTo>
                      <a:lnTo>
                        <a:pt x="99631" y="104775"/>
                      </a:lnTo>
                      <a:cubicBezTo>
                        <a:pt x="98107" y="105537"/>
                        <a:pt x="97060" y="106966"/>
                        <a:pt x="96203" y="109061"/>
                      </a:cubicBezTo>
                      <a:cubicBezTo>
                        <a:pt x="95440" y="111157"/>
                        <a:pt x="94679" y="113252"/>
                        <a:pt x="94012" y="115157"/>
                      </a:cubicBezTo>
                      <a:cubicBezTo>
                        <a:pt x="91916" y="116014"/>
                        <a:pt x="88487" y="118396"/>
                        <a:pt x="83629" y="122301"/>
                      </a:cubicBezTo>
                      <a:lnTo>
                        <a:pt x="85535" y="124111"/>
                      </a:lnTo>
                      <a:cubicBezTo>
                        <a:pt x="79629" y="124301"/>
                        <a:pt x="75247" y="125825"/>
                        <a:pt x="72390" y="128588"/>
                      </a:cubicBezTo>
                      <a:cubicBezTo>
                        <a:pt x="72009" y="128588"/>
                        <a:pt x="71628" y="128397"/>
                        <a:pt x="71152" y="128397"/>
                      </a:cubicBezTo>
                      <a:cubicBezTo>
                        <a:pt x="70199" y="128397"/>
                        <a:pt x="69247" y="128778"/>
                        <a:pt x="68389" y="129635"/>
                      </a:cubicBezTo>
                      <a:cubicBezTo>
                        <a:pt x="67628" y="130397"/>
                        <a:pt x="67246" y="131350"/>
                        <a:pt x="67342" y="132302"/>
                      </a:cubicBezTo>
                      <a:cubicBezTo>
                        <a:pt x="66008" y="131445"/>
                        <a:pt x="64389" y="130969"/>
                        <a:pt x="62674" y="130969"/>
                      </a:cubicBezTo>
                      <a:lnTo>
                        <a:pt x="57436" y="130969"/>
                      </a:lnTo>
                      <a:cubicBezTo>
                        <a:pt x="57721" y="130302"/>
                        <a:pt x="57436" y="129635"/>
                        <a:pt x="56483" y="129159"/>
                      </a:cubicBezTo>
                      <a:cubicBezTo>
                        <a:pt x="55531" y="128778"/>
                        <a:pt x="54959" y="128206"/>
                        <a:pt x="54769" y="127730"/>
                      </a:cubicBezTo>
                      <a:cubicBezTo>
                        <a:pt x="53530" y="129826"/>
                        <a:pt x="51626" y="130969"/>
                        <a:pt x="49149" y="131159"/>
                      </a:cubicBezTo>
                      <a:cubicBezTo>
                        <a:pt x="48673" y="131159"/>
                        <a:pt x="46672" y="131159"/>
                        <a:pt x="42863" y="130969"/>
                      </a:cubicBezTo>
                      <a:cubicBezTo>
                        <a:pt x="40100" y="129921"/>
                        <a:pt x="37338" y="128778"/>
                        <a:pt x="34576" y="127540"/>
                      </a:cubicBezTo>
                      <a:cubicBezTo>
                        <a:pt x="31242" y="126111"/>
                        <a:pt x="28670" y="124492"/>
                        <a:pt x="26956" y="122777"/>
                      </a:cubicBezTo>
                      <a:cubicBezTo>
                        <a:pt x="26289" y="123539"/>
                        <a:pt x="24955" y="123349"/>
                        <a:pt x="22860" y="122301"/>
                      </a:cubicBezTo>
                      <a:cubicBezTo>
                        <a:pt x="20288" y="118967"/>
                        <a:pt x="17621" y="115729"/>
                        <a:pt x="14859" y="112300"/>
                      </a:cubicBezTo>
                      <a:cubicBezTo>
                        <a:pt x="12002" y="108394"/>
                        <a:pt x="10382" y="104775"/>
                        <a:pt x="10096" y="101441"/>
                      </a:cubicBezTo>
                      <a:cubicBezTo>
                        <a:pt x="8572" y="99631"/>
                        <a:pt x="7811" y="96869"/>
                        <a:pt x="8001" y="93440"/>
                      </a:cubicBezTo>
                      <a:cubicBezTo>
                        <a:pt x="8001" y="88297"/>
                        <a:pt x="8001" y="85534"/>
                        <a:pt x="8001" y="84963"/>
                      </a:cubicBezTo>
                      <a:cubicBezTo>
                        <a:pt x="7906" y="84201"/>
                        <a:pt x="7906" y="83344"/>
                        <a:pt x="7906" y="82487"/>
                      </a:cubicBezTo>
                      <a:cubicBezTo>
                        <a:pt x="7906" y="81248"/>
                        <a:pt x="8001" y="79438"/>
                        <a:pt x="8287" y="77057"/>
                      </a:cubicBezTo>
                      <a:cubicBezTo>
                        <a:pt x="8668" y="74581"/>
                        <a:pt x="8763" y="72771"/>
                        <a:pt x="8763" y="71438"/>
                      </a:cubicBezTo>
                      <a:cubicBezTo>
                        <a:pt x="8763" y="69151"/>
                        <a:pt x="8287" y="67246"/>
                        <a:pt x="7429" y="65532"/>
                      </a:cubicBezTo>
                      <a:cubicBezTo>
                        <a:pt x="8477" y="65056"/>
                        <a:pt x="8858" y="64294"/>
                        <a:pt x="8382" y="63055"/>
                      </a:cubicBezTo>
                      <a:cubicBezTo>
                        <a:pt x="7906" y="61913"/>
                        <a:pt x="8001" y="61055"/>
                        <a:pt x="8763" y="60484"/>
                      </a:cubicBezTo>
                      <a:cubicBezTo>
                        <a:pt x="8096" y="55150"/>
                        <a:pt x="7811" y="50673"/>
                        <a:pt x="7811" y="47149"/>
                      </a:cubicBezTo>
                      <a:cubicBezTo>
                        <a:pt x="7811" y="40672"/>
                        <a:pt x="8668" y="35242"/>
                        <a:pt x="10573" y="30861"/>
                      </a:cubicBezTo>
                      <a:cubicBezTo>
                        <a:pt x="11430" y="27146"/>
                        <a:pt x="12192" y="24670"/>
                        <a:pt x="12668" y="23527"/>
                      </a:cubicBezTo>
                      <a:cubicBezTo>
                        <a:pt x="14002" y="20860"/>
                        <a:pt x="15716" y="19336"/>
                        <a:pt x="18193" y="18764"/>
                      </a:cubicBezTo>
                      <a:cubicBezTo>
                        <a:pt x="19621" y="14954"/>
                        <a:pt x="22765" y="11525"/>
                        <a:pt x="27718" y="8763"/>
                      </a:cubicBezTo>
                      <a:lnTo>
                        <a:pt x="26861" y="8287"/>
                      </a:lnTo>
                      <a:cubicBezTo>
                        <a:pt x="28385" y="7906"/>
                        <a:pt x="30575" y="6667"/>
                        <a:pt x="33433" y="4667"/>
                      </a:cubicBezTo>
                      <a:cubicBezTo>
                        <a:pt x="35909" y="2953"/>
                        <a:pt x="38195" y="2191"/>
                        <a:pt x="40291" y="2381"/>
                      </a:cubicBezTo>
                      <a:cubicBezTo>
                        <a:pt x="40291" y="762"/>
                        <a:pt x="40957" y="0"/>
                        <a:pt x="42291" y="0"/>
                      </a:cubicBezTo>
                      <a:cubicBezTo>
                        <a:pt x="42577" y="0"/>
                        <a:pt x="43529" y="95"/>
                        <a:pt x="44672" y="381"/>
                      </a:cubicBezTo>
                      <a:cubicBezTo>
                        <a:pt x="45911" y="667"/>
                        <a:pt x="46577" y="762"/>
                        <a:pt x="47149" y="571"/>
                      </a:cubicBezTo>
                      <a:cubicBezTo>
                        <a:pt x="48863" y="3048"/>
                        <a:pt x="51149" y="4381"/>
                        <a:pt x="54007" y="4381"/>
                      </a:cubicBezTo>
                      <a:cubicBezTo>
                        <a:pt x="55245" y="4381"/>
                        <a:pt x="57436" y="3905"/>
                        <a:pt x="60579" y="3048"/>
                      </a:cubicBezTo>
                      <a:cubicBezTo>
                        <a:pt x="62865" y="3715"/>
                        <a:pt x="65722" y="3715"/>
                        <a:pt x="69247" y="3048"/>
                      </a:cubicBezTo>
                      <a:lnTo>
                        <a:pt x="69247" y="3715"/>
                      </a:lnTo>
                      <a:cubicBezTo>
                        <a:pt x="70199" y="3334"/>
                        <a:pt x="71152" y="3048"/>
                        <a:pt x="72199" y="3048"/>
                      </a:cubicBezTo>
                      <a:cubicBezTo>
                        <a:pt x="73533" y="3048"/>
                        <a:pt x="75343" y="3905"/>
                        <a:pt x="77534" y="5715"/>
                      </a:cubicBezTo>
                      <a:cubicBezTo>
                        <a:pt x="79724" y="7525"/>
                        <a:pt x="81534" y="8477"/>
                        <a:pt x="83248" y="8763"/>
                      </a:cubicBezTo>
                      <a:cubicBezTo>
                        <a:pt x="83629" y="10477"/>
                        <a:pt x="85058" y="12287"/>
                        <a:pt x="87439" y="14002"/>
                      </a:cubicBezTo>
                      <a:cubicBezTo>
                        <a:pt x="89726" y="15812"/>
                        <a:pt x="91059" y="16954"/>
                        <a:pt x="91440" y="17812"/>
                      </a:cubicBezTo>
                      <a:cubicBezTo>
                        <a:pt x="92964" y="17812"/>
                        <a:pt x="94012" y="18955"/>
                        <a:pt x="94393" y="21146"/>
                      </a:cubicBezTo>
                      <a:cubicBezTo>
                        <a:pt x="94679" y="23431"/>
                        <a:pt x="95631" y="24575"/>
                        <a:pt x="97155" y="24575"/>
                      </a:cubicBezTo>
                      <a:cubicBezTo>
                        <a:pt x="98393" y="26003"/>
                        <a:pt x="98870" y="28004"/>
                        <a:pt x="98870" y="30575"/>
                      </a:cubicBezTo>
                      <a:lnTo>
                        <a:pt x="98870" y="32861"/>
                      </a:lnTo>
                      <a:cubicBezTo>
                        <a:pt x="98870" y="33909"/>
                        <a:pt x="98774" y="34671"/>
                        <a:pt x="98774" y="35147"/>
                      </a:cubicBezTo>
                      <a:cubicBezTo>
                        <a:pt x="98774" y="38291"/>
                        <a:pt x="99917" y="40576"/>
                        <a:pt x="102203" y="42005"/>
                      </a:cubicBezTo>
                      <a:cubicBezTo>
                        <a:pt x="101727" y="42767"/>
                        <a:pt x="101632" y="43625"/>
                        <a:pt x="101632" y="44577"/>
                      </a:cubicBezTo>
                      <a:cubicBezTo>
                        <a:pt x="101632" y="45434"/>
                        <a:pt x="101822" y="46577"/>
                        <a:pt x="102203" y="48006"/>
                      </a:cubicBezTo>
                      <a:cubicBezTo>
                        <a:pt x="102679" y="49435"/>
                        <a:pt x="102870" y="50387"/>
                        <a:pt x="102870" y="50959"/>
                      </a:cubicBezTo>
                      <a:cubicBezTo>
                        <a:pt x="102870" y="52197"/>
                        <a:pt x="102108" y="53150"/>
                        <a:pt x="100489" y="53340"/>
                      </a:cubicBezTo>
                      <a:close/>
                      <a:moveTo>
                        <a:pt x="83344" y="62675"/>
                      </a:moveTo>
                      <a:cubicBezTo>
                        <a:pt x="83915" y="62675"/>
                        <a:pt x="86392" y="63437"/>
                        <a:pt x="90773" y="64960"/>
                      </a:cubicBezTo>
                      <a:lnTo>
                        <a:pt x="90773" y="61341"/>
                      </a:lnTo>
                      <a:cubicBezTo>
                        <a:pt x="87249" y="60008"/>
                        <a:pt x="85630" y="59341"/>
                        <a:pt x="86011" y="59341"/>
                      </a:cubicBezTo>
                      <a:cubicBezTo>
                        <a:pt x="85154" y="59341"/>
                        <a:pt x="84963" y="60008"/>
                        <a:pt x="85154" y="61341"/>
                      </a:cubicBezTo>
                      <a:lnTo>
                        <a:pt x="83344" y="59341"/>
                      </a:lnTo>
                      <a:lnTo>
                        <a:pt x="82582" y="59817"/>
                      </a:lnTo>
                      <a:cubicBezTo>
                        <a:pt x="81820" y="58674"/>
                        <a:pt x="80772" y="57721"/>
                        <a:pt x="79248" y="57150"/>
                      </a:cubicBezTo>
                      <a:cubicBezTo>
                        <a:pt x="76867" y="56293"/>
                        <a:pt x="75533" y="55721"/>
                        <a:pt x="75247" y="55531"/>
                      </a:cubicBezTo>
                      <a:cubicBezTo>
                        <a:pt x="75629" y="55054"/>
                        <a:pt x="75819" y="54102"/>
                        <a:pt x="75724" y="52959"/>
                      </a:cubicBezTo>
                      <a:lnTo>
                        <a:pt x="75724" y="50006"/>
                      </a:lnTo>
                      <a:cubicBezTo>
                        <a:pt x="75343" y="49435"/>
                        <a:pt x="74104" y="46577"/>
                        <a:pt x="72009" y="41529"/>
                      </a:cubicBezTo>
                      <a:cubicBezTo>
                        <a:pt x="70485" y="38005"/>
                        <a:pt x="69342" y="35814"/>
                        <a:pt x="68009" y="34862"/>
                      </a:cubicBezTo>
                      <a:lnTo>
                        <a:pt x="68866" y="34385"/>
                      </a:lnTo>
                      <a:cubicBezTo>
                        <a:pt x="67628" y="32861"/>
                        <a:pt x="65913" y="31718"/>
                        <a:pt x="63913" y="31147"/>
                      </a:cubicBezTo>
                      <a:cubicBezTo>
                        <a:pt x="61817" y="30480"/>
                        <a:pt x="59912" y="29813"/>
                        <a:pt x="58103" y="29337"/>
                      </a:cubicBezTo>
                      <a:cubicBezTo>
                        <a:pt x="58293" y="27622"/>
                        <a:pt x="57531" y="26765"/>
                        <a:pt x="55912" y="26765"/>
                      </a:cubicBezTo>
                      <a:cubicBezTo>
                        <a:pt x="53912" y="26765"/>
                        <a:pt x="52578" y="27622"/>
                        <a:pt x="51911" y="29337"/>
                      </a:cubicBezTo>
                      <a:cubicBezTo>
                        <a:pt x="50673" y="29432"/>
                        <a:pt x="49149" y="30099"/>
                        <a:pt x="47149" y="31528"/>
                      </a:cubicBezTo>
                      <a:cubicBezTo>
                        <a:pt x="45148" y="32861"/>
                        <a:pt x="43529" y="33338"/>
                        <a:pt x="42481" y="33147"/>
                      </a:cubicBezTo>
                      <a:cubicBezTo>
                        <a:pt x="40291" y="33814"/>
                        <a:pt x="38767" y="35528"/>
                        <a:pt x="37910" y="38481"/>
                      </a:cubicBezTo>
                      <a:cubicBezTo>
                        <a:pt x="37052" y="41719"/>
                        <a:pt x="36004" y="43720"/>
                        <a:pt x="34862" y="44387"/>
                      </a:cubicBezTo>
                      <a:cubicBezTo>
                        <a:pt x="34862" y="46006"/>
                        <a:pt x="34862" y="48196"/>
                        <a:pt x="34480" y="50863"/>
                      </a:cubicBezTo>
                      <a:cubicBezTo>
                        <a:pt x="34099" y="53626"/>
                        <a:pt x="33814" y="55531"/>
                        <a:pt x="33814" y="56674"/>
                      </a:cubicBezTo>
                      <a:cubicBezTo>
                        <a:pt x="33814" y="58483"/>
                        <a:pt x="34195" y="60103"/>
                        <a:pt x="34862" y="61531"/>
                      </a:cubicBezTo>
                      <a:cubicBezTo>
                        <a:pt x="33623" y="62389"/>
                        <a:pt x="33433" y="64103"/>
                        <a:pt x="34385" y="66675"/>
                      </a:cubicBezTo>
                      <a:cubicBezTo>
                        <a:pt x="35147" y="68866"/>
                        <a:pt x="34766" y="70009"/>
                        <a:pt x="33052" y="70294"/>
                      </a:cubicBezTo>
                      <a:cubicBezTo>
                        <a:pt x="34195" y="75533"/>
                        <a:pt x="34862" y="79438"/>
                        <a:pt x="34862" y="82201"/>
                      </a:cubicBezTo>
                      <a:cubicBezTo>
                        <a:pt x="34862" y="84106"/>
                        <a:pt x="34671" y="86106"/>
                        <a:pt x="34385" y="87916"/>
                      </a:cubicBezTo>
                      <a:cubicBezTo>
                        <a:pt x="35147" y="88583"/>
                        <a:pt x="36671" y="91726"/>
                        <a:pt x="38957" y="97346"/>
                      </a:cubicBezTo>
                      <a:cubicBezTo>
                        <a:pt x="40481" y="101537"/>
                        <a:pt x="43244" y="103346"/>
                        <a:pt x="46863" y="102870"/>
                      </a:cubicBezTo>
                      <a:cubicBezTo>
                        <a:pt x="47149" y="103060"/>
                        <a:pt x="47530" y="102870"/>
                        <a:pt x="48101" y="102394"/>
                      </a:cubicBezTo>
                      <a:cubicBezTo>
                        <a:pt x="48482" y="102013"/>
                        <a:pt x="48863" y="101727"/>
                        <a:pt x="49054" y="101727"/>
                      </a:cubicBezTo>
                      <a:cubicBezTo>
                        <a:pt x="49339" y="101727"/>
                        <a:pt x="49721" y="101917"/>
                        <a:pt x="49911" y="102394"/>
                      </a:cubicBezTo>
                      <a:lnTo>
                        <a:pt x="49244" y="102870"/>
                      </a:lnTo>
                      <a:cubicBezTo>
                        <a:pt x="49244" y="103442"/>
                        <a:pt x="49530" y="103918"/>
                        <a:pt x="50102" y="104299"/>
                      </a:cubicBezTo>
                      <a:lnTo>
                        <a:pt x="51245" y="105442"/>
                      </a:lnTo>
                      <a:cubicBezTo>
                        <a:pt x="51911" y="106394"/>
                        <a:pt x="52959" y="106966"/>
                        <a:pt x="54197" y="106966"/>
                      </a:cubicBezTo>
                      <a:cubicBezTo>
                        <a:pt x="55912" y="106966"/>
                        <a:pt x="56674" y="106299"/>
                        <a:pt x="56769" y="104966"/>
                      </a:cubicBezTo>
                      <a:cubicBezTo>
                        <a:pt x="57531" y="105632"/>
                        <a:pt x="58293" y="105918"/>
                        <a:pt x="58864" y="105918"/>
                      </a:cubicBezTo>
                      <a:cubicBezTo>
                        <a:pt x="59531" y="105918"/>
                        <a:pt x="60293" y="105251"/>
                        <a:pt x="61055" y="103822"/>
                      </a:cubicBezTo>
                      <a:cubicBezTo>
                        <a:pt x="61913" y="102394"/>
                        <a:pt x="62674" y="101727"/>
                        <a:pt x="63341" y="101727"/>
                      </a:cubicBezTo>
                      <a:cubicBezTo>
                        <a:pt x="63913" y="101727"/>
                        <a:pt x="64770" y="102108"/>
                        <a:pt x="65722" y="102870"/>
                      </a:cubicBezTo>
                      <a:cubicBezTo>
                        <a:pt x="65913" y="102489"/>
                        <a:pt x="66961" y="101822"/>
                        <a:pt x="68866" y="100965"/>
                      </a:cubicBezTo>
                      <a:cubicBezTo>
                        <a:pt x="70390" y="100298"/>
                        <a:pt x="71056" y="99346"/>
                        <a:pt x="71056" y="98203"/>
                      </a:cubicBezTo>
                      <a:cubicBezTo>
                        <a:pt x="71056" y="97822"/>
                        <a:pt x="71056" y="97155"/>
                        <a:pt x="70771" y="96583"/>
                      </a:cubicBezTo>
                      <a:cubicBezTo>
                        <a:pt x="72199" y="95821"/>
                        <a:pt x="73247" y="94107"/>
                        <a:pt x="73533" y="91535"/>
                      </a:cubicBezTo>
                      <a:cubicBezTo>
                        <a:pt x="73914" y="88963"/>
                        <a:pt x="74581" y="87344"/>
                        <a:pt x="75724" y="86677"/>
                      </a:cubicBezTo>
                      <a:lnTo>
                        <a:pt x="75724" y="75914"/>
                      </a:lnTo>
                      <a:cubicBezTo>
                        <a:pt x="76010" y="75152"/>
                        <a:pt x="76010" y="74295"/>
                        <a:pt x="76010" y="73342"/>
                      </a:cubicBezTo>
                      <a:cubicBezTo>
                        <a:pt x="76010" y="72390"/>
                        <a:pt x="75914" y="70961"/>
                        <a:pt x="75533" y="69056"/>
                      </a:cubicBezTo>
                      <a:cubicBezTo>
                        <a:pt x="75247" y="67246"/>
                        <a:pt x="75057" y="65913"/>
                        <a:pt x="75057" y="65151"/>
                      </a:cubicBezTo>
                      <a:cubicBezTo>
                        <a:pt x="75057" y="63913"/>
                        <a:pt x="75247" y="62865"/>
                        <a:pt x="75724" y="62008"/>
                      </a:cubicBezTo>
                      <a:cubicBezTo>
                        <a:pt x="75629" y="60769"/>
                        <a:pt x="76010" y="60103"/>
                        <a:pt x="76676" y="59817"/>
                      </a:cubicBezTo>
                      <a:cubicBezTo>
                        <a:pt x="77057" y="59817"/>
                        <a:pt x="77914" y="59912"/>
                        <a:pt x="79438" y="60198"/>
                      </a:cubicBezTo>
                      <a:cubicBezTo>
                        <a:pt x="80677" y="60388"/>
                        <a:pt x="81534" y="60388"/>
                        <a:pt x="82010" y="59912"/>
                      </a:cubicBezTo>
                      <a:cubicBezTo>
                        <a:pt x="83058" y="60960"/>
                        <a:pt x="83439" y="61913"/>
                        <a:pt x="83344" y="62770"/>
                      </a:cubicBezTo>
                      <a:close/>
                      <a:moveTo>
                        <a:pt x="97250" y="53721"/>
                      </a:moveTo>
                      <a:cubicBezTo>
                        <a:pt x="96298" y="53245"/>
                        <a:pt x="95536" y="53150"/>
                        <a:pt x="94679" y="53150"/>
                      </a:cubicBezTo>
                      <a:cubicBezTo>
                        <a:pt x="94107" y="53150"/>
                        <a:pt x="93250" y="53245"/>
                        <a:pt x="92107" y="53530"/>
                      </a:cubicBezTo>
                      <a:cubicBezTo>
                        <a:pt x="90869" y="53816"/>
                        <a:pt x="89821" y="53912"/>
                        <a:pt x="88963" y="53816"/>
                      </a:cubicBezTo>
                      <a:lnTo>
                        <a:pt x="92773" y="56388"/>
                      </a:lnTo>
                      <a:lnTo>
                        <a:pt x="93345" y="53816"/>
                      </a:lnTo>
                      <a:cubicBezTo>
                        <a:pt x="93345" y="53816"/>
                        <a:pt x="94869" y="54197"/>
                        <a:pt x="97346" y="55054"/>
                      </a:cubicBezTo>
                      <a:lnTo>
                        <a:pt x="97346" y="53816"/>
                      </a:lnTo>
                      <a:close/>
                      <a:moveTo>
                        <a:pt x="93250" y="94679"/>
                      </a:moveTo>
                      <a:cubicBezTo>
                        <a:pt x="93250" y="94679"/>
                        <a:pt x="93631" y="94393"/>
                        <a:pt x="93631" y="94393"/>
                      </a:cubicBezTo>
                      <a:cubicBezTo>
                        <a:pt x="93631" y="94297"/>
                        <a:pt x="93345" y="94107"/>
                        <a:pt x="92773" y="93726"/>
                      </a:cubicBezTo>
                      <a:cubicBezTo>
                        <a:pt x="92297" y="93440"/>
                        <a:pt x="92107" y="93250"/>
                        <a:pt x="92107" y="93059"/>
                      </a:cubicBezTo>
                      <a:cubicBezTo>
                        <a:pt x="92107" y="92869"/>
                        <a:pt x="92297" y="92583"/>
                        <a:pt x="92773" y="92202"/>
                      </a:cubicBezTo>
                      <a:cubicBezTo>
                        <a:pt x="92107" y="92012"/>
                        <a:pt x="91535" y="92012"/>
                        <a:pt x="90773" y="92392"/>
                      </a:cubicBezTo>
                      <a:cubicBezTo>
                        <a:pt x="89821" y="93059"/>
                        <a:pt x="89249" y="93345"/>
                        <a:pt x="89154" y="93345"/>
                      </a:cubicBezTo>
                      <a:cubicBezTo>
                        <a:pt x="89535" y="93345"/>
                        <a:pt x="90869" y="93821"/>
                        <a:pt x="93250" y="94679"/>
                      </a:cubicBezTo>
                      <a:close/>
                      <a:moveTo>
                        <a:pt x="97727" y="61436"/>
                      </a:moveTo>
                      <a:lnTo>
                        <a:pt x="99727" y="61436"/>
                      </a:lnTo>
                      <a:cubicBezTo>
                        <a:pt x="98774" y="60865"/>
                        <a:pt x="98107" y="60769"/>
                        <a:pt x="97727" y="61246"/>
                      </a:cubicBezTo>
                      <a:cubicBezTo>
                        <a:pt x="96488" y="60960"/>
                        <a:pt x="94774" y="60484"/>
                        <a:pt x="92678" y="59817"/>
                      </a:cubicBezTo>
                      <a:cubicBezTo>
                        <a:pt x="92393" y="59055"/>
                        <a:pt x="91821" y="58674"/>
                        <a:pt x="90773" y="58674"/>
                      </a:cubicBezTo>
                      <a:cubicBezTo>
                        <a:pt x="91345" y="58864"/>
                        <a:pt x="91821" y="59246"/>
                        <a:pt x="92678" y="59817"/>
                      </a:cubicBezTo>
                      <a:cubicBezTo>
                        <a:pt x="92678" y="60198"/>
                        <a:pt x="92678" y="60865"/>
                        <a:pt x="92678" y="61436"/>
                      </a:cubicBezTo>
                      <a:cubicBezTo>
                        <a:pt x="92678" y="62293"/>
                        <a:pt x="92678" y="62770"/>
                        <a:pt x="92678" y="62865"/>
                      </a:cubicBezTo>
                      <a:cubicBezTo>
                        <a:pt x="92678" y="63246"/>
                        <a:pt x="92964" y="63341"/>
                        <a:pt x="93250" y="63246"/>
                      </a:cubicBezTo>
                      <a:lnTo>
                        <a:pt x="95060" y="61436"/>
                      </a:lnTo>
                      <a:lnTo>
                        <a:pt x="95821" y="61913"/>
                      </a:lnTo>
                      <a:cubicBezTo>
                        <a:pt x="95821" y="61913"/>
                        <a:pt x="95821" y="62770"/>
                        <a:pt x="95631" y="63246"/>
                      </a:cubicBezTo>
                      <a:cubicBezTo>
                        <a:pt x="95250" y="63722"/>
                        <a:pt x="95060" y="64103"/>
                        <a:pt x="95060" y="64484"/>
                      </a:cubicBezTo>
                      <a:cubicBezTo>
                        <a:pt x="96107" y="64675"/>
                        <a:pt x="96679" y="64484"/>
                        <a:pt x="96869" y="63532"/>
                      </a:cubicBezTo>
                      <a:cubicBezTo>
                        <a:pt x="97250" y="62770"/>
                        <a:pt x="97441" y="62008"/>
                        <a:pt x="97727" y="61150"/>
                      </a:cubicBezTo>
                      <a:lnTo>
                        <a:pt x="97727" y="61341"/>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 name="Google Shape;1326;p99"/>
                <p:cNvSpPr/>
                <p:nvPr/>
              </p:nvSpPr>
              <p:spPr>
                <a:xfrm>
                  <a:off x="6678358" y="2272188"/>
                  <a:ext cx="102774" cy="139541"/>
                </a:xfrm>
                <a:custGeom>
                  <a:avLst/>
                  <a:gdLst/>
                  <a:ahLst/>
                  <a:cxnLst/>
                  <a:rect l="l" t="t" r="r" b="b"/>
                  <a:pathLst>
                    <a:path w="102774" h="139541" extrusionOk="0">
                      <a:moveTo>
                        <a:pt x="2000" y="139541"/>
                      </a:moveTo>
                      <a:lnTo>
                        <a:pt x="0" y="138208"/>
                      </a:lnTo>
                      <a:lnTo>
                        <a:pt x="2000" y="138684"/>
                      </a:lnTo>
                      <a:lnTo>
                        <a:pt x="2000" y="139446"/>
                      </a:lnTo>
                      <a:close/>
                      <a:moveTo>
                        <a:pt x="100489" y="53721"/>
                      </a:moveTo>
                      <a:cubicBezTo>
                        <a:pt x="100108" y="54959"/>
                        <a:pt x="100393" y="56197"/>
                        <a:pt x="101346" y="57436"/>
                      </a:cubicBezTo>
                      <a:cubicBezTo>
                        <a:pt x="102298" y="58769"/>
                        <a:pt x="102775" y="59626"/>
                        <a:pt x="102775" y="60103"/>
                      </a:cubicBezTo>
                      <a:cubicBezTo>
                        <a:pt x="102775" y="60865"/>
                        <a:pt x="102298" y="61722"/>
                        <a:pt x="101441" y="62675"/>
                      </a:cubicBezTo>
                      <a:cubicBezTo>
                        <a:pt x="101917" y="67056"/>
                        <a:pt x="102298" y="71723"/>
                        <a:pt x="102298" y="76676"/>
                      </a:cubicBezTo>
                      <a:cubicBezTo>
                        <a:pt x="102298" y="81629"/>
                        <a:pt x="102013" y="86296"/>
                        <a:pt x="101441" y="90868"/>
                      </a:cubicBezTo>
                      <a:cubicBezTo>
                        <a:pt x="99441" y="91535"/>
                        <a:pt x="98298" y="92583"/>
                        <a:pt x="98298" y="93917"/>
                      </a:cubicBezTo>
                      <a:cubicBezTo>
                        <a:pt x="98298" y="94297"/>
                        <a:pt x="98488" y="95059"/>
                        <a:pt x="98774" y="96202"/>
                      </a:cubicBezTo>
                      <a:cubicBezTo>
                        <a:pt x="99155" y="97250"/>
                        <a:pt x="99346" y="98108"/>
                        <a:pt x="99346" y="98774"/>
                      </a:cubicBezTo>
                      <a:cubicBezTo>
                        <a:pt x="99346" y="99346"/>
                        <a:pt x="99250" y="99822"/>
                        <a:pt x="99060" y="100203"/>
                      </a:cubicBezTo>
                      <a:lnTo>
                        <a:pt x="99726" y="104775"/>
                      </a:lnTo>
                      <a:cubicBezTo>
                        <a:pt x="98298" y="105537"/>
                        <a:pt x="97155" y="106966"/>
                        <a:pt x="96393" y="109061"/>
                      </a:cubicBezTo>
                      <a:cubicBezTo>
                        <a:pt x="95536" y="111157"/>
                        <a:pt x="94774" y="113252"/>
                        <a:pt x="94107" y="115157"/>
                      </a:cubicBezTo>
                      <a:cubicBezTo>
                        <a:pt x="92011" y="116014"/>
                        <a:pt x="88582" y="118396"/>
                        <a:pt x="83915" y="122301"/>
                      </a:cubicBezTo>
                      <a:lnTo>
                        <a:pt x="85630" y="124111"/>
                      </a:lnTo>
                      <a:cubicBezTo>
                        <a:pt x="79724" y="124301"/>
                        <a:pt x="75342" y="125825"/>
                        <a:pt x="72580" y="128588"/>
                      </a:cubicBezTo>
                      <a:cubicBezTo>
                        <a:pt x="72199" y="128588"/>
                        <a:pt x="71723" y="128397"/>
                        <a:pt x="71247" y="128397"/>
                      </a:cubicBezTo>
                      <a:cubicBezTo>
                        <a:pt x="70199" y="128397"/>
                        <a:pt x="69342" y="128778"/>
                        <a:pt x="68484" y="129635"/>
                      </a:cubicBezTo>
                      <a:cubicBezTo>
                        <a:pt x="67723" y="130397"/>
                        <a:pt x="67342" y="131350"/>
                        <a:pt x="67437" y="132302"/>
                      </a:cubicBezTo>
                      <a:cubicBezTo>
                        <a:pt x="66103" y="131445"/>
                        <a:pt x="64484" y="130969"/>
                        <a:pt x="62770" y="130969"/>
                      </a:cubicBezTo>
                      <a:lnTo>
                        <a:pt x="57531" y="130969"/>
                      </a:lnTo>
                      <a:cubicBezTo>
                        <a:pt x="57721" y="130302"/>
                        <a:pt x="57436" y="129635"/>
                        <a:pt x="56578" y="129159"/>
                      </a:cubicBezTo>
                      <a:cubicBezTo>
                        <a:pt x="55626" y="128778"/>
                        <a:pt x="55054" y="128206"/>
                        <a:pt x="54959" y="127730"/>
                      </a:cubicBezTo>
                      <a:cubicBezTo>
                        <a:pt x="53721" y="129826"/>
                        <a:pt x="51721" y="130969"/>
                        <a:pt x="49339" y="131159"/>
                      </a:cubicBezTo>
                      <a:cubicBezTo>
                        <a:pt x="48958" y="131159"/>
                        <a:pt x="46672" y="131159"/>
                        <a:pt x="42958" y="130969"/>
                      </a:cubicBezTo>
                      <a:cubicBezTo>
                        <a:pt x="40291" y="129921"/>
                        <a:pt x="37433" y="128778"/>
                        <a:pt x="34576" y="127540"/>
                      </a:cubicBezTo>
                      <a:cubicBezTo>
                        <a:pt x="31337" y="126111"/>
                        <a:pt x="28861" y="124492"/>
                        <a:pt x="27146" y="122777"/>
                      </a:cubicBezTo>
                      <a:cubicBezTo>
                        <a:pt x="26479" y="123539"/>
                        <a:pt x="25146" y="123349"/>
                        <a:pt x="23050" y="122301"/>
                      </a:cubicBezTo>
                      <a:cubicBezTo>
                        <a:pt x="20383" y="118967"/>
                        <a:pt x="17812" y="115729"/>
                        <a:pt x="15049" y="112300"/>
                      </a:cubicBezTo>
                      <a:cubicBezTo>
                        <a:pt x="12192" y="108394"/>
                        <a:pt x="10668" y="104775"/>
                        <a:pt x="10287" y="101441"/>
                      </a:cubicBezTo>
                      <a:cubicBezTo>
                        <a:pt x="8763" y="99631"/>
                        <a:pt x="8001" y="96869"/>
                        <a:pt x="8096" y="93440"/>
                      </a:cubicBezTo>
                      <a:cubicBezTo>
                        <a:pt x="8191" y="88297"/>
                        <a:pt x="8191" y="85534"/>
                        <a:pt x="8096" y="84963"/>
                      </a:cubicBezTo>
                      <a:cubicBezTo>
                        <a:pt x="8001" y="84201"/>
                        <a:pt x="8001" y="83344"/>
                        <a:pt x="8001" y="82487"/>
                      </a:cubicBezTo>
                      <a:cubicBezTo>
                        <a:pt x="8001" y="81248"/>
                        <a:pt x="8096" y="79438"/>
                        <a:pt x="8477" y="77057"/>
                      </a:cubicBezTo>
                      <a:cubicBezTo>
                        <a:pt x="8763" y="74581"/>
                        <a:pt x="8953" y="72771"/>
                        <a:pt x="8953" y="71438"/>
                      </a:cubicBezTo>
                      <a:cubicBezTo>
                        <a:pt x="8953" y="69151"/>
                        <a:pt x="8477" y="67246"/>
                        <a:pt x="7620" y="65532"/>
                      </a:cubicBezTo>
                      <a:cubicBezTo>
                        <a:pt x="8667" y="65056"/>
                        <a:pt x="8953" y="64294"/>
                        <a:pt x="8477" y="63055"/>
                      </a:cubicBezTo>
                      <a:cubicBezTo>
                        <a:pt x="8001" y="61913"/>
                        <a:pt x="8096" y="61055"/>
                        <a:pt x="8953" y="60484"/>
                      </a:cubicBezTo>
                      <a:cubicBezTo>
                        <a:pt x="8287" y="55150"/>
                        <a:pt x="7906" y="50673"/>
                        <a:pt x="7906" y="47149"/>
                      </a:cubicBezTo>
                      <a:cubicBezTo>
                        <a:pt x="7906" y="40672"/>
                        <a:pt x="8858" y="35242"/>
                        <a:pt x="10573" y="30861"/>
                      </a:cubicBezTo>
                      <a:cubicBezTo>
                        <a:pt x="11430" y="27146"/>
                        <a:pt x="12287" y="24670"/>
                        <a:pt x="12763" y="23527"/>
                      </a:cubicBezTo>
                      <a:cubicBezTo>
                        <a:pt x="14097" y="20860"/>
                        <a:pt x="15907" y="19336"/>
                        <a:pt x="18288" y="18764"/>
                      </a:cubicBezTo>
                      <a:cubicBezTo>
                        <a:pt x="19621" y="14954"/>
                        <a:pt x="22765" y="11525"/>
                        <a:pt x="27622" y="8763"/>
                      </a:cubicBezTo>
                      <a:lnTo>
                        <a:pt x="26860" y="8287"/>
                      </a:lnTo>
                      <a:cubicBezTo>
                        <a:pt x="28384" y="7906"/>
                        <a:pt x="30575" y="6667"/>
                        <a:pt x="33338" y="4667"/>
                      </a:cubicBezTo>
                      <a:cubicBezTo>
                        <a:pt x="35719" y="2953"/>
                        <a:pt x="38005" y="2191"/>
                        <a:pt x="40100" y="2381"/>
                      </a:cubicBezTo>
                      <a:cubicBezTo>
                        <a:pt x="40100" y="762"/>
                        <a:pt x="40767" y="0"/>
                        <a:pt x="42196" y="0"/>
                      </a:cubicBezTo>
                      <a:cubicBezTo>
                        <a:pt x="42576" y="0"/>
                        <a:pt x="43434" y="95"/>
                        <a:pt x="44577" y="381"/>
                      </a:cubicBezTo>
                      <a:cubicBezTo>
                        <a:pt x="45720" y="667"/>
                        <a:pt x="46577" y="762"/>
                        <a:pt x="47053" y="571"/>
                      </a:cubicBezTo>
                      <a:cubicBezTo>
                        <a:pt x="48768" y="3048"/>
                        <a:pt x="50959" y="4381"/>
                        <a:pt x="53816" y="4381"/>
                      </a:cubicBezTo>
                      <a:cubicBezTo>
                        <a:pt x="55150" y="4381"/>
                        <a:pt x="57436" y="3905"/>
                        <a:pt x="60388" y="3048"/>
                      </a:cubicBezTo>
                      <a:cubicBezTo>
                        <a:pt x="62674" y="3715"/>
                        <a:pt x="65532" y="3715"/>
                        <a:pt x="69056" y="3048"/>
                      </a:cubicBezTo>
                      <a:lnTo>
                        <a:pt x="69056" y="3715"/>
                      </a:lnTo>
                      <a:cubicBezTo>
                        <a:pt x="70009" y="3334"/>
                        <a:pt x="71056" y="3048"/>
                        <a:pt x="72009" y="3048"/>
                      </a:cubicBezTo>
                      <a:cubicBezTo>
                        <a:pt x="73438" y="3048"/>
                        <a:pt x="75247" y="3905"/>
                        <a:pt x="77343" y="5715"/>
                      </a:cubicBezTo>
                      <a:cubicBezTo>
                        <a:pt x="79629" y="7525"/>
                        <a:pt x="81439" y="8477"/>
                        <a:pt x="83058" y="8763"/>
                      </a:cubicBezTo>
                      <a:cubicBezTo>
                        <a:pt x="83534" y="10477"/>
                        <a:pt x="84963" y="12287"/>
                        <a:pt x="87344" y="14002"/>
                      </a:cubicBezTo>
                      <a:cubicBezTo>
                        <a:pt x="89725" y="15812"/>
                        <a:pt x="90964" y="16954"/>
                        <a:pt x="91345" y="17812"/>
                      </a:cubicBezTo>
                      <a:cubicBezTo>
                        <a:pt x="92869" y="17812"/>
                        <a:pt x="93916" y="18955"/>
                        <a:pt x="94202" y="21146"/>
                      </a:cubicBezTo>
                      <a:cubicBezTo>
                        <a:pt x="94488" y="23431"/>
                        <a:pt x="95440" y="24575"/>
                        <a:pt x="96964" y="24575"/>
                      </a:cubicBezTo>
                      <a:cubicBezTo>
                        <a:pt x="98203" y="26003"/>
                        <a:pt x="98774" y="28004"/>
                        <a:pt x="98774" y="30575"/>
                      </a:cubicBezTo>
                      <a:lnTo>
                        <a:pt x="98774" y="32861"/>
                      </a:lnTo>
                      <a:cubicBezTo>
                        <a:pt x="98679" y="33909"/>
                        <a:pt x="98584" y="34671"/>
                        <a:pt x="98584" y="35147"/>
                      </a:cubicBezTo>
                      <a:cubicBezTo>
                        <a:pt x="98584" y="38291"/>
                        <a:pt x="99822" y="40576"/>
                        <a:pt x="102013" y="42005"/>
                      </a:cubicBezTo>
                      <a:cubicBezTo>
                        <a:pt x="101536" y="42767"/>
                        <a:pt x="101346" y="43625"/>
                        <a:pt x="101346" y="44577"/>
                      </a:cubicBezTo>
                      <a:cubicBezTo>
                        <a:pt x="101346" y="45434"/>
                        <a:pt x="101536" y="46577"/>
                        <a:pt x="102013" y="48006"/>
                      </a:cubicBezTo>
                      <a:cubicBezTo>
                        <a:pt x="102489" y="49435"/>
                        <a:pt x="102679" y="50387"/>
                        <a:pt x="102679" y="50959"/>
                      </a:cubicBezTo>
                      <a:cubicBezTo>
                        <a:pt x="102679" y="52197"/>
                        <a:pt x="101822" y="53150"/>
                        <a:pt x="100298" y="53340"/>
                      </a:cubicBezTo>
                      <a:close/>
                      <a:moveTo>
                        <a:pt x="83248" y="62675"/>
                      </a:moveTo>
                      <a:cubicBezTo>
                        <a:pt x="83915" y="62675"/>
                        <a:pt x="86296" y="63437"/>
                        <a:pt x="90773" y="64960"/>
                      </a:cubicBezTo>
                      <a:lnTo>
                        <a:pt x="90773" y="61341"/>
                      </a:lnTo>
                      <a:cubicBezTo>
                        <a:pt x="87154" y="60008"/>
                        <a:pt x="85534" y="59341"/>
                        <a:pt x="85915" y="59341"/>
                      </a:cubicBezTo>
                      <a:cubicBezTo>
                        <a:pt x="85153" y="59341"/>
                        <a:pt x="84867" y="60008"/>
                        <a:pt x="85058" y="61341"/>
                      </a:cubicBezTo>
                      <a:lnTo>
                        <a:pt x="83248" y="59341"/>
                      </a:lnTo>
                      <a:lnTo>
                        <a:pt x="82486" y="59817"/>
                      </a:lnTo>
                      <a:cubicBezTo>
                        <a:pt x="81724" y="58674"/>
                        <a:pt x="80676" y="57721"/>
                        <a:pt x="79248" y="57150"/>
                      </a:cubicBezTo>
                      <a:cubicBezTo>
                        <a:pt x="76867" y="56293"/>
                        <a:pt x="75438" y="55721"/>
                        <a:pt x="75152" y="55531"/>
                      </a:cubicBezTo>
                      <a:cubicBezTo>
                        <a:pt x="75628" y="55054"/>
                        <a:pt x="75724" y="54102"/>
                        <a:pt x="75628" y="52959"/>
                      </a:cubicBezTo>
                      <a:lnTo>
                        <a:pt x="75628" y="50006"/>
                      </a:lnTo>
                      <a:cubicBezTo>
                        <a:pt x="75342" y="49435"/>
                        <a:pt x="74104" y="46577"/>
                        <a:pt x="71914" y="41529"/>
                      </a:cubicBezTo>
                      <a:cubicBezTo>
                        <a:pt x="70580" y="38005"/>
                        <a:pt x="69247" y="35814"/>
                        <a:pt x="68008" y="34862"/>
                      </a:cubicBezTo>
                      <a:lnTo>
                        <a:pt x="68866" y="34385"/>
                      </a:lnTo>
                      <a:cubicBezTo>
                        <a:pt x="67627" y="32861"/>
                        <a:pt x="65913" y="31718"/>
                        <a:pt x="63913" y="31147"/>
                      </a:cubicBezTo>
                      <a:cubicBezTo>
                        <a:pt x="61817" y="30480"/>
                        <a:pt x="59817" y="29813"/>
                        <a:pt x="58102" y="29337"/>
                      </a:cubicBezTo>
                      <a:cubicBezTo>
                        <a:pt x="58102" y="27622"/>
                        <a:pt x="57436" y="26765"/>
                        <a:pt x="56007" y="26765"/>
                      </a:cubicBezTo>
                      <a:cubicBezTo>
                        <a:pt x="53911" y="26765"/>
                        <a:pt x="52578" y="27622"/>
                        <a:pt x="51911" y="29337"/>
                      </a:cubicBezTo>
                      <a:cubicBezTo>
                        <a:pt x="50673" y="29432"/>
                        <a:pt x="49054" y="30099"/>
                        <a:pt x="46958" y="31528"/>
                      </a:cubicBezTo>
                      <a:cubicBezTo>
                        <a:pt x="45053" y="32861"/>
                        <a:pt x="43434" y="33338"/>
                        <a:pt x="42386" y="33147"/>
                      </a:cubicBezTo>
                      <a:cubicBezTo>
                        <a:pt x="40195" y="33814"/>
                        <a:pt x="38671" y="35528"/>
                        <a:pt x="37719" y="38481"/>
                      </a:cubicBezTo>
                      <a:cubicBezTo>
                        <a:pt x="36862" y="41719"/>
                        <a:pt x="35814" y="43720"/>
                        <a:pt x="34671" y="44387"/>
                      </a:cubicBezTo>
                      <a:cubicBezTo>
                        <a:pt x="34766" y="46006"/>
                        <a:pt x="34671" y="48196"/>
                        <a:pt x="34290" y="50863"/>
                      </a:cubicBezTo>
                      <a:cubicBezTo>
                        <a:pt x="33814" y="53626"/>
                        <a:pt x="33718" y="55531"/>
                        <a:pt x="33718" y="56674"/>
                      </a:cubicBezTo>
                      <a:cubicBezTo>
                        <a:pt x="33718" y="58483"/>
                        <a:pt x="34004" y="60103"/>
                        <a:pt x="34671" y="61531"/>
                      </a:cubicBezTo>
                      <a:cubicBezTo>
                        <a:pt x="33433" y="62389"/>
                        <a:pt x="33338" y="64103"/>
                        <a:pt x="34195" y="66675"/>
                      </a:cubicBezTo>
                      <a:cubicBezTo>
                        <a:pt x="34957" y="68866"/>
                        <a:pt x="34385" y="70009"/>
                        <a:pt x="32861" y="70294"/>
                      </a:cubicBezTo>
                      <a:cubicBezTo>
                        <a:pt x="34099" y="75533"/>
                        <a:pt x="34671" y="79438"/>
                        <a:pt x="34671" y="82201"/>
                      </a:cubicBezTo>
                      <a:cubicBezTo>
                        <a:pt x="34671" y="84106"/>
                        <a:pt x="34480" y="86106"/>
                        <a:pt x="34195" y="87916"/>
                      </a:cubicBezTo>
                      <a:cubicBezTo>
                        <a:pt x="34957" y="88583"/>
                        <a:pt x="36385" y="91726"/>
                        <a:pt x="38767" y="97346"/>
                      </a:cubicBezTo>
                      <a:cubicBezTo>
                        <a:pt x="40291" y="101537"/>
                        <a:pt x="43053" y="103346"/>
                        <a:pt x="46672" y="102870"/>
                      </a:cubicBezTo>
                      <a:cubicBezTo>
                        <a:pt x="46958" y="103060"/>
                        <a:pt x="47339" y="102870"/>
                        <a:pt x="47815" y="102394"/>
                      </a:cubicBezTo>
                      <a:cubicBezTo>
                        <a:pt x="48196" y="102013"/>
                        <a:pt x="48577" y="101727"/>
                        <a:pt x="48863" y="101727"/>
                      </a:cubicBezTo>
                      <a:cubicBezTo>
                        <a:pt x="49149" y="101727"/>
                        <a:pt x="49434" y="101917"/>
                        <a:pt x="49816" y="102394"/>
                      </a:cubicBezTo>
                      <a:lnTo>
                        <a:pt x="49149" y="102870"/>
                      </a:lnTo>
                      <a:cubicBezTo>
                        <a:pt x="49149" y="103442"/>
                        <a:pt x="49339" y="103918"/>
                        <a:pt x="49911" y="104299"/>
                      </a:cubicBezTo>
                      <a:lnTo>
                        <a:pt x="51054" y="105442"/>
                      </a:lnTo>
                      <a:cubicBezTo>
                        <a:pt x="51816" y="106394"/>
                        <a:pt x="52768" y="106966"/>
                        <a:pt x="53911" y="106966"/>
                      </a:cubicBezTo>
                      <a:cubicBezTo>
                        <a:pt x="55626" y="106966"/>
                        <a:pt x="56483" y="106299"/>
                        <a:pt x="56578" y="104966"/>
                      </a:cubicBezTo>
                      <a:cubicBezTo>
                        <a:pt x="57340" y="105632"/>
                        <a:pt x="58007" y="105918"/>
                        <a:pt x="58674" y="105918"/>
                      </a:cubicBezTo>
                      <a:cubicBezTo>
                        <a:pt x="59436" y="105918"/>
                        <a:pt x="60103" y="105251"/>
                        <a:pt x="60865" y="103822"/>
                      </a:cubicBezTo>
                      <a:cubicBezTo>
                        <a:pt x="61817" y="102394"/>
                        <a:pt x="62484" y="101727"/>
                        <a:pt x="63055" y="101727"/>
                      </a:cubicBezTo>
                      <a:cubicBezTo>
                        <a:pt x="63722" y="101727"/>
                        <a:pt x="64579" y="102108"/>
                        <a:pt x="65627" y="102870"/>
                      </a:cubicBezTo>
                      <a:cubicBezTo>
                        <a:pt x="65817" y="102489"/>
                        <a:pt x="66770" y="101822"/>
                        <a:pt x="68770" y="100965"/>
                      </a:cubicBezTo>
                      <a:cubicBezTo>
                        <a:pt x="70199" y="100298"/>
                        <a:pt x="71056" y="99346"/>
                        <a:pt x="71056" y="98203"/>
                      </a:cubicBezTo>
                      <a:cubicBezTo>
                        <a:pt x="71056" y="97822"/>
                        <a:pt x="70866" y="97155"/>
                        <a:pt x="70675" y="96583"/>
                      </a:cubicBezTo>
                      <a:cubicBezTo>
                        <a:pt x="72199" y="95821"/>
                        <a:pt x="73057" y="94107"/>
                        <a:pt x="73438" y="91535"/>
                      </a:cubicBezTo>
                      <a:cubicBezTo>
                        <a:pt x="73723" y="88963"/>
                        <a:pt x="74485" y="87344"/>
                        <a:pt x="75533" y="86677"/>
                      </a:cubicBezTo>
                      <a:lnTo>
                        <a:pt x="75533" y="75914"/>
                      </a:lnTo>
                      <a:cubicBezTo>
                        <a:pt x="75724" y="75152"/>
                        <a:pt x="75914" y="74295"/>
                        <a:pt x="75914" y="73342"/>
                      </a:cubicBezTo>
                      <a:cubicBezTo>
                        <a:pt x="75914" y="72390"/>
                        <a:pt x="75724" y="70961"/>
                        <a:pt x="75438" y="69056"/>
                      </a:cubicBezTo>
                      <a:cubicBezTo>
                        <a:pt x="75152" y="67246"/>
                        <a:pt x="74962" y="65913"/>
                        <a:pt x="74962" y="65151"/>
                      </a:cubicBezTo>
                      <a:cubicBezTo>
                        <a:pt x="74962" y="63913"/>
                        <a:pt x="75247" y="62865"/>
                        <a:pt x="75628" y="62008"/>
                      </a:cubicBezTo>
                      <a:cubicBezTo>
                        <a:pt x="75628" y="60769"/>
                        <a:pt x="75819" y="60103"/>
                        <a:pt x="76676" y="59817"/>
                      </a:cubicBezTo>
                      <a:cubicBezTo>
                        <a:pt x="76962" y="59817"/>
                        <a:pt x="77914" y="59912"/>
                        <a:pt x="79438" y="60198"/>
                      </a:cubicBezTo>
                      <a:cubicBezTo>
                        <a:pt x="80581" y="60388"/>
                        <a:pt x="81439" y="60388"/>
                        <a:pt x="82010" y="59912"/>
                      </a:cubicBezTo>
                      <a:cubicBezTo>
                        <a:pt x="82963" y="60960"/>
                        <a:pt x="83439" y="61913"/>
                        <a:pt x="83248" y="62770"/>
                      </a:cubicBezTo>
                      <a:close/>
                      <a:moveTo>
                        <a:pt x="97155" y="53721"/>
                      </a:moveTo>
                      <a:cubicBezTo>
                        <a:pt x="96298" y="53245"/>
                        <a:pt x="95440" y="53150"/>
                        <a:pt x="94583" y="53150"/>
                      </a:cubicBezTo>
                      <a:cubicBezTo>
                        <a:pt x="93916" y="53150"/>
                        <a:pt x="93059" y="53245"/>
                        <a:pt x="92011" y="53530"/>
                      </a:cubicBezTo>
                      <a:cubicBezTo>
                        <a:pt x="90868" y="53816"/>
                        <a:pt x="89725" y="53912"/>
                        <a:pt x="88868" y="53816"/>
                      </a:cubicBezTo>
                      <a:lnTo>
                        <a:pt x="92773" y="56388"/>
                      </a:lnTo>
                      <a:lnTo>
                        <a:pt x="93250" y="53816"/>
                      </a:lnTo>
                      <a:cubicBezTo>
                        <a:pt x="93250" y="53816"/>
                        <a:pt x="94774" y="54197"/>
                        <a:pt x="97250" y="55054"/>
                      </a:cubicBezTo>
                      <a:lnTo>
                        <a:pt x="97250" y="53816"/>
                      </a:lnTo>
                      <a:close/>
                      <a:moveTo>
                        <a:pt x="93154" y="94679"/>
                      </a:moveTo>
                      <a:cubicBezTo>
                        <a:pt x="93154" y="94679"/>
                        <a:pt x="93535" y="94393"/>
                        <a:pt x="93535" y="94393"/>
                      </a:cubicBezTo>
                      <a:cubicBezTo>
                        <a:pt x="93535" y="94297"/>
                        <a:pt x="93345" y="94107"/>
                        <a:pt x="92678" y="93726"/>
                      </a:cubicBezTo>
                      <a:cubicBezTo>
                        <a:pt x="92297" y="93440"/>
                        <a:pt x="92011" y="93250"/>
                        <a:pt x="92011" y="93059"/>
                      </a:cubicBezTo>
                      <a:cubicBezTo>
                        <a:pt x="92011" y="92869"/>
                        <a:pt x="92297" y="92583"/>
                        <a:pt x="92678" y="92202"/>
                      </a:cubicBezTo>
                      <a:cubicBezTo>
                        <a:pt x="92107" y="92012"/>
                        <a:pt x="91535" y="92012"/>
                        <a:pt x="90773" y="92392"/>
                      </a:cubicBezTo>
                      <a:cubicBezTo>
                        <a:pt x="89821" y="93059"/>
                        <a:pt x="89249" y="93345"/>
                        <a:pt x="89154" y="93345"/>
                      </a:cubicBezTo>
                      <a:cubicBezTo>
                        <a:pt x="89440" y="93345"/>
                        <a:pt x="90773" y="93821"/>
                        <a:pt x="93154" y="94679"/>
                      </a:cubicBezTo>
                      <a:close/>
                      <a:moveTo>
                        <a:pt x="97536" y="61436"/>
                      </a:moveTo>
                      <a:lnTo>
                        <a:pt x="99536" y="61436"/>
                      </a:lnTo>
                      <a:cubicBezTo>
                        <a:pt x="98584" y="60865"/>
                        <a:pt x="97822" y="60769"/>
                        <a:pt x="97536" y="61246"/>
                      </a:cubicBezTo>
                      <a:cubicBezTo>
                        <a:pt x="96298" y="60960"/>
                        <a:pt x="94678" y="60484"/>
                        <a:pt x="92488" y="59817"/>
                      </a:cubicBezTo>
                      <a:cubicBezTo>
                        <a:pt x="92297" y="59055"/>
                        <a:pt x="91630" y="58674"/>
                        <a:pt x="90678" y="58674"/>
                      </a:cubicBezTo>
                      <a:cubicBezTo>
                        <a:pt x="91059" y="58864"/>
                        <a:pt x="91726" y="59246"/>
                        <a:pt x="92488" y="59817"/>
                      </a:cubicBezTo>
                      <a:cubicBezTo>
                        <a:pt x="92488" y="60198"/>
                        <a:pt x="92583" y="60865"/>
                        <a:pt x="92583" y="61436"/>
                      </a:cubicBezTo>
                      <a:cubicBezTo>
                        <a:pt x="92583" y="62293"/>
                        <a:pt x="92583" y="62770"/>
                        <a:pt x="92583" y="62865"/>
                      </a:cubicBezTo>
                      <a:cubicBezTo>
                        <a:pt x="92583" y="63246"/>
                        <a:pt x="92869" y="63341"/>
                        <a:pt x="93059" y="63246"/>
                      </a:cubicBezTo>
                      <a:lnTo>
                        <a:pt x="94964" y="61436"/>
                      </a:lnTo>
                      <a:lnTo>
                        <a:pt x="95821" y="61913"/>
                      </a:lnTo>
                      <a:cubicBezTo>
                        <a:pt x="95821" y="61913"/>
                        <a:pt x="95821" y="62770"/>
                        <a:pt x="95440" y="63246"/>
                      </a:cubicBezTo>
                      <a:cubicBezTo>
                        <a:pt x="95059" y="63722"/>
                        <a:pt x="95059" y="64103"/>
                        <a:pt x="95059" y="64484"/>
                      </a:cubicBezTo>
                      <a:cubicBezTo>
                        <a:pt x="96012" y="64675"/>
                        <a:pt x="96679" y="64484"/>
                        <a:pt x="96869" y="63532"/>
                      </a:cubicBezTo>
                      <a:cubicBezTo>
                        <a:pt x="97155" y="62770"/>
                        <a:pt x="97345" y="62008"/>
                        <a:pt x="97536" y="61150"/>
                      </a:cubicBezTo>
                      <a:lnTo>
                        <a:pt x="97536" y="61341"/>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 name="Google Shape;1327;p99"/>
                <p:cNvSpPr/>
                <p:nvPr/>
              </p:nvSpPr>
              <p:spPr>
                <a:xfrm>
                  <a:off x="6794753" y="2272760"/>
                  <a:ext cx="94107" cy="131825"/>
                </a:xfrm>
                <a:custGeom>
                  <a:avLst/>
                  <a:gdLst/>
                  <a:ahLst/>
                  <a:cxnLst/>
                  <a:rect l="l" t="t" r="r" b="b"/>
                  <a:pathLst>
                    <a:path w="94107" h="131825" extrusionOk="0">
                      <a:moveTo>
                        <a:pt x="94107" y="28480"/>
                      </a:moveTo>
                      <a:lnTo>
                        <a:pt x="93726" y="53626"/>
                      </a:lnTo>
                      <a:cubicBezTo>
                        <a:pt x="92393" y="53912"/>
                        <a:pt x="91726" y="55054"/>
                        <a:pt x="91726" y="56864"/>
                      </a:cubicBezTo>
                      <a:cubicBezTo>
                        <a:pt x="91726" y="59246"/>
                        <a:pt x="91535" y="60674"/>
                        <a:pt x="91059" y="61246"/>
                      </a:cubicBezTo>
                      <a:cubicBezTo>
                        <a:pt x="83439" y="70771"/>
                        <a:pt x="75152" y="76962"/>
                        <a:pt x="66008" y="79724"/>
                      </a:cubicBezTo>
                      <a:cubicBezTo>
                        <a:pt x="64484" y="81248"/>
                        <a:pt x="62675" y="81915"/>
                        <a:pt x="60389" y="81915"/>
                      </a:cubicBezTo>
                      <a:cubicBezTo>
                        <a:pt x="59246" y="81915"/>
                        <a:pt x="57531" y="81725"/>
                        <a:pt x="55055" y="81153"/>
                      </a:cubicBezTo>
                      <a:cubicBezTo>
                        <a:pt x="52674" y="80677"/>
                        <a:pt x="50768" y="80486"/>
                        <a:pt x="49530" y="80582"/>
                      </a:cubicBezTo>
                      <a:cubicBezTo>
                        <a:pt x="47816" y="78772"/>
                        <a:pt x="46958" y="76771"/>
                        <a:pt x="46958" y="74581"/>
                      </a:cubicBezTo>
                      <a:cubicBezTo>
                        <a:pt x="46958" y="73819"/>
                        <a:pt x="47625" y="71152"/>
                        <a:pt x="48863" y="66580"/>
                      </a:cubicBezTo>
                      <a:cubicBezTo>
                        <a:pt x="49816" y="63246"/>
                        <a:pt x="49530" y="60388"/>
                        <a:pt x="48292" y="58103"/>
                      </a:cubicBezTo>
                      <a:cubicBezTo>
                        <a:pt x="49340" y="56293"/>
                        <a:pt x="51435" y="55150"/>
                        <a:pt x="54388" y="54864"/>
                      </a:cubicBezTo>
                      <a:cubicBezTo>
                        <a:pt x="54578" y="54007"/>
                        <a:pt x="55341" y="53530"/>
                        <a:pt x="56674" y="53530"/>
                      </a:cubicBezTo>
                      <a:cubicBezTo>
                        <a:pt x="56960" y="53530"/>
                        <a:pt x="57531" y="53530"/>
                        <a:pt x="58293" y="53721"/>
                      </a:cubicBezTo>
                      <a:lnTo>
                        <a:pt x="60008" y="53721"/>
                      </a:lnTo>
                      <a:cubicBezTo>
                        <a:pt x="62199" y="53721"/>
                        <a:pt x="63437" y="52578"/>
                        <a:pt x="63437" y="50483"/>
                      </a:cubicBezTo>
                      <a:cubicBezTo>
                        <a:pt x="67056" y="48768"/>
                        <a:pt x="68866" y="46101"/>
                        <a:pt x="68866" y="42386"/>
                      </a:cubicBezTo>
                      <a:cubicBezTo>
                        <a:pt x="69247" y="38481"/>
                        <a:pt x="68294" y="35338"/>
                        <a:pt x="65913" y="33052"/>
                      </a:cubicBezTo>
                      <a:cubicBezTo>
                        <a:pt x="63437" y="31051"/>
                        <a:pt x="60770" y="29242"/>
                        <a:pt x="58293" y="27337"/>
                      </a:cubicBezTo>
                      <a:cubicBezTo>
                        <a:pt x="57341" y="26575"/>
                        <a:pt x="55912" y="26194"/>
                        <a:pt x="54102" y="26194"/>
                      </a:cubicBezTo>
                      <a:lnTo>
                        <a:pt x="52578" y="26194"/>
                      </a:lnTo>
                      <a:cubicBezTo>
                        <a:pt x="51911" y="26289"/>
                        <a:pt x="51340" y="26289"/>
                        <a:pt x="51149" y="26289"/>
                      </a:cubicBezTo>
                      <a:cubicBezTo>
                        <a:pt x="48387" y="26289"/>
                        <a:pt x="47054" y="24860"/>
                        <a:pt x="47054" y="22098"/>
                      </a:cubicBezTo>
                      <a:cubicBezTo>
                        <a:pt x="47435" y="19907"/>
                        <a:pt x="48578" y="18669"/>
                        <a:pt x="50864" y="18288"/>
                      </a:cubicBezTo>
                      <a:cubicBezTo>
                        <a:pt x="48292" y="17717"/>
                        <a:pt x="46863" y="16192"/>
                        <a:pt x="46863" y="13716"/>
                      </a:cubicBezTo>
                      <a:cubicBezTo>
                        <a:pt x="46863" y="13335"/>
                        <a:pt x="46863" y="12954"/>
                        <a:pt x="47054" y="12573"/>
                      </a:cubicBezTo>
                      <a:cubicBezTo>
                        <a:pt x="47530" y="12192"/>
                        <a:pt x="47816" y="11906"/>
                        <a:pt x="47530" y="11621"/>
                      </a:cubicBezTo>
                      <a:cubicBezTo>
                        <a:pt x="47244" y="10954"/>
                        <a:pt x="46577" y="10763"/>
                        <a:pt x="45816" y="10763"/>
                      </a:cubicBezTo>
                      <a:cubicBezTo>
                        <a:pt x="44672" y="16478"/>
                        <a:pt x="44291" y="19812"/>
                        <a:pt x="44387" y="21050"/>
                      </a:cubicBezTo>
                      <a:cubicBezTo>
                        <a:pt x="44672" y="21526"/>
                        <a:pt x="44768" y="22098"/>
                        <a:pt x="44768" y="22574"/>
                      </a:cubicBezTo>
                      <a:cubicBezTo>
                        <a:pt x="44768" y="24575"/>
                        <a:pt x="43053" y="26194"/>
                        <a:pt x="39529" y="27337"/>
                      </a:cubicBezTo>
                      <a:cubicBezTo>
                        <a:pt x="38576" y="25908"/>
                        <a:pt x="37148" y="25146"/>
                        <a:pt x="35147" y="25146"/>
                      </a:cubicBezTo>
                      <a:cubicBezTo>
                        <a:pt x="35528" y="25146"/>
                        <a:pt x="33528" y="25432"/>
                        <a:pt x="29242" y="26003"/>
                      </a:cubicBezTo>
                      <a:cubicBezTo>
                        <a:pt x="25718" y="28194"/>
                        <a:pt x="24003" y="31242"/>
                        <a:pt x="24003" y="35242"/>
                      </a:cubicBezTo>
                      <a:cubicBezTo>
                        <a:pt x="24003" y="36671"/>
                        <a:pt x="24289" y="38767"/>
                        <a:pt x="24670" y="41529"/>
                      </a:cubicBezTo>
                      <a:cubicBezTo>
                        <a:pt x="25146" y="44291"/>
                        <a:pt x="25432" y="46292"/>
                        <a:pt x="25432" y="47625"/>
                      </a:cubicBezTo>
                      <a:cubicBezTo>
                        <a:pt x="25432" y="48958"/>
                        <a:pt x="25337" y="50101"/>
                        <a:pt x="24956" y="51245"/>
                      </a:cubicBezTo>
                      <a:cubicBezTo>
                        <a:pt x="26289" y="54292"/>
                        <a:pt x="28861" y="56293"/>
                        <a:pt x="32957" y="57245"/>
                      </a:cubicBezTo>
                      <a:cubicBezTo>
                        <a:pt x="34576" y="57721"/>
                        <a:pt x="38100" y="58103"/>
                        <a:pt x="43815" y="58579"/>
                      </a:cubicBezTo>
                      <a:cubicBezTo>
                        <a:pt x="43149" y="60388"/>
                        <a:pt x="42863" y="62484"/>
                        <a:pt x="42863" y="64770"/>
                      </a:cubicBezTo>
                      <a:cubicBezTo>
                        <a:pt x="42863" y="66104"/>
                        <a:pt x="43815" y="70866"/>
                        <a:pt x="45720" y="78867"/>
                      </a:cubicBezTo>
                      <a:cubicBezTo>
                        <a:pt x="45149" y="78296"/>
                        <a:pt x="44768" y="78010"/>
                        <a:pt x="44291" y="78010"/>
                      </a:cubicBezTo>
                      <a:cubicBezTo>
                        <a:pt x="43815" y="78010"/>
                        <a:pt x="43053" y="78581"/>
                        <a:pt x="42291" y="79724"/>
                      </a:cubicBezTo>
                      <a:cubicBezTo>
                        <a:pt x="41529" y="80867"/>
                        <a:pt x="41053" y="81343"/>
                        <a:pt x="40672" y="81534"/>
                      </a:cubicBezTo>
                      <a:cubicBezTo>
                        <a:pt x="40005" y="80486"/>
                        <a:pt x="38291" y="80105"/>
                        <a:pt x="35814" y="80105"/>
                      </a:cubicBezTo>
                      <a:cubicBezTo>
                        <a:pt x="32004" y="80200"/>
                        <a:pt x="30004" y="80200"/>
                        <a:pt x="30004" y="80200"/>
                      </a:cubicBezTo>
                      <a:cubicBezTo>
                        <a:pt x="26099" y="83629"/>
                        <a:pt x="24099" y="88011"/>
                        <a:pt x="24099" y="93726"/>
                      </a:cubicBezTo>
                      <a:cubicBezTo>
                        <a:pt x="24099" y="95155"/>
                        <a:pt x="24289" y="97441"/>
                        <a:pt x="24670" y="100584"/>
                      </a:cubicBezTo>
                      <a:cubicBezTo>
                        <a:pt x="25051" y="103727"/>
                        <a:pt x="25337" y="106108"/>
                        <a:pt x="25337" y="107728"/>
                      </a:cubicBezTo>
                      <a:cubicBezTo>
                        <a:pt x="25337" y="109157"/>
                        <a:pt x="25146" y="110395"/>
                        <a:pt x="25051" y="111633"/>
                      </a:cubicBezTo>
                      <a:cubicBezTo>
                        <a:pt x="26289" y="118777"/>
                        <a:pt x="26766" y="123063"/>
                        <a:pt x="26766" y="124206"/>
                      </a:cubicBezTo>
                      <a:cubicBezTo>
                        <a:pt x="26766" y="126778"/>
                        <a:pt x="26384" y="129159"/>
                        <a:pt x="25432" y="131064"/>
                      </a:cubicBezTo>
                      <a:cubicBezTo>
                        <a:pt x="24384" y="130778"/>
                        <a:pt x="23241" y="130683"/>
                        <a:pt x="21908" y="130683"/>
                      </a:cubicBezTo>
                      <a:cubicBezTo>
                        <a:pt x="20479" y="130683"/>
                        <a:pt x="18288" y="130874"/>
                        <a:pt x="15335" y="131254"/>
                      </a:cubicBezTo>
                      <a:cubicBezTo>
                        <a:pt x="12383" y="131635"/>
                        <a:pt x="10383" y="131826"/>
                        <a:pt x="9144" y="131826"/>
                      </a:cubicBezTo>
                      <a:cubicBezTo>
                        <a:pt x="5239" y="131826"/>
                        <a:pt x="2572" y="130588"/>
                        <a:pt x="762" y="127921"/>
                      </a:cubicBezTo>
                      <a:cubicBezTo>
                        <a:pt x="191" y="126301"/>
                        <a:pt x="0" y="124587"/>
                        <a:pt x="0" y="123063"/>
                      </a:cubicBezTo>
                      <a:cubicBezTo>
                        <a:pt x="0" y="121539"/>
                        <a:pt x="286" y="119158"/>
                        <a:pt x="953" y="116396"/>
                      </a:cubicBezTo>
                      <a:cubicBezTo>
                        <a:pt x="1524" y="113538"/>
                        <a:pt x="2000" y="111442"/>
                        <a:pt x="2000" y="109918"/>
                      </a:cubicBezTo>
                      <a:cubicBezTo>
                        <a:pt x="2000" y="108966"/>
                        <a:pt x="1810" y="108013"/>
                        <a:pt x="1619" y="107156"/>
                      </a:cubicBezTo>
                      <a:cubicBezTo>
                        <a:pt x="2477" y="106871"/>
                        <a:pt x="2858" y="106394"/>
                        <a:pt x="2858" y="105823"/>
                      </a:cubicBezTo>
                      <a:cubicBezTo>
                        <a:pt x="2858" y="105442"/>
                        <a:pt x="2667" y="104870"/>
                        <a:pt x="2191" y="104013"/>
                      </a:cubicBezTo>
                      <a:cubicBezTo>
                        <a:pt x="1810" y="103156"/>
                        <a:pt x="1619" y="102489"/>
                        <a:pt x="1715" y="102013"/>
                      </a:cubicBezTo>
                      <a:cubicBezTo>
                        <a:pt x="2572" y="98584"/>
                        <a:pt x="2953" y="94107"/>
                        <a:pt x="2953" y="88678"/>
                      </a:cubicBezTo>
                      <a:cubicBezTo>
                        <a:pt x="2953" y="86487"/>
                        <a:pt x="2858" y="83153"/>
                        <a:pt x="2667" y="78581"/>
                      </a:cubicBezTo>
                      <a:cubicBezTo>
                        <a:pt x="2477" y="74009"/>
                        <a:pt x="2381" y="70580"/>
                        <a:pt x="2381" y="68294"/>
                      </a:cubicBezTo>
                      <a:cubicBezTo>
                        <a:pt x="2381" y="62770"/>
                        <a:pt x="2858" y="58103"/>
                        <a:pt x="3524" y="54292"/>
                      </a:cubicBezTo>
                      <a:lnTo>
                        <a:pt x="1715" y="49911"/>
                      </a:lnTo>
                      <a:cubicBezTo>
                        <a:pt x="3715" y="48958"/>
                        <a:pt x="6287" y="49149"/>
                        <a:pt x="9239" y="50387"/>
                      </a:cubicBezTo>
                      <a:cubicBezTo>
                        <a:pt x="9239" y="49339"/>
                        <a:pt x="9716" y="48768"/>
                        <a:pt x="10383" y="48768"/>
                      </a:cubicBezTo>
                      <a:cubicBezTo>
                        <a:pt x="10668" y="48768"/>
                        <a:pt x="11240" y="48958"/>
                        <a:pt x="12002" y="49339"/>
                      </a:cubicBezTo>
                      <a:cubicBezTo>
                        <a:pt x="12668" y="49721"/>
                        <a:pt x="13240" y="49911"/>
                        <a:pt x="13526" y="49911"/>
                      </a:cubicBezTo>
                      <a:lnTo>
                        <a:pt x="14288" y="50387"/>
                      </a:lnTo>
                      <a:cubicBezTo>
                        <a:pt x="14288" y="50387"/>
                        <a:pt x="14764" y="49721"/>
                        <a:pt x="14764" y="48673"/>
                      </a:cubicBezTo>
                      <a:cubicBezTo>
                        <a:pt x="14669" y="48196"/>
                        <a:pt x="14002" y="48006"/>
                        <a:pt x="12954" y="48006"/>
                      </a:cubicBezTo>
                      <a:cubicBezTo>
                        <a:pt x="12954" y="46958"/>
                        <a:pt x="12859" y="46292"/>
                        <a:pt x="12287" y="46196"/>
                      </a:cubicBezTo>
                      <a:cubicBezTo>
                        <a:pt x="12097" y="46196"/>
                        <a:pt x="11525" y="46196"/>
                        <a:pt x="10573" y="46292"/>
                      </a:cubicBezTo>
                      <a:cubicBezTo>
                        <a:pt x="9811" y="46482"/>
                        <a:pt x="9335" y="46292"/>
                        <a:pt x="9144" y="46006"/>
                      </a:cubicBezTo>
                      <a:lnTo>
                        <a:pt x="8382" y="48006"/>
                      </a:lnTo>
                      <a:lnTo>
                        <a:pt x="2096" y="46672"/>
                      </a:lnTo>
                      <a:cubicBezTo>
                        <a:pt x="2381" y="45625"/>
                        <a:pt x="2762" y="44482"/>
                        <a:pt x="3143" y="43148"/>
                      </a:cubicBezTo>
                      <a:cubicBezTo>
                        <a:pt x="3429" y="41910"/>
                        <a:pt x="4191" y="41148"/>
                        <a:pt x="5239" y="40958"/>
                      </a:cubicBezTo>
                      <a:cubicBezTo>
                        <a:pt x="3715" y="41148"/>
                        <a:pt x="2953" y="40672"/>
                        <a:pt x="2953" y="39433"/>
                      </a:cubicBezTo>
                      <a:cubicBezTo>
                        <a:pt x="2953" y="39243"/>
                        <a:pt x="2953" y="38671"/>
                        <a:pt x="3143" y="38005"/>
                      </a:cubicBezTo>
                      <a:cubicBezTo>
                        <a:pt x="3143" y="37243"/>
                        <a:pt x="3239" y="36671"/>
                        <a:pt x="3239" y="36385"/>
                      </a:cubicBezTo>
                      <a:cubicBezTo>
                        <a:pt x="3239" y="35242"/>
                        <a:pt x="2858" y="34480"/>
                        <a:pt x="2096" y="34100"/>
                      </a:cubicBezTo>
                      <a:cubicBezTo>
                        <a:pt x="2572" y="33338"/>
                        <a:pt x="2762" y="32480"/>
                        <a:pt x="2762" y="31433"/>
                      </a:cubicBezTo>
                      <a:cubicBezTo>
                        <a:pt x="2762" y="29432"/>
                        <a:pt x="2000" y="28099"/>
                        <a:pt x="286" y="27242"/>
                      </a:cubicBezTo>
                      <a:cubicBezTo>
                        <a:pt x="2000" y="25717"/>
                        <a:pt x="2858" y="23527"/>
                        <a:pt x="2858" y="20860"/>
                      </a:cubicBezTo>
                      <a:cubicBezTo>
                        <a:pt x="2858" y="19907"/>
                        <a:pt x="2762" y="18288"/>
                        <a:pt x="2381" y="16097"/>
                      </a:cubicBezTo>
                      <a:cubicBezTo>
                        <a:pt x="2096" y="14002"/>
                        <a:pt x="2000" y="12287"/>
                        <a:pt x="2000" y="11239"/>
                      </a:cubicBezTo>
                      <a:cubicBezTo>
                        <a:pt x="2000" y="8954"/>
                        <a:pt x="2381" y="7049"/>
                        <a:pt x="3334" y="5239"/>
                      </a:cubicBezTo>
                      <a:lnTo>
                        <a:pt x="1524" y="3905"/>
                      </a:lnTo>
                      <a:cubicBezTo>
                        <a:pt x="2191" y="4000"/>
                        <a:pt x="3334" y="3810"/>
                        <a:pt x="4858" y="3238"/>
                      </a:cubicBezTo>
                      <a:cubicBezTo>
                        <a:pt x="6477" y="2762"/>
                        <a:pt x="7620" y="2476"/>
                        <a:pt x="8382" y="2476"/>
                      </a:cubicBezTo>
                      <a:cubicBezTo>
                        <a:pt x="9144" y="2476"/>
                        <a:pt x="9811" y="2762"/>
                        <a:pt x="10287" y="3143"/>
                      </a:cubicBezTo>
                      <a:cubicBezTo>
                        <a:pt x="11049" y="2762"/>
                        <a:pt x="12097" y="2476"/>
                        <a:pt x="13526" y="2476"/>
                      </a:cubicBezTo>
                      <a:cubicBezTo>
                        <a:pt x="14002" y="2476"/>
                        <a:pt x="14669" y="2476"/>
                        <a:pt x="15526" y="2667"/>
                      </a:cubicBezTo>
                      <a:lnTo>
                        <a:pt x="17621" y="2667"/>
                      </a:lnTo>
                      <a:cubicBezTo>
                        <a:pt x="19717" y="2667"/>
                        <a:pt x="21050" y="2096"/>
                        <a:pt x="21812" y="857"/>
                      </a:cubicBezTo>
                      <a:cubicBezTo>
                        <a:pt x="21812" y="1048"/>
                        <a:pt x="21527" y="1429"/>
                        <a:pt x="21146" y="1810"/>
                      </a:cubicBezTo>
                      <a:cubicBezTo>
                        <a:pt x="20765" y="2286"/>
                        <a:pt x="20479" y="2572"/>
                        <a:pt x="20479" y="2667"/>
                      </a:cubicBezTo>
                      <a:cubicBezTo>
                        <a:pt x="20003" y="2762"/>
                        <a:pt x="21717" y="2858"/>
                        <a:pt x="25718" y="2858"/>
                      </a:cubicBezTo>
                      <a:cubicBezTo>
                        <a:pt x="27527" y="2858"/>
                        <a:pt x="28956" y="1905"/>
                        <a:pt x="30004" y="95"/>
                      </a:cubicBezTo>
                      <a:lnTo>
                        <a:pt x="41243" y="2191"/>
                      </a:lnTo>
                      <a:cubicBezTo>
                        <a:pt x="41243" y="2191"/>
                        <a:pt x="41815" y="2953"/>
                        <a:pt x="42577" y="3143"/>
                      </a:cubicBezTo>
                      <a:lnTo>
                        <a:pt x="44387" y="3143"/>
                      </a:lnTo>
                      <a:cubicBezTo>
                        <a:pt x="44387" y="5334"/>
                        <a:pt x="44768" y="6667"/>
                        <a:pt x="45816" y="7049"/>
                      </a:cubicBezTo>
                      <a:cubicBezTo>
                        <a:pt x="46768" y="7049"/>
                        <a:pt x="47530" y="6191"/>
                        <a:pt x="47911" y="4477"/>
                      </a:cubicBezTo>
                      <a:cubicBezTo>
                        <a:pt x="48292" y="2762"/>
                        <a:pt x="49054" y="1714"/>
                        <a:pt x="50292" y="1333"/>
                      </a:cubicBezTo>
                      <a:cubicBezTo>
                        <a:pt x="51721" y="476"/>
                        <a:pt x="53054" y="0"/>
                        <a:pt x="54388" y="0"/>
                      </a:cubicBezTo>
                      <a:cubicBezTo>
                        <a:pt x="55912" y="0"/>
                        <a:pt x="57817" y="953"/>
                        <a:pt x="60198" y="2762"/>
                      </a:cubicBezTo>
                      <a:cubicBezTo>
                        <a:pt x="62579" y="4477"/>
                        <a:pt x="64580" y="5429"/>
                        <a:pt x="66104" y="5429"/>
                      </a:cubicBezTo>
                      <a:cubicBezTo>
                        <a:pt x="67247" y="5429"/>
                        <a:pt x="68390" y="5048"/>
                        <a:pt x="69628" y="4477"/>
                      </a:cubicBezTo>
                      <a:cubicBezTo>
                        <a:pt x="72581" y="5525"/>
                        <a:pt x="76200" y="7715"/>
                        <a:pt x="80867" y="10763"/>
                      </a:cubicBezTo>
                      <a:cubicBezTo>
                        <a:pt x="83725" y="12001"/>
                        <a:pt x="86392" y="14859"/>
                        <a:pt x="88773" y="19336"/>
                      </a:cubicBezTo>
                      <a:cubicBezTo>
                        <a:pt x="91440" y="24670"/>
                        <a:pt x="93250" y="27718"/>
                        <a:pt x="93917" y="28480"/>
                      </a:cubicBezTo>
                      <a:close/>
                      <a:moveTo>
                        <a:pt x="14478" y="46768"/>
                      </a:moveTo>
                      <a:lnTo>
                        <a:pt x="17526" y="48101"/>
                      </a:lnTo>
                      <a:lnTo>
                        <a:pt x="16669" y="47434"/>
                      </a:lnTo>
                      <a:lnTo>
                        <a:pt x="14478" y="46768"/>
                      </a:lnTo>
                      <a:close/>
                      <a:moveTo>
                        <a:pt x="59817" y="93345"/>
                      </a:moveTo>
                      <a:lnTo>
                        <a:pt x="59150" y="88487"/>
                      </a:lnTo>
                      <a:cubicBezTo>
                        <a:pt x="60198" y="90583"/>
                        <a:pt x="60674" y="92107"/>
                        <a:pt x="60484" y="92869"/>
                      </a:cubicBezTo>
                      <a:lnTo>
                        <a:pt x="59817" y="93345"/>
                      </a:lnTo>
                      <a:close/>
                      <a:moveTo>
                        <a:pt x="89345" y="75914"/>
                      </a:moveTo>
                      <a:lnTo>
                        <a:pt x="89345" y="70771"/>
                      </a:lnTo>
                      <a:lnTo>
                        <a:pt x="90107" y="70771"/>
                      </a:lnTo>
                      <a:lnTo>
                        <a:pt x="90107" y="75914"/>
                      </a:lnTo>
                      <a:lnTo>
                        <a:pt x="89345" y="75914"/>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28" name="Google Shape;1328;p99"/>
              <p:cNvGrpSpPr/>
              <p:nvPr/>
            </p:nvGrpSpPr>
            <p:grpSpPr>
              <a:xfrm>
                <a:off x="9098083" y="3979831"/>
                <a:ext cx="1177099" cy="165163"/>
                <a:chOff x="3844765" y="1697926"/>
                <a:chExt cx="1177099" cy="165163"/>
              </a:xfrm>
            </p:grpSpPr>
            <p:sp>
              <p:nvSpPr>
                <p:cNvPr id="1329" name="Google Shape;1329;p99"/>
                <p:cNvSpPr/>
                <p:nvPr/>
              </p:nvSpPr>
              <p:spPr>
                <a:xfrm>
                  <a:off x="3844765" y="1722881"/>
                  <a:ext cx="111347" cy="140208"/>
                </a:xfrm>
                <a:custGeom>
                  <a:avLst/>
                  <a:gdLst/>
                  <a:ahLst/>
                  <a:cxnLst/>
                  <a:rect l="l" t="t" r="r" b="b"/>
                  <a:pathLst>
                    <a:path w="111347" h="140208" extrusionOk="0">
                      <a:moveTo>
                        <a:pt x="2096" y="140208"/>
                      </a:moveTo>
                      <a:lnTo>
                        <a:pt x="0" y="138875"/>
                      </a:lnTo>
                      <a:lnTo>
                        <a:pt x="2096" y="139351"/>
                      </a:lnTo>
                      <a:lnTo>
                        <a:pt x="2096" y="140208"/>
                      </a:lnTo>
                      <a:close/>
                      <a:moveTo>
                        <a:pt x="108585" y="54007"/>
                      </a:moveTo>
                      <a:cubicBezTo>
                        <a:pt x="108299" y="55245"/>
                        <a:pt x="108585" y="56483"/>
                        <a:pt x="109538" y="57817"/>
                      </a:cubicBezTo>
                      <a:cubicBezTo>
                        <a:pt x="110490" y="59150"/>
                        <a:pt x="111062" y="60008"/>
                        <a:pt x="111062" y="60389"/>
                      </a:cubicBezTo>
                      <a:cubicBezTo>
                        <a:pt x="111062" y="61151"/>
                        <a:pt x="110585" y="62008"/>
                        <a:pt x="109633" y="62960"/>
                      </a:cubicBezTo>
                      <a:cubicBezTo>
                        <a:pt x="110204" y="67342"/>
                        <a:pt x="110490" y="72009"/>
                        <a:pt x="110490" y="77057"/>
                      </a:cubicBezTo>
                      <a:cubicBezTo>
                        <a:pt x="110490" y="82106"/>
                        <a:pt x="110204" y="86773"/>
                        <a:pt x="109633" y="91345"/>
                      </a:cubicBezTo>
                      <a:cubicBezTo>
                        <a:pt x="107442" y="92011"/>
                        <a:pt x="106299" y="93059"/>
                        <a:pt x="106299" y="94488"/>
                      </a:cubicBezTo>
                      <a:cubicBezTo>
                        <a:pt x="106299" y="94964"/>
                        <a:pt x="106490" y="95631"/>
                        <a:pt x="106775" y="96774"/>
                      </a:cubicBezTo>
                      <a:cubicBezTo>
                        <a:pt x="107156" y="97917"/>
                        <a:pt x="107347" y="98774"/>
                        <a:pt x="107347" y="99441"/>
                      </a:cubicBezTo>
                      <a:cubicBezTo>
                        <a:pt x="107347" y="100013"/>
                        <a:pt x="107252" y="100489"/>
                        <a:pt x="106966" y="100965"/>
                      </a:cubicBezTo>
                      <a:lnTo>
                        <a:pt x="107728" y="105537"/>
                      </a:lnTo>
                      <a:cubicBezTo>
                        <a:pt x="106204" y="106299"/>
                        <a:pt x="104966" y="107728"/>
                        <a:pt x="104108" y="109823"/>
                      </a:cubicBezTo>
                      <a:cubicBezTo>
                        <a:pt x="103251" y="111919"/>
                        <a:pt x="102394" y="114014"/>
                        <a:pt x="101727" y="115919"/>
                      </a:cubicBezTo>
                      <a:cubicBezTo>
                        <a:pt x="99536" y="116777"/>
                        <a:pt x="95822" y="119253"/>
                        <a:pt x="90678" y="123158"/>
                      </a:cubicBezTo>
                      <a:lnTo>
                        <a:pt x="92583" y="124968"/>
                      </a:lnTo>
                      <a:cubicBezTo>
                        <a:pt x="86106" y="125159"/>
                        <a:pt x="81439" y="126682"/>
                        <a:pt x="78486" y="129445"/>
                      </a:cubicBezTo>
                      <a:cubicBezTo>
                        <a:pt x="78010" y="129445"/>
                        <a:pt x="77533" y="129254"/>
                        <a:pt x="77057" y="129254"/>
                      </a:cubicBezTo>
                      <a:cubicBezTo>
                        <a:pt x="76010" y="129254"/>
                        <a:pt x="75057" y="129635"/>
                        <a:pt x="74200" y="130493"/>
                      </a:cubicBezTo>
                      <a:cubicBezTo>
                        <a:pt x="73343" y="131255"/>
                        <a:pt x="72962" y="132207"/>
                        <a:pt x="73057" y="133160"/>
                      </a:cubicBezTo>
                      <a:cubicBezTo>
                        <a:pt x="71533" y="132302"/>
                        <a:pt x="69818" y="131826"/>
                        <a:pt x="67913" y="131826"/>
                      </a:cubicBezTo>
                      <a:lnTo>
                        <a:pt x="62294" y="131826"/>
                      </a:lnTo>
                      <a:cubicBezTo>
                        <a:pt x="62579" y="131064"/>
                        <a:pt x="62103" y="130493"/>
                        <a:pt x="61151" y="130016"/>
                      </a:cubicBezTo>
                      <a:cubicBezTo>
                        <a:pt x="60103" y="129635"/>
                        <a:pt x="59627" y="129064"/>
                        <a:pt x="59436" y="128492"/>
                      </a:cubicBezTo>
                      <a:cubicBezTo>
                        <a:pt x="58007" y="130588"/>
                        <a:pt x="56007" y="131731"/>
                        <a:pt x="53340" y="131921"/>
                      </a:cubicBezTo>
                      <a:cubicBezTo>
                        <a:pt x="52864" y="132017"/>
                        <a:pt x="50578" y="131921"/>
                        <a:pt x="46482" y="131731"/>
                      </a:cubicBezTo>
                      <a:cubicBezTo>
                        <a:pt x="43529" y="130588"/>
                        <a:pt x="40577" y="129540"/>
                        <a:pt x="37529" y="128302"/>
                      </a:cubicBezTo>
                      <a:cubicBezTo>
                        <a:pt x="34004" y="126873"/>
                        <a:pt x="31337" y="125254"/>
                        <a:pt x="29432" y="123539"/>
                      </a:cubicBezTo>
                      <a:cubicBezTo>
                        <a:pt x="28766" y="124301"/>
                        <a:pt x="27242" y="124111"/>
                        <a:pt x="25051" y="123063"/>
                      </a:cubicBezTo>
                      <a:cubicBezTo>
                        <a:pt x="22193" y="119825"/>
                        <a:pt x="19336" y="116491"/>
                        <a:pt x="16383" y="113062"/>
                      </a:cubicBezTo>
                      <a:cubicBezTo>
                        <a:pt x="13335" y="109156"/>
                        <a:pt x="11621" y="105442"/>
                        <a:pt x="11240" y="102108"/>
                      </a:cubicBezTo>
                      <a:cubicBezTo>
                        <a:pt x="9620" y="100203"/>
                        <a:pt x="8858" y="97536"/>
                        <a:pt x="8954" y="94107"/>
                      </a:cubicBezTo>
                      <a:cubicBezTo>
                        <a:pt x="9049" y="88964"/>
                        <a:pt x="9049" y="86106"/>
                        <a:pt x="8954" y="85535"/>
                      </a:cubicBezTo>
                      <a:cubicBezTo>
                        <a:pt x="8858" y="84773"/>
                        <a:pt x="8763" y="83915"/>
                        <a:pt x="8763" y="83058"/>
                      </a:cubicBezTo>
                      <a:cubicBezTo>
                        <a:pt x="8763" y="81820"/>
                        <a:pt x="8954" y="80010"/>
                        <a:pt x="9239" y="77533"/>
                      </a:cubicBezTo>
                      <a:cubicBezTo>
                        <a:pt x="9620" y="75057"/>
                        <a:pt x="9811" y="73152"/>
                        <a:pt x="9811" y="71914"/>
                      </a:cubicBezTo>
                      <a:cubicBezTo>
                        <a:pt x="9811" y="69628"/>
                        <a:pt x="9335" y="67628"/>
                        <a:pt x="8382" y="66008"/>
                      </a:cubicBezTo>
                      <a:cubicBezTo>
                        <a:pt x="9525" y="65627"/>
                        <a:pt x="9906" y="64770"/>
                        <a:pt x="9335" y="63532"/>
                      </a:cubicBezTo>
                      <a:cubicBezTo>
                        <a:pt x="8763" y="62294"/>
                        <a:pt x="8954" y="61436"/>
                        <a:pt x="9811" y="60865"/>
                      </a:cubicBezTo>
                      <a:cubicBezTo>
                        <a:pt x="9049" y="55531"/>
                        <a:pt x="8763" y="51054"/>
                        <a:pt x="8763" y="47435"/>
                      </a:cubicBezTo>
                      <a:cubicBezTo>
                        <a:pt x="8763" y="40958"/>
                        <a:pt x="9811" y="35528"/>
                        <a:pt x="11716" y="31052"/>
                      </a:cubicBezTo>
                      <a:cubicBezTo>
                        <a:pt x="12668" y="27337"/>
                        <a:pt x="13430" y="24860"/>
                        <a:pt x="14002" y="23622"/>
                      </a:cubicBezTo>
                      <a:cubicBezTo>
                        <a:pt x="15431" y="21050"/>
                        <a:pt x="17431" y="19431"/>
                        <a:pt x="20003" y="18860"/>
                      </a:cubicBezTo>
                      <a:cubicBezTo>
                        <a:pt x="21527" y="15050"/>
                        <a:pt x="24956" y="11716"/>
                        <a:pt x="30290" y="8858"/>
                      </a:cubicBezTo>
                      <a:lnTo>
                        <a:pt x="29432" y="8382"/>
                      </a:lnTo>
                      <a:cubicBezTo>
                        <a:pt x="31052" y="8096"/>
                        <a:pt x="33433" y="6858"/>
                        <a:pt x="36481" y="4763"/>
                      </a:cubicBezTo>
                      <a:cubicBezTo>
                        <a:pt x="39053" y="3048"/>
                        <a:pt x="41529" y="2286"/>
                        <a:pt x="43910" y="2477"/>
                      </a:cubicBezTo>
                      <a:cubicBezTo>
                        <a:pt x="43910" y="857"/>
                        <a:pt x="44672" y="0"/>
                        <a:pt x="46006" y="0"/>
                      </a:cubicBezTo>
                      <a:cubicBezTo>
                        <a:pt x="46482" y="0"/>
                        <a:pt x="47339" y="191"/>
                        <a:pt x="48673" y="476"/>
                      </a:cubicBezTo>
                      <a:cubicBezTo>
                        <a:pt x="50006" y="762"/>
                        <a:pt x="50864" y="857"/>
                        <a:pt x="51340" y="667"/>
                      </a:cubicBezTo>
                      <a:cubicBezTo>
                        <a:pt x="53245" y="3239"/>
                        <a:pt x="55721" y="4381"/>
                        <a:pt x="58769" y="4381"/>
                      </a:cubicBezTo>
                      <a:cubicBezTo>
                        <a:pt x="60198" y="4381"/>
                        <a:pt x="62484" y="4001"/>
                        <a:pt x="65818" y="3048"/>
                      </a:cubicBezTo>
                      <a:cubicBezTo>
                        <a:pt x="68294" y="3715"/>
                        <a:pt x="71438" y="3715"/>
                        <a:pt x="75152" y="3048"/>
                      </a:cubicBezTo>
                      <a:lnTo>
                        <a:pt x="75152" y="3715"/>
                      </a:lnTo>
                      <a:cubicBezTo>
                        <a:pt x="76200" y="3334"/>
                        <a:pt x="77248" y="3048"/>
                        <a:pt x="78296" y="3048"/>
                      </a:cubicBezTo>
                      <a:cubicBezTo>
                        <a:pt x="79820" y="3048"/>
                        <a:pt x="81725" y="3905"/>
                        <a:pt x="84106" y="5715"/>
                      </a:cubicBezTo>
                      <a:cubicBezTo>
                        <a:pt x="86487" y="7525"/>
                        <a:pt x="88487" y="8573"/>
                        <a:pt x="90297" y="8763"/>
                      </a:cubicBezTo>
                      <a:cubicBezTo>
                        <a:pt x="90773" y="10478"/>
                        <a:pt x="92297" y="12287"/>
                        <a:pt x="94774" y="14002"/>
                      </a:cubicBezTo>
                      <a:cubicBezTo>
                        <a:pt x="97346" y="15812"/>
                        <a:pt x="98774" y="17050"/>
                        <a:pt x="99155" y="17812"/>
                      </a:cubicBezTo>
                      <a:cubicBezTo>
                        <a:pt x="100870" y="17812"/>
                        <a:pt x="101918" y="18955"/>
                        <a:pt x="102299" y="21241"/>
                      </a:cubicBezTo>
                      <a:cubicBezTo>
                        <a:pt x="102679" y="23527"/>
                        <a:pt x="103632" y="24670"/>
                        <a:pt x="105251" y="24670"/>
                      </a:cubicBezTo>
                      <a:cubicBezTo>
                        <a:pt x="106585" y="26099"/>
                        <a:pt x="107156" y="28099"/>
                        <a:pt x="107156" y="30766"/>
                      </a:cubicBezTo>
                      <a:lnTo>
                        <a:pt x="107156" y="33052"/>
                      </a:lnTo>
                      <a:cubicBezTo>
                        <a:pt x="107061" y="34195"/>
                        <a:pt x="106966" y="34862"/>
                        <a:pt x="106966" y="35338"/>
                      </a:cubicBezTo>
                      <a:cubicBezTo>
                        <a:pt x="106966" y="38576"/>
                        <a:pt x="108204" y="40862"/>
                        <a:pt x="110681" y="42291"/>
                      </a:cubicBezTo>
                      <a:cubicBezTo>
                        <a:pt x="110204" y="43053"/>
                        <a:pt x="110014" y="43910"/>
                        <a:pt x="110014" y="44863"/>
                      </a:cubicBezTo>
                      <a:cubicBezTo>
                        <a:pt x="110014" y="45720"/>
                        <a:pt x="110204" y="46863"/>
                        <a:pt x="110681" y="48292"/>
                      </a:cubicBezTo>
                      <a:cubicBezTo>
                        <a:pt x="111157" y="49721"/>
                        <a:pt x="111347" y="50673"/>
                        <a:pt x="111347" y="51245"/>
                      </a:cubicBezTo>
                      <a:cubicBezTo>
                        <a:pt x="111347" y="52578"/>
                        <a:pt x="110490" y="53340"/>
                        <a:pt x="108680" y="53721"/>
                      </a:cubicBezTo>
                      <a:close/>
                      <a:moveTo>
                        <a:pt x="90107" y="62960"/>
                      </a:moveTo>
                      <a:cubicBezTo>
                        <a:pt x="90678" y="62960"/>
                        <a:pt x="93345" y="63722"/>
                        <a:pt x="98203" y="65246"/>
                      </a:cubicBezTo>
                      <a:lnTo>
                        <a:pt x="98203" y="61627"/>
                      </a:lnTo>
                      <a:cubicBezTo>
                        <a:pt x="94298" y="60293"/>
                        <a:pt x="92583" y="59627"/>
                        <a:pt x="92964" y="59627"/>
                      </a:cubicBezTo>
                      <a:cubicBezTo>
                        <a:pt x="92107" y="59627"/>
                        <a:pt x="91821" y="60293"/>
                        <a:pt x="92107" y="61627"/>
                      </a:cubicBezTo>
                      <a:lnTo>
                        <a:pt x="90202" y="59627"/>
                      </a:lnTo>
                      <a:lnTo>
                        <a:pt x="89345" y="60103"/>
                      </a:lnTo>
                      <a:cubicBezTo>
                        <a:pt x="88487" y="58960"/>
                        <a:pt x="87344" y="58007"/>
                        <a:pt x="85820" y="57341"/>
                      </a:cubicBezTo>
                      <a:cubicBezTo>
                        <a:pt x="83249" y="56483"/>
                        <a:pt x="81725" y="55912"/>
                        <a:pt x="81439" y="55721"/>
                      </a:cubicBezTo>
                      <a:cubicBezTo>
                        <a:pt x="81915" y="55150"/>
                        <a:pt x="82106" y="54293"/>
                        <a:pt x="81915" y="53150"/>
                      </a:cubicBezTo>
                      <a:lnTo>
                        <a:pt x="81915" y="50197"/>
                      </a:lnTo>
                      <a:cubicBezTo>
                        <a:pt x="81534" y="49625"/>
                        <a:pt x="80201" y="46768"/>
                        <a:pt x="77819" y="41624"/>
                      </a:cubicBezTo>
                      <a:cubicBezTo>
                        <a:pt x="76295" y="38100"/>
                        <a:pt x="74867" y="35909"/>
                        <a:pt x="73628" y="34862"/>
                      </a:cubicBezTo>
                      <a:lnTo>
                        <a:pt x="74486" y="34385"/>
                      </a:lnTo>
                      <a:cubicBezTo>
                        <a:pt x="73247" y="32861"/>
                        <a:pt x="71438" y="31814"/>
                        <a:pt x="69247" y="31147"/>
                      </a:cubicBezTo>
                      <a:cubicBezTo>
                        <a:pt x="67056" y="30480"/>
                        <a:pt x="64865" y="29908"/>
                        <a:pt x="62865" y="29337"/>
                      </a:cubicBezTo>
                      <a:cubicBezTo>
                        <a:pt x="62960" y="27623"/>
                        <a:pt x="62198" y="26765"/>
                        <a:pt x="60579" y="26765"/>
                      </a:cubicBezTo>
                      <a:cubicBezTo>
                        <a:pt x="58293" y="26765"/>
                        <a:pt x="56864" y="27623"/>
                        <a:pt x="56102" y="29337"/>
                      </a:cubicBezTo>
                      <a:cubicBezTo>
                        <a:pt x="54864" y="29432"/>
                        <a:pt x="53054" y="30194"/>
                        <a:pt x="50959" y="31433"/>
                      </a:cubicBezTo>
                      <a:cubicBezTo>
                        <a:pt x="48768" y="32766"/>
                        <a:pt x="47054" y="33242"/>
                        <a:pt x="45911" y="33052"/>
                      </a:cubicBezTo>
                      <a:cubicBezTo>
                        <a:pt x="43529" y="33719"/>
                        <a:pt x="41910" y="35528"/>
                        <a:pt x="40958" y="38481"/>
                      </a:cubicBezTo>
                      <a:cubicBezTo>
                        <a:pt x="40005" y="41815"/>
                        <a:pt x="38862" y="43720"/>
                        <a:pt x="37624" y="44387"/>
                      </a:cubicBezTo>
                      <a:cubicBezTo>
                        <a:pt x="37719" y="46006"/>
                        <a:pt x="37624" y="48197"/>
                        <a:pt x="37243" y="50959"/>
                      </a:cubicBezTo>
                      <a:cubicBezTo>
                        <a:pt x="36862" y="53626"/>
                        <a:pt x="36671" y="55626"/>
                        <a:pt x="36671" y="56674"/>
                      </a:cubicBezTo>
                      <a:cubicBezTo>
                        <a:pt x="36671" y="58483"/>
                        <a:pt x="37052" y="60198"/>
                        <a:pt x="37719" y="61531"/>
                      </a:cubicBezTo>
                      <a:cubicBezTo>
                        <a:pt x="36481" y="62389"/>
                        <a:pt x="36290" y="64199"/>
                        <a:pt x="37243" y="66770"/>
                      </a:cubicBezTo>
                      <a:cubicBezTo>
                        <a:pt x="38100" y="68961"/>
                        <a:pt x="37624" y="70104"/>
                        <a:pt x="35814" y="70390"/>
                      </a:cubicBezTo>
                      <a:cubicBezTo>
                        <a:pt x="37052" y="75629"/>
                        <a:pt x="37719" y="79629"/>
                        <a:pt x="37719" y="82391"/>
                      </a:cubicBezTo>
                      <a:cubicBezTo>
                        <a:pt x="37719" y="84392"/>
                        <a:pt x="37529" y="86297"/>
                        <a:pt x="37243" y="88106"/>
                      </a:cubicBezTo>
                      <a:cubicBezTo>
                        <a:pt x="38100" y="88773"/>
                        <a:pt x="39719" y="91916"/>
                        <a:pt x="42196" y="97631"/>
                      </a:cubicBezTo>
                      <a:cubicBezTo>
                        <a:pt x="44006" y="101822"/>
                        <a:pt x="46863" y="103632"/>
                        <a:pt x="50864" y="103251"/>
                      </a:cubicBezTo>
                      <a:cubicBezTo>
                        <a:pt x="51245" y="103346"/>
                        <a:pt x="51626" y="103251"/>
                        <a:pt x="52102" y="102775"/>
                      </a:cubicBezTo>
                      <a:cubicBezTo>
                        <a:pt x="52578" y="102298"/>
                        <a:pt x="52959" y="102108"/>
                        <a:pt x="53150" y="102108"/>
                      </a:cubicBezTo>
                      <a:cubicBezTo>
                        <a:pt x="53531" y="102108"/>
                        <a:pt x="53912" y="102298"/>
                        <a:pt x="54197" y="102775"/>
                      </a:cubicBezTo>
                      <a:lnTo>
                        <a:pt x="53531" y="103251"/>
                      </a:lnTo>
                      <a:cubicBezTo>
                        <a:pt x="53531" y="103823"/>
                        <a:pt x="53816" y="104299"/>
                        <a:pt x="54388" y="104775"/>
                      </a:cubicBezTo>
                      <a:lnTo>
                        <a:pt x="55626" y="105918"/>
                      </a:lnTo>
                      <a:cubicBezTo>
                        <a:pt x="56388" y="106871"/>
                        <a:pt x="57436" y="107442"/>
                        <a:pt x="58769" y="107442"/>
                      </a:cubicBezTo>
                      <a:cubicBezTo>
                        <a:pt x="60579" y="107442"/>
                        <a:pt x="61532" y="106775"/>
                        <a:pt x="61627" y="105442"/>
                      </a:cubicBezTo>
                      <a:cubicBezTo>
                        <a:pt x="62484" y="106109"/>
                        <a:pt x="63246" y="106394"/>
                        <a:pt x="63913" y="106394"/>
                      </a:cubicBezTo>
                      <a:cubicBezTo>
                        <a:pt x="64579" y="106394"/>
                        <a:pt x="65437" y="105727"/>
                        <a:pt x="66294" y="104299"/>
                      </a:cubicBezTo>
                      <a:cubicBezTo>
                        <a:pt x="67151" y="102870"/>
                        <a:pt x="67913" y="102203"/>
                        <a:pt x="68675" y="102203"/>
                      </a:cubicBezTo>
                      <a:cubicBezTo>
                        <a:pt x="69437" y="102203"/>
                        <a:pt x="70199" y="102584"/>
                        <a:pt x="71342" y="103346"/>
                      </a:cubicBezTo>
                      <a:cubicBezTo>
                        <a:pt x="71628" y="102965"/>
                        <a:pt x="72676" y="102203"/>
                        <a:pt x="74676" y="101346"/>
                      </a:cubicBezTo>
                      <a:cubicBezTo>
                        <a:pt x="76295" y="100679"/>
                        <a:pt x="77153" y="99727"/>
                        <a:pt x="77153" y="98584"/>
                      </a:cubicBezTo>
                      <a:cubicBezTo>
                        <a:pt x="77153" y="98107"/>
                        <a:pt x="77057" y="97631"/>
                        <a:pt x="76772" y="96965"/>
                      </a:cubicBezTo>
                      <a:cubicBezTo>
                        <a:pt x="78391" y="96202"/>
                        <a:pt x="79439" y="94488"/>
                        <a:pt x="79724" y="91916"/>
                      </a:cubicBezTo>
                      <a:cubicBezTo>
                        <a:pt x="80105" y="89344"/>
                        <a:pt x="80867" y="87630"/>
                        <a:pt x="82010" y="86963"/>
                      </a:cubicBezTo>
                      <a:lnTo>
                        <a:pt x="82010" y="76105"/>
                      </a:lnTo>
                      <a:cubicBezTo>
                        <a:pt x="82296" y="75343"/>
                        <a:pt x="82296" y="74486"/>
                        <a:pt x="82296" y="73438"/>
                      </a:cubicBezTo>
                      <a:cubicBezTo>
                        <a:pt x="82296" y="72485"/>
                        <a:pt x="82106" y="71056"/>
                        <a:pt x="81820" y="69152"/>
                      </a:cubicBezTo>
                      <a:cubicBezTo>
                        <a:pt x="81439" y="67247"/>
                        <a:pt x="81248" y="66008"/>
                        <a:pt x="81248" y="65246"/>
                      </a:cubicBezTo>
                      <a:cubicBezTo>
                        <a:pt x="81248" y="64008"/>
                        <a:pt x="81439" y="63056"/>
                        <a:pt x="81915" y="62103"/>
                      </a:cubicBezTo>
                      <a:cubicBezTo>
                        <a:pt x="81820" y="60865"/>
                        <a:pt x="82201" y="60198"/>
                        <a:pt x="82963" y="60008"/>
                      </a:cubicBezTo>
                      <a:cubicBezTo>
                        <a:pt x="83344" y="60008"/>
                        <a:pt x="84296" y="60008"/>
                        <a:pt x="86011" y="60293"/>
                      </a:cubicBezTo>
                      <a:cubicBezTo>
                        <a:pt x="87344" y="60484"/>
                        <a:pt x="88202" y="60484"/>
                        <a:pt x="88868" y="60103"/>
                      </a:cubicBezTo>
                      <a:cubicBezTo>
                        <a:pt x="89916" y="61055"/>
                        <a:pt x="90392" y="62008"/>
                        <a:pt x="90297" y="62865"/>
                      </a:cubicBezTo>
                      <a:close/>
                      <a:moveTo>
                        <a:pt x="105061" y="54007"/>
                      </a:moveTo>
                      <a:cubicBezTo>
                        <a:pt x="104108" y="53531"/>
                        <a:pt x="103156" y="53340"/>
                        <a:pt x="102299" y="53340"/>
                      </a:cubicBezTo>
                      <a:cubicBezTo>
                        <a:pt x="101727" y="53340"/>
                        <a:pt x="100775" y="53435"/>
                        <a:pt x="99441" y="53721"/>
                      </a:cubicBezTo>
                      <a:cubicBezTo>
                        <a:pt x="98203" y="54007"/>
                        <a:pt x="97060" y="54102"/>
                        <a:pt x="96107" y="54007"/>
                      </a:cubicBezTo>
                      <a:lnTo>
                        <a:pt x="100394" y="56579"/>
                      </a:lnTo>
                      <a:lnTo>
                        <a:pt x="100965" y="54007"/>
                      </a:lnTo>
                      <a:cubicBezTo>
                        <a:pt x="100965" y="54007"/>
                        <a:pt x="102584" y="54483"/>
                        <a:pt x="105156" y="55340"/>
                      </a:cubicBezTo>
                      <a:lnTo>
                        <a:pt x="105156" y="54007"/>
                      </a:lnTo>
                      <a:close/>
                      <a:moveTo>
                        <a:pt x="100870" y="95155"/>
                      </a:moveTo>
                      <a:cubicBezTo>
                        <a:pt x="100870" y="95155"/>
                        <a:pt x="101156" y="94964"/>
                        <a:pt x="101156" y="94869"/>
                      </a:cubicBezTo>
                      <a:cubicBezTo>
                        <a:pt x="101156" y="94774"/>
                        <a:pt x="100870" y="94583"/>
                        <a:pt x="100298" y="94298"/>
                      </a:cubicBezTo>
                      <a:cubicBezTo>
                        <a:pt x="99727" y="94012"/>
                        <a:pt x="99441" y="93821"/>
                        <a:pt x="99441" y="93536"/>
                      </a:cubicBezTo>
                      <a:cubicBezTo>
                        <a:pt x="99441" y="93250"/>
                        <a:pt x="99727" y="93059"/>
                        <a:pt x="100298" y="92678"/>
                      </a:cubicBezTo>
                      <a:cubicBezTo>
                        <a:pt x="99536" y="92488"/>
                        <a:pt x="98870" y="92488"/>
                        <a:pt x="98203" y="92869"/>
                      </a:cubicBezTo>
                      <a:cubicBezTo>
                        <a:pt x="97155" y="93536"/>
                        <a:pt x="96583" y="93821"/>
                        <a:pt x="96488" y="93821"/>
                      </a:cubicBezTo>
                      <a:cubicBezTo>
                        <a:pt x="96869" y="93821"/>
                        <a:pt x="98298" y="94298"/>
                        <a:pt x="100870" y="95155"/>
                      </a:cubicBezTo>
                      <a:close/>
                      <a:moveTo>
                        <a:pt x="105632" y="61722"/>
                      </a:moveTo>
                      <a:lnTo>
                        <a:pt x="107728" y="61722"/>
                      </a:lnTo>
                      <a:cubicBezTo>
                        <a:pt x="106680" y="61055"/>
                        <a:pt x="105918" y="61055"/>
                        <a:pt x="105632" y="61531"/>
                      </a:cubicBezTo>
                      <a:cubicBezTo>
                        <a:pt x="104299" y="61246"/>
                        <a:pt x="102489" y="60674"/>
                        <a:pt x="100203" y="60103"/>
                      </a:cubicBezTo>
                      <a:cubicBezTo>
                        <a:pt x="99917" y="59341"/>
                        <a:pt x="99346" y="58960"/>
                        <a:pt x="98203" y="58960"/>
                      </a:cubicBezTo>
                      <a:cubicBezTo>
                        <a:pt x="98679" y="59150"/>
                        <a:pt x="99346" y="59531"/>
                        <a:pt x="100203" y="60103"/>
                      </a:cubicBezTo>
                      <a:cubicBezTo>
                        <a:pt x="100298" y="60484"/>
                        <a:pt x="100394" y="61055"/>
                        <a:pt x="100394" y="61722"/>
                      </a:cubicBezTo>
                      <a:cubicBezTo>
                        <a:pt x="100298" y="62579"/>
                        <a:pt x="100298" y="63056"/>
                        <a:pt x="100394" y="63151"/>
                      </a:cubicBezTo>
                      <a:cubicBezTo>
                        <a:pt x="100394" y="63437"/>
                        <a:pt x="100584" y="63627"/>
                        <a:pt x="100965" y="63437"/>
                      </a:cubicBezTo>
                      <a:lnTo>
                        <a:pt x="102870" y="61627"/>
                      </a:lnTo>
                      <a:lnTo>
                        <a:pt x="103727" y="62103"/>
                      </a:lnTo>
                      <a:cubicBezTo>
                        <a:pt x="103727" y="62103"/>
                        <a:pt x="103727" y="63056"/>
                        <a:pt x="103346" y="63532"/>
                      </a:cubicBezTo>
                      <a:cubicBezTo>
                        <a:pt x="102965" y="64008"/>
                        <a:pt x="102870" y="64389"/>
                        <a:pt x="102870" y="64770"/>
                      </a:cubicBezTo>
                      <a:cubicBezTo>
                        <a:pt x="103918" y="65056"/>
                        <a:pt x="104585" y="64770"/>
                        <a:pt x="104870" y="63913"/>
                      </a:cubicBezTo>
                      <a:cubicBezTo>
                        <a:pt x="105156" y="63151"/>
                        <a:pt x="105442" y="62294"/>
                        <a:pt x="105632" y="61531"/>
                      </a:cubicBezTo>
                      <a:lnTo>
                        <a:pt x="105632" y="61722"/>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 name="Google Shape;1330;p99"/>
                <p:cNvSpPr/>
                <p:nvPr/>
              </p:nvSpPr>
              <p:spPr>
                <a:xfrm>
                  <a:off x="3970591" y="1723548"/>
                  <a:ext cx="101726" cy="132492"/>
                </a:xfrm>
                <a:custGeom>
                  <a:avLst/>
                  <a:gdLst/>
                  <a:ahLst/>
                  <a:cxnLst/>
                  <a:rect l="l" t="t" r="r" b="b"/>
                  <a:pathLst>
                    <a:path w="101726" h="132492" extrusionOk="0">
                      <a:moveTo>
                        <a:pt x="101727" y="28385"/>
                      </a:moveTo>
                      <a:lnTo>
                        <a:pt x="101155" y="53626"/>
                      </a:lnTo>
                      <a:cubicBezTo>
                        <a:pt x="99727" y="54007"/>
                        <a:pt x="99060" y="55055"/>
                        <a:pt x="99060" y="56960"/>
                      </a:cubicBezTo>
                      <a:cubicBezTo>
                        <a:pt x="99060" y="59341"/>
                        <a:pt x="98774" y="60865"/>
                        <a:pt x="98298" y="61436"/>
                      </a:cubicBezTo>
                      <a:cubicBezTo>
                        <a:pt x="90107" y="71057"/>
                        <a:pt x="81058" y="77248"/>
                        <a:pt x="71152" y="79915"/>
                      </a:cubicBezTo>
                      <a:cubicBezTo>
                        <a:pt x="69628" y="81439"/>
                        <a:pt x="67532" y="82201"/>
                        <a:pt x="65151" y="82201"/>
                      </a:cubicBezTo>
                      <a:cubicBezTo>
                        <a:pt x="64008" y="82201"/>
                        <a:pt x="62103" y="81915"/>
                        <a:pt x="59436" y="81439"/>
                      </a:cubicBezTo>
                      <a:cubicBezTo>
                        <a:pt x="56769" y="80963"/>
                        <a:pt x="54864" y="80772"/>
                        <a:pt x="53530" y="80867"/>
                      </a:cubicBezTo>
                      <a:cubicBezTo>
                        <a:pt x="51625" y="79058"/>
                        <a:pt x="50768" y="76962"/>
                        <a:pt x="50768" y="74867"/>
                      </a:cubicBezTo>
                      <a:cubicBezTo>
                        <a:pt x="50768" y="74105"/>
                        <a:pt x="51530" y="71438"/>
                        <a:pt x="52864" y="66866"/>
                      </a:cubicBezTo>
                      <a:cubicBezTo>
                        <a:pt x="53816" y="63437"/>
                        <a:pt x="53530" y="60674"/>
                        <a:pt x="52102" y="58293"/>
                      </a:cubicBezTo>
                      <a:cubicBezTo>
                        <a:pt x="53245" y="56483"/>
                        <a:pt x="55531" y="55340"/>
                        <a:pt x="58769" y="55055"/>
                      </a:cubicBezTo>
                      <a:cubicBezTo>
                        <a:pt x="58960" y="54197"/>
                        <a:pt x="59817" y="53721"/>
                        <a:pt x="61246" y="53721"/>
                      </a:cubicBezTo>
                      <a:cubicBezTo>
                        <a:pt x="61627" y="53721"/>
                        <a:pt x="62198" y="53721"/>
                        <a:pt x="62960" y="53912"/>
                      </a:cubicBezTo>
                      <a:lnTo>
                        <a:pt x="64770" y="53912"/>
                      </a:lnTo>
                      <a:cubicBezTo>
                        <a:pt x="67246" y="53912"/>
                        <a:pt x="68485" y="52864"/>
                        <a:pt x="68485" y="50673"/>
                      </a:cubicBezTo>
                      <a:cubicBezTo>
                        <a:pt x="72485" y="48958"/>
                        <a:pt x="74485" y="46196"/>
                        <a:pt x="74485" y="42482"/>
                      </a:cubicBezTo>
                      <a:cubicBezTo>
                        <a:pt x="74962" y="38576"/>
                        <a:pt x="73914" y="35433"/>
                        <a:pt x="71342" y="33147"/>
                      </a:cubicBezTo>
                      <a:cubicBezTo>
                        <a:pt x="68485" y="31147"/>
                        <a:pt x="65722" y="29242"/>
                        <a:pt x="63055" y="27432"/>
                      </a:cubicBezTo>
                      <a:cubicBezTo>
                        <a:pt x="62008" y="26670"/>
                        <a:pt x="60484" y="26289"/>
                        <a:pt x="58483" y="26289"/>
                      </a:cubicBezTo>
                      <a:lnTo>
                        <a:pt x="56864" y="26289"/>
                      </a:lnTo>
                      <a:cubicBezTo>
                        <a:pt x="56197" y="26384"/>
                        <a:pt x="55626" y="26480"/>
                        <a:pt x="55245" y="26480"/>
                      </a:cubicBezTo>
                      <a:cubicBezTo>
                        <a:pt x="52292" y="26480"/>
                        <a:pt x="50863" y="25051"/>
                        <a:pt x="50863" y="22193"/>
                      </a:cubicBezTo>
                      <a:cubicBezTo>
                        <a:pt x="51245" y="20003"/>
                        <a:pt x="52578" y="18764"/>
                        <a:pt x="54959" y="18383"/>
                      </a:cubicBezTo>
                      <a:cubicBezTo>
                        <a:pt x="52102" y="17812"/>
                        <a:pt x="50768" y="16288"/>
                        <a:pt x="50768" y="13811"/>
                      </a:cubicBezTo>
                      <a:cubicBezTo>
                        <a:pt x="50768" y="13430"/>
                        <a:pt x="50768" y="13049"/>
                        <a:pt x="50959" y="12668"/>
                      </a:cubicBezTo>
                      <a:cubicBezTo>
                        <a:pt x="51530" y="12287"/>
                        <a:pt x="51721" y="12002"/>
                        <a:pt x="51530" y="11621"/>
                      </a:cubicBezTo>
                      <a:cubicBezTo>
                        <a:pt x="51149" y="11144"/>
                        <a:pt x="50483" y="10858"/>
                        <a:pt x="49530" y="10858"/>
                      </a:cubicBezTo>
                      <a:cubicBezTo>
                        <a:pt x="48387" y="16574"/>
                        <a:pt x="47911" y="20003"/>
                        <a:pt x="48101" y="21146"/>
                      </a:cubicBezTo>
                      <a:cubicBezTo>
                        <a:pt x="48387" y="21717"/>
                        <a:pt x="48482" y="22193"/>
                        <a:pt x="48482" y="22670"/>
                      </a:cubicBezTo>
                      <a:cubicBezTo>
                        <a:pt x="48482" y="24575"/>
                        <a:pt x="46672" y="26194"/>
                        <a:pt x="42863" y="27432"/>
                      </a:cubicBezTo>
                      <a:cubicBezTo>
                        <a:pt x="41815" y="26003"/>
                        <a:pt x="40291" y="25337"/>
                        <a:pt x="38100" y="25337"/>
                      </a:cubicBezTo>
                      <a:cubicBezTo>
                        <a:pt x="38576" y="25337"/>
                        <a:pt x="36481" y="25622"/>
                        <a:pt x="31718" y="26194"/>
                      </a:cubicBezTo>
                      <a:cubicBezTo>
                        <a:pt x="27908" y="28385"/>
                        <a:pt x="26099" y="31528"/>
                        <a:pt x="26099" y="35528"/>
                      </a:cubicBezTo>
                      <a:cubicBezTo>
                        <a:pt x="26099" y="36957"/>
                        <a:pt x="26384" y="39053"/>
                        <a:pt x="26860" y="41815"/>
                      </a:cubicBezTo>
                      <a:cubicBezTo>
                        <a:pt x="27432" y="44577"/>
                        <a:pt x="27622" y="46673"/>
                        <a:pt x="27622" y="48006"/>
                      </a:cubicBezTo>
                      <a:cubicBezTo>
                        <a:pt x="27622" y="49340"/>
                        <a:pt x="27432" y="50483"/>
                        <a:pt x="27146" y="51626"/>
                      </a:cubicBezTo>
                      <a:cubicBezTo>
                        <a:pt x="28575" y="54674"/>
                        <a:pt x="31433" y="56674"/>
                        <a:pt x="35814" y="57722"/>
                      </a:cubicBezTo>
                      <a:cubicBezTo>
                        <a:pt x="37529" y="58103"/>
                        <a:pt x="41529" y="58579"/>
                        <a:pt x="47625" y="59055"/>
                      </a:cubicBezTo>
                      <a:cubicBezTo>
                        <a:pt x="46958" y="60865"/>
                        <a:pt x="46577" y="62960"/>
                        <a:pt x="46577" y="65246"/>
                      </a:cubicBezTo>
                      <a:cubicBezTo>
                        <a:pt x="46577" y="66675"/>
                        <a:pt x="47625" y="71342"/>
                        <a:pt x="49530" y="79343"/>
                      </a:cubicBezTo>
                      <a:cubicBezTo>
                        <a:pt x="49054" y="78772"/>
                        <a:pt x="48578" y="78486"/>
                        <a:pt x="48101" y="78486"/>
                      </a:cubicBezTo>
                      <a:cubicBezTo>
                        <a:pt x="47530" y="78486"/>
                        <a:pt x="46768" y="79058"/>
                        <a:pt x="46006" y="80105"/>
                      </a:cubicBezTo>
                      <a:cubicBezTo>
                        <a:pt x="45149" y="81248"/>
                        <a:pt x="44577" y="81820"/>
                        <a:pt x="44196" y="81915"/>
                      </a:cubicBezTo>
                      <a:cubicBezTo>
                        <a:pt x="43339" y="80963"/>
                        <a:pt x="41624" y="80391"/>
                        <a:pt x="38862" y="80391"/>
                      </a:cubicBezTo>
                      <a:cubicBezTo>
                        <a:pt x="34766" y="80486"/>
                        <a:pt x="32671" y="80582"/>
                        <a:pt x="32480" y="80582"/>
                      </a:cubicBezTo>
                      <a:cubicBezTo>
                        <a:pt x="28194" y="84011"/>
                        <a:pt x="26099" y="88487"/>
                        <a:pt x="26099" y="94202"/>
                      </a:cubicBezTo>
                      <a:cubicBezTo>
                        <a:pt x="26099" y="95631"/>
                        <a:pt x="26289" y="97917"/>
                        <a:pt x="26765" y="101060"/>
                      </a:cubicBezTo>
                      <a:cubicBezTo>
                        <a:pt x="27146" y="104204"/>
                        <a:pt x="27432" y="106680"/>
                        <a:pt x="27432" y="108299"/>
                      </a:cubicBezTo>
                      <a:cubicBezTo>
                        <a:pt x="27432" y="109728"/>
                        <a:pt x="27337" y="111062"/>
                        <a:pt x="27051" y="112204"/>
                      </a:cubicBezTo>
                      <a:cubicBezTo>
                        <a:pt x="28289" y="119444"/>
                        <a:pt x="28956" y="123634"/>
                        <a:pt x="28956" y="124873"/>
                      </a:cubicBezTo>
                      <a:cubicBezTo>
                        <a:pt x="28956" y="127445"/>
                        <a:pt x="28480" y="129826"/>
                        <a:pt x="27527" y="131731"/>
                      </a:cubicBezTo>
                      <a:cubicBezTo>
                        <a:pt x="26384" y="131540"/>
                        <a:pt x="25146" y="131350"/>
                        <a:pt x="23813" y="131350"/>
                      </a:cubicBezTo>
                      <a:cubicBezTo>
                        <a:pt x="22193" y="131350"/>
                        <a:pt x="19812" y="131540"/>
                        <a:pt x="16669" y="131921"/>
                      </a:cubicBezTo>
                      <a:cubicBezTo>
                        <a:pt x="13525" y="132302"/>
                        <a:pt x="11239" y="132493"/>
                        <a:pt x="9906" y="132493"/>
                      </a:cubicBezTo>
                      <a:cubicBezTo>
                        <a:pt x="5810" y="132493"/>
                        <a:pt x="2762" y="131159"/>
                        <a:pt x="857" y="128588"/>
                      </a:cubicBezTo>
                      <a:cubicBezTo>
                        <a:pt x="286" y="126968"/>
                        <a:pt x="0" y="125254"/>
                        <a:pt x="0" y="123634"/>
                      </a:cubicBezTo>
                      <a:cubicBezTo>
                        <a:pt x="0" y="122015"/>
                        <a:pt x="381" y="119729"/>
                        <a:pt x="1143" y="116967"/>
                      </a:cubicBezTo>
                      <a:cubicBezTo>
                        <a:pt x="1810" y="114109"/>
                        <a:pt x="2191" y="112014"/>
                        <a:pt x="2191" y="110585"/>
                      </a:cubicBezTo>
                      <a:cubicBezTo>
                        <a:pt x="2191" y="109633"/>
                        <a:pt x="2096" y="108680"/>
                        <a:pt x="1810" y="107823"/>
                      </a:cubicBezTo>
                      <a:cubicBezTo>
                        <a:pt x="2667" y="107537"/>
                        <a:pt x="3048" y="107061"/>
                        <a:pt x="3048" y="106490"/>
                      </a:cubicBezTo>
                      <a:cubicBezTo>
                        <a:pt x="3048" y="106108"/>
                        <a:pt x="2858" y="105537"/>
                        <a:pt x="2381" y="104680"/>
                      </a:cubicBezTo>
                      <a:cubicBezTo>
                        <a:pt x="1905" y="103823"/>
                        <a:pt x="1714" y="103156"/>
                        <a:pt x="1810" y="102679"/>
                      </a:cubicBezTo>
                      <a:cubicBezTo>
                        <a:pt x="2667" y="99155"/>
                        <a:pt x="3048" y="94679"/>
                        <a:pt x="3048" y="89249"/>
                      </a:cubicBezTo>
                      <a:cubicBezTo>
                        <a:pt x="3048" y="87058"/>
                        <a:pt x="3048" y="83630"/>
                        <a:pt x="2858" y="79058"/>
                      </a:cubicBezTo>
                      <a:cubicBezTo>
                        <a:pt x="2667" y="74486"/>
                        <a:pt x="2572" y="71057"/>
                        <a:pt x="2572" y="68771"/>
                      </a:cubicBezTo>
                      <a:cubicBezTo>
                        <a:pt x="2572" y="63151"/>
                        <a:pt x="2953" y="58483"/>
                        <a:pt x="3810" y="54674"/>
                      </a:cubicBezTo>
                      <a:lnTo>
                        <a:pt x="1905" y="50292"/>
                      </a:lnTo>
                      <a:cubicBezTo>
                        <a:pt x="4191" y="49340"/>
                        <a:pt x="6858" y="49435"/>
                        <a:pt x="10001" y="50768"/>
                      </a:cubicBezTo>
                      <a:cubicBezTo>
                        <a:pt x="10096" y="49625"/>
                        <a:pt x="10478" y="49149"/>
                        <a:pt x="11239" y="49149"/>
                      </a:cubicBezTo>
                      <a:cubicBezTo>
                        <a:pt x="11621" y="49149"/>
                        <a:pt x="12192" y="49340"/>
                        <a:pt x="12954" y="49721"/>
                      </a:cubicBezTo>
                      <a:cubicBezTo>
                        <a:pt x="13716" y="50102"/>
                        <a:pt x="14288" y="50292"/>
                        <a:pt x="14478" y="50292"/>
                      </a:cubicBezTo>
                      <a:lnTo>
                        <a:pt x="15335" y="50768"/>
                      </a:lnTo>
                      <a:cubicBezTo>
                        <a:pt x="15335" y="50768"/>
                        <a:pt x="15812" y="50102"/>
                        <a:pt x="15812" y="48958"/>
                      </a:cubicBezTo>
                      <a:cubicBezTo>
                        <a:pt x="15716" y="48482"/>
                        <a:pt x="15050" y="48292"/>
                        <a:pt x="13907" y="48292"/>
                      </a:cubicBezTo>
                      <a:cubicBezTo>
                        <a:pt x="14002" y="47149"/>
                        <a:pt x="13811" y="46577"/>
                        <a:pt x="13240" y="46482"/>
                      </a:cubicBezTo>
                      <a:cubicBezTo>
                        <a:pt x="13049" y="46482"/>
                        <a:pt x="12478" y="46482"/>
                        <a:pt x="11430" y="46673"/>
                      </a:cubicBezTo>
                      <a:cubicBezTo>
                        <a:pt x="10668" y="46768"/>
                        <a:pt x="10096" y="46673"/>
                        <a:pt x="9906" y="46292"/>
                      </a:cubicBezTo>
                      <a:lnTo>
                        <a:pt x="9144" y="48292"/>
                      </a:lnTo>
                      <a:lnTo>
                        <a:pt x="2286" y="46958"/>
                      </a:lnTo>
                      <a:cubicBezTo>
                        <a:pt x="2667" y="45910"/>
                        <a:pt x="2953" y="44672"/>
                        <a:pt x="3334" y="43434"/>
                      </a:cubicBezTo>
                      <a:cubicBezTo>
                        <a:pt x="3715" y="42196"/>
                        <a:pt x="4477" y="41434"/>
                        <a:pt x="5620" y="41243"/>
                      </a:cubicBezTo>
                      <a:cubicBezTo>
                        <a:pt x="4000" y="41434"/>
                        <a:pt x="3143" y="40958"/>
                        <a:pt x="3143" y="39719"/>
                      </a:cubicBezTo>
                      <a:cubicBezTo>
                        <a:pt x="3143" y="39529"/>
                        <a:pt x="3143" y="39053"/>
                        <a:pt x="3334" y="38195"/>
                      </a:cubicBezTo>
                      <a:cubicBezTo>
                        <a:pt x="3429" y="37433"/>
                        <a:pt x="3524" y="36862"/>
                        <a:pt x="3524" y="36576"/>
                      </a:cubicBezTo>
                      <a:cubicBezTo>
                        <a:pt x="3524" y="35433"/>
                        <a:pt x="3143" y="34766"/>
                        <a:pt x="2286" y="34290"/>
                      </a:cubicBezTo>
                      <a:cubicBezTo>
                        <a:pt x="2762" y="33528"/>
                        <a:pt x="2953" y="32671"/>
                        <a:pt x="2953" y="31718"/>
                      </a:cubicBezTo>
                      <a:cubicBezTo>
                        <a:pt x="2953" y="29813"/>
                        <a:pt x="2096" y="28385"/>
                        <a:pt x="286" y="27432"/>
                      </a:cubicBezTo>
                      <a:cubicBezTo>
                        <a:pt x="2191" y="25908"/>
                        <a:pt x="3143" y="23717"/>
                        <a:pt x="3143" y="21050"/>
                      </a:cubicBezTo>
                      <a:cubicBezTo>
                        <a:pt x="3143" y="20098"/>
                        <a:pt x="2953" y="18479"/>
                        <a:pt x="2572" y="16288"/>
                      </a:cubicBezTo>
                      <a:cubicBezTo>
                        <a:pt x="2191" y="14097"/>
                        <a:pt x="2096" y="12478"/>
                        <a:pt x="2096" y="11430"/>
                      </a:cubicBezTo>
                      <a:cubicBezTo>
                        <a:pt x="2096" y="9144"/>
                        <a:pt x="2572" y="7144"/>
                        <a:pt x="3715" y="5334"/>
                      </a:cubicBezTo>
                      <a:lnTo>
                        <a:pt x="1810" y="4001"/>
                      </a:lnTo>
                      <a:cubicBezTo>
                        <a:pt x="2572" y="4096"/>
                        <a:pt x="3715" y="3905"/>
                        <a:pt x="5429" y="3334"/>
                      </a:cubicBezTo>
                      <a:cubicBezTo>
                        <a:pt x="7144" y="2762"/>
                        <a:pt x="8382" y="2477"/>
                        <a:pt x="9239" y="2477"/>
                      </a:cubicBezTo>
                      <a:cubicBezTo>
                        <a:pt x="10096" y="2477"/>
                        <a:pt x="10763" y="2667"/>
                        <a:pt x="11239" y="3143"/>
                      </a:cubicBezTo>
                      <a:cubicBezTo>
                        <a:pt x="12001" y="2762"/>
                        <a:pt x="13240" y="2477"/>
                        <a:pt x="14764" y="2477"/>
                      </a:cubicBezTo>
                      <a:cubicBezTo>
                        <a:pt x="15240" y="2477"/>
                        <a:pt x="15907" y="2477"/>
                        <a:pt x="16859" y="2667"/>
                      </a:cubicBezTo>
                      <a:lnTo>
                        <a:pt x="19145" y="2667"/>
                      </a:lnTo>
                      <a:cubicBezTo>
                        <a:pt x="21336" y="2667"/>
                        <a:pt x="22860" y="2096"/>
                        <a:pt x="23717" y="857"/>
                      </a:cubicBezTo>
                      <a:cubicBezTo>
                        <a:pt x="23717" y="1048"/>
                        <a:pt x="23432" y="1429"/>
                        <a:pt x="22955" y="1810"/>
                      </a:cubicBezTo>
                      <a:cubicBezTo>
                        <a:pt x="22479" y="2286"/>
                        <a:pt x="22193" y="2572"/>
                        <a:pt x="22193" y="2667"/>
                      </a:cubicBezTo>
                      <a:cubicBezTo>
                        <a:pt x="21717" y="2762"/>
                        <a:pt x="23622" y="2858"/>
                        <a:pt x="27813" y="2858"/>
                      </a:cubicBezTo>
                      <a:cubicBezTo>
                        <a:pt x="29813" y="2858"/>
                        <a:pt x="31337" y="1905"/>
                        <a:pt x="32385" y="95"/>
                      </a:cubicBezTo>
                      <a:lnTo>
                        <a:pt x="44577" y="2191"/>
                      </a:lnTo>
                      <a:cubicBezTo>
                        <a:pt x="44577" y="2191"/>
                        <a:pt x="45339" y="2953"/>
                        <a:pt x="46006" y="3143"/>
                      </a:cubicBezTo>
                      <a:lnTo>
                        <a:pt x="47911" y="3143"/>
                      </a:lnTo>
                      <a:cubicBezTo>
                        <a:pt x="47911" y="5334"/>
                        <a:pt x="48387" y="6668"/>
                        <a:pt x="49339" y="7049"/>
                      </a:cubicBezTo>
                      <a:cubicBezTo>
                        <a:pt x="50483" y="7049"/>
                        <a:pt x="51340" y="6191"/>
                        <a:pt x="51625" y="4477"/>
                      </a:cubicBezTo>
                      <a:cubicBezTo>
                        <a:pt x="52007" y="2762"/>
                        <a:pt x="52864" y="1715"/>
                        <a:pt x="54292" y="1333"/>
                      </a:cubicBezTo>
                      <a:cubicBezTo>
                        <a:pt x="55817" y="476"/>
                        <a:pt x="57245" y="0"/>
                        <a:pt x="58674" y="0"/>
                      </a:cubicBezTo>
                      <a:cubicBezTo>
                        <a:pt x="60293" y="0"/>
                        <a:pt x="62389" y="857"/>
                        <a:pt x="64960" y="2667"/>
                      </a:cubicBezTo>
                      <a:cubicBezTo>
                        <a:pt x="67437" y="4477"/>
                        <a:pt x="69628" y="5429"/>
                        <a:pt x="71342" y="5429"/>
                      </a:cubicBezTo>
                      <a:cubicBezTo>
                        <a:pt x="72485" y="5429"/>
                        <a:pt x="73819" y="5048"/>
                        <a:pt x="75247" y="4477"/>
                      </a:cubicBezTo>
                      <a:cubicBezTo>
                        <a:pt x="78296" y="5525"/>
                        <a:pt x="82391" y="7715"/>
                        <a:pt x="87439" y="10858"/>
                      </a:cubicBezTo>
                      <a:cubicBezTo>
                        <a:pt x="90488" y="12097"/>
                        <a:pt x="93345" y="14859"/>
                        <a:pt x="95917" y="19336"/>
                      </a:cubicBezTo>
                      <a:cubicBezTo>
                        <a:pt x="98870" y="24670"/>
                        <a:pt x="100679" y="27718"/>
                        <a:pt x="101537" y="28480"/>
                      </a:cubicBezTo>
                      <a:close/>
                      <a:moveTo>
                        <a:pt x="15526" y="46768"/>
                      </a:moveTo>
                      <a:lnTo>
                        <a:pt x="18859" y="48101"/>
                      </a:lnTo>
                      <a:lnTo>
                        <a:pt x="18002" y="47435"/>
                      </a:lnTo>
                      <a:lnTo>
                        <a:pt x="15526" y="46768"/>
                      </a:lnTo>
                      <a:close/>
                      <a:moveTo>
                        <a:pt x="64579" y="93440"/>
                      </a:moveTo>
                      <a:lnTo>
                        <a:pt x="63913" y="88583"/>
                      </a:lnTo>
                      <a:cubicBezTo>
                        <a:pt x="65056" y="90773"/>
                        <a:pt x="65532" y="92202"/>
                        <a:pt x="65342" y="92964"/>
                      </a:cubicBezTo>
                      <a:lnTo>
                        <a:pt x="64675" y="93440"/>
                      </a:lnTo>
                      <a:close/>
                      <a:moveTo>
                        <a:pt x="96488" y="75914"/>
                      </a:moveTo>
                      <a:lnTo>
                        <a:pt x="96488" y="70866"/>
                      </a:lnTo>
                      <a:lnTo>
                        <a:pt x="97346" y="70866"/>
                      </a:lnTo>
                      <a:lnTo>
                        <a:pt x="97346" y="75914"/>
                      </a:lnTo>
                      <a:lnTo>
                        <a:pt x="96488" y="75914"/>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 name="Google Shape;1331;p99"/>
                <p:cNvSpPr/>
                <p:nvPr/>
              </p:nvSpPr>
              <p:spPr>
                <a:xfrm>
                  <a:off x="4080414" y="1723358"/>
                  <a:ext cx="109632" cy="133254"/>
                </a:xfrm>
                <a:custGeom>
                  <a:avLst/>
                  <a:gdLst/>
                  <a:ahLst/>
                  <a:cxnLst/>
                  <a:rect l="l" t="t" r="r" b="b"/>
                  <a:pathLst>
                    <a:path w="109632" h="133254" extrusionOk="0">
                      <a:moveTo>
                        <a:pt x="96774" y="106585"/>
                      </a:moveTo>
                      <a:cubicBezTo>
                        <a:pt x="99060" y="108014"/>
                        <a:pt x="100393" y="110299"/>
                        <a:pt x="100679" y="113633"/>
                      </a:cubicBezTo>
                      <a:cubicBezTo>
                        <a:pt x="100775" y="116491"/>
                        <a:pt x="100870" y="119253"/>
                        <a:pt x="100870" y="122015"/>
                      </a:cubicBezTo>
                      <a:cubicBezTo>
                        <a:pt x="100965" y="123539"/>
                        <a:pt x="101155" y="124873"/>
                        <a:pt x="101537" y="125920"/>
                      </a:cubicBezTo>
                      <a:cubicBezTo>
                        <a:pt x="98203" y="130873"/>
                        <a:pt x="92678" y="133255"/>
                        <a:pt x="84963" y="133255"/>
                      </a:cubicBezTo>
                      <a:cubicBezTo>
                        <a:pt x="82677" y="133255"/>
                        <a:pt x="79248" y="133064"/>
                        <a:pt x="74486" y="132588"/>
                      </a:cubicBezTo>
                      <a:cubicBezTo>
                        <a:pt x="69723" y="132112"/>
                        <a:pt x="66104" y="131921"/>
                        <a:pt x="63817" y="131921"/>
                      </a:cubicBezTo>
                      <a:cubicBezTo>
                        <a:pt x="61341" y="131921"/>
                        <a:pt x="59150" y="132016"/>
                        <a:pt x="57245" y="132302"/>
                      </a:cubicBezTo>
                      <a:lnTo>
                        <a:pt x="17050" y="132302"/>
                      </a:lnTo>
                      <a:lnTo>
                        <a:pt x="17050" y="131826"/>
                      </a:lnTo>
                      <a:cubicBezTo>
                        <a:pt x="15621" y="131064"/>
                        <a:pt x="13145" y="130969"/>
                        <a:pt x="9620" y="131540"/>
                      </a:cubicBezTo>
                      <a:cubicBezTo>
                        <a:pt x="6096" y="132112"/>
                        <a:pt x="3429" y="131731"/>
                        <a:pt x="1524" y="130588"/>
                      </a:cubicBezTo>
                      <a:cubicBezTo>
                        <a:pt x="2096" y="114967"/>
                        <a:pt x="2381" y="99536"/>
                        <a:pt x="2381" y="84201"/>
                      </a:cubicBezTo>
                      <a:cubicBezTo>
                        <a:pt x="2381" y="68866"/>
                        <a:pt x="2096" y="53435"/>
                        <a:pt x="1524" y="37814"/>
                      </a:cubicBezTo>
                      <a:cubicBezTo>
                        <a:pt x="2286" y="38195"/>
                        <a:pt x="2667" y="38386"/>
                        <a:pt x="2953" y="38290"/>
                      </a:cubicBezTo>
                      <a:lnTo>
                        <a:pt x="3429" y="37814"/>
                      </a:lnTo>
                      <a:cubicBezTo>
                        <a:pt x="3524" y="37148"/>
                        <a:pt x="3238" y="36671"/>
                        <a:pt x="2572" y="36385"/>
                      </a:cubicBezTo>
                      <a:cubicBezTo>
                        <a:pt x="1905" y="36100"/>
                        <a:pt x="1524" y="35909"/>
                        <a:pt x="1524" y="35814"/>
                      </a:cubicBezTo>
                      <a:cubicBezTo>
                        <a:pt x="1524" y="35623"/>
                        <a:pt x="1810" y="35242"/>
                        <a:pt x="2381" y="34671"/>
                      </a:cubicBezTo>
                      <a:cubicBezTo>
                        <a:pt x="2381" y="35623"/>
                        <a:pt x="2572" y="36195"/>
                        <a:pt x="2858" y="36481"/>
                      </a:cubicBezTo>
                      <a:cubicBezTo>
                        <a:pt x="4000" y="36385"/>
                        <a:pt x="4382" y="35719"/>
                        <a:pt x="3810" y="34576"/>
                      </a:cubicBezTo>
                      <a:cubicBezTo>
                        <a:pt x="3334" y="33433"/>
                        <a:pt x="3429" y="32766"/>
                        <a:pt x="4286" y="32575"/>
                      </a:cubicBezTo>
                      <a:cubicBezTo>
                        <a:pt x="4191" y="32766"/>
                        <a:pt x="4096" y="32956"/>
                        <a:pt x="4096" y="33242"/>
                      </a:cubicBezTo>
                      <a:cubicBezTo>
                        <a:pt x="4096" y="33623"/>
                        <a:pt x="4382" y="34195"/>
                        <a:pt x="5048" y="34576"/>
                      </a:cubicBezTo>
                      <a:cubicBezTo>
                        <a:pt x="5620" y="35052"/>
                        <a:pt x="6096" y="35433"/>
                        <a:pt x="6191" y="35623"/>
                      </a:cubicBezTo>
                      <a:lnTo>
                        <a:pt x="9049" y="35147"/>
                      </a:lnTo>
                      <a:lnTo>
                        <a:pt x="6191" y="33338"/>
                      </a:lnTo>
                      <a:lnTo>
                        <a:pt x="9049" y="32004"/>
                      </a:lnTo>
                      <a:cubicBezTo>
                        <a:pt x="9049" y="32004"/>
                        <a:pt x="8192" y="31242"/>
                        <a:pt x="6953" y="30004"/>
                      </a:cubicBezTo>
                      <a:cubicBezTo>
                        <a:pt x="6001" y="29242"/>
                        <a:pt x="5239" y="28861"/>
                        <a:pt x="4667" y="28861"/>
                      </a:cubicBezTo>
                      <a:cubicBezTo>
                        <a:pt x="4000" y="28861"/>
                        <a:pt x="3334" y="29242"/>
                        <a:pt x="2858" y="30194"/>
                      </a:cubicBezTo>
                      <a:cubicBezTo>
                        <a:pt x="2000" y="29718"/>
                        <a:pt x="1619" y="29337"/>
                        <a:pt x="1619" y="28861"/>
                      </a:cubicBezTo>
                      <a:cubicBezTo>
                        <a:pt x="1619" y="28670"/>
                        <a:pt x="2096" y="28194"/>
                        <a:pt x="3048" y="27432"/>
                      </a:cubicBezTo>
                      <a:cubicBezTo>
                        <a:pt x="4000" y="26765"/>
                        <a:pt x="4382" y="26098"/>
                        <a:pt x="4286" y="25527"/>
                      </a:cubicBezTo>
                      <a:lnTo>
                        <a:pt x="5715" y="26860"/>
                      </a:lnTo>
                      <a:lnTo>
                        <a:pt x="6572" y="25908"/>
                      </a:lnTo>
                      <a:cubicBezTo>
                        <a:pt x="6572" y="25908"/>
                        <a:pt x="7334" y="26384"/>
                        <a:pt x="7811" y="26384"/>
                      </a:cubicBezTo>
                      <a:cubicBezTo>
                        <a:pt x="8382" y="26384"/>
                        <a:pt x="9334" y="26098"/>
                        <a:pt x="10573" y="25622"/>
                      </a:cubicBezTo>
                      <a:cubicBezTo>
                        <a:pt x="11811" y="25051"/>
                        <a:pt x="12763" y="24765"/>
                        <a:pt x="13335" y="24765"/>
                      </a:cubicBezTo>
                      <a:cubicBezTo>
                        <a:pt x="14097" y="24765"/>
                        <a:pt x="14668" y="25051"/>
                        <a:pt x="15145" y="25622"/>
                      </a:cubicBezTo>
                      <a:lnTo>
                        <a:pt x="16002" y="25146"/>
                      </a:lnTo>
                      <a:cubicBezTo>
                        <a:pt x="15907" y="24194"/>
                        <a:pt x="15240" y="23431"/>
                        <a:pt x="14002" y="23050"/>
                      </a:cubicBezTo>
                      <a:cubicBezTo>
                        <a:pt x="12763" y="22669"/>
                        <a:pt x="12001" y="22288"/>
                        <a:pt x="11811" y="22003"/>
                      </a:cubicBezTo>
                      <a:cubicBezTo>
                        <a:pt x="9906" y="21908"/>
                        <a:pt x="7620" y="21908"/>
                        <a:pt x="4953" y="22003"/>
                      </a:cubicBezTo>
                      <a:cubicBezTo>
                        <a:pt x="4667" y="22574"/>
                        <a:pt x="4477" y="22765"/>
                        <a:pt x="4191" y="22765"/>
                      </a:cubicBezTo>
                      <a:cubicBezTo>
                        <a:pt x="3715" y="22479"/>
                        <a:pt x="3334" y="22288"/>
                        <a:pt x="3143" y="22288"/>
                      </a:cubicBezTo>
                      <a:cubicBezTo>
                        <a:pt x="2858" y="22288"/>
                        <a:pt x="2667" y="22288"/>
                        <a:pt x="2381" y="22479"/>
                      </a:cubicBezTo>
                      <a:lnTo>
                        <a:pt x="953" y="17526"/>
                      </a:lnTo>
                      <a:cubicBezTo>
                        <a:pt x="1905" y="17526"/>
                        <a:pt x="2572" y="17240"/>
                        <a:pt x="2858" y="16669"/>
                      </a:cubicBezTo>
                      <a:cubicBezTo>
                        <a:pt x="2858" y="15716"/>
                        <a:pt x="2381" y="15431"/>
                        <a:pt x="1524" y="15811"/>
                      </a:cubicBezTo>
                      <a:cubicBezTo>
                        <a:pt x="667" y="16288"/>
                        <a:pt x="191" y="16097"/>
                        <a:pt x="0" y="15526"/>
                      </a:cubicBezTo>
                      <a:lnTo>
                        <a:pt x="1429" y="14192"/>
                      </a:lnTo>
                      <a:lnTo>
                        <a:pt x="2858" y="15526"/>
                      </a:lnTo>
                      <a:cubicBezTo>
                        <a:pt x="2858" y="15526"/>
                        <a:pt x="3334" y="14192"/>
                        <a:pt x="3334" y="12383"/>
                      </a:cubicBezTo>
                      <a:cubicBezTo>
                        <a:pt x="3334" y="12859"/>
                        <a:pt x="3620" y="13144"/>
                        <a:pt x="4191" y="13430"/>
                      </a:cubicBezTo>
                      <a:cubicBezTo>
                        <a:pt x="5143" y="12763"/>
                        <a:pt x="5620" y="12192"/>
                        <a:pt x="5620" y="11811"/>
                      </a:cubicBezTo>
                      <a:cubicBezTo>
                        <a:pt x="5620" y="11240"/>
                        <a:pt x="4858" y="10477"/>
                        <a:pt x="3238" y="9430"/>
                      </a:cubicBezTo>
                      <a:cubicBezTo>
                        <a:pt x="1619" y="8382"/>
                        <a:pt x="857" y="7429"/>
                        <a:pt x="857" y="6572"/>
                      </a:cubicBezTo>
                      <a:cubicBezTo>
                        <a:pt x="857" y="5810"/>
                        <a:pt x="1333" y="4953"/>
                        <a:pt x="2286" y="4096"/>
                      </a:cubicBezTo>
                      <a:lnTo>
                        <a:pt x="5620" y="857"/>
                      </a:lnTo>
                      <a:cubicBezTo>
                        <a:pt x="11621" y="286"/>
                        <a:pt x="18002" y="0"/>
                        <a:pt x="24860" y="0"/>
                      </a:cubicBezTo>
                      <a:cubicBezTo>
                        <a:pt x="31337" y="0"/>
                        <a:pt x="41053" y="286"/>
                        <a:pt x="53912" y="952"/>
                      </a:cubicBezTo>
                      <a:cubicBezTo>
                        <a:pt x="66866" y="1619"/>
                        <a:pt x="76581" y="1905"/>
                        <a:pt x="83153" y="1905"/>
                      </a:cubicBezTo>
                      <a:cubicBezTo>
                        <a:pt x="87821" y="1905"/>
                        <a:pt x="92297" y="1905"/>
                        <a:pt x="96583" y="1619"/>
                      </a:cubicBezTo>
                      <a:cubicBezTo>
                        <a:pt x="99250" y="3619"/>
                        <a:pt x="100679" y="6191"/>
                        <a:pt x="100679" y="9525"/>
                      </a:cubicBezTo>
                      <a:cubicBezTo>
                        <a:pt x="100679" y="10477"/>
                        <a:pt x="100489" y="12192"/>
                        <a:pt x="100108" y="14573"/>
                      </a:cubicBezTo>
                      <a:cubicBezTo>
                        <a:pt x="99727" y="16954"/>
                        <a:pt x="99632" y="18860"/>
                        <a:pt x="99632" y="20193"/>
                      </a:cubicBezTo>
                      <a:cubicBezTo>
                        <a:pt x="99632" y="21527"/>
                        <a:pt x="99727" y="22669"/>
                        <a:pt x="100013" y="23813"/>
                      </a:cubicBezTo>
                      <a:cubicBezTo>
                        <a:pt x="100013" y="25527"/>
                        <a:pt x="98870" y="26384"/>
                        <a:pt x="96488" y="26384"/>
                      </a:cubicBezTo>
                      <a:cubicBezTo>
                        <a:pt x="96107" y="26384"/>
                        <a:pt x="95536" y="26384"/>
                        <a:pt x="94679" y="26194"/>
                      </a:cubicBezTo>
                      <a:lnTo>
                        <a:pt x="92964" y="26194"/>
                      </a:lnTo>
                      <a:cubicBezTo>
                        <a:pt x="91535" y="26194"/>
                        <a:pt x="90488" y="26384"/>
                        <a:pt x="89725" y="26860"/>
                      </a:cubicBezTo>
                      <a:lnTo>
                        <a:pt x="85820" y="26860"/>
                      </a:lnTo>
                      <a:lnTo>
                        <a:pt x="85820" y="26194"/>
                      </a:lnTo>
                      <a:cubicBezTo>
                        <a:pt x="80391" y="26670"/>
                        <a:pt x="74295" y="26860"/>
                        <a:pt x="67532" y="26860"/>
                      </a:cubicBezTo>
                      <a:cubicBezTo>
                        <a:pt x="63341" y="26956"/>
                        <a:pt x="57150" y="26956"/>
                        <a:pt x="49054" y="26860"/>
                      </a:cubicBezTo>
                      <a:lnTo>
                        <a:pt x="30575" y="26860"/>
                      </a:lnTo>
                      <a:cubicBezTo>
                        <a:pt x="29718" y="28861"/>
                        <a:pt x="29337" y="31052"/>
                        <a:pt x="29337" y="33623"/>
                      </a:cubicBezTo>
                      <a:cubicBezTo>
                        <a:pt x="29337" y="34385"/>
                        <a:pt x="29337" y="35528"/>
                        <a:pt x="29528" y="37052"/>
                      </a:cubicBezTo>
                      <a:lnTo>
                        <a:pt x="29528" y="40672"/>
                      </a:lnTo>
                      <a:cubicBezTo>
                        <a:pt x="29528" y="43053"/>
                        <a:pt x="29242" y="45244"/>
                        <a:pt x="28670" y="47244"/>
                      </a:cubicBezTo>
                      <a:cubicBezTo>
                        <a:pt x="29051" y="48768"/>
                        <a:pt x="29337" y="50292"/>
                        <a:pt x="29528" y="51816"/>
                      </a:cubicBezTo>
                      <a:cubicBezTo>
                        <a:pt x="30099" y="53721"/>
                        <a:pt x="31147" y="54769"/>
                        <a:pt x="32671" y="54769"/>
                      </a:cubicBezTo>
                      <a:cubicBezTo>
                        <a:pt x="33147" y="54769"/>
                        <a:pt x="33623" y="54769"/>
                        <a:pt x="34100" y="54578"/>
                      </a:cubicBezTo>
                      <a:cubicBezTo>
                        <a:pt x="34480" y="54673"/>
                        <a:pt x="34862" y="54769"/>
                        <a:pt x="35338" y="54769"/>
                      </a:cubicBezTo>
                      <a:cubicBezTo>
                        <a:pt x="35814" y="54769"/>
                        <a:pt x="36481" y="54673"/>
                        <a:pt x="37433" y="54388"/>
                      </a:cubicBezTo>
                      <a:cubicBezTo>
                        <a:pt x="38386" y="54197"/>
                        <a:pt x="39053" y="54102"/>
                        <a:pt x="39338" y="54102"/>
                      </a:cubicBezTo>
                      <a:cubicBezTo>
                        <a:pt x="40291" y="54102"/>
                        <a:pt x="41053" y="54483"/>
                        <a:pt x="41624" y="55435"/>
                      </a:cubicBezTo>
                      <a:cubicBezTo>
                        <a:pt x="44767" y="54578"/>
                        <a:pt x="48482" y="54102"/>
                        <a:pt x="52768" y="54102"/>
                      </a:cubicBezTo>
                      <a:cubicBezTo>
                        <a:pt x="54864" y="54102"/>
                        <a:pt x="57912" y="54197"/>
                        <a:pt x="62008" y="54483"/>
                      </a:cubicBezTo>
                      <a:cubicBezTo>
                        <a:pt x="66104" y="54769"/>
                        <a:pt x="69056" y="54864"/>
                        <a:pt x="71057" y="54864"/>
                      </a:cubicBezTo>
                      <a:cubicBezTo>
                        <a:pt x="73057" y="54864"/>
                        <a:pt x="74962" y="54769"/>
                        <a:pt x="76676" y="54578"/>
                      </a:cubicBezTo>
                      <a:cubicBezTo>
                        <a:pt x="77533" y="57340"/>
                        <a:pt x="77819" y="61150"/>
                        <a:pt x="77724" y="66008"/>
                      </a:cubicBezTo>
                      <a:cubicBezTo>
                        <a:pt x="77724" y="71628"/>
                        <a:pt x="77724" y="75438"/>
                        <a:pt x="78105" y="77533"/>
                      </a:cubicBezTo>
                      <a:cubicBezTo>
                        <a:pt x="75629" y="79153"/>
                        <a:pt x="72295" y="80010"/>
                        <a:pt x="68008" y="80010"/>
                      </a:cubicBezTo>
                      <a:cubicBezTo>
                        <a:pt x="66294" y="80010"/>
                        <a:pt x="63627" y="79819"/>
                        <a:pt x="60008" y="79534"/>
                      </a:cubicBezTo>
                      <a:cubicBezTo>
                        <a:pt x="56388" y="79248"/>
                        <a:pt x="53626" y="79058"/>
                        <a:pt x="51816" y="79058"/>
                      </a:cubicBezTo>
                      <a:cubicBezTo>
                        <a:pt x="50101" y="79058"/>
                        <a:pt x="48482" y="79153"/>
                        <a:pt x="46863" y="79343"/>
                      </a:cubicBezTo>
                      <a:lnTo>
                        <a:pt x="46863" y="78486"/>
                      </a:lnTo>
                      <a:cubicBezTo>
                        <a:pt x="46006" y="78581"/>
                        <a:pt x="44196" y="78677"/>
                        <a:pt x="41338" y="78677"/>
                      </a:cubicBezTo>
                      <a:cubicBezTo>
                        <a:pt x="39433" y="78677"/>
                        <a:pt x="37719" y="79058"/>
                        <a:pt x="36100" y="79819"/>
                      </a:cubicBezTo>
                      <a:cubicBezTo>
                        <a:pt x="35528" y="79438"/>
                        <a:pt x="34766" y="79343"/>
                        <a:pt x="33814" y="79343"/>
                      </a:cubicBezTo>
                      <a:cubicBezTo>
                        <a:pt x="32385" y="79438"/>
                        <a:pt x="31528" y="79438"/>
                        <a:pt x="31337" y="79343"/>
                      </a:cubicBezTo>
                      <a:cubicBezTo>
                        <a:pt x="29432" y="79915"/>
                        <a:pt x="28480" y="81248"/>
                        <a:pt x="28480" y="83439"/>
                      </a:cubicBezTo>
                      <a:cubicBezTo>
                        <a:pt x="28480" y="84963"/>
                        <a:pt x="28766" y="86201"/>
                        <a:pt x="29337" y="87059"/>
                      </a:cubicBezTo>
                      <a:cubicBezTo>
                        <a:pt x="26765" y="86392"/>
                        <a:pt x="24479" y="87059"/>
                        <a:pt x="22479" y="88868"/>
                      </a:cubicBezTo>
                      <a:lnTo>
                        <a:pt x="27051" y="88011"/>
                      </a:lnTo>
                      <a:lnTo>
                        <a:pt x="26575" y="88868"/>
                      </a:lnTo>
                      <a:cubicBezTo>
                        <a:pt x="26575" y="88868"/>
                        <a:pt x="27051" y="89535"/>
                        <a:pt x="27432" y="89535"/>
                      </a:cubicBezTo>
                      <a:cubicBezTo>
                        <a:pt x="27146" y="89535"/>
                        <a:pt x="27813" y="89059"/>
                        <a:pt x="29337" y="88106"/>
                      </a:cubicBezTo>
                      <a:cubicBezTo>
                        <a:pt x="29337" y="87630"/>
                        <a:pt x="29337" y="90869"/>
                        <a:pt x="29146" y="97631"/>
                      </a:cubicBezTo>
                      <a:cubicBezTo>
                        <a:pt x="29146" y="101536"/>
                        <a:pt x="29718" y="104585"/>
                        <a:pt x="31242" y="106680"/>
                      </a:cubicBezTo>
                      <a:cubicBezTo>
                        <a:pt x="35624" y="107252"/>
                        <a:pt x="40196" y="107537"/>
                        <a:pt x="45053" y="107537"/>
                      </a:cubicBezTo>
                      <a:cubicBezTo>
                        <a:pt x="48673" y="107537"/>
                        <a:pt x="54007" y="107347"/>
                        <a:pt x="60960" y="106870"/>
                      </a:cubicBezTo>
                      <a:cubicBezTo>
                        <a:pt x="67913" y="106394"/>
                        <a:pt x="73152" y="106204"/>
                        <a:pt x="76676" y="106204"/>
                      </a:cubicBezTo>
                      <a:cubicBezTo>
                        <a:pt x="82010" y="106204"/>
                        <a:pt x="86868" y="106585"/>
                        <a:pt x="91535" y="107156"/>
                      </a:cubicBezTo>
                      <a:cubicBezTo>
                        <a:pt x="92392" y="105442"/>
                        <a:pt x="94012" y="105251"/>
                        <a:pt x="96488" y="106680"/>
                      </a:cubicBezTo>
                      <a:close/>
                      <a:moveTo>
                        <a:pt x="5810" y="24289"/>
                      </a:moveTo>
                      <a:lnTo>
                        <a:pt x="6858" y="25622"/>
                      </a:lnTo>
                      <a:lnTo>
                        <a:pt x="6667" y="25908"/>
                      </a:lnTo>
                      <a:cubicBezTo>
                        <a:pt x="6667" y="25908"/>
                        <a:pt x="5905" y="24956"/>
                        <a:pt x="5810" y="24289"/>
                      </a:cubicBezTo>
                      <a:close/>
                      <a:moveTo>
                        <a:pt x="41910" y="71152"/>
                      </a:moveTo>
                      <a:lnTo>
                        <a:pt x="39815" y="71152"/>
                      </a:lnTo>
                      <a:cubicBezTo>
                        <a:pt x="40196" y="71914"/>
                        <a:pt x="40862" y="71914"/>
                        <a:pt x="41910" y="71152"/>
                      </a:cubicBezTo>
                      <a:lnTo>
                        <a:pt x="42767" y="71152"/>
                      </a:lnTo>
                      <a:cubicBezTo>
                        <a:pt x="42767" y="71152"/>
                        <a:pt x="43148" y="71723"/>
                        <a:pt x="43148" y="72295"/>
                      </a:cubicBezTo>
                      <a:lnTo>
                        <a:pt x="45625" y="71152"/>
                      </a:lnTo>
                      <a:cubicBezTo>
                        <a:pt x="46196" y="71723"/>
                        <a:pt x="46482" y="72104"/>
                        <a:pt x="46482" y="72295"/>
                      </a:cubicBezTo>
                      <a:lnTo>
                        <a:pt x="49149" y="72295"/>
                      </a:lnTo>
                      <a:lnTo>
                        <a:pt x="49149" y="71152"/>
                      </a:lnTo>
                      <a:lnTo>
                        <a:pt x="42767" y="71152"/>
                      </a:lnTo>
                      <a:cubicBezTo>
                        <a:pt x="42767" y="71152"/>
                        <a:pt x="42196" y="70961"/>
                        <a:pt x="41910" y="71152"/>
                      </a:cubicBezTo>
                      <a:close/>
                      <a:moveTo>
                        <a:pt x="76295" y="9335"/>
                      </a:moveTo>
                      <a:lnTo>
                        <a:pt x="74867" y="8477"/>
                      </a:lnTo>
                      <a:lnTo>
                        <a:pt x="76295" y="11049"/>
                      </a:lnTo>
                      <a:lnTo>
                        <a:pt x="76295" y="9239"/>
                      </a:lnTo>
                      <a:close/>
                      <a:moveTo>
                        <a:pt x="108871" y="115348"/>
                      </a:moveTo>
                      <a:lnTo>
                        <a:pt x="109633" y="115348"/>
                      </a:lnTo>
                      <a:lnTo>
                        <a:pt x="107537" y="116491"/>
                      </a:lnTo>
                      <a:lnTo>
                        <a:pt x="108966" y="115348"/>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 name="Google Shape;1332;p99"/>
                <p:cNvSpPr/>
                <p:nvPr/>
              </p:nvSpPr>
              <p:spPr>
                <a:xfrm>
                  <a:off x="4189285" y="1724501"/>
                  <a:ext cx="100202" cy="138112"/>
                </a:xfrm>
                <a:custGeom>
                  <a:avLst/>
                  <a:gdLst/>
                  <a:ahLst/>
                  <a:cxnLst/>
                  <a:rect l="l" t="t" r="r" b="b"/>
                  <a:pathLst>
                    <a:path w="100202" h="138112" extrusionOk="0">
                      <a:moveTo>
                        <a:pt x="100203" y="93059"/>
                      </a:moveTo>
                      <a:cubicBezTo>
                        <a:pt x="99346" y="93345"/>
                        <a:pt x="98965" y="93821"/>
                        <a:pt x="98965" y="94393"/>
                      </a:cubicBezTo>
                      <a:cubicBezTo>
                        <a:pt x="98965" y="94012"/>
                        <a:pt x="99346" y="94774"/>
                        <a:pt x="100203" y="96869"/>
                      </a:cubicBezTo>
                      <a:cubicBezTo>
                        <a:pt x="99060" y="98965"/>
                        <a:pt x="98488" y="101537"/>
                        <a:pt x="98488" y="104775"/>
                      </a:cubicBezTo>
                      <a:cubicBezTo>
                        <a:pt x="98488" y="106489"/>
                        <a:pt x="98774" y="109252"/>
                        <a:pt x="99346" y="112871"/>
                      </a:cubicBezTo>
                      <a:cubicBezTo>
                        <a:pt x="99822" y="116491"/>
                        <a:pt x="100108" y="119158"/>
                        <a:pt x="100108" y="120682"/>
                      </a:cubicBezTo>
                      <a:cubicBezTo>
                        <a:pt x="100108" y="127825"/>
                        <a:pt x="96012" y="131731"/>
                        <a:pt x="87725" y="132493"/>
                      </a:cubicBezTo>
                      <a:cubicBezTo>
                        <a:pt x="86677" y="131540"/>
                        <a:pt x="85534" y="131064"/>
                        <a:pt x="84391" y="131064"/>
                      </a:cubicBezTo>
                      <a:cubicBezTo>
                        <a:pt x="83820" y="131064"/>
                        <a:pt x="82963" y="131254"/>
                        <a:pt x="82010" y="131540"/>
                      </a:cubicBezTo>
                      <a:cubicBezTo>
                        <a:pt x="81058" y="131921"/>
                        <a:pt x="80391" y="132112"/>
                        <a:pt x="80010" y="132112"/>
                      </a:cubicBezTo>
                      <a:cubicBezTo>
                        <a:pt x="78867" y="132112"/>
                        <a:pt x="78010" y="131540"/>
                        <a:pt x="77533" y="130492"/>
                      </a:cubicBezTo>
                      <a:lnTo>
                        <a:pt x="75628" y="130016"/>
                      </a:lnTo>
                      <a:lnTo>
                        <a:pt x="76486" y="129540"/>
                      </a:lnTo>
                      <a:cubicBezTo>
                        <a:pt x="74581" y="129254"/>
                        <a:pt x="72771" y="127730"/>
                        <a:pt x="70866" y="125063"/>
                      </a:cubicBezTo>
                      <a:cubicBezTo>
                        <a:pt x="69056" y="122396"/>
                        <a:pt x="67246" y="120872"/>
                        <a:pt x="65341" y="120587"/>
                      </a:cubicBezTo>
                      <a:cubicBezTo>
                        <a:pt x="65437" y="120110"/>
                        <a:pt x="65437" y="119634"/>
                        <a:pt x="65341" y="119158"/>
                      </a:cubicBezTo>
                      <a:cubicBezTo>
                        <a:pt x="65151" y="118491"/>
                        <a:pt x="64960" y="118110"/>
                        <a:pt x="64960" y="118015"/>
                      </a:cubicBezTo>
                      <a:cubicBezTo>
                        <a:pt x="64960" y="117443"/>
                        <a:pt x="65341" y="117062"/>
                        <a:pt x="66199" y="116872"/>
                      </a:cubicBezTo>
                      <a:cubicBezTo>
                        <a:pt x="64294" y="115729"/>
                        <a:pt x="62389" y="113157"/>
                        <a:pt x="60579" y="109442"/>
                      </a:cubicBezTo>
                      <a:cubicBezTo>
                        <a:pt x="58674" y="105632"/>
                        <a:pt x="56864" y="103251"/>
                        <a:pt x="55150" y="102108"/>
                      </a:cubicBezTo>
                      <a:cubicBezTo>
                        <a:pt x="54673" y="98965"/>
                        <a:pt x="53054" y="95250"/>
                        <a:pt x="50387" y="91154"/>
                      </a:cubicBezTo>
                      <a:cubicBezTo>
                        <a:pt x="46291" y="85153"/>
                        <a:pt x="44101" y="81915"/>
                        <a:pt x="43910" y="81343"/>
                      </a:cubicBezTo>
                      <a:cubicBezTo>
                        <a:pt x="44005" y="80391"/>
                        <a:pt x="43529" y="79057"/>
                        <a:pt x="42577" y="77629"/>
                      </a:cubicBezTo>
                      <a:cubicBezTo>
                        <a:pt x="41624" y="76105"/>
                        <a:pt x="41053" y="74962"/>
                        <a:pt x="41053" y="74200"/>
                      </a:cubicBezTo>
                      <a:cubicBezTo>
                        <a:pt x="41053" y="73723"/>
                        <a:pt x="41243" y="73247"/>
                        <a:pt x="41529" y="72676"/>
                      </a:cubicBezTo>
                      <a:cubicBezTo>
                        <a:pt x="40957" y="72866"/>
                        <a:pt x="40386" y="73057"/>
                        <a:pt x="39910" y="73057"/>
                      </a:cubicBezTo>
                      <a:cubicBezTo>
                        <a:pt x="38290" y="73057"/>
                        <a:pt x="36862" y="71438"/>
                        <a:pt x="35719" y="68008"/>
                      </a:cubicBezTo>
                      <a:cubicBezTo>
                        <a:pt x="34576" y="64675"/>
                        <a:pt x="32766" y="63055"/>
                        <a:pt x="30385" y="63055"/>
                      </a:cubicBezTo>
                      <a:cubicBezTo>
                        <a:pt x="29908" y="63055"/>
                        <a:pt x="29337" y="63055"/>
                        <a:pt x="28765" y="63246"/>
                      </a:cubicBezTo>
                      <a:cubicBezTo>
                        <a:pt x="29337" y="66199"/>
                        <a:pt x="29623" y="69437"/>
                        <a:pt x="29623" y="73057"/>
                      </a:cubicBezTo>
                      <a:cubicBezTo>
                        <a:pt x="29623" y="76009"/>
                        <a:pt x="29337" y="80391"/>
                        <a:pt x="28765" y="86201"/>
                      </a:cubicBezTo>
                      <a:cubicBezTo>
                        <a:pt x="28194" y="92012"/>
                        <a:pt x="27908" y="96393"/>
                        <a:pt x="27908" y="99155"/>
                      </a:cubicBezTo>
                      <a:cubicBezTo>
                        <a:pt x="27908" y="104584"/>
                        <a:pt x="28670" y="109442"/>
                        <a:pt x="30194" y="113729"/>
                      </a:cubicBezTo>
                      <a:cubicBezTo>
                        <a:pt x="28670" y="114586"/>
                        <a:pt x="27908" y="115824"/>
                        <a:pt x="27908" y="117443"/>
                      </a:cubicBezTo>
                      <a:cubicBezTo>
                        <a:pt x="27908" y="118300"/>
                        <a:pt x="28099" y="119539"/>
                        <a:pt x="28670" y="121253"/>
                      </a:cubicBezTo>
                      <a:cubicBezTo>
                        <a:pt x="29146" y="122872"/>
                        <a:pt x="29337" y="124111"/>
                        <a:pt x="29337" y="124873"/>
                      </a:cubicBezTo>
                      <a:cubicBezTo>
                        <a:pt x="29337" y="126492"/>
                        <a:pt x="28480" y="127635"/>
                        <a:pt x="26670" y="128302"/>
                      </a:cubicBezTo>
                      <a:cubicBezTo>
                        <a:pt x="26670" y="129730"/>
                        <a:pt x="26194" y="130778"/>
                        <a:pt x="25241" y="131445"/>
                      </a:cubicBezTo>
                      <a:lnTo>
                        <a:pt x="6763" y="130683"/>
                      </a:lnTo>
                      <a:cubicBezTo>
                        <a:pt x="6763" y="130016"/>
                        <a:pt x="6572" y="129635"/>
                        <a:pt x="6191" y="129635"/>
                      </a:cubicBezTo>
                      <a:cubicBezTo>
                        <a:pt x="6096" y="129635"/>
                        <a:pt x="5810" y="129826"/>
                        <a:pt x="5334" y="130016"/>
                      </a:cubicBezTo>
                      <a:cubicBezTo>
                        <a:pt x="4858" y="130302"/>
                        <a:pt x="4572" y="130397"/>
                        <a:pt x="4286" y="130397"/>
                      </a:cubicBezTo>
                      <a:cubicBezTo>
                        <a:pt x="3905" y="130397"/>
                        <a:pt x="3619" y="130207"/>
                        <a:pt x="3429" y="129730"/>
                      </a:cubicBezTo>
                      <a:cubicBezTo>
                        <a:pt x="1619" y="128588"/>
                        <a:pt x="762" y="127254"/>
                        <a:pt x="762" y="125635"/>
                      </a:cubicBezTo>
                      <a:cubicBezTo>
                        <a:pt x="762" y="124873"/>
                        <a:pt x="1048" y="123539"/>
                        <a:pt x="1714" y="121634"/>
                      </a:cubicBezTo>
                      <a:cubicBezTo>
                        <a:pt x="2381" y="119729"/>
                        <a:pt x="2667" y="118205"/>
                        <a:pt x="2667" y="117158"/>
                      </a:cubicBezTo>
                      <a:cubicBezTo>
                        <a:pt x="2667" y="116205"/>
                        <a:pt x="2476" y="115252"/>
                        <a:pt x="2000" y="114395"/>
                      </a:cubicBezTo>
                      <a:cubicBezTo>
                        <a:pt x="1524" y="111538"/>
                        <a:pt x="1333" y="106489"/>
                        <a:pt x="1429" y="99155"/>
                      </a:cubicBezTo>
                      <a:cubicBezTo>
                        <a:pt x="1524" y="92678"/>
                        <a:pt x="1048" y="87630"/>
                        <a:pt x="0" y="84106"/>
                      </a:cubicBezTo>
                      <a:cubicBezTo>
                        <a:pt x="952" y="82867"/>
                        <a:pt x="1429" y="81343"/>
                        <a:pt x="1429" y="79534"/>
                      </a:cubicBezTo>
                      <a:cubicBezTo>
                        <a:pt x="1429" y="78772"/>
                        <a:pt x="1333" y="77629"/>
                        <a:pt x="1048" y="76009"/>
                      </a:cubicBezTo>
                      <a:cubicBezTo>
                        <a:pt x="857" y="74390"/>
                        <a:pt x="667" y="73247"/>
                        <a:pt x="667" y="72485"/>
                      </a:cubicBezTo>
                      <a:cubicBezTo>
                        <a:pt x="667" y="70294"/>
                        <a:pt x="1333" y="68485"/>
                        <a:pt x="2762" y="67056"/>
                      </a:cubicBezTo>
                      <a:cubicBezTo>
                        <a:pt x="952" y="60769"/>
                        <a:pt x="190" y="53530"/>
                        <a:pt x="476" y="45434"/>
                      </a:cubicBezTo>
                      <a:lnTo>
                        <a:pt x="1333" y="45434"/>
                      </a:lnTo>
                      <a:cubicBezTo>
                        <a:pt x="1143" y="44482"/>
                        <a:pt x="952" y="43529"/>
                        <a:pt x="952" y="42291"/>
                      </a:cubicBezTo>
                      <a:cubicBezTo>
                        <a:pt x="952" y="41243"/>
                        <a:pt x="1143" y="39529"/>
                        <a:pt x="1429" y="37243"/>
                      </a:cubicBezTo>
                      <a:cubicBezTo>
                        <a:pt x="1714" y="34957"/>
                        <a:pt x="1905" y="33147"/>
                        <a:pt x="1905" y="32004"/>
                      </a:cubicBezTo>
                      <a:cubicBezTo>
                        <a:pt x="1905" y="29623"/>
                        <a:pt x="1429" y="27527"/>
                        <a:pt x="476" y="25813"/>
                      </a:cubicBezTo>
                      <a:cubicBezTo>
                        <a:pt x="1905" y="25717"/>
                        <a:pt x="3429" y="25146"/>
                        <a:pt x="5048" y="24193"/>
                      </a:cubicBezTo>
                      <a:cubicBezTo>
                        <a:pt x="5143" y="24574"/>
                        <a:pt x="5715" y="24765"/>
                        <a:pt x="6667" y="24765"/>
                      </a:cubicBezTo>
                      <a:cubicBezTo>
                        <a:pt x="7620" y="24765"/>
                        <a:pt x="8287" y="24955"/>
                        <a:pt x="8763" y="25336"/>
                      </a:cubicBezTo>
                      <a:lnTo>
                        <a:pt x="10192" y="23527"/>
                      </a:lnTo>
                      <a:cubicBezTo>
                        <a:pt x="9811" y="24384"/>
                        <a:pt x="9906" y="25336"/>
                        <a:pt x="10573" y="26194"/>
                      </a:cubicBezTo>
                      <a:cubicBezTo>
                        <a:pt x="11144" y="27146"/>
                        <a:pt x="12001" y="27432"/>
                        <a:pt x="13049" y="27146"/>
                      </a:cubicBezTo>
                      <a:cubicBezTo>
                        <a:pt x="14097" y="26003"/>
                        <a:pt x="14668" y="25051"/>
                        <a:pt x="14668" y="24193"/>
                      </a:cubicBezTo>
                      <a:cubicBezTo>
                        <a:pt x="14668" y="22669"/>
                        <a:pt x="12859" y="21241"/>
                        <a:pt x="9239" y="19907"/>
                      </a:cubicBezTo>
                      <a:cubicBezTo>
                        <a:pt x="5620" y="18478"/>
                        <a:pt x="3619" y="17621"/>
                        <a:pt x="3429" y="17240"/>
                      </a:cubicBezTo>
                      <a:cubicBezTo>
                        <a:pt x="3905" y="17335"/>
                        <a:pt x="4381" y="17431"/>
                        <a:pt x="4858" y="17431"/>
                      </a:cubicBezTo>
                      <a:cubicBezTo>
                        <a:pt x="5810" y="17431"/>
                        <a:pt x="8287" y="16478"/>
                        <a:pt x="12287" y="14668"/>
                      </a:cubicBezTo>
                      <a:cubicBezTo>
                        <a:pt x="11906" y="14002"/>
                        <a:pt x="11525" y="13716"/>
                        <a:pt x="11049" y="13716"/>
                      </a:cubicBezTo>
                      <a:cubicBezTo>
                        <a:pt x="10858" y="13716"/>
                        <a:pt x="10382" y="13906"/>
                        <a:pt x="9811" y="14192"/>
                      </a:cubicBezTo>
                      <a:cubicBezTo>
                        <a:pt x="9239" y="14478"/>
                        <a:pt x="8763" y="14668"/>
                        <a:pt x="8382" y="14668"/>
                      </a:cubicBezTo>
                      <a:cubicBezTo>
                        <a:pt x="8763" y="14478"/>
                        <a:pt x="8858" y="13811"/>
                        <a:pt x="8858" y="12859"/>
                      </a:cubicBezTo>
                      <a:cubicBezTo>
                        <a:pt x="5715" y="11049"/>
                        <a:pt x="3238" y="10382"/>
                        <a:pt x="1429" y="11049"/>
                      </a:cubicBezTo>
                      <a:lnTo>
                        <a:pt x="1429" y="3334"/>
                      </a:lnTo>
                      <a:lnTo>
                        <a:pt x="31242" y="2476"/>
                      </a:lnTo>
                      <a:cubicBezTo>
                        <a:pt x="32766" y="5334"/>
                        <a:pt x="34290" y="8192"/>
                        <a:pt x="35719" y="11049"/>
                      </a:cubicBezTo>
                      <a:cubicBezTo>
                        <a:pt x="37147" y="13906"/>
                        <a:pt x="37814" y="17050"/>
                        <a:pt x="37433" y="20479"/>
                      </a:cubicBezTo>
                      <a:cubicBezTo>
                        <a:pt x="38290" y="19621"/>
                        <a:pt x="38957" y="19145"/>
                        <a:pt x="39529" y="19145"/>
                      </a:cubicBezTo>
                      <a:cubicBezTo>
                        <a:pt x="40005" y="19145"/>
                        <a:pt x="40481" y="19812"/>
                        <a:pt x="41148" y="21050"/>
                      </a:cubicBezTo>
                      <a:cubicBezTo>
                        <a:pt x="41719" y="22288"/>
                        <a:pt x="42291" y="23146"/>
                        <a:pt x="42863" y="23622"/>
                      </a:cubicBezTo>
                      <a:cubicBezTo>
                        <a:pt x="42577" y="24384"/>
                        <a:pt x="42481" y="25146"/>
                        <a:pt x="42481" y="25717"/>
                      </a:cubicBezTo>
                      <a:cubicBezTo>
                        <a:pt x="42481" y="27146"/>
                        <a:pt x="43624" y="28765"/>
                        <a:pt x="45815" y="30670"/>
                      </a:cubicBezTo>
                      <a:cubicBezTo>
                        <a:pt x="48006" y="32575"/>
                        <a:pt x="49149" y="34385"/>
                        <a:pt x="48958" y="36195"/>
                      </a:cubicBezTo>
                      <a:cubicBezTo>
                        <a:pt x="49435" y="37052"/>
                        <a:pt x="51721" y="41053"/>
                        <a:pt x="55816" y="48101"/>
                      </a:cubicBezTo>
                      <a:cubicBezTo>
                        <a:pt x="55816" y="51054"/>
                        <a:pt x="56293" y="52959"/>
                        <a:pt x="57245" y="53816"/>
                      </a:cubicBezTo>
                      <a:cubicBezTo>
                        <a:pt x="57721" y="53626"/>
                        <a:pt x="58102" y="53530"/>
                        <a:pt x="58483" y="53530"/>
                      </a:cubicBezTo>
                      <a:cubicBezTo>
                        <a:pt x="59055" y="53530"/>
                        <a:pt x="59436" y="54007"/>
                        <a:pt x="59531" y="54864"/>
                      </a:cubicBezTo>
                      <a:cubicBezTo>
                        <a:pt x="59626" y="56102"/>
                        <a:pt x="59817" y="56769"/>
                        <a:pt x="59912" y="56959"/>
                      </a:cubicBezTo>
                      <a:cubicBezTo>
                        <a:pt x="60579" y="57436"/>
                        <a:pt x="61817" y="59055"/>
                        <a:pt x="63627" y="61913"/>
                      </a:cubicBezTo>
                      <a:cubicBezTo>
                        <a:pt x="65056" y="64008"/>
                        <a:pt x="66770" y="65056"/>
                        <a:pt x="68675" y="65151"/>
                      </a:cubicBezTo>
                      <a:cubicBezTo>
                        <a:pt x="68485" y="65913"/>
                        <a:pt x="68961" y="66770"/>
                        <a:pt x="70104" y="67627"/>
                      </a:cubicBezTo>
                      <a:lnTo>
                        <a:pt x="72104" y="65627"/>
                      </a:lnTo>
                      <a:lnTo>
                        <a:pt x="71533" y="42100"/>
                      </a:lnTo>
                      <a:cubicBezTo>
                        <a:pt x="72390" y="41529"/>
                        <a:pt x="72771" y="41053"/>
                        <a:pt x="72771" y="40481"/>
                      </a:cubicBezTo>
                      <a:cubicBezTo>
                        <a:pt x="72771" y="40005"/>
                        <a:pt x="72390" y="39338"/>
                        <a:pt x="71628" y="38386"/>
                      </a:cubicBezTo>
                      <a:cubicBezTo>
                        <a:pt x="70866" y="37433"/>
                        <a:pt x="70485" y="36671"/>
                        <a:pt x="70485" y="36100"/>
                      </a:cubicBezTo>
                      <a:cubicBezTo>
                        <a:pt x="70485" y="35338"/>
                        <a:pt x="71056" y="34576"/>
                        <a:pt x="72104" y="34004"/>
                      </a:cubicBezTo>
                      <a:cubicBezTo>
                        <a:pt x="71152" y="31623"/>
                        <a:pt x="70675" y="29051"/>
                        <a:pt x="70675" y="26289"/>
                      </a:cubicBezTo>
                      <a:cubicBezTo>
                        <a:pt x="70675" y="24289"/>
                        <a:pt x="70961" y="21526"/>
                        <a:pt x="71533" y="17907"/>
                      </a:cubicBezTo>
                      <a:cubicBezTo>
                        <a:pt x="72104" y="14288"/>
                        <a:pt x="72390" y="11716"/>
                        <a:pt x="72390" y="10001"/>
                      </a:cubicBezTo>
                      <a:cubicBezTo>
                        <a:pt x="72390" y="8668"/>
                        <a:pt x="72295" y="7429"/>
                        <a:pt x="72009" y="6191"/>
                      </a:cubicBezTo>
                      <a:cubicBezTo>
                        <a:pt x="73247" y="6191"/>
                        <a:pt x="74485" y="5048"/>
                        <a:pt x="75724" y="2762"/>
                      </a:cubicBezTo>
                      <a:cubicBezTo>
                        <a:pt x="76771" y="762"/>
                        <a:pt x="78295" y="0"/>
                        <a:pt x="80105" y="476"/>
                      </a:cubicBezTo>
                      <a:lnTo>
                        <a:pt x="83058" y="476"/>
                      </a:lnTo>
                      <a:cubicBezTo>
                        <a:pt x="84201" y="476"/>
                        <a:pt x="85915" y="476"/>
                        <a:pt x="88011" y="190"/>
                      </a:cubicBezTo>
                      <a:cubicBezTo>
                        <a:pt x="90106" y="0"/>
                        <a:pt x="91726" y="0"/>
                        <a:pt x="92773" y="0"/>
                      </a:cubicBezTo>
                      <a:cubicBezTo>
                        <a:pt x="95155" y="0"/>
                        <a:pt x="97060" y="667"/>
                        <a:pt x="98584" y="2000"/>
                      </a:cubicBezTo>
                      <a:cubicBezTo>
                        <a:pt x="99250" y="9430"/>
                        <a:pt x="99631" y="18574"/>
                        <a:pt x="99631" y="29337"/>
                      </a:cubicBezTo>
                      <a:cubicBezTo>
                        <a:pt x="99631" y="33718"/>
                        <a:pt x="99631" y="40386"/>
                        <a:pt x="99441" y="49530"/>
                      </a:cubicBezTo>
                      <a:cubicBezTo>
                        <a:pt x="99346" y="58579"/>
                        <a:pt x="99250" y="65342"/>
                        <a:pt x="99250" y="69818"/>
                      </a:cubicBezTo>
                      <a:cubicBezTo>
                        <a:pt x="99250" y="79153"/>
                        <a:pt x="99536" y="87058"/>
                        <a:pt x="99917" y="93821"/>
                      </a:cubicBezTo>
                      <a:close/>
                      <a:moveTo>
                        <a:pt x="1524" y="18478"/>
                      </a:moveTo>
                      <a:lnTo>
                        <a:pt x="3524" y="20288"/>
                      </a:lnTo>
                      <a:lnTo>
                        <a:pt x="3524" y="22098"/>
                      </a:lnTo>
                      <a:lnTo>
                        <a:pt x="1524" y="18478"/>
                      </a:lnTo>
                      <a:close/>
                      <a:moveTo>
                        <a:pt x="4858" y="22098"/>
                      </a:moveTo>
                      <a:cubicBezTo>
                        <a:pt x="4858" y="22098"/>
                        <a:pt x="5239" y="23050"/>
                        <a:pt x="5239" y="23527"/>
                      </a:cubicBezTo>
                      <a:cubicBezTo>
                        <a:pt x="4953" y="23146"/>
                        <a:pt x="4858" y="22669"/>
                        <a:pt x="4858" y="22098"/>
                      </a:cubicBezTo>
                      <a:close/>
                      <a:moveTo>
                        <a:pt x="7525" y="20288"/>
                      </a:moveTo>
                      <a:lnTo>
                        <a:pt x="7525" y="22098"/>
                      </a:lnTo>
                      <a:lnTo>
                        <a:pt x="5429" y="19812"/>
                      </a:lnTo>
                      <a:lnTo>
                        <a:pt x="7525" y="20288"/>
                      </a:lnTo>
                      <a:close/>
                      <a:moveTo>
                        <a:pt x="6286" y="13430"/>
                      </a:moveTo>
                      <a:cubicBezTo>
                        <a:pt x="7429" y="13430"/>
                        <a:pt x="8191" y="13621"/>
                        <a:pt x="8382" y="13906"/>
                      </a:cubicBezTo>
                      <a:lnTo>
                        <a:pt x="7525" y="14383"/>
                      </a:lnTo>
                      <a:lnTo>
                        <a:pt x="6286" y="13430"/>
                      </a:lnTo>
                      <a:close/>
                      <a:moveTo>
                        <a:pt x="15145" y="13906"/>
                      </a:moveTo>
                      <a:lnTo>
                        <a:pt x="14764" y="13621"/>
                      </a:lnTo>
                      <a:lnTo>
                        <a:pt x="13335" y="11525"/>
                      </a:lnTo>
                      <a:cubicBezTo>
                        <a:pt x="12859" y="10763"/>
                        <a:pt x="12001" y="10382"/>
                        <a:pt x="10858" y="10382"/>
                      </a:cubicBezTo>
                      <a:cubicBezTo>
                        <a:pt x="11335" y="10573"/>
                        <a:pt x="12668" y="11716"/>
                        <a:pt x="14764" y="13621"/>
                      </a:cubicBezTo>
                      <a:lnTo>
                        <a:pt x="15145" y="13906"/>
                      </a:lnTo>
                      <a:close/>
                      <a:moveTo>
                        <a:pt x="17240" y="22955"/>
                      </a:moveTo>
                      <a:lnTo>
                        <a:pt x="19907" y="22955"/>
                      </a:lnTo>
                      <a:cubicBezTo>
                        <a:pt x="19145" y="22574"/>
                        <a:pt x="18288" y="22574"/>
                        <a:pt x="17240" y="22955"/>
                      </a:cubicBezTo>
                      <a:lnTo>
                        <a:pt x="15621" y="22955"/>
                      </a:lnTo>
                      <a:lnTo>
                        <a:pt x="16192" y="24289"/>
                      </a:lnTo>
                      <a:cubicBezTo>
                        <a:pt x="16192" y="24289"/>
                        <a:pt x="16288" y="24860"/>
                        <a:pt x="16573" y="25336"/>
                      </a:cubicBezTo>
                      <a:lnTo>
                        <a:pt x="16192" y="24289"/>
                      </a:lnTo>
                      <a:cubicBezTo>
                        <a:pt x="16192" y="23622"/>
                        <a:pt x="16573" y="23241"/>
                        <a:pt x="17240" y="22955"/>
                      </a:cubicBezTo>
                      <a:close/>
                      <a:moveTo>
                        <a:pt x="19907" y="100870"/>
                      </a:moveTo>
                      <a:lnTo>
                        <a:pt x="19907" y="96393"/>
                      </a:lnTo>
                      <a:lnTo>
                        <a:pt x="19145" y="96393"/>
                      </a:lnTo>
                      <a:lnTo>
                        <a:pt x="19145" y="100870"/>
                      </a:lnTo>
                      <a:lnTo>
                        <a:pt x="19907" y="100870"/>
                      </a:lnTo>
                      <a:close/>
                      <a:moveTo>
                        <a:pt x="22860" y="25336"/>
                      </a:moveTo>
                      <a:cubicBezTo>
                        <a:pt x="22860" y="25336"/>
                        <a:pt x="23431" y="25813"/>
                        <a:pt x="23908" y="26194"/>
                      </a:cubicBezTo>
                      <a:lnTo>
                        <a:pt x="22860" y="25336"/>
                      </a:lnTo>
                      <a:cubicBezTo>
                        <a:pt x="22860" y="24670"/>
                        <a:pt x="22574" y="23622"/>
                        <a:pt x="22003" y="22193"/>
                      </a:cubicBezTo>
                      <a:cubicBezTo>
                        <a:pt x="21431" y="22669"/>
                        <a:pt x="21145" y="23050"/>
                        <a:pt x="21145" y="23527"/>
                      </a:cubicBezTo>
                      <a:cubicBezTo>
                        <a:pt x="21145" y="24098"/>
                        <a:pt x="21717" y="24670"/>
                        <a:pt x="22955" y="25336"/>
                      </a:cubicBezTo>
                      <a:close/>
                      <a:moveTo>
                        <a:pt x="23431" y="29908"/>
                      </a:moveTo>
                      <a:lnTo>
                        <a:pt x="26765" y="29908"/>
                      </a:lnTo>
                      <a:lnTo>
                        <a:pt x="24479" y="28099"/>
                      </a:lnTo>
                      <a:lnTo>
                        <a:pt x="23431" y="29908"/>
                      </a:lnTo>
                      <a:close/>
                      <a:moveTo>
                        <a:pt x="56007" y="131064"/>
                      </a:moveTo>
                      <a:cubicBezTo>
                        <a:pt x="56769" y="130873"/>
                        <a:pt x="57721" y="131064"/>
                        <a:pt x="58674" y="131635"/>
                      </a:cubicBezTo>
                      <a:lnTo>
                        <a:pt x="56578" y="133064"/>
                      </a:lnTo>
                      <a:lnTo>
                        <a:pt x="56102" y="131064"/>
                      </a:lnTo>
                      <a:close/>
                      <a:moveTo>
                        <a:pt x="70294" y="138113"/>
                      </a:moveTo>
                      <a:lnTo>
                        <a:pt x="70294" y="135636"/>
                      </a:lnTo>
                      <a:lnTo>
                        <a:pt x="70961" y="135636"/>
                      </a:lnTo>
                      <a:cubicBezTo>
                        <a:pt x="71056" y="136303"/>
                        <a:pt x="70866" y="137065"/>
                        <a:pt x="70294" y="138113"/>
                      </a:cubicBezTo>
                      <a:close/>
                      <a:moveTo>
                        <a:pt x="76962" y="110871"/>
                      </a:moveTo>
                      <a:cubicBezTo>
                        <a:pt x="75724" y="111538"/>
                        <a:pt x="75057" y="112204"/>
                        <a:pt x="75057" y="112871"/>
                      </a:cubicBezTo>
                      <a:cubicBezTo>
                        <a:pt x="75057" y="113252"/>
                        <a:pt x="75438" y="114014"/>
                        <a:pt x="76105" y="114967"/>
                      </a:cubicBezTo>
                      <a:cubicBezTo>
                        <a:pt x="76771" y="115919"/>
                        <a:pt x="77152" y="116586"/>
                        <a:pt x="77152" y="116967"/>
                      </a:cubicBezTo>
                      <a:lnTo>
                        <a:pt x="77152" y="117348"/>
                      </a:lnTo>
                      <a:cubicBezTo>
                        <a:pt x="77152" y="117348"/>
                        <a:pt x="76962" y="117729"/>
                        <a:pt x="76962" y="117824"/>
                      </a:cubicBezTo>
                      <a:cubicBezTo>
                        <a:pt x="77057" y="117634"/>
                        <a:pt x="77152" y="117253"/>
                        <a:pt x="77248" y="116872"/>
                      </a:cubicBezTo>
                      <a:cubicBezTo>
                        <a:pt x="77248" y="116491"/>
                        <a:pt x="77533" y="115919"/>
                        <a:pt x="77914" y="115157"/>
                      </a:cubicBezTo>
                      <a:cubicBezTo>
                        <a:pt x="78200" y="114395"/>
                        <a:pt x="78391" y="113729"/>
                        <a:pt x="78391" y="113347"/>
                      </a:cubicBezTo>
                      <a:cubicBezTo>
                        <a:pt x="78391" y="112585"/>
                        <a:pt x="77914" y="111728"/>
                        <a:pt x="76962" y="110871"/>
                      </a:cubicBezTo>
                      <a:close/>
                      <a:moveTo>
                        <a:pt x="76962" y="125349"/>
                      </a:moveTo>
                      <a:cubicBezTo>
                        <a:pt x="78105" y="124492"/>
                        <a:pt x="78581" y="123730"/>
                        <a:pt x="78391" y="123063"/>
                      </a:cubicBezTo>
                      <a:cubicBezTo>
                        <a:pt x="78200" y="122301"/>
                        <a:pt x="77724" y="122015"/>
                        <a:pt x="76962" y="122206"/>
                      </a:cubicBezTo>
                      <a:cubicBezTo>
                        <a:pt x="76200" y="122872"/>
                        <a:pt x="76009" y="123539"/>
                        <a:pt x="76200" y="124206"/>
                      </a:cubicBezTo>
                      <a:cubicBezTo>
                        <a:pt x="76676" y="125254"/>
                        <a:pt x="76962" y="125730"/>
                        <a:pt x="76962" y="125539"/>
                      </a:cubicBezTo>
                      <a:lnTo>
                        <a:pt x="77533" y="126016"/>
                      </a:lnTo>
                      <a:cubicBezTo>
                        <a:pt x="78105" y="126587"/>
                        <a:pt x="78391" y="126968"/>
                        <a:pt x="78391" y="127254"/>
                      </a:cubicBezTo>
                      <a:cubicBezTo>
                        <a:pt x="78391" y="126968"/>
                        <a:pt x="78391" y="126587"/>
                        <a:pt x="77914" y="126206"/>
                      </a:cubicBezTo>
                      <a:cubicBezTo>
                        <a:pt x="77438" y="125825"/>
                        <a:pt x="77152" y="125539"/>
                        <a:pt x="77057" y="125254"/>
                      </a:cubicBezTo>
                      <a:close/>
                      <a:moveTo>
                        <a:pt x="91916" y="41243"/>
                      </a:moveTo>
                      <a:lnTo>
                        <a:pt x="95440" y="43053"/>
                      </a:lnTo>
                      <a:lnTo>
                        <a:pt x="93535" y="40767"/>
                      </a:lnTo>
                      <a:lnTo>
                        <a:pt x="94583" y="39433"/>
                      </a:lnTo>
                      <a:lnTo>
                        <a:pt x="87725" y="36767"/>
                      </a:lnTo>
                      <a:cubicBezTo>
                        <a:pt x="88678" y="37052"/>
                        <a:pt x="89154" y="37528"/>
                        <a:pt x="89154" y="38290"/>
                      </a:cubicBezTo>
                      <a:cubicBezTo>
                        <a:pt x="89154" y="38957"/>
                        <a:pt x="88678" y="39529"/>
                        <a:pt x="87725" y="39910"/>
                      </a:cubicBezTo>
                      <a:cubicBezTo>
                        <a:pt x="87344" y="39148"/>
                        <a:pt x="86963" y="38767"/>
                        <a:pt x="86296" y="38767"/>
                      </a:cubicBezTo>
                      <a:cubicBezTo>
                        <a:pt x="85915" y="38767"/>
                        <a:pt x="85439" y="38862"/>
                        <a:pt x="84677" y="39052"/>
                      </a:cubicBezTo>
                      <a:cubicBezTo>
                        <a:pt x="84010" y="39243"/>
                        <a:pt x="83439" y="39433"/>
                        <a:pt x="83058" y="39433"/>
                      </a:cubicBezTo>
                      <a:cubicBezTo>
                        <a:pt x="82582" y="39433"/>
                        <a:pt x="82201" y="39243"/>
                        <a:pt x="81820" y="38957"/>
                      </a:cubicBezTo>
                      <a:lnTo>
                        <a:pt x="82296" y="38100"/>
                      </a:lnTo>
                      <a:lnTo>
                        <a:pt x="76295" y="39433"/>
                      </a:lnTo>
                      <a:lnTo>
                        <a:pt x="79629" y="39433"/>
                      </a:lnTo>
                      <a:cubicBezTo>
                        <a:pt x="80772" y="39338"/>
                        <a:pt x="81820" y="39815"/>
                        <a:pt x="82582" y="40862"/>
                      </a:cubicBezTo>
                      <a:cubicBezTo>
                        <a:pt x="83344" y="41910"/>
                        <a:pt x="83725" y="42863"/>
                        <a:pt x="83725" y="43720"/>
                      </a:cubicBezTo>
                      <a:lnTo>
                        <a:pt x="84296" y="43053"/>
                      </a:lnTo>
                      <a:cubicBezTo>
                        <a:pt x="84296" y="43053"/>
                        <a:pt x="85153" y="43053"/>
                        <a:pt x="85534" y="43434"/>
                      </a:cubicBezTo>
                      <a:cubicBezTo>
                        <a:pt x="86106" y="44101"/>
                        <a:pt x="86487" y="44386"/>
                        <a:pt x="86582" y="44386"/>
                      </a:cubicBezTo>
                      <a:lnTo>
                        <a:pt x="86582" y="41910"/>
                      </a:lnTo>
                      <a:cubicBezTo>
                        <a:pt x="86582" y="40957"/>
                        <a:pt x="86868" y="40291"/>
                        <a:pt x="87630" y="39910"/>
                      </a:cubicBezTo>
                      <a:cubicBezTo>
                        <a:pt x="88487" y="40481"/>
                        <a:pt x="88963" y="40767"/>
                        <a:pt x="89059" y="40767"/>
                      </a:cubicBezTo>
                      <a:cubicBezTo>
                        <a:pt x="89059" y="39624"/>
                        <a:pt x="89344" y="39052"/>
                        <a:pt x="89916" y="38957"/>
                      </a:cubicBezTo>
                      <a:cubicBezTo>
                        <a:pt x="90392" y="38767"/>
                        <a:pt x="91249" y="39052"/>
                        <a:pt x="92583" y="39910"/>
                      </a:cubicBezTo>
                      <a:cubicBezTo>
                        <a:pt x="92678" y="40195"/>
                        <a:pt x="92488" y="40672"/>
                        <a:pt x="91821" y="41243"/>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 name="Google Shape;1333;p99"/>
                <p:cNvSpPr/>
                <p:nvPr/>
              </p:nvSpPr>
              <p:spPr>
                <a:xfrm>
                  <a:off x="4317777" y="1723167"/>
                  <a:ext cx="131635" cy="132206"/>
                </a:xfrm>
                <a:custGeom>
                  <a:avLst/>
                  <a:gdLst/>
                  <a:ahLst/>
                  <a:cxnLst/>
                  <a:rect l="l" t="t" r="r" b="b"/>
                  <a:pathLst>
                    <a:path w="131635" h="132206" extrusionOk="0">
                      <a:moveTo>
                        <a:pt x="2000" y="91726"/>
                      </a:moveTo>
                      <a:cubicBezTo>
                        <a:pt x="1905" y="92869"/>
                        <a:pt x="2000" y="93345"/>
                        <a:pt x="2572" y="93345"/>
                      </a:cubicBezTo>
                      <a:cubicBezTo>
                        <a:pt x="2667" y="93345"/>
                        <a:pt x="2953" y="93345"/>
                        <a:pt x="3238" y="93154"/>
                      </a:cubicBezTo>
                      <a:cubicBezTo>
                        <a:pt x="3620" y="93059"/>
                        <a:pt x="3905" y="92964"/>
                        <a:pt x="4096" y="92964"/>
                      </a:cubicBezTo>
                      <a:cubicBezTo>
                        <a:pt x="4477" y="92964"/>
                        <a:pt x="4667" y="93154"/>
                        <a:pt x="4763" y="93631"/>
                      </a:cubicBezTo>
                      <a:cubicBezTo>
                        <a:pt x="1905" y="93631"/>
                        <a:pt x="381" y="93440"/>
                        <a:pt x="0" y="92964"/>
                      </a:cubicBezTo>
                      <a:lnTo>
                        <a:pt x="1905" y="91630"/>
                      </a:lnTo>
                      <a:close/>
                      <a:moveTo>
                        <a:pt x="4858" y="108490"/>
                      </a:moveTo>
                      <a:cubicBezTo>
                        <a:pt x="5048" y="108013"/>
                        <a:pt x="5525" y="107728"/>
                        <a:pt x="6287" y="107728"/>
                      </a:cubicBezTo>
                      <a:lnTo>
                        <a:pt x="8192" y="107728"/>
                      </a:lnTo>
                      <a:cubicBezTo>
                        <a:pt x="8192" y="108299"/>
                        <a:pt x="7620" y="108490"/>
                        <a:pt x="6763" y="108490"/>
                      </a:cubicBezTo>
                      <a:lnTo>
                        <a:pt x="4858" y="108490"/>
                      </a:lnTo>
                      <a:close/>
                      <a:moveTo>
                        <a:pt x="10858" y="117158"/>
                      </a:moveTo>
                      <a:lnTo>
                        <a:pt x="10858" y="115348"/>
                      </a:lnTo>
                      <a:lnTo>
                        <a:pt x="12287" y="115348"/>
                      </a:lnTo>
                      <a:lnTo>
                        <a:pt x="10858" y="117158"/>
                      </a:lnTo>
                      <a:close/>
                      <a:moveTo>
                        <a:pt x="18479" y="106299"/>
                      </a:moveTo>
                      <a:cubicBezTo>
                        <a:pt x="19050" y="106108"/>
                        <a:pt x="20003" y="106489"/>
                        <a:pt x="21146" y="107633"/>
                      </a:cubicBezTo>
                      <a:lnTo>
                        <a:pt x="20574" y="108394"/>
                      </a:lnTo>
                      <a:lnTo>
                        <a:pt x="18479" y="106299"/>
                      </a:lnTo>
                      <a:close/>
                      <a:moveTo>
                        <a:pt x="21146" y="117158"/>
                      </a:moveTo>
                      <a:cubicBezTo>
                        <a:pt x="21146" y="117158"/>
                        <a:pt x="21908" y="116681"/>
                        <a:pt x="22288" y="116205"/>
                      </a:cubicBezTo>
                      <a:cubicBezTo>
                        <a:pt x="22670" y="115729"/>
                        <a:pt x="23146" y="115443"/>
                        <a:pt x="23432" y="115443"/>
                      </a:cubicBezTo>
                      <a:cubicBezTo>
                        <a:pt x="23432" y="115824"/>
                        <a:pt x="23146" y="116491"/>
                        <a:pt x="22574" y="117253"/>
                      </a:cubicBezTo>
                      <a:lnTo>
                        <a:pt x="21146" y="117253"/>
                      </a:lnTo>
                      <a:close/>
                      <a:moveTo>
                        <a:pt x="24479" y="102584"/>
                      </a:moveTo>
                      <a:lnTo>
                        <a:pt x="24003" y="103918"/>
                      </a:lnTo>
                      <a:lnTo>
                        <a:pt x="22098" y="103918"/>
                      </a:lnTo>
                      <a:cubicBezTo>
                        <a:pt x="22574" y="102584"/>
                        <a:pt x="23050" y="101917"/>
                        <a:pt x="23527" y="101917"/>
                      </a:cubicBezTo>
                      <a:cubicBezTo>
                        <a:pt x="23908" y="101917"/>
                        <a:pt x="24289" y="102108"/>
                        <a:pt x="24575" y="102584"/>
                      </a:cubicBezTo>
                      <a:close/>
                      <a:moveTo>
                        <a:pt x="27337" y="91250"/>
                      </a:moveTo>
                      <a:lnTo>
                        <a:pt x="27337" y="92583"/>
                      </a:lnTo>
                      <a:lnTo>
                        <a:pt x="24479" y="90488"/>
                      </a:lnTo>
                      <a:cubicBezTo>
                        <a:pt x="25146" y="90297"/>
                        <a:pt x="26099" y="90488"/>
                        <a:pt x="27337" y="91345"/>
                      </a:cubicBezTo>
                      <a:close/>
                      <a:moveTo>
                        <a:pt x="24479" y="110300"/>
                      </a:moveTo>
                      <a:cubicBezTo>
                        <a:pt x="25432" y="110300"/>
                        <a:pt x="25908" y="110871"/>
                        <a:pt x="25908" y="112109"/>
                      </a:cubicBezTo>
                      <a:lnTo>
                        <a:pt x="24479" y="112109"/>
                      </a:lnTo>
                      <a:lnTo>
                        <a:pt x="24479" y="110300"/>
                      </a:lnTo>
                      <a:close/>
                      <a:moveTo>
                        <a:pt x="27813" y="124206"/>
                      </a:moveTo>
                      <a:lnTo>
                        <a:pt x="27242" y="123539"/>
                      </a:lnTo>
                      <a:lnTo>
                        <a:pt x="30099" y="122015"/>
                      </a:lnTo>
                      <a:lnTo>
                        <a:pt x="27813" y="124111"/>
                      </a:lnTo>
                      <a:close/>
                      <a:moveTo>
                        <a:pt x="131445" y="98108"/>
                      </a:moveTo>
                      <a:lnTo>
                        <a:pt x="125254" y="98869"/>
                      </a:lnTo>
                      <a:cubicBezTo>
                        <a:pt x="125254" y="98869"/>
                        <a:pt x="125063" y="99250"/>
                        <a:pt x="125063" y="99346"/>
                      </a:cubicBezTo>
                      <a:cubicBezTo>
                        <a:pt x="125063" y="99631"/>
                        <a:pt x="125540" y="100108"/>
                        <a:pt x="126587" y="100679"/>
                      </a:cubicBezTo>
                      <a:cubicBezTo>
                        <a:pt x="127635" y="101251"/>
                        <a:pt x="128111" y="101822"/>
                        <a:pt x="128111" y="102489"/>
                      </a:cubicBezTo>
                      <a:lnTo>
                        <a:pt x="129540" y="102489"/>
                      </a:lnTo>
                      <a:cubicBezTo>
                        <a:pt x="128778" y="105823"/>
                        <a:pt x="128207" y="109252"/>
                        <a:pt x="127635" y="112681"/>
                      </a:cubicBezTo>
                      <a:cubicBezTo>
                        <a:pt x="126683" y="116300"/>
                        <a:pt x="124396" y="118586"/>
                        <a:pt x="120777" y="119729"/>
                      </a:cubicBezTo>
                      <a:cubicBezTo>
                        <a:pt x="120205" y="117729"/>
                        <a:pt x="118777" y="117158"/>
                        <a:pt x="116491" y="117919"/>
                      </a:cubicBezTo>
                      <a:lnTo>
                        <a:pt x="115824" y="118396"/>
                      </a:lnTo>
                      <a:lnTo>
                        <a:pt x="118491" y="120967"/>
                      </a:lnTo>
                      <a:cubicBezTo>
                        <a:pt x="117443" y="120777"/>
                        <a:pt x="116300" y="120110"/>
                        <a:pt x="114967" y="119063"/>
                      </a:cubicBezTo>
                      <a:cubicBezTo>
                        <a:pt x="113729" y="118015"/>
                        <a:pt x="112681" y="117538"/>
                        <a:pt x="112014" y="117538"/>
                      </a:cubicBezTo>
                      <a:cubicBezTo>
                        <a:pt x="111157" y="117538"/>
                        <a:pt x="110204" y="117919"/>
                        <a:pt x="109157" y="118872"/>
                      </a:cubicBezTo>
                      <a:lnTo>
                        <a:pt x="111633" y="118872"/>
                      </a:lnTo>
                      <a:lnTo>
                        <a:pt x="111062" y="119729"/>
                      </a:lnTo>
                      <a:cubicBezTo>
                        <a:pt x="112490" y="120205"/>
                        <a:pt x="114300" y="121158"/>
                        <a:pt x="116491" y="122872"/>
                      </a:cubicBezTo>
                      <a:lnTo>
                        <a:pt x="111538" y="124873"/>
                      </a:lnTo>
                      <a:lnTo>
                        <a:pt x="112395" y="125349"/>
                      </a:lnTo>
                      <a:cubicBezTo>
                        <a:pt x="112395" y="125349"/>
                        <a:pt x="110300" y="126206"/>
                        <a:pt x="106775" y="127635"/>
                      </a:cubicBezTo>
                      <a:cubicBezTo>
                        <a:pt x="104870" y="128302"/>
                        <a:pt x="103156" y="128588"/>
                        <a:pt x="101537" y="128588"/>
                      </a:cubicBezTo>
                      <a:cubicBezTo>
                        <a:pt x="100679" y="128588"/>
                        <a:pt x="99822" y="128588"/>
                        <a:pt x="98870" y="128397"/>
                      </a:cubicBezTo>
                      <a:cubicBezTo>
                        <a:pt x="98298" y="129921"/>
                        <a:pt x="98108" y="130873"/>
                        <a:pt x="98393" y="131445"/>
                      </a:cubicBezTo>
                      <a:lnTo>
                        <a:pt x="71628" y="132207"/>
                      </a:lnTo>
                      <a:cubicBezTo>
                        <a:pt x="69533" y="130397"/>
                        <a:pt x="66199" y="128778"/>
                        <a:pt x="61532" y="127540"/>
                      </a:cubicBezTo>
                      <a:cubicBezTo>
                        <a:pt x="56483" y="126111"/>
                        <a:pt x="53245" y="124968"/>
                        <a:pt x="51816" y="124111"/>
                      </a:cubicBezTo>
                      <a:cubicBezTo>
                        <a:pt x="51245" y="123349"/>
                        <a:pt x="50197" y="122777"/>
                        <a:pt x="48768" y="122492"/>
                      </a:cubicBezTo>
                      <a:cubicBezTo>
                        <a:pt x="47244" y="122206"/>
                        <a:pt x="45815" y="121825"/>
                        <a:pt x="44482" y="121539"/>
                      </a:cubicBezTo>
                      <a:lnTo>
                        <a:pt x="46387" y="119729"/>
                      </a:lnTo>
                      <a:lnTo>
                        <a:pt x="43720" y="117158"/>
                      </a:lnTo>
                      <a:lnTo>
                        <a:pt x="42958" y="118967"/>
                      </a:lnTo>
                      <a:cubicBezTo>
                        <a:pt x="40672" y="118396"/>
                        <a:pt x="39338" y="116586"/>
                        <a:pt x="39053" y="113538"/>
                      </a:cubicBezTo>
                      <a:cubicBezTo>
                        <a:pt x="38957" y="110776"/>
                        <a:pt x="37243" y="109442"/>
                        <a:pt x="34100" y="109442"/>
                      </a:cubicBezTo>
                      <a:lnTo>
                        <a:pt x="31813" y="109442"/>
                      </a:lnTo>
                      <a:cubicBezTo>
                        <a:pt x="33814" y="109347"/>
                        <a:pt x="34766" y="108299"/>
                        <a:pt x="34766" y="106299"/>
                      </a:cubicBezTo>
                      <a:cubicBezTo>
                        <a:pt x="34766" y="105632"/>
                        <a:pt x="34576" y="105061"/>
                        <a:pt x="34195" y="104489"/>
                      </a:cubicBezTo>
                      <a:cubicBezTo>
                        <a:pt x="33814" y="103918"/>
                        <a:pt x="32575" y="103251"/>
                        <a:pt x="30480" y="102489"/>
                      </a:cubicBezTo>
                      <a:lnTo>
                        <a:pt x="29908" y="102965"/>
                      </a:lnTo>
                      <a:cubicBezTo>
                        <a:pt x="29908" y="102965"/>
                        <a:pt x="29623" y="103346"/>
                        <a:pt x="29337" y="103346"/>
                      </a:cubicBezTo>
                      <a:cubicBezTo>
                        <a:pt x="28956" y="103346"/>
                        <a:pt x="28670" y="102870"/>
                        <a:pt x="28480" y="102013"/>
                      </a:cubicBezTo>
                      <a:cubicBezTo>
                        <a:pt x="28289" y="101251"/>
                        <a:pt x="28289" y="100489"/>
                        <a:pt x="28480" y="99917"/>
                      </a:cubicBezTo>
                      <a:cubicBezTo>
                        <a:pt x="29718" y="99727"/>
                        <a:pt x="31433" y="98584"/>
                        <a:pt x="33814" y="96488"/>
                      </a:cubicBezTo>
                      <a:cubicBezTo>
                        <a:pt x="35909" y="94774"/>
                        <a:pt x="37719" y="93917"/>
                        <a:pt x="39148" y="93917"/>
                      </a:cubicBezTo>
                      <a:cubicBezTo>
                        <a:pt x="39815" y="93917"/>
                        <a:pt x="40672" y="94107"/>
                        <a:pt x="41434" y="94393"/>
                      </a:cubicBezTo>
                      <a:cubicBezTo>
                        <a:pt x="40958" y="93631"/>
                        <a:pt x="40958" y="92964"/>
                        <a:pt x="41434" y="92392"/>
                      </a:cubicBezTo>
                      <a:cubicBezTo>
                        <a:pt x="41815" y="91821"/>
                        <a:pt x="41434" y="91059"/>
                        <a:pt x="40291" y="89916"/>
                      </a:cubicBezTo>
                      <a:lnTo>
                        <a:pt x="46292" y="87249"/>
                      </a:lnTo>
                      <a:lnTo>
                        <a:pt x="44863" y="85439"/>
                      </a:lnTo>
                      <a:cubicBezTo>
                        <a:pt x="45815" y="85439"/>
                        <a:pt x="47339" y="84963"/>
                        <a:pt x="49435" y="83915"/>
                      </a:cubicBezTo>
                      <a:cubicBezTo>
                        <a:pt x="51530" y="82867"/>
                        <a:pt x="52959" y="82391"/>
                        <a:pt x="53626" y="82391"/>
                      </a:cubicBezTo>
                      <a:cubicBezTo>
                        <a:pt x="54769" y="82391"/>
                        <a:pt x="55531" y="83248"/>
                        <a:pt x="55912" y="84868"/>
                      </a:cubicBezTo>
                      <a:cubicBezTo>
                        <a:pt x="55531" y="88487"/>
                        <a:pt x="56959" y="92107"/>
                        <a:pt x="60103" y="95726"/>
                      </a:cubicBezTo>
                      <a:cubicBezTo>
                        <a:pt x="61627" y="97441"/>
                        <a:pt x="64770" y="100203"/>
                        <a:pt x="69437" y="103918"/>
                      </a:cubicBezTo>
                      <a:cubicBezTo>
                        <a:pt x="70199" y="105442"/>
                        <a:pt x="71342" y="106204"/>
                        <a:pt x="72962" y="106204"/>
                      </a:cubicBezTo>
                      <a:cubicBezTo>
                        <a:pt x="73438" y="106204"/>
                        <a:pt x="74200" y="106108"/>
                        <a:pt x="75152" y="105918"/>
                      </a:cubicBezTo>
                      <a:cubicBezTo>
                        <a:pt x="76105" y="105727"/>
                        <a:pt x="76867" y="105632"/>
                        <a:pt x="77343" y="105632"/>
                      </a:cubicBezTo>
                      <a:cubicBezTo>
                        <a:pt x="78391" y="105632"/>
                        <a:pt x="79438" y="105823"/>
                        <a:pt x="80296" y="106299"/>
                      </a:cubicBezTo>
                      <a:cubicBezTo>
                        <a:pt x="81248" y="106775"/>
                        <a:pt x="82296" y="106966"/>
                        <a:pt x="83439" y="106966"/>
                      </a:cubicBezTo>
                      <a:cubicBezTo>
                        <a:pt x="85534" y="106966"/>
                        <a:pt x="88011" y="106013"/>
                        <a:pt x="90869" y="104204"/>
                      </a:cubicBezTo>
                      <a:cubicBezTo>
                        <a:pt x="95059" y="101537"/>
                        <a:pt x="97441" y="100203"/>
                        <a:pt x="98108" y="99917"/>
                      </a:cubicBezTo>
                      <a:cubicBezTo>
                        <a:pt x="98679" y="99060"/>
                        <a:pt x="98965" y="98203"/>
                        <a:pt x="98965" y="97250"/>
                      </a:cubicBezTo>
                      <a:cubicBezTo>
                        <a:pt x="98965" y="95917"/>
                        <a:pt x="98203" y="94202"/>
                        <a:pt x="96583" y="92107"/>
                      </a:cubicBezTo>
                      <a:cubicBezTo>
                        <a:pt x="94964" y="90011"/>
                        <a:pt x="94107" y="88392"/>
                        <a:pt x="93821" y="87249"/>
                      </a:cubicBezTo>
                      <a:cubicBezTo>
                        <a:pt x="90869" y="86868"/>
                        <a:pt x="89249" y="85820"/>
                        <a:pt x="88868" y="84106"/>
                      </a:cubicBezTo>
                      <a:lnTo>
                        <a:pt x="89725" y="83439"/>
                      </a:lnTo>
                      <a:cubicBezTo>
                        <a:pt x="86011" y="81820"/>
                        <a:pt x="80772" y="79343"/>
                        <a:pt x="74104" y="75914"/>
                      </a:cubicBezTo>
                      <a:cubicBezTo>
                        <a:pt x="73438" y="76486"/>
                        <a:pt x="72676" y="76676"/>
                        <a:pt x="72009" y="76676"/>
                      </a:cubicBezTo>
                      <a:cubicBezTo>
                        <a:pt x="71057" y="76676"/>
                        <a:pt x="69913" y="76105"/>
                        <a:pt x="68485" y="74866"/>
                      </a:cubicBezTo>
                      <a:cubicBezTo>
                        <a:pt x="67056" y="73628"/>
                        <a:pt x="66008" y="73057"/>
                        <a:pt x="65151" y="73057"/>
                      </a:cubicBezTo>
                      <a:cubicBezTo>
                        <a:pt x="64865" y="73057"/>
                        <a:pt x="64484" y="73152"/>
                        <a:pt x="64103" y="73342"/>
                      </a:cubicBezTo>
                      <a:cubicBezTo>
                        <a:pt x="61150" y="72580"/>
                        <a:pt x="58198" y="70390"/>
                        <a:pt x="55340" y="66675"/>
                      </a:cubicBezTo>
                      <a:cubicBezTo>
                        <a:pt x="52102" y="62484"/>
                        <a:pt x="49244" y="59817"/>
                        <a:pt x="47054" y="58674"/>
                      </a:cubicBezTo>
                      <a:cubicBezTo>
                        <a:pt x="47244" y="57531"/>
                        <a:pt x="46673" y="56007"/>
                        <a:pt x="45339" y="54197"/>
                      </a:cubicBezTo>
                      <a:cubicBezTo>
                        <a:pt x="43910" y="52388"/>
                        <a:pt x="43339" y="51054"/>
                        <a:pt x="43529" y="50006"/>
                      </a:cubicBezTo>
                      <a:cubicBezTo>
                        <a:pt x="42672" y="48577"/>
                        <a:pt x="42196" y="45815"/>
                        <a:pt x="41910" y="41815"/>
                      </a:cubicBezTo>
                      <a:cubicBezTo>
                        <a:pt x="41720" y="38195"/>
                        <a:pt x="41529" y="34576"/>
                        <a:pt x="41434" y="30956"/>
                      </a:cubicBezTo>
                      <a:cubicBezTo>
                        <a:pt x="42386" y="30670"/>
                        <a:pt x="42863" y="30194"/>
                        <a:pt x="42863" y="29623"/>
                      </a:cubicBezTo>
                      <a:cubicBezTo>
                        <a:pt x="42863" y="29242"/>
                        <a:pt x="42672" y="28765"/>
                        <a:pt x="42196" y="28099"/>
                      </a:cubicBezTo>
                      <a:cubicBezTo>
                        <a:pt x="41720" y="27337"/>
                        <a:pt x="41529" y="26860"/>
                        <a:pt x="41529" y="26479"/>
                      </a:cubicBezTo>
                      <a:cubicBezTo>
                        <a:pt x="42100" y="24955"/>
                        <a:pt x="44101" y="22860"/>
                        <a:pt x="47530" y="20288"/>
                      </a:cubicBezTo>
                      <a:cubicBezTo>
                        <a:pt x="50387" y="18002"/>
                        <a:pt x="51721" y="15811"/>
                        <a:pt x="51721" y="13716"/>
                      </a:cubicBezTo>
                      <a:cubicBezTo>
                        <a:pt x="52197" y="13621"/>
                        <a:pt x="52959" y="13144"/>
                        <a:pt x="54102" y="12382"/>
                      </a:cubicBezTo>
                      <a:cubicBezTo>
                        <a:pt x="55245" y="11620"/>
                        <a:pt x="56007" y="11239"/>
                        <a:pt x="56483" y="11239"/>
                      </a:cubicBezTo>
                      <a:cubicBezTo>
                        <a:pt x="56864" y="11239"/>
                        <a:pt x="57150" y="11430"/>
                        <a:pt x="57341" y="11906"/>
                      </a:cubicBezTo>
                      <a:cubicBezTo>
                        <a:pt x="59627" y="8763"/>
                        <a:pt x="63151" y="6286"/>
                        <a:pt x="68104" y="4572"/>
                      </a:cubicBezTo>
                      <a:cubicBezTo>
                        <a:pt x="72485" y="3238"/>
                        <a:pt x="76771" y="1905"/>
                        <a:pt x="81153" y="667"/>
                      </a:cubicBezTo>
                      <a:cubicBezTo>
                        <a:pt x="82391" y="190"/>
                        <a:pt x="83725" y="0"/>
                        <a:pt x="85058" y="0"/>
                      </a:cubicBezTo>
                      <a:cubicBezTo>
                        <a:pt x="86963" y="0"/>
                        <a:pt x="89440" y="667"/>
                        <a:pt x="92583" y="2000"/>
                      </a:cubicBezTo>
                      <a:cubicBezTo>
                        <a:pt x="95821" y="3334"/>
                        <a:pt x="98298" y="4096"/>
                        <a:pt x="100203" y="4096"/>
                      </a:cubicBezTo>
                      <a:cubicBezTo>
                        <a:pt x="101060" y="4096"/>
                        <a:pt x="101822" y="4000"/>
                        <a:pt x="102679" y="3810"/>
                      </a:cubicBezTo>
                      <a:cubicBezTo>
                        <a:pt x="103442" y="5334"/>
                        <a:pt x="104966" y="6382"/>
                        <a:pt x="107061" y="6953"/>
                      </a:cubicBezTo>
                      <a:cubicBezTo>
                        <a:pt x="109728" y="7715"/>
                        <a:pt x="111538" y="8382"/>
                        <a:pt x="112395" y="8953"/>
                      </a:cubicBezTo>
                      <a:cubicBezTo>
                        <a:pt x="116396" y="9239"/>
                        <a:pt x="120015" y="14097"/>
                        <a:pt x="123158" y="23431"/>
                      </a:cubicBezTo>
                      <a:cubicBezTo>
                        <a:pt x="123063" y="24765"/>
                        <a:pt x="122015" y="26479"/>
                        <a:pt x="120110" y="28670"/>
                      </a:cubicBezTo>
                      <a:cubicBezTo>
                        <a:pt x="118205" y="30861"/>
                        <a:pt x="117253" y="32671"/>
                        <a:pt x="117348" y="34195"/>
                      </a:cubicBezTo>
                      <a:cubicBezTo>
                        <a:pt x="116015" y="34004"/>
                        <a:pt x="115348" y="34385"/>
                        <a:pt x="115253" y="35528"/>
                      </a:cubicBezTo>
                      <a:cubicBezTo>
                        <a:pt x="115157" y="36957"/>
                        <a:pt x="114871" y="37719"/>
                        <a:pt x="114395" y="38005"/>
                      </a:cubicBezTo>
                      <a:cubicBezTo>
                        <a:pt x="111062" y="39433"/>
                        <a:pt x="108775" y="40100"/>
                        <a:pt x="107537" y="40100"/>
                      </a:cubicBezTo>
                      <a:cubicBezTo>
                        <a:pt x="105632" y="40100"/>
                        <a:pt x="103918" y="38957"/>
                        <a:pt x="102203" y="36766"/>
                      </a:cubicBezTo>
                      <a:cubicBezTo>
                        <a:pt x="102203" y="35052"/>
                        <a:pt x="100965" y="33718"/>
                        <a:pt x="98679" y="32861"/>
                      </a:cubicBezTo>
                      <a:cubicBezTo>
                        <a:pt x="96107" y="32004"/>
                        <a:pt x="94583" y="30956"/>
                        <a:pt x="94107" y="29813"/>
                      </a:cubicBezTo>
                      <a:cubicBezTo>
                        <a:pt x="93345" y="29718"/>
                        <a:pt x="91535" y="29051"/>
                        <a:pt x="88583" y="28003"/>
                      </a:cubicBezTo>
                      <a:cubicBezTo>
                        <a:pt x="86201" y="27146"/>
                        <a:pt x="84392" y="26670"/>
                        <a:pt x="82963" y="26670"/>
                      </a:cubicBezTo>
                      <a:cubicBezTo>
                        <a:pt x="80963" y="26670"/>
                        <a:pt x="79248" y="27527"/>
                        <a:pt x="77819" y="29242"/>
                      </a:cubicBezTo>
                      <a:cubicBezTo>
                        <a:pt x="77343" y="29146"/>
                        <a:pt x="76962" y="29051"/>
                        <a:pt x="76581" y="29051"/>
                      </a:cubicBezTo>
                      <a:cubicBezTo>
                        <a:pt x="75629" y="29051"/>
                        <a:pt x="74200" y="29908"/>
                        <a:pt x="72104" y="31528"/>
                      </a:cubicBezTo>
                      <a:cubicBezTo>
                        <a:pt x="72676" y="32480"/>
                        <a:pt x="72962" y="33338"/>
                        <a:pt x="72962" y="34099"/>
                      </a:cubicBezTo>
                      <a:cubicBezTo>
                        <a:pt x="72962" y="35052"/>
                        <a:pt x="72200" y="36004"/>
                        <a:pt x="70580" y="36862"/>
                      </a:cubicBezTo>
                      <a:cubicBezTo>
                        <a:pt x="68961" y="37719"/>
                        <a:pt x="68199" y="38481"/>
                        <a:pt x="68199" y="39243"/>
                      </a:cubicBezTo>
                      <a:cubicBezTo>
                        <a:pt x="68199" y="39910"/>
                        <a:pt x="68580" y="40767"/>
                        <a:pt x="69437" y="41910"/>
                      </a:cubicBezTo>
                      <a:cubicBezTo>
                        <a:pt x="74390" y="48577"/>
                        <a:pt x="81820" y="53626"/>
                        <a:pt x="91821" y="56959"/>
                      </a:cubicBezTo>
                      <a:cubicBezTo>
                        <a:pt x="93059" y="57340"/>
                        <a:pt x="94964" y="58388"/>
                        <a:pt x="97346" y="60198"/>
                      </a:cubicBezTo>
                      <a:cubicBezTo>
                        <a:pt x="99727" y="62008"/>
                        <a:pt x="101822" y="62960"/>
                        <a:pt x="103442" y="63151"/>
                      </a:cubicBezTo>
                      <a:cubicBezTo>
                        <a:pt x="105061" y="63341"/>
                        <a:pt x="107347" y="64484"/>
                        <a:pt x="110300" y="66865"/>
                      </a:cubicBezTo>
                      <a:cubicBezTo>
                        <a:pt x="112871" y="69056"/>
                        <a:pt x="115348" y="70009"/>
                        <a:pt x="117729" y="69628"/>
                      </a:cubicBezTo>
                      <a:cubicBezTo>
                        <a:pt x="117729" y="70675"/>
                        <a:pt x="117920" y="71342"/>
                        <a:pt x="118300" y="71438"/>
                      </a:cubicBezTo>
                      <a:cubicBezTo>
                        <a:pt x="119348" y="71438"/>
                        <a:pt x="120110" y="72199"/>
                        <a:pt x="120682" y="73628"/>
                      </a:cubicBezTo>
                      <a:cubicBezTo>
                        <a:pt x="121158" y="75057"/>
                        <a:pt x="122015" y="75628"/>
                        <a:pt x="123063" y="75343"/>
                      </a:cubicBezTo>
                      <a:cubicBezTo>
                        <a:pt x="123349" y="76105"/>
                        <a:pt x="124873" y="78295"/>
                        <a:pt x="127635" y="82010"/>
                      </a:cubicBezTo>
                      <a:cubicBezTo>
                        <a:pt x="129730" y="85058"/>
                        <a:pt x="130778" y="87821"/>
                        <a:pt x="130778" y="90392"/>
                      </a:cubicBezTo>
                      <a:cubicBezTo>
                        <a:pt x="131350" y="91059"/>
                        <a:pt x="131636" y="91726"/>
                        <a:pt x="131636" y="92392"/>
                      </a:cubicBezTo>
                      <a:cubicBezTo>
                        <a:pt x="131636" y="92964"/>
                        <a:pt x="131350" y="93631"/>
                        <a:pt x="130778" y="94488"/>
                      </a:cubicBezTo>
                      <a:cubicBezTo>
                        <a:pt x="130207" y="95345"/>
                        <a:pt x="129921" y="95917"/>
                        <a:pt x="129921" y="96202"/>
                      </a:cubicBezTo>
                      <a:cubicBezTo>
                        <a:pt x="129921" y="96774"/>
                        <a:pt x="130397" y="97536"/>
                        <a:pt x="131350" y="98203"/>
                      </a:cubicBezTo>
                      <a:close/>
                      <a:moveTo>
                        <a:pt x="30099" y="102013"/>
                      </a:moveTo>
                      <a:lnTo>
                        <a:pt x="34195" y="100679"/>
                      </a:lnTo>
                      <a:lnTo>
                        <a:pt x="32195" y="100679"/>
                      </a:lnTo>
                      <a:lnTo>
                        <a:pt x="30099" y="102013"/>
                      </a:lnTo>
                      <a:close/>
                      <a:moveTo>
                        <a:pt x="31337" y="117919"/>
                      </a:moveTo>
                      <a:lnTo>
                        <a:pt x="32195" y="117919"/>
                      </a:lnTo>
                      <a:lnTo>
                        <a:pt x="33623" y="118872"/>
                      </a:lnTo>
                      <a:lnTo>
                        <a:pt x="31337" y="117919"/>
                      </a:lnTo>
                      <a:close/>
                      <a:moveTo>
                        <a:pt x="36957" y="126587"/>
                      </a:moveTo>
                      <a:cubicBezTo>
                        <a:pt x="36767" y="125349"/>
                        <a:pt x="37148" y="124301"/>
                        <a:pt x="38195" y="123254"/>
                      </a:cubicBezTo>
                      <a:lnTo>
                        <a:pt x="38005" y="123444"/>
                      </a:lnTo>
                      <a:cubicBezTo>
                        <a:pt x="38005" y="123444"/>
                        <a:pt x="38291" y="124206"/>
                        <a:pt x="38767" y="124682"/>
                      </a:cubicBezTo>
                      <a:cubicBezTo>
                        <a:pt x="39243" y="125158"/>
                        <a:pt x="39529" y="125539"/>
                        <a:pt x="39529" y="125730"/>
                      </a:cubicBezTo>
                      <a:cubicBezTo>
                        <a:pt x="39529" y="126016"/>
                        <a:pt x="39338" y="126301"/>
                        <a:pt x="38862" y="126492"/>
                      </a:cubicBezTo>
                      <a:lnTo>
                        <a:pt x="36862" y="126492"/>
                      </a:lnTo>
                      <a:close/>
                      <a:moveTo>
                        <a:pt x="38576" y="122872"/>
                      </a:moveTo>
                      <a:cubicBezTo>
                        <a:pt x="38576" y="122872"/>
                        <a:pt x="38195" y="123254"/>
                        <a:pt x="38195" y="123349"/>
                      </a:cubicBezTo>
                      <a:cubicBezTo>
                        <a:pt x="38195" y="123349"/>
                        <a:pt x="38291" y="123063"/>
                        <a:pt x="38576" y="122872"/>
                      </a:cubicBezTo>
                      <a:close/>
                      <a:moveTo>
                        <a:pt x="38957" y="119729"/>
                      </a:moveTo>
                      <a:cubicBezTo>
                        <a:pt x="38957" y="119729"/>
                        <a:pt x="39910" y="120015"/>
                        <a:pt x="40577" y="120587"/>
                      </a:cubicBezTo>
                      <a:cubicBezTo>
                        <a:pt x="41148" y="121158"/>
                        <a:pt x="41529" y="121444"/>
                        <a:pt x="41624" y="121539"/>
                      </a:cubicBezTo>
                      <a:cubicBezTo>
                        <a:pt x="40862" y="121634"/>
                        <a:pt x="39910" y="122110"/>
                        <a:pt x="38671" y="122872"/>
                      </a:cubicBezTo>
                      <a:cubicBezTo>
                        <a:pt x="39624" y="121825"/>
                        <a:pt x="39719" y="120777"/>
                        <a:pt x="39053" y="119729"/>
                      </a:cubicBezTo>
                      <a:close/>
                      <a:moveTo>
                        <a:pt x="42958" y="105823"/>
                      </a:moveTo>
                      <a:lnTo>
                        <a:pt x="42958" y="104489"/>
                      </a:lnTo>
                      <a:lnTo>
                        <a:pt x="38957" y="102489"/>
                      </a:lnTo>
                      <a:lnTo>
                        <a:pt x="42958" y="105823"/>
                      </a:lnTo>
                      <a:close/>
                      <a:moveTo>
                        <a:pt x="46292" y="110871"/>
                      </a:moveTo>
                      <a:cubicBezTo>
                        <a:pt x="46292" y="110871"/>
                        <a:pt x="46768" y="110966"/>
                        <a:pt x="48101" y="111157"/>
                      </a:cubicBezTo>
                      <a:cubicBezTo>
                        <a:pt x="48768" y="111252"/>
                        <a:pt x="49340" y="110966"/>
                        <a:pt x="49721" y="110204"/>
                      </a:cubicBezTo>
                      <a:cubicBezTo>
                        <a:pt x="48292" y="109823"/>
                        <a:pt x="47244" y="110014"/>
                        <a:pt x="46387" y="110871"/>
                      </a:cubicBezTo>
                      <a:cubicBezTo>
                        <a:pt x="46006" y="110871"/>
                        <a:pt x="45911" y="111062"/>
                        <a:pt x="45911" y="111347"/>
                      </a:cubicBezTo>
                      <a:lnTo>
                        <a:pt x="44482" y="112681"/>
                      </a:lnTo>
                      <a:lnTo>
                        <a:pt x="45911" y="112681"/>
                      </a:lnTo>
                      <a:cubicBezTo>
                        <a:pt x="45815" y="112109"/>
                        <a:pt x="45815" y="111728"/>
                        <a:pt x="45911" y="111347"/>
                      </a:cubicBezTo>
                      <a:lnTo>
                        <a:pt x="46387" y="110871"/>
                      </a:lnTo>
                      <a:close/>
                      <a:moveTo>
                        <a:pt x="47149" y="48768"/>
                      </a:moveTo>
                      <a:cubicBezTo>
                        <a:pt x="47720" y="48196"/>
                        <a:pt x="47911" y="47815"/>
                        <a:pt x="47720" y="47339"/>
                      </a:cubicBezTo>
                      <a:lnTo>
                        <a:pt x="48196" y="46196"/>
                      </a:lnTo>
                      <a:cubicBezTo>
                        <a:pt x="47720" y="45625"/>
                        <a:pt x="47054" y="45148"/>
                        <a:pt x="46387" y="44863"/>
                      </a:cubicBezTo>
                      <a:cubicBezTo>
                        <a:pt x="45625" y="44577"/>
                        <a:pt x="45149" y="44386"/>
                        <a:pt x="44863" y="44386"/>
                      </a:cubicBezTo>
                      <a:cubicBezTo>
                        <a:pt x="46768" y="45244"/>
                        <a:pt x="47720" y="46196"/>
                        <a:pt x="47720" y="47339"/>
                      </a:cubicBezTo>
                      <a:lnTo>
                        <a:pt x="47149" y="48768"/>
                      </a:lnTo>
                      <a:close/>
                      <a:moveTo>
                        <a:pt x="59341" y="39243"/>
                      </a:moveTo>
                      <a:lnTo>
                        <a:pt x="59341" y="38767"/>
                      </a:lnTo>
                      <a:cubicBezTo>
                        <a:pt x="58865" y="35909"/>
                        <a:pt x="56769" y="34480"/>
                        <a:pt x="52959" y="34480"/>
                      </a:cubicBezTo>
                      <a:cubicBezTo>
                        <a:pt x="50006" y="34480"/>
                        <a:pt x="47625" y="35242"/>
                        <a:pt x="45720" y="36766"/>
                      </a:cubicBezTo>
                      <a:cubicBezTo>
                        <a:pt x="46292" y="36957"/>
                        <a:pt x="46958" y="38005"/>
                        <a:pt x="47625" y="40005"/>
                      </a:cubicBezTo>
                      <a:cubicBezTo>
                        <a:pt x="48292" y="41910"/>
                        <a:pt x="49435" y="42672"/>
                        <a:pt x="51054" y="42386"/>
                      </a:cubicBezTo>
                      <a:lnTo>
                        <a:pt x="51054" y="41910"/>
                      </a:lnTo>
                      <a:cubicBezTo>
                        <a:pt x="51054" y="41910"/>
                        <a:pt x="51816" y="40386"/>
                        <a:pt x="52292" y="38290"/>
                      </a:cubicBezTo>
                      <a:cubicBezTo>
                        <a:pt x="52673" y="36576"/>
                        <a:pt x="53340" y="35719"/>
                        <a:pt x="54388" y="35719"/>
                      </a:cubicBezTo>
                      <a:cubicBezTo>
                        <a:pt x="54864" y="35719"/>
                        <a:pt x="55436" y="35909"/>
                        <a:pt x="56007" y="36195"/>
                      </a:cubicBezTo>
                      <a:lnTo>
                        <a:pt x="56007" y="37528"/>
                      </a:lnTo>
                      <a:cubicBezTo>
                        <a:pt x="56007" y="37528"/>
                        <a:pt x="56579" y="37338"/>
                        <a:pt x="56864" y="37338"/>
                      </a:cubicBezTo>
                      <a:cubicBezTo>
                        <a:pt x="57055" y="37338"/>
                        <a:pt x="57912" y="38005"/>
                        <a:pt x="59341" y="39338"/>
                      </a:cubicBezTo>
                      <a:close/>
                      <a:moveTo>
                        <a:pt x="48196" y="91726"/>
                      </a:moveTo>
                      <a:cubicBezTo>
                        <a:pt x="47149" y="91726"/>
                        <a:pt x="46482" y="91535"/>
                        <a:pt x="46292" y="91250"/>
                      </a:cubicBezTo>
                      <a:lnTo>
                        <a:pt x="47720" y="93059"/>
                      </a:lnTo>
                      <a:cubicBezTo>
                        <a:pt x="48292" y="92773"/>
                        <a:pt x="48482" y="92297"/>
                        <a:pt x="48196" y="91726"/>
                      </a:cubicBezTo>
                      <a:close/>
                      <a:moveTo>
                        <a:pt x="49625" y="41148"/>
                      </a:moveTo>
                      <a:lnTo>
                        <a:pt x="49054" y="40672"/>
                      </a:lnTo>
                      <a:lnTo>
                        <a:pt x="50483" y="40672"/>
                      </a:lnTo>
                      <a:cubicBezTo>
                        <a:pt x="50483" y="40672"/>
                        <a:pt x="50102" y="40957"/>
                        <a:pt x="49625" y="41148"/>
                      </a:cubicBezTo>
                      <a:close/>
                      <a:moveTo>
                        <a:pt x="50483" y="40672"/>
                      </a:moveTo>
                      <a:cubicBezTo>
                        <a:pt x="50483" y="40672"/>
                        <a:pt x="50863" y="40481"/>
                        <a:pt x="51054" y="40672"/>
                      </a:cubicBezTo>
                      <a:lnTo>
                        <a:pt x="50483" y="40672"/>
                      </a:lnTo>
                      <a:close/>
                      <a:moveTo>
                        <a:pt x="51721" y="121158"/>
                      </a:moveTo>
                      <a:lnTo>
                        <a:pt x="53150" y="119825"/>
                      </a:lnTo>
                      <a:cubicBezTo>
                        <a:pt x="52578" y="119253"/>
                        <a:pt x="52102" y="118967"/>
                        <a:pt x="51721" y="118967"/>
                      </a:cubicBezTo>
                      <a:lnTo>
                        <a:pt x="51721" y="121063"/>
                      </a:lnTo>
                      <a:close/>
                      <a:moveTo>
                        <a:pt x="53816" y="42958"/>
                      </a:moveTo>
                      <a:cubicBezTo>
                        <a:pt x="54007" y="42291"/>
                        <a:pt x="53816" y="41529"/>
                        <a:pt x="53150" y="40672"/>
                      </a:cubicBezTo>
                      <a:lnTo>
                        <a:pt x="53150" y="43815"/>
                      </a:lnTo>
                      <a:lnTo>
                        <a:pt x="53816" y="42958"/>
                      </a:lnTo>
                      <a:close/>
                      <a:moveTo>
                        <a:pt x="56483" y="131635"/>
                      </a:moveTo>
                      <a:lnTo>
                        <a:pt x="55912" y="131159"/>
                      </a:lnTo>
                      <a:lnTo>
                        <a:pt x="57341" y="131159"/>
                      </a:lnTo>
                      <a:cubicBezTo>
                        <a:pt x="56674" y="131445"/>
                        <a:pt x="56388" y="131635"/>
                        <a:pt x="56483" y="131635"/>
                      </a:cubicBezTo>
                      <a:close/>
                      <a:moveTo>
                        <a:pt x="73628" y="118015"/>
                      </a:moveTo>
                      <a:lnTo>
                        <a:pt x="74295" y="117158"/>
                      </a:lnTo>
                      <a:lnTo>
                        <a:pt x="73628" y="115348"/>
                      </a:lnTo>
                      <a:lnTo>
                        <a:pt x="73628" y="117919"/>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 name="Google Shape;1334;p99"/>
                <p:cNvSpPr/>
                <p:nvPr/>
              </p:nvSpPr>
              <p:spPr>
                <a:xfrm>
                  <a:off x="4447698" y="1722881"/>
                  <a:ext cx="111156" cy="140208"/>
                </a:xfrm>
                <a:custGeom>
                  <a:avLst/>
                  <a:gdLst/>
                  <a:ahLst/>
                  <a:cxnLst/>
                  <a:rect l="l" t="t" r="r" b="b"/>
                  <a:pathLst>
                    <a:path w="111156" h="140208" extrusionOk="0">
                      <a:moveTo>
                        <a:pt x="2096" y="140208"/>
                      </a:moveTo>
                      <a:lnTo>
                        <a:pt x="0" y="138875"/>
                      </a:lnTo>
                      <a:lnTo>
                        <a:pt x="2096" y="139351"/>
                      </a:lnTo>
                      <a:lnTo>
                        <a:pt x="2096" y="140208"/>
                      </a:lnTo>
                      <a:close/>
                      <a:moveTo>
                        <a:pt x="108585" y="54007"/>
                      </a:moveTo>
                      <a:cubicBezTo>
                        <a:pt x="108204" y="55245"/>
                        <a:pt x="108585" y="56483"/>
                        <a:pt x="109538" y="57817"/>
                      </a:cubicBezTo>
                      <a:cubicBezTo>
                        <a:pt x="110490" y="59150"/>
                        <a:pt x="111061" y="60008"/>
                        <a:pt x="111061" y="60389"/>
                      </a:cubicBezTo>
                      <a:cubicBezTo>
                        <a:pt x="111061" y="61151"/>
                        <a:pt x="110585" y="62008"/>
                        <a:pt x="109633" y="62960"/>
                      </a:cubicBezTo>
                      <a:cubicBezTo>
                        <a:pt x="110204" y="67342"/>
                        <a:pt x="110490" y="72009"/>
                        <a:pt x="110490" y="77057"/>
                      </a:cubicBezTo>
                      <a:cubicBezTo>
                        <a:pt x="110490" y="82106"/>
                        <a:pt x="110204" y="86773"/>
                        <a:pt x="109633" y="91345"/>
                      </a:cubicBezTo>
                      <a:cubicBezTo>
                        <a:pt x="107442" y="92011"/>
                        <a:pt x="106299" y="93059"/>
                        <a:pt x="106299" y="94488"/>
                      </a:cubicBezTo>
                      <a:cubicBezTo>
                        <a:pt x="106299" y="94964"/>
                        <a:pt x="106490" y="95631"/>
                        <a:pt x="106871" y="96774"/>
                      </a:cubicBezTo>
                      <a:cubicBezTo>
                        <a:pt x="107251" y="97917"/>
                        <a:pt x="107442" y="98774"/>
                        <a:pt x="107442" y="99441"/>
                      </a:cubicBezTo>
                      <a:cubicBezTo>
                        <a:pt x="107442" y="100013"/>
                        <a:pt x="107347" y="100489"/>
                        <a:pt x="107061" y="100965"/>
                      </a:cubicBezTo>
                      <a:lnTo>
                        <a:pt x="107823" y="105537"/>
                      </a:lnTo>
                      <a:cubicBezTo>
                        <a:pt x="106299" y="106299"/>
                        <a:pt x="105061" y="107728"/>
                        <a:pt x="104204" y="109823"/>
                      </a:cubicBezTo>
                      <a:cubicBezTo>
                        <a:pt x="103346" y="111919"/>
                        <a:pt x="102489" y="114014"/>
                        <a:pt x="101822" y="115919"/>
                      </a:cubicBezTo>
                      <a:cubicBezTo>
                        <a:pt x="99632" y="116777"/>
                        <a:pt x="95917" y="119253"/>
                        <a:pt x="90773" y="123158"/>
                      </a:cubicBezTo>
                      <a:lnTo>
                        <a:pt x="92678" y="124968"/>
                      </a:lnTo>
                      <a:cubicBezTo>
                        <a:pt x="86201" y="125159"/>
                        <a:pt x="81534" y="126682"/>
                        <a:pt x="78581" y="129445"/>
                      </a:cubicBezTo>
                      <a:cubicBezTo>
                        <a:pt x="78105" y="129445"/>
                        <a:pt x="77629" y="129254"/>
                        <a:pt x="77153" y="129254"/>
                      </a:cubicBezTo>
                      <a:cubicBezTo>
                        <a:pt x="76105" y="129254"/>
                        <a:pt x="75152" y="129635"/>
                        <a:pt x="74295" y="130493"/>
                      </a:cubicBezTo>
                      <a:cubicBezTo>
                        <a:pt x="73438" y="131255"/>
                        <a:pt x="73057" y="132207"/>
                        <a:pt x="73152" y="133160"/>
                      </a:cubicBezTo>
                      <a:cubicBezTo>
                        <a:pt x="71628" y="132302"/>
                        <a:pt x="69913" y="131826"/>
                        <a:pt x="68008" y="131826"/>
                      </a:cubicBezTo>
                      <a:lnTo>
                        <a:pt x="62389" y="131826"/>
                      </a:lnTo>
                      <a:cubicBezTo>
                        <a:pt x="62579" y="131064"/>
                        <a:pt x="62198" y="130493"/>
                        <a:pt x="61246" y="130016"/>
                      </a:cubicBezTo>
                      <a:cubicBezTo>
                        <a:pt x="60198" y="129635"/>
                        <a:pt x="59722" y="129064"/>
                        <a:pt x="59531" y="128492"/>
                      </a:cubicBezTo>
                      <a:cubicBezTo>
                        <a:pt x="58103" y="130588"/>
                        <a:pt x="56102" y="131731"/>
                        <a:pt x="53340" y="131921"/>
                      </a:cubicBezTo>
                      <a:cubicBezTo>
                        <a:pt x="52864" y="132017"/>
                        <a:pt x="50578" y="131921"/>
                        <a:pt x="46482" y="131731"/>
                      </a:cubicBezTo>
                      <a:cubicBezTo>
                        <a:pt x="43529" y="130588"/>
                        <a:pt x="40577" y="129540"/>
                        <a:pt x="37433" y="128302"/>
                      </a:cubicBezTo>
                      <a:cubicBezTo>
                        <a:pt x="33909" y="126873"/>
                        <a:pt x="31242" y="125254"/>
                        <a:pt x="29337" y="123539"/>
                      </a:cubicBezTo>
                      <a:cubicBezTo>
                        <a:pt x="28575" y="124301"/>
                        <a:pt x="27146" y="124111"/>
                        <a:pt x="24956" y="123063"/>
                      </a:cubicBezTo>
                      <a:cubicBezTo>
                        <a:pt x="22098" y="119825"/>
                        <a:pt x="19241" y="116491"/>
                        <a:pt x="16288" y="113062"/>
                      </a:cubicBezTo>
                      <a:cubicBezTo>
                        <a:pt x="13240" y="109156"/>
                        <a:pt x="11525" y="105442"/>
                        <a:pt x="11144" y="102108"/>
                      </a:cubicBezTo>
                      <a:cubicBezTo>
                        <a:pt x="9525" y="100203"/>
                        <a:pt x="8763" y="97536"/>
                        <a:pt x="8858" y="94107"/>
                      </a:cubicBezTo>
                      <a:cubicBezTo>
                        <a:pt x="8954" y="88964"/>
                        <a:pt x="8954" y="86106"/>
                        <a:pt x="8858" y="85535"/>
                      </a:cubicBezTo>
                      <a:cubicBezTo>
                        <a:pt x="8763" y="84773"/>
                        <a:pt x="8668" y="83915"/>
                        <a:pt x="8668" y="83058"/>
                      </a:cubicBezTo>
                      <a:cubicBezTo>
                        <a:pt x="8668" y="81820"/>
                        <a:pt x="8858" y="80010"/>
                        <a:pt x="9144" y="77533"/>
                      </a:cubicBezTo>
                      <a:cubicBezTo>
                        <a:pt x="9525" y="75057"/>
                        <a:pt x="9620" y="73152"/>
                        <a:pt x="9620" y="71914"/>
                      </a:cubicBezTo>
                      <a:cubicBezTo>
                        <a:pt x="9620" y="69628"/>
                        <a:pt x="9144" y="67628"/>
                        <a:pt x="8192" y="66008"/>
                      </a:cubicBezTo>
                      <a:cubicBezTo>
                        <a:pt x="9334" y="65627"/>
                        <a:pt x="9716" y="64770"/>
                        <a:pt x="9144" y="63532"/>
                      </a:cubicBezTo>
                      <a:cubicBezTo>
                        <a:pt x="8573" y="62294"/>
                        <a:pt x="8763" y="61436"/>
                        <a:pt x="9620" y="60865"/>
                      </a:cubicBezTo>
                      <a:cubicBezTo>
                        <a:pt x="8954" y="55531"/>
                        <a:pt x="8573" y="51054"/>
                        <a:pt x="8573" y="47435"/>
                      </a:cubicBezTo>
                      <a:cubicBezTo>
                        <a:pt x="8573" y="40958"/>
                        <a:pt x="9525" y="35528"/>
                        <a:pt x="11525" y="31052"/>
                      </a:cubicBezTo>
                      <a:cubicBezTo>
                        <a:pt x="12478" y="27337"/>
                        <a:pt x="13240" y="24860"/>
                        <a:pt x="13811" y="23622"/>
                      </a:cubicBezTo>
                      <a:cubicBezTo>
                        <a:pt x="15240" y="21050"/>
                        <a:pt x="17240" y="19431"/>
                        <a:pt x="19812" y="18860"/>
                      </a:cubicBezTo>
                      <a:cubicBezTo>
                        <a:pt x="21336" y="15050"/>
                        <a:pt x="24765" y="11716"/>
                        <a:pt x="30099" y="8858"/>
                      </a:cubicBezTo>
                      <a:lnTo>
                        <a:pt x="29242" y="8382"/>
                      </a:lnTo>
                      <a:cubicBezTo>
                        <a:pt x="30861" y="8096"/>
                        <a:pt x="33242" y="6858"/>
                        <a:pt x="36290" y="4763"/>
                      </a:cubicBezTo>
                      <a:cubicBezTo>
                        <a:pt x="38862" y="3048"/>
                        <a:pt x="41338" y="2286"/>
                        <a:pt x="43720" y="2477"/>
                      </a:cubicBezTo>
                      <a:cubicBezTo>
                        <a:pt x="43720" y="857"/>
                        <a:pt x="44387" y="0"/>
                        <a:pt x="45815" y="0"/>
                      </a:cubicBezTo>
                      <a:cubicBezTo>
                        <a:pt x="46292" y="0"/>
                        <a:pt x="47149" y="191"/>
                        <a:pt x="48482" y="476"/>
                      </a:cubicBezTo>
                      <a:cubicBezTo>
                        <a:pt x="49816" y="762"/>
                        <a:pt x="50673" y="857"/>
                        <a:pt x="51149" y="667"/>
                      </a:cubicBezTo>
                      <a:cubicBezTo>
                        <a:pt x="53054" y="3239"/>
                        <a:pt x="55531" y="4381"/>
                        <a:pt x="58579" y="4381"/>
                      </a:cubicBezTo>
                      <a:cubicBezTo>
                        <a:pt x="60008" y="4381"/>
                        <a:pt x="62294" y="4001"/>
                        <a:pt x="65627" y="3048"/>
                      </a:cubicBezTo>
                      <a:cubicBezTo>
                        <a:pt x="68104" y="3715"/>
                        <a:pt x="71152" y="3715"/>
                        <a:pt x="74962" y="3048"/>
                      </a:cubicBezTo>
                      <a:lnTo>
                        <a:pt x="74962" y="3715"/>
                      </a:lnTo>
                      <a:cubicBezTo>
                        <a:pt x="76009" y="3334"/>
                        <a:pt x="77057" y="3048"/>
                        <a:pt x="78105" y="3048"/>
                      </a:cubicBezTo>
                      <a:cubicBezTo>
                        <a:pt x="79629" y="3048"/>
                        <a:pt x="81534" y="3905"/>
                        <a:pt x="83915" y="5715"/>
                      </a:cubicBezTo>
                      <a:cubicBezTo>
                        <a:pt x="86296" y="7525"/>
                        <a:pt x="88297" y="8573"/>
                        <a:pt x="90107" y="8763"/>
                      </a:cubicBezTo>
                      <a:cubicBezTo>
                        <a:pt x="90583" y="10478"/>
                        <a:pt x="92107" y="12287"/>
                        <a:pt x="94583" y="14002"/>
                      </a:cubicBezTo>
                      <a:cubicBezTo>
                        <a:pt x="97155" y="15812"/>
                        <a:pt x="98584" y="17050"/>
                        <a:pt x="98869" y="17812"/>
                      </a:cubicBezTo>
                      <a:cubicBezTo>
                        <a:pt x="100584" y="17812"/>
                        <a:pt x="101632" y="18955"/>
                        <a:pt x="102013" y="21241"/>
                      </a:cubicBezTo>
                      <a:cubicBezTo>
                        <a:pt x="102394" y="23527"/>
                        <a:pt x="103346" y="24670"/>
                        <a:pt x="105061" y="24670"/>
                      </a:cubicBezTo>
                      <a:cubicBezTo>
                        <a:pt x="106394" y="26099"/>
                        <a:pt x="106966" y="28099"/>
                        <a:pt x="106966" y="30766"/>
                      </a:cubicBezTo>
                      <a:lnTo>
                        <a:pt x="106966" y="33052"/>
                      </a:lnTo>
                      <a:cubicBezTo>
                        <a:pt x="106966" y="34195"/>
                        <a:pt x="106775" y="34862"/>
                        <a:pt x="106775" y="35338"/>
                      </a:cubicBezTo>
                      <a:cubicBezTo>
                        <a:pt x="106775" y="38576"/>
                        <a:pt x="108014" y="40862"/>
                        <a:pt x="110490" y="42291"/>
                      </a:cubicBezTo>
                      <a:cubicBezTo>
                        <a:pt x="110014" y="43053"/>
                        <a:pt x="109823" y="43910"/>
                        <a:pt x="109823" y="44863"/>
                      </a:cubicBezTo>
                      <a:cubicBezTo>
                        <a:pt x="109823" y="45720"/>
                        <a:pt x="110014" y="46863"/>
                        <a:pt x="110490" y="48292"/>
                      </a:cubicBezTo>
                      <a:cubicBezTo>
                        <a:pt x="110966" y="49721"/>
                        <a:pt x="111157" y="50673"/>
                        <a:pt x="111157" y="51245"/>
                      </a:cubicBezTo>
                      <a:cubicBezTo>
                        <a:pt x="111157" y="52578"/>
                        <a:pt x="110300" y="53340"/>
                        <a:pt x="108490" y="53721"/>
                      </a:cubicBezTo>
                      <a:close/>
                      <a:moveTo>
                        <a:pt x="90011" y="62960"/>
                      </a:moveTo>
                      <a:cubicBezTo>
                        <a:pt x="90583" y="62960"/>
                        <a:pt x="93345" y="63722"/>
                        <a:pt x="98108" y="65246"/>
                      </a:cubicBezTo>
                      <a:lnTo>
                        <a:pt x="98108" y="61627"/>
                      </a:lnTo>
                      <a:cubicBezTo>
                        <a:pt x="94202" y="60293"/>
                        <a:pt x="92488" y="59627"/>
                        <a:pt x="92774" y="59627"/>
                      </a:cubicBezTo>
                      <a:cubicBezTo>
                        <a:pt x="91916" y="59627"/>
                        <a:pt x="91631" y="60293"/>
                        <a:pt x="91916" y="61627"/>
                      </a:cubicBezTo>
                      <a:lnTo>
                        <a:pt x="90011" y="59627"/>
                      </a:lnTo>
                      <a:lnTo>
                        <a:pt x="89154" y="60103"/>
                      </a:lnTo>
                      <a:cubicBezTo>
                        <a:pt x="88297" y="58960"/>
                        <a:pt x="87154" y="58007"/>
                        <a:pt x="85630" y="57341"/>
                      </a:cubicBezTo>
                      <a:cubicBezTo>
                        <a:pt x="83058" y="56483"/>
                        <a:pt x="81629" y="55912"/>
                        <a:pt x="81248" y="55721"/>
                      </a:cubicBezTo>
                      <a:cubicBezTo>
                        <a:pt x="81725" y="55150"/>
                        <a:pt x="81915" y="54293"/>
                        <a:pt x="81820" y="53150"/>
                      </a:cubicBezTo>
                      <a:lnTo>
                        <a:pt x="81820" y="50197"/>
                      </a:lnTo>
                      <a:cubicBezTo>
                        <a:pt x="81439" y="49625"/>
                        <a:pt x="80105" y="46768"/>
                        <a:pt x="77724" y="41624"/>
                      </a:cubicBezTo>
                      <a:cubicBezTo>
                        <a:pt x="76200" y="38100"/>
                        <a:pt x="74771" y="35909"/>
                        <a:pt x="73533" y="34862"/>
                      </a:cubicBezTo>
                      <a:lnTo>
                        <a:pt x="74390" y="34385"/>
                      </a:lnTo>
                      <a:cubicBezTo>
                        <a:pt x="73152" y="32861"/>
                        <a:pt x="71342" y="31814"/>
                        <a:pt x="69056" y="31147"/>
                      </a:cubicBezTo>
                      <a:cubicBezTo>
                        <a:pt x="66866" y="30480"/>
                        <a:pt x="64770" y="29908"/>
                        <a:pt x="62675" y="29337"/>
                      </a:cubicBezTo>
                      <a:cubicBezTo>
                        <a:pt x="62770" y="27623"/>
                        <a:pt x="62103" y="26765"/>
                        <a:pt x="60388" y="26765"/>
                      </a:cubicBezTo>
                      <a:cubicBezTo>
                        <a:pt x="58198" y="26765"/>
                        <a:pt x="56674" y="27623"/>
                        <a:pt x="56007" y="29337"/>
                      </a:cubicBezTo>
                      <a:cubicBezTo>
                        <a:pt x="54674" y="29432"/>
                        <a:pt x="52959" y="30194"/>
                        <a:pt x="50768" y="31433"/>
                      </a:cubicBezTo>
                      <a:cubicBezTo>
                        <a:pt x="48578" y="32766"/>
                        <a:pt x="46958" y="33242"/>
                        <a:pt x="45720" y="33052"/>
                      </a:cubicBezTo>
                      <a:cubicBezTo>
                        <a:pt x="43339" y="33719"/>
                        <a:pt x="41720" y="35528"/>
                        <a:pt x="40767" y="38481"/>
                      </a:cubicBezTo>
                      <a:cubicBezTo>
                        <a:pt x="39815" y="41815"/>
                        <a:pt x="38671" y="43720"/>
                        <a:pt x="37433" y="44387"/>
                      </a:cubicBezTo>
                      <a:cubicBezTo>
                        <a:pt x="37529" y="46006"/>
                        <a:pt x="37433" y="48197"/>
                        <a:pt x="36957" y="50959"/>
                      </a:cubicBezTo>
                      <a:cubicBezTo>
                        <a:pt x="36576" y="53626"/>
                        <a:pt x="36386" y="55626"/>
                        <a:pt x="36386" y="56674"/>
                      </a:cubicBezTo>
                      <a:cubicBezTo>
                        <a:pt x="36386" y="58483"/>
                        <a:pt x="36767" y="60198"/>
                        <a:pt x="37433" y="61531"/>
                      </a:cubicBezTo>
                      <a:cubicBezTo>
                        <a:pt x="36100" y="62389"/>
                        <a:pt x="36004" y="64199"/>
                        <a:pt x="36862" y="66770"/>
                      </a:cubicBezTo>
                      <a:cubicBezTo>
                        <a:pt x="37719" y="68961"/>
                        <a:pt x="37243" y="70104"/>
                        <a:pt x="35433" y="70390"/>
                      </a:cubicBezTo>
                      <a:cubicBezTo>
                        <a:pt x="36767" y="75629"/>
                        <a:pt x="37338" y="79629"/>
                        <a:pt x="37338" y="82391"/>
                      </a:cubicBezTo>
                      <a:cubicBezTo>
                        <a:pt x="37338" y="84392"/>
                        <a:pt x="37148" y="86297"/>
                        <a:pt x="36767" y="88106"/>
                      </a:cubicBezTo>
                      <a:cubicBezTo>
                        <a:pt x="37624" y="88773"/>
                        <a:pt x="39243" y="91916"/>
                        <a:pt x="41720" y="97631"/>
                      </a:cubicBezTo>
                      <a:cubicBezTo>
                        <a:pt x="43529" y="101822"/>
                        <a:pt x="46387" y="103632"/>
                        <a:pt x="50387" y="103251"/>
                      </a:cubicBezTo>
                      <a:cubicBezTo>
                        <a:pt x="50768" y="103346"/>
                        <a:pt x="51149" y="103251"/>
                        <a:pt x="51625" y="102775"/>
                      </a:cubicBezTo>
                      <a:cubicBezTo>
                        <a:pt x="52102" y="102298"/>
                        <a:pt x="52483" y="102108"/>
                        <a:pt x="52673" y="102108"/>
                      </a:cubicBezTo>
                      <a:cubicBezTo>
                        <a:pt x="53054" y="102108"/>
                        <a:pt x="53340" y="102298"/>
                        <a:pt x="53721" y="102775"/>
                      </a:cubicBezTo>
                      <a:lnTo>
                        <a:pt x="53054" y="103251"/>
                      </a:lnTo>
                      <a:cubicBezTo>
                        <a:pt x="53054" y="103823"/>
                        <a:pt x="53340" y="104299"/>
                        <a:pt x="53912" y="104775"/>
                      </a:cubicBezTo>
                      <a:lnTo>
                        <a:pt x="55150" y="105918"/>
                      </a:lnTo>
                      <a:cubicBezTo>
                        <a:pt x="56007" y="106871"/>
                        <a:pt x="57055" y="107442"/>
                        <a:pt x="58293" y="107442"/>
                      </a:cubicBezTo>
                      <a:cubicBezTo>
                        <a:pt x="60103" y="107442"/>
                        <a:pt x="60960" y="106775"/>
                        <a:pt x="61055" y="105442"/>
                      </a:cubicBezTo>
                      <a:cubicBezTo>
                        <a:pt x="61913" y="106109"/>
                        <a:pt x="62675" y="106394"/>
                        <a:pt x="63341" y="106394"/>
                      </a:cubicBezTo>
                      <a:cubicBezTo>
                        <a:pt x="64008" y="106394"/>
                        <a:pt x="64865" y="105727"/>
                        <a:pt x="65723" y="104299"/>
                      </a:cubicBezTo>
                      <a:cubicBezTo>
                        <a:pt x="66580" y="102870"/>
                        <a:pt x="67437" y="102203"/>
                        <a:pt x="68104" y="102203"/>
                      </a:cubicBezTo>
                      <a:cubicBezTo>
                        <a:pt x="68771" y="102203"/>
                        <a:pt x="69723" y="102584"/>
                        <a:pt x="70771" y="103346"/>
                      </a:cubicBezTo>
                      <a:cubicBezTo>
                        <a:pt x="70961" y="102965"/>
                        <a:pt x="72104" y="102203"/>
                        <a:pt x="74104" y="101346"/>
                      </a:cubicBezTo>
                      <a:cubicBezTo>
                        <a:pt x="75724" y="100679"/>
                        <a:pt x="76581" y="99727"/>
                        <a:pt x="76581" y="98584"/>
                      </a:cubicBezTo>
                      <a:cubicBezTo>
                        <a:pt x="76581" y="98107"/>
                        <a:pt x="76486" y="97631"/>
                        <a:pt x="76200" y="96965"/>
                      </a:cubicBezTo>
                      <a:cubicBezTo>
                        <a:pt x="77819" y="96202"/>
                        <a:pt x="78867" y="94488"/>
                        <a:pt x="79153" y="91916"/>
                      </a:cubicBezTo>
                      <a:cubicBezTo>
                        <a:pt x="79534" y="89344"/>
                        <a:pt x="80296" y="87630"/>
                        <a:pt x="81439" y="86963"/>
                      </a:cubicBezTo>
                      <a:lnTo>
                        <a:pt x="81439" y="76105"/>
                      </a:lnTo>
                      <a:cubicBezTo>
                        <a:pt x="81725" y="75343"/>
                        <a:pt x="81820" y="74486"/>
                        <a:pt x="81820" y="73438"/>
                      </a:cubicBezTo>
                      <a:cubicBezTo>
                        <a:pt x="81820" y="72485"/>
                        <a:pt x="81629" y="71056"/>
                        <a:pt x="81344" y="69152"/>
                      </a:cubicBezTo>
                      <a:cubicBezTo>
                        <a:pt x="80963" y="67247"/>
                        <a:pt x="80772" y="66008"/>
                        <a:pt x="80772" y="65246"/>
                      </a:cubicBezTo>
                      <a:cubicBezTo>
                        <a:pt x="80772" y="64008"/>
                        <a:pt x="81058" y="63056"/>
                        <a:pt x="81534" y="62103"/>
                      </a:cubicBezTo>
                      <a:cubicBezTo>
                        <a:pt x="81439" y="60865"/>
                        <a:pt x="81820" y="60198"/>
                        <a:pt x="82582" y="60008"/>
                      </a:cubicBezTo>
                      <a:cubicBezTo>
                        <a:pt x="82963" y="60008"/>
                        <a:pt x="83915" y="60008"/>
                        <a:pt x="85534" y="60293"/>
                      </a:cubicBezTo>
                      <a:cubicBezTo>
                        <a:pt x="86773" y="60484"/>
                        <a:pt x="87725" y="60484"/>
                        <a:pt x="88297" y="60103"/>
                      </a:cubicBezTo>
                      <a:cubicBezTo>
                        <a:pt x="89345" y="61055"/>
                        <a:pt x="89821" y="62008"/>
                        <a:pt x="89725" y="62865"/>
                      </a:cubicBezTo>
                      <a:close/>
                      <a:moveTo>
                        <a:pt x="105061" y="54007"/>
                      </a:moveTo>
                      <a:cubicBezTo>
                        <a:pt x="104108" y="53531"/>
                        <a:pt x="103156" y="53340"/>
                        <a:pt x="102203" y="53340"/>
                      </a:cubicBezTo>
                      <a:cubicBezTo>
                        <a:pt x="101632" y="53340"/>
                        <a:pt x="100679" y="53435"/>
                        <a:pt x="99441" y="53721"/>
                      </a:cubicBezTo>
                      <a:cubicBezTo>
                        <a:pt x="98108" y="54007"/>
                        <a:pt x="97060" y="54102"/>
                        <a:pt x="96107" y="54007"/>
                      </a:cubicBezTo>
                      <a:lnTo>
                        <a:pt x="100298" y="56579"/>
                      </a:lnTo>
                      <a:lnTo>
                        <a:pt x="100870" y="54007"/>
                      </a:lnTo>
                      <a:cubicBezTo>
                        <a:pt x="100870" y="54007"/>
                        <a:pt x="102489" y="54483"/>
                        <a:pt x="105156" y="55340"/>
                      </a:cubicBezTo>
                      <a:lnTo>
                        <a:pt x="105156" y="54007"/>
                      </a:lnTo>
                      <a:close/>
                      <a:moveTo>
                        <a:pt x="100775" y="95155"/>
                      </a:moveTo>
                      <a:cubicBezTo>
                        <a:pt x="100775" y="95155"/>
                        <a:pt x="101156" y="94964"/>
                        <a:pt x="101156" y="94869"/>
                      </a:cubicBezTo>
                      <a:cubicBezTo>
                        <a:pt x="101156" y="94774"/>
                        <a:pt x="100870" y="94583"/>
                        <a:pt x="100298" y="94298"/>
                      </a:cubicBezTo>
                      <a:cubicBezTo>
                        <a:pt x="99727" y="94012"/>
                        <a:pt x="99441" y="93821"/>
                        <a:pt x="99441" y="93536"/>
                      </a:cubicBezTo>
                      <a:cubicBezTo>
                        <a:pt x="99441" y="93250"/>
                        <a:pt x="99727" y="93059"/>
                        <a:pt x="100298" y="92678"/>
                      </a:cubicBezTo>
                      <a:cubicBezTo>
                        <a:pt x="99632" y="92488"/>
                        <a:pt x="98965" y="92488"/>
                        <a:pt x="98203" y="92869"/>
                      </a:cubicBezTo>
                      <a:cubicBezTo>
                        <a:pt x="97155" y="93536"/>
                        <a:pt x="96583" y="93821"/>
                        <a:pt x="96393" y="93821"/>
                      </a:cubicBezTo>
                      <a:cubicBezTo>
                        <a:pt x="96774" y="93821"/>
                        <a:pt x="98203" y="94298"/>
                        <a:pt x="100775" y="95155"/>
                      </a:cubicBezTo>
                      <a:close/>
                      <a:moveTo>
                        <a:pt x="105537" y="61722"/>
                      </a:moveTo>
                      <a:lnTo>
                        <a:pt x="107633" y="61722"/>
                      </a:lnTo>
                      <a:cubicBezTo>
                        <a:pt x="106585" y="61055"/>
                        <a:pt x="105918" y="61055"/>
                        <a:pt x="105537" y="61531"/>
                      </a:cubicBezTo>
                      <a:cubicBezTo>
                        <a:pt x="104299" y="61246"/>
                        <a:pt x="102394" y="60674"/>
                        <a:pt x="100108" y="60103"/>
                      </a:cubicBezTo>
                      <a:cubicBezTo>
                        <a:pt x="99822" y="59341"/>
                        <a:pt x="99250" y="58960"/>
                        <a:pt x="98203" y="58960"/>
                      </a:cubicBezTo>
                      <a:cubicBezTo>
                        <a:pt x="98679" y="59150"/>
                        <a:pt x="99346" y="59531"/>
                        <a:pt x="100108" y="60103"/>
                      </a:cubicBezTo>
                      <a:cubicBezTo>
                        <a:pt x="100108" y="60484"/>
                        <a:pt x="100203" y="61055"/>
                        <a:pt x="100203" y="61722"/>
                      </a:cubicBezTo>
                      <a:cubicBezTo>
                        <a:pt x="100108" y="62579"/>
                        <a:pt x="100108" y="63056"/>
                        <a:pt x="100203" y="63151"/>
                      </a:cubicBezTo>
                      <a:cubicBezTo>
                        <a:pt x="100203" y="63437"/>
                        <a:pt x="100393" y="63627"/>
                        <a:pt x="100775" y="63437"/>
                      </a:cubicBezTo>
                      <a:lnTo>
                        <a:pt x="102680" y="61627"/>
                      </a:lnTo>
                      <a:lnTo>
                        <a:pt x="103537" y="62103"/>
                      </a:lnTo>
                      <a:cubicBezTo>
                        <a:pt x="103537" y="62103"/>
                        <a:pt x="103537" y="63056"/>
                        <a:pt x="103156" y="63532"/>
                      </a:cubicBezTo>
                      <a:cubicBezTo>
                        <a:pt x="102775" y="64008"/>
                        <a:pt x="102584" y="64389"/>
                        <a:pt x="102584" y="64770"/>
                      </a:cubicBezTo>
                      <a:cubicBezTo>
                        <a:pt x="103632" y="65056"/>
                        <a:pt x="104299" y="64770"/>
                        <a:pt x="104584" y="63913"/>
                      </a:cubicBezTo>
                      <a:cubicBezTo>
                        <a:pt x="104870" y="63151"/>
                        <a:pt x="105156" y="62294"/>
                        <a:pt x="105347" y="61531"/>
                      </a:cubicBezTo>
                      <a:lnTo>
                        <a:pt x="105347" y="61722"/>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 name="Google Shape;1335;p99"/>
                <p:cNvSpPr/>
                <p:nvPr/>
              </p:nvSpPr>
              <p:spPr>
                <a:xfrm>
                  <a:off x="4532185" y="1722691"/>
                  <a:ext cx="139445" cy="139636"/>
                </a:xfrm>
                <a:custGeom>
                  <a:avLst/>
                  <a:gdLst/>
                  <a:ahLst/>
                  <a:cxnLst/>
                  <a:rect l="l" t="t" r="r" b="b"/>
                  <a:pathLst>
                    <a:path w="139445" h="139636" extrusionOk="0">
                      <a:moveTo>
                        <a:pt x="5620" y="118110"/>
                      </a:moveTo>
                      <a:cubicBezTo>
                        <a:pt x="6191" y="118682"/>
                        <a:pt x="6477" y="119158"/>
                        <a:pt x="6477" y="119634"/>
                      </a:cubicBezTo>
                      <a:cubicBezTo>
                        <a:pt x="6477" y="119825"/>
                        <a:pt x="6286" y="120205"/>
                        <a:pt x="6001" y="120872"/>
                      </a:cubicBezTo>
                      <a:cubicBezTo>
                        <a:pt x="5715" y="121444"/>
                        <a:pt x="5620" y="122015"/>
                        <a:pt x="5620" y="122587"/>
                      </a:cubicBezTo>
                      <a:lnTo>
                        <a:pt x="4953" y="120777"/>
                      </a:lnTo>
                      <a:lnTo>
                        <a:pt x="0" y="122110"/>
                      </a:lnTo>
                      <a:cubicBezTo>
                        <a:pt x="95" y="120967"/>
                        <a:pt x="1238" y="120301"/>
                        <a:pt x="3238" y="120205"/>
                      </a:cubicBezTo>
                      <a:cubicBezTo>
                        <a:pt x="5239" y="120205"/>
                        <a:pt x="6096" y="119443"/>
                        <a:pt x="5620" y="118110"/>
                      </a:cubicBezTo>
                      <a:close/>
                      <a:moveTo>
                        <a:pt x="857" y="106108"/>
                      </a:moveTo>
                      <a:cubicBezTo>
                        <a:pt x="857" y="104775"/>
                        <a:pt x="1429" y="104108"/>
                        <a:pt x="2667" y="104108"/>
                      </a:cubicBezTo>
                      <a:cubicBezTo>
                        <a:pt x="3048" y="104108"/>
                        <a:pt x="3334" y="104299"/>
                        <a:pt x="3524" y="104775"/>
                      </a:cubicBezTo>
                      <a:lnTo>
                        <a:pt x="857" y="106108"/>
                      </a:lnTo>
                      <a:close/>
                      <a:moveTo>
                        <a:pt x="6286" y="92202"/>
                      </a:moveTo>
                      <a:lnTo>
                        <a:pt x="4191" y="92202"/>
                      </a:lnTo>
                      <a:lnTo>
                        <a:pt x="6858" y="90392"/>
                      </a:lnTo>
                      <a:lnTo>
                        <a:pt x="6286" y="92202"/>
                      </a:lnTo>
                      <a:close/>
                      <a:moveTo>
                        <a:pt x="5620" y="102203"/>
                      </a:moveTo>
                      <a:lnTo>
                        <a:pt x="6286" y="102965"/>
                      </a:lnTo>
                      <a:lnTo>
                        <a:pt x="6286" y="104775"/>
                      </a:lnTo>
                      <a:lnTo>
                        <a:pt x="5620" y="102203"/>
                      </a:lnTo>
                      <a:close/>
                      <a:moveTo>
                        <a:pt x="7715" y="95250"/>
                      </a:moveTo>
                      <a:cubicBezTo>
                        <a:pt x="8001" y="94679"/>
                        <a:pt x="8382" y="94583"/>
                        <a:pt x="8954" y="94964"/>
                      </a:cubicBezTo>
                      <a:cubicBezTo>
                        <a:pt x="9334" y="95250"/>
                        <a:pt x="9715" y="95536"/>
                        <a:pt x="10192" y="95821"/>
                      </a:cubicBezTo>
                      <a:cubicBezTo>
                        <a:pt x="9811" y="96107"/>
                        <a:pt x="9525" y="96298"/>
                        <a:pt x="9334" y="96298"/>
                      </a:cubicBezTo>
                      <a:cubicBezTo>
                        <a:pt x="8858" y="95631"/>
                        <a:pt x="8287" y="95345"/>
                        <a:pt x="7715" y="95345"/>
                      </a:cubicBezTo>
                      <a:close/>
                      <a:moveTo>
                        <a:pt x="7715" y="139637"/>
                      </a:moveTo>
                      <a:lnTo>
                        <a:pt x="7715" y="136970"/>
                      </a:lnTo>
                      <a:lnTo>
                        <a:pt x="9144" y="138779"/>
                      </a:lnTo>
                      <a:cubicBezTo>
                        <a:pt x="8287" y="138779"/>
                        <a:pt x="7811" y="139065"/>
                        <a:pt x="7715" y="139637"/>
                      </a:cubicBezTo>
                      <a:close/>
                      <a:moveTo>
                        <a:pt x="13716" y="80772"/>
                      </a:moveTo>
                      <a:lnTo>
                        <a:pt x="13716" y="83915"/>
                      </a:lnTo>
                      <a:lnTo>
                        <a:pt x="13049" y="83915"/>
                      </a:lnTo>
                      <a:lnTo>
                        <a:pt x="13049" y="80772"/>
                      </a:lnTo>
                      <a:lnTo>
                        <a:pt x="13716" y="80772"/>
                      </a:lnTo>
                      <a:close/>
                      <a:moveTo>
                        <a:pt x="15812" y="110300"/>
                      </a:moveTo>
                      <a:cubicBezTo>
                        <a:pt x="15812" y="110300"/>
                        <a:pt x="16002" y="111062"/>
                        <a:pt x="16573" y="111633"/>
                      </a:cubicBezTo>
                      <a:lnTo>
                        <a:pt x="13049" y="111633"/>
                      </a:lnTo>
                      <a:lnTo>
                        <a:pt x="13049" y="110300"/>
                      </a:lnTo>
                      <a:lnTo>
                        <a:pt x="15812" y="110300"/>
                      </a:lnTo>
                      <a:close/>
                      <a:moveTo>
                        <a:pt x="17050" y="105251"/>
                      </a:moveTo>
                      <a:cubicBezTo>
                        <a:pt x="17621" y="105537"/>
                        <a:pt x="17431" y="106489"/>
                        <a:pt x="16478" y="108013"/>
                      </a:cubicBezTo>
                      <a:cubicBezTo>
                        <a:pt x="16192" y="108109"/>
                        <a:pt x="15716" y="107823"/>
                        <a:pt x="15049" y="107156"/>
                      </a:cubicBezTo>
                      <a:cubicBezTo>
                        <a:pt x="15049" y="105823"/>
                        <a:pt x="15716" y="105156"/>
                        <a:pt x="17050" y="105156"/>
                      </a:cubicBezTo>
                      <a:close/>
                      <a:moveTo>
                        <a:pt x="19336" y="76200"/>
                      </a:moveTo>
                      <a:lnTo>
                        <a:pt x="19336" y="77533"/>
                      </a:lnTo>
                      <a:lnTo>
                        <a:pt x="16573" y="76200"/>
                      </a:lnTo>
                      <a:lnTo>
                        <a:pt x="19336" y="76200"/>
                      </a:lnTo>
                      <a:close/>
                      <a:moveTo>
                        <a:pt x="17050" y="103442"/>
                      </a:moveTo>
                      <a:lnTo>
                        <a:pt x="17907" y="102965"/>
                      </a:lnTo>
                      <a:lnTo>
                        <a:pt x="16478" y="101632"/>
                      </a:lnTo>
                      <a:cubicBezTo>
                        <a:pt x="16478" y="101632"/>
                        <a:pt x="17145" y="101251"/>
                        <a:pt x="18383" y="100870"/>
                      </a:cubicBezTo>
                      <a:cubicBezTo>
                        <a:pt x="18193" y="101537"/>
                        <a:pt x="18383" y="102394"/>
                        <a:pt x="19240" y="103442"/>
                      </a:cubicBezTo>
                      <a:lnTo>
                        <a:pt x="16954" y="103442"/>
                      </a:lnTo>
                      <a:close/>
                      <a:moveTo>
                        <a:pt x="19336" y="110300"/>
                      </a:moveTo>
                      <a:lnTo>
                        <a:pt x="20383" y="111633"/>
                      </a:lnTo>
                      <a:lnTo>
                        <a:pt x="17907" y="110300"/>
                      </a:lnTo>
                      <a:lnTo>
                        <a:pt x="19336" y="110300"/>
                      </a:lnTo>
                      <a:close/>
                      <a:moveTo>
                        <a:pt x="27241" y="93917"/>
                      </a:moveTo>
                      <a:lnTo>
                        <a:pt x="24574" y="93917"/>
                      </a:lnTo>
                      <a:lnTo>
                        <a:pt x="25337" y="96583"/>
                      </a:lnTo>
                      <a:cubicBezTo>
                        <a:pt x="24860" y="96583"/>
                        <a:pt x="24098" y="96393"/>
                        <a:pt x="23146" y="95917"/>
                      </a:cubicBezTo>
                      <a:cubicBezTo>
                        <a:pt x="22098" y="95441"/>
                        <a:pt x="21431" y="95250"/>
                        <a:pt x="21050" y="95250"/>
                      </a:cubicBezTo>
                      <a:cubicBezTo>
                        <a:pt x="20383" y="95250"/>
                        <a:pt x="19812" y="95726"/>
                        <a:pt x="19336" y="96583"/>
                      </a:cubicBezTo>
                      <a:cubicBezTo>
                        <a:pt x="18764" y="95345"/>
                        <a:pt x="18479" y="94583"/>
                        <a:pt x="18479" y="94297"/>
                      </a:cubicBezTo>
                      <a:cubicBezTo>
                        <a:pt x="18955" y="93535"/>
                        <a:pt x="19431" y="92774"/>
                        <a:pt x="19907" y="92202"/>
                      </a:cubicBezTo>
                      <a:lnTo>
                        <a:pt x="19907" y="92678"/>
                      </a:lnTo>
                      <a:lnTo>
                        <a:pt x="23241" y="92678"/>
                      </a:lnTo>
                      <a:cubicBezTo>
                        <a:pt x="23241" y="92678"/>
                        <a:pt x="22384" y="92964"/>
                        <a:pt x="21812" y="93440"/>
                      </a:cubicBezTo>
                      <a:cubicBezTo>
                        <a:pt x="21717" y="93821"/>
                        <a:pt x="21812" y="94107"/>
                        <a:pt x="22384" y="94393"/>
                      </a:cubicBezTo>
                      <a:cubicBezTo>
                        <a:pt x="22860" y="94774"/>
                        <a:pt x="23146" y="95059"/>
                        <a:pt x="23241" y="95250"/>
                      </a:cubicBezTo>
                      <a:cubicBezTo>
                        <a:pt x="23813" y="93535"/>
                        <a:pt x="24670" y="92678"/>
                        <a:pt x="25717" y="92678"/>
                      </a:cubicBezTo>
                      <a:cubicBezTo>
                        <a:pt x="26098" y="92678"/>
                        <a:pt x="26384" y="92964"/>
                        <a:pt x="26765" y="93440"/>
                      </a:cubicBezTo>
                      <a:lnTo>
                        <a:pt x="27337" y="93917"/>
                      </a:lnTo>
                      <a:close/>
                      <a:moveTo>
                        <a:pt x="19336" y="124206"/>
                      </a:moveTo>
                      <a:cubicBezTo>
                        <a:pt x="19336" y="124206"/>
                        <a:pt x="18669" y="123254"/>
                        <a:pt x="18669" y="122682"/>
                      </a:cubicBezTo>
                      <a:cubicBezTo>
                        <a:pt x="18669" y="121158"/>
                        <a:pt x="19526" y="120205"/>
                        <a:pt x="21336" y="119729"/>
                      </a:cubicBezTo>
                      <a:lnTo>
                        <a:pt x="19336" y="124111"/>
                      </a:lnTo>
                      <a:close/>
                      <a:moveTo>
                        <a:pt x="21336" y="69913"/>
                      </a:moveTo>
                      <a:cubicBezTo>
                        <a:pt x="20764" y="70485"/>
                        <a:pt x="20479" y="71152"/>
                        <a:pt x="20479" y="72009"/>
                      </a:cubicBezTo>
                      <a:cubicBezTo>
                        <a:pt x="20574" y="73152"/>
                        <a:pt x="20574" y="73723"/>
                        <a:pt x="20479" y="73914"/>
                      </a:cubicBezTo>
                      <a:cubicBezTo>
                        <a:pt x="20383" y="74104"/>
                        <a:pt x="20193" y="74200"/>
                        <a:pt x="19907" y="74200"/>
                      </a:cubicBezTo>
                      <a:lnTo>
                        <a:pt x="19907" y="69818"/>
                      </a:lnTo>
                      <a:lnTo>
                        <a:pt x="21336" y="69818"/>
                      </a:lnTo>
                      <a:close/>
                      <a:moveTo>
                        <a:pt x="23813" y="70390"/>
                      </a:moveTo>
                      <a:cubicBezTo>
                        <a:pt x="24765" y="70199"/>
                        <a:pt x="25717" y="70199"/>
                        <a:pt x="26670" y="70390"/>
                      </a:cubicBezTo>
                      <a:lnTo>
                        <a:pt x="23813" y="70390"/>
                      </a:lnTo>
                      <a:close/>
                      <a:moveTo>
                        <a:pt x="27337" y="127445"/>
                      </a:moveTo>
                      <a:cubicBezTo>
                        <a:pt x="27337" y="128016"/>
                        <a:pt x="27622" y="128397"/>
                        <a:pt x="28194" y="128683"/>
                      </a:cubicBezTo>
                      <a:lnTo>
                        <a:pt x="26098" y="129159"/>
                      </a:lnTo>
                      <a:lnTo>
                        <a:pt x="26098" y="127349"/>
                      </a:lnTo>
                      <a:lnTo>
                        <a:pt x="27337" y="127349"/>
                      </a:lnTo>
                      <a:close/>
                      <a:moveTo>
                        <a:pt x="29623" y="73057"/>
                      </a:moveTo>
                      <a:cubicBezTo>
                        <a:pt x="29623" y="71723"/>
                        <a:pt x="28765" y="70866"/>
                        <a:pt x="26670" y="70485"/>
                      </a:cubicBezTo>
                      <a:cubicBezTo>
                        <a:pt x="28289" y="70485"/>
                        <a:pt x="29432" y="70294"/>
                        <a:pt x="30194" y="70009"/>
                      </a:cubicBezTo>
                      <a:lnTo>
                        <a:pt x="29718" y="73152"/>
                      </a:lnTo>
                      <a:close/>
                      <a:moveTo>
                        <a:pt x="27337" y="134969"/>
                      </a:moveTo>
                      <a:cubicBezTo>
                        <a:pt x="27241" y="134303"/>
                        <a:pt x="27432" y="133731"/>
                        <a:pt x="28099" y="133159"/>
                      </a:cubicBezTo>
                      <a:cubicBezTo>
                        <a:pt x="28765" y="132588"/>
                        <a:pt x="29432" y="132397"/>
                        <a:pt x="30099" y="132493"/>
                      </a:cubicBezTo>
                      <a:cubicBezTo>
                        <a:pt x="29623" y="133731"/>
                        <a:pt x="28670" y="134493"/>
                        <a:pt x="27241" y="134969"/>
                      </a:cubicBezTo>
                      <a:close/>
                      <a:moveTo>
                        <a:pt x="28765" y="89440"/>
                      </a:moveTo>
                      <a:lnTo>
                        <a:pt x="32099" y="90773"/>
                      </a:lnTo>
                      <a:cubicBezTo>
                        <a:pt x="32099" y="90773"/>
                        <a:pt x="31432" y="91440"/>
                        <a:pt x="31051" y="91440"/>
                      </a:cubicBezTo>
                      <a:cubicBezTo>
                        <a:pt x="29908" y="91440"/>
                        <a:pt x="29051" y="90773"/>
                        <a:pt x="28765" y="89440"/>
                      </a:cubicBezTo>
                      <a:close/>
                      <a:moveTo>
                        <a:pt x="32099" y="93821"/>
                      </a:moveTo>
                      <a:cubicBezTo>
                        <a:pt x="30480" y="95441"/>
                        <a:pt x="29623" y="96583"/>
                        <a:pt x="29623" y="97060"/>
                      </a:cubicBezTo>
                      <a:cubicBezTo>
                        <a:pt x="29051" y="96869"/>
                        <a:pt x="28765" y="96488"/>
                        <a:pt x="28765" y="95917"/>
                      </a:cubicBezTo>
                      <a:lnTo>
                        <a:pt x="28765" y="94297"/>
                      </a:lnTo>
                      <a:lnTo>
                        <a:pt x="32099" y="93821"/>
                      </a:lnTo>
                      <a:close/>
                      <a:moveTo>
                        <a:pt x="29623" y="87439"/>
                      </a:moveTo>
                      <a:cubicBezTo>
                        <a:pt x="29051" y="86487"/>
                        <a:pt x="29337" y="85249"/>
                        <a:pt x="30671" y="83820"/>
                      </a:cubicBezTo>
                      <a:lnTo>
                        <a:pt x="34004" y="86963"/>
                      </a:lnTo>
                      <a:cubicBezTo>
                        <a:pt x="34004" y="86963"/>
                        <a:pt x="33147" y="87154"/>
                        <a:pt x="32385" y="87535"/>
                      </a:cubicBezTo>
                      <a:cubicBezTo>
                        <a:pt x="31718" y="87916"/>
                        <a:pt x="31147" y="88106"/>
                        <a:pt x="30766" y="88106"/>
                      </a:cubicBezTo>
                      <a:cubicBezTo>
                        <a:pt x="30289" y="88106"/>
                        <a:pt x="29908" y="87916"/>
                        <a:pt x="29528" y="87439"/>
                      </a:cubicBezTo>
                      <a:close/>
                      <a:moveTo>
                        <a:pt x="30671" y="119729"/>
                      </a:moveTo>
                      <a:cubicBezTo>
                        <a:pt x="30671" y="119729"/>
                        <a:pt x="30099" y="120682"/>
                        <a:pt x="30099" y="121825"/>
                      </a:cubicBezTo>
                      <a:lnTo>
                        <a:pt x="29623" y="119729"/>
                      </a:lnTo>
                      <a:lnTo>
                        <a:pt x="30671" y="119729"/>
                      </a:lnTo>
                      <a:close/>
                      <a:moveTo>
                        <a:pt x="33433" y="125444"/>
                      </a:moveTo>
                      <a:lnTo>
                        <a:pt x="32004" y="123634"/>
                      </a:lnTo>
                      <a:lnTo>
                        <a:pt x="33909" y="124968"/>
                      </a:lnTo>
                      <a:cubicBezTo>
                        <a:pt x="33814" y="125921"/>
                        <a:pt x="32480" y="126301"/>
                        <a:pt x="30004" y="126111"/>
                      </a:cubicBezTo>
                      <a:lnTo>
                        <a:pt x="33338" y="125444"/>
                      </a:lnTo>
                      <a:close/>
                      <a:moveTo>
                        <a:pt x="35052" y="80486"/>
                      </a:moveTo>
                      <a:cubicBezTo>
                        <a:pt x="35052" y="80486"/>
                        <a:pt x="35623" y="80772"/>
                        <a:pt x="35623" y="80772"/>
                      </a:cubicBezTo>
                      <a:cubicBezTo>
                        <a:pt x="35623" y="80772"/>
                        <a:pt x="35433" y="80867"/>
                        <a:pt x="35052" y="81153"/>
                      </a:cubicBezTo>
                      <a:cubicBezTo>
                        <a:pt x="34576" y="81439"/>
                        <a:pt x="34385" y="81725"/>
                        <a:pt x="34385" y="81915"/>
                      </a:cubicBezTo>
                      <a:lnTo>
                        <a:pt x="32956" y="80772"/>
                      </a:lnTo>
                      <a:cubicBezTo>
                        <a:pt x="32956" y="80772"/>
                        <a:pt x="33623" y="80677"/>
                        <a:pt x="34195" y="80105"/>
                      </a:cubicBezTo>
                      <a:cubicBezTo>
                        <a:pt x="34480" y="80200"/>
                        <a:pt x="34766" y="80391"/>
                        <a:pt x="35052" y="80486"/>
                      </a:cubicBezTo>
                      <a:close/>
                      <a:moveTo>
                        <a:pt x="34862" y="82582"/>
                      </a:moveTo>
                      <a:cubicBezTo>
                        <a:pt x="34862" y="82582"/>
                        <a:pt x="34290" y="82106"/>
                        <a:pt x="34290" y="81915"/>
                      </a:cubicBezTo>
                      <a:lnTo>
                        <a:pt x="34862" y="82582"/>
                      </a:lnTo>
                      <a:close/>
                      <a:moveTo>
                        <a:pt x="36290" y="91250"/>
                      </a:moveTo>
                      <a:cubicBezTo>
                        <a:pt x="36290" y="91250"/>
                        <a:pt x="35814" y="90964"/>
                        <a:pt x="35814" y="90773"/>
                      </a:cubicBezTo>
                      <a:cubicBezTo>
                        <a:pt x="35814" y="90297"/>
                        <a:pt x="36100" y="90011"/>
                        <a:pt x="36766" y="89630"/>
                      </a:cubicBezTo>
                      <a:cubicBezTo>
                        <a:pt x="37433" y="89345"/>
                        <a:pt x="38005" y="89249"/>
                        <a:pt x="38386" y="89440"/>
                      </a:cubicBezTo>
                      <a:cubicBezTo>
                        <a:pt x="38386" y="89725"/>
                        <a:pt x="37909" y="90392"/>
                        <a:pt x="36957" y="91250"/>
                      </a:cubicBezTo>
                      <a:lnTo>
                        <a:pt x="36195" y="91250"/>
                      </a:lnTo>
                      <a:close/>
                      <a:moveTo>
                        <a:pt x="139065" y="50102"/>
                      </a:moveTo>
                      <a:cubicBezTo>
                        <a:pt x="139065" y="52388"/>
                        <a:pt x="138874" y="54959"/>
                        <a:pt x="138874" y="57626"/>
                      </a:cubicBezTo>
                      <a:cubicBezTo>
                        <a:pt x="138874" y="60579"/>
                        <a:pt x="138874" y="65056"/>
                        <a:pt x="139160" y="71056"/>
                      </a:cubicBezTo>
                      <a:cubicBezTo>
                        <a:pt x="139351" y="77057"/>
                        <a:pt x="139446" y="81629"/>
                        <a:pt x="139446" y="84677"/>
                      </a:cubicBezTo>
                      <a:cubicBezTo>
                        <a:pt x="139446" y="92012"/>
                        <a:pt x="139065" y="98203"/>
                        <a:pt x="138208" y="103346"/>
                      </a:cubicBezTo>
                      <a:cubicBezTo>
                        <a:pt x="137922" y="103442"/>
                        <a:pt x="137636" y="103346"/>
                        <a:pt x="137160" y="102870"/>
                      </a:cubicBezTo>
                      <a:cubicBezTo>
                        <a:pt x="136779" y="104489"/>
                        <a:pt x="136398" y="106204"/>
                        <a:pt x="135826" y="107823"/>
                      </a:cubicBezTo>
                      <a:cubicBezTo>
                        <a:pt x="135255" y="109442"/>
                        <a:pt x="134303" y="110680"/>
                        <a:pt x="132874" y="111538"/>
                      </a:cubicBezTo>
                      <a:lnTo>
                        <a:pt x="134303" y="112871"/>
                      </a:lnTo>
                      <a:cubicBezTo>
                        <a:pt x="130588" y="115919"/>
                        <a:pt x="126968" y="119063"/>
                        <a:pt x="123349" y="122206"/>
                      </a:cubicBezTo>
                      <a:cubicBezTo>
                        <a:pt x="118967" y="125921"/>
                        <a:pt x="115157" y="128492"/>
                        <a:pt x="111919" y="130016"/>
                      </a:cubicBezTo>
                      <a:cubicBezTo>
                        <a:pt x="111347" y="130112"/>
                        <a:pt x="110490" y="130112"/>
                        <a:pt x="109442" y="130016"/>
                      </a:cubicBezTo>
                      <a:cubicBezTo>
                        <a:pt x="108299" y="129826"/>
                        <a:pt x="107537" y="129730"/>
                        <a:pt x="107347" y="129730"/>
                      </a:cubicBezTo>
                      <a:cubicBezTo>
                        <a:pt x="105918" y="129730"/>
                        <a:pt x="105156" y="130683"/>
                        <a:pt x="105061" y="132493"/>
                      </a:cubicBezTo>
                      <a:cubicBezTo>
                        <a:pt x="96679" y="132874"/>
                        <a:pt x="90392" y="132683"/>
                        <a:pt x="86201" y="132112"/>
                      </a:cubicBezTo>
                      <a:cubicBezTo>
                        <a:pt x="80105" y="131350"/>
                        <a:pt x="74104" y="129540"/>
                        <a:pt x="68199" y="126683"/>
                      </a:cubicBezTo>
                      <a:lnTo>
                        <a:pt x="66104" y="126683"/>
                      </a:lnTo>
                      <a:cubicBezTo>
                        <a:pt x="66484" y="126111"/>
                        <a:pt x="66675" y="125730"/>
                        <a:pt x="66675" y="125539"/>
                      </a:cubicBezTo>
                      <a:cubicBezTo>
                        <a:pt x="66675" y="125063"/>
                        <a:pt x="66008" y="124873"/>
                        <a:pt x="64579" y="124778"/>
                      </a:cubicBezTo>
                      <a:cubicBezTo>
                        <a:pt x="63246" y="124778"/>
                        <a:pt x="62389" y="124492"/>
                        <a:pt x="62198" y="124016"/>
                      </a:cubicBezTo>
                      <a:cubicBezTo>
                        <a:pt x="60865" y="123634"/>
                        <a:pt x="59150" y="122206"/>
                        <a:pt x="56864" y="119920"/>
                      </a:cubicBezTo>
                      <a:cubicBezTo>
                        <a:pt x="54673" y="117634"/>
                        <a:pt x="52959" y="116491"/>
                        <a:pt x="51911" y="116586"/>
                      </a:cubicBezTo>
                      <a:cubicBezTo>
                        <a:pt x="51530" y="114109"/>
                        <a:pt x="51245" y="112395"/>
                        <a:pt x="50863" y="111538"/>
                      </a:cubicBezTo>
                      <a:cubicBezTo>
                        <a:pt x="50006" y="110109"/>
                        <a:pt x="48578" y="108871"/>
                        <a:pt x="46482" y="107728"/>
                      </a:cubicBezTo>
                      <a:cubicBezTo>
                        <a:pt x="47625" y="107823"/>
                        <a:pt x="49244" y="107537"/>
                        <a:pt x="51054" y="106871"/>
                      </a:cubicBezTo>
                      <a:cubicBezTo>
                        <a:pt x="50292" y="105537"/>
                        <a:pt x="49149" y="105346"/>
                        <a:pt x="47720" y="106204"/>
                      </a:cubicBezTo>
                      <a:lnTo>
                        <a:pt x="44196" y="102584"/>
                      </a:lnTo>
                      <a:cubicBezTo>
                        <a:pt x="44196" y="102584"/>
                        <a:pt x="43148" y="102870"/>
                        <a:pt x="42481" y="103632"/>
                      </a:cubicBezTo>
                      <a:cubicBezTo>
                        <a:pt x="41910" y="104299"/>
                        <a:pt x="41148" y="104584"/>
                        <a:pt x="40291" y="104394"/>
                      </a:cubicBezTo>
                      <a:cubicBezTo>
                        <a:pt x="40291" y="103346"/>
                        <a:pt x="40100" y="102679"/>
                        <a:pt x="39719" y="102584"/>
                      </a:cubicBezTo>
                      <a:cubicBezTo>
                        <a:pt x="42291" y="102489"/>
                        <a:pt x="43624" y="101537"/>
                        <a:pt x="43624" y="99632"/>
                      </a:cubicBezTo>
                      <a:cubicBezTo>
                        <a:pt x="43624" y="98870"/>
                        <a:pt x="43339" y="97536"/>
                        <a:pt x="42863" y="95726"/>
                      </a:cubicBezTo>
                      <a:cubicBezTo>
                        <a:pt x="42386" y="93821"/>
                        <a:pt x="42100" y="92488"/>
                        <a:pt x="42100" y="91440"/>
                      </a:cubicBezTo>
                      <a:cubicBezTo>
                        <a:pt x="42100" y="89821"/>
                        <a:pt x="42767" y="88583"/>
                        <a:pt x="44196" y="87821"/>
                      </a:cubicBezTo>
                      <a:cubicBezTo>
                        <a:pt x="43529" y="80581"/>
                        <a:pt x="43815" y="75724"/>
                        <a:pt x="45053" y="73247"/>
                      </a:cubicBezTo>
                      <a:cubicBezTo>
                        <a:pt x="45434" y="71533"/>
                        <a:pt x="45053" y="69152"/>
                        <a:pt x="44005" y="66389"/>
                      </a:cubicBezTo>
                      <a:cubicBezTo>
                        <a:pt x="42672" y="63151"/>
                        <a:pt x="42005" y="60865"/>
                        <a:pt x="42005" y="59627"/>
                      </a:cubicBezTo>
                      <a:cubicBezTo>
                        <a:pt x="42005" y="58007"/>
                        <a:pt x="42672" y="56483"/>
                        <a:pt x="44101" y="55054"/>
                      </a:cubicBezTo>
                      <a:cubicBezTo>
                        <a:pt x="43720" y="54578"/>
                        <a:pt x="43624" y="54102"/>
                        <a:pt x="43624" y="53435"/>
                      </a:cubicBezTo>
                      <a:cubicBezTo>
                        <a:pt x="43624" y="52959"/>
                        <a:pt x="43624" y="52197"/>
                        <a:pt x="44005" y="51149"/>
                      </a:cubicBezTo>
                      <a:cubicBezTo>
                        <a:pt x="44196" y="50102"/>
                        <a:pt x="44291" y="49244"/>
                        <a:pt x="44291" y="48673"/>
                      </a:cubicBezTo>
                      <a:cubicBezTo>
                        <a:pt x="44291" y="47530"/>
                        <a:pt x="43910" y="46673"/>
                        <a:pt x="43053" y="46006"/>
                      </a:cubicBezTo>
                      <a:cubicBezTo>
                        <a:pt x="43339" y="39052"/>
                        <a:pt x="43624" y="32099"/>
                        <a:pt x="43910" y="25146"/>
                      </a:cubicBezTo>
                      <a:cubicBezTo>
                        <a:pt x="44196" y="16002"/>
                        <a:pt x="44291" y="8763"/>
                        <a:pt x="44005" y="3524"/>
                      </a:cubicBezTo>
                      <a:cubicBezTo>
                        <a:pt x="45434" y="2000"/>
                        <a:pt x="48482" y="1238"/>
                        <a:pt x="53149" y="1238"/>
                      </a:cubicBezTo>
                      <a:cubicBezTo>
                        <a:pt x="54292" y="2477"/>
                        <a:pt x="56007" y="3048"/>
                        <a:pt x="58293" y="3048"/>
                      </a:cubicBezTo>
                      <a:cubicBezTo>
                        <a:pt x="58960" y="3048"/>
                        <a:pt x="60103" y="3048"/>
                        <a:pt x="61627" y="2762"/>
                      </a:cubicBezTo>
                      <a:cubicBezTo>
                        <a:pt x="63246" y="2572"/>
                        <a:pt x="64294" y="2477"/>
                        <a:pt x="64961" y="2477"/>
                      </a:cubicBezTo>
                      <a:cubicBezTo>
                        <a:pt x="67437" y="2477"/>
                        <a:pt x="69342" y="3143"/>
                        <a:pt x="70771" y="4381"/>
                      </a:cubicBezTo>
                      <a:cubicBezTo>
                        <a:pt x="70961" y="6572"/>
                        <a:pt x="71056" y="11049"/>
                        <a:pt x="70961" y="17812"/>
                      </a:cubicBezTo>
                      <a:cubicBezTo>
                        <a:pt x="70961" y="23336"/>
                        <a:pt x="71342" y="27813"/>
                        <a:pt x="72199" y="31052"/>
                      </a:cubicBezTo>
                      <a:lnTo>
                        <a:pt x="70771" y="36576"/>
                      </a:lnTo>
                      <a:cubicBezTo>
                        <a:pt x="70771" y="38005"/>
                        <a:pt x="71438" y="39338"/>
                        <a:pt x="72676" y="40577"/>
                      </a:cubicBezTo>
                      <a:cubicBezTo>
                        <a:pt x="72104" y="41338"/>
                        <a:pt x="71533" y="44101"/>
                        <a:pt x="71056" y="48768"/>
                      </a:cubicBezTo>
                      <a:cubicBezTo>
                        <a:pt x="70675" y="52578"/>
                        <a:pt x="69437" y="54864"/>
                        <a:pt x="67151" y="55531"/>
                      </a:cubicBezTo>
                      <a:cubicBezTo>
                        <a:pt x="69342" y="55340"/>
                        <a:pt x="70485" y="56007"/>
                        <a:pt x="70485" y="57626"/>
                      </a:cubicBezTo>
                      <a:cubicBezTo>
                        <a:pt x="70485" y="58102"/>
                        <a:pt x="70485" y="58769"/>
                        <a:pt x="70199" y="59722"/>
                      </a:cubicBezTo>
                      <a:cubicBezTo>
                        <a:pt x="70009" y="60674"/>
                        <a:pt x="70009" y="61436"/>
                        <a:pt x="70104" y="61817"/>
                      </a:cubicBezTo>
                      <a:lnTo>
                        <a:pt x="68675" y="61817"/>
                      </a:lnTo>
                      <a:cubicBezTo>
                        <a:pt x="70580" y="64198"/>
                        <a:pt x="71533" y="67627"/>
                        <a:pt x="71533" y="72200"/>
                      </a:cubicBezTo>
                      <a:cubicBezTo>
                        <a:pt x="71533" y="75248"/>
                        <a:pt x="71056" y="79343"/>
                        <a:pt x="70104" y="84487"/>
                      </a:cubicBezTo>
                      <a:cubicBezTo>
                        <a:pt x="70580" y="85058"/>
                        <a:pt x="70961" y="86487"/>
                        <a:pt x="71342" y="88773"/>
                      </a:cubicBezTo>
                      <a:cubicBezTo>
                        <a:pt x="71723" y="90392"/>
                        <a:pt x="72580" y="91535"/>
                        <a:pt x="74009" y="92202"/>
                      </a:cubicBezTo>
                      <a:cubicBezTo>
                        <a:pt x="74581" y="94012"/>
                        <a:pt x="74009" y="95059"/>
                        <a:pt x="72104" y="95345"/>
                      </a:cubicBezTo>
                      <a:cubicBezTo>
                        <a:pt x="73247" y="95821"/>
                        <a:pt x="74486" y="96298"/>
                        <a:pt x="75629" y="96774"/>
                      </a:cubicBezTo>
                      <a:cubicBezTo>
                        <a:pt x="76771" y="97346"/>
                        <a:pt x="77343" y="98203"/>
                        <a:pt x="77343" y="99441"/>
                      </a:cubicBezTo>
                      <a:cubicBezTo>
                        <a:pt x="77819" y="101155"/>
                        <a:pt x="79343" y="102489"/>
                        <a:pt x="81820" y="103251"/>
                      </a:cubicBezTo>
                      <a:cubicBezTo>
                        <a:pt x="84772" y="104299"/>
                        <a:pt x="86678" y="105251"/>
                        <a:pt x="87630" y="106204"/>
                      </a:cubicBezTo>
                      <a:cubicBezTo>
                        <a:pt x="89535" y="106775"/>
                        <a:pt x="91345" y="107061"/>
                        <a:pt x="93250" y="107061"/>
                      </a:cubicBezTo>
                      <a:cubicBezTo>
                        <a:pt x="99822" y="107061"/>
                        <a:pt x="104108" y="104680"/>
                        <a:pt x="106108" y="100013"/>
                      </a:cubicBezTo>
                      <a:cubicBezTo>
                        <a:pt x="108395" y="99250"/>
                        <a:pt x="109442" y="96679"/>
                        <a:pt x="109442" y="92297"/>
                      </a:cubicBezTo>
                      <a:lnTo>
                        <a:pt x="113538" y="91821"/>
                      </a:lnTo>
                      <a:cubicBezTo>
                        <a:pt x="114205" y="88963"/>
                        <a:pt x="114586" y="85915"/>
                        <a:pt x="114586" y="82677"/>
                      </a:cubicBezTo>
                      <a:cubicBezTo>
                        <a:pt x="114586" y="78962"/>
                        <a:pt x="113919" y="73533"/>
                        <a:pt x="112490" y="66389"/>
                      </a:cubicBezTo>
                      <a:cubicBezTo>
                        <a:pt x="111157" y="59246"/>
                        <a:pt x="110490" y="54007"/>
                        <a:pt x="110490" y="50578"/>
                      </a:cubicBezTo>
                      <a:cubicBezTo>
                        <a:pt x="110490" y="48863"/>
                        <a:pt x="110585" y="47149"/>
                        <a:pt x="110871" y="45625"/>
                      </a:cubicBezTo>
                      <a:cubicBezTo>
                        <a:pt x="112300" y="40958"/>
                        <a:pt x="112966" y="37909"/>
                        <a:pt x="112966" y="36481"/>
                      </a:cubicBezTo>
                      <a:cubicBezTo>
                        <a:pt x="112966" y="34576"/>
                        <a:pt x="112490" y="33052"/>
                        <a:pt x="111538" y="31718"/>
                      </a:cubicBezTo>
                      <a:lnTo>
                        <a:pt x="110871" y="5048"/>
                      </a:lnTo>
                      <a:cubicBezTo>
                        <a:pt x="112014" y="2572"/>
                        <a:pt x="113729" y="1238"/>
                        <a:pt x="115824" y="1238"/>
                      </a:cubicBezTo>
                      <a:cubicBezTo>
                        <a:pt x="116491" y="1238"/>
                        <a:pt x="117538" y="1333"/>
                        <a:pt x="118872" y="1619"/>
                      </a:cubicBezTo>
                      <a:cubicBezTo>
                        <a:pt x="120205" y="1905"/>
                        <a:pt x="121253" y="2000"/>
                        <a:pt x="121920" y="2000"/>
                      </a:cubicBezTo>
                      <a:cubicBezTo>
                        <a:pt x="123634" y="2000"/>
                        <a:pt x="125254" y="1333"/>
                        <a:pt x="126492" y="0"/>
                      </a:cubicBezTo>
                      <a:cubicBezTo>
                        <a:pt x="127349" y="571"/>
                        <a:pt x="129730" y="952"/>
                        <a:pt x="133731" y="1333"/>
                      </a:cubicBezTo>
                      <a:cubicBezTo>
                        <a:pt x="136779" y="1619"/>
                        <a:pt x="138589" y="2858"/>
                        <a:pt x="139160" y="4953"/>
                      </a:cubicBezTo>
                      <a:cubicBezTo>
                        <a:pt x="138684" y="7525"/>
                        <a:pt x="138398" y="10763"/>
                        <a:pt x="138398" y="14669"/>
                      </a:cubicBezTo>
                      <a:cubicBezTo>
                        <a:pt x="138398" y="16288"/>
                        <a:pt x="138398" y="18859"/>
                        <a:pt x="138589" y="22384"/>
                      </a:cubicBezTo>
                      <a:cubicBezTo>
                        <a:pt x="138684" y="25908"/>
                        <a:pt x="138779" y="28480"/>
                        <a:pt x="138779" y="30290"/>
                      </a:cubicBezTo>
                      <a:cubicBezTo>
                        <a:pt x="138779" y="35147"/>
                        <a:pt x="138398" y="39148"/>
                        <a:pt x="137731" y="42577"/>
                      </a:cubicBezTo>
                      <a:cubicBezTo>
                        <a:pt x="139160" y="45529"/>
                        <a:pt x="139446" y="47625"/>
                        <a:pt x="138589" y="48863"/>
                      </a:cubicBezTo>
                      <a:cubicBezTo>
                        <a:pt x="137446" y="48863"/>
                        <a:pt x="136779" y="49054"/>
                        <a:pt x="136684" y="49530"/>
                      </a:cubicBezTo>
                      <a:cubicBezTo>
                        <a:pt x="136779" y="49816"/>
                        <a:pt x="137446" y="50006"/>
                        <a:pt x="138589" y="50006"/>
                      </a:cubicBezTo>
                      <a:close/>
                      <a:moveTo>
                        <a:pt x="43243" y="130588"/>
                      </a:moveTo>
                      <a:lnTo>
                        <a:pt x="39910" y="130112"/>
                      </a:lnTo>
                      <a:lnTo>
                        <a:pt x="42386" y="128778"/>
                      </a:lnTo>
                      <a:lnTo>
                        <a:pt x="43243" y="130588"/>
                      </a:lnTo>
                      <a:close/>
                      <a:moveTo>
                        <a:pt x="40957" y="108013"/>
                      </a:moveTo>
                      <a:cubicBezTo>
                        <a:pt x="40957" y="108966"/>
                        <a:pt x="41243" y="109633"/>
                        <a:pt x="41815" y="109823"/>
                      </a:cubicBezTo>
                      <a:lnTo>
                        <a:pt x="40957" y="110300"/>
                      </a:lnTo>
                      <a:lnTo>
                        <a:pt x="40481" y="110300"/>
                      </a:lnTo>
                      <a:lnTo>
                        <a:pt x="40481" y="108013"/>
                      </a:lnTo>
                      <a:lnTo>
                        <a:pt x="40957" y="108013"/>
                      </a:lnTo>
                      <a:close/>
                      <a:moveTo>
                        <a:pt x="40481" y="135064"/>
                      </a:moveTo>
                      <a:lnTo>
                        <a:pt x="41815" y="133255"/>
                      </a:lnTo>
                      <a:lnTo>
                        <a:pt x="44291" y="133255"/>
                      </a:lnTo>
                      <a:lnTo>
                        <a:pt x="40481" y="135064"/>
                      </a:lnTo>
                      <a:close/>
                      <a:moveTo>
                        <a:pt x="44291" y="97155"/>
                      </a:moveTo>
                      <a:lnTo>
                        <a:pt x="47815" y="97155"/>
                      </a:lnTo>
                      <a:cubicBezTo>
                        <a:pt x="47244" y="95726"/>
                        <a:pt x="46006" y="95059"/>
                        <a:pt x="44291" y="95250"/>
                      </a:cubicBezTo>
                      <a:lnTo>
                        <a:pt x="44291" y="97155"/>
                      </a:lnTo>
                      <a:close/>
                      <a:moveTo>
                        <a:pt x="52102" y="117348"/>
                      </a:moveTo>
                      <a:lnTo>
                        <a:pt x="50673" y="117348"/>
                      </a:lnTo>
                      <a:cubicBezTo>
                        <a:pt x="51340" y="117062"/>
                        <a:pt x="51816" y="116872"/>
                        <a:pt x="52102" y="116872"/>
                      </a:cubicBezTo>
                      <a:lnTo>
                        <a:pt x="52102" y="117348"/>
                      </a:lnTo>
                      <a:close/>
                      <a:moveTo>
                        <a:pt x="52102" y="87535"/>
                      </a:moveTo>
                      <a:cubicBezTo>
                        <a:pt x="52102" y="87535"/>
                        <a:pt x="52864" y="87916"/>
                        <a:pt x="53149" y="87916"/>
                      </a:cubicBezTo>
                      <a:cubicBezTo>
                        <a:pt x="53816" y="87916"/>
                        <a:pt x="54483" y="87344"/>
                        <a:pt x="54959" y="86392"/>
                      </a:cubicBezTo>
                      <a:cubicBezTo>
                        <a:pt x="55436" y="85439"/>
                        <a:pt x="56102" y="84963"/>
                        <a:pt x="56769" y="84963"/>
                      </a:cubicBezTo>
                      <a:cubicBezTo>
                        <a:pt x="56293" y="84773"/>
                        <a:pt x="55912" y="84677"/>
                        <a:pt x="55531" y="84677"/>
                      </a:cubicBezTo>
                      <a:cubicBezTo>
                        <a:pt x="54769" y="84677"/>
                        <a:pt x="54292" y="85154"/>
                        <a:pt x="53912" y="86201"/>
                      </a:cubicBezTo>
                      <a:cubicBezTo>
                        <a:pt x="53530" y="87154"/>
                        <a:pt x="52864" y="87630"/>
                        <a:pt x="52006" y="87630"/>
                      </a:cubicBezTo>
                      <a:close/>
                      <a:moveTo>
                        <a:pt x="52578" y="100870"/>
                      </a:moveTo>
                      <a:cubicBezTo>
                        <a:pt x="52578" y="100870"/>
                        <a:pt x="53530" y="101060"/>
                        <a:pt x="54007" y="100870"/>
                      </a:cubicBezTo>
                      <a:cubicBezTo>
                        <a:pt x="54673" y="100489"/>
                        <a:pt x="55150" y="100393"/>
                        <a:pt x="55436" y="100393"/>
                      </a:cubicBezTo>
                      <a:cubicBezTo>
                        <a:pt x="54388" y="99346"/>
                        <a:pt x="53912" y="98774"/>
                        <a:pt x="54007" y="98584"/>
                      </a:cubicBezTo>
                      <a:lnTo>
                        <a:pt x="52578" y="100870"/>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 name="Google Shape;1336;p99"/>
                <p:cNvSpPr/>
                <p:nvPr/>
              </p:nvSpPr>
              <p:spPr>
                <a:xfrm>
                  <a:off x="4686966" y="1723929"/>
                  <a:ext cx="124777" cy="132206"/>
                </a:xfrm>
                <a:custGeom>
                  <a:avLst/>
                  <a:gdLst/>
                  <a:ahLst/>
                  <a:cxnLst/>
                  <a:rect l="l" t="t" r="r" b="b"/>
                  <a:pathLst>
                    <a:path w="124777" h="132206" extrusionOk="0">
                      <a:moveTo>
                        <a:pt x="100774" y="35243"/>
                      </a:moveTo>
                      <a:cubicBezTo>
                        <a:pt x="101060" y="35814"/>
                        <a:pt x="101441" y="36100"/>
                        <a:pt x="102013" y="36100"/>
                      </a:cubicBezTo>
                      <a:lnTo>
                        <a:pt x="103441" y="36100"/>
                      </a:lnTo>
                      <a:cubicBezTo>
                        <a:pt x="101917" y="39719"/>
                        <a:pt x="101727" y="44291"/>
                        <a:pt x="102965" y="49721"/>
                      </a:cubicBezTo>
                      <a:cubicBezTo>
                        <a:pt x="102584" y="50959"/>
                        <a:pt x="101441" y="52864"/>
                        <a:pt x="99441" y="55435"/>
                      </a:cubicBezTo>
                      <a:lnTo>
                        <a:pt x="100870" y="56769"/>
                      </a:lnTo>
                      <a:cubicBezTo>
                        <a:pt x="100393" y="57626"/>
                        <a:pt x="99155" y="58293"/>
                        <a:pt x="97155" y="58865"/>
                      </a:cubicBezTo>
                      <a:cubicBezTo>
                        <a:pt x="95155" y="59436"/>
                        <a:pt x="93916" y="60198"/>
                        <a:pt x="93250" y="61151"/>
                      </a:cubicBezTo>
                      <a:lnTo>
                        <a:pt x="96583" y="61627"/>
                      </a:lnTo>
                      <a:cubicBezTo>
                        <a:pt x="93916" y="65723"/>
                        <a:pt x="89059" y="70485"/>
                        <a:pt x="82010" y="76105"/>
                      </a:cubicBezTo>
                      <a:lnTo>
                        <a:pt x="79153" y="76105"/>
                      </a:lnTo>
                      <a:lnTo>
                        <a:pt x="79153" y="77915"/>
                      </a:lnTo>
                      <a:cubicBezTo>
                        <a:pt x="79153" y="77915"/>
                        <a:pt x="78581" y="77438"/>
                        <a:pt x="78105" y="77438"/>
                      </a:cubicBezTo>
                      <a:cubicBezTo>
                        <a:pt x="77153" y="77533"/>
                        <a:pt x="76581" y="77533"/>
                        <a:pt x="76390" y="77438"/>
                      </a:cubicBezTo>
                      <a:lnTo>
                        <a:pt x="75819" y="77915"/>
                      </a:lnTo>
                      <a:cubicBezTo>
                        <a:pt x="77438" y="78296"/>
                        <a:pt x="78581" y="79820"/>
                        <a:pt x="79343" y="82296"/>
                      </a:cubicBezTo>
                      <a:cubicBezTo>
                        <a:pt x="80010" y="84868"/>
                        <a:pt x="80867" y="86201"/>
                        <a:pt x="82010" y="86392"/>
                      </a:cubicBezTo>
                      <a:cubicBezTo>
                        <a:pt x="81629" y="88487"/>
                        <a:pt x="82487" y="90678"/>
                        <a:pt x="84677" y="92964"/>
                      </a:cubicBezTo>
                      <a:cubicBezTo>
                        <a:pt x="87154" y="95536"/>
                        <a:pt x="88582" y="97727"/>
                        <a:pt x="88963" y="99536"/>
                      </a:cubicBezTo>
                      <a:cubicBezTo>
                        <a:pt x="88201" y="100775"/>
                        <a:pt x="86773" y="101060"/>
                        <a:pt x="84677" y="100584"/>
                      </a:cubicBezTo>
                      <a:cubicBezTo>
                        <a:pt x="82487" y="100108"/>
                        <a:pt x="81343" y="100203"/>
                        <a:pt x="81343" y="100870"/>
                      </a:cubicBezTo>
                      <a:cubicBezTo>
                        <a:pt x="81343" y="101441"/>
                        <a:pt x="81534" y="102203"/>
                        <a:pt x="82105" y="103156"/>
                      </a:cubicBezTo>
                      <a:lnTo>
                        <a:pt x="84772" y="102680"/>
                      </a:lnTo>
                      <a:cubicBezTo>
                        <a:pt x="84772" y="102680"/>
                        <a:pt x="84582" y="104013"/>
                        <a:pt x="83344" y="105251"/>
                      </a:cubicBezTo>
                      <a:lnTo>
                        <a:pt x="85439" y="107061"/>
                      </a:lnTo>
                      <a:cubicBezTo>
                        <a:pt x="85439" y="107061"/>
                        <a:pt x="86201" y="105823"/>
                        <a:pt x="86678" y="104489"/>
                      </a:cubicBezTo>
                      <a:lnTo>
                        <a:pt x="87535" y="107632"/>
                      </a:lnTo>
                      <a:cubicBezTo>
                        <a:pt x="89059" y="107156"/>
                        <a:pt x="89725" y="105727"/>
                        <a:pt x="89440" y="103251"/>
                      </a:cubicBezTo>
                      <a:cubicBezTo>
                        <a:pt x="91059" y="104013"/>
                        <a:pt x="92392" y="105632"/>
                        <a:pt x="93345" y="107918"/>
                      </a:cubicBezTo>
                      <a:cubicBezTo>
                        <a:pt x="94297" y="110300"/>
                        <a:pt x="95345" y="111728"/>
                        <a:pt x="96679" y="112205"/>
                      </a:cubicBezTo>
                      <a:cubicBezTo>
                        <a:pt x="96298" y="113157"/>
                        <a:pt x="96203" y="114014"/>
                        <a:pt x="96203" y="114872"/>
                      </a:cubicBezTo>
                      <a:cubicBezTo>
                        <a:pt x="96203" y="116586"/>
                        <a:pt x="97155" y="118681"/>
                        <a:pt x="98965" y="121348"/>
                      </a:cubicBezTo>
                      <a:cubicBezTo>
                        <a:pt x="100774" y="124015"/>
                        <a:pt x="101727" y="125825"/>
                        <a:pt x="101727" y="126968"/>
                      </a:cubicBezTo>
                      <a:cubicBezTo>
                        <a:pt x="101727" y="128492"/>
                        <a:pt x="100870" y="129921"/>
                        <a:pt x="99060" y="131255"/>
                      </a:cubicBezTo>
                      <a:cubicBezTo>
                        <a:pt x="97631" y="131255"/>
                        <a:pt x="95250" y="131445"/>
                        <a:pt x="92012" y="131731"/>
                      </a:cubicBezTo>
                      <a:cubicBezTo>
                        <a:pt x="88773" y="132112"/>
                        <a:pt x="86201" y="132207"/>
                        <a:pt x="84582" y="132207"/>
                      </a:cubicBezTo>
                      <a:cubicBezTo>
                        <a:pt x="79438" y="132207"/>
                        <a:pt x="75438" y="130873"/>
                        <a:pt x="72580" y="128302"/>
                      </a:cubicBezTo>
                      <a:lnTo>
                        <a:pt x="72104" y="129159"/>
                      </a:lnTo>
                      <a:cubicBezTo>
                        <a:pt x="71438" y="127540"/>
                        <a:pt x="70675" y="125921"/>
                        <a:pt x="70009" y="124206"/>
                      </a:cubicBezTo>
                      <a:cubicBezTo>
                        <a:pt x="68961" y="122015"/>
                        <a:pt x="67532" y="120682"/>
                        <a:pt x="65722" y="120301"/>
                      </a:cubicBezTo>
                      <a:cubicBezTo>
                        <a:pt x="66104" y="119539"/>
                        <a:pt x="66199" y="118872"/>
                        <a:pt x="66199" y="118301"/>
                      </a:cubicBezTo>
                      <a:cubicBezTo>
                        <a:pt x="66199" y="117062"/>
                        <a:pt x="65341" y="115919"/>
                        <a:pt x="63627" y="114776"/>
                      </a:cubicBezTo>
                      <a:cubicBezTo>
                        <a:pt x="61913" y="113633"/>
                        <a:pt x="61055" y="112490"/>
                        <a:pt x="61055" y="111443"/>
                      </a:cubicBezTo>
                      <a:cubicBezTo>
                        <a:pt x="61055" y="110681"/>
                        <a:pt x="61341" y="109823"/>
                        <a:pt x="61722" y="108966"/>
                      </a:cubicBezTo>
                      <a:cubicBezTo>
                        <a:pt x="60579" y="107442"/>
                        <a:pt x="59150" y="104489"/>
                        <a:pt x="57531" y="99917"/>
                      </a:cubicBezTo>
                      <a:cubicBezTo>
                        <a:pt x="56102" y="96107"/>
                        <a:pt x="54388" y="93250"/>
                        <a:pt x="52197" y="91345"/>
                      </a:cubicBezTo>
                      <a:cubicBezTo>
                        <a:pt x="52197" y="88487"/>
                        <a:pt x="50863" y="85154"/>
                        <a:pt x="48196" y="81153"/>
                      </a:cubicBezTo>
                      <a:lnTo>
                        <a:pt x="42958" y="80486"/>
                      </a:lnTo>
                      <a:lnTo>
                        <a:pt x="43434" y="80010"/>
                      </a:lnTo>
                      <a:cubicBezTo>
                        <a:pt x="43053" y="79439"/>
                        <a:pt x="42577" y="79153"/>
                        <a:pt x="42005" y="79153"/>
                      </a:cubicBezTo>
                      <a:lnTo>
                        <a:pt x="40005" y="81153"/>
                      </a:lnTo>
                      <a:cubicBezTo>
                        <a:pt x="39433" y="81153"/>
                        <a:pt x="38100" y="81439"/>
                        <a:pt x="36004" y="81915"/>
                      </a:cubicBezTo>
                      <a:cubicBezTo>
                        <a:pt x="33909" y="82487"/>
                        <a:pt x="32385" y="82772"/>
                        <a:pt x="31337" y="82772"/>
                      </a:cubicBezTo>
                      <a:cubicBezTo>
                        <a:pt x="30480" y="82772"/>
                        <a:pt x="29813" y="82582"/>
                        <a:pt x="29242" y="82296"/>
                      </a:cubicBezTo>
                      <a:cubicBezTo>
                        <a:pt x="29146" y="82487"/>
                        <a:pt x="29051" y="82772"/>
                        <a:pt x="29051" y="82963"/>
                      </a:cubicBezTo>
                      <a:cubicBezTo>
                        <a:pt x="29051" y="83344"/>
                        <a:pt x="29242" y="83629"/>
                        <a:pt x="29528" y="83915"/>
                      </a:cubicBezTo>
                      <a:cubicBezTo>
                        <a:pt x="29813" y="84201"/>
                        <a:pt x="30004" y="84392"/>
                        <a:pt x="30004" y="84487"/>
                      </a:cubicBezTo>
                      <a:cubicBezTo>
                        <a:pt x="30004" y="84677"/>
                        <a:pt x="29432" y="85058"/>
                        <a:pt x="28384" y="85630"/>
                      </a:cubicBezTo>
                      <a:lnTo>
                        <a:pt x="29242" y="95726"/>
                      </a:lnTo>
                      <a:lnTo>
                        <a:pt x="27813" y="96869"/>
                      </a:lnTo>
                      <a:cubicBezTo>
                        <a:pt x="28765" y="100108"/>
                        <a:pt x="29242" y="104489"/>
                        <a:pt x="29242" y="110109"/>
                      </a:cubicBezTo>
                      <a:cubicBezTo>
                        <a:pt x="29242" y="110681"/>
                        <a:pt x="28956" y="111823"/>
                        <a:pt x="28480" y="113633"/>
                      </a:cubicBezTo>
                      <a:cubicBezTo>
                        <a:pt x="27908" y="115443"/>
                        <a:pt x="27718" y="116777"/>
                        <a:pt x="27718" y="117824"/>
                      </a:cubicBezTo>
                      <a:cubicBezTo>
                        <a:pt x="27718" y="119539"/>
                        <a:pt x="28384" y="120968"/>
                        <a:pt x="29813" y="121920"/>
                      </a:cubicBezTo>
                      <a:cubicBezTo>
                        <a:pt x="29051" y="122492"/>
                        <a:pt x="28575" y="123539"/>
                        <a:pt x="28575" y="125063"/>
                      </a:cubicBezTo>
                      <a:lnTo>
                        <a:pt x="28575" y="126682"/>
                      </a:lnTo>
                      <a:cubicBezTo>
                        <a:pt x="28670" y="127349"/>
                        <a:pt x="28765" y="127826"/>
                        <a:pt x="28765" y="128111"/>
                      </a:cubicBezTo>
                      <a:cubicBezTo>
                        <a:pt x="28765" y="130207"/>
                        <a:pt x="27527" y="131064"/>
                        <a:pt x="25051" y="130778"/>
                      </a:cubicBezTo>
                      <a:lnTo>
                        <a:pt x="25908" y="131445"/>
                      </a:lnTo>
                      <a:cubicBezTo>
                        <a:pt x="24003" y="132207"/>
                        <a:pt x="21622" y="132398"/>
                        <a:pt x="18669" y="131826"/>
                      </a:cubicBezTo>
                      <a:cubicBezTo>
                        <a:pt x="15716" y="131350"/>
                        <a:pt x="13811" y="131445"/>
                        <a:pt x="12859" y="132112"/>
                      </a:cubicBezTo>
                      <a:cubicBezTo>
                        <a:pt x="8858" y="131636"/>
                        <a:pt x="5048" y="130588"/>
                        <a:pt x="1429" y="128969"/>
                      </a:cubicBezTo>
                      <a:cubicBezTo>
                        <a:pt x="1714" y="120586"/>
                        <a:pt x="1429" y="107728"/>
                        <a:pt x="857" y="90488"/>
                      </a:cubicBezTo>
                      <a:lnTo>
                        <a:pt x="0" y="90488"/>
                      </a:lnTo>
                      <a:cubicBezTo>
                        <a:pt x="953" y="89249"/>
                        <a:pt x="1429" y="87821"/>
                        <a:pt x="1429" y="86011"/>
                      </a:cubicBezTo>
                      <a:cubicBezTo>
                        <a:pt x="1429" y="85344"/>
                        <a:pt x="1333" y="84201"/>
                        <a:pt x="1048" y="82677"/>
                      </a:cubicBezTo>
                      <a:cubicBezTo>
                        <a:pt x="762" y="81058"/>
                        <a:pt x="667" y="79915"/>
                        <a:pt x="667" y="78962"/>
                      </a:cubicBezTo>
                      <a:cubicBezTo>
                        <a:pt x="667" y="76962"/>
                        <a:pt x="1238" y="75248"/>
                        <a:pt x="2286" y="73724"/>
                      </a:cubicBezTo>
                      <a:cubicBezTo>
                        <a:pt x="1714" y="68008"/>
                        <a:pt x="1429" y="60293"/>
                        <a:pt x="1429" y="50483"/>
                      </a:cubicBezTo>
                      <a:lnTo>
                        <a:pt x="1429" y="26575"/>
                      </a:lnTo>
                      <a:cubicBezTo>
                        <a:pt x="667" y="26099"/>
                        <a:pt x="381" y="25622"/>
                        <a:pt x="381" y="25051"/>
                      </a:cubicBezTo>
                      <a:cubicBezTo>
                        <a:pt x="381" y="24670"/>
                        <a:pt x="667" y="24003"/>
                        <a:pt x="1333" y="23051"/>
                      </a:cubicBezTo>
                      <a:cubicBezTo>
                        <a:pt x="2000" y="22098"/>
                        <a:pt x="2286" y="21336"/>
                        <a:pt x="2286" y="20765"/>
                      </a:cubicBezTo>
                      <a:cubicBezTo>
                        <a:pt x="857" y="19526"/>
                        <a:pt x="190" y="18193"/>
                        <a:pt x="190" y="16669"/>
                      </a:cubicBezTo>
                      <a:cubicBezTo>
                        <a:pt x="190" y="15716"/>
                        <a:pt x="571" y="14002"/>
                        <a:pt x="1429" y="11716"/>
                      </a:cubicBezTo>
                      <a:cubicBezTo>
                        <a:pt x="2286" y="9430"/>
                        <a:pt x="2572" y="7620"/>
                        <a:pt x="2286" y="6287"/>
                      </a:cubicBezTo>
                      <a:lnTo>
                        <a:pt x="9525" y="572"/>
                      </a:lnTo>
                      <a:lnTo>
                        <a:pt x="40576" y="0"/>
                      </a:lnTo>
                      <a:cubicBezTo>
                        <a:pt x="41053" y="572"/>
                        <a:pt x="42481" y="1715"/>
                        <a:pt x="44767" y="3620"/>
                      </a:cubicBezTo>
                      <a:cubicBezTo>
                        <a:pt x="46387" y="5048"/>
                        <a:pt x="47530" y="6572"/>
                        <a:pt x="48101" y="8192"/>
                      </a:cubicBezTo>
                      <a:cubicBezTo>
                        <a:pt x="48006" y="7620"/>
                        <a:pt x="47911" y="7144"/>
                        <a:pt x="47911" y="6668"/>
                      </a:cubicBezTo>
                      <a:cubicBezTo>
                        <a:pt x="47911" y="5239"/>
                        <a:pt x="48863" y="4096"/>
                        <a:pt x="50673" y="3239"/>
                      </a:cubicBezTo>
                      <a:cubicBezTo>
                        <a:pt x="53054" y="2096"/>
                        <a:pt x="54483" y="1238"/>
                        <a:pt x="54864" y="572"/>
                      </a:cubicBezTo>
                      <a:cubicBezTo>
                        <a:pt x="55531" y="381"/>
                        <a:pt x="56388" y="857"/>
                        <a:pt x="57340" y="1905"/>
                      </a:cubicBezTo>
                      <a:cubicBezTo>
                        <a:pt x="57721" y="1810"/>
                        <a:pt x="58103" y="1715"/>
                        <a:pt x="58579" y="1715"/>
                      </a:cubicBezTo>
                      <a:cubicBezTo>
                        <a:pt x="59436" y="1715"/>
                        <a:pt x="60674" y="2191"/>
                        <a:pt x="62579" y="3239"/>
                      </a:cubicBezTo>
                      <a:cubicBezTo>
                        <a:pt x="64389" y="4191"/>
                        <a:pt x="65818" y="4667"/>
                        <a:pt x="66865" y="4477"/>
                      </a:cubicBezTo>
                      <a:lnTo>
                        <a:pt x="72866" y="4477"/>
                      </a:lnTo>
                      <a:cubicBezTo>
                        <a:pt x="72485" y="6191"/>
                        <a:pt x="73152" y="7144"/>
                        <a:pt x="74771" y="7144"/>
                      </a:cubicBezTo>
                      <a:cubicBezTo>
                        <a:pt x="74771" y="7144"/>
                        <a:pt x="75152" y="7144"/>
                        <a:pt x="75629" y="6953"/>
                      </a:cubicBezTo>
                      <a:lnTo>
                        <a:pt x="76867" y="6953"/>
                      </a:lnTo>
                      <a:cubicBezTo>
                        <a:pt x="78391" y="6953"/>
                        <a:pt x="79248" y="7620"/>
                        <a:pt x="79534" y="8954"/>
                      </a:cubicBezTo>
                      <a:lnTo>
                        <a:pt x="83725" y="8954"/>
                      </a:lnTo>
                      <a:cubicBezTo>
                        <a:pt x="86296" y="11240"/>
                        <a:pt x="88868" y="13526"/>
                        <a:pt x="91440" y="15812"/>
                      </a:cubicBezTo>
                      <a:cubicBezTo>
                        <a:pt x="94488" y="18669"/>
                        <a:pt x="96107" y="21336"/>
                        <a:pt x="96393" y="23813"/>
                      </a:cubicBezTo>
                      <a:cubicBezTo>
                        <a:pt x="98107" y="24670"/>
                        <a:pt x="99346" y="26194"/>
                        <a:pt x="99917" y="28194"/>
                      </a:cubicBezTo>
                      <a:cubicBezTo>
                        <a:pt x="100774" y="31147"/>
                        <a:pt x="101441" y="33052"/>
                        <a:pt x="102013" y="33909"/>
                      </a:cubicBezTo>
                      <a:lnTo>
                        <a:pt x="100584" y="35052"/>
                      </a:lnTo>
                      <a:close/>
                      <a:moveTo>
                        <a:pt x="16383" y="41529"/>
                      </a:moveTo>
                      <a:lnTo>
                        <a:pt x="16383" y="37910"/>
                      </a:lnTo>
                      <a:lnTo>
                        <a:pt x="15621" y="37910"/>
                      </a:lnTo>
                      <a:lnTo>
                        <a:pt x="15621" y="41529"/>
                      </a:lnTo>
                      <a:lnTo>
                        <a:pt x="16383" y="41529"/>
                      </a:lnTo>
                      <a:close/>
                      <a:moveTo>
                        <a:pt x="21146" y="19526"/>
                      </a:moveTo>
                      <a:cubicBezTo>
                        <a:pt x="21146" y="18955"/>
                        <a:pt x="21146" y="18098"/>
                        <a:pt x="21431" y="16954"/>
                      </a:cubicBezTo>
                      <a:cubicBezTo>
                        <a:pt x="21717" y="15812"/>
                        <a:pt x="21907" y="15050"/>
                        <a:pt x="21907" y="14764"/>
                      </a:cubicBezTo>
                      <a:cubicBezTo>
                        <a:pt x="21907" y="13430"/>
                        <a:pt x="21146" y="12573"/>
                        <a:pt x="19812" y="12192"/>
                      </a:cubicBezTo>
                      <a:lnTo>
                        <a:pt x="21907" y="10192"/>
                      </a:lnTo>
                      <a:cubicBezTo>
                        <a:pt x="21907" y="10192"/>
                        <a:pt x="21907" y="9811"/>
                        <a:pt x="21717" y="9620"/>
                      </a:cubicBezTo>
                      <a:cubicBezTo>
                        <a:pt x="20288" y="10668"/>
                        <a:pt x="19621" y="11811"/>
                        <a:pt x="19621" y="12859"/>
                      </a:cubicBezTo>
                      <a:cubicBezTo>
                        <a:pt x="19621" y="13430"/>
                        <a:pt x="20193" y="14859"/>
                        <a:pt x="21241" y="17145"/>
                      </a:cubicBezTo>
                      <a:cubicBezTo>
                        <a:pt x="20574" y="17240"/>
                        <a:pt x="20098" y="17621"/>
                        <a:pt x="19907" y="18288"/>
                      </a:cubicBezTo>
                      <a:cubicBezTo>
                        <a:pt x="19717" y="18955"/>
                        <a:pt x="19431" y="19431"/>
                        <a:pt x="19050" y="19622"/>
                      </a:cubicBezTo>
                      <a:lnTo>
                        <a:pt x="21146" y="19622"/>
                      </a:lnTo>
                      <a:close/>
                      <a:moveTo>
                        <a:pt x="28384" y="15716"/>
                      </a:moveTo>
                      <a:lnTo>
                        <a:pt x="31242" y="17526"/>
                      </a:lnTo>
                      <a:lnTo>
                        <a:pt x="31242" y="17717"/>
                      </a:lnTo>
                      <a:lnTo>
                        <a:pt x="29813" y="19050"/>
                      </a:lnTo>
                      <a:lnTo>
                        <a:pt x="31242" y="19050"/>
                      </a:lnTo>
                      <a:lnTo>
                        <a:pt x="31242" y="10001"/>
                      </a:lnTo>
                      <a:cubicBezTo>
                        <a:pt x="31242" y="10001"/>
                        <a:pt x="30289" y="10763"/>
                        <a:pt x="29432" y="11335"/>
                      </a:cubicBezTo>
                      <a:cubicBezTo>
                        <a:pt x="29432" y="10954"/>
                        <a:pt x="29051" y="10858"/>
                        <a:pt x="28384" y="10858"/>
                      </a:cubicBezTo>
                      <a:cubicBezTo>
                        <a:pt x="28765" y="11335"/>
                        <a:pt x="29051" y="11430"/>
                        <a:pt x="29432" y="11335"/>
                      </a:cubicBezTo>
                      <a:cubicBezTo>
                        <a:pt x="29718" y="11716"/>
                        <a:pt x="29528" y="12478"/>
                        <a:pt x="29051" y="13430"/>
                      </a:cubicBezTo>
                      <a:cubicBezTo>
                        <a:pt x="29051" y="13335"/>
                        <a:pt x="29051" y="13240"/>
                        <a:pt x="29242" y="13145"/>
                      </a:cubicBezTo>
                      <a:cubicBezTo>
                        <a:pt x="29718" y="13145"/>
                        <a:pt x="30099" y="13430"/>
                        <a:pt x="30480" y="14002"/>
                      </a:cubicBezTo>
                      <a:lnTo>
                        <a:pt x="28384" y="15812"/>
                      </a:lnTo>
                      <a:close/>
                      <a:moveTo>
                        <a:pt x="72962" y="43244"/>
                      </a:moveTo>
                      <a:cubicBezTo>
                        <a:pt x="73152" y="42672"/>
                        <a:pt x="73342" y="42291"/>
                        <a:pt x="73342" y="41910"/>
                      </a:cubicBezTo>
                      <a:cubicBezTo>
                        <a:pt x="73342" y="41148"/>
                        <a:pt x="72771" y="40386"/>
                        <a:pt x="71723" y="39624"/>
                      </a:cubicBezTo>
                      <a:cubicBezTo>
                        <a:pt x="70675" y="38862"/>
                        <a:pt x="70009" y="38291"/>
                        <a:pt x="69818" y="37814"/>
                      </a:cubicBezTo>
                      <a:cubicBezTo>
                        <a:pt x="70295" y="37148"/>
                        <a:pt x="70485" y="36576"/>
                        <a:pt x="70485" y="36004"/>
                      </a:cubicBezTo>
                      <a:cubicBezTo>
                        <a:pt x="70485" y="35147"/>
                        <a:pt x="69628" y="34195"/>
                        <a:pt x="67913" y="33242"/>
                      </a:cubicBezTo>
                      <a:cubicBezTo>
                        <a:pt x="66199" y="32290"/>
                        <a:pt x="65246" y="31528"/>
                        <a:pt x="65056" y="30956"/>
                      </a:cubicBezTo>
                      <a:cubicBezTo>
                        <a:pt x="64484" y="30385"/>
                        <a:pt x="63722" y="30099"/>
                        <a:pt x="62960" y="30099"/>
                      </a:cubicBezTo>
                      <a:cubicBezTo>
                        <a:pt x="62579" y="30099"/>
                        <a:pt x="62008" y="30099"/>
                        <a:pt x="61341" y="30385"/>
                      </a:cubicBezTo>
                      <a:cubicBezTo>
                        <a:pt x="60579" y="30575"/>
                        <a:pt x="60007" y="30671"/>
                        <a:pt x="59626" y="30671"/>
                      </a:cubicBezTo>
                      <a:cubicBezTo>
                        <a:pt x="58579" y="30671"/>
                        <a:pt x="57912" y="30099"/>
                        <a:pt x="57531" y="28861"/>
                      </a:cubicBezTo>
                      <a:lnTo>
                        <a:pt x="58960" y="27908"/>
                      </a:lnTo>
                      <a:cubicBezTo>
                        <a:pt x="56579" y="27718"/>
                        <a:pt x="55340" y="28480"/>
                        <a:pt x="55054" y="30385"/>
                      </a:cubicBezTo>
                      <a:cubicBezTo>
                        <a:pt x="54673" y="32956"/>
                        <a:pt x="54197" y="34671"/>
                        <a:pt x="53626" y="35243"/>
                      </a:cubicBezTo>
                      <a:cubicBezTo>
                        <a:pt x="52864" y="33147"/>
                        <a:pt x="52197" y="31052"/>
                        <a:pt x="51530" y="28956"/>
                      </a:cubicBezTo>
                      <a:cubicBezTo>
                        <a:pt x="50863" y="26860"/>
                        <a:pt x="49244" y="25146"/>
                        <a:pt x="46768" y="24003"/>
                      </a:cubicBezTo>
                      <a:cubicBezTo>
                        <a:pt x="46387" y="26194"/>
                        <a:pt x="45053" y="27337"/>
                        <a:pt x="42577" y="27337"/>
                      </a:cubicBezTo>
                      <a:cubicBezTo>
                        <a:pt x="42005" y="27337"/>
                        <a:pt x="41053" y="27337"/>
                        <a:pt x="39814" y="27146"/>
                      </a:cubicBezTo>
                      <a:cubicBezTo>
                        <a:pt x="38481" y="27051"/>
                        <a:pt x="37433" y="26956"/>
                        <a:pt x="36766" y="26956"/>
                      </a:cubicBezTo>
                      <a:cubicBezTo>
                        <a:pt x="36100" y="26956"/>
                        <a:pt x="35433" y="26956"/>
                        <a:pt x="34862" y="27146"/>
                      </a:cubicBezTo>
                      <a:cubicBezTo>
                        <a:pt x="31432" y="29147"/>
                        <a:pt x="29718" y="32480"/>
                        <a:pt x="29718" y="37338"/>
                      </a:cubicBezTo>
                      <a:cubicBezTo>
                        <a:pt x="29718" y="38195"/>
                        <a:pt x="29718" y="39624"/>
                        <a:pt x="29908" y="41720"/>
                      </a:cubicBezTo>
                      <a:cubicBezTo>
                        <a:pt x="30004" y="43720"/>
                        <a:pt x="30099" y="45244"/>
                        <a:pt x="30099" y="46196"/>
                      </a:cubicBezTo>
                      <a:cubicBezTo>
                        <a:pt x="30099" y="48387"/>
                        <a:pt x="29908" y="50292"/>
                        <a:pt x="29432" y="51816"/>
                      </a:cubicBezTo>
                      <a:cubicBezTo>
                        <a:pt x="29432" y="53150"/>
                        <a:pt x="30575" y="53721"/>
                        <a:pt x="32575" y="53626"/>
                      </a:cubicBezTo>
                      <a:cubicBezTo>
                        <a:pt x="34576" y="53531"/>
                        <a:pt x="35814" y="54197"/>
                        <a:pt x="36290" y="55531"/>
                      </a:cubicBezTo>
                      <a:cubicBezTo>
                        <a:pt x="37147" y="56007"/>
                        <a:pt x="39053" y="56102"/>
                        <a:pt x="41910" y="56007"/>
                      </a:cubicBezTo>
                      <a:cubicBezTo>
                        <a:pt x="44291" y="56007"/>
                        <a:pt x="45911" y="56674"/>
                        <a:pt x="46863" y="58102"/>
                      </a:cubicBezTo>
                      <a:cubicBezTo>
                        <a:pt x="47720" y="56579"/>
                        <a:pt x="48863" y="55721"/>
                        <a:pt x="50387" y="55435"/>
                      </a:cubicBezTo>
                      <a:lnTo>
                        <a:pt x="54769" y="55435"/>
                      </a:lnTo>
                      <a:cubicBezTo>
                        <a:pt x="56102" y="55245"/>
                        <a:pt x="56959" y="54674"/>
                        <a:pt x="57531" y="53626"/>
                      </a:cubicBezTo>
                      <a:cubicBezTo>
                        <a:pt x="61722" y="54007"/>
                        <a:pt x="66580" y="51626"/>
                        <a:pt x="72009" y="46387"/>
                      </a:cubicBezTo>
                      <a:lnTo>
                        <a:pt x="69151" y="45434"/>
                      </a:lnTo>
                      <a:lnTo>
                        <a:pt x="73057" y="43244"/>
                      </a:lnTo>
                      <a:close/>
                      <a:moveTo>
                        <a:pt x="69818" y="17717"/>
                      </a:moveTo>
                      <a:cubicBezTo>
                        <a:pt x="69818" y="17717"/>
                        <a:pt x="69342" y="17050"/>
                        <a:pt x="68961" y="17050"/>
                      </a:cubicBezTo>
                      <a:cubicBezTo>
                        <a:pt x="67913" y="17050"/>
                        <a:pt x="67342" y="17431"/>
                        <a:pt x="67342" y="18193"/>
                      </a:cubicBezTo>
                      <a:cubicBezTo>
                        <a:pt x="67342" y="18288"/>
                        <a:pt x="67437" y="18383"/>
                        <a:pt x="67628" y="18383"/>
                      </a:cubicBezTo>
                      <a:lnTo>
                        <a:pt x="69723" y="17717"/>
                      </a:lnTo>
                      <a:close/>
                      <a:moveTo>
                        <a:pt x="77248" y="10001"/>
                      </a:moveTo>
                      <a:lnTo>
                        <a:pt x="77248" y="9049"/>
                      </a:lnTo>
                      <a:cubicBezTo>
                        <a:pt x="77248" y="9049"/>
                        <a:pt x="75343" y="9525"/>
                        <a:pt x="73057" y="9525"/>
                      </a:cubicBezTo>
                      <a:lnTo>
                        <a:pt x="77248" y="10001"/>
                      </a:lnTo>
                      <a:close/>
                      <a:moveTo>
                        <a:pt x="73057" y="37910"/>
                      </a:moveTo>
                      <a:lnTo>
                        <a:pt x="75819" y="37910"/>
                      </a:lnTo>
                      <a:cubicBezTo>
                        <a:pt x="74676" y="36862"/>
                        <a:pt x="73723" y="36385"/>
                        <a:pt x="73057" y="36576"/>
                      </a:cubicBezTo>
                      <a:lnTo>
                        <a:pt x="73057" y="37910"/>
                      </a:lnTo>
                      <a:close/>
                      <a:moveTo>
                        <a:pt x="78676" y="45910"/>
                      </a:moveTo>
                      <a:lnTo>
                        <a:pt x="80677" y="44101"/>
                      </a:lnTo>
                      <a:lnTo>
                        <a:pt x="79820" y="44101"/>
                      </a:lnTo>
                      <a:lnTo>
                        <a:pt x="78772" y="45910"/>
                      </a:lnTo>
                      <a:close/>
                      <a:moveTo>
                        <a:pt x="84011" y="46196"/>
                      </a:moveTo>
                      <a:cubicBezTo>
                        <a:pt x="84011" y="46196"/>
                        <a:pt x="83439" y="45434"/>
                        <a:pt x="83439" y="44672"/>
                      </a:cubicBezTo>
                      <a:cubicBezTo>
                        <a:pt x="83439" y="42767"/>
                        <a:pt x="84296" y="41434"/>
                        <a:pt x="86106" y="40386"/>
                      </a:cubicBezTo>
                      <a:cubicBezTo>
                        <a:pt x="85725" y="40100"/>
                        <a:pt x="85344" y="39910"/>
                        <a:pt x="84868" y="39910"/>
                      </a:cubicBezTo>
                      <a:cubicBezTo>
                        <a:pt x="84772" y="39910"/>
                        <a:pt x="83344" y="40672"/>
                        <a:pt x="80677" y="42196"/>
                      </a:cubicBezTo>
                      <a:cubicBezTo>
                        <a:pt x="82391" y="42672"/>
                        <a:pt x="83344" y="43434"/>
                        <a:pt x="83344" y="44482"/>
                      </a:cubicBezTo>
                      <a:cubicBezTo>
                        <a:pt x="83344" y="44863"/>
                        <a:pt x="83153" y="45529"/>
                        <a:pt x="82772" y="46387"/>
                      </a:cubicBezTo>
                      <a:cubicBezTo>
                        <a:pt x="82296" y="47244"/>
                        <a:pt x="82201" y="47816"/>
                        <a:pt x="82201" y="48101"/>
                      </a:cubicBezTo>
                      <a:cubicBezTo>
                        <a:pt x="82201" y="48768"/>
                        <a:pt x="83058" y="49054"/>
                        <a:pt x="84868" y="48958"/>
                      </a:cubicBezTo>
                      <a:cubicBezTo>
                        <a:pt x="84868" y="47435"/>
                        <a:pt x="84677" y="46482"/>
                        <a:pt x="84201" y="46196"/>
                      </a:cubicBezTo>
                      <a:close/>
                      <a:moveTo>
                        <a:pt x="89440" y="54102"/>
                      </a:moveTo>
                      <a:lnTo>
                        <a:pt x="90011" y="53626"/>
                      </a:lnTo>
                      <a:lnTo>
                        <a:pt x="88963" y="52292"/>
                      </a:lnTo>
                      <a:lnTo>
                        <a:pt x="89440" y="54102"/>
                      </a:lnTo>
                      <a:close/>
                      <a:moveTo>
                        <a:pt x="92773" y="42767"/>
                      </a:moveTo>
                      <a:lnTo>
                        <a:pt x="94774" y="44101"/>
                      </a:lnTo>
                      <a:cubicBezTo>
                        <a:pt x="94297" y="43339"/>
                        <a:pt x="94107" y="42863"/>
                        <a:pt x="94297" y="42767"/>
                      </a:cubicBezTo>
                      <a:lnTo>
                        <a:pt x="92869" y="42767"/>
                      </a:lnTo>
                      <a:close/>
                      <a:moveTo>
                        <a:pt x="93345" y="22574"/>
                      </a:moveTo>
                      <a:lnTo>
                        <a:pt x="93345" y="23908"/>
                      </a:lnTo>
                      <a:lnTo>
                        <a:pt x="94774" y="22574"/>
                      </a:lnTo>
                      <a:lnTo>
                        <a:pt x="93345" y="22574"/>
                      </a:lnTo>
                      <a:close/>
                      <a:moveTo>
                        <a:pt x="94774" y="37148"/>
                      </a:moveTo>
                      <a:lnTo>
                        <a:pt x="98107" y="34004"/>
                      </a:lnTo>
                      <a:lnTo>
                        <a:pt x="96107" y="34004"/>
                      </a:lnTo>
                      <a:lnTo>
                        <a:pt x="94679" y="37148"/>
                      </a:lnTo>
                      <a:close/>
                      <a:moveTo>
                        <a:pt x="96203" y="51530"/>
                      </a:moveTo>
                      <a:lnTo>
                        <a:pt x="98203" y="50864"/>
                      </a:lnTo>
                      <a:cubicBezTo>
                        <a:pt x="98203" y="50864"/>
                        <a:pt x="97441" y="50197"/>
                        <a:pt x="96203" y="50197"/>
                      </a:cubicBezTo>
                      <a:lnTo>
                        <a:pt x="96203" y="51530"/>
                      </a:lnTo>
                      <a:close/>
                      <a:moveTo>
                        <a:pt x="100298" y="20765"/>
                      </a:moveTo>
                      <a:cubicBezTo>
                        <a:pt x="100298" y="20765"/>
                        <a:pt x="101155" y="20955"/>
                        <a:pt x="101822" y="21527"/>
                      </a:cubicBezTo>
                      <a:lnTo>
                        <a:pt x="100298" y="20765"/>
                      </a:lnTo>
                      <a:close/>
                      <a:moveTo>
                        <a:pt x="102965" y="22193"/>
                      </a:moveTo>
                      <a:cubicBezTo>
                        <a:pt x="102965" y="22193"/>
                        <a:pt x="102394" y="22003"/>
                        <a:pt x="101917" y="21527"/>
                      </a:cubicBezTo>
                      <a:lnTo>
                        <a:pt x="102965" y="22193"/>
                      </a:lnTo>
                      <a:close/>
                      <a:moveTo>
                        <a:pt x="103632" y="22574"/>
                      </a:moveTo>
                      <a:lnTo>
                        <a:pt x="102965" y="22193"/>
                      </a:lnTo>
                      <a:cubicBezTo>
                        <a:pt x="103537" y="22098"/>
                        <a:pt x="103822" y="22003"/>
                        <a:pt x="103632" y="22003"/>
                      </a:cubicBezTo>
                      <a:lnTo>
                        <a:pt x="103632" y="22479"/>
                      </a:lnTo>
                      <a:close/>
                      <a:moveTo>
                        <a:pt x="106108" y="14859"/>
                      </a:moveTo>
                      <a:cubicBezTo>
                        <a:pt x="106108" y="14859"/>
                        <a:pt x="105346" y="14669"/>
                        <a:pt x="104680" y="14573"/>
                      </a:cubicBezTo>
                      <a:cubicBezTo>
                        <a:pt x="103918" y="14573"/>
                        <a:pt x="103632" y="14383"/>
                        <a:pt x="103632" y="14192"/>
                      </a:cubicBezTo>
                      <a:cubicBezTo>
                        <a:pt x="103632" y="13906"/>
                        <a:pt x="103918" y="13526"/>
                        <a:pt x="104394" y="13049"/>
                      </a:cubicBezTo>
                      <a:lnTo>
                        <a:pt x="106108" y="14859"/>
                      </a:lnTo>
                      <a:close/>
                      <a:moveTo>
                        <a:pt x="106489" y="39148"/>
                      </a:moveTo>
                      <a:lnTo>
                        <a:pt x="104394" y="37814"/>
                      </a:lnTo>
                      <a:lnTo>
                        <a:pt x="106489" y="37814"/>
                      </a:lnTo>
                      <a:lnTo>
                        <a:pt x="106489" y="39148"/>
                      </a:lnTo>
                      <a:close/>
                      <a:moveTo>
                        <a:pt x="106108" y="14859"/>
                      </a:moveTo>
                      <a:lnTo>
                        <a:pt x="106489" y="15145"/>
                      </a:lnTo>
                      <a:lnTo>
                        <a:pt x="106108" y="14859"/>
                      </a:lnTo>
                      <a:close/>
                      <a:moveTo>
                        <a:pt x="107823" y="28289"/>
                      </a:moveTo>
                      <a:lnTo>
                        <a:pt x="108395" y="26479"/>
                      </a:lnTo>
                      <a:lnTo>
                        <a:pt x="112586" y="27813"/>
                      </a:lnTo>
                      <a:cubicBezTo>
                        <a:pt x="111538" y="27908"/>
                        <a:pt x="110680" y="28575"/>
                        <a:pt x="110109" y="29813"/>
                      </a:cubicBezTo>
                      <a:cubicBezTo>
                        <a:pt x="109918" y="29813"/>
                        <a:pt x="109156" y="29337"/>
                        <a:pt x="107823" y="28289"/>
                      </a:cubicBezTo>
                      <a:close/>
                      <a:moveTo>
                        <a:pt x="112586" y="11240"/>
                      </a:moveTo>
                      <a:cubicBezTo>
                        <a:pt x="112490" y="11811"/>
                        <a:pt x="112014" y="12097"/>
                        <a:pt x="111157" y="12097"/>
                      </a:cubicBezTo>
                      <a:lnTo>
                        <a:pt x="109252" y="12097"/>
                      </a:lnTo>
                      <a:lnTo>
                        <a:pt x="109728" y="10763"/>
                      </a:lnTo>
                      <a:cubicBezTo>
                        <a:pt x="110204" y="11049"/>
                        <a:pt x="111157" y="11240"/>
                        <a:pt x="112586" y="11240"/>
                      </a:cubicBezTo>
                      <a:close/>
                      <a:moveTo>
                        <a:pt x="111728" y="16193"/>
                      </a:moveTo>
                      <a:lnTo>
                        <a:pt x="111728" y="15240"/>
                      </a:lnTo>
                      <a:cubicBezTo>
                        <a:pt x="114300" y="15716"/>
                        <a:pt x="116110" y="15812"/>
                        <a:pt x="117253" y="15716"/>
                      </a:cubicBezTo>
                      <a:lnTo>
                        <a:pt x="117253" y="17050"/>
                      </a:lnTo>
                      <a:lnTo>
                        <a:pt x="111728" y="16193"/>
                      </a:lnTo>
                      <a:close/>
                      <a:moveTo>
                        <a:pt x="117920" y="40958"/>
                      </a:moveTo>
                      <a:lnTo>
                        <a:pt x="116491" y="40958"/>
                      </a:lnTo>
                      <a:lnTo>
                        <a:pt x="117538" y="39338"/>
                      </a:lnTo>
                      <a:cubicBezTo>
                        <a:pt x="117538" y="39338"/>
                        <a:pt x="117920" y="40100"/>
                        <a:pt x="117920" y="40958"/>
                      </a:cubicBezTo>
                      <a:close/>
                      <a:moveTo>
                        <a:pt x="117253" y="39148"/>
                      </a:moveTo>
                      <a:cubicBezTo>
                        <a:pt x="117253" y="39148"/>
                        <a:pt x="117634" y="38672"/>
                        <a:pt x="117920" y="38291"/>
                      </a:cubicBezTo>
                      <a:lnTo>
                        <a:pt x="117538" y="39243"/>
                      </a:lnTo>
                      <a:cubicBezTo>
                        <a:pt x="117538" y="39243"/>
                        <a:pt x="117253" y="39052"/>
                        <a:pt x="117157" y="39052"/>
                      </a:cubicBezTo>
                      <a:close/>
                      <a:moveTo>
                        <a:pt x="117920" y="38291"/>
                      </a:moveTo>
                      <a:lnTo>
                        <a:pt x="118491" y="37148"/>
                      </a:lnTo>
                      <a:cubicBezTo>
                        <a:pt x="118491" y="37148"/>
                        <a:pt x="118491" y="37814"/>
                        <a:pt x="117920" y="38291"/>
                      </a:cubicBezTo>
                      <a:close/>
                      <a:moveTo>
                        <a:pt x="120587" y="3715"/>
                      </a:moveTo>
                      <a:lnTo>
                        <a:pt x="122015" y="5048"/>
                      </a:lnTo>
                      <a:lnTo>
                        <a:pt x="119348" y="5048"/>
                      </a:lnTo>
                      <a:lnTo>
                        <a:pt x="120587" y="3715"/>
                      </a:lnTo>
                      <a:close/>
                      <a:moveTo>
                        <a:pt x="121444" y="21527"/>
                      </a:moveTo>
                      <a:lnTo>
                        <a:pt x="124778" y="24670"/>
                      </a:lnTo>
                      <a:cubicBezTo>
                        <a:pt x="122206" y="23908"/>
                        <a:pt x="120872" y="23336"/>
                        <a:pt x="120872" y="22860"/>
                      </a:cubicBezTo>
                      <a:cubicBezTo>
                        <a:pt x="120872" y="22574"/>
                        <a:pt x="121063" y="22098"/>
                        <a:pt x="121348" y="21527"/>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 name="Google Shape;1337;p99"/>
                <p:cNvSpPr/>
                <p:nvPr/>
              </p:nvSpPr>
              <p:spPr>
                <a:xfrm>
                  <a:off x="4802409" y="1697926"/>
                  <a:ext cx="99726" cy="157352"/>
                </a:xfrm>
                <a:custGeom>
                  <a:avLst/>
                  <a:gdLst/>
                  <a:ahLst/>
                  <a:cxnLst/>
                  <a:rect l="l" t="t" r="r" b="b"/>
                  <a:pathLst>
                    <a:path w="99726" h="157352" extrusionOk="0">
                      <a:moveTo>
                        <a:pt x="95155" y="117443"/>
                      </a:moveTo>
                      <a:cubicBezTo>
                        <a:pt x="98107" y="117634"/>
                        <a:pt x="99536" y="119158"/>
                        <a:pt x="99441" y="121825"/>
                      </a:cubicBezTo>
                      <a:cubicBezTo>
                        <a:pt x="99250" y="126206"/>
                        <a:pt x="99155" y="128492"/>
                        <a:pt x="99250" y="128778"/>
                      </a:cubicBezTo>
                      <a:cubicBezTo>
                        <a:pt x="97822" y="131064"/>
                        <a:pt x="96488" y="133255"/>
                        <a:pt x="95060" y="135445"/>
                      </a:cubicBezTo>
                      <a:cubicBezTo>
                        <a:pt x="93250" y="137827"/>
                        <a:pt x="91249" y="139446"/>
                        <a:pt x="89059" y="140398"/>
                      </a:cubicBezTo>
                      <a:lnTo>
                        <a:pt x="90488" y="141351"/>
                      </a:lnTo>
                      <a:cubicBezTo>
                        <a:pt x="87916" y="143542"/>
                        <a:pt x="85344" y="145732"/>
                        <a:pt x="82677" y="147923"/>
                      </a:cubicBezTo>
                      <a:cubicBezTo>
                        <a:pt x="79629" y="150304"/>
                        <a:pt x="76486" y="151352"/>
                        <a:pt x="73343" y="150876"/>
                      </a:cubicBezTo>
                      <a:cubicBezTo>
                        <a:pt x="72199" y="153067"/>
                        <a:pt x="69913" y="154115"/>
                        <a:pt x="66675" y="154115"/>
                      </a:cubicBezTo>
                      <a:lnTo>
                        <a:pt x="64865" y="154115"/>
                      </a:lnTo>
                      <a:cubicBezTo>
                        <a:pt x="64008" y="154019"/>
                        <a:pt x="63532" y="153924"/>
                        <a:pt x="63151" y="153924"/>
                      </a:cubicBezTo>
                      <a:cubicBezTo>
                        <a:pt x="59722" y="153924"/>
                        <a:pt x="57340" y="154972"/>
                        <a:pt x="55912" y="157067"/>
                      </a:cubicBezTo>
                      <a:cubicBezTo>
                        <a:pt x="54197" y="157258"/>
                        <a:pt x="52292" y="157353"/>
                        <a:pt x="50482" y="157353"/>
                      </a:cubicBezTo>
                      <a:cubicBezTo>
                        <a:pt x="39910" y="157353"/>
                        <a:pt x="28956" y="153448"/>
                        <a:pt x="17716" y="145732"/>
                      </a:cubicBezTo>
                      <a:cubicBezTo>
                        <a:pt x="16573" y="145637"/>
                        <a:pt x="15145" y="144780"/>
                        <a:pt x="13430" y="143161"/>
                      </a:cubicBezTo>
                      <a:cubicBezTo>
                        <a:pt x="12287" y="141827"/>
                        <a:pt x="11049" y="140589"/>
                        <a:pt x="9715" y="139351"/>
                      </a:cubicBezTo>
                      <a:cubicBezTo>
                        <a:pt x="9811" y="137731"/>
                        <a:pt x="8668" y="136112"/>
                        <a:pt x="6287" y="134588"/>
                      </a:cubicBezTo>
                      <a:cubicBezTo>
                        <a:pt x="3905" y="133064"/>
                        <a:pt x="2667" y="131540"/>
                        <a:pt x="2667" y="130207"/>
                      </a:cubicBezTo>
                      <a:cubicBezTo>
                        <a:pt x="2667" y="129445"/>
                        <a:pt x="2857" y="128587"/>
                        <a:pt x="3334" y="127540"/>
                      </a:cubicBezTo>
                      <a:cubicBezTo>
                        <a:pt x="1810" y="126111"/>
                        <a:pt x="1048" y="123730"/>
                        <a:pt x="1048" y="120491"/>
                      </a:cubicBezTo>
                      <a:cubicBezTo>
                        <a:pt x="1048" y="119729"/>
                        <a:pt x="1048" y="118491"/>
                        <a:pt x="1238" y="116777"/>
                      </a:cubicBezTo>
                      <a:cubicBezTo>
                        <a:pt x="1333" y="115062"/>
                        <a:pt x="1429" y="113824"/>
                        <a:pt x="1429" y="113062"/>
                      </a:cubicBezTo>
                      <a:cubicBezTo>
                        <a:pt x="1429" y="110395"/>
                        <a:pt x="953" y="108490"/>
                        <a:pt x="0" y="107156"/>
                      </a:cubicBezTo>
                      <a:cubicBezTo>
                        <a:pt x="1048" y="105061"/>
                        <a:pt x="1238" y="102203"/>
                        <a:pt x="571" y="98488"/>
                      </a:cubicBezTo>
                      <a:cubicBezTo>
                        <a:pt x="-190" y="94774"/>
                        <a:pt x="190" y="91821"/>
                        <a:pt x="1429" y="89535"/>
                      </a:cubicBezTo>
                      <a:cubicBezTo>
                        <a:pt x="1333" y="85820"/>
                        <a:pt x="1429" y="80581"/>
                        <a:pt x="1905" y="73819"/>
                      </a:cubicBezTo>
                      <a:cubicBezTo>
                        <a:pt x="1143" y="71628"/>
                        <a:pt x="667" y="69342"/>
                        <a:pt x="667" y="66961"/>
                      </a:cubicBezTo>
                      <a:cubicBezTo>
                        <a:pt x="667" y="59722"/>
                        <a:pt x="6001" y="50673"/>
                        <a:pt x="16478" y="39624"/>
                      </a:cubicBezTo>
                      <a:lnTo>
                        <a:pt x="16954" y="40386"/>
                      </a:lnTo>
                      <a:cubicBezTo>
                        <a:pt x="17716" y="39815"/>
                        <a:pt x="18193" y="38957"/>
                        <a:pt x="18574" y="37624"/>
                      </a:cubicBezTo>
                      <a:cubicBezTo>
                        <a:pt x="18955" y="36290"/>
                        <a:pt x="19717" y="35528"/>
                        <a:pt x="20860" y="35147"/>
                      </a:cubicBezTo>
                      <a:lnTo>
                        <a:pt x="23622" y="35147"/>
                      </a:lnTo>
                      <a:lnTo>
                        <a:pt x="23622" y="35909"/>
                      </a:lnTo>
                      <a:cubicBezTo>
                        <a:pt x="23622" y="35909"/>
                        <a:pt x="24479" y="35338"/>
                        <a:pt x="25813" y="35338"/>
                      </a:cubicBezTo>
                      <a:cubicBezTo>
                        <a:pt x="27146" y="35338"/>
                        <a:pt x="27813" y="35338"/>
                        <a:pt x="27813" y="34957"/>
                      </a:cubicBezTo>
                      <a:cubicBezTo>
                        <a:pt x="27813" y="34671"/>
                        <a:pt x="27337" y="34099"/>
                        <a:pt x="26384" y="33338"/>
                      </a:cubicBezTo>
                      <a:cubicBezTo>
                        <a:pt x="28004" y="32099"/>
                        <a:pt x="29623" y="30956"/>
                        <a:pt x="31147" y="29908"/>
                      </a:cubicBezTo>
                      <a:cubicBezTo>
                        <a:pt x="32671" y="28861"/>
                        <a:pt x="34671" y="28289"/>
                        <a:pt x="37147" y="28289"/>
                      </a:cubicBezTo>
                      <a:cubicBezTo>
                        <a:pt x="37529" y="27432"/>
                        <a:pt x="38005" y="26956"/>
                        <a:pt x="38767" y="26956"/>
                      </a:cubicBezTo>
                      <a:cubicBezTo>
                        <a:pt x="39148" y="26956"/>
                        <a:pt x="39719" y="27146"/>
                        <a:pt x="40672" y="27718"/>
                      </a:cubicBezTo>
                      <a:cubicBezTo>
                        <a:pt x="41529" y="28194"/>
                        <a:pt x="42196" y="28384"/>
                        <a:pt x="42672" y="28289"/>
                      </a:cubicBezTo>
                      <a:cubicBezTo>
                        <a:pt x="42481" y="27908"/>
                        <a:pt x="42291" y="27718"/>
                        <a:pt x="42291" y="27432"/>
                      </a:cubicBezTo>
                      <a:cubicBezTo>
                        <a:pt x="42291" y="26860"/>
                        <a:pt x="42767" y="26194"/>
                        <a:pt x="43815" y="25432"/>
                      </a:cubicBezTo>
                      <a:cubicBezTo>
                        <a:pt x="44768" y="24574"/>
                        <a:pt x="45339" y="24003"/>
                        <a:pt x="45339" y="23527"/>
                      </a:cubicBezTo>
                      <a:cubicBezTo>
                        <a:pt x="45339" y="22955"/>
                        <a:pt x="44958" y="22479"/>
                        <a:pt x="44196" y="22003"/>
                      </a:cubicBezTo>
                      <a:cubicBezTo>
                        <a:pt x="44672" y="22003"/>
                        <a:pt x="45244" y="22955"/>
                        <a:pt x="46101" y="24670"/>
                      </a:cubicBezTo>
                      <a:lnTo>
                        <a:pt x="45529" y="25146"/>
                      </a:lnTo>
                      <a:cubicBezTo>
                        <a:pt x="46101" y="25813"/>
                        <a:pt x="47339" y="25813"/>
                        <a:pt x="49244" y="25336"/>
                      </a:cubicBezTo>
                      <a:cubicBezTo>
                        <a:pt x="50768" y="24860"/>
                        <a:pt x="51816" y="25432"/>
                        <a:pt x="52483" y="26956"/>
                      </a:cubicBezTo>
                      <a:cubicBezTo>
                        <a:pt x="53340" y="26194"/>
                        <a:pt x="54102" y="25813"/>
                        <a:pt x="54959" y="25813"/>
                      </a:cubicBezTo>
                      <a:cubicBezTo>
                        <a:pt x="55626" y="25813"/>
                        <a:pt x="56674" y="26289"/>
                        <a:pt x="58103" y="27337"/>
                      </a:cubicBezTo>
                      <a:cubicBezTo>
                        <a:pt x="59531" y="28384"/>
                        <a:pt x="60674" y="28861"/>
                        <a:pt x="61627" y="28861"/>
                      </a:cubicBezTo>
                      <a:cubicBezTo>
                        <a:pt x="62294" y="28861"/>
                        <a:pt x="63055" y="28670"/>
                        <a:pt x="63722" y="28194"/>
                      </a:cubicBezTo>
                      <a:cubicBezTo>
                        <a:pt x="64294" y="29146"/>
                        <a:pt x="65056" y="29718"/>
                        <a:pt x="65818" y="29718"/>
                      </a:cubicBezTo>
                      <a:cubicBezTo>
                        <a:pt x="66008" y="29718"/>
                        <a:pt x="66961" y="29337"/>
                        <a:pt x="68485" y="28670"/>
                      </a:cubicBezTo>
                      <a:lnTo>
                        <a:pt x="69342" y="31909"/>
                      </a:lnTo>
                      <a:cubicBezTo>
                        <a:pt x="69342" y="31909"/>
                        <a:pt x="70580" y="31623"/>
                        <a:pt x="72485" y="31051"/>
                      </a:cubicBezTo>
                      <a:cubicBezTo>
                        <a:pt x="73819" y="30575"/>
                        <a:pt x="74962" y="30480"/>
                        <a:pt x="76010" y="30766"/>
                      </a:cubicBezTo>
                      <a:cubicBezTo>
                        <a:pt x="76010" y="32575"/>
                        <a:pt x="77343" y="34195"/>
                        <a:pt x="80105" y="35814"/>
                      </a:cubicBezTo>
                      <a:cubicBezTo>
                        <a:pt x="81153" y="35433"/>
                        <a:pt x="82105" y="35242"/>
                        <a:pt x="82868" y="35242"/>
                      </a:cubicBezTo>
                      <a:cubicBezTo>
                        <a:pt x="84391" y="35242"/>
                        <a:pt x="86011" y="36862"/>
                        <a:pt x="87535" y="40100"/>
                      </a:cubicBezTo>
                      <a:cubicBezTo>
                        <a:pt x="89154" y="43434"/>
                        <a:pt x="91154" y="45148"/>
                        <a:pt x="93631" y="45339"/>
                      </a:cubicBezTo>
                      <a:cubicBezTo>
                        <a:pt x="93536" y="47434"/>
                        <a:pt x="94488" y="50101"/>
                        <a:pt x="96583" y="53245"/>
                      </a:cubicBezTo>
                      <a:cubicBezTo>
                        <a:pt x="98679" y="56483"/>
                        <a:pt x="99727" y="59150"/>
                        <a:pt x="99727" y="61341"/>
                      </a:cubicBezTo>
                      <a:cubicBezTo>
                        <a:pt x="99727" y="62674"/>
                        <a:pt x="99536" y="64008"/>
                        <a:pt x="99060" y="65437"/>
                      </a:cubicBezTo>
                      <a:cubicBezTo>
                        <a:pt x="97441" y="65437"/>
                        <a:pt x="95250" y="66484"/>
                        <a:pt x="92583" y="68199"/>
                      </a:cubicBezTo>
                      <a:cubicBezTo>
                        <a:pt x="89821" y="69913"/>
                        <a:pt x="87535" y="70866"/>
                        <a:pt x="85725" y="70866"/>
                      </a:cubicBezTo>
                      <a:cubicBezTo>
                        <a:pt x="85058" y="70866"/>
                        <a:pt x="84201" y="70771"/>
                        <a:pt x="83439" y="70580"/>
                      </a:cubicBezTo>
                      <a:cubicBezTo>
                        <a:pt x="82963" y="71723"/>
                        <a:pt x="81820" y="72485"/>
                        <a:pt x="80105" y="72580"/>
                      </a:cubicBezTo>
                      <a:cubicBezTo>
                        <a:pt x="78010" y="72676"/>
                        <a:pt x="76676" y="73057"/>
                        <a:pt x="76010" y="73723"/>
                      </a:cubicBezTo>
                      <a:cubicBezTo>
                        <a:pt x="72295" y="72580"/>
                        <a:pt x="69532" y="67723"/>
                        <a:pt x="67913" y="59341"/>
                      </a:cubicBezTo>
                      <a:cubicBezTo>
                        <a:pt x="63722" y="56293"/>
                        <a:pt x="61436" y="54673"/>
                        <a:pt x="61055" y="54578"/>
                      </a:cubicBezTo>
                      <a:cubicBezTo>
                        <a:pt x="58674" y="53149"/>
                        <a:pt x="56293" y="52483"/>
                        <a:pt x="54007" y="52483"/>
                      </a:cubicBezTo>
                      <a:cubicBezTo>
                        <a:pt x="52864" y="52483"/>
                        <a:pt x="51625" y="52673"/>
                        <a:pt x="50292" y="52959"/>
                      </a:cubicBezTo>
                      <a:cubicBezTo>
                        <a:pt x="39910" y="54007"/>
                        <a:pt x="33338" y="57817"/>
                        <a:pt x="30480" y="64294"/>
                      </a:cubicBezTo>
                      <a:cubicBezTo>
                        <a:pt x="29528" y="65151"/>
                        <a:pt x="28575" y="65627"/>
                        <a:pt x="27527" y="65627"/>
                      </a:cubicBezTo>
                      <a:cubicBezTo>
                        <a:pt x="26956" y="65627"/>
                        <a:pt x="26194" y="65437"/>
                        <a:pt x="25241" y="65246"/>
                      </a:cubicBezTo>
                      <a:cubicBezTo>
                        <a:pt x="24289" y="64960"/>
                        <a:pt x="23622" y="64865"/>
                        <a:pt x="23146" y="64865"/>
                      </a:cubicBezTo>
                      <a:lnTo>
                        <a:pt x="23622" y="66865"/>
                      </a:lnTo>
                      <a:cubicBezTo>
                        <a:pt x="23431" y="67532"/>
                        <a:pt x="22955" y="67818"/>
                        <a:pt x="22384" y="67818"/>
                      </a:cubicBezTo>
                      <a:cubicBezTo>
                        <a:pt x="21907" y="67818"/>
                        <a:pt x="20955" y="67437"/>
                        <a:pt x="19431" y="66675"/>
                      </a:cubicBezTo>
                      <a:cubicBezTo>
                        <a:pt x="18002" y="65913"/>
                        <a:pt x="16859" y="65532"/>
                        <a:pt x="16002" y="65532"/>
                      </a:cubicBezTo>
                      <a:cubicBezTo>
                        <a:pt x="14669" y="65532"/>
                        <a:pt x="13621" y="66199"/>
                        <a:pt x="12859" y="67627"/>
                      </a:cubicBezTo>
                      <a:cubicBezTo>
                        <a:pt x="14002" y="67913"/>
                        <a:pt x="15526" y="68104"/>
                        <a:pt x="17431" y="68104"/>
                      </a:cubicBezTo>
                      <a:lnTo>
                        <a:pt x="16383" y="69437"/>
                      </a:lnTo>
                      <a:cubicBezTo>
                        <a:pt x="16383" y="69437"/>
                        <a:pt x="17240" y="70104"/>
                        <a:pt x="17431" y="69913"/>
                      </a:cubicBezTo>
                      <a:lnTo>
                        <a:pt x="18860" y="68961"/>
                      </a:lnTo>
                      <a:cubicBezTo>
                        <a:pt x="18860" y="68961"/>
                        <a:pt x="19621" y="69913"/>
                        <a:pt x="21336" y="70866"/>
                      </a:cubicBezTo>
                      <a:cubicBezTo>
                        <a:pt x="22955" y="71819"/>
                        <a:pt x="23908" y="72771"/>
                        <a:pt x="24194" y="73914"/>
                      </a:cubicBezTo>
                      <a:cubicBezTo>
                        <a:pt x="25051" y="73533"/>
                        <a:pt x="25527" y="72961"/>
                        <a:pt x="25622" y="72295"/>
                      </a:cubicBezTo>
                      <a:lnTo>
                        <a:pt x="25622" y="70866"/>
                      </a:lnTo>
                      <a:cubicBezTo>
                        <a:pt x="25622" y="70866"/>
                        <a:pt x="26479" y="70199"/>
                        <a:pt x="27718" y="70009"/>
                      </a:cubicBezTo>
                      <a:cubicBezTo>
                        <a:pt x="28289" y="71723"/>
                        <a:pt x="28575" y="74009"/>
                        <a:pt x="28575" y="76867"/>
                      </a:cubicBezTo>
                      <a:cubicBezTo>
                        <a:pt x="28480" y="82201"/>
                        <a:pt x="28385" y="84582"/>
                        <a:pt x="28385" y="83915"/>
                      </a:cubicBezTo>
                      <a:cubicBezTo>
                        <a:pt x="26575" y="84296"/>
                        <a:pt x="25051" y="83629"/>
                        <a:pt x="23622" y="82105"/>
                      </a:cubicBezTo>
                      <a:lnTo>
                        <a:pt x="22193" y="83915"/>
                      </a:lnTo>
                      <a:cubicBezTo>
                        <a:pt x="22193" y="83915"/>
                        <a:pt x="21241" y="83344"/>
                        <a:pt x="20860" y="83439"/>
                      </a:cubicBezTo>
                      <a:lnTo>
                        <a:pt x="20383" y="83915"/>
                      </a:lnTo>
                      <a:cubicBezTo>
                        <a:pt x="21431" y="85534"/>
                        <a:pt x="23622" y="86201"/>
                        <a:pt x="27051" y="85725"/>
                      </a:cubicBezTo>
                      <a:cubicBezTo>
                        <a:pt x="26861" y="86296"/>
                        <a:pt x="26670" y="86868"/>
                        <a:pt x="26670" y="87344"/>
                      </a:cubicBezTo>
                      <a:cubicBezTo>
                        <a:pt x="26670" y="88011"/>
                        <a:pt x="27051" y="88963"/>
                        <a:pt x="27718" y="90202"/>
                      </a:cubicBezTo>
                      <a:cubicBezTo>
                        <a:pt x="28480" y="91440"/>
                        <a:pt x="28765" y="92488"/>
                        <a:pt x="28765" y="93250"/>
                      </a:cubicBezTo>
                      <a:cubicBezTo>
                        <a:pt x="28765" y="93917"/>
                        <a:pt x="28670" y="94583"/>
                        <a:pt x="28480" y="95250"/>
                      </a:cubicBezTo>
                      <a:cubicBezTo>
                        <a:pt x="27527" y="96107"/>
                        <a:pt x="27051" y="97155"/>
                        <a:pt x="27051" y="98298"/>
                      </a:cubicBezTo>
                      <a:cubicBezTo>
                        <a:pt x="27146" y="100203"/>
                        <a:pt x="27146" y="101251"/>
                        <a:pt x="27051" y="101632"/>
                      </a:cubicBezTo>
                      <a:cubicBezTo>
                        <a:pt x="27146" y="102108"/>
                        <a:pt x="27527" y="104965"/>
                        <a:pt x="28099" y="110204"/>
                      </a:cubicBezTo>
                      <a:cubicBezTo>
                        <a:pt x="28480" y="114110"/>
                        <a:pt x="29432" y="116967"/>
                        <a:pt x="31052" y="118681"/>
                      </a:cubicBezTo>
                      <a:cubicBezTo>
                        <a:pt x="30766" y="119348"/>
                        <a:pt x="30671" y="119920"/>
                        <a:pt x="30671" y="120301"/>
                      </a:cubicBezTo>
                      <a:cubicBezTo>
                        <a:pt x="30671" y="121063"/>
                        <a:pt x="31242" y="121825"/>
                        <a:pt x="32480" y="122587"/>
                      </a:cubicBezTo>
                      <a:cubicBezTo>
                        <a:pt x="33623" y="123349"/>
                        <a:pt x="34099" y="124301"/>
                        <a:pt x="33909" y="125540"/>
                      </a:cubicBezTo>
                      <a:cubicBezTo>
                        <a:pt x="35338" y="125444"/>
                        <a:pt x="37243" y="125920"/>
                        <a:pt x="39719" y="127064"/>
                      </a:cubicBezTo>
                      <a:cubicBezTo>
                        <a:pt x="42196" y="128206"/>
                        <a:pt x="44196" y="128778"/>
                        <a:pt x="45720" y="128778"/>
                      </a:cubicBezTo>
                      <a:cubicBezTo>
                        <a:pt x="46291" y="128778"/>
                        <a:pt x="46863" y="128778"/>
                        <a:pt x="47435" y="128587"/>
                      </a:cubicBezTo>
                      <a:cubicBezTo>
                        <a:pt x="48768" y="129731"/>
                        <a:pt x="50197" y="130397"/>
                        <a:pt x="51721" y="130397"/>
                      </a:cubicBezTo>
                      <a:cubicBezTo>
                        <a:pt x="52673" y="130397"/>
                        <a:pt x="54102" y="130016"/>
                        <a:pt x="56102" y="129159"/>
                      </a:cubicBezTo>
                      <a:cubicBezTo>
                        <a:pt x="58103" y="128397"/>
                        <a:pt x="59722" y="127921"/>
                        <a:pt x="60865" y="127921"/>
                      </a:cubicBezTo>
                      <a:cubicBezTo>
                        <a:pt x="61436" y="127921"/>
                        <a:pt x="62008" y="127921"/>
                        <a:pt x="62484" y="128111"/>
                      </a:cubicBezTo>
                      <a:cubicBezTo>
                        <a:pt x="62960" y="126968"/>
                        <a:pt x="64770" y="125063"/>
                        <a:pt x="67913" y="122396"/>
                      </a:cubicBezTo>
                      <a:cubicBezTo>
                        <a:pt x="70390" y="120301"/>
                        <a:pt x="71533" y="118205"/>
                        <a:pt x="71247" y="116015"/>
                      </a:cubicBezTo>
                      <a:lnTo>
                        <a:pt x="72676" y="115062"/>
                      </a:lnTo>
                      <a:lnTo>
                        <a:pt x="71819" y="114205"/>
                      </a:lnTo>
                      <a:cubicBezTo>
                        <a:pt x="73247" y="111633"/>
                        <a:pt x="75057" y="110395"/>
                        <a:pt x="77343" y="110395"/>
                      </a:cubicBezTo>
                      <a:cubicBezTo>
                        <a:pt x="78391" y="110395"/>
                        <a:pt x="80105" y="110776"/>
                        <a:pt x="82391" y="111633"/>
                      </a:cubicBezTo>
                      <a:cubicBezTo>
                        <a:pt x="84677" y="112490"/>
                        <a:pt x="86392" y="112871"/>
                        <a:pt x="87535" y="112871"/>
                      </a:cubicBezTo>
                      <a:cubicBezTo>
                        <a:pt x="87916" y="114014"/>
                        <a:pt x="89154" y="114681"/>
                        <a:pt x="91345" y="115062"/>
                      </a:cubicBezTo>
                      <a:cubicBezTo>
                        <a:pt x="93536" y="115348"/>
                        <a:pt x="94774" y="116110"/>
                        <a:pt x="95155" y="117348"/>
                      </a:cubicBezTo>
                      <a:close/>
                      <a:moveTo>
                        <a:pt x="17621" y="100394"/>
                      </a:moveTo>
                      <a:cubicBezTo>
                        <a:pt x="18574" y="101251"/>
                        <a:pt x="19526" y="101727"/>
                        <a:pt x="20479" y="101727"/>
                      </a:cubicBezTo>
                      <a:cubicBezTo>
                        <a:pt x="20955" y="101727"/>
                        <a:pt x="22193" y="101346"/>
                        <a:pt x="24384" y="100394"/>
                      </a:cubicBezTo>
                      <a:lnTo>
                        <a:pt x="21907" y="97917"/>
                      </a:lnTo>
                      <a:lnTo>
                        <a:pt x="23336" y="99250"/>
                      </a:lnTo>
                      <a:lnTo>
                        <a:pt x="21907" y="100394"/>
                      </a:lnTo>
                      <a:cubicBezTo>
                        <a:pt x="20860" y="100298"/>
                        <a:pt x="20383" y="99822"/>
                        <a:pt x="20383" y="99060"/>
                      </a:cubicBezTo>
                      <a:cubicBezTo>
                        <a:pt x="20383" y="98203"/>
                        <a:pt x="20288" y="97631"/>
                        <a:pt x="19907" y="97155"/>
                      </a:cubicBezTo>
                      <a:cubicBezTo>
                        <a:pt x="19812" y="97346"/>
                        <a:pt x="19240" y="97822"/>
                        <a:pt x="18193" y="98679"/>
                      </a:cubicBezTo>
                      <a:cubicBezTo>
                        <a:pt x="17621" y="98965"/>
                        <a:pt x="17431" y="99631"/>
                        <a:pt x="17716" y="100489"/>
                      </a:cubicBezTo>
                      <a:close/>
                      <a:moveTo>
                        <a:pt x="23241" y="28956"/>
                      </a:moveTo>
                      <a:cubicBezTo>
                        <a:pt x="23241" y="28956"/>
                        <a:pt x="22670" y="28861"/>
                        <a:pt x="22574" y="28670"/>
                      </a:cubicBezTo>
                      <a:cubicBezTo>
                        <a:pt x="22574" y="28289"/>
                        <a:pt x="23050" y="28003"/>
                        <a:pt x="24194" y="28003"/>
                      </a:cubicBezTo>
                      <a:cubicBezTo>
                        <a:pt x="24670" y="28003"/>
                        <a:pt x="25051" y="28194"/>
                        <a:pt x="25241" y="28480"/>
                      </a:cubicBezTo>
                      <a:lnTo>
                        <a:pt x="23336" y="28956"/>
                      </a:lnTo>
                      <a:close/>
                      <a:moveTo>
                        <a:pt x="25908" y="39243"/>
                      </a:moveTo>
                      <a:lnTo>
                        <a:pt x="25908" y="41529"/>
                      </a:lnTo>
                      <a:lnTo>
                        <a:pt x="27146" y="41529"/>
                      </a:lnTo>
                      <a:cubicBezTo>
                        <a:pt x="27622" y="40862"/>
                        <a:pt x="27146" y="40100"/>
                        <a:pt x="25908" y="39243"/>
                      </a:cubicBezTo>
                      <a:close/>
                      <a:moveTo>
                        <a:pt x="25908" y="68294"/>
                      </a:moveTo>
                      <a:lnTo>
                        <a:pt x="25908" y="66961"/>
                      </a:lnTo>
                      <a:lnTo>
                        <a:pt x="27813" y="66961"/>
                      </a:lnTo>
                      <a:lnTo>
                        <a:pt x="25908" y="68294"/>
                      </a:lnTo>
                      <a:close/>
                      <a:moveTo>
                        <a:pt x="38767" y="61436"/>
                      </a:moveTo>
                      <a:lnTo>
                        <a:pt x="36862" y="60579"/>
                      </a:lnTo>
                      <a:lnTo>
                        <a:pt x="37910" y="58293"/>
                      </a:lnTo>
                      <a:lnTo>
                        <a:pt x="38767" y="61436"/>
                      </a:lnTo>
                      <a:close/>
                      <a:moveTo>
                        <a:pt x="40196" y="51911"/>
                      </a:moveTo>
                      <a:cubicBezTo>
                        <a:pt x="39433" y="51721"/>
                        <a:pt x="38576" y="52102"/>
                        <a:pt x="37338" y="53245"/>
                      </a:cubicBezTo>
                      <a:lnTo>
                        <a:pt x="40196" y="53721"/>
                      </a:lnTo>
                      <a:lnTo>
                        <a:pt x="40196" y="51911"/>
                      </a:lnTo>
                      <a:close/>
                      <a:moveTo>
                        <a:pt x="45625" y="9430"/>
                      </a:moveTo>
                      <a:lnTo>
                        <a:pt x="46196" y="10096"/>
                      </a:lnTo>
                      <a:lnTo>
                        <a:pt x="41434" y="9430"/>
                      </a:lnTo>
                      <a:lnTo>
                        <a:pt x="45625" y="9430"/>
                      </a:lnTo>
                      <a:close/>
                      <a:moveTo>
                        <a:pt x="43910" y="56198"/>
                      </a:moveTo>
                      <a:cubicBezTo>
                        <a:pt x="43910" y="56198"/>
                        <a:pt x="44577" y="56483"/>
                        <a:pt x="44768" y="57055"/>
                      </a:cubicBezTo>
                      <a:lnTo>
                        <a:pt x="44768" y="58865"/>
                      </a:lnTo>
                      <a:cubicBezTo>
                        <a:pt x="44768" y="58865"/>
                        <a:pt x="44291" y="58198"/>
                        <a:pt x="43624" y="58198"/>
                      </a:cubicBezTo>
                      <a:lnTo>
                        <a:pt x="42196" y="58388"/>
                      </a:lnTo>
                      <a:cubicBezTo>
                        <a:pt x="42196" y="56959"/>
                        <a:pt x="42672" y="56293"/>
                        <a:pt x="43815" y="56293"/>
                      </a:cubicBezTo>
                      <a:close/>
                      <a:moveTo>
                        <a:pt x="45148" y="35338"/>
                      </a:moveTo>
                      <a:lnTo>
                        <a:pt x="44291" y="34861"/>
                      </a:lnTo>
                      <a:cubicBezTo>
                        <a:pt x="44291" y="34861"/>
                        <a:pt x="44768" y="35338"/>
                        <a:pt x="45148" y="35338"/>
                      </a:cubicBezTo>
                      <a:lnTo>
                        <a:pt x="46196" y="36100"/>
                      </a:lnTo>
                      <a:lnTo>
                        <a:pt x="46196" y="35338"/>
                      </a:lnTo>
                      <a:lnTo>
                        <a:pt x="45148" y="35338"/>
                      </a:lnTo>
                      <a:close/>
                      <a:moveTo>
                        <a:pt x="48101" y="62674"/>
                      </a:moveTo>
                      <a:lnTo>
                        <a:pt x="45625" y="62674"/>
                      </a:lnTo>
                      <a:lnTo>
                        <a:pt x="45625" y="60103"/>
                      </a:lnTo>
                      <a:lnTo>
                        <a:pt x="48101" y="62674"/>
                      </a:lnTo>
                      <a:close/>
                      <a:moveTo>
                        <a:pt x="48958" y="46101"/>
                      </a:moveTo>
                      <a:lnTo>
                        <a:pt x="46196" y="45625"/>
                      </a:lnTo>
                      <a:lnTo>
                        <a:pt x="46196" y="46101"/>
                      </a:lnTo>
                      <a:lnTo>
                        <a:pt x="48958" y="46101"/>
                      </a:lnTo>
                      <a:close/>
                      <a:moveTo>
                        <a:pt x="51625" y="9334"/>
                      </a:moveTo>
                      <a:lnTo>
                        <a:pt x="51054" y="11335"/>
                      </a:lnTo>
                      <a:lnTo>
                        <a:pt x="50387" y="11335"/>
                      </a:lnTo>
                      <a:lnTo>
                        <a:pt x="51625" y="9334"/>
                      </a:lnTo>
                      <a:close/>
                      <a:moveTo>
                        <a:pt x="53054" y="23908"/>
                      </a:moveTo>
                      <a:cubicBezTo>
                        <a:pt x="51721" y="23908"/>
                        <a:pt x="51149" y="23717"/>
                        <a:pt x="51149" y="23431"/>
                      </a:cubicBezTo>
                      <a:cubicBezTo>
                        <a:pt x="51149" y="23241"/>
                        <a:pt x="51340" y="22765"/>
                        <a:pt x="51721" y="22193"/>
                      </a:cubicBezTo>
                      <a:cubicBezTo>
                        <a:pt x="52102" y="21622"/>
                        <a:pt x="52292" y="21146"/>
                        <a:pt x="52197" y="20765"/>
                      </a:cubicBezTo>
                      <a:cubicBezTo>
                        <a:pt x="52673" y="21146"/>
                        <a:pt x="53149" y="21431"/>
                        <a:pt x="53816" y="21717"/>
                      </a:cubicBezTo>
                      <a:cubicBezTo>
                        <a:pt x="53816" y="21907"/>
                        <a:pt x="53721" y="22669"/>
                        <a:pt x="53149" y="23908"/>
                      </a:cubicBezTo>
                      <a:close/>
                      <a:moveTo>
                        <a:pt x="52197" y="20765"/>
                      </a:moveTo>
                      <a:cubicBezTo>
                        <a:pt x="52197" y="20765"/>
                        <a:pt x="51816" y="20383"/>
                        <a:pt x="51721" y="20098"/>
                      </a:cubicBezTo>
                      <a:cubicBezTo>
                        <a:pt x="51721" y="20098"/>
                        <a:pt x="51911" y="20098"/>
                        <a:pt x="52102" y="20383"/>
                      </a:cubicBezTo>
                      <a:cubicBezTo>
                        <a:pt x="52197" y="20574"/>
                        <a:pt x="52292" y="20669"/>
                        <a:pt x="52292" y="20765"/>
                      </a:cubicBezTo>
                      <a:close/>
                      <a:moveTo>
                        <a:pt x="53054" y="35242"/>
                      </a:moveTo>
                      <a:lnTo>
                        <a:pt x="52578" y="36576"/>
                      </a:lnTo>
                      <a:cubicBezTo>
                        <a:pt x="53912" y="36576"/>
                        <a:pt x="55054" y="37052"/>
                        <a:pt x="55912" y="37909"/>
                      </a:cubicBezTo>
                      <a:cubicBezTo>
                        <a:pt x="56293" y="37052"/>
                        <a:pt x="55912" y="36385"/>
                        <a:pt x="54864" y="36004"/>
                      </a:cubicBezTo>
                      <a:cubicBezTo>
                        <a:pt x="53816" y="35623"/>
                        <a:pt x="53245" y="35338"/>
                        <a:pt x="53054" y="35242"/>
                      </a:cubicBezTo>
                      <a:close/>
                      <a:moveTo>
                        <a:pt x="59246" y="17050"/>
                      </a:moveTo>
                      <a:lnTo>
                        <a:pt x="59246" y="18383"/>
                      </a:lnTo>
                      <a:lnTo>
                        <a:pt x="54483" y="17526"/>
                      </a:lnTo>
                      <a:lnTo>
                        <a:pt x="54483" y="16192"/>
                      </a:lnTo>
                      <a:cubicBezTo>
                        <a:pt x="54864" y="17145"/>
                        <a:pt x="55626" y="17717"/>
                        <a:pt x="56769" y="17717"/>
                      </a:cubicBezTo>
                      <a:cubicBezTo>
                        <a:pt x="57721" y="17812"/>
                        <a:pt x="58579" y="17621"/>
                        <a:pt x="59246" y="17050"/>
                      </a:cubicBezTo>
                      <a:close/>
                      <a:moveTo>
                        <a:pt x="60484" y="0"/>
                      </a:moveTo>
                      <a:lnTo>
                        <a:pt x="61246" y="3619"/>
                      </a:lnTo>
                      <a:lnTo>
                        <a:pt x="60484" y="476"/>
                      </a:lnTo>
                      <a:lnTo>
                        <a:pt x="60484" y="0"/>
                      </a:lnTo>
                      <a:close/>
                      <a:moveTo>
                        <a:pt x="63151" y="30956"/>
                      </a:moveTo>
                      <a:cubicBezTo>
                        <a:pt x="63151" y="30956"/>
                        <a:pt x="62389" y="31242"/>
                        <a:pt x="61627" y="31909"/>
                      </a:cubicBezTo>
                      <a:cubicBezTo>
                        <a:pt x="60865" y="32575"/>
                        <a:pt x="60484" y="33147"/>
                        <a:pt x="60484" y="33528"/>
                      </a:cubicBezTo>
                      <a:cubicBezTo>
                        <a:pt x="60484" y="34099"/>
                        <a:pt x="60865" y="34480"/>
                        <a:pt x="61722" y="34671"/>
                      </a:cubicBezTo>
                      <a:cubicBezTo>
                        <a:pt x="61817" y="34480"/>
                        <a:pt x="61722" y="34004"/>
                        <a:pt x="61246" y="33338"/>
                      </a:cubicBezTo>
                      <a:cubicBezTo>
                        <a:pt x="62484" y="32385"/>
                        <a:pt x="63437" y="31909"/>
                        <a:pt x="63913" y="32004"/>
                      </a:cubicBezTo>
                      <a:cubicBezTo>
                        <a:pt x="63341" y="31432"/>
                        <a:pt x="63055" y="31051"/>
                        <a:pt x="63246" y="30861"/>
                      </a:cubicBezTo>
                      <a:close/>
                      <a:moveTo>
                        <a:pt x="64770" y="24765"/>
                      </a:moveTo>
                      <a:lnTo>
                        <a:pt x="66675" y="24765"/>
                      </a:lnTo>
                      <a:lnTo>
                        <a:pt x="64770" y="25717"/>
                      </a:lnTo>
                      <a:lnTo>
                        <a:pt x="64770" y="24765"/>
                      </a:lnTo>
                      <a:close/>
                      <a:moveTo>
                        <a:pt x="71628" y="26765"/>
                      </a:moveTo>
                      <a:cubicBezTo>
                        <a:pt x="71628" y="26765"/>
                        <a:pt x="70866" y="26003"/>
                        <a:pt x="69532" y="25146"/>
                      </a:cubicBezTo>
                      <a:cubicBezTo>
                        <a:pt x="68675" y="24479"/>
                        <a:pt x="68294" y="23908"/>
                        <a:pt x="68294" y="23336"/>
                      </a:cubicBezTo>
                      <a:cubicBezTo>
                        <a:pt x="68294" y="23050"/>
                        <a:pt x="68389" y="22669"/>
                        <a:pt x="68675" y="22193"/>
                      </a:cubicBezTo>
                      <a:cubicBezTo>
                        <a:pt x="70199" y="22098"/>
                        <a:pt x="71056" y="22574"/>
                        <a:pt x="71247" y="23622"/>
                      </a:cubicBezTo>
                      <a:cubicBezTo>
                        <a:pt x="71438" y="24670"/>
                        <a:pt x="71628" y="25717"/>
                        <a:pt x="71723" y="26860"/>
                      </a:cubicBezTo>
                      <a:close/>
                      <a:moveTo>
                        <a:pt x="70104" y="45625"/>
                      </a:moveTo>
                      <a:lnTo>
                        <a:pt x="68675" y="44291"/>
                      </a:lnTo>
                      <a:lnTo>
                        <a:pt x="70104" y="46101"/>
                      </a:lnTo>
                      <a:lnTo>
                        <a:pt x="70104" y="45625"/>
                      </a:lnTo>
                      <a:close/>
                      <a:moveTo>
                        <a:pt x="71533" y="42386"/>
                      </a:moveTo>
                      <a:lnTo>
                        <a:pt x="71533" y="44386"/>
                      </a:lnTo>
                      <a:cubicBezTo>
                        <a:pt x="73152" y="44386"/>
                        <a:pt x="74676" y="43720"/>
                        <a:pt x="75914" y="42291"/>
                      </a:cubicBezTo>
                      <a:cubicBezTo>
                        <a:pt x="76295" y="42100"/>
                        <a:pt x="76581" y="41719"/>
                        <a:pt x="76962" y="41148"/>
                      </a:cubicBezTo>
                      <a:cubicBezTo>
                        <a:pt x="76676" y="41719"/>
                        <a:pt x="76295" y="42100"/>
                        <a:pt x="75914" y="42291"/>
                      </a:cubicBezTo>
                      <a:cubicBezTo>
                        <a:pt x="74866" y="42196"/>
                        <a:pt x="73343" y="42291"/>
                        <a:pt x="71533" y="42481"/>
                      </a:cubicBezTo>
                      <a:close/>
                      <a:moveTo>
                        <a:pt x="71723" y="26765"/>
                      </a:moveTo>
                      <a:cubicBezTo>
                        <a:pt x="71723" y="26765"/>
                        <a:pt x="72104" y="27623"/>
                        <a:pt x="72104" y="27908"/>
                      </a:cubicBezTo>
                      <a:cubicBezTo>
                        <a:pt x="71914" y="27527"/>
                        <a:pt x="71723" y="27146"/>
                        <a:pt x="71723" y="26765"/>
                      </a:cubicBezTo>
                      <a:close/>
                      <a:moveTo>
                        <a:pt x="79820" y="51054"/>
                      </a:moveTo>
                      <a:lnTo>
                        <a:pt x="79820" y="48768"/>
                      </a:lnTo>
                      <a:lnTo>
                        <a:pt x="77057" y="50578"/>
                      </a:lnTo>
                      <a:lnTo>
                        <a:pt x="79820" y="51054"/>
                      </a:lnTo>
                      <a:close/>
                      <a:moveTo>
                        <a:pt x="78962" y="41529"/>
                      </a:moveTo>
                      <a:cubicBezTo>
                        <a:pt x="78962" y="41529"/>
                        <a:pt x="79629" y="42386"/>
                        <a:pt x="79629" y="42672"/>
                      </a:cubicBezTo>
                      <a:cubicBezTo>
                        <a:pt x="79629" y="43053"/>
                        <a:pt x="79248" y="43434"/>
                        <a:pt x="78581" y="43815"/>
                      </a:cubicBezTo>
                      <a:cubicBezTo>
                        <a:pt x="77819" y="44291"/>
                        <a:pt x="77533" y="44577"/>
                        <a:pt x="77533" y="44672"/>
                      </a:cubicBezTo>
                      <a:cubicBezTo>
                        <a:pt x="77533" y="44958"/>
                        <a:pt x="78010" y="45339"/>
                        <a:pt x="78962" y="45625"/>
                      </a:cubicBezTo>
                      <a:cubicBezTo>
                        <a:pt x="79343" y="44577"/>
                        <a:pt x="79724" y="43434"/>
                        <a:pt x="80200" y="42291"/>
                      </a:cubicBezTo>
                      <a:cubicBezTo>
                        <a:pt x="80677" y="41148"/>
                        <a:pt x="81344" y="40576"/>
                        <a:pt x="82296" y="40576"/>
                      </a:cubicBezTo>
                      <a:lnTo>
                        <a:pt x="80867" y="39243"/>
                      </a:lnTo>
                      <a:lnTo>
                        <a:pt x="78962" y="41529"/>
                      </a:lnTo>
                      <a:close/>
                      <a:moveTo>
                        <a:pt x="80391" y="15240"/>
                      </a:moveTo>
                      <a:lnTo>
                        <a:pt x="80391" y="17526"/>
                      </a:lnTo>
                      <a:lnTo>
                        <a:pt x="79820" y="17526"/>
                      </a:lnTo>
                      <a:lnTo>
                        <a:pt x="79820" y="15240"/>
                      </a:lnTo>
                      <a:lnTo>
                        <a:pt x="80391" y="15240"/>
                      </a:lnTo>
                      <a:close/>
                      <a:moveTo>
                        <a:pt x="85820" y="12097"/>
                      </a:moveTo>
                      <a:cubicBezTo>
                        <a:pt x="84963" y="12382"/>
                        <a:pt x="84487" y="12573"/>
                        <a:pt x="84201" y="12573"/>
                      </a:cubicBezTo>
                      <a:lnTo>
                        <a:pt x="84201" y="10763"/>
                      </a:lnTo>
                      <a:lnTo>
                        <a:pt x="85820" y="12097"/>
                      </a:lnTo>
                      <a:close/>
                      <a:moveTo>
                        <a:pt x="89154" y="34671"/>
                      </a:moveTo>
                      <a:lnTo>
                        <a:pt x="89154" y="36481"/>
                      </a:lnTo>
                      <a:cubicBezTo>
                        <a:pt x="88487" y="36100"/>
                        <a:pt x="88011" y="36004"/>
                        <a:pt x="87916" y="36004"/>
                      </a:cubicBezTo>
                      <a:cubicBezTo>
                        <a:pt x="88678" y="36004"/>
                        <a:pt x="89154" y="35623"/>
                        <a:pt x="89154" y="34671"/>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 name="Google Shape;1338;p99"/>
                <p:cNvSpPr/>
                <p:nvPr/>
              </p:nvSpPr>
              <p:spPr>
                <a:xfrm>
                  <a:off x="4912613" y="1723358"/>
                  <a:ext cx="109251" cy="133254"/>
                </a:xfrm>
                <a:custGeom>
                  <a:avLst/>
                  <a:gdLst/>
                  <a:ahLst/>
                  <a:cxnLst/>
                  <a:rect l="l" t="t" r="r" b="b"/>
                  <a:pathLst>
                    <a:path w="109251" h="133254" extrusionOk="0">
                      <a:moveTo>
                        <a:pt x="96393" y="106585"/>
                      </a:moveTo>
                      <a:cubicBezTo>
                        <a:pt x="98774" y="108014"/>
                        <a:pt x="100013" y="110299"/>
                        <a:pt x="100298" y="113633"/>
                      </a:cubicBezTo>
                      <a:cubicBezTo>
                        <a:pt x="100393" y="116491"/>
                        <a:pt x="100489" y="119253"/>
                        <a:pt x="100489" y="122015"/>
                      </a:cubicBezTo>
                      <a:cubicBezTo>
                        <a:pt x="100584" y="123539"/>
                        <a:pt x="100870" y="124873"/>
                        <a:pt x="101251" y="125920"/>
                      </a:cubicBezTo>
                      <a:cubicBezTo>
                        <a:pt x="97917" y="130873"/>
                        <a:pt x="92392" y="133255"/>
                        <a:pt x="84677" y="133255"/>
                      </a:cubicBezTo>
                      <a:cubicBezTo>
                        <a:pt x="82487" y="133255"/>
                        <a:pt x="78962" y="133064"/>
                        <a:pt x="74200" y="132588"/>
                      </a:cubicBezTo>
                      <a:cubicBezTo>
                        <a:pt x="69437" y="132112"/>
                        <a:pt x="65913" y="131921"/>
                        <a:pt x="63532" y="131921"/>
                      </a:cubicBezTo>
                      <a:cubicBezTo>
                        <a:pt x="61150" y="131921"/>
                        <a:pt x="58864" y="132016"/>
                        <a:pt x="57055" y="132302"/>
                      </a:cubicBezTo>
                      <a:lnTo>
                        <a:pt x="16859" y="132302"/>
                      </a:lnTo>
                      <a:lnTo>
                        <a:pt x="16859" y="131826"/>
                      </a:lnTo>
                      <a:cubicBezTo>
                        <a:pt x="15430" y="131064"/>
                        <a:pt x="12954" y="130969"/>
                        <a:pt x="9430" y="131540"/>
                      </a:cubicBezTo>
                      <a:cubicBezTo>
                        <a:pt x="5905" y="132112"/>
                        <a:pt x="3238" y="131731"/>
                        <a:pt x="1333" y="130588"/>
                      </a:cubicBezTo>
                      <a:cubicBezTo>
                        <a:pt x="1905" y="114967"/>
                        <a:pt x="2191" y="99536"/>
                        <a:pt x="2191" y="84201"/>
                      </a:cubicBezTo>
                      <a:cubicBezTo>
                        <a:pt x="2191" y="68866"/>
                        <a:pt x="1905" y="53435"/>
                        <a:pt x="1333" y="37814"/>
                      </a:cubicBezTo>
                      <a:cubicBezTo>
                        <a:pt x="2096" y="38195"/>
                        <a:pt x="2476" y="38386"/>
                        <a:pt x="2762" y="38290"/>
                      </a:cubicBezTo>
                      <a:lnTo>
                        <a:pt x="3238" y="37814"/>
                      </a:lnTo>
                      <a:cubicBezTo>
                        <a:pt x="3334" y="37148"/>
                        <a:pt x="3048" y="36671"/>
                        <a:pt x="2381" y="36385"/>
                      </a:cubicBezTo>
                      <a:cubicBezTo>
                        <a:pt x="1714" y="36100"/>
                        <a:pt x="1333" y="35909"/>
                        <a:pt x="1333" y="35814"/>
                      </a:cubicBezTo>
                      <a:cubicBezTo>
                        <a:pt x="1333" y="35623"/>
                        <a:pt x="1619" y="35242"/>
                        <a:pt x="2191" y="34671"/>
                      </a:cubicBezTo>
                      <a:cubicBezTo>
                        <a:pt x="2191" y="35623"/>
                        <a:pt x="2381" y="36195"/>
                        <a:pt x="2762" y="36481"/>
                      </a:cubicBezTo>
                      <a:cubicBezTo>
                        <a:pt x="3905" y="36385"/>
                        <a:pt x="4191" y="35719"/>
                        <a:pt x="3715" y="34576"/>
                      </a:cubicBezTo>
                      <a:cubicBezTo>
                        <a:pt x="3143" y="33433"/>
                        <a:pt x="3334" y="32766"/>
                        <a:pt x="4191" y="32575"/>
                      </a:cubicBezTo>
                      <a:cubicBezTo>
                        <a:pt x="4096" y="32766"/>
                        <a:pt x="4000" y="32956"/>
                        <a:pt x="4000" y="33242"/>
                      </a:cubicBezTo>
                      <a:cubicBezTo>
                        <a:pt x="4000" y="33623"/>
                        <a:pt x="4286" y="34195"/>
                        <a:pt x="4953" y="34576"/>
                      </a:cubicBezTo>
                      <a:cubicBezTo>
                        <a:pt x="5620" y="35052"/>
                        <a:pt x="6001" y="35433"/>
                        <a:pt x="6096" y="35623"/>
                      </a:cubicBezTo>
                      <a:lnTo>
                        <a:pt x="8954" y="35147"/>
                      </a:lnTo>
                      <a:lnTo>
                        <a:pt x="6096" y="33338"/>
                      </a:lnTo>
                      <a:lnTo>
                        <a:pt x="8954" y="32004"/>
                      </a:lnTo>
                      <a:cubicBezTo>
                        <a:pt x="8954" y="32004"/>
                        <a:pt x="8096" y="31242"/>
                        <a:pt x="6858" y="30004"/>
                      </a:cubicBezTo>
                      <a:cubicBezTo>
                        <a:pt x="5905" y="29242"/>
                        <a:pt x="5143" y="28861"/>
                        <a:pt x="4572" y="28861"/>
                      </a:cubicBezTo>
                      <a:cubicBezTo>
                        <a:pt x="3905" y="28861"/>
                        <a:pt x="3334" y="29242"/>
                        <a:pt x="2857" y="30194"/>
                      </a:cubicBezTo>
                      <a:cubicBezTo>
                        <a:pt x="2000" y="29718"/>
                        <a:pt x="1619" y="29337"/>
                        <a:pt x="1619" y="28861"/>
                      </a:cubicBezTo>
                      <a:cubicBezTo>
                        <a:pt x="1619" y="28670"/>
                        <a:pt x="2096" y="28194"/>
                        <a:pt x="3048" y="27432"/>
                      </a:cubicBezTo>
                      <a:cubicBezTo>
                        <a:pt x="4000" y="26765"/>
                        <a:pt x="4381" y="26098"/>
                        <a:pt x="4286" y="25527"/>
                      </a:cubicBezTo>
                      <a:lnTo>
                        <a:pt x="5620" y="26860"/>
                      </a:lnTo>
                      <a:lnTo>
                        <a:pt x="6477" y="25908"/>
                      </a:lnTo>
                      <a:cubicBezTo>
                        <a:pt x="6477" y="25908"/>
                        <a:pt x="7239" y="26384"/>
                        <a:pt x="7715" y="26384"/>
                      </a:cubicBezTo>
                      <a:cubicBezTo>
                        <a:pt x="8287" y="26384"/>
                        <a:pt x="9239" y="26098"/>
                        <a:pt x="10477" y="25622"/>
                      </a:cubicBezTo>
                      <a:cubicBezTo>
                        <a:pt x="11716" y="25051"/>
                        <a:pt x="12573" y="24765"/>
                        <a:pt x="13145" y="24765"/>
                      </a:cubicBezTo>
                      <a:cubicBezTo>
                        <a:pt x="13811" y="24765"/>
                        <a:pt x="14478" y="25051"/>
                        <a:pt x="14954" y="25622"/>
                      </a:cubicBezTo>
                      <a:lnTo>
                        <a:pt x="15812" y="25146"/>
                      </a:lnTo>
                      <a:cubicBezTo>
                        <a:pt x="15716" y="24194"/>
                        <a:pt x="15049" y="23431"/>
                        <a:pt x="13811" y="23050"/>
                      </a:cubicBezTo>
                      <a:cubicBezTo>
                        <a:pt x="12573" y="22669"/>
                        <a:pt x="11811" y="22288"/>
                        <a:pt x="11621" y="22003"/>
                      </a:cubicBezTo>
                      <a:cubicBezTo>
                        <a:pt x="9715" y="21908"/>
                        <a:pt x="7429" y="21908"/>
                        <a:pt x="4763" y="22003"/>
                      </a:cubicBezTo>
                      <a:cubicBezTo>
                        <a:pt x="4572" y="22574"/>
                        <a:pt x="4286" y="22765"/>
                        <a:pt x="4096" y="22765"/>
                      </a:cubicBezTo>
                      <a:cubicBezTo>
                        <a:pt x="3620" y="22479"/>
                        <a:pt x="3238" y="22288"/>
                        <a:pt x="3048" y="22288"/>
                      </a:cubicBezTo>
                      <a:cubicBezTo>
                        <a:pt x="2857" y="22288"/>
                        <a:pt x="2572" y="22288"/>
                        <a:pt x="2381" y="22479"/>
                      </a:cubicBezTo>
                      <a:lnTo>
                        <a:pt x="952" y="17526"/>
                      </a:lnTo>
                      <a:cubicBezTo>
                        <a:pt x="1905" y="17526"/>
                        <a:pt x="2572" y="17240"/>
                        <a:pt x="2857" y="16669"/>
                      </a:cubicBezTo>
                      <a:cubicBezTo>
                        <a:pt x="2857" y="15716"/>
                        <a:pt x="2381" y="15431"/>
                        <a:pt x="1524" y="15811"/>
                      </a:cubicBezTo>
                      <a:cubicBezTo>
                        <a:pt x="667" y="16288"/>
                        <a:pt x="190" y="16097"/>
                        <a:pt x="0" y="15526"/>
                      </a:cubicBezTo>
                      <a:lnTo>
                        <a:pt x="1429" y="14192"/>
                      </a:lnTo>
                      <a:lnTo>
                        <a:pt x="2857" y="15526"/>
                      </a:lnTo>
                      <a:cubicBezTo>
                        <a:pt x="2857" y="15526"/>
                        <a:pt x="3334" y="14192"/>
                        <a:pt x="3334" y="12383"/>
                      </a:cubicBezTo>
                      <a:cubicBezTo>
                        <a:pt x="3334" y="12859"/>
                        <a:pt x="3620" y="13144"/>
                        <a:pt x="4191" y="13430"/>
                      </a:cubicBezTo>
                      <a:cubicBezTo>
                        <a:pt x="5143" y="12763"/>
                        <a:pt x="5524" y="12192"/>
                        <a:pt x="5524" y="11811"/>
                      </a:cubicBezTo>
                      <a:cubicBezTo>
                        <a:pt x="5524" y="11240"/>
                        <a:pt x="4763" y="10477"/>
                        <a:pt x="3143" y="9430"/>
                      </a:cubicBezTo>
                      <a:cubicBezTo>
                        <a:pt x="1619" y="8382"/>
                        <a:pt x="762" y="7429"/>
                        <a:pt x="762" y="6572"/>
                      </a:cubicBezTo>
                      <a:cubicBezTo>
                        <a:pt x="762" y="5810"/>
                        <a:pt x="1238" y="4953"/>
                        <a:pt x="2191" y="4096"/>
                      </a:cubicBezTo>
                      <a:lnTo>
                        <a:pt x="5524" y="857"/>
                      </a:lnTo>
                      <a:cubicBezTo>
                        <a:pt x="11525" y="286"/>
                        <a:pt x="17907" y="0"/>
                        <a:pt x="24765" y="0"/>
                      </a:cubicBezTo>
                      <a:cubicBezTo>
                        <a:pt x="31242" y="0"/>
                        <a:pt x="40862" y="286"/>
                        <a:pt x="53816" y="952"/>
                      </a:cubicBezTo>
                      <a:cubicBezTo>
                        <a:pt x="66770" y="1619"/>
                        <a:pt x="76486" y="1905"/>
                        <a:pt x="83058" y="1905"/>
                      </a:cubicBezTo>
                      <a:cubicBezTo>
                        <a:pt x="87821" y="1905"/>
                        <a:pt x="92202" y="1905"/>
                        <a:pt x="96488" y="1619"/>
                      </a:cubicBezTo>
                      <a:cubicBezTo>
                        <a:pt x="99250" y="3619"/>
                        <a:pt x="100489" y="6191"/>
                        <a:pt x="100489" y="9525"/>
                      </a:cubicBezTo>
                      <a:cubicBezTo>
                        <a:pt x="100489" y="10477"/>
                        <a:pt x="100298" y="12192"/>
                        <a:pt x="99917" y="14573"/>
                      </a:cubicBezTo>
                      <a:cubicBezTo>
                        <a:pt x="99536" y="16954"/>
                        <a:pt x="99441" y="18860"/>
                        <a:pt x="99441" y="20193"/>
                      </a:cubicBezTo>
                      <a:cubicBezTo>
                        <a:pt x="99441" y="21527"/>
                        <a:pt x="99536" y="22669"/>
                        <a:pt x="99822" y="23813"/>
                      </a:cubicBezTo>
                      <a:cubicBezTo>
                        <a:pt x="99822" y="25527"/>
                        <a:pt x="98679" y="26384"/>
                        <a:pt x="96298" y="26384"/>
                      </a:cubicBezTo>
                      <a:cubicBezTo>
                        <a:pt x="95917" y="26384"/>
                        <a:pt x="95345" y="26384"/>
                        <a:pt x="94583" y="26194"/>
                      </a:cubicBezTo>
                      <a:lnTo>
                        <a:pt x="92773" y="26194"/>
                      </a:lnTo>
                      <a:cubicBezTo>
                        <a:pt x="91345" y="26194"/>
                        <a:pt x="90297" y="26384"/>
                        <a:pt x="89630" y="26860"/>
                      </a:cubicBezTo>
                      <a:lnTo>
                        <a:pt x="85725" y="26860"/>
                      </a:lnTo>
                      <a:lnTo>
                        <a:pt x="85725" y="26194"/>
                      </a:lnTo>
                      <a:cubicBezTo>
                        <a:pt x="80296" y="26670"/>
                        <a:pt x="74200" y="26860"/>
                        <a:pt x="67437" y="26860"/>
                      </a:cubicBezTo>
                      <a:cubicBezTo>
                        <a:pt x="63151" y="26956"/>
                        <a:pt x="57055" y="26956"/>
                        <a:pt x="48958" y="26860"/>
                      </a:cubicBezTo>
                      <a:lnTo>
                        <a:pt x="30480" y="26860"/>
                      </a:lnTo>
                      <a:cubicBezTo>
                        <a:pt x="29623" y="28861"/>
                        <a:pt x="29242" y="31052"/>
                        <a:pt x="29242" y="33623"/>
                      </a:cubicBezTo>
                      <a:cubicBezTo>
                        <a:pt x="29242" y="34385"/>
                        <a:pt x="29242" y="35528"/>
                        <a:pt x="29432" y="37052"/>
                      </a:cubicBezTo>
                      <a:lnTo>
                        <a:pt x="29432" y="40672"/>
                      </a:lnTo>
                      <a:cubicBezTo>
                        <a:pt x="29432" y="43053"/>
                        <a:pt x="29146" y="45244"/>
                        <a:pt x="28575" y="47244"/>
                      </a:cubicBezTo>
                      <a:cubicBezTo>
                        <a:pt x="28956" y="48768"/>
                        <a:pt x="29242" y="50292"/>
                        <a:pt x="29432" y="51816"/>
                      </a:cubicBezTo>
                      <a:cubicBezTo>
                        <a:pt x="30004" y="53721"/>
                        <a:pt x="31051" y="54769"/>
                        <a:pt x="32575" y="54769"/>
                      </a:cubicBezTo>
                      <a:cubicBezTo>
                        <a:pt x="33052" y="54769"/>
                        <a:pt x="33528" y="54769"/>
                        <a:pt x="34004" y="54578"/>
                      </a:cubicBezTo>
                      <a:cubicBezTo>
                        <a:pt x="34385" y="54673"/>
                        <a:pt x="34766" y="54769"/>
                        <a:pt x="35242" y="54769"/>
                      </a:cubicBezTo>
                      <a:cubicBezTo>
                        <a:pt x="35719" y="54769"/>
                        <a:pt x="36385" y="54673"/>
                        <a:pt x="37338" y="54388"/>
                      </a:cubicBezTo>
                      <a:cubicBezTo>
                        <a:pt x="38290" y="54197"/>
                        <a:pt x="38862" y="54102"/>
                        <a:pt x="39243" y="54102"/>
                      </a:cubicBezTo>
                      <a:cubicBezTo>
                        <a:pt x="40196" y="54102"/>
                        <a:pt x="40957" y="54483"/>
                        <a:pt x="41529" y="55435"/>
                      </a:cubicBezTo>
                      <a:cubicBezTo>
                        <a:pt x="44767" y="54578"/>
                        <a:pt x="48387" y="54102"/>
                        <a:pt x="52673" y="54102"/>
                      </a:cubicBezTo>
                      <a:cubicBezTo>
                        <a:pt x="54769" y="54102"/>
                        <a:pt x="57912" y="54197"/>
                        <a:pt x="61913" y="54483"/>
                      </a:cubicBezTo>
                      <a:cubicBezTo>
                        <a:pt x="66008" y="54769"/>
                        <a:pt x="68961" y="54864"/>
                        <a:pt x="70961" y="54864"/>
                      </a:cubicBezTo>
                      <a:cubicBezTo>
                        <a:pt x="72962" y="54864"/>
                        <a:pt x="74866" y="54769"/>
                        <a:pt x="76581" y="54578"/>
                      </a:cubicBezTo>
                      <a:cubicBezTo>
                        <a:pt x="77438" y="57340"/>
                        <a:pt x="77724" y="61150"/>
                        <a:pt x="77629" y="66008"/>
                      </a:cubicBezTo>
                      <a:cubicBezTo>
                        <a:pt x="77533" y="71628"/>
                        <a:pt x="77629" y="75438"/>
                        <a:pt x="78010" y="77533"/>
                      </a:cubicBezTo>
                      <a:cubicBezTo>
                        <a:pt x="75533" y="79153"/>
                        <a:pt x="72199" y="80010"/>
                        <a:pt x="67913" y="80010"/>
                      </a:cubicBezTo>
                      <a:cubicBezTo>
                        <a:pt x="66199" y="80010"/>
                        <a:pt x="63532" y="79819"/>
                        <a:pt x="59912" y="79534"/>
                      </a:cubicBezTo>
                      <a:cubicBezTo>
                        <a:pt x="56293" y="79248"/>
                        <a:pt x="53626" y="79058"/>
                        <a:pt x="51721" y="79058"/>
                      </a:cubicBezTo>
                      <a:cubicBezTo>
                        <a:pt x="50006" y="79058"/>
                        <a:pt x="48292" y="79153"/>
                        <a:pt x="46768" y="79343"/>
                      </a:cubicBezTo>
                      <a:lnTo>
                        <a:pt x="46768" y="78486"/>
                      </a:lnTo>
                      <a:cubicBezTo>
                        <a:pt x="45910" y="78581"/>
                        <a:pt x="44101" y="78677"/>
                        <a:pt x="41338" y="78677"/>
                      </a:cubicBezTo>
                      <a:cubicBezTo>
                        <a:pt x="39433" y="78677"/>
                        <a:pt x="37624" y="79058"/>
                        <a:pt x="36100" y="79819"/>
                      </a:cubicBezTo>
                      <a:cubicBezTo>
                        <a:pt x="35528" y="79438"/>
                        <a:pt x="34766" y="79343"/>
                        <a:pt x="33814" y="79343"/>
                      </a:cubicBezTo>
                      <a:cubicBezTo>
                        <a:pt x="32385" y="79438"/>
                        <a:pt x="31528" y="79438"/>
                        <a:pt x="31337" y="79343"/>
                      </a:cubicBezTo>
                      <a:cubicBezTo>
                        <a:pt x="29432" y="79915"/>
                        <a:pt x="28575" y="81248"/>
                        <a:pt x="28575" y="83439"/>
                      </a:cubicBezTo>
                      <a:cubicBezTo>
                        <a:pt x="28575" y="84963"/>
                        <a:pt x="28861" y="86201"/>
                        <a:pt x="29432" y="87059"/>
                      </a:cubicBezTo>
                      <a:cubicBezTo>
                        <a:pt x="26860" y="86392"/>
                        <a:pt x="24574" y="87059"/>
                        <a:pt x="22574" y="88868"/>
                      </a:cubicBezTo>
                      <a:lnTo>
                        <a:pt x="27146" y="88011"/>
                      </a:lnTo>
                      <a:lnTo>
                        <a:pt x="26670" y="88868"/>
                      </a:lnTo>
                      <a:cubicBezTo>
                        <a:pt x="26670" y="88868"/>
                        <a:pt x="27146" y="89535"/>
                        <a:pt x="27527" y="89535"/>
                      </a:cubicBezTo>
                      <a:cubicBezTo>
                        <a:pt x="27241" y="89535"/>
                        <a:pt x="27908" y="89059"/>
                        <a:pt x="29432" y="88106"/>
                      </a:cubicBezTo>
                      <a:cubicBezTo>
                        <a:pt x="29432" y="87630"/>
                        <a:pt x="29432" y="90869"/>
                        <a:pt x="29242" y="97631"/>
                      </a:cubicBezTo>
                      <a:cubicBezTo>
                        <a:pt x="29242" y="101536"/>
                        <a:pt x="29813" y="104585"/>
                        <a:pt x="31337" y="106680"/>
                      </a:cubicBezTo>
                      <a:cubicBezTo>
                        <a:pt x="35719" y="107252"/>
                        <a:pt x="40291" y="107537"/>
                        <a:pt x="45053" y="107537"/>
                      </a:cubicBezTo>
                      <a:cubicBezTo>
                        <a:pt x="48673" y="107537"/>
                        <a:pt x="54007" y="107347"/>
                        <a:pt x="60960" y="106870"/>
                      </a:cubicBezTo>
                      <a:cubicBezTo>
                        <a:pt x="68008" y="106394"/>
                        <a:pt x="73247" y="106204"/>
                        <a:pt x="76771" y="106204"/>
                      </a:cubicBezTo>
                      <a:cubicBezTo>
                        <a:pt x="82105" y="106204"/>
                        <a:pt x="86963" y="106585"/>
                        <a:pt x="91630" y="107156"/>
                      </a:cubicBezTo>
                      <a:cubicBezTo>
                        <a:pt x="92488" y="105442"/>
                        <a:pt x="94107" y="105251"/>
                        <a:pt x="96583" y="106680"/>
                      </a:cubicBezTo>
                      <a:close/>
                      <a:moveTo>
                        <a:pt x="5429" y="24289"/>
                      </a:moveTo>
                      <a:lnTo>
                        <a:pt x="6477" y="25622"/>
                      </a:lnTo>
                      <a:lnTo>
                        <a:pt x="6287" y="25908"/>
                      </a:lnTo>
                      <a:cubicBezTo>
                        <a:pt x="6287" y="25908"/>
                        <a:pt x="5524" y="24956"/>
                        <a:pt x="5429" y="24289"/>
                      </a:cubicBezTo>
                      <a:close/>
                      <a:moveTo>
                        <a:pt x="41624" y="71152"/>
                      </a:moveTo>
                      <a:lnTo>
                        <a:pt x="39529" y="71152"/>
                      </a:lnTo>
                      <a:cubicBezTo>
                        <a:pt x="39910" y="71914"/>
                        <a:pt x="40576" y="71914"/>
                        <a:pt x="41624" y="71152"/>
                      </a:cubicBezTo>
                      <a:lnTo>
                        <a:pt x="42481" y="71152"/>
                      </a:lnTo>
                      <a:cubicBezTo>
                        <a:pt x="42481" y="71152"/>
                        <a:pt x="42863" y="71723"/>
                        <a:pt x="42863" y="72295"/>
                      </a:cubicBezTo>
                      <a:lnTo>
                        <a:pt x="45339" y="71152"/>
                      </a:lnTo>
                      <a:cubicBezTo>
                        <a:pt x="45910" y="71723"/>
                        <a:pt x="46196" y="72104"/>
                        <a:pt x="46196" y="72295"/>
                      </a:cubicBezTo>
                      <a:lnTo>
                        <a:pt x="48863" y="72295"/>
                      </a:lnTo>
                      <a:lnTo>
                        <a:pt x="48863" y="71152"/>
                      </a:lnTo>
                      <a:lnTo>
                        <a:pt x="42481" y="71152"/>
                      </a:lnTo>
                      <a:cubicBezTo>
                        <a:pt x="42481" y="71152"/>
                        <a:pt x="42005" y="70961"/>
                        <a:pt x="41624" y="71152"/>
                      </a:cubicBezTo>
                      <a:close/>
                      <a:moveTo>
                        <a:pt x="76009" y="9335"/>
                      </a:moveTo>
                      <a:lnTo>
                        <a:pt x="74581" y="8477"/>
                      </a:lnTo>
                      <a:lnTo>
                        <a:pt x="76009" y="11049"/>
                      </a:lnTo>
                      <a:lnTo>
                        <a:pt x="76009" y="9239"/>
                      </a:lnTo>
                      <a:close/>
                      <a:moveTo>
                        <a:pt x="108585" y="115348"/>
                      </a:moveTo>
                      <a:lnTo>
                        <a:pt x="109252" y="115348"/>
                      </a:lnTo>
                      <a:lnTo>
                        <a:pt x="107156" y="116491"/>
                      </a:lnTo>
                      <a:lnTo>
                        <a:pt x="108585" y="115348"/>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39" name="Google Shape;1339;p99"/>
              <p:cNvGrpSpPr/>
              <p:nvPr/>
            </p:nvGrpSpPr>
            <p:grpSpPr>
              <a:xfrm>
                <a:off x="9299346" y="5987891"/>
                <a:ext cx="2343340" cy="353378"/>
                <a:chOff x="4046028" y="3705986"/>
                <a:chExt cx="2343340" cy="353378"/>
              </a:xfrm>
            </p:grpSpPr>
            <p:sp>
              <p:nvSpPr>
                <p:cNvPr id="1340" name="Google Shape;1340;p99"/>
                <p:cNvSpPr/>
                <p:nvPr/>
              </p:nvSpPr>
              <p:spPr>
                <a:xfrm>
                  <a:off x="4046028" y="3759708"/>
                  <a:ext cx="221551" cy="299656"/>
                </a:xfrm>
                <a:custGeom>
                  <a:avLst/>
                  <a:gdLst/>
                  <a:ahLst/>
                  <a:cxnLst/>
                  <a:rect l="l" t="t" r="r" b="b"/>
                  <a:pathLst>
                    <a:path w="221551" h="299656" extrusionOk="0">
                      <a:moveTo>
                        <a:pt x="4191" y="299561"/>
                      </a:moveTo>
                      <a:lnTo>
                        <a:pt x="0" y="296799"/>
                      </a:lnTo>
                      <a:lnTo>
                        <a:pt x="4191" y="297847"/>
                      </a:lnTo>
                      <a:lnTo>
                        <a:pt x="4191" y="299656"/>
                      </a:lnTo>
                      <a:close/>
                      <a:moveTo>
                        <a:pt x="216122" y="114967"/>
                      </a:moveTo>
                      <a:cubicBezTo>
                        <a:pt x="215455" y="117538"/>
                        <a:pt x="216122" y="120205"/>
                        <a:pt x="218122" y="123063"/>
                      </a:cubicBezTo>
                      <a:cubicBezTo>
                        <a:pt x="220123" y="125825"/>
                        <a:pt x="221171" y="127730"/>
                        <a:pt x="221171" y="128683"/>
                      </a:cubicBezTo>
                      <a:cubicBezTo>
                        <a:pt x="221171" y="130302"/>
                        <a:pt x="220218" y="132207"/>
                        <a:pt x="218408" y="134303"/>
                      </a:cubicBezTo>
                      <a:cubicBezTo>
                        <a:pt x="219551" y="143732"/>
                        <a:pt x="220218" y="153829"/>
                        <a:pt x="220218" y="164497"/>
                      </a:cubicBezTo>
                      <a:cubicBezTo>
                        <a:pt x="220218" y="175165"/>
                        <a:pt x="219646" y="185261"/>
                        <a:pt x="218408" y="195072"/>
                      </a:cubicBezTo>
                      <a:cubicBezTo>
                        <a:pt x="213932" y="196501"/>
                        <a:pt x="211741" y="198691"/>
                        <a:pt x="211741" y="201835"/>
                      </a:cubicBezTo>
                      <a:cubicBezTo>
                        <a:pt x="211741" y="202787"/>
                        <a:pt x="212026" y="204406"/>
                        <a:pt x="212788" y="206693"/>
                      </a:cubicBezTo>
                      <a:cubicBezTo>
                        <a:pt x="213550" y="209074"/>
                        <a:pt x="213836" y="210979"/>
                        <a:pt x="213836" y="212312"/>
                      </a:cubicBezTo>
                      <a:cubicBezTo>
                        <a:pt x="213836" y="213455"/>
                        <a:pt x="213646" y="214598"/>
                        <a:pt x="213170" y="215455"/>
                      </a:cubicBezTo>
                      <a:lnTo>
                        <a:pt x="214598" y="225266"/>
                      </a:lnTo>
                      <a:cubicBezTo>
                        <a:pt x="211550" y="226886"/>
                        <a:pt x="209169" y="230029"/>
                        <a:pt x="207454" y="234505"/>
                      </a:cubicBezTo>
                      <a:cubicBezTo>
                        <a:pt x="205645" y="239078"/>
                        <a:pt x="204121" y="243459"/>
                        <a:pt x="202692" y="247650"/>
                      </a:cubicBezTo>
                      <a:cubicBezTo>
                        <a:pt x="198311" y="249555"/>
                        <a:pt x="190881" y="254698"/>
                        <a:pt x="180594" y="263080"/>
                      </a:cubicBezTo>
                      <a:lnTo>
                        <a:pt x="184499" y="266890"/>
                      </a:lnTo>
                      <a:cubicBezTo>
                        <a:pt x="171641" y="267367"/>
                        <a:pt x="162211" y="270510"/>
                        <a:pt x="156400" y="276415"/>
                      </a:cubicBezTo>
                      <a:cubicBezTo>
                        <a:pt x="155448" y="276225"/>
                        <a:pt x="154591" y="276035"/>
                        <a:pt x="153638" y="276035"/>
                      </a:cubicBezTo>
                      <a:cubicBezTo>
                        <a:pt x="151447" y="276035"/>
                        <a:pt x="149638" y="276987"/>
                        <a:pt x="147828" y="278702"/>
                      </a:cubicBezTo>
                      <a:cubicBezTo>
                        <a:pt x="146113" y="280416"/>
                        <a:pt x="145256" y="282321"/>
                        <a:pt x="145542" y="284416"/>
                      </a:cubicBezTo>
                      <a:cubicBezTo>
                        <a:pt x="142589" y="282512"/>
                        <a:pt x="139160" y="281654"/>
                        <a:pt x="135446" y="281654"/>
                      </a:cubicBezTo>
                      <a:lnTo>
                        <a:pt x="124206" y="281654"/>
                      </a:lnTo>
                      <a:cubicBezTo>
                        <a:pt x="124682" y="280035"/>
                        <a:pt x="123920" y="278702"/>
                        <a:pt x="121920" y="277844"/>
                      </a:cubicBezTo>
                      <a:cubicBezTo>
                        <a:pt x="119920" y="276892"/>
                        <a:pt x="118777" y="275844"/>
                        <a:pt x="118586" y="274701"/>
                      </a:cubicBezTo>
                      <a:cubicBezTo>
                        <a:pt x="115824" y="279178"/>
                        <a:pt x="111633" y="281654"/>
                        <a:pt x="106299" y="282130"/>
                      </a:cubicBezTo>
                      <a:cubicBezTo>
                        <a:pt x="105346" y="282416"/>
                        <a:pt x="100775" y="282130"/>
                        <a:pt x="92583" y="281749"/>
                      </a:cubicBezTo>
                      <a:cubicBezTo>
                        <a:pt x="86773" y="279368"/>
                        <a:pt x="80772" y="276987"/>
                        <a:pt x="74676" y="274415"/>
                      </a:cubicBezTo>
                      <a:cubicBezTo>
                        <a:pt x="67723" y="271367"/>
                        <a:pt x="62294" y="267938"/>
                        <a:pt x="58579" y="264223"/>
                      </a:cubicBezTo>
                      <a:cubicBezTo>
                        <a:pt x="57150" y="265938"/>
                        <a:pt x="54197" y="265557"/>
                        <a:pt x="49816" y="263176"/>
                      </a:cubicBezTo>
                      <a:cubicBezTo>
                        <a:pt x="44101" y="256127"/>
                        <a:pt x="38386" y="249079"/>
                        <a:pt x="32575" y="241745"/>
                      </a:cubicBezTo>
                      <a:cubicBezTo>
                        <a:pt x="26384" y="233267"/>
                        <a:pt x="23050" y="225457"/>
                        <a:pt x="22384" y="218218"/>
                      </a:cubicBezTo>
                      <a:cubicBezTo>
                        <a:pt x="19145" y="214217"/>
                        <a:pt x="17621" y="208502"/>
                        <a:pt x="17812" y="201073"/>
                      </a:cubicBezTo>
                      <a:cubicBezTo>
                        <a:pt x="18002" y="190024"/>
                        <a:pt x="18002" y="184023"/>
                        <a:pt x="17812" y="182785"/>
                      </a:cubicBezTo>
                      <a:cubicBezTo>
                        <a:pt x="17526" y="181165"/>
                        <a:pt x="17431" y="179356"/>
                        <a:pt x="17431" y="177546"/>
                      </a:cubicBezTo>
                      <a:cubicBezTo>
                        <a:pt x="17431" y="174974"/>
                        <a:pt x="17812" y="171069"/>
                        <a:pt x="18479" y="165830"/>
                      </a:cubicBezTo>
                      <a:cubicBezTo>
                        <a:pt x="19241" y="160591"/>
                        <a:pt x="19621" y="156496"/>
                        <a:pt x="19621" y="153733"/>
                      </a:cubicBezTo>
                      <a:cubicBezTo>
                        <a:pt x="19621" y="148780"/>
                        <a:pt x="18669" y="144589"/>
                        <a:pt x="16764" y="141065"/>
                      </a:cubicBezTo>
                      <a:cubicBezTo>
                        <a:pt x="19050" y="140208"/>
                        <a:pt x="19717" y="138398"/>
                        <a:pt x="18764" y="135827"/>
                      </a:cubicBezTo>
                      <a:cubicBezTo>
                        <a:pt x="17717" y="133255"/>
                        <a:pt x="17907" y="131350"/>
                        <a:pt x="19621" y="130207"/>
                      </a:cubicBezTo>
                      <a:cubicBezTo>
                        <a:pt x="18193" y="118777"/>
                        <a:pt x="17526" y="109156"/>
                        <a:pt x="17526" y="101441"/>
                      </a:cubicBezTo>
                      <a:cubicBezTo>
                        <a:pt x="17526" y="87630"/>
                        <a:pt x="19526" y="75914"/>
                        <a:pt x="23432" y="66294"/>
                      </a:cubicBezTo>
                      <a:cubicBezTo>
                        <a:pt x="25337" y="58388"/>
                        <a:pt x="26861" y="53149"/>
                        <a:pt x="28004" y="50482"/>
                      </a:cubicBezTo>
                      <a:cubicBezTo>
                        <a:pt x="30766" y="44958"/>
                        <a:pt x="34766" y="41529"/>
                        <a:pt x="39910" y="40386"/>
                      </a:cubicBezTo>
                      <a:cubicBezTo>
                        <a:pt x="42958" y="32195"/>
                        <a:pt x="49816" y="25051"/>
                        <a:pt x="60293" y="18955"/>
                      </a:cubicBezTo>
                      <a:lnTo>
                        <a:pt x="58579" y="17907"/>
                      </a:lnTo>
                      <a:cubicBezTo>
                        <a:pt x="61817" y="17145"/>
                        <a:pt x="66580" y="14573"/>
                        <a:pt x="72580" y="10192"/>
                      </a:cubicBezTo>
                      <a:cubicBezTo>
                        <a:pt x="77629" y="6382"/>
                        <a:pt x="82677" y="4763"/>
                        <a:pt x="87344" y="5239"/>
                      </a:cubicBezTo>
                      <a:cubicBezTo>
                        <a:pt x="87344" y="1714"/>
                        <a:pt x="88773" y="0"/>
                        <a:pt x="91535" y="0"/>
                      </a:cubicBezTo>
                      <a:cubicBezTo>
                        <a:pt x="92488" y="0"/>
                        <a:pt x="94202" y="286"/>
                        <a:pt x="96774" y="953"/>
                      </a:cubicBezTo>
                      <a:cubicBezTo>
                        <a:pt x="99346" y="1524"/>
                        <a:pt x="101155" y="1714"/>
                        <a:pt x="102013" y="1429"/>
                      </a:cubicBezTo>
                      <a:cubicBezTo>
                        <a:pt x="105728" y="6858"/>
                        <a:pt x="110680" y="9430"/>
                        <a:pt x="116776" y="9430"/>
                      </a:cubicBezTo>
                      <a:cubicBezTo>
                        <a:pt x="119634" y="9430"/>
                        <a:pt x="124206" y="8572"/>
                        <a:pt x="130778" y="6668"/>
                      </a:cubicBezTo>
                      <a:cubicBezTo>
                        <a:pt x="135731" y="8001"/>
                        <a:pt x="141922" y="8001"/>
                        <a:pt x="149447" y="6668"/>
                      </a:cubicBezTo>
                      <a:lnTo>
                        <a:pt x="149447" y="8001"/>
                      </a:lnTo>
                      <a:cubicBezTo>
                        <a:pt x="151447" y="7048"/>
                        <a:pt x="153638" y="6668"/>
                        <a:pt x="155734" y="6668"/>
                      </a:cubicBezTo>
                      <a:cubicBezTo>
                        <a:pt x="158782" y="6668"/>
                        <a:pt x="162592" y="8572"/>
                        <a:pt x="167354" y="12382"/>
                      </a:cubicBezTo>
                      <a:cubicBezTo>
                        <a:pt x="172021" y="16288"/>
                        <a:pt x="176117" y="18479"/>
                        <a:pt x="179642" y="18955"/>
                      </a:cubicBezTo>
                      <a:cubicBezTo>
                        <a:pt x="180499" y="22670"/>
                        <a:pt x="183547" y="26384"/>
                        <a:pt x="188500" y="30099"/>
                      </a:cubicBezTo>
                      <a:cubicBezTo>
                        <a:pt x="193548" y="33909"/>
                        <a:pt x="196405" y="36576"/>
                        <a:pt x="197167" y="38195"/>
                      </a:cubicBezTo>
                      <a:cubicBezTo>
                        <a:pt x="200692" y="38195"/>
                        <a:pt x="202692" y="40577"/>
                        <a:pt x="203454" y="45529"/>
                      </a:cubicBezTo>
                      <a:cubicBezTo>
                        <a:pt x="204121" y="50387"/>
                        <a:pt x="206121" y="52864"/>
                        <a:pt x="209359" y="52864"/>
                      </a:cubicBezTo>
                      <a:cubicBezTo>
                        <a:pt x="211931" y="55816"/>
                        <a:pt x="213170" y="60198"/>
                        <a:pt x="213170" y="65818"/>
                      </a:cubicBezTo>
                      <a:lnTo>
                        <a:pt x="213170" y="70771"/>
                      </a:lnTo>
                      <a:cubicBezTo>
                        <a:pt x="212979" y="73152"/>
                        <a:pt x="212788" y="74771"/>
                        <a:pt x="212788" y="75629"/>
                      </a:cubicBezTo>
                      <a:cubicBezTo>
                        <a:pt x="212788" y="82487"/>
                        <a:pt x="215265" y="87344"/>
                        <a:pt x="220218" y="90392"/>
                      </a:cubicBezTo>
                      <a:cubicBezTo>
                        <a:pt x="219170" y="92012"/>
                        <a:pt x="218789" y="93916"/>
                        <a:pt x="218789" y="96012"/>
                      </a:cubicBezTo>
                      <a:cubicBezTo>
                        <a:pt x="218789" y="97917"/>
                        <a:pt x="219170" y="100298"/>
                        <a:pt x="220218" y="103441"/>
                      </a:cubicBezTo>
                      <a:cubicBezTo>
                        <a:pt x="221075" y="106489"/>
                        <a:pt x="221551" y="108585"/>
                        <a:pt x="221551" y="109728"/>
                      </a:cubicBezTo>
                      <a:cubicBezTo>
                        <a:pt x="221551" y="112586"/>
                        <a:pt x="219742" y="114300"/>
                        <a:pt x="216217" y="114967"/>
                      </a:cubicBezTo>
                      <a:close/>
                      <a:moveTo>
                        <a:pt x="179356" y="134207"/>
                      </a:moveTo>
                      <a:cubicBezTo>
                        <a:pt x="180499" y="134207"/>
                        <a:pt x="185833" y="135922"/>
                        <a:pt x="195453" y="139160"/>
                      </a:cubicBezTo>
                      <a:lnTo>
                        <a:pt x="195453" y="131445"/>
                      </a:lnTo>
                      <a:cubicBezTo>
                        <a:pt x="187738" y="128683"/>
                        <a:pt x="184213" y="127254"/>
                        <a:pt x="184880" y="127254"/>
                      </a:cubicBezTo>
                      <a:cubicBezTo>
                        <a:pt x="183261" y="127254"/>
                        <a:pt x="182690" y="128683"/>
                        <a:pt x="183166" y="131445"/>
                      </a:cubicBezTo>
                      <a:lnTo>
                        <a:pt x="179356" y="127254"/>
                      </a:lnTo>
                      <a:lnTo>
                        <a:pt x="177546" y="128302"/>
                      </a:lnTo>
                      <a:cubicBezTo>
                        <a:pt x="175832" y="125825"/>
                        <a:pt x="173546" y="123825"/>
                        <a:pt x="170497" y="122396"/>
                      </a:cubicBezTo>
                      <a:cubicBezTo>
                        <a:pt x="165354" y="120491"/>
                        <a:pt x="162401" y="119348"/>
                        <a:pt x="161734" y="118872"/>
                      </a:cubicBezTo>
                      <a:cubicBezTo>
                        <a:pt x="162687" y="117729"/>
                        <a:pt x="163068" y="115824"/>
                        <a:pt x="162782" y="113252"/>
                      </a:cubicBezTo>
                      <a:lnTo>
                        <a:pt x="162782" y="106966"/>
                      </a:lnTo>
                      <a:cubicBezTo>
                        <a:pt x="162116" y="105823"/>
                        <a:pt x="159353" y="99727"/>
                        <a:pt x="154686" y="88678"/>
                      </a:cubicBezTo>
                      <a:cubicBezTo>
                        <a:pt x="151638" y="81153"/>
                        <a:pt x="148780" y="76390"/>
                        <a:pt x="146304" y="74295"/>
                      </a:cubicBezTo>
                      <a:lnTo>
                        <a:pt x="148019" y="73247"/>
                      </a:lnTo>
                      <a:cubicBezTo>
                        <a:pt x="145447" y="70009"/>
                        <a:pt x="142018" y="67628"/>
                        <a:pt x="137541" y="66199"/>
                      </a:cubicBezTo>
                      <a:cubicBezTo>
                        <a:pt x="133064" y="64770"/>
                        <a:pt x="128873" y="63532"/>
                        <a:pt x="124873" y="62389"/>
                      </a:cubicBezTo>
                      <a:cubicBezTo>
                        <a:pt x="125063" y="58674"/>
                        <a:pt x="123539" y="56769"/>
                        <a:pt x="120396" y="56769"/>
                      </a:cubicBezTo>
                      <a:cubicBezTo>
                        <a:pt x="115919" y="56769"/>
                        <a:pt x="112967" y="58674"/>
                        <a:pt x="111538" y="62389"/>
                      </a:cubicBezTo>
                      <a:cubicBezTo>
                        <a:pt x="109061" y="62674"/>
                        <a:pt x="105537" y="64198"/>
                        <a:pt x="101251" y="66961"/>
                      </a:cubicBezTo>
                      <a:cubicBezTo>
                        <a:pt x="96869" y="69723"/>
                        <a:pt x="93536" y="70961"/>
                        <a:pt x="91250" y="70390"/>
                      </a:cubicBezTo>
                      <a:cubicBezTo>
                        <a:pt x="86582" y="71819"/>
                        <a:pt x="83344" y="75629"/>
                        <a:pt x="81439" y="82010"/>
                      </a:cubicBezTo>
                      <a:cubicBezTo>
                        <a:pt x="79629" y="89059"/>
                        <a:pt x="77343" y="93250"/>
                        <a:pt x="74771" y="94679"/>
                      </a:cubicBezTo>
                      <a:cubicBezTo>
                        <a:pt x="75057" y="98203"/>
                        <a:pt x="74771" y="102870"/>
                        <a:pt x="73914" y="108776"/>
                      </a:cubicBezTo>
                      <a:cubicBezTo>
                        <a:pt x="73057" y="114586"/>
                        <a:pt x="72676" y="118681"/>
                        <a:pt x="72676" y="121063"/>
                      </a:cubicBezTo>
                      <a:cubicBezTo>
                        <a:pt x="72676" y="124968"/>
                        <a:pt x="73342" y="128492"/>
                        <a:pt x="74771" y="131540"/>
                      </a:cubicBezTo>
                      <a:cubicBezTo>
                        <a:pt x="72200" y="133445"/>
                        <a:pt x="71914" y="137160"/>
                        <a:pt x="73724" y="142780"/>
                      </a:cubicBezTo>
                      <a:cubicBezTo>
                        <a:pt x="75343" y="147447"/>
                        <a:pt x="74390" y="150019"/>
                        <a:pt x="70961" y="150495"/>
                      </a:cubicBezTo>
                      <a:cubicBezTo>
                        <a:pt x="73438" y="161735"/>
                        <a:pt x="74771" y="170212"/>
                        <a:pt x="74771" y="176117"/>
                      </a:cubicBezTo>
                      <a:cubicBezTo>
                        <a:pt x="74771" y="180308"/>
                        <a:pt x="74390" y="184404"/>
                        <a:pt x="73724" y="188404"/>
                      </a:cubicBezTo>
                      <a:cubicBezTo>
                        <a:pt x="75343" y="189833"/>
                        <a:pt x="78581" y="196691"/>
                        <a:pt x="83534" y="208788"/>
                      </a:cubicBezTo>
                      <a:cubicBezTo>
                        <a:pt x="87058" y="217646"/>
                        <a:pt x="92774" y="221647"/>
                        <a:pt x="100775" y="220694"/>
                      </a:cubicBezTo>
                      <a:cubicBezTo>
                        <a:pt x="101441" y="220885"/>
                        <a:pt x="102203" y="220599"/>
                        <a:pt x="103251" y="219646"/>
                      </a:cubicBezTo>
                      <a:cubicBezTo>
                        <a:pt x="104204" y="218694"/>
                        <a:pt x="104870" y="218218"/>
                        <a:pt x="105346" y="218218"/>
                      </a:cubicBezTo>
                      <a:cubicBezTo>
                        <a:pt x="106108" y="218218"/>
                        <a:pt x="106775" y="218694"/>
                        <a:pt x="107537" y="219646"/>
                      </a:cubicBezTo>
                      <a:lnTo>
                        <a:pt x="106108" y="220694"/>
                      </a:lnTo>
                      <a:cubicBezTo>
                        <a:pt x="106108" y="221837"/>
                        <a:pt x="106680" y="222885"/>
                        <a:pt x="107823" y="223838"/>
                      </a:cubicBezTo>
                      <a:lnTo>
                        <a:pt x="110300" y="226219"/>
                      </a:lnTo>
                      <a:cubicBezTo>
                        <a:pt x="111919" y="228314"/>
                        <a:pt x="114014" y="229362"/>
                        <a:pt x="116586" y="229362"/>
                      </a:cubicBezTo>
                      <a:cubicBezTo>
                        <a:pt x="120110" y="229362"/>
                        <a:pt x="122015" y="227933"/>
                        <a:pt x="122206" y="225171"/>
                      </a:cubicBezTo>
                      <a:cubicBezTo>
                        <a:pt x="123825" y="226600"/>
                        <a:pt x="125349" y="227266"/>
                        <a:pt x="126778" y="227266"/>
                      </a:cubicBezTo>
                      <a:cubicBezTo>
                        <a:pt x="128207" y="227266"/>
                        <a:pt x="129730" y="225743"/>
                        <a:pt x="131540" y="222695"/>
                      </a:cubicBezTo>
                      <a:cubicBezTo>
                        <a:pt x="133350" y="219742"/>
                        <a:pt x="134874" y="218122"/>
                        <a:pt x="136303" y="218122"/>
                      </a:cubicBezTo>
                      <a:cubicBezTo>
                        <a:pt x="137732" y="218122"/>
                        <a:pt x="139446" y="218980"/>
                        <a:pt x="141542" y="220599"/>
                      </a:cubicBezTo>
                      <a:cubicBezTo>
                        <a:pt x="142018" y="219646"/>
                        <a:pt x="144209" y="218218"/>
                        <a:pt x="148209" y="216408"/>
                      </a:cubicBezTo>
                      <a:cubicBezTo>
                        <a:pt x="151543" y="214979"/>
                        <a:pt x="153162" y="212979"/>
                        <a:pt x="153162" y="210407"/>
                      </a:cubicBezTo>
                      <a:cubicBezTo>
                        <a:pt x="153162" y="209455"/>
                        <a:pt x="152971" y="208312"/>
                        <a:pt x="152495" y="206883"/>
                      </a:cubicBezTo>
                      <a:cubicBezTo>
                        <a:pt x="155734" y="205264"/>
                        <a:pt x="157734" y="201644"/>
                        <a:pt x="158401" y="196024"/>
                      </a:cubicBezTo>
                      <a:cubicBezTo>
                        <a:pt x="159163" y="190405"/>
                        <a:pt x="160687" y="186880"/>
                        <a:pt x="162973" y="185452"/>
                      </a:cubicBezTo>
                      <a:lnTo>
                        <a:pt x="162973" y="162306"/>
                      </a:lnTo>
                      <a:cubicBezTo>
                        <a:pt x="163449" y="160687"/>
                        <a:pt x="163640" y="158782"/>
                        <a:pt x="163640" y="156686"/>
                      </a:cubicBezTo>
                      <a:cubicBezTo>
                        <a:pt x="163640" y="154686"/>
                        <a:pt x="163259" y="151543"/>
                        <a:pt x="162592" y="147638"/>
                      </a:cubicBezTo>
                      <a:cubicBezTo>
                        <a:pt x="161925" y="143637"/>
                        <a:pt x="161544" y="140875"/>
                        <a:pt x="161544" y="139160"/>
                      </a:cubicBezTo>
                      <a:cubicBezTo>
                        <a:pt x="161544" y="136588"/>
                        <a:pt x="162020" y="134398"/>
                        <a:pt x="162973" y="132493"/>
                      </a:cubicBezTo>
                      <a:cubicBezTo>
                        <a:pt x="162687" y="129921"/>
                        <a:pt x="163449" y="128397"/>
                        <a:pt x="165068" y="127921"/>
                      </a:cubicBezTo>
                      <a:cubicBezTo>
                        <a:pt x="165830" y="127921"/>
                        <a:pt x="167830" y="128111"/>
                        <a:pt x="171069" y="128588"/>
                      </a:cubicBezTo>
                      <a:cubicBezTo>
                        <a:pt x="173641" y="129064"/>
                        <a:pt x="175450" y="128969"/>
                        <a:pt x="176689" y="128206"/>
                      </a:cubicBezTo>
                      <a:cubicBezTo>
                        <a:pt x="178784" y="130397"/>
                        <a:pt x="179737" y="132397"/>
                        <a:pt x="179546" y="134207"/>
                      </a:cubicBezTo>
                      <a:close/>
                      <a:moveTo>
                        <a:pt x="209169" y="114967"/>
                      </a:moveTo>
                      <a:cubicBezTo>
                        <a:pt x="207264" y="114014"/>
                        <a:pt x="205454" y="113538"/>
                        <a:pt x="203645" y="113538"/>
                      </a:cubicBezTo>
                      <a:cubicBezTo>
                        <a:pt x="202501" y="113538"/>
                        <a:pt x="200596" y="113824"/>
                        <a:pt x="197929" y="114395"/>
                      </a:cubicBezTo>
                      <a:cubicBezTo>
                        <a:pt x="195358" y="114967"/>
                        <a:pt x="193167" y="115157"/>
                        <a:pt x="191262" y="114967"/>
                      </a:cubicBezTo>
                      <a:lnTo>
                        <a:pt x="199644" y="120587"/>
                      </a:lnTo>
                      <a:lnTo>
                        <a:pt x="200787" y="114967"/>
                      </a:lnTo>
                      <a:cubicBezTo>
                        <a:pt x="200787" y="114967"/>
                        <a:pt x="204025" y="115919"/>
                        <a:pt x="209169" y="117729"/>
                      </a:cubicBezTo>
                      <a:lnTo>
                        <a:pt x="209169" y="114967"/>
                      </a:lnTo>
                      <a:close/>
                      <a:moveTo>
                        <a:pt x="200787" y="202978"/>
                      </a:moveTo>
                      <a:cubicBezTo>
                        <a:pt x="200787" y="202978"/>
                        <a:pt x="201454" y="202597"/>
                        <a:pt x="201454" y="202311"/>
                      </a:cubicBezTo>
                      <a:cubicBezTo>
                        <a:pt x="201454" y="202121"/>
                        <a:pt x="200882" y="201644"/>
                        <a:pt x="199739" y="201073"/>
                      </a:cubicBezTo>
                      <a:cubicBezTo>
                        <a:pt x="198596" y="200501"/>
                        <a:pt x="197929" y="200025"/>
                        <a:pt x="197929" y="199549"/>
                      </a:cubicBezTo>
                      <a:cubicBezTo>
                        <a:pt x="197929" y="199072"/>
                        <a:pt x="198501" y="198501"/>
                        <a:pt x="199739" y="197739"/>
                      </a:cubicBezTo>
                      <a:cubicBezTo>
                        <a:pt x="198311" y="197263"/>
                        <a:pt x="196977" y="197453"/>
                        <a:pt x="195548" y="198120"/>
                      </a:cubicBezTo>
                      <a:cubicBezTo>
                        <a:pt x="193453" y="199549"/>
                        <a:pt x="192310" y="200215"/>
                        <a:pt x="192024" y="200215"/>
                      </a:cubicBezTo>
                      <a:cubicBezTo>
                        <a:pt x="192691" y="200215"/>
                        <a:pt x="195644" y="201168"/>
                        <a:pt x="200882" y="203073"/>
                      </a:cubicBezTo>
                      <a:close/>
                      <a:moveTo>
                        <a:pt x="210217" y="131350"/>
                      </a:moveTo>
                      <a:lnTo>
                        <a:pt x="214408" y="131350"/>
                      </a:lnTo>
                      <a:cubicBezTo>
                        <a:pt x="212312" y="129921"/>
                        <a:pt x="210884" y="129826"/>
                        <a:pt x="210217" y="130969"/>
                      </a:cubicBezTo>
                      <a:cubicBezTo>
                        <a:pt x="207645" y="130302"/>
                        <a:pt x="204025" y="129159"/>
                        <a:pt x="199358" y="127826"/>
                      </a:cubicBezTo>
                      <a:cubicBezTo>
                        <a:pt x="198882" y="126111"/>
                        <a:pt x="197549" y="125349"/>
                        <a:pt x="195453" y="125349"/>
                      </a:cubicBezTo>
                      <a:cubicBezTo>
                        <a:pt x="196405" y="125825"/>
                        <a:pt x="197644" y="126587"/>
                        <a:pt x="199358" y="127826"/>
                      </a:cubicBezTo>
                      <a:cubicBezTo>
                        <a:pt x="199644" y="128683"/>
                        <a:pt x="199644" y="129921"/>
                        <a:pt x="199644" y="131350"/>
                      </a:cubicBezTo>
                      <a:cubicBezTo>
                        <a:pt x="199454" y="133255"/>
                        <a:pt x="199454" y="134303"/>
                        <a:pt x="199644" y="134493"/>
                      </a:cubicBezTo>
                      <a:cubicBezTo>
                        <a:pt x="199644" y="135160"/>
                        <a:pt x="200025" y="135446"/>
                        <a:pt x="200787" y="135160"/>
                      </a:cubicBezTo>
                      <a:lnTo>
                        <a:pt x="204597" y="131350"/>
                      </a:lnTo>
                      <a:lnTo>
                        <a:pt x="206312" y="132397"/>
                      </a:lnTo>
                      <a:cubicBezTo>
                        <a:pt x="206502" y="133350"/>
                        <a:pt x="206312" y="134398"/>
                        <a:pt x="205550" y="135446"/>
                      </a:cubicBezTo>
                      <a:cubicBezTo>
                        <a:pt x="204883" y="136493"/>
                        <a:pt x="204502" y="137351"/>
                        <a:pt x="204502" y="138017"/>
                      </a:cubicBezTo>
                      <a:cubicBezTo>
                        <a:pt x="206597" y="138589"/>
                        <a:pt x="207931" y="137922"/>
                        <a:pt x="208502" y="136112"/>
                      </a:cubicBezTo>
                      <a:cubicBezTo>
                        <a:pt x="209074" y="134398"/>
                        <a:pt x="209550" y="132683"/>
                        <a:pt x="210121" y="131064"/>
                      </a:cubicBezTo>
                      <a:lnTo>
                        <a:pt x="210121" y="131445"/>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 name="Google Shape;1341;p99"/>
                <p:cNvSpPr/>
                <p:nvPr/>
              </p:nvSpPr>
              <p:spPr>
                <a:xfrm>
                  <a:off x="4296917" y="3760279"/>
                  <a:ext cx="202311" cy="283273"/>
                </a:xfrm>
                <a:custGeom>
                  <a:avLst/>
                  <a:gdLst/>
                  <a:ahLst/>
                  <a:cxnLst/>
                  <a:rect l="l" t="t" r="r" b="b"/>
                  <a:pathLst>
                    <a:path w="202311" h="283273" extrusionOk="0">
                      <a:moveTo>
                        <a:pt x="202216" y="61055"/>
                      </a:moveTo>
                      <a:lnTo>
                        <a:pt x="201168" y="115062"/>
                      </a:lnTo>
                      <a:cubicBezTo>
                        <a:pt x="198406" y="115824"/>
                        <a:pt x="196977" y="118110"/>
                        <a:pt x="196977" y="122111"/>
                      </a:cubicBezTo>
                      <a:cubicBezTo>
                        <a:pt x="196977" y="127254"/>
                        <a:pt x="196501" y="130397"/>
                        <a:pt x="195548" y="131636"/>
                      </a:cubicBezTo>
                      <a:cubicBezTo>
                        <a:pt x="179165" y="152210"/>
                        <a:pt x="161163" y="165449"/>
                        <a:pt x="141542" y="171260"/>
                      </a:cubicBezTo>
                      <a:cubicBezTo>
                        <a:pt x="138398" y="174498"/>
                        <a:pt x="134398" y="176213"/>
                        <a:pt x="129540" y="176213"/>
                      </a:cubicBezTo>
                      <a:cubicBezTo>
                        <a:pt x="127159" y="176213"/>
                        <a:pt x="123349" y="175641"/>
                        <a:pt x="118110" y="174593"/>
                      </a:cubicBezTo>
                      <a:cubicBezTo>
                        <a:pt x="112871" y="173546"/>
                        <a:pt x="108966" y="173164"/>
                        <a:pt x="106299" y="173355"/>
                      </a:cubicBezTo>
                      <a:cubicBezTo>
                        <a:pt x="102584" y="169450"/>
                        <a:pt x="100679" y="165068"/>
                        <a:pt x="100679" y="160401"/>
                      </a:cubicBezTo>
                      <a:cubicBezTo>
                        <a:pt x="100679" y="158782"/>
                        <a:pt x="102108" y="153067"/>
                        <a:pt x="104966" y="143256"/>
                      </a:cubicBezTo>
                      <a:cubicBezTo>
                        <a:pt x="106775" y="136017"/>
                        <a:pt x="106299" y="129921"/>
                        <a:pt x="103537" y="124968"/>
                      </a:cubicBezTo>
                      <a:cubicBezTo>
                        <a:pt x="105823" y="120968"/>
                        <a:pt x="110300" y="118681"/>
                        <a:pt x="116872" y="118015"/>
                      </a:cubicBezTo>
                      <a:cubicBezTo>
                        <a:pt x="117348" y="116110"/>
                        <a:pt x="118967" y="115157"/>
                        <a:pt x="121825" y="115157"/>
                      </a:cubicBezTo>
                      <a:cubicBezTo>
                        <a:pt x="122587" y="115157"/>
                        <a:pt x="123730" y="115348"/>
                        <a:pt x="125349" y="115538"/>
                      </a:cubicBezTo>
                      <a:lnTo>
                        <a:pt x="128873" y="115538"/>
                      </a:lnTo>
                      <a:cubicBezTo>
                        <a:pt x="133826" y="115538"/>
                        <a:pt x="136208" y="113252"/>
                        <a:pt x="136208" y="108585"/>
                      </a:cubicBezTo>
                      <a:cubicBezTo>
                        <a:pt x="144209" y="104870"/>
                        <a:pt x="148114" y="98965"/>
                        <a:pt x="148114" y="90964"/>
                      </a:cubicBezTo>
                      <a:cubicBezTo>
                        <a:pt x="149066" y="82582"/>
                        <a:pt x="146971" y="75914"/>
                        <a:pt x="141827" y="70961"/>
                      </a:cubicBezTo>
                      <a:cubicBezTo>
                        <a:pt x="136208" y="66770"/>
                        <a:pt x="130683" y="62674"/>
                        <a:pt x="125349" y="58674"/>
                      </a:cubicBezTo>
                      <a:cubicBezTo>
                        <a:pt x="123254" y="57055"/>
                        <a:pt x="120206" y="56197"/>
                        <a:pt x="116300" y="56197"/>
                      </a:cubicBezTo>
                      <a:lnTo>
                        <a:pt x="113157" y="56197"/>
                      </a:lnTo>
                      <a:cubicBezTo>
                        <a:pt x="111728" y="56483"/>
                        <a:pt x="110681" y="56483"/>
                        <a:pt x="110014" y="56483"/>
                      </a:cubicBezTo>
                      <a:cubicBezTo>
                        <a:pt x="104108" y="56483"/>
                        <a:pt x="101251" y="53435"/>
                        <a:pt x="101251" y="47339"/>
                      </a:cubicBezTo>
                      <a:cubicBezTo>
                        <a:pt x="101918" y="42672"/>
                        <a:pt x="104585" y="40005"/>
                        <a:pt x="109347" y="39338"/>
                      </a:cubicBezTo>
                      <a:cubicBezTo>
                        <a:pt x="103727" y="38195"/>
                        <a:pt x="100965" y="34957"/>
                        <a:pt x="100965" y="29432"/>
                      </a:cubicBezTo>
                      <a:cubicBezTo>
                        <a:pt x="100965" y="28480"/>
                        <a:pt x="101060" y="27718"/>
                        <a:pt x="101346" y="27051"/>
                      </a:cubicBezTo>
                      <a:cubicBezTo>
                        <a:pt x="102489" y="26384"/>
                        <a:pt x="102870" y="25622"/>
                        <a:pt x="102394" y="24860"/>
                      </a:cubicBezTo>
                      <a:cubicBezTo>
                        <a:pt x="101632" y="23717"/>
                        <a:pt x="100394" y="23146"/>
                        <a:pt x="98489" y="23146"/>
                      </a:cubicBezTo>
                      <a:cubicBezTo>
                        <a:pt x="96203" y="35243"/>
                        <a:pt x="95155" y="42672"/>
                        <a:pt x="95726" y="45244"/>
                      </a:cubicBezTo>
                      <a:cubicBezTo>
                        <a:pt x="96203" y="46387"/>
                        <a:pt x="96393" y="47530"/>
                        <a:pt x="96393" y="48387"/>
                      </a:cubicBezTo>
                      <a:cubicBezTo>
                        <a:pt x="96393" y="52578"/>
                        <a:pt x="92678" y="55912"/>
                        <a:pt x="85154" y="58579"/>
                      </a:cubicBezTo>
                      <a:cubicBezTo>
                        <a:pt x="83058" y="55531"/>
                        <a:pt x="79915" y="54007"/>
                        <a:pt x="75724" y="54007"/>
                      </a:cubicBezTo>
                      <a:cubicBezTo>
                        <a:pt x="76676" y="54007"/>
                        <a:pt x="72390" y="54578"/>
                        <a:pt x="63151" y="55817"/>
                      </a:cubicBezTo>
                      <a:cubicBezTo>
                        <a:pt x="55626" y="60484"/>
                        <a:pt x="51911" y="67151"/>
                        <a:pt x="51911" y="75914"/>
                      </a:cubicBezTo>
                      <a:cubicBezTo>
                        <a:pt x="51911" y="78867"/>
                        <a:pt x="52388" y="83439"/>
                        <a:pt x="53435" y="89345"/>
                      </a:cubicBezTo>
                      <a:cubicBezTo>
                        <a:pt x="54483" y="95250"/>
                        <a:pt x="55054" y="99631"/>
                        <a:pt x="55054" y="102489"/>
                      </a:cubicBezTo>
                      <a:cubicBezTo>
                        <a:pt x="55054" y="105346"/>
                        <a:pt x="54674" y="107918"/>
                        <a:pt x="54007" y="110204"/>
                      </a:cubicBezTo>
                      <a:cubicBezTo>
                        <a:pt x="56864" y="116777"/>
                        <a:pt x="62579" y="121063"/>
                        <a:pt x="71152" y="123158"/>
                      </a:cubicBezTo>
                      <a:cubicBezTo>
                        <a:pt x="74676" y="124111"/>
                        <a:pt x="82487" y="125063"/>
                        <a:pt x="94583" y="125921"/>
                      </a:cubicBezTo>
                      <a:cubicBezTo>
                        <a:pt x="93154" y="129921"/>
                        <a:pt x="92488" y="134398"/>
                        <a:pt x="92488" y="139255"/>
                      </a:cubicBezTo>
                      <a:cubicBezTo>
                        <a:pt x="92488" y="142304"/>
                        <a:pt x="94488" y="152400"/>
                        <a:pt x="98393" y="169450"/>
                      </a:cubicBezTo>
                      <a:cubicBezTo>
                        <a:pt x="97441" y="168307"/>
                        <a:pt x="96583" y="167640"/>
                        <a:pt x="95631" y="167640"/>
                      </a:cubicBezTo>
                      <a:cubicBezTo>
                        <a:pt x="94488" y="167640"/>
                        <a:pt x="93059" y="168783"/>
                        <a:pt x="91440" y="171164"/>
                      </a:cubicBezTo>
                      <a:cubicBezTo>
                        <a:pt x="89821" y="173546"/>
                        <a:pt x="88678" y="174784"/>
                        <a:pt x="87916" y="174974"/>
                      </a:cubicBezTo>
                      <a:cubicBezTo>
                        <a:pt x="86296" y="172879"/>
                        <a:pt x="82772" y="171831"/>
                        <a:pt x="77343" y="171831"/>
                      </a:cubicBezTo>
                      <a:cubicBezTo>
                        <a:pt x="69152" y="172021"/>
                        <a:pt x="64961" y="172212"/>
                        <a:pt x="64770" y="172212"/>
                      </a:cubicBezTo>
                      <a:cubicBezTo>
                        <a:pt x="56293" y="179451"/>
                        <a:pt x="52102" y="189167"/>
                        <a:pt x="52102" y="201359"/>
                      </a:cubicBezTo>
                      <a:cubicBezTo>
                        <a:pt x="52102" y="204311"/>
                        <a:pt x="52483" y="209360"/>
                        <a:pt x="53340" y="216027"/>
                      </a:cubicBezTo>
                      <a:cubicBezTo>
                        <a:pt x="54197" y="222790"/>
                        <a:pt x="54578" y="227933"/>
                        <a:pt x="54578" y="231457"/>
                      </a:cubicBezTo>
                      <a:cubicBezTo>
                        <a:pt x="54578" y="234505"/>
                        <a:pt x="54293" y="237363"/>
                        <a:pt x="53816" y="239935"/>
                      </a:cubicBezTo>
                      <a:cubicBezTo>
                        <a:pt x="56388" y="255365"/>
                        <a:pt x="57626" y="264414"/>
                        <a:pt x="57626" y="266890"/>
                      </a:cubicBezTo>
                      <a:cubicBezTo>
                        <a:pt x="57626" y="272510"/>
                        <a:pt x="56674" y="277463"/>
                        <a:pt x="54864" y="281654"/>
                      </a:cubicBezTo>
                      <a:cubicBezTo>
                        <a:pt x="52483" y="281178"/>
                        <a:pt x="50102" y="280892"/>
                        <a:pt x="47435" y="280892"/>
                      </a:cubicBezTo>
                      <a:cubicBezTo>
                        <a:pt x="44196" y="280892"/>
                        <a:pt x="39433" y="281369"/>
                        <a:pt x="33242" y="282130"/>
                      </a:cubicBezTo>
                      <a:cubicBezTo>
                        <a:pt x="26956" y="282893"/>
                        <a:pt x="22479" y="283273"/>
                        <a:pt x="19717" y="283273"/>
                      </a:cubicBezTo>
                      <a:cubicBezTo>
                        <a:pt x="11525" y="283273"/>
                        <a:pt x="5525" y="280511"/>
                        <a:pt x="1810" y="274892"/>
                      </a:cubicBezTo>
                      <a:cubicBezTo>
                        <a:pt x="667" y="271367"/>
                        <a:pt x="0" y="267843"/>
                        <a:pt x="0" y="264319"/>
                      </a:cubicBezTo>
                      <a:cubicBezTo>
                        <a:pt x="0" y="260795"/>
                        <a:pt x="762" y="255937"/>
                        <a:pt x="2191" y="249936"/>
                      </a:cubicBezTo>
                      <a:cubicBezTo>
                        <a:pt x="3524" y="243840"/>
                        <a:pt x="4286" y="239268"/>
                        <a:pt x="4286" y="236220"/>
                      </a:cubicBezTo>
                      <a:cubicBezTo>
                        <a:pt x="4286" y="234124"/>
                        <a:pt x="4096" y="232124"/>
                        <a:pt x="3620" y="230219"/>
                      </a:cubicBezTo>
                      <a:cubicBezTo>
                        <a:pt x="5239" y="229648"/>
                        <a:pt x="6096" y="228600"/>
                        <a:pt x="6096" y="227457"/>
                      </a:cubicBezTo>
                      <a:cubicBezTo>
                        <a:pt x="6096" y="226695"/>
                        <a:pt x="5620" y="225457"/>
                        <a:pt x="4763" y="223647"/>
                      </a:cubicBezTo>
                      <a:cubicBezTo>
                        <a:pt x="3810" y="221742"/>
                        <a:pt x="3429" y="220409"/>
                        <a:pt x="3715" y="219456"/>
                      </a:cubicBezTo>
                      <a:cubicBezTo>
                        <a:pt x="5334" y="211931"/>
                        <a:pt x="6191" y="202311"/>
                        <a:pt x="6191" y="190690"/>
                      </a:cubicBezTo>
                      <a:cubicBezTo>
                        <a:pt x="6191" y="186023"/>
                        <a:pt x="6001" y="178784"/>
                        <a:pt x="5715" y="168973"/>
                      </a:cubicBezTo>
                      <a:cubicBezTo>
                        <a:pt x="5334" y="159163"/>
                        <a:pt x="5144" y="151733"/>
                        <a:pt x="5144" y="146876"/>
                      </a:cubicBezTo>
                      <a:cubicBezTo>
                        <a:pt x="5144" y="134874"/>
                        <a:pt x="6001" y="124873"/>
                        <a:pt x="7620" y="116681"/>
                      </a:cubicBezTo>
                      <a:lnTo>
                        <a:pt x="3715" y="107156"/>
                      </a:lnTo>
                      <a:cubicBezTo>
                        <a:pt x="8192" y="105061"/>
                        <a:pt x="13525" y="105346"/>
                        <a:pt x="19907" y="108299"/>
                      </a:cubicBezTo>
                      <a:cubicBezTo>
                        <a:pt x="20098" y="105918"/>
                        <a:pt x="20955" y="104775"/>
                        <a:pt x="22384" y="104775"/>
                      </a:cubicBezTo>
                      <a:cubicBezTo>
                        <a:pt x="23050" y="104775"/>
                        <a:pt x="24194" y="105156"/>
                        <a:pt x="25908" y="106013"/>
                      </a:cubicBezTo>
                      <a:cubicBezTo>
                        <a:pt x="27527" y="106871"/>
                        <a:pt x="28575" y="107252"/>
                        <a:pt x="29051" y="107252"/>
                      </a:cubicBezTo>
                      <a:lnTo>
                        <a:pt x="30861" y="108395"/>
                      </a:lnTo>
                      <a:cubicBezTo>
                        <a:pt x="31528" y="108109"/>
                        <a:pt x="31909" y="106871"/>
                        <a:pt x="31909" y="104489"/>
                      </a:cubicBezTo>
                      <a:cubicBezTo>
                        <a:pt x="31623" y="103537"/>
                        <a:pt x="30385" y="103061"/>
                        <a:pt x="28099" y="103061"/>
                      </a:cubicBezTo>
                      <a:cubicBezTo>
                        <a:pt x="28289" y="100679"/>
                        <a:pt x="27908" y="99346"/>
                        <a:pt x="26765" y="99155"/>
                      </a:cubicBezTo>
                      <a:cubicBezTo>
                        <a:pt x="26479" y="99155"/>
                        <a:pt x="25337" y="99155"/>
                        <a:pt x="23241" y="99441"/>
                      </a:cubicBezTo>
                      <a:cubicBezTo>
                        <a:pt x="21622" y="99727"/>
                        <a:pt x="20479" y="99441"/>
                        <a:pt x="20098" y="98774"/>
                      </a:cubicBezTo>
                      <a:lnTo>
                        <a:pt x="18669" y="103061"/>
                      </a:lnTo>
                      <a:lnTo>
                        <a:pt x="5048" y="100203"/>
                      </a:lnTo>
                      <a:cubicBezTo>
                        <a:pt x="5715" y="97917"/>
                        <a:pt x="6382" y="95345"/>
                        <a:pt x="7144" y="92678"/>
                      </a:cubicBezTo>
                      <a:cubicBezTo>
                        <a:pt x="7906" y="90011"/>
                        <a:pt x="9335" y="88392"/>
                        <a:pt x="11716" y="87916"/>
                      </a:cubicBezTo>
                      <a:cubicBezTo>
                        <a:pt x="8477" y="88392"/>
                        <a:pt x="6858" y="87344"/>
                        <a:pt x="6858" y="84772"/>
                      </a:cubicBezTo>
                      <a:cubicBezTo>
                        <a:pt x="6858" y="84296"/>
                        <a:pt x="6858" y="83248"/>
                        <a:pt x="7144" y="81629"/>
                      </a:cubicBezTo>
                      <a:cubicBezTo>
                        <a:pt x="7429" y="80010"/>
                        <a:pt x="7525" y="78867"/>
                        <a:pt x="7525" y="78105"/>
                      </a:cubicBezTo>
                      <a:cubicBezTo>
                        <a:pt x="7525" y="75724"/>
                        <a:pt x="6668" y="74104"/>
                        <a:pt x="5048" y="73152"/>
                      </a:cubicBezTo>
                      <a:cubicBezTo>
                        <a:pt x="6001" y="71533"/>
                        <a:pt x="6382" y="69628"/>
                        <a:pt x="6382" y="67532"/>
                      </a:cubicBezTo>
                      <a:cubicBezTo>
                        <a:pt x="6382" y="63341"/>
                        <a:pt x="4667" y="60293"/>
                        <a:pt x="1143" y="58388"/>
                      </a:cubicBezTo>
                      <a:cubicBezTo>
                        <a:pt x="4858" y="55054"/>
                        <a:pt x="6763" y="50578"/>
                        <a:pt x="6763" y="44768"/>
                      </a:cubicBezTo>
                      <a:cubicBezTo>
                        <a:pt x="6763" y="42672"/>
                        <a:pt x="6382" y="39243"/>
                        <a:pt x="5715" y="34576"/>
                      </a:cubicBezTo>
                      <a:cubicBezTo>
                        <a:pt x="5048" y="30004"/>
                        <a:pt x="4667" y="26384"/>
                        <a:pt x="4667" y="24098"/>
                      </a:cubicBezTo>
                      <a:cubicBezTo>
                        <a:pt x="4667" y="19145"/>
                        <a:pt x="5715" y="14859"/>
                        <a:pt x="7811" y="11144"/>
                      </a:cubicBezTo>
                      <a:lnTo>
                        <a:pt x="3905" y="8382"/>
                      </a:lnTo>
                      <a:cubicBezTo>
                        <a:pt x="5334" y="8572"/>
                        <a:pt x="7715" y="8096"/>
                        <a:pt x="11049" y="6953"/>
                      </a:cubicBezTo>
                      <a:cubicBezTo>
                        <a:pt x="14478" y="5810"/>
                        <a:pt x="16954" y="5144"/>
                        <a:pt x="18574" y="5144"/>
                      </a:cubicBezTo>
                      <a:cubicBezTo>
                        <a:pt x="20193" y="5144"/>
                        <a:pt x="21527" y="5620"/>
                        <a:pt x="22479" y="6572"/>
                      </a:cubicBezTo>
                      <a:cubicBezTo>
                        <a:pt x="24098" y="5620"/>
                        <a:pt x="26384" y="5144"/>
                        <a:pt x="29432" y="5144"/>
                      </a:cubicBezTo>
                      <a:cubicBezTo>
                        <a:pt x="30290" y="5144"/>
                        <a:pt x="31718" y="5239"/>
                        <a:pt x="33623" y="5524"/>
                      </a:cubicBezTo>
                      <a:lnTo>
                        <a:pt x="38195" y="5524"/>
                      </a:lnTo>
                      <a:cubicBezTo>
                        <a:pt x="42577" y="5524"/>
                        <a:pt x="45720" y="4286"/>
                        <a:pt x="47339" y="1619"/>
                      </a:cubicBezTo>
                      <a:cubicBezTo>
                        <a:pt x="47339" y="2096"/>
                        <a:pt x="46863" y="2762"/>
                        <a:pt x="45911" y="3715"/>
                      </a:cubicBezTo>
                      <a:cubicBezTo>
                        <a:pt x="45053" y="4667"/>
                        <a:pt x="44482" y="5239"/>
                        <a:pt x="44482" y="5524"/>
                      </a:cubicBezTo>
                      <a:cubicBezTo>
                        <a:pt x="43529" y="5715"/>
                        <a:pt x="47339" y="5905"/>
                        <a:pt x="55721" y="5905"/>
                      </a:cubicBezTo>
                      <a:cubicBezTo>
                        <a:pt x="59722" y="5905"/>
                        <a:pt x="62770" y="3905"/>
                        <a:pt x="64865" y="0"/>
                      </a:cubicBezTo>
                      <a:lnTo>
                        <a:pt x="89059" y="4572"/>
                      </a:lnTo>
                      <a:cubicBezTo>
                        <a:pt x="89535" y="5524"/>
                        <a:pt x="90488" y="6191"/>
                        <a:pt x="91916" y="6668"/>
                      </a:cubicBezTo>
                      <a:lnTo>
                        <a:pt x="95726" y="6668"/>
                      </a:lnTo>
                      <a:cubicBezTo>
                        <a:pt x="95726" y="11335"/>
                        <a:pt x="96679" y="14192"/>
                        <a:pt x="98489" y="15145"/>
                      </a:cubicBezTo>
                      <a:cubicBezTo>
                        <a:pt x="100870" y="15145"/>
                        <a:pt x="102394" y="13240"/>
                        <a:pt x="103061" y="9525"/>
                      </a:cubicBezTo>
                      <a:cubicBezTo>
                        <a:pt x="103823" y="5715"/>
                        <a:pt x="105537" y="3524"/>
                        <a:pt x="108299" y="2762"/>
                      </a:cubicBezTo>
                      <a:cubicBezTo>
                        <a:pt x="111347" y="953"/>
                        <a:pt x="114205" y="0"/>
                        <a:pt x="117062" y="0"/>
                      </a:cubicBezTo>
                      <a:cubicBezTo>
                        <a:pt x="120396" y="0"/>
                        <a:pt x="124492" y="1905"/>
                        <a:pt x="129540" y="5715"/>
                      </a:cubicBezTo>
                      <a:cubicBezTo>
                        <a:pt x="134493" y="9620"/>
                        <a:pt x="138779" y="11621"/>
                        <a:pt x="142304" y="11621"/>
                      </a:cubicBezTo>
                      <a:cubicBezTo>
                        <a:pt x="144590" y="11621"/>
                        <a:pt x="147161" y="10859"/>
                        <a:pt x="150019" y="9525"/>
                      </a:cubicBezTo>
                      <a:cubicBezTo>
                        <a:pt x="156115" y="11811"/>
                        <a:pt x="164211" y="16383"/>
                        <a:pt x="174212" y="23146"/>
                      </a:cubicBezTo>
                      <a:cubicBezTo>
                        <a:pt x="180308" y="25718"/>
                        <a:pt x="185928" y="31813"/>
                        <a:pt x="191071" y="41338"/>
                      </a:cubicBezTo>
                      <a:cubicBezTo>
                        <a:pt x="196882" y="52769"/>
                        <a:pt x="200596" y="59341"/>
                        <a:pt x="202311" y="60960"/>
                      </a:cubicBezTo>
                      <a:close/>
                      <a:moveTo>
                        <a:pt x="30575" y="100298"/>
                      </a:moveTo>
                      <a:lnTo>
                        <a:pt x="37243" y="103156"/>
                      </a:lnTo>
                      <a:lnTo>
                        <a:pt x="35433" y="101727"/>
                      </a:lnTo>
                      <a:lnTo>
                        <a:pt x="30480" y="100298"/>
                      </a:lnTo>
                      <a:close/>
                      <a:moveTo>
                        <a:pt x="128111" y="200311"/>
                      </a:moveTo>
                      <a:lnTo>
                        <a:pt x="126683" y="189833"/>
                      </a:lnTo>
                      <a:cubicBezTo>
                        <a:pt x="129064" y="194501"/>
                        <a:pt x="129921" y="197644"/>
                        <a:pt x="129445" y="199263"/>
                      </a:cubicBezTo>
                      <a:lnTo>
                        <a:pt x="128016" y="200311"/>
                      </a:lnTo>
                      <a:close/>
                      <a:moveTo>
                        <a:pt x="191643" y="162782"/>
                      </a:moveTo>
                      <a:lnTo>
                        <a:pt x="191643" y="151924"/>
                      </a:lnTo>
                      <a:lnTo>
                        <a:pt x="193453" y="151924"/>
                      </a:lnTo>
                      <a:lnTo>
                        <a:pt x="193453" y="162782"/>
                      </a:lnTo>
                      <a:lnTo>
                        <a:pt x="191643" y="162782"/>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 name="Google Shape;1342;p99"/>
                <p:cNvSpPr/>
                <p:nvPr/>
              </p:nvSpPr>
              <p:spPr>
                <a:xfrm>
                  <a:off x="4515611" y="3760279"/>
                  <a:ext cx="218027" cy="285368"/>
                </a:xfrm>
                <a:custGeom>
                  <a:avLst/>
                  <a:gdLst/>
                  <a:ahLst/>
                  <a:cxnLst/>
                  <a:rect l="l" t="t" r="r" b="b"/>
                  <a:pathLst>
                    <a:path w="218027" h="285368" extrusionOk="0">
                      <a:moveTo>
                        <a:pt x="192310" y="228124"/>
                      </a:moveTo>
                      <a:cubicBezTo>
                        <a:pt x="196977" y="231077"/>
                        <a:pt x="199549" y="236125"/>
                        <a:pt x="200025" y="243269"/>
                      </a:cubicBezTo>
                      <a:cubicBezTo>
                        <a:pt x="200216" y="249364"/>
                        <a:pt x="200406" y="255270"/>
                        <a:pt x="200406" y="261176"/>
                      </a:cubicBezTo>
                      <a:cubicBezTo>
                        <a:pt x="200597" y="264414"/>
                        <a:pt x="201073" y="267271"/>
                        <a:pt x="201835" y="269557"/>
                      </a:cubicBezTo>
                      <a:cubicBezTo>
                        <a:pt x="195262" y="280035"/>
                        <a:pt x="184214" y="285369"/>
                        <a:pt x="168878" y="285369"/>
                      </a:cubicBezTo>
                      <a:cubicBezTo>
                        <a:pt x="164401" y="285369"/>
                        <a:pt x="157448" y="284988"/>
                        <a:pt x="148018" y="283940"/>
                      </a:cubicBezTo>
                      <a:cubicBezTo>
                        <a:pt x="138493" y="282988"/>
                        <a:pt x="131445" y="282512"/>
                        <a:pt x="126778" y="282512"/>
                      </a:cubicBezTo>
                      <a:cubicBezTo>
                        <a:pt x="121825" y="282512"/>
                        <a:pt x="117539" y="282702"/>
                        <a:pt x="113728" y="283178"/>
                      </a:cubicBezTo>
                      <a:lnTo>
                        <a:pt x="33718" y="283178"/>
                      </a:lnTo>
                      <a:lnTo>
                        <a:pt x="33718" y="282130"/>
                      </a:lnTo>
                      <a:cubicBezTo>
                        <a:pt x="30956" y="280511"/>
                        <a:pt x="26003" y="280226"/>
                        <a:pt x="18955" y="281464"/>
                      </a:cubicBezTo>
                      <a:cubicBezTo>
                        <a:pt x="11906" y="282607"/>
                        <a:pt x="6572" y="281940"/>
                        <a:pt x="2858" y="279368"/>
                      </a:cubicBezTo>
                      <a:cubicBezTo>
                        <a:pt x="4000" y="245936"/>
                        <a:pt x="4667" y="212788"/>
                        <a:pt x="4667" y="180118"/>
                      </a:cubicBezTo>
                      <a:cubicBezTo>
                        <a:pt x="4667" y="147447"/>
                        <a:pt x="4096" y="114205"/>
                        <a:pt x="2858" y="80772"/>
                      </a:cubicBezTo>
                      <a:cubicBezTo>
                        <a:pt x="4286" y="81724"/>
                        <a:pt x="5143" y="82010"/>
                        <a:pt x="5620" y="81820"/>
                      </a:cubicBezTo>
                      <a:lnTo>
                        <a:pt x="6667" y="80772"/>
                      </a:lnTo>
                      <a:cubicBezTo>
                        <a:pt x="6953" y="79343"/>
                        <a:pt x="6287" y="78296"/>
                        <a:pt x="4953" y="77724"/>
                      </a:cubicBezTo>
                      <a:cubicBezTo>
                        <a:pt x="3524" y="77153"/>
                        <a:pt x="2858" y="76771"/>
                        <a:pt x="2858" y="76486"/>
                      </a:cubicBezTo>
                      <a:cubicBezTo>
                        <a:pt x="2858" y="76010"/>
                        <a:pt x="3429" y="75247"/>
                        <a:pt x="4667" y="74104"/>
                      </a:cubicBezTo>
                      <a:cubicBezTo>
                        <a:pt x="4667" y="76200"/>
                        <a:pt x="5048" y="77438"/>
                        <a:pt x="5715" y="77914"/>
                      </a:cubicBezTo>
                      <a:cubicBezTo>
                        <a:pt x="8096" y="77724"/>
                        <a:pt x="8668" y="76390"/>
                        <a:pt x="7620" y="73914"/>
                      </a:cubicBezTo>
                      <a:cubicBezTo>
                        <a:pt x="6572" y="71533"/>
                        <a:pt x="6858" y="70009"/>
                        <a:pt x="8477" y="69532"/>
                      </a:cubicBezTo>
                      <a:cubicBezTo>
                        <a:pt x="8287" y="70009"/>
                        <a:pt x="8096" y="70485"/>
                        <a:pt x="8096" y="70961"/>
                      </a:cubicBezTo>
                      <a:cubicBezTo>
                        <a:pt x="8096" y="71914"/>
                        <a:pt x="8763" y="72962"/>
                        <a:pt x="10096" y="73914"/>
                      </a:cubicBezTo>
                      <a:cubicBezTo>
                        <a:pt x="11335" y="74962"/>
                        <a:pt x="12097" y="75724"/>
                        <a:pt x="12383" y="76200"/>
                      </a:cubicBezTo>
                      <a:lnTo>
                        <a:pt x="18002" y="75152"/>
                      </a:lnTo>
                      <a:lnTo>
                        <a:pt x="12383" y="71247"/>
                      </a:lnTo>
                      <a:lnTo>
                        <a:pt x="18002" y="68485"/>
                      </a:lnTo>
                      <a:cubicBezTo>
                        <a:pt x="18002" y="68485"/>
                        <a:pt x="16288" y="66865"/>
                        <a:pt x="13716" y="64198"/>
                      </a:cubicBezTo>
                      <a:cubicBezTo>
                        <a:pt x="11811" y="62579"/>
                        <a:pt x="10382" y="61722"/>
                        <a:pt x="9239" y="61722"/>
                      </a:cubicBezTo>
                      <a:cubicBezTo>
                        <a:pt x="7810" y="61722"/>
                        <a:pt x="6667" y="62674"/>
                        <a:pt x="5715" y="64579"/>
                      </a:cubicBezTo>
                      <a:cubicBezTo>
                        <a:pt x="4096" y="63627"/>
                        <a:pt x="3238" y="62674"/>
                        <a:pt x="3238" y="61722"/>
                      </a:cubicBezTo>
                      <a:cubicBezTo>
                        <a:pt x="3238" y="61246"/>
                        <a:pt x="4191" y="60293"/>
                        <a:pt x="6096" y="58769"/>
                      </a:cubicBezTo>
                      <a:cubicBezTo>
                        <a:pt x="7906" y="57245"/>
                        <a:pt x="8763" y="55912"/>
                        <a:pt x="8477" y="54769"/>
                      </a:cubicBezTo>
                      <a:lnTo>
                        <a:pt x="11239" y="57531"/>
                      </a:lnTo>
                      <a:lnTo>
                        <a:pt x="13049" y="55436"/>
                      </a:lnTo>
                      <a:cubicBezTo>
                        <a:pt x="13716" y="56197"/>
                        <a:pt x="14478" y="56483"/>
                        <a:pt x="15526" y="56483"/>
                      </a:cubicBezTo>
                      <a:cubicBezTo>
                        <a:pt x="16669" y="56483"/>
                        <a:pt x="18479" y="56007"/>
                        <a:pt x="20955" y="54769"/>
                      </a:cubicBezTo>
                      <a:cubicBezTo>
                        <a:pt x="23432" y="53626"/>
                        <a:pt x="25241" y="52959"/>
                        <a:pt x="26384" y="52959"/>
                      </a:cubicBezTo>
                      <a:cubicBezTo>
                        <a:pt x="27813" y="52959"/>
                        <a:pt x="28956" y="53530"/>
                        <a:pt x="29908" y="54769"/>
                      </a:cubicBezTo>
                      <a:lnTo>
                        <a:pt x="31623" y="53626"/>
                      </a:lnTo>
                      <a:cubicBezTo>
                        <a:pt x="31433" y="51530"/>
                        <a:pt x="30099" y="50006"/>
                        <a:pt x="27623" y="49244"/>
                      </a:cubicBezTo>
                      <a:cubicBezTo>
                        <a:pt x="25146" y="48482"/>
                        <a:pt x="23717" y="47720"/>
                        <a:pt x="23241" y="46958"/>
                      </a:cubicBezTo>
                      <a:cubicBezTo>
                        <a:pt x="19526" y="46672"/>
                        <a:pt x="14954" y="46672"/>
                        <a:pt x="9525" y="46958"/>
                      </a:cubicBezTo>
                      <a:cubicBezTo>
                        <a:pt x="9049" y="48101"/>
                        <a:pt x="8572" y="48673"/>
                        <a:pt x="8096" y="48673"/>
                      </a:cubicBezTo>
                      <a:cubicBezTo>
                        <a:pt x="7144" y="48006"/>
                        <a:pt x="6477" y="47625"/>
                        <a:pt x="6001" y="47625"/>
                      </a:cubicBezTo>
                      <a:cubicBezTo>
                        <a:pt x="5525" y="47625"/>
                        <a:pt x="5048" y="47815"/>
                        <a:pt x="4572" y="48006"/>
                      </a:cubicBezTo>
                      <a:lnTo>
                        <a:pt x="1714" y="37433"/>
                      </a:lnTo>
                      <a:cubicBezTo>
                        <a:pt x="3620" y="37433"/>
                        <a:pt x="4858" y="36862"/>
                        <a:pt x="5620" y="35623"/>
                      </a:cubicBezTo>
                      <a:cubicBezTo>
                        <a:pt x="5620" y="33528"/>
                        <a:pt x="4763" y="32956"/>
                        <a:pt x="2953" y="33814"/>
                      </a:cubicBezTo>
                      <a:cubicBezTo>
                        <a:pt x="1143" y="34766"/>
                        <a:pt x="191" y="34480"/>
                        <a:pt x="0" y="33147"/>
                      </a:cubicBezTo>
                      <a:lnTo>
                        <a:pt x="2858" y="30385"/>
                      </a:lnTo>
                      <a:lnTo>
                        <a:pt x="5620" y="33147"/>
                      </a:lnTo>
                      <a:cubicBezTo>
                        <a:pt x="6287" y="32480"/>
                        <a:pt x="6667" y="30289"/>
                        <a:pt x="6667" y="26479"/>
                      </a:cubicBezTo>
                      <a:cubicBezTo>
                        <a:pt x="6667" y="27432"/>
                        <a:pt x="7239" y="28194"/>
                        <a:pt x="8477" y="28670"/>
                      </a:cubicBezTo>
                      <a:cubicBezTo>
                        <a:pt x="10382" y="27242"/>
                        <a:pt x="11239" y="26003"/>
                        <a:pt x="11239" y="25146"/>
                      </a:cubicBezTo>
                      <a:cubicBezTo>
                        <a:pt x="11239" y="24003"/>
                        <a:pt x="9716" y="22288"/>
                        <a:pt x="6477" y="20003"/>
                      </a:cubicBezTo>
                      <a:cubicBezTo>
                        <a:pt x="3334" y="17812"/>
                        <a:pt x="1714" y="15716"/>
                        <a:pt x="1714" y="13906"/>
                      </a:cubicBezTo>
                      <a:cubicBezTo>
                        <a:pt x="1714" y="12287"/>
                        <a:pt x="2572" y="10573"/>
                        <a:pt x="4572" y="8668"/>
                      </a:cubicBezTo>
                      <a:lnTo>
                        <a:pt x="11239" y="1714"/>
                      </a:lnTo>
                      <a:cubicBezTo>
                        <a:pt x="23146" y="571"/>
                        <a:pt x="35909" y="0"/>
                        <a:pt x="49435" y="0"/>
                      </a:cubicBezTo>
                      <a:cubicBezTo>
                        <a:pt x="62293" y="0"/>
                        <a:pt x="81629" y="667"/>
                        <a:pt x="107347" y="2000"/>
                      </a:cubicBezTo>
                      <a:cubicBezTo>
                        <a:pt x="133064" y="3429"/>
                        <a:pt x="152495" y="4096"/>
                        <a:pt x="165640" y="4096"/>
                      </a:cubicBezTo>
                      <a:cubicBezTo>
                        <a:pt x="174879" y="4096"/>
                        <a:pt x="183833" y="3905"/>
                        <a:pt x="192310" y="3429"/>
                      </a:cubicBezTo>
                      <a:cubicBezTo>
                        <a:pt x="197739" y="7620"/>
                        <a:pt x="200406" y="13240"/>
                        <a:pt x="200406" y="20288"/>
                      </a:cubicBezTo>
                      <a:cubicBezTo>
                        <a:pt x="200406" y="22384"/>
                        <a:pt x="200025" y="26003"/>
                        <a:pt x="199358" y="31147"/>
                      </a:cubicBezTo>
                      <a:cubicBezTo>
                        <a:pt x="198692" y="36290"/>
                        <a:pt x="198310" y="40291"/>
                        <a:pt x="198310" y="43053"/>
                      </a:cubicBezTo>
                      <a:cubicBezTo>
                        <a:pt x="198310" y="45815"/>
                        <a:pt x="198501" y="48387"/>
                        <a:pt x="199073" y="50768"/>
                      </a:cubicBezTo>
                      <a:cubicBezTo>
                        <a:pt x="199073" y="54483"/>
                        <a:pt x="196786" y="56293"/>
                        <a:pt x="192119" y="56293"/>
                      </a:cubicBezTo>
                      <a:cubicBezTo>
                        <a:pt x="191357" y="56293"/>
                        <a:pt x="190214" y="56293"/>
                        <a:pt x="188595" y="56007"/>
                      </a:cubicBezTo>
                      <a:lnTo>
                        <a:pt x="185071" y="56007"/>
                      </a:lnTo>
                      <a:cubicBezTo>
                        <a:pt x="182213" y="56007"/>
                        <a:pt x="180213" y="56483"/>
                        <a:pt x="178784" y="57436"/>
                      </a:cubicBezTo>
                      <a:lnTo>
                        <a:pt x="171069" y="57436"/>
                      </a:lnTo>
                      <a:lnTo>
                        <a:pt x="171069" y="56007"/>
                      </a:lnTo>
                      <a:cubicBezTo>
                        <a:pt x="160306" y="56960"/>
                        <a:pt x="148209" y="57436"/>
                        <a:pt x="134588" y="57436"/>
                      </a:cubicBezTo>
                      <a:cubicBezTo>
                        <a:pt x="126206" y="57626"/>
                        <a:pt x="113824" y="57626"/>
                        <a:pt x="97822" y="57436"/>
                      </a:cubicBezTo>
                      <a:lnTo>
                        <a:pt x="60960" y="57436"/>
                      </a:lnTo>
                      <a:cubicBezTo>
                        <a:pt x="59341" y="61627"/>
                        <a:pt x="58483" y="66485"/>
                        <a:pt x="58483" y="71914"/>
                      </a:cubicBezTo>
                      <a:cubicBezTo>
                        <a:pt x="58483" y="73533"/>
                        <a:pt x="58674" y="75914"/>
                        <a:pt x="58865" y="79248"/>
                      </a:cubicBezTo>
                      <a:lnTo>
                        <a:pt x="58865" y="86963"/>
                      </a:lnTo>
                      <a:cubicBezTo>
                        <a:pt x="58865" y="92107"/>
                        <a:pt x="58293" y="96774"/>
                        <a:pt x="57150" y="101060"/>
                      </a:cubicBezTo>
                      <a:cubicBezTo>
                        <a:pt x="57912" y="104299"/>
                        <a:pt x="58388" y="107632"/>
                        <a:pt x="58865" y="110871"/>
                      </a:cubicBezTo>
                      <a:cubicBezTo>
                        <a:pt x="60008" y="115062"/>
                        <a:pt x="62103" y="117157"/>
                        <a:pt x="65151" y="117157"/>
                      </a:cubicBezTo>
                      <a:cubicBezTo>
                        <a:pt x="66008" y="117157"/>
                        <a:pt x="67056" y="117062"/>
                        <a:pt x="67913" y="116777"/>
                      </a:cubicBezTo>
                      <a:cubicBezTo>
                        <a:pt x="68675" y="117062"/>
                        <a:pt x="69437" y="117157"/>
                        <a:pt x="70390" y="117157"/>
                      </a:cubicBezTo>
                      <a:cubicBezTo>
                        <a:pt x="71342" y="117157"/>
                        <a:pt x="72771" y="116967"/>
                        <a:pt x="74676" y="116491"/>
                      </a:cubicBezTo>
                      <a:cubicBezTo>
                        <a:pt x="76581" y="116014"/>
                        <a:pt x="77819" y="115824"/>
                        <a:pt x="78486" y="115824"/>
                      </a:cubicBezTo>
                      <a:cubicBezTo>
                        <a:pt x="80391" y="115824"/>
                        <a:pt x="81915" y="116777"/>
                        <a:pt x="83058" y="118586"/>
                      </a:cubicBezTo>
                      <a:cubicBezTo>
                        <a:pt x="89344" y="116681"/>
                        <a:pt x="96774" y="115824"/>
                        <a:pt x="105156" y="115824"/>
                      </a:cubicBezTo>
                      <a:cubicBezTo>
                        <a:pt x="109347" y="115824"/>
                        <a:pt x="115443" y="116110"/>
                        <a:pt x="123634" y="116681"/>
                      </a:cubicBezTo>
                      <a:cubicBezTo>
                        <a:pt x="131731" y="117253"/>
                        <a:pt x="137732" y="117538"/>
                        <a:pt x="141637" y="117538"/>
                      </a:cubicBezTo>
                      <a:cubicBezTo>
                        <a:pt x="145542" y="117538"/>
                        <a:pt x="149352" y="117348"/>
                        <a:pt x="152876" y="116872"/>
                      </a:cubicBezTo>
                      <a:cubicBezTo>
                        <a:pt x="154495" y="122682"/>
                        <a:pt x="155162" y="130873"/>
                        <a:pt x="154972" y="141446"/>
                      </a:cubicBezTo>
                      <a:cubicBezTo>
                        <a:pt x="154781" y="153353"/>
                        <a:pt x="154972" y="161544"/>
                        <a:pt x="155734" y="166021"/>
                      </a:cubicBezTo>
                      <a:cubicBezTo>
                        <a:pt x="150781" y="169545"/>
                        <a:pt x="144113" y="171260"/>
                        <a:pt x="135636" y="171260"/>
                      </a:cubicBezTo>
                      <a:cubicBezTo>
                        <a:pt x="132112" y="171260"/>
                        <a:pt x="126873" y="170879"/>
                        <a:pt x="119729" y="170212"/>
                      </a:cubicBezTo>
                      <a:cubicBezTo>
                        <a:pt x="112585" y="169545"/>
                        <a:pt x="107156" y="169164"/>
                        <a:pt x="103442" y="169164"/>
                      </a:cubicBezTo>
                      <a:cubicBezTo>
                        <a:pt x="99917" y="169164"/>
                        <a:pt x="96679" y="169450"/>
                        <a:pt x="93631" y="169831"/>
                      </a:cubicBezTo>
                      <a:lnTo>
                        <a:pt x="93631" y="168021"/>
                      </a:lnTo>
                      <a:cubicBezTo>
                        <a:pt x="92011" y="168307"/>
                        <a:pt x="88392" y="168402"/>
                        <a:pt x="82677" y="168402"/>
                      </a:cubicBezTo>
                      <a:cubicBezTo>
                        <a:pt x="78962" y="168402"/>
                        <a:pt x="75533" y="169259"/>
                        <a:pt x="72200" y="170879"/>
                      </a:cubicBezTo>
                      <a:cubicBezTo>
                        <a:pt x="71057" y="170117"/>
                        <a:pt x="69533" y="169831"/>
                        <a:pt x="67627" y="169831"/>
                      </a:cubicBezTo>
                      <a:cubicBezTo>
                        <a:pt x="64865" y="170117"/>
                        <a:pt x="63151" y="170117"/>
                        <a:pt x="62675" y="169831"/>
                      </a:cubicBezTo>
                      <a:cubicBezTo>
                        <a:pt x="58960" y="170974"/>
                        <a:pt x="57055" y="173927"/>
                        <a:pt x="57055" y="178594"/>
                      </a:cubicBezTo>
                      <a:cubicBezTo>
                        <a:pt x="57055" y="181928"/>
                        <a:pt x="57626" y="184499"/>
                        <a:pt x="58769" y="186309"/>
                      </a:cubicBezTo>
                      <a:cubicBezTo>
                        <a:pt x="53626" y="184880"/>
                        <a:pt x="49054" y="186214"/>
                        <a:pt x="45149" y="190119"/>
                      </a:cubicBezTo>
                      <a:lnTo>
                        <a:pt x="54197" y="188404"/>
                      </a:lnTo>
                      <a:lnTo>
                        <a:pt x="53150" y="190119"/>
                      </a:lnTo>
                      <a:cubicBezTo>
                        <a:pt x="53626" y="191071"/>
                        <a:pt x="54197" y="191548"/>
                        <a:pt x="54864" y="191548"/>
                      </a:cubicBezTo>
                      <a:cubicBezTo>
                        <a:pt x="54388" y="191548"/>
                        <a:pt x="55721" y="190500"/>
                        <a:pt x="58769" y="188404"/>
                      </a:cubicBezTo>
                      <a:cubicBezTo>
                        <a:pt x="58769" y="187452"/>
                        <a:pt x="58674" y="194215"/>
                        <a:pt x="58388" y="208693"/>
                      </a:cubicBezTo>
                      <a:cubicBezTo>
                        <a:pt x="58198" y="217075"/>
                        <a:pt x="59531" y="223456"/>
                        <a:pt x="62675" y="227933"/>
                      </a:cubicBezTo>
                      <a:cubicBezTo>
                        <a:pt x="71342" y="229076"/>
                        <a:pt x="80486" y="229743"/>
                        <a:pt x="90107" y="229743"/>
                      </a:cubicBezTo>
                      <a:cubicBezTo>
                        <a:pt x="97345" y="229743"/>
                        <a:pt x="107918" y="229267"/>
                        <a:pt x="121825" y="228314"/>
                      </a:cubicBezTo>
                      <a:cubicBezTo>
                        <a:pt x="135731" y="227362"/>
                        <a:pt x="146209" y="226886"/>
                        <a:pt x="153162" y="226886"/>
                      </a:cubicBezTo>
                      <a:cubicBezTo>
                        <a:pt x="163735" y="226886"/>
                        <a:pt x="173450" y="227647"/>
                        <a:pt x="182690" y="228981"/>
                      </a:cubicBezTo>
                      <a:cubicBezTo>
                        <a:pt x="184309" y="225266"/>
                        <a:pt x="187547" y="224885"/>
                        <a:pt x="192500" y="227933"/>
                      </a:cubicBezTo>
                      <a:close/>
                      <a:moveTo>
                        <a:pt x="11239" y="51911"/>
                      </a:moveTo>
                      <a:lnTo>
                        <a:pt x="13335" y="54769"/>
                      </a:lnTo>
                      <a:lnTo>
                        <a:pt x="12954" y="55436"/>
                      </a:lnTo>
                      <a:cubicBezTo>
                        <a:pt x="12001" y="54578"/>
                        <a:pt x="11430" y="53435"/>
                        <a:pt x="11144" y="51911"/>
                      </a:cubicBezTo>
                      <a:close/>
                      <a:moveTo>
                        <a:pt x="83153" y="152305"/>
                      </a:moveTo>
                      <a:lnTo>
                        <a:pt x="78962" y="152305"/>
                      </a:lnTo>
                      <a:cubicBezTo>
                        <a:pt x="79724" y="153924"/>
                        <a:pt x="81058" y="153924"/>
                        <a:pt x="83153" y="152305"/>
                      </a:cubicBezTo>
                      <a:lnTo>
                        <a:pt x="84963" y="152305"/>
                      </a:lnTo>
                      <a:cubicBezTo>
                        <a:pt x="84963" y="152305"/>
                        <a:pt x="85630" y="153543"/>
                        <a:pt x="85630" y="154781"/>
                      </a:cubicBezTo>
                      <a:lnTo>
                        <a:pt x="90583" y="152305"/>
                      </a:lnTo>
                      <a:cubicBezTo>
                        <a:pt x="91726" y="153448"/>
                        <a:pt x="92392" y="154305"/>
                        <a:pt x="92392" y="154781"/>
                      </a:cubicBezTo>
                      <a:lnTo>
                        <a:pt x="97631" y="154781"/>
                      </a:lnTo>
                      <a:lnTo>
                        <a:pt x="97631" y="152305"/>
                      </a:lnTo>
                      <a:lnTo>
                        <a:pt x="84963" y="152305"/>
                      </a:lnTo>
                      <a:cubicBezTo>
                        <a:pt x="84487" y="151829"/>
                        <a:pt x="83915" y="151829"/>
                        <a:pt x="83153" y="152305"/>
                      </a:cubicBezTo>
                      <a:close/>
                      <a:moveTo>
                        <a:pt x="151638" y="20003"/>
                      </a:moveTo>
                      <a:lnTo>
                        <a:pt x="148876" y="18288"/>
                      </a:lnTo>
                      <a:lnTo>
                        <a:pt x="151638" y="23908"/>
                      </a:lnTo>
                      <a:lnTo>
                        <a:pt x="151638" y="20098"/>
                      </a:lnTo>
                      <a:close/>
                      <a:moveTo>
                        <a:pt x="216599" y="246983"/>
                      </a:moveTo>
                      <a:lnTo>
                        <a:pt x="218027" y="246983"/>
                      </a:lnTo>
                      <a:lnTo>
                        <a:pt x="213836" y="249460"/>
                      </a:lnTo>
                      <a:lnTo>
                        <a:pt x="216599" y="246983"/>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 name="Google Shape;1343;p99"/>
                <p:cNvSpPr/>
                <p:nvPr/>
              </p:nvSpPr>
              <p:spPr>
                <a:xfrm>
                  <a:off x="4732495" y="3761041"/>
                  <a:ext cx="199262" cy="296703"/>
                </a:xfrm>
                <a:custGeom>
                  <a:avLst/>
                  <a:gdLst/>
                  <a:ahLst/>
                  <a:cxnLst/>
                  <a:rect l="l" t="t" r="r" b="b"/>
                  <a:pathLst>
                    <a:path w="199262" h="296703" extrusionOk="0">
                      <a:moveTo>
                        <a:pt x="198977" y="200692"/>
                      </a:moveTo>
                      <a:cubicBezTo>
                        <a:pt x="197358" y="201359"/>
                        <a:pt x="196501" y="202311"/>
                        <a:pt x="196501" y="203454"/>
                      </a:cubicBezTo>
                      <a:cubicBezTo>
                        <a:pt x="196501" y="202502"/>
                        <a:pt x="197358" y="204311"/>
                        <a:pt x="198977" y="208693"/>
                      </a:cubicBezTo>
                      <a:cubicBezTo>
                        <a:pt x="196691" y="213170"/>
                        <a:pt x="195453" y="218789"/>
                        <a:pt x="195453" y="225552"/>
                      </a:cubicBezTo>
                      <a:cubicBezTo>
                        <a:pt x="195453" y="229267"/>
                        <a:pt x="196024" y="235077"/>
                        <a:pt x="197072" y="242888"/>
                      </a:cubicBezTo>
                      <a:cubicBezTo>
                        <a:pt x="198120" y="250698"/>
                        <a:pt x="198691" y="256318"/>
                        <a:pt x="198691" y="259652"/>
                      </a:cubicBezTo>
                      <a:cubicBezTo>
                        <a:pt x="198691" y="274892"/>
                        <a:pt x="190500" y="283274"/>
                        <a:pt x="174117" y="284798"/>
                      </a:cubicBezTo>
                      <a:cubicBezTo>
                        <a:pt x="172021" y="282702"/>
                        <a:pt x="169831" y="281654"/>
                        <a:pt x="167449" y="281654"/>
                      </a:cubicBezTo>
                      <a:cubicBezTo>
                        <a:pt x="166306" y="281654"/>
                        <a:pt x="164687" y="282035"/>
                        <a:pt x="162687" y="282702"/>
                      </a:cubicBezTo>
                      <a:cubicBezTo>
                        <a:pt x="160687" y="283464"/>
                        <a:pt x="159353" y="283845"/>
                        <a:pt x="158687" y="283845"/>
                      </a:cubicBezTo>
                      <a:cubicBezTo>
                        <a:pt x="156305" y="283845"/>
                        <a:pt x="154781" y="282702"/>
                        <a:pt x="153829" y="280321"/>
                      </a:cubicBezTo>
                      <a:lnTo>
                        <a:pt x="149923" y="279273"/>
                      </a:lnTo>
                      <a:lnTo>
                        <a:pt x="151733" y="278225"/>
                      </a:lnTo>
                      <a:cubicBezTo>
                        <a:pt x="148019" y="277559"/>
                        <a:pt x="144304" y="274320"/>
                        <a:pt x="140684" y="268510"/>
                      </a:cubicBezTo>
                      <a:cubicBezTo>
                        <a:pt x="137065" y="262795"/>
                        <a:pt x="133445" y="259556"/>
                        <a:pt x="129635" y="258794"/>
                      </a:cubicBezTo>
                      <a:cubicBezTo>
                        <a:pt x="129921" y="257937"/>
                        <a:pt x="129921" y="256889"/>
                        <a:pt x="129635" y="255651"/>
                      </a:cubicBezTo>
                      <a:cubicBezTo>
                        <a:pt x="129159" y="254222"/>
                        <a:pt x="128969" y="253460"/>
                        <a:pt x="128969" y="253175"/>
                      </a:cubicBezTo>
                      <a:cubicBezTo>
                        <a:pt x="128969" y="252032"/>
                        <a:pt x="129826" y="251175"/>
                        <a:pt x="131445" y="250698"/>
                      </a:cubicBezTo>
                      <a:cubicBezTo>
                        <a:pt x="127730" y="248222"/>
                        <a:pt x="123920" y="242792"/>
                        <a:pt x="120205" y="234696"/>
                      </a:cubicBezTo>
                      <a:cubicBezTo>
                        <a:pt x="116491" y="226600"/>
                        <a:pt x="112871" y="221456"/>
                        <a:pt x="109347" y="219075"/>
                      </a:cubicBezTo>
                      <a:cubicBezTo>
                        <a:pt x="108395" y="212312"/>
                        <a:pt x="105251" y="204407"/>
                        <a:pt x="99917" y="195549"/>
                      </a:cubicBezTo>
                      <a:cubicBezTo>
                        <a:pt x="91726" y="182690"/>
                        <a:pt x="87344" y="175736"/>
                        <a:pt x="86963" y="174498"/>
                      </a:cubicBezTo>
                      <a:cubicBezTo>
                        <a:pt x="87154" y="172403"/>
                        <a:pt x="86296" y="169641"/>
                        <a:pt x="84296" y="166402"/>
                      </a:cubicBezTo>
                      <a:cubicBezTo>
                        <a:pt x="82296" y="163163"/>
                        <a:pt x="81344" y="160592"/>
                        <a:pt x="81344" y="159068"/>
                      </a:cubicBezTo>
                      <a:cubicBezTo>
                        <a:pt x="81344" y="158115"/>
                        <a:pt x="81724" y="157067"/>
                        <a:pt x="82391" y="155829"/>
                      </a:cubicBezTo>
                      <a:cubicBezTo>
                        <a:pt x="81248" y="156305"/>
                        <a:pt x="80200" y="156591"/>
                        <a:pt x="79248" y="156591"/>
                      </a:cubicBezTo>
                      <a:cubicBezTo>
                        <a:pt x="75914" y="156591"/>
                        <a:pt x="73152" y="153067"/>
                        <a:pt x="70771" y="145923"/>
                      </a:cubicBezTo>
                      <a:cubicBezTo>
                        <a:pt x="68485" y="138779"/>
                        <a:pt x="64961" y="135255"/>
                        <a:pt x="60293" y="135255"/>
                      </a:cubicBezTo>
                      <a:cubicBezTo>
                        <a:pt x="59341" y="135255"/>
                        <a:pt x="58293" y="135255"/>
                        <a:pt x="57150" y="135541"/>
                      </a:cubicBezTo>
                      <a:cubicBezTo>
                        <a:pt x="58293" y="141827"/>
                        <a:pt x="58864" y="148876"/>
                        <a:pt x="58864" y="156591"/>
                      </a:cubicBezTo>
                      <a:cubicBezTo>
                        <a:pt x="58864" y="162878"/>
                        <a:pt x="58293" y="172212"/>
                        <a:pt x="57150" y="184690"/>
                      </a:cubicBezTo>
                      <a:cubicBezTo>
                        <a:pt x="56007" y="197168"/>
                        <a:pt x="55436" y="206502"/>
                        <a:pt x="55436" y="212598"/>
                      </a:cubicBezTo>
                      <a:cubicBezTo>
                        <a:pt x="55436" y="224219"/>
                        <a:pt x="56959" y="234601"/>
                        <a:pt x="60007" y="243745"/>
                      </a:cubicBezTo>
                      <a:cubicBezTo>
                        <a:pt x="56959" y="245555"/>
                        <a:pt x="55436" y="248222"/>
                        <a:pt x="55436" y="251746"/>
                      </a:cubicBezTo>
                      <a:cubicBezTo>
                        <a:pt x="55436" y="253651"/>
                        <a:pt x="55816" y="256318"/>
                        <a:pt x="56864" y="259842"/>
                      </a:cubicBezTo>
                      <a:cubicBezTo>
                        <a:pt x="57721" y="263366"/>
                        <a:pt x="58198" y="265938"/>
                        <a:pt x="58198" y="267558"/>
                      </a:cubicBezTo>
                      <a:cubicBezTo>
                        <a:pt x="58198" y="271082"/>
                        <a:pt x="56388" y="273558"/>
                        <a:pt x="52959" y="274892"/>
                      </a:cubicBezTo>
                      <a:cubicBezTo>
                        <a:pt x="52959" y="277940"/>
                        <a:pt x="52006" y="280130"/>
                        <a:pt x="50101" y="281559"/>
                      </a:cubicBezTo>
                      <a:lnTo>
                        <a:pt x="13335" y="279940"/>
                      </a:lnTo>
                      <a:cubicBezTo>
                        <a:pt x="13335" y="278416"/>
                        <a:pt x="12954" y="277749"/>
                        <a:pt x="12192" y="277749"/>
                      </a:cubicBezTo>
                      <a:cubicBezTo>
                        <a:pt x="12001" y="277749"/>
                        <a:pt x="11335" y="278035"/>
                        <a:pt x="10382" y="278606"/>
                      </a:cubicBezTo>
                      <a:cubicBezTo>
                        <a:pt x="9430" y="279178"/>
                        <a:pt x="8763" y="279464"/>
                        <a:pt x="8382" y="279464"/>
                      </a:cubicBezTo>
                      <a:cubicBezTo>
                        <a:pt x="7620" y="279464"/>
                        <a:pt x="7048" y="278987"/>
                        <a:pt x="6572" y="278035"/>
                      </a:cubicBezTo>
                      <a:cubicBezTo>
                        <a:pt x="3048" y="275654"/>
                        <a:pt x="1333" y="272796"/>
                        <a:pt x="1333" y="269272"/>
                      </a:cubicBezTo>
                      <a:cubicBezTo>
                        <a:pt x="1333" y="267653"/>
                        <a:pt x="2000" y="264795"/>
                        <a:pt x="3334" y="260700"/>
                      </a:cubicBezTo>
                      <a:cubicBezTo>
                        <a:pt x="4572" y="256604"/>
                        <a:pt x="5239" y="253365"/>
                        <a:pt x="5239" y="251079"/>
                      </a:cubicBezTo>
                      <a:cubicBezTo>
                        <a:pt x="5239" y="248984"/>
                        <a:pt x="4763" y="246983"/>
                        <a:pt x="3810" y="245174"/>
                      </a:cubicBezTo>
                      <a:cubicBezTo>
                        <a:pt x="2857" y="239078"/>
                        <a:pt x="2476" y="228219"/>
                        <a:pt x="2762" y="212503"/>
                      </a:cubicBezTo>
                      <a:cubicBezTo>
                        <a:pt x="3048" y="198692"/>
                        <a:pt x="2096" y="187928"/>
                        <a:pt x="0" y="180213"/>
                      </a:cubicBezTo>
                      <a:cubicBezTo>
                        <a:pt x="1810" y="177641"/>
                        <a:pt x="2762" y="174403"/>
                        <a:pt x="2762" y="170402"/>
                      </a:cubicBezTo>
                      <a:cubicBezTo>
                        <a:pt x="2762" y="168783"/>
                        <a:pt x="2476" y="166211"/>
                        <a:pt x="2096" y="162878"/>
                      </a:cubicBezTo>
                      <a:cubicBezTo>
                        <a:pt x="1619" y="159544"/>
                        <a:pt x="1429" y="156972"/>
                        <a:pt x="1429" y="155353"/>
                      </a:cubicBezTo>
                      <a:cubicBezTo>
                        <a:pt x="1429" y="150781"/>
                        <a:pt x="2762" y="146876"/>
                        <a:pt x="5620" y="143828"/>
                      </a:cubicBezTo>
                      <a:cubicBezTo>
                        <a:pt x="2096" y="130302"/>
                        <a:pt x="571" y="114872"/>
                        <a:pt x="1048" y="97536"/>
                      </a:cubicBezTo>
                      <a:lnTo>
                        <a:pt x="2762" y="97536"/>
                      </a:lnTo>
                      <a:cubicBezTo>
                        <a:pt x="2286" y="95631"/>
                        <a:pt x="2096" y="93441"/>
                        <a:pt x="2096" y="90869"/>
                      </a:cubicBezTo>
                      <a:cubicBezTo>
                        <a:pt x="2096" y="88583"/>
                        <a:pt x="2381" y="84868"/>
                        <a:pt x="2953" y="80010"/>
                      </a:cubicBezTo>
                      <a:cubicBezTo>
                        <a:pt x="3524" y="75152"/>
                        <a:pt x="3810" y="71342"/>
                        <a:pt x="3810" y="68771"/>
                      </a:cubicBezTo>
                      <a:cubicBezTo>
                        <a:pt x="3810" y="63627"/>
                        <a:pt x="2857" y="59246"/>
                        <a:pt x="953" y="55436"/>
                      </a:cubicBezTo>
                      <a:cubicBezTo>
                        <a:pt x="3810" y="55245"/>
                        <a:pt x="6763" y="54102"/>
                        <a:pt x="10096" y="51911"/>
                      </a:cubicBezTo>
                      <a:cubicBezTo>
                        <a:pt x="10287" y="52674"/>
                        <a:pt x="11335" y="53054"/>
                        <a:pt x="13240" y="53245"/>
                      </a:cubicBezTo>
                      <a:cubicBezTo>
                        <a:pt x="15049" y="53245"/>
                        <a:pt x="16478" y="53721"/>
                        <a:pt x="17336" y="54388"/>
                      </a:cubicBezTo>
                      <a:lnTo>
                        <a:pt x="20193" y="50483"/>
                      </a:lnTo>
                      <a:cubicBezTo>
                        <a:pt x="19431" y="52388"/>
                        <a:pt x="19717" y="54293"/>
                        <a:pt x="20860" y="56293"/>
                      </a:cubicBezTo>
                      <a:cubicBezTo>
                        <a:pt x="22003" y="58293"/>
                        <a:pt x="23622" y="58960"/>
                        <a:pt x="25813" y="58198"/>
                      </a:cubicBezTo>
                      <a:cubicBezTo>
                        <a:pt x="27908" y="55817"/>
                        <a:pt x="28956" y="53816"/>
                        <a:pt x="28956" y="51816"/>
                      </a:cubicBezTo>
                      <a:cubicBezTo>
                        <a:pt x="28956" y="48578"/>
                        <a:pt x="25337" y="45530"/>
                        <a:pt x="18097" y="42577"/>
                      </a:cubicBezTo>
                      <a:cubicBezTo>
                        <a:pt x="10858" y="39624"/>
                        <a:pt x="6953" y="37624"/>
                        <a:pt x="6572" y="36767"/>
                      </a:cubicBezTo>
                      <a:cubicBezTo>
                        <a:pt x="7429" y="36957"/>
                        <a:pt x="8477" y="37052"/>
                        <a:pt x="9334" y="37052"/>
                      </a:cubicBezTo>
                      <a:cubicBezTo>
                        <a:pt x="11239" y="37052"/>
                        <a:pt x="16097" y="35052"/>
                        <a:pt x="24098" y="31052"/>
                      </a:cubicBezTo>
                      <a:cubicBezTo>
                        <a:pt x="23336" y="29718"/>
                        <a:pt x="22574" y="28956"/>
                        <a:pt x="21622" y="28956"/>
                      </a:cubicBezTo>
                      <a:cubicBezTo>
                        <a:pt x="21241" y="28956"/>
                        <a:pt x="20383" y="29242"/>
                        <a:pt x="19145" y="30004"/>
                      </a:cubicBezTo>
                      <a:cubicBezTo>
                        <a:pt x="18002" y="30671"/>
                        <a:pt x="17050" y="31052"/>
                        <a:pt x="16383" y="31052"/>
                      </a:cubicBezTo>
                      <a:cubicBezTo>
                        <a:pt x="17050" y="30575"/>
                        <a:pt x="17431" y="29242"/>
                        <a:pt x="17431" y="27242"/>
                      </a:cubicBezTo>
                      <a:cubicBezTo>
                        <a:pt x="11144" y="23336"/>
                        <a:pt x="6191" y="21908"/>
                        <a:pt x="2667" y="23432"/>
                      </a:cubicBezTo>
                      <a:lnTo>
                        <a:pt x="2667" y="6953"/>
                      </a:lnTo>
                      <a:lnTo>
                        <a:pt x="62008" y="5144"/>
                      </a:lnTo>
                      <a:cubicBezTo>
                        <a:pt x="65056" y="11144"/>
                        <a:pt x="68008" y="17431"/>
                        <a:pt x="70961" y="23527"/>
                      </a:cubicBezTo>
                      <a:cubicBezTo>
                        <a:pt x="73914" y="29718"/>
                        <a:pt x="75057" y="36481"/>
                        <a:pt x="74295" y="43720"/>
                      </a:cubicBezTo>
                      <a:cubicBezTo>
                        <a:pt x="75914" y="41815"/>
                        <a:pt x="77343" y="40958"/>
                        <a:pt x="78486" y="40958"/>
                      </a:cubicBezTo>
                      <a:cubicBezTo>
                        <a:pt x="79343" y="40958"/>
                        <a:pt x="80391" y="42291"/>
                        <a:pt x="81629" y="44958"/>
                      </a:cubicBezTo>
                      <a:cubicBezTo>
                        <a:pt x="82772" y="47625"/>
                        <a:pt x="83915" y="49435"/>
                        <a:pt x="85154" y="50387"/>
                      </a:cubicBezTo>
                      <a:cubicBezTo>
                        <a:pt x="84677" y="52007"/>
                        <a:pt x="84487" y="53531"/>
                        <a:pt x="84487" y="54959"/>
                      </a:cubicBezTo>
                      <a:cubicBezTo>
                        <a:pt x="84487" y="58008"/>
                        <a:pt x="86678" y="61532"/>
                        <a:pt x="91154" y="65627"/>
                      </a:cubicBezTo>
                      <a:cubicBezTo>
                        <a:pt x="95631" y="69723"/>
                        <a:pt x="97726" y="73628"/>
                        <a:pt x="97536" y="77438"/>
                      </a:cubicBezTo>
                      <a:cubicBezTo>
                        <a:pt x="98488" y="79343"/>
                        <a:pt x="102965" y="87821"/>
                        <a:pt x="111252" y="103061"/>
                      </a:cubicBezTo>
                      <a:cubicBezTo>
                        <a:pt x="111252" y="109442"/>
                        <a:pt x="112204" y="113538"/>
                        <a:pt x="114014" y="115348"/>
                      </a:cubicBezTo>
                      <a:cubicBezTo>
                        <a:pt x="114967" y="114872"/>
                        <a:pt x="115729" y="114681"/>
                        <a:pt x="116491" y="114681"/>
                      </a:cubicBezTo>
                      <a:cubicBezTo>
                        <a:pt x="117634" y="114681"/>
                        <a:pt x="118300" y="115634"/>
                        <a:pt x="118586" y="117539"/>
                      </a:cubicBezTo>
                      <a:cubicBezTo>
                        <a:pt x="118872" y="120110"/>
                        <a:pt x="119063" y="121634"/>
                        <a:pt x="119348" y="122111"/>
                      </a:cubicBezTo>
                      <a:cubicBezTo>
                        <a:pt x="120777" y="123063"/>
                        <a:pt x="123158" y="126587"/>
                        <a:pt x="126778" y="132683"/>
                      </a:cubicBezTo>
                      <a:cubicBezTo>
                        <a:pt x="129540" y="137160"/>
                        <a:pt x="132969" y="139446"/>
                        <a:pt x="136874" y="139732"/>
                      </a:cubicBezTo>
                      <a:cubicBezTo>
                        <a:pt x="136398" y="141351"/>
                        <a:pt x="137350" y="143161"/>
                        <a:pt x="139637" y="144971"/>
                      </a:cubicBezTo>
                      <a:lnTo>
                        <a:pt x="143542" y="140780"/>
                      </a:lnTo>
                      <a:lnTo>
                        <a:pt x="142494" y="90392"/>
                      </a:lnTo>
                      <a:cubicBezTo>
                        <a:pt x="144113" y="89249"/>
                        <a:pt x="144971" y="88106"/>
                        <a:pt x="144971" y="86868"/>
                      </a:cubicBezTo>
                      <a:cubicBezTo>
                        <a:pt x="144971" y="85916"/>
                        <a:pt x="144113" y="84392"/>
                        <a:pt x="142684" y="82296"/>
                      </a:cubicBezTo>
                      <a:cubicBezTo>
                        <a:pt x="141161" y="80201"/>
                        <a:pt x="140398" y="78581"/>
                        <a:pt x="140398" y="77343"/>
                      </a:cubicBezTo>
                      <a:cubicBezTo>
                        <a:pt x="140398" y="75724"/>
                        <a:pt x="141446" y="74105"/>
                        <a:pt x="143542" y="72771"/>
                      </a:cubicBezTo>
                      <a:cubicBezTo>
                        <a:pt x="141637" y="67628"/>
                        <a:pt x="140684" y="62103"/>
                        <a:pt x="140684" y="56293"/>
                      </a:cubicBezTo>
                      <a:cubicBezTo>
                        <a:pt x="140684" y="52102"/>
                        <a:pt x="141256" y="46006"/>
                        <a:pt x="142494" y="38291"/>
                      </a:cubicBezTo>
                      <a:cubicBezTo>
                        <a:pt x="143637" y="30575"/>
                        <a:pt x="144304" y="24956"/>
                        <a:pt x="144304" y="21431"/>
                      </a:cubicBezTo>
                      <a:cubicBezTo>
                        <a:pt x="144304" y="18669"/>
                        <a:pt x="144018" y="16002"/>
                        <a:pt x="143542" y="13335"/>
                      </a:cubicBezTo>
                      <a:cubicBezTo>
                        <a:pt x="146113" y="13335"/>
                        <a:pt x="148590" y="10859"/>
                        <a:pt x="150971" y="6001"/>
                      </a:cubicBezTo>
                      <a:cubicBezTo>
                        <a:pt x="153067" y="1715"/>
                        <a:pt x="156020" y="95"/>
                        <a:pt x="159734" y="1048"/>
                      </a:cubicBezTo>
                      <a:lnTo>
                        <a:pt x="165640" y="1048"/>
                      </a:lnTo>
                      <a:cubicBezTo>
                        <a:pt x="168021" y="1048"/>
                        <a:pt x="171259" y="858"/>
                        <a:pt x="175450" y="476"/>
                      </a:cubicBezTo>
                      <a:cubicBezTo>
                        <a:pt x="179737" y="95"/>
                        <a:pt x="182785" y="0"/>
                        <a:pt x="184975" y="0"/>
                      </a:cubicBezTo>
                      <a:cubicBezTo>
                        <a:pt x="189643" y="0"/>
                        <a:pt x="193453" y="1334"/>
                        <a:pt x="196596" y="4191"/>
                      </a:cubicBezTo>
                      <a:cubicBezTo>
                        <a:pt x="198025" y="20098"/>
                        <a:pt x="198691" y="39624"/>
                        <a:pt x="198691" y="62770"/>
                      </a:cubicBezTo>
                      <a:cubicBezTo>
                        <a:pt x="198691" y="72104"/>
                        <a:pt x="198596" y="86583"/>
                        <a:pt x="198311" y="105918"/>
                      </a:cubicBezTo>
                      <a:cubicBezTo>
                        <a:pt x="198120" y="125349"/>
                        <a:pt x="197929" y="139827"/>
                        <a:pt x="197929" y="149352"/>
                      </a:cubicBezTo>
                      <a:cubicBezTo>
                        <a:pt x="197929" y="169259"/>
                        <a:pt x="198406" y="186309"/>
                        <a:pt x="199263" y="200597"/>
                      </a:cubicBezTo>
                      <a:close/>
                      <a:moveTo>
                        <a:pt x="2476" y="40958"/>
                      </a:moveTo>
                      <a:lnTo>
                        <a:pt x="6382" y="44863"/>
                      </a:lnTo>
                      <a:lnTo>
                        <a:pt x="6382" y="48768"/>
                      </a:lnTo>
                      <a:lnTo>
                        <a:pt x="2476" y="41053"/>
                      </a:lnTo>
                      <a:close/>
                      <a:moveTo>
                        <a:pt x="9144" y="48673"/>
                      </a:moveTo>
                      <a:cubicBezTo>
                        <a:pt x="9620" y="49625"/>
                        <a:pt x="9811" y="50673"/>
                        <a:pt x="9811" y="51816"/>
                      </a:cubicBezTo>
                      <a:cubicBezTo>
                        <a:pt x="9334" y="50959"/>
                        <a:pt x="9144" y="49911"/>
                        <a:pt x="9144" y="48673"/>
                      </a:cubicBezTo>
                      <a:close/>
                      <a:moveTo>
                        <a:pt x="14383" y="44768"/>
                      </a:moveTo>
                      <a:lnTo>
                        <a:pt x="14383" y="48673"/>
                      </a:lnTo>
                      <a:lnTo>
                        <a:pt x="10096" y="43720"/>
                      </a:lnTo>
                      <a:lnTo>
                        <a:pt x="14383" y="44768"/>
                      </a:lnTo>
                      <a:close/>
                      <a:moveTo>
                        <a:pt x="11906" y="30004"/>
                      </a:moveTo>
                      <a:cubicBezTo>
                        <a:pt x="14192" y="30004"/>
                        <a:pt x="15621" y="30290"/>
                        <a:pt x="16097" y="31052"/>
                      </a:cubicBezTo>
                      <a:lnTo>
                        <a:pt x="14383" y="32099"/>
                      </a:lnTo>
                      <a:lnTo>
                        <a:pt x="11906" y="30004"/>
                      </a:lnTo>
                      <a:close/>
                      <a:moveTo>
                        <a:pt x="29528" y="31052"/>
                      </a:moveTo>
                      <a:lnTo>
                        <a:pt x="28765" y="30385"/>
                      </a:lnTo>
                      <a:lnTo>
                        <a:pt x="26003" y="25813"/>
                      </a:lnTo>
                      <a:cubicBezTo>
                        <a:pt x="25051" y="24194"/>
                        <a:pt x="23431" y="23432"/>
                        <a:pt x="21050" y="23432"/>
                      </a:cubicBezTo>
                      <a:cubicBezTo>
                        <a:pt x="22003" y="23813"/>
                        <a:pt x="24574" y="26194"/>
                        <a:pt x="28765" y="30385"/>
                      </a:cubicBezTo>
                      <a:lnTo>
                        <a:pt x="29528" y="31052"/>
                      </a:lnTo>
                      <a:close/>
                      <a:moveTo>
                        <a:pt x="33719" y="50387"/>
                      </a:moveTo>
                      <a:lnTo>
                        <a:pt x="38957" y="50387"/>
                      </a:lnTo>
                      <a:cubicBezTo>
                        <a:pt x="37529" y="49721"/>
                        <a:pt x="35814" y="49721"/>
                        <a:pt x="33719" y="50387"/>
                      </a:cubicBezTo>
                      <a:lnTo>
                        <a:pt x="30575" y="50387"/>
                      </a:lnTo>
                      <a:lnTo>
                        <a:pt x="31623" y="53150"/>
                      </a:lnTo>
                      <a:cubicBezTo>
                        <a:pt x="31623" y="53626"/>
                        <a:pt x="31813" y="54293"/>
                        <a:pt x="32290" y="55245"/>
                      </a:cubicBezTo>
                      <a:lnTo>
                        <a:pt x="31623" y="53150"/>
                      </a:lnTo>
                      <a:cubicBezTo>
                        <a:pt x="31623" y="51721"/>
                        <a:pt x="32290" y="50864"/>
                        <a:pt x="33719" y="50387"/>
                      </a:cubicBezTo>
                      <a:close/>
                      <a:moveTo>
                        <a:pt x="38957" y="217075"/>
                      </a:moveTo>
                      <a:lnTo>
                        <a:pt x="38957" y="207550"/>
                      </a:lnTo>
                      <a:lnTo>
                        <a:pt x="37529" y="207550"/>
                      </a:lnTo>
                      <a:lnTo>
                        <a:pt x="37529" y="217075"/>
                      </a:lnTo>
                      <a:lnTo>
                        <a:pt x="38957" y="217075"/>
                      </a:lnTo>
                      <a:close/>
                      <a:moveTo>
                        <a:pt x="44958" y="55341"/>
                      </a:moveTo>
                      <a:cubicBezTo>
                        <a:pt x="44958" y="55341"/>
                        <a:pt x="46101" y="56388"/>
                        <a:pt x="47054" y="57150"/>
                      </a:cubicBezTo>
                      <a:lnTo>
                        <a:pt x="44958" y="55341"/>
                      </a:lnTo>
                      <a:cubicBezTo>
                        <a:pt x="44958" y="54007"/>
                        <a:pt x="44387" y="51721"/>
                        <a:pt x="43148" y="48673"/>
                      </a:cubicBezTo>
                      <a:cubicBezTo>
                        <a:pt x="42005" y="49625"/>
                        <a:pt x="41434" y="50578"/>
                        <a:pt x="41434" y="51435"/>
                      </a:cubicBezTo>
                      <a:cubicBezTo>
                        <a:pt x="41434" y="52578"/>
                        <a:pt x="42577" y="53912"/>
                        <a:pt x="44958" y="55245"/>
                      </a:cubicBezTo>
                      <a:close/>
                      <a:moveTo>
                        <a:pt x="46006" y="65151"/>
                      </a:moveTo>
                      <a:lnTo>
                        <a:pt x="52673" y="65151"/>
                      </a:lnTo>
                      <a:lnTo>
                        <a:pt x="48101" y="61246"/>
                      </a:lnTo>
                      <a:lnTo>
                        <a:pt x="46006" y="65151"/>
                      </a:lnTo>
                      <a:close/>
                      <a:moveTo>
                        <a:pt x="110966" y="281654"/>
                      </a:moveTo>
                      <a:cubicBezTo>
                        <a:pt x="112586" y="281178"/>
                        <a:pt x="114395" y="281654"/>
                        <a:pt x="116205" y="282797"/>
                      </a:cubicBezTo>
                      <a:lnTo>
                        <a:pt x="112014" y="285845"/>
                      </a:lnTo>
                      <a:lnTo>
                        <a:pt x="110966" y="281654"/>
                      </a:lnTo>
                      <a:close/>
                      <a:moveTo>
                        <a:pt x="139351" y="296704"/>
                      </a:moveTo>
                      <a:lnTo>
                        <a:pt x="139351" y="291465"/>
                      </a:lnTo>
                      <a:lnTo>
                        <a:pt x="140779" y="291465"/>
                      </a:lnTo>
                      <a:cubicBezTo>
                        <a:pt x="140970" y="292894"/>
                        <a:pt x="140494" y="294608"/>
                        <a:pt x="139351" y="296704"/>
                      </a:cubicBezTo>
                      <a:close/>
                      <a:moveTo>
                        <a:pt x="152686" y="238411"/>
                      </a:moveTo>
                      <a:cubicBezTo>
                        <a:pt x="150114" y="239840"/>
                        <a:pt x="148780" y="241268"/>
                        <a:pt x="148780" y="242697"/>
                      </a:cubicBezTo>
                      <a:cubicBezTo>
                        <a:pt x="148780" y="243554"/>
                        <a:pt x="149447" y="245078"/>
                        <a:pt x="150876" y="247079"/>
                      </a:cubicBezTo>
                      <a:cubicBezTo>
                        <a:pt x="152305" y="249079"/>
                        <a:pt x="152971" y="250508"/>
                        <a:pt x="152971" y="251460"/>
                      </a:cubicBezTo>
                      <a:lnTo>
                        <a:pt x="152971" y="252222"/>
                      </a:lnTo>
                      <a:cubicBezTo>
                        <a:pt x="152971" y="252222"/>
                        <a:pt x="152686" y="252984"/>
                        <a:pt x="152686" y="253270"/>
                      </a:cubicBezTo>
                      <a:cubicBezTo>
                        <a:pt x="152876" y="252794"/>
                        <a:pt x="153067" y="252127"/>
                        <a:pt x="153162" y="251270"/>
                      </a:cubicBezTo>
                      <a:cubicBezTo>
                        <a:pt x="153162" y="250508"/>
                        <a:pt x="153638" y="249269"/>
                        <a:pt x="154400" y="247650"/>
                      </a:cubicBezTo>
                      <a:cubicBezTo>
                        <a:pt x="155067" y="246031"/>
                        <a:pt x="155448" y="244697"/>
                        <a:pt x="155448" y="243745"/>
                      </a:cubicBezTo>
                      <a:cubicBezTo>
                        <a:pt x="155448" y="242126"/>
                        <a:pt x="154496" y="240316"/>
                        <a:pt x="152686" y="238506"/>
                      </a:cubicBezTo>
                      <a:close/>
                      <a:moveTo>
                        <a:pt x="152686" y="269272"/>
                      </a:moveTo>
                      <a:cubicBezTo>
                        <a:pt x="155067" y="267462"/>
                        <a:pt x="155924" y="265748"/>
                        <a:pt x="155448" y="264319"/>
                      </a:cubicBezTo>
                      <a:cubicBezTo>
                        <a:pt x="154972" y="262700"/>
                        <a:pt x="154019" y="262128"/>
                        <a:pt x="152686" y="262509"/>
                      </a:cubicBezTo>
                      <a:cubicBezTo>
                        <a:pt x="151257" y="263938"/>
                        <a:pt x="150781" y="265367"/>
                        <a:pt x="151257" y="266795"/>
                      </a:cubicBezTo>
                      <a:cubicBezTo>
                        <a:pt x="152209" y="269081"/>
                        <a:pt x="152686" y="270034"/>
                        <a:pt x="152686" y="269558"/>
                      </a:cubicBezTo>
                      <a:lnTo>
                        <a:pt x="153733" y="270605"/>
                      </a:lnTo>
                      <a:cubicBezTo>
                        <a:pt x="154876" y="271749"/>
                        <a:pt x="155448" y="272701"/>
                        <a:pt x="155448" y="273368"/>
                      </a:cubicBezTo>
                      <a:cubicBezTo>
                        <a:pt x="155638" y="272701"/>
                        <a:pt x="155353" y="272034"/>
                        <a:pt x="154400" y="271177"/>
                      </a:cubicBezTo>
                      <a:cubicBezTo>
                        <a:pt x="153448" y="270320"/>
                        <a:pt x="152876" y="269653"/>
                        <a:pt x="152590" y="269177"/>
                      </a:cubicBezTo>
                      <a:close/>
                      <a:moveTo>
                        <a:pt x="182499" y="89249"/>
                      </a:moveTo>
                      <a:lnTo>
                        <a:pt x="189547" y="93155"/>
                      </a:lnTo>
                      <a:lnTo>
                        <a:pt x="185642" y="88297"/>
                      </a:lnTo>
                      <a:lnTo>
                        <a:pt x="187738" y="85535"/>
                      </a:lnTo>
                      <a:lnTo>
                        <a:pt x="174022" y="79915"/>
                      </a:lnTo>
                      <a:cubicBezTo>
                        <a:pt x="175831" y="80582"/>
                        <a:pt x="176784" y="81629"/>
                        <a:pt x="176784" y="83058"/>
                      </a:cubicBezTo>
                      <a:cubicBezTo>
                        <a:pt x="176784" y="84392"/>
                        <a:pt x="175831" y="85630"/>
                        <a:pt x="174022" y="86583"/>
                      </a:cubicBezTo>
                      <a:cubicBezTo>
                        <a:pt x="173355" y="84963"/>
                        <a:pt x="172403" y="84106"/>
                        <a:pt x="171259" y="84106"/>
                      </a:cubicBezTo>
                      <a:cubicBezTo>
                        <a:pt x="170497" y="84106"/>
                        <a:pt x="169450" y="84392"/>
                        <a:pt x="168116" y="84773"/>
                      </a:cubicBezTo>
                      <a:cubicBezTo>
                        <a:pt x="166688" y="85249"/>
                        <a:pt x="165640" y="85535"/>
                        <a:pt x="164878" y="85535"/>
                      </a:cubicBezTo>
                      <a:cubicBezTo>
                        <a:pt x="163925" y="85535"/>
                        <a:pt x="163163" y="85154"/>
                        <a:pt x="162496" y="84487"/>
                      </a:cubicBezTo>
                      <a:lnTo>
                        <a:pt x="163544" y="82677"/>
                      </a:lnTo>
                      <a:lnTo>
                        <a:pt x="151638" y="85535"/>
                      </a:lnTo>
                      <a:lnTo>
                        <a:pt x="158305" y="85535"/>
                      </a:lnTo>
                      <a:cubicBezTo>
                        <a:pt x="160591" y="85249"/>
                        <a:pt x="162592" y="86297"/>
                        <a:pt x="164116" y="88583"/>
                      </a:cubicBezTo>
                      <a:cubicBezTo>
                        <a:pt x="165640" y="90869"/>
                        <a:pt x="166402" y="92774"/>
                        <a:pt x="166402" y="94679"/>
                      </a:cubicBezTo>
                      <a:lnTo>
                        <a:pt x="167545" y="93250"/>
                      </a:lnTo>
                      <a:cubicBezTo>
                        <a:pt x="168497" y="93059"/>
                        <a:pt x="169259" y="93250"/>
                        <a:pt x="170021" y="93917"/>
                      </a:cubicBezTo>
                      <a:cubicBezTo>
                        <a:pt x="171164" y="95345"/>
                        <a:pt x="171926" y="96012"/>
                        <a:pt x="172117" y="96012"/>
                      </a:cubicBezTo>
                      <a:lnTo>
                        <a:pt x="172117" y="90774"/>
                      </a:lnTo>
                      <a:cubicBezTo>
                        <a:pt x="171926" y="88678"/>
                        <a:pt x="172593" y="87249"/>
                        <a:pt x="174212" y="86583"/>
                      </a:cubicBezTo>
                      <a:cubicBezTo>
                        <a:pt x="175831" y="87725"/>
                        <a:pt x="176784" y="88297"/>
                        <a:pt x="176974" y="88297"/>
                      </a:cubicBezTo>
                      <a:cubicBezTo>
                        <a:pt x="176974" y="85916"/>
                        <a:pt x="177546" y="84677"/>
                        <a:pt x="178784" y="84392"/>
                      </a:cubicBezTo>
                      <a:cubicBezTo>
                        <a:pt x="179737" y="83916"/>
                        <a:pt x="181451" y="84677"/>
                        <a:pt x="184023" y="86487"/>
                      </a:cubicBezTo>
                      <a:cubicBezTo>
                        <a:pt x="184309" y="87154"/>
                        <a:pt x="183737" y="88106"/>
                        <a:pt x="182594" y="89249"/>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 name="Google Shape;1344;p99"/>
                <p:cNvSpPr/>
                <p:nvPr/>
              </p:nvSpPr>
              <p:spPr>
                <a:xfrm>
                  <a:off x="4987861" y="3759612"/>
                  <a:ext cx="262413" cy="283273"/>
                </a:xfrm>
                <a:custGeom>
                  <a:avLst/>
                  <a:gdLst/>
                  <a:ahLst/>
                  <a:cxnLst/>
                  <a:rect l="l" t="t" r="r" b="b"/>
                  <a:pathLst>
                    <a:path w="262413" h="283273" extrusionOk="0">
                      <a:moveTo>
                        <a:pt x="3905" y="196501"/>
                      </a:moveTo>
                      <a:cubicBezTo>
                        <a:pt x="3620" y="198882"/>
                        <a:pt x="3905" y="200025"/>
                        <a:pt x="4953" y="200025"/>
                      </a:cubicBezTo>
                      <a:cubicBezTo>
                        <a:pt x="5239" y="200025"/>
                        <a:pt x="5620" y="199930"/>
                        <a:pt x="6382" y="199644"/>
                      </a:cubicBezTo>
                      <a:cubicBezTo>
                        <a:pt x="7048" y="199358"/>
                        <a:pt x="7620" y="199263"/>
                        <a:pt x="8096" y="199263"/>
                      </a:cubicBezTo>
                      <a:cubicBezTo>
                        <a:pt x="8763" y="199263"/>
                        <a:pt x="9239" y="199739"/>
                        <a:pt x="9525" y="200692"/>
                      </a:cubicBezTo>
                      <a:cubicBezTo>
                        <a:pt x="3905" y="200692"/>
                        <a:pt x="667" y="200216"/>
                        <a:pt x="0" y="199263"/>
                      </a:cubicBezTo>
                      <a:lnTo>
                        <a:pt x="3905" y="196501"/>
                      </a:lnTo>
                      <a:close/>
                      <a:moveTo>
                        <a:pt x="9525" y="232315"/>
                      </a:moveTo>
                      <a:cubicBezTo>
                        <a:pt x="10001" y="231172"/>
                        <a:pt x="10954" y="230600"/>
                        <a:pt x="12287" y="230600"/>
                      </a:cubicBezTo>
                      <a:lnTo>
                        <a:pt x="16097" y="230600"/>
                      </a:lnTo>
                      <a:cubicBezTo>
                        <a:pt x="15907" y="231743"/>
                        <a:pt x="14954" y="232315"/>
                        <a:pt x="13335" y="232315"/>
                      </a:cubicBezTo>
                      <a:lnTo>
                        <a:pt x="9430" y="232315"/>
                      </a:lnTo>
                      <a:close/>
                      <a:moveTo>
                        <a:pt x="21431" y="250888"/>
                      </a:moveTo>
                      <a:lnTo>
                        <a:pt x="21431" y="247079"/>
                      </a:lnTo>
                      <a:lnTo>
                        <a:pt x="24289" y="247079"/>
                      </a:lnTo>
                      <a:lnTo>
                        <a:pt x="21431" y="250888"/>
                      </a:lnTo>
                      <a:close/>
                      <a:moveTo>
                        <a:pt x="36576" y="227647"/>
                      </a:moveTo>
                      <a:cubicBezTo>
                        <a:pt x="37719" y="227267"/>
                        <a:pt x="39529" y="228124"/>
                        <a:pt x="41815" y="230505"/>
                      </a:cubicBezTo>
                      <a:lnTo>
                        <a:pt x="40672" y="232220"/>
                      </a:lnTo>
                      <a:lnTo>
                        <a:pt x="36481" y="227647"/>
                      </a:lnTo>
                      <a:close/>
                      <a:moveTo>
                        <a:pt x="41815" y="250888"/>
                      </a:moveTo>
                      <a:cubicBezTo>
                        <a:pt x="42481" y="250698"/>
                        <a:pt x="43244" y="249936"/>
                        <a:pt x="44101" y="248793"/>
                      </a:cubicBezTo>
                      <a:cubicBezTo>
                        <a:pt x="44958" y="247650"/>
                        <a:pt x="45720" y="247079"/>
                        <a:pt x="46387" y="247079"/>
                      </a:cubicBezTo>
                      <a:cubicBezTo>
                        <a:pt x="46387" y="248031"/>
                        <a:pt x="45815" y="249269"/>
                        <a:pt x="44672" y="250888"/>
                      </a:cubicBezTo>
                      <a:lnTo>
                        <a:pt x="41910" y="250888"/>
                      </a:lnTo>
                      <a:close/>
                      <a:moveTo>
                        <a:pt x="48482" y="219646"/>
                      </a:moveTo>
                      <a:lnTo>
                        <a:pt x="47435" y="222504"/>
                      </a:lnTo>
                      <a:lnTo>
                        <a:pt x="43624" y="222504"/>
                      </a:lnTo>
                      <a:cubicBezTo>
                        <a:pt x="44482" y="219646"/>
                        <a:pt x="45529" y="218313"/>
                        <a:pt x="46387" y="218313"/>
                      </a:cubicBezTo>
                      <a:cubicBezTo>
                        <a:pt x="47149" y="218313"/>
                        <a:pt x="47815" y="218789"/>
                        <a:pt x="48482" y="219742"/>
                      </a:cubicBezTo>
                      <a:close/>
                      <a:moveTo>
                        <a:pt x="54102" y="195453"/>
                      </a:moveTo>
                      <a:lnTo>
                        <a:pt x="54102" y="198215"/>
                      </a:lnTo>
                      <a:lnTo>
                        <a:pt x="48482" y="193643"/>
                      </a:lnTo>
                      <a:cubicBezTo>
                        <a:pt x="49911" y="193167"/>
                        <a:pt x="51816" y="193643"/>
                        <a:pt x="54102" y="195453"/>
                      </a:cubicBezTo>
                      <a:close/>
                      <a:moveTo>
                        <a:pt x="48482" y="236125"/>
                      </a:moveTo>
                      <a:cubicBezTo>
                        <a:pt x="50387" y="236125"/>
                        <a:pt x="51340" y="237363"/>
                        <a:pt x="51340" y="240030"/>
                      </a:cubicBezTo>
                      <a:lnTo>
                        <a:pt x="48482" y="240030"/>
                      </a:lnTo>
                      <a:lnTo>
                        <a:pt x="48482" y="236125"/>
                      </a:lnTo>
                      <a:close/>
                      <a:moveTo>
                        <a:pt x="55150" y="265938"/>
                      </a:moveTo>
                      <a:lnTo>
                        <a:pt x="54102" y="264605"/>
                      </a:lnTo>
                      <a:lnTo>
                        <a:pt x="59722" y="261461"/>
                      </a:lnTo>
                      <a:lnTo>
                        <a:pt x="55150" y="266033"/>
                      </a:lnTo>
                      <a:close/>
                      <a:moveTo>
                        <a:pt x="261461" y="210121"/>
                      </a:moveTo>
                      <a:lnTo>
                        <a:pt x="249174" y="211836"/>
                      </a:lnTo>
                      <a:cubicBezTo>
                        <a:pt x="248983" y="212312"/>
                        <a:pt x="248888" y="212693"/>
                        <a:pt x="248888" y="212884"/>
                      </a:cubicBezTo>
                      <a:cubicBezTo>
                        <a:pt x="248888" y="213551"/>
                        <a:pt x="249841" y="214503"/>
                        <a:pt x="251841" y="215646"/>
                      </a:cubicBezTo>
                      <a:cubicBezTo>
                        <a:pt x="253841" y="216789"/>
                        <a:pt x="254889" y="218122"/>
                        <a:pt x="254889" y="219551"/>
                      </a:cubicBezTo>
                      <a:lnTo>
                        <a:pt x="257651" y="219551"/>
                      </a:lnTo>
                      <a:cubicBezTo>
                        <a:pt x="256222" y="226790"/>
                        <a:pt x="254984" y="234029"/>
                        <a:pt x="253746" y="241363"/>
                      </a:cubicBezTo>
                      <a:cubicBezTo>
                        <a:pt x="251936" y="249079"/>
                        <a:pt x="247364" y="254127"/>
                        <a:pt x="240125" y="256508"/>
                      </a:cubicBezTo>
                      <a:cubicBezTo>
                        <a:pt x="238982" y="252222"/>
                        <a:pt x="236125" y="250984"/>
                        <a:pt x="231648" y="252603"/>
                      </a:cubicBezTo>
                      <a:lnTo>
                        <a:pt x="230219" y="253651"/>
                      </a:lnTo>
                      <a:lnTo>
                        <a:pt x="235458" y="259271"/>
                      </a:lnTo>
                      <a:cubicBezTo>
                        <a:pt x="233363" y="258794"/>
                        <a:pt x="230981" y="257461"/>
                        <a:pt x="228410" y="255270"/>
                      </a:cubicBezTo>
                      <a:cubicBezTo>
                        <a:pt x="225838" y="252984"/>
                        <a:pt x="223838" y="251936"/>
                        <a:pt x="222504" y="251936"/>
                      </a:cubicBezTo>
                      <a:cubicBezTo>
                        <a:pt x="220885" y="251936"/>
                        <a:pt x="218980" y="252889"/>
                        <a:pt x="216884" y="254699"/>
                      </a:cubicBezTo>
                      <a:lnTo>
                        <a:pt x="221837" y="254699"/>
                      </a:lnTo>
                      <a:lnTo>
                        <a:pt x="220789" y="256508"/>
                      </a:lnTo>
                      <a:cubicBezTo>
                        <a:pt x="223647" y="257461"/>
                        <a:pt x="227266" y="259652"/>
                        <a:pt x="231648" y="263176"/>
                      </a:cubicBezTo>
                      <a:lnTo>
                        <a:pt x="221837" y="267367"/>
                      </a:lnTo>
                      <a:lnTo>
                        <a:pt x="223552" y="268510"/>
                      </a:lnTo>
                      <a:cubicBezTo>
                        <a:pt x="223552" y="268510"/>
                        <a:pt x="219361" y="270320"/>
                        <a:pt x="212312" y="273463"/>
                      </a:cubicBezTo>
                      <a:cubicBezTo>
                        <a:pt x="208597" y="274796"/>
                        <a:pt x="205073" y="275558"/>
                        <a:pt x="201835" y="275558"/>
                      </a:cubicBezTo>
                      <a:cubicBezTo>
                        <a:pt x="200120" y="275558"/>
                        <a:pt x="198406" y="275368"/>
                        <a:pt x="196501" y="275177"/>
                      </a:cubicBezTo>
                      <a:cubicBezTo>
                        <a:pt x="195358" y="278321"/>
                        <a:pt x="194977" y="280511"/>
                        <a:pt x="195453" y="281654"/>
                      </a:cubicBezTo>
                      <a:lnTo>
                        <a:pt x="142113" y="283274"/>
                      </a:lnTo>
                      <a:cubicBezTo>
                        <a:pt x="137922" y="279368"/>
                        <a:pt x="131254" y="275939"/>
                        <a:pt x="122111" y="273272"/>
                      </a:cubicBezTo>
                      <a:cubicBezTo>
                        <a:pt x="112109" y="270224"/>
                        <a:pt x="105632" y="267748"/>
                        <a:pt x="102775" y="265938"/>
                      </a:cubicBezTo>
                      <a:cubicBezTo>
                        <a:pt x="101632" y="264319"/>
                        <a:pt x="99631" y="263080"/>
                        <a:pt x="96679" y="262414"/>
                      </a:cubicBezTo>
                      <a:cubicBezTo>
                        <a:pt x="93726" y="261747"/>
                        <a:pt x="90869" y="260985"/>
                        <a:pt x="88106" y="260413"/>
                      </a:cubicBezTo>
                      <a:lnTo>
                        <a:pt x="91916" y="256508"/>
                      </a:lnTo>
                      <a:lnTo>
                        <a:pt x="86678" y="250984"/>
                      </a:lnTo>
                      <a:lnTo>
                        <a:pt x="85249" y="254889"/>
                      </a:lnTo>
                      <a:cubicBezTo>
                        <a:pt x="80581" y="253746"/>
                        <a:pt x="78010" y="249936"/>
                        <a:pt x="77533" y="243364"/>
                      </a:cubicBezTo>
                      <a:cubicBezTo>
                        <a:pt x="77248" y="237458"/>
                        <a:pt x="74009" y="234505"/>
                        <a:pt x="67723" y="234505"/>
                      </a:cubicBezTo>
                      <a:lnTo>
                        <a:pt x="63151" y="234505"/>
                      </a:lnTo>
                      <a:cubicBezTo>
                        <a:pt x="67151" y="234315"/>
                        <a:pt x="69152" y="232124"/>
                        <a:pt x="69152" y="227838"/>
                      </a:cubicBezTo>
                      <a:cubicBezTo>
                        <a:pt x="69152" y="226504"/>
                        <a:pt x="68771" y="225266"/>
                        <a:pt x="68104" y="224028"/>
                      </a:cubicBezTo>
                      <a:cubicBezTo>
                        <a:pt x="67437" y="222885"/>
                        <a:pt x="64961" y="221456"/>
                        <a:pt x="60770" y="219742"/>
                      </a:cubicBezTo>
                      <a:lnTo>
                        <a:pt x="59722" y="220790"/>
                      </a:lnTo>
                      <a:cubicBezTo>
                        <a:pt x="59436" y="221266"/>
                        <a:pt x="59150" y="221456"/>
                        <a:pt x="58579" y="221456"/>
                      </a:cubicBezTo>
                      <a:cubicBezTo>
                        <a:pt x="57912" y="221456"/>
                        <a:pt x="57340" y="220504"/>
                        <a:pt x="56769" y="218694"/>
                      </a:cubicBezTo>
                      <a:cubicBezTo>
                        <a:pt x="56293" y="217075"/>
                        <a:pt x="56293" y="215551"/>
                        <a:pt x="56769" y="214122"/>
                      </a:cubicBezTo>
                      <a:cubicBezTo>
                        <a:pt x="59150" y="213646"/>
                        <a:pt x="62674" y="211265"/>
                        <a:pt x="67342" y="206693"/>
                      </a:cubicBezTo>
                      <a:cubicBezTo>
                        <a:pt x="71533" y="202978"/>
                        <a:pt x="75057" y="201073"/>
                        <a:pt x="77914" y="201073"/>
                      </a:cubicBezTo>
                      <a:cubicBezTo>
                        <a:pt x="79343" y="201073"/>
                        <a:pt x="80867" y="201359"/>
                        <a:pt x="82487" y="202121"/>
                      </a:cubicBezTo>
                      <a:cubicBezTo>
                        <a:pt x="81534" y="200406"/>
                        <a:pt x="81439" y="199072"/>
                        <a:pt x="82296" y="197834"/>
                      </a:cubicBezTo>
                      <a:cubicBezTo>
                        <a:pt x="83058" y="196691"/>
                        <a:pt x="82296" y="194977"/>
                        <a:pt x="80010" y="192596"/>
                      </a:cubicBezTo>
                      <a:lnTo>
                        <a:pt x="91916" y="186976"/>
                      </a:lnTo>
                      <a:lnTo>
                        <a:pt x="89154" y="183071"/>
                      </a:lnTo>
                      <a:cubicBezTo>
                        <a:pt x="91059" y="183071"/>
                        <a:pt x="94107" y="181928"/>
                        <a:pt x="98298" y="179737"/>
                      </a:cubicBezTo>
                      <a:cubicBezTo>
                        <a:pt x="102489" y="177546"/>
                        <a:pt x="105346" y="176403"/>
                        <a:pt x="106775" y="176403"/>
                      </a:cubicBezTo>
                      <a:cubicBezTo>
                        <a:pt x="109156" y="176403"/>
                        <a:pt x="110585" y="178213"/>
                        <a:pt x="111347" y="181642"/>
                      </a:cubicBezTo>
                      <a:cubicBezTo>
                        <a:pt x="110585" y="189262"/>
                        <a:pt x="113443" y="197072"/>
                        <a:pt x="119824" y="204788"/>
                      </a:cubicBezTo>
                      <a:cubicBezTo>
                        <a:pt x="122872" y="208597"/>
                        <a:pt x="129064" y="214408"/>
                        <a:pt x="138398" y="222313"/>
                      </a:cubicBezTo>
                      <a:cubicBezTo>
                        <a:pt x="139827" y="225552"/>
                        <a:pt x="142208" y="227171"/>
                        <a:pt x="145447" y="227171"/>
                      </a:cubicBezTo>
                      <a:cubicBezTo>
                        <a:pt x="146399" y="227171"/>
                        <a:pt x="147828" y="226981"/>
                        <a:pt x="149828" y="226695"/>
                      </a:cubicBezTo>
                      <a:cubicBezTo>
                        <a:pt x="151733" y="226409"/>
                        <a:pt x="153257" y="226124"/>
                        <a:pt x="154210" y="226124"/>
                      </a:cubicBezTo>
                      <a:cubicBezTo>
                        <a:pt x="156305" y="226124"/>
                        <a:pt x="158305" y="226600"/>
                        <a:pt x="160115" y="227457"/>
                      </a:cubicBezTo>
                      <a:cubicBezTo>
                        <a:pt x="162020" y="228410"/>
                        <a:pt x="164116" y="228886"/>
                        <a:pt x="166497" y="228886"/>
                      </a:cubicBezTo>
                      <a:cubicBezTo>
                        <a:pt x="170688" y="228886"/>
                        <a:pt x="175641" y="226886"/>
                        <a:pt x="181261" y="222885"/>
                      </a:cubicBezTo>
                      <a:cubicBezTo>
                        <a:pt x="189643" y="217265"/>
                        <a:pt x="194405" y="214217"/>
                        <a:pt x="195644" y="213741"/>
                      </a:cubicBezTo>
                      <a:cubicBezTo>
                        <a:pt x="196787" y="211836"/>
                        <a:pt x="197358" y="210026"/>
                        <a:pt x="197358" y="208121"/>
                      </a:cubicBezTo>
                      <a:cubicBezTo>
                        <a:pt x="197358" y="205359"/>
                        <a:pt x="195739" y="201644"/>
                        <a:pt x="192596" y="197072"/>
                      </a:cubicBezTo>
                      <a:cubicBezTo>
                        <a:pt x="189452" y="192500"/>
                        <a:pt x="187642" y="189071"/>
                        <a:pt x="187166" y="186690"/>
                      </a:cubicBezTo>
                      <a:cubicBezTo>
                        <a:pt x="181261" y="185738"/>
                        <a:pt x="178022" y="183547"/>
                        <a:pt x="177355" y="180022"/>
                      </a:cubicBezTo>
                      <a:lnTo>
                        <a:pt x="179070" y="178594"/>
                      </a:lnTo>
                      <a:cubicBezTo>
                        <a:pt x="171640" y="175070"/>
                        <a:pt x="161163" y="169736"/>
                        <a:pt x="147923" y="162496"/>
                      </a:cubicBezTo>
                      <a:cubicBezTo>
                        <a:pt x="146495" y="163640"/>
                        <a:pt x="145161" y="164211"/>
                        <a:pt x="143637" y="164211"/>
                      </a:cubicBezTo>
                      <a:cubicBezTo>
                        <a:pt x="141827" y="164211"/>
                        <a:pt x="139446" y="162973"/>
                        <a:pt x="136684" y="160401"/>
                      </a:cubicBezTo>
                      <a:cubicBezTo>
                        <a:pt x="133826" y="157734"/>
                        <a:pt x="131636" y="156496"/>
                        <a:pt x="130016" y="156496"/>
                      </a:cubicBezTo>
                      <a:cubicBezTo>
                        <a:pt x="129349" y="156496"/>
                        <a:pt x="128683" y="156782"/>
                        <a:pt x="127921" y="157163"/>
                      </a:cubicBezTo>
                      <a:cubicBezTo>
                        <a:pt x="122111" y="155543"/>
                        <a:pt x="116205" y="150781"/>
                        <a:pt x="110395" y="142780"/>
                      </a:cubicBezTo>
                      <a:cubicBezTo>
                        <a:pt x="103822" y="133826"/>
                        <a:pt x="98298" y="128207"/>
                        <a:pt x="93916" y="125540"/>
                      </a:cubicBezTo>
                      <a:cubicBezTo>
                        <a:pt x="94393" y="122968"/>
                        <a:pt x="93250" y="119729"/>
                        <a:pt x="90392" y="115919"/>
                      </a:cubicBezTo>
                      <a:cubicBezTo>
                        <a:pt x="87535" y="112109"/>
                        <a:pt x="86392" y="109061"/>
                        <a:pt x="86868" y="106966"/>
                      </a:cubicBezTo>
                      <a:cubicBezTo>
                        <a:pt x="85249" y="103918"/>
                        <a:pt x="84201" y="98012"/>
                        <a:pt x="83725" y="89440"/>
                      </a:cubicBezTo>
                      <a:cubicBezTo>
                        <a:pt x="83344" y="81629"/>
                        <a:pt x="82963" y="74009"/>
                        <a:pt x="82677" y="66294"/>
                      </a:cubicBezTo>
                      <a:cubicBezTo>
                        <a:pt x="84582" y="65627"/>
                        <a:pt x="85439" y="64675"/>
                        <a:pt x="85439" y="63532"/>
                      </a:cubicBezTo>
                      <a:cubicBezTo>
                        <a:pt x="85439" y="62770"/>
                        <a:pt x="85058" y="61722"/>
                        <a:pt x="84011" y="60198"/>
                      </a:cubicBezTo>
                      <a:cubicBezTo>
                        <a:pt x="83153" y="58674"/>
                        <a:pt x="82677" y="57531"/>
                        <a:pt x="82677" y="56769"/>
                      </a:cubicBezTo>
                      <a:cubicBezTo>
                        <a:pt x="83820" y="53530"/>
                        <a:pt x="87821" y="49054"/>
                        <a:pt x="94583" y="43434"/>
                      </a:cubicBezTo>
                      <a:cubicBezTo>
                        <a:pt x="100203" y="38576"/>
                        <a:pt x="102965" y="33814"/>
                        <a:pt x="102965" y="29432"/>
                      </a:cubicBezTo>
                      <a:cubicBezTo>
                        <a:pt x="103918" y="29242"/>
                        <a:pt x="105537" y="28289"/>
                        <a:pt x="107728" y="26670"/>
                      </a:cubicBezTo>
                      <a:cubicBezTo>
                        <a:pt x="110014" y="25051"/>
                        <a:pt x="111538" y="24194"/>
                        <a:pt x="112490" y="24194"/>
                      </a:cubicBezTo>
                      <a:cubicBezTo>
                        <a:pt x="113252" y="24194"/>
                        <a:pt x="113729" y="24670"/>
                        <a:pt x="114205" y="25622"/>
                      </a:cubicBezTo>
                      <a:cubicBezTo>
                        <a:pt x="118681" y="18860"/>
                        <a:pt x="125825" y="13526"/>
                        <a:pt x="135636" y="9906"/>
                      </a:cubicBezTo>
                      <a:cubicBezTo>
                        <a:pt x="144304" y="7049"/>
                        <a:pt x="152971" y="4191"/>
                        <a:pt x="161639" y="1429"/>
                      </a:cubicBezTo>
                      <a:cubicBezTo>
                        <a:pt x="164211" y="476"/>
                        <a:pt x="166783" y="0"/>
                        <a:pt x="169354" y="0"/>
                      </a:cubicBezTo>
                      <a:cubicBezTo>
                        <a:pt x="173069" y="0"/>
                        <a:pt x="178117" y="1429"/>
                        <a:pt x="184404" y="4382"/>
                      </a:cubicBezTo>
                      <a:cubicBezTo>
                        <a:pt x="190786" y="7239"/>
                        <a:pt x="195739" y="8763"/>
                        <a:pt x="199549" y="8763"/>
                      </a:cubicBezTo>
                      <a:cubicBezTo>
                        <a:pt x="201168" y="8763"/>
                        <a:pt x="202787" y="8477"/>
                        <a:pt x="204502" y="8096"/>
                      </a:cubicBezTo>
                      <a:cubicBezTo>
                        <a:pt x="206121" y="11335"/>
                        <a:pt x="209074" y="13526"/>
                        <a:pt x="213265" y="14764"/>
                      </a:cubicBezTo>
                      <a:cubicBezTo>
                        <a:pt x="218599" y="16383"/>
                        <a:pt x="222123" y="17812"/>
                        <a:pt x="223838" y="18955"/>
                      </a:cubicBezTo>
                      <a:cubicBezTo>
                        <a:pt x="231838" y="19621"/>
                        <a:pt x="238982" y="30004"/>
                        <a:pt x="245269" y="49816"/>
                      </a:cubicBezTo>
                      <a:cubicBezTo>
                        <a:pt x="245078" y="52578"/>
                        <a:pt x="242983" y="56293"/>
                        <a:pt x="239078" y="61055"/>
                      </a:cubicBezTo>
                      <a:cubicBezTo>
                        <a:pt x="235267" y="65722"/>
                        <a:pt x="233458" y="69723"/>
                        <a:pt x="233648" y="72962"/>
                      </a:cubicBezTo>
                      <a:cubicBezTo>
                        <a:pt x="231077" y="72485"/>
                        <a:pt x="229648" y="73438"/>
                        <a:pt x="229457" y="75819"/>
                      </a:cubicBezTo>
                      <a:cubicBezTo>
                        <a:pt x="229171" y="78867"/>
                        <a:pt x="228695" y="80582"/>
                        <a:pt x="227743" y="81058"/>
                      </a:cubicBezTo>
                      <a:cubicBezTo>
                        <a:pt x="221171" y="84106"/>
                        <a:pt x="216598" y="85630"/>
                        <a:pt x="214122" y="85630"/>
                      </a:cubicBezTo>
                      <a:cubicBezTo>
                        <a:pt x="210312" y="85630"/>
                        <a:pt x="206788" y="83249"/>
                        <a:pt x="203549" y="78581"/>
                      </a:cubicBezTo>
                      <a:cubicBezTo>
                        <a:pt x="203359" y="74771"/>
                        <a:pt x="201073" y="72009"/>
                        <a:pt x="196501" y="70104"/>
                      </a:cubicBezTo>
                      <a:cubicBezTo>
                        <a:pt x="191357" y="68294"/>
                        <a:pt x="188309" y="66008"/>
                        <a:pt x="187452" y="63532"/>
                      </a:cubicBezTo>
                      <a:cubicBezTo>
                        <a:pt x="186023" y="63246"/>
                        <a:pt x="182404" y="61913"/>
                        <a:pt x="176498" y="59627"/>
                      </a:cubicBezTo>
                      <a:cubicBezTo>
                        <a:pt x="171831" y="57721"/>
                        <a:pt x="168116" y="56769"/>
                        <a:pt x="165259" y="56769"/>
                      </a:cubicBezTo>
                      <a:cubicBezTo>
                        <a:pt x="161258" y="56769"/>
                        <a:pt x="157924" y="58674"/>
                        <a:pt x="155067" y="62389"/>
                      </a:cubicBezTo>
                      <a:cubicBezTo>
                        <a:pt x="154114" y="62198"/>
                        <a:pt x="153353" y="62103"/>
                        <a:pt x="152590" y="62103"/>
                      </a:cubicBezTo>
                      <a:cubicBezTo>
                        <a:pt x="150686" y="62103"/>
                        <a:pt x="147733" y="63913"/>
                        <a:pt x="143732" y="67342"/>
                      </a:cubicBezTo>
                      <a:cubicBezTo>
                        <a:pt x="144875" y="69437"/>
                        <a:pt x="145542" y="71342"/>
                        <a:pt x="145542" y="72962"/>
                      </a:cubicBezTo>
                      <a:cubicBezTo>
                        <a:pt x="145542" y="75057"/>
                        <a:pt x="144018" y="77057"/>
                        <a:pt x="140779" y="78772"/>
                      </a:cubicBezTo>
                      <a:cubicBezTo>
                        <a:pt x="137636" y="80582"/>
                        <a:pt x="136112" y="82296"/>
                        <a:pt x="136112" y="83915"/>
                      </a:cubicBezTo>
                      <a:cubicBezTo>
                        <a:pt x="136112" y="85344"/>
                        <a:pt x="136874" y="87249"/>
                        <a:pt x="138494" y="89535"/>
                      </a:cubicBezTo>
                      <a:cubicBezTo>
                        <a:pt x="148399" y="103822"/>
                        <a:pt x="163163" y="114491"/>
                        <a:pt x="183071" y="121825"/>
                      </a:cubicBezTo>
                      <a:cubicBezTo>
                        <a:pt x="185642" y="122492"/>
                        <a:pt x="189357" y="124873"/>
                        <a:pt x="194120" y="128683"/>
                      </a:cubicBezTo>
                      <a:cubicBezTo>
                        <a:pt x="198977" y="132588"/>
                        <a:pt x="202978" y="134588"/>
                        <a:pt x="206216" y="134969"/>
                      </a:cubicBezTo>
                      <a:cubicBezTo>
                        <a:pt x="209550" y="135350"/>
                        <a:pt x="214027" y="137922"/>
                        <a:pt x="219932" y="142875"/>
                      </a:cubicBezTo>
                      <a:cubicBezTo>
                        <a:pt x="225076" y="147542"/>
                        <a:pt x="229933" y="149543"/>
                        <a:pt x="234601" y="148876"/>
                      </a:cubicBezTo>
                      <a:cubicBezTo>
                        <a:pt x="234601" y="151162"/>
                        <a:pt x="234982" y="152495"/>
                        <a:pt x="235744" y="152781"/>
                      </a:cubicBezTo>
                      <a:cubicBezTo>
                        <a:pt x="237839" y="152781"/>
                        <a:pt x="239458" y="154305"/>
                        <a:pt x="240506" y="157544"/>
                      </a:cubicBezTo>
                      <a:cubicBezTo>
                        <a:pt x="241554" y="160687"/>
                        <a:pt x="243173" y="161925"/>
                        <a:pt x="245269" y="161258"/>
                      </a:cubicBezTo>
                      <a:cubicBezTo>
                        <a:pt x="245745" y="162878"/>
                        <a:pt x="248793" y="167640"/>
                        <a:pt x="254413" y="175641"/>
                      </a:cubicBezTo>
                      <a:cubicBezTo>
                        <a:pt x="258604" y="182213"/>
                        <a:pt x="260699" y="188119"/>
                        <a:pt x="260699" y="193548"/>
                      </a:cubicBezTo>
                      <a:cubicBezTo>
                        <a:pt x="261842" y="194882"/>
                        <a:pt x="262414" y="196310"/>
                        <a:pt x="262414" y="197739"/>
                      </a:cubicBezTo>
                      <a:cubicBezTo>
                        <a:pt x="262414" y="198882"/>
                        <a:pt x="261842" y="200406"/>
                        <a:pt x="260699" y="202121"/>
                      </a:cubicBezTo>
                      <a:cubicBezTo>
                        <a:pt x="259556" y="203930"/>
                        <a:pt x="258889" y="205169"/>
                        <a:pt x="258889" y="205835"/>
                      </a:cubicBezTo>
                      <a:cubicBezTo>
                        <a:pt x="258889" y="207169"/>
                        <a:pt x="259842" y="208597"/>
                        <a:pt x="261652" y="210026"/>
                      </a:cubicBezTo>
                      <a:close/>
                      <a:moveTo>
                        <a:pt x="59722" y="218504"/>
                      </a:moveTo>
                      <a:lnTo>
                        <a:pt x="67818" y="215646"/>
                      </a:lnTo>
                      <a:lnTo>
                        <a:pt x="63913" y="215646"/>
                      </a:lnTo>
                      <a:lnTo>
                        <a:pt x="59722" y="218504"/>
                      </a:lnTo>
                      <a:close/>
                      <a:moveTo>
                        <a:pt x="62103" y="252508"/>
                      </a:moveTo>
                      <a:lnTo>
                        <a:pt x="63817" y="252508"/>
                      </a:lnTo>
                      <a:lnTo>
                        <a:pt x="66675" y="254603"/>
                      </a:lnTo>
                      <a:lnTo>
                        <a:pt x="62103" y="252508"/>
                      </a:lnTo>
                      <a:close/>
                      <a:moveTo>
                        <a:pt x="73342" y="271082"/>
                      </a:moveTo>
                      <a:cubicBezTo>
                        <a:pt x="72962" y="268510"/>
                        <a:pt x="73723" y="266224"/>
                        <a:pt x="75819" y="264033"/>
                      </a:cubicBezTo>
                      <a:lnTo>
                        <a:pt x="75438" y="264414"/>
                      </a:lnTo>
                      <a:cubicBezTo>
                        <a:pt x="75438" y="265081"/>
                        <a:pt x="76010" y="265938"/>
                        <a:pt x="77057" y="267081"/>
                      </a:cubicBezTo>
                      <a:cubicBezTo>
                        <a:pt x="78105" y="268129"/>
                        <a:pt x="78581" y="268891"/>
                        <a:pt x="78581" y="269367"/>
                      </a:cubicBezTo>
                      <a:cubicBezTo>
                        <a:pt x="78581" y="270034"/>
                        <a:pt x="78105" y="270605"/>
                        <a:pt x="77153" y="271082"/>
                      </a:cubicBezTo>
                      <a:lnTo>
                        <a:pt x="73247" y="271082"/>
                      </a:lnTo>
                      <a:close/>
                      <a:moveTo>
                        <a:pt x="76581" y="262985"/>
                      </a:moveTo>
                      <a:cubicBezTo>
                        <a:pt x="76105" y="263462"/>
                        <a:pt x="75819" y="263843"/>
                        <a:pt x="75819" y="264033"/>
                      </a:cubicBezTo>
                      <a:cubicBezTo>
                        <a:pt x="75819" y="263843"/>
                        <a:pt x="76105" y="263557"/>
                        <a:pt x="76581" y="262985"/>
                      </a:cubicBezTo>
                      <a:close/>
                      <a:moveTo>
                        <a:pt x="77248" y="256318"/>
                      </a:moveTo>
                      <a:cubicBezTo>
                        <a:pt x="78200" y="256318"/>
                        <a:pt x="79248" y="256889"/>
                        <a:pt x="80391" y="258128"/>
                      </a:cubicBezTo>
                      <a:cubicBezTo>
                        <a:pt x="81534" y="259271"/>
                        <a:pt x="82296" y="259937"/>
                        <a:pt x="82487" y="260128"/>
                      </a:cubicBezTo>
                      <a:cubicBezTo>
                        <a:pt x="81058" y="260413"/>
                        <a:pt x="79057" y="261271"/>
                        <a:pt x="76486" y="262985"/>
                      </a:cubicBezTo>
                      <a:cubicBezTo>
                        <a:pt x="78391" y="260699"/>
                        <a:pt x="78581" y="258413"/>
                        <a:pt x="77153" y="256318"/>
                      </a:cubicBezTo>
                      <a:close/>
                      <a:moveTo>
                        <a:pt x="85249" y="226504"/>
                      </a:moveTo>
                      <a:lnTo>
                        <a:pt x="85249" y="223742"/>
                      </a:lnTo>
                      <a:lnTo>
                        <a:pt x="77248" y="219456"/>
                      </a:lnTo>
                      <a:lnTo>
                        <a:pt x="85249" y="226504"/>
                      </a:lnTo>
                      <a:close/>
                      <a:moveTo>
                        <a:pt x="91916" y="237363"/>
                      </a:moveTo>
                      <a:cubicBezTo>
                        <a:pt x="91916" y="237363"/>
                        <a:pt x="92869" y="237649"/>
                        <a:pt x="95440" y="238030"/>
                      </a:cubicBezTo>
                      <a:cubicBezTo>
                        <a:pt x="96774" y="238316"/>
                        <a:pt x="97917" y="237554"/>
                        <a:pt x="98584" y="235934"/>
                      </a:cubicBezTo>
                      <a:cubicBezTo>
                        <a:pt x="95726" y="235077"/>
                        <a:pt x="93536" y="235458"/>
                        <a:pt x="91916" y="237363"/>
                      </a:cubicBezTo>
                      <a:cubicBezTo>
                        <a:pt x="91249" y="237363"/>
                        <a:pt x="90869" y="237744"/>
                        <a:pt x="90869" y="238506"/>
                      </a:cubicBezTo>
                      <a:lnTo>
                        <a:pt x="88106" y="241268"/>
                      </a:lnTo>
                      <a:lnTo>
                        <a:pt x="90869" y="241268"/>
                      </a:lnTo>
                      <a:cubicBezTo>
                        <a:pt x="90678" y="240125"/>
                        <a:pt x="90678" y="239173"/>
                        <a:pt x="90869" y="238506"/>
                      </a:cubicBezTo>
                      <a:lnTo>
                        <a:pt x="91916" y="237363"/>
                      </a:lnTo>
                      <a:close/>
                      <a:moveTo>
                        <a:pt x="93726" y="104299"/>
                      </a:moveTo>
                      <a:cubicBezTo>
                        <a:pt x="94869" y="103156"/>
                        <a:pt x="95250" y="102203"/>
                        <a:pt x="94774" y="101155"/>
                      </a:cubicBezTo>
                      <a:lnTo>
                        <a:pt x="95821" y="98774"/>
                      </a:lnTo>
                      <a:cubicBezTo>
                        <a:pt x="94964" y="97631"/>
                        <a:pt x="93631" y="96679"/>
                        <a:pt x="92202" y="95917"/>
                      </a:cubicBezTo>
                      <a:cubicBezTo>
                        <a:pt x="90678" y="95250"/>
                        <a:pt x="89630" y="94869"/>
                        <a:pt x="89154" y="94869"/>
                      </a:cubicBezTo>
                      <a:cubicBezTo>
                        <a:pt x="92869" y="96774"/>
                        <a:pt x="94774" y="98870"/>
                        <a:pt x="94774" y="101155"/>
                      </a:cubicBezTo>
                      <a:lnTo>
                        <a:pt x="93726" y="104299"/>
                      </a:lnTo>
                      <a:close/>
                      <a:moveTo>
                        <a:pt x="117920" y="84011"/>
                      </a:moveTo>
                      <a:lnTo>
                        <a:pt x="117920" y="82963"/>
                      </a:lnTo>
                      <a:cubicBezTo>
                        <a:pt x="116967" y="76867"/>
                        <a:pt x="112776" y="73819"/>
                        <a:pt x="105251" y="73819"/>
                      </a:cubicBezTo>
                      <a:cubicBezTo>
                        <a:pt x="99441" y="73819"/>
                        <a:pt x="94583" y="75533"/>
                        <a:pt x="90869" y="78772"/>
                      </a:cubicBezTo>
                      <a:cubicBezTo>
                        <a:pt x="92012" y="79248"/>
                        <a:pt x="93250" y="81534"/>
                        <a:pt x="94583" y="85630"/>
                      </a:cubicBezTo>
                      <a:cubicBezTo>
                        <a:pt x="95821" y="89726"/>
                        <a:pt x="98107" y="91345"/>
                        <a:pt x="101441" y="90678"/>
                      </a:cubicBezTo>
                      <a:lnTo>
                        <a:pt x="101441" y="89630"/>
                      </a:lnTo>
                      <a:cubicBezTo>
                        <a:pt x="102108" y="88963"/>
                        <a:pt x="102965" y="86392"/>
                        <a:pt x="103918" y="81820"/>
                      </a:cubicBezTo>
                      <a:cubicBezTo>
                        <a:pt x="104585" y="78105"/>
                        <a:pt x="106013" y="76295"/>
                        <a:pt x="108109" y="76295"/>
                      </a:cubicBezTo>
                      <a:cubicBezTo>
                        <a:pt x="109061" y="76295"/>
                        <a:pt x="110109" y="76581"/>
                        <a:pt x="111252" y="77248"/>
                      </a:cubicBezTo>
                      <a:lnTo>
                        <a:pt x="111252" y="80010"/>
                      </a:lnTo>
                      <a:cubicBezTo>
                        <a:pt x="111252" y="80010"/>
                        <a:pt x="112300" y="79724"/>
                        <a:pt x="113062" y="79724"/>
                      </a:cubicBezTo>
                      <a:cubicBezTo>
                        <a:pt x="113443" y="79724"/>
                        <a:pt x="115157" y="81153"/>
                        <a:pt x="117920" y="83915"/>
                      </a:cubicBezTo>
                      <a:close/>
                      <a:moveTo>
                        <a:pt x="95821" y="196310"/>
                      </a:moveTo>
                      <a:cubicBezTo>
                        <a:pt x="93726" y="196310"/>
                        <a:pt x="92488" y="196025"/>
                        <a:pt x="91916" y="195263"/>
                      </a:cubicBezTo>
                      <a:lnTo>
                        <a:pt x="94774" y="199072"/>
                      </a:lnTo>
                      <a:cubicBezTo>
                        <a:pt x="95917" y="198406"/>
                        <a:pt x="96298" y="197453"/>
                        <a:pt x="95821" y="196310"/>
                      </a:cubicBezTo>
                      <a:close/>
                      <a:moveTo>
                        <a:pt x="98679" y="87916"/>
                      </a:moveTo>
                      <a:lnTo>
                        <a:pt x="97536" y="86868"/>
                      </a:lnTo>
                      <a:lnTo>
                        <a:pt x="100394" y="86868"/>
                      </a:lnTo>
                      <a:cubicBezTo>
                        <a:pt x="100394" y="86868"/>
                        <a:pt x="99631" y="87440"/>
                        <a:pt x="98679" y="87916"/>
                      </a:cubicBezTo>
                      <a:close/>
                      <a:moveTo>
                        <a:pt x="100394" y="86868"/>
                      </a:moveTo>
                      <a:cubicBezTo>
                        <a:pt x="100870" y="86392"/>
                        <a:pt x="101251" y="86392"/>
                        <a:pt x="101537" y="86868"/>
                      </a:cubicBezTo>
                      <a:lnTo>
                        <a:pt x="100394" y="86868"/>
                      </a:lnTo>
                      <a:close/>
                      <a:moveTo>
                        <a:pt x="102870" y="259175"/>
                      </a:moveTo>
                      <a:lnTo>
                        <a:pt x="105728" y="256413"/>
                      </a:lnTo>
                      <a:cubicBezTo>
                        <a:pt x="104585" y="255270"/>
                        <a:pt x="103632" y="254603"/>
                        <a:pt x="102870" y="254603"/>
                      </a:cubicBezTo>
                      <a:lnTo>
                        <a:pt x="102870" y="259175"/>
                      </a:lnTo>
                      <a:close/>
                      <a:moveTo>
                        <a:pt x="107061" y="91821"/>
                      </a:moveTo>
                      <a:cubicBezTo>
                        <a:pt x="107537" y="90392"/>
                        <a:pt x="107061" y="88773"/>
                        <a:pt x="105632" y="86963"/>
                      </a:cubicBezTo>
                      <a:lnTo>
                        <a:pt x="105632" y="93631"/>
                      </a:lnTo>
                      <a:lnTo>
                        <a:pt x="107061" y="91916"/>
                      </a:lnTo>
                      <a:close/>
                      <a:moveTo>
                        <a:pt x="112300" y="281654"/>
                      </a:moveTo>
                      <a:lnTo>
                        <a:pt x="111252" y="280607"/>
                      </a:lnTo>
                      <a:lnTo>
                        <a:pt x="114014" y="280607"/>
                      </a:lnTo>
                      <a:cubicBezTo>
                        <a:pt x="112586" y="281273"/>
                        <a:pt x="112014" y="281654"/>
                        <a:pt x="112300" y="281654"/>
                      </a:cubicBezTo>
                      <a:close/>
                      <a:moveTo>
                        <a:pt x="146399" y="252508"/>
                      </a:moveTo>
                      <a:lnTo>
                        <a:pt x="147828" y="250698"/>
                      </a:lnTo>
                      <a:lnTo>
                        <a:pt x="146399" y="246888"/>
                      </a:lnTo>
                      <a:lnTo>
                        <a:pt x="146399" y="252508"/>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 name="Google Shape;1345;p99"/>
                <p:cNvSpPr/>
                <p:nvPr/>
              </p:nvSpPr>
              <p:spPr>
                <a:xfrm>
                  <a:off x="5246560" y="3759708"/>
                  <a:ext cx="221265" cy="299656"/>
                </a:xfrm>
                <a:custGeom>
                  <a:avLst/>
                  <a:gdLst/>
                  <a:ahLst/>
                  <a:cxnLst/>
                  <a:rect l="l" t="t" r="r" b="b"/>
                  <a:pathLst>
                    <a:path w="221265" h="299656" extrusionOk="0">
                      <a:moveTo>
                        <a:pt x="4191" y="299561"/>
                      </a:moveTo>
                      <a:lnTo>
                        <a:pt x="0" y="296799"/>
                      </a:lnTo>
                      <a:lnTo>
                        <a:pt x="4191" y="297847"/>
                      </a:lnTo>
                      <a:lnTo>
                        <a:pt x="4191" y="299656"/>
                      </a:lnTo>
                      <a:close/>
                      <a:moveTo>
                        <a:pt x="216217" y="114967"/>
                      </a:moveTo>
                      <a:cubicBezTo>
                        <a:pt x="215455" y="117538"/>
                        <a:pt x="216217" y="120205"/>
                        <a:pt x="218122" y="123063"/>
                      </a:cubicBezTo>
                      <a:cubicBezTo>
                        <a:pt x="220123" y="125825"/>
                        <a:pt x="221171" y="127730"/>
                        <a:pt x="221171" y="128683"/>
                      </a:cubicBezTo>
                      <a:cubicBezTo>
                        <a:pt x="221171" y="130302"/>
                        <a:pt x="220218" y="132207"/>
                        <a:pt x="218313" y="134303"/>
                      </a:cubicBezTo>
                      <a:cubicBezTo>
                        <a:pt x="219456" y="143732"/>
                        <a:pt x="220123" y="153829"/>
                        <a:pt x="220123" y="164497"/>
                      </a:cubicBezTo>
                      <a:cubicBezTo>
                        <a:pt x="220123" y="175165"/>
                        <a:pt x="219551" y="185261"/>
                        <a:pt x="218313" y="195072"/>
                      </a:cubicBezTo>
                      <a:cubicBezTo>
                        <a:pt x="213836" y="196501"/>
                        <a:pt x="211646" y="198691"/>
                        <a:pt x="211646" y="201835"/>
                      </a:cubicBezTo>
                      <a:cubicBezTo>
                        <a:pt x="211646" y="202787"/>
                        <a:pt x="212026" y="204406"/>
                        <a:pt x="212693" y="206693"/>
                      </a:cubicBezTo>
                      <a:cubicBezTo>
                        <a:pt x="213360" y="209074"/>
                        <a:pt x="213741" y="210979"/>
                        <a:pt x="213741" y="212312"/>
                      </a:cubicBezTo>
                      <a:cubicBezTo>
                        <a:pt x="213741" y="213455"/>
                        <a:pt x="213455" y="214598"/>
                        <a:pt x="212979" y="215455"/>
                      </a:cubicBezTo>
                      <a:lnTo>
                        <a:pt x="214408" y="225266"/>
                      </a:lnTo>
                      <a:cubicBezTo>
                        <a:pt x="211360" y="226886"/>
                        <a:pt x="208979" y="230029"/>
                        <a:pt x="207264" y="234505"/>
                      </a:cubicBezTo>
                      <a:cubicBezTo>
                        <a:pt x="205454" y="239078"/>
                        <a:pt x="203930" y="243459"/>
                        <a:pt x="202501" y="247650"/>
                      </a:cubicBezTo>
                      <a:cubicBezTo>
                        <a:pt x="198120" y="249555"/>
                        <a:pt x="190690" y="254698"/>
                        <a:pt x="180499" y="263080"/>
                      </a:cubicBezTo>
                      <a:lnTo>
                        <a:pt x="184309" y="266890"/>
                      </a:lnTo>
                      <a:cubicBezTo>
                        <a:pt x="171450" y="267367"/>
                        <a:pt x="162115" y="270510"/>
                        <a:pt x="156210" y="276415"/>
                      </a:cubicBezTo>
                      <a:cubicBezTo>
                        <a:pt x="155257" y="276225"/>
                        <a:pt x="154305" y="276035"/>
                        <a:pt x="153448" y="276035"/>
                      </a:cubicBezTo>
                      <a:cubicBezTo>
                        <a:pt x="151352" y="276035"/>
                        <a:pt x="149447" y="276987"/>
                        <a:pt x="147733" y="278702"/>
                      </a:cubicBezTo>
                      <a:cubicBezTo>
                        <a:pt x="146018" y="280416"/>
                        <a:pt x="145256" y="282321"/>
                        <a:pt x="145447" y="284416"/>
                      </a:cubicBezTo>
                      <a:cubicBezTo>
                        <a:pt x="142494" y="282512"/>
                        <a:pt x="138970" y="281654"/>
                        <a:pt x="135255" y="281654"/>
                      </a:cubicBezTo>
                      <a:lnTo>
                        <a:pt x="124015" y="281654"/>
                      </a:lnTo>
                      <a:cubicBezTo>
                        <a:pt x="124396" y="280035"/>
                        <a:pt x="123730" y="278702"/>
                        <a:pt x="121729" y="277844"/>
                      </a:cubicBezTo>
                      <a:cubicBezTo>
                        <a:pt x="119729" y="276892"/>
                        <a:pt x="118586" y="275844"/>
                        <a:pt x="118396" y="274701"/>
                      </a:cubicBezTo>
                      <a:cubicBezTo>
                        <a:pt x="115538" y="279178"/>
                        <a:pt x="111538" y="281654"/>
                        <a:pt x="106108" y="282130"/>
                      </a:cubicBezTo>
                      <a:cubicBezTo>
                        <a:pt x="105061" y="282416"/>
                        <a:pt x="100584" y="282130"/>
                        <a:pt x="92392" y="281749"/>
                      </a:cubicBezTo>
                      <a:cubicBezTo>
                        <a:pt x="86582" y="279368"/>
                        <a:pt x="80581" y="276987"/>
                        <a:pt x="74486" y="274415"/>
                      </a:cubicBezTo>
                      <a:cubicBezTo>
                        <a:pt x="67437" y="271367"/>
                        <a:pt x="62103" y="267938"/>
                        <a:pt x="58388" y="264223"/>
                      </a:cubicBezTo>
                      <a:cubicBezTo>
                        <a:pt x="56959" y="265938"/>
                        <a:pt x="54007" y="265557"/>
                        <a:pt x="49625" y="263176"/>
                      </a:cubicBezTo>
                      <a:cubicBezTo>
                        <a:pt x="44005" y="256127"/>
                        <a:pt x="38290" y="249079"/>
                        <a:pt x="32385" y="241745"/>
                      </a:cubicBezTo>
                      <a:cubicBezTo>
                        <a:pt x="26289" y="233267"/>
                        <a:pt x="22955" y="225457"/>
                        <a:pt x="22193" y="218218"/>
                      </a:cubicBezTo>
                      <a:cubicBezTo>
                        <a:pt x="18859" y="214217"/>
                        <a:pt x="17336" y="208502"/>
                        <a:pt x="17621" y="201073"/>
                      </a:cubicBezTo>
                      <a:cubicBezTo>
                        <a:pt x="17812" y="190024"/>
                        <a:pt x="17812" y="184023"/>
                        <a:pt x="17621" y="182785"/>
                      </a:cubicBezTo>
                      <a:cubicBezTo>
                        <a:pt x="17336" y="181165"/>
                        <a:pt x="17240" y="179356"/>
                        <a:pt x="17240" y="177546"/>
                      </a:cubicBezTo>
                      <a:cubicBezTo>
                        <a:pt x="17240" y="174974"/>
                        <a:pt x="17621" y="171069"/>
                        <a:pt x="18288" y="165830"/>
                      </a:cubicBezTo>
                      <a:cubicBezTo>
                        <a:pt x="18955" y="160591"/>
                        <a:pt x="19336" y="156496"/>
                        <a:pt x="19336" y="153733"/>
                      </a:cubicBezTo>
                      <a:cubicBezTo>
                        <a:pt x="19336" y="148780"/>
                        <a:pt x="18383" y="144589"/>
                        <a:pt x="16478" y="141065"/>
                      </a:cubicBezTo>
                      <a:cubicBezTo>
                        <a:pt x="18859" y="140208"/>
                        <a:pt x="19526" y="138398"/>
                        <a:pt x="18383" y="135827"/>
                      </a:cubicBezTo>
                      <a:cubicBezTo>
                        <a:pt x="17336" y="133255"/>
                        <a:pt x="17621" y="131350"/>
                        <a:pt x="19240" y="130207"/>
                      </a:cubicBezTo>
                      <a:cubicBezTo>
                        <a:pt x="17812" y="118777"/>
                        <a:pt x="17145" y="109156"/>
                        <a:pt x="17145" y="101441"/>
                      </a:cubicBezTo>
                      <a:cubicBezTo>
                        <a:pt x="17145" y="87630"/>
                        <a:pt x="19145" y="75914"/>
                        <a:pt x="23146" y="66294"/>
                      </a:cubicBezTo>
                      <a:cubicBezTo>
                        <a:pt x="24955" y="58388"/>
                        <a:pt x="26575" y="53149"/>
                        <a:pt x="27718" y="50482"/>
                      </a:cubicBezTo>
                      <a:cubicBezTo>
                        <a:pt x="30480" y="44958"/>
                        <a:pt x="34480" y="41529"/>
                        <a:pt x="39624" y="40386"/>
                      </a:cubicBezTo>
                      <a:cubicBezTo>
                        <a:pt x="42672" y="32195"/>
                        <a:pt x="49435" y="25051"/>
                        <a:pt x="60007" y="18955"/>
                      </a:cubicBezTo>
                      <a:lnTo>
                        <a:pt x="58198" y="17907"/>
                      </a:lnTo>
                      <a:cubicBezTo>
                        <a:pt x="61436" y="17145"/>
                        <a:pt x="66104" y="14573"/>
                        <a:pt x="72199" y="10192"/>
                      </a:cubicBezTo>
                      <a:cubicBezTo>
                        <a:pt x="77343" y="6382"/>
                        <a:pt x="82201" y="4763"/>
                        <a:pt x="86963" y="5239"/>
                      </a:cubicBezTo>
                      <a:cubicBezTo>
                        <a:pt x="86963" y="1714"/>
                        <a:pt x="88297" y="0"/>
                        <a:pt x="91154" y="0"/>
                      </a:cubicBezTo>
                      <a:cubicBezTo>
                        <a:pt x="92107" y="0"/>
                        <a:pt x="93821" y="286"/>
                        <a:pt x="96393" y="953"/>
                      </a:cubicBezTo>
                      <a:cubicBezTo>
                        <a:pt x="98965" y="1524"/>
                        <a:pt x="100679" y="1714"/>
                        <a:pt x="101632" y="1429"/>
                      </a:cubicBezTo>
                      <a:cubicBezTo>
                        <a:pt x="105346" y="6858"/>
                        <a:pt x="110299" y="9430"/>
                        <a:pt x="116396" y="9430"/>
                      </a:cubicBezTo>
                      <a:cubicBezTo>
                        <a:pt x="119158" y="9430"/>
                        <a:pt x="123920" y="8572"/>
                        <a:pt x="130397" y="6668"/>
                      </a:cubicBezTo>
                      <a:cubicBezTo>
                        <a:pt x="135255" y="8001"/>
                        <a:pt x="141541" y="8001"/>
                        <a:pt x="149066" y="6668"/>
                      </a:cubicBezTo>
                      <a:lnTo>
                        <a:pt x="149066" y="8001"/>
                      </a:lnTo>
                      <a:cubicBezTo>
                        <a:pt x="151162" y="7048"/>
                        <a:pt x="153257" y="6668"/>
                        <a:pt x="155353" y="6668"/>
                      </a:cubicBezTo>
                      <a:cubicBezTo>
                        <a:pt x="158401" y="6668"/>
                        <a:pt x="162211" y="8572"/>
                        <a:pt x="166878" y="12382"/>
                      </a:cubicBezTo>
                      <a:cubicBezTo>
                        <a:pt x="171545" y="16288"/>
                        <a:pt x="175641" y="18479"/>
                        <a:pt x="179165" y="18955"/>
                      </a:cubicBezTo>
                      <a:cubicBezTo>
                        <a:pt x="180118" y="22670"/>
                        <a:pt x="183071" y="26384"/>
                        <a:pt x="188119" y="30099"/>
                      </a:cubicBezTo>
                      <a:cubicBezTo>
                        <a:pt x="193167" y="33909"/>
                        <a:pt x="196024" y="36576"/>
                        <a:pt x="196691" y="38195"/>
                      </a:cubicBezTo>
                      <a:cubicBezTo>
                        <a:pt x="200215" y="38195"/>
                        <a:pt x="202216" y="40577"/>
                        <a:pt x="202978" y="45529"/>
                      </a:cubicBezTo>
                      <a:cubicBezTo>
                        <a:pt x="203645" y="50387"/>
                        <a:pt x="205645" y="52864"/>
                        <a:pt x="208979" y="52864"/>
                      </a:cubicBezTo>
                      <a:cubicBezTo>
                        <a:pt x="211550" y="55816"/>
                        <a:pt x="212788" y="60198"/>
                        <a:pt x="212788" y="65818"/>
                      </a:cubicBezTo>
                      <a:lnTo>
                        <a:pt x="212788" y="70771"/>
                      </a:lnTo>
                      <a:cubicBezTo>
                        <a:pt x="212598" y="73152"/>
                        <a:pt x="212503" y="74771"/>
                        <a:pt x="212503" y="75629"/>
                      </a:cubicBezTo>
                      <a:cubicBezTo>
                        <a:pt x="212503" y="82487"/>
                        <a:pt x="214979" y="87344"/>
                        <a:pt x="219837" y="90392"/>
                      </a:cubicBezTo>
                      <a:cubicBezTo>
                        <a:pt x="218884" y="92012"/>
                        <a:pt x="218408" y="93916"/>
                        <a:pt x="218408" y="96012"/>
                      </a:cubicBezTo>
                      <a:cubicBezTo>
                        <a:pt x="218408" y="97917"/>
                        <a:pt x="218884" y="100298"/>
                        <a:pt x="219837" y="103441"/>
                      </a:cubicBezTo>
                      <a:cubicBezTo>
                        <a:pt x="220789" y="106489"/>
                        <a:pt x="221266" y="108585"/>
                        <a:pt x="221266" y="109728"/>
                      </a:cubicBezTo>
                      <a:cubicBezTo>
                        <a:pt x="221266" y="112586"/>
                        <a:pt x="219456" y="114300"/>
                        <a:pt x="216027" y="114967"/>
                      </a:cubicBezTo>
                      <a:close/>
                      <a:moveTo>
                        <a:pt x="179356" y="134207"/>
                      </a:moveTo>
                      <a:cubicBezTo>
                        <a:pt x="180499" y="134207"/>
                        <a:pt x="185928" y="135922"/>
                        <a:pt x="195548" y="139160"/>
                      </a:cubicBezTo>
                      <a:lnTo>
                        <a:pt x="195548" y="131445"/>
                      </a:lnTo>
                      <a:cubicBezTo>
                        <a:pt x="187833" y="128683"/>
                        <a:pt x="184309" y="127254"/>
                        <a:pt x="184975" y="127254"/>
                      </a:cubicBezTo>
                      <a:cubicBezTo>
                        <a:pt x="183356" y="127254"/>
                        <a:pt x="182785" y="128683"/>
                        <a:pt x="183166" y="131445"/>
                      </a:cubicBezTo>
                      <a:lnTo>
                        <a:pt x="179356" y="127254"/>
                      </a:lnTo>
                      <a:lnTo>
                        <a:pt x="177546" y="128302"/>
                      </a:lnTo>
                      <a:cubicBezTo>
                        <a:pt x="175927" y="125825"/>
                        <a:pt x="173546" y="123825"/>
                        <a:pt x="170497" y="122396"/>
                      </a:cubicBezTo>
                      <a:cubicBezTo>
                        <a:pt x="165354" y="120491"/>
                        <a:pt x="162496" y="119348"/>
                        <a:pt x="161734" y="118872"/>
                      </a:cubicBezTo>
                      <a:cubicBezTo>
                        <a:pt x="162687" y="117729"/>
                        <a:pt x="163068" y="115824"/>
                        <a:pt x="162878" y="113252"/>
                      </a:cubicBezTo>
                      <a:lnTo>
                        <a:pt x="162878" y="106966"/>
                      </a:lnTo>
                      <a:cubicBezTo>
                        <a:pt x="162211" y="105823"/>
                        <a:pt x="159448" y="99727"/>
                        <a:pt x="154781" y="88678"/>
                      </a:cubicBezTo>
                      <a:cubicBezTo>
                        <a:pt x="151733" y="81153"/>
                        <a:pt x="148876" y="76390"/>
                        <a:pt x="146399" y="74295"/>
                      </a:cubicBezTo>
                      <a:lnTo>
                        <a:pt x="148114" y="73247"/>
                      </a:lnTo>
                      <a:cubicBezTo>
                        <a:pt x="145542" y="70009"/>
                        <a:pt x="142113" y="67628"/>
                        <a:pt x="137636" y="66199"/>
                      </a:cubicBezTo>
                      <a:cubicBezTo>
                        <a:pt x="133159" y="64770"/>
                        <a:pt x="129064" y="63532"/>
                        <a:pt x="124968" y="62389"/>
                      </a:cubicBezTo>
                      <a:cubicBezTo>
                        <a:pt x="125254" y="58674"/>
                        <a:pt x="123730" y="56769"/>
                        <a:pt x="120396" y="56769"/>
                      </a:cubicBezTo>
                      <a:cubicBezTo>
                        <a:pt x="116014" y="56769"/>
                        <a:pt x="113062" y="58674"/>
                        <a:pt x="111633" y="62389"/>
                      </a:cubicBezTo>
                      <a:cubicBezTo>
                        <a:pt x="109061" y="62674"/>
                        <a:pt x="105537" y="64198"/>
                        <a:pt x="101251" y="66961"/>
                      </a:cubicBezTo>
                      <a:cubicBezTo>
                        <a:pt x="96964" y="69723"/>
                        <a:pt x="93631" y="70961"/>
                        <a:pt x="91249" y="70390"/>
                      </a:cubicBezTo>
                      <a:cubicBezTo>
                        <a:pt x="86582" y="71819"/>
                        <a:pt x="83248" y="75629"/>
                        <a:pt x="81439" y="82010"/>
                      </a:cubicBezTo>
                      <a:cubicBezTo>
                        <a:pt x="79629" y="89059"/>
                        <a:pt x="77343" y="93250"/>
                        <a:pt x="74771" y="94679"/>
                      </a:cubicBezTo>
                      <a:cubicBezTo>
                        <a:pt x="75057" y="98203"/>
                        <a:pt x="74771" y="102870"/>
                        <a:pt x="73914" y="108776"/>
                      </a:cubicBezTo>
                      <a:cubicBezTo>
                        <a:pt x="73057" y="114586"/>
                        <a:pt x="72676" y="118681"/>
                        <a:pt x="72676" y="121063"/>
                      </a:cubicBezTo>
                      <a:cubicBezTo>
                        <a:pt x="72676" y="124968"/>
                        <a:pt x="73438" y="128492"/>
                        <a:pt x="74771" y="131540"/>
                      </a:cubicBezTo>
                      <a:cubicBezTo>
                        <a:pt x="72199" y="133445"/>
                        <a:pt x="71914" y="137160"/>
                        <a:pt x="73723" y="142780"/>
                      </a:cubicBezTo>
                      <a:cubicBezTo>
                        <a:pt x="75343" y="147447"/>
                        <a:pt x="74486" y="150019"/>
                        <a:pt x="70961" y="150495"/>
                      </a:cubicBezTo>
                      <a:cubicBezTo>
                        <a:pt x="73533" y="161735"/>
                        <a:pt x="74866" y="170212"/>
                        <a:pt x="74866" y="176117"/>
                      </a:cubicBezTo>
                      <a:cubicBezTo>
                        <a:pt x="74866" y="180308"/>
                        <a:pt x="74486" y="184404"/>
                        <a:pt x="73819" y="188404"/>
                      </a:cubicBezTo>
                      <a:cubicBezTo>
                        <a:pt x="75438" y="189833"/>
                        <a:pt x="78772" y="196691"/>
                        <a:pt x="83629" y="208788"/>
                      </a:cubicBezTo>
                      <a:cubicBezTo>
                        <a:pt x="87154" y="217646"/>
                        <a:pt x="92869" y="221647"/>
                        <a:pt x="100870" y="220694"/>
                      </a:cubicBezTo>
                      <a:cubicBezTo>
                        <a:pt x="101537" y="220885"/>
                        <a:pt x="102394" y="220599"/>
                        <a:pt x="103251" y="219646"/>
                      </a:cubicBezTo>
                      <a:cubicBezTo>
                        <a:pt x="104204" y="218694"/>
                        <a:pt x="104965" y="218218"/>
                        <a:pt x="105346" y="218218"/>
                      </a:cubicBezTo>
                      <a:cubicBezTo>
                        <a:pt x="106108" y="218218"/>
                        <a:pt x="106775" y="218694"/>
                        <a:pt x="107442" y="219646"/>
                      </a:cubicBezTo>
                      <a:lnTo>
                        <a:pt x="106108" y="220694"/>
                      </a:lnTo>
                      <a:cubicBezTo>
                        <a:pt x="106108" y="221837"/>
                        <a:pt x="106680" y="222885"/>
                        <a:pt x="107918" y="223838"/>
                      </a:cubicBezTo>
                      <a:lnTo>
                        <a:pt x="110299" y="226219"/>
                      </a:lnTo>
                      <a:cubicBezTo>
                        <a:pt x="111919" y="228314"/>
                        <a:pt x="114014" y="229362"/>
                        <a:pt x="116681" y="229362"/>
                      </a:cubicBezTo>
                      <a:cubicBezTo>
                        <a:pt x="120205" y="229362"/>
                        <a:pt x="122015" y="227933"/>
                        <a:pt x="122206" y="225171"/>
                      </a:cubicBezTo>
                      <a:cubicBezTo>
                        <a:pt x="123825" y="226600"/>
                        <a:pt x="125349" y="227266"/>
                        <a:pt x="126778" y="227266"/>
                      </a:cubicBezTo>
                      <a:cubicBezTo>
                        <a:pt x="128206" y="227266"/>
                        <a:pt x="129826" y="225743"/>
                        <a:pt x="131540" y="222695"/>
                      </a:cubicBezTo>
                      <a:cubicBezTo>
                        <a:pt x="133255" y="219742"/>
                        <a:pt x="134874" y="218122"/>
                        <a:pt x="136303" y="218122"/>
                      </a:cubicBezTo>
                      <a:cubicBezTo>
                        <a:pt x="137731" y="218122"/>
                        <a:pt x="139446" y="218980"/>
                        <a:pt x="141541" y="220599"/>
                      </a:cubicBezTo>
                      <a:cubicBezTo>
                        <a:pt x="142018" y="219646"/>
                        <a:pt x="144208" y="218218"/>
                        <a:pt x="148209" y="216408"/>
                      </a:cubicBezTo>
                      <a:cubicBezTo>
                        <a:pt x="151543" y="214979"/>
                        <a:pt x="153162" y="212979"/>
                        <a:pt x="153162" y="210407"/>
                      </a:cubicBezTo>
                      <a:cubicBezTo>
                        <a:pt x="153162" y="209455"/>
                        <a:pt x="152876" y="208312"/>
                        <a:pt x="152400" y="206883"/>
                      </a:cubicBezTo>
                      <a:cubicBezTo>
                        <a:pt x="155638" y="205264"/>
                        <a:pt x="157639" y="201644"/>
                        <a:pt x="158305" y="196024"/>
                      </a:cubicBezTo>
                      <a:cubicBezTo>
                        <a:pt x="159067" y="190405"/>
                        <a:pt x="160591" y="186880"/>
                        <a:pt x="162973" y="185452"/>
                      </a:cubicBezTo>
                      <a:lnTo>
                        <a:pt x="162973" y="162306"/>
                      </a:lnTo>
                      <a:cubicBezTo>
                        <a:pt x="163449" y="160687"/>
                        <a:pt x="163639" y="158782"/>
                        <a:pt x="163639" y="156686"/>
                      </a:cubicBezTo>
                      <a:cubicBezTo>
                        <a:pt x="163639" y="154686"/>
                        <a:pt x="163258" y="151543"/>
                        <a:pt x="162592" y="147638"/>
                      </a:cubicBezTo>
                      <a:cubicBezTo>
                        <a:pt x="161830" y="143637"/>
                        <a:pt x="161544" y="140875"/>
                        <a:pt x="161544" y="139160"/>
                      </a:cubicBezTo>
                      <a:cubicBezTo>
                        <a:pt x="161544" y="136588"/>
                        <a:pt x="162020" y="134398"/>
                        <a:pt x="162973" y="132493"/>
                      </a:cubicBezTo>
                      <a:cubicBezTo>
                        <a:pt x="162687" y="129921"/>
                        <a:pt x="163449" y="128397"/>
                        <a:pt x="165068" y="127921"/>
                      </a:cubicBezTo>
                      <a:cubicBezTo>
                        <a:pt x="165735" y="127921"/>
                        <a:pt x="167735" y="128111"/>
                        <a:pt x="170974" y="128588"/>
                      </a:cubicBezTo>
                      <a:cubicBezTo>
                        <a:pt x="173546" y="129064"/>
                        <a:pt x="175355" y="128969"/>
                        <a:pt x="176593" y="128206"/>
                      </a:cubicBezTo>
                      <a:cubicBezTo>
                        <a:pt x="178784" y="130397"/>
                        <a:pt x="179641" y="132397"/>
                        <a:pt x="179451" y="134207"/>
                      </a:cubicBezTo>
                      <a:close/>
                      <a:moveTo>
                        <a:pt x="209169" y="114967"/>
                      </a:moveTo>
                      <a:cubicBezTo>
                        <a:pt x="207264" y="114014"/>
                        <a:pt x="205359" y="113538"/>
                        <a:pt x="203454" y="113538"/>
                      </a:cubicBezTo>
                      <a:cubicBezTo>
                        <a:pt x="202311" y="113538"/>
                        <a:pt x="200501" y="113824"/>
                        <a:pt x="197929" y="114395"/>
                      </a:cubicBezTo>
                      <a:cubicBezTo>
                        <a:pt x="195263" y="114967"/>
                        <a:pt x="193167" y="115157"/>
                        <a:pt x="191262" y="114967"/>
                      </a:cubicBezTo>
                      <a:lnTo>
                        <a:pt x="199644" y="120587"/>
                      </a:lnTo>
                      <a:lnTo>
                        <a:pt x="200787" y="114967"/>
                      </a:lnTo>
                      <a:cubicBezTo>
                        <a:pt x="200787" y="114967"/>
                        <a:pt x="204025" y="115919"/>
                        <a:pt x="209264" y="117729"/>
                      </a:cubicBezTo>
                      <a:lnTo>
                        <a:pt x="209264" y="114967"/>
                      </a:lnTo>
                      <a:close/>
                      <a:moveTo>
                        <a:pt x="200692" y="202978"/>
                      </a:moveTo>
                      <a:cubicBezTo>
                        <a:pt x="200692" y="202978"/>
                        <a:pt x="201358" y="202597"/>
                        <a:pt x="201358" y="202311"/>
                      </a:cubicBezTo>
                      <a:cubicBezTo>
                        <a:pt x="201358" y="202121"/>
                        <a:pt x="200787" y="201644"/>
                        <a:pt x="199549" y="201073"/>
                      </a:cubicBezTo>
                      <a:cubicBezTo>
                        <a:pt x="198406" y="200501"/>
                        <a:pt x="197834" y="200025"/>
                        <a:pt x="197834" y="199549"/>
                      </a:cubicBezTo>
                      <a:cubicBezTo>
                        <a:pt x="197834" y="199072"/>
                        <a:pt x="198406" y="198501"/>
                        <a:pt x="199549" y="197739"/>
                      </a:cubicBezTo>
                      <a:cubicBezTo>
                        <a:pt x="198215" y="197263"/>
                        <a:pt x="196787" y="197453"/>
                        <a:pt x="195358" y="198120"/>
                      </a:cubicBezTo>
                      <a:cubicBezTo>
                        <a:pt x="193262" y="199549"/>
                        <a:pt x="192024" y="200215"/>
                        <a:pt x="191833" y="200215"/>
                      </a:cubicBezTo>
                      <a:cubicBezTo>
                        <a:pt x="192596" y="200215"/>
                        <a:pt x="195453" y="201168"/>
                        <a:pt x="200596" y="203073"/>
                      </a:cubicBezTo>
                      <a:close/>
                      <a:moveTo>
                        <a:pt x="210121" y="131350"/>
                      </a:moveTo>
                      <a:lnTo>
                        <a:pt x="214313" y="131350"/>
                      </a:lnTo>
                      <a:cubicBezTo>
                        <a:pt x="212312" y="129921"/>
                        <a:pt x="210788" y="129826"/>
                        <a:pt x="210121" y="130969"/>
                      </a:cubicBezTo>
                      <a:cubicBezTo>
                        <a:pt x="207550" y="130302"/>
                        <a:pt x="203930" y="129159"/>
                        <a:pt x="199263" y="127826"/>
                      </a:cubicBezTo>
                      <a:cubicBezTo>
                        <a:pt x="198787" y="126111"/>
                        <a:pt x="197453" y="125349"/>
                        <a:pt x="195358" y="125349"/>
                      </a:cubicBezTo>
                      <a:cubicBezTo>
                        <a:pt x="196310" y="125825"/>
                        <a:pt x="197548" y="126587"/>
                        <a:pt x="199263" y="127826"/>
                      </a:cubicBezTo>
                      <a:cubicBezTo>
                        <a:pt x="199454" y="128683"/>
                        <a:pt x="199549" y="129921"/>
                        <a:pt x="199549" y="131350"/>
                      </a:cubicBezTo>
                      <a:cubicBezTo>
                        <a:pt x="199358" y="133255"/>
                        <a:pt x="199358" y="134303"/>
                        <a:pt x="199549" y="134493"/>
                      </a:cubicBezTo>
                      <a:cubicBezTo>
                        <a:pt x="199549" y="135160"/>
                        <a:pt x="199930" y="135446"/>
                        <a:pt x="200692" y="135160"/>
                      </a:cubicBezTo>
                      <a:lnTo>
                        <a:pt x="204502" y="131350"/>
                      </a:lnTo>
                      <a:lnTo>
                        <a:pt x="206312" y="132397"/>
                      </a:lnTo>
                      <a:cubicBezTo>
                        <a:pt x="206502" y="133350"/>
                        <a:pt x="206312" y="134398"/>
                        <a:pt x="205645" y="135446"/>
                      </a:cubicBezTo>
                      <a:cubicBezTo>
                        <a:pt x="204883" y="136493"/>
                        <a:pt x="204597" y="137351"/>
                        <a:pt x="204597" y="138017"/>
                      </a:cubicBezTo>
                      <a:cubicBezTo>
                        <a:pt x="206692" y="138589"/>
                        <a:pt x="208026" y="137922"/>
                        <a:pt x="208597" y="136112"/>
                      </a:cubicBezTo>
                      <a:cubicBezTo>
                        <a:pt x="209169" y="134398"/>
                        <a:pt x="209740" y="132683"/>
                        <a:pt x="210217" y="131064"/>
                      </a:cubicBezTo>
                      <a:lnTo>
                        <a:pt x="210217" y="131445"/>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 name="Google Shape;1346;p99"/>
                <p:cNvSpPr/>
                <p:nvPr/>
              </p:nvSpPr>
              <p:spPr>
                <a:xfrm>
                  <a:off x="5414771" y="3760089"/>
                  <a:ext cx="277558" cy="297941"/>
                </a:xfrm>
                <a:custGeom>
                  <a:avLst/>
                  <a:gdLst/>
                  <a:ahLst/>
                  <a:cxnLst/>
                  <a:rect l="l" t="t" r="r" b="b"/>
                  <a:pathLst>
                    <a:path w="277558" h="297941" extrusionOk="0">
                      <a:moveTo>
                        <a:pt x="11144" y="251460"/>
                      </a:moveTo>
                      <a:cubicBezTo>
                        <a:pt x="12287" y="252603"/>
                        <a:pt x="12954" y="253651"/>
                        <a:pt x="12954" y="254603"/>
                      </a:cubicBezTo>
                      <a:cubicBezTo>
                        <a:pt x="12954" y="255079"/>
                        <a:pt x="12573" y="255841"/>
                        <a:pt x="12001" y="257270"/>
                      </a:cubicBezTo>
                      <a:cubicBezTo>
                        <a:pt x="11430" y="258604"/>
                        <a:pt x="11144" y="259747"/>
                        <a:pt x="11144" y="260890"/>
                      </a:cubicBezTo>
                      <a:lnTo>
                        <a:pt x="9811" y="256984"/>
                      </a:lnTo>
                      <a:lnTo>
                        <a:pt x="0" y="259747"/>
                      </a:lnTo>
                      <a:cubicBezTo>
                        <a:pt x="190" y="257270"/>
                        <a:pt x="2381" y="255841"/>
                        <a:pt x="6477" y="255746"/>
                      </a:cubicBezTo>
                      <a:cubicBezTo>
                        <a:pt x="10573" y="255556"/>
                        <a:pt x="12192" y="254127"/>
                        <a:pt x="11239" y="251365"/>
                      </a:cubicBezTo>
                      <a:close/>
                      <a:moveTo>
                        <a:pt x="1619" y="225838"/>
                      </a:moveTo>
                      <a:cubicBezTo>
                        <a:pt x="1619" y="223075"/>
                        <a:pt x="2762" y="221647"/>
                        <a:pt x="5143" y="221647"/>
                      </a:cubicBezTo>
                      <a:cubicBezTo>
                        <a:pt x="5905" y="221647"/>
                        <a:pt x="6477" y="222123"/>
                        <a:pt x="6953" y="223075"/>
                      </a:cubicBezTo>
                      <a:lnTo>
                        <a:pt x="1714" y="225838"/>
                      </a:lnTo>
                      <a:close/>
                      <a:moveTo>
                        <a:pt x="12573" y="196024"/>
                      </a:moveTo>
                      <a:lnTo>
                        <a:pt x="8287" y="196024"/>
                      </a:lnTo>
                      <a:lnTo>
                        <a:pt x="13621" y="192214"/>
                      </a:lnTo>
                      <a:lnTo>
                        <a:pt x="12573" y="196024"/>
                      </a:lnTo>
                      <a:close/>
                      <a:moveTo>
                        <a:pt x="11144" y="217456"/>
                      </a:moveTo>
                      <a:lnTo>
                        <a:pt x="12573" y="219170"/>
                      </a:lnTo>
                      <a:lnTo>
                        <a:pt x="12573" y="223075"/>
                      </a:lnTo>
                      <a:lnTo>
                        <a:pt x="11144" y="217456"/>
                      </a:lnTo>
                      <a:close/>
                      <a:moveTo>
                        <a:pt x="15335" y="202692"/>
                      </a:moveTo>
                      <a:cubicBezTo>
                        <a:pt x="15812" y="201549"/>
                        <a:pt x="16669" y="201358"/>
                        <a:pt x="17812" y="202025"/>
                      </a:cubicBezTo>
                      <a:cubicBezTo>
                        <a:pt x="18479" y="202692"/>
                        <a:pt x="19336" y="203263"/>
                        <a:pt x="20288" y="203835"/>
                      </a:cubicBezTo>
                      <a:cubicBezTo>
                        <a:pt x="19621" y="204502"/>
                        <a:pt x="19050" y="204883"/>
                        <a:pt x="18574" y="204883"/>
                      </a:cubicBezTo>
                      <a:cubicBezTo>
                        <a:pt x="17621" y="203454"/>
                        <a:pt x="16573" y="202787"/>
                        <a:pt x="15430" y="202787"/>
                      </a:cubicBezTo>
                      <a:close/>
                      <a:moveTo>
                        <a:pt x="15335" y="297847"/>
                      </a:moveTo>
                      <a:lnTo>
                        <a:pt x="15335" y="292227"/>
                      </a:lnTo>
                      <a:lnTo>
                        <a:pt x="18193" y="296132"/>
                      </a:lnTo>
                      <a:cubicBezTo>
                        <a:pt x="16573" y="296132"/>
                        <a:pt x="15621" y="296704"/>
                        <a:pt x="15335" y="297942"/>
                      </a:cubicBezTo>
                      <a:close/>
                      <a:moveTo>
                        <a:pt x="27337" y="171831"/>
                      </a:moveTo>
                      <a:lnTo>
                        <a:pt x="27337" y="178498"/>
                      </a:lnTo>
                      <a:lnTo>
                        <a:pt x="26003" y="178498"/>
                      </a:lnTo>
                      <a:lnTo>
                        <a:pt x="26003" y="171831"/>
                      </a:lnTo>
                      <a:lnTo>
                        <a:pt x="27337" y="171831"/>
                      </a:lnTo>
                      <a:close/>
                      <a:moveTo>
                        <a:pt x="31528" y="234982"/>
                      </a:moveTo>
                      <a:cubicBezTo>
                        <a:pt x="31337" y="235648"/>
                        <a:pt x="31813" y="236601"/>
                        <a:pt x="32956" y="237744"/>
                      </a:cubicBezTo>
                      <a:lnTo>
                        <a:pt x="26003" y="237744"/>
                      </a:lnTo>
                      <a:lnTo>
                        <a:pt x="26003" y="234982"/>
                      </a:lnTo>
                      <a:lnTo>
                        <a:pt x="31528" y="234982"/>
                      </a:lnTo>
                      <a:close/>
                      <a:moveTo>
                        <a:pt x="34004" y="224123"/>
                      </a:moveTo>
                      <a:cubicBezTo>
                        <a:pt x="35147" y="224790"/>
                        <a:pt x="34766" y="226790"/>
                        <a:pt x="32956" y="230124"/>
                      </a:cubicBezTo>
                      <a:cubicBezTo>
                        <a:pt x="32480" y="230314"/>
                        <a:pt x="31528" y="229743"/>
                        <a:pt x="30194" y="228314"/>
                      </a:cubicBezTo>
                      <a:cubicBezTo>
                        <a:pt x="30194" y="225552"/>
                        <a:pt x="31432" y="224123"/>
                        <a:pt x="34099" y="224123"/>
                      </a:cubicBezTo>
                      <a:close/>
                      <a:moveTo>
                        <a:pt x="38576" y="162020"/>
                      </a:moveTo>
                      <a:lnTo>
                        <a:pt x="38576" y="164878"/>
                      </a:lnTo>
                      <a:lnTo>
                        <a:pt x="32956" y="162020"/>
                      </a:lnTo>
                      <a:lnTo>
                        <a:pt x="38576" y="162020"/>
                      </a:lnTo>
                      <a:close/>
                      <a:moveTo>
                        <a:pt x="34004" y="220313"/>
                      </a:moveTo>
                      <a:lnTo>
                        <a:pt x="35719" y="219265"/>
                      </a:lnTo>
                      <a:lnTo>
                        <a:pt x="32956" y="216503"/>
                      </a:lnTo>
                      <a:cubicBezTo>
                        <a:pt x="32956" y="216503"/>
                        <a:pt x="34195" y="215646"/>
                        <a:pt x="36766" y="214789"/>
                      </a:cubicBezTo>
                      <a:cubicBezTo>
                        <a:pt x="36290" y="216217"/>
                        <a:pt x="36862" y="218027"/>
                        <a:pt x="38481" y="220408"/>
                      </a:cubicBezTo>
                      <a:lnTo>
                        <a:pt x="33909" y="220408"/>
                      </a:lnTo>
                      <a:close/>
                      <a:moveTo>
                        <a:pt x="38576" y="235077"/>
                      </a:moveTo>
                      <a:lnTo>
                        <a:pt x="40672" y="237839"/>
                      </a:lnTo>
                      <a:lnTo>
                        <a:pt x="35719" y="235077"/>
                      </a:lnTo>
                      <a:lnTo>
                        <a:pt x="38481" y="235077"/>
                      </a:lnTo>
                      <a:close/>
                      <a:moveTo>
                        <a:pt x="54388" y="199930"/>
                      </a:moveTo>
                      <a:lnTo>
                        <a:pt x="49149" y="199930"/>
                      </a:lnTo>
                      <a:lnTo>
                        <a:pt x="50578" y="205645"/>
                      </a:lnTo>
                      <a:cubicBezTo>
                        <a:pt x="49625" y="205645"/>
                        <a:pt x="48196" y="205168"/>
                        <a:pt x="46196" y="204216"/>
                      </a:cubicBezTo>
                      <a:cubicBezTo>
                        <a:pt x="44196" y="203263"/>
                        <a:pt x="42863" y="202787"/>
                        <a:pt x="42100" y="202787"/>
                      </a:cubicBezTo>
                      <a:cubicBezTo>
                        <a:pt x="40767" y="202787"/>
                        <a:pt x="39529" y="203740"/>
                        <a:pt x="38576" y="205645"/>
                      </a:cubicBezTo>
                      <a:cubicBezTo>
                        <a:pt x="37433" y="203073"/>
                        <a:pt x="36862" y="201454"/>
                        <a:pt x="36862" y="200692"/>
                      </a:cubicBezTo>
                      <a:cubicBezTo>
                        <a:pt x="37814" y="199072"/>
                        <a:pt x="38767" y="197453"/>
                        <a:pt x="39624" y="196120"/>
                      </a:cubicBezTo>
                      <a:lnTo>
                        <a:pt x="39624" y="197167"/>
                      </a:lnTo>
                      <a:lnTo>
                        <a:pt x="46291" y="197167"/>
                      </a:lnTo>
                      <a:cubicBezTo>
                        <a:pt x="45625" y="197167"/>
                        <a:pt x="44672" y="197739"/>
                        <a:pt x="43529" y="198882"/>
                      </a:cubicBezTo>
                      <a:cubicBezTo>
                        <a:pt x="43243" y="199644"/>
                        <a:pt x="43720" y="200311"/>
                        <a:pt x="44577" y="200977"/>
                      </a:cubicBezTo>
                      <a:cubicBezTo>
                        <a:pt x="45529" y="201739"/>
                        <a:pt x="46101" y="202311"/>
                        <a:pt x="46291" y="202787"/>
                      </a:cubicBezTo>
                      <a:cubicBezTo>
                        <a:pt x="47434" y="199072"/>
                        <a:pt x="49149" y="197167"/>
                        <a:pt x="51244" y="197167"/>
                      </a:cubicBezTo>
                      <a:cubicBezTo>
                        <a:pt x="51911" y="197167"/>
                        <a:pt x="52673" y="197739"/>
                        <a:pt x="53340" y="198882"/>
                      </a:cubicBezTo>
                      <a:lnTo>
                        <a:pt x="54388" y="199930"/>
                      </a:lnTo>
                      <a:close/>
                      <a:moveTo>
                        <a:pt x="38576" y="264890"/>
                      </a:moveTo>
                      <a:cubicBezTo>
                        <a:pt x="37624" y="264033"/>
                        <a:pt x="37147" y="262890"/>
                        <a:pt x="37147" y="261747"/>
                      </a:cubicBezTo>
                      <a:cubicBezTo>
                        <a:pt x="37147" y="258508"/>
                        <a:pt x="38957" y="256413"/>
                        <a:pt x="42481" y="255460"/>
                      </a:cubicBezTo>
                      <a:lnTo>
                        <a:pt x="38576" y="264890"/>
                      </a:lnTo>
                      <a:close/>
                      <a:moveTo>
                        <a:pt x="42481" y="148780"/>
                      </a:moveTo>
                      <a:cubicBezTo>
                        <a:pt x="41338" y="149923"/>
                        <a:pt x="40672" y="151543"/>
                        <a:pt x="40672" y="153352"/>
                      </a:cubicBezTo>
                      <a:cubicBezTo>
                        <a:pt x="40862" y="155734"/>
                        <a:pt x="40862" y="157067"/>
                        <a:pt x="40672" y="157543"/>
                      </a:cubicBezTo>
                      <a:cubicBezTo>
                        <a:pt x="40481" y="158020"/>
                        <a:pt x="40100" y="158210"/>
                        <a:pt x="39529" y="158210"/>
                      </a:cubicBezTo>
                      <a:lnTo>
                        <a:pt x="39529" y="148780"/>
                      </a:lnTo>
                      <a:lnTo>
                        <a:pt x="42386" y="148780"/>
                      </a:lnTo>
                      <a:close/>
                      <a:moveTo>
                        <a:pt x="47339" y="149923"/>
                      </a:moveTo>
                      <a:cubicBezTo>
                        <a:pt x="49244" y="149447"/>
                        <a:pt x="51149" y="149447"/>
                        <a:pt x="52959" y="149923"/>
                      </a:cubicBezTo>
                      <a:lnTo>
                        <a:pt x="47339" y="149923"/>
                      </a:lnTo>
                      <a:close/>
                      <a:moveTo>
                        <a:pt x="54388" y="272034"/>
                      </a:moveTo>
                      <a:cubicBezTo>
                        <a:pt x="54388" y="273177"/>
                        <a:pt x="54959" y="274130"/>
                        <a:pt x="56102" y="274796"/>
                      </a:cubicBezTo>
                      <a:lnTo>
                        <a:pt x="51911" y="275939"/>
                      </a:lnTo>
                      <a:lnTo>
                        <a:pt x="51911" y="272129"/>
                      </a:lnTo>
                      <a:lnTo>
                        <a:pt x="54388" y="272129"/>
                      </a:lnTo>
                      <a:close/>
                      <a:moveTo>
                        <a:pt x="58960" y="155543"/>
                      </a:moveTo>
                      <a:cubicBezTo>
                        <a:pt x="59150" y="152781"/>
                        <a:pt x="57150" y="150876"/>
                        <a:pt x="53054" y="150019"/>
                      </a:cubicBezTo>
                      <a:cubicBezTo>
                        <a:pt x="56293" y="150019"/>
                        <a:pt x="58674" y="149638"/>
                        <a:pt x="60103" y="148876"/>
                      </a:cubicBezTo>
                      <a:lnTo>
                        <a:pt x="59055" y="155543"/>
                      </a:lnTo>
                      <a:close/>
                      <a:moveTo>
                        <a:pt x="54388" y="288226"/>
                      </a:moveTo>
                      <a:cubicBezTo>
                        <a:pt x="54102" y="286893"/>
                        <a:pt x="54578" y="285655"/>
                        <a:pt x="55912" y="284416"/>
                      </a:cubicBezTo>
                      <a:cubicBezTo>
                        <a:pt x="57245" y="283178"/>
                        <a:pt x="58579" y="282797"/>
                        <a:pt x="60007" y="282988"/>
                      </a:cubicBezTo>
                      <a:cubicBezTo>
                        <a:pt x="59055" y="285655"/>
                        <a:pt x="57150" y="287369"/>
                        <a:pt x="54388" y="288226"/>
                      </a:cubicBezTo>
                      <a:close/>
                      <a:moveTo>
                        <a:pt x="57150" y="190690"/>
                      </a:moveTo>
                      <a:lnTo>
                        <a:pt x="63817" y="193548"/>
                      </a:lnTo>
                      <a:cubicBezTo>
                        <a:pt x="63055" y="194500"/>
                        <a:pt x="62389" y="194881"/>
                        <a:pt x="61722" y="194881"/>
                      </a:cubicBezTo>
                      <a:cubicBezTo>
                        <a:pt x="59341" y="194881"/>
                        <a:pt x="57817" y="193548"/>
                        <a:pt x="57150" y="190690"/>
                      </a:cubicBezTo>
                      <a:close/>
                      <a:moveTo>
                        <a:pt x="63817" y="200120"/>
                      </a:moveTo>
                      <a:cubicBezTo>
                        <a:pt x="60484" y="203645"/>
                        <a:pt x="58864" y="206026"/>
                        <a:pt x="58864" y="207073"/>
                      </a:cubicBezTo>
                      <a:cubicBezTo>
                        <a:pt x="57721" y="206692"/>
                        <a:pt x="57055" y="205835"/>
                        <a:pt x="57055" y="204692"/>
                      </a:cubicBezTo>
                      <a:lnTo>
                        <a:pt x="57055" y="201168"/>
                      </a:lnTo>
                      <a:lnTo>
                        <a:pt x="63722" y="200120"/>
                      </a:lnTo>
                      <a:close/>
                      <a:moveTo>
                        <a:pt x="58864" y="186404"/>
                      </a:moveTo>
                      <a:cubicBezTo>
                        <a:pt x="57721" y="184309"/>
                        <a:pt x="58388" y="181737"/>
                        <a:pt x="60960" y="178689"/>
                      </a:cubicBezTo>
                      <a:lnTo>
                        <a:pt x="67627" y="185356"/>
                      </a:lnTo>
                      <a:cubicBezTo>
                        <a:pt x="66961" y="185356"/>
                        <a:pt x="65913" y="185738"/>
                        <a:pt x="64484" y="186595"/>
                      </a:cubicBezTo>
                      <a:cubicBezTo>
                        <a:pt x="63055" y="187452"/>
                        <a:pt x="62008" y="187738"/>
                        <a:pt x="61341" y="187738"/>
                      </a:cubicBezTo>
                      <a:cubicBezTo>
                        <a:pt x="60484" y="187738"/>
                        <a:pt x="59626" y="187357"/>
                        <a:pt x="58960" y="186309"/>
                      </a:cubicBezTo>
                      <a:close/>
                      <a:moveTo>
                        <a:pt x="60960" y="255556"/>
                      </a:moveTo>
                      <a:cubicBezTo>
                        <a:pt x="60293" y="256032"/>
                        <a:pt x="59912" y="257556"/>
                        <a:pt x="59912" y="260032"/>
                      </a:cubicBezTo>
                      <a:lnTo>
                        <a:pt x="58864" y="255556"/>
                      </a:lnTo>
                      <a:lnTo>
                        <a:pt x="60960" y="255556"/>
                      </a:lnTo>
                      <a:close/>
                      <a:moveTo>
                        <a:pt x="66580" y="267843"/>
                      </a:moveTo>
                      <a:lnTo>
                        <a:pt x="63817" y="263938"/>
                      </a:lnTo>
                      <a:lnTo>
                        <a:pt x="67627" y="266795"/>
                      </a:lnTo>
                      <a:cubicBezTo>
                        <a:pt x="67342" y="268891"/>
                        <a:pt x="64770" y="269748"/>
                        <a:pt x="59912" y="269272"/>
                      </a:cubicBezTo>
                      <a:lnTo>
                        <a:pt x="66580" y="267843"/>
                      </a:lnTo>
                      <a:close/>
                      <a:moveTo>
                        <a:pt x="69723" y="171450"/>
                      </a:moveTo>
                      <a:cubicBezTo>
                        <a:pt x="70390" y="171831"/>
                        <a:pt x="70771" y="172021"/>
                        <a:pt x="70771" y="172021"/>
                      </a:cubicBezTo>
                      <a:cubicBezTo>
                        <a:pt x="70771" y="172021"/>
                        <a:pt x="70390" y="172212"/>
                        <a:pt x="69723" y="172783"/>
                      </a:cubicBezTo>
                      <a:cubicBezTo>
                        <a:pt x="68866" y="173450"/>
                        <a:pt x="68294" y="174022"/>
                        <a:pt x="68294" y="174498"/>
                      </a:cubicBezTo>
                      <a:lnTo>
                        <a:pt x="65532" y="172021"/>
                      </a:lnTo>
                      <a:cubicBezTo>
                        <a:pt x="65532" y="172021"/>
                        <a:pt x="66770" y="171831"/>
                        <a:pt x="67913" y="170593"/>
                      </a:cubicBezTo>
                      <a:cubicBezTo>
                        <a:pt x="68389" y="170783"/>
                        <a:pt x="68961" y="171164"/>
                        <a:pt x="69723" y="171450"/>
                      </a:cubicBezTo>
                      <a:close/>
                      <a:moveTo>
                        <a:pt x="69437" y="175831"/>
                      </a:moveTo>
                      <a:cubicBezTo>
                        <a:pt x="68675" y="175355"/>
                        <a:pt x="68294" y="174879"/>
                        <a:pt x="68294" y="174403"/>
                      </a:cubicBezTo>
                      <a:lnTo>
                        <a:pt x="69437" y="175831"/>
                      </a:lnTo>
                      <a:close/>
                      <a:moveTo>
                        <a:pt x="72199" y="194405"/>
                      </a:moveTo>
                      <a:cubicBezTo>
                        <a:pt x="71438" y="194215"/>
                        <a:pt x="71152" y="193834"/>
                        <a:pt x="71152" y="193453"/>
                      </a:cubicBezTo>
                      <a:cubicBezTo>
                        <a:pt x="71152" y="192500"/>
                        <a:pt x="71723" y="191738"/>
                        <a:pt x="73057" y="190976"/>
                      </a:cubicBezTo>
                      <a:cubicBezTo>
                        <a:pt x="74390" y="190309"/>
                        <a:pt x="75533" y="190119"/>
                        <a:pt x="76390" y="190690"/>
                      </a:cubicBezTo>
                      <a:cubicBezTo>
                        <a:pt x="76390" y="191357"/>
                        <a:pt x="75533" y="192691"/>
                        <a:pt x="73628" y="194500"/>
                      </a:cubicBezTo>
                      <a:lnTo>
                        <a:pt x="72199" y="194500"/>
                      </a:lnTo>
                      <a:close/>
                      <a:moveTo>
                        <a:pt x="276701" y="106394"/>
                      </a:moveTo>
                      <a:cubicBezTo>
                        <a:pt x="276511" y="111347"/>
                        <a:pt x="276415" y="116776"/>
                        <a:pt x="276415" y="122587"/>
                      </a:cubicBezTo>
                      <a:cubicBezTo>
                        <a:pt x="276415" y="128873"/>
                        <a:pt x="276606" y="138493"/>
                        <a:pt x="276987" y="151447"/>
                      </a:cubicBezTo>
                      <a:cubicBezTo>
                        <a:pt x="277368" y="164306"/>
                        <a:pt x="277463" y="174022"/>
                        <a:pt x="277463" y="180594"/>
                      </a:cubicBezTo>
                      <a:cubicBezTo>
                        <a:pt x="277463" y="196215"/>
                        <a:pt x="276606" y="209550"/>
                        <a:pt x="274987" y="220599"/>
                      </a:cubicBezTo>
                      <a:cubicBezTo>
                        <a:pt x="274510" y="220789"/>
                        <a:pt x="273844" y="220504"/>
                        <a:pt x="272891" y="219551"/>
                      </a:cubicBezTo>
                      <a:cubicBezTo>
                        <a:pt x="272129" y="223075"/>
                        <a:pt x="271272" y="226600"/>
                        <a:pt x="270224" y="230124"/>
                      </a:cubicBezTo>
                      <a:cubicBezTo>
                        <a:pt x="269176" y="233648"/>
                        <a:pt x="267271" y="236315"/>
                        <a:pt x="264414" y="238220"/>
                      </a:cubicBezTo>
                      <a:lnTo>
                        <a:pt x="267271" y="241078"/>
                      </a:lnTo>
                      <a:cubicBezTo>
                        <a:pt x="259937" y="247650"/>
                        <a:pt x="252793" y="254222"/>
                        <a:pt x="245554" y="261080"/>
                      </a:cubicBezTo>
                      <a:cubicBezTo>
                        <a:pt x="236887" y="269081"/>
                        <a:pt x="229267" y="274606"/>
                        <a:pt x="222694" y="277939"/>
                      </a:cubicBezTo>
                      <a:cubicBezTo>
                        <a:pt x="221551" y="278130"/>
                        <a:pt x="219932" y="278130"/>
                        <a:pt x="217837" y="277939"/>
                      </a:cubicBezTo>
                      <a:cubicBezTo>
                        <a:pt x="215455" y="277463"/>
                        <a:pt x="214122" y="277273"/>
                        <a:pt x="213646" y="277273"/>
                      </a:cubicBezTo>
                      <a:cubicBezTo>
                        <a:pt x="210788" y="277273"/>
                        <a:pt x="209359" y="279273"/>
                        <a:pt x="209074" y="283178"/>
                      </a:cubicBezTo>
                      <a:cubicBezTo>
                        <a:pt x="192500" y="283845"/>
                        <a:pt x="179927" y="283559"/>
                        <a:pt x="171450" y="282416"/>
                      </a:cubicBezTo>
                      <a:cubicBezTo>
                        <a:pt x="159258" y="280797"/>
                        <a:pt x="147352" y="276987"/>
                        <a:pt x="135636" y="270891"/>
                      </a:cubicBezTo>
                      <a:lnTo>
                        <a:pt x="131445" y="270891"/>
                      </a:lnTo>
                      <a:cubicBezTo>
                        <a:pt x="132112" y="269748"/>
                        <a:pt x="132493" y="268891"/>
                        <a:pt x="132493" y="268414"/>
                      </a:cubicBezTo>
                      <a:cubicBezTo>
                        <a:pt x="132493" y="267462"/>
                        <a:pt x="131159" y="266890"/>
                        <a:pt x="128397" y="266795"/>
                      </a:cubicBezTo>
                      <a:cubicBezTo>
                        <a:pt x="125730" y="266700"/>
                        <a:pt x="124111" y="266129"/>
                        <a:pt x="123634" y="265176"/>
                      </a:cubicBezTo>
                      <a:cubicBezTo>
                        <a:pt x="121063" y="264319"/>
                        <a:pt x="117538" y="261366"/>
                        <a:pt x="113062" y="256413"/>
                      </a:cubicBezTo>
                      <a:cubicBezTo>
                        <a:pt x="108585" y="251460"/>
                        <a:pt x="105346" y="249174"/>
                        <a:pt x="103251" y="249364"/>
                      </a:cubicBezTo>
                      <a:cubicBezTo>
                        <a:pt x="102584" y="243935"/>
                        <a:pt x="101822" y="240316"/>
                        <a:pt x="101155" y="238506"/>
                      </a:cubicBezTo>
                      <a:cubicBezTo>
                        <a:pt x="99441" y="235458"/>
                        <a:pt x="96583" y="232696"/>
                        <a:pt x="92297" y="230410"/>
                      </a:cubicBezTo>
                      <a:cubicBezTo>
                        <a:pt x="94679" y="230600"/>
                        <a:pt x="97726" y="230029"/>
                        <a:pt x="101441" y="228600"/>
                      </a:cubicBezTo>
                      <a:cubicBezTo>
                        <a:pt x="99822" y="225838"/>
                        <a:pt x="97536" y="225362"/>
                        <a:pt x="94774" y="227171"/>
                      </a:cubicBezTo>
                      <a:lnTo>
                        <a:pt x="87725" y="219456"/>
                      </a:lnTo>
                      <a:cubicBezTo>
                        <a:pt x="86868" y="219456"/>
                        <a:pt x="85725" y="220123"/>
                        <a:pt x="84391" y="221647"/>
                      </a:cubicBezTo>
                      <a:cubicBezTo>
                        <a:pt x="83153" y="222980"/>
                        <a:pt x="81724" y="223552"/>
                        <a:pt x="80010" y="223361"/>
                      </a:cubicBezTo>
                      <a:cubicBezTo>
                        <a:pt x="80010" y="221075"/>
                        <a:pt x="79629" y="219742"/>
                        <a:pt x="78962" y="219456"/>
                      </a:cubicBezTo>
                      <a:cubicBezTo>
                        <a:pt x="84106" y="219265"/>
                        <a:pt x="86677" y="217170"/>
                        <a:pt x="86677" y="213170"/>
                      </a:cubicBezTo>
                      <a:cubicBezTo>
                        <a:pt x="86677" y="211550"/>
                        <a:pt x="86106" y="208788"/>
                        <a:pt x="85058" y="204788"/>
                      </a:cubicBezTo>
                      <a:cubicBezTo>
                        <a:pt x="84010" y="200692"/>
                        <a:pt x="83534" y="197739"/>
                        <a:pt x="83534" y="195643"/>
                      </a:cubicBezTo>
                      <a:cubicBezTo>
                        <a:pt x="83534" y="192119"/>
                        <a:pt x="84963" y="189547"/>
                        <a:pt x="87725" y="187928"/>
                      </a:cubicBezTo>
                      <a:cubicBezTo>
                        <a:pt x="86296" y="172498"/>
                        <a:pt x="86868" y="162115"/>
                        <a:pt x="89535" y="156686"/>
                      </a:cubicBezTo>
                      <a:cubicBezTo>
                        <a:pt x="90202" y="152971"/>
                        <a:pt x="89535" y="148018"/>
                        <a:pt x="87439" y="141922"/>
                      </a:cubicBezTo>
                      <a:cubicBezTo>
                        <a:pt x="84868" y="134874"/>
                        <a:pt x="83534" y="130112"/>
                        <a:pt x="83534" y="127540"/>
                      </a:cubicBezTo>
                      <a:cubicBezTo>
                        <a:pt x="83534" y="124015"/>
                        <a:pt x="84963" y="120777"/>
                        <a:pt x="87725" y="117729"/>
                      </a:cubicBezTo>
                      <a:cubicBezTo>
                        <a:pt x="87058" y="116776"/>
                        <a:pt x="86677" y="115633"/>
                        <a:pt x="86677" y="114205"/>
                      </a:cubicBezTo>
                      <a:cubicBezTo>
                        <a:pt x="86677" y="113252"/>
                        <a:pt x="86868" y="111633"/>
                        <a:pt x="87439" y="109252"/>
                      </a:cubicBezTo>
                      <a:cubicBezTo>
                        <a:pt x="87821" y="106966"/>
                        <a:pt x="88106" y="105156"/>
                        <a:pt x="88106" y="104013"/>
                      </a:cubicBezTo>
                      <a:cubicBezTo>
                        <a:pt x="88106" y="101632"/>
                        <a:pt x="87344" y="99822"/>
                        <a:pt x="85725" y="98393"/>
                      </a:cubicBezTo>
                      <a:cubicBezTo>
                        <a:pt x="86392" y="83629"/>
                        <a:pt x="86963" y="68675"/>
                        <a:pt x="87535" y="53721"/>
                      </a:cubicBezTo>
                      <a:cubicBezTo>
                        <a:pt x="88201" y="34099"/>
                        <a:pt x="88297" y="18669"/>
                        <a:pt x="87821" y="7334"/>
                      </a:cubicBezTo>
                      <a:cubicBezTo>
                        <a:pt x="90678" y="4096"/>
                        <a:pt x="96679" y="2381"/>
                        <a:pt x="106013" y="2381"/>
                      </a:cubicBezTo>
                      <a:cubicBezTo>
                        <a:pt x="108394" y="4953"/>
                        <a:pt x="111823" y="6287"/>
                        <a:pt x="116205" y="6287"/>
                      </a:cubicBezTo>
                      <a:cubicBezTo>
                        <a:pt x="117538" y="6287"/>
                        <a:pt x="119824" y="6096"/>
                        <a:pt x="122872" y="5810"/>
                      </a:cubicBezTo>
                      <a:cubicBezTo>
                        <a:pt x="126016" y="5429"/>
                        <a:pt x="128206" y="5239"/>
                        <a:pt x="129540" y="5239"/>
                      </a:cubicBezTo>
                      <a:cubicBezTo>
                        <a:pt x="134398" y="5239"/>
                        <a:pt x="138303" y="6667"/>
                        <a:pt x="141160" y="9430"/>
                      </a:cubicBezTo>
                      <a:cubicBezTo>
                        <a:pt x="141637" y="14097"/>
                        <a:pt x="141732" y="23717"/>
                        <a:pt x="141446" y="38290"/>
                      </a:cubicBezTo>
                      <a:cubicBezTo>
                        <a:pt x="141446" y="50197"/>
                        <a:pt x="142304" y="59722"/>
                        <a:pt x="143923" y="66675"/>
                      </a:cubicBezTo>
                      <a:lnTo>
                        <a:pt x="141160" y="78581"/>
                      </a:lnTo>
                      <a:cubicBezTo>
                        <a:pt x="141160" y="81629"/>
                        <a:pt x="142494" y="84487"/>
                        <a:pt x="145066" y="87058"/>
                      </a:cubicBezTo>
                      <a:cubicBezTo>
                        <a:pt x="143923" y="88678"/>
                        <a:pt x="142780" y="94488"/>
                        <a:pt x="141922" y="104489"/>
                      </a:cubicBezTo>
                      <a:cubicBezTo>
                        <a:pt x="141256" y="112776"/>
                        <a:pt x="138589" y="117538"/>
                        <a:pt x="134207" y="118872"/>
                      </a:cubicBezTo>
                      <a:cubicBezTo>
                        <a:pt x="138589" y="118396"/>
                        <a:pt x="140875" y="119920"/>
                        <a:pt x="140875" y="123444"/>
                      </a:cubicBezTo>
                      <a:cubicBezTo>
                        <a:pt x="140875" y="124396"/>
                        <a:pt x="140684" y="125921"/>
                        <a:pt x="140398" y="128016"/>
                      </a:cubicBezTo>
                      <a:cubicBezTo>
                        <a:pt x="140017" y="130112"/>
                        <a:pt x="139922" y="131635"/>
                        <a:pt x="140208" y="132588"/>
                      </a:cubicBezTo>
                      <a:lnTo>
                        <a:pt x="137350" y="132588"/>
                      </a:lnTo>
                      <a:cubicBezTo>
                        <a:pt x="141065" y="137731"/>
                        <a:pt x="142970" y="145161"/>
                        <a:pt x="142970" y="154781"/>
                      </a:cubicBezTo>
                      <a:cubicBezTo>
                        <a:pt x="142970" y="161354"/>
                        <a:pt x="142018" y="170116"/>
                        <a:pt x="140208" y="181070"/>
                      </a:cubicBezTo>
                      <a:cubicBezTo>
                        <a:pt x="141065" y="182213"/>
                        <a:pt x="141922" y="185261"/>
                        <a:pt x="142589" y="190214"/>
                      </a:cubicBezTo>
                      <a:cubicBezTo>
                        <a:pt x="143351" y="193738"/>
                        <a:pt x="145066" y="196120"/>
                        <a:pt x="147923" y="197548"/>
                      </a:cubicBezTo>
                      <a:cubicBezTo>
                        <a:pt x="149066" y="201549"/>
                        <a:pt x="147733" y="203740"/>
                        <a:pt x="144018" y="204216"/>
                      </a:cubicBezTo>
                      <a:cubicBezTo>
                        <a:pt x="146304" y="205168"/>
                        <a:pt x="148685" y="206216"/>
                        <a:pt x="150971" y="207264"/>
                      </a:cubicBezTo>
                      <a:cubicBezTo>
                        <a:pt x="153352" y="208407"/>
                        <a:pt x="154400" y="210407"/>
                        <a:pt x="154400" y="212979"/>
                      </a:cubicBezTo>
                      <a:cubicBezTo>
                        <a:pt x="155353" y="216789"/>
                        <a:pt x="158305" y="219456"/>
                        <a:pt x="163258" y="221075"/>
                      </a:cubicBezTo>
                      <a:cubicBezTo>
                        <a:pt x="169069" y="223171"/>
                        <a:pt x="172974" y="225362"/>
                        <a:pt x="174784" y="227362"/>
                      </a:cubicBezTo>
                      <a:cubicBezTo>
                        <a:pt x="178498" y="228505"/>
                        <a:pt x="182308" y="229171"/>
                        <a:pt x="186023" y="229171"/>
                      </a:cubicBezTo>
                      <a:cubicBezTo>
                        <a:pt x="199072" y="229171"/>
                        <a:pt x="207645" y="224123"/>
                        <a:pt x="211646" y="214027"/>
                      </a:cubicBezTo>
                      <a:cubicBezTo>
                        <a:pt x="216122" y="212407"/>
                        <a:pt x="218313" y="206883"/>
                        <a:pt x="218313" y="197548"/>
                      </a:cubicBezTo>
                      <a:lnTo>
                        <a:pt x="226409" y="196501"/>
                      </a:lnTo>
                      <a:cubicBezTo>
                        <a:pt x="227838" y="190405"/>
                        <a:pt x="228505" y="183928"/>
                        <a:pt x="228505" y="176879"/>
                      </a:cubicBezTo>
                      <a:cubicBezTo>
                        <a:pt x="228505" y="168878"/>
                        <a:pt x="227171" y="157258"/>
                        <a:pt x="224409" y="141922"/>
                      </a:cubicBezTo>
                      <a:cubicBezTo>
                        <a:pt x="221742" y="126587"/>
                        <a:pt x="220408" y="115348"/>
                        <a:pt x="220408" y="108013"/>
                      </a:cubicBezTo>
                      <a:cubicBezTo>
                        <a:pt x="220408" y="104299"/>
                        <a:pt x="220599" y="100774"/>
                        <a:pt x="221075" y="97441"/>
                      </a:cubicBezTo>
                      <a:cubicBezTo>
                        <a:pt x="223838" y="87439"/>
                        <a:pt x="225266" y="80867"/>
                        <a:pt x="225266" y="77819"/>
                      </a:cubicBezTo>
                      <a:cubicBezTo>
                        <a:pt x="225266" y="73819"/>
                        <a:pt x="224409" y="70390"/>
                        <a:pt x="222409" y="67627"/>
                      </a:cubicBezTo>
                      <a:lnTo>
                        <a:pt x="220980" y="10477"/>
                      </a:lnTo>
                      <a:cubicBezTo>
                        <a:pt x="223361" y="5048"/>
                        <a:pt x="226600" y="2381"/>
                        <a:pt x="230886" y="2381"/>
                      </a:cubicBezTo>
                      <a:cubicBezTo>
                        <a:pt x="232219" y="2381"/>
                        <a:pt x="234315" y="2667"/>
                        <a:pt x="237077" y="3238"/>
                      </a:cubicBezTo>
                      <a:cubicBezTo>
                        <a:pt x="239744" y="3810"/>
                        <a:pt x="241744" y="4191"/>
                        <a:pt x="243173" y="4191"/>
                      </a:cubicBezTo>
                      <a:cubicBezTo>
                        <a:pt x="246697" y="4191"/>
                        <a:pt x="249746" y="2762"/>
                        <a:pt x="252222" y="0"/>
                      </a:cubicBezTo>
                      <a:cubicBezTo>
                        <a:pt x="253937" y="1143"/>
                        <a:pt x="258699" y="2096"/>
                        <a:pt x="266700" y="2762"/>
                      </a:cubicBezTo>
                      <a:cubicBezTo>
                        <a:pt x="272701" y="3524"/>
                        <a:pt x="276415" y="6096"/>
                        <a:pt x="277558" y="10477"/>
                      </a:cubicBezTo>
                      <a:cubicBezTo>
                        <a:pt x="276606" y="16097"/>
                        <a:pt x="276130" y="23050"/>
                        <a:pt x="276130" y="31147"/>
                      </a:cubicBezTo>
                      <a:cubicBezTo>
                        <a:pt x="276130" y="34671"/>
                        <a:pt x="276225" y="40196"/>
                        <a:pt x="276415" y="47625"/>
                      </a:cubicBezTo>
                      <a:cubicBezTo>
                        <a:pt x="276701" y="55150"/>
                        <a:pt x="276796" y="60770"/>
                        <a:pt x="276796" y="64484"/>
                      </a:cubicBezTo>
                      <a:cubicBezTo>
                        <a:pt x="276796" y="74771"/>
                        <a:pt x="276130" y="83629"/>
                        <a:pt x="274701" y="90868"/>
                      </a:cubicBezTo>
                      <a:cubicBezTo>
                        <a:pt x="277463" y="97250"/>
                        <a:pt x="278130" y="101632"/>
                        <a:pt x="276415" y="104299"/>
                      </a:cubicBezTo>
                      <a:cubicBezTo>
                        <a:pt x="274130" y="104299"/>
                        <a:pt x="272796" y="104775"/>
                        <a:pt x="272605" y="105632"/>
                      </a:cubicBezTo>
                      <a:cubicBezTo>
                        <a:pt x="272796" y="106299"/>
                        <a:pt x="274130" y="106680"/>
                        <a:pt x="276415" y="106680"/>
                      </a:cubicBezTo>
                      <a:close/>
                      <a:moveTo>
                        <a:pt x="85820" y="278701"/>
                      </a:moveTo>
                      <a:lnTo>
                        <a:pt x="79153" y="277654"/>
                      </a:lnTo>
                      <a:lnTo>
                        <a:pt x="84106" y="274796"/>
                      </a:lnTo>
                      <a:lnTo>
                        <a:pt x="85915" y="278701"/>
                      </a:lnTo>
                      <a:close/>
                      <a:moveTo>
                        <a:pt x="81248" y="230314"/>
                      </a:moveTo>
                      <a:cubicBezTo>
                        <a:pt x="81248" y="232410"/>
                        <a:pt x="81820" y="233743"/>
                        <a:pt x="82963" y="234124"/>
                      </a:cubicBezTo>
                      <a:lnTo>
                        <a:pt x="81248" y="235267"/>
                      </a:lnTo>
                      <a:lnTo>
                        <a:pt x="80200" y="235267"/>
                      </a:lnTo>
                      <a:lnTo>
                        <a:pt x="80200" y="230410"/>
                      </a:lnTo>
                      <a:lnTo>
                        <a:pt x="81248" y="230410"/>
                      </a:lnTo>
                      <a:close/>
                      <a:moveTo>
                        <a:pt x="80200" y="288226"/>
                      </a:moveTo>
                      <a:lnTo>
                        <a:pt x="82963" y="284321"/>
                      </a:lnTo>
                      <a:lnTo>
                        <a:pt x="87916" y="284321"/>
                      </a:lnTo>
                      <a:lnTo>
                        <a:pt x="80200" y="288226"/>
                      </a:lnTo>
                      <a:close/>
                      <a:moveTo>
                        <a:pt x="87916" y="207073"/>
                      </a:moveTo>
                      <a:lnTo>
                        <a:pt x="94964" y="207073"/>
                      </a:lnTo>
                      <a:cubicBezTo>
                        <a:pt x="93821" y="204121"/>
                        <a:pt x="91440" y="202692"/>
                        <a:pt x="87916" y="202882"/>
                      </a:cubicBezTo>
                      <a:lnTo>
                        <a:pt x="87916" y="207073"/>
                      </a:lnTo>
                      <a:close/>
                      <a:moveTo>
                        <a:pt x="103346" y="250317"/>
                      </a:moveTo>
                      <a:lnTo>
                        <a:pt x="100584" y="250317"/>
                      </a:lnTo>
                      <a:cubicBezTo>
                        <a:pt x="102013" y="249650"/>
                        <a:pt x="102965" y="249269"/>
                        <a:pt x="103346" y="249269"/>
                      </a:cubicBezTo>
                      <a:lnTo>
                        <a:pt x="103346" y="250317"/>
                      </a:lnTo>
                      <a:close/>
                      <a:moveTo>
                        <a:pt x="103346" y="186404"/>
                      </a:moveTo>
                      <a:cubicBezTo>
                        <a:pt x="104299" y="186976"/>
                        <a:pt x="104965" y="187166"/>
                        <a:pt x="105442" y="187166"/>
                      </a:cubicBezTo>
                      <a:cubicBezTo>
                        <a:pt x="106871" y="187166"/>
                        <a:pt x="108109" y="186023"/>
                        <a:pt x="109156" y="183928"/>
                      </a:cubicBezTo>
                      <a:cubicBezTo>
                        <a:pt x="110204" y="181927"/>
                        <a:pt x="111442" y="180784"/>
                        <a:pt x="112871" y="180784"/>
                      </a:cubicBezTo>
                      <a:cubicBezTo>
                        <a:pt x="111919" y="180308"/>
                        <a:pt x="111157" y="180118"/>
                        <a:pt x="110395" y="180118"/>
                      </a:cubicBezTo>
                      <a:cubicBezTo>
                        <a:pt x="108966" y="180118"/>
                        <a:pt x="107918" y="181070"/>
                        <a:pt x="107251" y="183261"/>
                      </a:cubicBezTo>
                      <a:cubicBezTo>
                        <a:pt x="106489" y="185356"/>
                        <a:pt x="105251" y="186404"/>
                        <a:pt x="103346" y="186404"/>
                      </a:cubicBezTo>
                      <a:close/>
                      <a:moveTo>
                        <a:pt x="104394" y="214884"/>
                      </a:moveTo>
                      <a:cubicBezTo>
                        <a:pt x="105346" y="215265"/>
                        <a:pt x="106299" y="215265"/>
                        <a:pt x="107251" y="214884"/>
                      </a:cubicBezTo>
                      <a:cubicBezTo>
                        <a:pt x="108680" y="214122"/>
                        <a:pt x="109538" y="213741"/>
                        <a:pt x="110014" y="213741"/>
                      </a:cubicBezTo>
                      <a:cubicBezTo>
                        <a:pt x="107823" y="211646"/>
                        <a:pt x="106966" y="210407"/>
                        <a:pt x="107251" y="209836"/>
                      </a:cubicBezTo>
                      <a:lnTo>
                        <a:pt x="104394" y="214789"/>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 name="Google Shape;1347;p99"/>
                <p:cNvSpPr/>
                <p:nvPr/>
              </p:nvSpPr>
              <p:spPr>
                <a:xfrm>
                  <a:off x="5722428" y="3761517"/>
                  <a:ext cx="248411" cy="283224"/>
                </a:xfrm>
                <a:custGeom>
                  <a:avLst/>
                  <a:gdLst/>
                  <a:ahLst/>
                  <a:cxnLst/>
                  <a:rect l="l" t="t" r="r" b="b"/>
                  <a:pathLst>
                    <a:path w="248411" h="283224" extrusionOk="0">
                      <a:moveTo>
                        <a:pt x="201073" y="75247"/>
                      </a:moveTo>
                      <a:cubicBezTo>
                        <a:pt x="201549" y="76390"/>
                        <a:pt x="202406" y="77057"/>
                        <a:pt x="203549" y="77057"/>
                      </a:cubicBezTo>
                      <a:lnTo>
                        <a:pt x="206312" y="77057"/>
                      </a:lnTo>
                      <a:cubicBezTo>
                        <a:pt x="203359" y="84772"/>
                        <a:pt x="202978" y="94488"/>
                        <a:pt x="205264" y="106204"/>
                      </a:cubicBezTo>
                      <a:cubicBezTo>
                        <a:pt x="204597" y="108775"/>
                        <a:pt x="202216" y="112871"/>
                        <a:pt x="198215" y="118491"/>
                      </a:cubicBezTo>
                      <a:lnTo>
                        <a:pt x="200978" y="121348"/>
                      </a:lnTo>
                      <a:cubicBezTo>
                        <a:pt x="200120" y="123254"/>
                        <a:pt x="197644" y="124682"/>
                        <a:pt x="193643" y="125825"/>
                      </a:cubicBezTo>
                      <a:cubicBezTo>
                        <a:pt x="189643" y="126968"/>
                        <a:pt x="187071" y="128683"/>
                        <a:pt x="185928" y="130778"/>
                      </a:cubicBezTo>
                      <a:lnTo>
                        <a:pt x="192596" y="131826"/>
                      </a:lnTo>
                      <a:cubicBezTo>
                        <a:pt x="187262" y="140589"/>
                        <a:pt x="177546" y="150781"/>
                        <a:pt x="163449" y="162687"/>
                      </a:cubicBezTo>
                      <a:lnTo>
                        <a:pt x="157829" y="162687"/>
                      </a:lnTo>
                      <a:lnTo>
                        <a:pt x="157829" y="166592"/>
                      </a:lnTo>
                      <a:cubicBezTo>
                        <a:pt x="157353" y="165925"/>
                        <a:pt x="156686" y="165449"/>
                        <a:pt x="155734" y="165449"/>
                      </a:cubicBezTo>
                      <a:cubicBezTo>
                        <a:pt x="153829" y="165735"/>
                        <a:pt x="152686" y="165735"/>
                        <a:pt x="152210" y="165449"/>
                      </a:cubicBezTo>
                      <a:lnTo>
                        <a:pt x="151162" y="166592"/>
                      </a:lnTo>
                      <a:cubicBezTo>
                        <a:pt x="154400" y="167545"/>
                        <a:pt x="156686" y="170688"/>
                        <a:pt x="158210" y="176022"/>
                      </a:cubicBezTo>
                      <a:cubicBezTo>
                        <a:pt x="159639" y="181451"/>
                        <a:pt x="161354" y="184404"/>
                        <a:pt x="163449" y="184785"/>
                      </a:cubicBezTo>
                      <a:cubicBezTo>
                        <a:pt x="162782" y="189262"/>
                        <a:pt x="164497" y="193929"/>
                        <a:pt x="168688" y="198882"/>
                      </a:cubicBezTo>
                      <a:cubicBezTo>
                        <a:pt x="173546" y="204502"/>
                        <a:pt x="176403" y="209169"/>
                        <a:pt x="177070" y="212884"/>
                      </a:cubicBezTo>
                      <a:cubicBezTo>
                        <a:pt x="175641" y="215455"/>
                        <a:pt x="172784" y="216217"/>
                        <a:pt x="168497" y="215170"/>
                      </a:cubicBezTo>
                      <a:cubicBezTo>
                        <a:pt x="164116" y="214122"/>
                        <a:pt x="161925" y="214313"/>
                        <a:pt x="161925" y="215741"/>
                      </a:cubicBezTo>
                      <a:cubicBezTo>
                        <a:pt x="161925" y="216884"/>
                        <a:pt x="162401" y="218504"/>
                        <a:pt x="163354" y="220694"/>
                      </a:cubicBezTo>
                      <a:lnTo>
                        <a:pt x="168593" y="219646"/>
                      </a:lnTo>
                      <a:cubicBezTo>
                        <a:pt x="168973" y="220599"/>
                        <a:pt x="168116" y="222409"/>
                        <a:pt x="165735" y="225266"/>
                      </a:cubicBezTo>
                      <a:lnTo>
                        <a:pt x="169926" y="229076"/>
                      </a:lnTo>
                      <a:cubicBezTo>
                        <a:pt x="170593" y="228410"/>
                        <a:pt x="171450" y="226504"/>
                        <a:pt x="172403" y="223456"/>
                      </a:cubicBezTo>
                      <a:lnTo>
                        <a:pt x="174117" y="230124"/>
                      </a:lnTo>
                      <a:cubicBezTo>
                        <a:pt x="177165" y="229171"/>
                        <a:pt x="178498" y="226028"/>
                        <a:pt x="178022" y="220694"/>
                      </a:cubicBezTo>
                      <a:cubicBezTo>
                        <a:pt x="181356" y="222313"/>
                        <a:pt x="183928" y="225742"/>
                        <a:pt x="185738" y="230791"/>
                      </a:cubicBezTo>
                      <a:cubicBezTo>
                        <a:pt x="187643" y="235934"/>
                        <a:pt x="189833" y="238982"/>
                        <a:pt x="192405" y="239935"/>
                      </a:cubicBezTo>
                      <a:cubicBezTo>
                        <a:pt x="191738" y="241840"/>
                        <a:pt x="191357" y="243745"/>
                        <a:pt x="191357" y="245650"/>
                      </a:cubicBezTo>
                      <a:cubicBezTo>
                        <a:pt x="191357" y="249174"/>
                        <a:pt x="193167" y="253841"/>
                        <a:pt x="196787" y="259461"/>
                      </a:cubicBezTo>
                      <a:cubicBezTo>
                        <a:pt x="200406" y="265176"/>
                        <a:pt x="202216" y="269177"/>
                        <a:pt x="202216" y="271558"/>
                      </a:cubicBezTo>
                      <a:cubicBezTo>
                        <a:pt x="202216" y="274796"/>
                        <a:pt x="200501" y="277939"/>
                        <a:pt x="196977" y="280702"/>
                      </a:cubicBezTo>
                      <a:cubicBezTo>
                        <a:pt x="194120" y="280702"/>
                        <a:pt x="189452" y="281083"/>
                        <a:pt x="182880" y="281749"/>
                      </a:cubicBezTo>
                      <a:cubicBezTo>
                        <a:pt x="176308" y="282416"/>
                        <a:pt x="171450" y="282797"/>
                        <a:pt x="168116" y="282797"/>
                      </a:cubicBezTo>
                      <a:cubicBezTo>
                        <a:pt x="157829" y="282797"/>
                        <a:pt x="149828" y="280035"/>
                        <a:pt x="144209" y="274415"/>
                      </a:cubicBezTo>
                      <a:lnTo>
                        <a:pt x="143161" y="276225"/>
                      </a:lnTo>
                      <a:cubicBezTo>
                        <a:pt x="141732" y="272701"/>
                        <a:pt x="140303" y="269177"/>
                        <a:pt x="138970" y="265652"/>
                      </a:cubicBezTo>
                      <a:cubicBezTo>
                        <a:pt x="136874" y="260985"/>
                        <a:pt x="134017" y="258223"/>
                        <a:pt x="130493" y="257270"/>
                      </a:cubicBezTo>
                      <a:cubicBezTo>
                        <a:pt x="131159" y="255746"/>
                        <a:pt x="131540" y="254222"/>
                        <a:pt x="131540" y="253079"/>
                      </a:cubicBezTo>
                      <a:cubicBezTo>
                        <a:pt x="131540" y="250507"/>
                        <a:pt x="129826" y="247936"/>
                        <a:pt x="126492" y="245554"/>
                      </a:cubicBezTo>
                      <a:cubicBezTo>
                        <a:pt x="123063" y="243078"/>
                        <a:pt x="121348" y="240697"/>
                        <a:pt x="121348" y="238315"/>
                      </a:cubicBezTo>
                      <a:cubicBezTo>
                        <a:pt x="121348" y="236696"/>
                        <a:pt x="121825" y="234982"/>
                        <a:pt x="122777" y="233077"/>
                      </a:cubicBezTo>
                      <a:cubicBezTo>
                        <a:pt x="120491" y="229838"/>
                        <a:pt x="117634" y="223456"/>
                        <a:pt x="114395" y="213836"/>
                      </a:cubicBezTo>
                      <a:cubicBezTo>
                        <a:pt x="111538" y="205645"/>
                        <a:pt x="108109" y="199549"/>
                        <a:pt x="103822" y="195548"/>
                      </a:cubicBezTo>
                      <a:cubicBezTo>
                        <a:pt x="103822" y="189547"/>
                        <a:pt x="101155" y="182308"/>
                        <a:pt x="95821" y="173831"/>
                      </a:cubicBezTo>
                      <a:lnTo>
                        <a:pt x="85344" y="172403"/>
                      </a:lnTo>
                      <a:lnTo>
                        <a:pt x="86392" y="171355"/>
                      </a:lnTo>
                      <a:cubicBezTo>
                        <a:pt x="85725" y="170212"/>
                        <a:pt x="84772" y="169545"/>
                        <a:pt x="83534" y="169545"/>
                      </a:cubicBezTo>
                      <a:lnTo>
                        <a:pt x="79629" y="173831"/>
                      </a:lnTo>
                      <a:cubicBezTo>
                        <a:pt x="78486" y="173831"/>
                        <a:pt x="75914" y="174403"/>
                        <a:pt x="71723" y="175546"/>
                      </a:cubicBezTo>
                      <a:cubicBezTo>
                        <a:pt x="67628" y="176689"/>
                        <a:pt x="64579" y="177355"/>
                        <a:pt x="62484" y="177355"/>
                      </a:cubicBezTo>
                      <a:cubicBezTo>
                        <a:pt x="60770" y="177355"/>
                        <a:pt x="59341" y="176974"/>
                        <a:pt x="58293" y="176308"/>
                      </a:cubicBezTo>
                      <a:cubicBezTo>
                        <a:pt x="58007" y="176784"/>
                        <a:pt x="57912" y="177260"/>
                        <a:pt x="57912" y="177737"/>
                      </a:cubicBezTo>
                      <a:cubicBezTo>
                        <a:pt x="57912" y="178403"/>
                        <a:pt x="58198" y="179070"/>
                        <a:pt x="58769" y="179641"/>
                      </a:cubicBezTo>
                      <a:cubicBezTo>
                        <a:pt x="59341" y="180213"/>
                        <a:pt x="59627" y="180594"/>
                        <a:pt x="59627" y="180880"/>
                      </a:cubicBezTo>
                      <a:cubicBezTo>
                        <a:pt x="59627" y="181356"/>
                        <a:pt x="58579" y="182118"/>
                        <a:pt x="56483" y="183356"/>
                      </a:cubicBezTo>
                      <a:lnTo>
                        <a:pt x="58293" y="205073"/>
                      </a:lnTo>
                      <a:lnTo>
                        <a:pt x="55436" y="207550"/>
                      </a:lnTo>
                      <a:cubicBezTo>
                        <a:pt x="57340" y="214408"/>
                        <a:pt x="58293" y="223838"/>
                        <a:pt x="58293" y="236029"/>
                      </a:cubicBezTo>
                      <a:cubicBezTo>
                        <a:pt x="58293" y="237172"/>
                        <a:pt x="57721" y="239649"/>
                        <a:pt x="56674" y="243649"/>
                      </a:cubicBezTo>
                      <a:cubicBezTo>
                        <a:pt x="55626" y="247460"/>
                        <a:pt x="55054" y="250507"/>
                        <a:pt x="55054" y="252603"/>
                      </a:cubicBezTo>
                      <a:cubicBezTo>
                        <a:pt x="55054" y="256318"/>
                        <a:pt x="56483" y="259271"/>
                        <a:pt x="59246" y="261366"/>
                      </a:cubicBezTo>
                      <a:cubicBezTo>
                        <a:pt x="57626" y="262509"/>
                        <a:pt x="56769" y="264795"/>
                        <a:pt x="56769" y="268033"/>
                      </a:cubicBezTo>
                      <a:lnTo>
                        <a:pt x="56769" y="271558"/>
                      </a:lnTo>
                      <a:cubicBezTo>
                        <a:pt x="56960" y="272987"/>
                        <a:pt x="57055" y="274034"/>
                        <a:pt x="57055" y="274701"/>
                      </a:cubicBezTo>
                      <a:cubicBezTo>
                        <a:pt x="57055" y="279178"/>
                        <a:pt x="54578" y="281083"/>
                        <a:pt x="49721" y="280321"/>
                      </a:cubicBezTo>
                      <a:lnTo>
                        <a:pt x="51435" y="281749"/>
                      </a:lnTo>
                      <a:cubicBezTo>
                        <a:pt x="47720" y="283369"/>
                        <a:pt x="42958" y="283655"/>
                        <a:pt x="37052" y="282607"/>
                      </a:cubicBezTo>
                      <a:cubicBezTo>
                        <a:pt x="31242" y="281559"/>
                        <a:pt x="27432" y="281749"/>
                        <a:pt x="25527" y="283083"/>
                      </a:cubicBezTo>
                      <a:cubicBezTo>
                        <a:pt x="17526" y="282130"/>
                        <a:pt x="10001" y="279940"/>
                        <a:pt x="2762" y="276415"/>
                      </a:cubicBezTo>
                      <a:cubicBezTo>
                        <a:pt x="3238" y="258413"/>
                        <a:pt x="2857" y="230886"/>
                        <a:pt x="1714" y="193929"/>
                      </a:cubicBezTo>
                      <a:lnTo>
                        <a:pt x="0" y="193929"/>
                      </a:lnTo>
                      <a:cubicBezTo>
                        <a:pt x="1810" y="191357"/>
                        <a:pt x="2762" y="188214"/>
                        <a:pt x="2762" y="184404"/>
                      </a:cubicBezTo>
                      <a:cubicBezTo>
                        <a:pt x="2762" y="183071"/>
                        <a:pt x="2572" y="180594"/>
                        <a:pt x="2096" y="177165"/>
                      </a:cubicBezTo>
                      <a:cubicBezTo>
                        <a:pt x="1619" y="173831"/>
                        <a:pt x="1334" y="171260"/>
                        <a:pt x="1334" y="169259"/>
                      </a:cubicBezTo>
                      <a:cubicBezTo>
                        <a:pt x="1334" y="165068"/>
                        <a:pt x="2381" y="161354"/>
                        <a:pt x="4477" y="158020"/>
                      </a:cubicBezTo>
                      <a:cubicBezTo>
                        <a:pt x="3334" y="145828"/>
                        <a:pt x="2762" y="129159"/>
                        <a:pt x="2762" y="108204"/>
                      </a:cubicBezTo>
                      <a:lnTo>
                        <a:pt x="2762" y="56960"/>
                      </a:lnTo>
                      <a:cubicBezTo>
                        <a:pt x="1334" y="56007"/>
                        <a:pt x="667" y="54959"/>
                        <a:pt x="667" y="53816"/>
                      </a:cubicBezTo>
                      <a:cubicBezTo>
                        <a:pt x="667" y="53054"/>
                        <a:pt x="1334" y="51625"/>
                        <a:pt x="2667" y="49530"/>
                      </a:cubicBezTo>
                      <a:cubicBezTo>
                        <a:pt x="3905" y="47435"/>
                        <a:pt x="4477" y="45720"/>
                        <a:pt x="4477" y="44577"/>
                      </a:cubicBezTo>
                      <a:cubicBezTo>
                        <a:pt x="1714" y="42005"/>
                        <a:pt x="381" y="39148"/>
                        <a:pt x="381" y="35814"/>
                      </a:cubicBezTo>
                      <a:cubicBezTo>
                        <a:pt x="381" y="33719"/>
                        <a:pt x="1143" y="30194"/>
                        <a:pt x="2762" y="25241"/>
                      </a:cubicBezTo>
                      <a:cubicBezTo>
                        <a:pt x="4381" y="20383"/>
                        <a:pt x="4953" y="16478"/>
                        <a:pt x="4477" y="13716"/>
                      </a:cubicBezTo>
                      <a:lnTo>
                        <a:pt x="18955" y="1333"/>
                      </a:lnTo>
                      <a:lnTo>
                        <a:pt x="80677" y="0"/>
                      </a:lnTo>
                      <a:cubicBezTo>
                        <a:pt x="81629" y="1143"/>
                        <a:pt x="84392" y="3715"/>
                        <a:pt x="89154" y="7715"/>
                      </a:cubicBezTo>
                      <a:cubicBezTo>
                        <a:pt x="92488" y="10763"/>
                        <a:pt x="94679" y="14097"/>
                        <a:pt x="95821" y="17526"/>
                      </a:cubicBezTo>
                      <a:cubicBezTo>
                        <a:pt x="95631" y="16383"/>
                        <a:pt x="95536" y="15335"/>
                        <a:pt x="95536" y="14383"/>
                      </a:cubicBezTo>
                      <a:cubicBezTo>
                        <a:pt x="95536" y="11430"/>
                        <a:pt x="97346" y="8858"/>
                        <a:pt x="101155" y="7048"/>
                      </a:cubicBezTo>
                      <a:cubicBezTo>
                        <a:pt x="105823" y="4667"/>
                        <a:pt x="108680" y="2762"/>
                        <a:pt x="109538" y="1333"/>
                      </a:cubicBezTo>
                      <a:cubicBezTo>
                        <a:pt x="110871" y="953"/>
                        <a:pt x="112586" y="1905"/>
                        <a:pt x="114395" y="4191"/>
                      </a:cubicBezTo>
                      <a:cubicBezTo>
                        <a:pt x="115157" y="4000"/>
                        <a:pt x="115919" y="3905"/>
                        <a:pt x="116872" y="3905"/>
                      </a:cubicBezTo>
                      <a:cubicBezTo>
                        <a:pt x="118586" y="3905"/>
                        <a:pt x="121158" y="4953"/>
                        <a:pt x="124778" y="7048"/>
                      </a:cubicBezTo>
                      <a:cubicBezTo>
                        <a:pt x="128397" y="9144"/>
                        <a:pt x="131254" y="10001"/>
                        <a:pt x="133350" y="9811"/>
                      </a:cubicBezTo>
                      <a:lnTo>
                        <a:pt x="145352" y="9811"/>
                      </a:lnTo>
                      <a:cubicBezTo>
                        <a:pt x="144589" y="13621"/>
                        <a:pt x="145923" y="15430"/>
                        <a:pt x="149257" y="15430"/>
                      </a:cubicBezTo>
                      <a:cubicBezTo>
                        <a:pt x="149447" y="15430"/>
                        <a:pt x="150019" y="15335"/>
                        <a:pt x="150971" y="15049"/>
                      </a:cubicBezTo>
                      <a:lnTo>
                        <a:pt x="153448" y="15049"/>
                      </a:lnTo>
                      <a:cubicBezTo>
                        <a:pt x="156496" y="15049"/>
                        <a:pt x="158210" y="16478"/>
                        <a:pt x="158687" y="19336"/>
                      </a:cubicBezTo>
                      <a:lnTo>
                        <a:pt x="167069" y="19336"/>
                      </a:lnTo>
                      <a:cubicBezTo>
                        <a:pt x="172212" y="24194"/>
                        <a:pt x="177355" y="29146"/>
                        <a:pt x="182499" y="34004"/>
                      </a:cubicBezTo>
                      <a:cubicBezTo>
                        <a:pt x="188595" y="40100"/>
                        <a:pt x="191834" y="45815"/>
                        <a:pt x="192310" y="51245"/>
                      </a:cubicBezTo>
                      <a:cubicBezTo>
                        <a:pt x="195834" y="53149"/>
                        <a:pt x="198215" y="56293"/>
                        <a:pt x="199358" y="60674"/>
                      </a:cubicBezTo>
                      <a:cubicBezTo>
                        <a:pt x="200978" y="66961"/>
                        <a:pt x="202406" y="71056"/>
                        <a:pt x="203549" y="72962"/>
                      </a:cubicBezTo>
                      <a:lnTo>
                        <a:pt x="200692" y="75343"/>
                      </a:lnTo>
                      <a:close/>
                      <a:moveTo>
                        <a:pt x="33052" y="88582"/>
                      </a:moveTo>
                      <a:lnTo>
                        <a:pt x="33052" y="80867"/>
                      </a:lnTo>
                      <a:lnTo>
                        <a:pt x="31623" y="80867"/>
                      </a:lnTo>
                      <a:lnTo>
                        <a:pt x="31623" y="88582"/>
                      </a:lnTo>
                      <a:lnTo>
                        <a:pt x="33052" y="88582"/>
                      </a:lnTo>
                      <a:close/>
                      <a:moveTo>
                        <a:pt x="42481" y="41529"/>
                      </a:moveTo>
                      <a:cubicBezTo>
                        <a:pt x="42291" y="40386"/>
                        <a:pt x="42481" y="38481"/>
                        <a:pt x="42958" y="36004"/>
                      </a:cubicBezTo>
                      <a:cubicBezTo>
                        <a:pt x="43529" y="33623"/>
                        <a:pt x="43815" y="32004"/>
                        <a:pt x="43815" y="31242"/>
                      </a:cubicBezTo>
                      <a:cubicBezTo>
                        <a:pt x="43815" y="28480"/>
                        <a:pt x="42386" y="26575"/>
                        <a:pt x="39624" y="25622"/>
                      </a:cubicBezTo>
                      <a:lnTo>
                        <a:pt x="43815" y="21336"/>
                      </a:lnTo>
                      <a:cubicBezTo>
                        <a:pt x="43815" y="21336"/>
                        <a:pt x="43815" y="20383"/>
                        <a:pt x="43434" y="20003"/>
                      </a:cubicBezTo>
                      <a:cubicBezTo>
                        <a:pt x="40672" y="22288"/>
                        <a:pt x="39243" y="24670"/>
                        <a:pt x="39243" y="26956"/>
                      </a:cubicBezTo>
                      <a:cubicBezTo>
                        <a:pt x="39243" y="28194"/>
                        <a:pt x="40291" y="31147"/>
                        <a:pt x="42386" y="36100"/>
                      </a:cubicBezTo>
                      <a:cubicBezTo>
                        <a:pt x="40957" y="36290"/>
                        <a:pt x="40100" y="37147"/>
                        <a:pt x="39814" y="38481"/>
                      </a:cubicBezTo>
                      <a:cubicBezTo>
                        <a:pt x="39434" y="39910"/>
                        <a:pt x="38957" y="40862"/>
                        <a:pt x="38195" y="41338"/>
                      </a:cubicBezTo>
                      <a:lnTo>
                        <a:pt x="42386" y="41338"/>
                      </a:lnTo>
                      <a:close/>
                      <a:moveTo>
                        <a:pt x="56864" y="33338"/>
                      </a:moveTo>
                      <a:lnTo>
                        <a:pt x="62484" y="37243"/>
                      </a:lnTo>
                      <a:lnTo>
                        <a:pt x="62484" y="37624"/>
                      </a:lnTo>
                      <a:lnTo>
                        <a:pt x="59722" y="40386"/>
                      </a:lnTo>
                      <a:lnTo>
                        <a:pt x="62484" y="40386"/>
                      </a:lnTo>
                      <a:lnTo>
                        <a:pt x="62484" y="21050"/>
                      </a:lnTo>
                      <a:cubicBezTo>
                        <a:pt x="61817" y="21812"/>
                        <a:pt x="60579" y="22765"/>
                        <a:pt x="58960" y="23813"/>
                      </a:cubicBezTo>
                      <a:cubicBezTo>
                        <a:pt x="58960" y="23146"/>
                        <a:pt x="58198" y="22765"/>
                        <a:pt x="56864" y="22765"/>
                      </a:cubicBezTo>
                      <a:cubicBezTo>
                        <a:pt x="57531" y="23717"/>
                        <a:pt x="58198" y="24003"/>
                        <a:pt x="58960" y="23813"/>
                      </a:cubicBezTo>
                      <a:cubicBezTo>
                        <a:pt x="59436" y="24765"/>
                        <a:pt x="59150" y="26289"/>
                        <a:pt x="58198" y="28385"/>
                      </a:cubicBezTo>
                      <a:cubicBezTo>
                        <a:pt x="58198" y="28194"/>
                        <a:pt x="58293" y="27908"/>
                        <a:pt x="58579" y="27718"/>
                      </a:cubicBezTo>
                      <a:cubicBezTo>
                        <a:pt x="59531" y="27718"/>
                        <a:pt x="60293" y="28289"/>
                        <a:pt x="61055" y="29528"/>
                      </a:cubicBezTo>
                      <a:lnTo>
                        <a:pt x="56864" y="33338"/>
                      </a:lnTo>
                      <a:close/>
                      <a:moveTo>
                        <a:pt x="145637" y="92297"/>
                      </a:moveTo>
                      <a:cubicBezTo>
                        <a:pt x="146018" y="91154"/>
                        <a:pt x="146304" y="90202"/>
                        <a:pt x="146304" y="89535"/>
                      </a:cubicBezTo>
                      <a:cubicBezTo>
                        <a:pt x="146304" y="87916"/>
                        <a:pt x="145256" y="86296"/>
                        <a:pt x="143065" y="84677"/>
                      </a:cubicBezTo>
                      <a:cubicBezTo>
                        <a:pt x="140970" y="83058"/>
                        <a:pt x="139732" y="81724"/>
                        <a:pt x="139255" y="80867"/>
                      </a:cubicBezTo>
                      <a:cubicBezTo>
                        <a:pt x="140113" y="79438"/>
                        <a:pt x="140589" y="78105"/>
                        <a:pt x="140589" y="76962"/>
                      </a:cubicBezTo>
                      <a:cubicBezTo>
                        <a:pt x="140589" y="75057"/>
                        <a:pt x="138874" y="73057"/>
                        <a:pt x="135541" y="71056"/>
                      </a:cubicBezTo>
                      <a:cubicBezTo>
                        <a:pt x="132112" y="68961"/>
                        <a:pt x="130207" y="67246"/>
                        <a:pt x="129730" y="66104"/>
                      </a:cubicBezTo>
                      <a:cubicBezTo>
                        <a:pt x="128492" y="64961"/>
                        <a:pt x="127063" y="64294"/>
                        <a:pt x="125444" y="64294"/>
                      </a:cubicBezTo>
                      <a:cubicBezTo>
                        <a:pt x="124778" y="64294"/>
                        <a:pt x="123635" y="64484"/>
                        <a:pt x="122111" y="64865"/>
                      </a:cubicBezTo>
                      <a:cubicBezTo>
                        <a:pt x="120587" y="65151"/>
                        <a:pt x="119444" y="65437"/>
                        <a:pt x="118777" y="65437"/>
                      </a:cubicBezTo>
                      <a:cubicBezTo>
                        <a:pt x="116681" y="65437"/>
                        <a:pt x="115253" y="64103"/>
                        <a:pt x="114586" y="61531"/>
                      </a:cubicBezTo>
                      <a:lnTo>
                        <a:pt x="117443" y="59436"/>
                      </a:lnTo>
                      <a:cubicBezTo>
                        <a:pt x="112776" y="58960"/>
                        <a:pt x="110204" y="60770"/>
                        <a:pt x="109728" y="64675"/>
                      </a:cubicBezTo>
                      <a:cubicBezTo>
                        <a:pt x="109061" y="70295"/>
                        <a:pt x="108109" y="73819"/>
                        <a:pt x="106966" y="75152"/>
                      </a:cubicBezTo>
                      <a:cubicBezTo>
                        <a:pt x="105537" y="70771"/>
                        <a:pt x="104108" y="66199"/>
                        <a:pt x="102775" y="61627"/>
                      </a:cubicBezTo>
                      <a:cubicBezTo>
                        <a:pt x="101346" y="57150"/>
                        <a:pt x="98203" y="53435"/>
                        <a:pt x="93250" y="50959"/>
                      </a:cubicBezTo>
                      <a:cubicBezTo>
                        <a:pt x="92583" y="55626"/>
                        <a:pt x="89821" y="58007"/>
                        <a:pt x="84868" y="58007"/>
                      </a:cubicBezTo>
                      <a:cubicBezTo>
                        <a:pt x="83725" y="58007"/>
                        <a:pt x="81820" y="58007"/>
                        <a:pt x="79343" y="57626"/>
                      </a:cubicBezTo>
                      <a:cubicBezTo>
                        <a:pt x="76676" y="57340"/>
                        <a:pt x="74676" y="57245"/>
                        <a:pt x="73343" y="57245"/>
                      </a:cubicBezTo>
                      <a:cubicBezTo>
                        <a:pt x="72009" y="57245"/>
                        <a:pt x="70676" y="57340"/>
                        <a:pt x="69437" y="57626"/>
                      </a:cubicBezTo>
                      <a:cubicBezTo>
                        <a:pt x="62674" y="61913"/>
                        <a:pt x="59246" y="69056"/>
                        <a:pt x="59246" y="79438"/>
                      </a:cubicBezTo>
                      <a:cubicBezTo>
                        <a:pt x="59246" y="81248"/>
                        <a:pt x="59246" y="84391"/>
                        <a:pt x="59627" y="88678"/>
                      </a:cubicBezTo>
                      <a:cubicBezTo>
                        <a:pt x="59912" y="92964"/>
                        <a:pt x="59912" y="96203"/>
                        <a:pt x="59912" y="98298"/>
                      </a:cubicBezTo>
                      <a:cubicBezTo>
                        <a:pt x="59912" y="103061"/>
                        <a:pt x="59436" y="106966"/>
                        <a:pt x="58579" y="110204"/>
                      </a:cubicBezTo>
                      <a:cubicBezTo>
                        <a:pt x="58769" y="113062"/>
                        <a:pt x="60865" y="114395"/>
                        <a:pt x="64865" y="114110"/>
                      </a:cubicBezTo>
                      <a:cubicBezTo>
                        <a:pt x="68866" y="113919"/>
                        <a:pt x="71342" y="115253"/>
                        <a:pt x="72199" y="118300"/>
                      </a:cubicBezTo>
                      <a:cubicBezTo>
                        <a:pt x="73819" y="119253"/>
                        <a:pt x="77629" y="119634"/>
                        <a:pt x="83439" y="119444"/>
                      </a:cubicBezTo>
                      <a:cubicBezTo>
                        <a:pt x="88106" y="119444"/>
                        <a:pt x="91345" y="120967"/>
                        <a:pt x="93250" y="124015"/>
                      </a:cubicBezTo>
                      <a:cubicBezTo>
                        <a:pt x="94869" y="120777"/>
                        <a:pt x="97250" y="118872"/>
                        <a:pt x="100298" y="118396"/>
                      </a:cubicBezTo>
                      <a:lnTo>
                        <a:pt x="109061" y="118396"/>
                      </a:lnTo>
                      <a:cubicBezTo>
                        <a:pt x="111633" y="118015"/>
                        <a:pt x="113538" y="116681"/>
                        <a:pt x="114681" y="114586"/>
                      </a:cubicBezTo>
                      <a:cubicBezTo>
                        <a:pt x="123063" y="115538"/>
                        <a:pt x="132683" y="110299"/>
                        <a:pt x="143446" y="99060"/>
                      </a:cubicBezTo>
                      <a:lnTo>
                        <a:pt x="137827" y="97060"/>
                      </a:lnTo>
                      <a:lnTo>
                        <a:pt x="145542" y="92488"/>
                      </a:lnTo>
                      <a:close/>
                      <a:moveTo>
                        <a:pt x="139351" y="37624"/>
                      </a:moveTo>
                      <a:cubicBezTo>
                        <a:pt x="139065" y="36671"/>
                        <a:pt x="138494" y="36195"/>
                        <a:pt x="137541" y="36195"/>
                      </a:cubicBezTo>
                      <a:cubicBezTo>
                        <a:pt x="135446" y="36195"/>
                        <a:pt x="134398" y="37052"/>
                        <a:pt x="134398" y="38576"/>
                      </a:cubicBezTo>
                      <a:cubicBezTo>
                        <a:pt x="134398" y="38862"/>
                        <a:pt x="134684" y="38957"/>
                        <a:pt x="135064" y="38957"/>
                      </a:cubicBezTo>
                      <a:lnTo>
                        <a:pt x="139351" y="37624"/>
                      </a:lnTo>
                      <a:close/>
                      <a:moveTo>
                        <a:pt x="154019" y="21050"/>
                      </a:moveTo>
                      <a:lnTo>
                        <a:pt x="154019" y="18955"/>
                      </a:lnTo>
                      <a:cubicBezTo>
                        <a:pt x="153067" y="19621"/>
                        <a:pt x="150304" y="20098"/>
                        <a:pt x="145637" y="20098"/>
                      </a:cubicBezTo>
                      <a:lnTo>
                        <a:pt x="154019" y="21050"/>
                      </a:lnTo>
                      <a:close/>
                      <a:moveTo>
                        <a:pt x="145637" y="80772"/>
                      </a:moveTo>
                      <a:lnTo>
                        <a:pt x="151257" y="80772"/>
                      </a:lnTo>
                      <a:cubicBezTo>
                        <a:pt x="148971" y="78486"/>
                        <a:pt x="147066" y="77438"/>
                        <a:pt x="145637" y="78010"/>
                      </a:cubicBezTo>
                      <a:lnTo>
                        <a:pt x="145637" y="80772"/>
                      </a:lnTo>
                      <a:close/>
                      <a:moveTo>
                        <a:pt x="156781" y="97917"/>
                      </a:moveTo>
                      <a:lnTo>
                        <a:pt x="160687" y="94012"/>
                      </a:lnTo>
                      <a:lnTo>
                        <a:pt x="158877" y="94012"/>
                      </a:lnTo>
                      <a:lnTo>
                        <a:pt x="156686" y="97917"/>
                      </a:lnTo>
                      <a:close/>
                      <a:moveTo>
                        <a:pt x="167449" y="98584"/>
                      </a:moveTo>
                      <a:cubicBezTo>
                        <a:pt x="166688" y="97917"/>
                        <a:pt x="166211" y="96869"/>
                        <a:pt x="166211" y="95440"/>
                      </a:cubicBezTo>
                      <a:cubicBezTo>
                        <a:pt x="166211" y="91440"/>
                        <a:pt x="167926" y="88487"/>
                        <a:pt x="171450" y="86296"/>
                      </a:cubicBezTo>
                      <a:cubicBezTo>
                        <a:pt x="170783" y="85630"/>
                        <a:pt x="169926" y="85249"/>
                        <a:pt x="169069" y="85249"/>
                      </a:cubicBezTo>
                      <a:cubicBezTo>
                        <a:pt x="168783" y="85249"/>
                        <a:pt x="166021" y="86868"/>
                        <a:pt x="160687" y="90106"/>
                      </a:cubicBezTo>
                      <a:cubicBezTo>
                        <a:pt x="164211" y="91059"/>
                        <a:pt x="165926" y="92678"/>
                        <a:pt x="165926" y="95060"/>
                      </a:cubicBezTo>
                      <a:cubicBezTo>
                        <a:pt x="165926" y="96012"/>
                        <a:pt x="165545" y="97346"/>
                        <a:pt x="164687" y="99060"/>
                      </a:cubicBezTo>
                      <a:cubicBezTo>
                        <a:pt x="163830" y="100870"/>
                        <a:pt x="163449" y="102108"/>
                        <a:pt x="163449" y="102775"/>
                      </a:cubicBezTo>
                      <a:cubicBezTo>
                        <a:pt x="163449" y="104204"/>
                        <a:pt x="165163" y="104775"/>
                        <a:pt x="168688" y="104585"/>
                      </a:cubicBezTo>
                      <a:cubicBezTo>
                        <a:pt x="168688" y="101346"/>
                        <a:pt x="168212" y="99346"/>
                        <a:pt x="167449" y="98679"/>
                      </a:cubicBezTo>
                      <a:close/>
                      <a:moveTo>
                        <a:pt x="178118" y="115443"/>
                      </a:moveTo>
                      <a:lnTo>
                        <a:pt x="179165" y="114395"/>
                      </a:lnTo>
                      <a:lnTo>
                        <a:pt x="177070" y="111538"/>
                      </a:lnTo>
                      <a:lnTo>
                        <a:pt x="178118" y="115348"/>
                      </a:lnTo>
                      <a:close/>
                      <a:moveTo>
                        <a:pt x="184785" y="91249"/>
                      </a:moveTo>
                      <a:lnTo>
                        <a:pt x="188690" y="94012"/>
                      </a:lnTo>
                      <a:cubicBezTo>
                        <a:pt x="187738" y="92392"/>
                        <a:pt x="187452" y="91440"/>
                        <a:pt x="187643" y="91249"/>
                      </a:cubicBezTo>
                      <a:lnTo>
                        <a:pt x="184785" y="91249"/>
                      </a:lnTo>
                      <a:close/>
                      <a:moveTo>
                        <a:pt x="185833" y="48101"/>
                      </a:moveTo>
                      <a:lnTo>
                        <a:pt x="185833" y="50863"/>
                      </a:lnTo>
                      <a:lnTo>
                        <a:pt x="188690" y="48101"/>
                      </a:lnTo>
                      <a:lnTo>
                        <a:pt x="185833" y="48101"/>
                      </a:lnTo>
                      <a:close/>
                      <a:moveTo>
                        <a:pt x="188690" y="79343"/>
                      </a:moveTo>
                      <a:lnTo>
                        <a:pt x="195453" y="72676"/>
                      </a:lnTo>
                      <a:lnTo>
                        <a:pt x="191548" y="72676"/>
                      </a:lnTo>
                      <a:lnTo>
                        <a:pt x="188690" y="79343"/>
                      </a:lnTo>
                      <a:close/>
                      <a:moveTo>
                        <a:pt x="191548" y="110204"/>
                      </a:moveTo>
                      <a:lnTo>
                        <a:pt x="195453" y="108871"/>
                      </a:lnTo>
                      <a:cubicBezTo>
                        <a:pt x="195167" y="107918"/>
                        <a:pt x="193834" y="107442"/>
                        <a:pt x="191548" y="107442"/>
                      </a:cubicBezTo>
                      <a:lnTo>
                        <a:pt x="191548" y="110204"/>
                      </a:lnTo>
                      <a:close/>
                      <a:moveTo>
                        <a:pt x="199644" y="44291"/>
                      </a:moveTo>
                      <a:cubicBezTo>
                        <a:pt x="200311" y="44005"/>
                        <a:pt x="201359" y="44672"/>
                        <a:pt x="202787" y="46006"/>
                      </a:cubicBezTo>
                      <a:lnTo>
                        <a:pt x="199644" y="44291"/>
                      </a:lnTo>
                      <a:close/>
                      <a:moveTo>
                        <a:pt x="204883" y="47435"/>
                      </a:moveTo>
                      <a:cubicBezTo>
                        <a:pt x="204883" y="47435"/>
                        <a:pt x="203740" y="47054"/>
                        <a:pt x="202787" y="46006"/>
                      </a:cubicBezTo>
                      <a:lnTo>
                        <a:pt x="204883" y="47435"/>
                      </a:lnTo>
                      <a:close/>
                      <a:moveTo>
                        <a:pt x="206216" y="48196"/>
                      </a:moveTo>
                      <a:lnTo>
                        <a:pt x="204883" y="47435"/>
                      </a:lnTo>
                      <a:cubicBezTo>
                        <a:pt x="206026" y="47244"/>
                        <a:pt x="206502" y="47149"/>
                        <a:pt x="206216" y="47149"/>
                      </a:cubicBezTo>
                      <a:lnTo>
                        <a:pt x="206216" y="48196"/>
                      </a:lnTo>
                      <a:close/>
                      <a:moveTo>
                        <a:pt x="211169" y="31718"/>
                      </a:moveTo>
                      <a:cubicBezTo>
                        <a:pt x="210693" y="31528"/>
                        <a:pt x="209740" y="31337"/>
                        <a:pt x="208312" y="31242"/>
                      </a:cubicBezTo>
                      <a:cubicBezTo>
                        <a:pt x="206883" y="31147"/>
                        <a:pt x="206216" y="30861"/>
                        <a:pt x="206216" y="30385"/>
                      </a:cubicBezTo>
                      <a:cubicBezTo>
                        <a:pt x="206216" y="29718"/>
                        <a:pt x="206693" y="28861"/>
                        <a:pt x="207645" y="27908"/>
                      </a:cubicBezTo>
                      <a:lnTo>
                        <a:pt x="211169" y="31718"/>
                      </a:lnTo>
                      <a:close/>
                      <a:moveTo>
                        <a:pt x="211836" y="83725"/>
                      </a:moveTo>
                      <a:lnTo>
                        <a:pt x="207645" y="80963"/>
                      </a:lnTo>
                      <a:lnTo>
                        <a:pt x="211836" y="80963"/>
                      </a:lnTo>
                      <a:lnTo>
                        <a:pt x="211836" y="83725"/>
                      </a:lnTo>
                      <a:close/>
                      <a:moveTo>
                        <a:pt x="211169" y="31718"/>
                      </a:moveTo>
                      <a:lnTo>
                        <a:pt x="211836" y="32480"/>
                      </a:lnTo>
                      <a:lnTo>
                        <a:pt x="211169" y="31718"/>
                      </a:lnTo>
                      <a:close/>
                      <a:moveTo>
                        <a:pt x="214694" y="60484"/>
                      </a:moveTo>
                      <a:lnTo>
                        <a:pt x="215741" y="56674"/>
                      </a:lnTo>
                      <a:lnTo>
                        <a:pt x="224123" y="59436"/>
                      </a:lnTo>
                      <a:cubicBezTo>
                        <a:pt x="221932" y="59627"/>
                        <a:pt x="220409" y="61055"/>
                        <a:pt x="219170" y="63627"/>
                      </a:cubicBezTo>
                      <a:cubicBezTo>
                        <a:pt x="218694" y="63627"/>
                        <a:pt x="217170" y="62484"/>
                        <a:pt x="214598" y="60484"/>
                      </a:cubicBezTo>
                      <a:close/>
                      <a:moveTo>
                        <a:pt x="224219" y="24003"/>
                      </a:moveTo>
                      <a:cubicBezTo>
                        <a:pt x="223933" y="25146"/>
                        <a:pt x="223076" y="25813"/>
                        <a:pt x="221361" y="25813"/>
                      </a:cubicBezTo>
                      <a:lnTo>
                        <a:pt x="217551" y="25813"/>
                      </a:lnTo>
                      <a:lnTo>
                        <a:pt x="218599" y="23050"/>
                      </a:lnTo>
                      <a:cubicBezTo>
                        <a:pt x="219551" y="23717"/>
                        <a:pt x="221361" y="24098"/>
                        <a:pt x="224219" y="24098"/>
                      </a:cubicBezTo>
                      <a:close/>
                      <a:moveTo>
                        <a:pt x="222409" y="34576"/>
                      </a:moveTo>
                      <a:lnTo>
                        <a:pt x="222409" y="32480"/>
                      </a:lnTo>
                      <a:cubicBezTo>
                        <a:pt x="227552" y="33433"/>
                        <a:pt x="231172" y="33719"/>
                        <a:pt x="233267" y="33528"/>
                      </a:cubicBezTo>
                      <a:lnTo>
                        <a:pt x="233267" y="36386"/>
                      </a:lnTo>
                      <a:lnTo>
                        <a:pt x="222409" y="34576"/>
                      </a:lnTo>
                      <a:close/>
                      <a:moveTo>
                        <a:pt x="234696" y="87535"/>
                      </a:moveTo>
                      <a:lnTo>
                        <a:pt x="231934" y="87535"/>
                      </a:lnTo>
                      <a:lnTo>
                        <a:pt x="234029" y="84011"/>
                      </a:lnTo>
                      <a:cubicBezTo>
                        <a:pt x="234505" y="84487"/>
                        <a:pt x="234696" y="85630"/>
                        <a:pt x="234696" y="87535"/>
                      </a:cubicBezTo>
                      <a:close/>
                      <a:moveTo>
                        <a:pt x="233363" y="83725"/>
                      </a:moveTo>
                      <a:cubicBezTo>
                        <a:pt x="233363" y="83725"/>
                        <a:pt x="234029" y="82677"/>
                        <a:pt x="234696" y="81915"/>
                      </a:cubicBezTo>
                      <a:lnTo>
                        <a:pt x="234029" y="84011"/>
                      </a:lnTo>
                      <a:cubicBezTo>
                        <a:pt x="234029" y="84011"/>
                        <a:pt x="233553" y="83629"/>
                        <a:pt x="233363" y="83629"/>
                      </a:cubicBezTo>
                      <a:close/>
                      <a:moveTo>
                        <a:pt x="234696" y="81915"/>
                      </a:moveTo>
                      <a:lnTo>
                        <a:pt x="235744" y="79534"/>
                      </a:lnTo>
                      <a:cubicBezTo>
                        <a:pt x="236220" y="80200"/>
                        <a:pt x="235839" y="81058"/>
                        <a:pt x="234696" y="81915"/>
                      </a:cubicBezTo>
                      <a:close/>
                      <a:moveTo>
                        <a:pt x="239935" y="7906"/>
                      </a:moveTo>
                      <a:lnTo>
                        <a:pt x="242792" y="10763"/>
                      </a:lnTo>
                      <a:lnTo>
                        <a:pt x="237554" y="10763"/>
                      </a:lnTo>
                      <a:lnTo>
                        <a:pt x="240030" y="7906"/>
                      </a:lnTo>
                      <a:close/>
                      <a:moveTo>
                        <a:pt x="241649" y="46101"/>
                      </a:moveTo>
                      <a:lnTo>
                        <a:pt x="248412" y="52769"/>
                      </a:lnTo>
                      <a:cubicBezTo>
                        <a:pt x="243269" y="51245"/>
                        <a:pt x="240697" y="49911"/>
                        <a:pt x="240697" y="48958"/>
                      </a:cubicBezTo>
                      <a:cubicBezTo>
                        <a:pt x="240697" y="48292"/>
                        <a:pt x="240982" y="47339"/>
                        <a:pt x="241649" y="46101"/>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 name="Google Shape;1348;p99"/>
                <p:cNvSpPr/>
                <p:nvPr/>
              </p:nvSpPr>
              <p:spPr>
                <a:xfrm>
                  <a:off x="5952743" y="3705986"/>
                  <a:ext cx="198977" cy="336804"/>
                </a:xfrm>
                <a:custGeom>
                  <a:avLst/>
                  <a:gdLst/>
                  <a:ahLst/>
                  <a:cxnLst/>
                  <a:rect l="l" t="t" r="r" b="b"/>
                  <a:pathLst>
                    <a:path w="198977" h="336804" extrusionOk="0">
                      <a:moveTo>
                        <a:pt x="189357" y="251175"/>
                      </a:moveTo>
                      <a:cubicBezTo>
                        <a:pt x="195263" y="251651"/>
                        <a:pt x="198025" y="254794"/>
                        <a:pt x="197834" y="260604"/>
                      </a:cubicBezTo>
                      <a:cubicBezTo>
                        <a:pt x="197358" y="269939"/>
                        <a:pt x="197263" y="274892"/>
                        <a:pt x="197453" y="275368"/>
                      </a:cubicBezTo>
                      <a:cubicBezTo>
                        <a:pt x="194691" y="280226"/>
                        <a:pt x="191834" y="284988"/>
                        <a:pt x="189071" y="289655"/>
                      </a:cubicBezTo>
                      <a:cubicBezTo>
                        <a:pt x="185547" y="294799"/>
                        <a:pt x="181546" y="298323"/>
                        <a:pt x="177070" y="300228"/>
                      </a:cubicBezTo>
                      <a:lnTo>
                        <a:pt x="179832" y="302324"/>
                      </a:lnTo>
                      <a:cubicBezTo>
                        <a:pt x="174688" y="306991"/>
                        <a:pt x="169545" y="311658"/>
                        <a:pt x="164402" y="316325"/>
                      </a:cubicBezTo>
                      <a:cubicBezTo>
                        <a:pt x="158305" y="321469"/>
                        <a:pt x="152114" y="323564"/>
                        <a:pt x="145828" y="322612"/>
                      </a:cubicBezTo>
                      <a:cubicBezTo>
                        <a:pt x="143542" y="327279"/>
                        <a:pt x="139065" y="329660"/>
                        <a:pt x="132493" y="329660"/>
                      </a:cubicBezTo>
                      <a:lnTo>
                        <a:pt x="128969" y="329660"/>
                      </a:lnTo>
                      <a:cubicBezTo>
                        <a:pt x="127349" y="329375"/>
                        <a:pt x="126206" y="329375"/>
                        <a:pt x="125444" y="329375"/>
                      </a:cubicBezTo>
                      <a:cubicBezTo>
                        <a:pt x="118682" y="329375"/>
                        <a:pt x="113824" y="331566"/>
                        <a:pt x="111062" y="336137"/>
                      </a:cubicBezTo>
                      <a:cubicBezTo>
                        <a:pt x="107537" y="336518"/>
                        <a:pt x="103918" y="336804"/>
                        <a:pt x="100203" y="336804"/>
                      </a:cubicBezTo>
                      <a:cubicBezTo>
                        <a:pt x="79058" y="336804"/>
                        <a:pt x="57341" y="328517"/>
                        <a:pt x="34957" y="311944"/>
                      </a:cubicBezTo>
                      <a:cubicBezTo>
                        <a:pt x="32576" y="311753"/>
                        <a:pt x="29718" y="309848"/>
                        <a:pt x="26479" y="306324"/>
                      </a:cubicBezTo>
                      <a:cubicBezTo>
                        <a:pt x="24194" y="303467"/>
                        <a:pt x="21717" y="300895"/>
                        <a:pt x="19145" y="298228"/>
                      </a:cubicBezTo>
                      <a:cubicBezTo>
                        <a:pt x="19431" y="294704"/>
                        <a:pt x="17050" y="291275"/>
                        <a:pt x="12287" y="288036"/>
                      </a:cubicBezTo>
                      <a:cubicBezTo>
                        <a:pt x="7525" y="284798"/>
                        <a:pt x="5144" y="281654"/>
                        <a:pt x="5144" y="278606"/>
                      </a:cubicBezTo>
                      <a:cubicBezTo>
                        <a:pt x="5144" y="276987"/>
                        <a:pt x="5620" y="275177"/>
                        <a:pt x="6572" y="272987"/>
                      </a:cubicBezTo>
                      <a:cubicBezTo>
                        <a:pt x="3524" y="270034"/>
                        <a:pt x="2000" y="264986"/>
                        <a:pt x="2000" y="257937"/>
                      </a:cubicBezTo>
                      <a:cubicBezTo>
                        <a:pt x="2000" y="256318"/>
                        <a:pt x="2191" y="253651"/>
                        <a:pt x="2381" y="250031"/>
                      </a:cubicBezTo>
                      <a:cubicBezTo>
                        <a:pt x="2572" y="246412"/>
                        <a:pt x="2762" y="243840"/>
                        <a:pt x="2762" y="242221"/>
                      </a:cubicBezTo>
                      <a:cubicBezTo>
                        <a:pt x="2762" y="236601"/>
                        <a:pt x="1810" y="232410"/>
                        <a:pt x="0" y="229648"/>
                      </a:cubicBezTo>
                      <a:cubicBezTo>
                        <a:pt x="2096" y="225171"/>
                        <a:pt x="2477" y="219075"/>
                        <a:pt x="1048" y="211074"/>
                      </a:cubicBezTo>
                      <a:cubicBezTo>
                        <a:pt x="-381" y="203168"/>
                        <a:pt x="286" y="196691"/>
                        <a:pt x="2858" y="191834"/>
                      </a:cubicBezTo>
                      <a:cubicBezTo>
                        <a:pt x="2667" y="183833"/>
                        <a:pt x="2953" y="172688"/>
                        <a:pt x="3810" y="158210"/>
                      </a:cubicBezTo>
                      <a:cubicBezTo>
                        <a:pt x="2191" y="153543"/>
                        <a:pt x="1429" y="148590"/>
                        <a:pt x="1429" y="143447"/>
                      </a:cubicBezTo>
                      <a:cubicBezTo>
                        <a:pt x="1429" y="128016"/>
                        <a:pt x="12002" y="108490"/>
                        <a:pt x="32957" y="84963"/>
                      </a:cubicBezTo>
                      <a:lnTo>
                        <a:pt x="34004" y="86678"/>
                      </a:lnTo>
                      <a:cubicBezTo>
                        <a:pt x="35433" y="85535"/>
                        <a:pt x="36481" y="83534"/>
                        <a:pt x="37147" y="80772"/>
                      </a:cubicBezTo>
                      <a:cubicBezTo>
                        <a:pt x="37814" y="78010"/>
                        <a:pt x="39338" y="76200"/>
                        <a:pt x="41720" y="75533"/>
                      </a:cubicBezTo>
                      <a:lnTo>
                        <a:pt x="47244" y="75533"/>
                      </a:lnTo>
                      <a:lnTo>
                        <a:pt x="47244" y="77248"/>
                      </a:lnTo>
                      <a:cubicBezTo>
                        <a:pt x="47530" y="76295"/>
                        <a:pt x="48959" y="76010"/>
                        <a:pt x="51721" y="76010"/>
                      </a:cubicBezTo>
                      <a:cubicBezTo>
                        <a:pt x="54388" y="76200"/>
                        <a:pt x="55721" y="76010"/>
                        <a:pt x="55721" y="75152"/>
                      </a:cubicBezTo>
                      <a:cubicBezTo>
                        <a:pt x="55721" y="74486"/>
                        <a:pt x="54769" y="73247"/>
                        <a:pt x="52959" y="71723"/>
                      </a:cubicBezTo>
                      <a:cubicBezTo>
                        <a:pt x="56197" y="69152"/>
                        <a:pt x="59341" y="66675"/>
                        <a:pt x="62389" y="64294"/>
                      </a:cubicBezTo>
                      <a:cubicBezTo>
                        <a:pt x="65532" y="62008"/>
                        <a:pt x="69437" y="60770"/>
                        <a:pt x="74390" y="60770"/>
                      </a:cubicBezTo>
                      <a:cubicBezTo>
                        <a:pt x="75152" y="58865"/>
                        <a:pt x="76200" y="57912"/>
                        <a:pt x="77534" y="57912"/>
                      </a:cubicBezTo>
                      <a:cubicBezTo>
                        <a:pt x="78296" y="57912"/>
                        <a:pt x="79534" y="58388"/>
                        <a:pt x="81248" y="59531"/>
                      </a:cubicBezTo>
                      <a:cubicBezTo>
                        <a:pt x="82963" y="60484"/>
                        <a:pt x="84392" y="60960"/>
                        <a:pt x="85249" y="60770"/>
                      </a:cubicBezTo>
                      <a:cubicBezTo>
                        <a:pt x="84772" y="60103"/>
                        <a:pt x="84582" y="59436"/>
                        <a:pt x="84582" y="58960"/>
                      </a:cubicBezTo>
                      <a:cubicBezTo>
                        <a:pt x="84582" y="57817"/>
                        <a:pt x="85535" y="56293"/>
                        <a:pt x="87535" y="54578"/>
                      </a:cubicBezTo>
                      <a:cubicBezTo>
                        <a:pt x="89535" y="52769"/>
                        <a:pt x="90488" y="51435"/>
                        <a:pt x="90488" y="50483"/>
                      </a:cubicBezTo>
                      <a:cubicBezTo>
                        <a:pt x="90488" y="49340"/>
                        <a:pt x="89726" y="48292"/>
                        <a:pt x="88106" y="47339"/>
                      </a:cubicBezTo>
                      <a:cubicBezTo>
                        <a:pt x="88963" y="47339"/>
                        <a:pt x="90297" y="49244"/>
                        <a:pt x="91916" y="52959"/>
                      </a:cubicBezTo>
                      <a:lnTo>
                        <a:pt x="90869" y="54007"/>
                      </a:lnTo>
                      <a:cubicBezTo>
                        <a:pt x="92107" y="55436"/>
                        <a:pt x="94583" y="55531"/>
                        <a:pt x="98298" y="54388"/>
                      </a:cubicBezTo>
                      <a:cubicBezTo>
                        <a:pt x="101346" y="53435"/>
                        <a:pt x="103442" y="54578"/>
                        <a:pt x="104680" y="57912"/>
                      </a:cubicBezTo>
                      <a:cubicBezTo>
                        <a:pt x="106299" y="56198"/>
                        <a:pt x="107918" y="55436"/>
                        <a:pt x="109538" y="55436"/>
                      </a:cubicBezTo>
                      <a:cubicBezTo>
                        <a:pt x="110966" y="55436"/>
                        <a:pt x="113062" y="56483"/>
                        <a:pt x="115824" y="58769"/>
                      </a:cubicBezTo>
                      <a:cubicBezTo>
                        <a:pt x="118682" y="60960"/>
                        <a:pt x="120968" y="62103"/>
                        <a:pt x="122872" y="62103"/>
                      </a:cubicBezTo>
                      <a:cubicBezTo>
                        <a:pt x="124301" y="62103"/>
                        <a:pt x="125635" y="61627"/>
                        <a:pt x="127063" y="60674"/>
                      </a:cubicBezTo>
                      <a:cubicBezTo>
                        <a:pt x="128207" y="62770"/>
                        <a:pt x="129635" y="63913"/>
                        <a:pt x="131254" y="63913"/>
                      </a:cubicBezTo>
                      <a:cubicBezTo>
                        <a:pt x="131731" y="63913"/>
                        <a:pt x="133445" y="63151"/>
                        <a:pt x="136493" y="61722"/>
                      </a:cubicBezTo>
                      <a:lnTo>
                        <a:pt x="138303" y="68771"/>
                      </a:lnTo>
                      <a:cubicBezTo>
                        <a:pt x="138779" y="68771"/>
                        <a:pt x="140875" y="68199"/>
                        <a:pt x="144590" y="66961"/>
                      </a:cubicBezTo>
                      <a:cubicBezTo>
                        <a:pt x="147161" y="66008"/>
                        <a:pt x="149543" y="65818"/>
                        <a:pt x="151638" y="66294"/>
                      </a:cubicBezTo>
                      <a:cubicBezTo>
                        <a:pt x="151638" y="70104"/>
                        <a:pt x="154305" y="73628"/>
                        <a:pt x="159734" y="77153"/>
                      </a:cubicBezTo>
                      <a:cubicBezTo>
                        <a:pt x="161830" y="76200"/>
                        <a:pt x="163640" y="75819"/>
                        <a:pt x="165259" y="75819"/>
                      </a:cubicBezTo>
                      <a:cubicBezTo>
                        <a:pt x="168402" y="75819"/>
                        <a:pt x="171450" y="79248"/>
                        <a:pt x="174593" y="86297"/>
                      </a:cubicBezTo>
                      <a:cubicBezTo>
                        <a:pt x="177737" y="93345"/>
                        <a:pt x="181832" y="97060"/>
                        <a:pt x="186785" y="97536"/>
                      </a:cubicBezTo>
                      <a:cubicBezTo>
                        <a:pt x="186500" y="102013"/>
                        <a:pt x="188500" y="107728"/>
                        <a:pt x="192691" y="114586"/>
                      </a:cubicBezTo>
                      <a:cubicBezTo>
                        <a:pt x="196882" y="121444"/>
                        <a:pt x="198977" y="127254"/>
                        <a:pt x="198977" y="131921"/>
                      </a:cubicBezTo>
                      <a:cubicBezTo>
                        <a:pt x="198977" y="134779"/>
                        <a:pt x="198501" y="137636"/>
                        <a:pt x="197549" y="140684"/>
                      </a:cubicBezTo>
                      <a:cubicBezTo>
                        <a:pt x="194310" y="140875"/>
                        <a:pt x="190024" y="142875"/>
                        <a:pt x="184595" y="146590"/>
                      </a:cubicBezTo>
                      <a:cubicBezTo>
                        <a:pt x="179165" y="150304"/>
                        <a:pt x="174688" y="152210"/>
                        <a:pt x="170879" y="152210"/>
                      </a:cubicBezTo>
                      <a:cubicBezTo>
                        <a:pt x="169450" y="152210"/>
                        <a:pt x="167926" y="151924"/>
                        <a:pt x="166307" y="151543"/>
                      </a:cubicBezTo>
                      <a:cubicBezTo>
                        <a:pt x="165354" y="154019"/>
                        <a:pt x="163163" y="155543"/>
                        <a:pt x="159639" y="155734"/>
                      </a:cubicBezTo>
                      <a:cubicBezTo>
                        <a:pt x="155448" y="156020"/>
                        <a:pt x="152686" y="156782"/>
                        <a:pt x="151543" y="158115"/>
                      </a:cubicBezTo>
                      <a:cubicBezTo>
                        <a:pt x="144018" y="155543"/>
                        <a:pt x="138684" y="145352"/>
                        <a:pt x="135350" y="127254"/>
                      </a:cubicBezTo>
                      <a:cubicBezTo>
                        <a:pt x="126968" y="120682"/>
                        <a:pt x="122396" y="117348"/>
                        <a:pt x="121729" y="117062"/>
                      </a:cubicBezTo>
                      <a:cubicBezTo>
                        <a:pt x="117062" y="114110"/>
                        <a:pt x="112300" y="112491"/>
                        <a:pt x="107633" y="112491"/>
                      </a:cubicBezTo>
                      <a:cubicBezTo>
                        <a:pt x="105346" y="112491"/>
                        <a:pt x="102870" y="112871"/>
                        <a:pt x="100298" y="113538"/>
                      </a:cubicBezTo>
                      <a:cubicBezTo>
                        <a:pt x="79724" y="115824"/>
                        <a:pt x="66580" y="123920"/>
                        <a:pt x="60960" y="137732"/>
                      </a:cubicBezTo>
                      <a:cubicBezTo>
                        <a:pt x="59150" y="139637"/>
                        <a:pt x="57150" y="140589"/>
                        <a:pt x="55054" y="140589"/>
                      </a:cubicBezTo>
                      <a:cubicBezTo>
                        <a:pt x="53912" y="140589"/>
                        <a:pt x="52292" y="140303"/>
                        <a:pt x="50483" y="139637"/>
                      </a:cubicBezTo>
                      <a:cubicBezTo>
                        <a:pt x="48578" y="139065"/>
                        <a:pt x="47244" y="138779"/>
                        <a:pt x="46196" y="138779"/>
                      </a:cubicBezTo>
                      <a:lnTo>
                        <a:pt x="47244" y="142970"/>
                      </a:lnTo>
                      <a:cubicBezTo>
                        <a:pt x="46768" y="144399"/>
                        <a:pt x="46006" y="145066"/>
                        <a:pt x="44863" y="145066"/>
                      </a:cubicBezTo>
                      <a:cubicBezTo>
                        <a:pt x="43910" y="145066"/>
                        <a:pt x="42005" y="144304"/>
                        <a:pt x="39053" y="142685"/>
                      </a:cubicBezTo>
                      <a:cubicBezTo>
                        <a:pt x="36100" y="141066"/>
                        <a:pt x="33814" y="140208"/>
                        <a:pt x="32195" y="140208"/>
                      </a:cubicBezTo>
                      <a:cubicBezTo>
                        <a:pt x="29623" y="140208"/>
                        <a:pt x="27527" y="141732"/>
                        <a:pt x="25908" y="144780"/>
                      </a:cubicBezTo>
                      <a:cubicBezTo>
                        <a:pt x="28194" y="145447"/>
                        <a:pt x="31337" y="145828"/>
                        <a:pt x="35052" y="145828"/>
                      </a:cubicBezTo>
                      <a:lnTo>
                        <a:pt x="32861" y="148590"/>
                      </a:lnTo>
                      <a:cubicBezTo>
                        <a:pt x="33814" y="149543"/>
                        <a:pt x="34480" y="149924"/>
                        <a:pt x="35052" y="149638"/>
                      </a:cubicBezTo>
                      <a:lnTo>
                        <a:pt x="37814" y="147542"/>
                      </a:lnTo>
                      <a:cubicBezTo>
                        <a:pt x="37814" y="148209"/>
                        <a:pt x="39434" y="149543"/>
                        <a:pt x="42672" y="151543"/>
                      </a:cubicBezTo>
                      <a:cubicBezTo>
                        <a:pt x="46006" y="153543"/>
                        <a:pt x="47816" y="155734"/>
                        <a:pt x="48387" y="158020"/>
                      </a:cubicBezTo>
                      <a:cubicBezTo>
                        <a:pt x="50006" y="157163"/>
                        <a:pt x="50959" y="156020"/>
                        <a:pt x="51149" y="154496"/>
                      </a:cubicBezTo>
                      <a:lnTo>
                        <a:pt x="51149" y="151352"/>
                      </a:lnTo>
                      <a:cubicBezTo>
                        <a:pt x="51340" y="150400"/>
                        <a:pt x="52769" y="149828"/>
                        <a:pt x="55340" y="149543"/>
                      </a:cubicBezTo>
                      <a:cubicBezTo>
                        <a:pt x="56483" y="153258"/>
                        <a:pt x="57055" y="158210"/>
                        <a:pt x="57055" y="164306"/>
                      </a:cubicBezTo>
                      <a:cubicBezTo>
                        <a:pt x="56769" y="175736"/>
                        <a:pt x="56769" y="180785"/>
                        <a:pt x="56769" y="179356"/>
                      </a:cubicBezTo>
                      <a:cubicBezTo>
                        <a:pt x="53245" y="180023"/>
                        <a:pt x="50006" y="178784"/>
                        <a:pt x="47244" y="175546"/>
                      </a:cubicBezTo>
                      <a:lnTo>
                        <a:pt x="44482" y="179356"/>
                      </a:lnTo>
                      <a:cubicBezTo>
                        <a:pt x="43625" y="178403"/>
                        <a:pt x="42577" y="178118"/>
                        <a:pt x="41720" y="178308"/>
                      </a:cubicBezTo>
                      <a:lnTo>
                        <a:pt x="40672" y="179356"/>
                      </a:lnTo>
                      <a:cubicBezTo>
                        <a:pt x="42672" y="182880"/>
                        <a:pt x="47244" y="184118"/>
                        <a:pt x="53912" y="183166"/>
                      </a:cubicBezTo>
                      <a:cubicBezTo>
                        <a:pt x="53435" y="184309"/>
                        <a:pt x="53245" y="185547"/>
                        <a:pt x="53245" y="186690"/>
                      </a:cubicBezTo>
                      <a:cubicBezTo>
                        <a:pt x="53245" y="188024"/>
                        <a:pt x="53912" y="190214"/>
                        <a:pt x="55340" y="192881"/>
                      </a:cubicBezTo>
                      <a:cubicBezTo>
                        <a:pt x="56769" y="195548"/>
                        <a:pt x="57436" y="197644"/>
                        <a:pt x="57436" y="199358"/>
                      </a:cubicBezTo>
                      <a:cubicBezTo>
                        <a:pt x="57436" y="200787"/>
                        <a:pt x="57245" y="202121"/>
                        <a:pt x="56769" y="203645"/>
                      </a:cubicBezTo>
                      <a:cubicBezTo>
                        <a:pt x="54864" y="205454"/>
                        <a:pt x="53912" y="207741"/>
                        <a:pt x="53912" y="210217"/>
                      </a:cubicBezTo>
                      <a:cubicBezTo>
                        <a:pt x="54102" y="214217"/>
                        <a:pt x="54102" y="216599"/>
                        <a:pt x="53912" y="217266"/>
                      </a:cubicBezTo>
                      <a:cubicBezTo>
                        <a:pt x="54102" y="218218"/>
                        <a:pt x="54959" y="224314"/>
                        <a:pt x="56007" y="235553"/>
                      </a:cubicBezTo>
                      <a:cubicBezTo>
                        <a:pt x="56769" y="243935"/>
                        <a:pt x="58769" y="250031"/>
                        <a:pt x="61913" y="253746"/>
                      </a:cubicBezTo>
                      <a:cubicBezTo>
                        <a:pt x="61436" y="255175"/>
                        <a:pt x="61246" y="256318"/>
                        <a:pt x="61246" y="257270"/>
                      </a:cubicBezTo>
                      <a:cubicBezTo>
                        <a:pt x="61246" y="258985"/>
                        <a:pt x="62389" y="260604"/>
                        <a:pt x="64770" y="262223"/>
                      </a:cubicBezTo>
                      <a:cubicBezTo>
                        <a:pt x="67056" y="263843"/>
                        <a:pt x="68009" y="265938"/>
                        <a:pt x="67532" y="268605"/>
                      </a:cubicBezTo>
                      <a:cubicBezTo>
                        <a:pt x="70295" y="268319"/>
                        <a:pt x="74200" y="269462"/>
                        <a:pt x="79058" y="271844"/>
                      </a:cubicBezTo>
                      <a:cubicBezTo>
                        <a:pt x="84011" y="274320"/>
                        <a:pt x="87916" y="275558"/>
                        <a:pt x="90964" y="275558"/>
                      </a:cubicBezTo>
                      <a:cubicBezTo>
                        <a:pt x="92107" y="275558"/>
                        <a:pt x="93250" y="275463"/>
                        <a:pt x="94488" y="275273"/>
                      </a:cubicBezTo>
                      <a:cubicBezTo>
                        <a:pt x="97060" y="277749"/>
                        <a:pt x="99917" y="279083"/>
                        <a:pt x="102965" y="279083"/>
                      </a:cubicBezTo>
                      <a:cubicBezTo>
                        <a:pt x="104870" y="279083"/>
                        <a:pt x="107728" y="278225"/>
                        <a:pt x="111728" y="276416"/>
                      </a:cubicBezTo>
                      <a:cubicBezTo>
                        <a:pt x="115729" y="274701"/>
                        <a:pt x="118872" y="273749"/>
                        <a:pt x="121158" y="273749"/>
                      </a:cubicBezTo>
                      <a:cubicBezTo>
                        <a:pt x="122301" y="273749"/>
                        <a:pt x="123349" y="273844"/>
                        <a:pt x="124396" y="274130"/>
                      </a:cubicBezTo>
                      <a:cubicBezTo>
                        <a:pt x="125254" y="271748"/>
                        <a:pt x="128873" y="267653"/>
                        <a:pt x="135160" y="261842"/>
                      </a:cubicBezTo>
                      <a:cubicBezTo>
                        <a:pt x="140113" y="257461"/>
                        <a:pt x="142304" y="252794"/>
                        <a:pt x="141922" y="248126"/>
                      </a:cubicBezTo>
                      <a:lnTo>
                        <a:pt x="144685" y="246126"/>
                      </a:lnTo>
                      <a:lnTo>
                        <a:pt x="142875" y="244316"/>
                      </a:lnTo>
                      <a:cubicBezTo>
                        <a:pt x="145733" y="238887"/>
                        <a:pt x="149352" y="236220"/>
                        <a:pt x="153829" y="236220"/>
                      </a:cubicBezTo>
                      <a:cubicBezTo>
                        <a:pt x="155924" y="236220"/>
                        <a:pt x="159258" y="237077"/>
                        <a:pt x="163830" y="238887"/>
                      </a:cubicBezTo>
                      <a:cubicBezTo>
                        <a:pt x="168402" y="240697"/>
                        <a:pt x="171831" y="241459"/>
                        <a:pt x="174117" y="241459"/>
                      </a:cubicBezTo>
                      <a:cubicBezTo>
                        <a:pt x="174879" y="243840"/>
                        <a:pt x="177355" y="245364"/>
                        <a:pt x="181642" y="246126"/>
                      </a:cubicBezTo>
                      <a:cubicBezTo>
                        <a:pt x="186023" y="246793"/>
                        <a:pt x="188500" y="248412"/>
                        <a:pt x="189167" y="250984"/>
                      </a:cubicBezTo>
                      <a:close/>
                      <a:moveTo>
                        <a:pt x="34957" y="214694"/>
                      </a:moveTo>
                      <a:cubicBezTo>
                        <a:pt x="36767" y="216599"/>
                        <a:pt x="38671" y="217551"/>
                        <a:pt x="40577" y="217551"/>
                      </a:cubicBezTo>
                      <a:cubicBezTo>
                        <a:pt x="41434" y="217551"/>
                        <a:pt x="44101" y="216599"/>
                        <a:pt x="48292" y="214694"/>
                      </a:cubicBezTo>
                      <a:lnTo>
                        <a:pt x="43339" y="209455"/>
                      </a:lnTo>
                      <a:lnTo>
                        <a:pt x="46101" y="212217"/>
                      </a:lnTo>
                      <a:lnTo>
                        <a:pt x="43339" y="214694"/>
                      </a:lnTo>
                      <a:cubicBezTo>
                        <a:pt x="41243" y="214503"/>
                        <a:pt x="40291" y="213455"/>
                        <a:pt x="40386" y="211741"/>
                      </a:cubicBezTo>
                      <a:cubicBezTo>
                        <a:pt x="40386" y="209931"/>
                        <a:pt x="40196" y="208598"/>
                        <a:pt x="39529" y="207645"/>
                      </a:cubicBezTo>
                      <a:cubicBezTo>
                        <a:pt x="39338" y="208121"/>
                        <a:pt x="38100" y="209169"/>
                        <a:pt x="36004" y="210788"/>
                      </a:cubicBezTo>
                      <a:cubicBezTo>
                        <a:pt x="34862" y="211455"/>
                        <a:pt x="34480" y="212789"/>
                        <a:pt x="34957" y="214598"/>
                      </a:cubicBezTo>
                      <a:close/>
                      <a:moveTo>
                        <a:pt x="46101" y="61722"/>
                      </a:moveTo>
                      <a:cubicBezTo>
                        <a:pt x="45434" y="61722"/>
                        <a:pt x="44958" y="61532"/>
                        <a:pt x="44768" y="61055"/>
                      </a:cubicBezTo>
                      <a:cubicBezTo>
                        <a:pt x="44768" y="60103"/>
                        <a:pt x="45720" y="59627"/>
                        <a:pt x="47911" y="59627"/>
                      </a:cubicBezTo>
                      <a:cubicBezTo>
                        <a:pt x="48863" y="59627"/>
                        <a:pt x="49530" y="60008"/>
                        <a:pt x="50006" y="60674"/>
                      </a:cubicBezTo>
                      <a:lnTo>
                        <a:pt x="46101" y="61722"/>
                      </a:lnTo>
                      <a:close/>
                      <a:moveTo>
                        <a:pt x="51435" y="83820"/>
                      </a:moveTo>
                      <a:lnTo>
                        <a:pt x="51435" y="88773"/>
                      </a:lnTo>
                      <a:lnTo>
                        <a:pt x="53816" y="88773"/>
                      </a:lnTo>
                      <a:cubicBezTo>
                        <a:pt x="54864" y="87344"/>
                        <a:pt x="54007" y="85725"/>
                        <a:pt x="51435" y="83820"/>
                      </a:cubicBezTo>
                      <a:close/>
                      <a:moveTo>
                        <a:pt x="51435" y="146018"/>
                      </a:moveTo>
                      <a:lnTo>
                        <a:pt x="51435" y="143256"/>
                      </a:lnTo>
                      <a:lnTo>
                        <a:pt x="55245" y="143256"/>
                      </a:lnTo>
                      <a:lnTo>
                        <a:pt x="51435" y="146018"/>
                      </a:lnTo>
                      <a:close/>
                      <a:moveTo>
                        <a:pt x="77057" y="131254"/>
                      </a:moveTo>
                      <a:lnTo>
                        <a:pt x="73247" y="129445"/>
                      </a:lnTo>
                      <a:lnTo>
                        <a:pt x="75343" y="124587"/>
                      </a:lnTo>
                      <a:lnTo>
                        <a:pt x="77057" y="131254"/>
                      </a:lnTo>
                      <a:close/>
                      <a:moveTo>
                        <a:pt x="79915" y="110871"/>
                      </a:moveTo>
                      <a:cubicBezTo>
                        <a:pt x="78486" y="110395"/>
                        <a:pt x="76581" y="111347"/>
                        <a:pt x="74295" y="113729"/>
                      </a:cubicBezTo>
                      <a:lnTo>
                        <a:pt x="79915" y="114776"/>
                      </a:lnTo>
                      <a:lnTo>
                        <a:pt x="79915" y="110871"/>
                      </a:lnTo>
                      <a:close/>
                      <a:moveTo>
                        <a:pt x="90773" y="20003"/>
                      </a:moveTo>
                      <a:lnTo>
                        <a:pt x="91821" y="21431"/>
                      </a:lnTo>
                      <a:lnTo>
                        <a:pt x="82296" y="20003"/>
                      </a:lnTo>
                      <a:lnTo>
                        <a:pt x="90678" y="20003"/>
                      </a:lnTo>
                      <a:close/>
                      <a:moveTo>
                        <a:pt x="87344" y="120015"/>
                      </a:moveTo>
                      <a:cubicBezTo>
                        <a:pt x="88106" y="120015"/>
                        <a:pt x="88583" y="120587"/>
                        <a:pt x="89154" y="121825"/>
                      </a:cubicBezTo>
                      <a:lnTo>
                        <a:pt x="89154" y="125635"/>
                      </a:lnTo>
                      <a:cubicBezTo>
                        <a:pt x="88868" y="124683"/>
                        <a:pt x="88202" y="124206"/>
                        <a:pt x="86963" y="124206"/>
                      </a:cubicBezTo>
                      <a:lnTo>
                        <a:pt x="84201" y="124587"/>
                      </a:lnTo>
                      <a:cubicBezTo>
                        <a:pt x="84201" y="121539"/>
                        <a:pt x="85249" y="120015"/>
                        <a:pt x="87344" y="120015"/>
                      </a:cubicBezTo>
                      <a:close/>
                      <a:moveTo>
                        <a:pt x="89821" y="75438"/>
                      </a:moveTo>
                      <a:lnTo>
                        <a:pt x="88106" y="74391"/>
                      </a:lnTo>
                      <a:cubicBezTo>
                        <a:pt x="88583" y="75057"/>
                        <a:pt x="89154" y="75438"/>
                        <a:pt x="89821" y="75438"/>
                      </a:cubicBezTo>
                      <a:lnTo>
                        <a:pt x="91916" y="77153"/>
                      </a:lnTo>
                      <a:lnTo>
                        <a:pt x="91916" y="75438"/>
                      </a:lnTo>
                      <a:lnTo>
                        <a:pt x="89821" y="75438"/>
                      </a:lnTo>
                      <a:close/>
                      <a:moveTo>
                        <a:pt x="95726" y="134017"/>
                      </a:moveTo>
                      <a:lnTo>
                        <a:pt x="90869" y="134017"/>
                      </a:lnTo>
                      <a:lnTo>
                        <a:pt x="90869" y="128397"/>
                      </a:lnTo>
                      <a:lnTo>
                        <a:pt x="95726" y="134017"/>
                      </a:lnTo>
                      <a:close/>
                      <a:moveTo>
                        <a:pt x="97536" y="98584"/>
                      </a:moveTo>
                      <a:lnTo>
                        <a:pt x="91916" y="97441"/>
                      </a:lnTo>
                      <a:lnTo>
                        <a:pt x="91916" y="98584"/>
                      </a:lnTo>
                      <a:lnTo>
                        <a:pt x="97536" y="98584"/>
                      </a:lnTo>
                      <a:close/>
                      <a:moveTo>
                        <a:pt x="102870" y="19908"/>
                      </a:moveTo>
                      <a:lnTo>
                        <a:pt x="101822" y="24098"/>
                      </a:lnTo>
                      <a:lnTo>
                        <a:pt x="100394" y="24098"/>
                      </a:lnTo>
                      <a:lnTo>
                        <a:pt x="102870" y="19908"/>
                      </a:lnTo>
                      <a:close/>
                      <a:moveTo>
                        <a:pt x="105632" y="51245"/>
                      </a:moveTo>
                      <a:cubicBezTo>
                        <a:pt x="102965" y="51245"/>
                        <a:pt x="101727" y="50864"/>
                        <a:pt x="101727" y="50197"/>
                      </a:cubicBezTo>
                      <a:cubicBezTo>
                        <a:pt x="101727" y="49721"/>
                        <a:pt x="102108" y="48863"/>
                        <a:pt x="102965" y="47530"/>
                      </a:cubicBezTo>
                      <a:cubicBezTo>
                        <a:pt x="103727" y="46292"/>
                        <a:pt x="104013" y="45244"/>
                        <a:pt x="103822" y="44577"/>
                      </a:cubicBezTo>
                      <a:cubicBezTo>
                        <a:pt x="104775" y="45244"/>
                        <a:pt x="105823" y="46006"/>
                        <a:pt x="106966" y="46673"/>
                      </a:cubicBezTo>
                      <a:cubicBezTo>
                        <a:pt x="107156" y="47149"/>
                        <a:pt x="106680" y="48673"/>
                        <a:pt x="105537" y="51245"/>
                      </a:cubicBezTo>
                      <a:close/>
                      <a:moveTo>
                        <a:pt x="103822" y="44577"/>
                      </a:moveTo>
                      <a:cubicBezTo>
                        <a:pt x="103346" y="44101"/>
                        <a:pt x="102965" y="43625"/>
                        <a:pt x="102775" y="43148"/>
                      </a:cubicBezTo>
                      <a:cubicBezTo>
                        <a:pt x="102965" y="43148"/>
                        <a:pt x="103156" y="43339"/>
                        <a:pt x="103442" y="43720"/>
                      </a:cubicBezTo>
                      <a:cubicBezTo>
                        <a:pt x="103632" y="44101"/>
                        <a:pt x="103822" y="44387"/>
                        <a:pt x="103822" y="44577"/>
                      </a:cubicBezTo>
                      <a:close/>
                      <a:moveTo>
                        <a:pt x="105632" y="75438"/>
                      </a:moveTo>
                      <a:lnTo>
                        <a:pt x="104585" y="78200"/>
                      </a:lnTo>
                      <a:cubicBezTo>
                        <a:pt x="107347" y="78200"/>
                        <a:pt x="109538" y="79153"/>
                        <a:pt x="111157" y="80963"/>
                      </a:cubicBezTo>
                      <a:cubicBezTo>
                        <a:pt x="111919" y="79153"/>
                        <a:pt x="111157" y="77724"/>
                        <a:pt x="109061" y="76962"/>
                      </a:cubicBezTo>
                      <a:cubicBezTo>
                        <a:pt x="106966" y="76200"/>
                        <a:pt x="105728" y="75629"/>
                        <a:pt x="105537" y="75438"/>
                      </a:cubicBezTo>
                      <a:close/>
                      <a:moveTo>
                        <a:pt x="117920" y="36481"/>
                      </a:moveTo>
                      <a:lnTo>
                        <a:pt x="117920" y="39338"/>
                      </a:lnTo>
                      <a:lnTo>
                        <a:pt x="108490" y="37529"/>
                      </a:lnTo>
                      <a:lnTo>
                        <a:pt x="108490" y="34671"/>
                      </a:lnTo>
                      <a:cubicBezTo>
                        <a:pt x="109252" y="36767"/>
                        <a:pt x="110680" y="37814"/>
                        <a:pt x="113062" y="37814"/>
                      </a:cubicBezTo>
                      <a:cubicBezTo>
                        <a:pt x="114871" y="38100"/>
                        <a:pt x="116586" y="37624"/>
                        <a:pt x="117920" y="36386"/>
                      </a:cubicBezTo>
                      <a:close/>
                      <a:moveTo>
                        <a:pt x="120396" y="0"/>
                      </a:moveTo>
                      <a:lnTo>
                        <a:pt x="121825" y="7716"/>
                      </a:lnTo>
                      <a:lnTo>
                        <a:pt x="120396" y="1048"/>
                      </a:lnTo>
                      <a:lnTo>
                        <a:pt x="120396" y="0"/>
                      </a:lnTo>
                      <a:close/>
                      <a:moveTo>
                        <a:pt x="125635" y="66294"/>
                      </a:moveTo>
                      <a:cubicBezTo>
                        <a:pt x="125635" y="66294"/>
                        <a:pt x="124206" y="66961"/>
                        <a:pt x="122682" y="68390"/>
                      </a:cubicBezTo>
                      <a:cubicBezTo>
                        <a:pt x="121158" y="69818"/>
                        <a:pt x="120396" y="70961"/>
                        <a:pt x="120396" y="71914"/>
                      </a:cubicBezTo>
                      <a:cubicBezTo>
                        <a:pt x="120396" y="73057"/>
                        <a:pt x="121253" y="73914"/>
                        <a:pt x="122872" y="74391"/>
                      </a:cubicBezTo>
                      <a:cubicBezTo>
                        <a:pt x="123158" y="74009"/>
                        <a:pt x="122777" y="72962"/>
                        <a:pt x="121825" y="71628"/>
                      </a:cubicBezTo>
                      <a:cubicBezTo>
                        <a:pt x="124396" y="69533"/>
                        <a:pt x="126111" y="68580"/>
                        <a:pt x="127063" y="68771"/>
                      </a:cubicBezTo>
                      <a:cubicBezTo>
                        <a:pt x="125921" y="67628"/>
                        <a:pt x="125444" y="66770"/>
                        <a:pt x="125635" y="66294"/>
                      </a:cubicBezTo>
                      <a:close/>
                      <a:moveTo>
                        <a:pt x="128778" y="52959"/>
                      </a:moveTo>
                      <a:lnTo>
                        <a:pt x="132683" y="52959"/>
                      </a:lnTo>
                      <a:lnTo>
                        <a:pt x="128778" y="55054"/>
                      </a:lnTo>
                      <a:lnTo>
                        <a:pt x="128778" y="52959"/>
                      </a:lnTo>
                      <a:close/>
                      <a:moveTo>
                        <a:pt x="142494" y="57150"/>
                      </a:moveTo>
                      <a:cubicBezTo>
                        <a:pt x="142494" y="57150"/>
                        <a:pt x="140875" y="55531"/>
                        <a:pt x="138303" y="53626"/>
                      </a:cubicBezTo>
                      <a:cubicBezTo>
                        <a:pt x="136588" y="52197"/>
                        <a:pt x="135827" y="50959"/>
                        <a:pt x="135827" y="49721"/>
                      </a:cubicBezTo>
                      <a:cubicBezTo>
                        <a:pt x="135827" y="49054"/>
                        <a:pt x="136017" y="48197"/>
                        <a:pt x="136493" y="47244"/>
                      </a:cubicBezTo>
                      <a:cubicBezTo>
                        <a:pt x="139541" y="47054"/>
                        <a:pt x="141256" y="48006"/>
                        <a:pt x="141542" y="50197"/>
                      </a:cubicBezTo>
                      <a:cubicBezTo>
                        <a:pt x="141922" y="52388"/>
                        <a:pt x="142208" y="54674"/>
                        <a:pt x="142399" y="57055"/>
                      </a:cubicBezTo>
                      <a:close/>
                      <a:moveTo>
                        <a:pt x="139351" y="97536"/>
                      </a:moveTo>
                      <a:lnTo>
                        <a:pt x="136493" y="94774"/>
                      </a:lnTo>
                      <a:lnTo>
                        <a:pt x="139351" y="98679"/>
                      </a:lnTo>
                      <a:lnTo>
                        <a:pt x="139351" y="97536"/>
                      </a:lnTo>
                      <a:close/>
                      <a:moveTo>
                        <a:pt x="142113" y="90583"/>
                      </a:moveTo>
                      <a:lnTo>
                        <a:pt x="142113" y="94774"/>
                      </a:lnTo>
                      <a:cubicBezTo>
                        <a:pt x="145352" y="94774"/>
                        <a:pt x="148304" y="93250"/>
                        <a:pt x="150876" y="90202"/>
                      </a:cubicBezTo>
                      <a:cubicBezTo>
                        <a:pt x="151638" y="89726"/>
                        <a:pt x="152305" y="88868"/>
                        <a:pt x="153067" y="87725"/>
                      </a:cubicBezTo>
                      <a:cubicBezTo>
                        <a:pt x="152495" y="88868"/>
                        <a:pt x="151829" y="89726"/>
                        <a:pt x="150876" y="90202"/>
                      </a:cubicBezTo>
                      <a:cubicBezTo>
                        <a:pt x="148780" y="90011"/>
                        <a:pt x="145828" y="90011"/>
                        <a:pt x="142113" y="90583"/>
                      </a:cubicBezTo>
                      <a:close/>
                      <a:moveTo>
                        <a:pt x="142494" y="57245"/>
                      </a:moveTo>
                      <a:cubicBezTo>
                        <a:pt x="142970" y="58198"/>
                        <a:pt x="143161" y="59055"/>
                        <a:pt x="143161" y="59722"/>
                      </a:cubicBezTo>
                      <a:cubicBezTo>
                        <a:pt x="142685" y="58769"/>
                        <a:pt x="142494" y="58008"/>
                        <a:pt x="142494" y="57245"/>
                      </a:cubicBezTo>
                      <a:close/>
                      <a:moveTo>
                        <a:pt x="158591" y="109252"/>
                      </a:moveTo>
                      <a:lnTo>
                        <a:pt x="158591" y="104299"/>
                      </a:lnTo>
                      <a:lnTo>
                        <a:pt x="153067" y="108204"/>
                      </a:lnTo>
                      <a:lnTo>
                        <a:pt x="158591" y="109347"/>
                      </a:lnTo>
                      <a:close/>
                      <a:moveTo>
                        <a:pt x="156877" y="88868"/>
                      </a:moveTo>
                      <a:cubicBezTo>
                        <a:pt x="157829" y="89821"/>
                        <a:pt x="158305" y="90678"/>
                        <a:pt x="158305" y="91345"/>
                      </a:cubicBezTo>
                      <a:cubicBezTo>
                        <a:pt x="158305" y="92107"/>
                        <a:pt x="157639" y="92869"/>
                        <a:pt x="156210" y="93821"/>
                      </a:cubicBezTo>
                      <a:cubicBezTo>
                        <a:pt x="154781" y="94774"/>
                        <a:pt x="154115" y="95345"/>
                        <a:pt x="154115" y="95631"/>
                      </a:cubicBezTo>
                      <a:cubicBezTo>
                        <a:pt x="154115" y="96298"/>
                        <a:pt x="155067" y="97060"/>
                        <a:pt x="156877" y="97727"/>
                      </a:cubicBezTo>
                      <a:cubicBezTo>
                        <a:pt x="157639" y="95441"/>
                        <a:pt x="158401" y="92964"/>
                        <a:pt x="159353" y="90583"/>
                      </a:cubicBezTo>
                      <a:cubicBezTo>
                        <a:pt x="160306" y="88106"/>
                        <a:pt x="161639" y="86868"/>
                        <a:pt x="163544" y="86868"/>
                      </a:cubicBezTo>
                      <a:lnTo>
                        <a:pt x="160687" y="84011"/>
                      </a:lnTo>
                      <a:lnTo>
                        <a:pt x="156782" y="88964"/>
                      </a:lnTo>
                      <a:close/>
                      <a:moveTo>
                        <a:pt x="159734" y="32671"/>
                      </a:moveTo>
                      <a:lnTo>
                        <a:pt x="159734" y="37624"/>
                      </a:lnTo>
                      <a:lnTo>
                        <a:pt x="158687" y="37624"/>
                      </a:lnTo>
                      <a:lnTo>
                        <a:pt x="158687" y="32671"/>
                      </a:lnTo>
                      <a:lnTo>
                        <a:pt x="159734" y="32671"/>
                      </a:lnTo>
                      <a:close/>
                      <a:moveTo>
                        <a:pt x="170593" y="26003"/>
                      </a:moveTo>
                      <a:cubicBezTo>
                        <a:pt x="168974" y="26670"/>
                        <a:pt x="167830" y="27051"/>
                        <a:pt x="167354" y="27051"/>
                      </a:cubicBezTo>
                      <a:lnTo>
                        <a:pt x="167354" y="23146"/>
                      </a:lnTo>
                      <a:lnTo>
                        <a:pt x="170593" y="26003"/>
                      </a:lnTo>
                      <a:close/>
                      <a:moveTo>
                        <a:pt x="177260" y="74391"/>
                      </a:moveTo>
                      <a:lnTo>
                        <a:pt x="177260" y="78200"/>
                      </a:lnTo>
                      <a:cubicBezTo>
                        <a:pt x="175832" y="77534"/>
                        <a:pt x="175070" y="77153"/>
                        <a:pt x="174879" y="77153"/>
                      </a:cubicBezTo>
                      <a:cubicBezTo>
                        <a:pt x="176498" y="77153"/>
                        <a:pt x="177260" y="76200"/>
                        <a:pt x="177260" y="74391"/>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 name="Google Shape;1349;p99"/>
                <p:cNvSpPr/>
                <p:nvPr/>
              </p:nvSpPr>
              <p:spPr>
                <a:xfrm>
                  <a:off x="6171532" y="3760279"/>
                  <a:ext cx="217836" cy="285368"/>
                </a:xfrm>
                <a:custGeom>
                  <a:avLst/>
                  <a:gdLst/>
                  <a:ahLst/>
                  <a:cxnLst/>
                  <a:rect l="l" t="t" r="r" b="b"/>
                  <a:pathLst>
                    <a:path w="217836" h="285368" extrusionOk="0">
                      <a:moveTo>
                        <a:pt x="192405" y="228124"/>
                      </a:moveTo>
                      <a:cubicBezTo>
                        <a:pt x="197072" y="231077"/>
                        <a:pt x="199644" y="236125"/>
                        <a:pt x="200120" y="243269"/>
                      </a:cubicBezTo>
                      <a:cubicBezTo>
                        <a:pt x="200406" y="249364"/>
                        <a:pt x="200501" y="255270"/>
                        <a:pt x="200501" y="261176"/>
                      </a:cubicBezTo>
                      <a:cubicBezTo>
                        <a:pt x="200787" y="264414"/>
                        <a:pt x="201263" y="267271"/>
                        <a:pt x="201930" y="269557"/>
                      </a:cubicBezTo>
                      <a:cubicBezTo>
                        <a:pt x="195358" y="280035"/>
                        <a:pt x="184404" y="285369"/>
                        <a:pt x="168878" y="285369"/>
                      </a:cubicBezTo>
                      <a:cubicBezTo>
                        <a:pt x="164402" y="285369"/>
                        <a:pt x="157448" y="284988"/>
                        <a:pt x="147923" y="283940"/>
                      </a:cubicBezTo>
                      <a:cubicBezTo>
                        <a:pt x="138494" y="282988"/>
                        <a:pt x="131445" y="282512"/>
                        <a:pt x="126778" y="282512"/>
                      </a:cubicBezTo>
                      <a:cubicBezTo>
                        <a:pt x="122111" y="282512"/>
                        <a:pt x="117538" y="282702"/>
                        <a:pt x="113824" y="283178"/>
                      </a:cubicBezTo>
                      <a:lnTo>
                        <a:pt x="33814" y="283178"/>
                      </a:lnTo>
                      <a:lnTo>
                        <a:pt x="33814" y="282130"/>
                      </a:lnTo>
                      <a:cubicBezTo>
                        <a:pt x="30956" y="280511"/>
                        <a:pt x="26099" y="280226"/>
                        <a:pt x="19050" y="281464"/>
                      </a:cubicBezTo>
                      <a:cubicBezTo>
                        <a:pt x="12002" y="282607"/>
                        <a:pt x="6668" y="281940"/>
                        <a:pt x="2858" y="279368"/>
                      </a:cubicBezTo>
                      <a:cubicBezTo>
                        <a:pt x="4001" y="245936"/>
                        <a:pt x="4667" y="212788"/>
                        <a:pt x="4667" y="180118"/>
                      </a:cubicBezTo>
                      <a:cubicBezTo>
                        <a:pt x="4667" y="147447"/>
                        <a:pt x="4096" y="114205"/>
                        <a:pt x="2858" y="80772"/>
                      </a:cubicBezTo>
                      <a:cubicBezTo>
                        <a:pt x="4286" y="81724"/>
                        <a:pt x="5239" y="82010"/>
                        <a:pt x="5715" y="81820"/>
                      </a:cubicBezTo>
                      <a:lnTo>
                        <a:pt x="6763" y="80772"/>
                      </a:lnTo>
                      <a:cubicBezTo>
                        <a:pt x="6953" y="79343"/>
                        <a:pt x="6382" y="78296"/>
                        <a:pt x="5048" y="77724"/>
                      </a:cubicBezTo>
                      <a:cubicBezTo>
                        <a:pt x="3620" y="77153"/>
                        <a:pt x="2953" y="76771"/>
                        <a:pt x="2953" y="76486"/>
                      </a:cubicBezTo>
                      <a:cubicBezTo>
                        <a:pt x="2953" y="76010"/>
                        <a:pt x="3524" y="75247"/>
                        <a:pt x="4763" y="74104"/>
                      </a:cubicBezTo>
                      <a:cubicBezTo>
                        <a:pt x="4763" y="76200"/>
                        <a:pt x="5144" y="77438"/>
                        <a:pt x="5810" y="77914"/>
                      </a:cubicBezTo>
                      <a:cubicBezTo>
                        <a:pt x="8096" y="77724"/>
                        <a:pt x="8763" y="76390"/>
                        <a:pt x="7715" y="73914"/>
                      </a:cubicBezTo>
                      <a:cubicBezTo>
                        <a:pt x="6668" y="71533"/>
                        <a:pt x="6953" y="70009"/>
                        <a:pt x="8572" y="69532"/>
                      </a:cubicBezTo>
                      <a:cubicBezTo>
                        <a:pt x="8287" y="70009"/>
                        <a:pt x="8192" y="70485"/>
                        <a:pt x="8192" y="70961"/>
                      </a:cubicBezTo>
                      <a:cubicBezTo>
                        <a:pt x="8192" y="71914"/>
                        <a:pt x="8858" y="72962"/>
                        <a:pt x="10096" y="73914"/>
                      </a:cubicBezTo>
                      <a:cubicBezTo>
                        <a:pt x="11430" y="74962"/>
                        <a:pt x="12192" y="75724"/>
                        <a:pt x="12383" y="76200"/>
                      </a:cubicBezTo>
                      <a:lnTo>
                        <a:pt x="18002" y="75152"/>
                      </a:lnTo>
                      <a:lnTo>
                        <a:pt x="12383" y="71247"/>
                      </a:lnTo>
                      <a:lnTo>
                        <a:pt x="18002" y="68485"/>
                      </a:lnTo>
                      <a:cubicBezTo>
                        <a:pt x="18002" y="68485"/>
                        <a:pt x="16383" y="66865"/>
                        <a:pt x="13811" y="64198"/>
                      </a:cubicBezTo>
                      <a:cubicBezTo>
                        <a:pt x="11906" y="62579"/>
                        <a:pt x="10382" y="61722"/>
                        <a:pt x="9239" y="61722"/>
                      </a:cubicBezTo>
                      <a:cubicBezTo>
                        <a:pt x="7811" y="61722"/>
                        <a:pt x="6668" y="62674"/>
                        <a:pt x="5715" y="64579"/>
                      </a:cubicBezTo>
                      <a:cubicBezTo>
                        <a:pt x="4096" y="63627"/>
                        <a:pt x="3238" y="62674"/>
                        <a:pt x="3238" y="61722"/>
                      </a:cubicBezTo>
                      <a:cubicBezTo>
                        <a:pt x="3238" y="61246"/>
                        <a:pt x="4191" y="60293"/>
                        <a:pt x="6001" y="58769"/>
                      </a:cubicBezTo>
                      <a:cubicBezTo>
                        <a:pt x="7906" y="57245"/>
                        <a:pt x="8668" y="55912"/>
                        <a:pt x="8477" y="54769"/>
                      </a:cubicBezTo>
                      <a:lnTo>
                        <a:pt x="11239" y="57531"/>
                      </a:lnTo>
                      <a:lnTo>
                        <a:pt x="13049" y="55436"/>
                      </a:lnTo>
                      <a:cubicBezTo>
                        <a:pt x="13811" y="56197"/>
                        <a:pt x="14573" y="56483"/>
                        <a:pt x="15526" y="56483"/>
                      </a:cubicBezTo>
                      <a:cubicBezTo>
                        <a:pt x="16669" y="56483"/>
                        <a:pt x="18479" y="56007"/>
                        <a:pt x="20955" y="54769"/>
                      </a:cubicBezTo>
                      <a:cubicBezTo>
                        <a:pt x="23336" y="53626"/>
                        <a:pt x="25241" y="52959"/>
                        <a:pt x="26384" y="52959"/>
                      </a:cubicBezTo>
                      <a:cubicBezTo>
                        <a:pt x="27813" y="52959"/>
                        <a:pt x="28956" y="53530"/>
                        <a:pt x="29909" y="54769"/>
                      </a:cubicBezTo>
                      <a:lnTo>
                        <a:pt x="31718" y="53626"/>
                      </a:lnTo>
                      <a:cubicBezTo>
                        <a:pt x="31433" y="51530"/>
                        <a:pt x="30099" y="50006"/>
                        <a:pt x="27622" y="49244"/>
                      </a:cubicBezTo>
                      <a:cubicBezTo>
                        <a:pt x="25241" y="48482"/>
                        <a:pt x="23717" y="47720"/>
                        <a:pt x="23241" y="46958"/>
                      </a:cubicBezTo>
                      <a:cubicBezTo>
                        <a:pt x="19526" y="46672"/>
                        <a:pt x="14954" y="46672"/>
                        <a:pt x="9525" y="46958"/>
                      </a:cubicBezTo>
                      <a:cubicBezTo>
                        <a:pt x="9144" y="48101"/>
                        <a:pt x="8572" y="48673"/>
                        <a:pt x="8096" y="48673"/>
                      </a:cubicBezTo>
                      <a:cubicBezTo>
                        <a:pt x="7144" y="48006"/>
                        <a:pt x="6477" y="47625"/>
                        <a:pt x="6001" y="47625"/>
                      </a:cubicBezTo>
                      <a:cubicBezTo>
                        <a:pt x="5525" y="47625"/>
                        <a:pt x="5048" y="47815"/>
                        <a:pt x="4572" y="48006"/>
                      </a:cubicBezTo>
                      <a:lnTo>
                        <a:pt x="1810" y="37433"/>
                      </a:lnTo>
                      <a:cubicBezTo>
                        <a:pt x="3620" y="37433"/>
                        <a:pt x="4953" y="36862"/>
                        <a:pt x="5620" y="35623"/>
                      </a:cubicBezTo>
                      <a:cubicBezTo>
                        <a:pt x="5620" y="33528"/>
                        <a:pt x="4667" y="32956"/>
                        <a:pt x="2953" y="33814"/>
                      </a:cubicBezTo>
                      <a:cubicBezTo>
                        <a:pt x="1143" y="34766"/>
                        <a:pt x="191" y="34480"/>
                        <a:pt x="0" y="33147"/>
                      </a:cubicBezTo>
                      <a:lnTo>
                        <a:pt x="2762" y="30385"/>
                      </a:lnTo>
                      <a:lnTo>
                        <a:pt x="5620" y="33147"/>
                      </a:lnTo>
                      <a:cubicBezTo>
                        <a:pt x="6287" y="32480"/>
                        <a:pt x="6668" y="30289"/>
                        <a:pt x="6668" y="26479"/>
                      </a:cubicBezTo>
                      <a:cubicBezTo>
                        <a:pt x="6668" y="27432"/>
                        <a:pt x="7239" y="28194"/>
                        <a:pt x="8477" y="28670"/>
                      </a:cubicBezTo>
                      <a:cubicBezTo>
                        <a:pt x="10382" y="27242"/>
                        <a:pt x="11239" y="26003"/>
                        <a:pt x="11239" y="25146"/>
                      </a:cubicBezTo>
                      <a:cubicBezTo>
                        <a:pt x="11239" y="24003"/>
                        <a:pt x="9716" y="22288"/>
                        <a:pt x="6477" y="20003"/>
                      </a:cubicBezTo>
                      <a:cubicBezTo>
                        <a:pt x="3334" y="17812"/>
                        <a:pt x="1810" y="15716"/>
                        <a:pt x="1810" y="13906"/>
                      </a:cubicBezTo>
                      <a:cubicBezTo>
                        <a:pt x="1810" y="12287"/>
                        <a:pt x="2762" y="10573"/>
                        <a:pt x="4572" y="8668"/>
                      </a:cubicBezTo>
                      <a:lnTo>
                        <a:pt x="11239" y="1714"/>
                      </a:lnTo>
                      <a:cubicBezTo>
                        <a:pt x="23146" y="571"/>
                        <a:pt x="36004" y="0"/>
                        <a:pt x="49530" y="0"/>
                      </a:cubicBezTo>
                      <a:cubicBezTo>
                        <a:pt x="62389" y="0"/>
                        <a:pt x="81629" y="667"/>
                        <a:pt x="107442" y="2000"/>
                      </a:cubicBezTo>
                      <a:cubicBezTo>
                        <a:pt x="133160" y="3429"/>
                        <a:pt x="152495" y="4096"/>
                        <a:pt x="165640" y="4096"/>
                      </a:cubicBezTo>
                      <a:cubicBezTo>
                        <a:pt x="175070" y="4096"/>
                        <a:pt x="183928" y="3905"/>
                        <a:pt x="192310" y="3429"/>
                      </a:cubicBezTo>
                      <a:cubicBezTo>
                        <a:pt x="197739" y="7620"/>
                        <a:pt x="200311" y="13240"/>
                        <a:pt x="200311" y="20288"/>
                      </a:cubicBezTo>
                      <a:cubicBezTo>
                        <a:pt x="200311" y="22384"/>
                        <a:pt x="199930" y="26003"/>
                        <a:pt x="199263" y="31147"/>
                      </a:cubicBezTo>
                      <a:cubicBezTo>
                        <a:pt x="198596" y="36290"/>
                        <a:pt x="198215" y="40291"/>
                        <a:pt x="198215" y="43053"/>
                      </a:cubicBezTo>
                      <a:cubicBezTo>
                        <a:pt x="198215" y="45815"/>
                        <a:pt x="198501" y="48387"/>
                        <a:pt x="198882" y="50768"/>
                      </a:cubicBezTo>
                      <a:cubicBezTo>
                        <a:pt x="198882" y="54483"/>
                        <a:pt x="196596" y="56293"/>
                        <a:pt x="191929" y="56293"/>
                      </a:cubicBezTo>
                      <a:cubicBezTo>
                        <a:pt x="191167" y="56293"/>
                        <a:pt x="190024" y="56293"/>
                        <a:pt x="188404" y="56007"/>
                      </a:cubicBezTo>
                      <a:lnTo>
                        <a:pt x="184880" y="56007"/>
                      </a:lnTo>
                      <a:cubicBezTo>
                        <a:pt x="182118" y="56007"/>
                        <a:pt x="180022" y="56483"/>
                        <a:pt x="178594" y="57436"/>
                      </a:cubicBezTo>
                      <a:lnTo>
                        <a:pt x="170879" y="57436"/>
                      </a:lnTo>
                      <a:lnTo>
                        <a:pt x="170879" y="56007"/>
                      </a:lnTo>
                      <a:cubicBezTo>
                        <a:pt x="160115" y="56960"/>
                        <a:pt x="147923" y="57436"/>
                        <a:pt x="134398" y="57436"/>
                      </a:cubicBezTo>
                      <a:cubicBezTo>
                        <a:pt x="125921" y="57626"/>
                        <a:pt x="113633" y="57626"/>
                        <a:pt x="97536" y="57436"/>
                      </a:cubicBezTo>
                      <a:lnTo>
                        <a:pt x="60674" y="57436"/>
                      </a:lnTo>
                      <a:cubicBezTo>
                        <a:pt x="59055" y="61627"/>
                        <a:pt x="58198" y="66485"/>
                        <a:pt x="58198" y="71914"/>
                      </a:cubicBezTo>
                      <a:cubicBezTo>
                        <a:pt x="58198" y="73533"/>
                        <a:pt x="58388" y="75914"/>
                        <a:pt x="58579" y="79248"/>
                      </a:cubicBezTo>
                      <a:lnTo>
                        <a:pt x="58579" y="86963"/>
                      </a:lnTo>
                      <a:cubicBezTo>
                        <a:pt x="58579" y="92107"/>
                        <a:pt x="58007" y="96774"/>
                        <a:pt x="56864" y="101060"/>
                      </a:cubicBezTo>
                      <a:cubicBezTo>
                        <a:pt x="57531" y="104299"/>
                        <a:pt x="58103" y="107632"/>
                        <a:pt x="58579" y="110871"/>
                      </a:cubicBezTo>
                      <a:cubicBezTo>
                        <a:pt x="59722" y="115062"/>
                        <a:pt x="61913" y="117157"/>
                        <a:pt x="64961" y="117157"/>
                      </a:cubicBezTo>
                      <a:cubicBezTo>
                        <a:pt x="65913" y="117157"/>
                        <a:pt x="66866" y="117062"/>
                        <a:pt x="67723" y="116777"/>
                      </a:cubicBezTo>
                      <a:cubicBezTo>
                        <a:pt x="68389" y="117062"/>
                        <a:pt x="69342" y="117157"/>
                        <a:pt x="70199" y="117157"/>
                      </a:cubicBezTo>
                      <a:cubicBezTo>
                        <a:pt x="71057" y="117157"/>
                        <a:pt x="72485" y="116967"/>
                        <a:pt x="74390" y="116491"/>
                      </a:cubicBezTo>
                      <a:cubicBezTo>
                        <a:pt x="76200" y="116014"/>
                        <a:pt x="77534" y="115824"/>
                        <a:pt x="78200" y="115824"/>
                      </a:cubicBezTo>
                      <a:cubicBezTo>
                        <a:pt x="80010" y="115824"/>
                        <a:pt x="81534" y="116777"/>
                        <a:pt x="82677" y="118586"/>
                      </a:cubicBezTo>
                      <a:cubicBezTo>
                        <a:pt x="89059" y="116681"/>
                        <a:pt x="96393" y="115824"/>
                        <a:pt x="104775" y="115824"/>
                      </a:cubicBezTo>
                      <a:cubicBezTo>
                        <a:pt x="108966" y="115824"/>
                        <a:pt x="115157" y="116110"/>
                        <a:pt x="123158" y="116681"/>
                      </a:cubicBezTo>
                      <a:cubicBezTo>
                        <a:pt x="131254" y="117253"/>
                        <a:pt x="137255" y="117538"/>
                        <a:pt x="141161" y="117538"/>
                      </a:cubicBezTo>
                      <a:cubicBezTo>
                        <a:pt x="145066" y="117538"/>
                        <a:pt x="148876" y="117348"/>
                        <a:pt x="152400" y="116872"/>
                      </a:cubicBezTo>
                      <a:cubicBezTo>
                        <a:pt x="154019" y="122682"/>
                        <a:pt x="154781" y="130873"/>
                        <a:pt x="154496" y="141446"/>
                      </a:cubicBezTo>
                      <a:cubicBezTo>
                        <a:pt x="154305" y="153353"/>
                        <a:pt x="154496" y="161544"/>
                        <a:pt x="155162" y="166021"/>
                      </a:cubicBezTo>
                      <a:cubicBezTo>
                        <a:pt x="150209" y="169545"/>
                        <a:pt x="143637" y="171260"/>
                        <a:pt x="135160" y="171260"/>
                      </a:cubicBezTo>
                      <a:cubicBezTo>
                        <a:pt x="131731" y="171260"/>
                        <a:pt x="126397" y="170879"/>
                        <a:pt x="119253" y="170212"/>
                      </a:cubicBezTo>
                      <a:cubicBezTo>
                        <a:pt x="112109" y="169545"/>
                        <a:pt x="106585" y="169164"/>
                        <a:pt x="102870" y="169164"/>
                      </a:cubicBezTo>
                      <a:cubicBezTo>
                        <a:pt x="99346" y="169164"/>
                        <a:pt x="96012" y="169450"/>
                        <a:pt x="93059" y="169831"/>
                      </a:cubicBezTo>
                      <a:lnTo>
                        <a:pt x="93059" y="168021"/>
                      </a:lnTo>
                      <a:cubicBezTo>
                        <a:pt x="91440" y="168307"/>
                        <a:pt x="87725" y="168402"/>
                        <a:pt x="82201" y="168402"/>
                      </a:cubicBezTo>
                      <a:cubicBezTo>
                        <a:pt x="78486" y="168402"/>
                        <a:pt x="74867" y="169259"/>
                        <a:pt x="71723" y="170879"/>
                      </a:cubicBezTo>
                      <a:cubicBezTo>
                        <a:pt x="70580" y="170117"/>
                        <a:pt x="69056" y="169831"/>
                        <a:pt x="67151" y="169831"/>
                      </a:cubicBezTo>
                      <a:cubicBezTo>
                        <a:pt x="64294" y="170117"/>
                        <a:pt x="62675" y="170117"/>
                        <a:pt x="62294" y="169831"/>
                      </a:cubicBezTo>
                      <a:cubicBezTo>
                        <a:pt x="58484" y="170974"/>
                        <a:pt x="56674" y="173927"/>
                        <a:pt x="56674" y="178594"/>
                      </a:cubicBezTo>
                      <a:cubicBezTo>
                        <a:pt x="56674" y="181928"/>
                        <a:pt x="57245" y="184499"/>
                        <a:pt x="58388" y="186309"/>
                      </a:cubicBezTo>
                      <a:cubicBezTo>
                        <a:pt x="53245" y="184880"/>
                        <a:pt x="48673" y="186214"/>
                        <a:pt x="44672" y="190119"/>
                      </a:cubicBezTo>
                      <a:lnTo>
                        <a:pt x="53816" y="188404"/>
                      </a:lnTo>
                      <a:lnTo>
                        <a:pt x="52769" y="190119"/>
                      </a:lnTo>
                      <a:cubicBezTo>
                        <a:pt x="53150" y="191071"/>
                        <a:pt x="53816" y="191548"/>
                        <a:pt x="54483" y="191548"/>
                      </a:cubicBezTo>
                      <a:cubicBezTo>
                        <a:pt x="54007" y="191548"/>
                        <a:pt x="55340" y="190500"/>
                        <a:pt x="58293" y="188404"/>
                      </a:cubicBezTo>
                      <a:cubicBezTo>
                        <a:pt x="58293" y="187452"/>
                        <a:pt x="58198" y="194215"/>
                        <a:pt x="57912" y="208693"/>
                      </a:cubicBezTo>
                      <a:cubicBezTo>
                        <a:pt x="57721" y="217075"/>
                        <a:pt x="59055" y="223456"/>
                        <a:pt x="62198" y="227933"/>
                      </a:cubicBezTo>
                      <a:cubicBezTo>
                        <a:pt x="70771" y="229076"/>
                        <a:pt x="80010" y="229743"/>
                        <a:pt x="89535" y="229743"/>
                      </a:cubicBezTo>
                      <a:cubicBezTo>
                        <a:pt x="96774" y="229743"/>
                        <a:pt x="107442" y="229267"/>
                        <a:pt x="121253" y="228314"/>
                      </a:cubicBezTo>
                      <a:cubicBezTo>
                        <a:pt x="135160" y="227362"/>
                        <a:pt x="145637" y="226886"/>
                        <a:pt x="152591" y="226886"/>
                      </a:cubicBezTo>
                      <a:cubicBezTo>
                        <a:pt x="163163" y="226886"/>
                        <a:pt x="172974" y="227647"/>
                        <a:pt x="182118" y="228981"/>
                      </a:cubicBezTo>
                      <a:cubicBezTo>
                        <a:pt x="183737" y="225266"/>
                        <a:pt x="186976" y="224885"/>
                        <a:pt x="192024" y="227933"/>
                      </a:cubicBezTo>
                      <a:close/>
                      <a:moveTo>
                        <a:pt x="11239" y="51911"/>
                      </a:moveTo>
                      <a:lnTo>
                        <a:pt x="13335" y="54769"/>
                      </a:lnTo>
                      <a:lnTo>
                        <a:pt x="13049" y="55436"/>
                      </a:lnTo>
                      <a:cubicBezTo>
                        <a:pt x="12097" y="54578"/>
                        <a:pt x="11525" y="53435"/>
                        <a:pt x="11239" y="51911"/>
                      </a:cubicBezTo>
                      <a:close/>
                      <a:moveTo>
                        <a:pt x="83249" y="152305"/>
                      </a:moveTo>
                      <a:lnTo>
                        <a:pt x="79058" y="152305"/>
                      </a:lnTo>
                      <a:cubicBezTo>
                        <a:pt x="79724" y="153924"/>
                        <a:pt x="81153" y="153924"/>
                        <a:pt x="83249" y="152305"/>
                      </a:cubicBezTo>
                      <a:lnTo>
                        <a:pt x="84963" y="152305"/>
                      </a:lnTo>
                      <a:cubicBezTo>
                        <a:pt x="84963" y="152305"/>
                        <a:pt x="85725" y="153543"/>
                        <a:pt x="85725" y="154781"/>
                      </a:cubicBezTo>
                      <a:lnTo>
                        <a:pt x="90583" y="152305"/>
                      </a:lnTo>
                      <a:cubicBezTo>
                        <a:pt x="91726" y="153448"/>
                        <a:pt x="92297" y="154305"/>
                        <a:pt x="92297" y="154781"/>
                      </a:cubicBezTo>
                      <a:lnTo>
                        <a:pt x="97536" y="154781"/>
                      </a:lnTo>
                      <a:lnTo>
                        <a:pt x="97536" y="152305"/>
                      </a:lnTo>
                      <a:lnTo>
                        <a:pt x="84963" y="152305"/>
                      </a:lnTo>
                      <a:cubicBezTo>
                        <a:pt x="84487" y="151829"/>
                        <a:pt x="83915" y="151829"/>
                        <a:pt x="83249" y="152305"/>
                      </a:cubicBezTo>
                      <a:close/>
                      <a:moveTo>
                        <a:pt x="151638" y="20003"/>
                      </a:moveTo>
                      <a:lnTo>
                        <a:pt x="148780" y="18288"/>
                      </a:lnTo>
                      <a:lnTo>
                        <a:pt x="151638" y="23908"/>
                      </a:lnTo>
                      <a:lnTo>
                        <a:pt x="151638" y="20098"/>
                      </a:lnTo>
                      <a:close/>
                      <a:moveTo>
                        <a:pt x="216503" y="246983"/>
                      </a:moveTo>
                      <a:lnTo>
                        <a:pt x="217837" y="246983"/>
                      </a:lnTo>
                      <a:lnTo>
                        <a:pt x="213646" y="249460"/>
                      </a:lnTo>
                      <a:lnTo>
                        <a:pt x="216408" y="246983"/>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50" name="Google Shape;1350;p99"/>
              <p:cNvGrpSpPr/>
              <p:nvPr/>
            </p:nvGrpSpPr>
            <p:grpSpPr>
              <a:xfrm>
                <a:off x="11753748" y="7805357"/>
                <a:ext cx="882873" cy="133063"/>
                <a:chOff x="6500430" y="5523452"/>
                <a:chExt cx="882873" cy="133063"/>
              </a:xfrm>
            </p:grpSpPr>
            <p:sp>
              <p:nvSpPr>
                <p:cNvPr id="1351" name="Google Shape;1351;p99"/>
                <p:cNvSpPr/>
                <p:nvPr/>
              </p:nvSpPr>
              <p:spPr>
                <a:xfrm>
                  <a:off x="6500430" y="5543740"/>
                  <a:ext cx="83724" cy="112775"/>
                </a:xfrm>
                <a:custGeom>
                  <a:avLst/>
                  <a:gdLst/>
                  <a:ahLst/>
                  <a:cxnLst/>
                  <a:rect l="l" t="t" r="r" b="b"/>
                  <a:pathLst>
                    <a:path w="83724" h="112775" extrusionOk="0">
                      <a:moveTo>
                        <a:pt x="1619" y="112776"/>
                      </a:moveTo>
                      <a:lnTo>
                        <a:pt x="0" y="111728"/>
                      </a:lnTo>
                      <a:lnTo>
                        <a:pt x="1619" y="112109"/>
                      </a:lnTo>
                      <a:lnTo>
                        <a:pt x="1619" y="112776"/>
                      </a:lnTo>
                      <a:close/>
                      <a:moveTo>
                        <a:pt x="81439" y="43243"/>
                      </a:moveTo>
                      <a:cubicBezTo>
                        <a:pt x="81153" y="44196"/>
                        <a:pt x="81439" y="45244"/>
                        <a:pt x="82201" y="46291"/>
                      </a:cubicBezTo>
                      <a:cubicBezTo>
                        <a:pt x="82963" y="47339"/>
                        <a:pt x="83344" y="48006"/>
                        <a:pt x="83344" y="48387"/>
                      </a:cubicBezTo>
                      <a:cubicBezTo>
                        <a:pt x="83344" y="48958"/>
                        <a:pt x="82963" y="49720"/>
                        <a:pt x="82296" y="50482"/>
                      </a:cubicBezTo>
                      <a:cubicBezTo>
                        <a:pt x="82772" y="54007"/>
                        <a:pt x="82963" y="57817"/>
                        <a:pt x="82963" y="61913"/>
                      </a:cubicBezTo>
                      <a:cubicBezTo>
                        <a:pt x="82963" y="66008"/>
                        <a:pt x="82772" y="69723"/>
                        <a:pt x="82296" y="73437"/>
                      </a:cubicBezTo>
                      <a:cubicBezTo>
                        <a:pt x="80582" y="73914"/>
                        <a:pt x="79820" y="74771"/>
                        <a:pt x="79820" y="75914"/>
                      </a:cubicBezTo>
                      <a:cubicBezTo>
                        <a:pt x="79820" y="76295"/>
                        <a:pt x="79915" y="76867"/>
                        <a:pt x="80201" y="77724"/>
                      </a:cubicBezTo>
                      <a:cubicBezTo>
                        <a:pt x="80486" y="78581"/>
                        <a:pt x="80582" y="79343"/>
                        <a:pt x="80582" y="79820"/>
                      </a:cubicBezTo>
                      <a:cubicBezTo>
                        <a:pt x="80582" y="80296"/>
                        <a:pt x="80582" y="80676"/>
                        <a:pt x="80296" y="80963"/>
                      </a:cubicBezTo>
                      <a:lnTo>
                        <a:pt x="80867" y="84677"/>
                      </a:lnTo>
                      <a:cubicBezTo>
                        <a:pt x="79724" y="85248"/>
                        <a:pt x="78772" y="86487"/>
                        <a:pt x="78200" y="88202"/>
                      </a:cubicBezTo>
                      <a:cubicBezTo>
                        <a:pt x="77534" y="89916"/>
                        <a:pt x="76962" y="91630"/>
                        <a:pt x="76391" y="93154"/>
                      </a:cubicBezTo>
                      <a:cubicBezTo>
                        <a:pt x="74771" y="93821"/>
                        <a:pt x="71914" y="95821"/>
                        <a:pt x="68104" y="98964"/>
                      </a:cubicBezTo>
                      <a:lnTo>
                        <a:pt x="69533" y="100393"/>
                      </a:lnTo>
                      <a:cubicBezTo>
                        <a:pt x="64675" y="100584"/>
                        <a:pt x="61151" y="101727"/>
                        <a:pt x="58960" y="104013"/>
                      </a:cubicBezTo>
                      <a:cubicBezTo>
                        <a:pt x="58579" y="104013"/>
                        <a:pt x="58293" y="103917"/>
                        <a:pt x="57912" y="103917"/>
                      </a:cubicBezTo>
                      <a:cubicBezTo>
                        <a:pt x="57055" y="103917"/>
                        <a:pt x="56388" y="104298"/>
                        <a:pt x="55721" y="104965"/>
                      </a:cubicBezTo>
                      <a:cubicBezTo>
                        <a:pt x="55054" y="105632"/>
                        <a:pt x="54769" y="106299"/>
                        <a:pt x="54864" y="107156"/>
                      </a:cubicBezTo>
                      <a:cubicBezTo>
                        <a:pt x="53721" y="106489"/>
                        <a:pt x="52483" y="106108"/>
                        <a:pt x="51054" y="106108"/>
                      </a:cubicBezTo>
                      <a:lnTo>
                        <a:pt x="46863" y="106108"/>
                      </a:lnTo>
                      <a:cubicBezTo>
                        <a:pt x="47054" y="105537"/>
                        <a:pt x="46768" y="104965"/>
                        <a:pt x="46006" y="104680"/>
                      </a:cubicBezTo>
                      <a:cubicBezTo>
                        <a:pt x="45244" y="104298"/>
                        <a:pt x="44863" y="103917"/>
                        <a:pt x="44768" y="103537"/>
                      </a:cubicBezTo>
                      <a:cubicBezTo>
                        <a:pt x="43720" y="105251"/>
                        <a:pt x="42196" y="106108"/>
                        <a:pt x="40196" y="106299"/>
                      </a:cubicBezTo>
                      <a:cubicBezTo>
                        <a:pt x="39815" y="106299"/>
                        <a:pt x="38100" y="106299"/>
                        <a:pt x="35052" y="106203"/>
                      </a:cubicBezTo>
                      <a:cubicBezTo>
                        <a:pt x="32861" y="105346"/>
                        <a:pt x="30575" y="104394"/>
                        <a:pt x="28289" y="103441"/>
                      </a:cubicBezTo>
                      <a:cubicBezTo>
                        <a:pt x="25622" y="102298"/>
                        <a:pt x="23622" y="101060"/>
                        <a:pt x="22193" y="99536"/>
                      </a:cubicBezTo>
                      <a:cubicBezTo>
                        <a:pt x="21622" y="100203"/>
                        <a:pt x="20574" y="100013"/>
                        <a:pt x="18955" y="99155"/>
                      </a:cubicBezTo>
                      <a:cubicBezTo>
                        <a:pt x="16764" y="96488"/>
                        <a:pt x="14669" y="93821"/>
                        <a:pt x="12478" y="91059"/>
                      </a:cubicBezTo>
                      <a:cubicBezTo>
                        <a:pt x="10192" y="87916"/>
                        <a:pt x="8858" y="84963"/>
                        <a:pt x="8668" y="82201"/>
                      </a:cubicBezTo>
                      <a:cubicBezTo>
                        <a:pt x="7429" y="80676"/>
                        <a:pt x="6858" y="78581"/>
                        <a:pt x="6953" y="75723"/>
                      </a:cubicBezTo>
                      <a:cubicBezTo>
                        <a:pt x="6953" y="71533"/>
                        <a:pt x="6953" y="69246"/>
                        <a:pt x="6953" y="68866"/>
                      </a:cubicBezTo>
                      <a:cubicBezTo>
                        <a:pt x="6858" y="68294"/>
                        <a:pt x="6858" y="67627"/>
                        <a:pt x="6858" y="66865"/>
                      </a:cubicBezTo>
                      <a:cubicBezTo>
                        <a:pt x="6858" y="65913"/>
                        <a:pt x="6953" y="64389"/>
                        <a:pt x="7239" y="62389"/>
                      </a:cubicBezTo>
                      <a:cubicBezTo>
                        <a:pt x="7525" y="60388"/>
                        <a:pt x="7620" y="58864"/>
                        <a:pt x="7620" y="57817"/>
                      </a:cubicBezTo>
                      <a:cubicBezTo>
                        <a:pt x="7620" y="55912"/>
                        <a:pt x="7239" y="54387"/>
                        <a:pt x="6572" y="53054"/>
                      </a:cubicBezTo>
                      <a:cubicBezTo>
                        <a:pt x="7429" y="52673"/>
                        <a:pt x="7715" y="52006"/>
                        <a:pt x="7334" y="51054"/>
                      </a:cubicBezTo>
                      <a:cubicBezTo>
                        <a:pt x="6953" y="50102"/>
                        <a:pt x="7049" y="49435"/>
                        <a:pt x="7620" y="48958"/>
                      </a:cubicBezTo>
                      <a:cubicBezTo>
                        <a:pt x="7049" y="44672"/>
                        <a:pt x="6858" y="41053"/>
                        <a:pt x="6858" y="38100"/>
                      </a:cubicBezTo>
                      <a:cubicBezTo>
                        <a:pt x="6858" y="32861"/>
                        <a:pt x="7620" y="28480"/>
                        <a:pt x="9049" y="24860"/>
                      </a:cubicBezTo>
                      <a:cubicBezTo>
                        <a:pt x="9811" y="21907"/>
                        <a:pt x="10287" y="19907"/>
                        <a:pt x="10763" y="18955"/>
                      </a:cubicBezTo>
                      <a:cubicBezTo>
                        <a:pt x="11811" y="16859"/>
                        <a:pt x="13335" y="15621"/>
                        <a:pt x="15240" y="15144"/>
                      </a:cubicBezTo>
                      <a:cubicBezTo>
                        <a:pt x="16383" y="12096"/>
                        <a:pt x="18955" y="9334"/>
                        <a:pt x="22955" y="7144"/>
                      </a:cubicBezTo>
                      <a:lnTo>
                        <a:pt x="22288" y="6762"/>
                      </a:lnTo>
                      <a:cubicBezTo>
                        <a:pt x="23527" y="6477"/>
                        <a:pt x="25241" y="5524"/>
                        <a:pt x="27527" y="3905"/>
                      </a:cubicBezTo>
                      <a:cubicBezTo>
                        <a:pt x="29432" y="2477"/>
                        <a:pt x="31337" y="1905"/>
                        <a:pt x="33052" y="2000"/>
                      </a:cubicBezTo>
                      <a:cubicBezTo>
                        <a:pt x="33052" y="667"/>
                        <a:pt x="33623" y="0"/>
                        <a:pt x="34671" y="0"/>
                      </a:cubicBezTo>
                      <a:cubicBezTo>
                        <a:pt x="35052" y="0"/>
                        <a:pt x="35719" y="95"/>
                        <a:pt x="36671" y="285"/>
                      </a:cubicBezTo>
                      <a:cubicBezTo>
                        <a:pt x="37624" y="571"/>
                        <a:pt x="38291" y="571"/>
                        <a:pt x="38576" y="476"/>
                      </a:cubicBezTo>
                      <a:cubicBezTo>
                        <a:pt x="40005" y="2477"/>
                        <a:pt x="41815" y="3524"/>
                        <a:pt x="44101" y="3524"/>
                      </a:cubicBezTo>
                      <a:cubicBezTo>
                        <a:pt x="45149" y="3524"/>
                        <a:pt x="46958" y="3143"/>
                        <a:pt x="49435" y="2477"/>
                      </a:cubicBezTo>
                      <a:cubicBezTo>
                        <a:pt x="51340" y="2953"/>
                        <a:pt x="53626" y="2953"/>
                        <a:pt x="56483" y="2477"/>
                      </a:cubicBezTo>
                      <a:lnTo>
                        <a:pt x="56483" y="2953"/>
                      </a:lnTo>
                      <a:cubicBezTo>
                        <a:pt x="57245" y="2571"/>
                        <a:pt x="58103" y="2477"/>
                        <a:pt x="58865" y="2477"/>
                      </a:cubicBezTo>
                      <a:cubicBezTo>
                        <a:pt x="60008" y="2477"/>
                        <a:pt x="61436" y="3238"/>
                        <a:pt x="63246" y="4667"/>
                      </a:cubicBezTo>
                      <a:cubicBezTo>
                        <a:pt x="64961" y="6191"/>
                        <a:pt x="66580" y="6953"/>
                        <a:pt x="67913" y="7144"/>
                      </a:cubicBezTo>
                      <a:cubicBezTo>
                        <a:pt x="68294" y="8477"/>
                        <a:pt x="69437" y="9906"/>
                        <a:pt x="71247" y="11335"/>
                      </a:cubicBezTo>
                      <a:cubicBezTo>
                        <a:pt x="73152" y="12763"/>
                        <a:pt x="74200" y="13811"/>
                        <a:pt x="74486" y="14383"/>
                      </a:cubicBezTo>
                      <a:cubicBezTo>
                        <a:pt x="75819" y="14383"/>
                        <a:pt x="76581" y="15335"/>
                        <a:pt x="76867" y="17145"/>
                      </a:cubicBezTo>
                      <a:cubicBezTo>
                        <a:pt x="77153" y="18955"/>
                        <a:pt x="77915" y="19907"/>
                        <a:pt x="79153" y="19907"/>
                      </a:cubicBezTo>
                      <a:cubicBezTo>
                        <a:pt x="80105" y="21050"/>
                        <a:pt x="80582" y="22670"/>
                        <a:pt x="80582" y="24765"/>
                      </a:cubicBezTo>
                      <a:lnTo>
                        <a:pt x="80582" y="26670"/>
                      </a:lnTo>
                      <a:cubicBezTo>
                        <a:pt x="80582" y="27527"/>
                        <a:pt x="80486" y="28194"/>
                        <a:pt x="80486" y="28480"/>
                      </a:cubicBezTo>
                      <a:cubicBezTo>
                        <a:pt x="80486" y="31052"/>
                        <a:pt x="81439" y="32861"/>
                        <a:pt x="83249" y="34004"/>
                      </a:cubicBezTo>
                      <a:cubicBezTo>
                        <a:pt x="82868" y="34671"/>
                        <a:pt x="82677" y="35337"/>
                        <a:pt x="82677" y="36100"/>
                      </a:cubicBezTo>
                      <a:cubicBezTo>
                        <a:pt x="82677" y="36862"/>
                        <a:pt x="82868" y="37719"/>
                        <a:pt x="83249" y="38862"/>
                      </a:cubicBezTo>
                      <a:cubicBezTo>
                        <a:pt x="83534" y="40005"/>
                        <a:pt x="83725" y="40767"/>
                        <a:pt x="83725" y="41243"/>
                      </a:cubicBezTo>
                      <a:cubicBezTo>
                        <a:pt x="83725" y="42291"/>
                        <a:pt x="83058" y="42958"/>
                        <a:pt x="81725" y="43243"/>
                      </a:cubicBezTo>
                      <a:close/>
                      <a:moveTo>
                        <a:pt x="67532" y="50482"/>
                      </a:moveTo>
                      <a:cubicBezTo>
                        <a:pt x="67532" y="50482"/>
                        <a:pt x="70009" y="51149"/>
                        <a:pt x="73628" y="52292"/>
                      </a:cubicBezTo>
                      <a:lnTo>
                        <a:pt x="73628" y="49435"/>
                      </a:lnTo>
                      <a:cubicBezTo>
                        <a:pt x="70676" y="48387"/>
                        <a:pt x="69437" y="47815"/>
                        <a:pt x="69628" y="47815"/>
                      </a:cubicBezTo>
                      <a:cubicBezTo>
                        <a:pt x="69056" y="47815"/>
                        <a:pt x="68771" y="48292"/>
                        <a:pt x="68961" y="49435"/>
                      </a:cubicBezTo>
                      <a:lnTo>
                        <a:pt x="67532" y="47815"/>
                      </a:lnTo>
                      <a:lnTo>
                        <a:pt x="66866" y="48196"/>
                      </a:lnTo>
                      <a:cubicBezTo>
                        <a:pt x="66199" y="47244"/>
                        <a:pt x="65342" y="46482"/>
                        <a:pt x="64199" y="46005"/>
                      </a:cubicBezTo>
                      <a:cubicBezTo>
                        <a:pt x="62294" y="45339"/>
                        <a:pt x="61151" y="44862"/>
                        <a:pt x="60865" y="44672"/>
                      </a:cubicBezTo>
                      <a:cubicBezTo>
                        <a:pt x="61246" y="44291"/>
                        <a:pt x="61341" y="43529"/>
                        <a:pt x="61246" y="42576"/>
                      </a:cubicBezTo>
                      <a:lnTo>
                        <a:pt x="61246" y="40195"/>
                      </a:lnTo>
                      <a:cubicBezTo>
                        <a:pt x="61246" y="40195"/>
                        <a:pt x="60008" y="37433"/>
                        <a:pt x="58198" y="33338"/>
                      </a:cubicBezTo>
                      <a:cubicBezTo>
                        <a:pt x="57055" y="30480"/>
                        <a:pt x="56007" y="28670"/>
                        <a:pt x="55054" y="27908"/>
                      </a:cubicBezTo>
                      <a:lnTo>
                        <a:pt x="55721" y="27527"/>
                      </a:lnTo>
                      <a:cubicBezTo>
                        <a:pt x="54769" y="26289"/>
                        <a:pt x="53435" y="25432"/>
                        <a:pt x="51721" y="24860"/>
                      </a:cubicBezTo>
                      <a:cubicBezTo>
                        <a:pt x="50102" y="24384"/>
                        <a:pt x="48482" y="23908"/>
                        <a:pt x="46958" y="23431"/>
                      </a:cubicBezTo>
                      <a:cubicBezTo>
                        <a:pt x="46958" y="22003"/>
                        <a:pt x="46482" y="21336"/>
                        <a:pt x="45244" y="21336"/>
                      </a:cubicBezTo>
                      <a:cubicBezTo>
                        <a:pt x="43529" y="21336"/>
                        <a:pt x="42482" y="22003"/>
                        <a:pt x="41910" y="23431"/>
                      </a:cubicBezTo>
                      <a:cubicBezTo>
                        <a:pt x="40958" y="23526"/>
                        <a:pt x="39624" y="24098"/>
                        <a:pt x="38005" y="25146"/>
                      </a:cubicBezTo>
                      <a:cubicBezTo>
                        <a:pt x="36386" y="26194"/>
                        <a:pt x="35147" y="26670"/>
                        <a:pt x="34195" y="26384"/>
                      </a:cubicBezTo>
                      <a:cubicBezTo>
                        <a:pt x="32480" y="26955"/>
                        <a:pt x="31147" y="28384"/>
                        <a:pt x="30480" y="30766"/>
                      </a:cubicBezTo>
                      <a:cubicBezTo>
                        <a:pt x="29718" y="33433"/>
                        <a:pt x="28956" y="35052"/>
                        <a:pt x="27908" y="35528"/>
                      </a:cubicBezTo>
                      <a:cubicBezTo>
                        <a:pt x="28004" y="36862"/>
                        <a:pt x="27908" y="38576"/>
                        <a:pt x="27622" y="40862"/>
                      </a:cubicBezTo>
                      <a:cubicBezTo>
                        <a:pt x="27337" y="43053"/>
                        <a:pt x="27146" y="44577"/>
                        <a:pt x="27146" y="45434"/>
                      </a:cubicBezTo>
                      <a:cubicBezTo>
                        <a:pt x="27146" y="46958"/>
                        <a:pt x="27432" y="48196"/>
                        <a:pt x="27908" y="49339"/>
                      </a:cubicBezTo>
                      <a:cubicBezTo>
                        <a:pt x="26956" y="50006"/>
                        <a:pt x="26861" y="51435"/>
                        <a:pt x="27527" y="53626"/>
                      </a:cubicBezTo>
                      <a:cubicBezTo>
                        <a:pt x="28099" y="55340"/>
                        <a:pt x="27813" y="56388"/>
                        <a:pt x="26479" y="56483"/>
                      </a:cubicBezTo>
                      <a:cubicBezTo>
                        <a:pt x="27432" y="60770"/>
                        <a:pt x="27908" y="63912"/>
                        <a:pt x="27908" y="66104"/>
                      </a:cubicBezTo>
                      <a:cubicBezTo>
                        <a:pt x="27908" y="67723"/>
                        <a:pt x="27813" y="69246"/>
                        <a:pt x="27527" y="70771"/>
                      </a:cubicBezTo>
                      <a:cubicBezTo>
                        <a:pt x="28099" y="71247"/>
                        <a:pt x="29337" y="73914"/>
                        <a:pt x="31242" y="78486"/>
                      </a:cubicBezTo>
                      <a:cubicBezTo>
                        <a:pt x="32576" y="81819"/>
                        <a:pt x="34766" y="83248"/>
                        <a:pt x="37719" y="82962"/>
                      </a:cubicBezTo>
                      <a:cubicBezTo>
                        <a:pt x="38005" y="82962"/>
                        <a:pt x="38291" y="82962"/>
                        <a:pt x="38671" y="82582"/>
                      </a:cubicBezTo>
                      <a:cubicBezTo>
                        <a:pt x="39053" y="82201"/>
                        <a:pt x="39243" y="82105"/>
                        <a:pt x="39434" y="82105"/>
                      </a:cubicBezTo>
                      <a:cubicBezTo>
                        <a:pt x="39719" y="82105"/>
                        <a:pt x="40005" y="82296"/>
                        <a:pt x="40196" y="82582"/>
                      </a:cubicBezTo>
                      <a:lnTo>
                        <a:pt x="39719" y="82962"/>
                      </a:lnTo>
                      <a:cubicBezTo>
                        <a:pt x="39719" y="82962"/>
                        <a:pt x="39910" y="83820"/>
                        <a:pt x="40386" y="84105"/>
                      </a:cubicBezTo>
                      <a:lnTo>
                        <a:pt x="41338" y="85058"/>
                      </a:lnTo>
                      <a:cubicBezTo>
                        <a:pt x="41910" y="85820"/>
                        <a:pt x="42767" y="86201"/>
                        <a:pt x="43720" y="86201"/>
                      </a:cubicBezTo>
                      <a:cubicBezTo>
                        <a:pt x="45053" y="86201"/>
                        <a:pt x="45720" y="85630"/>
                        <a:pt x="45815" y="84582"/>
                      </a:cubicBezTo>
                      <a:cubicBezTo>
                        <a:pt x="46482" y="85154"/>
                        <a:pt x="47054" y="85344"/>
                        <a:pt x="47530" y="85344"/>
                      </a:cubicBezTo>
                      <a:cubicBezTo>
                        <a:pt x="48006" y="85344"/>
                        <a:pt x="48673" y="84772"/>
                        <a:pt x="49340" y="83629"/>
                      </a:cubicBezTo>
                      <a:cubicBezTo>
                        <a:pt x="50006" y="82486"/>
                        <a:pt x="50578" y="81915"/>
                        <a:pt x="51149" y="81915"/>
                      </a:cubicBezTo>
                      <a:cubicBezTo>
                        <a:pt x="51721" y="81915"/>
                        <a:pt x="52292" y="82201"/>
                        <a:pt x="53150" y="82867"/>
                      </a:cubicBezTo>
                      <a:cubicBezTo>
                        <a:pt x="53340" y="82486"/>
                        <a:pt x="54102" y="82010"/>
                        <a:pt x="55626" y="81248"/>
                      </a:cubicBezTo>
                      <a:cubicBezTo>
                        <a:pt x="56864" y="80772"/>
                        <a:pt x="57436" y="79914"/>
                        <a:pt x="57436" y="78962"/>
                      </a:cubicBezTo>
                      <a:cubicBezTo>
                        <a:pt x="57436" y="78581"/>
                        <a:pt x="57436" y="78105"/>
                        <a:pt x="57150" y="77628"/>
                      </a:cubicBezTo>
                      <a:cubicBezTo>
                        <a:pt x="58388" y="77057"/>
                        <a:pt x="59150" y="75629"/>
                        <a:pt x="59341" y="73533"/>
                      </a:cubicBezTo>
                      <a:cubicBezTo>
                        <a:pt x="59627" y="71438"/>
                        <a:pt x="60198" y="70104"/>
                        <a:pt x="61055" y="69628"/>
                      </a:cubicBezTo>
                      <a:lnTo>
                        <a:pt x="61055" y="60864"/>
                      </a:lnTo>
                      <a:cubicBezTo>
                        <a:pt x="61246" y="60198"/>
                        <a:pt x="61341" y="59531"/>
                        <a:pt x="61341" y="58769"/>
                      </a:cubicBezTo>
                      <a:cubicBezTo>
                        <a:pt x="61341" y="58007"/>
                        <a:pt x="61246" y="56864"/>
                        <a:pt x="60960" y="55340"/>
                      </a:cubicBezTo>
                      <a:cubicBezTo>
                        <a:pt x="60674" y="53816"/>
                        <a:pt x="60579" y="52768"/>
                        <a:pt x="60579" y="52101"/>
                      </a:cubicBezTo>
                      <a:cubicBezTo>
                        <a:pt x="60579" y="51149"/>
                        <a:pt x="60770" y="50292"/>
                        <a:pt x="61055" y="49625"/>
                      </a:cubicBezTo>
                      <a:cubicBezTo>
                        <a:pt x="61055" y="48673"/>
                        <a:pt x="61246" y="48101"/>
                        <a:pt x="61817" y="47910"/>
                      </a:cubicBezTo>
                      <a:cubicBezTo>
                        <a:pt x="62103" y="47910"/>
                        <a:pt x="62865" y="47910"/>
                        <a:pt x="64103" y="48196"/>
                      </a:cubicBezTo>
                      <a:cubicBezTo>
                        <a:pt x="65056" y="48387"/>
                        <a:pt x="65722" y="48387"/>
                        <a:pt x="66199" y="48101"/>
                      </a:cubicBezTo>
                      <a:cubicBezTo>
                        <a:pt x="66961" y="48863"/>
                        <a:pt x="67342" y="49625"/>
                        <a:pt x="67246" y="50387"/>
                      </a:cubicBezTo>
                      <a:close/>
                      <a:moveTo>
                        <a:pt x="78772" y="43243"/>
                      </a:moveTo>
                      <a:cubicBezTo>
                        <a:pt x="78010" y="42863"/>
                        <a:pt x="77343" y="42767"/>
                        <a:pt x="76676" y="42767"/>
                      </a:cubicBezTo>
                      <a:cubicBezTo>
                        <a:pt x="76200" y="42767"/>
                        <a:pt x="75533" y="42767"/>
                        <a:pt x="74581" y="43148"/>
                      </a:cubicBezTo>
                      <a:cubicBezTo>
                        <a:pt x="73628" y="43339"/>
                        <a:pt x="72771" y="43434"/>
                        <a:pt x="72104" y="43339"/>
                      </a:cubicBezTo>
                      <a:lnTo>
                        <a:pt x="75247" y="45434"/>
                      </a:lnTo>
                      <a:lnTo>
                        <a:pt x="75629" y="43339"/>
                      </a:lnTo>
                      <a:cubicBezTo>
                        <a:pt x="75629" y="43339"/>
                        <a:pt x="76867" y="43719"/>
                        <a:pt x="78772" y="44386"/>
                      </a:cubicBezTo>
                      <a:lnTo>
                        <a:pt x="78772" y="43339"/>
                      </a:lnTo>
                      <a:close/>
                      <a:moveTo>
                        <a:pt x="75629" y="76390"/>
                      </a:moveTo>
                      <a:cubicBezTo>
                        <a:pt x="75629" y="76390"/>
                        <a:pt x="75914" y="76200"/>
                        <a:pt x="75914" y="76105"/>
                      </a:cubicBezTo>
                      <a:cubicBezTo>
                        <a:pt x="75914" y="76105"/>
                        <a:pt x="75724" y="75819"/>
                        <a:pt x="75247" y="75629"/>
                      </a:cubicBezTo>
                      <a:cubicBezTo>
                        <a:pt x="74771" y="75438"/>
                        <a:pt x="74581" y="75247"/>
                        <a:pt x="74581" y="75057"/>
                      </a:cubicBezTo>
                      <a:cubicBezTo>
                        <a:pt x="74581" y="74866"/>
                        <a:pt x="74771" y="74676"/>
                        <a:pt x="75247" y="74390"/>
                      </a:cubicBezTo>
                      <a:cubicBezTo>
                        <a:pt x="74676" y="74200"/>
                        <a:pt x="74200" y="74295"/>
                        <a:pt x="73628" y="74580"/>
                      </a:cubicBezTo>
                      <a:cubicBezTo>
                        <a:pt x="72866" y="75057"/>
                        <a:pt x="72390" y="75342"/>
                        <a:pt x="72295" y="75342"/>
                      </a:cubicBezTo>
                      <a:cubicBezTo>
                        <a:pt x="72580" y="75342"/>
                        <a:pt x="73628" y="75723"/>
                        <a:pt x="75629" y="76390"/>
                      </a:cubicBezTo>
                      <a:close/>
                      <a:moveTo>
                        <a:pt x="79153" y="49435"/>
                      </a:moveTo>
                      <a:lnTo>
                        <a:pt x="80772" y="49435"/>
                      </a:lnTo>
                      <a:cubicBezTo>
                        <a:pt x="80010" y="48958"/>
                        <a:pt x="79438" y="48863"/>
                        <a:pt x="79153" y="49339"/>
                      </a:cubicBezTo>
                      <a:cubicBezTo>
                        <a:pt x="78200" y="49053"/>
                        <a:pt x="76771" y="48673"/>
                        <a:pt x="75057" y="48196"/>
                      </a:cubicBezTo>
                      <a:cubicBezTo>
                        <a:pt x="74867" y="47530"/>
                        <a:pt x="74390" y="47244"/>
                        <a:pt x="73533" y="47244"/>
                      </a:cubicBezTo>
                      <a:cubicBezTo>
                        <a:pt x="73914" y="47434"/>
                        <a:pt x="74390" y="47720"/>
                        <a:pt x="75057" y="48196"/>
                      </a:cubicBezTo>
                      <a:cubicBezTo>
                        <a:pt x="75057" y="48577"/>
                        <a:pt x="75152" y="48958"/>
                        <a:pt x="75152" y="49530"/>
                      </a:cubicBezTo>
                      <a:cubicBezTo>
                        <a:pt x="75152" y="50196"/>
                        <a:pt x="75152" y="50673"/>
                        <a:pt x="75152" y="50673"/>
                      </a:cubicBezTo>
                      <a:cubicBezTo>
                        <a:pt x="75152" y="50959"/>
                        <a:pt x="75247" y="51054"/>
                        <a:pt x="75533" y="50959"/>
                      </a:cubicBezTo>
                      <a:lnTo>
                        <a:pt x="76962" y="49530"/>
                      </a:lnTo>
                      <a:lnTo>
                        <a:pt x="77629" y="49911"/>
                      </a:lnTo>
                      <a:cubicBezTo>
                        <a:pt x="77629" y="49911"/>
                        <a:pt x="77629" y="50673"/>
                        <a:pt x="77343" y="51054"/>
                      </a:cubicBezTo>
                      <a:cubicBezTo>
                        <a:pt x="77057" y="51435"/>
                        <a:pt x="76962" y="51816"/>
                        <a:pt x="76962" y="52006"/>
                      </a:cubicBezTo>
                      <a:cubicBezTo>
                        <a:pt x="77724" y="52197"/>
                        <a:pt x="78200" y="52006"/>
                        <a:pt x="78486" y="51245"/>
                      </a:cubicBezTo>
                      <a:cubicBezTo>
                        <a:pt x="78677" y="50578"/>
                        <a:pt x="78867" y="50006"/>
                        <a:pt x="79058" y="49339"/>
                      </a:cubicBezTo>
                      <a:lnTo>
                        <a:pt x="79058" y="49339"/>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 name="Google Shape;1352;p99"/>
                <p:cNvSpPr/>
                <p:nvPr/>
              </p:nvSpPr>
              <p:spPr>
                <a:xfrm>
                  <a:off x="6595109" y="5543740"/>
                  <a:ext cx="76676" cy="106965"/>
                </a:xfrm>
                <a:custGeom>
                  <a:avLst/>
                  <a:gdLst/>
                  <a:ahLst/>
                  <a:cxnLst/>
                  <a:rect l="l" t="t" r="r" b="b"/>
                  <a:pathLst>
                    <a:path w="76676" h="106965" extrusionOk="0">
                      <a:moveTo>
                        <a:pt x="76010" y="23146"/>
                      </a:moveTo>
                      <a:lnTo>
                        <a:pt x="75629" y="43529"/>
                      </a:lnTo>
                      <a:cubicBezTo>
                        <a:pt x="74581" y="43815"/>
                        <a:pt x="74009" y="44672"/>
                        <a:pt x="74009" y="46196"/>
                      </a:cubicBezTo>
                      <a:cubicBezTo>
                        <a:pt x="74009" y="48196"/>
                        <a:pt x="73819" y="49339"/>
                        <a:pt x="73438" y="49816"/>
                      </a:cubicBezTo>
                      <a:cubicBezTo>
                        <a:pt x="67246" y="57531"/>
                        <a:pt x="60484" y="62579"/>
                        <a:pt x="53150" y="64770"/>
                      </a:cubicBezTo>
                      <a:cubicBezTo>
                        <a:pt x="52006" y="66008"/>
                        <a:pt x="50483" y="66675"/>
                        <a:pt x="48578" y="66675"/>
                      </a:cubicBezTo>
                      <a:cubicBezTo>
                        <a:pt x="47720" y="66675"/>
                        <a:pt x="46292" y="66484"/>
                        <a:pt x="44291" y="66104"/>
                      </a:cubicBezTo>
                      <a:cubicBezTo>
                        <a:pt x="42291" y="65722"/>
                        <a:pt x="40862" y="65532"/>
                        <a:pt x="39814" y="65627"/>
                      </a:cubicBezTo>
                      <a:cubicBezTo>
                        <a:pt x="38386" y="64198"/>
                        <a:pt x="37719" y="62484"/>
                        <a:pt x="37719" y="60770"/>
                      </a:cubicBezTo>
                      <a:cubicBezTo>
                        <a:pt x="37719" y="60198"/>
                        <a:pt x="38291" y="58007"/>
                        <a:pt x="39338" y="54292"/>
                      </a:cubicBezTo>
                      <a:cubicBezTo>
                        <a:pt x="40005" y="51530"/>
                        <a:pt x="39814" y="49244"/>
                        <a:pt x="38767" y="47434"/>
                      </a:cubicBezTo>
                      <a:cubicBezTo>
                        <a:pt x="39624" y="45911"/>
                        <a:pt x="41338" y="45053"/>
                        <a:pt x="43815" y="44767"/>
                      </a:cubicBezTo>
                      <a:cubicBezTo>
                        <a:pt x="44005" y="44101"/>
                        <a:pt x="44672" y="43719"/>
                        <a:pt x="45720" y="43719"/>
                      </a:cubicBezTo>
                      <a:cubicBezTo>
                        <a:pt x="46006" y="43719"/>
                        <a:pt x="46387" y="43719"/>
                        <a:pt x="47054" y="43910"/>
                      </a:cubicBezTo>
                      <a:lnTo>
                        <a:pt x="48387" y="43910"/>
                      </a:lnTo>
                      <a:cubicBezTo>
                        <a:pt x="50292" y="43910"/>
                        <a:pt x="51149" y="43053"/>
                        <a:pt x="51149" y="41243"/>
                      </a:cubicBezTo>
                      <a:cubicBezTo>
                        <a:pt x="54197" y="39814"/>
                        <a:pt x="55626" y="37623"/>
                        <a:pt x="55626" y="34576"/>
                      </a:cubicBezTo>
                      <a:cubicBezTo>
                        <a:pt x="56007" y="31432"/>
                        <a:pt x="55150" y="28860"/>
                        <a:pt x="53245" y="27051"/>
                      </a:cubicBezTo>
                      <a:cubicBezTo>
                        <a:pt x="51149" y="25527"/>
                        <a:pt x="49054" y="23908"/>
                        <a:pt x="47054" y="22479"/>
                      </a:cubicBezTo>
                      <a:cubicBezTo>
                        <a:pt x="46292" y="21907"/>
                        <a:pt x="45149" y="21527"/>
                        <a:pt x="43625" y="21527"/>
                      </a:cubicBezTo>
                      <a:lnTo>
                        <a:pt x="42386" y="21527"/>
                      </a:lnTo>
                      <a:cubicBezTo>
                        <a:pt x="41815" y="21527"/>
                        <a:pt x="41434" y="21621"/>
                        <a:pt x="41243" y="21621"/>
                      </a:cubicBezTo>
                      <a:cubicBezTo>
                        <a:pt x="39053" y="21621"/>
                        <a:pt x="37910" y="20478"/>
                        <a:pt x="37910" y="18192"/>
                      </a:cubicBezTo>
                      <a:cubicBezTo>
                        <a:pt x="38195" y="16383"/>
                        <a:pt x="39148" y="15430"/>
                        <a:pt x="40958" y="15144"/>
                      </a:cubicBezTo>
                      <a:cubicBezTo>
                        <a:pt x="38862" y="14764"/>
                        <a:pt x="37814" y="13430"/>
                        <a:pt x="37814" y="11430"/>
                      </a:cubicBezTo>
                      <a:cubicBezTo>
                        <a:pt x="37814" y="11049"/>
                        <a:pt x="37814" y="10763"/>
                        <a:pt x="37910" y="10573"/>
                      </a:cubicBezTo>
                      <a:cubicBezTo>
                        <a:pt x="38386" y="10287"/>
                        <a:pt x="38481" y="10001"/>
                        <a:pt x="38291" y="9715"/>
                      </a:cubicBezTo>
                      <a:cubicBezTo>
                        <a:pt x="38005" y="9334"/>
                        <a:pt x="37529" y="9144"/>
                        <a:pt x="36862" y="9144"/>
                      </a:cubicBezTo>
                      <a:cubicBezTo>
                        <a:pt x="36004" y="13716"/>
                        <a:pt x="35624" y="16478"/>
                        <a:pt x="35814" y="17430"/>
                      </a:cubicBezTo>
                      <a:cubicBezTo>
                        <a:pt x="36004" y="17812"/>
                        <a:pt x="36100" y="18288"/>
                        <a:pt x="36100" y="18573"/>
                      </a:cubicBezTo>
                      <a:cubicBezTo>
                        <a:pt x="36100" y="20098"/>
                        <a:pt x="34766" y="21431"/>
                        <a:pt x="31909" y="22384"/>
                      </a:cubicBezTo>
                      <a:cubicBezTo>
                        <a:pt x="31147" y="21241"/>
                        <a:pt x="30004" y="20669"/>
                        <a:pt x="28385" y="20669"/>
                      </a:cubicBezTo>
                      <a:cubicBezTo>
                        <a:pt x="28766" y="20669"/>
                        <a:pt x="27146" y="20860"/>
                        <a:pt x="23622" y="21336"/>
                      </a:cubicBezTo>
                      <a:cubicBezTo>
                        <a:pt x="20764" y="23146"/>
                        <a:pt x="19336" y="25622"/>
                        <a:pt x="19336" y="28860"/>
                      </a:cubicBezTo>
                      <a:cubicBezTo>
                        <a:pt x="19336" y="30003"/>
                        <a:pt x="19526" y="31718"/>
                        <a:pt x="19907" y="34004"/>
                      </a:cubicBezTo>
                      <a:cubicBezTo>
                        <a:pt x="20288" y="36290"/>
                        <a:pt x="20479" y="37909"/>
                        <a:pt x="20479" y="38957"/>
                      </a:cubicBezTo>
                      <a:cubicBezTo>
                        <a:pt x="20479" y="40005"/>
                        <a:pt x="20384" y="40957"/>
                        <a:pt x="20098" y="41814"/>
                      </a:cubicBezTo>
                      <a:cubicBezTo>
                        <a:pt x="21146" y="44291"/>
                        <a:pt x="23336" y="45911"/>
                        <a:pt x="26575" y="46672"/>
                      </a:cubicBezTo>
                      <a:cubicBezTo>
                        <a:pt x="27908" y="47054"/>
                        <a:pt x="30861" y="47339"/>
                        <a:pt x="35433" y="47720"/>
                      </a:cubicBezTo>
                      <a:cubicBezTo>
                        <a:pt x="34862" y="49244"/>
                        <a:pt x="34671" y="50959"/>
                        <a:pt x="34671" y="52768"/>
                      </a:cubicBezTo>
                      <a:cubicBezTo>
                        <a:pt x="34671" y="53911"/>
                        <a:pt x="35433" y="57721"/>
                        <a:pt x="36957" y="64103"/>
                      </a:cubicBezTo>
                      <a:cubicBezTo>
                        <a:pt x="36576" y="63722"/>
                        <a:pt x="36290" y="63436"/>
                        <a:pt x="35909" y="63436"/>
                      </a:cubicBezTo>
                      <a:cubicBezTo>
                        <a:pt x="35528" y="63436"/>
                        <a:pt x="34957" y="63817"/>
                        <a:pt x="34385" y="64770"/>
                      </a:cubicBezTo>
                      <a:cubicBezTo>
                        <a:pt x="33719" y="65627"/>
                        <a:pt x="33338" y="66104"/>
                        <a:pt x="33052" y="66198"/>
                      </a:cubicBezTo>
                      <a:cubicBezTo>
                        <a:pt x="32480" y="65437"/>
                        <a:pt x="31052" y="64961"/>
                        <a:pt x="29051" y="64961"/>
                      </a:cubicBezTo>
                      <a:cubicBezTo>
                        <a:pt x="26003" y="64961"/>
                        <a:pt x="24384" y="65151"/>
                        <a:pt x="24289" y="65151"/>
                      </a:cubicBezTo>
                      <a:cubicBezTo>
                        <a:pt x="21050" y="67913"/>
                        <a:pt x="19526" y="71533"/>
                        <a:pt x="19526" y="76105"/>
                      </a:cubicBezTo>
                      <a:cubicBezTo>
                        <a:pt x="19526" y="77248"/>
                        <a:pt x="19717" y="79153"/>
                        <a:pt x="20003" y="81629"/>
                      </a:cubicBezTo>
                      <a:cubicBezTo>
                        <a:pt x="20288" y="84201"/>
                        <a:pt x="20479" y="86106"/>
                        <a:pt x="20479" y="87439"/>
                      </a:cubicBezTo>
                      <a:cubicBezTo>
                        <a:pt x="20479" y="88582"/>
                        <a:pt x="20479" y="89630"/>
                        <a:pt x="20193" y="90583"/>
                      </a:cubicBezTo>
                      <a:cubicBezTo>
                        <a:pt x="21146" y="96393"/>
                        <a:pt x="21622" y="99822"/>
                        <a:pt x="21622" y="100774"/>
                      </a:cubicBezTo>
                      <a:cubicBezTo>
                        <a:pt x="21622" y="102870"/>
                        <a:pt x="21241" y="104775"/>
                        <a:pt x="20574" y="106299"/>
                      </a:cubicBezTo>
                      <a:cubicBezTo>
                        <a:pt x="19717" y="106108"/>
                        <a:pt x="18764" y="106013"/>
                        <a:pt x="17812" y="106013"/>
                      </a:cubicBezTo>
                      <a:cubicBezTo>
                        <a:pt x="16574" y="106013"/>
                        <a:pt x="14764" y="106203"/>
                        <a:pt x="12478" y="106489"/>
                      </a:cubicBezTo>
                      <a:cubicBezTo>
                        <a:pt x="10096" y="106775"/>
                        <a:pt x="8477" y="106966"/>
                        <a:pt x="7429" y="106966"/>
                      </a:cubicBezTo>
                      <a:cubicBezTo>
                        <a:pt x="4286" y="106966"/>
                        <a:pt x="2096" y="105918"/>
                        <a:pt x="667" y="103822"/>
                      </a:cubicBezTo>
                      <a:cubicBezTo>
                        <a:pt x="286" y="102489"/>
                        <a:pt x="0" y="101155"/>
                        <a:pt x="0" y="99822"/>
                      </a:cubicBezTo>
                      <a:cubicBezTo>
                        <a:pt x="0" y="98488"/>
                        <a:pt x="286" y="96678"/>
                        <a:pt x="857" y="94392"/>
                      </a:cubicBezTo>
                      <a:cubicBezTo>
                        <a:pt x="1334" y="92107"/>
                        <a:pt x="1619" y="90392"/>
                        <a:pt x="1619" y="89249"/>
                      </a:cubicBezTo>
                      <a:cubicBezTo>
                        <a:pt x="1619" y="88392"/>
                        <a:pt x="1619" y="87725"/>
                        <a:pt x="1334" y="86963"/>
                      </a:cubicBezTo>
                      <a:cubicBezTo>
                        <a:pt x="2000" y="86677"/>
                        <a:pt x="2286" y="86392"/>
                        <a:pt x="2286" y="85915"/>
                      </a:cubicBezTo>
                      <a:cubicBezTo>
                        <a:pt x="2286" y="85630"/>
                        <a:pt x="2096" y="85154"/>
                        <a:pt x="1810" y="84487"/>
                      </a:cubicBezTo>
                      <a:cubicBezTo>
                        <a:pt x="1429" y="83820"/>
                        <a:pt x="1334" y="83248"/>
                        <a:pt x="1429" y="82867"/>
                      </a:cubicBezTo>
                      <a:cubicBezTo>
                        <a:pt x="2096" y="80010"/>
                        <a:pt x="2381" y="76390"/>
                        <a:pt x="2381" y="72009"/>
                      </a:cubicBezTo>
                      <a:cubicBezTo>
                        <a:pt x="2381" y="70295"/>
                        <a:pt x="2381" y="67532"/>
                        <a:pt x="2191" y="63817"/>
                      </a:cubicBezTo>
                      <a:cubicBezTo>
                        <a:pt x="2000" y="60103"/>
                        <a:pt x="2000" y="57340"/>
                        <a:pt x="2000" y="55436"/>
                      </a:cubicBezTo>
                      <a:cubicBezTo>
                        <a:pt x="2000" y="50959"/>
                        <a:pt x="2286" y="47148"/>
                        <a:pt x="2953" y="44101"/>
                      </a:cubicBezTo>
                      <a:lnTo>
                        <a:pt x="1524" y="40481"/>
                      </a:lnTo>
                      <a:cubicBezTo>
                        <a:pt x="3238" y="39719"/>
                        <a:pt x="5239" y="39814"/>
                        <a:pt x="7620" y="40862"/>
                      </a:cubicBezTo>
                      <a:cubicBezTo>
                        <a:pt x="7620" y="39910"/>
                        <a:pt x="8001" y="39528"/>
                        <a:pt x="8572" y="39528"/>
                      </a:cubicBezTo>
                      <a:cubicBezTo>
                        <a:pt x="8858" y="39528"/>
                        <a:pt x="9239" y="39719"/>
                        <a:pt x="9906" y="40005"/>
                      </a:cubicBezTo>
                      <a:cubicBezTo>
                        <a:pt x="10478" y="40291"/>
                        <a:pt x="10859" y="40481"/>
                        <a:pt x="11049" y="40481"/>
                      </a:cubicBezTo>
                      <a:lnTo>
                        <a:pt x="11716" y="40862"/>
                      </a:lnTo>
                      <a:cubicBezTo>
                        <a:pt x="11716" y="40862"/>
                        <a:pt x="12097" y="40291"/>
                        <a:pt x="12097" y="39433"/>
                      </a:cubicBezTo>
                      <a:cubicBezTo>
                        <a:pt x="12002" y="39052"/>
                        <a:pt x="11525" y="38957"/>
                        <a:pt x="10668" y="38957"/>
                      </a:cubicBezTo>
                      <a:cubicBezTo>
                        <a:pt x="10668" y="38100"/>
                        <a:pt x="10668" y="37529"/>
                        <a:pt x="10096" y="37529"/>
                      </a:cubicBezTo>
                      <a:cubicBezTo>
                        <a:pt x="10001" y="37529"/>
                        <a:pt x="9525" y="37529"/>
                        <a:pt x="8763" y="37623"/>
                      </a:cubicBezTo>
                      <a:cubicBezTo>
                        <a:pt x="8192" y="37719"/>
                        <a:pt x="7715" y="37623"/>
                        <a:pt x="7620" y="37338"/>
                      </a:cubicBezTo>
                      <a:lnTo>
                        <a:pt x="7049" y="38957"/>
                      </a:lnTo>
                      <a:lnTo>
                        <a:pt x="1905" y="37909"/>
                      </a:lnTo>
                      <a:cubicBezTo>
                        <a:pt x="2191" y="37052"/>
                        <a:pt x="2381" y="36100"/>
                        <a:pt x="2667" y="35052"/>
                      </a:cubicBezTo>
                      <a:cubicBezTo>
                        <a:pt x="2953" y="34004"/>
                        <a:pt x="3524" y="33433"/>
                        <a:pt x="4381" y="33242"/>
                      </a:cubicBezTo>
                      <a:cubicBezTo>
                        <a:pt x="3143" y="33433"/>
                        <a:pt x="2572" y="32956"/>
                        <a:pt x="2572" y="32004"/>
                      </a:cubicBezTo>
                      <a:cubicBezTo>
                        <a:pt x="2572" y="31813"/>
                        <a:pt x="2572" y="31432"/>
                        <a:pt x="2667" y="30861"/>
                      </a:cubicBezTo>
                      <a:cubicBezTo>
                        <a:pt x="2762" y="30289"/>
                        <a:pt x="2858" y="29813"/>
                        <a:pt x="2858" y="29527"/>
                      </a:cubicBezTo>
                      <a:cubicBezTo>
                        <a:pt x="2858" y="28670"/>
                        <a:pt x="2572" y="28004"/>
                        <a:pt x="1905" y="27622"/>
                      </a:cubicBezTo>
                      <a:cubicBezTo>
                        <a:pt x="2286" y="27051"/>
                        <a:pt x="2381" y="26289"/>
                        <a:pt x="2381" y="25527"/>
                      </a:cubicBezTo>
                      <a:cubicBezTo>
                        <a:pt x="2381" y="23908"/>
                        <a:pt x="1714" y="22764"/>
                        <a:pt x="381" y="22098"/>
                      </a:cubicBezTo>
                      <a:cubicBezTo>
                        <a:pt x="1810" y="20860"/>
                        <a:pt x="2477" y="19145"/>
                        <a:pt x="2477" y="16954"/>
                      </a:cubicBezTo>
                      <a:cubicBezTo>
                        <a:pt x="2477" y="16192"/>
                        <a:pt x="2381" y="14859"/>
                        <a:pt x="2096" y="13145"/>
                      </a:cubicBezTo>
                      <a:cubicBezTo>
                        <a:pt x="1810" y="11430"/>
                        <a:pt x="1714" y="10096"/>
                        <a:pt x="1714" y="9239"/>
                      </a:cubicBezTo>
                      <a:cubicBezTo>
                        <a:pt x="1714" y="7334"/>
                        <a:pt x="2096" y="5715"/>
                        <a:pt x="2953" y="4381"/>
                      </a:cubicBezTo>
                      <a:lnTo>
                        <a:pt x="1524" y="3334"/>
                      </a:lnTo>
                      <a:cubicBezTo>
                        <a:pt x="2096" y="3334"/>
                        <a:pt x="2953" y="3334"/>
                        <a:pt x="4286" y="2762"/>
                      </a:cubicBezTo>
                      <a:cubicBezTo>
                        <a:pt x="5525" y="2286"/>
                        <a:pt x="6477" y="2095"/>
                        <a:pt x="7144" y="2095"/>
                      </a:cubicBezTo>
                      <a:cubicBezTo>
                        <a:pt x="7811" y="2095"/>
                        <a:pt x="8287" y="2286"/>
                        <a:pt x="8668" y="2571"/>
                      </a:cubicBezTo>
                      <a:cubicBezTo>
                        <a:pt x="9239" y="2191"/>
                        <a:pt x="10192" y="2095"/>
                        <a:pt x="11335" y="2095"/>
                      </a:cubicBezTo>
                      <a:cubicBezTo>
                        <a:pt x="11716" y="2095"/>
                        <a:pt x="12192" y="2095"/>
                        <a:pt x="12954" y="2191"/>
                      </a:cubicBezTo>
                      <a:lnTo>
                        <a:pt x="14669" y="2191"/>
                      </a:lnTo>
                      <a:cubicBezTo>
                        <a:pt x="16383" y="2191"/>
                        <a:pt x="17526" y="1714"/>
                        <a:pt x="18097" y="762"/>
                      </a:cubicBezTo>
                      <a:cubicBezTo>
                        <a:pt x="18097" y="952"/>
                        <a:pt x="17907" y="1238"/>
                        <a:pt x="17526" y="1524"/>
                      </a:cubicBezTo>
                      <a:cubicBezTo>
                        <a:pt x="17145" y="1905"/>
                        <a:pt x="16954" y="2095"/>
                        <a:pt x="16954" y="2191"/>
                      </a:cubicBezTo>
                      <a:cubicBezTo>
                        <a:pt x="16574" y="2191"/>
                        <a:pt x="18002" y="2286"/>
                        <a:pt x="21241" y="2286"/>
                      </a:cubicBezTo>
                      <a:cubicBezTo>
                        <a:pt x="22765" y="2286"/>
                        <a:pt x="23908" y="1524"/>
                        <a:pt x="24670" y="95"/>
                      </a:cubicBezTo>
                      <a:lnTo>
                        <a:pt x="33814" y="1810"/>
                      </a:lnTo>
                      <a:cubicBezTo>
                        <a:pt x="33814" y="1810"/>
                        <a:pt x="34385" y="2381"/>
                        <a:pt x="34862" y="2571"/>
                      </a:cubicBezTo>
                      <a:lnTo>
                        <a:pt x="36290" y="2571"/>
                      </a:lnTo>
                      <a:cubicBezTo>
                        <a:pt x="36290" y="4381"/>
                        <a:pt x="36671" y="5429"/>
                        <a:pt x="37338" y="5715"/>
                      </a:cubicBezTo>
                      <a:cubicBezTo>
                        <a:pt x="38195" y="5715"/>
                        <a:pt x="38767" y="4953"/>
                        <a:pt x="39053" y="3620"/>
                      </a:cubicBezTo>
                      <a:cubicBezTo>
                        <a:pt x="39338" y="2191"/>
                        <a:pt x="40005" y="1333"/>
                        <a:pt x="41053" y="1048"/>
                      </a:cubicBezTo>
                      <a:cubicBezTo>
                        <a:pt x="42196" y="381"/>
                        <a:pt x="43339" y="0"/>
                        <a:pt x="44387" y="0"/>
                      </a:cubicBezTo>
                      <a:cubicBezTo>
                        <a:pt x="45625" y="0"/>
                        <a:pt x="47149" y="667"/>
                        <a:pt x="49149" y="2095"/>
                      </a:cubicBezTo>
                      <a:cubicBezTo>
                        <a:pt x="51054" y="3524"/>
                        <a:pt x="52673" y="4286"/>
                        <a:pt x="54007" y="4286"/>
                      </a:cubicBezTo>
                      <a:cubicBezTo>
                        <a:pt x="54864" y="4286"/>
                        <a:pt x="55817" y="4000"/>
                        <a:pt x="56960" y="3524"/>
                      </a:cubicBezTo>
                      <a:cubicBezTo>
                        <a:pt x="59246" y="4381"/>
                        <a:pt x="62294" y="6096"/>
                        <a:pt x="66104" y="8667"/>
                      </a:cubicBezTo>
                      <a:cubicBezTo>
                        <a:pt x="68389" y="9620"/>
                        <a:pt x="70485" y="11906"/>
                        <a:pt x="72485" y="15526"/>
                      </a:cubicBezTo>
                      <a:cubicBezTo>
                        <a:pt x="74676" y="19812"/>
                        <a:pt x="76105" y="22288"/>
                        <a:pt x="76676" y="22955"/>
                      </a:cubicBezTo>
                      <a:close/>
                      <a:moveTo>
                        <a:pt x="11335" y="37909"/>
                      </a:moveTo>
                      <a:lnTo>
                        <a:pt x="13906" y="38957"/>
                      </a:lnTo>
                      <a:lnTo>
                        <a:pt x="13240" y="38385"/>
                      </a:lnTo>
                      <a:lnTo>
                        <a:pt x="11430" y="37814"/>
                      </a:lnTo>
                      <a:close/>
                      <a:moveTo>
                        <a:pt x="48101" y="75533"/>
                      </a:moveTo>
                      <a:lnTo>
                        <a:pt x="47530" y="71628"/>
                      </a:lnTo>
                      <a:cubicBezTo>
                        <a:pt x="48387" y="73342"/>
                        <a:pt x="48768" y="74580"/>
                        <a:pt x="48578" y="75152"/>
                      </a:cubicBezTo>
                      <a:lnTo>
                        <a:pt x="48101" y="75533"/>
                      </a:lnTo>
                      <a:close/>
                      <a:moveTo>
                        <a:pt x="72009" y="61436"/>
                      </a:moveTo>
                      <a:lnTo>
                        <a:pt x="72009" y="57340"/>
                      </a:lnTo>
                      <a:lnTo>
                        <a:pt x="72676" y="57340"/>
                      </a:lnTo>
                      <a:lnTo>
                        <a:pt x="72676" y="61436"/>
                      </a:lnTo>
                      <a:lnTo>
                        <a:pt x="72009" y="61436"/>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 name="Google Shape;1353;p99"/>
                <p:cNvSpPr/>
                <p:nvPr/>
              </p:nvSpPr>
              <p:spPr>
                <a:xfrm>
                  <a:off x="6677214" y="5544026"/>
                  <a:ext cx="82200" cy="107442"/>
                </a:xfrm>
                <a:custGeom>
                  <a:avLst/>
                  <a:gdLst/>
                  <a:ahLst/>
                  <a:cxnLst/>
                  <a:rect l="l" t="t" r="r" b="b"/>
                  <a:pathLst>
                    <a:path w="82200" h="107442" extrusionOk="0">
                      <a:moveTo>
                        <a:pt x="72581" y="85820"/>
                      </a:moveTo>
                      <a:cubicBezTo>
                        <a:pt x="74295" y="86963"/>
                        <a:pt x="75343" y="88868"/>
                        <a:pt x="75438" y="91535"/>
                      </a:cubicBezTo>
                      <a:cubicBezTo>
                        <a:pt x="75438" y="93822"/>
                        <a:pt x="75533" y="96012"/>
                        <a:pt x="75533" y="98298"/>
                      </a:cubicBezTo>
                      <a:cubicBezTo>
                        <a:pt x="75533" y="99536"/>
                        <a:pt x="75724" y="100584"/>
                        <a:pt x="76010" y="101537"/>
                      </a:cubicBezTo>
                      <a:cubicBezTo>
                        <a:pt x="73533" y="105442"/>
                        <a:pt x="69342" y="107442"/>
                        <a:pt x="63532" y="107442"/>
                      </a:cubicBezTo>
                      <a:cubicBezTo>
                        <a:pt x="61817" y="107442"/>
                        <a:pt x="59246" y="107252"/>
                        <a:pt x="55721" y="106966"/>
                      </a:cubicBezTo>
                      <a:cubicBezTo>
                        <a:pt x="52102" y="106585"/>
                        <a:pt x="49435" y="106489"/>
                        <a:pt x="47720" y="106489"/>
                      </a:cubicBezTo>
                      <a:cubicBezTo>
                        <a:pt x="45815" y="106489"/>
                        <a:pt x="44196" y="106489"/>
                        <a:pt x="42863" y="106775"/>
                      </a:cubicBezTo>
                      <a:lnTo>
                        <a:pt x="12763" y="106775"/>
                      </a:lnTo>
                      <a:lnTo>
                        <a:pt x="12763" y="106394"/>
                      </a:lnTo>
                      <a:cubicBezTo>
                        <a:pt x="11716" y="105823"/>
                        <a:pt x="9906" y="105728"/>
                        <a:pt x="7239" y="106109"/>
                      </a:cubicBezTo>
                      <a:cubicBezTo>
                        <a:pt x="4572" y="106585"/>
                        <a:pt x="2572" y="106299"/>
                        <a:pt x="1143" y="105346"/>
                      </a:cubicBezTo>
                      <a:cubicBezTo>
                        <a:pt x="1619" y="92773"/>
                        <a:pt x="1810" y="80296"/>
                        <a:pt x="1810" y="67913"/>
                      </a:cubicBezTo>
                      <a:cubicBezTo>
                        <a:pt x="1810" y="55531"/>
                        <a:pt x="1619" y="43053"/>
                        <a:pt x="1143" y="30480"/>
                      </a:cubicBezTo>
                      <a:cubicBezTo>
                        <a:pt x="1715" y="30861"/>
                        <a:pt x="2000" y="30956"/>
                        <a:pt x="2191" y="30861"/>
                      </a:cubicBezTo>
                      <a:lnTo>
                        <a:pt x="2572" y="30480"/>
                      </a:lnTo>
                      <a:cubicBezTo>
                        <a:pt x="2572" y="30004"/>
                        <a:pt x="2477" y="29528"/>
                        <a:pt x="1905" y="29337"/>
                      </a:cubicBezTo>
                      <a:cubicBezTo>
                        <a:pt x="1429" y="29146"/>
                        <a:pt x="1143" y="28956"/>
                        <a:pt x="1143" y="28861"/>
                      </a:cubicBezTo>
                      <a:cubicBezTo>
                        <a:pt x="1143" y="28670"/>
                        <a:pt x="1334" y="28385"/>
                        <a:pt x="1810" y="27908"/>
                      </a:cubicBezTo>
                      <a:cubicBezTo>
                        <a:pt x="1810" y="28670"/>
                        <a:pt x="1905" y="29146"/>
                        <a:pt x="2191" y="29337"/>
                      </a:cubicBezTo>
                      <a:cubicBezTo>
                        <a:pt x="3048" y="29337"/>
                        <a:pt x="3334" y="28766"/>
                        <a:pt x="2953" y="27813"/>
                      </a:cubicBezTo>
                      <a:cubicBezTo>
                        <a:pt x="2572" y="26956"/>
                        <a:pt x="2667" y="26384"/>
                        <a:pt x="3238" y="26194"/>
                      </a:cubicBezTo>
                      <a:cubicBezTo>
                        <a:pt x="3143" y="26384"/>
                        <a:pt x="3143" y="26575"/>
                        <a:pt x="3143" y="26670"/>
                      </a:cubicBezTo>
                      <a:cubicBezTo>
                        <a:pt x="3143" y="27051"/>
                        <a:pt x="3334" y="27432"/>
                        <a:pt x="3905" y="27813"/>
                      </a:cubicBezTo>
                      <a:cubicBezTo>
                        <a:pt x="4382" y="28194"/>
                        <a:pt x="4667" y="28480"/>
                        <a:pt x="4763" y="28670"/>
                      </a:cubicBezTo>
                      <a:lnTo>
                        <a:pt x="6858" y="28290"/>
                      </a:lnTo>
                      <a:lnTo>
                        <a:pt x="4763" y="26861"/>
                      </a:lnTo>
                      <a:lnTo>
                        <a:pt x="6858" y="25813"/>
                      </a:lnTo>
                      <a:cubicBezTo>
                        <a:pt x="6858" y="25813"/>
                        <a:pt x="6287" y="25241"/>
                        <a:pt x="5239" y="24194"/>
                      </a:cubicBezTo>
                      <a:cubicBezTo>
                        <a:pt x="4572" y="23622"/>
                        <a:pt x="4001" y="23241"/>
                        <a:pt x="3524" y="23241"/>
                      </a:cubicBezTo>
                      <a:cubicBezTo>
                        <a:pt x="2953" y="23241"/>
                        <a:pt x="2572" y="23622"/>
                        <a:pt x="2191" y="24289"/>
                      </a:cubicBezTo>
                      <a:cubicBezTo>
                        <a:pt x="1619" y="23908"/>
                        <a:pt x="1238" y="23527"/>
                        <a:pt x="1238" y="23241"/>
                      </a:cubicBezTo>
                      <a:cubicBezTo>
                        <a:pt x="1238" y="23050"/>
                        <a:pt x="1619" y="22670"/>
                        <a:pt x="2286" y="22098"/>
                      </a:cubicBezTo>
                      <a:cubicBezTo>
                        <a:pt x="2953" y="21527"/>
                        <a:pt x="3334" y="21050"/>
                        <a:pt x="3238" y="20574"/>
                      </a:cubicBezTo>
                      <a:lnTo>
                        <a:pt x="4286" y="21622"/>
                      </a:lnTo>
                      <a:lnTo>
                        <a:pt x="4953" y="20860"/>
                      </a:lnTo>
                      <a:cubicBezTo>
                        <a:pt x="4953" y="20860"/>
                        <a:pt x="5525" y="21241"/>
                        <a:pt x="5906" y="21241"/>
                      </a:cubicBezTo>
                      <a:cubicBezTo>
                        <a:pt x="6287" y="21241"/>
                        <a:pt x="7049" y="21050"/>
                        <a:pt x="8001" y="20574"/>
                      </a:cubicBezTo>
                      <a:cubicBezTo>
                        <a:pt x="8954" y="20193"/>
                        <a:pt x="9620" y="19908"/>
                        <a:pt x="10001" y="19908"/>
                      </a:cubicBezTo>
                      <a:cubicBezTo>
                        <a:pt x="10573" y="19908"/>
                        <a:pt x="10954" y="20193"/>
                        <a:pt x="11335" y="20574"/>
                      </a:cubicBezTo>
                      <a:lnTo>
                        <a:pt x="12002" y="20193"/>
                      </a:lnTo>
                      <a:cubicBezTo>
                        <a:pt x="12002" y="19431"/>
                        <a:pt x="11430" y="18860"/>
                        <a:pt x="10478" y="18479"/>
                      </a:cubicBezTo>
                      <a:cubicBezTo>
                        <a:pt x="9525" y="18193"/>
                        <a:pt x="8954" y="17907"/>
                        <a:pt x="8858" y="17622"/>
                      </a:cubicBezTo>
                      <a:cubicBezTo>
                        <a:pt x="7429" y="17622"/>
                        <a:pt x="5715" y="17622"/>
                        <a:pt x="3715" y="17622"/>
                      </a:cubicBezTo>
                      <a:cubicBezTo>
                        <a:pt x="3524" y="18098"/>
                        <a:pt x="3334" y="18288"/>
                        <a:pt x="3143" y="18288"/>
                      </a:cubicBezTo>
                      <a:cubicBezTo>
                        <a:pt x="2762" y="18098"/>
                        <a:pt x="2477" y="17907"/>
                        <a:pt x="2381" y="17907"/>
                      </a:cubicBezTo>
                      <a:cubicBezTo>
                        <a:pt x="2191" y="17907"/>
                        <a:pt x="2000" y="17907"/>
                        <a:pt x="1810" y="18098"/>
                      </a:cubicBezTo>
                      <a:lnTo>
                        <a:pt x="762" y="14097"/>
                      </a:lnTo>
                      <a:cubicBezTo>
                        <a:pt x="1429" y="14097"/>
                        <a:pt x="1905" y="13907"/>
                        <a:pt x="2191" y="13431"/>
                      </a:cubicBezTo>
                      <a:cubicBezTo>
                        <a:pt x="2191" y="12668"/>
                        <a:pt x="1905" y="12382"/>
                        <a:pt x="1143" y="12764"/>
                      </a:cubicBezTo>
                      <a:cubicBezTo>
                        <a:pt x="476" y="13145"/>
                        <a:pt x="95" y="13049"/>
                        <a:pt x="0" y="12478"/>
                      </a:cubicBezTo>
                      <a:lnTo>
                        <a:pt x="1048" y="11430"/>
                      </a:lnTo>
                      <a:lnTo>
                        <a:pt x="2096" y="12478"/>
                      </a:lnTo>
                      <a:cubicBezTo>
                        <a:pt x="2096" y="12478"/>
                        <a:pt x="2477" y="11430"/>
                        <a:pt x="2477" y="10001"/>
                      </a:cubicBezTo>
                      <a:cubicBezTo>
                        <a:pt x="2477" y="10383"/>
                        <a:pt x="2667" y="10668"/>
                        <a:pt x="3143" y="10859"/>
                      </a:cubicBezTo>
                      <a:cubicBezTo>
                        <a:pt x="3905" y="10287"/>
                        <a:pt x="4191" y="9906"/>
                        <a:pt x="4191" y="9525"/>
                      </a:cubicBezTo>
                      <a:cubicBezTo>
                        <a:pt x="4191" y="9144"/>
                        <a:pt x="3620" y="8477"/>
                        <a:pt x="2381" y="7620"/>
                      </a:cubicBezTo>
                      <a:cubicBezTo>
                        <a:pt x="1238" y="6763"/>
                        <a:pt x="571" y="6001"/>
                        <a:pt x="571" y="5334"/>
                      </a:cubicBezTo>
                      <a:cubicBezTo>
                        <a:pt x="571" y="4763"/>
                        <a:pt x="857" y="4096"/>
                        <a:pt x="1619" y="3334"/>
                      </a:cubicBezTo>
                      <a:lnTo>
                        <a:pt x="4096" y="667"/>
                      </a:lnTo>
                      <a:cubicBezTo>
                        <a:pt x="8573" y="191"/>
                        <a:pt x="13335" y="0"/>
                        <a:pt x="18479" y="0"/>
                      </a:cubicBezTo>
                      <a:cubicBezTo>
                        <a:pt x="23622" y="0"/>
                        <a:pt x="30575" y="286"/>
                        <a:pt x="40291" y="762"/>
                      </a:cubicBezTo>
                      <a:cubicBezTo>
                        <a:pt x="50006" y="1334"/>
                        <a:pt x="57341" y="1524"/>
                        <a:pt x="62294" y="1524"/>
                      </a:cubicBezTo>
                      <a:cubicBezTo>
                        <a:pt x="65818" y="1524"/>
                        <a:pt x="69152" y="1524"/>
                        <a:pt x="72295" y="1238"/>
                      </a:cubicBezTo>
                      <a:cubicBezTo>
                        <a:pt x="74295" y="2857"/>
                        <a:pt x="75343" y="4953"/>
                        <a:pt x="75343" y="7525"/>
                      </a:cubicBezTo>
                      <a:cubicBezTo>
                        <a:pt x="75343" y="8287"/>
                        <a:pt x="75248" y="9716"/>
                        <a:pt x="74962" y="11621"/>
                      </a:cubicBezTo>
                      <a:cubicBezTo>
                        <a:pt x="74676" y="13621"/>
                        <a:pt x="74581" y="15050"/>
                        <a:pt x="74581" y="16097"/>
                      </a:cubicBezTo>
                      <a:cubicBezTo>
                        <a:pt x="74581" y="17145"/>
                        <a:pt x="74581" y="18098"/>
                        <a:pt x="74867" y="18955"/>
                      </a:cubicBezTo>
                      <a:cubicBezTo>
                        <a:pt x="74867" y="20384"/>
                        <a:pt x="74009" y="21050"/>
                        <a:pt x="72295" y="21050"/>
                      </a:cubicBezTo>
                      <a:cubicBezTo>
                        <a:pt x="72009" y="21050"/>
                        <a:pt x="71533" y="21050"/>
                        <a:pt x="70961" y="20955"/>
                      </a:cubicBezTo>
                      <a:lnTo>
                        <a:pt x="69628" y="20955"/>
                      </a:lnTo>
                      <a:cubicBezTo>
                        <a:pt x="68580" y="20955"/>
                        <a:pt x="67723" y="21146"/>
                        <a:pt x="67246" y="21431"/>
                      </a:cubicBezTo>
                      <a:lnTo>
                        <a:pt x="64389" y="21431"/>
                      </a:lnTo>
                      <a:lnTo>
                        <a:pt x="64389" y="20955"/>
                      </a:lnTo>
                      <a:cubicBezTo>
                        <a:pt x="60293" y="21336"/>
                        <a:pt x="55721" y="21431"/>
                        <a:pt x="50673" y="21431"/>
                      </a:cubicBezTo>
                      <a:cubicBezTo>
                        <a:pt x="47530" y="21431"/>
                        <a:pt x="42863" y="21431"/>
                        <a:pt x="36767" y="21431"/>
                      </a:cubicBezTo>
                      <a:lnTo>
                        <a:pt x="22860" y="21431"/>
                      </a:lnTo>
                      <a:cubicBezTo>
                        <a:pt x="22193" y="23050"/>
                        <a:pt x="21908" y="24860"/>
                        <a:pt x="21908" y="26861"/>
                      </a:cubicBezTo>
                      <a:cubicBezTo>
                        <a:pt x="21908" y="27432"/>
                        <a:pt x="21908" y="28385"/>
                        <a:pt x="22098" y="29623"/>
                      </a:cubicBezTo>
                      <a:lnTo>
                        <a:pt x="22098" y="32481"/>
                      </a:lnTo>
                      <a:cubicBezTo>
                        <a:pt x="22098" y="34385"/>
                        <a:pt x="21908" y="36195"/>
                        <a:pt x="21431" y="37815"/>
                      </a:cubicBezTo>
                      <a:cubicBezTo>
                        <a:pt x="21717" y="39053"/>
                        <a:pt x="21908" y="40291"/>
                        <a:pt x="22098" y="41529"/>
                      </a:cubicBezTo>
                      <a:cubicBezTo>
                        <a:pt x="22574" y="43053"/>
                        <a:pt x="23336" y="43910"/>
                        <a:pt x="24479" y="43910"/>
                      </a:cubicBezTo>
                      <a:cubicBezTo>
                        <a:pt x="24860" y="43910"/>
                        <a:pt x="25241" y="43910"/>
                        <a:pt x="25527" y="43815"/>
                      </a:cubicBezTo>
                      <a:cubicBezTo>
                        <a:pt x="25813" y="43815"/>
                        <a:pt x="26099" y="43910"/>
                        <a:pt x="26479" y="43910"/>
                      </a:cubicBezTo>
                      <a:cubicBezTo>
                        <a:pt x="26861" y="43910"/>
                        <a:pt x="27337" y="43910"/>
                        <a:pt x="28099" y="43625"/>
                      </a:cubicBezTo>
                      <a:cubicBezTo>
                        <a:pt x="28766" y="43434"/>
                        <a:pt x="29242" y="43339"/>
                        <a:pt x="29528" y="43339"/>
                      </a:cubicBezTo>
                      <a:cubicBezTo>
                        <a:pt x="30194" y="43339"/>
                        <a:pt x="30766" y="43720"/>
                        <a:pt x="31242" y="44387"/>
                      </a:cubicBezTo>
                      <a:cubicBezTo>
                        <a:pt x="33623" y="43625"/>
                        <a:pt x="36386" y="43339"/>
                        <a:pt x="39529" y="43339"/>
                      </a:cubicBezTo>
                      <a:cubicBezTo>
                        <a:pt x="41148" y="43339"/>
                        <a:pt x="43434" y="43339"/>
                        <a:pt x="46482" y="43625"/>
                      </a:cubicBezTo>
                      <a:cubicBezTo>
                        <a:pt x="49530" y="43910"/>
                        <a:pt x="51816" y="44005"/>
                        <a:pt x="53245" y="44005"/>
                      </a:cubicBezTo>
                      <a:cubicBezTo>
                        <a:pt x="54674" y="44005"/>
                        <a:pt x="56198" y="44005"/>
                        <a:pt x="57531" y="43720"/>
                      </a:cubicBezTo>
                      <a:cubicBezTo>
                        <a:pt x="58103" y="45911"/>
                        <a:pt x="58388" y="48959"/>
                        <a:pt x="58293" y="52959"/>
                      </a:cubicBezTo>
                      <a:cubicBezTo>
                        <a:pt x="58293" y="57436"/>
                        <a:pt x="58293" y="60579"/>
                        <a:pt x="58579" y="62199"/>
                      </a:cubicBezTo>
                      <a:cubicBezTo>
                        <a:pt x="56769" y="63532"/>
                        <a:pt x="54197" y="64198"/>
                        <a:pt x="51054" y="64198"/>
                      </a:cubicBezTo>
                      <a:cubicBezTo>
                        <a:pt x="49721" y="64198"/>
                        <a:pt x="47720" y="64104"/>
                        <a:pt x="45053" y="63818"/>
                      </a:cubicBezTo>
                      <a:cubicBezTo>
                        <a:pt x="42386" y="63532"/>
                        <a:pt x="40291" y="63437"/>
                        <a:pt x="38862" y="63437"/>
                      </a:cubicBezTo>
                      <a:cubicBezTo>
                        <a:pt x="37529" y="63437"/>
                        <a:pt x="36290" y="63437"/>
                        <a:pt x="35147" y="63722"/>
                      </a:cubicBezTo>
                      <a:lnTo>
                        <a:pt x="35147" y="63055"/>
                      </a:lnTo>
                      <a:cubicBezTo>
                        <a:pt x="34481" y="63151"/>
                        <a:pt x="33147" y="63246"/>
                        <a:pt x="31052" y="63246"/>
                      </a:cubicBezTo>
                      <a:cubicBezTo>
                        <a:pt x="29623" y="63246"/>
                        <a:pt x="28385" y="63532"/>
                        <a:pt x="27051" y="64198"/>
                      </a:cubicBezTo>
                      <a:cubicBezTo>
                        <a:pt x="26575" y="63913"/>
                        <a:pt x="26003" y="63818"/>
                        <a:pt x="25337" y="63818"/>
                      </a:cubicBezTo>
                      <a:cubicBezTo>
                        <a:pt x="24289" y="63818"/>
                        <a:pt x="23622" y="63818"/>
                        <a:pt x="23527" y="63818"/>
                      </a:cubicBezTo>
                      <a:cubicBezTo>
                        <a:pt x="22098" y="64198"/>
                        <a:pt x="21431" y="65341"/>
                        <a:pt x="21431" y="67151"/>
                      </a:cubicBezTo>
                      <a:cubicBezTo>
                        <a:pt x="21431" y="68389"/>
                        <a:pt x="21622" y="69342"/>
                        <a:pt x="22098" y="70009"/>
                      </a:cubicBezTo>
                      <a:cubicBezTo>
                        <a:pt x="20098" y="69532"/>
                        <a:pt x="18479" y="70009"/>
                        <a:pt x="16954" y="71438"/>
                      </a:cubicBezTo>
                      <a:lnTo>
                        <a:pt x="20384" y="70771"/>
                      </a:lnTo>
                      <a:lnTo>
                        <a:pt x="20003" y="71438"/>
                      </a:lnTo>
                      <a:cubicBezTo>
                        <a:pt x="20003" y="71438"/>
                        <a:pt x="20384" y="71914"/>
                        <a:pt x="20669" y="71914"/>
                      </a:cubicBezTo>
                      <a:cubicBezTo>
                        <a:pt x="20479" y="71914"/>
                        <a:pt x="20955" y="71533"/>
                        <a:pt x="22193" y="70771"/>
                      </a:cubicBezTo>
                      <a:cubicBezTo>
                        <a:pt x="22193" y="70390"/>
                        <a:pt x="22193" y="72962"/>
                        <a:pt x="22003" y="78391"/>
                      </a:cubicBezTo>
                      <a:cubicBezTo>
                        <a:pt x="22003" y="81534"/>
                        <a:pt x="22479" y="84011"/>
                        <a:pt x="23622" y="85630"/>
                      </a:cubicBezTo>
                      <a:cubicBezTo>
                        <a:pt x="26861" y="86106"/>
                        <a:pt x="30290" y="86296"/>
                        <a:pt x="33909" y="86296"/>
                      </a:cubicBezTo>
                      <a:cubicBezTo>
                        <a:pt x="36671" y="86296"/>
                        <a:pt x="40672" y="86106"/>
                        <a:pt x="45911" y="85725"/>
                      </a:cubicBezTo>
                      <a:cubicBezTo>
                        <a:pt x="51149" y="85344"/>
                        <a:pt x="55054" y="85154"/>
                        <a:pt x="57721" y="85154"/>
                      </a:cubicBezTo>
                      <a:cubicBezTo>
                        <a:pt x="61722" y="85154"/>
                        <a:pt x="65342" y="85440"/>
                        <a:pt x="68866" y="85916"/>
                      </a:cubicBezTo>
                      <a:cubicBezTo>
                        <a:pt x="69437" y="84487"/>
                        <a:pt x="70676" y="84391"/>
                        <a:pt x="72581" y="85535"/>
                      </a:cubicBezTo>
                      <a:close/>
                      <a:moveTo>
                        <a:pt x="4382" y="19431"/>
                      </a:moveTo>
                      <a:lnTo>
                        <a:pt x="5144" y="20479"/>
                      </a:lnTo>
                      <a:lnTo>
                        <a:pt x="5144" y="20764"/>
                      </a:lnTo>
                      <a:cubicBezTo>
                        <a:pt x="4667" y="20479"/>
                        <a:pt x="4382" y="20003"/>
                        <a:pt x="4382" y="19431"/>
                      </a:cubicBezTo>
                      <a:close/>
                      <a:moveTo>
                        <a:pt x="31433" y="57245"/>
                      </a:moveTo>
                      <a:lnTo>
                        <a:pt x="29813" y="57245"/>
                      </a:lnTo>
                      <a:cubicBezTo>
                        <a:pt x="30099" y="57817"/>
                        <a:pt x="30575" y="57817"/>
                        <a:pt x="31433" y="57245"/>
                      </a:cubicBezTo>
                      <a:lnTo>
                        <a:pt x="32099" y="57245"/>
                      </a:lnTo>
                      <a:cubicBezTo>
                        <a:pt x="32099" y="57245"/>
                        <a:pt x="32385" y="57721"/>
                        <a:pt x="32385" y="58198"/>
                      </a:cubicBezTo>
                      <a:lnTo>
                        <a:pt x="34195" y="57245"/>
                      </a:lnTo>
                      <a:cubicBezTo>
                        <a:pt x="34195" y="57245"/>
                        <a:pt x="34862" y="58008"/>
                        <a:pt x="34862" y="58198"/>
                      </a:cubicBezTo>
                      <a:lnTo>
                        <a:pt x="36862" y="58198"/>
                      </a:lnTo>
                      <a:lnTo>
                        <a:pt x="36862" y="57245"/>
                      </a:lnTo>
                      <a:lnTo>
                        <a:pt x="32099" y="57245"/>
                      </a:lnTo>
                      <a:cubicBezTo>
                        <a:pt x="32099" y="57245"/>
                        <a:pt x="31718" y="57055"/>
                        <a:pt x="31433" y="57245"/>
                      </a:cubicBezTo>
                      <a:close/>
                      <a:moveTo>
                        <a:pt x="57245" y="7430"/>
                      </a:moveTo>
                      <a:lnTo>
                        <a:pt x="56198" y="6763"/>
                      </a:lnTo>
                      <a:lnTo>
                        <a:pt x="57245" y="8858"/>
                      </a:lnTo>
                      <a:lnTo>
                        <a:pt x="57245" y="7430"/>
                      </a:lnTo>
                      <a:close/>
                      <a:moveTo>
                        <a:pt x="81725" y="92964"/>
                      </a:moveTo>
                      <a:lnTo>
                        <a:pt x="82201" y="92964"/>
                      </a:lnTo>
                      <a:lnTo>
                        <a:pt x="80582" y="93916"/>
                      </a:lnTo>
                      <a:lnTo>
                        <a:pt x="81629" y="92964"/>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 name="Google Shape;1354;p99"/>
                <p:cNvSpPr/>
                <p:nvPr/>
              </p:nvSpPr>
              <p:spPr>
                <a:xfrm>
                  <a:off x="6758939" y="5544312"/>
                  <a:ext cx="75057" cy="111728"/>
                </a:xfrm>
                <a:custGeom>
                  <a:avLst/>
                  <a:gdLst/>
                  <a:ahLst/>
                  <a:cxnLst/>
                  <a:rect l="l" t="t" r="r" b="b"/>
                  <a:pathLst>
                    <a:path w="75057" h="111728" extrusionOk="0">
                      <a:moveTo>
                        <a:pt x="75057" y="75438"/>
                      </a:moveTo>
                      <a:cubicBezTo>
                        <a:pt x="74486" y="75724"/>
                        <a:pt x="74104" y="76009"/>
                        <a:pt x="74104" y="76485"/>
                      </a:cubicBezTo>
                      <a:cubicBezTo>
                        <a:pt x="74104" y="76105"/>
                        <a:pt x="74390" y="76771"/>
                        <a:pt x="75057" y="78486"/>
                      </a:cubicBezTo>
                      <a:cubicBezTo>
                        <a:pt x="74200" y="80200"/>
                        <a:pt x="73723" y="82296"/>
                        <a:pt x="73723" y="84867"/>
                      </a:cubicBezTo>
                      <a:cubicBezTo>
                        <a:pt x="73723" y="86296"/>
                        <a:pt x="73914" y="88487"/>
                        <a:pt x="74295" y="91440"/>
                      </a:cubicBezTo>
                      <a:cubicBezTo>
                        <a:pt x="74676" y="94392"/>
                        <a:pt x="74866" y="96488"/>
                        <a:pt x="74866" y="97727"/>
                      </a:cubicBezTo>
                      <a:cubicBezTo>
                        <a:pt x="74866" y="103441"/>
                        <a:pt x="71819" y="106585"/>
                        <a:pt x="65627" y="107252"/>
                      </a:cubicBezTo>
                      <a:cubicBezTo>
                        <a:pt x="64865" y="106489"/>
                        <a:pt x="64008" y="106108"/>
                        <a:pt x="63151" y="106108"/>
                      </a:cubicBezTo>
                      <a:cubicBezTo>
                        <a:pt x="62674" y="106108"/>
                        <a:pt x="62103" y="106203"/>
                        <a:pt x="61341" y="106489"/>
                      </a:cubicBezTo>
                      <a:cubicBezTo>
                        <a:pt x="60579" y="106775"/>
                        <a:pt x="60103" y="106870"/>
                        <a:pt x="59817" y="106870"/>
                      </a:cubicBezTo>
                      <a:cubicBezTo>
                        <a:pt x="58960" y="106870"/>
                        <a:pt x="58293" y="106394"/>
                        <a:pt x="58007" y="105537"/>
                      </a:cubicBezTo>
                      <a:lnTo>
                        <a:pt x="56579" y="105156"/>
                      </a:lnTo>
                      <a:lnTo>
                        <a:pt x="57245" y="104775"/>
                      </a:lnTo>
                      <a:cubicBezTo>
                        <a:pt x="55816" y="104489"/>
                        <a:pt x="54483" y="103346"/>
                        <a:pt x="53054" y="101155"/>
                      </a:cubicBezTo>
                      <a:cubicBezTo>
                        <a:pt x="51721" y="99060"/>
                        <a:pt x="50292" y="97821"/>
                        <a:pt x="48863" y="97536"/>
                      </a:cubicBezTo>
                      <a:cubicBezTo>
                        <a:pt x="48958" y="97155"/>
                        <a:pt x="48958" y="96774"/>
                        <a:pt x="48863" y="96393"/>
                      </a:cubicBezTo>
                      <a:cubicBezTo>
                        <a:pt x="48673" y="95917"/>
                        <a:pt x="48578" y="95535"/>
                        <a:pt x="48578" y="95440"/>
                      </a:cubicBezTo>
                      <a:cubicBezTo>
                        <a:pt x="48578" y="95059"/>
                        <a:pt x="48863" y="94679"/>
                        <a:pt x="49530" y="94488"/>
                      </a:cubicBezTo>
                      <a:cubicBezTo>
                        <a:pt x="48101" y="93536"/>
                        <a:pt x="46672" y="91535"/>
                        <a:pt x="45339" y="88487"/>
                      </a:cubicBezTo>
                      <a:cubicBezTo>
                        <a:pt x="43910" y="85439"/>
                        <a:pt x="42577" y="83439"/>
                        <a:pt x="41243" y="82582"/>
                      </a:cubicBezTo>
                      <a:cubicBezTo>
                        <a:pt x="40862" y="80010"/>
                        <a:pt x="39719" y="77057"/>
                        <a:pt x="37719" y="73723"/>
                      </a:cubicBezTo>
                      <a:cubicBezTo>
                        <a:pt x="34576" y="68866"/>
                        <a:pt x="32956" y="66199"/>
                        <a:pt x="32861" y="65817"/>
                      </a:cubicBezTo>
                      <a:cubicBezTo>
                        <a:pt x="32861" y="65055"/>
                        <a:pt x="32575" y="64008"/>
                        <a:pt x="31909" y="62769"/>
                      </a:cubicBezTo>
                      <a:cubicBezTo>
                        <a:pt x="31147" y="61531"/>
                        <a:pt x="30766" y="60579"/>
                        <a:pt x="30766" y="60007"/>
                      </a:cubicBezTo>
                      <a:cubicBezTo>
                        <a:pt x="30766" y="59627"/>
                        <a:pt x="30861" y="59245"/>
                        <a:pt x="31147" y="58769"/>
                      </a:cubicBezTo>
                      <a:cubicBezTo>
                        <a:pt x="30671" y="58960"/>
                        <a:pt x="30289" y="59055"/>
                        <a:pt x="29908" y="59055"/>
                      </a:cubicBezTo>
                      <a:cubicBezTo>
                        <a:pt x="28670" y="59055"/>
                        <a:pt x="27622" y="57721"/>
                        <a:pt x="26765" y="55054"/>
                      </a:cubicBezTo>
                      <a:cubicBezTo>
                        <a:pt x="25908" y="52388"/>
                        <a:pt x="24574" y="51054"/>
                        <a:pt x="22765" y="51054"/>
                      </a:cubicBezTo>
                      <a:cubicBezTo>
                        <a:pt x="22384" y="51054"/>
                        <a:pt x="22003" y="51054"/>
                        <a:pt x="21526" y="51149"/>
                      </a:cubicBezTo>
                      <a:cubicBezTo>
                        <a:pt x="22003" y="53530"/>
                        <a:pt x="22193" y="56197"/>
                        <a:pt x="22193" y="59055"/>
                      </a:cubicBezTo>
                      <a:cubicBezTo>
                        <a:pt x="22193" y="61436"/>
                        <a:pt x="22003" y="64961"/>
                        <a:pt x="21526" y="69628"/>
                      </a:cubicBezTo>
                      <a:cubicBezTo>
                        <a:pt x="21050" y="74295"/>
                        <a:pt x="20860" y="77819"/>
                        <a:pt x="20860" y="80105"/>
                      </a:cubicBezTo>
                      <a:cubicBezTo>
                        <a:pt x="20860" y="84487"/>
                        <a:pt x="21431" y="88392"/>
                        <a:pt x="22574" y="91821"/>
                      </a:cubicBezTo>
                      <a:cubicBezTo>
                        <a:pt x="21431" y="92487"/>
                        <a:pt x="20860" y="93536"/>
                        <a:pt x="20860" y="94774"/>
                      </a:cubicBezTo>
                      <a:cubicBezTo>
                        <a:pt x="20860" y="95440"/>
                        <a:pt x="21050" y="96488"/>
                        <a:pt x="21431" y="97821"/>
                      </a:cubicBezTo>
                      <a:cubicBezTo>
                        <a:pt x="21812" y="99155"/>
                        <a:pt x="21907" y="100108"/>
                        <a:pt x="21907" y="100679"/>
                      </a:cubicBezTo>
                      <a:cubicBezTo>
                        <a:pt x="21907" y="102012"/>
                        <a:pt x="21241" y="102965"/>
                        <a:pt x="19907" y="103441"/>
                      </a:cubicBezTo>
                      <a:cubicBezTo>
                        <a:pt x="19907" y="104584"/>
                        <a:pt x="19526" y="105442"/>
                        <a:pt x="18859" y="106013"/>
                      </a:cubicBezTo>
                      <a:lnTo>
                        <a:pt x="4953" y="105442"/>
                      </a:lnTo>
                      <a:cubicBezTo>
                        <a:pt x="4953" y="104870"/>
                        <a:pt x="4858" y="104584"/>
                        <a:pt x="4572" y="104584"/>
                      </a:cubicBezTo>
                      <a:cubicBezTo>
                        <a:pt x="4572" y="104584"/>
                        <a:pt x="4286" y="104680"/>
                        <a:pt x="3905" y="104965"/>
                      </a:cubicBezTo>
                      <a:cubicBezTo>
                        <a:pt x="3524" y="105251"/>
                        <a:pt x="3334" y="105346"/>
                        <a:pt x="3143" y="105346"/>
                      </a:cubicBezTo>
                      <a:cubicBezTo>
                        <a:pt x="2857" y="105346"/>
                        <a:pt x="2667" y="105156"/>
                        <a:pt x="2476" y="104870"/>
                      </a:cubicBezTo>
                      <a:cubicBezTo>
                        <a:pt x="1143" y="104013"/>
                        <a:pt x="476" y="102870"/>
                        <a:pt x="476" y="101536"/>
                      </a:cubicBezTo>
                      <a:cubicBezTo>
                        <a:pt x="476" y="100965"/>
                        <a:pt x="762" y="99822"/>
                        <a:pt x="1238" y="98298"/>
                      </a:cubicBezTo>
                      <a:cubicBezTo>
                        <a:pt x="1714" y="96774"/>
                        <a:pt x="2000" y="95535"/>
                        <a:pt x="2000" y="94679"/>
                      </a:cubicBezTo>
                      <a:cubicBezTo>
                        <a:pt x="2000" y="93916"/>
                        <a:pt x="1810" y="93154"/>
                        <a:pt x="1429" y="92393"/>
                      </a:cubicBezTo>
                      <a:cubicBezTo>
                        <a:pt x="1048" y="90106"/>
                        <a:pt x="953" y="86010"/>
                        <a:pt x="1048" y="80105"/>
                      </a:cubicBezTo>
                      <a:cubicBezTo>
                        <a:pt x="1048" y="74866"/>
                        <a:pt x="762" y="70866"/>
                        <a:pt x="0" y="67913"/>
                      </a:cubicBezTo>
                      <a:cubicBezTo>
                        <a:pt x="667" y="66960"/>
                        <a:pt x="1048" y="65722"/>
                        <a:pt x="1048" y="64198"/>
                      </a:cubicBezTo>
                      <a:cubicBezTo>
                        <a:pt x="1048" y="63627"/>
                        <a:pt x="1048" y="62674"/>
                        <a:pt x="762" y="61341"/>
                      </a:cubicBezTo>
                      <a:cubicBezTo>
                        <a:pt x="571" y="60103"/>
                        <a:pt x="476" y="59150"/>
                        <a:pt x="476" y="58483"/>
                      </a:cubicBezTo>
                      <a:cubicBezTo>
                        <a:pt x="476" y="56769"/>
                        <a:pt x="953" y="55245"/>
                        <a:pt x="2096" y="54102"/>
                      </a:cubicBezTo>
                      <a:cubicBezTo>
                        <a:pt x="762" y="48958"/>
                        <a:pt x="190" y="43148"/>
                        <a:pt x="381" y="36671"/>
                      </a:cubicBezTo>
                      <a:lnTo>
                        <a:pt x="1048" y="36671"/>
                      </a:lnTo>
                      <a:cubicBezTo>
                        <a:pt x="857" y="35909"/>
                        <a:pt x="762" y="35147"/>
                        <a:pt x="762" y="34194"/>
                      </a:cubicBezTo>
                      <a:cubicBezTo>
                        <a:pt x="762" y="33338"/>
                        <a:pt x="857" y="31909"/>
                        <a:pt x="1048" y="30099"/>
                      </a:cubicBezTo>
                      <a:cubicBezTo>
                        <a:pt x="1238" y="28194"/>
                        <a:pt x="1429" y="26861"/>
                        <a:pt x="1429" y="25812"/>
                      </a:cubicBezTo>
                      <a:cubicBezTo>
                        <a:pt x="1429" y="23908"/>
                        <a:pt x="1048" y="22193"/>
                        <a:pt x="381" y="20764"/>
                      </a:cubicBezTo>
                      <a:cubicBezTo>
                        <a:pt x="1429" y="20764"/>
                        <a:pt x="2572" y="20288"/>
                        <a:pt x="3810" y="19431"/>
                      </a:cubicBezTo>
                      <a:cubicBezTo>
                        <a:pt x="3810" y="19717"/>
                        <a:pt x="4286" y="19907"/>
                        <a:pt x="4953" y="19907"/>
                      </a:cubicBezTo>
                      <a:cubicBezTo>
                        <a:pt x="5620" y="19907"/>
                        <a:pt x="6191" y="20098"/>
                        <a:pt x="6477" y="20383"/>
                      </a:cubicBezTo>
                      <a:lnTo>
                        <a:pt x="7525" y="18955"/>
                      </a:lnTo>
                      <a:cubicBezTo>
                        <a:pt x="7239" y="19621"/>
                        <a:pt x="7334" y="20383"/>
                        <a:pt x="7811" y="21145"/>
                      </a:cubicBezTo>
                      <a:cubicBezTo>
                        <a:pt x="8191" y="21907"/>
                        <a:pt x="8858" y="22193"/>
                        <a:pt x="9620" y="21907"/>
                      </a:cubicBezTo>
                      <a:cubicBezTo>
                        <a:pt x="10382" y="21050"/>
                        <a:pt x="10763" y="20288"/>
                        <a:pt x="10763" y="19526"/>
                      </a:cubicBezTo>
                      <a:cubicBezTo>
                        <a:pt x="10763" y="18288"/>
                        <a:pt x="9430" y="17145"/>
                        <a:pt x="6667" y="16097"/>
                      </a:cubicBezTo>
                      <a:cubicBezTo>
                        <a:pt x="3905" y="14954"/>
                        <a:pt x="2476" y="14192"/>
                        <a:pt x="2286" y="13906"/>
                      </a:cubicBezTo>
                      <a:cubicBezTo>
                        <a:pt x="2667" y="13906"/>
                        <a:pt x="2953" y="14097"/>
                        <a:pt x="3334" y="14097"/>
                      </a:cubicBezTo>
                      <a:cubicBezTo>
                        <a:pt x="4096" y="14097"/>
                        <a:pt x="5905" y="13335"/>
                        <a:pt x="8858" y="11811"/>
                      </a:cubicBezTo>
                      <a:cubicBezTo>
                        <a:pt x="8572" y="11335"/>
                        <a:pt x="8287" y="11049"/>
                        <a:pt x="7906" y="11049"/>
                      </a:cubicBezTo>
                      <a:cubicBezTo>
                        <a:pt x="7715" y="11049"/>
                        <a:pt x="7429" y="11144"/>
                        <a:pt x="6953" y="11430"/>
                      </a:cubicBezTo>
                      <a:cubicBezTo>
                        <a:pt x="6477" y="11716"/>
                        <a:pt x="6191" y="11811"/>
                        <a:pt x="5905" y="11811"/>
                      </a:cubicBezTo>
                      <a:cubicBezTo>
                        <a:pt x="6191" y="11620"/>
                        <a:pt x="6287" y="11144"/>
                        <a:pt x="6287" y="10382"/>
                      </a:cubicBezTo>
                      <a:cubicBezTo>
                        <a:pt x="3905" y="8858"/>
                        <a:pt x="2096" y="8382"/>
                        <a:pt x="762" y="8954"/>
                      </a:cubicBezTo>
                      <a:lnTo>
                        <a:pt x="762" y="2762"/>
                      </a:lnTo>
                      <a:lnTo>
                        <a:pt x="23146" y="2095"/>
                      </a:lnTo>
                      <a:cubicBezTo>
                        <a:pt x="24289" y="4381"/>
                        <a:pt x="25432" y="6668"/>
                        <a:pt x="26479" y="9049"/>
                      </a:cubicBezTo>
                      <a:cubicBezTo>
                        <a:pt x="27622" y="11430"/>
                        <a:pt x="28004" y="13906"/>
                        <a:pt x="27718" y="16669"/>
                      </a:cubicBezTo>
                      <a:cubicBezTo>
                        <a:pt x="28289" y="16002"/>
                        <a:pt x="28861" y="15621"/>
                        <a:pt x="29337" y="15621"/>
                      </a:cubicBezTo>
                      <a:cubicBezTo>
                        <a:pt x="29718" y="15621"/>
                        <a:pt x="30099" y="16193"/>
                        <a:pt x="30480" y="17145"/>
                      </a:cubicBezTo>
                      <a:cubicBezTo>
                        <a:pt x="30956" y="18097"/>
                        <a:pt x="31337" y="18859"/>
                        <a:pt x="31813" y="19145"/>
                      </a:cubicBezTo>
                      <a:cubicBezTo>
                        <a:pt x="31623" y="19717"/>
                        <a:pt x="31528" y="20288"/>
                        <a:pt x="31528" y="20860"/>
                      </a:cubicBezTo>
                      <a:cubicBezTo>
                        <a:pt x="31528" y="22003"/>
                        <a:pt x="32385" y="23336"/>
                        <a:pt x="34004" y="24860"/>
                      </a:cubicBezTo>
                      <a:cubicBezTo>
                        <a:pt x="35719" y="26384"/>
                        <a:pt x="36481" y="27908"/>
                        <a:pt x="36386" y="29242"/>
                      </a:cubicBezTo>
                      <a:cubicBezTo>
                        <a:pt x="36766" y="30003"/>
                        <a:pt x="38386" y="33147"/>
                        <a:pt x="41529" y="38862"/>
                      </a:cubicBezTo>
                      <a:cubicBezTo>
                        <a:pt x="41529" y="41243"/>
                        <a:pt x="41910" y="42767"/>
                        <a:pt x="42577" y="43529"/>
                      </a:cubicBezTo>
                      <a:cubicBezTo>
                        <a:pt x="42958" y="43339"/>
                        <a:pt x="43244" y="43243"/>
                        <a:pt x="43529" y="43243"/>
                      </a:cubicBezTo>
                      <a:cubicBezTo>
                        <a:pt x="43910" y="43243"/>
                        <a:pt x="44196" y="43624"/>
                        <a:pt x="44291" y="44291"/>
                      </a:cubicBezTo>
                      <a:cubicBezTo>
                        <a:pt x="44291" y="45244"/>
                        <a:pt x="44482" y="45911"/>
                        <a:pt x="44577" y="46005"/>
                      </a:cubicBezTo>
                      <a:cubicBezTo>
                        <a:pt x="45053" y="46387"/>
                        <a:pt x="46006" y="47720"/>
                        <a:pt x="47339" y="50006"/>
                      </a:cubicBezTo>
                      <a:cubicBezTo>
                        <a:pt x="48387" y="51721"/>
                        <a:pt x="49625" y="52578"/>
                        <a:pt x="51149" y="52673"/>
                      </a:cubicBezTo>
                      <a:cubicBezTo>
                        <a:pt x="50959" y="53340"/>
                        <a:pt x="51340" y="54007"/>
                        <a:pt x="52197" y="54673"/>
                      </a:cubicBezTo>
                      <a:lnTo>
                        <a:pt x="53721" y="53054"/>
                      </a:lnTo>
                      <a:lnTo>
                        <a:pt x="53340" y="34099"/>
                      </a:lnTo>
                      <a:cubicBezTo>
                        <a:pt x="54007" y="33623"/>
                        <a:pt x="54292" y="33242"/>
                        <a:pt x="54292" y="32766"/>
                      </a:cubicBezTo>
                      <a:cubicBezTo>
                        <a:pt x="54292" y="32385"/>
                        <a:pt x="54007" y="31813"/>
                        <a:pt x="53435" y="31052"/>
                      </a:cubicBezTo>
                      <a:cubicBezTo>
                        <a:pt x="52864" y="30289"/>
                        <a:pt x="52578" y="29623"/>
                        <a:pt x="52578" y="29146"/>
                      </a:cubicBezTo>
                      <a:cubicBezTo>
                        <a:pt x="52578" y="28575"/>
                        <a:pt x="52959" y="28004"/>
                        <a:pt x="53816" y="27432"/>
                      </a:cubicBezTo>
                      <a:cubicBezTo>
                        <a:pt x="53054" y="25432"/>
                        <a:pt x="52769" y="23431"/>
                        <a:pt x="52769" y="21241"/>
                      </a:cubicBezTo>
                      <a:cubicBezTo>
                        <a:pt x="52769" y="19621"/>
                        <a:pt x="52959" y="17430"/>
                        <a:pt x="53435" y="14478"/>
                      </a:cubicBezTo>
                      <a:cubicBezTo>
                        <a:pt x="53912" y="11620"/>
                        <a:pt x="54102" y="9430"/>
                        <a:pt x="54102" y="8096"/>
                      </a:cubicBezTo>
                      <a:cubicBezTo>
                        <a:pt x="54102" y="7048"/>
                        <a:pt x="54102" y="6001"/>
                        <a:pt x="53816" y="5048"/>
                      </a:cubicBezTo>
                      <a:cubicBezTo>
                        <a:pt x="54769" y="5048"/>
                        <a:pt x="55721" y="4096"/>
                        <a:pt x="56579" y="2286"/>
                      </a:cubicBezTo>
                      <a:cubicBezTo>
                        <a:pt x="57340" y="667"/>
                        <a:pt x="58483" y="95"/>
                        <a:pt x="59912" y="381"/>
                      </a:cubicBezTo>
                      <a:lnTo>
                        <a:pt x="62198" y="381"/>
                      </a:lnTo>
                      <a:cubicBezTo>
                        <a:pt x="63055" y="381"/>
                        <a:pt x="64294" y="381"/>
                        <a:pt x="65913" y="190"/>
                      </a:cubicBezTo>
                      <a:cubicBezTo>
                        <a:pt x="67532" y="95"/>
                        <a:pt x="68675" y="0"/>
                        <a:pt x="69532" y="0"/>
                      </a:cubicBezTo>
                      <a:cubicBezTo>
                        <a:pt x="71342" y="0"/>
                        <a:pt x="72771" y="476"/>
                        <a:pt x="73914" y="1619"/>
                      </a:cubicBezTo>
                      <a:cubicBezTo>
                        <a:pt x="74390" y="7620"/>
                        <a:pt x="74676" y="14954"/>
                        <a:pt x="74676" y="23717"/>
                      </a:cubicBezTo>
                      <a:cubicBezTo>
                        <a:pt x="74676" y="27241"/>
                        <a:pt x="74676" y="32671"/>
                        <a:pt x="74486" y="40005"/>
                      </a:cubicBezTo>
                      <a:cubicBezTo>
                        <a:pt x="74486" y="47339"/>
                        <a:pt x="74390" y="52768"/>
                        <a:pt x="74390" y="56388"/>
                      </a:cubicBezTo>
                      <a:cubicBezTo>
                        <a:pt x="74390" y="63912"/>
                        <a:pt x="74581" y="70295"/>
                        <a:pt x="74866" y="75724"/>
                      </a:cubicBezTo>
                      <a:close/>
                      <a:moveTo>
                        <a:pt x="1048" y="15240"/>
                      </a:moveTo>
                      <a:lnTo>
                        <a:pt x="2572" y="16764"/>
                      </a:lnTo>
                      <a:lnTo>
                        <a:pt x="2572" y="18192"/>
                      </a:lnTo>
                      <a:lnTo>
                        <a:pt x="1048" y="15240"/>
                      </a:lnTo>
                      <a:close/>
                      <a:moveTo>
                        <a:pt x="3524" y="18192"/>
                      </a:moveTo>
                      <a:cubicBezTo>
                        <a:pt x="3524" y="18192"/>
                        <a:pt x="3810" y="18955"/>
                        <a:pt x="3810" y="19335"/>
                      </a:cubicBezTo>
                      <a:cubicBezTo>
                        <a:pt x="3620" y="18955"/>
                        <a:pt x="3524" y="18574"/>
                        <a:pt x="3524" y="18192"/>
                      </a:cubicBezTo>
                      <a:close/>
                      <a:moveTo>
                        <a:pt x="5524" y="16764"/>
                      </a:moveTo>
                      <a:lnTo>
                        <a:pt x="5524" y="18192"/>
                      </a:lnTo>
                      <a:lnTo>
                        <a:pt x="3905" y="16287"/>
                      </a:lnTo>
                      <a:lnTo>
                        <a:pt x="5524" y="16669"/>
                      </a:lnTo>
                      <a:close/>
                      <a:moveTo>
                        <a:pt x="4572" y="11239"/>
                      </a:moveTo>
                      <a:cubicBezTo>
                        <a:pt x="5429" y="11239"/>
                        <a:pt x="6001" y="11335"/>
                        <a:pt x="6191" y="11620"/>
                      </a:cubicBezTo>
                      <a:lnTo>
                        <a:pt x="5524" y="12002"/>
                      </a:lnTo>
                      <a:lnTo>
                        <a:pt x="4572" y="11239"/>
                      </a:lnTo>
                      <a:close/>
                      <a:moveTo>
                        <a:pt x="11239" y="11620"/>
                      </a:moveTo>
                      <a:lnTo>
                        <a:pt x="10954" y="11335"/>
                      </a:lnTo>
                      <a:lnTo>
                        <a:pt x="9906" y="9620"/>
                      </a:lnTo>
                      <a:cubicBezTo>
                        <a:pt x="9525" y="9049"/>
                        <a:pt x="8954" y="8763"/>
                        <a:pt x="8001" y="8763"/>
                      </a:cubicBezTo>
                      <a:cubicBezTo>
                        <a:pt x="8382" y="8954"/>
                        <a:pt x="9334" y="9810"/>
                        <a:pt x="10954" y="11430"/>
                      </a:cubicBezTo>
                      <a:lnTo>
                        <a:pt x="11239" y="11716"/>
                      </a:lnTo>
                      <a:close/>
                      <a:moveTo>
                        <a:pt x="12859" y="18955"/>
                      </a:moveTo>
                      <a:lnTo>
                        <a:pt x="14859" y="18955"/>
                      </a:lnTo>
                      <a:cubicBezTo>
                        <a:pt x="14383" y="18669"/>
                        <a:pt x="13716" y="18669"/>
                        <a:pt x="12859" y="18955"/>
                      </a:cubicBezTo>
                      <a:lnTo>
                        <a:pt x="11621" y="18955"/>
                      </a:lnTo>
                      <a:lnTo>
                        <a:pt x="12001" y="20002"/>
                      </a:lnTo>
                      <a:cubicBezTo>
                        <a:pt x="12001" y="20002"/>
                        <a:pt x="12001" y="20478"/>
                        <a:pt x="12287" y="20764"/>
                      </a:cubicBezTo>
                      <a:lnTo>
                        <a:pt x="12001" y="20002"/>
                      </a:lnTo>
                      <a:cubicBezTo>
                        <a:pt x="12001" y="19431"/>
                        <a:pt x="12287" y="19145"/>
                        <a:pt x="12763" y="18955"/>
                      </a:cubicBezTo>
                      <a:close/>
                      <a:moveTo>
                        <a:pt x="14859" y="81724"/>
                      </a:moveTo>
                      <a:lnTo>
                        <a:pt x="14859" y="78105"/>
                      </a:lnTo>
                      <a:lnTo>
                        <a:pt x="14383" y="78105"/>
                      </a:lnTo>
                      <a:lnTo>
                        <a:pt x="14383" y="81724"/>
                      </a:lnTo>
                      <a:lnTo>
                        <a:pt x="14859" y="81724"/>
                      </a:lnTo>
                      <a:close/>
                      <a:moveTo>
                        <a:pt x="17145" y="20764"/>
                      </a:moveTo>
                      <a:cubicBezTo>
                        <a:pt x="17145" y="20764"/>
                        <a:pt x="17621" y="21145"/>
                        <a:pt x="17907" y="21431"/>
                      </a:cubicBezTo>
                      <a:lnTo>
                        <a:pt x="17145" y="20764"/>
                      </a:lnTo>
                      <a:cubicBezTo>
                        <a:pt x="17145" y="20288"/>
                        <a:pt x="16954" y="19431"/>
                        <a:pt x="16478" y="18288"/>
                      </a:cubicBezTo>
                      <a:cubicBezTo>
                        <a:pt x="16097" y="18669"/>
                        <a:pt x="15812" y="18955"/>
                        <a:pt x="15812" y="19335"/>
                      </a:cubicBezTo>
                      <a:cubicBezTo>
                        <a:pt x="15812" y="19717"/>
                        <a:pt x="16288" y="20288"/>
                        <a:pt x="17145" y="20764"/>
                      </a:cubicBezTo>
                      <a:close/>
                      <a:moveTo>
                        <a:pt x="17526" y="24479"/>
                      </a:moveTo>
                      <a:lnTo>
                        <a:pt x="20003" y="24479"/>
                      </a:lnTo>
                      <a:lnTo>
                        <a:pt x="18288" y="22955"/>
                      </a:lnTo>
                      <a:lnTo>
                        <a:pt x="17526" y="24479"/>
                      </a:lnTo>
                      <a:close/>
                      <a:moveTo>
                        <a:pt x="42005" y="106013"/>
                      </a:moveTo>
                      <a:cubicBezTo>
                        <a:pt x="42577" y="105823"/>
                        <a:pt x="43244" y="106013"/>
                        <a:pt x="44005" y="106394"/>
                      </a:cubicBezTo>
                      <a:lnTo>
                        <a:pt x="42386" y="107537"/>
                      </a:lnTo>
                      <a:lnTo>
                        <a:pt x="42005" y="106013"/>
                      </a:lnTo>
                      <a:close/>
                      <a:moveTo>
                        <a:pt x="52673" y="111728"/>
                      </a:moveTo>
                      <a:lnTo>
                        <a:pt x="52673" y="109728"/>
                      </a:lnTo>
                      <a:lnTo>
                        <a:pt x="53245" y="109728"/>
                      </a:lnTo>
                      <a:cubicBezTo>
                        <a:pt x="53245" y="110299"/>
                        <a:pt x="53149" y="110871"/>
                        <a:pt x="52673" y="111728"/>
                      </a:cubicBezTo>
                      <a:close/>
                      <a:moveTo>
                        <a:pt x="57721" y="89725"/>
                      </a:moveTo>
                      <a:cubicBezTo>
                        <a:pt x="56769" y="90297"/>
                        <a:pt x="56293" y="90773"/>
                        <a:pt x="56293" y="91344"/>
                      </a:cubicBezTo>
                      <a:cubicBezTo>
                        <a:pt x="56293" y="91726"/>
                        <a:pt x="56579" y="92297"/>
                        <a:pt x="57055" y="92964"/>
                      </a:cubicBezTo>
                      <a:cubicBezTo>
                        <a:pt x="57531" y="93726"/>
                        <a:pt x="57817" y="94297"/>
                        <a:pt x="57817" y="94679"/>
                      </a:cubicBezTo>
                      <a:lnTo>
                        <a:pt x="57817" y="94964"/>
                      </a:lnTo>
                      <a:cubicBezTo>
                        <a:pt x="57817" y="94964"/>
                        <a:pt x="57721" y="95250"/>
                        <a:pt x="57721" y="95345"/>
                      </a:cubicBezTo>
                      <a:cubicBezTo>
                        <a:pt x="57817" y="95155"/>
                        <a:pt x="57912" y="94964"/>
                        <a:pt x="57912" y="94583"/>
                      </a:cubicBezTo>
                      <a:cubicBezTo>
                        <a:pt x="57912" y="94297"/>
                        <a:pt x="58103" y="93821"/>
                        <a:pt x="58388" y="93250"/>
                      </a:cubicBezTo>
                      <a:cubicBezTo>
                        <a:pt x="58674" y="92678"/>
                        <a:pt x="58769" y="92107"/>
                        <a:pt x="58769" y="91821"/>
                      </a:cubicBezTo>
                      <a:cubicBezTo>
                        <a:pt x="58769" y="91249"/>
                        <a:pt x="58388" y="90583"/>
                        <a:pt x="57721" y="89821"/>
                      </a:cubicBezTo>
                      <a:close/>
                      <a:moveTo>
                        <a:pt x="57721" y="101346"/>
                      </a:moveTo>
                      <a:cubicBezTo>
                        <a:pt x="58579" y="100679"/>
                        <a:pt x="58960" y="100013"/>
                        <a:pt x="58769" y="99441"/>
                      </a:cubicBezTo>
                      <a:cubicBezTo>
                        <a:pt x="58579" y="98870"/>
                        <a:pt x="58293" y="98584"/>
                        <a:pt x="57721" y="98774"/>
                      </a:cubicBezTo>
                      <a:cubicBezTo>
                        <a:pt x="57245" y="99346"/>
                        <a:pt x="57055" y="99822"/>
                        <a:pt x="57245" y="100393"/>
                      </a:cubicBezTo>
                      <a:cubicBezTo>
                        <a:pt x="57626" y="101251"/>
                        <a:pt x="57721" y="101632"/>
                        <a:pt x="57721" y="101441"/>
                      </a:cubicBezTo>
                      <a:lnTo>
                        <a:pt x="58103" y="101822"/>
                      </a:lnTo>
                      <a:cubicBezTo>
                        <a:pt x="58103" y="101822"/>
                        <a:pt x="58769" y="102584"/>
                        <a:pt x="58769" y="102870"/>
                      </a:cubicBezTo>
                      <a:cubicBezTo>
                        <a:pt x="58769" y="102584"/>
                        <a:pt x="58769" y="102394"/>
                        <a:pt x="58388" y="102012"/>
                      </a:cubicBezTo>
                      <a:cubicBezTo>
                        <a:pt x="58007" y="101727"/>
                        <a:pt x="57817" y="101441"/>
                        <a:pt x="57721" y="101251"/>
                      </a:cubicBezTo>
                      <a:close/>
                      <a:moveTo>
                        <a:pt x="68961" y="33528"/>
                      </a:moveTo>
                      <a:lnTo>
                        <a:pt x="71628" y="34957"/>
                      </a:lnTo>
                      <a:lnTo>
                        <a:pt x="70199" y="33147"/>
                      </a:lnTo>
                      <a:lnTo>
                        <a:pt x="70961" y="32099"/>
                      </a:lnTo>
                      <a:lnTo>
                        <a:pt x="65818" y="30003"/>
                      </a:lnTo>
                      <a:cubicBezTo>
                        <a:pt x="66484" y="30289"/>
                        <a:pt x="66865" y="30670"/>
                        <a:pt x="66865" y="31242"/>
                      </a:cubicBezTo>
                      <a:cubicBezTo>
                        <a:pt x="66865" y="31718"/>
                        <a:pt x="66484" y="32195"/>
                        <a:pt x="65818" y="32575"/>
                      </a:cubicBezTo>
                      <a:cubicBezTo>
                        <a:pt x="65532" y="32004"/>
                        <a:pt x="65246" y="31623"/>
                        <a:pt x="64770" y="31623"/>
                      </a:cubicBezTo>
                      <a:cubicBezTo>
                        <a:pt x="64484" y="31623"/>
                        <a:pt x="64103" y="31718"/>
                        <a:pt x="63627" y="31909"/>
                      </a:cubicBezTo>
                      <a:cubicBezTo>
                        <a:pt x="63055" y="32099"/>
                        <a:pt x="62674" y="32195"/>
                        <a:pt x="62389" y="32195"/>
                      </a:cubicBezTo>
                      <a:cubicBezTo>
                        <a:pt x="62008" y="32195"/>
                        <a:pt x="61722" y="32099"/>
                        <a:pt x="61531" y="31813"/>
                      </a:cubicBezTo>
                      <a:lnTo>
                        <a:pt x="61913" y="31146"/>
                      </a:lnTo>
                      <a:lnTo>
                        <a:pt x="57436" y="32195"/>
                      </a:lnTo>
                      <a:lnTo>
                        <a:pt x="59912" y="32195"/>
                      </a:lnTo>
                      <a:cubicBezTo>
                        <a:pt x="60770" y="32195"/>
                        <a:pt x="61531" y="32480"/>
                        <a:pt x="62103" y="33338"/>
                      </a:cubicBezTo>
                      <a:cubicBezTo>
                        <a:pt x="62674" y="34194"/>
                        <a:pt x="62960" y="34957"/>
                        <a:pt x="62960" y="35623"/>
                      </a:cubicBezTo>
                      <a:lnTo>
                        <a:pt x="63341" y="35052"/>
                      </a:lnTo>
                      <a:cubicBezTo>
                        <a:pt x="63341" y="35052"/>
                        <a:pt x="64008" y="35052"/>
                        <a:pt x="64294" y="35337"/>
                      </a:cubicBezTo>
                      <a:cubicBezTo>
                        <a:pt x="64675" y="35909"/>
                        <a:pt x="64961" y="36100"/>
                        <a:pt x="65056" y="36100"/>
                      </a:cubicBezTo>
                      <a:lnTo>
                        <a:pt x="65056" y="34099"/>
                      </a:lnTo>
                      <a:cubicBezTo>
                        <a:pt x="65056" y="33338"/>
                        <a:pt x="65246" y="32766"/>
                        <a:pt x="65818" y="32480"/>
                      </a:cubicBezTo>
                      <a:cubicBezTo>
                        <a:pt x="66484" y="32956"/>
                        <a:pt x="66770" y="33147"/>
                        <a:pt x="66865" y="33147"/>
                      </a:cubicBezTo>
                      <a:cubicBezTo>
                        <a:pt x="66865" y="32289"/>
                        <a:pt x="67056" y="31813"/>
                        <a:pt x="67532" y="31718"/>
                      </a:cubicBezTo>
                      <a:cubicBezTo>
                        <a:pt x="67913" y="31528"/>
                        <a:pt x="68580" y="31718"/>
                        <a:pt x="69532" y="32480"/>
                      </a:cubicBezTo>
                      <a:cubicBezTo>
                        <a:pt x="69628" y="32766"/>
                        <a:pt x="69532" y="33051"/>
                        <a:pt x="69056" y="33528"/>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 name="Google Shape;1355;p99"/>
                <p:cNvSpPr/>
                <p:nvPr/>
              </p:nvSpPr>
              <p:spPr>
                <a:xfrm>
                  <a:off x="6855332" y="5544121"/>
                  <a:ext cx="99250" cy="106394"/>
                </a:xfrm>
                <a:custGeom>
                  <a:avLst/>
                  <a:gdLst/>
                  <a:ahLst/>
                  <a:cxnLst/>
                  <a:rect l="l" t="t" r="r" b="b"/>
                  <a:pathLst>
                    <a:path w="99250" h="106394" extrusionOk="0">
                      <a:moveTo>
                        <a:pt x="1429" y="73533"/>
                      </a:moveTo>
                      <a:cubicBezTo>
                        <a:pt x="1333" y="74390"/>
                        <a:pt x="1429" y="74866"/>
                        <a:pt x="1810" y="74866"/>
                      </a:cubicBezTo>
                      <a:cubicBezTo>
                        <a:pt x="1810" y="74866"/>
                        <a:pt x="2096" y="74866"/>
                        <a:pt x="2381" y="74771"/>
                      </a:cubicBezTo>
                      <a:cubicBezTo>
                        <a:pt x="2667" y="74771"/>
                        <a:pt x="2857" y="74676"/>
                        <a:pt x="3048" y="74676"/>
                      </a:cubicBezTo>
                      <a:cubicBezTo>
                        <a:pt x="3334" y="74676"/>
                        <a:pt x="3524" y="74866"/>
                        <a:pt x="3620" y="75248"/>
                      </a:cubicBezTo>
                      <a:cubicBezTo>
                        <a:pt x="1524" y="75248"/>
                        <a:pt x="286" y="75057"/>
                        <a:pt x="0" y="74676"/>
                      </a:cubicBezTo>
                      <a:lnTo>
                        <a:pt x="1429" y="73628"/>
                      </a:lnTo>
                      <a:close/>
                      <a:moveTo>
                        <a:pt x="3524" y="87059"/>
                      </a:moveTo>
                      <a:cubicBezTo>
                        <a:pt x="3524" y="87059"/>
                        <a:pt x="4096" y="86392"/>
                        <a:pt x="4572" y="86392"/>
                      </a:cubicBezTo>
                      <a:lnTo>
                        <a:pt x="6001" y="86392"/>
                      </a:lnTo>
                      <a:cubicBezTo>
                        <a:pt x="6001" y="86392"/>
                        <a:pt x="5524" y="87059"/>
                        <a:pt x="4953" y="87059"/>
                      </a:cubicBezTo>
                      <a:lnTo>
                        <a:pt x="3524" y="87059"/>
                      </a:lnTo>
                      <a:close/>
                      <a:moveTo>
                        <a:pt x="8001" y="94107"/>
                      </a:moveTo>
                      <a:lnTo>
                        <a:pt x="8001" y="92678"/>
                      </a:lnTo>
                      <a:lnTo>
                        <a:pt x="9049" y="92678"/>
                      </a:lnTo>
                      <a:lnTo>
                        <a:pt x="8001" y="94107"/>
                      </a:lnTo>
                      <a:close/>
                      <a:moveTo>
                        <a:pt x="13716" y="85344"/>
                      </a:moveTo>
                      <a:cubicBezTo>
                        <a:pt x="13716" y="85344"/>
                        <a:pt x="14859" y="85534"/>
                        <a:pt x="15716" y="86392"/>
                      </a:cubicBezTo>
                      <a:lnTo>
                        <a:pt x="15335" y="87059"/>
                      </a:lnTo>
                      <a:lnTo>
                        <a:pt x="13716" y="85344"/>
                      </a:lnTo>
                      <a:close/>
                      <a:moveTo>
                        <a:pt x="15716" y="94107"/>
                      </a:moveTo>
                      <a:cubicBezTo>
                        <a:pt x="15716" y="94107"/>
                        <a:pt x="16193" y="93726"/>
                        <a:pt x="16573" y="93345"/>
                      </a:cubicBezTo>
                      <a:cubicBezTo>
                        <a:pt x="16859" y="92964"/>
                        <a:pt x="17145" y="92678"/>
                        <a:pt x="17431" y="92678"/>
                      </a:cubicBezTo>
                      <a:cubicBezTo>
                        <a:pt x="17431" y="93059"/>
                        <a:pt x="17240" y="93536"/>
                        <a:pt x="16764" y="94107"/>
                      </a:cubicBezTo>
                      <a:lnTo>
                        <a:pt x="15716" y="94107"/>
                      </a:lnTo>
                      <a:close/>
                      <a:moveTo>
                        <a:pt x="18193" y="82296"/>
                      </a:moveTo>
                      <a:lnTo>
                        <a:pt x="17812" y="83344"/>
                      </a:lnTo>
                      <a:lnTo>
                        <a:pt x="16383" y="83344"/>
                      </a:lnTo>
                      <a:cubicBezTo>
                        <a:pt x="16764" y="82296"/>
                        <a:pt x="17145" y="81725"/>
                        <a:pt x="17431" y="81725"/>
                      </a:cubicBezTo>
                      <a:cubicBezTo>
                        <a:pt x="17716" y="81725"/>
                        <a:pt x="17907" y="81915"/>
                        <a:pt x="18193" y="82201"/>
                      </a:cubicBezTo>
                      <a:close/>
                      <a:moveTo>
                        <a:pt x="20288" y="73152"/>
                      </a:moveTo>
                      <a:lnTo>
                        <a:pt x="20288" y="74200"/>
                      </a:lnTo>
                      <a:lnTo>
                        <a:pt x="18193" y="72485"/>
                      </a:lnTo>
                      <a:cubicBezTo>
                        <a:pt x="18669" y="72295"/>
                        <a:pt x="19431" y="72485"/>
                        <a:pt x="20288" y="73152"/>
                      </a:cubicBezTo>
                      <a:close/>
                      <a:moveTo>
                        <a:pt x="18193" y="88487"/>
                      </a:moveTo>
                      <a:cubicBezTo>
                        <a:pt x="18860" y="88487"/>
                        <a:pt x="19240" y="88964"/>
                        <a:pt x="19240" y="89916"/>
                      </a:cubicBezTo>
                      <a:lnTo>
                        <a:pt x="18193" y="89916"/>
                      </a:lnTo>
                      <a:lnTo>
                        <a:pt x="18193" y="88487"/>
                      </a:lnTo>
                      <a:close/>
                      <a:moveTo>
                        <a:pt x="20669" y="99727"/>
                      </a:moveTo>
                      <a:lnTo>
                        <a:pt x="20288" y="99250"/>
                      </a:lnTo>
                      <a:lnTo>
                        <a:pt x="22384" y="98107"/>
                      </a:lnTo>
                      <a:lnTo>
                        <a:pt x="20669" y="99822"/>
                      </a:lnTo>
                      <a:close/>
                      <a:moveTo>
                        <a:pt x="98393" y="78677"/>
                      </a:moveTo>
                      <a:lnTo>
                        <a:pt x="93726" y="79343"/>
                      </a:lnTo>
                      <a:cubicBezTo>
                        <a:pt x="93726" y="79343"/>
                        <a:pt x="93631" y="79724"/>
                        <a:pt x="93631" y="79724"/>
                      </a:cubicBezTo>
                      <a:cubicBezTo>
                        <a:pt x="93631" y="80010"/>
                        <a:pt x="94012" y="80391"/>
                        <a:pt x="94774" y="80772"/>
                      </a:cubicBezTo>
                      <a:cubicBezTo>
                        <a:pt x="95536" y="81249"/>
                        <a:pt x="95917" y="81725"/>
                        <a:pt x="95917" y="82201"/>
                      </a:cubicBezTo>
                      <a:lnTo>
                        <a:pt x="96964" y="82201"/>
                      </a:lnTo>
                      <a:cubicBezTo>
                        <a:pt x="96393" y="84963"/>
                        <a:pt x="95917" y="87630"/>
                        <a:pt x="95536" y="90392"/>
                      </a:cubicBezTo>
                      <a:cubicBezTo>
                        <a:pt x="94869" y="93250"/>
                        <a:pt x="93154" y="95155"/>
                        <a:pt x="90392" y="96108"/>
                      </a:cubicBezTo>
                      <a:cubicBezTo>
                        <a:pt x="89916" y="94488"/>
                        <a:pt x="88868" y="94107"/>
                        <a:pt x="87249" y="94679"/>
                      </a:cubicBezTo>
                      <a:lnTo>
                        <a:pt x="86773" y="95155"/>
                      </a:lnTo>
                      <a:lnTo>
                        <a:pt x="88773" y="97250"/>
                      </a:lnTo>
                      <a:cubicBezTo>
                        <a:pt x="88011" y="97060"/>
                        <a:pt x="87058" y="96584"/>
                        <a:pt x="86106" y="95726"/>
                      </a:cubicBezTo>
                      <a:cubicBezTo>
                        <a:pt x="85154" y="94869"/>
                        <a:pt x="84391" y="94488"/>
                        <a:pt x="83915" y="94488"/>
                      </a:cubicBezTo>
                      <a:cubicBezTo>
                        <a:pt x="83248" y="94488"/>
                        <a:pt x="82582" y="94869"/>
                        <a:pt x="81820" y="95536"/>
                      </a:cubicBezTo>
                      <a:lnTo>
                        <a:pt x="83725" y="95536"/>
                      </a:lnTo>
                      <a:lnTo>
                        <a:pt x="83344" y="96202"/>
                      </a:lnTo>
                      <a:cubicBezTo>
                        <a:pt x="84391" y="96584"/>
                        <a:pt x="85725" y="97346"/>
                        <a:pt x="87439" y="98774"/>
                      </a:cubicBezTo>
                      <a:lnTo>
                        <a:pt x="83725" y="100393"/>
                      </a:lnTo>
                      <a:lnTo>
                        <a:pt x="84391" y="100775"/>
                      </a:lnTo>
                      <a:cubicBezTo>
                        <a:pt x="84391" y="100775"/>
                        <a:pt x="82868" y="101441"/>
                        <a:pt x="80201" y="102680"/>
                      </a:cubicBezTo>
                      <a:cubicBezTo>
                        <a:pt x="78772" y="103156"/>
                        <a:pt x="77438" y="103441"/>
                        <a:pt x="76295" y="103441"/>
                      </a:cubicBezTo>
                      <a:cubicBezTo>
                        <a:pt x="75629" y="103441"/>
                        <a:pt x="74962" y="103441"/>
                        <a:pt x="74295" y="103251"/>
                      </a:cubicBezTo>
                      <a:cubicBezTo>
                        <a:pt x="73819" y="104394"/>
                        <a:pt x="73723" y="105251"/>
                        <a:pt x="73914" y="105727"/>
                      </a:cubicBezTo>
                      <a:lnTo>
                        <a:pt x="53816" y="106394"/>
                      </a:lnTo>
                      <a:cubicBezTo>
                        <a:pt x="52292" y="104870"/>
                        <a:pt x="49721" y="103632"/>
                        <a:pt x="46291" y="102584"/>
                      </a:cubicBezTo>
                      <a:cubicBezTo>
                        <a:pt x="42481" y="101441"/>
                        <a:pt x="40100" y="100489"/>
                        <a:pt x="39053" y="99822"/>
                      </a:cubicBezTo>
                      <a:cubicBezTo>
                        <a:pt x="38576" y="99155"/>
                        <a:pt x="37814" y="98774"/>
                        <a:pt x="36766" y="98489"/>
                      </a:cubicBezTo>
                      <a:cubicBezTo>
                        <a:pt x="35623" y="98298"/>
                        <a:pt x="34576" y="98012"/>
                        <a:pt x="33528" y="97727"/>
                      </a:cubicBezTo>
                      <a:lnTo>
                        <a:pt x="34957" y="96298"/>
                      </a:lnTo>
                      <a:lnTo>
                        <a:pt x="32956" y="94202"/>
                      </a:lnTo>
                      <a:lnTo>
                        <a:pt x="32385" y="95631"/>
                      </a:lnTo>
                      <a:cubicBezTo>
                        <a:pt x="30671" y="95250"/>
                        <a:pt x="29623" y="93726"/>
                        <a:pt x="29528" y="91250"/>
                      </a:cubicBezTo>
                      <a:cubicBezTo>
                        <a:pt x="29528" y="89059"/>
                        <a:pt x="28194" y="87916"/>
                        <a:pt x="25813" y="87916"/>
                      </a:cubicBezTo>
                      <a:lnTo>
                        <a:pt x="24098" y="87916"/>
                      </a:lnTo>
                      <a:cubicBezTo>
                        <a:pt x="25622" y="87916"/>
                        <a:pt x="26384" y="87059"/>
                        <a:pt x="26384" y="85440"/>
                      </a:cubicBezTo>
                      <a:cubicBezTo>
                        <a:pt x="26384" y="84963"/>
                        <a:pt x="26289" y="84487"/>
                        <a:pt x="26003" y="84011"/>
                      </a:cubicBezTo>
                      <a:cubicBezTo>
                        <a:pt x="25718" y="83534"/>
                        <a:pt x="24860" y="83058"/>
                        <a:pt x="23241" y="82391"/>
                      </a:cubicBezTo>
                      <a:lnTo>
                        <a:pt x="22860" y="82772"/>
                      </a:lnTo>
                      <a:cubicBezTo>
                        <a:pt x="22860" y="82772"/>
                        <a:pt x="22670" y="83058"/>
                        <a:pt x="22479" y="83058"/>
                      </a:cubicBezTo>
                      <a:cubicBezTo>
                        <a:pt x="22193" y="83058"/>
                        <a:pt x="22003" y="82677"/>
                        <a:pt x="21812" y="82010"/>
                      </a:cubicBezTo>
                      <a:cubicBezTo>
                        <a:pt x="21622" y="81439"/>
                        <a:pt x="21622" y="80867"/>
                        <a:pt x="21812" y="80296"/>
                      </a:cubicBezTo>
                      <a:cubicBezTo>
                        <a:pt x="22765" y="80105"/>
                        <a:pt x="24003" y="79153"/>
                        <a:pt x="25813" y="77534"/>
                      </a:cubicBezTo>
                      <a:cubicBezTo>
                        <a:pt x="27432" y="76105"/>
                        <a:pt x="28765" y="75438"/>
                        <a:pt x="29813" y="75438"/>
                      </a:cubicBezTo>
                      <a:cubicBezTo>
                        <a:pt x="30385" y="75438"/>
                        <a:pt x="30956" y="75533"/>
                        <a:pt x="31528" y="75819"/>
                      </a:cubicBezTo>
                      <a:cubicBezTo>
                        <a:pt x="31147" y="75152"/>
                        <a:pt x="31147" y="74676"/>
                        <a:pt x="31528" y="74200"/>
                      </a:cubicBezTo>
                      <a:cubicBezTo>
                        <a:pt x="31813" y="73819"/>
                        <a:pt x="31528" y="73057"/>
                        <a:pt x="30671" y="72295"/>
                      </a:cubicBezTo>
                      <a:lnTo>
                        <a:pt x="35147" y="70199"/>
                      </a:lnTo>
                      <a:lnTo>
                        <a:pt x="34099" y="68771"/>
                      </a:lnTo>
                      <a:cubicBezTo>
                        <a:pt x="34766" y="68771"/>
                        <a:pt x="36004" y="68389"/>
                        <a:pt x="37529" y="67533"/>
                      </a:cubicBezTo>
                      <a:cubicBezTo>
                        <a:pt x="39148" y="66675"/>
                        <a:pt x="40196" y="66294"/>
                        <a:pt x="40672" y="66294"/>
                      </a:cubicBezTo>
                      <a:cubicBezTo>
                        <a:pt x="41529" y="66294"/>
                        <a:pt x="42101" y="66961"/>
                        <a:pt x="42386" y="68294"/>
                      </a:cubicBezTo>
                      <a:cubicBezTo>
                        <a:pt x="42101" y="71152"/>
                        <a:pt x="43148" y="74105"/>
                        <a:pt x="45529" y="77058"/>
                      </a:cubicBezTo>
                      <a:cubicBezTo>
                        <a:pt x="46672" y="78486"/>
                        <a:pt x="49054" y="80677"/>
                        <a:pt x="52483" y="83630"/>
                      </a:cubicBezTo>
                      <a:cubicBezTo>
                        <a:pt x="53054" y="84867"/>
                        <a:pt x="53912" y="85440"/>
                        <a:pt x="55150" y="85440"/>
                      </a:cubicBezTo>
                      <a:cubicBezTo>
                        <a:pt x="55531" y="85440"/>
                        <a:pt x="56007" y="85440"/>
                        <a:pt x="56769" y="85249"/>
                      </a:cubicBezTo>
                      <a:cubicBezTo>
                        <a:pt x="57531" y="85154"/>
                        <a:pt x="58103" y="85058"/>
                        <a:pt x="58388" y="85058"/>
                      </a:cubicBezTo>
                      <a:cubicBezTo>
                        <a:pt x="59150" y="85058"/>
                        <a:pt x="59912" y="85249"/>
                        <a:pt x="60579" y="85534"/>
                      </a:cubicBezTo>
                      <a:cubicBezTo>
                        <a:pt x="61246" y="85916"/>
                        <a:pt x="62103" y="86106"/>
                        <a:pt x="62960" y="86106"/>
                      </a:cubicBezTo>
                      <a:cubicBezTo>
                        <a:pt x="64579" y="86106"/>
                        <a:pt x="66389" y="85344"/>
                        <a:pt x="68485" y="83820"/>
                      </a:cubicBezTo>
                      <a:cubicBezTo>
                        <a:pt x="71628" y="81725"/>
                        <a:pt x="73438" y="80582"/>
                        <a:pt x="73914" y="80391"/>
                      </a:cubicBezTo>
                      <a:cubicBezTo>
                        <a:pt x="74390" y="79724"/>
                        <a:pt x="74581" y="78962"/>
                        <a:pt x="74581" y="78296"/>
                      </a:cubicBezTo>
                      <a:cubicBezTo>
                        <a:pt x="74581" y="77248"/>
                        <a:pt x="74009" y="75819"/>
                        <a:pt x="72771" y="74105"/>
                      </a:cubicBezTo>
                      <a:cubicBezTo>
                        <a:pt x="71533" y="72390"/>
                        <a:pt x="70866" y="71057"/>
                        <a:pt x="70771" y="70199"/>
                      </a:cubicBezTo>
                      <a:cubicBezTo>
                        <a:pt x="68580" y="69818"/>
                        <a:pt x="67342" y="69056"/>
                        <a:pt x="67056" y="67723"/>
                      </a:cubicBezTo>
                      <a:lnTo>
                        <a:pt x="67723" y="67151"/>
                      </a:lnTo>
                      <a:cubicBezTo>
                        <a:pt x="64961" y="65817"/>
                        <a:pt x="60960" y="63818"/>
                        <a:pt x="56007" y="61055"/>
                      </a:cubicBezTo>
                      <a:cubicBezTo>
                        <a:pt x="55436" y="61532"/>
                        <a:pt x="54959" y="61722"/>
                        <a:pt x="54388" y="61722"/>
                      </a:cubicBezTo>
                      <a:cubicBezTo>
                        <a:pt x="53721" y="61722"/>
                        <a:pt x="52769" y="61246"/>
                        <a:pt x="51721" y="60293"/>
                      </a:cubicBezTo>
                      <a:cubicBezTo>
                        <a:pt x="50673" y="59341"/>
                        <a:pt x="49816" y="58864"/>
                        <a:pt x="49149" y="58864"/>
                      </a:cubicBezTo>
                      <a:cubicBezTo>
                        <a:pt x="48958" y="58864"/>
                        <a:pt x="48673" y="58864"/>
                        <a:pt x="48387" y="59150"/>
                      </a:cubicBezTo>
                      <a:cubicBezTo>
                        <a:pt x="46196" y="58579"/>
                        <a:pt x="44005" y="56769"/>
                        <a:pt x="41815" y="53721"/>
                      </a:cubicBezTo>
                      <a:cubicBezTo>
                        <a:pt x="39338" y="50387"/>
                        <a:pt x="37243" y="48196"/>
                        <a:pt x="35623" y="47244"/>
                      </a:cubicBezTo>
                      <a:cubicBezTo>
                        <a:pt x="35814" y="46291"/>
                        <a:pt x="35338" y="45053"/>
                        <a:pt x="34290" y="43625"/>
                      </a:cubicBezTo>
                      <a:cubicBezTo>
                        <a:pt x="33242" y="42196"/>
                        <a:pt x="32766" y="41053"/>
                        <a:pt x="32956" y="40291"/>
                      </a:cubicBezTo>
                      <a:cubicBezTo>
                        <a:pt x="32290" y="39148"/>
                        <a:pt x="31909" y="36957"/>
                        <a:pt x="31813" y="33718"/>
                      </a:cubicBezTo>
                      <a:cubicBezTo>
                        <a:pt x="31623" y="30766"/>
                        <a:pt x="31528" y="27908"/>
                        <a:pt x="31432" y="24955"/>
                      </a:cubicBezTo>
                      <a:cubicBezTo>
                        <a:pt x="32195" y="24670"/>
                        <a:pt x="32480" y="24289"/>
                        <a:pt x="32480" y="23908"/>
                      </a:cubicBezTo>
                      <a:cubicBezTo>
                        <a:pt x="32480" y="23622"/>
                        <a:pt x="32290" y="23241"/>
                        <a:pt x="31909" y="22670"/>
                      </a:cubicBezTo>
                      <a:cubicBezTo>
                        <a:pt x="31528" y="22098"/>
                        <a:pt x="31432" y="21622"/>
                        <a:pt x="31432" y="21431"/>
                      </a:cubicBezTo>
                      <a:cubicBezTo>
                        <a:pt x="31909" y="20193"/>
                        <a:pt x="33338" y="18479"/>
                        <a:pt x="35909" y="16383"/>
                      </a:cubicBezTo>
                      <a:cubicBezTo>
                        <a:pt x="38005" y="14478"/>
                        <a:pt x="39053" y="12764"/>
                        <a:pt x="39053" y="11049"/>
                      </a:cubicBezTo>
                      <a:cubicBezTo>
                        <a:pt x="39433" y="11049"/>
                        <a:pt x="40005" y="10573"/>
                        <a:pt x="40862" y="10001"/>
                      </a:cubicBezTo>
                      <a:cubicBezTo>
                        <a:pt x="41720" y="9334"/>
                        <a:pt x="42291" y="9049"/>
                        <a:pt x="42672" y="9049"/>
                      </a:cubicBezTo>
                      <a:cubicBezTo>
                        <a:pt x="42958" y="9049"/>
                        <a:pt x="43148" y="9240"/>
                        <a:pt x="43339" y="9525"/>
                      </a:cubicBezTo>
                      <a:cubicBezTo>
                        <a:pt x="45053" y="6953"/>
                        <a:pt x="47720" y="4953"/>
                        <a:pt x="51435" y="3620"/>
                      </a:cubicBezTo>
                      <a:cubicBezTo>
                        <a:pt x="54673" y="2572"/>
                        <a:pt x="57912" y="1524"/>
                        <a:pt x="61246" y="476"/>
                      </a:cubicBezTo>
                      <a:cubicBezTo>
                        <a:pt x="62198" y="95"/>
                        <a:pt x="63151" y="0"/>
                        <a:pt x="64198" y="0"/>
                      </a:cubicBezTo>
                      <a:cubicBezTo>
                        <a:pt x="65627" y="0"/>
                        <a:pt x="67532" y="476"/>
                        <a:pt x="69818" y="1619"/>
                      </a:cubicBezTo>
                      <a:cubicBezTo>
                        <a:pt x="72199" y="2667"/>
                        <a:pt x="74104" y="3239"/>
                        <a:pt x="75533" y="3239"/>
                      </a:cubicBezTo>
                      <a:cubicBezTo>
                        <a:pt x="76105" y="3239"/>
                        <a:pt x="76771" y="3239"/>
                        <a:pt x="77343" y="2953"/>
                      </a:cubicBezTo>
                      <a:cubicBezTo>
                        <a:pt x="78010" y="4191"/>
                        <a:pt x="79057" y="4953"/>
                        <a:pt x="80677" y="5429"/>
                      </a:cubicBezTo>
                      <a:cubicBezTo>
                        <a:pt x="82677" y="6096"/>
                        <a:pt x="84011" y="6572"/>
                        <a:pt x="84677" y="7048"/>
                      </a:cubicBezTo>
                      <a:cubicBezTo>
                        <a:pt x="87725" y="7334"/>
                        <a:pt x="90392" y="11239"/>
                        <a:pt x="92773" y="18669"/>
                      </a:cubicBezTo>
                      <a:cubicBezTo>
                        <a:pt x="92773" y="19717"/>
                        <a:pt x="91916" y="21146"/>
                        <a:pt x="90488" y="22955"/>
                      </a:cubicBezTo>
                      <a:cubicBezTo>
                        <a:pt x="89059" y="24765"/>
                        <a:pt x="88392" y="26194"/>
                        <a:pt x="88487" y="27432"/>
                      </a:cubicBezTo>
                      <a:cubicBezTo>
                        <a:pt x="87535" y="27241"/>
                        <a:pt x="86963" y="27623"/>
                        <a:pt x="86868" y="28480"/>
                      </a:cubicBezTo>
                      <a:cubicBezTo>
                        <a:pt x="86868" y="29623"/>
                        <a:pt x="86582" y="30289"/>
                        <a:pt x="86201" y="30480"/>
                      </a:cubicBezTo>
                      <a:cubicBezTo>
                        <a:pt x="83725" y="31623"/>
                        <a:pt x="82010" y="32195"/>
                        <a:pt x="81058" y="32195"/>
                      </a:cubicBezTo>
                      <a:cubicBezTo>
                        <a:pt x="79629" y="32195"/>
                        <a:pt x="78296" y="31337"/>
                        <a:pt x="77057" y="29527"/>
                      </a:cubicBezTo>
                      <a:cubicBezTo>
                        <a:pt x="77057" y="28099"/>
                        <a:pt x="76105" y="27051"/>
                        <a:pt x="74390" y="26384"/>
                      </a:cubicBezTo>
                      <a:cubicBezTo>
                        <a:pt x="72485" y="25718"/>
                        <a:pt x="71342" y="24860"/>
                        <a:pt x="70961" y="23908"/>
                      </a:cubicBezTo>
                      <a:cubicBezTo>
                        <a:pt x="70390" y="23908"/>
                        <a:pt x="69056" y="23336"/>
                        <a:pt x="66865" y="22479"/>
                      </a:cubicBezTo>
                      <a:cubicBezTo>
                        <a:pt x="65151" y="21812"/>
                        <a:pt x="63722" y="21431"/>
                        <a:pt x="62674" y="21431"/>
                      </a:cubicBezTo>
                      <a:cubicBezTo>
                        <a:pt x="61151" y="21431"/>
                        <a:pt x="59912" y="22098"/>
                        <a:pt x="58864" y="23527"/>
                      </a:cubicBezTo>
                      <a:cubicBezTo>
                        <a:pt x="58483" y="23527"/>
                        <a:pt x="58198" y="23432"/>
                        <a:pt x="57912" y="23432"/>
                      </a:cubicBezTo>
                      <a:cubicBezTo>
                        <a:pt x="57245" y="23432"/>
                        <a:pt x="56102" y="24099"/>
                        <a:pt x="54578" y="25432"/>
                      </a:cubicBezTo>
                      <a:cubicBezTo>
                        <a:pt x="55054" y="26194"/>
                        <a:pt x="55245" y="26956"/>
                        <a:pt x="55245" y="27527"/>
                      </a:cubicBezTo>
                      <a:cubicBezTo>
                        <a:pt x="55245" y="28290"/>
                        <a:pt x="54673" y="29051"/>
                        <a:pt x="53435" y="29718"/>
                      </a:cubicBezTo>
                      <a:cubicBezTo>
                        <a:pt x="52292" y="30385"/>
                        <a:pt x="51626" y="31052"/>
                        <a:pt x="51626" y="31623"/>
                      </a:cubicBezTo>
                      <a:cubicBezTo>
                        <a:pt x="51626" y="32195"/>
                        <a:pt x="51911" y="32861"/>
                        <a:pt x="52578" y="33718"/>
                      </a:cubicBezTo>
                      <a:cubicBezTo>
                        <a:pt x="56293" y="39052"/>
                        <a:pt x="61913" y="43149"/>
                        <a:pt x="69342" y="45911"/>
                      </a:cubicBezTo>
                      <a:cubicBezTo>
                        <a:pt x="70295" y="46196"/>
                        <a:pt x="71723" y="47054"/>
                        <a:pt x="73533" y="48483"/>
                      </a:cubicBezTo>
                      <a:cubicBezTo>
                        <a:pt x="75343" y="49911"/>
                        <a:pt x="76867" y="50673"/>
                        <a:pt x="78105" y="50864"/>
                      </a:cubicBezTo>
                      <a:cubicBezTo>
                        <a:pt x="79343" y="51054"/>
                        <a:pt x="81058" y="52007"/>
                        <a:pt x="83248" y="53816"/>
                      </a:cubicBezTo>
                      <a:cubicBezTo>
                        <a:pt x="85154" y="55626"/>
                        <a:pt x="87058" y="56292"/>
                        <a:pt x="88773" y="56102"/>
                      </a:cubicBezTo>
                      <a:cubicBezTo>
                        <a:pt x="88773" y="56959"/>
                        <a:pt x="88868" y="57436"/>
                        <a:pt x="89154" y="57531"/>
                      </a:cubicBezTo>
                      <a:cubicBezTo>
                        <a:pt x="89916" y="57531"/>
                        <a:pt x="90583" y="58102"/>
                        <a:pt x="90964" y="59341"/>
                      </a:cubicBezTo>
                      <a:cubicBezTo>
                        <a:pt x="91345" y="60484"/>
                        <a:pt x="91916" y="60960"/>
                        <a:pt x="92773" y="60770"/>
                      </a:cubicBezTo>
                      <a:cubicBezTo>
                        <a:pt x="92964" y="61341"/>
                        <a:pt x="94107" y="63151"/>
                        <a:pt x="96203" y="66199"/>
                      </a:cubicBezTo>
                      <a:cubicBezTo>
                        <a:pt x="97822" y="68675"/>
                        <a:pt x="98584" y="70866"/>
                        <a:pt x="98584" y="72961"/>
                      </a:cubicBezTo>
                      <a:cubicBezTo>
                        <a:pt x="98965" y="73438"/>
                        <a:pt x="99251" y="74009"/>
                        <a:pt x="99251" y="74486"/>
                      </a:cubicBezTo>
                      <a:cubicBezTo>
                        <a:pt x="99251" y="74962"/>
                        <a:pt x="99060" y="75438"/>
                        <a:pt x="98584" y="76105"/>
                      </a:cubicBezTo>
                      <a:cubicBezTo>
                        <a:pt x="98107" y="76771"/>
                        <a:pt x="97917" y="77248"/>
                        <a:pt x="97917" y="77534"/>
                      </a:cubicBezTo>
                      <a:cubicBezTo>
                        <a:pt x="97917" y="78010"/>
                        <a:pt x="98298" y="78581"/>
                        <a:pt x="98965" y="79057"/>
                      </a:cubicBezTo>
                      <a:close/>
                      <a:moveTo>
                        <a:pt x="22384" y="81820"/>
                      </a:moveTo>
                      <a:lnTo>
                        <a:pt x="25432" y="80772"/>
                      </a:lnTo>
                      <a:lnTo>
                        <a:pt x="24003" y="80772"/>
                      </a:lnTo>
                      <a:lnTo>
                        <a:pt x="22384" y="81820"/>
                      </a:lnTo>
                      <a:close/>
                      <a:moveTo>
                        <a:pt x="23241" y="94679"/>
                      </a:moveTo>
                      <a:lnTo>
                        <a:pt x="23908" y="94679"/>
                      </a:lnTo>
                      <a:lnTo>
                        <a:pt x="24955" y="95441"/>
                      </a:lnTo>
                      <a:lnTo>
                        <a:pt x="23241" y="94679"/>
                      </a:lnTo>
                      <a:close/>
                      <a:moveTo>
                        <a:pt x="27527" y="101632"/>
                      </a:moveTo>
                      <a:cubicBezTo>
                        <a:pt x="27337" y="100679"/>
                        <a:pt x="27622" y="99822"/>
                        <a:pt x="28480" y="98965"/>
                      </a:cubicBezTo>
                      <a:lnTo>
                        <a:pt x="28289" y="99155"/>
                      </a:lnTo>
                      <a:cubicBezTo>
                        <a:pt x="28289" y="99155"/>
                        <a:pt x="28480" y="99727"/>
                        <a:pt x="28956" y="100203"/>
                      </a:cubicBezTo>
                      <a:cubicBezTo>
                        <a:pt x="29337" y="100584"/>
                        <a:pt x="29528" y="100870"/>
                        <a:pt x="29528" y="101060"/>
                      </a:cubicBezTo>
                      <a:cubicBezTo>
                        <a:pt x="29528" y="101346"/>
                        <a:pt x="29337" y="101536"/>
                        <a:pt x="28956" y="101727"/>
                      </a:cubicBezTo>
                      <a:lnTo>
                        <a:pt x="27527" y="101727"/>
                      </a:lnTo>
                      <a:close/>
                      <a:moveTo>
                        <a:pt x="28765" y="98584"/>
                      </a:moveTo>
                      <a:cubicBezTo>
                        <a:pt x="28765" y="98584"/>
                        <a:pt x="28480" y="98870"/>
                        <a:pt x="28480" y="98965"/>
                      </a:cubicBezTo>
                      <a:cubicBezTo>
                        <a:pt x="28480" y="98965"/>
                        <a:pt x="28480" y="98774"/>
                        <a:pt x="28765" y="98584"/>
                      </a:cubicBezTo>
                      <a:close/>
                      <a:moveTo>
                        <a:pt x="29051" y="96012"/>
                      </a:moveTo>
                      <a:cubicBezTo>
                        <a:pt x="29051" y="96012"/>
                        <a:pt x="29813" y="96202"/>
                        <a:pt x="30289" y="96679"/>
                      </a:cubicBezTo>
                      <a:cubicBezTo>
                        <a:pt x="30766" y="97060"/>
                        <a:pt x="30956" y="97346"/>
                        <a:pt x="31052" y="97441"/>
                      </a:cubicBezTo>
                      <a:cubicBezTo>
                        <a:pt x="30480" y="97441"/>
                        <a:pt x="29813" y="97917"/>
                        <a:pt x="28861" y="98489"/>
                      </a:cubicBezTo>
                      <a:cubicBezTo>
                        <a:pt x="29528" y="97631"/>
                        <a:pt x="29623" y="96774"/>
                        <a:pt x="29146" y="95917"/>
                      </a:cubicBezTo>
                      <a:close/>
                      <a:moveTo>
                        <a:pt x="32099" y="84773"/>
                      </a:moveTo>
                      <a:lnTo>
                        <a:pt x="32099" y="83725"/>
                      </a:lnTo>
                      <a:lnTo>
                        <a:pt x="29051" y="82105"/>
                      </a:lnTo>
                      <a:lnTo>
                        <a:pt x="32099" y="84773"/>
                      </a:lnTo>
                      <a:close/>
                      <a:moveTo>
                        <a:pt x="34576" y="88868"/>
                      </a:moveTo>
                      <a:cubicBezTo>
                        <a:pt x="34576" y="88868"/>
                        <a:pt x="34957" y="88964"/>
                        <a:pt x="35909" y="89154"/>
                      </a:cubicBezTo>
                      <a:cubicBezTo>
                        <a:pt x="36386" y="89154"/>
                        <a:pt x="36862" y="88964"/>
                        <a:pt x="37052" y="88392"/>
                      </a:cubicBezTo>
                      <a:cubicBezTo>
                        <a:pt x="36004" y="88011"/>
                        <a:pt x="35147" y="88202"/>
                        <a:pt x="34576" y="88868"/>
                      </a:cubicBezTo>
                      <a:cubicBezTo>
                        <a:pt x="34290" y="88868"/>
                        <a:pt x="34195" y="88964"/>
                        <a:pt x="34195" y="89249"/>
                      </a:cubicBezTo>
                      <a:lnTo>
                        <a:pt x="33147" y="90297"/>
                      </a:lnTo>
                      <a:lnTo>
                        <a:pt x="34195" y="90297"/>
                      </a:lnTo>
                      <a:cubicBezTo>
                        <a:pt x="34195" y="90297"/>
                        <a:pt x="34195" y="89535"/>
                        <a:pt x="34195" y="89249"/>
                      </a:cubicBezTo>
                      <a:lnTo>
                        <a:pt x="34576" y="88868"/>
                      </a:lnTo>
                      <a:close/>
                      <a:moveTo>
                        <a:pt x="35243" y="38767"/>
                      </a:moveTo>
                      <a:cubicBezTo>
                        <a:pt x="35243" y="38767"/>
                        <a:pt x="35814" y="37909"/>
                        <a:pt x="35623" y="37624"/>
                      </a:cubicBezTo>
                      <a:lnTo>
                        <a:pt x="36004" y="36671"/>
                      </a:lnTo>
                      <a:cubicBezTo>
                        <a:pt x="36004" y="36671"/>
                        <a:pt x="35147" y="35909"/>
                        <a:pt x="34576" y="35623"/>
                      </a:cubicBezTo>
                      <a:cubicBezTo>
                        <a:pt x="34004" y="35338"/>
                        <a:pt x="33623" y="35243"/>
                        <a:pt x="33433" y="35243"/>
                      </a:cubicBezTo>
                      <a:cubicBezTo>
                        <a:pt x="34862" y="36005"/>
                        <a:pt x="35528" y="36766"/>
                        <a:pt x="35528" y="37624"/>
                      </a:cubicBezTo>
                      <a:lnTo>
                        <a:pt x="35147" y="38767"/>
                      </a:lnTo>
                      <a:close/>
                      <a:moveTo>
                        <a:pt x="44387" y="31147"/>
                      </a:moveTo>
                      <a:lnTo>
                        <a:pt x="44387" y="30766"/>
                      </a:lnTo>
                      <a:cubicBezTo>
                        <a:pt x="44005" y="28480"/>
                        <a:pt x="42481" y="27337"/>
                        <a:pt x="39624" y="27337"/>
                      </a:cubicBezTo>
                      <a:cubicBezTo>
                        <a:pt x="37433" y="27337"/>
                        <a:pt x="35623" y="28004"/>
                        <a:pt x="34195" y="29242"/>
                      </a:cubicBezTo>
                      <a:cubicBezTo>
                        <a:pt x="34671" y="29433"/>
                        <a:pt x="35147" y="30289"/>
                        <a:pt x="35623" y="31814"/>
                      </a:cubicBezTo>
                      <a:cubicBezTo>
                        <a:pt x="36100" y="33338"/>
                        <a:pt x="36957" y="34004"/>
                        <a:pt x="38195" y="33718"/>
                      </a:cubicBezTo>
                      <a:lnTo>
                        <a:pt x="38195" y="33338"/>
                      </a:lnTo>
                      <a:cubicBezTo>
                        <a:pt x="38195" y="33338"/>
                        <a:pt x="38767" y="32099"/>
                        <a:pt x="39148" y="30385"/>
                      </a:cubicBezTo>
                      <a:cubicBezTo>
                        <a:pt x="39433" y="28956"/>
                        <a:pt x="39910" y="28290"/>
                        <a:pt x="40767" y="28290"/>
                      </a:cubicBezTo>
                      <a:cubicBezTo>
                        <a:pt x="41148" y="28290"/>
                        <a:pt x="41529" y="28384"/>
                        <a:pt x="41910" y="28670"/>
                      </a:cubicBezTo>
                      <a:lnTo>
                        <a:pt x="41910" y="29718"/>
                      </a:lnTo>
                      <a:cubicBezTo>
                        <a:pt x="41910" y="29718"/>
                        <a:pt x="42291" y="29623"/>
                        <a:pt x="42577" y="29623"/>
                      </a:cubicBezTo>
                      <a:cubicBezTo>
                        <a:pt x="42767" y="29623"/>
                        <a:pt x="43339" y="30099"/>
                        <a:pt x="44387" y="31147"/>
                      </a:cubicBezTo>
                      <a:close/>
                      <a:moveTo>
                        <a:pt x="36004" y="73438"/>
                      </a:moveTo>
                      <a:cubicBezTo>
                        <a:pt x="35243" y="73438"/>
                        <a:pt x="34766" y="73343"/>
                        <a:pt x="34576" y="73057"/>
                      </a:cubicBezTo>
                      <a:lnTo>
                        <a:pt x="35623" y="74486"/>
                      </a:lnTo>
                      <a:cubicBezTo>
                        <a:pt x="35623" y="74486"/>
                        <a:pt x="36195" y="73914"/>
                        <a:pt x="36004" y="73438"/>
                      </a:cubicBezTo>
                      <a:close/>
                      <a:moveTo>
                        <a:pt x="37052" y="32575"/>
                      </a:moveTo>
                      <a:lnTo>
                        <a:pt x="36671" y="32195"/>
                      </a:lnTo>
                      <a:lnTo>
                        <a:pt x="37719" y="32195"/>
                      </a:lnTo>
                      <a:cubicBezTo>
                        <a:pt x="37719" y="32195"/>
                        <a:pt x="37433" y="32385"/>
                        <a:pt x="37052" y="32575"/>
                      </a:cubicBezTo>
                      <a:close/>
                      <a:moveTo>
                        <a:pt x="37719" y="32195"/>
                      </a:moveTo>
                      <a:cubicBezTo>
                        <a:pt x="37719" y="32195"/>
                        <a:pt x="38005" y="32004"/>
                        <a:pt x="38195" y="32195"/>
                      </a:cubicBezTo>
                      <a:lnTo>
                        <a:pt x="37719" y="32195"/>
                      </a:lnTo>
                      <a:close/>
                      <a:moveTo>
                        <a:pt x="38671" y="97060"/>
                      </a:moveTo>
                      <a:lnTo>
                        <a:pt x="39719" y="96012"/>
                      </a:lnTo>
                      <a:cubicBezTo>
                        <a:pt x="39719" y="96012"/>
                        <a:pt x="38957" y="95345"/>
                        <a:pt x="38671" y="95345"/>
                      </a:cubicBezTo>
                      <a:lnTo>
                        <a:pt x="38671" y="97060"/>
                      </a:lnTo>
                      <a:close/>
                      <a:moveTo>
                        <a:pt x="40291" y="34004"/>
                      </a:moveTo>
                      <a:cubicBezTo>
                        <a:pt x="40481" y="33433"/>
                        <a:pt x="40291" y="32861"/>
                        <a:pt x="39719" y="32099"/>
                      </a:cubicBezTo>
                      <a:lnTo>
                        <a:pt x="39719" y="34576"/>
                      </a:lnTo>
                      <a:lnTo>
                        <a:pt x="40291" y="33909"/>
                      </a:lnTo>
                      <a:close/>
                      <a:moveTo>
                        <a:pt x="42291" y="105537"/>
                      </a:moveTo>
                      <a:lnTo>
                        <a:pt x="41910" y="105156"/>
                      </a:lnTo>
                      <a:lnTo>
                        <a:pt x="42958" y="105156"/>
                      </a:lnTo>
                      <a:cubicBezTo>
                        <a:pt x="42481" y="105442"/>
                        <a:pt x="42196" y="105537"/>
                        <a:pt x="42291" y="105537"/>
                      </a:cubicBezTo>
                      <a:close/>
                      <a:moveTo>
                        <a:pt x="55150" y="94583"/>
                      </a:moveTo>
                      <a:lnTo>
                        <a:pt x="55721" y="93916"/>
                      </a:lnTo>
                      <a:lnTo>
                        <a:pt x="55150" y="92488"/>
                      </a:lnTo>
                      <a:lnTo>
                        <a:pt x="55150" y="94583"/>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 name="Google Shape;1356;p99"/>
                <p:cNvSpPr/>
                <p:nvPr/>
              </p:nvSpPr>
              <p:spPr>
                <a:xfrm>
                  <a:off x="6952678" y="5543740"/>
                  <a:ext cx="83534" cy="112775"/>
                </a:xfrm>
                <a:custGeom>
                  <a:avLst/>
                  <a:gdLst/>
                  <a:ahLst/>
                  <a:cxnLst/>
                  <a:rect l="l" t="t" r="r" b="b"/>
                  <a:pathLst>
                    <a:path w="83534" h="112775" extrusionOk="0">
                      <a:moveTo>
                        <a:pt x="1619" y="112776"/>
                      </a:moveTo>
                      <a:lnTo>
                        <a:pt x="0" y="111728"/>
                      </a:lnTo>
                      <a:lnTo>
                        <a:pt x="1619" y="112109"/>
                      </a:lnTo>
                      <a:lnTo>
                        <a:pt x="1619" y="112776"/>
                      </a:lnTo>
                      <a:close/>
                      <a:moveTo>
                        <a:pt x="81439" y="43243"/>
                      </a:moveTo>
                      <a:cubicBezTo>
                        <a:pt x="81153" y="44196"/>
                        <a:pt x="81439" y="45244"/>
                        <a:pt x="82201" y="46291"/>
                      </a:cubicBezTo>
                      <a:cubicBezTo>
                        <a:pt x="82963" y="47339"/>
                        <a:pt x="83344" y="48006"/>
                        <a:pt x="83344" y="48387"/>
                      </a:cubicBezTo>
                      <a:cubicBezTo>
                        <a:pt x="83344" y="48958"/>
                        <a:pt x="82963" y="49720"/>
                        <a:pt x="82296" y="50482"/>
                      </a:cubicBezTo>
                      <a:cubicBezTo>
                        <a:pt x="82772" y="54007"/>
                        <a:pt x="82963" y="57817"/>
                        <a:pt x="82963" y="61913"/>
                      </a:cubicBezTo>
                      <a:cubicBezTo>
                        <a:pt x="82963" y="66008"/>
                        <a:pt x="82772" y="69723"/>
                        <a:pt x="82296" y="73437"/>
                      </a:cubicBezTo>
                      <a:cubicBezTo>
                        <a:pt x="80582" y="73914"/>
                        <a:pt x="79820" y="74771"/>
                        <a:pt x="79820" y="75914"/>
                      </a:cubicBezTo>
                      <a:cubicBezTo>
                        <a:pt x="79820" y="76295"/>
                        <a:pt x="79915" y="76867"/>
                        <a:pt x="80200" y="77724"/>
                      </a:cubicBezTo>
                      <a:cubicBezTo>
                        <a:pt x="80486" y="78581"/>
                        <a:pt x="80582" y="79343"/>
                        <a:pt x="80582" y="79820"/>
                      </a:cubicBezTo>
                      <a:cubicBezTo>
                        <a:pt x="80582" y="80296"/>
                        <a:pt x="80486" y="80676"/>
                        <a:pt x="80296" y="80963"/>
                      </a:cubicBezTo>
                      <a:lnTo>
                        <a:pt x="80772" y="84677"/>
                      </a:lnTo>
                      <a:cubicBezTo>
                        <a:pt x="79629" y="85248"/>
                        <a:pt x="78772" y="86487"/>
                        <a:pt x="78105" y="88202"/>
                      </a:cubicBezTo>
                      <a:cubicBezTo>
                        <a:pt x="77438" y="89916"/>
                        <a:pt x="76867" y="91630"/>
                        <a:pt x="76295" y="93154"/>
                      </a:cubicBezTo>
                      <a:cubicBezTo>
                        <a:pt x="74676" y="93821"/>
                        <a:pt x="71914" y="95821"/>
                        <a:pt x="68009" y="98964"/>
                      </a:cubicBezTo>
                      <a:lnTo>
                        <a:pt x="69437" y="100393"/>
                      </a:lnTo>
                      <a:cubicBezTo>
                        <a:pt x="64579" y="100584"/>
                        <a:pt x="61055" y="101727"/>
                        <a:pt x="58864" y="104013"/>
                      </a:cubicBezTo>
                      <a:cubicBezTo>
                        <a:pt x="58484" y="104013"/>
                        <a:pt x="58102" y="103917"/>
                        <a:pt x="57817" y="103917"/>
                      </a:cubicBezTo>
                      <a:cubicBezTo>
                        <a:pt x="57055" y="103917"/>
                        <a:pt x="56292" y="104298"/>
                        <a:pt x="55626" y="104965"/>
                      </a:cubicBezTo>
                      <a:cubicBezTo>
                        <a:pt x="54959" y="105632"/>
                        <a:pt x="54673" y="106299"/>
                        <a:pt x="54769" y="107156"/>
                      </a:cubicBezTo>
                      <a:cubicBezTo>
                        <a:pt x="53626" y="106489"/>
                        <a:pt x="52388" y="106108"/>
                        <a:pt x="50959" y="106108"/>
                      </a:cubicBezTo>
                      <a:lnTo>
                        <a:pt x="46767" y="106108"/>
                      </a:lnTo>
                      <a:cubicBezTo>
                        <a:pt x="46958" y="105537"/>
                        <a:pt x="46673" y="104965"/>
                        <a:pt x="45911" y="104680"/>
                      </a:cubicBezTo>
                      <a:cubicBezTo>
                        <a:pt x="45148" y="104298"/>
                        <a:pt x="44768" y="103917"/>
                        <a:pt x="44672" y="103537"/>
                      </a:cubicBezTo>
                      <a:cubicBezTo>
                        <a:pt x="43625" y="105251"/>
                        <a:pt x="42100" y="106108"/>
                        <a:pt x="40100" y="106299"/>
                      </a:cubicBezTo>
                      <a:cubicBezTo>
                        <a:pt x="39719" y="106299"/>
                        <a:pt x="38005" y="106299"/>
                        <a:pt x="34957" y="106203"/>
                      </a:cubicBezTo>
                      <a:cubicBezTo>
                        <a:pt x="32766" y="105346"/>
                        <a:pt x="30480" y="104394"/>
                        <a:pt x="28194" y="103441"/>
                      </a:cubicBezTo>
                      <a:cubicBezTo>
                        <a:pt x="25527" y="102298"/>
                        <a:pt x="23527" y="101060"/>
                        <a:pt x="22098" y="99536"/>
                      </a:cubicBezTo>
                      <a:cubicBezTo>
                        <a:pt x="21527" y="100203"/>
                        <a:pt x="20479" y="100013"/>
                        <a:pt x="18764" y="99155"/>
                      </a:cubicBezTo>
                      <a:cubicBezTo>
                        <a:pt x="16669" y="96488"/>
                        <a:pt x="14478" y="93821"/>
                        <a:pt x="12287" y="91059"/>
                      </a:cubicBezTo>
                      <a:cubicBezTo>
                        <a:pt x="10001" y="87916"/>
                        <a:pt x="8668" y="84963"/>
                        <a:pt x="8477" y="82201"/>
                      </a:cubicBezTo>
                      <a:cubicBezTo>
                        <a:pt x="7239" y="80676"/>
                        <a:pt x="6668" y="78581"/>
                        <a:pt x="6763" y="75723"/>
                      </a:cubicBezTo>
                      <a:cubicBezTo>
                        <a:pt x="6763" y="71533"/>
                        <a:pt x="6763" y="69246"/>
                        <a:pt x="6763" y="68866"/>
                      </a:cubicBezTo>
                      <a:cubicBezTo>
                        <a:pt x="6668" y="68294"/>
                        <a:pt x="6572" y="67627"/>
                        <a:pt x="6572" y="66865"/>
                      </a:cubicBezTo>
                      <a:cubicBezTo>
                        <a:pt x="6572" y="65913"/>
                        <a:pt x="6763" y="64389"/>
                        <a:pt x="6953" y="62389"/>
                      </a:cubicBezTo>
                      <a:cubicBezTo>
                        <a:pt x="7239" y="60388"/>
                        <a:pt x="7334" y="58864"/>
                        <a:pt x="7334" y="57817"/>
                      </a:cubicBezTo>
                      <a:cubicBezTo>
                        <a:pt x="7334" y="55912"/>
                        <a:pt x="6953" y="54387"/>
                        <a:pt x="6287" y="53054"/>
                      </a:cubicBezTo>
                      <a:cubicBezTo>
                        <a:pt x="7144" y="52673"/>
                        <a:pt x="7429" y="52006"/>
                        <a:pt x="7048" y="51054"/>
                      </a:cubicBezTo>
                      <a:cubicBezTo>
                        <a:pt x="6668" y="50102"/>
                        <a:pt x="6763" y="49435"/>
                        <a:pt x="7334" y="48958"/>
                      </a:cubicBezTo>
                      <a:cubicBezTo>
                        <a:pt x="6858" y="44672"/>
                        <a:pt x="6572" y="41053"/>
                        <a:pt x="6572" y="38100"/>
                      </a:cubicBezTo>
                      <a:cubicBezTo>
                        <a:pt x="6572" y="32861"/>
                        <a:pt x="7334" y="28480"/>
                        <a:pt x="8858" y="24860"/>
                      </a:cubicBezTo>
                      <a:cubicBezTo>
                        <a:pt x="9525" y="21907"/>
                        <a:pt x="10096" y="19907"/>
                        <a:pt x="10573" y="18955"/>
                      </a:cubicBezTo>
                      <a:cubicBezTo>
                        <a:pt x="11621" y="16859"/>
                        <a:pt x="13145" y="15621"/>
                        <a:pt x="15049" y="15144"/>
                      </a:cubicBezTo>
                      <a:cubicBezTo>
                        <a:pt x="16193" y="12096"/>
                        <a:pt x="18764" y="9334"/>
                        <a:pt x="22765" y="7144"/>
                      </a:cubicBezTo>
                      <a:lnTo>
                        <a:pt x="22098" y="6762"/>
                      </a:lnTo>
                      <a:cubicBezTo>
                        <a:pt x="23336" y="6477"/>
                        <a:pt x="25051" y="5524"/>
                        <a:pt x="27337" y="3905"/>
                      </a:cubicBezTo>
                      <a:cubicBezTo>
                        <a:pt x="29242" y="2477"/>
                        <a:pt x="31147" y="1905"/>
                        <a:pt x="32861" y="2000"/>
                      </a:cubicBezTo>
                      <a:cubicBezTo>
                        <a:pt x="32861" y="667"/>
                        <a:pt x="33338" y="0"/>
                        <a:pt x="34385" y="0"/>
                      </a:cubicBezTo>
                      <a:cubicBezTo>
                        <a:pt x="34766" y="0"/>
                        <a:pt x="35433" y="95"/>
                        <a:pt x="36386" y="285"/>
                      </a:cubicBezTo>
                      <a:cubicBezTo>
                        <a:pt x="37338" y="571"/>
                        <a:pt x="38005" y="571"/>
                        <a:pt x="38385" y="476"/>
                      </a:cubicBezTo>
                      <a:cubicBezTo>
                        <a:pt x="39814" y="2477"/>
                        <a:pt x="41624" y="3524"/>
                        <a:pt x="43910" y="3524"/>
                      </a:cubicBezTo>
                      <a:cubicBezTo>
                        <a:pt x="44958" y="3524"/>
                        <a:pt x="46767" y="3143"/>
                        <a:pt x="49149" y="2477"/>
                      </a:cubicBezTo>
                      <a:cubicBezTo>
                        <a:pt x="50959" y="2953"/>
                        <a:pt x="53340" y="2953"/>
                        <a:pt x="56198" y="2477"/>
                      </a:cubicBezTo>
                      <a:lnTo>
                        <a:pt x="56198" y="2953"/>
                      </a:lnTo>
                      <a:cubicBezTo>
                        <a:pt x="56959" y="2571"/>
                        <a:pt x="57721" y="2477"/>
                        <a:pt x="58579" y="2477"/>
                      </a:cubicBezTo>
                      <a:cubicBezTo>
                        <a:pt x="59722" y="2477"/>
                        <a:pt x="61150" y="3238"/>
                        <a:pt x="62960" y="4667"/>
                      </a:cubicBezTo>
                      <a:cubicBezTo>
                        <a:pt x="64675" y="6191"/>
                        <a:pt x="66294" y="6953"/>
                        <a:pt x="67627" y="7144"/>
                      </a:cubicBezTo>
                      <a:cubicBezTo>
                        <a:pt x="68009" y="8477"/>
                        <a:pt x="69056" y="9906"/>
                        <a:pt x="71057" y="11335"/>
                      </a:cubicBezTo>
                      <a:cubicBezTo>
                        <a:pt x="72961" y="12763"/>
                        <a:pt x="74009" y="13811"/>
                        <a:pt x="74295" y="14383"/>
                      </a:cubicBezTo>
                      <a:cubicBezTo>
                        <a:pt x="75629" y="14383"/>
                        <a:pt x="76391" y="15335"/>
                        <a:pt x="76676" y="17145"/>
                      </a:cubicBezTo>
                      <a:cubicBezTo>
                        <a:pt x="76962" y="18955"/>
                        <a:pt x="77724" y="19907"/>
                        <a:pt x="78962" y="19907"/>
                      </a:cubicBezTo>
                      <a:cubicBezTo>
                        <a:pt x="79915" y="21050"/>
                        <a:pt x="80391" y="22670"/>
                        <a:pt x="80391" y="24765"/>
                      </a:cubicBezTo>
                      <a:lnTo>
                        <a:pt x="80391" y="26670"/>
                      </a:lnTo>
                      <a:cubicBezTo>
                        <a:pt x="80391" y="27527"/>
                        <a:pt x="80296" y="28194"/>
                        <a:pt x="80296" y="28480"/>
                      </a:cubicBezTo>
                      <a:cubicBezTo>
                        <a:pt x="80296" y="31052"/>
                        <a:pt x="81248" y="32861"/>
                        <a:pt x="83058" y="34004"/>
                      </a:cubicBezTo>
                      <a:cubicBezTo>
                        <a:pt x="82677" y="34671"/>
                        <a:pt x="82486" y="35337"/>
                        <a:pt x="82486" y="36100"/>
                      </a:cubicBezTo>
                      <a:cubicBezTo>
                        <a:pt x="82486" y="36862"/>
                        <a:pt x="82677" y="37719"/>
                        <a:pt x="83058" y="38862"/>
                      </a:cubicBezTo>
                      <a:cubicBezTo>
                        <a:pt x="83439" y="40005"/>
                        <a:pt x="83534" y="40767"/>
                        <a:pt x="83534" y="41243"/>
                      </a:cubicBezTo>
                      <a:cubicBezTo>
                        <a:pt x="83534" y="42291"/>
                        <a:pt x="82868" y="42958"/>
                        <a:pt x="81534" y="43243"/>
                      </a:cubicBezTo>
                      <a:close/>
                      <a:moveTo>
                        <a:pt x="67533" y="50482"/>
                      </a:moveTo>
                      <a:cubicBezTo>
                        <a:pt x="67533" y="50482"/>
                        <a:pt x="70009" y="51149"/>
                        <a:pt x="73628" y="52292"/>
                      </a:cubicBezTo>
                      <a:lnTo>
                        <a:pt x="73628" y="49435"/>
                      </a:lnTo>
                      <a:cubicBezTo>
                        <a:pt x="70675" y="48387"/>
                        <a:pt x="69342" y="47815"/>
                        <a:pt x="69628" y="47815"/>
                      </a:cubicBezTo>
                      <a:cubicBezTo>
                        <a:pt x="69056" y="47815"/>
                        <a:pt x="68770" y="48292"/>
                        <a:pt x="68961" y="49435"/>
                      </a:cubicBezTo>
                      <a:lnTo>
                        <a:pt x="67533" y="47815"/>
                      </a:lnTo>
                      <a:lnTo>
                        <a:pt x="66866" y="48196"/>
                      </a:lnTo>
                      <a:cubicBezTo>
                        <a:pt x="66294" y="47244"/>
                        <a:pt x="65341" y="46482"/>
                        <a:pt x="64198" y="46005"/>
                      </a:cubicBezTo>
                      <a:cubicBezTo>
                        <a:pt x="62293" y="45339"/>
                        <a:pt x="61150" y="44862"/>
                        <a:pt x="60865" y="44672"/>
                      </a:cubicBezTo>
                      <a:cubicBezTo>
                        <a:pt x="61246" y="44291"/>
                        <a:pt x="61341" y="43529"/>
                        <a:pt x="61246" y="42576"/>
                      </a:cubicBezTo>
                      <a:lnTo>
                        <a:pt x="61246" y="40195"/>
                      </a:lnTo>
                      <a:cubicBezTo>
                        <a:pt x="61246" y="40195"/>
                        <a:pt x="59912" y="37433"/>
                        <a:pt x="58198" y="33338"/>
                      </a:cubicBezTo>
                      <a:cubicBezTo>
                        <a:pt x="57055" y="30480"/>
                        <a:pt x="56007" y="28670"/>
                        <a:pt x="55054" y="27908"/>
                      </a:cubicBezTo>
                      <a:lnTo>
                        <a:pt x="55721" y="27527"/>
                      </a:lnTo>
                      <a:cubicBezTo>
                        <a:pt x="54769" y="26289"/>
                        <a:pt x="53435" y="25432"/>
                        <a:pt x="51721" y="24860"/>
                      </a:cubicBezTo>
                      <a:cubicBezTo>
                        <a:pt x="50006" y="24384"/>
                        <a:pt x="48483" y="23908"/>
                        <a:pt x="46958" y="23431"/>
                      </a:cubicBezTo>
                      <a:cubicBezTo>
                        <a:pt x="47054" y="22003"/>
                        <a:pt x="46482" y="21336"/>
                        <a:pt x="45244" y="21336"/>
                      </a:cubicBezTo>
                      <a:cubicBezTo>
                        <a:pt x="43625" y="21336"/>
                        <a:pt x="42482" y="22003"/>
                        <a:pt x="41910" y="23431"/>
                      </a:cubicBezTo>
                      <a:cubicBezTo>
                        <a:pt x="40957" y="23526"/>
                        <a:pt x="39624" y="24098"/>
                        <a:pt x="38005" y="25146"/>
                      </a:cubicBezTo>
                      <a:cubicBezTo>
                        <a:pt x="36386" y="26194"/>
                        <a:pt x="35147" y="26670"/>
                        <a:pt x="34195" y="26384"/>
                      </a:cubicBezTo>
                      <a:cubicBezTo>
                        <a:pt x="32385" y="26955"/>
                        <a:pt x="31242" y="28384"/>
                        <a:pt x="30480" y="30766"/>
                      </a:cubicBezTo>
                      <a:cubicBezTo>
                        <a:pt x="29813" y="33433"/>
                        <a:pt x="28956" y="35052"/>
                        <a:pt x="28004" y="35528"/>
                      </a:cubicBezTo>
                      <a:cubicBezTo>
                        <a:pt x="28004" y="36862"/>
                        <a:pt x="28004" y="38576"/>
                        <a:pt x="27623" y="40862"/>
                      </a:cubicBezTo>
                      <a:cubicBezTo>
                        <a:pt x="27337" y="43053"/>
                        <a:pt x="27146" y="44577"/>
                        <a:pt x="27146" y="45434"/>
                      </a:cubicBezTo>
                      <a:cubicBezTo>
                        <a:pt x="27146" y="46958"/>
                        <a:pt x="27432" y="48196"/>
                        <a:pt x="27908" y="49339"/>
                      </a:cubicBezTo>
                      <a:cubicBezTo>
                        <a:pt x="26956" y="50006"/>
                        <a:pt x="26765" y="51435"/>
                        <a:pt x="27527" y="53626"/>
                      </a:cubicBezTo>
                      <a:cubicBezTo>
                        <a:pt x="28194" y="55340"/>
                        <a:pt x="27813" y="56388"/>
                        <a:pt x="26479" y="56483"/>
                      </a:cubicBezTo>
                      <a:cubicBezTo>
                        <a:pt x="27432" y="60770"/>
                        <a:pt x="27908" y="63912"/>
                        <a:pt x="27908" y="66104"/>
                      </a:cubicBezTo>
                      <a:cubicBezTo>
                        <a:pt x="27908" y="67723"/>
                        <a:pt x="27813" y="69246"/>
                        <a:pt x="27527" y="70771"/>
                      </a:cubicBezTo>
                      <a:cubicBezTo>
                        <a:pt x="28194" y="71247"/>
                        <a:pt x="29337" y="73914"/>
                        <a:pt x="31242" y="78486"/>
                      </a:cubicBezTo>
                      <a:cubicBezTo>
                        <a:pt x="32575" y="81819"/>
                        <a:pt x="34671" y="83248"/>
                        <a:pt x="37719" y="82962"/>
                      </a:cubicBezTo>
                      <a:cubicBezTo>
                        <a:pt x="38005" y="82962"/>
                        <a:pt x="38291" y="82962"/>
                        <a:pt x="38671" y="82582"/>
                      </a:cubicBezTo>
                      <a:cubicBezTo>
                        <a:pt x="39052" y="82201"/>
                        <a:pt x="39338" y="82105"/>
                        <a:pt x="39434" y="82105"/>
                      </a:cubicBezTo>
                      <a:cubicBezTo>
                        <a:pt x="39719" y="82105"/>
                        <a:pt x="40005" y="82296"/>
                        <a:pt x="40195" y="82582"/>
                      </a:cubicBezTo>
                      <a:lnTo>
                        <a:pt x="39719" y="82962"/>
                      </a:lnTo>
                      <a:cubicBezTo>
                        <a:pt x="39719" y="82962"/>
                        <a:pt x="39910" y="83820"/>
                        <a:pt x="40386" y="84105"/>
                      </a:cubicBezTo>
                      <a:lnTo>
                        <a:pt x="41339" y="85058"/>
                      </a:lnTo>
                      <a:cubicBezTo>
                        <a:pt x="41910" y="85820"/>
                        <a:pt x="42767" y="86201"/>
                        <a:pt x="43720" y="86201"/>
                      </a:cubicBezTo>
                      <a:cubicBezTo>
                        <a:pt x="45053" y="86201"/>
                        <a:pt x="45720" y="85630"/>
                        <a:pt x="45815" y="84582"/>
                      </a:cubicBezTo>
                      <a:cubicBezTo>
                        <a:pt x="46387" y="85154"/>
                        <a:pt x="46958" y="85344"/>
                        <a:pt x="47530" y="85344"/>
                      </a:cubicBezTo>
                      <a:cubicBezTo>
                        <a:pt x="48101" y="85344"/>
                        <a:pt x="48673" y="84772"/>
                        <a:pt x="49339" y="83629"/>
                      </a:cubicBezTo>
                      <a:cubicBezTo>
                        <a:pt x="50006" y="82486"/>
                        <a:pt x="50578" y="81915"/>
                        <a:pt x="51149" y="81915"/>
                      </a:cubicBezTo>
                      <a:cubicBezTo>
                        <a:pt x="51721" y="81915"/>
                        <a:pt x="52292" y="82201"/>
                        <a:pt x="53150" y="82867"/>
                      </a:cubicBezTo>
                      <a:cubicBezTo>
                        <a:pt x="53340" y="82486"/>
                        <a:pt x="54197" y="82010"/>
                        <a:pt x="55626" y="81248"/>
                      </a:cubicBezTo>
                      <a:cubicBezTo>
                        <a:pt x="56864" y="80772"/>
                        <a:pt x="57435" y="79914"/>
                        <a:pt x="57435" y="78962"/>
                      </a:cubicBezTo>
                      <a:cubicBezTo>
                        <a:pt x="57435" y="78581"/>
                        <a:pt x="57435" y="78105"/>
                        <a:pt x="57150" y="77628"/>
                      </a:cubicBezTo>
                      <a:cubicBezTo>
                        <a:pt x="58388" y="77057"/>
                        <a:pt x="59150" y="75629"/>
                        <a:pt x="59436" y="73533"/>
                      </a:cubicBezTo>
                      <a:cubicBezTo>
                        <a:pt x="59722" y="71438"/>
                        <a:pt x="60293" y="70104"/>
                        <a:pt x="61150" y="69628"/>
                      </a:cubicBezTo>
                      <a:lnTo>
                        <a:pt x="61150" y="60864"/>
                      </a:lnTo>
                      <a:cubicBezTo>
                        <a:pt x="61341" y="60198"/>
                        <a:pt x="61436" y="59531"/>
                        <a:pt x="61436" y="58769"/>
                      </a:cubicBezTo>
                      <a:cubicBezTo>
                        <a:pt x="61436" y="58007"/>
                        <a:pt x="61341" y="56864"/>
                        <a:pt x="61055" y="55340"/>
                      </a:cubicBezTo>
                      <a:cubicBezTo>
                        <a:pt x="60770" y="53816"/>
                        <a:pt x="60674" y="52768"/>
                        <a:pt x="60674" y="52101"/>
                      </a:cubicBezTo>
                      <a:cubicBezTo>
                        <a:pt x="60674" y="51149"/>
                        <a:pt x="60865" y="50292"/>
                        <a:pt x="61246" y="49625"/>
                      </a:cubicBezTo>
                      <a:cubicBezTo>
                        <a:pt x="61150" y="48673"/>
                        <a:pt x="61436" y="48101"/>
                        <a:pt x="62008" y="47910"/>
                      </a:cubicBezTo>
                      <a:cubicBezTo>
                        <a:pt x="62293" y="47910"/>
                        <a:pt x="62960" y="47910"/>
                        <a:pt x="64198" y="48196"/>
                      </a:cubicBezTo>
                      <a:cubicBezTo>
                        <a:pt x="65151" y="48387"/>
                        <a:pt x="65817" y="48387"/>
                        <a:pt x="66294" y="48101"/>
                      </a:cubicBezTo>
                      <a:cubicBezTo>
                        <a:pt x="67151" y="48863"/>
                        <a:pt x="67437" y="49625"/>
                        <a:pt x="67342" y="50387"/>
                      </a:cubicBezTo>
                      <a:close/>
                      <a:moveTo>
                        <a:pt x="78772" y="43243"/>
                      </a:moveTo>
                      <a:cubicBezTo>
                        <a:pt x="78105" y="42863"/>
                        <a:pt x="77343" y="42767"/>
                        <a:pt x="76676" y="42767"/>
                      </a:cubicBezTo>
                      <a:cubicBezTo>
                        <a:pt x="76295" y="42767"/>
                        <a:pt x="75533" y="42767"/>
                        <a:pt x="74581" y="43148"/>
                      </a:cubicBezTo>
                      <a:cubicBezTo>
                        <a:pt x="73628" y="43339"/>
                        <a:pt x="72771" y="43434"/>
                        <a:pt x="72104" y="43339"/>
                      </a:cubicBezTo>
                      <a:lnTo>
                        <a:pt x="75248" y="45434"/>
                      </a:lnTo>
                      <a:lnTo>
                        <a:pt x="75629" y="43339"/>
                      </a:lnTo>
                      <a:cubicBezTo>
                        <a:pt x="75629" y="43339"/>
                        <a:pt x="76867" y="43719"/>
                        <a:pt x="78772" y="44386"/>
                      </a:cubicBezTo>
                      <a:lnTo>
                        <a:pt x="78772" y="43339"/>
                      </a:lnTo>
                      <a:close/>
                      <a:moveTo>
                        <a:pt x="75629" y="76390"/>
                      </a:moveTo>
                      <a:cubicBezTo>
                        <a:pt x="75629" y="76390"/>
                        <a:pt x="75914" y="76200"/>
                        <a:pt x="75914" y="76105"/>
                      </a:cubicBezTo>
                      <a:cubicBezTo>
                        <a:pt x="75914" y="76105"/>
                        <a:pt x="75724" y="75819"/>
                        <a:pt x="75248" y="75629"/>
                      </a:cubicBezTo>
                      <a:cubicBezTo>
                        <a:pt x="74866" y="75438"/>
                        <a:pt x="74581" y="75247"/>
                        <a:pt x="74581" y="75057"/>
                      </a:cubicBezTo>
                      <a:cubicBezTo>
                        <a:pt x="74581" y="74866"/>
                        <a:pt x="74771" y="74676"/>
                        <a:pt x="75248" y="74390"/>
                      </a:cubicBezTo>
                      <a:cubicBezTo>
                        <a:pt x="74771" y="74200"/>
                        <a:pt x="74200" y="74295"/>
                        <a:pt x="73628" y="74580"/>
                      </a:cubicBezTo>
                      <a:cubicBezTo>
                        <a:pt x="72866" y="75057"/>
                        <a:pt x="72390" y="75342"/>
                        <a:pt x="72295" y="75342"/>
                      </a:cubicBezTo>
                      <a:cubicBezTo>
                        <a:pt x="72580" y="75342"/>
                        <a:pt x="73628" y="75723"/>
                        <a:pt x="75629" y="76390"/>
                      </a:cubicBezTo>
                      <a:close/>
                      <a:moveTo>
                        <a:pt x="79153" y="49435"/>
                      </a:moveTo>
                      <a:lnTo>
                        <a:pt x="80772" y="49435"/>
                      </a:lnTo>
                      <a:cubicBezTo>
                        <a:pt x="80010" y="48958"/>
                        <a:pt x="79439" y="48863"/>
                        <a:pt x="79153" y="49339"/>
                      </a:cubicBezTo>
                      <a:cubicBezTo>
                        <a:pt x="78200" y="49053"/>
                        <a:pt x="76771" y="48673"/>
                        <a:pt x="75057" y="48196"/>
                      </a:cubicBezTo>
                      <a:cubicBezTo>
                        <a:pt x="74866" y="47530"/>
                        <a:pt x="74390" y="47244"/>
                        <a:pt x="73628" y="47244"/>
                      </a:cubicBezTo>
                      <a:cubicBezTo>
                        <a:pt x="74009" y="47434"/>
                        <a:pt x="74486" y="47720"/>
                        <a:pt x="75057" y="48196"/>
                      </a:cubicBezTo>
                      <a:cubicBezTo>
                        <a:pt x="75057" y="48577"/>
                        <a:pt x="75152" y="48958"/>
                        <a:pt x="75152" y="49530"/>
                      </a:cubicBezTo>
                      <a:cubicBezTo>
                        <a:pt x="75152" y="50196"/>
                        <a:pt x="75152" y="50673"/>
                        <a:pt x="75152" y="50673"/>
                      </a:cubicBezTo>
                      <a:cubicBezTo>
                        <a:pt x="75152" y="50959"/>
                        <a:pt x="75248" y="51054"/>
                        <a:pt x="75533" y="50959"/>
                      </a:cubicBezTo>
                      <a:lnTo>
                        <a:pt x="76962" y="49530"/>
                      </a:lnTo>
                      <a:lnTo>
                        <a:pt x="77629" y="49911"/>
                      </a:lnTo>
                      <a:cubicBezTo>
                        <a:pt x="77629" y="49911"/>
                        <a:pt x="77629" y="50673"/>
                        <a:pt x="77343" y="51054"/>
                      </a:cubicBezTo>
                      <a:cubicBezTo>
                        <a:pt x="77058" y="51435"/>
                        <a:pt x="76962" y="51816"/>
                        <a:pt x="76962" y="52006"/>
                      </a:cubicBezTo>
                      <a:cubicBezTo>
                        <a:pt x="77724" y="52197"/>
                        <a:pt x="78295" y="52006"/>
                        <a:pt x="78486" y="51245"/>
                      </a:cubicBezTo>
                      <a:cubicBezTo>
                        <a:pt x="78677" y="50578"/>
                        <a:pt x="78867" y="50006"/>
                        <a:pt x="79057" y="49339"/>
                      </a:cubicBezTo>
                      <a:lnTo>
                        <a:pt x="79057" y="49339"/>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 name="Google Shape;1357;p99"/>
                <p:cNvSpPr/>
                <p:nvPr/>
              </p:nvSpPr>
              <p:spPr>
                <a:xfrm>
                  <a:off x="7016114" y="5543550"/>
                  <a:ext cx="104680" cy="112490"/>
                </a:xfrm>
                <a:custGeom>
                  <a:avLst/>
                  <a:gdLst/>
                  <a:ahLst/>
                  <a:cxnLst/>
                  <a:rect l="l" t="t" r="r" b="b"/>
                  <a:pathLst>
                    <a:path w="104680" h="112490" extrusionOk="0">
                      <a:moveTo>
                        <a:pt x="4191" y="94964"/>
                      </a:moveTo>
                      <a:cubicBezTo>
                        <a:pt x="4191" y="94964"/>
                        <a:pt x="4858" y="95821"/>
                        <a:pt x="4858" y="96202"/>
                      </a:cubicBezTo>
                      <a:cubicBezTo>
                        <a:pt x="4858" y="96393"/>
                        <a:pt x="4763" y="96679"/>
                        <a:pt x="4477" y="97155"/>
                      </a:cubicBezTo>
                      <a:cubicBezTo>
                        <a:pt x="4286" y="97631"/>
                        <a:pt x="4191" y="98107"/>
                        <a:pt x="4191" y="98489"/>
                      </a:cubicBezTo>
                      <a:lnTo>
                        <a:pt x="3715" y="97060"/>
                      </a:lnTo>
                      <a:lnTo>
                        <a:pt x="0" y="98107"/>
                      </a:lnTo>
                      <a:cubicBezTo>
                        <a:pt x="0" y="97155"/>
                        <a:pt x="858" y="96679"/>
                        <a:pt x="2477" y="96584"/>
                      </a:cubicBezTo>
                      <a:cubicBezTo>
                        <a:pt x="4001" y="96584"/>
                        <a:pt x="4572" y="96012"/>
                        <a:pt x="4286" y="94964"/>
                      </a:cubicBezTo>
                      <a:close/>
                      <a:moveTo>
                        <a:pt x="571" y="85344"/>
                      </a:moveTo>
                      <a:cubicBezTo>
                        <a:pt x="571" y="84296"/>
                        <a:pt x="1048" y="83725"/>
                        <a:pt x="1905" y="83725"/>
                      </a:cubicBezTo>
                      <a:cubicBezTo>
                        <a:pt x="2191" y="83725"/>
                        <a:pt x="2381" y="83915"/>
                        <a:pt x="2572" y="84201"/>
                      </a:cubicBezTo>
                      <a:lnTo>
                        <a:pt x="571" y="85249"/>
                      </a:lnTo>
                      <a:close/>
                      <a:moveTo>
                        <a:pt x="4668" y="74105"/>
                      </a:moveTo>
                      <a:lnTo>
                        <a:pt x="3048" y="74105"/>
                      </a:lnTo>
                      <a:lnTo>
                        <a:pt x="5049" y="72676"/>
                      </a:lnTo>
                      <a:lnTo>
                        <a:pt x="4668" y="74105"/>
                      </a:lnTo>
                      <a:close/>
                      <a:moveTo>
                        <a:pt x="4096" y="82201"/>
                      </a:moveTo>
                      <a:lnTo>
                        <a:pt x="4668" y="82868"/>
                      </a:lnTo>
                      <a:lnTo>
                        <a:pt x="4668" y="84296"/>
                      </a:lnTo>
                      <a:lnTo>
                        <a:pt x="4096" y="82201"/>
                      </a:lnTo>
                      <a:close/>
                      <a:moveTo>
                        <a:pt x="5620" y="76676"/>
                      </a:moveTo>
                      <a:cubicBezTo>
                        <a:pt x="5620" y="76676"/>
                        <a:pt x="6096" y="76200"/>
                        <a:pt x="6572" y="76391"/>
                      </a:cubicBezTo>
                      <a:cubicBezTo>
                        <a:pt x="6858" y="76676"/>
                        <a:pt x="7144" y="76867"/>
                        <a:pt x="7525" y="77058"/>
                      </a:cubicBezTo>
                      <a:cubicBezTo>
                        <a:pt x="7239" y="77343"/>
                        <a:pt x="7049" y="77438"/>
                        <a:pt x="6858" y="77438"/>
                      </a:cubicBezTo>
                      <a:cubicBezTo>
                        <a:pt x="6478" y="76867"/>
                        <a:pt x="6096" y="76676"/>
                        <a:pt x="5620" y="76676"/>
                      </a:cubicBezTo>
                      <a:close/>
                      <a:moveTo>
                        <a:pt x="5620" y="112490"/>
                      </a:moveTo>
                      <a:lnTo>
                        <a:pt x="5620" y="110395"/>
                      </a:lnTo>
                      <a:lnTo>
                        <a:pt x="6668" y="111823"/>
                      </a:lnTo>
                      <a:cubicBezTo>
                        <a:pt x="6096" y="111823"/>
                        <a:pt x="5715" y="112109"/>
                        <a:pt x="5620" y="112490"/>
                      </a:cubicBezTo>
                      <a:close/>
                      <a:moveTo>
                        <a:pt x="10096" y="65056"/>
                      </a:moveTo>
                      <a:lnTo>
                        <a:pt x="10096" y="67533"/>
                      </a:lnTo>
                      <a:lnTo>
                        <a:pt x="9620" y="67533"/>
                      </a:lnTo>
                      <a:lnTo>
                        <a:pt x="9620" y="65056"/>
                      </a:lnTo>
                      <a:lnTo>
                        <a:pt x="10096" y="65056"/>
                      </a:lnTo>
                      <a:close/>
                      <a:moveTo>
                        <a:pt x="11716" y="88868"/>
                      </a:moveTo>
                      <a:cubicBezTo>
                        <a:pt x="11716" y="88868"/>
                        <a:pt x="11811" y="89440"/>
                        <a:pt x="12192" y="89916"/>
                      </a:cubicBezTo>
                      <a:lnTo>
                        <a:pt x="9620" y="89916"/>
                      </a:lnTo>
                      <a:lnTo>
                        <a:pt x="9620" y="88868"/>
                      </a:lnTo>
                      <a:lnTo>
                        <a:pt x="11716" y="88868"/>
                      </a:lnTo>
                      <a:close/>
                      <a:moveTo>
                        <a:pt x="12668" y="84773"/>
                      </a:moveTo>
                      <a:cubicBezTo>
                        <a:pt x="12668" y="84773"/>
                        <a:pt x="12954" y="85820"/>
                        <a:pt x="12288" y="87059"/>
                      </a:cubicBezTo>
                      <a:cubicBezTo>
                        <a:pt x="12097" y="87059"/>
                        <a:pt x="11811" y="86868"/>
                        <a:pt x="11240" y="86392"/>
                      </a:cubicBezTo>
                      <a:cubicBezTo>
                        <a:pt x="11240" y="85344"/>
                        <a:pt x="11716" y="84773"/>
                        <a:pt x="12668" y="84773"/>
                      </a:cubicBezTo>
                      <a:close/>
                      <a:moveTo>
                        <a:pt x="14383" y="61341"/>
                      </a:moveTo>
                      <a:lnTo>
                        <a:pt x="14383" y="62389"/>
                      </a:lnTo>
                      <a:lnTo>
                        <a:pt x="12288" y="61341"/>
                      </a:lnTo>
                      <a:lnTo>
                        <a:pt x="14383" y="61341"/>
                      </a:lnTo>
                      <a:close/>
                      <a:moveTo>
                        <a:pt x="12668" y="83248"/>
                      </a:moveTo>
                      <a:lnTo>
                        <a:pt x="13335" y="82868"/>
                      </a:lnTo>
                      <a:lnTo>
                        <a:pt x="12288" y="81820"/>
                      </a:lnTo>
                      <a:cubicBezTo>
                        <a:pt x="12288" y="81820"/>
                        <a:pt x="12764" y="81439"/>
                        <a:pt x="13811" y="81153"/>
                      </a:cubicBezTo>
                      <a:cubicBezTo>
                        <a:pt x="13621" y="81629"/>
                        <a:pt x="13811" y="82391"/>
                        <a:pt x="14478" y="83248"/>
                      </a:cubicBezTo>
                      <a:lnTo>
                        <a:pt x="12764" y="83248"/>
                      </a:lnTo>
                      <a:close/>
                      <a:moveTo>
                        <a:pt x="14383" y="88773"/>
                      </a:moveTo>
                      <a:lnTo>
                        <a:pt x="15145" y="89821"/>
                      </a:lnTo>
                      <a:lnTo>
                        <a:pt x="13240" y="88773"/>
                      </a:lnTo>
                      <a:lnTo>
                        <a:pt x="14288" y="88773"/>
                      </a:lnTo>
                      <a:close/>
                      <a:moveTo>
                        <a:pt x="20288" y="75533"/>
                      </a:moveTo>
                      <a:lnTo>
                        <a:pt x="18288" y="75533"/>
                      </a:lnTo>
                      <a:lnTo>
                        <a:pt x="18860" y="77629"/>
                      </a:lnTo>
                      <a:cubicBezTo>
                        <a:pt x="18860" y="77629"/>
                        <a:pt x="18002" y="77438"/>
                        <a:pt x="17240" y="77152"/>
                      </a:cubicBezTo>
                      <a:cubicBezTo>
                        <a:pt x="16479" y="76771"/>
                        <a:pt x="16003" y="76581"/>
                        <a:pt x="15716" y="76581"/>
                      </a:cubicBezTo>
                      <a:cubicBezTo>
                        <a:pt x="15240" y="76581"/>
                        <a:pt x="14764" y="76962"/>
                        <a:pt x="14383" y="77629"/>
                      </a:cubicBezTo>
                      <a:cubicBezTo>
                        <a:pt x="13907" y="76676"/>
                        <a:pt x="13716" y="76009"/>
                        <a:pt x="13716" y="75724"/>
                      </a:cubicBezTo>
                      <a:cubicBezTo>
                        <a:pt x="14097" y="75152"/>
                        <a:pt x="14383" y="74581"/>
                        <a:pt x="14764" y="74009"/>
                      </a:cubicBezTo>
                      <a:lnTo>
                        <a:pt x="14764" y="74390"/>
                      </a:lnTo>
                      <a:lnTo>
                        <a:pt x="17240" y="74390"/>
                      </a:lnTo>
                      <a:cubicBezTo>
                        <a:pt x="17240" y="74390"/>
                        <a:pt x="16669" y="74581"/>
                        <a:pt x="16193" y="75057"/>
                      </a:cubicBezTo>
                      <a:cubicBezTo>
                        <a:pt x="16193" y="75342"/>
                        <a:pt x="16193" y="75629"/>
                        <a:pt x="16574" y="75819"/>
                      </a:cubicBezTo>
                      <a:cubicBezTo>
                        <a:pt x="16955" y="76105"/>
                        <a:pt x="17145" y="76295"/>
                        <a:pt x="17240" y="76486"/>
                      </a:cubicBezTo>
                      <a:cubicBezTo>
                        <a:pt x="17717" y="75057"/>
                        <a:pt x="18288" y="74390"/>
                        <a:pt x="19050" y="74390"/>
                      </a:cubicBezTo>
                      <a:cubicBezTo>
                        <a:pt x="19336" y="74390"/>
                        <a:pt x="19527" y="74581"/>
                        <a:pt x="19812" y="75057"/>
                      </a:cubicBezTo>
                      <a:lnTo>
                        <a:pt x="20193" y="75438"/>
                      </a:lnTo>
                      <a:close/>
                      <a:moveTo>
                        <a:pt x="14383" y="100013"/>
                      </a:moveTo>
                      <a:cubicBezTo>
                        <a:pt x="14383" y="100013"/>
                        <a:pt x="13811" y="99250"/>
                        <a:pt x="13811" y="98774"/>
                      </a:cubicBezTo>
                      <a:cubicBezTo>
                        <a:pt x="13811" y="97536"/>
                        <a:pt x="14478" y="96774"/>
                        <a:pt x="15812" y="96393"/>
                      </a:cubicBezTo>
                      <a:lnTo>
                        <a:pt x="14383" y="99917"/>
                      </a:lnTo>
                      <a:close/>
                      <a:moveTo>
                        <a:pt x="15812" y="56292"/>
                      </a:moveTo>
                      <a:cubicBezTo>
                        <a:pt x="15812" y="56292"/>
                        <a:pt x="15145" y="57341"/>
                        <a:pt x="15145" y="58008"/>
                      </a:cubicBezTo>
                      <a:cubicBezTo>
                        <a:pt x="15145" y="58864"/>
                        <a:pt x="15145" y="59436"/>
                        <a:pt x="15145" y="59531"/>
                      </a:cubicBezTo>
                      <a:cubicBezTo>
                        <a:pt x="15050" y="59722"/>
                        <a:pt x="14954" y="59817"/>
                        <a:pt x="14764" y="59817"/>
                      </a:cubicBezTo>
                      <a:lnTo>
                        <a:pt x="14764" y="56198"/>
                      </a:lnTo>
                      <a:lnTo>
                        <a:pt x="15812" y="56198"/>
                      </a:lnTo>
                      <a:close/>
                      <a:moveTo>
                        <a:pt x="17622" y="56674"/>
                      </a:moveTo>
                      <a:cubicBezTo>
                        <a:pt x="18288" y="56483"/>
                        <a:pt x="19050" y="56483"/>
                        <a:pt x="19717" y="56674"/>
                      </a:cubicBezTo>
                      <a:lnTo>
                        <a:pt x="17622" y="56674"/>
                      </a:lnTo>
                      <a:close/>
                      <a:moveTo>
                        <a:pt x="20288" y="102680"/>
                      </a:moveTo>
                      <a:cubicBezTo>
                        <a:pt x="20288" y="102680"/>
                        <a:pt x="20479" y="103441"/>
                        <a:pt x="20955" y="103727"/>
                      </a:cubicBezTo>
                      <a:lnTo>
                        <a:pt x="19431" y="104108"/>
                      </a:lnTo>
                      <a:lnTo>
                        <a:pt x="19431" y="102680"/>
                      </a:lnTo>
                      <a:lnTo>
                        <a:pt x="20384" y="102680"/>
                      </a:lnTo>
                      <a:close/>
                      <a:moveTo>
                        <a:pt x="22003" y="58769"/>
                      </a:moveTo>
                      <a:cubicBezTo>
                        <a:pt x="22003" y="57721"/>
                        <a:pt x="21336" y="57055"/>
                        <a:pt x="19717" y="56674"/>
                      </a:cubicBezTo>
                      <a:cubicBezTo>
                        <a:pt x="20955" y="56674"/>
                        <a:pt x="21813" y="56483"/>
                        <a:pt x="22384" y="56292"/>
                      </a:cubicBezTo>
                      <a:lnTo>
                        <a:pt x="22003" y="58769"/>
                      </a:lnTo>
                      <a:close/>
                      <a:moveTo>
                        <a:pt x="20288" y="108775"/>
                      </a:moveTo>
                      <a:cubicBezTo>
                        <a:pt x="20288" y="108299"/>
                        <a:pt x="20288" y="107823"/>
                        <a:pt x="20860" y="107347"/>
                      </a:cubicBezTo>
                      <a:cubicBezTo>
                        <a:pt x="21336" y="106870"/>
                        <a:pt x="21813" y="106680"/>
                        <a:pt x="22384" y="106775"/>
                      </a:cubicBezTo>
                      <a:cubicBezTo>
                        <a:pt x="22003" y="107728"/>
                        <a:pt x="21336" y="108395"/>
                        <a:pt x="20288" y="108775"/>
                      </a:cubicBezTo>
                      <a:close/>
                      <a:moveTo>
                        <a:pt x="21336" y="72009"/>
                      </a:moveTo>
                      <a:lnTo>
                        <a:pt x="23813" y="73057"/>
                      </a:lnTo>
                      <a:cubicBezTo>
                        <a:pt x="23813" y="73057"/>
                        <a:pt x="23241" y="73533"/>
                        <a:pt x="23051" y="73533"/>
                      </a:cubicBezTo>
                      <a:cubicBezTo>
                        <a:pt x="22193" y="73533"/>
                        <a:pt x="21622" y="73057"/>
                        <a:pt x="21336" y="71914"/>
                      </a:cubicBezTo>
                      <a:close/>
                      <a:moveTo>
                        <a:pt x="23813" y="75533"/>
                      </a:moveTo>
                      <a:cubicBezTo>
                        <a:pt x="22574" y="76867"/>
                        <a:pt x="22003" y="77724"/>
                        <a:pt x="22003" y="78200"/>
                      </a:cubicBezTo>
                      <a:cubicBezTo>
                        <a:pt x="21527" y="78010"/>
                        <a:pt x="21336" y="77724"/>
                        <a:pt x="21336" y="77248"/>
                      </a:cubicBezTo>
                      <a:lnTo>
                        <a:pt x="21336" y="75914"/>
                      </a:lnTo>
                      <a:lnTo>
                        <a:pt x="23813" y="75533"/>
                      </a:lnTo>
                      <a:close/>
                      <a:moveTo>
                        <a:pt x="22003" y="70390"/>
                      </a:moveTo>
                      <a:cubicBezTo>
                        <a:pt x="21527" y="69628"/>
                        <a:pt x="21813" y="68675"/>
                        <a:pt x="22765" y="67533"/>
                      </a:cubicBezTo>
                      <a:lnTo>
                        <a:pt x="25241" y="70104"/>
                      </a:lnTo>
                      <a:cubicBezTo>
                        <a:pt x="25241" y="70104"/>
                        <a:pt x="24575" y="70295"/>
                        <a:pt x="24099" y="70580"/>
                      </a:cubicBezTo>
                      <a:cubicBezTo>
                        <a:pt x="23527" y="70866"/>
                        <a:pt x="23146" y="71057"/>
                        <a:pt x="22860" y="71057"/>
                      </a:cubicBezTo>
                      <a:cubicBezTo>
                        <a:pt x="22479" y="71057"/>
                        <a:pt x="22193" y="70866"/>
                        <a:pt x="22003" y="70580"/>
                      </a:cubicBezTo>
                      <a:close/>
                      <a:moveTo>
                        <a:pt x="22765" y="96488"/>
                      </a:moveTo>
                      <a:cubicBezTo>
                        <a:pt x="22765" y="96488"/>
                        <a:pt x="22384" y="97250"/>
                        <a:pt x="22384" y="98203"/>
                      </a:cubicBezTo>
                      <a:lnTo>
                        <a:pt x="22003" y="96488"/>
                      </a:lnTo>
                      <a:lnTo>
                        <a:pt x="22765" y="96488"/>
                      </a:lnTo>
                      <a:close/>
                      <a:moveTo>
                        <a:pt x="24861" y="101060"/>
                      </a:moveTo>
                      <a:lnTo>
                        <a:pt x="23813" y="99536"/>
                      </a:lnTo>
                      <a:lnTo>
                        <a:pt x="25241" y="100584"/>
                      </a:lnTo>
                      <a:cubicBezTo>
                        <a:pt x="25241" y="101346"/>
                        <a:pt x="24194" y="101727"/>
                        <a:pt x="22384" y="101536"/>
                      </a:cubicBezTo>
                      <a:lnTo>
                        <a:pt x="24861" y="101060"/>
                      </a:lnTo>
                      <a:close/>
                      <a:moveTo>
                        <a:pt x="26099" y="64770"/>
                      </a:moveTo>
                      <a:lnTo>
                        <a:pt x="26480" y="64961"/>
                      </a:lnTo>
                      <a:cubicBezTo>
                        <a:pt x="26480" y="64961"/>
                        <a:pt x="26384" y="64961"/>
                        <a:pt x="26099" y="65246"/>
                      </a:cubicBezTo>
                      <a:cubicBezTo>
                        <a:pt x="25718" y="65532"/>
                        <a:pt x="25622" y="65723"/>
                        <a:pt x="25622" y="65913"/>
                      </a:cubicBezTo>
                      <a:lnTo>
                        <a:pt x="24575" y="64961"/>
                      </a:lnTo>
                      <a:cubicBezTo>
                        <a:pt x="24575" y="64961"/>
                        <a:pt x="25051" y="64961"/>
                        <a:pt x="25528" y="64484"/>
                      </a:cubicBezTo>
                      <a:cubicBezTo>
                        <a:pt x="25718" y="64484"/>
                        <a:pt x="25908" y="64675"/>
                        <a:pt x="26194" y="64770"/>
                      </a:cubicBezTo>
                      <a:close/>
                      <a:moveTo>
                        <a:pt x="26004" y="66389"/>
                      </a:moveTo>
                      <a:cubicBezTo>
                        <a:pt x="26004" y="66389"/>
                        <a:pt x="25622" y="66008"/>
                        <a:pt x="25622" y="65913"/>
                      </a:cubicBezTo>
                      <a:lnTo>
                        <a:pt x="26004" y="66389"/>
                      </a:lnTo>
                      <a:close/>
                      <a:moveTo>
                        <a:pt x="27051" y="73343"/>
                      </a:moveTo>
                      <a:cubicBezTo>
                        <a:pt x="27051" y="73343"/>
                        <a:pt x="26670" y="73152"/>
                        <a:pt x="26670" y="72961"/>
                      </a:cubicBezTo>
                      <a:cubicBezTo>
                        <a:pt x="26670" y="72580"/>
                        <a:pt x="26861" y="72295"/>
                        <a:pt x="27432" y="72009"/>
                      </a:cubicBezTo>
                      <a:cubicBezTo>
                        <a:pt x="27909" y="71724"/>
                        <a:pt x="28385" y="71724"/>
                        <a:pt x="28670" y="71914"/>
                      </a:cubicBezTo>
                      <a:cubicBezTo>
                        <a:pt x="28670" y="72200"/>
                        <a:pt x="28290" y="72676"/>
                        <a:pt x="27623" y="73343"/>
                      </a:cubicBezTo>
                      <a:lnTo>
                        <a:pt x="27147" y="73343"/>
                      </a:lnTo>
                      <a:close/>
                      <a:moveTo>
                        <a:pt x="104109" y="40195"/>
                      </a:moveTo>
                      <a:cubicBezTo>
                        <a:pt x="104109" y="42100"/>
                        <a:pt x="104013" y="44101"/>
                        <a:pt x="104013" y="46291"/>
                      </a:cubicBezTo>
                      <a:cubicBezTo>
                        <a:pt x="104013" y="48673"/>
                        <a:pt x="104013" y="52292"/>
                        <a:pt x="104204" y="57150"/>
                      </a:cubicBezTo>
                      <a:cubicBezTo>
                        <a:pt x="104299" y="62008"/>
                        <a:pt x="104394" y="65627"/>
                        <a:pt x="104394" y="68104"/>
                      </a:cubicBezTo>
                      <a:cubicBezTo>
                        <a:pt x="104394" y="74009"/>
                        <a:pt x="104109" y="78962"/>
                        <a:pt x="103442" y="83153"/>
                      </a:cubicBezTo>
                      <a:cubicBezTo>
                        <a:pt x="103251" y="83153"/>
                        <a:pt x="102965" y="83153"/>
                        <a:pt x="102680" y="82772"/>
                      </a:cubicBezTo>
                      <a:cubicBezTo>
                        <a:pt x="102394" y="84106"/>
                        <a:pt x="102108" y="85439"/>
                        <a:pt x="101728" y="86773"/>
                      </a:cubicBezTo>
                      <a:cubicBezTo>
                        <a:pt x="101346" y="88106"/>
                        <a:pt x="100584" y="89059"/>
                        <a:pt x="99536" y="89821"/>
                      </a:cubicBezTo>
                      <a:lnTo>
                        <a:pt x="100584" y="90868"/>
                      </a:lnTo>
                      <a:cubicBezTo>
                        <a:pt x="97822" y="93345"/>
                        <a:pt x="95155" y="95821"/>
                        <a:pt x="92393" y="98393"/>
                      </a:cubicBezTo>
                      <a:cubicBezTo>
                        <a:pt x="89154" y="101346"/>
                        <a:pt x="86296" y="103537"/>
                        <a:pt x="83820" y="104775"/>
                      </a:cubicBezTo>
                      <a:cubicBezTo>
                        <a:pt x="83439" y="104775"/>
                        <a:pt x="82772" y="104775"/>
                        <a:pt x="82011" y="104775"/>
                      </a:cubicBezTo>
                      <a:cubicBezTo>
                        <a:pt x="81153" y="104584"/>
                        <a:pt x="80582" y="104489"/>
                        <a:pt x="80391" y="104489"/>
                      </a:cubicBezTo>
                      <a:cubicBezTo>
                        <a:pt x="79343" y="104489"/>
                        <a:pt x="78772" y="105251"/>
                        <a:pt x="78677" y="106775"/>
                      </a:cubicBezTo>
                      <a:cubicBezTo>
                        <a:pt x="72390" y="107061"/>
                        <a:pt x="67723" y="106966"/>
                        <a:pt x="64484" y="106489"/>
                      </a:cubicBezTo>
                      <a:cubicBezTo>
                        <a:pt x="59913" y="105918"/>
                        <a:pt x="55436" y="104394"/>
                        <a:pt x="50959" y="102108"/>
                      </a:cubicBezTo>
                      <a:lnTo>
                        <a:pt x="49340" y="102108"/>
                      </a:lnTo>
                      <a:cubicBezTo>
                        <a:pt x="49340" y="102108"/>
                        <a:pt x="49721" y="101346"/>
                        <a:pt x="49721" y="101155"/>
                      </a:cubicBezTo>
                      <a:cubicBezTo>
                        <a:pt x="49721" y="100775"/>
                        <a:pt x="49245" y="100584"/>
                        <a:pt x="48196" y="100584"/>
                      </a:cubicBezTo>
                      <a:cubicBezTo>
                        <a:pt x="47149" y="100584"/>
                        <a:pt x="46577" y="100299"/>
                        <a:pt x="46387" y="100013"/>
                      </a:cubicBezTo>
                      <a:cubicBezTo>
                        <a:pt x="45434" y="99632"/>
                        <a:pt x="44101" y="98584"/>
                        <a:pt x="42386" y="96679"/>
                      </a:cubicBezTo>
                      <a:cubicBezTo>
                        <a:pt x="40672" y="94869"/>
                        <a:pt x="39434" y="93916"/>
                        <a:pt x="38671" y="94012"/>
                      </a:cubicBezTo>
                      <a:cubicBezTo>
                        <a:pt x="38386" y="92011"/>
                        <a:pt x="38100" y="90583"/>
                        <a:pt x="37910" y="89916"/>
                      </a:cubicBezTo>
                      <a:cubicBezTo>
                        <a:pt x="37243" y="88773"/>
                        <a:pt x="36195" y="87725"/>
                        <a:pt x="34576" y="86868"/>
                      </a:cubicBezTo>
                      <a:cubicBezTo>
                        <a:pt x="35433" y="86868"/>
                        <a:pt x="36672" y="86677"/>
                        <a:pt x="38005" y="86201"/>
                      </a:cubicBezTo>
                      <a:cubicBezTo>
                        <a:pt x="37434" y="85154"/>
                        <a:pt x="36576" y="84963"/>
                        <a:pt x="35529" y="85630"/>
                      </a:cubicBezTo>
                      <a:lnTo>
                        <a:pt x="32861" y="82772"/>
                      </a:lnTo>
                      <a:cubicBezTo>
                        <a:pt x="32861" y="82772"/>
                        <a:pt x="32099" y="83058"/>
                        <a:pt x="31623" y="83630"/>
                      </a:cubicBezTo>
                      <a:cubicBezTo>
                        <a:pt x="31147" y="84106"/>
                        <a:pt x="30575" y="84391"/>
                        <a:pt x="30004" y="84296"/>
                      </a:cubicBezTo>
                      <a:cubicBezTo>
                        <a:pt x="30004" y="83439"/>
                        <a:pt x="29813" y="82963"/>
                        <a:pt x="29623" y="82868"/>
                      </a:cubicBezTo>
                      <a:cubicBezTo>
                        <a:pt x="31623" y="82868"/>
                        <a:pt x="32576" y="82010"/>
                        <a:pt x="32576" y="80486"/>
                      </a:cubicBezTo>
                      <a:cubicBezTo>
                        <a:pt x="32576" y="79915"/>
                        <a:pt x="32385" y="78867"/>
                        <a:pt x="32004" y="77343"/>
                      </a:cubicBezTo>
                      <a:cubicBezTo>
                        <a:pt x="31623" y="75819"/>
                        <a:pt x="31433" y="74676"/>
                        <a:pt x="31433" y="73914"/>
                      </a:cubicBezTo>
                      <a:cubicBezTo>
                        <a:pt x="31433" y="72580"/>
                        <a:pt x="31909" y="71628"/>
                        <a:pt x="32957" y="70961"/>
                      </a:cubicBezTo>
                      <a:cubicBezTo>
                        <a:pt x="32385" y="65151"/>
                        <a:pt x="32671" y="61246"/>
                        <a:pt x="33624" y="59150"/>
                      </a:cubicBezTo>
                      <a:cubicBezTo>
                        <a:pt x="33909" y="57721"/>
                        <a:pt x="33624" y="55912"/>
                        <a:pt x="32861" y="53626"/>
                      </a:cubicBezTo>
                      <a:cubicBezTo>
                        <a:pt x="31909" y="50959"/>
                        <a:pt x="31433" y="49149"/>
                        <a:pt x="31433" y="48196"/>
                      </a:cubicBezTo>
                      <a:cubicBezTo>
                        <a:pt x="31433" y="46863"/>
                        <a:pt x="31909" y="45625"/>
                        <a:pt x="32957" y="44482"/>
                      </a:cubicBezTo>
                      <a:cubicBezTo>
                        <a:pt x="32671" y="44101"/>
                        <a:pt x="32576" y="43720"/>
                        <a:pt x="32576" y="43149"/>
                      </a:cubicBezTo>
                      <a:cubicBezTo>
                        <a:pt x="32576" y="42767"/>
                        <a:pt x="32576" y="42196"/>
                        <a:pt x="32861" y="41243"/>
                      </a:cubicBezTo>
                      <a:cubicBezTo>
                        <a:pt x="33052" y="40386"/>
                        <a:pt x="33147" y="39719"/>
                        <a:pt x="33147" y="39243"/>
                      </a:cubicBezTo>
                      <a:cubicBezTo>
                        <a:pt x="33147" y="38386"/>
                        <a:pt x="32861" y="37624"/>
                        <a:pt x="32195" y="37148"/>
                      </a:cubicBezTo>
                      <a:cubicBezTo>
                        <a:pt x="32481" y="31623"/>
                        <a:pt x="32671" y="26003"/>
                        <a:pt x="32861" y="20288"/>
                      </a:cubicBezTo>
                      <a:cubicBezTo>
                        <a:pt x="33147" y="12859"/>
                        <a:pt x="33147" y="7048"/>
                        <a:pt x="32957" y="2857"/>
                      </a:cubicBezTo>
                      <a:cubicBezTo>
                        <a:pt x="34004" y="1619"/>
                        <a:pt x="36290" y="1048"/>
                        <a:pt x="39815" y="1048"/>
                      </a:cubicBezTo>
                      <a:cubicBezTo>
                        <a:pt x="40672" y="2000"/>
                        <a:pt x="42006" y="2477"/>
                        <a:pt x="43625" y="2477"/>
                      </a:cubicBezTo>
                      <a:cubicBezTo>
                        <a:pt x="44101" y="2477"/>
                        <a:pt x="44958" y="2477"/>
                        <a:pt x="46101" y="2286"/>
                      </a:cubicBezTo>
                      <a:cubicBezTo>
                        <a:pt x="47244" y="2095"/>
                        <a:pt x="48102" y="2095"/>
                        <a:pt x="48673" y="2095"/>
                      </a:cubicBezTo>
                      <a:cubicBezTo>
                        <a:pt x="50483" y="2095"/>
                        <a:pt x="51911" y="2667"/>
                        <a:pt x="53054" y="3715"/>
                      </a:cubicBezTo>
                      <a:cubicBezTo>
                        <a:pt x="53245" y="5525"/>
                        <a:pt x="53245" y="9049"/>
                        <a:pt x="53150" y="14574"/>
                      </a:cubicBezTo>
                      <a:cubicBezTo>
                        <a:pt x="53150" y="19050"/>
                        <a:pt x="53436" y="22670"/>
                        <a:pt x="54103" y="25336"/>
                      </a:cubicBezTo>
                      <a:lnTo>
                        <a:pt x="53054" y="29813"/>
                      </a:lnTo>
                      <a:cubicBezTo>
                        <a:pt x="53054" y="30956"/>
                        <a:pt x="53530" y="32004"/>
                        <a:pt x="54483" y="32957"/>
                      </a:cubicBezTo>
                      <a:cubicBezTo>
                        <a:pt x="54103" y="33528"/>
                        <a:pt x="53626" y="35719"/>
                        <a:pt x="53340" y="39529"/>
                      </a:cubicBezTo>
                      <a:cubicBezTo>
                        <a:pt x="53054" y="42672"/>
                        <a:pt x="52102" y="44482"/>
                        <a:pt x="50483" y="44958"/>
                      </a:cubicBezTo>
                      <a:cubicBezTo>
                        <a:pt x="52102" y="44768"/>
                        <a:pt x="52959" y="45339"/>
                        <a:pt x="52959" y="46673"/>
                      </a:cubicBezTo>
                      <a:cubicBezTo>
                        <a:pt x="52959" y="47054"/>
                        <a:pt x="52959" y="47625"/>
                        <a:pt x="52769" y="48387"/>
                      </a:cubicBezTo>
                      <a:cubicBezTo>
                        <a:pt x="52578" y="49149"/>
                        <a:pt x="52578" y="49720"/>
                        <a:pt x="52769" y="50102"/>
                      </a:cubicBezTo>
                      <a:lnTo>
                        <a:pt x="51721" y="50102"/>
                      </a:lnTo>
                      <a:cubicBezTo>
                        <a:pt x="53150" y="52007"/>
                        <a:pt x="53816" y="54864"/>
                        <a:pt x="53816" y="58484"/>
                      </a:cubicBezTo>
                      <a:cubicBezTo>
                        <a:pt x="53816" y="60960"/>
                        <a:pt x="53436" y="64294"/>
                        <a:pt x="52769" y="68389"/>
                      </a:cubicBezTo>
                      <a:cubicBezTo>
                        <a:pt x="53150" y="68770"/>
                        <a:pt x="53436" y="69914"/>
                        <a:pt x="53721" y="71818"/>
                      </a:cubicBezTo>
                      <a:cubicBezTo>
                        <a:pt x="54007" y="73152"/>
                        <a:pt x="54674" y="74009"/>
                        <a:pt x="55722" y="74581"/>
                      </a:cubicBezTo>
                      <a:cubicBezTo>
                        <a:pt x="56198" y="76009"/>
                        <a:pt x="55722" y="76867"/>
                        <a:pt x="54293" y="77058"/>
                      </a:cubicBezTo>
                      <a:cubicBezTo>
                        <a:pt x="55150" y="77438"/>
                        <a:pt x="56007" y="77819"/>
                        <a:pt x="56960" y="78200"/>
                      </a:cubicBezTo>
                      <a:cubicBezTo>
                        <a:pt x="57817" y="78677"/>
                        <a:pt x="58293" y="79343"/>
                        <a:pt x="58293" y="80296"/>
                      </a:cubicBezTo>
                      <a:cubicBezTo>
                        <a:pt x="58674" y="81725"/>
                        <a:pt x="59817" y="82677"/>
                        <a:pt x="61627" y="83344"/>
                      </a:cubicBezTo>
                      <a:cubicBezTo>
                        <a:pt x="63818" y="84106"/>
                        <a:pt x="65247" y="84963"/>
                        <a:pt x="66009" y="85725"/>
                      </a:cubicBezTo>
                      <a:cubicBezTo>
                        <a:pt x="67437" y="86201"/>
                        <a:pt x="68866" y="86392"/>
                        <a:pt x="70199" y="86392"/>
                      </a:cubicBezTo>
                      <a:cubicBezTo>
                        <a:pt x="75152" y="86392"/>
                        <a:pt x="78391" y="84487"/>
                        <a:pt x="79820" y="80676"/>
                      </a:cubicBezTo>
                      <a:cubicBezTo>
                        <a:pt x="81534" y="80105"/>
                        <a:pt x="82296" y="78010"/>
                        <a:pt x="82296" y="74486"/>
                      </a:cubicBezTo>
                      <a:lnTo>
                        <a:pt x="85344" y="74105"/>
                      </a:lnTo>
                      <a:cubicBezTo>
                        <a:pt x="85820" y="71818"/>
                        <a:pt x="86106" y="69342"/>
                        <a:pt x="86106" y="66675"/>
                      </a:cubicBezTo>
                      <a:cubicBezTo>
                        <a:pt x="86106" y="63722"/>
                        <a:pt x="85630" y="59245"/>
                        <a:pt x="84582" y="53530"/>
                      </a:cubicBezTo>
                      <a:cubicBezTo>
                        <a:pt x="83534" y="47720"/>
                        <a:pt x="83058" y="43529"/>
                        <a:pt x="83058" y="40767"/>
                      </a:cubicBezTo>
                      <a:cubicBezTo>
                        <a:pt x="83058" y="39338"/>
                        <a:pt x="83058" y="38005"/>
                        <a:pt x="83344" y="36766"/>
                      </a:cubicBezTo>
                      <a:cubicBezTo>
                        <a:pt x="84392" y="32957"/>
                        <a:pt x="84963" y="30480"/>
                        <a:pt x="84963" y="29337"/>
                      </a:cubicBezTo>
                      <a:cubicBezTo>
                        <a:pt x="84963" y="27813"/>
                        <a:pt x="84582" y="26575"/>
                        <a:pt x="83915" y="25527"/>
                      </a:cubicBezTo>
                      <a:lnTo>
                        <a:pt x="83439" y="4000"/>
                      </a:lnTo>
                      <a:cubicBezTo>
                        <a:pt x="84297" y="2000"/>
                        <a:pt x="85535" y="952"/>
                        <a:pt x="87154" y="952"/>
                      </a:cubicBezTo>
                      <a:cubicBezTo>
                        <a:pt x="87630" y="952"/>
                        <a:pt x="88488" y="952"/>
                        <a:pt x="89440" y="1238"/>
                      </a:cubicBezTo>
                      <a:cubicBezTo>
                        <a:pt x="90488" y="1429"/>
                        <a:pt x="91250" y="1619"/>
                        <a:pt x="91726" y="1619"/>
                      </a:cubicBezTo>
                      <a:cubicBezTo>
                        <a:pt x="93059" y="1619"/>
                        <a:pt x="94202" y="1048"/>
                        <a:pt x="95155" y="0"/>
                      </a:cubicBezTo>
                      <a:cubicBezTo>
                        <a:pt x="95821" y="381"/>
                        <a:pt x="97536" y="762"/>
                        <a:pt x="100584" y="1048"/>
                      </a:cubicBezTo>
                      <a:cubicBezTo>
                        <a:pt x="102870" y="1334"/>
                        <a:pt x="104204" y="2286"/>
                        <a:pt x="104680" y="4000"/>
                      </a:cubicBezTo>
                      <a:cubicBezTo>
                        <a:pt x="104299" y="6096"/>
                        <a:pt x="104204" y="8763"/>
                        <a:pt x="104204" y="11811"/>
                      </a:cubicBezTo>
                      <a:cubicBezTo>
                        <a:pt x="104204" y="13145"/>
                        <a:pt x="104204" y="15240"/>
                        <a:pt x="104299" y="18002"/>
                      </a:cubicBezTo>
                      <a:cubicBezTo>
                        <a:pt x="104394" y="20860"/>
                        <a:pt x="104394" y="22955"/>
                        <a:pt x="104394" y="24384"/>
                      </a:cubicBezTo>
                      <a:cubicBezTo>
                        <a:pt x="104394" y="28289"/>
                        <a:pt x="104109" y="31528"/>
                        <a:pt x="103632" y="34290"/>
                      </a:cubicBezTo>
                      <a:cubicBezTo>
                        <a:pt x="104680" y="36671"/>
                        <a:pt x="104870" y="38291"/>
                        <a:pt x="104299" y="39338"/>
                      </a:cubicBezTo>
                      <a:cubicBezTo>
                        <a:pt x="103442" y="39338"/>
                        <a:pt x="102965" y="39529"/>
                        <a:pt x="102870" y="39814"/>
                      </a:cubicBezTo>
                      <a:cubicBezTo>
                        <a:pt x="102870" y="40100"/>
                        <a:pt x="103442" y="40195"/>
                        <a:pt x="104299" y="40195"/>
                      </a:cubicBezTo>
                      <a:close/>
                      <a:moveTo>
                        <a:pt x="32195" y="105156"/>
                      </a:moveTo>
                      <a:lnTo>
                        <a:pt x="29718" y="104775"/>
                      </a:lnTo>
                      <a:lnTo>
                        <a:pt x="31623" y="103727"/>
                      </a:lnTo>
                      <a:lnTo>
                        <a:pt x="32290" y="105251"/>
                      </a:lnTo>
                      <a:close/>
                      <a:moveTo>
                        <a:pt x="30480" y="86868"/>
                      </a:moveTo>
                      <a:cubicBezTo>
                        <a:pt x="30480" y="87630"/>
                        <a:pt x="30671" y="88106"/>
                        <a:pt x="31147" y="88297"/>
                      </a:cubicBezTo>
                      <a:lnTo>
                        <a:pt x="30480" y="88678"/>
                      </a:lnTo>
                      <a:lnTo>
                        <a:pt x="30099" y="88678"/>
                      </a:lnTo>
                      <a:lnTo>
                        <a:pt x="30099" y="86868"/>
                      </a:lnTo>
                      <a:lnTo>
                        <a:pt x="30480" y="86868"/>
                      </a:lnTo>
                      <a:close/>
                      <a:moveTo>
                        <a:pt x="30099" y="108680"/>
                      </a:moveTo>
                      <a:lnTo>
                        <a:pt x="31147" y="107252"/>
                      </a:lnTo>
                      <a:lnTo>
                        <a:pt x="33052" y="107252"/>
                      </a:lnTo>
                      <a:lnTo>
                        <a:pt x="30195" y="108680"/>
                      </a:lnTo>
                      <a:close/>
                      <a:moveTo>
                        <a:pt x="32957" y="78105"/>
                      </a:moveTo>
                      <a:lnTo>
                        <a:pt x="35624" y="78105"/>
                      </a:lnTo>
                      <a:cubicBezTo>
                        <a:pt x="35147" y="76962"/>
                        <a:pt x="34290" y="76391"/>
                        <a:pt x="32957" y="76486"/>
                      </a:cubicBezTo>
                      <a:lnTo>
                        <a:pt x="32957" y="78105"/>
                      </a:lnTo>
                      <a:close/>
                      <a:moveTo>
                        <a:pt x="38767" y="94392"/>
                      </a:moveTo>
                      <a:lnTo>
                        <a:pt x="37719" y="94392"/>
                      </a:lnTo>
                      <a:cubicBezTo>
                        <a:pt x="38195" y="94107"/>
                        <a:pt x="38577" y="94012"/>
                        <a:pt x="38767" y="94012"/>
                      </a:cubicBezTo>
                      <a:lnTo>
                        <a:pt x="38767" y="94392"/>
                      </a:lnTo>
                      <a:close/>
                      <a:moveTo>
                        <a:pt x="38767" y="70295"/>
                      </a:moveTo>
                      <a:cubicBezTo>
                        <a:pt x="38767" y="70295"/>
                        <a:pt x="39338" y="70580"/>
                        <a:pt x="39529" y="70580"/>
                      </a:cubicBezTo>
                      <a:cubicBezTo>
                        <a:pt x="40100" y="70580"/>
                        <a:pt x="40577" y="70104"/>
                        <a:pt x="40958" y="69342"/>
                      </a:cubicBezTo>
                      <a:cubicBezTo>
                        <a:pt x="41339" y="68580"/>
                        <a:pt x="41815" y="68199"/>
                        <a:pt x="42291" y="68199"/>
                      </a:cubicBezTo>
                      <a:cubicBezTo>
                        <a:pt x="41910" y="68009"/>
                        <a:pt x="41624" y="67913"/>
                        <a:pt x="41434" y="67913"/>
                      </a:cubicBezTo>
                      <a:cubicBezTo>
                        <a:pt x="40863" y="67913"/>
                        <a:pt x="40481" y="68294"/>
                        <a:pt x="40291" y="69056"/>
                      </a:cubicBezTo>
                      <a:cubicBezTo>
                        <a:pt x="40005" y="69818"/>
                        <a:pt x="39529" y="70199"/>
                        <a:pt x="38862" y="70199"/>
                      </a:cubicBezTo>
                      <a:close/>
                      <a:moveTo>
                        <a:pt x="39148" y="81058"/>
                      </a:moveTo>
                      <a:cubicBezTo>
                        <a:pt x="39148" y="81058"/>
                        <a:pt x="39910" y="81249"/>
                        <a:pt x="40196" y="81058"/>
                      </a:cubicBezTo>
                      <a:cubicBezTo>
                        <a:pt x="40672" y="80772"/>
                        <a:pt x="41053" y="80676"/>
                        <a:pt x="41243" y="80676"/>
                      </a:cubicBezTo>
                      <a:cubicBezTo>
                        <a:pt x="40386" y="79820"/>
                        <a:pt x="40100" y="79439"/>
                        <a:pt x="40196" y="79248"/>
                      </a:cubicBezTo>
                      <a:lnTo>
                        <a:pt x="39148" y="81153"/>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 name="Google Shape;1358;p99"/>
                <p:cNvSpPr/>
                <p:nvPr/>
              </p:nvSpPr>
              <p:spPr>
                <a:xfrm>
                  <a:off x="7132033" y="5544026"/>
                  <a:ext cx="93535" cy="106759"/>
                </a:xfrm>
                <a:custGeom>
                  <a:avLst/>
                  <a:gdLst/>
                  <a:ahLst/>
                  <a:cxnLst/>
                  <a:rect l="l" t="t" r="r" b="b"/>
                  <a:pathLst>
                    <a:path w="93535" h="106759" extrusionOk="0">
                      <a:moveTo>
                        <a:pt x="75629" y="28670"/>
                      </a:moveTo>
                      <a:cubicBezTo>
                        <a:pt x="75629" y="28670"/>
                        <a:pt x="76105" y="29337"/>
                        <a:pt x="76581" y="29337"/>
                      </a:cubicBezTo>
                      <a:lnTo>
                        <a:pt x="77628" y="29337"/>
                      </a:lnTo>
                      <a:cubicBezTo>
                        <a:pt x="76485" y="32290"/>
                        <a:pt x="76390" y="35909"/>
                        <a:pt x="77248" y="40291"/>
                      </a:cubicBezTo>
                      <a:cubicBezTo>
                        <a:pt x="76962" y="41243"/>
                        <a:pt x="76105" y="42863"/>
                        <a:pt x="74580" y="44863"/>
                      </a:cubicBezTo>
                      <a:lnTo>
                        <a:pt x="75629" y="45911"/>
                      </a:lnTo>
                      <a:cubicBezTo>
                        <a:pt x="75247" y="46577"/>
                        <a:pt x="74390" y="47149"/>
                        <a:pt x="72866" y="47625"/>
                      </a:cubicBezTo>
                      <a:cubicBezTo>
                        <a:pt x="71342" y="48101"/>
                        <a:pt x="70389" y="48673"/>
                        <a:pt x="69913" y="49530"/>
                      </a:cubicBezTo>
                      <a:lnTo>
                        <a:pt x="72390" y="49911"/>
                      </a:lnTo>
                      <a:cubicBezTo>
                        <a:pt x="70389" y="53150"/>
                        <a:pt x="66675" y="57055"/>
                        <a:pt x="61436" y="61532"/>
                      </a:cubicBezTo>
                      <a:lnTo>
                        <a:pt x="59341" y="61532"/>
                      </a:lnTo>
                      <a:lnTo>
                        <a:pt x="59341" y="62960"/>
                      </a:lnTo>
                      <a:cubicBezTo>
                        <a:pt x="59341" y="62960"/>
                        <a:pt x="58960" y="62484"/>
                        <a:pt x="58578" y="62484"/>
                      </a:cubicBezTo>
                      <a:cubicBezTo>
                        <a:pt x="57912" y="62579"/>
                        <a:pt x="57435" y="62579"/>
                        <a:pt x="57245" y="62484"/>
                      </a:cubicBezTo>
                      <a:lnTo>
                        <a:pt x="56864" y="62960"/>
                      </a:lnTo>
                      <a:cubicBezTo>
                        <a:pt x="58102" y="63341"/>
                        <a:pt x="58960" y="64484"/>
                        <a:pt x="59531" y="66485"/>
                      </a:cubicBezTo>
                      <a:cubicBezTo>
                        <a:pt x="60007" y="68580"/>
                        <a:pt x="60674" y="69628"/>
                        <a:pt x="61531" y="69818"/>
                      </a:cubicBezTo>
                      <a:cubicBezTo>
                        <a:pt x="61246" y="71533"/>
                        <a:pt x="61913" y="73247"/>
                        <a:pt x="63532" y="75152"/>
                      </a:cubicBezTo>
                      <a:cubicBezTo>
                        <a:pt x="65341" y="77248"/>
                        <a:pt x="66484" y="79057"/>
                        <a:pt x="66675" y="80391"/>
                      </a:cubicBezTo>
                      <a:cubicBezTo>
                        <a:pt x="66104" y="81344"/>
                        <a:pt x="65055" y="81629"/>
                        <a:pt x="63436" y="81249"/>
                      </a:cubicBezTo>
                      <a:cubicBezTo>
                        <a:pt x="61817" y="80867"/>
                        <a:pt x="60960" y="80963"/>
                        <a:pt x="60960" y="81439"/>
                      </a:cubicBezTo>
                      <a:cubicBezTo>
                        <a:pt x="60960" y="81915"/>
                        <a:pt x="61150" y="82487"/>
                        <a:pt x="61436" y="83248"/>
                      </a:cubicBezTo>
                      <a:lnTo>
                        <a:pt x="63436" y="82868"/>
                      </a:lnTo>
                      <a:cubicBezTo>
                        <a:pt x="63436" y="82868"/>
                        <a:pt x="63246" y="83915"/>
                        <a:pt x="62389" y="84963"/>
                      </a:cubicBezTo>
                      <a:lnTo>
                        <a:pt x="64008" y="86392"/>
                      </a:lnTo>
                      <a:cubicBezTo>
                        <a:pt x="64008" y="86392"/>
                        <a:pt x="64579" y="85440"/>
                        <a:pt x="64961" y="84297"/>
                      </a:cubicBezTo>
                      <a:lnTo>
                        <a:pt x="65627" y="86868"/>
                      </a:lnTo>
                      <a:cubicBezTo>
                        <a:pt x="66770" y="86487"/>
                        <a:pt x="67246" y="85249"/>
                        <a:pt x="67056" y="83248"/>
                      </a:cubicBezTo>
                      <a:cubicBezTo>
                        <a:pt x="68294" y="83820"/>
                        <a:pt x="69246" y="85154"/>
                        <a:pt x="69913" y="87059"/>
                      </a:cubicBezTo>
                      <a:cubicBezTo>
                        <a:pt x="70675" y="88964"/>
                        <a:pt x="71438" y="90107"/>
                        <a:pt x="72390" y="90488"/>
                      </a:cubicBezTo>
                      <a:cubicBezTo>
                        <a:pt x="72104" y="91250"/>
                        <a:pt x="72009" y="91916"/>
                        <a:pt x="72009" y="92583"/>
                      </a:cubicBezTo>
                      <a:cubicBezTo>
                        <a:pt x="72009" y="93916"/>
                        <a:pt x="72676" y="95631"/>
                        <a:pt x="74104" y="97822"/>
                      </a:cubicBezTo>
                      <a:cubicBezTo>
                        <a:pt x="75438" y="99917"/>
                        <a:pt x="76105" y="101441"/>
                        <a:pt x="76105" y="102394"/>
                      </a:cubicBezTo>
                      <a:cubicBezTo>
                        <a:pt x="76105" y="103632"/>
                        <a:pt x="75438" y="104775"/>
                        <a:pt x="74104" y="105918"/>
                      </a:cubicBezTo>
                      <a:cubicBezTo>
                        <a:pt x="73057" y="105918"/>
                        <a:pt x="71247" y="106013"/>
                        <a:pt x="68770" y="106299"/>
                      </a:cubicBezTo>
                      <a:cubicBezTo>
                        <a:pt x="66294" y="106585"/>
                        <a:pt x="64484" y="106680"/>
                        <a:pt x="63246" y="106680"/>
                      </a:cubicBezTo>
                      <a:cubicBezTo>
                        <a:pt x="59341" y="106680"/>
                        <a:pt x="56388" y="105633"/>
                        <a:pt x="54292" y="103537"/>
                      </a:cubicBezTo>
                      <a:lnTo>
                        <a:pt x="53911" y="104204"/>
                      </a:lnTo>
                      <a:cubicBezTo>
                        <a:pt x="53340" y="102870"/>
                        <a:pt x="52864" y="101537"/>
                        <a:pt x="52292" y="100203"/>
                      </a:cubicBezTo>
                      <a:cubicBezTo>
                        <a:pt x="51530" y="98393"/>
                        <a:pt x="50482" y="97346"/>
                        <a:pt x="49149" y="96964"/>
                      </a:cubicBezTo>
                      <a:cubicBezTo>
                        <a:pt x="49435" y="96393"/>
                        <a:pt x="49530" y="95821"/>
                        <a:pt x="49530" y="95345"/>
                      </a:cubicBezTo>
                      <a:cubicBezTo>
                        <a:pt x="49530" y="94393"/>
                        <a:pt x="48863" y="93440"/>
                        <a:pt x="47625" y="92583"/>
                      </a:cubicBezTo>
                      <a:cubicBezTo>
                        <a:pt x="46291" y="91630"/>
                        <a:pt x="45720" y="90774"/>
                        <a:pt x="45720" y="89821"/>
                      </a:cubicBezTo>
                      <a:cubicBezTo>
                        <a:pt x="45720" y="89154"/>
                        <a:pt x="45911" y="88582"/>
                        <a:pt x="46196" y="87821"/>
                      </a:cubicBezTo>
                      <a:cubicBezTo>
                        <a:pt x="45339" y="86583"/>
                        <a:pt x="44291" y="84201"/>
                        <a:pt x="43053" y="80582"/>
                      </a:cubicBezTo>
                      <a:cubicBezTo>
                        <a:pt x="42005" y="77534"/>
                        <a:pt x="40671" y="75248"/>
                        <a:pt x="39052" y="73723"/>
                      </a:cubicBezTo>
                      <a:cubicBezTo>
                        <a:pt x="39052" y="71438"/>
                        <a:pt x="38100" y="68675"/>
                        <a:pt x="36004" y="65532"/>
                      </a:cubicBezTo>
                      <a:lnTo>
                        <a:pt x="32004" y="64961"/>
                      </a:lnTo>
                      <a:lnTo>
                        <a:pt x="32385" y="64580"/>
                      </a:lnTo>
                      <a:cubicBezTo>
                        <a:pt x="32385" y="64580"/>
                        <a:pt x="31813" y="63913"/>
                        <a:pt x="31337" y="63913"/>
                      </a:cubicBezTo>
                      <a:lnTo>
                        <a:pt x="29908" y="65532"/>
                      </a:lnTo>
                      <a:cubicBezTo>
                        <a:pt x="29908" y="65532"/>
                        <a:pt x="28480" y="65723"/>
                        <a:pt x="26955" y="66199"/>
                      </a:cubicBezTo>
                      <a:cubicBezTo>
                        <a:pt x="25432" y="66675"/>
                        <a:pt x="24289" y="66866"/>
                        <a:pt x="23431" y="66866"/>
                      </a:cubicBezTo>
                      <a:cubicBezTo>
                        <a:pt x="22764" y="66866"/>
                        <a:pt x="22288" y="66770"/>
                        <a:pt x="21812" y="66485"/>
                      </a:cubicBezTo>
                      <a:cubicBezTo>
                        <a:pt x="21717" y="66675"/>
                        <a:pt x="21717" y="66866"/>
                        <a:pt x="21717" y="67056"/>
                      </a:cubicBezTo>
                      <a:cubicBezTo>
                        <a:pt x="21717" y="67342"/>
                        <a:pt x="21812" y="67533"/>
                        <a:pt x="22098" y="67818"/>
                      </a:cubicBezTo>
                      <a:cubicBezTo>
                        <a:pt x="22288" y="68009"/>
                        <a:pt x="22384" y="68199"/>
                        <a:pt x="22384" y="68294"/>
                      </a:cubicBezTo>
                      <a:cubicBezTo>
                        <a:pt x="22384" y="68485"/>
                        <a:pt x="22003" y="68771"/>
                        <a:pt x="21241" y="69247"/>
                      </a:cubicBezTo>
                      <a:lnTo>
                        <a:pt x="21907" y="77438"/>
                      </a:lnTo>
                      <a:lnTo>
                        <a:pt x="20860" y="78391"/>
                      </a:lnTo>
                      <a:cubicBezTo>
                        <a:pt x="21527" y="80963"/>
                        <a:pt x="21907" y="84487"/>
                        <a:pt x="21907" y="89059"/>
                      </a:cubicBezTo>
                      <a:cubicBezTo>
                        <a:pt x="21907" y="89535"/>
                        <a:pt x="21717" y="90392"/>
                        <a:pt x="21336" y="91916"/>
                      </a:cubicBezTo>
                      <a:cubicBezTo>
                        <a:pt x="20955" y="93345"/>
                        <a:pt x="20764" y="94488"/>
                        <a:pt x="20764" y="95250"/>
                      </a:cubicBezTo>
                      <a:cubicBezTo>
                        <a:pt x="20764" y="96679"/>
                        <a:pt x="21336" y="97727"/>
                        <a:pt x="22384" y="98584"/>
                      </a:cubicBezTo>
                      <a:cubicBezTo>
                        <a:pt x="21812" y="99060"/>
                        <a:pt x="21431" y="99822"/>
                        <a:pt x="21431" y="101060"/>
                      </a:cubicBezTo>
                      <a:lnTo>
                        <a:pt x="21431" y="102394"/>
                      </a:lnTo>
                      <a:cubicBezTo>
                        <a:pt x="21431" y="102965"/>
                        <a:pt x="21527" y="103347"/>
                        <a:pt x="21527" y="103537"/>
                      </a:cubicBezTo>
                      <a:cubicBezTo>
                        <a:pt x="21527" y="105251"/>
                        <a:pt x="20574" y="105918"/>
                        <a:pt x="18764" y="105633"/>
                      </a:cubicBezTo>
                      <a:lnTo>
                        <a:pt x="19431" y="106204"/>
                      </a:lnTo>
                      <a:cubicBezTo>
                        <a:pt x="18002" y="106775"/>
                        <a:pt x="16192" y="106966"/>
                        <a:pt x="14001" y="106489"/>
                      </a:cubicBezTo>
                      <a:cubicBezTo>
                        <a:pt x="11811" y="106109"/>
                        <a:pt x="10382" y="106204"/>
                        <a:pt x="9620" y="106680"/>
                      </a:cubicBezTo>
                      <a:cubicBezTo>
                        <a:pt x="6667" y="106299"/>
                        <a:pt x="3714" y="105442"/>
                        <a:pt x="1048" y="104204"/>
                      </a:cubicBezTo>
                      <a:cubicBezTo>
                        <a:pt x="1238" y="97441"/>
                        <a:pt x="1048" y="87059"/>
                        <a:pt x="667" y="73152"/>
                      </a:cubicBezTo>
                      <a:lnTo>
                        <a:pt x="0" y="73152"/>
                      </a:lnTo>
                      <a:cubicBezTo>
                        <a:pt x="667" y="72200"/>
                        <a:pt x="1048" y="70961"/>
                        <a:pt x="1048" y="69532"/>
                      </a:cubicBezTo>
                      <a:cubicBezTo>
                        <a:pt x="1048" y="68961"/>
                        <a:pt x="1048" y="68104"/>
                        <a:pt x="857" y="66770"/>
                      </a:cubicBezTo>
                      <a:cubicBezTo>
                        <a:pt x="667" y="65532"/>
                        <a:pt x="571" y="64580"/>
                        <a:pt x="571" y="63818"/>
                      </a:cubicBezTo>
                      <a:cubicBezTo>
                        <a:pt x="571" y="62199"/>
                        <a:pt x="952" y="60865"/>
                        <a:pt x="1714" y="59531"/>
                      </a:cubicBezTo>
                      <a:cubicBezTo>
                        <a:pt x="1333" y="54959"/>
                        <a:pt x="1048" y="48673"/>
                        <a:pt x="1048" y="40767"/>
                      </a:cubicBezTo>
                      <a:lnTo>
                        <a:pt x="1048" y="21431"/>
                      </a:lnTo>
                      <a:cubicBezTo>
                        <a:pt x="571" y="21050"/>
                        <a:pt x="285" y="20669"/>
                        <a:pt x="285" y="20288"/>
                      </a:cubicBezTo>
                      <a:cubicBezTo>
                        <a:pt x="285" y="20003"/>
                        <a:pt x="571" y="19431"/>
                        <a:pt x="1048" y="18669"/>
                      </a:cubicBezTo>
                      <a:cubicBezTo>
                        <a:pt x="1524" y="17907"/>
                        <a:pt x="1714" y="17240"/>
                        <a:pt x="1714" y="16859"/>
                      </a:cubicBezTo>
                      <a:cubicBezTo>
                        <a:pt x="667" y="15907"/>
                        <a:pt x="190" y="14764"/>
                        <a:pt x="190" y="13525"/>
                      </a:cubicBezTo>
                      <a:cubicBezTo>
                        <a:pt x="190" y="12668"/>
                        <a:pt x="476" y="11430"/>
                        <a:pt x="1048" y="9525"/>
                      </a:cubicBezTo>
                      <a:cubicBezTo>
                        <a:pt x="1714" y="7715"/>
                        <a:pt x="1905" y="6191"/>
                        <a:pt x="1714" y="5144"/>
                      </a:cubicBezTo>
                      <a:lnTo>
                        <a:pt x="7144" y="476"/>
                      </a:lnTo>
                      <a:lnTo>
                        <a:pt x="30385" y="0"/>
                      </a:lnTo>
                      <a:cubicBezTo>
                        <a:pt x="30385" y="0"/>
                        <a:pt x="31813" y="1429"/>
                        <a:pt x="33528" y="2857"/>
                      </a:cubicBezTo>
                      <a:cubicBezTo>
                        <a:pt x="34766" y="4000"/>
                        <a:pt x="35623" y="5239"/>
                        <a:pt x="36004" y="6572"/>
                      </a:cubicBezTo>
                      <a:cubicBezTo>
                        <a:pt x="36004" y="6191"/>
                        <a:pt x="35909" y="5715"/>
                        <a:pt x="35909" y="5429"/>
                      </a:cubicBezTo>
                      <a:cubicBezTo>
                        <a:pt x="35909" y="4286"/>
                        <a:pt x="36576" y="3334"/>
                        <a:pt x="38005" y="2667"/>
                      </a:cubicBezTo>
                      <a:cubicBezTo>
                        <a:pt x="39719" y="1714"/>
                        <a:pt x="40862" y="1048"/>
                        <a:pt x="41148" y="476"/>
                      </a:cubicBezTo>
                      <a:cubicBezTo>
                        <a:pt x="41624" y="286"/>
                        <a:pt x="42291" y="667"/>
                        <a:pt x="42958" y="1619"/>
                      </a:cubicBezTo>
                      <a:cubicBezTo>
                        <a:pt x="43243" y="1619"/>
                        <a:pt x="43529" y="1524"/>
                        <a:pt x="43910" y="1524"/>
                      </a:cubicBezTo>
                      <a:cubicBezTo>
                        <a:pt x="44577" y="1524"/>
                        <a:pt x="45529" y="1905"/>
                        <a:pt x="46863" y="2763"/>
                      </a:cubicBezTo>
                      <a:cubicBezTo>
                        <a:pt x="48196" y="3524"/>
                        <a:pt x="49339" y="3906"/>
                        <a:pt x="50102" y="3810"/>
                      </a:cubicBezTo>
                      <a:lnTo>
                        <a:pt x="54578" y="3810"/>
                      </a:lnTo>
                      <a:cubicBezTo>
                        <a:pt x="54292" y="5239"/>
                        <a:pt x="54769" y="5905"/>
                        <a:pt x="56007" y="5905"/>
                      </a:cubicBezTo>
                      <a:cubicBezTo>
                        <a:pt x="56007" y="5905"/>
                        <a:pt x="56292" y="5905"/>
                        <a:pt x="56673" y="5715"/>
                      </a:cubicBezTo>
                      <a:lnTo>
                        <a:pt x="57626" y="5715"/>
                      </a:lnTo>
                      <a:cubicBezTo>
                        <a:pt x="58769" y="5715"/>
                        <a:pt x="59436" y="6287"/>
                        <a:pt x="59627" y="7334"/>
                      </a:cubicBezTo>
                      <a:lnTo>
                        <a:pt x="62769" y="7334"/>
                      </a:lnTo>
                      <a:cubicBezTo>
                        <a:pt x="64675" y="9144"/>
                        <a:pt x="66675" y="11049"/>
                        <a:pt x="68580" y="12859"/>
                      </a:cubicBezTo>
                      <a:cubicBezTo>
                        <a:pt x="70866" y="15145"/>
                        <a:pt x="72104" y="17336"/>
                        <a:pt x="72294" y="19336"/>
                      </a:cubicBezTo>
                      <a:cubicBezTo>
                        <a:pt x="73628" y="20003"/>
                        <a:pt x="74486" y="21241"/>
                        <a:pt x="74962" y="22860"/>
                      </a:cubicBezTo>
                      <a:cubicBezTo>
                        <a:pt x="75533" y="25241"/>
                        <a:pt x="76105" y="26765"/>
                        <a:pt x="76581" y="27527"/>
                      </a:cubicBezTo>
                      <a:lnTo>
                        <a:pt x="75533" y="28480"/>
                      </a:lnTo>
                      <a:close/>
                      <a:moveTo>
                        <a:pt x="12287" y="33719"/>
                      </a:moveTo>
                      <a:lnTo>
                        <a:pt x="12287" y="30861"/>
                      </a:lnTo>
                      <a:lnTo>
                        <a:pt x="11716" y="30861"/>
                      </a:lnTo>
                      <a:lnTo>
                        <a:pt x="11716" y="33719"/>
                      </a:lnTo>
                      <a:lnTo>
                        <a:pt x="12287" y="33719"/>
                      </a:lnTo>
                      <a:close/>
                      <a:moveTo>
                        <a:pt x="15907" y="16002"/>
                      </a:moveTo>
                      <a:cubicBezTo>
                        <a:pt x="15907" y="16002"/>
                        <a:pt x="15907" y="14859"/>
                        <a:pt x="16097" y="13907"/>
                      </a:cubicBezTo>
                      <a:cubicBezTo>
                        <a:pt x="16287" y="13049"/>
                        <a:pt x="16478" y="12382"/>
                        <a:pt x="16478" y="12097"/>
                      </a:cubicBezTo>
                      <a:cubicBezTo>
                        <a:pt x="16478" y="11049"/>
                        <a:pt x="16002" y="10287"/>
                        <a:pt x="14859" y="10001"/>
                      </a:cubicBezTo>
                      <a:lnTo>
                        <a:pt x="16478" y="8382"/>
                      </a:lnTo>
                      <a:cubicBezTo>
                        <a:pt x="16478" y="8382"/>
                        <a:pt x="16478" y="8001"/>
                        <a:pt x="16383" y="7906"/>
                      </a:cubicBezTo>
                      <a:cubicBezTo>
                        <a:pt x="15335" y="8763"/>
                        <a:pt x="14764" y="9620"/>
                        <a:pt x="14764" y="10573"/>
                      </a:cubicBezTo>
                      <a:cubicBezTo>
                        <a:pt x="14764" y="10954"/>
                        <a:pt x="15144" y="12192"/>
                        <a:pt x="16002" y="14002"/>
                      </a:cubicBezTo>
                      <a:cubicBezTo>
                        <a:pt x="15430" y="14002"/>
                        <a:pt x="15144" y="14383"/>
                        <a:pt x="15049" y="14954"/>
                      </a:cubicBezTo>
                      <a:cubicBezTo>
                        <a:pt x="14859" y="15526"/>
                        <a:pt x="14668" y="15812"/>
                        <a:pt x="14478" y="16097"/>
                      </a:cubicBezTo>
                      <a:lnTo>
                        <a:pt x="16097" y="16097"/>
                      </a:lnTo>
                      <a:close/>
                      <a:moveTo>
                        <a:pt x="21336" y="12954"/>
                      </a:moveTo>
                      <a:lnTo>
                        <a:pt x="23431" y="14383"/>
                      </a:lnTo>
                      <a:lnTo>
                        <a:pt x="23431" y="14574"/>
                      </a:lnTo>
                      <a:lnTo>
                        <a:pt x="22384" y="15621"/>
                      </a:lnTo>
                      <a:lnTo>
                        <a:pt x="23431" y="15621"/>
                      </a:lnTo>
                      <a:lnTo>
                        <a:pt x="23431" y="8382"/>
                      </a:lnTo>
                      <a:cubicBezTo>
                        <a:pt x="23431" y="8382"/>
                        <a:pt x="22670" y="9049"/>
                        <a:pt x="22098" y="9430"/>
                      </a:cubicBezTo>
                      <a:cubicBezTo>
                        <a:pt x="22098" y="9144"/>
                        <a:pt x="21812" y="9049"/>
                        <a:pt x="21336" y="9049"/>
                      </a:cubicBezTo>
                      <a:cubicBezTo>
                        <a:pt x="21621" y="9430"/>
                        <a:pt x="21812" y="9525"/>
                        <a:pt x="22098" y="9430"/>
                      </a:cubicBezTo>
                      <a:cubicBezTo>
                        <a:pt x="22288" y="9811"/>
                        <a:pt x="22098" y="10383"/>
                        <a:pt x="21812" y="11144"/>
                      </a:cubicBezTo>
                      <a:cubicBezTo>
                        <a:pt x="21812" y="11144"/>
                        <a:pt x="21812" y="10954"/>
                        <a:pt x="21907" y="10859"/>
                      </a:cubicBezTo>
                      <a:cubicBezTo>
                        <a:pt x="22288" y="10859"/>
                        <a:pt x="22574" y="11049"/>
                        <a:pt x="22860" y="11525"/>
                      </a:cubicBezTo>
                      <a:lnTo>
                        <a:pt x="21241" y="12954"/>
                      </a:lnTo>
                      <a:close/>
                      <a:moveTo>
                        <a:pt x="54769" y="35147"/>
                      </a:moveTo>
                      <a:cubicBezTo>
                        <a:pt x="54769" y="35147"/>
                        <a:pt x="55054" y="34385"/>
                        <a:pt x="55054" y="34100"/>
                      </a:cubicBezTo>
                      <a:cubicBezTo>
                        <a:pt x="55054" y="33433"/>
                        <a:pt x="54673" y="32861"/>
                        <a:pt x="53816" y="32290"/>
                      </a:cubicBezTo>
                      <a:cubicBezTo>
                        <a:pt x="53054" y="31623"/>
                        <a:pt x="52578" y="31147"/>
                        <a:pt x="52388" y="30861"/>
                      </a:cubicBezTo>
                      <a:cubicBezTo>
                        <a:pt x="52768" y="30385"/>
                        <a:pt x="52864" y="29813"/>
                        <a:pt x="52864" y="29433"/>
                      </a:cubicBezTo>
                      <a:cubicBezTo>
                        <a:pt x="52864" y="28766"/>
                        <a:pt x="52197" y="28004"/>
                        <a:pt x="50959" y="27241"/>
                      </a:cubicBezTo>
                      <a:cubicBezTo>
                        <a:pt x="49625" y="26480"/>
                        <a:pt x="48958" y="25813"/>
                        <a:pt x="48768" y="25432"/>
                      </a:cubicBezTo>
                      <a:cubicBezTo>
                        <a:pt x="48292" y="24955"/>
                        <a:pt x="47815" y="24765"/>
                        <a:pt x="47148" y="24765"/>
                      </a:cubicBezTo>
                      <a:cubicBezTo>
                        <a:pt x="46863" y="24765"/>
                        <a:pt x="46482" y="24765"/>
                        <a:pt x="45911" y="24955"/>
                      </a:cubicBezTo>
                      <a:cubicBezTo>
                        <a:pt x="45339" y="25051"/>
                        <a:pt x="44958" y="25146"/>
                        <a:pt x="44672" y="25146"/>
                      </a:cubicBezTo>
                      <a:cubicBezTo>
                        <a:pt x="43910" y="25146"/>
                        <a:pt x="43339" y="24670"/>
                        <a:pt x="43053" y="23717"/>
                      </a:cubicBezTo>
                      <a:lnTo>
                        <a:pt x="44101" y="22956"/>
                      </a:lnTo>
                      <a:cubicBezTo>
                        <a:pt x="42386" y="22765"/>
                        <a:pt x="41338" y="23432"/>
                        <a:pt x="41243" y="24955"/>
                      </a:cubicBezTo>
                      <a:cubicBezTo>
                        <a:pt x="40957" y="27051"/>
                        <a:pt x="40577" y="28385"/>
                        <a:pt x="40195" y="28861"/>
                      </a:cubicBezTo>
                      <a:cubicBezTo>
                        <a:pt x="39719" y="27147"/>
                        <a:pt x="39148" y="25527"/>
                        <a:pt x="38576" y="23717"/>
                      </a:cubicBezTo>
                      <a:cubicBezTo>
                        <a:pt x="38100" y="22003"/>
                        <a:pt x="36862" y="20669"/>
                        <a:pt x="34957" y="19717"/>
                      </a:cubicBezTo>
                      <a:cubicBezTo>
                        <a:pt x="34671" y="21527"/>
                        <a:pt x="33623" y="22384"/>
                        <a:pt x="31813" y="22384"/>
                      </a:cubicBezTo>
                      <a:cubicBezTo>
                        <a:pt x="31337" y="22384"/>
                        <a:pt x="30670" y="22384"/>
                        <a:pt x="29718" y="22289"/>
                      </a:cubicBezTo>
                      <a:cubicBezTo>
                        <a:pt x="28670" y="22289"/>
                        <a:pt x="28004" y="22193"/>
                        <a:pt x="27432" y="22193"/>
                      </a:cubicBezTo>
                      <a:cubicBezTo>
                        <a:pt x="26861" y="22193"/>
                        <a:pt x="26384" y="22193"/>
                        <a:pt x="26003" y="22289"/>
                      </a:cubicBezTo>
                      <a:cubicBezTo>
                        <a:pt x="23431" y="23908"/>
                        <a:pt x="22193" y="26575"/>
                        <a:pt x="22193" y="30480"/>
                      </a:cubicBezTo>
                      <a:cubicBezTo>
                        <a:pt x="22193" y="31147"/>
                        <a:pt x="22193" y="32385"/>
                        <a:pt x="22288" y="34004"/>
                      </a:cubicBezTo>
                      <a:cubicBezTo>
                        <a:pt x="22384" y="35623"/>
                        <a:pt x="22384" y="36862"/>
                        <a:pt x="22384" y="37624"/>
                      </a:cubicBezTo>
                      <a:cubicBezTo>
                        <a:pt x="22384" y="39434"/>
                        <a:pt x="22193" y="40863"/>
                        <a:pt x="21907" y="42100"/>
                      </a:cubicBezTo>
                      <a:cubicBezTo>
                        <a:pt x="21907" y="43149"/>
                        <a:pt x="22764" y="43625"/>
                        <a:pt x="24289" y="43529"/>
                      </a:cubicBezTo>
                      <a:cubicBezTo>
                        <a:pt x="25812" y="43529"/>
                        <a:pt x="26670" y="44005"/>
                        <a:pt x="27051" y="45054"/>
                      </a:cubicBezTo>
                      <a:cubicBezTo>
                        <a:pt x="27717" y="45434"/>
                        <a:pt x="29051" y="45530"/>
                        <a:pt x="31337" y="45434"/>
                      </a:cubicBezTo>
                      <a:cubicBezTo>
                        <a:pt x="33051" y="45434"/>
                        <a:pt x="34290" y="46006"/>
                        <a:pt x="35052" y="47149"/>
                      </a:cubicBezTo>
                      <a:cubicBezTo>
                        <a:pt x="35719" y="45911"/>
                        <a:pt x="36576" y="45244"/>
                        <a:pt x="37719" y="45054"/>
                      </a:cubicBezTo>
                      <a:lnTo>
                        <a:pt x="41053" y="45054"/>
                      </a:lnTo>
                      <a:cubicBezTo>
                        <a:pt x="42005" y="44958"/>
                        <a:pt x="42672" y="44387"/>
                        <a:pt x="43148" y="43625"/>
                      </a:cubicBezTo>
                      <a:cubicBezTo>
                        <a:pt x="46291" y="44005"/>
                        <a:pt x="49911" y="42006"/>
                        <a:pt x="54007" y="37815"/>
                      </a:cubicBezTo>
                      <a:lnTo>
                        <a:pt x="51911" y="37052"/>
                      </a:lnTo>
                      <a:lnTo>
                        <a:pt x="54864" y="35338"/>
                      </a:lnTo>
                      <a:close/>
                      <a:moveTo>
                        <a:pt x="52388" y="14478"/>
                      </a:moveTo>
                      <a:cubicBezTo>
                        <a:pt x="52388" y="14478"/>
                        <a:pt x="52101" y="13907"/>
                        <a:pt x="51721" y="13907"/>
                      </a:cubicBezTo>
                      <a:cubicBezTo>
                        <a:pt x="50863" y="13907"/>
                        <a:pt x="50578" y="14288"/>
                        <a:pt x="50578" y="14859"/>
                      </a:cubicBezTo>
                      <a:cubicBezTo>
                        <a:pt x="50578" y="14954"/>
                        <a:pt x="50578" y="15050"/>
                        <a:pt x="50863" y="15050"/>
                      </a:cubicBezTo>
                      <a:lnTo>
                        <a:pt x="52483" y="14574"/>
                      </a:lnTo>
                      <a:close/>
                      <a:moveTo>
                        <a:pt x="57912" y="8287"/>
                      </a:moveTo>
                      <a:lnTo>
                        <a:pt x="57912" y="7525"/>
                      </a:lnTo>
                      <a:cubicBezTo>
                        <a:pt x="57912" y="7525"/>
                        <a:pt x="56483" y="7906"/>
                        <a:pt x="54769" y="7906"/>
                      </a:cubicBezTo>
                      <a:lnTo>
                        <a:pt x="57912" y="8287"/>
                      </a:lnTo>
                      <a:close/>
                      <a:moveTo>
                        <a:pt x="54769" y="30766"/>
                      </a:moveTo>
                      <a:lnTo>
                        <a:pt x="56864" y="30766"/>
                      </a:lnTo>
                      <a:cubicBezTo>
                        <a:pt x="56007" y="29909"/>
                        <a:pt x="55340" y="29528"/>
                        <a:pt x="54769" y="29718"/>
                      </a:cubicBezTo>
                      <a:lnTo>
                        <a:pt x="54769" y="30766"/>
                      </a:lnTo>
                      <a:close/>
                      <a:moveTo>
                        <a:pt x="58960" y="37243"/>
                      </a:moveTo>
                      <a:lnTo>
                        <a:pt x="60484" y="35814"/>
                      </a:lnTo>
                      <a:lnTo>
                        <a:pt x="59817" y="35814"/>
                      </a:lnTo>
                      <a:lnTo>
                        <a:pt x="58960" y="37243"/>
                      </a:lnTo>
                      <a:close/>
                      <a:moveTo>
                        <a:pt x="62960" y="37529"/>
                      </a:moveTo>
                      <a:cubicBezTo>
                        <a:pt x="62960" y="37529"/>
                        <a:pt x="62484" y="36862"/>
                        <a:pt x="62484" y="36386"/>
                      </a:cubicBezTo>
                      <a:cubicBezTo>
                        <a:pt x="62484" y="34862"/>
                        <a:pt x="63151" y="33719"/>
                        <a:pt x="64484" y="32957"/>
                      </a:cubicBezTo>
                      <a:cubicBezTo>
                        <a:pt x="64198" y="32671"/>
                        <a:pt x="63912" y="32575"/>
                        <a:pt x="63627" y="32575"/>
                      </a:cubicBezTo>
                      <a:cubicBezTo>
                        <a:pt x="63532" y="32575"/>
                        <a:pt x="62484" y="33147"/>
                        <a:pt x="60484" y="34385"/>
                      </a:cubicBezTo>
                      <a:cubicBezTo>
                        <a:pt x="61817" y="34766"/>
                        <a:pt x="62484" y="35338"/>
                        <a:pt x="62484" y="36290"/>
                      </a:cubicBezTo>
                      <a:cubicBezTo>
                        <a:pt x="62484" y="36672"/>
                        <a:pt x="62293" y="37148"/>
                        <a:pt x="62008" y="37815"/>
                      </a:cubicBezTo>
                      <a:cubicBezTo>
                        <a:pt x="61722" y="38481"/>
                        <a:pt x="61531" y="38958"/>
                        <a:pt x="61531" y="39148"/>
                      </a:cubicBezTo>
                      <a:cubicBezTo>
                        <a:pt x="61531" y="39719"/>
                        <a:pt x="62198" y="39910"/>
                        <a:pt x="63532" y="39814"/>
                      </a:cubicBezTo>
                      <a:cubicBezTo>
                        <a:pt x="63532" y="38576"/>
                        <a:pt x="63341" y="37815"/>
                        <a:pt x="63055" y="37529"/>
                      </a:cubicBezTo>
                      <a:close/>
                      <a:moveTo>
                        <a:pt x="66960" y="43910"/>
                      </a:moveTo>
                      <a:lnTo>
                        <a:pt x="67342" y="43529"/>
                      </a:lnTo>
                      <a:lnTo>
                        <a:pt x="66580" y="42482"/>
                      </a:lnTo>
                      <a:lnTo>
                        <a:pt x="66960" y="43910"/>
                      </a:lnTo>
                      <a:close/>
                      <a:moveTo>
                        <a:pt x="69437" y="34766"/>
                      </a:moveTo>
                      <a:lnTo>
                        <a:pt x="70866" y="35814"/>
                      </a:lnTo>
                      <a:cubicBezTo>
                        <a:pt x="70485" y="35243"/>
                        <a:pt x="70389" y="34862"/>
                        <a:pt x="70485" y="34766"/>
                      </a:cubicBezTo>
                      <a:lnTo>
                        <a:pt x="69437" y="34766"/>
                      </a:lnTo>
                      <a:close/>
                      <a:moveTo>
                        <a:pt x="69818" y="18479"/>
                      </a:moveTo>
                      <a:lnTo>
                        <a:pt x="69818" y="19526"/>
                      </a:lnTo>
                      <a:lnTo>
                        <a:pt x="70866" y="18479"/>
                      </a:lnTo>
                      <a:lnTo>
                        <a:pt x="69818" y="18479"/>
                      </a:lnTo>
                      <a:close/>
                      <a:moveTo>
                        <a:pt x="70866" y="30289"/>
                      </a:moveTo>
                      <a:lnTo>
                        <a:pt x="73342" y="27813"/>
                      </a:lnTo>
                      <a:lnTo>
                        <a:pt x="71914" y="27813"/>
                      </a:lnTo>
                      <a:lnTo>
                        <a:pt x="70866" y="30289"/>
                      </a:lnTo>
                      <a:close/>
                      <a:moveTo>
                        <a:pt x="71914" y="41910"/>
                      </a:moveTo>
                      <a:lnTo>
                        <a:pt x="73342" y="41339"/>
                      </a:lnTo>
                      <a:cubicBezTo>
                        <a:pt x="73342" y="41339"/>
                        <a:pt x="72771" y="40863"/>
                        <a:pt x="71914" y="40863"/>
                      </a:cubicBezTo>
                      <a:lnTo>
                        <a:pt x="71914" y="41910"/>
                      </a:lnTo>
                      <a:close/>
                      <a:moveTo>
                        <a:pt x="74962" y="17050"/>
                      </a:moveTo>
                      <a:cubicBezTo>
                        <a:pt x="74962" y="17050"/>
                        <a:pt x="75629" y="17145"/>
                        <a:pt x="76105" y="17716"/>
                      </a:cubicBezTo>
                      <a:lnTo>
                        <a:pt x="74962" y="17050"/>
                      </a:lnTo>
                      <a:close/>
                      <a:moveTo>
                        <a:pt x="76962" y="18193"/>
                      </a:moveTo>
                      <a:cubicBezTo>
                        <a:pt x="76962" y="18193"/>
                        <a:pt x="76485" y="18002"/>
                        <a:pt x="76200" y="17716"/>
                      </a:cubicBezTo>
                      <a:lnTo>
                        <a:pt x="76962" y="18193"/>
                      </a:lnTo>
                      <a:close/>
                      <a:moveTo>
                        <a:pt x="77438" y="18479"/>
                      </a:moveTo>
                      <a:lnTo>
                        <a:pt x="76962" y="18193"/>
                      </a:lnTo>
                      <a:cubicBezTo>
                        <a:pt x="76962" y="18193"/>
                        <a:pt x="77533" y="18098"/>
                        <a:pt x="77438" y="18098"/>
                      </a:cubicBezTo>
                      <a:lnTo>
                        <a:pt x="77438" y="18479"/>
                      </a:lnTo>
                      <a:close/>
                      <a:moveTo>
                        <a:pt x="79343" y="12288"/>
                      </a:moveTo>
                      <a:cubicBezTo>
                        <a:pt x="79343" y="12288"/>
                        <a:pt x="78771" y="12097"/>
                        <a:pt x="78295" y="12097"/>
                      </a:cubicBezTo>
                      <a:cubicBezTo>
                        <a:pt x="77724" y="12097"/>
                        <a:pt x="77533" y="12002"/>
                        <a:pt x="77533" y="11811"/>
                      </a:cubicBezTo>
                      <a:cubicBezTo>
                        <a:pt x="77533" y="11525"/>
                        <a:pt x="77724" y="11239"/>
                        <a:pt x="78105" y="10859"/>
                      </a:cubicBezTo>
                      <a:lnTo>
                        <a:pt x="79438" y="12288"/>
                      </a:lnTo>
                      <a:close/>
                      <a:moveTo>
                        <a:pt x="79629" y="31814"/>
                      </a:moveTo>
                      <a:lnTo>
                        <a:pt x="78010" y="30766"/>
                      </a:lnTo>
                      <a:lnTo>
                        <a:pt x="79629" y="30766"/>
                      </a:lnTo>
                      <a:lnTo>
                        <a:pt x="79629" y="31814"/>
                      </a:lnTo>
                      <a:close/>
                      <a:moveTo>
                        <a:pt x="79343" y="12288"/>
                      </a:moveTo>
                      <a:lnTo>
                        <a:pt x="79629" y="12573"/>
                      </a:lnTo>
                      <a:lnTo>
                        <a:pt x="79343" y="12288"/>
                      </a:lnTo>
                      <a:close/>
                      <a:moveTo>
                        <a:pt x="80676" y="23146"/>
                      </a:moveTo>
                      <a:lnTo>
                        <a:pt x="81058" y="21717"/>
                      </a:lnTo>
                      <a:lnTo>
                        <a:pt x="84201" y="22765"/>
                      </a:lnTo>
                      <a:cubicBezTo>
                        <a:pt x="83344" y="22765"/>
                        <a:pt x="82772" y="23336"/>
                        <a:pt x="82296" y="24384"/>
                      </a:cubicBezTo>
                      <a:cubicBezTo>
                        <a:pt x="82105" y="24384"/>
                        <a:pt x="81534" y="24003"/>
                        <a:pt x="80581" y="23146"/>
                      </a:cubicBezTo>
                      <a:close/>
                      <a:moveTo>
                        <a:pt x="84296" y="9430"/>
                      </a:moveTo>
                      <a:cubicBezTo>
                        <a:pt x="84296" y="9430"/>
                        <a:pt x="83820" y="10096"/>
                        <a:pt x="83248" y="10096"/>
                      </a:cubicBezTo>
                      <a:lnTo>
                        <a:pt x="81819" y="10096"/>
                      </a:lnTo>
                      <a:lnTo>
                        <a:pt x="82201" y="9049"/>
                      </a:lnTo>
                      <a:cubicBezTo>
                        <a:pt x="82201" y="9049"/>
                        <a:pt x="83248" y="9430"/>
                        <a:pt x="84296" y="9430"/>
                      </a:cubicBezTo>
                      <a:close/>
                      <a:moveTo>
                        <a:pt x="83629" y="13431"/>
                      </a:moveTo>
                      <a:lnTo>
                        <a:pt x="83629" y="12668"/>
                      </a:lnTo>
                      <a:cubicBezTo>
                        <a:pt x="85534" y="13049"/>
                        <a:pt x="86963" y="13145"/>
                        <a:pt x="87725" y="13049"/>
                      </a:cubicBezTo>
                      <a:lnTo>
                        <a:pt x="87725" y="14097"/>
                      </a:lnTo>
                      <a:lnTo>
                        <a:pt x="83629" y="13431"/>
                      </a:lnTo>
                      <a:close/>
                      <a:moveTo>
                        <a:pt x="88296" y="33338"/>
                      </a:moveTo>
                      <a:lnTo>
                        <a:pt x="87249" y="33338"/>
                      </a:lnTo>
                      <a:lnTo>
                        <a:pt x="88011" y="32004"/>
                      </a:lnTo>
                      <a:cubicBezTo>
                        <a:pt x="88011" y="32004"/>
                        <a:pt x="88296" y="32575"/>
                        <a:pt x="88296" y="33338"/>
                      </a:cubicBezTo>
                      <a:close/>
                      <a:moveTo>
                        <a:pt x="87820" y="31909"/>
                      </a:moveTo>
                      <a:cubicBezTo>
                        <a:pt x="87820" y="31909"/>
                        <a:pt x="88106" y="31528"/>
                        <a:pt x="88296" y="31242"/>
                      </a:cubicBezTo>
                      <a:lnTo>
                        <a:pt x="88011" y="32004"/>
                      </a:lnTo>
                      <a:cubicBezTo>
                        <a:pt x="88011" y="32004"/>
                        <a:pt x="87820" y="31909"/>
                        <a:pt x="87725" y="31909"/>
                      </a:cubicBezTo>
                      <a:close/>
                      <a:moveTo>
                        <a:pt x="88296" y="31242"/>
                      </a:moveTo>
                      <a:lnTo>
                        <a:pt x="88678" y="30289"/>
                      </a:lnTo>
                      <a:cubicBezTo>
                        <a:pt x="88678" y="30289"/>
                        <a:pt x="88678" y="30861"/>
                        <a:pt x="88296" y="31242"/>
                      </a:cubicBezTo>
                      <a:close/>
                      <a:moveTo>
                        <a:pt x="90297" y="3334"/>
                      </a:moveTo>
                      <a:lnTo>
                        <a:pt x="91344" y="4382"/>
                      </a:lnTo>
                      <a:lnTo>
                        <a:pt x="89345" y="4382"/>
                      </a:lnTo>
                      <a:lnTo>
                        <a:pt x="90297" y="3334"/>
                      </a:lnTo>
                      <a:close/>
                      <a:moveTo>
                        <a:pt x="90964" y="17716"/>
                      </a:moveTo>
                      <a:lnTo>
                        <a:pt x="93536" y="20193"/>
                      </a:lnTo>
                      <a:cubicBezTo>
                        <a:pt x="91535" y="19621"/>
                        <a:pt x="90583" y="19050"/>
                        <a:pt x="90583" y="18765"/>
                      </a:cubicBezTo>
                      <a:cubicBezTo>
                        <a:pt x="90583" y="18479"/>
                        <a:pt x="90678" y="18098"/>
                        <a:pt x="90964" y="17716"/>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 name="Google Shape;1359;p99"/>
                <p:cNvSpPr/>
                <p:nvPr/>
              </p:nvSpPr>
              <p:spPr>
                <a:xfrm>
                  <a:off x="7218615" y="5523452"/>
                  <a:ext cx="75247" cy="126967"/>
                </a:xfrm>
                <a:custGeom>
                  <a:avLst/>
                  <a:gdLst/>
                  <a:ahLst/>
                  <a:cxnLst/>
                  <a:rect l="l" t="t" r="r" b="b"/>
                  <a:pathLst>
                    <a:path w="75247" h="126967" extrusionOk="0">
                      <a:moveTo>
                        <a:pt x="71438" y="94583"/>
                      </a:moveTo>
                      <a:cubicBezTo>
                        <a:pt x="73629" y="94774"/>
                        <a:pt x="74676" y="95917"/>
                        <a:pt x="74581" y="98107"/>
                      </a:cubicBezTo>
                      <a:cubicBezTo>
                        <a:pt x="74390" y="101632"/>
                        <a:pt x="74390" y="103441"/>
                        <a:pt x="74486" y="103727"/>
                      </a:cubicBezTo>
                      <a:cubicBezTo>
                        <a:pt x="73438" y="105537"/>
                        <a:pt x="72390" y="107346"/>
                        <a:pt x="71342" y="109156"/>
                      </a:cubicBezTo>
                      <a:cubicBezTo>
                        <a:pt x="70009" y="111061"/>
                        <a:pt x="68485" y="112395"/>
                        <a:pt x="66866" y="113157"/>
                      </a:cubicBezTo>
                      <a:lnTo>
                        <a:pt x="67913" y="113919"/>
                      </a:lnTo>
                      <a:cubicBezTo>
                        <a:pt x="66008" y="115728"/>
                        <a:pt x="64008" y="117443"/>
                        <a:pt x="62103" y="119158"/>
                      </a:cubicBezTo>
                      <a:cubicBezTo>
                        <a:pt x="59817" y="121158"/>
                        <a:pt x="57436" y="121920"/>
                        <a:pt x="55055" y="121539"/>
                      </a:cubicBezTo>
                      <a:cubicBezTo>
                        <a:pt x="54197" y="123349"/>
                        <a:pt x="52483" y="124206"/>
                        <a:pt x="50006" y="124206"/>
                      </a:cubicBezTo>
                      <a:lnTo>
                        <a:pt x="48673" y="124206"/>
                      </a:lnTo>
                      <a:cubicBezTo>
                        <a:pt x="48101" y="124206"/>
                        <a:pt x="47625" y="124110"/>
                        <a:pt x="47340" y="124110"/>
                      </a:cubicBezTo>
                      <a:cubicBezTo>
                        <a:pt x="44768" y="124110"/>
                        <a:pt x="42958" y="124968"/>
                        <a:pt x="41910" y="126682"/>
                      </a:cubicBezTo>
                      <a:cubicBezTo>
                        <a:pt x="40577" y="126873"/>
                        <a:pt x="39243" y="126968"/>
                        <a:pt x="37815" y="126968"/>
                      </a:cubicBezTo>
                      <a:cubicBezTo>
                        <a:pt x="29909" y="126968"/>
                        <a:pt x="21717" y="123825"/>
                        <a:pt x="13240" y="117634"/>
                      </a:cubicBezTo>
                      <a:cubicBezTo>
                        <a:pt x="12382" y="117634"/>
                        <a:pt x="11239" y="116871"/>
                        <a:pt x="10001" y="115538"/>
                      </a:cubicBezTo>
                      <a:cubicBezTo>
                        <a:pt x="9144" y="114490"/>
                        <a:pt x="8191" y="113442"/>
                        <a:pt x="7239" y="112490"/>
                      </a:cubicBezTo>
                      <a:cubicBezTo>
                        <a:pt x="7239" y="111157"/>
                        <a:pt x="6477" y="109823"/>
                        <a:pt x="4667" y="108680"/>
                      </a:cubicBezTo>
                      <a:cubicBezTo>
                        <a:pt x="2857" y="107442"/>
                        <a:pt x="2000" y="106299"/>
                        <a:pt x="2000" y="105156"/>
                      </a:cubicBezTo>
                      <a:cubicBezTo>
                        <a:pt x="2000" y="104489"/>
                        <a:pt x="2191" y="103822"/>
                        <a:pt x="2572" y="103061"/>
                      </a:cubicBezTo>
                      <a:cubicBezTo>
                        <a:pt x="1429" y="101918"/>
                        <a:pt x="858" y="100013"/>
                        <a:pt x="858" y="97345"/>
                      </a:cubicBezTo>
                      <a:cubicBezTo>
                        <a:pt x="858" y="96774"/>
                        <a:pt x="858" y="95726"/>
                        <a:pt x="953" y="94392"/>
                      </a:cubicBezTo>
                      <a:cubicBezTo>
                        <a:pt x="953" y="93059"/>
                        <a:pt x="1048" y="92011"/>
                        <a:pt x="1048" y="91440"/>
                      </a:cubicBezTo>
                      <a:cubicBezTo>
                        <a:pt x="1048" y="89345"/>
                        <a:pt x="667" y="87725"/>
                        <a:pt x="0" y="86677"/>
                      </a:cubicBezTo>
                      <a:cubicBezTo>
                        <a:pt x="762" y="84963"/>
                        <a:pt x="953" y="82677"/>
                        <a:pt x="381" y="79629"/>
                      </a:cubicBezTo>
                      <a:cubicBezTo>
                        <a:pt x="-95" y="76581"/>
                        <a:pt x="95" y="74200"/>
                        <a:pt x="1048" y="72390"/>
                      </a:cubicBezTo>
                      <a:cubicBezTo>
                        <a:pt x="1048" y="69437"/>
                        <a:pt x="1048" y="65151"/>
                        <a:pt x="1429" y="59721"/>
                      </a:cubicBezTo>
                      <a:cubicBezTo>
                        <a:pt x="858" y="58007"/>
                        <a:pt x="571" y="56102"/>
                        <a:pt x="571" y="54197"/>
                      </a:cubicBezTo>
                      <a:cubicBezTo>
                        <a:pt x="571" y="48387"/>
                        <a:pt x="4572" y="41053"/>
                        <a:pt x="12478" y="32195"/>
                      </a:cubicBezTo>
                      <a:lnTo>
                        <a:pt x="12859" y="32861"/>
                      </a:lnTo>
                      <a:cubicBezTo>
                        <a:pt x="13431" y="32480"/>
                        <a:pt x="13811" y="31718"/>
                        <a:pt x="14097" y="30670"/>
                      </a:cubicBezTo>
                      <a:cubicBezTo>
                        <a:pt x="14383" y="29623"/>
                        <a:pt x="14954" y="28956"/>
                        <a:pt x="15812" y="28670"/>
                      </a:cubicBezTo>
                      <a:lnTo>
                        <a:pt x="17907" y="28670"/>
                      </a:lnTo>
                      <a:lnTo>
                        <a:pt x="17907" y="29337"/>
                      </a:lnTo>
                      <a:cubicBezTo>
                        <a:pt x="17907" y="29337"/>
                        <a:pt x="18574" y="28860"/>
                        <a:pt x="19621" y="28860"/>
                      </a:cubicBezTo>
                      <a:cubicBezTo>
                        <a:pt x="20670" y="28860"/>
                        <a:pt x="21146" y="28860"/>
                        <a:pt x="21146" y="28575"/>
                      </a:cubicBezTo>
                      <a:cubicBezTo>
                        <a:pt x="21146" y="28289"/>
                        <a:pt x="20764" y="27908"/>
                        <a:pt x="20098" y="27241"/>
                      </a:cubicBezTo>
                      <a:cubicBezTo>
                        <a:pt x="21336" y="26289"/>
                        <a:pt x="22479" y="25336"/>
                        <a:pt x="23622" y="24479"/>
                      </a:cubicBezTo>
                      <a:cubicBezTo>
                        <a:pt x="24765" y="23622"/>
                        <a:pt x="26289" y="23146"/>
                        <a:pt x="28099" y="23146"/>
                      </a:cubicBezTo>
                      <a:cubicBezTo>
                        <a:pt x="28385" y="22479"/>
                        <a:pt x="28766" y="22098"/>
                        <a:pt x="29242" y="22098"/>
                      </a:cubicBezTo>
                      <a:cubicBezTo>
                        <a:pt x="29528" y="22098"/>
                        <a:pt x="30004" y="22288"/>
                        <a:pt x="30671" y="22670"/>
                      </a:cubicBezTo>
                      <a:cubicBezTo>
                        <a:pt x="31338" y="23050"/>
                        <a:pt x="31814" y="23241"/>
                        <a:pt x="32195" y="23146"/>
                      </a:cubicBezTo>
                      <a:cubicBezTo>
                        <a:pt x="32004" y="22860"/>
                        <a:pt x="31909" y="22670"/>
                        <a:pt x="31909" y="22479"/>
                      </a:cubicBezTo>
                      <a:cubicBezTo>
                        <a:pt x="31909" y="22098"/>
                        <a:pt x="32290" y="21527"/>
                        <a:pt x="33052" y="20860"/>
                      </a:cubicBezTo>
                      <a:cubicBezTo>
                        <a:pt x="33814" y="20193"/>
                        <a:pt x="34195" y="19717"/>
                        <a:pt x="34195" y="19335"/>
                      </a:cubicBezTo>
                      <a:cubicBezTo>
                        <a:pt x="34195" y="18955"/>
                        <a:pt x="33909" y="18479"/>
                        <a:pt x="33338" y="18192"/>
                      </a:cubicBezTo>
                      <a:cubicBezTo>
                        <a:pt x="33719" y="18192"/>
                        <a:pt x="34100" y="18955"/>
                        <a:pt x="34766" y="20288"/>
                      </a:cubicBezTo>
                      <a:lnTo>
                        <a:pt x="34385" y="20669"/>
                      </a:lnTo>
                      <a:cubicBezTo>
                        <a:pt x="34862" y="21145"/>
                        <a:pt x="35719" y="21241"/>
                        <a:pt x="37148" y="20764"/>
                      </a:cubicBezTo>
                      <a:cubicBezTo>
                        <a:pt x="38291" y="20384"/>
                        <a:pt x="39053" y="20764"/>
                        <a:pt x="39529" y="22098"/>
                      </a:cubicBezTo>
                      <a:cubicBezTo>
                        <a:pt x="40100" y="21431"/>
                        <a:pt x="40767" y="21145"/>
                        <a:pt x="41339" y="21145"/>
                      </a:cubicBezTo>
                      <a:cubicBezTo>
                        <a:pt x="41815" y="21145"/>
                        <a:pt x="42672" y="21527"/>
                        <a:pt x="43720" y="22384"/>
                      </a:cubicBezTo>
                      <a:cubicBezTo>
                        <a:pt x="44768" y="23241"/>
                        <a:pt x="45625" y="23622"/>
                        <a:pt x="46387" y="23622"/>
                      </a:cubicBezTo>
                      <a:cubicBezTo>
                        <a:pt x="46863" y="23622"/>
                        <a:pt x="47435" y="23431"/>
                        <a:pt x="48006" y="23050"/>
                      </a:cubicBezTo>
                      <a:cubicBezTo>
                        <a:pt x="48483" y="23813"/>
                        <a:pt x="48959" y="24289"/>
                        <a:pt x="49625" y="24289"/>
                      </a:cubicBezTo>
                      <a:cubicBezTo>
                        <a:pt x="49816" y="24289"/>
                        <a:pt x="50482" y="24003"/>
                        <a:pt x="51626" y="23431"/>
                      </a:cubicBezTo>
                      <a:lnTo>
                        <a:pt x="52292" y="26098"/>
                      </a:lnTo>
                      <a:cubicBezTo>
                        <a:pt x="52292" y="26098"/>
                        <a:pt x="53245" y="25908"/>
                        <a:pt x="54673" y="25432"/>
                      </a:cubicBezTo>
                      <a:cubicBezTo>
                        <a:pt x="55626" y="25051"/>
                        <a:pt x="56579" y="24955"/>
                        <a:pt x="57341" y="25146"/>
                      </a:cubicBezTo>
                      <a:cubicBezTo>
                        <a:pt x="57341" y="26575"/>
                        <a:pt x="58388" y="27908"/>
                        <a:pt x="60389" y="29242"/>
                      </a:cubicBezTo>
                      <a:cubicBezTo>
                        <a:pt x="61151" y="28860"/>
                        <a:pt x="61913" y="28765"/>
                        <a:pt x="62484" y="28765"/>
                      </a:cubicBezTo>
                      <a:cubicBezTo>
                        <a:pt x="63627" y="28765"/>
                        <a:pt x="64865" y="30003"/>
                        <a:pt x="66008" y="32671"/>
                      </a:cubicBezTo>
                      <a:cubicBezTo>
                        <a:pt x="67246" y="35337"/>
                        <a:pt x="68771" y="36766"/>
                        <a:pt x="70581" y="36957"/>
                      </a:cubicBezTo>
                      <a:cubicBezTo>
                        <a:pt x="70581" y="38576"/>
                        <a:pt x="71247" y="40767"/>
                        <a:pt x="72866" y="43339"/>
                      </a:cubicBezTo>
                      <a:cubicBezTo>
                        <a:pt x="74390" y="45911"/>
                        <a:pt x="75248" y="48101"/>
                        <a:pt x="75248" y="49911"/>
                      </a:cubicBezTo>
                      <a:cubicBezTo>
                        <a:pt x="75248" y="50959"/>
                        <a:pt x="75057" y="52101"/>
                        <a:pt x="74772" y="53244"/>
                      </a:cubicBezTo>
                      <a:cubicBezTo>
                        <a:pt x="73533" y="53244"/>
                        <a:pt x="71914" y="54102"/>
                        <a:pt x="69914" y="55436"/>
                      </a:cubicBezTo>
                      <a:cubicBezTo>
                        <a:pt x="67913" y="56864"/>
                        <a:pt x="66199" y="57531"/>
                        <a:pt x="64770" y="57531"/>
                      </a:cubicBezTo>
                      <a:cubicBezTo>
                        <a:pt x="64294" y="57531"/>
                        <a:pt x="63627" y="57531"/>
                        <a:pt x="63055" y="57245"/>
                      </a:cubicBezTo>
                      <a:cubicBezTo>
                        <a:pt x="62675" y="58198"/>
                        <a:pt x="61913" y="58769"/>
                        <a:pt x="60579" y="58864"/>
                      </a:cubicBezTo>
                      <a:cubicBezTo>
                        <a:pt x="58960" y="58864"/>
                        <a:pt x="58008" y="59245"/>
                        <a:pt x="57531" y="59817"/>
                      </a:cubicBezTo>
                      <a:cubicBezTo>
                        <a:pt x="54673" y="58864"/>
                        <a:pt x="52674" y="54959"/>
                        <a:pt x="51435" y="48196"/>
                      </a:cubicBezTo>
                      <a:cubicBezTo>
                        <a:pt x="48292" y="45720"/>
                        <a:pt x="46577" y="44482"/>
                        <a:pt x="46291" y="44386"/>
                      </a:cubicBezTo>
                      <a:cubicBezTo>
                        <a:pt x="44482" y="43243"/>
                        <a:pt x="42767" y="42672"/>
                        <a:pt x="40957" y="42672"/>
                      </a:cubicBezTo>
                      <a:cubicBezTo>
                        <a:pt x="40100" y="42672"/>
                        <a:pt x="39148" y="42767"/>
                        <a:pt x="38195" y="43053"/>
                      </a:cubicBezTo>
                      <a:cubicBezTo>
                        <a:pt x="30480" y="43910"/>
                        <a:pt x="25527" y="46958"/>
                        <a:pt x="23336" y="52197"/>
                      </a:cubicBezTo>
                      <a:cubicBezTo>
                        <a:pt x="22670" y="52959"/>
                        <a:pt x="21907" y="53244"/>
                        <a:pt x="21146" y="53244"/>
                      </a:cubicBezTo>
                      <a:cubicBezTo>
                        <a:pt x="20670" y="53244"/>
                        <a:pt x="20098" y="53149"/>
                        <a:pt x="19431" y="52864"/>
                      </a:cubicBezTo>
                      <a:cubicBezTo>
                        <a:pt x="18669" y="52673"/>
                        <a:pt x="18193" y="52578"/>
                        <a:pt x="17812" y="52578"/>
                      </a:cubicBezTo>
                      <a:lnTo>
                        <a:pt x="18193" y="54102"/>
                      </a:lnTo>
                      <a:cubicBezTo>
                        <a:pt x="18002" y="54578"/>
                        <a:pt x="17716" y="54864"/>
                        <a:pt x="17336" y="54864"/>
                      </a:cubicBezTo>
                      <a:cubicBezTo>
                        <a:pt x="16955" y="54864"/>
                        <a:pt x="16193" y="54578"/>
                        <a:pt x="15145" y="53911"/>
                      </a:cubicBezTo>
                      <a:cubicBezTo>
                        <a:pt x="14002" y="53244"/>
                        <a:pt x="13145" y="52959"/>
                        <a:pt x="12573" y="52959"/>
                      </a:cubicBezTo>
                      <a:cubicBezTo>
                        <a:pt x="11621" y="52959"/>
                        <a:pt x="10763" y="53530"/>
                        <a:pt x="10192" y="54673"/>
                      </a:cubicBezTo>
                      <a:cubicBezTo>
                        <a:pt x="11049" y="54959"/>
                        <a:pt x="12192" y="55054"/>
                        <a:pt x="13621" y="55054"/>
                      </a:cubicBezTo>
                      <a:lnTo>
                        <a:pt x="12764" y="56102"/>
                      </a:lnTo>
                      <a:cubicBezTo>
                        <a:pt x="12764" y="56102"/>
                        <a:pt x="13431" y="56579"/>
                        <a:pt x="13621" y="56483"/>
                      </a:cubicBezTo>
                      <a:lnTo>
                        <a:pt x="14669" y="55721"/>
                      </a:lnTo>
                      <a:cubicBezTo>
                        <a:pt x="14669" y="55721"/>
                        <a:pt x="15240" y="56483"/>
                        <a:pt x="16479" y="57245"/>
                      </a:cubicBezTo>
                      <a:cubicBezTo>
                        <a:pt x="17716" y="58007"/>
                        <a:pt x="18383" y="58769"/>
                        <a:pt x="18574" y="59721"/>
                      </a:cubicBezTo>
                      <a:cubicBezTo>
                        <a:pt x="19145" y="59341"/>
                        <a:pt x="19526" y="58960"/>
                        <a:pt x="19621" y="58388"/>
                      </a:cubicBezTo>
                      <a:lnTo>
                        <a:pt x="19621" y="57245"/>
                      </a:lnTo>
                      <a:cubicBezTo>
                        <a:pt x="19621" y="57245"/>
                        <a:pt x="20193" y="56674"/>
                        <a:pt x="21241" y="56579"/>
                      </a:cubicBezTo>
                      <a:cubicBezTo>
                        <a:pt x="21717" y="58007"/>
                        <a:pt x="21907" y="59817"/>
                        <a:pt x="21907" y="62103"/>
                      </a:cubicBezTo>
                      <a:cubicBezTo>
                        <a:pt x="21813" y="66389"/>
                        <a:pt x="21813" y="68294"/>
                        <a:pt x="21813" y="67818"/>
                      </a:cubicBezTo>
                      <a:cubicBezTo>
                        <a:pt x="20479" y="68103"/>
                        <a:pt x="19241" y="67627"/>
                        <a:pt x="18193" y="66389"/>
                      </a:cubicBezTo>
                      <a:lnTo>
                        <a:pt x="17145" y="67818"/>
                      </a:lnTo>
                      <a:cubicBezTo>
                        <a:pt x="17145" y="67818"/>
                        <a:pt x="16479" y="67342"/>
                        <a:pt x="16097" y="67437"/>
                      </a:cubicBezTo>
                      <a:lnTo>
                        <a:pt x="15716" y="67818"/>
                      </a:lnTo>
                      <a:cubicBezTo>
                        <a:pt x="16479" y="69152"/>
                        <a:pt x="18193" y="69628"/>
                        <a:pt x="20764" y="69246"/>
                      </a:cubicBezTo>
                      <a:cubicBezTo>
                        <a:pt x="20574" y="69723"/>
                        <a:pt x="20479" y="70199"/>
                        <a:pt x="20479" y="70580"/>
                      </a:cubicBezTo>
                      <a:cubicBezTo>
                        <a:pt x="20479" y="71056"/>
                        <a:pt x="20764" y="71914"/>
                        <a:pt x="21241" y="72866"/>
                      </a:cubicBezTo>
                      <a:cubicBezTo>
                        <a:pt x="21813" y="73914"/>
                        <a:pt x="22003" y="74676"/>
                        <a:pt x="22003" y="75342"/>
                      </a:cubicBezTo>
                      <a:cubicBezTo>
                        <a:pt x="22003" y="75819"/>
                        <a:pt x="22003" y="76390"/>
                        <a:pt x="21813" y="76962"/>
                      </a:cubicBezTo>
                      <a:cubicBezTo>
                        <a:pt x="21050" y="77628"/>
                        <a:pt x="20764" y="78486"/>
                        <a:pt x="20764" y="79438"/>
                      </a:cubicBezTo>
                      <a:cubicBezTo>
                        <a:pt x="20764" y="80963"/>
                        <a:pt x="20764" y="81819"/>
                        <a:pt x="20764" y="82105"/>
                      </a:cubicBezTo>
                      <a:cubicBezTo>
                        <a:pt x="20764" y="82486"/>
                        <a:pt x="21146" y="84772"/>
                        <a:pt x="21527" y="88963"/>
                      </a:cubicBezTo>
                      <a:cubicBezTo>
                        <a:pt x="21813" y="92107"/>
                        <a:pt x="22574" y="94392"/>
                        <a:pt x="23813" y="95821"/>
                      </a:cubicBezTo>
                      <a:cubicBezTo>
                        <a:pt x="23622" y="96393"/>
                        <a:pt x="23527" y="96774"/>
                        <a:pt x="23527" y="97155"/>
                      </a:cubicBezTo>
                      <a:cubicBezTo>
                        <a:pt x="23527" y="97821"/>
                        <a:pt x="24003" y="98393"/>
                        <a:pt x="24860" y="99060"/>
                      </a:cubicBezTo>
                      <a:cubicBezTo>
                        <a:pt x="25718" y="99631"/>
                        <a:pt x="26098" y="100393"/>
                        <a:pt x="25908" y="101441"/>
                      </a:cubicBezTo>
                      <a:cubicBezTo>
                        <a:pt x="26956" y="101346"/>
                        <a:pt x="28385" y="101727"/>
                        <a:pt x="30289" y="102679"/>
                      </a:cubicBezTo>
                      <a:cubicBezTo>
                        <a:pt x="32195" y="103632"/>
                        <a:pt x="33624" y="104013"/>
                        <a:pt x="34766" y="104013"/>
                      </a:cubicBezTo>
                      <a:cubicBezTo>
                        <a:pt x="35243" y="104013"/>
                        <a:pt x="35623" y="104013"/>
                        <a:pt x="36100" y="103917"/>
                      </a:cubicBezTo>
                      <a:cubicBezTo>
                        <a:pt x="37052" y="104870"/>
                        <a:pt x="38100" y="105346"/>
                        <a:pt x="39243" y="105346"/>
                      </a:cubicBezTo>
                      <a:cubicBezTo>
                        <a:pt x="40005" y="105346"/>
                        <a:pt x="41053" y="104965"/>
                        <a:pt x="42577" y="104299"/>
                      </a:cubicBezTo>
                      <a:cubicBezTo>
                        <a:pt x="44101" y="103632"/>
                        <a:pt x="45244" y="103346"/>
                        <a:pt x="46197" y="103346"/>
                      </a:cubicBezTo>
                      <a:cubicBezTo>
                        <a:pt x="46577" y="103346"/>
                        <a:pt x="47054" y="103346"/>
                        <a:pt x="47435" y="103441"/>
                      </a:cubicBezTo>
                      <a:cubicBezTo>
                        <a:pt x="47816" y="102584"/>
                        <a:pt x="49149" y="100965"/>
                        <a:pt x="51531" y="98774"/>
                      </a:cubicBezTo>
                      <a:cubicBezTo>
                        <a:pt x="53435" y="97155"/>
                        <a:pt x="54197" y="95345"/>
                        <a:pt x="54007" y="93630"/>
                      </a:cubicBezTo>
                      <a:lnTo>
                        <a:pt x="55055" y="92869"/>
                      </a:lnTo>
                      <a:lnTo>
                        <a:pt x="54388" y="92202"/>
                      </a:lnTo>
                      <a:cubicBezTo>
                        <a:pt x="55436" y="90201"/>
                        <a:pt x="56865" y="89154"/>
                        <a:pt x="58484" y="89154"/>
                      </a:cubicBezTo>
                      <a:cubicBezTo>
                        <a:pt x="59246" y="89154"/>
                        <a:pt x="60484" y="89535"/>
                        <a:pt x="62199" y="90201"/>
                      </a:cubicBezTo>
                      <a:cubicBezTo>
                        <a:pt x="63913" y="90868"/>
                        <a:pt x="65247" y="91154"/>
                        <a:pt x="66104" y="91154"/>
                      </a:cubicBezTo>
                      <a:cubicBezTo>
                        <a:pt x="66390" y="92011"/>
                        <a:pt x="67342" y="92583"/>
                        <a:pt x="68961" y="92869"/>
                      </a:cubicBezTo>
                      <a:cubicBezTo>
                        <a:pt x="70581" y="93154"/>
                        <a:pt x="71533" y="93726"/>
                        <a:pt x="71819" y="94679"/>
                      </a:cubicBezTo>
                      <a:close/>
                      <a:moveTo>
                        <a:pt x="13240" y="80772"/>
                      </a:moveTo>
                      <a:cubicBezTo>
                        <a:pt x="13907" y="81534"/>
                        <a:pt x="14669" y="81819"/>
                        <a:pt x="15335" y="81819"/>
                      </a:cubicBezTo>
                      <a:cubicBezTo>
                        <a:pt x="15716" y="81819"/>
                        <a:pt x="16669" y="81439"/>
                        <a:pt x="18288" y="80772"/>
                      </a:cubicBezTo>
                      <a:lnTo>
                        <a:pt x="16479" y="78771"/>
                      </a:lnTo>
                      <a:lnTo>
                        <a:pt x="17526" y="79820"/>
                      </a:lnTo>
                      <a:lnTo>
                        <a:pt x="16479" y="80772"/>
                      </a:lnTo>
                      <a:cubicBezTo>
                        <a:pt x="15716" y="80772"/>
                        <a:pt x="15335" y="80296"/>
                        <a:pt x="15335" y="79629"/>
                      </a:cubicBezTo>
                      <a:cubicBezTo>
                        <a:pt x="15335" y="78962"/>
                        <a:pt x="15335" y="78486"/>
                        <a:pt x="14954" y="78105"/>
                      </a:cubicBezTo>
                      <a:cubicBezTo>
                        <a:pt x="14954" y="78295"/>
                        <a:pt x="14478" y="78677"/>
                        <a:pt x="13621" y="79343"/>
                      </a:cubicBezTo>
                      <a:cubicBezTo>
                        <a:pt x="13145" y="79629"/>
                        <a:pt x="13049" y="80105"/>
                        <a:pt x="13240" y="80772"/>
                      </a:cubicBezTo>
                      <a:close/>
                      <a:moveTo>
                        <a:pt x="17431" y="23146"/>
                      </a:moveTo>
                      <a:cubicBezTo>
                        <a:pt x="17431" y="23146"/>
                        <a:pt x="16955" y="23146"/>
                        <a:pt x="16955" y="22860"/>
                      </a:cubicBezTo>
                      <a:cubicBezTo>
                        <a:pt x="16955" y="22479"/>
                        <a:pt x="17336" y="22384"/>
                        <a:pt x="18098" y="22384"/>
                      </a:cubicBezTo>
                      <a:cubicBezTo>
                        <a:pt x="18479" y="22384"/>
                        <a:pt x="18765" y="22479"/>
                        <a:pt x="18860" y="22765"/>
                      </a:cubicBezTo>
                      <a:lnTo>
                        <a:pt x="17431" y="23146"/>
                      </a:lnTo>
                      <a:close/>
                      <a:moveTo>
                        <a:pt x="19431" y="31432"/>
                      </a:moveTo>
                      <a:lnTo>
                        <a:pt x="19431" y="33338"/>
                      </a:lnTo>
                      <a:lnTo>
                        <a:pt x="20384" y="33338"/>
                      </a:lnTo>
                      <a:cubicBezTo>
                        <a:pt x="20764" y="32861"/>
                        <a:pt x="20384" y="32195"/>
                        <a:pt x="19431" y="31432"/>
                      </a:cubicBezTo>
                      <a:close/>
                      <a:moveTo>
                        <a:pt x="19431" y="54864"/>
                      </a:moveTo>
                      <a:lnTo>
                        <a:pt x="19431" y="53816"/>
                      </a:lnTo>
                      <a:lnTo>
                        <a:pt x="20860" y="53816"/>
                      </a:lnTo>
                      <a:lnTo>
                        <a:pt x="19431" y="54864"/>
                      </a:lnTo>
                      <a:close/>
                      <a:moveTo>
                        <a:pt x="29051" y="49339"/>
                      </a:moveTo>
                      <a:lnTo>
                        <a:pt x="27623" y="48673"/>
                      </a:lnTo>
                      <a:lnTo>
                        <a:pt x="28385" y="46863"/>
                      </a:lnTo>
                      <a:lnTo>
                        <a:pt x="29051" y="49339"/>
                      </a:lnTo>
                      <a:close/>
                      <a:moveTo>
                        <a:pt x="30099" y="41720"/>
                      </a:moveTo>
                      <a:cubicBezTo>
                        <a:pt x="29528" y="41529"/>
                        <a:pt x="28861" y="41910"/>
                        <a:pt x="28004" y="42767"/>
                      </a:cubicBezTo>
                      <a:lnTo>
                        <a:pt x="30099" y="43148"/>
                      </a:lnTo>
                      <a:lnTo>
                        <a:pt x="30099" y="41720"/>
                      </a:lnTo>
                      <a:close/>
                      <a:moveTo>
                        <a:pt x="34195" y="7429"/>
                      </a:moveTo>
                      <a:lnTo>
                        <a:pt x="34576" y="8001"/>
                      </a:lnTo>
                      <a:lnTo>
                        <a:pt x="30956" y="7429"/>
                      </a:lnTo>
                      <a:lnTo>
                        <a:pt x="34100" y="7429"/>
                      </a:lnTo>
                      <a:close/>
                      <a:moveTo>
                        <a:pt x="32861" y="45148"/>
                      </a:moveTo>
                      <a:cubicBezTo>
                        <a:pt x="32861" y="45148"/>
                        <a:pt x="33338" y="45434"/>
                        <a:pt x="33528" y="45815"/>
                      </a:cubicBezTo>
                      <a:lnTo>
                        <a:pt x="33528" y="47244"/>
                      </a:lnTo>
                      <a:cubicBezTo>
                        <a:pt x="33528" y="47244"/>
                        <a:pt x="33147" y="46672"/>
                        <a:pt x="32766" y="46672"/>
                      </a:cubicBezTo>
                      <a:lnTo>
                        <a:pt x="31718" y="46863"/>
                      </a:lnTo>
                      <a:cubicBezTo>
                        <a:pt x="31718" y="45720"/>
                        <a:pt x="32099" y="45148"/>
                        <a:pt x="32861" y="45148"/>
                      </a:cubicBezTo>
                      <a:close/>
                      <a:moveTo>
                        <a:pt x="33814" y="28384"/>
                      </a:moveTo>
                      <a:lnTo>
                        <a:pt x="33147" y="28004"/>
                      </a:lnTo>
                      <a:cubicBezTo>
                        <a:pt x="33147" y="28004"/>
                        <a:pt x="33528" y="28384"/>
                        <a:pt x="33814" y="28384"/>
                      </a:cubicBezTo>
                      <a:lnTo>
                        <a:pt x="34576" y="29051"/>
                      </a:lnTo>
                      <a:lnTo>
                        <a:pt x="34576" y="28384"/>
                      </a:lnTo>
                      <a:lnTo>
                        <a:pt x="33814" y="28384"/>
                      </a:lnTo>
                      <a:close/>
                      <a:moveTo>
                        <a:pt x="36005" y="50482"/>
                      </a:moveTo>
                      <a:lnTo>
                        <a:pt x="34195" y="50482"/>
                      </a:lnTo>
                      <a:lnTo>
                        <a:pt x="34195" y="48387"/>
                      </a:lnTo>
                      <a:lnTo>
                        <a:pt x="36005" y="50482"/>
                      </a:lnTo>
                      <a:close/>
                      <a:moveTo>
                        <a:pt x="36672" y="37147"/>
                      </a:moveTo>
                      <a:lnTo>
                        <a:pt x="34576" y="36766"/>
                      </a:lnTo>
                      <a:lnTo>
                        <a:pt x="34576" y="37147"/>
                      </a:lnTo>
                      <a:lnTo>
                        <a:pt x="36672" y="37147"/>
                      </a:lnTo>
                      <a:close/>
                      <a:moveTo>
                        <a:pt x="38671" y="7525"/>
                      </a:moveTo>
                      <a:lnTo>
                        <a:pt x="38291" y="9144"/>
                      </a:lnTo>
                      <a:lnTo>
                        <a:pt x="37719" y="9144"/>
                      </a:lnTo>
                      <a:lnTo>
                        <a:pt x="38671" y="7525"/>
                      </a:lnTo>
                      <a:close/>
                      <a:moveTo>
                        <a:pt x="39720" y="19335"/>
                      </a:moveTo>
                      <a:cubicBezTo>
                        <a:pt x="38767" y="19335"/>
                        <a:pt x="38291" y="19145"/>
                        <a:pt x="38291" y="18955"/>
                      </a:cubicBezTo>
                      <a:cubicBezTo>
                        <a:pt x="38291" y="18764"/>
                        <a:pt x="38386" y="18479"/>
                        <a:pt x="38767" y="18002"/>
                      </a:cubicBezTo>
                      <a:cubicBezTo>
                        <a:pt x="39053" y="17526"/>
                        <a:pt x="39148" y="17145"/>
                        <a:pt x="39053" y="16859"/>
                      </a:cubicBezTo>
                      <a:cubicBezTo>
                        <a:pt x="39434" y="17145"/>
                        <a:pt x="39814" y="17430"/>
                        <a:pt x="40196" y="17621"/>
                      </a:cubicBezTo>
                      <a:cubicBezTo>
                        <a:pt x="40196" y="17812"/>
                        <a:pt x="40196" y="18383"/>
                        <a:pt x="39720" y="19335"/>
                      </a:cubicBezTo>
                      <a:close/>
                      <a:moveTo>
                        <a:pt x="39053" y="16764"/>
                      </a:moveTo>
                      <a:cubicBezTo>
                        <a:pt x="39053" y="16764"/>
                        <a:pt x="38767" y="16383"/>
                        <a:pt x="38671" y="16287"/>
                      </a:cubicBezTo>
                      <a:cubicBezTo>
                        <a:pt x="38671" y="16287"/>
                        <a:pt x="38862" y="16287"/>
                        <a:pt x="38958" y="16478"/>
                      </a:cubicBezTo>
                      <a:cubicBezTo>
                        <a:pt x="38958" y="16669"/>
                        <a:pt x="39053" y="16764"/>
                        <a:pt x="39053" y="16859"/>
                      </a:cubicBezTo>
                      <a:close/>
                      <a:moveTo>
                        <a:pt x="39720" y="28384"/>
                      </a:moveTo>
                      <a:lnTo>
                        <a:pt x="39338" y="29432"/>
                      </a:lnTo>
                      <a:cubicBezTo>
                        <a:pt x="40386" y="29432"/>
                        <a:pt x="41243" y="29813"/>
                        <a:pt x="41815" y="30480"/>
                      </a:cubicBezTo>
                      <a:cubicBezTo>
                        <a:pt x="42101" y="29813"/>
                        <a:pt x="41815" y="29337"/>
                        <a:pt x="41053" y="28956"/>
                      </a:cubicBezTo>
                      <a:cubicBezTo>
                        <a:pt x="40291" y="28670"/>
                        <a:pt x="39814" y="28480"/>
                        <a:pt x="39720" y="28384"/>
                      </a:cubicBezTo>
                      <a:close/>
                      <a:moveTo>
                        <a:pt x="44291" y="13716"/>
                      </a:moveTo>
                      <a:lnTo>
                        <a:pt x="44291" y="14764"/>
                      </a:lnTo>
                      <a:lnTo>
                        <a:pt x="40767" y="14097"/>
                      </a:lnTo>
                      <a:lnTo>
                        <a:pt x="40767" y="13049"/>
                      </a:lnTo>
                      <a:cubicBezTo>
                        <a:pt x="41053" y="13811"/>
                        <a:pt x="41624" y="14192"/>
                        <a:pt x="42482" y="14192"/>
                      </a:cubicBezTo>
                      <a:cubicBezTo>
                        <a:pt x="43149" y="14192"/>
                        <a:pt x="43815" y="14192"/>
                        <a:pt x="44291" y="13716"/>
                      </a:cubicBezTo>
                      <a:close/>
                      <a:moveTo>
                        <a:pt x="45244" y="0"/>
                      </a:moveTo>
                      <a:lnTo>
                        <a:pt x="45720" y="2953"/>
                      </a:lnTo>
                      <a:lnTo>
                        <a:pt x="45244" y="381"/>
                      </a:lnTo>
                      <a:lnTo>
                        <a:pt x="45244" y="0"/>
                      </a:lnTo>
                      <a:close/>
                      <a:moveTo>
                        <a:pt x="47244" y="24955"/>
                      </a:moveTo>
                      <a:cubicBezTo>
                        <a:pt x="47244" y="24955"/>
                        <a:pt x="46673" y="25241"/>
                        <a:pt x="46101" y="25718"/>
                      </a:cubicBezTo>
                      <a:cubicBezTo>
                        <a:pt x="45530" y="26289"/>
                        <a:pt x="45244" y="26670"/>
                        <a:pt x="45244" y="27051"/>
                      </a:cubicBezTo>
                      <a:cubicBezTo>
                        <a:pt x="45244" y="27432"/>
                        <a:pt x="45530" y="27813"/>
                        <a:pt x="46197" y="28004"/>
                      </a:cubicBezTo>
                      <a:cubicBezTo>
                        <a:pt x="46197" y="27813"/>
                        <a:pt x="46197" y="27432"/>
                        <a:pt x="45815" y="26955"/>
                      </a:cubicBezTo>
                      <a:cubicBezTo>
                        <a:pt x="46768" y="26194"/>
                        <a:pt x="47435" y="25812"/>
                        <a:pt x="47816" y="25908"/>
                      </a:cubicBezTo>
                      <a:cubicBezTo>
                        <a:pt x="47340" y="25432"/>
                        <a:pt x="47244" y="25146"/>
                        <a:pt x="47340" y="24955"/>
                      </a:cubicBezTo>
                      <a:close/>
                      <a:moveTo>
                        <a:pt x="48387" y="19907"/>
                      </a:moveTo>
                      <a:lnTo>
                        <a:pt x="49816" y="19907"/>
                      </a:lnTo>
                      <a:lnTo>
                        <a:pt x="48387" y="20669"/>
                      </a:lnTo>
                      <a:lnTo>
                        <a:pt x="48387" y="19907"/>
                      </a:lnTo>
                      <a:close/>
                      <a:moveTo>
                        <a:pt x="53530" y="21527"/>
                      </a:moveTo>
                      <a:cubicBezTo>
                        <a:pt x="53530" y="21527"/>
                        <a:pt x="52959" y="20955"/>
                        <a:pt x="51911" y="20193"/>
                      </a:cubicBezTo>
                      <a:cubicBezTo>
                        <a:pt x="51245" y="19621"/>
                        <a:pt x="50959" y="19145"/>
                        <a:pt x="50959" y="18669"/>
                      </a:cubicBezTo>
                      <a:cubicBezTo>
                        <a:pt x="50959" y="18383"/>
                        <a:pt x="50959" y="18097"/>
                        <a:pt x="51245" y="17716"/>
                      </a:cubicBezTo>
                      <a:cubicBezTo>
                        <a:pt x="52388" y="17716"/>
                        <a:pt x="53054" y="18002"/>
                        <a:pt x="53150" y="18859"/>
                      </a:cubicBezTo>
                      <a:cubicBezTo>
                        <a:pt x="53245" y="19717"/>
                        <a:pt x="53435" y="20574"/>
                        <a:pt x="53530" y="21431"/>
                      </a:cubicBezTo>
                      <a:close/>
                      <a:moveTo>
                        <a:pt x="52388" y="36766"/>
                      </a:moveTo>
                      <a:lnTo>
                        <a:pt x="51340" y="35719"/>
                      </a:lnTo>
                      <a:lnTo>
                        <a:pt x="52388" y="37147"/>
                      </a:lnTo>
                      <a:lnTo>
                        <a:pt x="52388" y="36766"/>
                      </a:lnTo>
                      <a:close/>
                      <a:moveTo>
                        <a:pt x="53435" y="34099"/>
                      </a:moveTo>
                      <a:lnTo>
                        <a:pt x="53435" y="35719"/>
                      </a:lnTo>
                      <a:cubicBezTo>
                        <a:pt x="54673" y="35719"/>
                        <a:pt x="55816" y="35147"/>
                        <a:pt x="56769" y="34004"/>
                      </a:cubicBezTo>
                      <a:cubicBezTo>
                        <a:pt x="57055" y="33814"/>
                        <a:pt x="57341" y="33528"/>
                        <a:pt x="57626" y="33051"/>
                      </a:cubicBezTo>
                      <a:cubicBezTo>
                        <a:pt x="57436" y="33528"/>
                        <a:pt x="57150" y="33814"/>
                        <a:pt x="56769" y="34004"/>
                      </a:cubicBezTo>
                      <a:cubicBezTo>
                        <a:pt x="56007" y="33909"/>
                        <a:pt x="54864" y="34004"/>
                        <a:pt x="53435" y="34099"/>
                      </a:cubicBezTo>
                      <a:close/>
                      <a:moveTo>
                        <a:pt x="53626" y="21527"/>
                      </a:moveTo>
                      <a:cubicBezTo>
                        <a:pt x="53626" y="21527"/>
                        <a:pt x="53816" y="22193"/>
                        <a:pt x="53816" y="22479"/>
                      </a:cubicBezTo>
                      <a:cubicBezTo>
                        <a:pt x="53626" y="22098"/>
                        <a:pt x="53626" y="21812"/>
                        <a:pt x="53626" y="21527"/>
                      </a:cubicBezTo>
                      <a:close/>
                      <a:moveTo>
                        <a:pt x="59722" y="41053"/>
                      </a:moveTo>
                      <a:lnTo>
                        <a:pt x="59722" y="39148"/>
                      </a:lnTo>
                      <a:lnTo>
                        <a:pt x="57626" y="40577"/>
                      </a:lnTo>
                      <a:lnTo>
                        <a:pt x="59722" y="40957"/>
                      </a:lnTo>
                      <a:close/>
                      <a:moveTo>
                        <a:pt x="59055" y="33338"/>
                      </a:moveTo>
                      <a:cubicBezTo>
                        <a:pt x="59055" y="33338"/>
                        <a:pt x="59627" y="34004"/>
                        <a:pt x="59627" y="34290"/>
                      </a:cubicBezTo>
                      <a:cubicBezTo>
                        <a:pt x="59627" y="34576"/>
                        <a:pt x="59341" y="34861"/>
                        <a:pt x="58864" y="35243"/>
                      </a:cubicBezTo>
                      <a:cubicBezTo>
                        <a:pt x="58293" y="35623"/>
                        <a:pt x="58103" y="35814"/>
                        <a:pt x="58103" y="35909"/>
                      </a:cubicBezTo>
                      <a:cubicBezTo>
                        <a:pt x="58103" y="36195"/>
                        <a:pt x="58484" y="36386"/>
                        <a:pt x="59150" y="36671"/>
                      </a:cubicBezTo>
                      <a:cubicBezTo>
                        <a:pt x="59436" y="35814"/>
                        <a:pt x="59722" y="34861"/>
                        <a:pt x="60103" y="33909"/>
                      </a:cubicBezTo>
                      <a:cubicBezTo>
                        <a:pt x="60484" y="32956"/>
                        <a:pt x="60960" y="32480"/>
                        <a:pt x="61722" y="32480"/>
                      </a:cubicBezTo>
                      <a:lnTo>
                        <a:pt x="60674" y="31432"/>
                      </a:lnTo>
                      <a:lnTo>
                        <a:pt x="59246" y="33338"/>
                      </a:lnTo>
                      <a:close/>
                      <a:moveTo>
                        <a:pt x="60103" y="12192"/>
                      </a:moveTo>
                      <a:lnTo>
                        <a:pt x="60103" y="14097"/>
                      </a:lnTo>
                      <a:lnTo>
                        <a:pt x="59722" y="14097"/>
                      </a:lnTo>
                      <a:lnTo>
                        <a:pt x="59722" y="12192"/>
                      </a:lnTo>
                      <a:lnTo>
                        <a:pt x="60103" y="12192"/>
                      </a:lnTo>
                      <a:close/>
                      <a:moveTo>
                        <a:pt x="64198" y="9715"/>
                      </a:moveTo>
                      <a:cubicBezTo>
                        <a:pt x="63532" y="10001"/>
                        <a:pt x="63151" y="10096"/>
                        <a:pt x="62960" y="10096"/>
                      </a:cubicBezTo>
                      <a:lnTo>
                        <a:pt x="62960" y="8667"/>
                      </a:lnTo>
                      <a:lnTo>
                        <a:pt x="64198" y="9715"/>
                      </a:lnTo>
                      <a:close/>
                      <a:moveTo>
                        <a:pt x="66675" y="28004"/>
                      </a:moveTo>
                      <a:lnTo>
                        <a:pt x="66675" y="29432"/>
                      </a:lnTo>
                      <a:cubicBezTo>
                        <a:pt x="66104" y="29146"/>
                        <a:pt x="65818" y="29051"/>
                        <a:pt x="65818" y="29051"/>
                      </a:cubicBezTo>
                      <a:cubicBezTo>
                        <a:pt x="66390" y="29051"/>
                        <a:pt x="66675" y="28670"/>
                        <a:pt x="66675" y="28004"/>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 name="Google Shape;1360;p99"/>
                <p:cNvSpPr/>
                <p:nvPr/>
              </p:nvSpPr>
              <p:spPr>
                <a:xfrm>
                  <a:off x="7301007" y="5544026"/>
                  <a:ext cx="82296" cy="107442"/>
                </a:xfrm>
                <a:custGeom>
                  <a:avLst/>
                  <a:gdLst/>
                  <a:ahLst/>
                  <a:cxnLst/>
                  <a:rect l="l" t="t" r="r" b="b"/>
                  <a:pathLst>
                    <a:path w="82296" h="107442" extrusionOk="0">
                      <a:moveTo>
                        <a:pt x="72580" y="85820"/>
                      </a:moveTo>
                      <a:cubicBezTo>
                        <a:pt x="74295" y="86963"/>
                        <a:pt x="75247" y="88868"/>
                        <a:pt x="75438" y="91535"/>
                      </a:cubicBezTo>
                      <a:cubicBezTo>
                        <a:pt x="75533" y="93822"/>
                        <a:pt x="75533" y="96012"/>
                        <a:pt x="75533" y="98298"/>
                      </a:cubicBezTo>
                      <a:cubicBezTo>
                        <a:pt x="75533" y="99536"/>
                        <a:pt x="75819" y="100584"/>
                        <a:pt x="76009" y="101537"/>
                      </a:cubicBezTo>
                      <a:cubicBezTo>
                        <a:pt x="73533" y="105442"/>
                        <a:pt x="69437" y="107442"/>
                        <a:pt x="63627" y="107442"/>
                      </a:cubicBezTo>
                      <a:cubicBezTo>
                        <a:pt x="61913" y="107442"/>
                        <a:pt x="59341" y="107252"/>
                        <a:pt x="55721" y="106966"/>
                      </a:cubicBezTo>
                      <a:cubicBezTo>
                        <a:pt x="52197" y="106585"/>
                        <a:pt x="49530" y="106489"/>
                        <a:pt x="47720" y="106489"/>
                      </a:cubicBezTo>
                      <a:cubicBezTo>
                        <a:pt x="45911" y="106489"/>
                        <a:pt x="44196" y="106489"/>
                        <a:pt x="42863" y="106775"/>
                      </a:cubicBezTo>
                      <a:lnTo>
                        <a:pt x="12763" y="106775"/>
                      </a:lnTo>
                      <a:lnTo>
                        <a:pt x="12763" y="106394"/>
                      </a:lnTo>
                      <a:cubicBezTo>
                        <a:pt x="11716" y="105823"/>
                        <a:pt x="9810" y="105728"/>
                        <a:pt x="7239" y="106109"/>
                      </a:cubicBezTo>
                      <a:cubicBezTo>
                        <a:pt x="4572" y="106585"/>
                        <a:pt x="2572" y="106299"/>
                        <a:pt x="1143" y="105346"/>
                      </a:cubicBezTo>
                      <a:cubicBezTo>
                        <a:pt x="1619" y="92773"/>
                        <a:pt x="1810" y="80296"/>
                        <a:pt x="1810" y="67913"/>
                      </a:cubicBezTo>
                      <a:cubicBezTo>
                        <a:pt x="1810" y="55531"/>
                        <a:pt x="1619" y="43053"/>
                        <a:pt x="1143" y="30480"/>
                      </a:cubicBezTo>
                      <a:cubicBezTo>
                        <a:pt x="1714" y="30861"/>
                        <a:pt x="2000" y="30956"/>
                        <a:pt x="2191" y="30861"/>
                      </a:cubicBezTo>
                      <a:lnTo>
                        <a:pt x="2572" y="30480"/>
                      </a:lnTo>
                      <a:cubicBezTo>
                        <a:pt x="2572" y="30004"/>
                        <a:pt x="2477" y="29528"/>
                        <a:pt x="1905" y="29337"/>
                      </a:cubicBezTo>
                      <a:cubicBezTo>
                        <a:pt x="1334" y="29146"/>
                        <a:pt x="1048" y="28956"/>
                        <a:pt x="1048" y="28861"/>
                      </a:cubicBezTo>
                      <a:cubicBezTo>
                        <a:pt x="1048" y="28670"/>
                        <a:pt x="1238" y="28385"/>
                        <a:pt x="1714" y="27908"/>
                      </a:cubicBezTo>
                      <a:cubicBezTo>
                        <a:pt x="1714" y="28670"/>
                        <a:pt x="1810" y="29146"/>
                        <a:pt x="2095" y="29337"/>
                      </a:cubicBezTo>
                      <a:cubicBezTo>
                        <a:pt x="2953" y="29337"/>
                        <a:pt x="3238" y="28766"/>
                        <a:pt x="2857" y="27813"/>
                      </a:cubicBezTo>
                      <a:cubicBezTo>
                        <a:pt x="2477" y="26956"/>
                        <a:pt x="2572" y="26384"/>
                        <a:pt x="3238" y="26194"/>
                      </a:cubicBezTo>
                      <a:cubicBezTo>
                        <a:pt x="3143" y="26384"/>
                        <a:pt x="3048" y="26575"/>
                        <a:pt x="3048" y="26670"/>
                      </a:cubicBezTo>
                      <a:cubicBezTo>
                        <a:pt x="3048" y="27051"/>
                        <a:pt x="3334" y="27432"/>
                        <a:pt x="3810" y="27813"/>
                      </a:cubicBezTo>
                      <a:cubicBezTo>
                        <a:pt x="4286" y="28194"/>
                        <a:pt x="4572" y="28480"/>
                        <a:pt x="4667" y="28670"/>
                      </a:cubicBezTo>
                      <a:lnTo>
                        <a:pt x="6762" y="28290"/>
                      </a:lnTo>
                      <a:lnTo>
                        <a:pt x="4667" y="26861"/>
                      </a:lnTo>
                      <a:lnTo>
                        <a:pt x="6762" y="25813"/>
                      </a:lnTo>
                      <a:cubicBezTo>
                        <a:pt x="6762" y="25813"/>
                        <a:pt x="6191" y="25241"/>
                        <a:pt x="5239" y="24194"/>
                      </a:cubicBezTo>
                      <a:cubicBezTo>
                        <a:pt x="4476" y="23622"/>
                        <a:pt x="3905" y="23241"/>
                        <a:pt x="3524" y="23241"/>
                      </a:cubicBezTo>
                      <a:cubicBezTo>
                        <a:pt x="3048" y="23241"/>
                        <a:pt x="2572" y="23622"/>
                        <a:pt x="2191" y="24289"/>
                      </a:cubicBezTo>
                      <a:cubicBezTo>
                        <a:pt x="1619" y="23908"/>
                        <a:pt x="1238" y="23527"/>
                        <a:pt x="1238" y="23241"/>
                      </a:cubicBezTo>
                      <a:cubicBezTo>
                        <a:pt x="1238" y="23050"/>
                        <a:pt x="1619" y="22670"/>
                        <a:pt x="2286" y="22098"/>
                      </a:cubicBezTo>
                      <a:cubicBezTo>
                        <a:pt x="2953" y="21527"/>
                        <a:pt x="3334" y="21050"/>
                        <a:pt x="3238" y="20574"/>
                      </a:cubicBezTo>
                      <a:lnTo>
                        <a:pt x="4286" y="21622"/>
                      </a:lnTo>
                      <a:lnTo>
                        <a:pt x="4953" y="20860"/>
                      </a:lnTo>
                      <a:cubicBezTo>
                        <a:pt x="4953" y="20860"/>
                        <a:pt x="5525" y="21241"/>
                        <a:pt x="5905" y="21241"/>
                      </a:cubicBezTo>
                      <a:cubicBezTo>
                        <a:pt x="6382" y="21241"/>
                        <a:pt x="7048" y="21050"/>
                        <a:pt x="8001" y="20574"/>
                      </a:cubicBezTo>
                      <a:cubicBezTo>
                        <a:pt x="8858" y="20193"/>
                        <a:pt x="9620" y="19908"/>
                        <a:pt x="10001" y="19908"/>
                      </a:cubicBezTo>
                      <a:cubicBezTo>
                        <a:pt x="10573" y="19908"/>
                        <a:pt x="10953" y="20193"/>
                        <a:pt x="11335" y="20574"/>
                      </a:cubicBezTo>
                      <a:lnTo>
                        <a:pt x="12002" y="20193"/>
                      </a:lnTo>
                      <a:cubicBezTo>
                        <a:pt x="12002" y="19431"/>
                        <a:pt x="11430" y="18860"/>
                        <a:pt x="10477" y="18479"/>
                      </a:cubicBezTo>
                      <a:cubicBezTo>
                        <a:pt x="9620" y="18193"/>
                        <a:pt x="9049" y="17907"/>
                        <a:pt x="8858" y="17622"/>
                      </a:cubicBezTo>
                      <a:cubicBezTo>
                        <a:pt x="7429" y="17622"/>
                        <a:pt x="5715" y="17622"/>
                        <a:pt x="3715" y="17622"/>
                      </a:cubicBezTo>
                      <a:cubicBezTo>
                        <a:pt x="3524" y="18098"/>
                        <a:pt x="3334" y="18288"/>
                        <a:pt x="3143" y="18288"/>
                      </a:cubicBezTo>
                      <a:cubicBezTo>
                        <a:pt x="2762" y="18098"/>
                        <a:pt x="2572" y="17907"/>
                        <a:pt x="2381" y="17907"/>
                      </a:cubicBezTo>
                      <a:cubicBezTo>
                        <a:pt x="2191" y="17907"/>
                        <a:pt x="2000" y="17907"/>
                        <a:pt x="1810" y="18098"/>
                      </a:cubicBezTo>
                      <a:lnTo>
                        <a:pt x="762" y="14097"/>
                      </a:lnTo>
                      <a:cubicBezTo>
                        <a:pt x="1428" y="14097"/>
                        <a:pt x="1905" y="13907"/>
                        <a:pt x="2191" y="13431"/>
                      </a:cubicBezTo>
                      <a:cubicBezTo>
                        <a:pt x="2191" y="12668"/>
                        <a:pt x="1810" y="12382"/>
                        <a:pt x="1143" y="12764"/>
                      </a:cubicBezTo>
                      <a:cubicBezTo>
                        <a:pt x="476" y="13145"/>
                        <a:pt x="95" y="13049"/>
                        <a:pt x="0" y="12478"/>
                      </a:cubicBezTo>
                      <a:lnTo>
                        <a:pt x="1048" y="11430"/>
                      </a:lnTo>
                      <a:lnTo>
                        <a:pt x="2095" y="12478"/>
                      </a:lnTo>
                      <a:cubicBezTo>
                        <a:pt x="2095" y="12478"/>
                        <a:pt x="2477" y="11430"/>
                        <a:pt x="2477" y="10001"/>
                      </a:cubicBezTo>
                      <a:cubicBezTo>
                        <a:pt x="2477" y="10383"/>
                        <a:pt x="2667" y="10668"/>
                        <a:pt x="3143" y="10859"/>
                      </a:cubicBezTo>
                      <a:cubicBezTo>
                        <a:pt x="3810" y="10287"/>
                        <a:pt x="4191" y="9906"/>
                        <a:pt x="4191" y="9525"/>
                      </a:cubicBezTo>
                      <a:cubicBezTo>
                        <a:pt x="4191" y="9144"/>
                        <a:pt x="3620" y="8477"/>
                        <a:pt x="2381" y="7620"/>
                      </a:cubicBezTo>
                      <a:cubicBezTo>
                        <a:pt x="1238" y="6763"/>
                        <a:pt x="571" y="6001"/>
                        <a:pt x="571" y="5334"/>
                      </a:cubicBezTo>
                      <a:cubicBezTo>
                        <a:pt x="571" y="4763"/>
                        <a:pt x="952" y="4096"/>
                        <a:pt x="1619" y="3334"/>
                      </a:cubicBezTo>
                      <a:lnTo>
                        <a:pt x="4096" y="667"/>
                      </a:lnTo>
                      <a:cubicBezTo>
                        <a:pt x="8572" y="191"/>
                        <a:pt x="13430" y="0"/>
                        <a:pt x="18479" y="0"/>
                      </a:cubicBezTo>
                      <a:cubicBezTo>
                        <a:pt x="23336" y="0"/>
                        <a:pt x="30575" y="286"/>
                        <a:pt x="40291" y="762"/>
                      </a:cubicBezTo>
                      <a:cubicBezTo>
                        <a:pt x="50006" y="1334"/>
                        <a:pt x="57245" y="1524"/>
                        <a:pt x="62198" y="1524"/>
                      </a:cubicBezTo>
                      <a:cubicBezTo>
                        <a:pt x="65722" y="1524"/>
                        <a:pt x="69056" y="1524"/>
                        <a:pt x="72294" y="1238"/>
                      </a:cubicBezTo>
                      <a:cubicBezTo>
                        <a:pt x="74295" y="2857"/>
                        <a:pt x="75342" y="4953"/>
                        <a:pt x="75342" y="7525"/>
                      </a:cubicBezTo>
                      <a:cubicBezTo>
                        <a:pt x="75342" y="8287"/>
                        <a:pt x="75247" y="9716"/>
                        <a:pt x="74962" y="11621"/>
                      </a:cubicBezTo>
                      <a:cubicBezTo>
                        <a:pt x="74676" y="13621"/>
                        <a:pt x="74581" y="15050"/>
                        <a:pt x="74581" y="16097"/>
                      </a:cubicBezTo>
                      <a:cubicBezTo>
                        <a:pt x="74581" y="17145"/>
                        <a:pt x="74581" y="18098"/>
                        <a:pt x="74866" y="18955"/>
                      </a:cubicBezTo>
                      <a:cubicBezTo>
                        <a:pt x="74866" y="20384"/>
                        <a:pt x="74009" y="21050"/>
                        <a:pt x="72200" y="21050"/>
                      </a:cubicBezTo>
                      <a:cubicBezTo>
                        <a:pt x="71914" y="21050"/>
                        <a:pt x="71533" y="21050"/>
                        <a:pt x="70866" y="20955"/>
                      </a:cubicBezTo>
                      <a:lnTo>
                        <a:pt x="69532" y="20955"/>
                      </a:lnTo>
                      <a:cubicBezTo>
                        <a:pt x="68485" y="20955"/>
                        <a:pt x="67723" y="21146"/>
                        <a:pt x="67151" y="21431"/>
                      </a:cubicBezTo>
                      <a:lnTo>
                        <a:pt x="64294" y="21431"/>
                      </a:lnTo>
                      <a:lnTo>
                        <a:pt x="64294" y="20955"/>
                      </a:lnTo>
                      <a:cubicBezTo>
                        <a:pt x="60198" y="21336"/>
                        <a:pt x="55626" y="21431"/>
                        <a:pt x="50482" y="21431"/>
                      </a:cubicBezTo>
                      <a:cubicBezTo>
                        <a:pt x="47339" y="21431"/>
                        <a:pt x="42672" y="21431"/>
                        <a:pt x="36576" y="21431"/>
                      </a:cubicBezTo>
                      <a:lnTo>
                        <a:pt x="22670" y="21431"/>
                      </a:lnTo>
                      <a:cubicBezTo>
                        <a:pt x="22098" y="23050"/>
                        <a:pt x="21717" y="24860"/>
                        <a:pt x="21717" y="26861"/>
                      </a:cubicBezTo>
                      <a:cubicBezTo>
                        <a:pt x="21717" y="27432"/>
                        <a:pt x="21717" y="28385"/>
                        <a:pt x="21812" y="29623"/>
                      </a:cubicBezTo>
                      <a:lnTo>
                        <a:pt x="21812" y="32481"/>
                      </a:lnTo>
                      <a:cubicBezTo>
                        <a:pt x="21812" y="34385"/>
                        <a:pt x="21622" y="36195"/>
                        <a:pt x="21145" y="37815"/>
                      </a:cubicBezTo>
                      <a:cubicBezTo>
                        <a:pt x="21431" y="39053"/>
                        <a:pt x="21622" y="40291"/>
                        <a:pt x="21812" y="41529"/>
                      </a:cubicBezTo>
                      <a:cubicBezTo>
                        <a:pt x="22288" y="43053"/>
                        <a:pt x="23050" y="43910"/>
                        <a:pt x="24193" y="43910"/>
                      </a:cubicBezTo>
                      <a:cubicBezTo>
                        <a:pt x="24575" y="43910"/>
                        <a:pt x="24860" y="43910"/>
                        <a:pt x="25241" y="43815"/>
                      </a:cubicBezTo>
                      <a:cubicBezTo>
                        <a:pt x="25527" y="43815"/>
                        <a:pt x="25812" y="43910"/>
                        <a:pt x="26194" y="43910"/>
                      </a:cubicBezTo>
                      <a:cubicBezTo>
                        <a:pt x="26575" y="43910"/>
                        <a:pt x="27051" y="43910"/>
                        <a:pt x="27813" y="43625"/>
                      </a:cubicBezTo>
                      <a:cubicBezTo>
                        <a:pt x="28480" y="43434"/>
                        <a:pt x="28956" y="43339"/>
                        <a:pt x="29242" y="43339"/>
                      </a:cubicBezTo>
                      <a:cubicBezTo>
                        <a:pt x="29909" y="43339"/>
                        <a:pt x="30480" y="43720"/>
                        <a:pt x="30956" y="44387"/>
                      </a:cubicBezTo>
                      <a:cubicBezTo>
                        <a:pt x="33338" y="43625"/>
                        <a:pt x="36100" y="43339"/>
                        <a:pt x="39338" y="43339"/>
                      </a:cubicBezTo>
                      <a:cubicBezTo>
                        <a:pt x="40957" y="43339"/>
                        <a:pt x="43243" y="43339"/>
                        <a:pt x="46291" y="43625"/>
                      </a:cubicBezTo>
                      <a:cubicBezTo>
                        <a:pt x="49339" y="43910"/>
                        <a:pt x="51625" y="44005"/>
                        <a:pt x="53054" y="44005"/>
                      </a:cubicBezTo>
                      <a:cubicBezTo>
                        <a:pt x="54483" y="44005"/>
                        <a:pt x="55912" y="44005"/>
                        <a:pt x="57245" y="43720"/>
                      </a:cubicBezTo>
                      <a:cubicBezTo>
                        <a:pt x="57817" y="45911"/>
                        <a:pt x="58102" y="48959"/>
                        <a:pt x="58007" y="52959"/>
                      </a:cubicBezTo>
                      <a:cubicBezTo>
                        <a:pt x="58007" y="57436"/>
                        <a:pt x="58007" y="60579"/>
                        <a:pt x="58293" y="62199"/>
                      </a:cubicBezTo>
                      <a:cubicBezTo>
                        <a:pt x="56388" y="63532"/>
                        <a:pt x="53911" y="64198"/>
                        <a:pt x="50768" y="64198"/>
                      </a:cubicBezTo>
                      <a:cubicBezTo>
                        <a:pt x="49435" y="64198"/>
                        <a:pt x="47434" y="64104"/>
                        <a:pt x="44768" y="63818"/>
                      </a:cubicBezTo>
                      <a:cubicBezTo>
                        <a:pt x="42100" y="63532"/>
                        <a:pt x="40005" y="63437"/>
                        <a:pt x="38576" y="63437"/>
                      </a:cubicBezTo>
                      <a:cubicBezTo>
                        <a:pt x="37242" y="63437"/>
                        <a:pt x="36004" y="63437"/>
                        <a:pt x="34861" y="63722"/>
                      </a:cubicBezTo>
                      <a:lnTo>
                        <a:pt x="34861" y="63055"/>
                      </a:lnTo>
                      <a:cubicBezTo>
                        <a:pt x="34194" y="63151"/>
                        <a:pt x="32861" y="63246"/>
                        <a:pt x="30766" y="63246"/>
                      </a:cubicBezTo>
                      <a:cubicBezTo>
                        <a:pt x="29337" y="63246"/>
                        <a:pt x="28004" y="63532"/>
                        <a:pt x="26765" y="64198"/>
                      </a:cubicBezTo>
                      <a:cubicBezTo>
                        <a:pt x="26289" y="63913"/>
                        <a:pt x="25812" y="63818"/>
                        <a:pt x="25051" y="63818"/>
                      </a:cubicBezTo>
                      <a:cubicBezTo>
                        <a:pt x="24003" y="63818"/>
                        <a:pt x="23336" y="63818"/>
                        <a:pt x="23146" y="63818"/>
                      </a:cubicBezTo>
                      <a:cubicBezTo>
                        <a:pt x="21717" y="64198"/>
                        <a:pt x="21050" y="65341"/>
                        <a:pt x="21050" y="67151"/>
                      </a:cubicBezTo>
                      <a:cubicBezTo>
                        <a:pt x="21050" y="68389"/>
                        <a:pt x="21241" y="69342"/>
                        <a:pt x="21717" y="70009"/>
                      </a:cubicBezTo>
                      <a:cubicBezTo>
                        <a:pt x="19717" y="69532"/>
                        <a:pt x="18097" y="70009"/>
                        <a:pt x="16573" y="71438"/>
                      </a:cubicBezTo>
                      <a:lnTo>
                        <a:pt x="20002" y="70771"/>
                      </a:lnTo>
                      <a:lnTo>
                        <a:pt x="19621" y="71438"/>
                      </a:lnTo>
                      <a:cubicBezTo>
                        <a:pt x="19621" y="71438"/>
                        <a:pt x="20002" y="71914"/>
                        <a:pt x="20288" y="71914"/>
                      </a:cubicBezTo>
                      <a:cubicBezTo>
                        <a:pt x="20098" y="71914"/>
                        <a:pt x="20574" y="71533"/>
                        <a:pt x="21717" y="70771"/>
                      </a:cubicBezTo>
                      <a:cubicBezTo>
                        <a:pt x="21717" y="70390"/>
                        <a:pt x="21717" y="72962"/>
                        <a:pt x="21622" y="78391"/>
                      </a:cubicBezTo>
                      <a:cubicBezTo>
                        <a:pt x="21622" y="81534"/>
                        <a:pt x="22098" y="84011"/>
                        <a:pt x="23241" y="85630"/>
                      </a:cubicBezTo>
                      <a:cubicBezTo>
                        <a:pt x="26479" y="86106"/>
                        <a:pt x="29909" y="86296"/>
                        <a:pt x="33528" y="86296"/>
                      </a:cubicBezTo>
                      <a:cubicBezTo>
                        <a:pt x="36290" y="86296"/>
                        <a:pt x="40291" y="86106"/>
                        <a:pt x="45529" y="85725"/>
                      </a:cubicBezTo>
                      <a:cubicBezTo>
                        <a:pt x="50768" y="85344"/>
                        <a:pt x="54769" y="85154"/>
                        <a:pt x="57341" y="85154"/>
                      </a:cubicBezTo>
                      <a:cubicBezTo>
                        <a:pt x="61341" y="85154"/>
                        <a:pt x="65056" y="85440"/>
                        <a:pt x="68485" y="85916"/>
                      </a:cubicBezTo>
                      <a:cubicBezTo>
                        <a:pt x="69152" y="84487"/>
                        <a:pt x="70295" y="84391"/>
                        <a:pt x="72200" y="85535"/>
                      </a:cubicBezTo>
                      <a:close/>
                      <a:moveTo>
                        <a:pt x="4381" y="19431"/>
                      </a:moveTo>
                      <a:lnTo>
                        <a:pt x="5143" y="20479"/>
                      </a:lnTo>
                      <a:lnTo>
                        <a:pt x="5143" y="20764"/>
                      </a:lnTo>
                      <a:cubicBezTo>
                        <a:pt x="4667" y="20479"/>
                        <a:pt x="4476" y="20003"/>
                        <a:pt x="4381" y="19431"/>
                      </a:cubicBezTo>
                      <a:close/>
                      <a:moveTo>
                        <a:pt x="31528" y="57245"/>
                      </a:moveTo>
                      <a:lnTo>
                        <a:pt x="29909" y="57245"/>
                      </a:lnTo>
                      <a:cubicBezTo>
                        <a:pt x="30194" y="57817"/>
                        <a:pt x="30670" y="57817"/>
                        <a:pt x="31528" y="57245"/>
                      </a:cubicBezTo>
                      <a:lnTo>
                        <a:pt x="32195" y="57245"/>
                      </a:lnTo>
                      <a:cubicBezTo>
                        <a:pt x="32195" y="57245"/>
                        <a:pt x="32480" y="57721"/>
                        <a:pt x="32480" y="58198"/>
                      </a:cubicBezTo>
                      <a:lnTo>
                        <a:pt x="34290" y="57245"/>
                      </a:lnTo>
                      <a:cubicBezTo>
                        <a:pt x="34290" y="57245"/>
                        <a:pt x="34957" y="58008"/>
                        <a:pt x="34957" y="58198"/>
                      </a:cubicBezTo>
                      <a:lnTo>
                        <a:pt x="36957" y="58198"/>
                      </a:lnTo>
                      <a:lnTo>
                        <a:pt x="36957" y="57245"/>
                      </a:lnTo>
                      <a:lnTo>
                        <a:pt x="32195" y="57245"/>
                      </a:lnTo>
                      <a:cubicBezTo>
                        <a:pt x="32195" y="57245"/>
                        <a:pt x="31813" y="57055"/>
                        <a:pt x="31528" y="57245"/>
                      </a:cubicBezTo>
                      <a:close/>
                      <a:moveTo>
                        <a:pt x="57341" y="7430"/>
                      </a:moveTo>
                      <a:lnTo>
                        <a:pt x="56292" y="6763"/>
                      </a:lnTo>
                      <a:lnTo>
                        <a:pt x="57341" y="8858"/>
                      </a:lnTo>
                      <a:lnTo>
                        <a:pt x="57341" y="7430"/>
                      </a:lnTo>
                      <a:close/>
                      <a:moveTo>
                        <a:pt x="81819" y="92964"/>
                      </a:moveTo>
                      <a:lnTo>
                        <a:pt x="82296" y="92964"/>
                      </a:lnTo>
                      <a:lnTo>
                        <a:pt x="80676" y="93916"/>
                      </a:lnTo>
                      <a:lnTo>
                        <a:pt x="81725" y="92964"/>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61" name="Google Shape;1361;p99"/>
              <p:cNvGrpSpPr/>
              <p:nvPr/>
            </p:nvGrpSpPr>
            <p:grpSpPr>
              <a:xfrm>
                <a:off x="9733210" y="6346603"/>
                <a:ext cx="740759" cy="117538"/>
                <a:chOff x="4479892" y="4064698"/>
                <a:chExt cx="740759" cy="117538"/>
              </a:xfrm>
            </p:grpSpPr>
            <p:sp>
              <p:nvSpPr>
                <p:cNvPr id="1362" name="Google Shape;1362;p99"/>
                <p:cNvSpPr/>
                <p:nvPr/>
              </p:nvSpPr>
              <p:spPr>
                <a:xfrm>
                  <a:off x="4479892" y="4065365"/>
                  <a:ext cx="102679" cy="110299"/>
                </a:xfrm>
                <a:custGeom>
                  <a:avLst/>
                  <a:gdLst/>
                  <a:ahLst/>
                  <a:cxnLst/>
                  <a:rect l="l" t="t" r="r" b="b"/>
                  <a:pathLst>
                    <a:path w="102679" h="110299" extrusionOk="0">
                      <a:moveTo>
                        <a:pt x="1524" y="76581"/>
                      </a:moveTo>
                      <a:cubicBezTo>
                        <a:pt x="1429" y="77534"/>
                        <a:pt x="1524" y="78010"/>
                        <a:pt x="1905" y="78010"/>
                      </a:cubicBezTo>
                      <a:cubicBezTo>
                        <a:pt x="1905" y="78010"/>
                        <a:pt x="2191" y="78010"/>
                        <a:pt x="2476" y="77819"/>
                      </a:cubicBezTo>
                      <a:cubicBezTo>
                        <a:pt x="2762" y="77819"/>
                        <a:pt x="2953" y="77724"/>
                        <a:pt x="3143" y="77724"/>
                      </a:cubicBezTo>
                      <a:cubicBezTo>
                        <a:pt x="3429" y="77724"/>
                        <a:pt x="3620" y="77914"/>
                        <a:pt x="3715" y="78200"/>
                      </a:cubicBezTo>
                      <a:cubicBezTo>
                        <a:pt x="1524" y="78200"/>
                        <a:pt x="286" y="78010"/>
                        <a:pt x="0" y="77724"/>
                      </a:cubicBezTo>
                      <a:lnTo>
                        <a:pt x="1524" y="76581"/>
                      </a:lnTo>
                      <a:close/>
                      <a:moveTo>
                        <a:pt x="3715" y="90488"/>
                      </a:moveTo>
                      <a:cubicBezTo>
                        <a:pt x="3715" y="90488"/>
                        <a:pt x="4286" y="89821"/>
                        <a:pt x="4858" y="89821"/>
                      </a:cubicBezTo>
                      <a:lnTo>
                        <a:pt x="6382" y="89821"/>
                      </a:lnTo>
                      <a:cubicBezTo>
                        <a:pt x="6382" y="89821"/>
                        <a:pt x="5905" y="90488"/>
                        <a:pt x="5239" y="90488"/>
                      </a:cubicBezTo>
                      <a:lnTo>
                        <a:pt x="3715" y="90488"/>
                      </a:lnTo>
                      <a:close/>
                      <a:moveTo>
                        <a:pt x="8382" y="97727"/>
                      </a:moveTo>
                      <a:lnTo>
                        <a:pt x="8382" y="96203"/>
                      </a:lnTo>
                      <a:lnTo>
                        <a:pt x="9525" y="96203"/>
                      </a:lnTo>
                      <a:lnTo>
                        <a:pt x="8382" y="97727"/>
                      </a:lnTo>
                      <a:close/>
                      <a:moveTo>
                        <a:pt x="14288" y="88678"/>
                      </a:moveTo>
                      <a:cubicBezTo>
                        <a:pt x="14288" y="88678"/>
                        <a:pt x="15430" y="88868"/>
                        <a:pt x="16383" y="89821"/>
                      </a:cubicBezTo>
                      <a:lnTo>
                        <a:pt x="16002" y="90488"/>
                      </a:lnTo>
                      <a:lnTo>
                        <a:pt x="14383" y="88773"/>
                      </a:lnTo>
                      <a:close/>
                      <a:moveTo>
                        <a:pt x="16383" y="97727"/>
                      </a:moveTo>
                      <a:cubicBezTo>
                        <a:pt x="16383" y="97727"/>
                        <a:pt x="16954" y="97346"/>
                        <a:pt x="17240" y="96869"/>
                      </a:cubicBezTo>
                      <a:cubicBezTo>
                        <a:pt x="17526" y="96393"/>
                        <a:pt x="17812" y="96203"/>
                        <a:pt x="18097" y="96203"/>
                      </a:cubicBezTo>
                      <a:cubicBezTo>
                        <a:pt x="18097" y="96584"/>
                        <a:pt x="17812" y="97060"/>
                        <a:pt x="17335" y="97727"/>
                      </a:cubicBezTo>
                      <a:lnTo>
                        <a:pt x="16288" y="97727"/>
                      </a:lnTo>
                      <a:close/>
                      <a:moveTo>
                        <a:pt x="18955" y="85535"/>
                      </a:moveTo>
                      <a:lnTo>
                        <a:pt x="18574" y="86582"/>
                      </a:lnTo>
                      <a:lnTo>
                        <a:pt x="17050" y="86582"/>
                      </a:lnTo>
                      <a:cubicBezTo>
                        <a:pt x="17431" y="85535"/>
                        <a:pt x="17717" y="84963"/>
                        <a:pt x="18193" y="84963"/>
                      </a:cubicBezTo>
                      <a:cubicBezTo>
                        <a:pt x="18479" y="84963"/>
                        <a:pt x="18764" y="85154"/>
                        <a:pt x="18955" y="85535"/>
                      </a:cubicBezTo>
                      <a:close/>
                      <a:moveTo>
                        <a:pt x="21146" y="76105"/>
                      </a:moveTo>
                      <a:lnTo>
                        <a:pt x="21146" y="77153"/>
                      </a:lnTo>
                      <a:lnTo>
                        <a:pt x="18955" y="75343"/>
                      </a:lnTo>
                      <a:cubicBezTo>
                        <a:pt x="19526" y="75152"/>
                        <a:pt x="20193" y="75438"/>
                        <a:pt x="21146" y="76105"/>
                      </a:cubicBezTo>
                      <a:close/>
                      <a:moveTo>
                        <a:pt x="18955" y="91916"/>
                      </a:moveTo>
                      <a:cubicBezTo>
                        <a:pt x="19717" y="91916"/>
                        <a:pt x="20098" y="92488"/>
                        <a:pt x="20098" y="93440"/>
                      </a:cubicBezTo>
                      <a:lnTo>
                        <a:pt x="18955" y="93440"/>
                      </a:lnTo>
                      <a:lnTo>
                        <a:pt x="18955" y="91916"/>
                      </a:lnTo>
                      <a:close/>
                      <a:moveTo>
                        <a:pt x="21526" y="103537"/>
                      </a:moveTo>
                      <a:lnTo>
                        <a:pt x="21050" y="103061"/>
                      </a:lnTo>
                      <a:lnTo>
                        <a:pt x="23241" y="101822"/>
                      </a:lnTo>
                      <a:lnTo>
                        <a:pt x="21431" y="103537"/>
                      </a:lnTo>
                      <a:close/>
                      <a:moveTo>
                        <a:pt x="102013" y="81725"/>
                      </a:moveTo>
                      <a:lnTo>
                        <a:pt x="97250" y="82391"/>
                      </a:lnTo>
                      <a:cubicBezTo>
                        <a:pt x="97250" y="82391"/>
                        <a:pt x="97155" y="82772"/>
                        <a:pt x="97155" y="82868"/>
                      </a:cubicBezTo>
                      <a:cubicBezTo>
                        <a:pt x="97155" y="83153"/>
                        <a:pt x="97536" y="83439"/>
                        <a:pt x="98298" y="83915"/>
                      </a:cubicBezTo>
                      <a:cubicBezTo>
                        <a:pt x="99060" y="84392"/>
                        <a:pt x="99441" y="84868"/>
                        <a:pt x="99441" y="85439"/>
                      </a:cubicBezTo>
                      <a:lnTo>
                        <a:pt x="100584" y="85439"/>
                      </a:lnTo>
                      <a:cubicBezTo>
                        <a:pt x="100012" y="88297"/>
                        <a:pt x="99536" y="91059"/>
                        <a:pt x="99060" y="93917"/>
                      </a:cubicBezTo>
                      <a:cubicBezTo>
                        <a:pt x="98298" y="96964"/>
                        <a:pt x="96488" y="98965"/>
                        <a:pt x="93726" y="99822"/>
                      </a:cubicBezTo>
                      <a:cubicBezTo>
                        <a:pt x="93250" y="98107"/>
                        <a:pt x="92107" y="97727"/>
                        <a:pt x="90392" y="98298"/>
                      </a:cubicBezTo>
                      <a:lnTo>
                        <a:pt x="89916" y="98774"/>
                      </a:lnTo>
                      <a:lnTo>
                        <a:pt x="91916" y="100965"/>
                      </a:lnTo>
                      <a:cubicBezTo>
                        <a:pt x="91154" y="100775"/>
                        <a:pt x="90202" y="100298"/>
                        <a:pt x="89154" y="99441"/>
                      </a:cubicBezTo>
                      <a:cubicBezTo>
                        <a:pt x="88201" y="98584"/>
                        <a:pt x="87440" y="98107"/>
                        <a:pt x="86868" y="98107"/>
                      </a:cubicBezTo>
                      <a:cubicBezTo>
                        <a:pt x="86201" y="98107"/>
                        <a:pt x="85439" y="98488"/>
                        <a:pt x="84677" y="99251"/>
                      </a:cubicBezTo>
                      <a:lnTo>
                        <a:pt x="86582" y="99251"/>
                      </a:lnTo>
                      <a:lnTo>
                        <a:pt x="86106" y="99917"/>
                      </a:lnTo>
                      <a:cubicBezTo>
                        <a:pt x="87249" y="100298"/>
                        <a:pt x="88583" y="101155"/>
                        <a:pt x="90297" y="102489"/>
                      </a:cubicBezTo>
                      <a:lnTo>
                        <a:pt x="86487" y="104108"/>
                      </a:lnTo>
                      <a:lnTo>
                        <a:pt x="87154" y="104585"/>
                      </a:lnTo>
                      <a:cubicBezTo>
                        <a:pt x="87154" y="104585"/>
                        <a:pt x="85534" y="105346"/>
                        <a:pt x="82772" y="106489"/>
                      </a:cubicBezTo>
                      <a:cubicBezTo>
                        <a:pt x="81343" y="106966"/>
                        <a:pt x="80010" y="107347"/>
                        <a:pt x="78772" y="107347"/>
                      </a:cubicBezTo>
                      <a:cubicBezTo>
                        <a:pt x="78105" y="107347"/>
                        <a:pt x="77438" y="107347"/>
                        <a:pt x="76676" y="107156"/>
                      </a:cubicBezTo>
                      <a:cubicBezTo>
                        <a:pt x="76200" y="108395"/>
                        <a:pt x="76105" y="109252"/>
                        <a:pt x="76295" y="109633"/>
                      </a:cubicBezTo>
                      <a:lnTo>
                        <a:pt x="55435" y="110300"/>
                      </a:lnTo>
                      <a:cubicBezTo>
                        <a:pt x="53816" y="108776"/>
                        <a:pt x="51245" y="107442"/>
                        <a:pt x="47720" y="106394"/>
                      </a:cubicBezTo>
                      <a:cubicBezTo>
                        <a:pt x="43815" y="105251"/>
                        <a:pt x="41243" y="104299"/>
                        <a:pt x="40196" y="103537"/>
                      </a:cubicBezTo>
                      <a:cubicBezTo>
                        <a:pt x="39719" y="102965"/>
                        <a:pt x="38957" y="102394"/>
                        <a:pt x="37814" y="102203"/>
                      </a:cubicBezTo>
                      <a:cubicBezTo>
                        <a:pt x="36671" y="101918"/>
                        <a:pt x="35528" y="101632"/>
                        <a:pt x="34480" y="101346"/>
                      </a:cubicBezTo>
                      <a:lnTo>
                        <a:pt x="36004" y="99822"/>
                      </a:lnTo>
                      <a:lnTo>
                        <a:pt x="33909" y="97727"/>
                      </a:lnTo>
                      <a:lnTo>
                        <a:pt x="33338" y="99251"/>
                      </a:lnTo>
                      <a:cubicBezTo>
                        <a:pt x="31433" y="98774"/>
                        <a:pt x="30480" y="97250"/>
                        <a:pt x="30385" y="94774"/>
                      </a:cubicBezTo>
                      <a:cubicBezTo>
                        <a:pt x="30289" y="92488"/>
                        <a:pt x="28956" y="91345"/>
                        <a:pt x="26479" y="91345"/>
                      </a:cubicBezTo>
                      <a:lnTo>
                        <a:pt x="24670" y="91345"/>
                      </a:lnTo>
                      <a:cubicBezTo>
                        <a:pt x="26194" y="91250"/>
                        <a:pt x="27051" y="90392"/>
                        <a:pt x="27051" y="88773"/>
                      </a:cubicBezTo>
                      <a:cubicBezTo>
                        <a:pt x="27051" y="88202"/>
                        <a:pt x="26956" y="87725"/>
                        <a:pt x="26670" y="87249"/>
                      </a:cubicBezTo>
                      <a:cubicBezTo>
                        <a:pt x="26384" y="86773"/>
                        <a:pt x="25432" y="86296"/>
                        <a:pt x="23813" y="85630"/>
                      </a:cubicBezTo>
                      <a:lnTo>
                        <a:pt x="23431" y="86011"/>
                      </a:lnTo>
                      <a:cubicBezTo>
                        <a:pt x="23431" y="86011"/>
                        <a:pt x="23241" y="86296"/>
                        <a:pt x="22955" y="86296"/>
                      </a:cubicBezTo>
                      <a:cubicBezTo>
                        <a:pt x="22670" y="86296"/>
                        <a:pt x="22479" y="85915"/>
                        <a:pt x="22288" y="85154"/>
                      </a:cubicBezTo>
                      <a:cubicBezTo>
                        <a:pt x="22098" y="84582"/>
                        <a:pt x="22098" y="84011"/>
                        <a:pt x="22288" y="83439"/>
                      </a:cubicBezTo>
                      <a:cubicBezTo>
                        <a:pt x="23146" y="83248"/>
                        <a:pt x="24575" y="82296"/>
                        <a:pt x="26384" y="80581"/>
                      </a:cubicBezTo>
                      <a:cubicBezTo>
                        <a:pt x="28004" y="79153"/>
                        <a:pt x="29432" y="78391"/>
                        <a:pt x="30480" y="78391"/>
                      </a:cubicBezTo>
                      <a:cubicBezTo>
                        <a:pt x="31051" y="78391"/>
                        <a:pt x="31623" y="78486"/>
                        <a:pt x="32290" y="78867"/>
                      </a:cubicBezTo>
                      <a:cubicBezTo>
                        <a:pt x="31909" y="78296"/>
                        <a:pt x="31909" y="77629"/>
                        <a:pt x="32290" y="77248"/>
                      </a:cubicBezTo>
                      <a:cubicBezTo>
                        <a:pt x="32671" y="76771"/>
                        <a:pt x="32290" y="76105"/>
                        <a:pt x="31433" y="75152"/>
                      </a:cubicBezTo>
                      <a:lnTo>
                        <a:pt x="36004" y="72962"/>
                      </a:lnTo>
                      <a:lnTo>
                        <a:pt x="34957" y="71438"/>
                      </a:lnTo>
                      <a:cubicBezTo>
                        <a:pt x="35719" y="71438"/>
                        <a:pt x="36862" y="71056"/>
                        <a:pt x="38481" y="70199"/>
                      </a:cubicBezTo>
                      <a:cubicBezTo>
                        <a:pt x="40100" y="69342"/>
                        <a:pt x="41243" y="68866"/>
                        <a:pt x="41815" y="68866"/>
                      </a:cubicBezTo>
                      <a:cubicBezTo>
                        <a:pt x="42767" y="68866"/>
                        <a:pt x="43339" y="69532"/>
                        <a:pt x="43625" y="70866"/>
                      </a:cubicBezTo>
                      <a:cubicBezTo>
                        <a:pt x="43339" y="73819"/>
                        <a:pt x="44387" y="76867"/>
                        <a:pt x="46958" y="79820"/>
                      </a:cubicBezTo>
                      <a:cubicBezTo>
                        <a:pt x="48101" y="81344"/>
                        <a:pt x="50578" y="83629"/>
                        <a:pt x="54197" y="86678"/>
                      </a:cubicBezTo>
                      <a:cubicBezTo>
                        <a:pt x="54769" y="88011"/>
                        <a:pt x="55626" y="88582"/>
                        <a:pt x="56959" y="88582"/>
                      </a:cubicBezTo>
                      <a:cubicBezTo>
                        <a:pt x="57341" y="88582"/>
                        <a:pt x="57817" y="88582"/>
                        <a:pt x="58674" y="88392"/>
                      </a:cubicBezTo>
                      <a:cubicBezTo>
                        <a:pt x="59436" y="88202"/>
                        <a:pt x="60008" y="88106"/>
                        <a:pt x="60389" y="88106"/>
                      </a:cubicBezTo>
                      <a:cubicBezTo>
                        <a:pt x="61246" y="88106"/>
                        <a:pt x="62008" y="88297"/>
                        <a:pt x="62675" y="88678"/>
                      </a:cubicBezTo>
                      <a:cubicBezTo>
                        <a:pt x="63436" y="89059"/>
                        <a:pt x="64199" y="89249"/>
                        <a:pt x="65056" y="89249"/>
                      </a:cubicBezTo>
                      <a:cubicBezTo>
                        <a:pt x="66770" y="89249"/>
                        <a:pt x="68675" y="88487"/>
                        <a:pt x="70866" y="86868"/>
                      </a:cubicBezTo>
                      <a:cubicBezTo>
                        <a:pt x="74104" y="84677"/>
                        <a:pt x="76009" y="83534"/>
                        <a:pt x="76486" y="83344"/>
                      </a:cubicBezTo>
                      <a:cubicBezTo>
                        <a:pt x="76962" y="82582"/>
                        <a:pt x="77152" y="81820"/>
                        <a:pt x="77152" y="81153"/>
                      </a:cubicBezTo>
                      <a:cubicBezTo>
                        <a:pt x="77152" y="80010"/>
                        <a:pt x="76486" y="78581"/>
                        <a:pt x="75343" y="76771"/>
                      </a:cubicBezTo>
                      <a:cubicBezTo>
                        <a:pt x="74104" y="74962"/>
                        <a:pt x="73342" y="73628"/>
                        <a:pt x="73247" y="72771"/>
                      </a:cubicBezTo>
                      <a:cubicBezTo>
                        <a:pt x="70961" y="72390"/>
                        <a:pt x="69723" y="71533"/>
                        <a:pt x="69437" y="70199"/>
                      </a:cubicBezTo>
                      <a:lnTo>
                        <a:pt x="70104" y="69628"/>
                      </a:lnTo>
                      <a:cubicBezTo>
                        <a:pt x="67247" y="68294"/>
                        <a:pt x="63151" y="66199"/>
                        <a:pt x="58007" y="63341"/>
                      </a:cubicBezTo>
                      <a:cubicBezTo>
                        <a:pt x="57436" y="63818"/>
                        <a:pt x="56864" y="64008"/>
                        <a:pt x="56293" y="64008"/>
                      </a:cubicBezTo>
                      <a:cubicBezTo>
                        <a:pt x="55531" y="64008"/>
                        <a:pt x="54674" y="63532"/>
                        <a:pt x="53530" y="62484"/>
                      </a:cubicBezTo>
                      <a:cubicBezTo>
                        <a:pt x="52483" y="61436"/>
                        <a:pt x="51530" y="61055"/>
                        <a:pt x="50959" y="61055"/>
                      </a:cubicBezTo>
                      <a:cubicBezTo>
                        <a:pt x="50673" y="61055"/>
                        <a:pt x="50387" y="61055"/>
                        <a:pt x="50101" y="61246"/>
                      </a:cubicBezTo>
                      <a:cubicBezTo>
                        <a:pt x="47816" y="60674"/>
                        <a:pt x="45529" y="58769"/>
                        <a:pt x="43339" y="55721"/>
                      </a:cubicBezTo>
                      <a:cubicBezTo>
                        <a:pt x="40767" y="52197"/>
                        <a:pt x="38576" y="50006"/>
                        <a:pt x="36862" y="48959"/>
                      </a:cubicBezTo>
                      <a:cubicBezTo>
                        <a:pt x="37052" y="47911"/>
                        <a:pt x="36576" y="46672"/>
                        <a:pt x="35528" y="45244"/>
                      </a:cubicBezTo>
                      <a:cubicBezTo>
                        <a:pt x="34480" y="43625"/>
                        <a:pt x="34004" y="42481"/>
                        <a:pt x="34195" y="41720"/>
                      </a:cubicBezTo>
                      <a:cubicBezTo>
                        <a:pt x="33528" y="40481"/>
                        <a:pt x="33147" y="38195"/>
                        <a:pt x="32956" y="34862"/>
                      </a:cubicBezTo>
                      <a:cubicBezTo>
                        <a:pt x="32766" y="31813"/>
                        <a:pt x="32671" y="28861"/>
                        <a:pt x="32575" y="25908"/>
                      </a:cubicBezTo>
                      <a:cubicBezTo>
                        <a:pt x="33338" y="25622"/>
                        <a:pt x="33623" y="25241"/>
                        <a:pt x="33623" y="24765"/>
                      </a:cubicBezTo>
                      <a:cubicBezTo>
                        <a:pt x="33623" y="24479"/>
                        <a:pt x="33433" y="24098"/>
                        <a:pt x="33052" y="23527"/>
                      </a:cubicBezTo>
                      <a:cubicBezTo>
                        <a:pt x="32671" y="22955"/>
                        <a:pt x="32480" y="22479"/>
                        <a:pt x="32480" y="22193"/>
                      </a:cubicBezTo>
                      <a:cubicBezTo>
                        <a:pt x="32861" y="20955"/>
                        <a:pt x="34480" y="19240"/>
                        <a:pt x="37147" y="17050"/>
                      </a:cubicBezTo>
                      <a:cubicBezTo>
                        <a:pt x="39243" y="15145"/>
                        <a:pt x="40386" y="13240"/>
                        <a:pt x="40386" y="11525"/>
                      </a:cubicBezTo>
                      <a:cubicBezTo>
                        <a:pt x="40767" y="11525"/>
                        <a:pt x="41338" y="11049"/>
                        <a:pt x="42291" y="10382"/>
                      </a:cubicBezTo>
                      <a:cubicBezTo>
                        <a:pt x="43148" y="9811"/>
                        <a:pt x="43720" y="9430"/>
                        <a:pt x="44101" y="9430"/>
                      </a:cubicBezTo>
                      <a:cubicBezTo>
                        <a:pt x="44387" y="9430"/>
                        <a:pt x="44577" y="9620"/>
                        <a:pt x="44767" y="10001"/>
                      </a:cubicBezTo>
                      <a:cubicBezTo>
                        <a:pt x="46482" y="7334"/>
                        <a:pt x="49244" y="5334"/>
                        <a:pt x="53150" y="3905"/>
                      </a:cubicBezTo>
                      <a:cubicBezTo>
                        <a:pt x="56579" y="2762"/>
                        <a:pt x="59912" y="1714"/>
                        <a:pt x="63246" y="571"/>
                      </a:cubicBezTo>
                      <a:cubicBezTo>
                        <a:pt x="64294" y="190"/>
                        <a:pt x="65246" y="0"/>
                        <a:pt x="66294" y="0"/>
                      </a:cubicBezTo>
                      <a:cubicBezTo>
                        <a:pt x="67723" y="0"/>
                        <a:pt x="69723" y="571"/>
                        <a:pt x="72200" y="1714"/>
                      </a:cubicBezTo>
                      <a:cubicBezTo>
                        <a:pt x="74676" y="2857"/>
                        <a:pt x="76581" y="3429"/>
                        <a:pt x="78105" y="3429"/>
                      </a:cubicBezTo>
                      <a:cubicBezTo>
                        <a:pt x="78772" y="3429"/>
                        <a:pt x="79343" y="3429"/>
                        <a:pt x="80010" y="3143"/>
                      </a:cubicBezTo>
                      <a:cubicBezTo>
                        <a:pt x="80582" y="4477"/>
                        <a:pt x="81725" y="5334"/>
                        <a:pt x="83439" y="5810"/>
                      </a:cubicBezTo>
                      <a:cubicBezTo>
                        <a:pt x="85534" y="6382"/>
                        <a:pt x="86868" y="6953"/>
                        <a:pt x="87535" y="7429"/>
                      </a:cubicBezTo>
                      <a:cubicBezTo>
                        <a:pt x="90583" y="7715"/>
                        <a:pt x="93440" y="11716"/>
                        <a:pt x="95917" y="19431"/>
                      </a:cubicBezTo>
                      <a:cubicBezTo>
                        <a:pt x="95822" y="20574"/>
                        <a:pt x="95059" y="22003"/>
                        <a:pt x="93535" y="23813"/>
                      </a:cubicBezTo>
                      <a:cubicBezTo>
                        <a:pt x="92107" y="25622"/>
                        <a:pt x="91345" y="27242"/>
                        <a:pt x="91440" y="28385"/>
                      </a:cubicBezTo>
                      <a:cubicBezTo>
                        <a:pt x="90487" y="28194"/>
                        <a:pt x="89916" y="28575"/>
                        <a:pt x="89821" y="29528"/>
                      </a:cubicBezTo>
                      <a:cubicBezTo>
                        <a:pt x="89821" y="30671"/>
                        <a:pt x="89535" y="31432"/>
                        <a:pt x="89154" y="31528"/>
                      </a:cubicBezTo>
                      <a:cubicBezTo>
                        <a:pt x="86582" y="32671"/>
                        <a:pt x="84773" y="33338"/>
                        <a:pt x="83820" y="33338"/>
                      </a:cubicBezTo>
                      <a:cubicBezTo>
                        <a:pt x="82391" y="33338"/>
                        <a:pt x="80962" y="32385"/>
                        <a:pt x="79724" y="30575"/>
                      </a:cubicBezTo>
                      <a:cubicBezTo>
                        <a:pt x="79629" y="29146"/>
                        <a:pt x="78772" y="28004"/>
                        <a:pt x="76962" y="27242"/>
                      </a:cubicBezTo>
                      <a:cubicBezTo>
                        <a:pt x="74962" y="26479"/>
                        <a:pt x="73724" y="25622"/>
                        <a:pt x="73342" y="24575"/>
                      </a:cubicBezTo>
                      <a:cubicBezTo>
                        <a:pt x="72771" y="24575"/>
                        <a:pt x="71437" y="24003"/>
                        <a:pt x="69056" y="23051"/>
                      </a:cubicBezTo>
                      <a:cubicBezTo>
                        <a:pt x="67247" y="22384"/>
                        <a:pt x="65723" y="22003"/>
                        <a:pt x="64675" y="22003"/>
                      </a:cubicBezTo>
                      <a:cubicBezTo>
                        <a:pt x="63151" y="22003"/>
                        <a:pt x="61817" y="22765"/>
                        <a:pt x="60674" y="24194"/>
                      </a:cubicBezTo>
                      <a:cubicBezTo>
                        <a:pt x="60293" y="24194"/>
                        <a:pt x="60008" y="24003"/>
                        <a:pt x="59722" y="24003"/>
                      </a:cubicBezTo>
                      <a:cubicBezTo>
                        <a:pt x="58960" y="24003"/>
                        <a:pt x="57912" y="24765"/>
                        <a:pt x="56293" y="26098"/>
                      </a:cubicBezTo>
                      <a:cubicBezTo>
                        <a:pt x="56769" y="26956"/>
                        <a:pt x="57055" y="27622"/>
                        <a:pt x="57055" y="28194"/>
                      </a:cubicBezTo>
                      <a:cubicBezTo>
                        <a:pt x="57055" y="29051"/>
                        <a:pt x="56388" y="29813"/>
                        <a:pt x="55245" y="30480"/>
                      </a:cubicBezTo>
                      <a:cubicBezTo>
                        <a:pt x="54007" y="31147"/>
                        <a:pt x="53340" y="31813"/>
                        <a:pt x="53340" y="32480"/>
                      </a:cubicBezTo>
                      <a:cubicBezTo>
                        <a:pt x="53340" y="32956"/>
                        <a:pt x="53721" y="33719"/>
                        <a:pt x="54292" y="34671"/>
                      </a:cubicBezTo>
                      <a:cubicBezTo>
                        <a:pt x="58102" y="40196"/>
                        <a:pt x="63913" y="44482"/>
                        <a:pt x="71723" y="47244"/>
                      </a:cubicBezTo>
                      <a:cubicBezTo>
                        <a:pt x="72676" y="47530"/>
                        <a:pt x="74104" y="48387"/>
                        <a:pt x="76009" y="49911"/>
                      </a:cubicBezTo>
                      <a:cubicBezTo>
                        <a:pt x="77915" y="51435"/>
                        <a:pt x="79439" y="52197"/>
                        <a:pt x="80772" y="52388"/>
                      </a:cubicBezTo>
                      <a:cubicBezTo>
                        <a:pt x="82010" y="52483"/>
                        <a:pt x="83820" y="53530"/>
                        <a:pt x="86106" y="55436"/>
                      </a:cubicBezTo>
                      <a:cubicBezTo>
                        <a:pt x="88106" y="57245"/>
                        <a:pt x="90011" y="58007"/>
                        <a:pt x="91916" y="57817"/>
                      </a:cubicBezTo>
                      <a:cubicBezTo>
                        <a:pt x="91916" y="58674"/>
                        <a:pt x="92011" y="59246"/>
                        <a:pt x="92297" y="59341"/>
                      </a:cubicBezTo>
                      <a:cubicBezTo>
                        <a:pt x="93154" y="59341"/>
                        <a:pt x="93726" y="59912"/>
                        <a:pt x="94107" y="61151"/>
                      </a:cubicBezTo>
                      <a:cubicBezTo>
                        <a:pt x="94488" y="62389"/>
                        <a:pt x="95155" y="62865"/>
                        <a:pt x="96012" y="62579"/>
                      </a:cubicBezTo>
                      <a:cubicBezTo>
                        <a:pt x="96202" y="63151"/>
                        <a:pt x="97345" y="65056"/>
                        <a:pt x="99536" y="68104"/>
                      </a:cubicBezTo>
                      <a:cubicBezTo>
                        <a:pt x="101251" y="70676"/>
                        <a:pt x="102013" y="73057"/>
                        <a:pt x="102013" y="75057"/>
                      </a:cubicBezTo>
                      <a:cubicBezTo>
                        <a:pt x="102394" y="75724"/>
                        <a:pt x="102679" y="76200"/>
                        <a:pt x="102679" y="76771"/>
                      </a:cubicBezTo>
                      <a:cubicBezTo>
                        <a:pt x="102679" y="77153"/>
                        <a:pt x="102489" y="77819"/>
                        <a:pt x="102013" y="78486"/>
                      </a:cubicBezTo>
                      <a:cubicBezTo>
                        <a:pt x="101536" y="79153"/>
                        <a:pt x="101251" y="79629"/>
                        <a:pt x="101251" y="79915"/>
                      </a:cubicBezTo>
                      <a:cubicBezTo>
                        <a:pt x="101251" y="80391"/>
                        <a:pt x="101632" y="80963"/>
                        <a:pt x="102394" y="81534"/>
                      </a:cubicBezTo>
                      <a:close/>
                      <a:moveTo>
                        <a:pt x="23336" y="85058"/>
                      </a:moveTo>
                      <a:lnTo>
                        <a:pt x="26479" y="83915"/>
                      </a:lnTo>
                      <a:lnTo>
                        <a:pt x="24955" y="83915"/>
                      </a:lnTo>
                      <a:lnTo>
                        <a:pt x="23336" y="85058"/>
                      </a:lnTo>
                      <a:close/>
                      <a:moveTo>
                        <a:pt x="24289" y="98298"/>
                      </a:moveTo>
                      <a:lnTo>
                        <a:pt x="24955" y="98298"/>
                      </a:lnTo>
                      <a:lnTo>
                        <a:pt x="26003" y="99155"/>
                      </a:lnTo>
                      <a:lnTo>
                        <a:pt x="24289" y="98298"/>
                      </a:lnTo>
                      <a:close/>
                      <a:moveTo>
                        <a:pt x="28670" y="105537"/>
                      </a:moveTo>
                      <a:cubicBezTo>
                        <a:pt x="28480" y="104489"/>
                        <a:pt x="28861" y="103632"/>
                        <a:pt x="29623" y="102870"/>
                      </a:cubicBezTo>
                      <a:lnTo>
                        <a:pt x="29527" y="102870"/>
                      </a:lnTo>
                      <a:cubicBezTo>
                        <a:pt x="29527" y="102870"/>
                        <a:pt x="29718" y="103537"/>
                        <a:pt x="30099" y="104013"/>
                      </a:cubicBezTo>
                      <a:cubicBezTo>
                        <a:pt x="30480" y="104394"/>
                        <a:pt x="30766" y="104680"/>
                        <a:pt x="30766" y="104870"/>
                      </a:cubicBezTo>
                      <a:cubicBezTo>
                        <a:pt x="30766" y="105156"/>
                        <a:pt x="30575" y="105346"/>
                        <a:pt x="30194" y="105537"/>
                      </a:cubicBezTo>
                      <a:lnTo>
                        <a:pt x="28670" y="105537"/>
                      </a:lnTo>
                      <a:close/>
                      <a:moveTo>
                        <a:pt x="29908" y="102394"/>
                      </a:moveTo>
                      <a:cubicBezTo>
                        <a:pt x="29908" y="102394"/>
                        <a:pt x="29623" y="102679"/>
                        <a:pt x="29623" y="102870"/>
                      </a:cubicBezTo>
                      <a:cubicBezTo>
                        <a:pt x="29623" y="102775"/>
                        <a:pt x="29623" y="102584"/>
                        <a:pt x="29908" y="102394"/>
                      </a:cubicBezTo>
                      <a:close/>
                      <a:moveTo>
                        <a:pt x="30194" y="99822"/>
                      </a:moveTo>
                      <a:cubicBezTo>
                        <a:pt x="30194" y="99822"/>
                        <a:pt x="30956" y="100013"/>
                        <a:pt x="31433" y="100489"/>
                      </a:cubicBezTo>
                      <a:cubicBezTo>
                        <a:pt x="31909" y="100965"/>
                        <a:pt x="32195" y="101251"/>
                        <a:pt x="32290" y="101346"/>
                      </a:cubicBezTo>
                      <a:cubicBezTo>
                        <a:pt x="31718" y="101346"/>
                        <a:pt x="30956" y="101727"/>
                        <a:pt x="30004" y="102394"/>
                      </a:cubicBezTo>
                      <a:cubicBezTo>
                        <a:pt x="30766" y="101537"/>
                        <a:pt x="30861" y="100584"/>
                        <a:pt x="30289" y="99822"/>
                      </a:cubicBezTo>
                      <a:close/>
                      <a:moveTo>
                        <a:pt x="33338" y="88202"/>
                      </a:moveTo>
                      <a:lnTo>
                        <a:pt x="33338" y="87059"/>
                      </a:lnTo>
                      <a:lnTo>
                        <a:pt x="30194" y="85439"/>
                      </a:lnTo>
                      <a:lnTo>
                        <a:pt x="33338" y="88202"/>
                      </a:lnTo>
                      <a:close/>
                      <a:moveTo>
                        <a:pt x="35909" y="92488"/>
                      </a:moveTo>
                      <a:cubicBezTo>
                        <a:pt x="35909" y="92488"/>
                        <a:pt x="36290" y="92488"/>
                        <a:pt x="37338" y="92678"/>
                      </a:cubicBezTo>
                      <a:cubicBezTo>
                        <a:pt x="37909" y="92678"/>
                        <a:pt x="38291" y="92488"/>
                        <a:pt x="38481" y="91821"/>
                      </a:cubicBezTo>
                      <a:cubicBezTo>
                        <a:pt x="37433" y="91440"/>
                        <a:pt x="36481" y="91630"/>
                        <a:pt x="35909" y="92488"/>
                      </a:cubicBezTo>
                      <a:cubicBezTo>
                        <a:pt x="35624" y="92488"/>
                        <a:pt x="35528" y="92583"/>
                        <a:pt x="35528" y="92869"/>
                      </a:cubicBezTo>
                      <a:lnTo>
                        <a:pt x="34480" y="93917"/>
                      </a:lnTo>
                      <a:lnTo>
                        <a:pt x="35528" y="93917"/>
                      </a:lnTo>
                      <a:cubicBezTo>
                        <a:pt x="35528" y="93917"/>
                        <a:pt x="35528" y="93154"/>
                        <a:pt x="35528" y="92869"/>
                      </a:cubicBezTo>
                      <a:lnTo>
                        <a:pt x="35909" y="92488"/>
                      </a:lnTo>
                      <a:close/>
                      <a:moveTo>
                        <a:pt x="36576" y="40481"/>
                      </a:moveTo>
                      <a:cubicBezTo>
                        <a:pt x="36576" y="40481"/>
                        <a:pt x="37147" y="39624"/>
                        <a:pt x="36957" y="39243"/>
                      </a:cubicBezTo>
                      <a:lnTo>
                        <a:pt x="37338" y="38290"/>
                      </a:lnTo>
                      <a:cubicBezTo>
                        <a:pt x="37338" y="38290"/>
                        <a:pt x="36481" y="37433"/>
                        <a:pt x="35909" y="37147"/>
                      </a:cubicBezTo>
                      <a:cubicBezTo>
                        <a:pt x="35338" y="36957"/>
                        <a:pt x="34957" y="36767"/>
                        <a:pt x="34766" y="36767"/>
                      </a:cubicBezTo>
                      <a:cubicBezTo>
                        <a:pt x="36195" y="37433"/>
                        <a:pt x="36957" y="38195"/>
                        <a:pt x="36957" y="39148"/>
                      </a:cubicBezTo>
                      <a:lnTo>
                        <a:pt x="36576" y="40386"/>
                      </a:lnTo>
                      <a:close/>
                      <a:moveTo>
                        <a:pt x="46006" y="32576"/>
                      </a:moveTo>
                      <a:lnTo>
                        <a:pt x="46006" y="32099"/>
                      </a:lnTo>
                      <a:cubicBezTo>
                        <a:pt x="45625" y="29813"/>
                        <a:pt x="44005" y="28575"/>
                        <a:pt x="41053" y="28575"/>
                      </a:cubicBezTo>
                      <a:cubicBezTo>
                        <a:pt x="38767" y="28575"/>
                        <a:pt x="36957" y="29242"/>
                        <a:pt x="35433" y="30480"/>
                      </a:cubicBezTo>
                      <a:cubicBezTo>
                        <a:pt x="35909" y="30671"/>
                        <a:pt x="36385" y="31528"/>
                        <a:pt x="36862" y="33147"/>
                      </a:cubicBezTo>
                      <a:cubicBezTo>
                        <a:pt x="37338" y="34766"/>
                        <a:pt x="38195" y="35433"/>
                        <a:pt x="39529" y="35147"/>
                      </a:cubicBezTo>
                      <a:lnTo>
                        <a:pt x="39529" y="34671"/>
                      </a:lnTo>
                      <a:cubicBezTo>
                        <a:pt x="39529" y="34671"/>
                        <a:pt x="40100" y="33433"/>
                        <a:pt x="40481" y="31623"/>
                      </a:cubicBezTo>
                      <a:cubicBezTo>
                        <a:pt x="40767" y="30289"/>
                        <a:pt x="41338" y="29432"/>
                        <a:pt x="42100" y="29432"/>
                      </a:cubicBezTo>
                      <a:cubicBezTo>
                        <a:pt x="42481" y="29432"/>
                        <a:pt x="42863" y="29623"/>
                        <a:pt x="43339" y="29909"/>
                      </a:cubicBezTo>
                      <a:lnTo>
                        <a:pt x="43339" y="30956"/>
                      </a:lnTo>
                      <a:cubicBezTo>
                        <a:pt x="43339" y="30956"/>
                        <a:pt x="43720" y="30861"/>
                        <a:pt x="44005" y="30861"/>
                      </a:cubicBezTo>
                      <a:cubicBezTo>
                        <a:pt x="44196" y="30861"/>
                        <a:pt x="44767" y="31337"/>
                        <a:pt x="45910" y="32480"/>
                      </a:cubicBezTo>
                      <a:close/>
                      <a:moveTo>
                        <a:pt x="37338" y="76390"/>
                      </a:moveTo>
                      <a:cubicBezTo>
                        <a:pt x="36481" y="76390"/>
                        <a:pt x="36004" y="76200"/>
                        <a:pt x="35814" y="76010"/>
                      </a:cubicBezTo>
                      <a:lnTo>
                        <a:pt x="36957" y="77438"/>
                      </a:lnTo>
                      <a:cubicBezTo>
                        <a:pt x="37433" y="77153"/>
                        <a:pt x="37529" y="76771"/>
                        <a:pt x="37338" y="76295"/>
                      </a:cubicBezTo>
                      <a:close/>
                      <a:moveTo>
                        <a:pt x="38386" y="34100"/>
                      </a:moveTo>
                      <a:lnTo>
                        <a:pt x="38005" y="33719"/>
                      </a:lnTo>
                      <a:lnTo>
                        <a:pt x="39148" y="33719"/>
                      </a:lnTo>
                      <a:cubicBezTo>
                        <a:pt x="39148" y="33719"/>
                        <a:pt x="38862" y="34004"/>
                        <a:pt x="38481" y="34100"/>
                      </a:cubicBezTo>
                      <a:close/>
                      <a:moveTo>
                        <a:pt x="39052" y="33719"/>
                      </a:moveTo>
                      <a:cubicBezTo>
                        <a:pt x="39052" y="33719"/>
                        <a:pt x="39338" y="33528"/>
                        <a:pt x="39433" y="33719"/>
                      </a:cubicBezTo>
                      <a:lnTo>
                        <a:pt x="39052" y="33719"/>
                      </a:lnTo>
                      <a:close/>
                      <a:moveTo>
                        <a:pt x="40005" y="100965"/>
                      </a:moveTo>
                      <a:lnTo>
                        <a:pt x="41148" y="99917"/>
                      </a:lnTo>
                      <a:cubicBezTo>
                        <a:pt x="40672" y="99441"/>
                        <a:pt x="40291" y="99251"/>
                        <a:pt x="40005" y="99251"/>
                      </a:cubicBezTo>
                      <a:lnTo>
                        <a:pt x="40005" y="101060"/>
                      </a:lnTo>
                      <a:close/>
                      <a:moveTo>
                        <a:pt x="41624" y="35623"/>
                      </a:moveTo>
                      <a:cubicBezTo>
                        <a:pt x="41815" y="35052"/>
                        <a:pt x="41624" y="34480"/>
                        <a:pt x="41148" y="33719"/>
                      </a:cubicBezTo>
                      <a:lnTo>
                        <a:pt x="41148" y="36290"/>
                      </a:lnTo>
                      <a:lnTo>
                        <a:pt x="41624" y="35623"/>
                      </a:lnTo>
                      <a:close/>
                      <a:moveTo>
                        <a:pt x="43720" y="109633"/>
                      </a:moveTo>
                      <a:lnTo>
                        <a:pt x="43339" y="109252"/>
                      </a:lnTo>
                      <a:lnTo>
                        <a:pt x="44387" y="109252"/>
                      </a:lnTo>
                      <a:cubicBezTo>
                        <a:pt x="43815" y="109538"/>
                        <a:pt x="43625" y="109633"/>
                        <a:pt x="43720" y="109633"/>
                      </a:cubicBezTo>
                      <a:close/>
                      <a:moveTo>
                        <a:pt x="56959" y="98298"/>
                      </a:moveTo>
                      <a:lnTo>
                        <a:pt x="57531" y="97631"/>
                      </a:lnTo>
                      <a:lnTo>
                        <a:pt x="56959" y="96107"/>
                      </a:lnTo>
                      <a:lnTo>
                        <a:pt x="56959" y="98298"/>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 name="Google Shape;1363;p99"/>
                <p:cNvSpPr/>
                <p:nvPr/>
              </p:nvSpPr>
              <p:spPr>
                <a:xfrm>
                  <a:off x="4580667" y="4065079"/>
                  <a:ext cx="86486" cy="117157"/>
                </a:xfrm>
                <a:custGeom>
                  <a:avLst/>
                  <a:gdLst/>
                  <a:ahLst/>
                  <a:cxnLst/>
                  <a:rect l="l" t="t" r="r" b="b"/>
                  <a:pathLst>
                    <a:path w="86486" h="117157" extrusionOk="0">
                      <a:moveTo>
                        <a:pt x="1714" y="117062"/>
                      </a:moveTo>
                      <a:lnTo>
                        <a:pt x="0" y="116014"/>
                      </a:lnTo>
                      <a:lnTo>
                        <a:pt x="1714" y="116491"/>
                      </a:lnTo>
                      <a:lnTo>
                        <a:pt x="1714" y="117157"/>
                      </a:lnTo>
                      <a:close/>
                      <a:moveTo>
                        <a:pt x="84391" y="45053"/>
                      </a:moveTo>
                      <a:cubicBezTo>
                        <a:pt x="84106" y="46101"/>
                        <a:pt x="84391" y="47054"/>
                        <a:pt x="85154" y="48196"/>
                      </a:cubicBezTo>
                      <a:cubicBezTo>
                        <a:pt x="85915" y="49339"/>
                        <a:pt x="86296" y="50102"/>
                        <a:pt x="86296" y="50292"/>
                      </a:cubicBezTo>
                      <a:cubicBezTo>
                        <a:pt x="86296" y="50959"/>
                        <a:pt x="85915" y="51721"/>
                        <a:pt x="85249" y="52578"/>
                      </a:cubicBezTo>
                      <a:cubicBezTo>
                        <a:pt x="85725" y="56197"/>
                        <a:pt x="85915" y="60198"/>
                        <a:pt x="85915" y="64294"/>
                      </a:cubicBezTo>
                      <a:cubicBezTo>
                        <a:pt x="85915" y="68389"/>
                        <a:pt x="85725" y="72390"/>
                        <a:pt x="85249" y="76295"/>
                      </a:cubicBezTo>
                      <a:cubicBezTo>
                        <a:pt x="83534" y="76771"/>
                        <a:pt x="82582" y="77629"/>
                        <a:pt x="82582" y="78867"/>
                      </a:cubicBezTo>
                      <a:cubicBezTo>
                        <a:pt x="82582" y="79248"/>
                        <a:pt x="82772" y="79820"/>
                        <a:pt x="82963" y="80772"/>
                      </a:cubicBezTo>
                      <a:cubicBezTo>
                        <a:pt x="83248" y="81724"/>
                        <a:pt x="83344" y="82487"/>
                        <a:pt x="83344" y="82963"/>
                      </a:cubicBezTo>
                      <a:cubicBezTo>
                        <a:pt x="83344" y="83439"/>
                        <a:pt x="83344" y="83820"/>
                        <a:pt x="83058" y="84201"/>
                      </a:cubicBezTo>
                      <a:lnTo>
                        <a:pt x="83629" y="88011"/>
                      </a:lnTo>
                      <a:cubicBezTo>
                        <a:pt x="82487" y="88678"/>
                        <a:pt x="81439" y="89821"/>
                        <a:pt x="80867" y="91630"/>
                      </a:cubicBezTo>
                      <a:cubicBezTo>
                        <a:pt x="80200" y="93345"/>
                        <a:pt x="79534" y="95060"/>
                        <a:pt x="79057" y="96679"/>
                      </a:cubicBezTo>
                      <a:cubicBezTo>
                        <a:pt x="77343" y="97441"/>
                        <a:pt x="74390" y="99441"/>
                        <a:pt x="70485" y="102679"/>
                      </a:cubicBezTo>
                      <a:lnTo>
                        <a:pt x="72009" y="104204"/>
                      </a:lnTo>
                      <a:cubicBezTo>
                        <a:pt x="66961" y="104394"/>
                        <a:pt x="63341" y="105632"/>
                        <a:pt x="61055" y="107918"/>
                      </a:cubicBezTo>
                      <a:cubicBezTo>
                        <a:pt x="60674" y="107918"/>
                        <a:pt x="60293" y="107728"/>
                        <a:pt x="60007" y="107728"/>
                      </a:cubicBezTo>
                      <a:cubicBezTo>
                        <a:pt x="59246" y="107728"/>
                        <a:pt x="58483" y="108109"/>
                        <a:pt x="57721" y="108776"/>
                      </a:cubicBezTo>
                      <a:cubicBezTo>
                        <a:pt x="57055" y="109442"/>
                        <a:pt x="56769" y="110204"/>
                        <a:pt x="56864" y="111062"/>
                      </a:cubicBezTo>
                      <a:cubicBezTo>
                        <a:pt x="55721" y="110299"/>
                        <a:pt x="54388" y="109919"/>
                        <a:pt x="52864" y="109919"/>
                      </a:cubicBezTo>
                      <a:lnTo>
                        <a:pt x="48482" y="109919"/>
                      </a:lnTo>
                      <a:cubicBezTo>
                        <a:pt x="48673" y="109347"/>
                        <a:pt x="48387" y="108776"/>
                        <a:pt x="47625" y="108490"/>
                      </a:cubicBezTo>
                      <a:cubicBezTo>
                        <a:pt x="46863" y="108109"/>
                        <a:pt x="46482" y="107632"/>
                        <a:pt x="46291" y="107252"/>
                      </a:cubicBezTo>
                      <a:cubicBezTo>
                        <a:pt x="45244" y="109061"/>
                        <a:pt x="43624" y="110014"/>
                        <a:pt x="41529" y="110109"/>
                      </a:cubicBezTo>
                      <a:cubicBezTo>
                        <a:pt x="41148" y="110109"/>
                        <a:pt x="39338" y="110109"/>
                        <a:pt x="36195" y="109919"/>
                      </a:cubicBezTo>
                      <a:cubicBezTo>
                        <a:pt x="33909" y="109061"/>
                        <a:pt x="31623" y="108109"/>
                        <a:pt x="29242" y="107061"/>
                      </a:cubicBezTo>
                      <a:cubicBezTo>
                        <a:pt x="26479" y="105918"/>
                        <a:pt x="24384" y="104585"/>
                        <a:pt x="22955" y="103156"/>
                      </a:cubicBezTo>
                      <a:cubicBezTo>
                        <a:pt x="22384" y="103727"/>
                        <a:pt x="21241" y="103632"/>
                        <a:pt x="19526" y="102679"/>
                      </a:cubicBezTo>
                      <a:cubicBezTo>
                        <a:pt x="17336" y="99917"/>
                        <a:pt x="15145" y="97155"/>
                        <a:pt x="12859" y="94297"/>
                      </a:cubicBezTo>
                      <a:cubicBezTo>
                        <a:pt x="10478" y="91059"/>
                        <a:pt x="9144" y="87916"/>
                        <a:pt x="8858" y="85154"/>
                      </a:cubicBezTo>
                      <a:cubicBezTo>
                        <a:pt x="7620" y="83629"/>
                        <a:pt x="6953" y="81439"/>
                        <a:pt x="7048" y="78391"/>
                      </a:cubicBezTo>
                      <a:cubicBezTo>
                        <a:pt x="7144" y="74104"/>
                        <a:pt x="7144" y="71723"/>
                        <a:pt x="7048" y="71342"/>
                      </a:cubicBezTo>
                      <a:cubicBezTo>
                        <a:pt x="7048" y="70676"/>
                        <a:pt x="6953" y="70009"/>
                        <a:pt x="6953" y="69247"/>
                      </a:cubicBezTo>
                      <a:cubicBezTo>
                        <a:pt x="6953" y="68294"/>
                        <a:pt x="7048" y="66770"/>
                        <a:pt x="7334" y="64675"/>
                      </a:cubicBezTo>
                      <a:cubicBezTo>
                        <a:pt x="7620" y="62674"/>
                        <a:pt x="7715" y="61055"/>
                        <a:pt x="7715" y="60007"/>
                      </a:cubicBezTo>
                      <a:cubicBezTo>
                        <a:pt x="7715" y="58103"/>
                        <a:pt x="7334" y="56388"/>
                        <a:pt x="6667" y="55054"/>
                      </a:cubicBezTo>
                      <a:cubicBezTo>
                        <a:pt x="7525" y="54673"/>
                        <a:pt x="7811" y="54007"/>
                        <a:pt x="7429" y="52959"/>
                      </a:cubicBezTo>
                      <a:cubicBezTo>
                        <a:pt x="7048" y="52006"/>
                        <a:pt x="7144" y="51245"/>
                        <a:pt x="7715" y="50863"/>
                      </a:cubicBezTo>
                      <a:cubicBezTo>
                        <a:pt x="7144" y="46387"/>
                        <a:pt x="6953" y="42577"/>
                        <a:pt x="6953" y="39529"/>
                      </a:cubicBezTo>
                      <a:cubicBezTo>
                        <a:pt x="6953" y="34195"/>
                        <a:pt x="7715" y="29623"/>
                        <a:pt x="9239" y="25908"/>
                      </a:cubicBezTo>
                      <a:cubicBezTo>
                        <a:pt x="10001" y="22860"/>
                        <a:pt x="10573" y="20764"/>
                        <a:pt x="11049" y="19812"/>
                      </a:cubicBezTo>
                      <a:cubicBezTo>
                        <a:pt x="12097" y="17621"/>
                        <a:pt x="13716" y="16288"/>
                        <a:pt x="15716" y="15812"/>
                      </a:cubicBezTo>
                      <a:cubicBezTo>
                        <a:pt x="16859" y="12668"/>
                        <a:pt x="19526" y="9811"/>
                        <a:pt x="23622" y="7429"/>
                      </a:cubicBezTo>
                      <a:lnTo>
                        <a:pt x="22955" y="6953"/>
                      </a:lnTo>
                      <a:cubicBezTo>
                        <a:pt x="24194" y="6668"/>
                        <a:pt x="26003" y="5715"/>
                        <a:pt x="28385" y="4001"/>
                      </a:cubicBezTo>
                      <a:cubicBezTo>
                        <a:pt x="30385" y="2572"/>
                        <a:pt x="32290" y="1905"/>
                        <a:pt x="34195" y="2096"/>
                      </a:cubicBezTo>
                      <a:cubicBezTo>
                        <a:pt x="34195" y="762"/>
                        <a:pt x="34766" y="0"/>
                        <a:pt x="35814" y="0"/>
                      </a:cubicBezTo>
                      <a:cubicBezTo>
                        <a:pt x="36195" y="0"/>
                        <a:pt x="36862" y="95"/>
                        <a:pt x="37910" y="381"/>
                      </a:cubicBezTo>
                      <a:cubicBezTo>
                        <a:pt x="38862" y="571"/>
                        <a:pt x="39624" y="667"/>
                        <a:pt x="39910" y="571"/>
                      </a:cubicBezTo>
                      <a:cubicBezTo>
                        <a:pt x="41338" y="2667"/>
                        <a:pt x="43339" y="3715"/>
                        <a:pt x="45625" y="3715"/>
                      </a:cubicBezTo>
                      <a:cubicBezTo>
                        <a:pt x="46768" y="3715"/>
                        <a:pt x="48578" y="3334"/>
                        <a:pt x="51054" y="2572"/>
                      </a:cubicBezTo>
                      <a:cubicBezTo>
                        <a:pt x="53054" y="3143"/>
                        <a:pt x="55436" y="3143"/>
                        <a:pt x="58293" y="2572"/>
                      </a:cubicBezTo>
                      <a:lnTo>
                        <a:pt x="58293" y="3143"/>
                      </a:lnTo>
                      <a:cubicBezTo>
                        <a:pt x="59150" y="2762"/>
                        <a:pt x="59912" y="2572"/>
                        <a:pt x="60770" y="2572"/>
                      </a:cubicBezTo>
                      <a:cubicBezTo>
                        <a:pt x="61913" y="2572"/>
                        <a:pt x="63437" y="3334"/>
                        <a:pt x="65246" y="4858"/>
                      </a:cubicBezTo>
                      <a:cubicBezTo>
                        <a:pt x="67056" y="6287"/>
                        <a:pt x="68675" y="7144"/>
                        <a:pt x="70009" y="7334"/>
                      </a:cubicBezTo>
                      <a:cubicBezTo>
                        <a:pt x="70390" y="8763"/>
                        <a:pt x="71533" y="10192"/>
                        <a:pt x="73533" y="11716"/>
                      </a:cubicBezTo>
                      <a:cubicBezTo>
                        <a:pt x="75438" y="13240"/>
                        <a:pt x="76581" y="14288"/>
                        <a:pt x="76867" y="14859"/>
                      </a:cubicBezTo>
                      <a:cubicBezTo>
                        <a:pt x="78200" y="14859"/>
                        <a:pt x="79057" y="15812"/>
                        <a:pt x="79343" y="17717"/>
                      </a:cubicBezTo>
                      <a:cubicBezTo>
                        <a:pt x="79629" y="19621"/>
                        <a:pt x="80391" y="20574"/>
                        <a:pt x="81629" y="20574"/>
                      </a:cubicBezTo>
                      <a:cubicBezTo>
                        <a:pt x="82677" y="21717"/>
                        <a:pt x="83153" y="23431"/>
                        <a:pt x="83153" y="25622"/>
                      </a:cubicBezTo>
                      <a:lnTo>
                        <a:pt x="83153" y="27527"/>
                      </a:lnTo>
                      <a:cubicBezTo>
                        <a:pt x="83153" y="28480"/>
                        <a:pt x="83058" y="29051"/>
                        <a:pt x="83058" y="29432"/>
                      </a:cubicBezTo>
                      <a:cubicBezTo>
                        <a:pt x="83058" y="32099"/>
                        <a:pt x="84011" y="34004"/>
                        <a:pt x="85915" y="35243"/>
                      </a:cubicBezTo>
                      <a:cubicBezTo>
                        <a:pt x="85535" y="35909"/>
                        <a:pt x="85344" y="36576"/>
                        <a:pt x="85344" y="37433"/>
                      </a:cubicBezTo>
                      <a:cubicBezTo>
                        <a:pt x="85344" y="38290"/>
                        <a:pt x="85535" y="39148"/>
                        <a:pt x="85915" y="40291"/>
                      </a:cubicBezTo>
                      <a:cubicBezTo>
                        <a:pt x="86296" y="41434"/>
                        <a:pt x="86487" y="42291"/>
                        <a:pt x="86487" y="42767"/>
                      </a:cubicBezTo>
                      <a:cubicBezTo>
                        <a:pt x="86487" y="43815"/>
                        <a:pt x="85820" y="44482"/>
                        <a:pt x="84391" y="44768"/>
                      </a:cubicBezTo>
                      <a:close/>
                      <a:moveTo>
                        <a:pt x="70009" y="52578"/>
                      </a:moveTo>
                      <a:cubicBezTo>
                        <a:pt x="70009" y="52578"/>
                        <a:pt x="72580" y="53149"/>
                        <a:pt x="76295" y="54483"/>
                      </a:cubicBezTo>
                      <a:lnTo>
                        <a:pt x="76295" y="51530"/>
                      </a:lnTo>
                      <a:cubicBezTo>
                        <a:pt x="73247" y="50387"/>
                        <a:pt x="71914" y="49816"/>
                        <a:pt x="72104" y="49816"/>
                      </a:cubicBezTo>
                      <a:cubicBezTo>
                        <a:pt x="71533" y="49816"/>
                        <a:pt x="71247" y="50292"/>
                        <a:pt x="71533" y="51530"/>
                      </a:cubicBezTo>
                      <a:lnTo>
                        <a:pt x="70009" y="49816"/>
                      </a:lnTo>
                      <a:lnTo>
                        <a:pt x="69342" y="50292"/>
                      </a:lnTo>
                      <a:cubicBezTo>
                        <a:pt x="68675" y="49244"/>
                        <a:pt x="67818" y="48482"/>
                        <a:pt x="66580" y="47911"/>
                      </a:cubicBezTo>
                      <a:cubicBezTo>
                        <a:pt x="64579" y="47244"/>
                        <a:pt x="63437" y="46768"/>
                        <a:pt x="63151" y="46577"/>
                      </a:cubicBezTo>
                      <a:cubicBezTo>
                        <a:pt x="63532" y="46101"/>
                        <a:pt x="63627" y="45434"/>
                        <a:pt x="63532" y="44387"/>
                      </a:cubicBezTo>
                      <a:lnTo>
                        <a:pt x="63532" y="41910"/>
                      </a:lnTo>
                      <a:cubicBezTo>
                        <a:pt x="63532" y="41910"/>
                        <a:pt x="62198" y="39148"/>
                        <a:pt x="60388" y="34862"/>
                      </a:cubicBezTo>
                      <a:cubicBezTo>
                        <a:pt x="59150" y="31909"/>
                        <a:pt x="58103" y="30004"/>
                        <a:pt x="57150" y="29146"/>
                      </a:cubicBezTo>
                      <a:lnTo>
                        <a:pt x="57817" y="28670"/>
                      </a:lnTo>
                      <a:cubicBezTo>
                        <a:pt x="56864" y="27432"/>
                        <a:pt x="55436" y="26575"/>
                        <a:pt x="53721" y="26003"/>
                      </a:cubicBezTo>
                      <a:cubicBezTo>
                        <a:pt x="52006" y="25432"/>
                        <a:pt x="50387" y="24955"/>
                        <a:pt x="48863" y="24479"/>
                      </a:cubicBezTo>
                      <a:cubicBezTo>
                        <a:pt x="48863" y="23051"/>
                        <a:pt x="48292" y="22288"/>
                        <a:pt x="47054" y="22288"/>
                      </a:cubicBezTo>
                      <a:cubicBezTo>
                        <a:pt x="45339" y="22288"/>
                        <a:pt x="44196" y="22955"/>
                        <a:pt x="43720" y="24479"/>
                      </a:cubicBezTo>
                      <a:cubicBezTo>
                        <a:pt x="42672" y="24670"/>
                        <a:pt x="41338" y="25241"/>
                        <a:pt x="39624" y="26289"/>
                      </a:cubicBezTo>
                      <a:cubicBezTo>
                        <a:pt x="38005" y="27432"/>
                        <a:pt x="36671" y="27908"/>
                        <a:pt x="35719" y="27718"/>
                      </a:cubicBezTo>
                      <a:cubicBezTo>
                        <a:pt x="33909" y="28194"/>
                        <a:pt x="32575" y="29718"/>
                        <a:pt x="31909" y="32195"/>
                      </a:cubicBezTo>
                      <a:cubicBezTo>
                        <a:pt x="31242" y="34957"/>
                        <a:pt x="30289" y="36576"/>
                        <a:pt x="29337" y="37147"/>
                      </a:cubicBezTo>
                      <a:cubicBezTo>
                        <a:pt x="29337" y="38481"/>
                        <a:pt x="29337" y="40386"/>
                        <a:pt x="28956" y="42577"/>
                      </a:cubicBezTo>
                      <a:cubicBezTo>
                        <a:pt x="28670" y="44863"/>
                        <a:pt x="28480" y="46482"/>
                        <a:pt x="28480" y="47339"/>
                      </a:cubicBezTo>
                      <a:cubicBezTo>
                        <a:pt x="28480" y="48959"/>
                        <a:pt x="28765" y="50292"/>
                        <a:pt x="29337" y="51530"/>
                      </a:cubicBezTo>
                      <a:cubicBezTo>
                        <a:pt x="28289" y="52292"/>
                        <a:pt x="28194" y="53721"/>
                        <a:pt x="28956" y="55912"/>
                      </a:cubicBezTo>
                      <a:cubicBezTo>
                        <a:pt x="29623" y="57721"/>
                        <a:pt x="29242" y="58769"/>
                        <a:pt x="27908" y="58960"/>
                      </a:cubicBezTo>
                      <a:cubicBezTo>
                        <a:pt x="28861" y="63341"/>
                        <a:pt x="29432" y="66675"/>
                        <a:pt x="29432" y="68961"/>
                      </a:cubicBezTo>
                      <a:cubicBezTo>
                        <a:pt x="29432" y="70580"/>
                        <a:pt x="29337" y="72199"/>
                        <a:pt x="29051" y="73723"/>
                      </a:cubicBezTo>
                      <a:cubicBezTo>
                        <a:pt x="29718" y="74295"/>
                        <a:pt x="30956" y="76867"/>
                        <a:pt x="32861" y="81629"/>
                      </a:cubicBezTo>
                      <a:cubicBezTo>
                        <a:pt x="34290" y="85058"/>
                        <a:pt x="36481" y="86678"/>
                        <a:pt x="39624" y="86296"/>
                      </a:cubicBezTo>
                      <a:cubicBezTo>
                        <a:pt x="39910" y="86296"/>
                        <a:pt x="40196" y="86296"/>
                        <a:pt x="40577" y="85915"/>
                      </a:cubicBezTo>
                      <a:cubicBezTo>
                        <a:pt x="40957" y="85535"/>
                        <a:pt x="41243" y="85344"/>
                        <a:pt x="41338" y="85344"/>
                      </a:cubicBezTo>
                      <a:cubicBezTo>
                        <a:pt x="41624" y="85344"/>
                        <a:pt x="41910" y="85535"/>
                        <a:pt x="42196" y="85915"/>
                      </a:cubicBezTo>
                      <a:lnTo>
                        <a:pt x="41720" y="86296"/>
                      </a:lnTo>
                      <a:cubicBezTo>
                        <a:pt x="41720" y="86296"/>
                        <a:pt x="41910" y="87154"/>
                        <a:pt x="42386" y="87535"/>
                      </a:cubicBezTo>
                      <a:lnTo>
                        <a:pt x="43339" y="88487"/>
                      </a:lnTo>
                      <a:cubicBezTo>
                        <a:pt x="44005" y="89345"/>
                        <a:pt x="44767" y="89726"/>
                        <a:pt x="45815" y="89726"/>
                      </a:cubicBezTo>
                      <a:cubicBezTo>
                        <a:pt x="47149" y="89726"/>
                        <a:pt x="47911" y="89154"/>
                        <a:pt x="48006" y="88106"/>
                      </a:cubicBezTo>
                      <a:cubicBezTo>
                        <a:pt x="48673" y="88678"/>
                        <a:pt x="49244" y="88868"/>
                        <a:pt x="49816" y="88868"/>
                      </a:cubicBezTo>
                      <a:cubicBezTo>
                        <a:pt x="50387" y="88868"/>
                        <a:pt x="50959" y="88297"/>
                        <a:pt x="51721" y="87059"/>
                      </a:cubicBezTo>
                      <a:cubicBezTo>
                        <a:pt x="52388" y="85915"/>
                        <a:pt x="53054" y="85249"/>
                        <a:pt x="53530" y="85249"/>
                      </a:cubicBezTo>
                      <a:cubicBezTo>
                        <a:pt x="54007" y="85249"/>
                        <a:pt x="54769" y="85535"/>
                        <a:pt x="55531" y="86201"/>
                      </a:cubicBezTo>
                      <a:cubicBezTo>
                        <a:pt x="55721" y="85820"/>
                        <a:pt x="56579" y="85344"/>
                        <a:pt x="58103" y="84582"/>
                      </a:cubicBezTo>
                      <a:cubicBezTo>
                        <a:pt x="59341" y="84011"/>
                        <a:pt x="60007" y="83248"/>
                        <a:pt x="60007" y="82201"/>
                      </a:cubicBezTo>
                      <a:cubicBezTo>
                        <a:pt x="60007" y="81820"/>
                        <a:pt x="60007" y="81344"/>
                        <a:pt x="59722" y="80772"/>
                      </a:cubicBezTo>
                      <a:cubicBezTo>
                        <a:pt x="60960" y="80201"/>
                        <a:pt x="61817" y="78772"/>
                        <a:pt x="62008" y="76581"/>
                      </a:cubicBezTo>
                      <a:cubicBezTo>
                        <a:pt x="62294" y="74390"/>
                        <a:pt x="62865" y="73057"/>
                        <a:pt x="63817" y="72485"/>
                      </a:cubicBezTo>
                      <a:lnTo>
                        <a:pt x="63817" y="63437"/>
                      </a:lnTo>
                      <a:cubicBezTo>
                        <a:pt x="63913" y="62865"/>
                        <a:pt x="64103" y="62103"/>
                        <a:pt x="64103" y="61341"/>
                      </a:cubicBezTo>
                      <a:cubicBezTo>
                        <a:pt x="64103" y="60579"/>
                        <a:pt x="63913" y="59341"/>
                        <a:pt x="63722" y="57721"/>
                      </a:cubicBezTo>
                      <a:cubicBezTo>
                        <a:pt x="63437" y="56197"/>
                        <a:pt x="63341" y="55054"/>
                        <a:pt x="63341" y="54388"/>
                      </a:cubicBezTo>
                      <a:cubicBezTo>
                        <a:pt x="63341" y="53435"/>
                        <a:pt x="63532" y="52578"/>
                        <a:pt x="63913" y="51816"/>
                      </a:cubicBezTo>
                      <a:cubicBezTo>
                        <a:pt x="63913" y="50863"/>
                        <a:pt x="64008" y="50292"/>
                        <a:pt x="64770" y="50102"/>
                      </a:cubicBezTo>
                      <a:cubicBezTo>
                        <a:pt x="65056" y="50102"/>
                        <a:pt x="65818" y="50102"/>
                        <a:pt x="67056" y="50292"/>
                      </a:cubicBezTo>
                      <a:cubicBezTo>
                        <a:pt x="68008" y="50578"/>
                        <a:pt x="68771" y="50482"/>
                        <a:pt x="69247" y="50292"/>
                      </a:cubicBezTo>
                      <a:cubicBezTo>
                        <a:pt x="70104" y="51149"/>
                        <a:pt x="70485" y="51911"/>
                        <a:pt x="70390" y="52578"/>
                      </a:cubicBezTo>
                      <a:close/>
                      <a:moveTo>
                        <a:pt x="81629" y="45053"/>
                      </a:moveTo>
                      <a:cubicBezTo>
                        <a:pt x="80867" y="44672"/>
                        <a:pt x="80200" y="44482"/>
                        <a:pt x="79438" y="44482"/>
                      </a:cubicBezTo>
                      <a:cubicBezTo>
                        <a:pt x="78962" y="44482"/>
                        <a:pt x="78200" y="44672"/>
                        <a:pt x="77248" y="44863"/>
                      </a:cubicBezTo>
                      <a:cubicBezTo>
                        <a:pt x="76200" y="45148"/>
                        <a:pt x="75343" y="45244"/>
                        <a:pt x="74581" y="45053"/>
                      </a:cubicBezTo>
                      <a:lnTo>
                        <a:pt x="77914" y="47244"/>
                      </a:lnTo>
                      <a:lnTo>
                        <a:pt x="78296" y="45053"/>
                      </a:lnTo>
                      <a:cubicBezTo>
                        <a:pt x="78296" y="45053"/>
                        <a:pt x="79629" y="45434"/>
                        <a:pt x="81534" y="46196"/>
                      </a:cubicBezTo>
                      <a:lnTo>
                        <a:pt x="81534" y="45053"/>
                      </a:lnTo>
                      <a:close/>
                      <a:moveTo>
                        <a:pt x="78391" y="79438"/>
                      </a:moveTo>
                      <a:cubicBezTo>
                        <a:pt x="78391" y="79438"/>
                        <a:pt x="78677" y="79248"/>
                        <a:pt x="78677" y="79153"/>
                      </a:cubicBezTo>
                      <a:cubicBezTo>
                        <a:pt x="78677" y="79153"/>
                        <a:pt x="78391" y="78867"/>
                        <a:pt x="78010" y="78677"/>
                      </a:cubicBezTo>
                      <a:cubicBezTo>
                        <a:pt x="77533" y="78486"/>
                        <a:pt x="77248" y="78296"/>
                        <a:pt x="77248" y="78105"/>
                      </a:cubicBezTo>
                      <a:cubicBezTo>
                        <a:pt x="77248" y="77914"/>
                        <a:pt x="77533" y="77724"/>
                        <a:pt x="78010" y="77438"/>
                      </a:cubicBezTo>
                      <a:cubicBezTo>
                        <a:pt x="77438" y="77248"/>
                        <a:pt x="76867" y="77343"/>
                        <a:pt x="76295" y="77438"/>
                      </a:cubicBezTo>
                      <a:cubicBezTo>
                        <a:pt x="75438" y="78010"/>
                        <a:pt x="74962" y="78296"/>
                        <a:pt x="74962" y="78296"/>
                      </a:cubicBezTo>
                      <a:cubicBezTo>
                        <a:pt x="75247" y="78296"/>
                        <a:pt x="76390" y="78677"/>
                        <a:pt x="78391" y="79343"/>
                      </a:cubicBezTo>
                      <a:close/>
                      <a:moveTo>
                        <a:pt x="82105" y="51530"/>
                      </a:moveTo>
                      <a:lnTo>
                        <a:pt x="83725" y="51530"/>
                      </a:lnTo>
                      <a:cubicBezTo>
                        <a:pt x="82963" y="51054"/>
                        <a:pt x="82391" y="50959"/>
                        <a:pt x="82105" y="51530"/>
                      </a:cubicBezTo>
                      <a:cubicBezTo>
                        <a:pt x="81153" y="51245"/>
                        <a:pt x="79724" y="50768"/>
                        <a:pt x="77914" y="50292"/>
                      </a:cubicBezTo>
                      <a:cubicBezTo>
                        <a:pt x="77724" y="49625"/>
                        <a:pt x="77248" y="49339"/>
                        <a:pt x="76390" y="49339"/>
                      </a:cubicBezTo>
                      <a:cubicBezTo>
                        <a:pt x="76771" y="49530"/>
                        <a:pt x="77248" y="49816"/>
                        <a:pt x="77914" y="50292"/>
                      </a:cubicBezTo>
                      <a:cubicBezTo>
                        <a:pt x="77914" y="50673"/>
                        <a:pt x="78105" y="51149"/>
                        <a:pt x="78105" y="51626"/>
                      </a:cubicBezTo>
                      <a:cubicBezTo>
                        <a:pt x="78010" y="52388"/>
                        <a:pt x="78010" y="52769"/>
                        <a:pt x="78105" y="52864"/>
                      </a:cubicBezTo>
                      <a:cubicBezTo>
                        <a:pt x="78105" y="53149"/>
                        <a:pt x="78200" y="53245"/>
                        <a:pt x="78486" y="53149"/>
                      </a:cubicBezTo>
                      <a:lnTo>
                        <a:pt x="80010" y="51626"/>
                      </a:lnTo>
                      <a:lnTo>
                        <a:pt x="80677" y="52006"/>
                      </a:lnTo>
                      <a:cubicBezTo>
                        <a:pt x="80677" y="52006"/>
                        <a:pt x="80677" y="52769"/>
                        <a:pt x="80391" y="53149"/>
                      </a:cubicBezTo>
                      <a:cubicBezTo>
                        <a:pt x="80105" y="53530"/>
                        <a:pt x="80010" y="53912"/>
                        <a:pt x="80010" y="54197"/>
                      </a:cubicBezTo>
                      <a:cubicBezTo>
                        <a:pt x="80867" y="54388"/>
                        <a:pt x="81344" y="54197"/>
                        <a:pt x="81629" y="53435"/>
                      </a:cubicBezTo>
                      <a:cubicBezTo>
                        <a:pt x="81820" y="52769"/>
                        <a:pt x="82010" y="52102"/>
                        <a:pt x="82201" y="51530"/>
                      </a:cubicBezTo>
                      <a:lnTo>
                        <a:pt x="82201" y="51530"/>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 name="Google Shape;1364;p99"/>
                <p:cNvSpPr/>
                <p:nvPr/>
              </p:nvSpPr>
              <p:spPr>
                <a:xfrm>
                  <a:off x="4641246" y="4064698"/>
                  <a:ext cx="114871" cy="111728"/>
                </a:xfrm>
                <a:custGeom>
                  <a:avLst/>
                  <a:gdLst/>
                  <a:ahLst/>
                  <a:cxnLst/>
                  <a:rect l="l" t="t" r="r" b="b"/>
                  <a:pathLst>
                    <a:path w="114871" h="111728" extrusionOk="0">
                      <a:moveTo>
                        <a:pt x="1048" y="59627"/>
                      </a:moveTo>
                      <a:cubicBezTo>
                        <a:pt x="1048" y="59627"/>
                        <a:pt x="1334" y="59912"/>
                        <a:pt x="1715" y="60293"/>
                      </a:cubicBezTo>
                      <a:cubicBezTo>
                        <a:pt x="2096" y="60579"/>
                        <a:pt x="2286" y="60865"/>
                        <a:pt x="2191" y="61246"/>
                      </a:cubicBezTo>
                      <a:lnTo>
                        <a:pt x="0" y="61246"/>
                      </a:lnTo>
                      <a:lnTo>
                        <a:pt x="1048" y="59722"/>
                      </a:lnTo>
                      <a:close/>
                      <a:moveTo>
                        <a:pt x="0" y="67532"/>
                      </a:moveTo>
                      <a:cubicBezTo>
                        <a:pt x="476" y="68294"/>
                        <a:pt x="1048" y="68771"/>
                        <a:pt x="1905" y="69056"/>
                      </a:cubicBezTo>
                      <a:lnTo>
                        <a:pt x="0" y="69056"/>
                      </a:lnTo>
                      <a:lnTo>
                        <a:pt x="0" y="67532"/>
                      </a:lnTo>
                      <a:close/>
                      <a:moveTo>
                        <a:pt x="381" y="74962"/>
                      </a:moveTo>
                      <a:lnTo>
                        <a:pt x="0" y="73247"/>
                      </a:lnTo>
                      <a:cubicBezTo>
                        <a:pt x="0" y="73247"/>
                        <a:pt x="1238" y="73724"/>
                        <a:pt x="2191" y="74390"/>
                      </a:cubicBezTo>
                      <a:lnTo>
                        <a:pt x="381" y="74867"/>
                      </a:lnTo>
                      <a:close/>
                      <a:moveTo>
                        <a:pt x="3620" y="69056"/>
                      </a:moveTo>
                      <a:cubicBezTo>
                        <a:pt x="2953" y="69056"/>
                        <a:pt x="2381" y="69056"/>
                        <a:pt x="1905" y="69056"/>
                      </a:cubicBezTo>
                      <a:lnTo>
                        <a:pt x="3620" y="69056"/>
                      </a:lnTo>
                      <a:close/>
                      <a:moveTo>
                        <a:pt x="2572" y="77724"/>
                      </a:moveTo>
                      <a:cubicBezTo>
                        <a:pt x="2572" y="77724"/>
                        <a:pt x="3334" y="77915"/>
                        <a:pt x="4096" y="78486"/>
                      </a:cubicBezTo>
                      <a:lnTo>
                        <a:pt x="4096" y="79153"/>
                      </a:lnTo>
                      <a:lnTo>
                        <a:pt x="2572" y="79153"/>
                      </a:lnTo>
                      <a:lnTo>
                        <a:pt x="2572" y="77724"/>
                      </a:lnTo>
                      <a:close/>
                      <a:moveTo>
                        <a:pt x="6287" y="58103"/>
                      </a:moveTo>
                      <a:cubicBezTo>
                        <a:pt x="6287" y="58103"/>
                        <a:pt x="6668" y="59055"/>
                        <a:pt x="6763" y="60008"/>
                      </a:cubicBezTo>
                      <a:cubicBezTo>
                        <a:pt x="5810" y="60008"/>
                        <a:pt x="5239" y="59912"/>
                        <a:pt x="5144" y="59627"/>
                      </a:cubicBezTo>
                      <a:lnTo>
                        <a:pt x="6287" y="58198"/>
                      </a:lnTo>
                      <a:close/>
                      <a:moveTo>
                        <a:pt x="5144" y="93917"/>
                      </a:moveTo>
                      <a:cubicBezTo>
                        <a:pt x="5144" y="93917"/>
                        <a:pt x="5810" y="93536"/>
                        <a:pt x="6763" y="93536"/>
                      </a:cubicBezTo>
                      <a:lnTo>
                        <a:pt x="6763" y="94393"/>
                      </a:lnTo>
                      <a:lnTo>
                        <a:pt x="5144" y="94012"/>
                      </a:lnTo>
                      <a:close/>
                      <a:moveTo>
                        <a:pt x="11525" y="75819"/>
                      </a:moveTo>
                      <a:cubicBezTo>
                        <a:pt x="12192" y="75533"/>
                        <a:pt x="12859" y="75343"/>
                        <a:pt x="13335" y="75057"/>
                      </a:cubicBezTo>
                      <a:cubicBezTo>
                        <a:pt x="14097" y="74867"/>
                        <a:pt x="14859" y="74962"/>
                        <a:pt x="15240" y="75438"/>
                      </a:cubicBezTo>
                      <a:lnTo>
                        <a:pt x="11525" y="75819"/>
                      </a:lnTo>
                      <a:close/>
                      <a:moveTo>
                        <a:pt x="14192" y="62198"/>
                      </a:moveTo>
                      <a:cubicBezTo>
                        <a:pt x="13049" y="59341"/>
                        <a:pt x="13430" y="57436"/>
                        <a:pt x="15335" y="56388"/>
                      </a:cubicBezTo>
                      <a:lnTo>
                        <a:pt x="15907" y="56864"/>
                      </a:lnTo>
                      <a:cubicBezTo>
                        <a:pt x="14764" y="56864"/>
                        <a:pt x="14192" y="57531"/>
                        <a:pt x="14097" y="58769"/>
                      </a:cubicBezTo>
                      <a:cubicBezTo>
                        <a:pt x="14192" y="59912"/>
                        <a:pt x="14192" y="60960"/>
                        <a:pt x="14192" y="62103"/>
                      </a:cubicBezTo>
                      <a:close/>
                      <a:moveTo>
                        <a:pt x="27527" y="69056"/>
                      </a:moveTo>
                      <a:cubicBezTo>
                        <a:pt x="27527" y="69056"/>
                        <a:pt x="26765" y="68961"/>
                        <a:pt x="26384" y="68485"/>
                      </a:cubicBezTo>
                      <a:cubicBezTo>
                        <a:pt x="26003" y="68009"/>
                        <a:pt x="25622" y="67818"/>
                        <a:pt x="25337" y="67818"/>
                      </a:cubicBezTo>
                      <a:cubicBezTo>
                        <a:pt x="25337" y="67818"/>
                        <a:pt x="25146" y="67818"/>
                        <a:pt x="24860" y="67913"/>
                      </a:cubicBezTo>
                      <a:cubicBezTo>
                        <a:pt x="26289" y="66770"/>
                        <a:pt x="27623" y="66675"/>
                        <a:pt x="28575" y="67532"/>
                      </a:cubicBezTo>
                      <a:cubicBezTo>
                        <a:pt x="28670" y="67913"/>
                        <a:pt x="28575" y="68199"/>
                        <a:pt x="28289" y="68390"/>
                      </a:cubicBezTo>
                      <a:cubicBezTo>
                        <a:pt x="28004" y="68675"/>
                        <a:pt x="27718" y="68866"/>
                        <a:pt x="27527" y="69056"/>
                      </a:cubicBezTo>
                      <a:close/>
                      <a:moveTo>
                        <a:pt x="26479" y="40577"/>
                      </a:moveTo>
                      <a:lnTo>
                        <a:pt x="26479" y="42196"/>
                      </a:lnTo>
                      <a:lnTo>
                        <a:pt x="26099" y="40577"/>
                      </a:lnTo>
                      <a:lnTo>
                        <a:pt x="26479" y="40577"/>
                      </a:lnTo>
                      <a:close/>
                      <a:moveTo>
                        <a:pt x="27146" y="53150"/>
                      </a:moveTo>
                      <a:cubicBezTo>
                        <a:pt x="27813" y="53150"/>
                        <a:pt x="28289" y="53245"/>
                        <a:pt x="28670" y="53816"/>
                      </a:cubicBezTo>
                      <a:cubicBezTo>
                        <a:pt x="28480" y="54197"/>
                        <a:pt x="28194" y="54293"/>
                        <a:pt x="27718" y="54197"/>
                      </a:cubicBezTo>
                      <a:lnTo>
                        <a:pt x="26479" y="54197"/>
                      </a:lnTo>
                      <a:cubicBezTo>
                        <a:pt x="26384" y="53530"/>
                        <a:pt x="26575" y="53245"/>
                        <a:pt x="27146" y="53054"/>
                      </a:cubicBezTo>
                      <a:close/>
                      <a:moveTo>
                        <a:pt x="26956" y="82296"/>
                      </a:moveTo>
                      <a:lnTo>
                        <a:pt x="26956" y="81725"/>
                      </a:lnTo>
                      <a:lnTo>
                        <a:pt x="28670" y="81725"/>
                      </a:lnTo>
                      <a:lnTo>
                        <a:pt x="26956" y="82296"/>
                      </a:lnTo>
                      <a:close/>
                      <a:moveTo>
                        <a:pt x="27623" y="74962"/>
                      </a:moveTo>
                      <a:lnTo>
                        <a:pt x="27623" y="73247"/>
                      </a:lnTo>
                      <a:lnTo>
                        <a:pt x="29051" y="74962"/>
                      </a:lnTo>
                      <a:lnTo>
                        <a:pt x="27623" y="74962"/>
                      </a:lnTo>
                      <a:close/>
                      <a:moveTo>
                        <a:pt x="28670" y="64770"/>
                      </a:moveTo>
                      <a:cubicBezTo>
                        <a:pt x="29528" y="64770"/>
                        <a:pt x="30004" y="64961"/>
                        <a:pt x="30194" y="65342"/>
                      </a:cubicBezTo>
                      <a:lnTo>
                        <a:pt x="28670" y="66389"/>
                      </a:lnTo>
                      <a:lnTo>
                        <a:pt x="28670" y="64770"/>
                      </a:lnTo>
                      <a:close/>
                      <a:moveTo>
                        <a:pt x="30194" y="60008"/>
                      </a:moveTo>
                      <a:cubicBezTo>
                        <a:pt x="30861" y="61532"/>
                        <a:pt x="31052" y="62294"/>
                        <a:pt x="30575" y="62675"/>
                      </a:cubicBezTo>
                      <a:lnTo>
                        <a:pt x="30194" y="62675"/>
                      </a:lnTo>
                      <a:lnTo>
                        <a:pt x="30194" y="60008"/>
                      </a:lnTo>
                      <a:close/>
                      <a:moveTo>
                        <a:pt x="30575" y="90297"/>
                      </a:moveTo>
                      <a:cubicBezTo>
                        <a:pt x="32576" y="90773"/>
                        <a:pt x="33719" y="90297"/>
                        <a:pt x="33814" y="88678"/>
                      </a:cubicBezTo>
                      <a:cubicBezTo>
                        <a:pt x="33909" y="89059"/>
                        <a:pt x="33528" y="89821"/>
                        <a:pt x="32671" y="91059"/>
                      </a:cubicBezTo>
                      <a:cubicBezTo>
                        <a:pt x="32099" y="91059"/>
                        <a:pt x="31433" y="90869"/>
                        <a:pt x="30480" y="90297"/>
                      </a:cubicBezTo>
                      <a:close/>
                      <a:moveTo>
                        <a:pt x="31242" y="57436"/>
                      </a:moveTo>
                      <a:cubicBezTo>
                        <a:pt x="31909" y="57245"/>
                        <a:pt x="32766" y="57436"/>
                        <a:pt x="33814" y="58103"/>
                      </a:cubicBezTo>
                      <a:lnTo>
                        <a:pt x="31242" y="58103"/>
                      </a:lnTo>
                      <a:lnTo>
                        <a:pt x="31242" y="57436"/>
                      </a:lnTo>
                      <a:close/>
                      <a:moveTo>
                        <a:pt x="33623" y="61913"/>
                      </a:moveTo>
                      <a:cubicBezTo>
                        <a:pt x="33623" y="61913"/>
                        <a:pt x="33242" y="61341"/>
                        <a:pt x="33338" y="61151"/>
                      </a:cubicBezTo>
                      <a:lnTo>
                        <a:pt x="33623" y="61913"/>
                      </a:lnTo>
                      <a:close/>
                      <a:moveTo>
                        <a:pt x="33623" y="61913"/>
                      </a:moveTo>
                      <a:lnTo>
                        <a:pt x="34957" y="63627"/>
                      </a:lnTo>
                      <a:cubicBezTo>
                        <a:pt x="34957" y="63627"/>
                        <a:pt x="34766" y="64103"/>
                        <a:pt x="34385" y="64389"/>
                      </a:cubicBezTo>
                      <a:lnTo>
                        <a:pt x="33623" y="61913"/>
                      </a:lnTo>
                      <a:close/>
                      <a:moveTo>
                        <a:pt x="96298" y="89154"/>
                      </a:moveTo>
                      <a:cubicBezTo>
                        <a:pt x="97060" y="89345"/>
                        <a:pt x="97917" y="89440"/>
                        <a:pt x="98870" y="89440"/>
                      </a:cubicBezTo>
                      <a:cubicBezTo>
                        <a:pt x="99632" y="89440"/>
                        <a:pt x="100870" y="89440"/>
                        <a:pt x="102584" y="89249"/>
                      </a:cubicBezTo>
                      <a:cubicBezTo>
                        <a:pt x="104299" y="89154"/>
                        <a:pt x="105537" y="89059"/>
                        <a:pt x="106394" y="89059"/>
                      </a:cubicBezTo>
                      <a:cubicBezTo>
                        <a:pt x="110585" y="89059"/>
                        <a:pt x="113348" y="90297"/>
                        <a:pt x="114871" y="92869"/>
                      </a:cubicBezTo>
                      <a:cubicBezTo>
                        <a:pt x="114681" y="96012"/>
                        <a:pt x="114491" y="99155"/>
                        <a:pt x="114300" y="102299"/>
                      </a:cubicBezTo>
                      <a:cubicBezTo>
                        <a:pt x="113919" y="106013"/>
                        <a:pt x="112871" y="108966"/>
                        <a:pt x="111157" y="110966"/>
                      </a:cubicBezTo>
                      <a:cubicBezTo>
                        <a:pt x="110490" y="111538"/>
                        <a:pt x="109728" y="111728"/>
                        <a:pt x="108966" y="111728"/>
                      </a:cubicBezTo>
                      <a:cubicBezTo>
                        <a:pt x="108204" y="111728"/>
                        <a:pt x="107252" y="111443"/>
                        <a:pt x="106013" y="110776"/>
                      </a:cubicBezTo>
                      <a:cubicBezTo>
                        <a:pt x="104775" y="110204"/>
                        <a:pt x="103823" y="109823"/>
                        <a:pt x="103061" y="109823"/>
                      </a:cubicBezTo>
                      <a:cubicBezTo>
                        <a:pt x="102203" y="109823"/>
                        <a:pt x="101346" y="110204"/>
                        <a:pt x="100584" y="110966"/>
                      </a:cubicBezTo>
                      <a:cubicBezTo>
                        <a:pt x="97250" y="111347"/>
                        <a:pt x="92774" y="111347"/>
                        <a:pt x="87249" y="111062"/>
                      </a:cubicBezTo>
                      <a:cubicBezTo>
                        <a:pt x="81725" y="110776"/>
                        <a:pt x="77343" y="110871"/>
                        <a:pt x="74200" y="111347"/>
                      </a:cubicBezTo>
                      <a:lnTo>
                        <a:pt x="74200" y="111062"/>
                      </a:lnTo>
                      <a:cubicBezTo>
                        <a:pt x="70580" y="110871"/>
                        <a:pt x="65246" y="111062"/>
                        <a:pt x="58293" y="111347"/>
                      </a:cubicBezTo>
                      <a:cubicBezTo>
                        <a:pt x="55912" y="110776"/>
                        <a:pt x="52769" y="110776"/>
                        <a:pt x="48768" y="111062"/>
                      </a:cubicBezTo>
                      <a:lnTo>
                        <a:pt x="37624" y="111062"/>
                      </a:lnTo>
                      <a:lnTo>
                        <a:pt x="37624" y="79629"/>
                      </a:lnTo>
                      <a:lnTo>
                        <a:pt x="39434" y="78486"/>
                      </a:lnTo>
                      <a:lnTo>
                        <a:pt x="35719" y="78105"/>
                      </a:lnTo>
                      <a:cubicBezTo>
                        <a:pt x="36957" y="77438"/>
                        <a:pt x="37719" y="76391"/>
                        <a:pt x="37719" y="74962"/>
                      </a:cubicBezTo>
                      <a:cubicBezTo>
                        <a:pt x="37719" y="74486"/>
                        <a:pt x="37624" y="73724"/>
                        <a:pt x="37433" y="72771"/>
                      </a:cubicBezTo>
                      <a:cubicBezTo>
                        <a:pt x="37243" y="71723"/>
                        <a:pt x="37148" y="70961"/>
                        <a:pt x="37148" y="70485"/>
                      </a:cubicBezTo>
                      <a:cubicBezTo>
                        <a:pt x="37148" y="69913"/>
                        <a:pt x="37148" y="69533"/>
                        <a:pt x="37243" y="69152"/>
                      </a:cubicBezTo>
                      <a:lnTo>
                        <a:pt x="35719" y="69152"/>
                      </a:lnTo>
                      <a:cubicBezTo>
                        <a:pt x="36576" y="68771"/>
                        <a:pt x="37624" y="68009"/>
                        <a:pt x="38767" y="66485"/>
                      </a:cubicBezTo>
                      <a:cubicBezTo>
                        <a:pt x="37529" y="65532"/>
                        <a:pt x="36862" y="64199"/>
                        <a:pt x="36862" y="62484"/>
                      </a:cubicBezTo>
                      <a:cubicBezTo>
                        <a:pt x="36862" y="61627"/>
                        <a:pt x="37148" y="60198"/>
                        <a:pt x="37814" y="58103"/>
                      </a:cubicBezTo>
                      <a:cubicBezTo>
                        <a:pt x="38481" y="56102"/>
                        <a:pt x="38767" y="54674"/>
                        <a:pt x="38767" y="53816"/>
                      </a:cubicBezTo>
                      <a:cubicBezTo>
                        <a:pt x="39053" y="53816"/>
                        <a:pt x="39243" y="54102"/>
                        <a:pt x="39243" y="54578"/>
                      </a:cubicBezTo>
                      <a:cubicBezTo>
                        <a:pt x="39243" y="55054"/>
                        <a:pt x="39338" y="55340"/>
                        <a:pt x="39529" y="55340"/>
                      </a:cubicBezTo>
                      <a:cubicBezTo>
                        <a:pt x="39815" y="55340"/>
                        <a:pt x="40100" y="55150"/>
                        <a:pt x="40481" y="54674"/>
                      </a:cubicBezTo>
                      <a:lnTo>
                        <a:pt x="42672" y="58484"/>
                      </a:lnTo>
                      <a:cubicBezTo>
                        <a:pt x="43244" y="57341"/>
                        <a:pt x="43434" y="55340"/>
                        <a:pt x="43053" y="52769"/>
                      </a:cubicBezTo>
                      <a:cubicBezTo>
                        <a:pt x="42577" y="52292"/>
                        <a:pt x="41815" y="52102"/>
                        <a:pt x="40862" y="52102"/>
                      </a:cubicBezTo>
                      <a:lnTo>
                        <a:pt x="38957" y="52102"/>
                      </a:lnTo>
                      <a:cubicBezTo>
                        <a:pt x="38957" y="51626"/>
                        <a:pt x="38767" y="51245"/>
                        <a:pt x="38386" y="51245"/>
                      </a:cubicBezTo>
                      <a:lnTo>
                        <a:pt x="41529" y="50578"/>
                      </a:lnTo>
                      <a:cubicBezTo>
                        <a:pt x="39910" y="49911"/>
                        <a:pt x="38862" y="48863"/>
                        <a:pt x="38576" y="47149"/>
                      </a:cubicBezTo>
                      <a:cubicBezTo>
                        <a:pt x="38576" y="45720"/>
                        <a:pt x="38576" y="44196"/>
                        <a:pt x="38386" y="42672"/>
                      </a:cubicBezTo>
                      <a:lnTo>
                        <a:pt x="39529" y="41624"/>
                      </a:lnTo>
                      <a:lnTo>
                        <a:pt x="36957" y="38100"/>
                      </a:lnTo>
                      <a:cubicBezTo>
                        <a:pt x="38005" y="32861"/>
                        <a:pt x="38576" y="30004"/>
                        <a:pt x="38576" y="29623"/>
                      </a:cubicBezTo>
                      <a:cubicBezTo>
                        <a:pt x="38576" y="27813"/>
                        <a:pt x="38195" y="26479"/>
                        <a:pt x="37338" y="25337"/>
                      </a:cubicBezTo>
                      <a:cubicBezTo>
                        <a:pt x="37338" y="24955"/>
                        <a:pt x="37719" y="20765"/>
                        <a:pt x="38005" y="12763"/>
                      </a:cubicBezTo>
                      <a:cubicBezTo>
                        <a:pt x="38291" y="7811"/>
                        <a:pt x="39338" y="4001"/>
                        <a:pt x="41053" y="1619"/>
                      </a:cubicBezTo>
                      <a:cubicBezTo>
                        <a:pt x="40577" y="1619"/>
                        <a:pt x="43053" y="1619"/>
                        <a:pt x="48387" y="1619"/>
                      </a:cubicBezTo>
                      <a:cubicBezTo>
                        <a:pt x="51245" y="1619"/>
                        <a:pt x="53531" y="1238"/>
                        <a:pt x="55150" y="0"/>
                      </a:cubicBezTo>
                      <a:cubicBezTo>
                        <a:pt x="57721" y="2953"/>
                        <a:pt x="58960" y="7715"/>
                        <a:pt x="58960" y="14383"/>
                      </a:cubicBezTo>
                      <a:lnTo>
                        <a:pt x="58960" y="25146"/>
                      </a:lnTo>
                      <a:cubicBezTo>
                        <a:pt x="58960" y="28194"/>
                        <a:pt x="59150" y="30671"/>
                        <a:pt x="59531" y="32671"/>
                      </a:cubicBezTo>
                      <a:cubicBezTo>
                        <a:pt x="58769" y="33147"/>
                        <a:pt x="58388" y="33909"/>
                        <a:pt x="58388" y="34957"/>
                      </a:cubicBezTo>
                      <a:cubicBezTo>
                        <a:pt x="58388" y="35433"/>
                        <a:pt x="58484" y="36100"/>
                        <a:pt x="58674" y="37052"/>
                      </a:cubicBezTo>
                      <a:cubicBezTo>
                        <a:pt x="58865" y="37910"/>
                        <a:pt x="58960" y="38576"/>
                        <a:pt x="58960" y="38957"/>
                      </a:cubicBezTo>
                      <a:cubicBezTo>
                        <a:pt x="58960" y="39338"/>
                        <a:pt x="58960" y="39719"/>
                        <a:pt x="58865" y="40005"/>
                      </a:cubicBezTo>
                      <a:lnTo>
                        <a:pt x="58484" y="39624"/>
                      </a:lnTo>
                      <a:cubicBezTo>
                        <a:pt x="58484" y="40196"/>
                        <a:pt x="58674" y="41148"/>
                        <a:pt x="58960" y="42672"/>
                      </a:cubicBezTo>
                      <a:cubicBezTo>
                        <a:pt x="59341" y="44101"/>
                        <a:pt x="59436" y="45244"/>
                        <a:pt x="59436" y="45911"/>
                      </a:cubicBezTo>
                      <a:cubicBezTo>
                        <a:pt x="59436" y="46958"/>
                        <a:pt x="59341" y="47816"/>
                        <a:pt x="59055" y="48673"/>
                      </a:cubicBezTo>
                      <a:lnTo>
                        <a:pt x="60008" y="50768"/>
                      </a:lnTo>
                      <a:lnTo>
                        <a:pt x="59627" y="50768"/>
                      </a:lnTo>
                      <a:cubicBezTo>
                        <a:pt x="59246" y="51435"/>
                        <a:pt x="59055" y="52959"/>
                        <a:pt x="59055" y="55531"/>
                      </a:cubicBezTo>
                      <a:cubicBezTo>
                        <a:pt x="59055" y="57531"/>
                        <a:pt x="58484" y="58960"/>
                        <a:pt x="57436" y="59817"/>
                      </a:cubicBezTo>
                      <a:cubicBezTo>
                        <a:pt x="57626" y="60103"/>
                        <a:pt x="58198" y="60198"/>
                        <a:pt x="59055" y="60198"/>
                      </a:cubicBezTo>
                      <a:cubicBezTo>
                        <a:pt x="59627" y="70676"/>
                        <a:pt x="59627" y="79248"/>
                        <a:pt x="59055" y="85820"/>
                      </a:cubicBezTo>
                      <a:cubicBezTo>
                        <a:pt x="59055" y="85344"/>
                        <a:pt x="58674" y="85154"/>
                        <a:pt x="58198" y="85154"/>
                      </a:cubicBezTo>
                      <a:lnTo>
                        <a:pt x="56864" y="85154"/>
                      </a:lnTo>
                      <a:cubicBezTo>
                        <a:pt x="56864" y="85154"/>
                        <a:pt x="57150" y="85725"/>
                        <a:pt x="57150" y="85916"/>
                      </a:cubicBezTo>
                      <a:cubicBezTo>
                        <a:pt x="57150" y="86392"/>
                        <a:pt x="56864" y="86963"/>
                        <a:pt x="56293" y="87535"/>
                      </a:cubicBezTo>
                      <a:cubicBezTo>
                        <a:pt x="55721" y="88202"/>
                        <a:pt x="55531" y="88678"/>
                        <a:pt x="55531" y="89059"/>
                      </a:cubicBezTo>
                      <a:cubicBezTo>
                        <a:pt x="55531" y="89535"/>
                        <a:pt x="55721" y="90011"/>
                        <a:pt x="56198" y="90392"/>
                      </a:cubicBezTo>
                      <a:cubicBezTo>
                        <a:pt x="56864" y="88583"/>
                        <a:pt x="57721" y="87630"/>
                        <a:pt x="58960" y="87630"/>
                      </a:cubicBezTo>
                      <a:cubicBezTo>
                        <a:pt x="59722" y="87630"/>
                        <a:pt x="61436" y="88583"/>
                        <a:pt x="64294" y="90392"/>
                      </a:cubicBezTo>
                      <a:cubicBezTo>
                        <a:pt x="64579" y="90488"/>
                        <a:pt x="64961" y="90392"/>
                        <a:pt x="65342" y="89821"/>
                      </a:cubicBezTo>
                      <a:lnTo>
                        <a:pt x="65342" y="88773"/>
                      </a:lnTo>
                      <a:cubicBezTo>
                        <a:pt x="65342" y="88773"/>
                        <a:pt x="67151" y="89249"/>
                        <a:pt x="69437" y="89249"/>
                      </a:cubicBezTo>
                      <a:lnTo>
                        <a:pt x="69056" y="89821"/>
                      </a:lnTo>
                      <a:cubicBezTo>
                        <a:pt x="69628" y="90107"/>
                        <a:pt x="70104" y="90202"/>
                        <a:pt x="70676" y="90202"/>
                      </a:cubicBezTo>
                      <a:cubicBezTo>
                        <a:pt x="71152" y="90202"/>
                        <a:pt x="72009" y="89916"/>
                        <a:pt x="72962" y="89440"/>
                      </a:cubicBezTo>
                      <a:cubicBezTo>
                        <a:pt x="74009" y="88963"/>
                        <a:pt x="74676" y="88678"/>
                        <a:pt x="75152" y="88678"/>
                      </a:cubicBezTo>
                      <a:cubicBezTo>
                        <a:pt x="75914" y="88678"/>
                        <a:pt x="76676" y="88963"/>
                        <a:pt x="77343" y="89726"/>
                      </a:cubicBezTo>
                      <a:cubicBezTo>
                        <a:pt x="79153" y="88963"/>
                        <a:pt x="81153" y="88678"/>
                        <a:pt x="83344" y="88678"/>
                      </a:cubicBezTo>
                      <a:cubicBezTo>
                        <a:pt x="84392" y="88678"/>
                        <a:pt x="86011" y="88773"/>
                        <a:pt x="88297" y="89059"/>
                      </a:cubicBezTo>
                      <a:cubicBezTo>
                        <a:pt x="90488" y="89249"/>
                        <a:pt x="92202" y="89440"/>
                        <a:pt x="93345" y="89440"/>
                      </a:cubicBezTo>
                      <a:cubicBezTo>
                        <a:pt x="94393" y="89440"/>
                        <a:pt x="95441" y="89440"/>
                        <a:pt x="96488" y="89154"/>
                      </a:cubicBezTo>
                      <a:close/>
                      <a:moveTo>
                        <a:pt x="37052" y="47435"/>
                      </a:moveTo>
                      <a:lnTo>
                        <a:pt x="37052" y="48482"/>
                      </a:lnTo>
                      <a:lnTo>
                        <a:pt x="35528" y="46863"/>
                      </a:lnTo>
                      <a:cubicBezTo>
                        <a:pt x="35528" y="46863"/>
                        <a:pt x="36386" y="47054"/>
                        <a:pt x="37052" y="47435"/>
                      </a:cubicBezTo>
                      <a:close/>
                      <a:moveTo>
                        <a:pt x="38671" y="52007"/>
                      </a:moveTo>
                      <a:cubicBezTo>
                        <a:pt x="38671" y="52007"/>
                        <a:pt x="38576" y="52292"/>
                        <a:pt x="38576" y="52007"/>
                      </a:cubicBezTo>
                      <a:lnTo>
                        <a:pt x="38671" y="52007"/>
                      </a:lnTo>
                      <a:close/>
                      <a:moveTo>
                        <a:pt x="40196" y="82868"/>
                      </a:moveTo>
                      <a:lnTo>
                        <a:pt x="39243" y="81725"/>
                      </a:lnTo>
                      <a:lnTo>
                        <a:pt x="40862" y="80296"/>
                      </a:lnTo>
                      <a:lnTo>
                        <a:pt x="39624" y="80296"/>
                      </a:lnTo>
                      <a:lnTo>
                        <a:pt x="40196" y="78486"/>
                      </a:lnTo>
                      <a:lnTo>
                        <a:pt x="38576" y="81248"/>
                      </a:lnTo>
                      <a:lnTo>
                        <a:pt x="39148" y="82487"/>
                      </a:lnTo>
                      <a:cubicBezTo>
                        <a:pt x="39338" y="82963"/>
                        <a:pt x="39719" y="83058"/>
                        <a:pt x="40291" y="82963"/>
                      </a:cubicBezTo>
                      <a:close/>
                      <a:moveTo>
                        <a:pt x="43910" y="85630"/>
                      </a:moveTo>
                      <a:lnTo>
                        <a:pt x="46101" y="84963"/>
                      </a:lnTo>
                      <a:lnTo>
                        <a:pt x="44577" y="84963"/>
                      </a:lnTo>
                      <a:lnTo>
                        <a:pt x="43910" y="85630"/>
                      </a:lnTo>
                      <a:close/>
                      <a:moveTo>
                        <a:pt x="50768" y="57436"/>
                      </a:moveTo>
                      <a:lnTo>
                        <a:pt x="52578" y="56483"/>
                      </a:lnTo>
                      <a:lnTo>
                        <a:pt x="51435" y="56483"/>
                      </a:lnTo>
                      <a:lnTo>
                        <a:pt x="50768" y="57436"/>
                      </a:lnTo>
                      <a:close/>
                      <a:moveTo>
                        <a:pt x="52578" y="39529"/>
                      </a:moveTo>
                      <a:lnTo>
                        <a:pt x="53054" y="38005"/>
                      </a:lnTo>
                      <a:lnTo>
                        <a:pt x="51530" y="37338"/>
                      </a:lnTo>
                      <a:lnTo>
                        <a:pt x="52673" y="39529"/>
                      </a:lnTo>
                      <a:close/>
                      <a:moveTo>
                        <a:pt x="71438" y="25908"/>
                      </a:moveTo>
                      <a:lnTo>
                        <a:pt x="71438" y="27908"/>
                      </a:lnTo>
                      <a:lnTo>
                        <a:pt x="71057" y="27908"/>
                      </a:lnTo>
                      <a:lnTo>
                        <a:pt x="71057" y="25908"/>
                      </a:lnTo>
                      <a:lnTo>
                        <a:pt x="71438" y="25908"/>
                      </a:lnTo>
                      <a:close/>
                      <a:moveTo>
                        <a:pt x="97346" y="94012"/>
                      </a:moveTo>
                      <a:lnTo>
                        <a:pt x="97346" y="92488"/>
                      </a:lnTo>
                      <a:lnTo>
                        <a:pt x="96774" y="91345"/>
                      </a:lnTo>
                      <a:lnTo>
                        <a:pt x="97346" y="94012"/>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 name="Google Shape;1365;p99"/>
                <p:cNvSpPr/>
                <p:nvPr/>
              </p:nvSpPr>
              <p:spPr>
                <a:xfrm>
                  <a:off x="4726971" y="4065746"/>
                  <a:ext cx="108775" cy="115824"/>
                </a:xfrm>
                <a:custGeom>
                  <a:avLst/>
                  <a:gdLst/>
                  <a:ahLst/>
                  <a:cxnLst/>
                  <a:rect l="l" t="t" r="r" b="b"/>
                  <a:pathLst>
                    <a:path w="108775" h="115824" extrusionOk="0">
                      <a:moveTo>
                        <a:pt x="4477" y="97822"/>
                      </a:moveTo>
                      <a:cubicBezTo>
                        <a:pt x="4477" y="97822"/>
                        <a:pt x="5144" y="98679"/>
                        <a:pt x="5144" y="99060"/>
                      </a:cubicBezTo>
                      <a:cubicBezTo>
                        <a:pt x="5144" y="99250"/>
                        <a:pt x="5144" y="99536"/>
                        <a:pt x="4858" y="100108"/>
                      </a:cubicBezTo>
                      <a:cubicBezTo>
                        <a:pt x="4667" y="100584"/>
                        <a:pt x="4477" y="101060"/>
                        <a:pt x="4477" y="101537"/>
                      </a:cubicBezTo>
                      <a:lnTo>
                        <a:pt x="3905" y="100013"/>
                      </a:lnTo>
                      <a:lnTo>
                        <a:pt x="0" y="101155"/>
                      </a:lnTo>
                      <a:cubicBezTo>
                        <a:pt x="95" y="100108"/>
                        <a:pt x="953" y="99536"/>
                        <a:pt x="2477" y="99536"/>
                      </a:cubicBezTo>
                      <a:cubicBezTo>
                        <a:pt x="4096" y="99536"/>
                        <a:pt x="4763" y="98965"/>
                        <a:pt x="4382" y="97822"/>
                      </a:cubicBezTo>
                      <a:close/>
                      <a:moveTo>
                        <a:pt x="762" y="87821"/>
                      </a:moveTo>
                      <a:cubicBezTo>
                        <a:pt x="762" y="86678"/>
                        <a:pt x="1238" y="86201"/>
                        <a:pt x="2096" y="86201"/>
                      </a:cubicBezTo>
                      <a:cubicBezTo>
                        <a:pt x="2381" y="86201"/>
                        <a:pt x="2667" y="86392"/>
                        <a:pt x="2762" y="86678"/>
                      </a:cubicBezTo>
                      <a:lnTo>
                        <a:pt x="667" y="87821"/>
                      </a:lnTo>
                      <a:close/>
                      <a:moveTo>
                        <a:pt x="5048" y="76200"/>
                      </a:moveTo>
                      <a:lnTo>
                        <a:pt x="3429" y="76200"/>
                      </a:lnTo>
                      <a:lnTo>
                        <a:pt x="5429" y="74676"/>
                      </a:lnTo>
                      <a:lnTo>
                        <a:pt x="4953" y="76200"/>
                      </a:lnTo>
                      <a:close/>
                      <a:moveTo>
                        <a:pt x="4572" y="84582"/>
                      </a:moveTo>
                      <a:lnTo>
                        <a:pt x="5048" y="85249"/>
                      </a:lnTo>
                      <a:lnTo>
                        <a:pt x="5048" y="86773"/>
                      </a:lnTo>
                      <a:lnTo>
                        <a:pt x="4572" y="84677"/>
                      </a:lnTo>
                      <a:close/>
                      <a:moveTo>
                        <a:pt x="6191" y="78772"/>
                      </a:moveTo>
                      <a:cubicBezTo>
                        <a:pt x="6382" y="78296"/>
                        <a:pt x="6763" y="78200"/>
                        <a:pt x="7144" y="78486"/>
                      </a:cubicBezTo>
                      <a:cubicBezTo>
                        <a:pt x="7429" y="78772"/>
                        <a:pt x="7715" y="78962"/>
                        <a:pt x="8096" y="79153"/>
                      </a:cubicBezTo>
                      <a:cubicBezTo>
                        <a:pt x="7811" y="79438"/>
                        <a:pt x="7525" y="79629"/>
                        <a:pt x="7429" y="79629"/>
                      </a:cubicBezTo>
                      <a:cubicBezTo>
                        <a:pt x="7049" y="79057"/>
                        <a:pt x="6668" y="78772"/>
                        <a:pt x="6191" y="78772"/>
                      </a:cubicBezTo>
                      <a:close/>
                      <a:moveTo>
                        <a:pt x="6191" y="115824"/>
                      </a:moveTo>
                      <a:lnTo>
                        <a:pt x="6191" y="113633"/>
                      </a:lnTo>
                      <a:lnTo>
                        <a:pt x="7334" y="115157"/>
                      </a:lnTo>
                      <a:cubicBezTo>
                        <a:pt x="6668" y="115157"/>
                        <a:pt x="6287" y="115348"/>
                        <a:pt x="6191" y="115824"/>
                      </a:cubicBezTo>
                      <a:close/>
                      <a:moveTo>
                        <a:pt x="10859" y="66675"/>
                      </a:moveTo>
                      <a:lnTo>
                        <a:pt x="10859" y="69247"/>
                      </a:lnTo>
                      <a:lnTo>
                        <a:pt x="10287" y="69247"/>
                      </a:lnTo>
                      <a:lnTo>
                        <a:pt x="10287" y="66675"/>
                      </a:lnTo>
                      <a:lnTo>
                        <a:pt x="10859" y="66675"/>
                      </a:lnTo>
                      <a:close/>
                      <a:moveTo>
                        <a:pt x="12478" y="91345"/>
                      </a:moveTo>
                      <a:cubicBezTo>
                        <a:pt x="12478" y="91345"/>
                        <a:pt x="12478" y="92012"/>
                        <a:pt x="13049" y="92392"/>
                      </a:cubicBezTo>
                      <a:lnTo>
                        <a:pt x="10287" y="92392"/>
                      </a:lnTo>
                      <a:lnTo>
                        <a:pt x="10287" y="91345"/>
                      </a:lnTo>
                      <a:lnTo>
                        <a:pt x="12478" y="91345"/>
                      </a:lnTo>
                      <a:close/>
                      <a:moveTo>
                        <a:pt x="13430" y="87058"/>
                      </a:moveTo>
                      <a:cubicBezTo>
                        <a:pt x="13430" y="87058"/>
                        <a:pt x="13811" y="88106"/>
                        <a:pt x="13049" y="89345"/>
                      </a:cubicBezTo>
                      <a:cubicBezTo>
                        <a:pt x="12859" y="89345"/>
                        <a:pt x="12478" y="89154"/>
                        <a:pt x="12002" y="88582"/>
                      </a:cubicBezTo>
                      <a:cubicBezTo>
                        <a:pt x="12002" y="87535"/>
                        <a:pt x="12478" y="86963"/>
                        <a:pt x="13430" y="86963"/>
                      </a:cubicBezTo>
                      <a:close/>
                      <a:moveTo>
                        <a:pt x="15240" y="62770"/>
                      </a:moveTo>
                      <a:lnTo>
                        <a:pt x="15240" y="63913"/>
                      </a:lnTo>
                      <a:lnTo>
                        <a:pt x="13049" y="62770"/>
                      </a:lnTo>
                      <a:lnTo>
                        <a:pt x="15240" y="62770"/>
                      </a:lnTo>
                      <a:close/>
                      <a:moveTo>
                        <a:pt x="13430" y="85534"/>
                      </a:moveTo>
                      <a:lnTo>
                        <a:pt x="14097" y="85154"/>
                      </a:lnTo>
                      <a:lnTo>
                        <a:pt x="12954" y="84106"/>
                      </a:lnTo>
                      <a:cubicBezTo>
                        <a:pt x="12954" y="84106"/>
                        <a:pt x="13430" y="83820"/>
                        <a:pt x="14478" y="83439"/>
                      </a:cubicBezTo>
                      <a:cubicBezTo>
                        <a:pt x="14288" y="84011"/>
                        <a:pt x="14478" y="84772"/>
                        <a:pt x="15145" y="85630"/>
                      </a:cubicBezTo>
                      <a:lnTo>
                        <a:pt x="13335" y="85630"/>
                      </a:lnTo>
                      <a:close/>
                      <a:moveTo>
                        <a:pt x="15240" y="91345"/>
                      </a:moveTo>
                      <a:lnTo>
                        <a:pt x="16097" y="92392"/>
                      </a:lnTo>
                      <a:lnTo>
                        <a:pt x="14192" y="91345"/>
                      </a:lnTo>
                      <a:lnTo>
                        <a:pt x="15240" y="91345"/>
                      </a:lnTo>
                      <a:close/>
                      <a:moveTo>
                        <a:pt x="21431" y="77629"/>
                      </a:moveTo>
                      <a:lnTo>
                        <a:pt x="19336" y="77629"/>
                      </a:lnTo>
                      <a:lnTo>
                        <a:pt x="19907" y="79820"/>
                      </a:lnTo>
                      <a:cubicBezTo>
                        <a:pt x="19907" y="79820"/>
                        <a:pt x="18955" y="79629"/>
                        <a:pt x="18193" y="79248"/>
                      </a:cubicBezTo>
                      <a:cubicBezTo>
                        <a:pt x="17431" y="78867"/>
                        <a:pt x="16859" y="78676"/>
                        <a:pt x="16574" y="78676"/>
                      </a:cubicBezTo>
                      <a:cubicBezTo>
                        <a:pt x="16002" y="78676"/>
                        <a:pt x="15621" y="79057"/>
                        <a:pt x="15145" y="79820"/>
                      </a:cubicBezTo>
                      <a:cubicBezTo>
                        <a:pt x="14669" y="78772"/>
                        <a:pt x="14478" y="78200"/>
                        <a:pt x="14478" y="77819"/>
                      </a:cubicBezTo>
                      <a:cubicBezTo>
                        <a:pt x="14859" y="77248"/>
                        <a:pt x="15240" y="76676"/>
                        <a:pt x="15526" y="76105"/>
                      </a:cubicBezTo>
                      <a:lnTo>
                        <a:pt x="15526" y="76581"/>
                      </a:lnTo>
                      <a:lnTo>
                        <a:pt x="18098" y="76581"/>
                      </a:lnTo>
                      <a:cubicBezTo>
                        <a:pt x="18098" y="76581"/>
                        <a:pt x="17431" y="76771"/>
                        <a:pt x="17050" y="77248"/>
                      </a:cubicBezTo>
                      <a:cubicBezTo>
                        <a:pt x="16954" y="77533"/>
                        <a:pt x="17050" y="77724"/>
                        <a:pt x="17431" y="78010"/>
                      </a:cubicBezTo>
                      <a:cubicBezTo>
                        <a:pt x="17812" y="78296"/>
                        <a:pt x="18002" y="78486"/>
                        <a:pt x="18098" y="78676"/>
                      </a:cubicBezTo>
                      <a:cubicBezTo>
                        <a:pt x="18574" y="77248"/>
                        <a:pt x="19145" y="76581"/>
                        <a:pt x="20003" y="76581"/>
                      </a:cubicBezTo>
                      <a:cubicBezTo>
                        <a:pt x="20288" y="76581"/>
                        <a:pt x="20574" y="76771"/>
                        <a:pt x="20860" y="77248"/>
                      </a:cubicBezTo>
                      <a:lnTo>
                        <a:pt x="21241" y="77724"/>
                      </a:lnTo>
                      <a:close/>
                      <a:moveTo>
                        <a:pt x="15240" y="102870"/>
                      </a:moveTo>
                      <a:cubicBezTo>
                        <a:pt x="15240" y="102870"/>
                        <a:pt x="14764" y="102108"/>
                        <a:pt x="14764" y="101632"/>
                      </a:cubicBezTo>
                      <a:cubicBezTo>
                        <a:pt x="14764" y="100394"/>
                        <a:pt x="15431" y="99536"/>
                        <a:pt x="16859" y="99155"/>
                      </a:cubicBezTo>
                      <a:lnTo>
                        <a:pt x="15335" y="102775"/>
                      </a:lnTo>
                      <a:close/>
                      <a:moveTo>
                        <a:pt x="16764" y="57626"/>
                      </a:moveTo>
                      <a:cubicBezTo>
                        <a:pt x="16764" y="57626"/>
                        <a:pt x="16097" y="58674"/>
                        <a:pt x="16097" y="59436"/>
                      </a:cubicBezTo>
                      <a:cubicBezTo>
                        <a:pt x="16097" y="60388"/>
                        <a:pt x="16097" y="60865"/>
                        <a:pt x="16097" y="61150"/>
                      </a:cubicBezTo>
                      <a:cubicBezTo>
                        <a:pt x="16097" y="61341"/>
                        <a:pt x="15907" y="61341"/>
                        <a:pt x="15716" y="61341"/>
                      </a:cubicBezTo>
                      <a:lnTo>
                        <a:pt x="15716" y="57721"/>
                      </a:lnTo>
                      <a:lnTo>
                        <a:pt x="16859" y="57721"/>
                      </a:lnTo>
                      <a:close/>
                      <a:moveTo>
                        <a:pt x="18669" y="58007"/>
                      </a:moveTo>
                      <a:cubicBezTo>
                        <a:pt x="19431" y="57817"/>
                        <a:pt x="20098" y="57817"/>
                        <a:pt x="20860" y="58007"/>
                      </a:cubicBezTo>
                      <a:lnTo>
                        <a:pt x="18669" y="58007"/>
                      </a:lnTo>
                      <a:close/>
                      <a:moveTo>
                        <a:pt x="21431" y="105632"/>
                      </a:moveTo>
                      <a:cubicBezTo>
                        <a:pt x="21431" y="105632"/>
                        <a:pt x="21622" y="106489"/>
                        <a:pt x="22098" y="106680"/>
                      </a:cubicBezTo>
                      <a:lnTo>
                        <a:pt x="20479" y="107061"/>
                      </a:lnTo>
                      <a:lnTo>
                        <a:pt x="20479" y="105537"/>
                      </a:lnTo>
                      <a:lnTo>
                        <a:pt x="21431" y="105537"/>
                      </a:lnTo>
                      <a:close/>
                      <a:moveTo>
                        <a:pt x="23241" y="60198"/>
                      </a:moveTo>
                      <a:cubicBezTo>
                        <a:pt x="23241" y="59150"/>
                        <a:pt x="22574" y="58388"/>
                        <a:pt x="20860" y="58007"/>
                      </a:cubicBezTo>
                      <a:cubicBezTo>
                        <a:pt x="22193" y="58007"/>
                        <a:pt x="23051" y="57912"/>
                        <a:pt x="23622" y="57626"/>
                      </a:cubicBezTo>
                      <a:lnTo>
                        <a:pt x="23241" y="60198"/>
                      </a:lnTo>
                      <a:close/>
                      <a:moveTo>
                        <a:pt x="21431" y="112014"/>
                      </a:moveTo>
                      <a:cubicBezTo>
                        <a:pt x="21431" y="111538"/>
                        <a:pt x="21527" y="111062"/>
                        <a:pt x="22098" y="110490"/>
                      </a:cubicBezTo>
                      <a:cubicBezTo>
                        <a:pt x="22574" y="110014"/>
                        <a:pt x="23051" y="109823"/>
                        <a:pt x="23622" y="109919"/>
                      </a:cubicBezTo>
                      <a:cubicBezTo>
                        <a:pt x="23241" y="110966"/>
                        <a:pt x="22574" y="111633"/>
                        <a:pt x="21431" y="112014"/>
                      </a:cubicBezTo>
                      <a:close/>
                      <a:moveTo>
                        <a:pt x="22574" y="74009"/>
                      </a:moveTo>
                      <a:lnTo>
                        <a:pt x="25146" y="75057"/>
                      </a:lnTo>
                      <a:cubicBezTo>
                        <a:pt x="25146" y="75057"/>
                        <a:pt x="24575" y="75724"/>
                        <a:pt x="24289" y="75724"/>
                      </a:cubicBezTo>
                      <a:cubicBezTo>
                        <a:pt x="23336" y="75724"/>
                        <a:pt x="22765" y="75057"/>
                        <a:pt x="22574" y="74009"/>
                      </a:cubicBezTo>
                      <a:close/>
                      <a:moveTo>
                        <a:pt x="25146" y="77724"/>
                      </a:moveTo>
                      <a:cubicBezTo>
                        <a:pt x="23908" y="79057"/>
                        <a:pt x="23241" y="79915"/>
                        <a:pt x="23241" y="80391"/>
                      </a:cubicBezTo>
                      <a:cubicBezTo>
                        <a:pt x="22765" y="80200"/>
                        <a:pt x="22574" y="79915"/>
                        <a:pt x="22574" y="79438"/>
                      </a:cubicBezTo>
                      <a:lnTo>
                        <a:pt x="22574" y="78105"/>
                      </a:lnTo>
                      <a:lnTo>
                        <a:pt x="25146" y="77724"/>
                      </a:lnTo>
                      <a:close/>
                      <a:moveTo>
                        <a:pt x="23241" y="72390"/>
                      </a:moveTo>
                      <a:cubicBezTo>
                        <a:pt x="22765" y="71533"/>
                        <a:pt x="23051" y="70580"/>
                        <a:pt x="24098" y="69342"/>
                      </a:cubicBezTo>
                      <a:lnTo>
                        <a:pt x="26670" y="72009"/>
                      </a:lnTo>
                      <a:cubicBezTo>
                        <a:pt x="26670" y="72009"/>
                        <a:pt x="26003" y="72199"/>
                        <a:pt x="25432" y="72485"/>
                      </a:cubicBezTo>
                      <a:cubicBezTo>
                        <a:pt x="24860" y="72866"/>
                        <a:pt x="24479" y="72962"/>
                        <a:pt x="24194" y="72962"/>
                      </a:cubicBezTo>
                      <a:cubicBezTo>
                        <a:pt x="23813" y="72962"/>
                        <a:pt x="23527" y="72771"/>
                        <a:pt x="23241" y="72485"/>
                      </a:cubicBezTo>
                      <a:close/>
                      <a:moveTo>
                        <a:pt x="24098" y="99346"/>
                      </a:moveTo>
                      <a:cubicBezTo>
                        <a:pt x="24098" y="99346"/>
                        <a:pt x="23717" y="100108"/>
                        <a:pt x="23717" y="101155"/>
                      </a:cubicBezTo>
                      <a:lnTo>
                        <a:pt x="23336" y="99346"/>
                      </a:lnTo>
                      <a:lnTo>
                        <a:pt x="24194" y="99346"/>
                      </a:lnTo>
                      <a:close/>
                      <a:moveTo>
                        <a:pt x="26194" y="104108"/>
                      </a:moveTo>
                      <a:lnTo>
                        <a:pt x="25146" y="102584"/>
                      </a:lnTo>
                      <a:lnTo>
                        <a:pt x="26670" y="103632"/>
                      </a:lnTo>
                      <a:cubicBezTo>
                        <a:pt x="26670" y="104489"/>
                        <a:pt x="25622" y="104775"/>
                        <a:pt x="23717" y="104584"/>
                      </a:cubicBezTo>
                      <a:lnTo>
                        <a:pt x="26289" y="104108"/>
                      </a:lnTo>
                      <a:close/>
                      <a:moveTo>
                        <a:pt x="27432" y="66580"/>
                      </a:moveTo>
                      <a:cubicBezTo>
                        <a:pt x="27432" y="66580"/>
                        <a:pt x="27813" y="66770"/>
                        <a:pt x="27813" y="66770"/>
                      </a:cubicBezTo>
                      <a:lnTo>
                        <a:pt x="27432" y="67056"/>
                      </a:lnTo>
                      <a:cubicBezTo>
                        <a:pt x="27432" y="67056"/>
                        <a:pt x="26861" y="67532"/>
                        <a:pt x="26861" y="67723"/>
                      </a:cubicBezTo>
                      <a:lnTo>
                        <a:pt x="25718" y="66770"/>
                      </a:lnTo>
                      <a:cubicBezTo>
                        <a:pt x="25718" y="66770"/>
                        <a:pt x="26194" y="66770"/>
                        <a:pt x="26670" y="66294"/>
                      </a:cubicBezTo>
                      <a:cubicBezTo>
                        <a:pt x="26861" y="66294"/>
                        <a:pt x="27051" y="66484"/>
                        <a:pt x="27432" y="66675"/>
                      </a:cubicBezTo>
                      <a:close/>
                      <a:moveTo>
                        <a:pt x="27242" y="68294"/>
                      </a:moveTo>
                      <a:cubicBezTo>
                        <a:pt x="27242" y="68294"/>
                        <a:pt x="26861" y="67913"/>
                        <a:pt x="26861" y="67723"/>
                      </a:cubicBezTo>
                      <a:lnTo>
                        <a:pt x="27242" y="68294"/>
                      </a:lnTo>
                      <a:close/>
                      <a:moveTo>
                        <a:pt x="28385" y="75533"/>
                      </a:moveTo>
                      <a:cubicBezTo>
                        <a:pt x="28385" y="75533"/>
                        <a:pt x="28004" y="75343"/>
                        <a:pt x="28004" y="75057"/>
                      </a:cubicBezTo>
                      <a:cubicBezTo>
                        <a:pt x="28004" y="74676"/>
                        <a:pt x="28194" y="74390"/>
                        <a:pt x="28670" y="74104"/>
                      </a:cubicBezTo>
                      <a:cubicBezTo>
                        <a:pt x="29242" y="73914"/>
                        <a:pt x="29623" y="73819"/>
                        <a:pt x="30004" y="74104"/>
                      </a:cubicBezTo>
                      <a:cubicBezTo>
                        <a:pt x="30004" y="74390"/>
                        <a:pt x="29623" y="74866"/>
                        <a:pt x="28956" y="75629"/>
                      </a:cubicBezTo>
                      <a:lnTo>
                        <a:pt x="28385" y="75629"/>
                      </a:lnTo>
                      <a:close/>
                      <a:moveTo>
                        <a:pt x="108204" y="41243"/>
                      </a:moveTo>
                      <a:cubicBezTo>
                        <a:pt x="108204" y="43148"/>
                        <a:pt x="108109" y="45244"/>
                        <a:pt x="108109" y="47530"/>
                      </a:cubicBezTo>
                      <a:cubicBezTo>
                        <a:pt x="108109" y="50006"/>
                        <a:pt x="108109" y="53721"/>
                        <a:pt x="108299" y="58769"/>
                      </a:cubicBezTo>
                      <a:cubicBezTo>
                        <a:pt x="108395" y="63817"/>
                        <a:pt x="108490" y="67628"/>
                        <a:pt x="108490" y="70104"/>
                      </a:cubicBezTo>
                      <a:cubicBezTo>
                        <a:pt x="108490" y="76200"/>
                        <a:pt x="108204" y="81439"/>
                        <a:pt x="107537" y="85725"/>
                      </a:cubicBezTo>
                      <a:cubicBezTo>
                        <a:pt x="107347" y="85725"/>
                        <a:pt x="107061" y="85725"/>
                        <a:pt x="106680" y="85344"/>
                      </a:cubicBezTo>
                      <a:cubicBezTo>
                        <a:pt x="106394" y="86678"/>
                        <a:pt x="106109" y="88106"/>
                        <a:pt x="105632" y="89440"/>
                      </a:cubicBezTo>
                      <a:cubicBezTo>
                        <a:pt x="105251" y="90773"/>
                        <a:pt x="104489" y="91916"/>
                        <a:pt x="103346" y="92583"/>
                      </a:cubicBezTo>
                      <a:lnTo>
                        <a:pt x="104489" y="93631"/>
                      </a:lnTo>
                      <a:cubicBezTo>
                        <a:pt x="101632" y="96203"/>
                        <a:pt x="98870" y="98774"/>
                        <a:pt x="96012" y="101441"/>
                      </a:cubicBezTo>
                      <a:cubicBezTo>
                        <a:pt x="92678" y="104584"/>
                        <a:pt x="89726" y="106775"/>
                        <a:pt x="87154" y="108013"/>
                      </a:cubicBezTo>
                      <a:cubicBezTo>
                        <a:pt x="86678" y="108013"/>
                        <a:pt x="86011" y="108013"/>
                        <a:pt x="85249" y="108013"/>
                      </a:cubicBezTo>
                      <a:cubicBezTo>
                        <a:pt x="84392" y="107823"/>
                        <a:pt x="83820" y="107728"/>
                        <a:pt x="83629" y="107728"/>
                      </a:cubicBezTo>
                      <a:cubicBezTo>
                        <a:pt x="82582" y="107728"/>
                        <a:pt x="81915" y="108585"/>
                        <a:pt x="81915" y="110014"/>
                      </a:cubicBezTo>
                      <a:cubicBezTo>
                        <a:pt x="75438" y="110299"/>
                        <a:pt x="70580" y="110204"/>
                        <a:pt x="67246" y="109728"/>
                      </a:cubicBezTo>
                      <a:cubicBezTo>
                        <a:pt x="62484" y="109061"/>
                        <a:pt x="57817" y="107632"/>
                        <a:pt x="53340" y="105251"/>
                      </a:cubicBezTo>
                      <a:lnTo>
                        <a:pt x="51721" y="105251"/>
                      </a:lnTo>
                      <a:cubicBezTo>
                        <a:pt x="52007" y="104775"/>
                        <a:pt x="52102" y="104489"/>
                        <a:pt x="52102" y="104299"/>
                      </a:cubicBezTo>
                      <a:cubicBezTo>
                        <a:pt x="52102" y="104013"/>
                        <a:pt x="51530" y="103727"/>
                        <a:pt x="50578" y="103727"/>
                      </a:cubicBezTo>
                      <a:cubicBezTo>
                        <a:pt x="49530" y="103727"/>
                        <a:pt x="48863" y="103537"/>
                        <a:pt x="48673" y="103156"/>
                      </a:cubicBezTo>
                      <a:cubicBezTo>
                        <a:pt x="47625" y="102775"/>
                        <a:pt x="46292" y="101632"/>
                        <a:pt x="44577" y="99727"/>
                      </a:cubicBezTo>
                      <a:cubicBezTo>
                        <a:pt x="42863" y="97726"/>
                        <a:pt x="41529" y="96869"/>
                        <a:pt x="40767" y="96964"/>
                      </a:cubicBezTo>
                      <a:cubicBezTo>
                        <a:pt x="40481" y="94869"/>
                        <a:pt x="40196" y="93440"/>
                        <a:pt x="39910" y="92678"/>
                      </a:cubicBezTo>
                      <a:cubicBezTo>
                        <a:pt x="39243" y="91535"/>
                        <a:pt x="38100" y="90488"/>
                        <a:pt x="36481" y="89535"/>
                      </a:cubicBezTo>
                      <a:cubicBezTo>
                        <a:pt x="37338" y="89535"/>
                        <a:pt x="38576" y="89345"/>
                        <a:pt x="40005" y="88773"/>
                      </a:cubicBezTo>
                      <a:cubicBezTo>
                        <a:pt x="39338" y="87725"/>
                        <a:pt x="38576" y="87535"/>
                        <a:pt x="37433" y="88297"/>
                      </a:cubicBezTo>
                      <a:lnTo>
                        <a:pt x="34766" y="85344"/>
                      </a:lnTo>
                      <a:cubicBezTo>
                        <a:pt x="34766" y="85344"/>
                        <a:pt x="33909" y="85630"/>
                        <a:pt x="33433" y="86201"/>
                      </a:cubicBezTo>
                      <a:cubicBezTo>
                        <a:pt x="32957" y="86678"/>
                        <a:pt x="32385" y="86963"/>
                        <a:pt x="31718" y="86868"/>
                      </a:cubicBezTo>
                      <a:cubicBezTo>
                        <a:pt x="31718" y="85915"/>
                        <a:pt x="31623" y="85439"/>
                        <a:pt x="31337" y="85344"/>
                      </a:cubicBezTo>
                      <a:cubicBezTo>
                        <a:pt x="33338" y="85344"/>
                        <a:pt x="34290" y="84391"/>
                        <a:pt x="34290" y="82867"/>
                      </a:cubicBezTo>
                      <a:cubicBezTo>
                        <a:pt x="34290" y="82201"/>
                        <a:pt x="34100" y="81058"/>
                        <a:pt x="33719" y="79534"/>
                      </a:cubicBezTo>
                      <a:cubicBezTo>
                        <a:pt x="33338" y="78010"/>
                        <a:pt x="33147" y="76771"/>
                        <a:pt x="33147" y="76009"/>
                      </a:cubicBezTo>
                      <a:cubicBezTo>
                        <a:pt x="33147" y="74676"/>
                        <a:pt x="33719" y="73628"/>
                        <a:pt x="34766" y="72962"/>
                      </a:cubicBezTo>
                      <a:cubicBezTo>
                        <a:pt x="34195" y="66961"/>
                        <a:pt x="34385" y="62960"/>
                        <a:pt x="35433" y="60770"/>
                      </a:cubicBezTo>
                      <a:cubicBezTo>
                        <a:pt x="35719" y="59341"/>
                        <a:pt x="35433" y="57436"/>
                        <a:pt x="34576" y="54959"/>
                      </a:cubicBezTo>
                      <a:cubicBezTo>
                        <a:pt x="33623" y="52197"/>
                        <a:pt x="33052" y="50387"/>
                        <a:pt x="33052" y="49339"/>
                      </a:cubicBezTo>
                      <a:cubicBezTo>
                        <a:pt x="33052" y="47911"/>
                        <a:pt x="33623" y="46672"/>
                        <a:pt x="34671" y="45529"/>
                      </a:cubicBezTo>
                      <a:cubicBezTo>
                        <a:pt x="34385" y="45148"/>
                        <a:pt x="34195" y="44672"/>
                        <a:pt x="34195" y="44196"/>
                      </a:cubicBezTo>
                      <a:cubicBezTo>
                        <a:pt x="34195" y="43815"/>
                        <a:pt x="34290" y="43244"/>
                        <a:pt x="34481" y="42291"/>
                      </a:cubicBezTo>
                      <a:cubicBezTo>
                        <a:pt x="34671" y="41338"/>
                        <a:pt x="34766" y="40672"/>
                        <a:pt x="34766" y="40291"/>
                      </a:cubicBezTo>
                      <a:cubicBezTo>
                        <a:pt x="34766" y="39338"/>
                        <a:pt x="34385" y="38671"/>
                        <a:pt x="33814" y="38100"/>
                      </a:cubicBezTo>
                      <a:cubicBezTo>
                        <a:pt x="34100" y="32290"/>
                        <a:pt x="34290" y="26575"/>
                        <a:pt x="34481" y="20764"/>
                      </a:cubicBezTo>
                      <a:cubicBezTo>
                        <a:pt x="34766" y="13049"/>
                        <a:pt x="34766" y="7048"/>
                        <a:pt x="34671" y="2667"/>
                      </a:cubicBezTo>
                      <a:cubicBezTo>
                        <a:pt x="35719" y="1333"/>
                        <a:pt x="38100" y="762"/>
                        <a:pt x="41815" y="762"/>
                      </a:cubicBezTo>
                      <a:cubicBezTo>
                        <a:pt x="42672" y="1714"/>
                        <a:pt x="44101" y="2286"/>
                        <a:pt x="45815" y="2286"/>
                      </a:cubicBezTo>
                      <a:cubicBezTo>
                        <a:pt x="46387" y="2286"/>
                        <a:pt x="47244" y="2286"/>
                        <a:pt x="48387" y="2096"/>
                      </a:cubicBezTo>
                      <a:cubicBezTo>
                        <a:pt x="49625" y="2000"/>
                        <a:pt x="50483" y="1905"/>
                        <a:pt x="50959" y="1905"/>
                      </a:cubicBezTo>
                      <a:cubicBezTo>
                        <a:pt x="52864" y="1905"/>
                        <a:pt x="54388" y="2381"/>
                        <a:pt x="55531" y="3524"/>
                      </a:cubicBezTo>
                      <a:cubicBezTo>
                        <a:pt x="55626" y="5429"/>
                        <a:pt x="55721" y="9049"/>
                        <a:pt x="55626" y="14764"/>
                      </a:cubicBezTo>
                      <a:cubicBezTo>
                        <a:pt x="55626" y="19431"/>
                        <a:pt x="55912" y="23146"/>
                        <a:pt x="56579" y="25908"/>
                      </a:cubicBezTo>
                      <a:lnTo>
                        <a:pt x="55531" y="30575"/>
                      </a:lnTo>
                      <a:cubicBezTo>
                        <a:pt x="55531" y="31718"/>
                        <a:pt x="56007" y="32766"/>
                        <a:pt x="57055" y="33814"/>
                      </a:cubicBezTo>
                      <a:cubicBezTo>
                        <a:pt x="56579" y="34480"/>
                        <a:pt x="56102" y="36766"/>
                        <a:pt x="55817" y="40576"/>
                      </a:cubicBezTo>
                      <a:cubicBezTo>
                        <a:pt x="55531" y="43815"/>
                        <a:pt x="54483" y="45720"/>
                        <a:pt x="52864" y="46196"/>
                      </a:cubicBezTo>
                      <a:cubicBezTo>
                        <a:pt x="54578" y="46006"/>
                        <a:pt x="55436" y="46672"/>
                        <a:pt x="55436" y="48006"/>
                      </a:cubicBezTo>
                      <a:cubicBezTo>
                        <a:pt x="55436" y="48387"/>
                        <a:pt x="55436" y="48958"/>
                        <a:pt x="55245" y="49816"/>
                      </a:cubicBezTo>
                      <a:cubicBezTo>
                        <a:pt x="55150" y="50673"/>
                        <a:pt x="55054" y="51245"/>
                        <a:pt x="55245" y="51530"/>
                      </a:cubicBezTo>
                      <a:lnTo>
                        <a:pt x="54197" y="51530"/>
                      </a:lnTo>
                      <a:cubicBezTo>
                        <a:pt x="55626" y="53530"/>
                        <a:pt x="56388" y="56483"/>
                        <a:pt x="56388" y="60198"/>
                      </a:cubicBezTo>
                      <a:cubicBezTo>
                        <a:pt x="56388" y="62770"/>
                        <a:pt x="56007" y="66199"/>
                        <a:pt x="55245" y="70485"/>
                      </a:cubicBezTo>
                      <a:cubicBezTo>
                        <a:pt x="55626" y="70961"/>
                        <a:pt x="56007" y="72104"/>
                        <a:pt x="56198" y="74009"/>
                      </a:cubicBezTo>
                      <a:cubicBezTo>
                        <a:pt x="56483" y="75343"/>
                        <a:pt x="57150" y="76295"/>
                        <a:pt x="58198" y="76962"/>
                      </a:cubicBezTo>
                      <a:cubicBezTo>
                        <a:pt x="58674" y="78486"/>
                        <a:pt x="58198" y="79343"/>
                        <a:pt x="56674" y="79534"/>
                      </a:cubicBezTo>
                      <a:cubicBezTo>
                        <a:pt x="57626" y="79915"/>
                        <a:pt x="58484" y="80296"/>
                        <a:pt x="59436" y="80772"/>
                      </a:cubicBezTo>
                      <a:cubicBezTo>
                        <a:pt x="60293" y="81248"/>
                        <a:pt x="60770" y="82010"/>
                        <a:pt x="60770" y="82963"/>
                      </a:cubicBezTo>
                      <a:cubicBezTo>
                        <a:pt x="61151" y="84391"/>
                        <a:pt x="62294" y="85439"/>
                        <a:pt x="64199" y="86106"/>
                      </a:cubicBezTo>
                      <a:cubicBezTo>
                        <a:pt x="66485" y="86963"/>
                        <a:pt x="68009" y="87725"/>
                        <a:pt x="68675" y="88582"/>
                      </a:cubicBezTo>
                      <a:cubicBezTo>
                        <a:pt x="70104" y="89059"/>
                        <a:pt x="71628" y="89345"/>
                        <a:pt x="73057" y="89345"/>
                      </a:cubicBezTo>
                      <a:cubicBezTo>
                        <a:pt x="78200" y="89345"/>
                        <a:pt x="81439" y="87344"/>
                        <a:pt x="83058" y="83439"/>
                      </a:cubicBezTo>
                      <a:cubicBezTo>
                        <a:pt x="84773" y="82772"/>
                        <a:pt x="85630" y="80581"/>
                        <a:pt x="85630" y="77057"/>
                      </a:cubicBezTo>
                      <a:lnTo>
                        <a:pt x="88773" y="76581"/>
                      </a:lnTo>
                      <a:cubicBezTo>
                        <a:pt x="89345" y="74200"/>
                        <a:pt x="89630" y="71628"/>
                        <a:pt x="89630" y="68961"/>
                      </a:cubicBezTo>
                      <a:cubicBezTo>
                        <a:pt x="89630" y="65818"/>
                        <a:pt x="89154" y="61341"/>
                        <a:pt x="88106" y="55340"/>
                      </a:cubicBezTo>
                      <a:cubicBezTo>
                        <a:pt x="87059" y="49435"/>
                        <a:pt x="86487" y="44958"/>
                        <a:pt x="86487" y="42196"/>
                      </a:cubicBezTo>
                      <a:cubicBezTo>
                        <a:pt x="86487" y="40672"/>
                        <a:pt x="86582" y="39433"/>
                        <a:pt x="86773" y="38100"/>
                      </a:cubicBezTo>
                      <a:cubicBezTo>
                        <a:pt x="87821" y="34195"/>
                        <a:pt x="88392" y="31718"/>
                        <a:pt x="88392" y="30480"/>
                      </a:cubicBezTo>
                      <a:cubicBezTo>
                        <a:pt x="88392" y="28861"/>
                        <a:pt x="88011" y="27622"/>
                        <a:pt x="87249" y="26479"/>
                      </a:cubicBezTo>
                      <a:lnTo>
                        <a:pt x="86678" y="4191"/>
                      </a:lnTo>
                      <a:cubicBezTo>
                        <a:pt x="87535" y="2096"/>
                        <a:pt x="88868" y="1048"/>
                        <a:pt x="90488" y="1048"/>
                      </a:cubicBezTo>
                      <a:cubicBezTo>
                        <a:pt x="91059" y="1048"/>
                        <a:pt x="91821" y="1238"/>
                        <a:pt x="92869" y="1333"/>
                      </a:cubicBezTo>
                      <a:cubicBezTo>
                        <a:pt x="93917" y="1619"/>
                        <a:pt x="94774" y="1714"/>
                        <a:pt x="95250" y="1714"/>
                      </a:cubicBezTo>
                      <a:cubicBezTo>
                        <a:pt x="96584" y="1714"/>
                        <a:pt x="97822" y="1143"/>
                        <a:pt x="98870" y="0"/>
                      </a:cubicBezTo>
                      <a:cubicBezTo>
                        <a:pt x="99441" y="476"/>
                        <a:pt x="101346" y="762"/>
                        <a:pt x="104489" y="1143"/>
                      </a:cubicBezTo>
                      <a:cubicBezTo>
                        <a:pt x="106871" y="1429"/>
                        <a:pt x="108299" y="2381"/>
                        <a:pt x="108776" y="4191"/>
                      </a:cubicBezTo>
                      <a:cubicBezTo>
                        <a:pt x="108395" y="6287"/>
                        <a:pt x="108204" y="9049"/>
                        <a:pt x="108204" y="12287"/>
                      </a:cubicBezTo>
                      <a:cubicBezTo>
                        <a:pt x="108204" y="13621"/>
                        <a:pt x="108204" y="15812"/>
                        <a:pt x="108299" y="18764"/>
                      </a:cubicBezTo>
                      <a:cubicBezTo>
                        <a:pt x="108299" y="21622"/>
                        <a:pt x="108490" y="23908"/>
                        <a:pt x="108490" y="25337"/>
                      </a:cubicBezTo>
                      <a:cubicBezTo>
                        <a:pt x="108490" y="29337"/>
                        <a:pt x="108204" y="32766"/>
                        <a:pt x="107633" y="35623"/>
                      </a:cubicBezTo>
                      <a:cubicBezTo>
                        <a:pt x="108680" y="38100"/>
                        <a:pt x="108966" y="39814"/>
                        <a:pt x="108299" y="40862"/>
                      </a:cubicBezTo>
                      <a:cubicBezTo>
                        <a:pt x="107442" y="40862"/>
                        <a:pt x="106871" y="41053"/>
                        <a:pt x="106775" y="41338"/>
                      </a:cubicBezTo>
                      <a:cubicBezTo>
                        <a:pt x="106871" y="41624"/>
                        <a:pt x="107442" y="41720"/>
                        <a:pt x="108299" y="41720"/>
                      </a:cubicBezTo>
                      <a:close/>
                      <a:moveTo>
                        <a:pt x="33719" y="108395"/>
                      </a:moveTo>
                      <a:lnTo>
                        <a:pt x="31147" y="108013"/>
                      </a:lnTo>
                      <a:lnTo>
                        <a:pt x="33052" y="106871"/>
                      </a:lnTo>
                      <a:lnTo>
                        <a:pt x="33719" y="108395"/>
                      </a:lnTo>
                      <a:close/>
                      <a:moveTo>
                        <a:pt x="31909" y="89535"/>
                      </a:moveTo>
                      <a:cubicBezTo>
                        <a:pt x="31909" y="90297"/>
                        <a:pt x="32099" y="90869"/>
                        <a:pt x="32576" y="91059"/>
                      </a:cubicBezTo>
                      <a:lnTo>
                        <a:pt x="31909" y="91535"/>
                      </a:lnTo>
                      <a:lnTo>
                        <a:pt x="31433" y="91535"/>
                      </a:lnTo>
                      <a:lnTo>
                        <a:pt x="31433" y="89630"/>
                      </a:lnTo>
                      <a:lnTo>
                        <a:pt x="31909" y="89630"/>
                      </a:lnTo>
                      <a:close/>
                      <a:moveTo>
                        <a:pt x="31433" y="112109"/>
                      </a:moveTo>
                      <a:lnTo>
                        <a:pt x="32576" y="110585"/>
                      </a:lnTo>
                      <a:lnTo>
                        <a:pt x="34481" y="110585"/>
                      </a:lnTo>
                      <a:lnTo>
                        <a:pt x="31433" y="112109"/>
                      </a:lnTo>
                      <a:close/>
                      <a:moveTo>
                        <a:pt x="34481" y="80486"/>
                      </a:moveTo>
                      <a:lnTo>
                        <a:pt x="37148" y="80486"/>
                      </a:lnTo>
                      <a:cubicBezTo>
                        <a:pt x="36767" y="79343"/>
                        <a:pt x="35814" y="78772"/>
                        <a:pt x="34481" y="78867"/>
                      </a:cubicBezTo>
                      <a:lnTo>
                        <a:pt x="34481" y="80486"/>
                      </a:lnTo>
                      <a:close/>
                      <a:moveTo>
                        <a:pt x="40481" y="97346"/>
                      </a:moveTo>
                      <a:lnTo>
                        <a:pt x="39338" y="97346"/>
                      </a:lnTo>
                      <a:cubicBezTo>
                        <a:pt x="39910" y="97060"/>
                        <a:pt x="40291" y="96964"/>
                        <a:pt x="40481" y="96964"/>
                      </a:cubicBezTo>
                      <a:lnTo>
                        <a:pt x="40481" y="97346"/>
                      </a:lnTo>
                      <a:close/>
                      <a:moveTo>
                        <a:pt x="40481" y="72485"/>
                      </a:moveTo>
                      <a:cubicBezTo>
                        <a:pt x="40481" y="72485"/>
                        <a:pt x="41053" y="72771"/>
                        <a:pt x="41243" y="72771"/>
                      </a:cubicBezTo>
                      <a:cubicBezTo>
                        <a:pt x="41815" y="72771"/>
                        <a:pt x="42291" y="72295"/>
                        <a:pt x="42672" y="71533"/>
                      </a:cubicBezTo>
                      <a:cubicBezTo>
                        <a:pt x="43148" y="70675"/>
                        <a:pt x="43625" y="70295"/>
                        <a:pt x="44101" y="70295"/>
                      </a:cubicBezTo>
                      <a:cubicBezTo>
                        <a:pt x="43815" y="70104"/>
                        <a:pt x="43434" y="70009"/>
                        <a:pt x="43148" y="70009"/>
                      </a:cubicBezTo>
                      <a:cubicBezTo>
                        <a:pt x="42577" y="70009"/>
                        <a:pt x="42196" y="70390"/>
                        <a:pt x="41910" y="71247"/>
                      </a:cubicBezTo>
                      <a:cubicBezTo>
                        <a:pt x="41624" y="72104"/>
                        <a:pt x="41148" y="72485"/>
                        <a:pt x="40386" y="72485"/>
                      </a:cubicBezTo>
                      <a:close/>
                      <a:moveTo>
                        <a:pt x="40862" y="83534"/>
                      </a:moveTo>
                      <a:cubicBezTo>
                        <a:pt x="40862" y="83534"/>
                        <a:pt x="41624" y="83725"/>
                        <a:pt x="41910" y="83534"/>
                      </a:cubicBezTo>
                      <a:cubicBezTo>
                        <a:pt x="42482" y="83248"/>
                        <a:pt x="42863" y="83153"/>
                        <a:pt x="43053" y="83153"/>
                      </a:cubicBezTo>
                      <a:cubicBezTo>
                        <a:pt x="42196" y="82296"/>
                        <a:pt x="41815" y="81820"/>
                        <a:pt x="41910" y="81629"/>
                      </a:cubicBezTo>
                      <a:lnTo>
                        <a:pt x="40862" y="83534"/>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 name="Google Shape;1366;p99"/>
                <p:cNvSpPr/>
                <p:nvPr/>
              </p:nvSpPr>
              <p:spPr>
                <a:xfrm>
                  <a:off x="4847843" y="4066627"/>
                  <a:ext cx="74009" cy="110370"/>
                </a:xfrm>
                <a:custGeom>
                  <a:avLst/>
                  <a:gdLst/>
                  <a:ahLst/>
                  <a:cxnLst/>
                  <a:rect l="l" t="t" r="r" b="b"/>
                  <a:pathLst>
                    <a:path w="74009" h="110370" extrusionOk="0">
                      <a:moveTo>
                        <a:pt x="72962" y="3595"/>
                      </a:moveTo>
                      <a:lnTo>
                        <a:pt x="74009" y="23026"/>
                      </a:lnTo>
                      <a:cubicBezTo>
                        <a:pt x="71723" y="23788"/>
                        <a:pt x="68675" y="23978"/>
                        <a:pt x="64675" y="23598"/>
                      </a:cubicBezTo>
                      <a:cubicBezTo>
                        <a:pt x="60008" y="23217"/>
                        <a:pt x="56960" y="23026"/>
                        <a:pt x="55531" y="23217"/>
                      </a:cubicBezTo>
                      <a:cubicBezTo>
                        <a:pt x="52197" y="23693"/>
                        <a:pt x="49625" y="25217"/>
                        <a:pt x="47530" y="27884"/>
                      </a:cubicBezTo>
                      <a:cubicBezTo>
                        <a:pt x="47720" y="28551"/>
                        <a:pt x="47816" y="29217"/>
                        <a:pt x="47816" y="29979"/>
                      </a:cubicBezTo>
                      <a:cubicBezTo>
                        <a:pt x="47816" y="30741"/>
                        <a:pt x="47625" y="31694"/>
                        <a:pt x="47339" y="33218"/>
                      </a:cubicBezTo>
                      <a:cubicBezTo>
                        <a:pt x="47054" y="34646"/>
                        <a:pt x="46958" y="35790"/>
                        <a:pt x="46958" y="36456"/>
                      </a:cubicBezTo>
                      <a:cubicBezTo>
                        <a:pt x="46958" y="37599"/>
                        <a:pt x="47149" y="38552"/>
                        <a:pt x="47435" y="39600"/>
                      </a:cubicBezTo>
                      <a:cubicBezTo>
                        <a:pt x="47720" y="40171"/>
                        <a:pt x="47911" y="40647"/>
                        <a:pt x="47911" y="41124"/>
                      </a:cubicBezTo>
                      <a:cubicBezTo>
                        <a:pt x="47911" y="41790"/>
                        <a:pt x="47720" y="42457"/>
                        <a:pt x="47339" y="43314"/>
                      </a:cubicBezTo>
                      <a:cubicBezTo>
                        <a:pt x="46958" y="44076"/>
                        <a:pt x="46768" y="44743"/>
                        <a:pt x="46768" y="45124"/>
                      </a:cubicBezTo>
                      <a:cubicBezTo>
                        <a:pt x="46768" y="45695"/>
                        <a:pt x="46958" y="46172"/>
                        <a:pt x="47435" y="46553"/>
                      </a:cubicBezTo>
                      <a:lnTo>
                        <a:pt x="47054" y="52744"/>
                      </a:lnTo>
                      <a:cubicBezTo>
                        <a:pt x="47054" y="52077"/>
                        <a:pt x="46482" y="51601"/>
                        <a:pt x="45529" y="51411"/>
                      </a:cubicBezTo>
                      <a:cubicBezTo>
                        <a:pt x="44196" y="51029"/>
                        <a:pt x="43529" y="50839"/>
                        <a:pt x="43339" y="50649"/>
                      </a:cubicBezTo>
                      <a:cubicBezTo>
                        <a:pt x="42958" y="50934"/>
                        <a:pt x="42863" y="51315"/>
                        <a:pt x="42958" y="51696"/>
                      </a:cubicBezTo>
                      <a:cubicBezTo>
                        <a:pt x="42958" y="52077"/>
                        <a:pt x="42958" y="52458"/>
                        <a:pt x="42767" y="52839"/>
                      </a:cubicBezTo>
                      <a:cubicBezTo>
                        <a:pt x="43339" y="52553"/>
                        <a:pt x="43720" y="52458"/>
                        <a:pt x="44101" y="52458"/>
                      </a:cubicBezTo>
                      <a:cubicBezTo>
                        <a:pt x="44768" y="52458"/>
                        <a:pt x="45244" y="53125"/>
                        <a:pt x="45625" y="54459"/>
                      </a:cubicBezTo>
                      <a:cubicBezTo>
                        <a:pt x="46006" y="56173"/>
                        <a:pt x="46387" y="57221"/>
                        <a:pt x="46577" y="57507"/>
                      </a:cubicBezTo>
                      <a:lnTo>
                        <a:pt x="45911" y="57507"/>
                      </a:lnTo>
                      <a:cubicBezTo>
                        <a:pt x="46958" y="60459"/>
                        <a:pt x="47625" y="64650"/>
                        <a:pt x="47720" y="70079"/>
                      </a:cubicBezTo>
                      <a:cubicBezTo>
                        <a:pt x="47625" y="74461"/>
                        <a:pt x="47530" y="78747"/>
                        <a:pt x="47530" y="83129"/>
                      </a:cubicBezTo>
                      <a:cubicBezTo>
                        <a:pt x="47625" y="85701"/>
                        <a:pt x="47911" y="87986"/>
                        <a:pt x="48101" y="89892"/>
                      </a:cubicBezTo>
                      <a:cubicBezTo>
                        <a:pt x="48196" y="89892"/>
                        <a:pt x="48578" y="90082"/>
                        <a:pt x="49149" y="90463"/>
                      </a:cubicBezTo>
                      <a:cubicBezTo>
                        <a:pt x="49721" y="90844"/>
                        <a:pt x="50292" y="90939"/>
                        <a:pt x="50768" y="90749"/>
                      </a:cubicBezTo>
                      <a:cubicBezTo>
                        <a:pt x="50102" y="92178"/>
                        <a:pt x="49721" y="95702"/>
                        <a:pt x="49530" y="101321"/>
                      </a:cubicBezTo>
                      <a:cubicBezTo>
                        <a:pt x="49530" y="104369"/>
                        <a:pt x="48482" y="106560"/>
                        <a:pt x="46672" y="107799"/>
                      </a:cubicBezTo>
                      <a:cubicBezTo>
                        <a:pt x="46958" y="107989"/>
                        <a:pt x="47054" y="108465"/>
                        <a:pt x="47054" y="109227"/>
                      </a:cubicBezTo>
                      <a:cubicBezTo>
                        <a:pt x="46101" y="109227"/>
                        <a:pt x="42958" y="109227"/>
                        <a:pt x="37719" y="109227"/>
                      </a:cubicBezTo>
                      <a:cubicBezTo>
                        <a:pt x="33909" y="109227"/>
                        <a:pt x="30766" y="109513"/>
                        <a:pt x="28575" y="110370"/>
                      </a:cubicBezTo>
                      <a:cubicBezTo>
                        <a:pt x="26670" y="108656"/>
                        <a:pt x="25718" y="106275"/>
                        <a:pt x="25718" y="102941"/>
                      </a:cubicBezTo>
                      <a:cubicBezTo>
                        <a:pt x="25718" y="100083"/>
                        <a:pt x="25908" y="97321"/>
                        <a:pt x="25908" y="94463"/>
                      </a:cubicBezTo>
                      <a:cubicBezTo>
                        <a:pt x="26384" y="83986"/>
                        <a:pt x="26575" y="73032"/>
                        <a:pt x="26575" y="61602"/>
                      </a:cubicBezTo>
                      <a:cubicBezTo>
                        <a:pt x="26575" y="50172"/>
                        <a:pt x="26384" y="38552"/>
                        <a:pt x="25908" y="26455"/>
                      </a:cubicBezTo>
                      <a:cubicBezTo>
                        <a:pt x="25337" y="24550"/>
                        <a:pt x="23813" y="23598"/>
                        <a:pt x="21527" y="23598"/>
                      </a:cubicBezTo>
                      <a:cubicBezTo>
                        <a:pt x="21050" y="23598"/>
                        <a:pt x="20384" y="23598"/>
                        <a:pt x="19621" y="23693"/>
                      </a:cubicBezTo>
                      <a:lnTo>
                        <a:pt x="17812" y="23693"/>
                      </a:lnTo>
                      <a:cubicBezTo>
                        <a:pt x="16669" y="23693"/>
                        <a:pt x="15621" y="23502"/>
                        <a:pt x="14954" y="23121"/>
                      </a:cubicBezTo>
                      <a:cubicBezTo>
                        <a:pt x="15812" y="23312"/>
                        <a:pt x="13049" y="23312"/>
                        <a:pt x="6763" y="23312"/>
                      </a:cubicBezTo>
                      <a:cubicBezTo>
                        <a:pt x="3905" y="23312"/>
                        <a:pt x="1715" y="22550"/>
                        <a:pt x="0" y="21121"/>
                      </a:cubicBezTo>
                      <a:lnTo>
                        <a:pt x="0" y="1976"/>
                      </a:lnTo>
                      <a:cubicBezTo>
                        <a:pt x="476" y="2452"/>
                        <a:pt x="953" y="2643"/>
                        <a:pt x="1619" y="2643"/>
                      </a:cubicBezTo>
                      <a:cubicBezTo>
                        <a:pt x="2667" y="2643"/>
                        <a:pt x="3810" y="1976"/>
                        <a:pt x="4858" y="547"/>
                      </a:cubicBezTo>
                      <a:cubicBezTo>
                        <a:pt x="10478" y="166"/>
                        <a:pt x="18669" y="71"/>
                        <a:pt x="29623" y="357"/>
                      </a:cubicBezTo>
                      <a:cubicBezTo>
                        <a:pt x="40481" y="642"/>
                        <a:pt x="48863" y="547"/>
                        <a:pt x="54674" y="71"/>
                      </a:cubicBezTo>
                      <a:cubicBezTo>
                        <a:pt x="54959" y="642"/>
                        <a:pt x="55436" y="928"/>
                        <a:pt x="55912" y="928"/>
                      </a:cubicBezTo>
                      <a:cubicBezTo>
                        <a:pt x="56293" y="928"/>
                        <a:pt x="56769" y="737"/>
                        <a:pt x="57436" y="547"/>
                      </a:cubicBezTo>
                      <a:cubicBezTo>
                        <a:pt x="58103" y="261"/>
                        <a:pt x="58484" y="71"/>
                        <a:pt x="58769" y="71"/>
                      </a:cubicBezTo>
                      <a:cubicBezTo>
                        <a:pt x="59817" y="737"/>
                        <a:pt x="62770" y="737"/>
                        <a:pt x="67437" y="71"/>
                      </a:cubicBezTo>
                      <a:cubicBezTo>
                        <a:pt x="70866" y="-310"/>
                        <a:pt x="72771" y="833"/>
                        <a:pt x="72866" y="3786"/>
                      </a:cubicBezTo>
                      <a:close/>
                      <a:moveTo>
                        <a:pt x="11811" y="7786"/>
                      </a:moveTo>
                      <a:cubicBezTo>
                        <a:pt x="12668" y="6357"/>
                        <a:pt x="13907" y="5595"/>
                        <a:pt x="15335" y="5595"/>
                      </a:cubicBezTo>
                      <a:cubicBezTo>
                        <a:pt x="15907" y="5595"/>
                        <a:pt x="16764" y="5786"/>
                        <a:pt x="18002" y="6071"/>
                      </a:cubicBezTo>
                      <a:cubicBezTo>
                        <a:pt x="19336" y="6357"/>
                        <a:pt x="20288" y="6548"/>
                        <a:pt x="21050" y="6548"/>
                      </a:cubicBezTo>
                      <a:cubicBezTo>
                        <a:pt x="21717" y="6548"/>
                        <a:pt x="22479" y="6453"/>
                        <a:pt x="23146" y="6262"/>
                      </a:cubicBezTo>
                      <a:lnTo>
                        <a:pt x="20955" y="4071"/>
                      </a:lnTo>
                      <a:cubicBezTo>
                        <a:pt x="20193" y="4071"/>
                        <a:pt x="19812" y="3690"/>
                        <a:pt x="19907" y="2928"/>
                      </a:cubicBezTo>
                      <a:cubicBezTo>
                        <a:pt x="20098" y="1976"/>
                        <a:pt x="20098" y="1500"/>
                        <a:pt x="19907" y="1404"/>
                      </a:cubicBezTo>
                      <a:cubicBezTo>
                        <a:pt x="19621" y="1976"/>
                        <a:pt x="19336" y="2357"/>
                        <a:pt x="18955" y="2357"/>
                      </a:cubicBezTo>
                      <a:cubicBezTo>
                        <a:pt x="18764" y="2357"/>
                        <a:pt x="18574" y="2166"/>
                        <a:pt x="18288" y="2166"/>
                      </a:cubicBezTo>
                      <a:cubicBezTo>
                        <a:pt x="18193" y="2166"/>
                        <a:pt x="18193" y="2738"/>
                        <a:pt x="18288" y="3595"/>
                      </a:cubicBezTo>
                      <a:cubicBezTo>
                        <a:pt x="17145" y="4262"/>
                        <a:pt x="15716" y="4738"/>
                        <a:pt x="14002" y="4928"/>
                      </a:cubicBezTo>
                      <a:cubicBezTo>
                        <a:pt x="11906" y="5119"/>
                        <a:pt x="10573" y="5405"/>
                        <a:pt x="9906" y="5595"/>
                      </a:cubicBezTo>
                      <a:lnTo>
                        <a:pt x="12668" y="5595"/>
                      </a:lnTo>
                      <a:cubicBezTo>
                        <a:pt x="12097" y="6453"/>
                        <a:pt x="11621" y="7024"/>
                        <a:pt x="11049" y="7215"/>
                      </a:cubicBezTo>
                      <a:cubicBezTo>
                        <a:pt x="11049" y="7215"/>
                        <a:pt x="10859" y="7215"/>
                        <a:pt x="10859" y="7215"/>
                      </a:cubicBezTo>
                      <a:cubicBezTo>
                        <a:pt x="10668" y="7215"/>
                        <a:pt x="10573" y="7405"/>
                        <a:pt x="10382" y="7595"/>
                      </a:cubicBezTo>
                      <a:cubicBezTo>
                        <a:pt x="9811" y="7786"/>
                        <a:pt x="9430" y="7881"/>
                        <a:pt x="9144" y="7881"/>
                      </a:cubicBezTo>
                      <a:cubicBezTo>
                        <a:pt x="8763" y="7691"/>
                        <a:pt x="8287" y="7691"/>
                        <a:pt x="7620" y="7881"/>
                      </a:cubicBezTo>
                      <a:cubicBezTo>
                        <a:pt x="5715" y="7691"/>
                        <a:pt x="4382" y="7691"/>
                        <a:pt x="3620" y="7881"/>
                      </a:cubicBezTo>
                      <a:lnTo>
                        <a:pt x="3620" y="7215"/>
                      </a:lnTo>
                      <a:lnTo>
                        <a:pt x="2000" y="8929"/>
                      </a:lnTo>
                      <a:cubicBezTo>
                        <a:pt x="2477" y="9119"/>
                        <a:pt x="2953" y="9215"/>
                        <a:pt x="3524" y="9215"/>
                      </a:cubicBezTo>
                      <a:cubicBezTo>
                        <a:pt x="3715" y="9215"/>
                        <a:pt x="5048" y="8738"/>
                        <a:pt x="7620" y="7881"/>
                      </a:cubicBezTo>
                      <a:lnTo>
                        <a:pt x="9144" y="7881"/>
                      </a:lnTo>
                      <a:cubicBezTo>
                        <a:pt x="9144" y="7881"/>
                        <a:pt x="9620" y="8262"/>
                        <a:pt x="9906" y="8643"/>
                      </a:cubicBezTo>
                      <a:cubicBezTo>
                        <a:pt x="10096" y="8929"/>
                        <a:pt x="10192" y="9310"/>
                        <a:pt x="10478" y="9786"/>
                      </a:cubicBezTo>
                      <a:cubicBezTo>
                        <a:pt x="10382" y="9501"/>
                        <a:pt x="10192" y="9215"/>
                        <a:pt x="10096" y="8834"/>
                      </a:cubicBezTo>
                      <a:cubicBezTo>
                        <a:pt x="10096" y="8262"/>
                        <a:pt x="10192" y="7881"/>
                        <a:pt x="10478" y="7595"/>
                      </a:cubicBezTo>
                      <a:cubicBezTo>
                        <a:pt x="10668" y="7595"/>
                        <a:pt x="10859" y="7595"/>
                        <a:pt x="11144" y="7310"/>
                      </a:cubicBezTo>
                      <a:cubicBezTo>
                        <a:pt x="11811" y="8262"/>
                        <a:pt x="12097" y="8834"/>
                        <a:pt x="12097" y="8929"/>
                      </a:cubicBezTo>
                      <a:lnTo>
                        <a:pt x="15812" y="8262"/>
                      </a:lnTo>
                      <a:lnTo>
                        <a:pt x="12097" y="7881"/>
                      </a:lnTo>
                      <a:close/>
                      <a:moveTo>
                        <a:pt x="9049" y="14073"/>
                      </a:moveTo>
                      <a:lnTo>
                        <a:pt x="11240" y="12929"/>
                      </a:lnTo>
                      <a:lnTo>
                        <a:pt x="10192" y="12929"/>
                      </a:lnTo>
                      <a:lnTo>
                        <a:pt x="9049" y="14073"/>
                      </a:lnTo>
                      <a:close/>
                      <a:moveTo>
                        <a:pt x="26003" y="3500"/>
                      </a:moveTo>
                      <a:lnTo>
                        <a:pt x="27622" y="1690"/>
                      </a:lnTo>
                      <a:cubicBezTo>
                        <a:pt x="27051" y="1690"/>
                        <a:pt x="26384" y="1309"/>
                        <a:pt x="25622" y="833"/>
                      </a:cubicBezTo>
                      <a:lnTo>
                        <a:pt x="23813" y="3500"/>
                      </a:lnTo>
                      <a:lnTo>
                        <a:pt x="21908" y="2357"/>
                      </a:lnTo>
                      <a:lnTo>
                        <a:pt x="24479" y="5024"/>
                      </a:lnTo>
                      <a:cubicBezTo>
                        <a:pt x="24479" y="3214"/>
                        <a:pt x="24860" y="2071"/>
                        <a:pt x="25527" y="1690"/>
                      </a:cubicBezTo>
                      <a:cubicBezTo>
                        <a:pt x="25813" y="1881"/>
                        <a:pt x="25908" y="2452"/>
                        <a:pt x="25908" y="3500"/>
                      </a:cubicBezTo>
                      <a:close/>
                      <a:moveTo>
                        <a:pt x="31337" y="58364"/>
                      </a:moveTo>
                      <a:cubicBezTo>
                        <a:pt x="33052" y="58554"/>
                        <a:pt x="33719" y="58364"/>
                        <a:pt x="33528" y="57983"/>
                      </a:cubicBezTo>
                      <a:cubicBezTo>
                        <a:pt x="33147" y="57792"/>
                        <a:pt x="32480" y="57983"/>
                        <a:pt x="31337" y="58364"/>
                      </a:cubicBezTo>
                      <a:cubicBezTo>
                        <a:pt x="30861" y="58173"/>
                        <a:pt x="30575" y="58173"/>
                        <a:pt x="30290" y="58364"/>
                      </a:cubicBezTo>
                      <a:cubicBezTo>
                        <a:pt x="30766" y="58554"/>
                        <a:pt x="31147" y="58554"/>
                        <a:pt x="31337" y="58364"/>
                      </a:cubicBezTo>
                      <a:close/>
                      <a:moveTo>
                        <a:pt x="45720" y="56173"/>
                      </a:moveTo>
                      <a:cubicBezTo>
                        <a:pt x="44768" y="55411"/>
                        <a:pt x="43244" y="55125"/>
                        <a:pt x="41338" y="55125"/>
                      </a:cubicBezTo>
                      <a:cubicBezTo>
                        <a:pt x="39053" y="55125"/>
                        <a:pt x="37529" y="54935"/>
                        <a:pt x="36671" y="54744"/>
                      </a:cubicBezTo>
                      <a:lnTo>
                        <a:pt x="40386" y="56840"/>
                      </a:lnTo>
                      <a:cubicBezTo>
                        <a:pt x="40386" y="56840"/>
                        <a:pt x="39719" y="57411"/>
                        <a:pt x="39719" y="57983"/>
                      </a:cubicBezTo>
                      <a:lnTo>
                        <a:pt x="40767" y="57983"/>
                      </a:lnTo>
                      <a:cubicBezTo>
                        <a:pt x="40767" y="57983"/>
                        <a:pt x="41243" y="58364"/>
                        <a:pt x="41243" y="58554"/>
                      </a:cubicBezTo>
                      <a:cubicBezTo>
                        <a:pt x="41243" y="58554"/>
                        <a:pt x="41148" y="58935"/>
                        <a:pt x="40862" y="59316"/>
                      </a:cubicBezTo>
                      <a:cubicBezTo>
                        <a:pt x="40577" y="59793"/>
                        <a:pt x="40481" y="60269"/>
                        <a:pt x="40672" y="60650"/>
                      </a:cubicBezTo>
                      <a:lnTo>
                        <a:pt x="42863" y="60650"/>
                      </a:lnTo>
                      <a:cubicBezTo>
                        <a:pt x="41815" y="59507"/>
                        <a:pt x="41243" y="58745"/>
                        <a:pt x="41243" y="58364"/>
                      </a:cubicBezTo>
                      <a:cubicBezTo>
                        <a:pt x="41243" y="57983"/>
                        <a:pt x="41529" y="57697"/>
                        <a:pt x="42005" y="57411"/>
                      </a:cubicBezTo>
                      <a:cubicBezTo>
                        <a:pt x="42482" y="57221"/>
                        <a:pt x="43148" y="56935"/>
                        <a:pt x="43815" y="56649"/>
                      </a:cubicBezTo>
                      <a:cubicBezTo>
                        <a:pt x="44482" y="56649"/>
                        <a:pt x="45053" y="56840"/>
                        <a:pt x="45625" y="57316"/>
                      </a:cubicBezTo>
                      <a:lnTo>
                        <a:pt x="45625" y="56173"/>
                      </a:lnTo>
                      <a:close/>
                      <a:moveTo>
                        <a:pt x="40386" y="46743"/>
                      </a:moveTo>
                      <a:cubicBezTo>
                        <a:pt x="40958" y="47410"/>
                        <a:pt x="41624" y="47791"/>
                        <a:pt x="42577" y="47791"/>
                      </a:cubicBezTo>
                      <a:cubicBezTo>
                        <a:pt x="43910" y="47791"/>
                        <a:pt x="45149" y="47315"/>
                        <a:pt x="46196" y="46267"/>
                      </a:cubicBezTo>
                      <a:lnTo>
                        <a:pt x="44196" y="45600"/>
                      </a:lnTo>
                      <a:cubicBezTo>
                        <a:pt x="44101" y="46743"/>
                        <a:pt x="43910" y="47219"/>
                        <a:pt x="43529" y="47219"/>
                      </a:cubicBezTo>
                      <a:cubicBezTo>
                        <a:pt x="43434" y="47219"/>
                        <a:pt x="43053" y="46838"/>
                        <a:pt x="42386" y="46267"/>
                      </a:cubicBezTo>
                      <a:cubicBezTo>
                        <a:pt x="41720" y="45695"/>
                        <a:pt x="41148" y="45410"/>
                        <a:pt x="40481" y="45600"/>
                      </a:cubicBezTo>
                      <a:lnTo>
                        <a:pt x="40481" y="46743"/>
                      </a:lnTo>
                      <a:close/>
                      <a:moveTo>
                        <a:pt x="45434" y="59793"/>
                      </a:moveTo>
                      <a:lnTo>
                        <a:pt x="45434" y="59793"/>
                      </a:lnTo>
                      <a:lnTo>
                        <a:pt x="42958" y="57983"/>
                      </a:lnTo>
                      <a:cubicBezTo>
                        <a:pt x="42672" y="58840"/>
                        <a:pt x="42958" y="59316"/>
                        <a:pt x="43815" y="59507"/>
                      </a:cubicBezTo>
                      <a:cubicBezTo>
                        <a:pt x="44291" y="59602"/>
                        <a:pt x="44863" y="59697"/>
                        <a:pt x="45434" y="59793"/>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 name="Google Shape;1367;p99"/>
                <p:cNvSpPr/>
                <p:nvPr/>
              </p:nvSpPr>
              <p:spPr>
                <a:xfrm>
                  <a:off x="4927948" y="4065365"/>
                  <a:ext cx="24383" cy="110775"/>
                </a:xfrm>
                <a:custGeom>
                  <a:avLst/>
                  <a:gdLst/>
                  <a:ahLst/>
                  <a:cxnLst/>
                  <a:rect l="l" t="t" r="r" b="b"/>
                  <a:pathLst>
                    <a:path w="24383" h="110775" extrusionOk="0">
                      <a:moveTo>
                        <a:pt x="22860" y="96107"/>
                      </a:moveTo>
                      <a:cubicBezTo>
                        <a:pt x="22955" y="98774"/>
                        <a:pt x="22860" y="100394"/>
                        <a:pt x="22479" y="101060"/>
                      </a:cubicBezTo>
                      <a:cubicBezTo>
                        <a:pt x="23431" y="104775"/>
                        <a:pt x="23241" y="107632"/>
                        <a:pt x="21908" y="109442"/>
                      </a:cubicBezTo>
                      <a:cubicBezTo>
                        <a:pt x="21050" y="109919"/>
                        <a:pt x="20003" y="110109"/>
                        <a:pt x="18764" y="110109"/>
                      </a:cubicBezTo>
                      <a:lnTo>
                        <a:pt x="14764" y="110109"/>
                      </a:lnTo>
                      <a:cubicBezTo>
                        <a:pt x="14764" y="108776"/>
                        <a:pt x="14669" y="108013"/>
                        <a:pt x="14383" y="108013"/>
                      </a:cubicBezTo>
                      <a:cubicBezTo>
                        <a:pt x="14383" y="109823"/>
                        <a:pt x="13716" y="110776"/>
                        <a:pt x="12287" y="110776"/>
                      </a:cubicBezTo>
                      <a:cubicBezTo>
                        <a:pt x="11811" y="110776"/>
                        <a:pt x="11049" y="110680"/>
                        <a:pt x="10001" y="110395"/>
                      </a:cubicBezTo>
                      <a:cubicBezTo>
                        <a:pt x="8858" y="110109"/>
                        <a:pt x="8096" y="109919"/>
                        <a:pt x="7620" y="109919"/>
                      </a:cubicBezTo>
                      <a:cubicBezTo>
                        <a:pt x="7144" y="109919"/>
                        <a:pt x="6668" y="109919"/>
                        <a:pt x="6382" y="110204"/>
                      </a:cubicBezTo>
                      <a:cubicBezTo>
                        <a:pt x="6001" y="109823"/>
                        <a:pt x="5620" y="109728"/>
                        <a:pt x="5239" y="109728"/>
                      </a:cubicBezTo>
                      <a:cubicBezTo>
                        <a:pt x="4953" y="109728"/>
                        <a:pt x="4667" y="109728"/>
                        <a:pt x="4191" y="109919"/>
                      </a:cubicBezTo>
                      <a:cubicBezTo>
                        <a:pt x="3810" y="110014"/>
                        <a:pt x="3524" y="110109"/>
                        <a:pt x="3334" y="110109"/>
                      </a:cubicBezTo>
                      <a:cubicBezTo>
                        <a:pt x="2858" y="110109"/>
                        <a:pt x="2477" y="109919"/>
                        <a:pt x="2096" y="109538"/>
                      </a:cubicBezTo>
                      <a:cubicBezTo>
                        <a:pt x="1238" y="105251"/>
                        <a:pt x="667" y="100679"/>
                        <a:pt x="667" y="95917"/>
                      </a:cubicBezTo>
                      <a:cubicBezTo>
                        <a:pt x="667" y="92107"/>
                        <a:pt x="1143" y="85915"/>
                        <a:pt x="2096" y="77343"/>
                      </a:cubicBezTo>
                      <a:cubicBezTo>
                        <a:pt x="953" y="70961"/>
                        <a:pt x="762" y="60579"/>
                        <a:pt x="1429" y="45911"/>
                      </a:cubicBezTo>
                      <a:cubicBezTo>
                        <a:pt x="476" y="44958"/>
                        <a:pt x="0" y="44291"/>
                        <a:pt x="0" y="43720"/>
                      </a:cubicBezTo>
                      <a:cubicBezTo>
                        <a:pt x="0" y="43434"/>
                        <a:pt x="191" y="43053"/>
                        <a:pt x="571" y="42577"/>
                      </a:cubicBezTo>
                      <a:cubicBezTo>
                        <a:pt x="1048" y="42101"/>
                        <a:pt x="1143" y="41624"/>
                        <a:pt x="1143" y="41148"/>
                      </a:cubicBezTo>
                      <a:cubicBezTo>
                        <a:pt x="1143" y="40577"/>
                        <a:pt x="953" y="39910"/>
                        <a:pt x="476" y="39148"/>
                      </a:cubicBezTo>
                      <a:cubicBezTo>
                        <a:pt x="953" y="38481"/>
                        <a:pt x="953" y="36862"/>
                        <a:pt x="476" y="34100"/>
                      </a:cubicBezTo>
                      <a:cubicBezTo>
                        <a:pt x="0" y="31718"/>
                        <a:pt x="762" y="30385"/>
                        <a:pt x="2477" y="30004"/>
                      </a:cubicBezTo>
                      <a:lnTo>
                        <a:pt x="476" y="26479"/>
                      </a:lnTo>
                      <a:cubicBezTo>
                        <a:pt x="1238" y="26098"/>
                        <a:pt x="1619" y="25241"/>
                        <a:pt x="1619" y="24194"/>
                      </a:cubicBezTo>
                      <a:cubicBezTo>
                        <a:pt x="1619" y="23527"/>
                        <a:pt x="1429" y="22193"/>
                        <a:pt x="953" y="20384"/>
                      </a:cubicBezTo>
                      <a:cubicBezTo>
                        <a:pt x="476" y="18479"/>
                        <a:pt x="286" y="17145"/>
                        <a:pt x="286" y="16193"/>
                      </a:cubicBezTo>
                      <a:cubicBezTo>
                        <a:pt x="286" y="14954"/>
                        <a:pt x="667" y="13906"/>
                        <a:pt x="1429" y="13049"/>
                      </a:cubicBezTo>
                      <a:cubicBezTo>
                        <a:pt x="1048" y="10001"/>
                        <a:pt x="953" y="8192"/>
                        <a:pt x="953" y="7715"/>
                      </a:cubicBezTo>
                      <a:cubicBezTo>
                        <a:pt x="953" y="4191"/>
                        <a:pt x="2286" y="1905"/>
                        <a:pt x="4763" y="953"/>
                      </a:cubicBezTo>
                      <a:lnTo>
                        <a:pt x="7239" y="953"/>
                      </a:lnTo>
                      <a:cubicBezTo>
                        <a:pt x="8096" y="953"/>
                        <a:pt x="9620" y="762"/>
                        <a:pt x="11621" y="476"/>
                      </a:cubicBezTo>
                      <a:cubicBezTo>
                        <a:pt x="13621" y="95"/>
                        <a:pt x="15145" y="0"/>
                        <a:pt x="16097" y="0"/>
                      </a:cubicBezTo>
                      <a:cubicBezTo>
                        <a:pt x="18955" y="0"/>
                        <a:pt x="20955" y="1143"/>
                        <a:pt x="22288" y="3429"/>
                      </a:cubicBezTo>
                      <a:cubicBezTo>
                        <a:pt x="22479" y="11430"/>
                        <a:pt x="22479" y="23527"/>
                        <a:pt x="22288" y="39529"/>
                      </a:cubicBezTo>
                      <a:cubicBezTo>
                        <a:pt x="22288" y="39529"/>
                        <a:pt x="21812" y="39529"/>
                        <a:pt x="21050" y="40005"/>
                      </a:cubicBezTo>
                      <a:cubicBezTo>
                        <a:pt x="20860" y="40577"/>
                        <a:pt x="21241" y="41243"/>
                        <a:pt x="22098" y="41720"/>
                      </a:cubicBezTo>
                      <a:cubicBezTo>
                        <a:pt x="22955" y="42291"/>
                        <a:pt x="23336" y="42672"/>
                        <a:pt x="23336" y="42958"/>
                      </a:cubicBezTo>
                      <a:cubicBezTo>
                        <a:pt x="23336" y="43339"/>
                        <a:pt x="22955" y="43720"/>
                        <a:pt x="22193" y="44196"/>
                      </a:cubicBezTo>
                      <a:lnTo>
                        <a:pt x="20955" y="45244"/>
                      </a:lnTo>
                      <a:cubicBezTo>
                        <a:pt x="22098" y="46768"/>
                        <a:pt x="22574" y="48482"/>
                        <a:pt x="22574" y="50482"/>
                      </a:cubicBezTo>
                      <a:cubicBezTo>
                        <a:pt x="22574" y="51435"/>
                        <a:pt x="22384" y="52864"/>
                        <a:pt x="22098" y="54769"/>
                      </a:cubicBezTo>
                      <a:cubicBezTo>
                        <a:pt x="21812" y="56769"/>
                        <a:pt x="21622" y="58293"/>
                        <a:pt x="21622" y="59246"/>
                      </a:cubicBezTo>
                      <a:cubicBezTo>
                        <a:pt x="21622" y="60579"/>
                        <a:pt x="21812" y="61722"/>
                        <a:pt x="22193" y="62770"/>
                      </a:cubicBezTo>
                      <a:cubicBezTo>
                        <a:pt x="22384" y="69437"/>
                        <a:pt x="22193" y="79057"/>
                        <a:pt x="21622" y="91535"/>
                      </a:cubicBezTo>
                      <a:cubicBezTo>
                        <a:pt x="21812" y="91916"/>
                        <a:pt x="22193" y="92012"/>
                        <a:pt x="22860" y="91916"/>
                      </a:cubicBezTo>
                      <a:lnTo>
                        <a:pt x="24384" y="91916"/>
                      </a:lnTo>
                      <a:cubicBezTo>
                        <a:pt x="23241" y="92583"/>
                        <a:pt x="22574" y="94012"/>
                        <a:pt x="22574" y="96203"/>
                      </a:cubicBezTo>
                      <a:close/>
                      <a:moveTo>
                        <a:pt x="4953" y="27242"/>
                      </a:moveTo>
                      <a:cubicBezTo>
                        <a:pt x="4953" y="27242"/>
                        <a:pt x="4572" y="27527"/>
                        <a:pt x="4572" y="27622"/>
                      </a:cubicBezTo>
                      <a:cubicBezTo>
                        <a:pt x="4572" y="28004"/>
                        <a:pt x="4858" y="28385"/>
                        <a:pt x="5239" y="28575"/>
                      </a:cubicBezTo>
                      <a:cubicBezTo>
                        <a:pt x="5715" y="28861"/>
                        <a:pt x="6096" y="28956"/>
                        <a:pt x="6477" y="28765"/>
                      </a:cubicBezTo>
                      <a:cubicBezTo>
                        <a:pt x="6001" y="28099"/>
                        <a:pt x="5525" y="27622"/>
                        <a:pt x="4953" y="27242"/>
                      </a:cubicBezTo>
                      <a:close/>
                      <a:moveTo>
                        <a:pt x="5334" y="24955"/>
                      </a:moveTo>
                      <a:lnTo>
                        <a:pt x="6858" y="22765"/>
                      </a:lnTo>
                      <a:lnTo>
                        <a:pt x="4953" y="23431"/>
                      </a:lnTo>
                      <a:cubicBezTo>
                        <a:pt x="4953" y="23431"/>
                        <a:pt x="5334" y="24003"/>
                        <a:pt x="5334" y="24955"/>
                      </a:cubicBezTo>
                      <a:close/>
                      <a:moveTo>
                        <a:pt x="4953" y="98298"/>
                      </a:moveTo>
                      <a:lnTo>
                        <a:pt x="6858" y="98298"/>
                      </a:lnTo>
                      <a:cubicBezTo>
                        <a:pt x="6858" y="98298"/>
                        <a:pt x="6477" y="97631"/>
                        <a:pt x="5905" y="97631"/>
                      </a:cubicBezTo>
                      <a:cubicBezTo>
                        <a:pt x="5334" y="97631"/>
                        <a:pt x="5048" y="97917"/>
                        <a:pt x="4953" y="98298"/>
                      </a:cubicBezTo>
                      <a:close/>
                      <a:moveTo>
                        <a:pt x="20955" y="43148"/>
                      </a:moveTo>
                      <a:cubicBezTo>
                        <a:pt x="20479" y="43815"/>
                        <a:pt x="20574" y="44387"/>
                        <a:pt x="21241" y="44577"/>
                      </a:cubicBezTo>
                      <a:cubicBezTo>
                        <a:pt x="22098" y="43910"/>
                        <a:pt x="22479" y="43434"/>
                        <a:pt x="22479" y="42958"/>
                      </a:cubicBezTo>
                      <a:cubicBezTo>
                        <a:pt x="22479" y="42577"/>
                        <a:pt x="21908" y="42005"/>
                        <a:pt x="20860" y="41434"/>
                      </a:cubicBezTo>
                      <a:cubicBezTo>
                        <a:pt x="19812" y="40672"/>
                        <a:pt x="19241" y="40005"/>
                        <a:pt x="19336" y="39434"/>
                      </a:cubicBezTo>
                      <a:lnTo>
                        <a:pt x="18669" y="39910"/>
                      </a:lnTo>
                      <a:lnTo>
                        <a:pt x="19812" y="41053"/>
                      </a:lnTo>
                      <a:lnTo>
                        <a:pt x="18669" y="42101"/>
                      </a:lnTo>
                      <a:cubicBezTo>
                        <a:pt x="18669" y="42101"/>
                        <a:pt x="17907" y="41243"/>
                        <a:pt x="17621" y="40386"/>
                      </a:cubicBezTo>
                      <a:cubicBezTo>
                        <a:pt x="17240" y="39624"/>
                        <a:pt x="16764" y="39148"/>
                        <a:pt x="16097" y="39148"/>
                      </a:cubicBezTo>
                      <a:cubicBezTo>
                        <a:pt x="15812" y="39148"/>
                        <a:pt x="15430" y="39148"/>
                        <a:pt x="14859" y="39434"/>
                      </a:cubicBezTo>
                      <a:lnTo>
                        <a:pt x="16669" y="41338"/>
                      </a:lnTo>
                      <a:cubicBezTo>
                        <a:pt x="16193" y="42005"/>
                        <a:pt x="15430" y="42481"/>
                        <a:pt x="14288" y="42767"/>
                      </a:cubicBezTo>
                      <a:cubicBezTo>
                        <a:pt x="12859" y="43244"/>
                        <a:pt x="12002" y="43434"/>
                        <a:pt x="11906" y="43529"/>
                      </a:cubicBezTo>
                      <a:cubicBezTo>
                        <a:pt x="15526" y="44577"/>
                        <a:pt x="17717" y="44101"/>
                        <a:pt x="18383" y="42005"/>
                      </a:cubicBezTo>
                      <a:cubicBezTo>
                        <a:pt x="18860" y="43148"/>
                        <a:pt x="19241" y="43625"/>
                        <a:pt x="19431" y="43529"/>
                      </a:cubicBezTo>
                      <a:cubicBezTo>
                        <a:pt x="19336" y="43148"/>
                        <a:pt x="19621" y="42672"/>
                        <a:pt x="20288" y="42005"/>
                      </a:cubicBezTo>
                      <a:cubicBezTo>
                        <a:pt x="21241" y="42005"/>
                        <a:pt x="21527" y="42386"/>
                        <a:pt x="21050" y="43148"/>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 name="Google Shape;1368;p99"/>
                <p:cNvSpPr/>
                <p:nvPr/>
              </p:nvSpPr>
              <p:spPr>
                <a:xfrm>
                  <a:off x="4955571" y="4065079"/>
                  <a:ext cx="86201" cy="117157"/>
                </a:xfrm>
                <a:custGeom>
                  <a:avLst/>
                  <a:gdLst/>
                  <a:ahLst/>
                  <a:cxnLst/>
                  <a:rect l="l" t="t" r="r" b="b"/>
                  <a:pathLst>
                    <a:path w="86201" h="117157" extrusionOk="0">
                      <a:moveTo>
                        <a:pt x="1619" y="117062"/>
                      </a:moveTo>
                      <a:lnTo>
                        <a:pt x="0" y="116014"/>
                      </a:lnTo>
                      <a:lnTo>
                        <a:pt x="1619" y="116491"/>
                      </a:lnTo>
                      <a:lnTo>
                        <a:pt x="1619" y="117157"/>
                      </a:lnTo>
                      <a:close/>
                      <a:moveTo>
                        <a:pt x="84296" y="45053"/>
                      </a:moveTo>
                      <a:cubicBezTo>
                        <a:pt x="84011" y="46101"/>
                        <a:pt x="84296" y="47054"/>
                        <a:pt x="85058" y="48196"/>
                      </a:cubicBezTo>
                      <a:cubicBezTo>
                        <a:pt x="85820" y="49339"/>
                        <a:pt x="86201" y="50102"/>
                        <a:pt x="86201" y="50292"/>
                      </a:cubicBezTo>
                      <a:cubicBezTo>
                        <a:pt x="86201" y="50959"/>
                        <a:pt x="85820" y="51721"/>
                        <a:pt x="85154" y="52578"/>
                      </a:cubicBezTo>
                      <a:cubicBezTo>
                        <a:pt x="85630" y="56197"/>
                        <a:pt x="85820" y="60198"/>
                        <a:pt x="85820" y="64294"/>
                      </a:cubicBezTo>
                      <a:cubicBezTo>
                        <a:pt x="85820" y="68389"/>
                        <a:pt x="85630" y="72390"/>
                        <a:pt x="85154" y="76295"/>
                      </a:cubicBezTo>
                      <a:cubicBezTo>
                        <a:pt x="83439" y="76771"/>
                        <a:pt x="82582" y="77629"/>
                        <a:pt x="82582" y="78867"/>
                      </a:cubicBezTo>
                      <a:cubicBezTo>
                        <a:pt x="82582" y="79248"/>
                        <a:pt x="82772" y="79820"/>
                        <a:pt x="82963" y="80772"/>
                      </a:cubicBezTo>
                      <a:cubicBezTo>
                        <a:pt x="83344" y="81724"/>
                        <a:pt x="83439" y="82487"/>
                        <a:pt x="83439" y="82963"/>
                      </a:cubicBezTo>
                      <a:cubicBezTo>
                        <a:pt x="83439" y="83439"/>
                        <a:pt x="83344" y="83820"/>
                        <a:pt x="83153" y="84201"/>
                      </a:cubicBezTo>
                      <a:lnTo>
                        <a:pt x="83629" y="88011"/>
                      </a:lnTo>
                      <a:cubicBezTo>
                        <a:pt x="82487" y="88678"/>
                        <a:pt x="81534" y="89821"/>
                        <a:pt x="80867" y="91630"/>
                      </a:cubicBezTo>
                      <a:cubicBezTo>
                        <a:pt x="80105" y="93345"/>
                        <a:pt x="79534" y="95060"/>
                        <a:pt x="78962" y="96679"/>
                      </a:cubicBezTo>
                      <a:cubicBezTo>
                        <a:pt x="77248" y="97441"/>
                        <a:pt x="74390" y="99441"/>
                        <a:pt x="70390" y="102679"/>
                      </a:cubicBezTo>
                      <a:lnTo>
                        <a:pt x="71914" y="104204"/>
                      </a:lnTo>
                      <a:cubicBezTo>
                        <a:pt x="66866" y="104394"/>
                        <a:pt x="63246" y="105632"/>
                        <a:pt x="60960" y="107918"/>
                      </a:cubicBezTo>
                      <a:cubicBezTo>
                        <a:pt x="60579" y="107918"/>
                        <a:pt x="60198" y="107728"/>
                        <a:pt x="59817" y="107728"/>
                      </a:cubicBezTo>
                      <a:cubicBezTo>
                        <a:pt x="58960" y="107728"/>
                        <a:pt x="58198" y="108109"/>
                        <a:pt x="57531" y="108776"/>
                      </a:cubicBezTo>
                      <a:cubicBezTo>
                        <a:pt x="56864" y="109442"/>
                        <a:pt x="56579" y="110204"/>
                        <a:pt x="56674" y="111062"/>
                      </a:cubicBezTo>
                      <a:cubicBezTo>
                        <a:pt x="55531" y="110299"/>
                        <a:pt x="54197" y="109919"/>
                        <a:pt x="52673" y="109919"/>
                      </a:cubicBezTo>
                      <a:lnTo>
                        <a:pt x="48292" y="109919"/>
                      </a:lnTo>
                      <a:cubicBezTo>
                        <a:pt x="48482" y="109347"/>
                        <a:pt x="48196" y="108776"/>
                        <a:pt x="47435" y="108490"/>
                      </a:cubicBezTo>
                      <a:cubicBezTo>
                        <a:pt x="46673" y="108109"/>
                        <a:pt x="46292" y="107632"/>
                        <a:pt x="46101" y="107252"/>
                      </a:cubicBezTo>
                      <a:cubicBezTo>
                        <a:pt x="45053" y="109061"/>
                        <a:pt x="43434" y="110014"/>
                        <a:pt x="41338" y="110109"/>
                      </a:cubicBezTo>
                      <a:cubicBezTo>
                        <a:pt x="40958" y="110109"/>
                        <a:pt x="39148" y="110109"/>
                        <a:pt x="36004" y="109919"/>
                      </a:cubicBezTo>
                      <a:cubicBezTo>
                        <a:pt x="33719" y="109061"/>
                        <a:pt x="31337" y="108109"/>
                        <a:pt x="29051" y="107061"/>
                      </a:cubicBezTo>
                      <a:cubicBezTo>
                        <a:pt x="26289" y="105918"/>
                        <a:pt x="24194" y="104585"/>
                        <a:pt x="22765" y="103156"/>
                      </a:cubicBezTo>
                      <a:cubicBezTo>
                        <a:pt x="22193" y="103727"/>
                        <a:pt x="21050" y="103632"/>
                        <a:pt x="19336" y="102679"/>
                      </a:cubicBezTo>
                      <a:cubicBezTo>
                        <a:pt x="17145" y="99917"/>
                        <a:pt x="14954" y="97155"/>
                        <a:pt x="12668" y="94297"/>
                      </a:cubicBezTo>
                      <a:cubicBezTo>
                        <a:pt x="10287" y="91059"/>
                        <a:pt x="8954" y="87916"/>
                        <a:pt x="8668" y="85154"/>
                      </a:cubicBezTo>
                      <a:cubicBezTo>
                        <a:pt x="7334" y="83629"/>
                        <a:pt x="6763" y="81439"/>
                        <a:pt x="6858" y="78391"/>
                      </a:cubicBezTo>
                      <a:cubicBezTo>
                        <a:pt x="6858" y="74104"/>
                        <a:pt x="6858" y="71723"/>
                        <a:pt x="6858" y="71342"/>
                      </a:cubicBezTo>
                      <a:cubicBezTo>
                        <a:pt x="6858" y="70676"/>
                        <a:pt x="6763" y="70009"/>
                        <a:pt x="6763" y="69247"/>
                      </a:cubicBezTo>
                      <a:cubicBezTo>
                        <a:pt x="6763" y="68294"/>
                        <a:pt x="6858" y="66770"/>
                        <a:pt x="7144" y="64675"/>
                      </a:cubicBezTo>
                      <a:cubicBezTo>
                        <a:pt x="7429" y="62674"/>
                        <a:pt x="7620" y="61055"/>
                        <a:pt x="7620" y="60007"/>
                      </a:cubicBezTo>
                      <a:cubicBezTo>
                        <a:pt x="7620" y="58103"/>
                        <a:pt x="7239" y="56388"/>
                        <a:pt x="6477" y="55054"/>
                      </a:cubicBezTo>
                      <a:cubicBezTo>
                        <a:pt x="7429" y="54673"/>
                        <a:pt x="7620" y="54007"/>
                        <a:pt x="7239" y="52959"/>
                      </a:cubicBezTo>
                      <a:cubicBezTo>
                        <a:pt x="6763" y="52006"/>
                        <a:pt x="6858" y="51245"/>
                        <a:pt x="7525" y="50863"/>
                      </a:cubicBezTo>
                      <a:cubicBezTo>
                        <a:pt x="6953" y="46387"/>
                        <a:pt x="6763" y="42577"/>
                        <a:pt x="6763" y="39529"/>
                      </a:cubicBezTo>
                      <a:cubicBezTo>
                        <a:pt x="6763" y="34195"/>
                        <a:pt x="7525" y="29623"/>
                        <a:pt x="9049" y="25908"/>
                      </a:cubicBezTo>
                      <a:cubicBezTo>
                        <a:pt x="9716" y="22860"/>
                        <a:pt x="10382" y="20764"/>
                        <a:pt x="10859" y="19812"/>
                      </a:cubicBezTo>
                      <a:cubicBezTo>
                        <a:pt x="12002" y="17621"/>
                        <a:pt x="13526" y="16288"/>
                        <a:pt x="15526" y="15812"/>
                      </a:cubicBezTo>
                      <a:cubicBezTo>
                        <a:pt x="16669" y="12668"/>
                        <a:pt x="19336" y="9811"/>
                        <a:pt x="23432" y="7429"/>
                      </a:cubicBezTo>
                      <a:lnTo>
                        <a:pt x="22765" y="6953"/>
                      </a:lnTo>
                      <a:cubicBezTo>
                        <a:pt x="24003" y="6668"/>
                        <a:pt x="25813" y="5715"/>
                        <a:pt x="28289" y="4001"/>
                      </a:cubicBezTo>
                      <a:cubicBezTo>
                        <a:pt x="30290" y="2572"/>
                        <a:pt x="32195" y="1905"/>
                        <a:pt x="34004" y="2096"/>
                      </a:cubicBezTo>
                      <a:cubicBezTo>
                        <a:pt x="34004" y="762"/>
                        <a:pt x="34576" y="0"/>
                        <a:pt x="35624" y="0"/>
                      </a:cubicBezTo>
                      <a:cubicBezTo>
                        <a:pt x="36004" y="0"/>
                        <a:pt x="36671" y="95"/>
                        <a:pt x="37624" y="381"/>
                      </a:cubicBezTo>
                      <a:cubicBezTo>
                        <a:pt x="38671" y="571"/>
                        <a:pt x="39338" y="667"/>
                        <a:pt x="39719" y="571"/>
                      </a:cubicBezTo>
                      <a:cubicBezTo>
                        <a:pt x="41148" y="2667"/>
                        <a:pt x="43053" y="3715"/>
                        <a:pt x="45434" y="3715"/>
                      </a:cubicBezTo>
                      <a:cubicBezTo>
                        <a:pt x="46482" y="3715"/>
                        <a:pt x="48387" y="3334"/>
                        <a:pt x="50863" y="2572"/>
                      </a:cubicBezTo>
                      <a:cubicBezTo>
                        <a:pt x="52864" y="3143"/>
                        <a:pt x="55245" y="3143"/>
                        <a:pt x="58103" y="2572"/>
                      </a:cubicBezTo>
                      <a:lnTo>
                        <a:pt x="58103" y="3143"/>
                      </a:lnTo>
                      <a:cubicBezTo>
                        <a:pt x="58960" y="2762"/>
                        <a:pt x="59722" y="2572"/>
                        <a:pt x="60579" y="2572"/>
                      </a:cubicBezTo>
                      <a:cubicBezTo>
                        <a:pt x="61722" y="2572"/>
                        <a:pt x="63246" y="3334"/>
                        <a:pt x="65056" y="4858"/>
                      </a:cubicBezTo>
                      <a:cubicBezTo>
                        <a:pt x="66866" y="6287"/>
                        <a:pt x="68485" y="7144"/>
                        <a:pt x="69818" y="7334"/>
                      </a:cubicBezTo>
                      <a:cubicBezTo>
                        <a:pt x="70199" y="8763"/>
                        <a:pt x="71342" y="10192"/>
                        <a:pt x="73343" y="11716"/>
                      </a:cubicBezTo>
                      <a:cubicBezTo>
                        <a:pt x="75343" y="13240"/>
                        <a:pt x="76391" y="14288"/>
                        <a:pt x="76676" y="14859"/>
                      </a:cubicBezTo>
                      <a:cubicBezTo>
                        <a:pt x="78010" y="14859"/>
                        <a:pt x="78867" y="15812"/>
                        <a:pt x="79153" y="17717"/>
                      </a:cubicBezTo>
                      <a:cubicBezTo>
                        <a:pt x="79438" y="19621"/>
                        <a:pt x="80201" y="20574"/>
                        <a:pt x="81534" y="20574"/>
                      </a:cubicBezTo>
                      <a:cubicBezTo>
                        <a:pt x="82487" y="21717"/>
                        <a:pt x="83058" y="23431"/>
                        <a:pt x="83058" y="25622"/>
                      </a:cubicBezTo>
                      <a:lnTo>
                        <a:pt x="83058" y="27527"/>
                      </a:lnTo>
                      <a:cubicBezTo>
                        <a:pt x="82963" y="28480"/>
                        <a:pt x="82868" y="29051"/>
                        <a:pt x="82868" y="29432"/>
                      </a:cubicBezTo>
                      <a:cubicBezTo>
                        <a:pt x="82868" y="32099"/>
                        <a:pt x="83820" y="34004"/>
                        <a:pt x="85725" y="35243"/>
                      </a:cubicBezTo>
                      <a:cubicBezTo>
                        <a:pt x="85344" y="35909"/>
                        <a:pt x="85154" y="36576"/>
                        <a:pt x="85154" y="37433"/>
                      </a:cubicBezTo>
                      <a:cubicBezTo>
                        <a:pt x="85154" y="38290"/>
                        <a:pt x="85344" y="39148"/>
                        <a:pt x="85725" y="40291"/>
                      </a:cubicBezTo>
                      <a:cubicBezTo>
                        <a:pt x="86106" y="41434"/>
                        <a:pt x="86201" y="42291"/>
                        <a:pt x="86201" y="42767"/>
                      </a:cubicBezTo>
                      <a:cubicBezTo>
                        <a:pt x="86201" y="43815"/>
                        <a:pt x="85535" y="44482"/>
                        <a:pt x="84201" y="44768"/>
                      </a:cubicBezTo>
                      <a:close/>
                      <a:moveTo>
                        <a:pt x="69913" y="52578"/>
                      </a:moveTo>
                      <a:cubicBezTo>
                        <a:pt x="69913" y="52578"/>
                        <a:pt x="72485" y="53149"/>
                        <a:pt x="76200" y="54483"/>
                      </a:cubicBezTo>
                      <a:lnTo>
                        <a:pt x="76200" y="51530"/>
                      </a:lnTo>
                      <a:cubicBezTo>
                        <a:pt x="73152" y="50387"/>
                        <a:pt x="71819" y="49816"/>
                        <a:pt x="72104" y="49816"/>
                      </a:cubicBezTo>
                      <a:cubicBezTo>
                        <a:pt x="71438" y="49816"/>
                        <a:pt x="71247" y="50292"/>
                        <a:pt x="71438" y="51530"/>
                      </a:cubicBezTo>
                      <a:lnTo>
                        <a:pt x="69913" y="49816"/>
                      </a:lnTo>
                      <a:lnTo>
                        <a:pt x="69247" y="50292"/>
                      </a:lnTo>
                      <a:cubicBezTo>
                        <a:pt x="68675" y="49244"/>
                        <a:pt x="67723" y="48482"/>
                        <a:pt x="66485" y="47911"/>
                      </a:cubicBezTo>
                      <a:cubicBezTo>
                        <a:pt x="64484" y="47244"/>
                        <a:pt x="63437" y="46768"/>
                        <a:pt x="63056" y="46577"/>
                      </a:cubicBezTo>
                      <a:cubicBezTo>
                        <a:pt x="63437" y="46101"/>
                        <a:pt x="63627" y="45434"/>
                        <a:pt x="63532" y="44387"/>
                      </a:cubicBezTo>
                      <a:lnTo>
                        <a:pt x="63532" y="41910"/>
                      </a:lnTo>
                      <a:cubicBezTo>
                        <a:pt x="63532" y="41910"/>
                        <a:pt x="62198" y="39148"/>
                        <a:pt x="60388" y="34862"/>
                      </a:cubicBezTo>
                      <a:cubicBezTo>
                        <a:pt x="59246" y="31909"/>
                        <a:pt x="58103" y="30004"/>
                        <a:pt x="57150" y="29146"/>
                      </a:cubicBezTo>
                      <a:lnTo>
                        <a:pt x="57817" y="28670"/>
                      </a:lnTo>
                      <a:cubicBezTo>
                        <a:pt x="56864" y="27432"/>
                        <a:pt x="55436" y="26575"/>
                        <a:pt x="53721" y="26003"/>
                      </a:cubicBezTo>
                      <a:cubicBezTo>
                        <a:pt x="52007" y="25432"/>
                        <a:pt x="50387" y="24955"/>
                        <a:pt x="48863" y="24479"/>
                      </a:cubicBezTo>
                      <a:cubicBezTo>
                        <a:pt x="48863" y="23051"/>
                        <a:pt x="48292" y="22288"/>
                        <a:pt x="47054" y="22288"/>
                      </a:cubicBezTo>
                      <a:cubicBezTo>
                        <a:pt x="45339" y="22288"/>
                        <a:pt x="44196" y="22955"/>
                        <a:pt x="43625" y="24479"/>
                      </a:cubicBezTo>
                      <a:cubicBezTo>
                        <a:pt x="42672" y="24670"/>
                        <a:pt x="41243" y="25241"/>
                        <a:pt x="39624" y="26289"/>
                      </a:cubicBezTo>
                      <a:cubicBezTo>
                        <a:pt x="37910" y="27432"/>
                        <a:pt x="36671" y="27908"/>
                        <a:pt x="35719" y="27718"/>
                      </a:cubicBezTo>
                      <a:cubicBezTo>
                        <a:pt x="33909" y="28194"/>
                        <a:pt x="32671" y="29718"/>
                        <a:pt x="31909" y="32195"/>
                      </a:cubicBezTo>
                      <a:cubicBezTo>
                        <a:pt x="31147" y="34957"/>
                        <a:pt x="30290" y="36576"/>
                        <a:pt x="29337" y="37147"/>
                      </a:cubicBezTo>
                      <a:cubicBezTo>
                        <a:pt x="29337" y="38481"/>
                        <a:pt x="29337" y="40386"/>
                        <a:pt x="28956" y="42577"/>
                      </a:cubicBezTo>
                      <a:cubicBezTo>
                        <a:pt x="28670" y="44863"/>
                        <a:pt x="28480" y="46482"/>
                        <a:pt x="28480" y="47339"/>
                      </a:cubicBezTo>
                      <a:cubicBezTo>
                        <a:pt x="28480" y="48959"/>
                        <a:pt x="28766" y="50292"/>
                        <a:pt x="29337" y="51530"/>
                      </a:cubicBezTo>
                      <a:cubicBezTo>
                        <a:pt x="28289" y="52292"/>
                        <a:pt x="28194" y="53721"/>
                        <a:pt x="28956" y="55912"/>
                      </a:cubicBezTo>
                      <a:cubicBezTo>
                        <a:pt x="29623" y="57721"/>
                        <a:pt x="29242" y="58769"/>
                        <a:pt x="27813" y="58960"/>
                      </a:cubicBezTo>
                      <a:cubicBezTo>
                        <a:pt x="28861" y="63341"/>
                        <a:pt x="29337" y="66675"/>
                        <a:pt x="29337" y="68961"/>
                      </a:cubicBezTo>
                      <a:cubicBezTo>
                        <a:pt x="29337" y="70580"/>
                        <a:pt x="29242" y="72199"/>
                        <a:pt x="28956" y="73723"/>
                      </a:cubicBezTo>
                      <a:cubicBezTo>
                        <a:pt x="29623" y="74295"/>
                        <a:pt x="30861" y="76867"/>
                        <a:pt x="32766" y="81629"/>
                      </a:cubicBezTo>
                      <a:cubicBezTo>
                        <a:pt x="34100" y="85058"/>
                        <a:pt x="36386" y="86678"/>
                        <a:pt x="39434" y="86296"/>
                      </a:cubicBezTo>
                      <a:cubicBezTo>
                        <a:pt x="39719" y="86296"/>
                        <a:pt x="40005" y="86296"/>
                        <a:pt x="40386" y="85915"/>
                      </a:cubicBezTo>
                      <a:cubicBezTo>
                        <a:pt x="40767" y="85535"/>
                        <a:pt x="41053" y="85344"/>
                        <a:pt x="41243" y="85344"/>
                      </a:cubicBezTo>
                      <a:cubicBezTo>
                        <a:pt x="41529" y="85344"/>
                        <a:pt x="41815" y="85535"/>
                        <a:pt x="42101" y="85915"/>
                      </a:cubicBezTo>
                      <a:lnTo>
                        <a:pt x="41529" y="86296"/>
                      </a:lnTo>
                      <a:cubicBezTo>
                        <a:pt x="41529" y="86296"/>
                        <a:pt x="41815" y="87154"/>
                        <a:pt x="42196" y="87535"/>
                      </a:cubicBezTo>
                      <a:lnTo>
                        <a:pt x="43148" y="88487"/>
                      </a:lnTo>
                      <a:cubicBezTo>
                        <a:pt x="43720" y="89345"/>
                        <a:pt x="44577" y="89726"/>
                        <a:pt x="45625" y="89726"/>
                      </a:cubicBezTo>
                      <a:cubicBezTo>
                        <a:pt x="46958" y="89726"/>
                        <a:pt x="47720" y="89154"/>
                        <a:pt x="47816" y="88106"/>
                      </a:cubicBezTo>
                      <a:cubicBezTo>
                        <a:pt x="48482" y="88678"/>
                        <a:pt x="49054" y="88868"/>
                        <a:pt x="49625" y="88868"/>
                      </a:cubicBezTo>
                      <a:cubicBezTo>
                        <a:pt x="50197" y="88868"/>
                        <a:pt x="50768" y="88297"/>
                        <a:pt x="51530" y="87059"/>
                      </a:cubicBezTo>
                      <a:cubicBezTo>
                        <a:pt x="52197" y="85915"/>
                        <a:pt x="52769" y="85249"/>
                        <a:pt x="53340" y="85249"/>
                      </a:cubicBezTo>
                      <a:cubicBezTo>
                        <a:pt x="53816" y="85249"/>
                        <a:pt x="54578" y="85535"/>
                        <a:pt x="55436" y="86201"/>
                      </a:cubicBezTo>
                      <a:cubicBezTo>
                        <a:pt x="55626" y="85820"/>
                        <a:pt x="56483" y="85344"/>
                        <a:pt x="58007" y="84582"/>
                      </a:cubicBezTo>
                      <a:cubicBezTo>
                        <a:pt x="59246" y="84011"/>
                        <a:pt x="59912" y="83248"/>
                        <a:pt x="59912" y="82201"/>
                      </a:cubicBezTo>
                      <a:cubicBezTo>
                        <a:pt x="59912" y="81820"/>
                        <a:pt x="59817" y="81344"/>
                        <a:pt x="59627" y="80772"/>
                      </a:cubicBezTo>
                      <a:cubicBezTo>
                        <a:pt x="60865" y="80201"/>
                        <a:pt x="61722" y="78772"/>
                        <a:pt x="62008" y="76581"/>
                      </a:cubicBezTo>
                      <a:cubicBezTo>
                        <a:pt x="62294" y="74390"/>
                        <a:pt x="62865" y="73057"/>
                        <a:pt x="63818" y="72485"/>
                      </a:cubicBezTo>
                      <a:lnTo>
                        <a:pt x="63818" y="63437"/>
                      </a:lnTo>
                      <a:cubicBezTo>
                        <a:pt x="64008" y="62865"/>
                        <a:pt x="64103" y="62103"/>
                        <a:pt x="64103" y="61341"/>
                      </a:cubicBezTo>
                      <a:cubicBezTo>
                        <a:pt x="64103" y="60579"/>
                        <a:pt x="63913" y="59341"/>
                        <a:pt x="63722" y="57721"/>
                      </a:cubicBezTo>
                      <a:cubicBezTo>
                        <a:pt x="63341" y="56197"/>
                        <a:pt x="63246" y="55054"/>
                        <a:pt x="63246" y="54388"/>
                      </a:cubicBezTo>
                      <a:cubicBezTo>
                        <a:pt x="63246" y="53435"/>
                        <a:pt x="63437" y="52578"/>
                        <a:pt x="63818" y="51816"/>
                      </a:cubicBezTo>
                      <a:cubicBezTo>
                        <a:pt x="63818" y="50863"/>
                        <a:pt x="64008" y="50292"/>
                        <a:pt x="64675" y="50102"/>
                      </a:cubicBezTo>
                      <a:cubicBezTo>
                        <a:pt x="64865" y="50102"/>
                        <a:pt x="65723" y="50102"/>
                        <a:pt x="67056" y="50292"/>
                      </a:cubicBezTo>
                      <a:cubicBezTo>
                        <a:pt x="68009" y="50578"/>
                        <a:pt x="68771" y="50482"/>
                        <a:pt x="69247" y="50292"/>
                      </a:cubicBezTo>
                      <a:cubicBezTo>
                        <a:pt x="70104" y="51149"/>
                        <a:pt x="70485" y="51911"/>
                        <a:pt x="70295" y="52578"/>
                      </a:cubicBezTo>
                      <a:close/>
                      <a:moveTo>
                        <a:pt x="81534" y="45053"/>
                      </a:moveTo>
                      <a:cubicBezTo>
                        <a:pt x="80772" y="44672"/>
                        <a:pt x="80105" y="44482"/>
                        <a:pt x="79343" y="44482"/>
                      </a:cubicBezTo>
                      <a:cubicBezTo>
                        <a:pt x="78867" y="44482"/>
                        <a:pt x="78200" y="44672"/>
                        <a:pt x="77153" y="44863"/>
                      </a:cubicBezTo>
                      <a:cubicBezTo>
                        <a:pt x="76200" y="45148"/>
                        <a:pt x="75248" y="45244"/>
                        <a:pt x="74581" y="45053"/>
                      </a:cubicBezTo>
                      <a:lnTo>
                        <a:pt x="77819" y="47244"/>
                      </a:lnTo>
                      <a:lnTo>
                        <a:pt x="78200" y="45053"/>
                      </a:lnTo>
                      <a:cubicBezTo>
                        <a:pt x="78200" y="45053"/>
                        <a:pt x="79438" y="45434"/>
                        <a:pt x="81439" y="46196"/>
                      </a:cubicBezTo>
                      <a:lnTo>
                        <a:pt x="81439" y="45053"/>
                      </a:lnTo>
                      <a:close/>
                      <a:moveTo>
                        <a:pt x="78296" y="79438"/>
                      </a:moveTo>
                      <a:cubicBezTo>
                        <a:pt x="78296" y="79438"/>
                        <a:pt x="78581" y="79248"/>
                        <a:pt x="78581" y="79153"/>
                      </a:cubicBezTo>
                      <a:cubicBezTo>
                        <a:pt x="78581" y="79153"/>
                        <a:pt x="78296" y="78867"/>
                        <a:pt x="77915" y="78677"/>
                      </a:cubicBezTo>
                      <a:cubicBezTo>
                        <a:pt x="77438" y="78486"/>
                        <a:pt x="77248" y="78296"/>
                        <a:pt x="77248" y="78105"/>
                      </a:cubicBezTo>
                      <a:cubicBezTo>
                        <a:pt x="77248" y="77914"/>
                        <a:pt x="77438" y="77724"/>
                        <a:pt x="77915" y="77438"/>
                      </a:cubicBezTo>
                      <a:cubicBezTo>
                        <a:pt x="77343" y="77248"/>
                        <a:pt x="76867" y="77343"/>
                        <a:pt x="76295" y="77438"/>
                      </a:cubicBezTo>
                      <a:cubicBezTo>
                        <a:pt x="75438" y="78010"/>
                        <a:pt x="75057" y="78296"/>
                        <a:pt x="74962" y="78296"/>
                      </a:cubicBezTo>
                      <a:cubicBezTo>
                        <a:pt x="75248" y="78296"/>
                        <a:pt x="76391" y="78677"/>
                        <a:pt x="78391" y="79343"/>
                      </a:cubicBezTo>
                      <a:close/>
                      <a:moveTo>
                        <a:pt x="82010" y="51530"/>
                      </a:moveTo>
                      <a:lnTo>
                        <a:pt x="83629" y="51530"/>
                      </a:lnTo>
                      <a:cubicBezTo>
                        <a:pt x="82868" y="51054"/>
                        <a:pt x="82296" y="50959"/>
                        <a:pt x="82010" y="51530"/>
                      </a:cubicBezTo>
                      <a:cubicBezTo>
                        <a:pt x="80963" y="51245"/>
                        <a:pt x="79629" y="50768"/>
                        <a:pt x="77724" y="50292"/>
                      </a:cubicBezTo>
                      <a:cubicBezTo>
                        <a:pt x="77534" y="49625"/>
                        <a:pt x="77057" y="49339"/>
                        <a:pt x="76200" y="49339"/>
                      </a:cubicBezTo>
                      <a:cubicBezTo>
                        <a:pt x="76581" y="49530"/>
                        <a:pt x="77057" y="49816"/>
                        <a:pt x="77724" y="50292"/>
                      </a:cubicBezTo>
                      <a:cubicBezTo>
                        <a:pt x="77724" y="50673"/>
                        <a:pt x="77819" y="51149"/>
                        <a:pt x="77819" y="51626"/>
                      </a:cubicBezTo>
                      <a:cubicBezTo>
                        <a:pt x="77819" y="52388"/>
                        <a:pt x="77819" y="52769"/>
                        <a:pt x="77819" y="52864"/>
                      </a:cubicBezTo>
                      <a:cubicBezTo>
                        <a:pt x="77819" y="53149"/>
                        <a:pt x="77915" y="53245"/>
                        <a:pt x="78200" y="53149"/>
                      </a:cubicBezTo>
                      <a:lnTo>
                        <a:pt x="79724" y="51626"/>
                      </a:lnTo>
                      <a:lnTo>
                        <a:pt x="80391" y="52006"/>
                      </a:lnTo>
                      <a:cubicBezTo>
                        <a:pt x="80391" y="52006"/>
                        <a:pt x="80391" y="52769"/>
                        <a:pt x="80105" y="53149"/>
                      </a:cubicBezTo>
                      <a:cubicBezTo>
                        <a:pt x="79820" y="53530"/>
                        <a:pt x="79724" y="53912"/>
                        <a:pt x="79724" y="54197"/>
                      </a:cubicBezTo>
                      <a:cubicBezTo>
                        <a:pt x="80582" y="54388"/>
                        <a:pt x="81058" y="54197"/>
                        <a:pt x="81344" y="53435"/>
                      </a:cubicBezTo>
                      <a:cubicBezTo>
                        <a:pt x="81534" y="52769"/>
                        <a:pt x="81725" y="52102"/>
                        <a:pt x="81915" y="51530"/>
                      </a:cubicBezTo>
                      <a:lnTo>
                        <a:pt x="81915" y="51530"/>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 name="Google Shape;1369;p99"/>
                <p:cNvSpPr/>
                <p:nvPr/>
              </p:nvSpPr>
              <p:spPr>
                <a:xfrm>
                  <a:off x="5053012" y="4065841"/>
                  <a:ext cx="77819" cy="115919"/>
                </a:xfrm>
                <a:custGeom>
                  <a:avLst/>
                  <a:gdLst/>
                  <a:ahLst/>
                  <a:cxnLst/>
                  <a:rect l="l" t="t" r="r" b="b"/>
                  <a:pathLst>
                    <a:path w="77819" h="115919" extrusionOk="0">
                      <a:moveTo>
                        <a:pt x="77629" y="78296"/>
                      </a:moveTo>
                      <a:cubicBezTo>
                        <a:pt x="76962" y="78581"/>
                        <a:pt x="76676" y="78867"/>
                        <a:pt x="76676" y="79343"/>
                      </a:cubicBezTo>
                      <a:cubicBezTo>
                        <a:pt x="76676" y="78962"/>
                        <a:pt x="76962" y="79724"/>
                        <a:pt x="77629" y="81439"/>
                      </a:cubicBezTo>
                      <a:cubicBezTo>
                        <a:pt x="76771" y="83153"/>
                        <a:pt x="76295" y="85439"/>
                        <a:pt x="76295" y="88011"/>
                      </a:cubicBezTo>
                      <a:cubicBezTo>
                        <a:pt x="76295" y="89440"/>
                        <a:pt x="76486" y="91726"/>
                        <a:pt x="76867" y="94774"/>
                      </a:cubicBezTo>
                      <a:cubicBezTo>
                        <a:pt x="77343" y="97822"/>
                        <a:pt x="77534" y="100013"/>
                        <a:pt x="77534" y="101251"/>
                      </a:cubicBezTo>
                      <a:cubicBezTo>
                        <a:pt x="77534" y="107252"/>
                        <a:pt x="74390" y="110490"/>
                        <a:pt x="68009" y="111157"/>
                      </a:cubicBezTo>
                      <a:cubicBezTo>
                        <a:pt x="67151" y="110395"/>
                        <a:pt x="66294" y="109919"/>
                        <a:pt x="65437" y="109919"/>
                      </a:cubicBezTo>
                      <a:cubicBezTo>
                        <a:pt x="64961" y="109919"/>
                        <a:pt x="64294" y="110109"/>
                        <a:pt x="63532" y="110395"/>
                      </a:cubicBezTo>
                      <a:cubicBezTo>
                        <a:pt x="62770" y="110585"/>
                        <a:pt x="62198" y="110776"/>
                        <a:pt x="62008" y="110776"/>
                      </a:cubicBezTo>
                      <a:cubicBezTo>
                        <a:pt x="61055" y="110776"/>
                        <a:pt x="60388" y="110300"/>
                        <a:pt x="60103" y="109347"/>
                      </a:cubicBezTo>
                      <a:lnTo>
                        <a:pt x="58579" y="108966"/>
                      </a:lnTo>
                      <a:lnTo>
                        <a:pt x="59246" y="108585"/>
                      </a:lnTo>
                      <a:cubicBezTo>
                        <a:pt x="57721" y="108299"/>
                        <a:pt x="56293" y="107061"/>
                        <a:pt x="54959" y="104775"/>
                      </a:cubicBezTo>
                      <a:cubicBezTo>
                        <a:pt x="53530" y="102584"/>
                        <a:pt x="52102" y="101346"/>
                        <a:pt x="50673" y="101156"/>
                      </a:cubicBezTo>
                      <a:cubicBezTo>
                        <a:pt x="50673" y="100775"/>
                        <a:pt x="50673" y="100394"/>
                        <a:pt x="50673" y="99917"/>
                      </a:cubicBezTo>
                      <a:cubicBezTo>
                        <a:pt x="50482" y="99441"/>
                        <a:pt x="50387" y="99060"/>
                        <a:pt x="50387" y="98965"/>
                      </a:cubicBezTo>
                      <a:cubicBezTo>
                        <a:pt x="50387" y="98489"/>
                        <a:pt x="50673" y="98108"/>
                        <a:pt x="51340" y="98012"/>
                      </a:cubicBezTo>
                      <a:cubicBezTo>
                        <a:pt x="49816" y="96965"/>
                        <a:pt x="48387" y="94964"/>
                        <a:pt x="46958" y="91821"/>
                      </a:cubicBezTo>
                      <a:cubicBezTo>
                        <a:pt x="45529" y="88678"/>
                        <a:pt x="44101" y="86678"/>
                        <a:pt x="42767" y="85725"/>
                      </a:cubicBezTo>
                      <a:cubicBezTo>
                        <a:pt x="42386" y="83058"/>
                        <a:pt x="41243" y="80010"/>
                        <a:pt x="39053" y="76581"/>
                      </a:cubicBezTo>
                      <a:cubicBezTo>
                        <a:pt x="35814" y="71533"/>
                        <a:pt x="34195" y="68866"/>
                        <a:pt x="34004" y="68390"/>
                      </a:cubicBezTo>
                      <a:cubicBezTo>
                        <a:pt x="34004" y="67533"/>
                        <a:pt x="33719" y="66485"/>
                        <a:pt x="32956" y="65246"/>
                      </a:cubicBezTo>
                      <a:cubicBezTo>
                        <a:pt x="32099" y="64008"/>
                        <a:pt x="31813" y="63056"/>
                        <a:pt x="31813" y="62389"/>
                      </a:cubicBezTo>
                      <a:cubicBezTo>
                        <a:pt x="31813" y="62008"/>
                        <a:pt x="31909" y="61627"/>
                        <a:pt x="32195" y="61151"/>
                      </a:cubicBezTo>
                      <a:cubicBezTo>
                        <a:pt x="31718" y="61436"/>
                        <a:pt x="31242" y="61436"/>
                        <a:pt x="30956" y="61436"/>
                      </a:cubicBezTo>
                      <a:cubicBezTo>
                        <a:pt x="29718" y="61436"/>
                        <a:pt x="28575" y="60103"/>
                        <a:pt x="27718" y="57245"/>
                      </a:cubicBezTo>
                      <a:cubicBezTo>
                        <a:pt x="26861" y="54388"/>
                        <a:pt x="25432" y="53054"/>
                        <a:pt x="23622" y="53054"/>
                      </a:cubicBezTo>
                      <a:cubicBezTo>
                        <a:pt x="23241" y="53054"/>
                        <a:pt x="22860" y="53054"/>
                        <a:pt x="22384" y="53150"/>
                      </a:cubicBezTo>
                      <a:cubicBezTo>
                        <a:pt x="22860" y="55626"/>
                        <a:pt x="23051" y="58388"/>
                        <a:pt x="23051" y="61341"/>
                      </a:cubicBezTo>
                      <a:cubicBezTo>
                        <a:pt x="23051" y="63818"/>
                        <a:pt x="22860" y="67437"/>
                        <a:pt x="22384" y="72295"/>
                      </a:cubicBezTo>
                      <a:cubicBezTo>
                        <a:pt x="21907" y="77153"/>
                        <a:pt x="21717" y="80772"/>
                        <a:pt x="21717" y="83153"/>
                      </a:cubicBezTo>
                      <a:cubicBezTo>
                        <a:pt x="21717" y="87630"/>
                        <a:pt x="22288" y="91726"/>
                        <a:pt x="23527" y="95250"/>
                      </a:cubicBezTo>
                      <a:cubicBezTo>
                        <a:pt x="22384" y="96012"/>
                        <a:pt x="21717" y="97060"/>
                        <a:pt x="21717" y="98393"/>
                      </a:cubicBezTo>
                      <a:cubicBezTo>
                        <a:pt x="21717" y="99155"/>
                        <a:pt x="21907" y="100203"/>
                        <a:pt x="22288" y="101537"/>
                      </a:cubicBezTo>
                      <a:cubicBezTo>
                        <a:pt x="22670" y="102870"/>
                        <a:pt x="22860" y="103918"/>
                        <a:pt x="22860" y="104585"/>
                      </a:cubicBezTo>
                      <a:cubicBezTo>
                        <a:pt x="22860" y="105918"/>
                        <a:pt x="22193" y="106871"/>
                        <a:pt x="20764" y="107442"/>
                      </a:cubicBezTo>
                      <a:cubicBezTo>
                        <a:pt x="20764" y="108585"/>
                        <a:pt x="20384" y="109538"/>
                        <a:pt x="19621" y="110014"/>
                      </a:cubicBezTo>
                      <a:lnTo>
                        <a:pt x="5239" y="109442"/>
                      </a:lnTo>
                      <a:cubicBezTo>
                        <a:pt x="5239" y="108871"/>
                        <a:pt x="5048" y="108585"/>
                        <a:pt x="4858" y="108585"/>
                      </a:cubicBezTo>
                      <a:cubicBezTo>
                        <a:pt x="4763" y="108585"/>
                        <a:pt x="4477" y="108585"/>
                        <a:pt x="4191" y="108871"/>
                      </a:cubicBezTo>
                      <a:cubicBezTo>
                        <a:pt x="3810" y="109061"/>
                        <a:pt x="3524" y="109252"/>
                        <a:pt x="3334" y="109252"/>
                      </a:cubicBezTo>
                      <a:cubicBezTo>
                        <a:pt x="3048" y="109252"/>
                        <a:pt x="2762" y="109061"/>
                        <a:pt x="2572" y="108680"/>
                      </a:cubicBezTo>
                      <a:cubicBezTo>
                        <a:pt x="1238" y="107823"/>
                        <a:pt x="571" y="106680"/>
                        <a:pt x="571" y="105251"/>
                      </a:cubicBezTo>
                      <a:cubicBezTo>
                        <a:pt x="571" y="104585"/>
                        <a:pt x="857" y="103442"/>
                        <a:pt x="1334" y="101918"/>
                      </a:cubicBezTo>
                      <a:cubicBezTo>
                        <a:pt x="1810" y="100299"/>
                        <a:pt x="2096" y="99060"/>
                        <a:pt x="2096" y="98108"/>
                      </a:cubicBezTo>
                      <a:cubicBezTo>
                        <a:pt x="2096" y="97250"/>
                        <a:pt x="1905" y="96488"/>
                        <a:pt x="1524" y="95822"/>
                      </a:cubicBezTo>
                      <a:cubicBezTo>
                        <a:pt x="1143" y="93441"/>
                        <a:pt x="1048" y="89249"/>
                        <a:pt x="1143" y="83153"/>
                      </a:cubicBezTo>
                      <a:cubicBezTo>
                        <a:pt x="1143" y="77724"/>
                        <a:pt x="857" y="73533"/>
                        <a:pt x="0" y="70580"/>
                      </a:cubicBezTo>
                      <a:cubicBezTo>
                        <a:pt x="762" y="69533"/>
                        <a:pt x="1143" y="68294"/>
                        <a:pt x="1143" y="66770"/>
                      </a:cubicBezTo>
                      <a:cubicBezTo>
                        <a:pt x="1143" y="66104"/>
                        <a:pt x="1048" y="65151"/>
                        <a:pt x="857" y="63818"/>
                      </a:cubicBezTo>
                      <a:cubicBezTo>
                        <a:pt x="667" y="62484"/>
                        <a:pt x="571" y="61532"/>
                        <a:pt x="571" y="60865"/>
                      </a:cubicBezTo>
                      <a:cubicBezTo>
                        <a:pt x="571" y="58960"/>
                        <a:pt x="1143" y="57531"/>
                        <a:pt x="2191" y="56388"/>
                      </a:cubicBezTo>
                      <a:cubicBezTo>
                        <a:pt x="857" y="51054"/>
                        <a:pt x="190" y="45053"/>
                        <a:pt x="381" y="38291"/>
                      </a:cubicBezTo>
                      <a:lnTo>
                        <a:pt x="1048" y="38291"/>
                      </a:lnTo>
                      <a:cubicBezTo>
                        <a:pt x="857" y="37529"/>
                        <a:pt x="762" y="36671"/>
                        <a:pt x="762" y="35719"/>
                      </a:cubicBezTo>
                      <a:cubicBezTo>
                        <a:pt x="762" y="34766"/>
                        <a:pt x="857" y="33433"/>
                        <a:pt x="1143" y="31433"/>
                      </a:cubicBezTo>
                      <a:cubicBezTo>
                        <a:pt x="1429" y="29528"/>
                        <a:pt x="1524" y="28099"/>
                        <a:pt x="1524" y="27051"/>
                      </a:cubicBezTo>
                      <a:cubicBezTo>
                        <a:pt x="1524" y="25051"/>
                        <a:pt x="1143" y="23336"/>
                        <a:pt x="476" y="21908"/>
                      </a:cubicBezTo>
                      <a:cubicBezTo>
                        <a:pt x="1524" y="21812"/>
                        <a:pt x="2762" y="21431"/>
                        <a:pt x="4001" y="20479"/>
                      </a:cubicBezTo>
                      <a:cubicBezTo>
                        <a:pt x="4096" y="20860"/>
                        <a:pt x="4477" y="20955"/>
                        <a:pt x="5239" y="20955"/>
                      </a:cubicBezTo>
                      <a:cubicBezTo>
                        <a:pt x="6001" y="20955"/>
                        <a:pt x="6572" y="21241"/>
                        <a:pt x="6858" y="21431"/>
                      </a:cubicBezTo>
                      <a:lnTo>
                        <a:pt x="7906" y="19908"/>
                      </a:lnTo>
                      <a:cubicBezTo>
                        <a:pt x="7620" y="20669"/>
                        <a:pt x="7715" y="21431"/>
                        <a:pt x="8191" y="22193"/>
                      </a:cubicBezTo>
                      <a:cubicBezTo>
                        <a:pt x="8668" y="22955"/>
                        <a:pt x="9335" y="23241"/>
                        <a:pt x="10096" y="22955"/>
                      </a:cubicBezTo>
                      <a:cubicBezTo>
                        <a:pt x="10954" y="22003"/>
                        <a:pt x="11335" y="21146"/>
                        <a:pt x="11335" y="20384"/>
                      </a:cubicBezTo>
                      <a:cubicBezTo>
                        <a:pt x="11335" y="19145"/>
                        <a:pt x="9906" y="17907"/>
                        <a:pt x="7048" y="16764"/>
                      </a:cubicBezTo>
                      <a:cubicBezTo>
                        <a:pt x="4191" y="15621"/>
                        <a:pt x="2667" y="14859"/>
                        <a:pt x="2477" y="14478"/>
                      </a:cubicBezTo>
                      <a:cubicBezTo>
                        <a:pt x="2857" y="14574"/>
                        <a:pt x="3238" y="14669"/>
                        <a:pt x="3620" y="14669"/>
                      </a:cubicBezTo>
                      <a:cubicBezTo>
                        <a:pt x="4381" y="14669"/>
                        <a:pt x="6287" y="13907"/>
                        <a:pt x="9430" y="12287"/>
                      </a:cubicBezTo>
                      <a:cubicBezTo>
                        <a:pt x="9144" y="11811"/>
                        <a:pt x="8858" y="11525"/>
                        <a:pt x="8477" y="11525"/>
                      </a:cubicBezTo>
                      <a:cubicBezTo>
                        <a:pt x="8287" y="11525"/>
                        <a:pt x="8001" y="11525"/>
                        <a:pt x="7525" y="11906"/>
                      </a:cubicBezTo>
                      <a:cubicBezTo>
                        <a:pt x="7048" y="12192"/>
                        <a:pt x="6668" y="12287"/>
                        <a:pt x="6382" y="12287"/>
                      </a:cubicBezTo>
                      <a:cubicBezTo>
                        <a:pt x="6668" y="12097"/>
                        <a:pt x="6858" y="11621"/>
                        <a:pt x="6858" y="10763"/>
                      </a:cubicBezTo>
                      <a:cubicBezTo>
                        <a:pt x="4381" y="9239"/>
                        <a:pt x="2477" y="8763"/>
                        <a:pt x="1143" y="9239"/>
                      </a:cubicBezTo>
                      <a:lnTo>
                        <a:pt x="1143" y="2762"/>
                      </a:lnTo>
                      <a:lnTo>
                        <a:pt x="24289" y="2096"/>
                      </a:lnTo>
                      <a:cubicBezTo>
                        <a:pt x="25432" y="4477"/>
                        <a:pt x="26670" y="6858"/>
                        <a:pt x="27813" y="9239"/>
                      </a:cubicBezTo>
                      <a:cubicBezTo>
                        <a:pt x="28861" y="11716"/>
                        <a:pt x="29337" y="14288"/>
                        <a:pt x="29051" y="17145"/>
                      </a:cubicBezTo>
                      <a:cubicBezTo>
                        <a:pt x="29718" y="16383"/>
                        <a:pt x="30194" y="16002"/>
                        <a:pt x="30671" y="16002"/>
                      </a:cubicBezTo>
                      <a:cubicBezTo>
                        <a:pt x="31052" y="16002"/>
                        <a:pt x="31432" y="16574"/>
                        <a:pt x="31909" y="17526"/>
                      </a:cubicBezTo>
                      <a:cubicBezTo>
                        <a:pt x="32385" y="18574"/>
                        <a:pt x="32861" y="19336"/>
                        <a:pt x="33338" y="19622"/>
                      </a:cubicBezTo>
                      <a:cubicBezTo>
                        <a:pt x="33147" y="20288"/>
                        <a:pt x="33052" y="20860"/>
                        <a:pt x="33052" y="21431"/>
                      </a:cubicBezTo>
                      <a:cubicBezTo>
                        <a:pt x="33052" y="22574"/>
                        <a:pt x="33909" y="24003"/>
                        <a:pt x="35623" y="25622"/>
                      </a:cubicBezTo>
                      <a:cubicBezTo>
                        <a:pt x="37338" y="27242"/>
                        <a:pt x="38195" y="28766"/>
                        <a:pt x="38100" y="30194"/>
                      </a:cubicBezTo>
                      <a:cubicBezTo>
                        <a:pt x="38481" y="30956"/>
                        <a:pt x="40291" y="34195"/>
                        <a:pt x="43434" y="40100"/>
                      </a:cubicBezTo>
                      <a:cubicBezTo>
                        <a:pt x="43434" y="42672"/>
                        <a:pt x="43815" y="44196"/>
                        <a:pt x="44577" y="44958"/>
                      </a:cubicBezTo>
                      <a:cubicBezTo>
                        <a:pt x="44958" y="44768"/>
                        <a:pt x="45244" y="44672"/>
                        <a:pt x="45529" y="44672"/>
                      </a:cubicBezTo>
                      <a:cubicBezTo>
                        <a:pt x="46006" y="44672"/>
                        <a:pt x="46291" y="45149"/>
                        <a:pt x="46291" y="45816"/>
                      </a:cubicBezTo>
                      <a:cubicBezTo>
                        <a:pt x="46387" y="46768"/>
                        <a:pt x="46482" y="47435"/>
                        <a:pt x="46577" y="47625"/>
                      </a:cubicBezTo>
                      <a:cubicBezTo>
                        <a:pt x="47149" y="48006"/>
                        <a:pt x="48101" y="49340"/>
                        <a:pt x="49435" y="51721"/>
                      </a:cubicBezTo>
                      <a:cubicBezTo>
                        <a:pt x="50578" y="53435"/>
                        <a:pt x="51816" y="54388"/>
                        <a:pt x="53435" y="54483"/>
                      </a:cubicBezTo>
                      <a:cubicBezTo>
                        <a:pt x="53149" y="55055"/>
                        <a:pt x="53626" y="55817"/>
                        <a:pt x="54483" y="56483"/>
                      </a:cubicBezTo>
                      <a:lnTo>
                        <a:pt x="56007" y="54864"/>
                      </a:lnTo>
                      <a:lnTo>
                        <a:pt x="55626" y="35243"/>
                      </a:lnTo>
                      <a:cubicBezTo>
                        <a:pt x="56197" y="34862"/>
                        <a:pt x="56579" y="34290"/>
                        <a:pt x="56579" y="33909"/>
                      </a:cubicBezTo>
                      <a:cubicBezTo>
                        <a:pt x="56579" y="33528"/>
                        <a:pt x="56293" y="32957"/>
                        <a:pt x="55721" y="32195"/>
                      </a:cubicBezTo>
                      <a:cubicBezTo>
                        <a:pt x="55150" y="31337"/>
                        <a:pt x="54769" y="30671"/>
                        <a:pt x="54769" y="30290"/>
                      </a:cubicBezTo>
                      <a:cubicBezTo>
                        <a:pt x="54769" y="29623"/>
                        <a:pt x="55150" y="29051"/>
                        <a:pt x="56007" y="28480"/>
                      </a:cubicBezTo>
                      <a:cubicBezTo>
                        <a:pt x="55245" y="26480"/>
                        <a:pt x="54959" y="24289"/>
                        <a:pt x="54959" y="22003"/>
                      </a:cubicBezTo>
                      <a:cubicBezTo>
                        <a:pt x="54959" y="20288"/>
                        <a:pt x="55245" y="18002"/>
                        <a:pt x="55626" y="14954"/>
                      </a:cubicBezTo>
                      <a:cubicBezTo>
                        <a:pt x="56007" y="11906"/>
                        <a:pt x="56293" y="9716"/>
                        <a:pt x="56293" y="8287"/>
                      </a:cubicBezTo>
                      <a:cubicBezTo>
                        <a:pt x="56293" y="7239"/>
                        <a:pt x="56293" y="6096"/>
                        <a:pt x="56007" y="5144"/>
                      </a:cubicBezTo>
                      <a:cubicBezTo>
                        <a:pt x="56960" y="5144"/>
                        <a:pt x="58007" y="4191"/>
                        <a:pt x="58864" y="2286"/>
                      </a:cubicBezTo>
                      <a:cubicBezTo>
                        <a:pt x="59722" y="572"/>
                        <a:pt x="60865" y="0"/>
                        <a:pt x="62294" y="381"/>
                      </a:cubicBezTo>
                      <a:lnTo>
                        <a:pt x="64579" y="381"/>
                      </a:lnTo>
                      <a:cubicBezTo>
                        <a:pt x="65532" y="381"/>
                        <a:pt x="66865" y="381"/>
                        <a:pt x="68485" y="191"/>
                      </a:cubicBezTo>
                      <a:cubicBezTo>
                        <a:pt x="70104" y="95"/>
                        <a:pt x="71342" y="0"/>
                        <a:pt x="72199" y="0"/>
                      </a:cubicBezTo>
                      <a:cubicBezTo>
                        <a:pt x="74009" y="0"/>
                        <a:pt x="75438" y="572"/>
                        <a:pt x="76676" y="1619"/>
                      </a:cubicBezTo>
                      <a:cubicBezTo>
                        <a:pt x="77248" y="7811"/>
                        <a:pt x="77534" y="15431"/>
                        <a:pt x="77534" y="24479"/>
                      </a:cubicBezTo>
                      <a:cubicBezTo>
                        <a:pt x="77534" y="28099"/>
                        <a:pt x="77534" y="33719"/>
                        <a:pt x="77438" y="41339"/>
                      </a:cubicBezTo>
                      <a:cubicBezTo>
                        <a:pt x="77343" y="48863"/>
                        <a:pt x="77343" y="54578"/>
                        <a:pt x="77343" y="58293"/>
                      </a:cubicBezTo>
                      <a:cubicBezTo>
                        <a:pt x="77343" y="66008"/>
                        <a:pt x="77534" y="72676"/>
                        <a:pt x="77819" y="78296"/>
                      </a:cubicBezTo>
                      <a:close/>
                      <a:moveTo>
                        <a:pt x="953" y="16002"/>
                      </a:moveTo>
                      <a:lnTo>
                        <a:pt x="2477" y="17526"/>
                      </a:lnTo>
                      <a:lnTo>
                        <a:pt x="2477" y="18955"/>
                      </a:lnTo>
                      <a:lnTo>
                        <a:pt x="953" y="15907"/>
                      </a:lnTo>
                      <a:close/>
                      <a:moveTo>
                        <a:pt x="3524" y="19050"/>
                      </a:moveTo>
                      <a:cubicBezTo>
                        <a:pt x="3524" y="19050"/>
                        <a:pt x="3810" y="19812"/>
                        <a:pt x="3810" y="20193"/>
                      </a:cubicBezTo>
                      <a:cubicBezTo>
                        <a:pt x="3620" y="19812"/>
                        <a:pt x="3524" y="19431"/>
                        <a:pt x="3524" y="19050"/>
                      </a:cubicBezTo>
                      <a:close/>
                      <a:moveTo>
                        <a:pt x="5524" y="17621"/>
                      </a:moveTo>
                      <a:lnTo>
                        <a:pt x="5524" y="19050"/>
                      </a:lnTo>
                      <a:lnTo>
                        <a:pt x="3905" y="17145"/>
                      </a:lnTo>
                      <a:lnTo>
                        <a:pt x="5524" y="17621"/>
                      </a:lnTo>
                      <a:close/>
                      <a:moveTo>
                        <a:pt x="4572" y="11811"/>
                      </a:moveTo>
                      <a:cubicBezTo>
                        <a:pt x="5429" y="11811"/>
                        <a:pt x="6001" y="11906"/>
                        <a:pt x="6191" y="12192"/>
                      </a:cubicBezTo>
                      <a:lnTo>
                        <a:pt x="5524" y="12573"/>
                      </a:lnTo>
                      <a:lnTo>
                        <a:pt x="4572" y="11811"/>
                      </a:lnTo>
                      <a:close/>
                      <a:moveTo>
                        <a:pt x="11430" y="12192"/>
                      </a:moveTo>
                      <a:lnTo>
                        <a:pt x="11144" y="11906"/>
                      </a:lnTo>
                      <a:lnTo>
                        <a:pt x="10001" y="10192"/>
                      </a:lnTo>
                      <a:cubicBezTo>
                        <a:pt x="9620" y="9525"/>
                        <a:pt x="8954" y="9239"/>
                        <a:pt x="8096" y="9239"/>
                      </a:cubicBezTo>
                      <a:cubicBezTo>
                        <a:pt x="8477" y="9430"/>
                        <a:pt x="9430" y="10383"/>
                        <a:pt x="11144" y="12002"/>
                      </a:cubicBezTo>
                      <a:lnTo>
                        <a:pt x="11430" y="12287"/>
                      </a:lnTo>
                      <a:close/>
                      <a:moveTo>
                        <a:pt x="13049" y="19717"/>
                      </a:moveTo>
                      <a:lnTo>
                        <a:pt x="15049" y="19717"/>
                      </a:lnTo>
                      <a:cubicBezTo>
                        <a:pt x="14478" y="19431"/>
                        <a:pt x="13811" y="19431"/>
                        <a:pt x="13049" y="19717"/>
                      </a:cubicBezTo>
                      <a:lnTo>
                        <a:pt x="11811" y="19717"/>
                      </a:lnTo>
                      <a:lnTo>
                        <a:pt x="12192" y="20860"/>
                      </a:lnTo>
                      <a:cubicBezTo>
                        <a:pt x="12192" y="20860"/>
                        <a:pt x="12287" y="21336"/>
                        <a:pt x="12478" y="21717"/>
                      </a:cubicBezTo>
                      <a:lnTo>
                        <a:pt x="12192" y="20860"/>
                      </a:lnTo>
                      <a:cubicBezTo>
                        <a:pt x="12192" y="20288"/>
                        <a:pt x="12478" y="19908"/>
                        <a:pt x="13049" y="19717"/>
                      </a:cubicBezTo>
                      <a:close/>
                      <a:moveTo>
                        <a:pt x="15049" y="84773"/>
                      </a:moveTo>
                      <a:lnTo>
                        <a:pt x="15049" y="81153"/>
                      </a:lnTo>
                      <a:lnTo>
                        <a:pt x="14478" y="81153"/>
                      </a:lnTo>
                      <a:lnTo>
                        <a:pt x="14478" y="84773"/>
                      </a:lnTo>
                      <a:lnTo>
                        <a:pt x="15049" y="84773"/>
                      </a:lnTo>
                      <a:close/>
                      <a:moveTo>
                        <a:pt x="17336" y="21717"/>
                      </a:moveTo>
                      <a:cubicBezTo>
                        <a:pt x="17336" y="21717"/>
                        <a:pt x="17812" y="22098"/>
                        <a:pt x="18193" y="22384"/>
                      </a:cubicBezTo>
                      <a:lnTo>
                        <a:pt x="17336" y="21717"/>
                      </a:lnTo>
                      <a:cubicBezTo>
                        <a:pt x="17336" y="21241"/>
                        <a:pt x="17050" y="20288"/>
                        <a:pt x="16669" y="19145"/>
                      </a:cubicBezTo>
                      <a:cubicBezTo>
                        <a:pt x="16193" y="19526"/>
                        <a:pt x="15907" y="19812"/>
                        <a:pt x="15907" y="20288"/>
                      </a:cubicBezTo>
                      <a:cubicBezTo>
                        <a:pt x="15907" y="20765"/>
                        <a:pt x="16383" y="21241"/>
                        <a:pt x="17336" y="21812"/>
                      </a:cubicBezTo>
                      <a:close/>
                      <a:moveTo>
                        <a:pt x="17716" y="25622"/>
                      </a:moveTo>
                      <a:lnTo>
                        <a:pt x="20288" y="25622"/>
                      </a:lnTo>
                      <a:lnTo>
                        <a:pt x="18479" y="24099"/>
                      </a:lnTo>
                      <a:lnTo>
                        <a:pt x="17621" y="25622"/>
                      </a:lnTo>
                      <a:close/>
                      <a:moveTo>
                        <a:pt x="43053" y="110014"/>
                      </a:moveTo>
                      <a:cubicBezTo>
                        <a:pt x="43720" y="109824"/>
                        <a:pt x="44387" y="110014"/>
                        <a:pt x="45148" y="110490"/>
                      </a:cubicBezTo>
                      <a:lnTo>
                        <a:pt x="43529" y="111633"/>
                      </a:lnTo>
                      <a:lnTo>
                        <a:pt x="43148" y="110014"/>
                      </a:lnTo>
                      <a:close/>
                      <a:moveTo>
                        <a:pt x="54197" y="115919"/>
                      </a:moveTo>
                      <a:lnTo>
                        <a:pt x="54197" y="113919"/>
                      </a:lnTo>
                      <a:lnTo>
                        <a:pt x="54769" y="113919"/>
                      </a:lnTo>
                      <a:cubicBezTo>
                        <a:pt x="54864" y="114491"/>
                        <a:pt x="54769" y="115062"/>
                        <a:pt x="54197" y="115919"/>
                      </a:cubicBezTo>
                      <a:close/>
                      <a:moveTo>
                        <a:pt x="59436" y="93250"/>
                      </a:moveTo>
                      <a:cubicBezTo>
                        <a:pt x="58484" y="93726"/>
                        <a:pt x="57912" y="94393"/>
                        <a:pt x="57912" y="94869"/>
                      </a:cubicBezTo>
                      <a:cubicBezTo>
                        <a:pt x="57912" y="95250"/>
                        <a:pt x="58198" y="95726"/>
                        <a:pt x="58769" y="96584"/>
                      </a:cubicBezTo>
                      <a:cubicBezTo>
                        <a:pt x="59341" y="97346"/>
                        <a:pt x="59627" y="97917"/>
                        <a:pt x="59627" y="98393"/>
                      </a:cubicBezTo>
                      <a:lnTo>
                        <a:pt x="59627" y="98679"/>
                      </a:lnTo>
                      <a:cubicBezTo>
                        <a:pt x="59627" y="98679"/>
                        <a:pt x="59436" y="98965"/>
                        <a:pt x="59436" y="99060"/>
                      </a:cubicBezTo>
                      <a:cubicBezTo>
                        <a:pt x="59436" y="98870"/>
                        <a:pt x="59627" y="98584"/>
                        <a:pt x="59627" y="98298"/>
                      </a:cubicBezTo>
                      <a:cubicBezTo>
                        <a:pt x="59627" y="97917"/>
                        <a:pt x="59817" y="97536"/>
                        <a:pt x="60103" y="96965"/>
                      </a:cubicBezTo>
                      <a:cubicBezTo>
                        <a:pt x="60388" y="96298"/>
                        <a:pt x="60579" y="95822"/>
                        <a:pt x="60579" y="95441"/>
                      </a:cubicBezTo>
                      <a:cubicBezTo>
                        <a:pt x="60579" y="94774"/>
                        <a:pt x="60198" y="94107"/>
                        <a:pt x="59436" y="93441"/>
                      </a:cubicBezTo>
                      <a:close/>
                      <a:moveTo>
                        <a:pt x="59436" y="105347"/>
                      </a:moveTo>
                      <a:cubicBezTo>
                        <a:pt x="60388" y="104585"/>
                        <a:pt x="60674" y="103918"/>
                        <a:pt x="60579" y="103442"/>
                      </a:cubicBezTo>
                      <a:cubicBezTo>
                        <a:pt x="60388" y="102870"/>
                        <a:pt x="60007" y="102584"/>
                        <a:pt x="59436" y="102775"/>
                      </a:cubicBezTo>
                      <a:cubicBezTo>
                        <a:pt x="58864" y="103346"/>
                        <a:pt x="58674" y="103823"/>
                        <a:pt x="58864" y="104394"/>
                      </a:cubicBezTo>
                      <a:cubicBezTo>
                        <a:pt x="59246" y="105251"/>
                        <a:pt x="59436" y="105633"/>
                        <a:pt x="59436" y="105442"/>
                      </a:cubicBezTo>
                      <a:lnTo>
                        <a:pt x="59817" y="105918"/>
                      </a:lnTo>
                      <a:cubicBezTo>
                        <a:pt x="60293" y="106394"/>
                        <a:pt x="60579" y="106775"/>
                        <a:pt x="60579" y="106966"/>
                      </a:cubicBezTo>
                      <a:cubicBezTo>
                        <a:pt x="60579" y="106680"/>
                        <a:pt x="60579" y="106394"/>
                        <a:pt x="60103" y="106013"/>
                      </a:cubicBezTo>
                      <a:cubicBezTo>
                        <a:pt x="59722" y="105728"/>
                        <a:pt x="59531" y="105537"/>
                        <a:pt x="59436" y="105347"/>
                      </a:cubicBezTo>
                      <a:close/>
                      <a:moveTo>
                        <a:pt x="71056" y="35147"/>
                      </a:moveTo>
                      <a:lnTo>
                        <a:pt x="73819" y="36671"/>
                      </a:lnTo>
                      <a:lnTo>
                        <a:pt x="72295" y="34766"/>
                      </a:lnTo>
                      <a:lnTo>
                        <a:pt x="73152" y="33719"/>
                      </a:lnTo>
                      <a:lnTo>
                        <a:pt x="67818" y="31528"/>
                      </a:lnTo>
                      <a:cubicBezTo>
                        <a:pt x="68580" y="31814"/>
                        <a:pt x="68866" y="32195"/>
                        <a:pt x="68866" y="32766"/>
                      </a:cubicBezTo>
                      <a:cubicBezTo>
                        <a:pt x="68866" y="33338"/>
                        <a:pt x="68485" y="33814"/>
                        <a:pt x="67818" y="34100"/>
                      </a:cubicBezTo>
                      <a:cubicBezTo>
                        <a:pt x="67532" y="33433"/>
                        <a:pt x="67151" y="33147"/>
                        <a:pt x="66675" y="33147"/>
                      </a:cubicBezTo>
                      <a:cubicBezTo>
                        <a:pt x="66389" y="33147"/>
                        <a:pt x="66008" y="33338"/>
                        <a:pt x="65437" y="33433"/>
                      </a:cubicBezTo>
                      <a:cubicBezTo>
                        <a:pt x="64865" y="33528"/>
                        <a:pt x="64484" y="33719"/>
                        <a:pt x="64198" y="33719"/>
                      </a:cubicBezTo>
                      <a:cubicBezTo>
                        <a:pt x="63818" y="33719"/>
                        <a:pt x="63532" y="33624"/>
                        <a:pt x="63246" y="33338"/>
                      </a:cubicBezTo>
                      <a:lnTo>
                        <a:pt x="63627" y="32671"/>
                      </a:lnTo>
                      <a:lnTo>
                        <a:pt x="58960" y="33719"/>
                      </a:lnTo>
                      <a:lnTo>
                        <a:pt x="61531" y="33719"/>
                      </a:lnTo>
                      <a:cubicBezTo>
                        <a:pt x="62389" y="33624"/>
                        <a:pt x="63246" y="34004"/>
                        <a:pt x="63818" y="34957"/>
                      </a:cubicBezTo>
                      <a:cubicBezTo>
                        <a:pt x="64389" y="35814"/>
                        <a:pt x="64675" y="36576"/>
                        <a:pt x="64675" y="37243"/>
                      </a:cubicBezTo>
                      <a:lnTo>
                        <a:pt x="65151" y="36767"/>
                      </a:lnTo>
                      <a:cubicBezTo>
                        <a:pt x="65151" y="36767"/>
                        <a:pt x="65818" y="36767"/>
                        <a:pt x="66104" y="37052"/>
                      </a:cubicBezTo>
                      <a:cubicBezTo>
                        <a:pt x="66580" y="37529"/>
                        <a:pt x="66865" y="37814"/>
                        <a:pt x="66961" y="37814"/>
                      </a:cubicBezTo>
                      <a:lnTo>
                        <a:pt x="66961" y="35814"/>
                      </a:lnTo>
                      <a:cubicBezTo>
                        <a:pt x="66865" y="35052"/>
                        <a:pt x="67151" y="34481"/>
                        <a:pt x="67818" y="34195"/>
                      </a:cubicBezTo>
                      <a:cubicBezTo>
                        <a:pt x="68389" y="34671"/>
                        <a:pt x="68771" y="34862"/>
                        <a:pt x="68866" y="34862"/>
                      </a:cubicBezTo>
                      <a:cubicBezTo>
                        <a:pt x="68866" y="33909"/>
                        <a:pt x="69152" y="33433"/>
                        <a:pt x="69628" y="33338"/>
                      </a:cubicBezTo>
                      <a:cubicBezTo>
                        <a:pt x="70009" y="33147"/>
                        <a:pt x="70676" y="33338"/>
                        <a:pt x="71628" y="34195"/>
                      </a:cubicBezTo>
                      <a:cubicBezTo>
                        <a:pt x="71628" y="34576"/>
                        <a:pt x="71628" y="34862"/>
                        <a:pt x="71056" y="35338"/>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 name="Google Shape;1370;p99"/>
                <p:cNvSpPr/>
                <p:nvPr/>
              </p:nvSpPr>
              <p:spPr>
                <a:xfrm>
                  <a:off x="5117877" y="4065365"/>
                  <a:ext cx="102774" cy="110299"/>
                </a:xfrm>
                <a:custGeom>
                  <a:avLst/>
                  <a:gdLst/>
                  <a:ahLst/>
                  <a:cxnLst/>
                  <a:rect l="l" t="t" r="r" b="b"/>
                  <a:pathLst>
                    <a:path w="102774" h="110299" extrusionOk="0">
                      <a:moveTo>
                        <a:pt x="1429" y="76581"/>
                      </a:moveTo>
                      <a:cubicBezTo>
                        <a:pt x="1429" y="77534"/>
                        <a:pt x="1429" y="78010"/>
                        <a:pt x="1905" y="78010"/>
                      </a:cubicBezTo>
                      <a:cubicBezTo>
                        <a:pt x="1905" y="78010"/>
                        <a:pt x="2191" y="78010"/>
                        <a:pt x="2381" y="77819"/>
                      </a:cubicBezTo>
                      <a:cubicBezTo>
                        <a:pt x="2667" y="77819"/>
                        <a:pt x="2953" y="77724"/>
                        <a:pt x="3143" y="77724"/>
                      </a:cubicBezTo>
                      <a:cubicBezTo>
                        <a:pt x="3429" y="77724"/>
                        <a:pt x="3524" y="77914"/>
                        <a:pt x="3715" y="78200"/>
                      </a:cubicBezTo>
                      <a:cubicBezTo>
                        <a:pt x="1524" y="78200"/>
                        <a:pt x="286" y="78010"/>
                        <a:pt x="0" y="77724"/>
                      </a:cubicBezTo>
                      <a:lnTo>
                        <a:pt x="1524" y="76581"/>
                      </a:lnTo>
                      <a:close/>
                      <a:moveTo>
                        <a:pt x="3620" y="90488"/>
                      </a:moveTo>
                      <a:cubicBezTo>
                        <a:pt x="3620" y="90488"/>
                        <a:pt x="4096" y="89821"/>
                        <a:pt x="4763" y="89821"/>
                      </a:cubicBezTo>
                      <a:lnTo>
                        <a:pt x="6191" y="89821"/>
                      </a:lnTo>
                      <a:cubicBezTo>
                        <a:pt x="6191" y="89821"/>
                        <a:pt x="5715" y="90488"/>
                        <a:pt x="5144" y="90488"/>
                      </a:cubicBezTo>
                      <a:lnTo>
                        <a:pt x="3620" y="90488"/>
                      </a:lnTo>
                      <a:close/>
                      <a:moveTo>
                        <a:pt x="8287" y="97727"/>
                      </a:moveTo>
                      <a:lnTo>
                        <a:pt x="8287" y="96203"/>
                      </a:lnTo>
                      <a:lnTo>
                        <a:pt x="9335" y="96203"/>
                      </a:lnTo>
                      <a:lnTo>
                        <a:pt x="8287" y="97727"/>
                      </a:lnTo>
                      <a:close/>
                      <a:moveTo>
                        <a:pt x="14192" y="88678"/>
                      </a:moveTo>
                      <a:cubicBezTo>
                        <a:pt x="14192" y="88678"/>
                        <a:pt x="15335" y="88868"/>
                        <a:pt x="16288" y="89821"/>
                      </a:cubicBezTo>
                      <a:lnTo>
                        <a:pt x="15907" y="90488"/>
                      </a:lnTo>
                      <a:lnTo>
                        <a:pt x="14288" y="88773"/>
                      </a:lnTo>
                      <a:close/>
                      <a:moveTo>
                        <a:pt x="16288" y="97727"/>
                      </a:moveTo>
                      <a:cubicBezTo>
                        <a:pt x="16288" y="97727"/>
                        <a:pt x="16859" y="97346"/>
                        <a:pt x="17145" y="96869"/>
                      </a:cubicBezTo>
                      <a:cubicBezTo>
                        <a:pt x="17431" y="96393"/>
                        <a:pt x="17717" y="96203"/>
                        <a:pt x="18002" y="96203"/>
                      </a:cubicBezTo>
                      <a:cubicBezTo>
                        <a:pt x="18002" y="96584"/>
                        <a:pt x="17812" y="97060"/>
                        <a:pt x="17336" y="97727"/>
                      </a:cubicBezTo>
                      <a:lnTo>
                        <a:pt x="16288" y="97727"/>
                      </a:lnTo>
                      <a:close/>
                      <a:moveTo>
                        <a:pt x="18860" y="85535"/>
                      </a:moveTo>
                      <a:lnTo>
                        <a:pt x="18479" y="86582"/>
                      </a:lnTo>
                      <a:lnTo>
                        <a:pt x="16954" y="86582"/>
                      </a:lnTo>
                      <a:cubicBezTo>
                        <a:pt x="17336" y="85535"/>
                        <a:pt x="17717" y="84963"/>
                        <a:pt x="18097" y="84963"/>
                      </a:cubicBezTo>
                      <a:cubicBezTo>
                        <a:pt x="18383" y="84963"/>
                        <a:pt x="18669" y="85154"/>
                        <a:pt x="18955" y="85535"/>
                      </a:cubicBezTo>
                      <a:close/>
                      <a:moveTo>
                        <a:pt x="21050" y="76105"/>
                      </a:moveTo>
                      <a:lnTo>
                        <a:pt x="21050" y="77153"/>
                      </a:lnTo>
                      <a:lnTo>
                        <a:pt x="18860" y="75343"/>
                      </a:lnTo>
                      <a:cubicBezTo>
                        <a:pt x="19431" y="75152"/>
                        <a:pt x="20098" y="75438"/>
                        <a:pt x="21050" y="76105"/>
                      </a:cubicBezTo>
                      <a:close/>
                      <a:moveTo>
                        <a:pt x="18860" y="91916"/>
                      </a:moveTo>
                      <a:cubicBezTo>
                        <a:pt x="19621" y="91916"/>
                        <a:pt x="20003" y="92488"/>
                        <a:pt x="20003" y="93440"/>
                      </a:cubicBezTo>
                      <a:lnTo>
                        <a:pt x="18860" y="93440"/>
                      </a:lnTo>
                      <a:lnTo>
                        <a:pt x="18860" y="91916"/>
                      </a:lnTo>
                      <a:close/>
                      <a:moveTo>
                        <a:pt x="21527" y="103537"/>
                      </a:moveTo>
                      <a:lnTo>
                        <a:pt x="21146" y="103061"/>
                      </a:lnTo>
                      <a:lnTo>
                        <a:pt x="23336" y="101822"/>
                      </a:lnTo>
                      <a:lnTo>
                        <a:pt x="21622" y="103537"/>
                      </a:lnTo>
                      <a:close/>
                      <a:moveTo>
                        <a:pt x="102013" y="81725"/>
                      </a:moveTo>
                      <a:lnTo>
                        <a:pt x="97250" y="82391"/>
                      </a:lnTo>
                      <a:cubicBezTo>
                        <a:pt x="97250" y="82391"/>
                        <a:pt x="97060" y="82772"/>
                        <a:pt x="97060" y="82868"/>
                      </a:cubicBezTo>
                      <a:cubicBezTo>
                        <a:pt x="97060" y="83153"/>
                        <a:pt x="97441" y="83439"/>
                        <a:pt x="98298" y="83915"/>
                      </a:cubicBezTo>
                      <a:cubicBezTo>
                        <a:pt x="99060" y="84392"/>
                        <a:pt x="99441" y="84868"/>
                        <a:pt x="99441" y="85439"/>
                      </a:cubicBezTo>
                      <a:lnTo>
                        <a:pt x="100584" y="85439"/>
                      </a:lnTo>
                      <a:cubicBezTo>
                        <a:pt x="100013" y="88297"/>
                        <a:pt x="99536" y="91059"/>
                        <a:pt x="99060" y="93917"/>
                      </a:cubicBezTo>
                      <a:cubicBezTo>
                        <a:pt x="98298" y="96964"/>
                        <a:pt x="96584" y="98965"/>
                        <a:pt x="93726" y="99822"/>
                      </a:cubicBezTo>
                      <a:cubicBezTo>
                        <a:pt x="93250" y="98107"/>
                        <a:pt x="92202" y="97727"/>
                        <a:pt x="90488" y="98298"/>
                      </a:cubicBezTo>
                      <a:lnTo>
                        <a:pt x="89916" y="98774"/>
                      </a:lnTo>
                      <a:lnTo>
                        <a:pt x="91916" y="100965"/>
                      </a:lnTo>
                      <a:cubicBezTo>
                        <a:pt x="91154" y="100775"/>
                        <a:pt x="90202" y="100298"/>
                        <a:pt x="89154" y="99441"/>
                      </a:cubicBezTo>
                      <a:cubicBezTo>
                        <a:pt x="88106" y="98584"/>
                        <a:pt x="87344" y="98107"/>
                        <a:pt x="86868" y="98107"/>
                      </a:cubicBezTo>
                      <a:cubicBezTo>
                        <a:pt x="86201" y="98107"/>
                        <a:pt x="85439" y="98488"/>
                        <a:pt x="84677" y="99251"/>
                      </a:cubicBezTo>
                      <a:lnTo>
                        <a:pt x="86678" y="99251"/>
                      </a:lnTo>
                      <a:lnTo>
                        <a:pt x="86201" y="99917"/>
                      </a:lnTo>
                      <a:cubicBezTo>
                        <a:pt x="87344" y="100298"/>
                        <a:pt x="88773" y="101155"/>
                        <a:pt x="90488" y="102489"/>
                      </a:cubicBezTo>
                      <a:lnTo>
                        <a:pt x="86678" y="104108"/>
                      </a:lnTo>
                      <a:lnTo>
                        <a:pt x="87344" y="104585"/>
                      </a:lnTo>
                      <a:cubicBezTo>
                        <a:pt x="87344" y="104585"/>
                        <a:pt x="85725" y="105346"/>
                        <a:pt x="82963" y="106489"/>
                      </a:cubicBezTo>
                      <a:cubicBezTo>
                        <a:pt x="81534" y="106966"/>
                        <a:pt x="80105" y="107347"/>
                        <a:pt x="78867" y="107347"/>
                      </a:cubicBezTo>
                      <a:cubicBezTo>
                        <a:pt x="78200" y="107347"/>
                        <a:pt x="77534" y="107347"/>
                        <a:pt x="76867" y="107156"/>
                      </a:cubicBezTo>
                      <a:cubicBezTo>
                        <a:pt x="76390" y="108395"/>
                        <a:pt x="76295" y="109252"/>
                        <a:pt x="76390" y="109633"/>
                      </a:cubicBezTo>
                      <a:lnTo>
                        <a:pt x="55626" y="110300"/>
                      </a:lnTo>
                      <a:cubicBezTo>
                        <a:pt x="54007" y="108776"/>
                        <a:pt x="51340" y="107442"/>
                        <a:pt x="47815" y="106394"/>
                      </a:cubicBezTo>
                      <a:cubicBezTo>
                        <a:pt x="43910" y="105251"/>
                        <a:pt x="41434" y="104299"/>
                        <a:pt x="40291" y="103537"/>
                      </a:cubicBezTo>
                      <a:cubicBezTo>
                        <a:pt x="39814" y="102965"/>
                        <a:pt x="39053" y="102394"/>
                        <a:pt x="37814" y="102203"/>
                      </a:cubicBezTo>
                      <a:cubicBezTo>
                        <a:pt x="36671" y="101918"/>
                        <a:pt x="35623" y="101632"/>
                        <a:pt x="34480" y="101346"/>
                      </a:cubicBezTo>
                      <a:lnTo>
                        <a:pt x="35909" y="99822"/>
                      </a:lnTo>
                      <a:lnTo>
                        <a:pt x="33909" y="97727"/>
                      </a:lnTo>
                      <a:lnTo>
                        <a:pt x="33338" y="99251"/>
                      </a:lnTo>
                      <a:cubicBezTo>
                        <a:pt x="31528" y="98774"/>
                        <a:pt x="30575" y="97250"/>
                        <a:pt x="30289" y="94774"/>
                      </a:cubicBezTo>
                      <a:cubicBezTo>
                        <a:pt x="30289" y="92488"/>
                        <a:pt x="28861" y="91345"/>
                        <a:pt x="26479" y="91345"/>
                      </a:cubicBezTo>
                      <a:lnTo>
                        <a:pt x="24670" y="91345"/>
                      </a:lnTo>
                      <a:cubicBezTo>
                        <a:pt x="26289" y="91250"/>
                        <a:pt x="27051" y="90392"/>
                        <a:pt x="27051" y="88773"/>
                      </a:cubicBezTo>
                      <a:cubicBezTo>
                        <a:pt x="27051" y="88202"/>
                        <a:pt x="26956" y="87725"/>
                        <a:pt x="26670" y="87249"/>
                      </a:cubicBezTo>
                      <a:cubicBezTo>
                        <a:pt x="26384" y="86773"/>
                        <a:pt x="25432" y="86296"/>
                        <a:pt x="23813" y="85630"/>
                      </a:cubicBezTo>
                      <a:lnTo>
                        <a:pt x="23336" y="86011"/>
                      </a:lnTo>
                      <a:cubicBezTo>
                        <a:pt x="23336" y="86011"/>
                        <a:pt x="23146" y="86296"/>
                        <a:pt x="22955" y="86296"/>
                      </a:cubicBezTo>
                      <a:cubicBezTo>
                        <a:pt x="22670" y="86296"/>
                        <a:pt x="22479" y="85915"/>
                        <a:pt x="22288" y="85154"/>
                      </a:cubicBezTo>
                      <a:cubicBezTo>
                        <a:pt x="22098" y="84582"/>
                        <a:pt x="22098" y="84011"/>
                        <a:pt x="22288" y="83439"/>
                      </a:cubicBezTo>
                      <a:cubicBezTo>
                        <a:pt x="23146" y="83248"/>
                        <a:pt x="24575" y="82296"/>
                        <a:pt x="26384" y="80581"/>
                      </a:cubicBezTo>
                      <a:cubicBezTo>
                        <a:pt x="28004" y="79153"/>
                        <a:pt x="29432" y="78391"/>
                        <a:pt x="30480" y="78391"/>
                      </a:cubicBezTo>
                      <a:cubicBezTo>
                        <a:pt x="31052" y="78391"/>
                        <a:pt x="31623" y="78486"/>
                        <a:pt x="32290" y="78867"/>
                      </a:cubicBezTo>
                      <a:cubicBezTo>
                        <a:pt x="31909" y="78296"/>
                        <a:pt x="31909" y="77629"/>
                        <a:pt x="32290" y="77248"/>
                      </a:cubicBezTo>
                      <a:cubicBezTo>
                        <a:pt x="32576" y="76771"/>
                        <a:pt x="32290" y="76105"/>
                        <a:pt x="31432" y="75152"/>
                      </a:cubicBezTo>
                      <a:lnTo>
                        <a:pt x="36100" y="72962"/>
                      </a:lnTo>
                      <a:lnTo>
                        <a:pt x="35052" y="71438"/>
                      </a:lnTo>
                      <a:cubicBezTo>
                        <a:pt x="35814" y="71438"/>
                        <a:pt x="36957" y="71056"/>
                        <a:pt x="38576" y="70199"/>
                      </a:cubicBezTo>
                      <a:cubicBezTo>
                        <a:pt x="40291" y="69342"/>
                        <a:pt x="41338" y="68866"/>
                        <a:pt x="41910" y="68866"/>
                      </a:cubicBezTo>
                      <a:cubicBezTo>
                        <a:pt x="42863" y="68866"/>
                        <a:pt x="43434" y="69532"/>
                        <a:pt x="43720" y="70866"/>
                      </a:cubicBezTo>
                      <a:cubicBezTo>
                        <a:pt x="43434" y="73819"/>
                        <a:pt x="44577" y="76867"/>
                        <a:pt x="47054" y="79820"/>
                      </a:cubicBezTo>
                      <a:cubicBezTo>
                        <a:pt x="48196" y="81344"/>
                        <a:pt x="50673" y="83629"/>
                        <a:pt x="54293" y="86678"/>
                      </a:cubicBezTo>
                      <a:cubicBezTo>
                        <a:pt x="54864" y="88011"/>
                        <a:pt x="55817" y="88582"/>
                        <a:pt x="57055" y="88582"/>
                      </a:cubicBezTo>
                      <a:cubicBezTo>
                        <a:pt x="57436" y="88582"/>
                        <a:pt x="58007" y="88582"/>
                        <a:pt x="58769" y="88392"/>
                      </a:cubicBezTo>
                      <a:cubicBezTo>
                        <a:pt x="59531" y="88202"/>
                        <a:pt x="60103" y="88106"/>
                        <a:pt x="60484" y="88106"/>
                      </a:cubicBezTo>
                      <a:cubicBezTo>
                        <a:pt x="61341" y="88106"/>
                        <a:pt x="62103" y="88297"/>
                        <a:pt x="62770" y="88678"/>
                      </a:cubicBezTo>
                      <a:cubicBezTo>
                        <a:pt x="63532" y="89059"/>
                        <a:pt x="64294" y="89249"/>
                        <a:pt x="65246" y="89249"/>
                      </a:cubicBezTo>
                      <a:cubicBezTo>
                        <a:pt x="66961" y="89249"/>
                        <a:pt x="68866" y="88487"/>
                        <a:pt x="71056" y="86868"/>
                      </a:cubicBezTo>
                      <a:cubicBezTo>
                        <a:pt x="74390" y="84677"/>
                        <a:pt x="76200" y="83534"/>
                        <a:pt x="76676" y="83344"/>
                      </a:cubicBezTo>
                      <a:cubicBezTo>
                        <a:pt x="77153" y="82582"/>
                        <a:pt x="77343" y="81820"/>
                        <a:pt x="77343" y="81153"/>
                      </a:cubicBezTo>
                      <a:cubicBezTo>
                        <a:pt x="77343" y="80010"/>
                        <a:pt x="76771" y="78581"/>
                        <a:pt x="75533" y="76771"/>
                      </a:cubicBezTo>
                      <a:cubicBezTo>
                        <a:pt x="74295" y="74962"/>
                        <a:pt x="73533" y="73628"/>
                        <a:pt x="73438" y="72771"/>
                      </a:cubicBezTo>
                      <a:cubicBezTo>
                        <a:pt x="71152" y="72390"/>
                        <a:pt x="69818" y="71533"/>
                        <a:pt x="69628" y="70199"/>
                      </a:cubicBezTo>
                      <a:lnTo>
                        <a:pt x="70295" y="69628"/>
                      </a:lnTo>
                      <a:cubicBezTo>
                        <a:pt x="67437" y="68294"/>
                        <a:pt x="63341" y="66199"/>
                        <a:pt x="58103" y="63341"/>
                      </a:cubicBezTo>
                      <a:cubicBezTo>
                        <a:pt x="57531" y="63818"/>
                        <a:pt x="57055" y="64008"/>
                        <a:pt x="56483" y="64008"/>
                      </a:cubicBezTo>
                      <a:cubicBezTo>
                        <a:pt x="55721" y="64008"/>
                        <a:pt x="54864" y="63532"/>
                        <a:pt x="53721" y="62484"/>
                      </a:cubicBezTo>
                      <a:cubicBezTo>
                        <a:pt x="52673" y="61436"/>
                        <a:pt x="51721" y="61055"/>
                        <a:pt x="51149" y="61055"/>
                      </a:cubicBezTo>
                      <a:cubicBezTo>
                        <a:pt x="50863" y="61055"/>
                        <a:pt x="50578" y="61055"/>
                        <a:pt x="50292" y="61246"/>
                      </a:cubicBezTo>
                      <a:cubicBezTo>
                        <a:pt x="48006" y="60674"/>
                        <a:pt x="45720" y="58769"/>
                        <a:pt x="43434" y="55721"/>
                      </a:cubicBezTo>
                      <a:cubicBezTo>
                        <a:pt x="40957" y="52197"/>
                        <a:pt x="38767" y="50006"/>
                        <a:pt x="37052" y="48959"/>
                      </a:cubicBezTo>
                      <a:cubicBezTo>
                        <a:pt x="37243" y="47911"/>
                        <a:pt x="36767" y="46672"/>
                        <a:pt x="35623" y="45244"/>
                      </a:cubicBezTo>
                      <a:cubicBezTo>
                        <a:pt x="34576" y="43625"/>
                        <a:pt x="34100" y="42481"/>
                        <a:pt x="34290" y="41720"/>
                      </a:cubicBezTo>
                      <a:cubicBezTo>
                        <a:pt x="33623" y="40481"/>
                        <a:pt x="33242" y="38195"/>
                        <a:pt x="33052" y="34862"/>
                      </a:cubicBezTo>
                      <a:cubicBezTo>
                        <a:pt x="32861" y="31813"/>
                        <a:pt x="32766" y="28861"/>
                        <a:pt x="32671" y="25908"/>
                      </a:cubicBezTo>
                      <a:cubicBezTo>
                        <a:pt x="33433" y="25622"/>
                        <a:pt x="33719" y="25241"/>
                        <a:pt x="33719" y="24765"/>
                      </a:cubicBezTo>
                      <a:cubicBezTo>
                        <a:pt x="33719" y="24479"/>
                        <a:pt x="33528" y="24098"/>
                        <a:pt x="33147" y="23527"/>
                      </a:cubicBezTo>
                      <a:cubicBezTo>
                        <a:pt x="32766" y="22955"/>
                        <a:pt x="32671" y="22479"/>
                        <a:pt x="32671" y="22193"/>
                      </a:cubicBezTo>
                      <a:cubicBezTo>
                        <a:pt x="33147" y="20955"/>
                        <a:pt x="34671" y="19240"/>
                        <a:pt x="37338" y="17050"/>
                      </a:cubicBezTo>
                      <a:cubicBezTo>
                        <a:pt x="39529" y="15145"/>
                        <a:pt x="40672" y="13240"/>
                        <a:pt x="40672" y="11525"/>
                      </a:cubicBezTo>
                      <a:cubicBezTo>
                        <a:pt x="41053" y="11525"/>
                        <a:pt x="41624" y="11049"/>
                        <a:pt x="42481" y="10382"/>
                      </a:cubicBezTo>
                      <a:cubicBezTo>
                        <a:pt x="43339" y="9811"/>
                        <a:pt x="43910" y="9430"/>
                        <a:pt x="44291" y="9430"/>
                      </a:cubicBezTo>
                      <a:cubicBezTo>
                        <a:pt x="44577" y="9430"/>
                        <a:pt x="44768" y="9620"/>
                        <a:pt x="44958" y="10001"/>
                      </a:cubicBezTo>
                      <a:cubicBezTo>
                        <a:pt x="46672" y="7334"/>
                        <a:pt x="49435" y="5334"/>
                        <a:pt x="53245" y="3905"/>
                      </a:cubicBezTo>
                      <a:cubicBezTo>
                        <a:pt x="56674" y="2762"/>
                        <a:pt x="60007" y="1714"/>
                        <a:pt x="63437" y="571"/>
                      </a:cubicBezTo>
                      <a:cubicBezTo>
                        <a:pt x="64389" y="190"/>
                        <a:pt x="65437" y="0"/>
                        <a:pt x="66485" y="0"/>
                      </a:cubicBezTo>
                      <a:cubicBezTo>
                        <a:pt x="67913" y="0"/>
                        <a:pt x="69913" y="571"/>
                        <a:pt x="72390" y="1714"/>
                      </a:cubicBezTo>
                      <a:cubicBezTo>
                        <a:pt x="74867" y="2857"/>
                        <a:pt x="76867" y="3429"/>
                        <a:pt x="78296" y="3429"/>
                      </a:cubicBezTo>
                      <a:cubicBezTo>
                        <a:pt x="78867" y="3429"/>
                        <a:pt x="79534" y="3429"/>
                        <a:pt x="80201" y="3143"/>
                      </a:cubicBezTo>
                      <a:cubicBezTo>
                        <a:pt x="80867" y="4477"/>
                        <a:pt x="82010" y="5334"/>
                        <a:pt x="83629" y="5810"/>
                      </a:cubicBezTo>
                      <a:cubicBezTo>
                        <a:pt x="85630" y="6382"/>
                        <a:pt x="87059" y="6953"/>
                        <a:pt x="87725" y="7429"/>
                      </a:cubicBezTo>
                      <a:cubicBezTo>
                        <a:pt x="90773" y="7715"/>
                        <a:pt x="93631" y="11716"/>
                        <a:pt x="96012" y="19431"/>
                      </a:cubicBezTo>
                      <a:cubicBezTo>
                        <a:pt x="96012" y="20574"/>
                        <a:pt x="95155" y="22003"/>
                        <a:pt x="93631" y="23813"/>
                      </a:cubicBezTo>
                      <a:cubicBezTo>
                        <a:pt x="92107" y="25622"/>
                        <a:pt x="91440" y="27242"/>
                        <a:pt x="91535" y="28385"/>
                      </a:cubicBezTo>
                      <a:cubicBezTo>
                        <a:pt x="90488" y="28194"/>
                        <a:pt x="90011" y="28575"/>
                        <a:pt x="89916" y="29528"/>
                      </a:cubicBezTo>
                      <a:cubicBezTo>
                        <a:pt x="89821" y="30671"/>
                        <a:pt x="89535" y="31432"/>
                        <a:pt x="89249" y="31528"/>
                      </a:cubicBezTo>
                      <a:cubicBezTo>
                        <a:pt x="86678" y="32671"/>
                        <a:pt x="84963" y="33338"/>
                        <a:pt x="83915" y="33338"/>
                      </a:cubicBezTo>
                      <a:cubicBezTo>
                        <a:pt x="82391" y="33338"/>
                        <a:pt x="81058" y="32385"/>
                        <a:pt x="79820" y="30575"/>
                      </a:cubicBezTo>
                      <a:cubicBezTo>
                        <a:pt x="79820" y="29146"/>
                        <a:pt x="78772" y="28004"/>
                        <a:pt x="77153" y="27242"/>
                      </a:cubicBezTo>
                      <a:cubicBezTo>
                        <a:pt x="75152" y="26479"/>
                        <a:pt x="73914" y="25622"/>
                        <a:pt x="73533" y="24575"/>
                      </a:cubicBezTo>
                      <a:cubicBezTo>
                        <a:pt x="72962" y="24575"/>
                        <a:pt x="71533" y="24003"/>
                        <a:pt x="69247" y="23051"/>
                      </a:cubicBezTo>
                      <a:cubicBezTo>
                        <a:pt x="67437" y="22384"/>
                        <a:pt x="65913" y="22003"/>
                        <a:pt x="64865" y="22003"/>
                      </a:cubicBezTo>
                      <a:cubicBezTo>
                        <a:pt x="63341" y="22003"/>
                        <a:pt x="62008" y="22765"/>
                        <a:pt x="60865" y="24194"/>
                      </a:cubicBezTo>
                      <a:cubicBezTo>
                        <a:pt x="60484" y="24194"/>
                        <a:pt x="60198" y="24003"/>
                        <a:pt x="59912" y="24003"/>
                      </a:cubicBezTo>
                      <a:cubicBezTo>
                        <a:pt x="59150" y="24003"/>
                        <a:pt x="58007" y="24765"/>
                        <a:pt x="56483" y="26098"/>
                      </a:cubicBezTo>
                      <a:cubicBezTo>
                        <a:pt x="56960" y="26956"/>
                        <a:pt x="57150" y="27622"/>
                        <a:pt x="57150" y="28194"/>
                      </a:cubicBezTo>
                      <a:cubicBezTo>
                        <a:pt x="57150" y="29051"/>
                        <a:pt x="56483" y="29813"/>
                        <a:pt x="55245" y="30480"/>
                      </a:cubicBezTo>
                      <a:cubicBezTo>
                        <a:pt x="54007" y="31147"/>
                        <a:pt x="53435" y="31813"/>
                        <a:pt x="53435" y="32480"/>
                      </a:cubicBezTo>
                      <a:cubicBezTo>
                        <a:pt x="53435" y="32956"/>
                        <a:pt x="53816" y="33719"/>
                        <a:pt x="54388" y="34671"/>
                      </a:cubicBezTo>
                      <a:cubicBezTo>
                        <a:pt x="58198" y="40196"/>
                        <a:pt x="64008" y="44482"/>
                        <a:pt x="71723" y="47244"/>
                      </a:cubicBezTo>
                      <a:cubicBezTo>
                        <a:pt x="72771" y="47530"/>
                        <a:pt x="74200" y="48387"/>
                        <a:pt x="76105" y="49911"/>
                      </a:cubicBezTo>
                      <a:cubicBezTo>
                        <a:pt x="78010" y="51435"/>
                        <a:pt x="79534" y="52197"/>
                        <a:pt x="80867" y="52388"/>
                      </a:cubicBezTo>
                      <a:cubicBezTo>
                        <a:pt x="82105" y="52483"/>
                        <a:pt x="83915" y="53530"/>
                        <a:pt x="86201" y="55436"/>
                      </a:cubicBezTo>
                      <a:cubicBezTo>
                        <a:pt x="88202" y="57245"/>
                        <a:pt x="90106" y="58007"/>
                        <a:pt x="91916" y="57817"/>
                      </a:cubicBezTo>
                      <a:cubicBezTo>
                        <a:pt x="91916" y="58674"/>
                        <a:pt x="92107" y="59246"/>
                        <a:pt x="92393" y="59341"/>
                      </a:cubicBezTo>
                      <a:cubicBezTo>
                        <a:pt x="93250" y="59341"/>
                        <a:pt x="93821" y="59912"/>
                        <a:pt x="94202" y="61151"/>
                      </a:cubicBezTo>
                      <a:cubicBezTo>
                        <a:pt x="94583" y="62389"/>
                        <a:pt x="95250" y="62865"/>
                        <a:pt x="96012" y="62579"/>
                      </a:cubicBezTo>
                      <a:cubicBezTo>
                        <a:pt x="96203" y="63151"/>
                        <a:pt x="97441" y="65056"/>
                        <a:pt x="99631" y="68104"/>
                      </a:cubicBezTo>
                      <a:cubicBezTo>
                        <a:pt x="101251" y="70676"/>
                        <a:pt x="102108" y="73057"/>
                        <a:pt x="102108" y="75057"/>
                      </a:cubicBezTo>
                      <a:cubicBezTo>
                        <a:pt x="102489" y="75724"/>
                        <a:pt x="102775" y="76200"/>
                        <a:pt x="102775" y="76771"/>
                      </a:cubicBezTo>
                      <a:cubicBezTo>
                        <a:pt x="102775" y="77153"/>
                        <a:pt x="102489" y="77819"/>
                        <a:pt x="102108" y="78486"/>
                      </a:cubicBezTo>
                      <a:cubicBezTo>
                        <a:pt x="101632" y="79153"/>
                        <a:pt x="101441" y="79629"/>
                        <a:pt x="101441" y="79915"/>
                      </a:cubicBezTo>
                      <a:cubicBezTo>
                        <a:pt x="101441" y="80391"/>
                        <a:pt x="101822" y="80963"/>
                        <a:pt x="102489" y="81534"/>
                      </a:cubicBezTo>
                      <a:close/>
                      <a:moveTo>
                        <a:pt x="23336" y="85058"/>
                      </a:moveTo>
                      <a:lnTo>
                        <a:pt x="26479" y="83915"/>
                      </a:lnTo>
                      <a:lnTo>
                        <a:pt x="24955" y="83915"/>
                      </a:lnTo>
                      <a:lnTo>
                        <a:pt x="23336" y="85058"/>
                      </a:lnTo>
                      <a:close/>
                      <a:moveTo>
                        <a:pt x="24289" y="98298"/>
                      </a:moveTo>
                      <a:lnTo>
                        <a:pt x="24955" y="98298"/>
                      </a:lnTo>
                      <a:lnTo>
                        <a:pt x="26098" y="99155"/>
                      </a:lnTo>
                      <a:lnTo>
                        <a:pt x="24289" y="98298"/>
                      </a:lnTo>
                      <a:close/>
                      <a:moveTo>
                        <a:pt x="28670" y="105537"/>
                      </a:moveTo>
                      <a:cubicBezTo>
                        <a:pt x="28480" y="104489"/>
                        <a:pt x="28765" y="103632"/>
                        <a:pt x="29623" y="102870"/>
                      </a:cubicBezTo>
                      <a:lnTo>
                        <a:pt x="29432" y="102870"/>
                      </a:lnTo>
                      <a:cubicBezTo>
                        <a:pt x="29432" y="102870"/>
                        <a:pt x="29623" y="103537"/>
                        <a:pt x="30099" y="104013"/>
                      </a:cubicBezTo>
                      <a:cubicBezTo>
                        <a:pt x="30480" y="104394"/>
                        <a:pt x="30671" y="104680"/>
                        <a:pt x="30671" y="104870"/>
                      </a:cubicBezTo>
                      <a:cubicBezTo>
                        <a:pt x="30671" y="105156"/>
                        <a:pt x="30480" y="105346"/>
                        <a:pt x="30194" y="105537"/>
                      </a:cubicBezTo>
                      <a:lnTo>
                        <a:pt x="28670" y="105537"/>
                      </a:lnTo>
                      <a:close/>
                      <a:moveTo>
                        <a:pt x="29909" y="102394"/>
                      </a:moveTo>
                      <a:cubicBezTo>
                        <a:pt x="29909" y="102394"/>
                        <a:pt x="29623" y="102679"/>
                        <a:pt x="29623" y="102870"/>
                      </a:cubicBezTo>
                      <a:cubicBezTo>
                        <a:pt x="29623" y="102775"/>
                        <a:pt x="29623" y="102584"/>
                        <a:pt x="29909" y="102394"/>
                      </a:cubicBezTo>
                      <a:close/>
                      <a:moveTo>
                        <a:pt x="30194" y="99822"/>
                      </a:moveTo>
                      <a:cubicBezTo>
                        <a:pt x="30194" y="99822"/>
                        <a:pt x="30956" y="100013"/>
                        <a:pt x="31432" y="100489"/>
                      </a:cubicBezTo>
                      <a:cubicBezTo>
                        <a:pt x="31909" y="100965"/>
                        <a:pt x="32195" y="101251"/>
                        <a:pt x="32195" y="101346"/>
                      </a:cubicBezTo>
                      <a:cubicBezTo>
                        <a:pt x="31623" y="101346"/>
                        <a:pt x="30861" y="101727"/>
                        <a:pt x="29909" y="102394"/>
                      </a:cubicBezTo>
                      <a:cubicBezTo>
                        <a:pt x="30575" y="101537"/>
                        <a:pt x="30671" y="100584"/>
                        <a:pt x="30194" y="99822"/>
                      </a:cubicBezTo>
                      <a:close/>
                      <a:moveTo>
                        <a:pt x="33338" y="88202"/>
                      </a:moveTo>
                      <a:lnTo>
                        <a:pt x="33338" y="87059"/>
                      </a:lnTo>
                      <a:lnTo>
                        <a:pt x="30194" y="85439"/>
                      </a:lnTo>
                      <a:lnTo>
                        <a:pt x="33338" y="88202"/>
                      </a:lnTo>
                      <a:close/>
                      <a:moveTo>
                        <a:pt x="35909" y="92488"/>
                      </a:moveTo>
                      <a:cubicBezTo>
                        <a:pt x="35909" y="92488"/>
                        <a:pt x="36290" y="92488"/>
                        <a:pt x="37338" y="92678"/>
                      </a:cubicBezTo>
                      <a:cubicBezTo>
                        <a:pt x="37910" y="92678"/>
                        <a:pt x="38290" y="92488"/>
                        <a:pt x="38576" y="91821"/>
                      </a:cubicBezTo>
                      <a:cubicBezTo>
                        <a:pt x="37529" y="91440"/>
                        <a:pt x="36576" y="91630"/>
                        <a:pt x="35909" y="92488"/>
                      </a:cubicBezTo>
                      <a:cubicBezTo>
                        <a:pt x="35623" y="92488"/>
                        <a:pt x="35528" y="92583"/>
                        <a:pt x="35528" y="92869"/>
                      </a:cubicBezTo>
                      <a:lnTo>
                        <a:pt x="34385" y="93917"/>
                      </a:lnTo>
                      <a:lnTo>
                        <a:pt x="35528" y="93917"/>
                      </a:lnTo>
                      <a:cubicBezTo>
                        <a:pt x="35528" y="93917"/>
                        <a:pt x="35528" y="93154"/>
                        <a:pt x="35528" y="92869"/>
                      </a:cubicBezTo>
                      <a:lnTo>
                        <a:pt x="35909" y="92488"/>
                      </a:lnTo>
                      <a:close/>
                      <a:moveTo>
                        <a:pt x="36671" y="40481"/>
                      </a:moveTo>
                      <a:cubicBezTo>
                        <a:pt x="36671" y="40481"/>
                        <a:pt x="37243" y="39624"/>
                        <a:pt x="37052" y="39243"/>
                      </a:cubicBezTo>
                      <a:lnTo>
                        <a:pt x="37433" y="38290"/>
                      </a:lnTo>
                      <a:cubicBezTo>
                        <a:pt x="37433" y="38290"/>
                        <a:pt x="36576" y="37433"/>
                        <a:pt x="36004" y="37147"/>
                      </a:cubicBezTo>
                      <a:cubicBezTo>
                        <a:pt x="35433" y="36957"/>
                        <a:pt x="35052" y="36767"/>
                        <a:pt x="34862" y="36767"/>
                      </a:cubicBezTo>
                      <a:cubicBezTo>
                        <a:pt x="36290" y="37433"/>
                        <a:pt x="37052" y="38195"/>
                        <a:pt x="37052" y="39148"/>
                      </a:cubicBezTo>
                      <a:lnTo>
                        <a:pt x="36671" y="40386"/>
                      </a:lnTo>
                      <a:close/>
                      <a:moveTo>
                        <a:pt x="46101" y="32576"/>
                      </a:moveTo>
                      <a:lnTo>
                        <a:pt x="46101" y="32099"/>
                      </a:lnTo>
                      <a:cubicBezTo>
                        <a:pt x="45720" y="29813"/>
                        <a:pt x="44101" y="28575"/>
                        <a:pt x="41148" y="28575"/>
                      </a:cubicBezTo>
                      <a:cubicBezTo>
                        <a:pt x="38862" y="28575"/>
                        <a:pt x="36957" y="29242"/>
                        <a:pt x="35528" y="30480"/>
                      </a:cubicBezTo>
                      <a:cubicBezTo>
                        <a:pt x="36004" y="30671"/>
                        <a:pt x="36481" y="31528"/>
                        <a:pt x="36957" y="33147"/>
                      </a:cubicBezTo>
                      <a:cubicBezTo>
                        <a:pt x="37433" y="34766"/>
                        <a:pt x="38290" y="35433"/>
                        <a:pt x="39624" y="35147"/>
                      </a:cubicBezTo>
                      <a:lnTo>
                        <a:pt x="39624" y="34671"/>
                      </a:lnTo>
                      <a:cubicBezTo>
                        <a:pt x="39624" y="34671"/>
                        <a:pt x="40196" y="33433"/>
                        <a:pt x="40577" y="31623"/>
                      </a:cubicBezTo>
                      <a:cubicBezTo>
                        <a:pt x="40862" y="30289"/>
                        <a:pt x="41434" y="29432"/>
                        <a:pt x="42291" y="29432"/>
                      </a:cubicBezTo>
                      <a:cubicBezTo>
                        <a:pt x="42672" y="29432"/>
                        <a:pt x="43053" y="29623"/>
                        <a:pt x="43529" y="29909"/>
                      </a:cubicBezTo>
                      <a:lnTo>
                        <a:pt x="43529" y="30956"/>
                      </a:lnTo>
                      <a:cubicBezTo>
                        <a:pt x="43529" y="30956"/>
                        <a:pt x="43910" y="30861"/>
                        <a:pt x="44291" y="30861"/>
                      </a:cubicBezTo>
                      <a:cubicBezTo>
                        <a:pt x="44482" y="30861"/>
                        <a:pt x="45053" y="31337"/>
                        <a:pt x="46196" y="32480"/>
                      </a:cubicBezTo>
                      <a:close/>
                      <a:moveTo>
                        <a:pt x="37529" y="76390"/>
                      </a:moveTo>
                      <a:cubicBezTo>
                        <a:pt x="36671" y="76390"/>
                        <a:pt x="36195" y="76200"/>
                        <a:pt x="36004" y="76010"/>
                      </a:cubicBezTo>
                      <a:lnTo>
                        <a:pt x="37147" y="77438"/>
                      </a:lnTo>
                      <a:cubicBezTo>
                        <a:pt x="37147" y="77438"/>
                        <a:pt x="37719" y="76771"/>
                        <a:pt x="37529" y="76295"/>
                      </a:cubicBezTo>
                      <a:close/>
                      <a:moveTo>
                        <a:pt x="38576" y="34100"/>
                      </a:moveTo>
                      <a:lnTo>
                        <a:pt x="38100" y="33719"/>
                      </a:lnTo>
                      <a:lnTo>
                        <a:pt x="39243" y="33719"/>
                      </a:lnTo>
                      <a:cubicBezTo>
                        <a:pt x="39243" y="33719"/>
                        <a:pt x="38862" y="34004"/>
                        <a:pt x="38576" y="34100"/>
                      </a:cubicBezTo>
                      <a:close/>
                      <a:moveTo>
                        <a:pt x="39243" y="33719"/>
                      </a:moveTo>
                      <a:cubicBezTo>
                        <a:pt x="39243" y="33719"/>
                        <a:pt x="39624" y="33528"/>
                        <a:pt x="39624" y="33719"/>
                      </a:cubicBezTo>
                      <a:lnTo>
                        <a:pt x="39243" y="33719"/>
                      </a:lnTo>
                      <a:close/>
                      <a:moveTo>
                        <a:pt x="40196" y="100965"/>
                      </a:moveTo>
                      <a:lnTo>
                        <a:pt x="41243" y="99917"/>
                      </a:lnTo>
                      <a:cubicBezTo>
                        <a:pt x="40767" y="99441"/>
                        <a:pt x="40386" y="99251"/>
                        <a:pt x="40196" y="99251"/>
                      </a:cubicBezTo>
                      <a:lnTo>
                        <a:pt x="40196" y="101060"/>
                      </a:lnTo>
                      <a:close/>
                      <a:moveTo>
                        <a:pt x="41815" y="35623"/>
                      </a:moveTo>
                      <a:cubicBezTo>
                        <a:pt x="42005" y="35052"/>
                        <a:pt x="41815" y="34480"/>
                        <a:pt x="41243" y="33719"/>
                      </a:cubicBezTo>
                      <a:lnTo>
                        <a:pt x="41243" y="36290"/>
                      </a:lnTo>
                      <a:lnTo>
                        <a:pt x="41815" y="35623"/>
                      </a:lnTo>
                      <a:close/>
                      <a:moveTo>
                        <a:pt x="43815" y="109633"/>
                      </a:moveTo>
                      <a:lnTo>
                        <a:pt x="43434" y="109252"/>
                      </a:lnTo>
                      <a:lnTo>
                        <a:pt x="44577" y="109252"/>
                      </a:lnTo>
                      <a:cubicBezTo>
                        <a:pt x="44005" y="109538"/>
                        <a:pt x="43815" y="109633"/>
                        <a:pt x="43910" y="109633"/>
                      </a:cubicBezTo>
                      <a:close/>
                      <a:moveTo>
                        <a:pt x="57055" y="98298"/>
                      </a:moveTo>
                      <a:lnTo>
                        <a:pt x="57626" y="97631"/>
                      </a:lnTo>
                      <a:lnTo>
                        <a:pt x="57055" y="96107"/>
                      </a:lnTo>
                      <a:lnTo>
                        <a:pt x="57055" y="98298"/>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71" name="Google Shape;1371;p99"/>
              <p:cNvGrpSpPr/>
              <p:nvPr/>
            </p:nvGrpSpPr>
            <p:grpSpPr>
              <a:xfrm>
                <a:off x="9755975" y="6473381"/>
                <a:ext cx="725042" cy="110817"/>
                <a:chOff x="4502657" y="4191476"/>
                <a:chExt cx="725042" cy="110817"/>
              </a:xfrm>
            </p:grpSpPr>
            <p:sp>
              <p:nvSpPr>
                <p:cNvPr id="1372" name="Google Shape;1372;p99"/>
                <p:cNvSpPr/>
                <p:nvPr/>
              </p:nvSpPr>
              <p:spPr>
                <a:xfrm>
                  <a:off x="4502657" y="4191857"/>
                  <a:ext cx="77342" cy="95059"/>
                </a:xfrm>
                <a:custGeom>
                  <a:avLst/>
                  <a:gdLst/>
                  <a:ahLst/>
                  <a:cxnLst/>
                  <a:rect l="l" t="t" r="r" b="b"/>
                  <a:pathLst>
                    <a:path w="77342" h="95059" extrusionOk="0">
                      <a:moveTo>
                        <a:pt x="66961" y="3143"/>
                      </a:moveTo>
                      <a:cubicBezTo>
                        <a:pt x="70390" y="3143"/>
                        <a:pt x="72580" y="5144"/>
                        <a:pt x="73723" y="9049"/>
                      </a:cubicBezTo>
                      <a:cubicBezTo>
                        <a:pt x="75152" y="14383"/>
                        <a:pt x="76295" y="17431"/>
                        <a:pt x="77343" y="18193"/>
                      </a:cubicBezTo>
                      <a:lnTo>
                        <a:pt x="76771" y="77153"/>
                      </a:lnTo>
                      <a:cubicBezTo>
                        <a:pt x="75533" y="78200"/>
                        <a:pt x="74295" y="80296"/>
                        <a:pt x="73152" y="83534"/>
                      </a:cubicBezTo>
                      <a:cubicBezTo>
                        <a:pt x="72009" y="86678"/>
                        <a:pt x="70485" y="88963"/>
                        <a:pt x="68389" y="90297"/>
                      </a:cubicBezTo>
                      <a:cubicBezTo>
                        <a:pt x="65913" y="90297"/>
                        <a:pt x="63627" y="91630"/>
                        <a:pt x="61436" y="94393"/>
                      </a:cubicBezTo>
                      <a:cubicBezTo>
                        <a:pt x="59912" y="94393"/>
                        <a:pt x="57531" y="94393"/>
                        <a:pt x="54293" y="94583"/>
                      </a:cubicBezTo>
                      <a:cubicBezTo>
                        <a:pt x="50482" y="94869"/>
                        <a:pt x="47911" y="95060"/>
                        <a:pt x="46482" y="95060"/>
                      </a:cubicBezTo>
                      <a:cubicBezTo>
                        <a:pt x="41148" y="95060"/>
                        <a:pt x="37147" y="93631"/>
                        <a:pt x="34576" y="90964"/>
                      </a:cubicBezTo>
                      <a:cubicBezTo>
                        <a:pt x="33623" y="93059"/>
                        <a:pt x="32004" y="94107"/>
                        <a:pt x="29623" y="94107"/>
                      </a:cubicBezTo>
                      <a:cubicBezTo>
                        <a:pt x="28766" y="94107"/>
                        <a:pt x="27432" y="93917"/>
                        <a:pt x="25527" y="93536"/>
                      </a:cubicBezTo>
                      <a:cubicBezTo>
                        <a:pt x="23527" y="93059"/>
                        <a:pt x="22098" y="92964"/>
                        <a:pt x="21146" y="92964"/>
                      </a:cubicBezTo>
                      <a:cubicBezTo>
                        <a:pt x="20383" y="92964"/>
                        <a:pt x="19621" y="92964"/>
                        <a:pt x="19050" y="93250"/>
                      </a:cubicBezTo>
                      <a:lnTo>
                        <a:pt x="19717" y="92393"/>
                      </a:lnTo>
                      <a:cubicBezTo>
                        <a:pt x="19145" y="91535"/>
                        <a:pt x="18383" y="91154"/>
                        <a:pt x="17431" y="91154"/>
                      </a:cubicBezTo>
                      <a:cubicBezTo>
                        <a:pt x="16859" y="91154"/>
                        <a:pt x="16002" y="91440"/>
                        <a:pt x="14859" y="92012"/>
                      </a:cubicBezTo>
                      <a:cubicBezTo>
                        <a:pt x="13716" y="92488"/>
                        <a:pt x="12954" y="92773"/>
                        <a:pt x="12478" y="92773"/>
                      </a:cubicBezTo>
                      <a:cubicBezTo>
                        <a:pt x="11906" y="92773"/>
                        <a:pt x="11335" y="92488"/>
                        <a:pt x="10858" y="91916"/>
                      </a:cubicBezTo>
                      <a:cubicBezTo>
                        <a:pt x="10287" y="92583"/>
                        <a:pt x="9716" y="93059"/>
                        <a:pt x="9144" y="93059"/>
                      </a:cubicBezTo>
                      <a:cubicBezTo>
                        <a:pt x="8382" y="93059"/>
                        <a:pt x="7715" y="92488"/>
                        <a:pt x="7049" y="91345"/>
                      </a:cubicBezTo>
                      <a:cubicBezTo>
                        <a:pt x="6382" y="90202"/>
                        <a:pt x="5905" y="89630"/>
                        <a:pt x="5810" y="89630"/>
                      </a:cubicBezTo>
                      <a:cubicBezTo>
                        <a:pt x="5620" y="89630"/>
                        <a:pt x="5429" y="90392"/>
                        <a:pt x="5334" y="91916"/>
                      </a:cubicBezTo>
                      <a:cubicBezTo>
                        <a:pt x="4953" y="90678"/>
                        <a:pt x="4381" y="89726"/>
                        <a:pt x="3524" y="89440"/>
                      </a:cubicBezTo>
                      <a:cubicBezTo>
                        <a:pt x="2381" y="88963"/>
                        <a:pt x="1524" y="88202"/>
                        <a:pt x="953" y="87059"/>
                      </a:cubicBezTo>
                      <a:lnTo>
                        <a:pt x="1429" y="63151"/>
                      </a:lnTo>
                      <a:cubicBezTo>
                        <a:pt x="571" y="62294"/>
                        <a:pt x="476" y="60484"/>
                        <a:pt x="1048" y="57912"/>
                      </a:cubicBezTo>
                      <a:cubicBezTo>
                        <a:pt x="1619" y="55150"/>
                        <a:pt x="1238" y="53340"/>
                        <a:pt x="0" y="52102"/>
                      </a:cubicBezTo>
                      <a:cubicBezTo>
                        <a:pt x="667" y="50673"/>
                        <a:pt x="857" y="48101"/>
                        <a:pt x="381" y="44482"/>
                      </a:cubicBezTo>
                      <a:cubicBezTo>
                        <a:pt x="-95" y="40862"/>
                        <a:pt x="286" y="38195"/>
                        <a:pt x="1429" y="36481"/>
                      </a:cubicBezTo>
                      <a:cubicBezTo>
                        <a:pt x="857" y="32956"/>
                        <a:pt x="571" y="31242"/>
                        <a:pt x="571" y="31337"/>
                      </a:cubicBezTo>
                      <a:cubicBezTo>
                        <a:pt x="571" y="29623"/>
                        <a:pt x="1333" y="28575"/>
                        <a:pt x="2858" y="28099"/>
                      </a:cubicBezTo>
                      <a:cubicBezTo>
                        <a:pt x="1619" y="27527"/>
                        <a:pt x="1048" y="26575"/>
                        <a:pt x="1048" y="25337"/>
                      </a:cubicBezTo>
                      <a:cubicBezTo>
                        <a:pt x="1048" y="24955"/>
                        <a:pt x="1048" y="24479"/>
                        <a:pt x="1238" y="23813"/>
                      </a:cubicBezTo>
                      <a:cubicBezTo>
                        <a:pt x="1333" y="23146"/>
                        <a:pt x="1429" y="22765"/>
                        <a:pt x="1429" y="22479"/>
                      </a:cubicBezTo>
                      <a:cubicBezTo>
                        <a:pt x="1429" y="22003"/>
                        <a:pt x="1238" y="21527"/>
                        <a:pt x="953" y="21241"/>
                      </a:cubicBezTo>
                      <a:cubicBezTo>
                        <a:pt x="1905" y="20669"/>
                        <a:pt x="2476" y="19812"/>
                        <a:pt x="2858" y="18764"/>
                      </a:cubicBezTo>
                      <a:cubicBezTo>
                        <a:pt x="3524" y="17145"/>
                        <a:pt x="4191" y="15907"/>
                        <a:pt x="4763" y="15050"/>
                      </a:cubicBezTo>
                      <a:cubicBezTo>
                        <a:pt x="2381" y="14764"/>
                        <a:pt x="1238" y="13430"/>
                        <a:pt x="1238" y="11144"/>
                      </a:cubicBezTo>
                      <a:lnTo>
                        <a:pt x="1238" y="9239"/>
                      </a:lnTo>
                      <a:cubicBezTo>
                        <a:pt x="1333" y="8287"/>
                        <a:pt x="1429" y="7525"/>
                        <a:pt x="1429" y="6953"/>
                      </a:cubicBezTo>
                      <a:cubicBezTo>
                        <a:pt x="1429" y="5905"/>
                        <a:pt x="1238" y="4953"/>
                        <a:pt x="953" y="4286"/>
                      </a:cubicBezTo>
                      <a:cubicBezTo>
                        <a:pt x="2191" y="2381"/>
                        <a:pt x="4381" y="1429"/>
                        <a:pt x="7334" y="1429"/>
                      </a:cubicBezTo>
                      <a:lnTo>
                        <a:pt x="11430" y="1429"/>
                      </a:lnTo>
                      <a:cubicBezTo>
                        <a:pt x="13811" y="1429"/>
                        <a:pt x="15716" y="953"/>
                        <a:pt x="17145" y="0"/>
                      </a:cubicBezTo>
                      <a:cubicBezTo>
                        <a:pt x="20669" y="857"/>
                        <a:pt x="24860" y="1429"/>
                        <a:pt x="29623" y="1429"/>
                      </a:cubicBezTo>
                      <a:cubicBezTo>
                        <a:pt x="31718" y="1429"/>
                        <a:pt x="35052" y="1238"/>
                        <a:pt x="39433" y="953"/>
                      </a:cubicBezTo>
                      <a:cubicBezTo>
                        <a:pt x="43815" y="667"/>
                        <a:pt x="47054" y="571"/>
                        <a:pt x="49244" y="571"/>
                      </a:cubicBezTo>
                      <a:cubicBezTo>
                        <a:pt x="51626" y="571"/>
                        <a:pt x="53721" y="571"/>
                        <a:pt x="55626" y="857"/>
                      </a:cubicBezTo>
                      <a:cubicBezTo>
                        <a:pt x="56388" y="1143"/>
                        <a:pt x="57817" y="1810"/>
                        <a:pt x="60293" y="2953"/>
                      </a:cubicBezTo>
                      <a:cubicBezTo>
                        <a:pt x="61913" y="3810"/>
                        <a:pt x="63341" y="4191"/>
                        <a:pt x="64389" y="4191"/>
                      </a:cubicBezTo>
                      <a:cubicBezTo>
                        <a:pt x="65341" y="4191"/>
                        <a:pt x="66389" y="3905"/>
                        <a:pt x="67437" y="3334"/>
                      </a:cubicBezTo>
                      <a:close/>
                      <a:moveTo>
                        <a:pt x="2572" y="65913"/>
                      </a:moveTo>
                      <a:cubicBezTo>
                        <a:pt x="3620" y="66104"/>
                        <a:pt x="4763" y="65818"/>
                        <a:pt x="5905" y="65056"/>
                      </a:cubicBezTo>
                      <a:lnTo>
                        <a:pt x="4381" y="64103"/>
                      </a:lnTo>
                      <a:cubicBezTo>
                        <a:pt x="3715" y="63627"/>
                        <a:pt x="3238" y="63532"/>
                        <a:pt x="2572" y="63818"/>
                      </a:cubicBezTo>
                      <a:lnTo>
                        <a:pt x="2572" y="65913"/>
                      </a:lnTo>
                      <a:close/>
                      <a:moveTo>
                        <a:pt x="8572" y="12383"/>
                      </a:moveTo>
                      <a:cubicBezTo>
                        <a:pt x="7429" y="11335"/>
                        <a:pt x="6763" y="10859"/>
                        <a:pt x="6382" y="10954"/>
                      </a:cubicBezTo>
                      <a:lnTo>
                        <a:pt x="7810" y="13430"/>
                      </a:lnTo>
                      <a:cubicBezTo>
                        <a:pt x="7810" y="13430"/>
                        <a:pt x="7906" y="12763"/>
                        <a:pt x="8572" y="12383"/>
                      </a:cubicBezTo>
                      <a:close/>
                      <a:moveTo>
                        <a:pt x="6382" y="25241"/>
                      </a:moveTo>
                      <a:cubicBezTo>
                        <a:pt x="7049" y="25432"/>
                        <a:pt x="7810" y="25051"/>
                        <a:pt x="8572" y="24289"/>
                      </a:cubicBezTo>
                      <a:cubicBezTo>
                        <a:pt x="9239" y="23527"/>
                        <a:pt x="9525" y="22670"/>
                        <a:pt x="9239" y="21908"/>
                      </a:cubicBezTo>
                      <a:cubicBezTo>
                        <a:pt x="8668" y="21622"/>
                        <a:pt x="8192" y="21527"/>
                        <a:pt x="8001" y="21527"/>
                      </a:cubicBezTo>
                      <a:cubicBezTo>
                        <a:pt x="7525" y="21527"/>
                        <a:pt x="7239" y="22288"/>
                        <a:pt x="7049" y="24003"/>
                      </a:cubicBezTo>
                      <a:cubicBezTo>
                        <a:pt x="7049" y="24575"/>
                        <a:pt x="6667" y="24955"/>
                        <a:pt x="6382" y="25241"/>
                      </a:cubicBezTo>
                      <a:close/>
                      <a:moveTo>
                        <a:pt x="54578" y="43434"/>
                      </a:moveTo>
                      <a:cubicBezTo>
                        <a:pt x="53149" y="38671"/>
                        <a:pt x="53149" y="31718"/>
                        <a:pt x="54578" y="22574"/>
                      </a:cubicBezTo>
                      <a:cubicBezTo>
                        <a:pt x="52769" y="20764"/>
                        <a:pt x="49149" y="19812"/>
                        <a:pt x="43720" y="19812"/>
                      </a:cubicBezTo>
                      <a:lnTo>
                        <a:pt x="45625" y="16383"/>
                      </a:lnTo>
                      <a:cubicBezTo>
                        <a:pt x="45148" y="17336"/>
                        <a:pt x="43815" y="17812"/>
                        <a:pt x="41529" y="17812"/>
                      </a:cubicBezTo>
                      <a:cubicBezTo>
                        <a:pt x="41148" y="17812"/>
                        <a:pt x="40481" y="17812"/>
                        <a:pt x="39529" y="17621"/>
                      </a:cubicBezTo>
                      <a:lnTo>
                        <a:pt x="37243" y="17621"/>
                      </a:lnTo>
                      <a:cubicBezTo>
                        <a:pt x="33718" y="17621"/>
                        <a:pt x="31433" y="18574"/>
                        <a:pt x="30480" y="20479"/>
                      </a:cubicBezTo>
                      <a:cubicBezTo>
                        <a:pt x="29813" y="20288"/>
                        <a:pt x="29146" y="20193"/>
                        <a:pt x="28575" y="20193"/>
                      </a:cubicBezTo>
                      <a:cubicBezTo>
                        <a:pt x="27527" y="20193"/>
                        <a:pt x="26194" y="20669"/>
                        <a:pt x="24670" y="21622"/>
                      </a:cubicBezTo>
                      <a:cubicBezTo>
                        <a:pt x="23146" y="22574"/>
                        <a:pt x="22003" y="23051"/>
                        <a:pt x="21146" y="23051"/>
                      </a:cubicBezTo>
                      <a:cubicBezTo>
                        <a:pt x="20669" y="23051"/>
                        <a:pt x="20193" y="22860"/>
                        <a:pt x="19526" y="22670"/>
                      </a:cubicBezTo>
                      <a:cubicBezTo>
                        <a:pt x="20003" y="23146"/>
                        <a:pt x="20288" y="23622"/>
                        <a:pt x="20288" y="24003"/>
                      </a:cubicBezTo>
                      <a:cubicBezTo>
                        <a:pt x="20288" y="24289"/>
                        <a:pt x="19717" y="24575"/>
                        <a:pt x="18574" y="24765"/>
                      </a:cubicBezTo>
                      <a:cubicBezTo>
                        <a:pt x="17431" y="24955"/>
                        <a:pt x="16859" y="25146"/>
                        <a:pt x="16669" y="25432"/>
                      </a:cubicBezTo>
                      <a:cubicBezTo>
                        <a:pt x="15716" y="26098"/>
                        <a:pt x="15240" y="26670"/>
                        <a:pt x="15240" y="27242"/>
                      </a:cubicBezTo>
                      <a:cubicBezTo>
                        <a:pt x="15240" y="27622"/>
                        <a:pt x="15716" y="28099"/>
                        <a:pt x="16669" y="28956"/>
                      </a:cubicBezTo>
                      <a:cubicBezTo>
                        <a:pt x="17621" y="29718"/>
                        <a:pt x="18097" y="30385"/>
                        <a:pt x="18097" y="30956"/>
                      </a:cubicBezTo>
                      <a:lnTo>
                        <a:pt x="14192" y="32385"/>
                      </a:lnTo>
                      <a:cubicBezTo>
                        <a:pt x="14192" y="32385"/>
                        <a:pt x="14954" y="32195"/>
                        <a:pt x="15240" y="32195"/>
                      </a:cubicBezTo>
                      <a:cubicBezTo>
                        <a:pt x="16097" y="32195"/>
                        <a:pt x="16859" y="32861"/>
                        <a:pt x="17526" y="34195"/>
                      </a:cubicBezTo>
                      <a:cubicBezTo>
                        <a:pt x="18193" y="35623"/>
                        <a:pt x="18859" y="36386"/>
                        <a:pt x="19431" y="36576"/>
                      </a:cubicBezTo>
                      <a:cubicBezTo>
                        <a:pt x="21812" y="36957"/>
                        <a:pt x="23050" y="39148"/>
                        <a:pt x="23241" y="43339"/>
                      </a:cubicBezTo>
                      <a:cubicBezTo>
                        <a:pt x="23146" y="46768"/>
                        <a:pt x="23050" y="50197"/>
                        <a:pt x="23050" y="53626"/>
                      </a:cubicBezTo>
                      <a:cubicBezTo>
                        <a:pt x="22765" y="54007"/>
                        <a:pt x="22670" y="54293"/>
                        <a:pt x="22670" y="54769"/>
                      </a:cubicBezTo>
                      <a:cubicBezTo>
                        <a:pt x="22670" y="55150"/>
                        <a:pt x="22955" y="55531"/>
                        <a:pt x="23527" y="56197"/>
                      </a:cubicBezTo>
                      <a:cubicBezTo>
                        <a:pt x="24003" y="56769"/>
                        <a:pt x="24384" y="57245"/>
                        <a:pt x="24384" y="57436"/>
                      </a:cubicBezTo>
                      <a:cubicBezTo>
                        <a:pt x="24384" y="57721"/>
                        <a:pt x="24098" y="57912"/>
                        <a:pt x="23622" y="58293"/>
                      </a:cubicBezTo>
                      <a:cubicBezTo>
                        <a:pt x="22003" y="62198"/>
                        <a:pt x="22098" y="64579"/>
                        <a:pt x="24193" y="65246"/>
                      </a:cubicBezTo>
                      <a:lnTo>
                        <a:pt x="22193" y="66580"/>
                      </a:lnTo>
                      <a:cubicBezTo>
                        <a:pt x="22765" y="67342"/>
                        <a:pt x="23050" y="68104"/>
                        <a:pt x="23050" y="69056"/>
                      </a:cubicBezTo>
                      <a:lnTo>
                        <a:pt x="23050" y="70485"/>
                      </a:lnTo>
                      <a:cubicBezTo>
                        <a:pt x="22955" y="71056"/>
                        <a:pt x="22860" y="71438"/>
                        <a:pt x="22860" y="71723"/>
                      </a:cubicBezTo>
                      <a:cubicBezTo>
                        <a:pt x="22860" y="73152"/>
                        <a:pt x="23527" y="74200"/>
                        <a:pt x="24955" y="74962"/>
                      </a:cubicBezTo>
                      <a:cubicBezTo>
                        <a:pt x="26575" y="74962"/>
                        <a:pt x="28956" y="74771"/>
                        <a:pt x="31909" y="74104"/>
                      </a:cubicBezTo>
                      <a:cubicBezTo>
                        <a:pt x="33147" y="76581"/>
                        <a:pt x="34766" y="77819"/>
                        <a:pt x="36576" y="77819"/>
                      </a:cubicBezTo>
                      <a:cubicBezTo>
                        <a:pt x="37719" y="77819"/>
                        <a:pt x="39624" y="76962"/>
                        <a:pt x="42196" y="75343"/>
                      </a:cubicBezTo>
                      <a:cubicBezTo>
                        <a:pt x="44768" y="73723"/>
                        <a:pt x="46672" y="72866"/>
                        <a:pt x="48006" y="72866"/>
                      </a:cubicBezTo>
                      <a:cubicBezTo>
                        <a:pt x="49054" y="72866"/>
                        <a:pt x="50006" y="73247"/>
                        <a:pt x="51054" y="74104"/>
                      </a:cubicBezTo>
                      <a:cubicBezTo>
                        <a:pt x="53054" y="71914"/>
                        <a:pt x="54102" y="69056"/>
                        <a:pt x="54102" y="65342"/>
                      </a:cubicBezTo>
                      <a:cubicBezTo>
                        <a:pt x="54102" y="62579"/>
                        <a:pt x="53530" y="59722"/>
                        <a:pt x="52483" y="57150"/>
                      </a:cubicBezTo>
                      <a:cubicBezTo>
                        <a:pt x="54197" y="56007"/>
                        <a:pt x="54769" y="53721"/>
                        <a:pt x="54293" y="50292"/>
                      </a:cubicBezTo>
                      <a:cubicBezTo>
                        <a:pt x="53816" y="46863"/>
                        <a:pt x="53912" y="44577"/>
                        <a:pt x="54578" y="43529"/>
                      </a:cubicBezTo>
                      <a:close/>
                      <a:moveTo>
                        <a:pt x="14764" y="39814"/>
                      </a:moveTo>
                      <a:lnTo>
                        <a:pt x="17431" y="40291"/>
                      </a:lnTo>
                      <a:lnTo>
                        <a:pt x="16764" y="39814"/>
                      </a:lnTo>
                      <a:lnTo>
                        <a:pt x="14859" y="39814"/>
                      </a:lnTo>
                      <a:close/>
                      <a:moveTo>
                        <a:pt x="20288" y="28575"/>
                      </a:moveTo>
                      <a:cubicBezTo>
                        <a:pt x="20288" y="28575"/>
                        <a:pt x="21146" y="28004"/>
                        <a:pt x="22288" y="28004"/>
                      </a:cubicBezTo>
                      <a:cubicBezTo>
                        <a:pt x="22003" y="28480"/>
                        <a:pt x="21336" y="28765"/>
                        <a:pt x="20479" y="28765"/>
                      </a:cubicBezTo>
                      <a:lnTo>
                        <a:pt x="18193" y="28575"/>
                      </a:lnTo>
                      <a:lnTo>
                        <a:pt x="18193" y="27146"/>
                      </a:lnTo>
                      <a:cubicBezTo>
                        <a:pt x="18193" y="27146"/>
                        <a:pt x="18955" y="27146"/>
                        <a:pt x="19336" y="27813"/>
                      </a:cubicBezTo>
                      <a:cubicBezTo>
                        <a:pt x="19812" y="28289"/>
                        <a:pt x="20098" y="28575"/>
                        <a:pt x="20288" y="28575"/>
                      </a:cubicBezTo>
                      <a:close/>
                      <a:moveTo>
                        <a:pt x="41434" y="11525"/>
                      </a:moveTo>
                      <a:cubicBezTo>
                        <a:pt x="41434" y="11525"/>
                        <a:pt x="40577" y="10954"/>
                        <a:pt x="39243" y="10954"/>
                      </a:cubicBezTo>
                      <a:lnTo>
                        <a:pt x="40196" y="12954"/>
                      </a:lnTo>
                      <a:lnTo>
                        <a:pt x="41434" y="11525"/>
                      </a:lnTo>
                      <a:close/>
                      <a:moveTo>
                        <a:pt x="42863" y="4001"/>
                      </a:moveTo>
                      <a:lnTo>
                        <a:pt x="42386" y="3143"/>
                      </a:lnTo>
                      <a:lnTo>
                        <a:pt x="42863" y="6001"/>
                      </a:lnTo>
                      <a:lnTo>
                        <a:pt x="42863" y="4001"/>
                      </a:lnTo>
                      <a:close/>
                      <a:moveTo>
                        <a:pt x="47625" y="6477"/>
                      </a:moveTo>
                      <a:cubicBezTo>
                        <a:pt x="47054" y="6477"/>
                        <a:pt x="46577" y="6477"/>
                        <a:pt x="46387" y="6953"/>
                      </a:cubicBezTo>
                      <a:cubicBezTo>
                        <a:pt x="46101" y="7429"/>
                        <a:pt x="45911" y="7715"/>
                        <a:pt x="45625" y="7811"/>
                      </a:cubicBezTo>
                      <a:lnTo>
                        <a:pt x="47625" y="7811"/>
                      </a:lnTo>
                      <a:lnTo>
                        <a:pt x="47625" y="6382"/>
                      </a:lnTo>
                      <a:close/>
                      <a:moveTo>
                        <a:pt x="51054" y="17717"/>
                      </a:moveTo>
                      <a:cubicBezTo>
                        <a:pt x="51054" y="16383"/>
                        <a:pt x="51626" y="16097"/>
                        <a:pt x="52769" y="16669"/>
                      </a:cubicBezTo>
                      <a:cubicBezTo>
                        <a:pt x="53912" y="17240"/>
                        <a:pt x="54483" y="17145"/>
                        <a:pt x="54673" y="16288"/>
                      </a:cubicBezTo>
                      <a:cubicBezTo>
                        <a:pt x="54388" y="16573"/>
                        <a:pt x="54007" y="16669"/>
                        <a:pt x="53626" y="16669"/>
                      </a:cubicBezTo>
                      <a:cubicBezTo>
                        <a:pt x="53245" y="16669"/>
                        <a:pt x="52673" y="16288"/>
                        <a:pt x="51911" y="15716"/>
                      </a:cubicBezTo>
                      <a:cubicBezTo>
                        <a:pt x="51149" y="15050"/>
                        <a:pt x="50387" y="14764"/>
                        <a:pt x="49625" y="14859"/>
                      </a:cubicBezTo>
                      <a:lnTo>
                        <a:pt x="49625" y="17717"/>
                      </a:lnTo>
                      <a:lnTo>
                        <a:pt x="51054" y="17717"/>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 name="Google Shape;1373;p99"/>
                <p:cNvSpPr/>
                <p:nvPr/>
              </p:nvSpPr>
              <p:spPr>
                <a:xfrm>
                  <a:off x="4593000" y="4192524"/>
                  <a:ext cx="82821" cy="94392"/>
                </a:xfrm>
                <a:custGeom>
                  <a:avLst/>
                  <a:gdLst/>
                  <a:ahLst/>
                  <a:cxnLst/>
                  <a:rect l="l" t="t" r="r" b="b"/>
                  <a:pathLst>
                    <a:path w="82821" h="94392" extrusionOk="0">
                      <a:moveTo>
                        <a:pt x="79774" y="82391"/>
                      </a:moveTo>
                      <a:cubicBezTo>
                        <a:pt x="81774" y="82772"/>
                        <a:pt x="82822" y="84011"/>
                        <a:pt x="82822" y="86106"/>
                      </a:cubicBezTo>
                      <a:cubicBezTo>
                        <a:pt x="82822" y="85154"/>
                        <a:pt x="82536" y="86868"/>
                        <a:pt x="81965" y="91249"/>
                      </a:cubicBezTo>
                      <a:cubicBezTo>
                        <a:pt x="80060" y="93345"/>
                        <a:pt x="77012" y="94393"/>
                        <a:pt x="72916" y="94393"/>
                      </a:cubicBezTo>
                      <a:cubicBezTo>
                        <a:pt x="66248" y="94393"/>
                        <a:pt x="63105" y="94393"/>
                        <a:pt x="63486" y="94202"/>
                      </a:cubicBezTo>
                      <a:cubicBezTo>
                        <a:pt x="61010" y="93536"/>
                        <a:pt x="59676" y="91249"/>
                        <a:pt x="59676" y="87439"/>
                      </a:cubicBezTo>
                      <a:cubicBezTo>
                        <a:pt x="59676" y="83629"/>
                        <a:pt x="58724" y="81344"/>
                        <a:pt x="57105" y="80296"/>
                      </a:cubicBezTo>
                      <a:cubicBezTo>
                        <a:pt x="56152" y="79915"/>
                        <a:pt x="53771" y="79820"/>
                        <a:pt x="49770" y="79820"/>
                      </a:cubicBezTo>
                      <a:cubicBezTo>
                        <a:pt x="46913" y="79820"/>
                        <a:pt x="44722" y="79057"/>
                        <a:pt x="43198" y="77533"/>
                      </a:cubicBezTo>
                      <a:cubicBezTo>
                        <a:pt x="42912" y="77438"/>
                        <a:pt x="42722" y="75914"/>
                        <a:pt x="42436" y="72962"/>
                      </a:cubicBezTo>
                      <a:cubicBezTo>
                        <a:pt x="42341" y="71723"/>
                        <a:pt x="41864" y="70961"/>
                        <a:pt x="41007" y="70675"/>
                      </a:cubicBezTo>
                      <a:cubicBezTo>
                        <a:pt x="40150" y="72199"/>
                        <a:pt x="39578" y="73819"/>
                        <a:pt x="39102" y="75629"/>
                      </a:cubicBezTo>
                      <a:cubicBezTo>
                        <a:pt x="38626" y="78105"/>
                        <a:pt x="38150" y="79915"/>
                        <a:pt x="37673" y="81153"/>
                      </a:cubicBezTo>
                      <a:cubicBezTo>
                        <a:pt x="36721" y="81439"/>
                        <a:pt x="35197" y="81344"/>
                        <a:pt x="33197" y="80963"/>
                      </a:cubicBezTo>
                      <a:cubicBezTo>
                        <a:pt x="30815" y="80581"/>
                        <a:pt x="29291" y="80391"/>
                        <a:pt x="28625" y="80391"/>
                      </a:cubicBezTo>
                      <a:cubicBezTo>
                        <a:pt x="26148" y="80391"/>
                        <a:pt x="24529" y="81534"/>
                        <a:pt x="23767" y="83915"/>
                      </a:cubicBezTo>
                      <a:cubicBezTo>
                        <a:pt x="23767" y="84201"/>
                        <a:pt x="23196" y="85535"/>
                        <a:pt x="22052" y="88011"/>
                      </a:cubicBezTo>
                      <a:cubicBezTo>
                        <a:pt x="21100" y="89821"/>
                        <a:pt x="20624" y="91345"/>
                        <a:pt x="20624" y="92583"/>
                      </a:cubicBezTo>
                      <a:cubicBezTo>
                        <a:pt x="20624" y="93345"/>
                        <a:pt x="20719" y="93821"/>
                        <a:pt x="21005" y="94297"/>
                      </a:cubicBezTo>
                      <a:lnTo>
                        <a:pt x="10337" y="94297"/>
                      </a:lnTo>
                      <a:cubicBezTo>
                        <a:pt x="5765" y="94297"/>
                        <a:pt x="2240" y="93821"/>
                        <a:pt x="50" y="92678"/>
                      </a:cubicBezTo>
                      <a:cubicBezTo>
                        <a:pt x="-236" y="87154"/>
                        <a:pt x="716" y="81724"/>
                        <a:pt x="2812" y="76581"/>
                      </a:cubicBezTo>
                      <a:cubicBezTo>
                        <a:pt x="4907" y="71438"/>
                        <a:pt x="7098" y="66199"/>
                        <a:pt x="9289" y="61055"/>
                      </a:cubicBezTo>
                      <a:cubicBezTo>
                        <a:pt x="8336" y="60579"/>
                        <a:pt x="7860" y="60007"/>
                        <a:pt x="7860" y="59436"/>
                      </a:cubicBezTo>
                      <a:cubicBezTo>
                        <a:pt x="7860" y="59055"/>
                        <a:pt x="8051" y="58483"/>
                        <a:pt x="8336" y="57721"/>
                      </a:cubicBezTo>
                      <a:cubicBezTo>
                        <a:pt x="8717" y="56960"/>
                        <a:pt x="8908" y="56388"/>
                        <a:pt x="8908" y="56007"/>
                      </a:cubicBezTo>
                      <a:cubicBezTo>
                        <a:pt x="8908" y="55531"/>
                        <a:pt x="8813" y="55150"/>
                        <a:pt x="8527" y="54864"/>
                      </a:cubicBezTo>
                      <a:cubicBezTo>
                        <a:pt x="8241" y="53435"/>
                        <a:pt x="9289" y="52292"/>
                        <a:pt x="11480" y="51530"/>
                      </a:cubicBezTo>
                      <a:cubicBezTo>
                        <a:pt x="13671" y="50768"/>
                        <a:pt x="14718" y="50102"/>
                        <a:pt x="14718" y="49530"/>
                      </a:cubicBezTo>
                      <a:cubicBezTo>
                        <a:pt x="14718" y="49149"/>
                        <a:pt x="14432" y="48673"/>
                        <a:pt x="13861" y="47911"/>
                      </a:cubicBezTo>
                      <a:lnTo>
                        <a:pt x="13861" y="48101"/>
                      </a:lnTo>
                      <a:cubicBezTo>
                        <a:pt x="13861" y="48101"/>
                        <a:pt x="13671" y="47339"/>
                        <a:pt x="13385" y="47244"/>
                      </a:cubicBezTo>
                      <a:cubicBezTo>
                        <a:pt x="13861" y="46577"/>
                        <a:pt x="14814" y="46101"/>
                        <a:pt x="16242" y="46006"/>
                      </a:cubicBezTo>
                      <a:cubicBezTo>
                        <a:pt x="18528" y="45625"/>
                        <a:pt x="19862" y="45339"/>
                        <a:pt x="20338" y="45339"/>
                      </a:cubicBezTo>
                      <a:cubicBezTo>
                        <a:pt x="20338" y="44291"/>
                        <a:pt x="20052" y="43244"/>
                        <a:pt x="19385" y="42291"/>
                      </a:cubicBezTo>
                      <a:cubicBezTo>
                        <a:pt x="18623" y="40862"/>
                        <a:pt x="17576" y="40386"/>
                        <a:pt x="16433" y="40862"/>
                      </a:cubicBezTo>
                      <a:lnTo>
                        <a:pt x="13956" y="40862"/>
                      </a:lnTo>
                      <a:cubicBezTo>
                        <a:pt x="13861" y="39148"/>
                        <a:pt x="14623" y="37529"/>
                        <a:pt x="16433" y="36290"/>
                      </a:cubicBezTo>
                      <a:lnTo>
                        <a:pt x="17481" y="26479"/>
                      </a:lnTo>
                      <a:cubicBezTo>
                        <a:pt x="18623" y="26384"/>
                        <a:pt x="19195" y="25717"/>
                        <a:pt x="19481" y="24574"/>
                      </a:cubicBezTo>
                      <a:cubicBezTo>
                        <a:pt x="19766" y="22860"/>
                        <a:pt x="20052" y="21812"/>
                        <a:pt x="20433" y="21527"/>
                      </a:cubicBezTo>
                      <a:cubicBezTo>
                        <a:pt x="20433" y="20098"/>
                        <a:pt x="21100" y="17812"/>
                        <a:pt x="22338" y="14669"/>
                      </a:cubicBezTo>
                      <a:cubicBezTo>
                        <a:pt x="23767" y="11525"/>
                        <a:pt x="24434" y="9239"/>
                        <a:pt x="24529" y="7715"/>
                      </a:cubicBezTo>
                      <a:cubicBezTo>
                        <a:pt x="24815" y="7429"/>
                        <a:pt x="25100" y="6096"/>
                        <a:pt x="25481" y="3620"/>
                      </a:cubicBezTo>
                      <a:cubicBezTo>
                        <a:pt x="25863" y="1905"/>
                        <a:pt x="26720" y="1048"/>
                        <a:pt x="28148" y="762"/>
                      </a:cubicBezTo>
                      <a:lnTo>
                        <a:pt x="31006" y="762"/>
                      </a:lnTo>
                      <a:cubicBezTo>
                        <a:pt x="31387" y="2286"/>
                        <a:pt x="31958" y="3048"/>
                        <a:pt x="32530" y="3048"/>
                      </a:cubicBezTo>
                      <a:cubicBezTo>
                        <a:pt x="32911" y="3048"/>
                        <a:pt x="33578" y="2572"/>
                        <a:pt x="34530" y="1524"/>
                      </a:cubicBezTo>
                      <a:cubicBezTo>
                        <a:pt x="35483" y="571"/>
                        <a:pt x="36340" y="0"/>
                        <a:pt x="37007" y="0"/>
                      </a:cubicBezTo>
                      <a:cubicBezTo>
                        <a:pt x="37292" y="0"/>
                        <a:pt x="37578" y="0"/>
                        <a:pt x="37864" y="95"/>
                      </a:cubicBezTo>
                      <a:lnTo>
                        <a:pt x="53104" y="762"/>
                      </a:lnTo>
                      <a:cubicBezTo>
                        <a:pt x="57009" y="6667"/>
                        <a:pt x="58914" y="10478"/>
                        <a:pt x="58914" y="12287"/>
                      </a:cubicBezTo>
                      <a:cubicBezTo>
                        <a:pt x="58914" y="12859"/>
                        <a:pt x="58914" y="13430"/>
                        <a:pt x="58628" y="14097"/>
                      </a:cubicBezTo>
                      <a:cubicBezTo>
                        <a:pt x="61105" y="15430"/>
                        <a:pt x="62343" y="17050"/>
                        <a:pt x="62343" y="19240"/>
                      </a:cubicBezTo>
                      <a:cubicBezTo>
                        <a:pt x="62343" y="19812"/>
                        <a:pt x="62248" y="20764"/>
                        <a:pt x="61962" y="22003"/>
                      </a:cubicBezTo>
                      <a:cubicBezTo>
                        <a:pt x="61676" y="23241"/>
                        <a:pt x="61581" y="24098"/>
                        <a:pt x="61581" y="24765"/>
                      </a:cubicBezTo>
                      <a:cubicBezTo>
                        <a:pt x="61581" y="26765"/>
                        <a:pt x="62915" y="28289"/>
                        <a:pt x="65486" y="29337"/>
                      </a:cubicBezTo>
                      <a:cubicBezTo>
                        <a:pt x="65010" y="32385"/>
                        <a:pt x="65486" y="35909"/>
                        <a:pt x="66915" y="40005"/>
                      </a:cubicBezTo>
                      <a:cubicBezTo>
                        <a:pt x="68153" y="43624"/>
                        <a:pt x="69297" y="47244"/>
                        <a:pt x="70535" y="50863"/>
                      </a:cubicBezTo>
                      <a:lnTo>
                        <a:pt x="69677" y="50863"/>
                      </a:lnTo>
                      <a:cubicBezTo>
                        <a:pt x="70154" y="51054"/>
                        <a:pt x="70439" y="52006"/>
                        <a:pt x="70535" y="53626"/>
                      </a:cubicBezTo>
                      <a:cubicBezTo>
                        <a:pt x="70535" y="55245"/>
                        <a:pt x="71011" y="56007"/>
                        <a:pt x="71868" y="56007"/>
                      </a:cubicBezTo>
                      <a:cubicBezTo>
                        <a:pt x="72249" y="56007"/>
                        <a:pt x="72630" y="55816"/>
                        <a:pt x="73106" y="55626"/>
                      </a:cubicBezTo>
                      <a:cubicBezTo>
                        <a:pt x="73202" y="57531"/>
                        <a:pt x="73392" y="59531"/>
                        <a:pt x="73488" y="61436"/>
                      </a:cubicBezTo>
                      <a:cubicBezTo>
                        <a:pt x="73868" y="64008"/>
                        <a:pt x="74916" y="65627"/>
                        <a:pt x="76726" y="66580"/>
                      </a:cubicBezTo>
                      <a:cubicBezTo>
                        <a:pt x="76345" y="67628"/>
                        <a:pt x="76155" y="68675"/>
                        <a:pt x="76155" y="69532"/>
                      </a:cubicBezTo>
                      <a:cubicBezTo>
                        <a:pt x="76155" y="71056"/>
                        <a:pt x="76916" y="72866"/>
                        <a:pt x="78345" y="74962"/>
                      </a:cubicBezTo>
                      <a:cubicBezTo>
                        <a:pt x="79774" y="76962"/>
                        <a:pt x="80441" y="78772"/>
                        <a:pt x="80441" y="80105"/>
                      </a:cubicBezTo>
                      <a:cubicBezTo>
                        <a:pt x="80441" y="80772"/>
                        <a:pt x="80346" y="81534"/>
                        <a:pt x="80060" y="82391"/>
                      </a:cubicBezTo>
                      <a:close/>
                      <a:moveTo>
                        <a:pt x="11289" y="48006"/>
                      </a:moveTo>
                      <a:lnTo>
                        <a:pt x="11289" y="50387"/>
                      </a:lnTo>
                      <a:lnTo>
                        <a:pt x="10432" y="48006"/>
                      </a:lnTo>
                      <a:lnTo>
                        <a:pt x="11289" y="48006"/>
                      </a:lnTo>
                      <a:close/>
                      <a:moveTo>
                        <a:pt x="14623" y="84391"/>
                      </a:moveTo>
                      <a:cubicBezTo>
                        <a:pt x="15194" y="83820"/>
                        <a:pt x="15194" y="83248"/>
                        <a:pt x="14623" y="82677"/>
                      </a:cubicBezTo>
                      <a:lnTo>
                        <a:pt x="14623" y="84391"/>
                      </a:lnTo>
                      <a:cubicBezTo>
                        <a:pt x="14147" y="84772"/>
                        <a:pt x="13766" y="85249"/>
                        <a:pt x="13385" y="85630"/>
                      </a:cubicBezTo>
                      <a:cubicBezTo>
                        <a:pt x="13480" y="85725"/>
                        <a:pt x="13956" y="85820"/>
                        <a:pt x="14623" y="86011"/>
                      </a:cubicBezTo>
                      <a:lnTo>
                        <a:pt x="14623" y="84391"/>
                      </a:lnTo>
                      <a:close/>
                      <a:moveTo>
                        <a:pt x="15385" y="16192"/>
                      </a:moveTo>
                      <a:cubicBezTo>
                        <a:pt x="14432" y="15240"/>
                        <a:pt x="13956" y="14573"/>
                        <a:pt x="13956" y="14192"/>
                      </a:cubicBezTo>
                      <a:cubicBezTo>
                        <a:pt x="13956" y="13906"/>
                        <a:pt x="14147" y="13525"/>
                        <a:pt x="14623" y="13145"/>
                      </a:cubicBezTo>
                      <a:cubicBezTo>
                        <a:pt x="15099" y="13145"/>
                        <a:pt x="15385" y="13525"/>
                        <a:pt x="15385" y="14383"/>
                      </a:cubicBezTo>
                      <a:lnTo>
                        <a:pt x="15385" y="16192"/>
                      </a:lnTo>
                      <a:close/>
                      <a:moveTo>
                        <a:pt x="50532" y="62770"/>
                      </a:moveTo>
                      <a:cubicBezTo>
                        <a:pt x="51294" y="61817"/>
                        <a:pt x="51771" y="60770"/>
                        <a:pt x="51771" y="59531"/>
                      </a:cubicBezTo>
                      <a:cubicBezTo>
                        <a:pt x="51771" y="58293"/>
                        <a:pt x="51199" y="56769"/>
                        <a:pt x="50151" y="54959"/>
                      </a:cubicBezTo>
                      <a:cubicBezTo>
                        <a:pt x="49008" y="53054"/>
                        <a:pt x="48532" y="51721"/>
                        <a:pt x="48532" y="50959"/>
                      </a:cubicBezTo>
                      <a:cubicBezTo>
                        <a:pt x="48532" y="50006"/>
                        <a:pt x="48913" y="49244"/>
                        <a:pt x="49961" y="48673"/>
                      </a:cubicBezTo>
                      <a:lnTo>
                        <a:pt x="47960" y="46768"/>
                      </a:lnTo>
                      <a:cubicBezTo>
                        <a:pt x="48532" y="45815"/>
                        <a:pt x="48818" y="44958"/>
                        <a:pt x="48818" y="44101"/>
                      </a:cubicBezTo>
                      <a:cubicBezTo>
                        <a:pt x="48818" y="43053"/>
                        <a:pt x="47960" y="41815"/>
                        <a:pt x="46151" y="40481"/>
                      </a:cubicBezTo>
                      <a:cubicBezTo>
                        <a:pt x="44436" y="39053"/>
                        <a:pt x="43484" y="37814"/>
                        <a:pt x="43484" y="36671"/>
                      </a:cubicBezTo>
                      <a:cubicBezTo>
                        <a:pt x="43484" y="35814"/>
                        <a:pt x="43769" y="34957"/>
                        <a:pt x="44436" y="34004"/>
                      </a:cubicBezTo>
                      <a:cubicBezTo>
                        <a:pt x="42722" y="30480"/>
                        <a:pt x="41102" y="28670"/>
                        <a:pt x="39483" y="28670"/>
                      </a:cubicBezTo>
                      <a:cubicBezTo>
                        <a:pt x="37197" y="30671"/>
                        <a:pt x="36054" y="35338"/>
                        <a:pt x="36054" y="42577"/>
                      </a:cubicBezTo>
                      <a:cubicBezTo>
                        <a:pt x="33673" y="42196"/>
                        <a:pt x="32530" y="42958"/>
                        <a:pt x="32530" y="44672"/>
                      </a:cubicBezTo>
                      <a:cubicBezTo>
                        <a:pt x="32530" y="45434"/>
                        <a:pt x="32816" y="46577"/>
                        <a:pt x="33292" y="48196"/>
                      </a:cubicBezTo>
                      <a:cubicBezTo>
                        <a:pt x="33864" y="49816"/>
                        <a:pt x="34054" y="50673"/>
                        <a:pt x="33959" y="50959"/>
                      </a:cubicBezTo>
                      <a:cubicBezTo>
                        <a:pt x="33864" y="51625"/>
                        <a:pt x="33292" y="52197"/>
                        <a:pt x="32339" y="52673"/>
                      </a:cubicBezTo>
                      <a:cubicBezTo>
                        <a:pt x="31387" y="53245"/>
                        <a:pt x="30815" y="53530"/>
                        <a:pt x="30530" y="53816"/>
                      </a:cubicBezTo>
                      <a:cubicBezTo>
                        <a:pt x="30244" y="54864"/>
                        <a:pt x="30149" y="55912"/>
                        <a:pt x="30149" y="56864"/>
                      </a:cubicBezTo>
                      <a:cubicBezTo>
                        <a:pt x="30149" y="61531"/>
                        <a:pt x="32721" y="64198"/>
                        <a:pt x="37959" y="64865"/>
                      </a:cubicBezTo>
                      <a:cubicBezTo>
                        <a:pt x="38912" y="65151"/>
                        <a:pt x="39388" y="65627"/>
                        <a:pt x="39388" y="66485"/>
                      </a:cubicBezTo>
                      <a:cubicBezTo>
                        <a:pt x="39388" y="67342"/>
                        <a:pt x="39388" y="68008"/>
                        <a:pt x="39578" y="68675"/>
                      </a:cubicBezTo>
                      <a:cubicBezTo>
                        <a:pt x="39578" y="69342"/>
                        <a:pt x="40150" y="69723"/>
                        <a:pt x="40817" y="69818"/>
                      </a:cubicBezTo>
                      <a:cubicBezTo>
                        <a:pt x="40531" y="67056"/>
                        <a:pt x="41769" y="65341"/>
                        <a:pt x="44150" y="64675"/>
                      </a:cubicBezTo>
                      <a:cubicBezTo>
                        <a:pt x="46151" y="64103"/>
                        <a:pt x="48246" y="63532"/>
                        <a:pt x="50437" y="62865"/>
                      </a:cubicBezTo>
                      <a:close/>
                      <a:moveTo>
                        <a:pt x="66725" y="56293"/>
                      </a:moveTo>
                      <a:lnTo>
                        <a:pt x="65296" y="54959"/>
                      </a:lnTo>
                      <a:lnTo>
                        <a:pt x="66725" y="53721"/>
                      </a:lnTo>
                      <a:lnTo>
                        <a:pt x="65296" y="53721"/>
                      </a:lnTo>
                      <a:cubicBezTo>
                        <a:pt x="64915" y="54197"/>
                        <a:pt x="64629" y="54483"/>
                        <a:pt x="64248" y="54483"/>
                      </a:cubicBezTo>
                      <a:cubicBezTo>
                        <a:pt x="63867" y="54483"/>
                        <a:pt x="63391" y="54102"/>
                        <a:pt x="62915" y="53340"/>
                      </a:cubicBezTo>
                      <a:cubicBezTo>
                        <a:pt x="62439" y="52673"/>
                        <a:pt x="62057" y="52292"/>
                        <a:pt x="61962" y="52292"/>
                      </a:cubicBezTo>
                      <a:cubicBezTo>
                        <a:pt x="61486" y="54292"/>
                        <a:pt x="63105" y="55531"/>
                        <a:pt x="66725" y="56388"/>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 name="Google Shape;1374;p99"/>
                <p:cNvSpPr/>
                <p:nvPr/>
              </p:nvSpPr>
              <p:spPr>
                <a:xfrm>
                  <a:off x="4685728" y="4192119"/>
                  <a:ext cx="78009" cy="94797"/>
                </a:xfrm>
                <a:custGeom>
                  <a:avLst/>
                  <a:gdLst/>
                  <a:ahLst/>
                  <a:cxnLst/>
                  <a:rect l="l" t="t" r="r" b="b"/>
                  <a:pathLst>
                    <a:path w="78009" h="94797" extrusionOk="0">
                      <a:moveTo>
                        <a:pt x="76105" y="405"/>
                      </a:moveTo>
                      <a:lnTo>
                        <a:pt x="78010" y="3262"/>
                      </a:lnTo>
                      <a:lnTo>
                        <a:pt x="76581" y="19264"/>
                      </a:lnTo>
                      <a:cubicBezTo>
                        <a:pt x="77153" y="19169"/>
                        <a:pt x="74866" y="19074"/>
                        <a:pt x="69437" y="19074"/>
                      </a:cubicBezTo>
                      <a:cubicBezTo>
                        <a:pt x="66961" y="19074"/>
                        <a:pt x="65341" y="20026"/>
                        <a:pt x="64675" y="22026"/>
                      </a:cubicBezTo>
                      <a:cubicBezTo>
                        <a:pt x="63818" y="20407"/>
                        <a:pt x="62484" y="19550"/>
                        <a:pt x="60579" y="19550"/>
                      </a:cubicBezTo>
                      <a:cubicBezTo>
                        <a:pt x="59722" y="19550"/>
                        <a:pt x="58579" y="19740"/>
                        <a:pt x="57055" y="20026"/>
                      </a:cubicBezTo>
                      <a:cubicBezTo>
                        <a:pt x="55531" y="20407"/>
                        <a:pt x="54388" y="20598"/>
                        <a:pt x="53721" y="20598"/>
                      </a:cubicBezTo>
                      <a:cubicBezTo>
                        <a:pt x="52673" y="23646"/>
                        <a:pt x="52102" y="27551"/>
                        <a:pt x="52102" y="32123"/>
                      </a:cubicBezTo>
                      <a:cubicBezTo>
                        <a:pt x="52102" y="33457"/>
                        <a:pt x="52102" y="35457"/>
                        <a:pt x="52292" y="38028"/>
                      </a:cubicBezTo>
                      <a:cubicBezTo>
                        <a:pt x="52388" y="40600"/>
                        <a:pt x="52483" y="42505"/>
                        <a:pt x="52483" y="43743"/>
                      </a:cubicBezTo>
                      <a:cubicBezTo>
                        <a:pt x="52483" y="46982"/>
                        <a:pt x="52292" y="49649"/>
                        <a:pt x="51816" y="51935"/>
                      </a:cubicBezTo>
                      <a:lnTo>
                        <a:pt x="48387" y="53840"/>
                      </a:lnTo>
                      <a:lnTo>
                        <a:pt x="48958" y="53364"/>
                      </a:lnTo>
                      <a:cubicBezTo>
                        <a:pt x="48006" y="52411"/>
                        <a:pt x="46958" y="51935"/>
                        <a:pt x="45911" y="51935"/>
                      </a:cubicBezTo>
                      <a:cubicBezTo>
                        <a:pt x="45053" y="51935"/>
                        <a:pt x="43815" y="52411"/>
                        <a:pt x="42005" y="53268"/>
                      </a:cubicBezTo>
                      <a:cubicBezTo>
                        <a:pt x="40196" y="54126"/>
                        <a:pt x="38862" y="54697"/>
                        <a:pt x="37910" y="54792"/>
                      </a:cubicBezTo>
                      <a:lnTo>
                        <a:pt x="37910" y="55364"/>
                      </a:lnTo>
                      <a:lnTo>
                        <a:pt x="43910" y="55840"/>
                      </a:lnTo>
                      <a:cubicBezTo>
                        <a:pt x="43910" y="55840"/>
                        <a:pt x="44387" y="56793"/>
                        <a:pt x="45339" y="58126"/>
                      </a:cubicBezTo>
                      <a:cubicBezTo>
                        <a:pt x="45815" y="57269"/>
                        <a:pt x="46101" y="56888"/>
                        <a:pt x="46196" y="57078"/>
                      </a:cubicBezTo>
                      <a:cubicBezTo>
                        <a:pt x="46387" y="57078"/>
                        <a:pt x="46863" y="57364"/>
                        <a:pt x="47435" y="58126"/>
                      </a:cubicBezTo>
                      <a:lnTo>
                        <a:pt x="48863" y="55840"/>
                      </a:lnTo>
                      <a:cubicBezTo>
                        <a:pt x="48673" y="56698"/>
                        <a:pt x="48482" y="57555"/>
                        <a:pt x="48482" y="58507"/>
                      </a:cubicBezTo>
                      <a:cubicBezTo>
                        <a:pt x="48482" y="60031"/>
                        <a:pt x="49054" y="62127"/>
                        <a:pt x="50197" y="64603"/>
                      </a:cubicBezTo>
                      <a:cubicBezTo>
                        <a:pt x="51435" y="67175"/>
                        <a:pt x="52006" y="69175"/>
                        <a:pt x="52006" y="70509"/>
                      </a:cubicBezTo>
                      <a:cubicBezTo>
                        <a:pt x="52006" y="72033"/>
                        <a:pt x="51625" y="73557"/>
                        <a:pt x="50768" y="75176"/>
                      </a:cubicBezTo>
                      <a:cubicBezTo>
                        <a:pt x="50768" y="75462"/>
                        <a:pt x="51054" y="77081"/>
                        <a:pt x="51435" y="79748"/>
                      </a:cubicBezTo>
                      <a:cubicBezTo>
                        <a:pt x="51816" y="82034"/>
                        <a:pt x="52006" y="83844"/>
                        <a:pt x="52006" y="85368"/>
                      </a:cubicBezTo>
                      <a:cubicBezTo>
                        <a:pt x="52006" y="89464"/>
                        <a:pt x="50768" y="92702"/>
                        <a:pt x="48196" y="94798"/>
                      </a:cubicBezTo>
                      <a:lnTo>
                        <a:pt x="29337" y="93845"/>
                      </a:lnTo>
                      <a:cubicBezTo>
                        <a:pt x="28861" y="90225"/>
                        <a:pt x="28575" y="86130"/>
                        <a:pt x="28575" y="81272"/>
                      </a:cubicBezTo>
                      <a:cubicBezTo>
                        <a:pt x="28575" y="77748"/>
                        <a:pt x="28765" y="71366"/>
                        <a:pt x="29337" y="62127"/>
                      </a:cubicBezTo>
                      <a:cubicBezTo>
                        <a:pt x="29813" y="53459"/>
                        <a:pt x="29908" y="46791"/>
                        <a:pt x="29908" y="41934"/>
                      </a:cubicBezTo>
                      <a:cubicBezTo>
                        <a:pt x="29432" y="39838"/>
                        <a:pt x="29242" y="36314"/>
                        <a:pt x="29337" y="31456"/>
                      </a:cubicBezTo>
                      <a:cubicBezTo>
                        <a:pt x="29337" y="26980"/>
                        <a:pt x="29051" y="23455"/>
                        <a:pt x="28480" y="21169"/>
                      </a:cubicBezTo>
                      <a:cubicBezTo>
                        <a:pt x="26098" y="20502"/>
                        <a:pt x="23527" y="20026"/>
                        <a:pt x="20860" y="19931"/>
                      </a:cubicBezTo>
                      <a:cubicBezTo>
                        <a:pt x="19050" y="19931"/>
                        <a:pt x="16478" y="19931"/>
                        <a:pt x="13145" y="19931"/>
                      </a:cubicBezTo>
                      <a:cubicBezTo>
                        <a:pt x="9525" y="20026"/>
                        <a:pt x="6763" y="20122"/>
                        <a:pt x="4953" y="20122"/>
                      </a:cubicBezTo>
                      <a:cubicBezTo>
                        <a:pt x="2572" y="19264"/>
                        <a:pt x="1238" y="17645"/>
                        <a:pt x="857" y="15168"/>
                      </a:cubicBezTo>
                      <a:cubicBezTo>
                        <a:pt x="381" y="11740"/>
                        <a:pt x="95" y="10025"/>
                        <a:pt x="0" y="9644"/>
                      </a:cubicBezTo>
                      <a:cubicBezTo>
                        <a:pt x="0" y="7549"/>
                        <a:pt x="286" y="5358"/>
                        <a:pt x="476" y="3072"/>
                      </a:cubicBezTo>
                      <a:cubicBezTo>
                        <a:pt x="667" y="786"/>
                        <a:pt x="2191" y="-167"/>
                        <a:pt x="4953" y="24"/>
                      </a:cubicBezTo>
                      <a:cubicBezTo>
                        <a:pt x="13621" y="500"/>
                        <a:pt x="25432" y="595"/>
                        <a:pt x="40386" y="309"/>
                      </a:cubicBezTo>
                      <a:cubicBezTo>
                        <a:pt x="56388" y="24"/>
                        <a:pt x="68199" y="24"/>
                        <a:pt x="75914" y="309"/>
                      </a:cubicBezTo>
                      <a:close/>
                      <a:moveTo>
                        <a:pt x="76105" y="35076"/>
                      </a:moveTo>
                      <a:lnTo>
                        <a:pt x="75247" y="31742"/>
                      </a:lnTo>
                      <a:lnTo>
                        <a:pt x="76105" y="31742"/>
                      </a:lnTo>
                      <a:lnTo>
                        <a:pt x="76105" y="35076"/>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 name="Google Shape;1375;p99"/>
                <p:cNvSpPr/>
                <p:nvPr/>
              </p:nvSpPr>
              <p:spPr>
                <a:xfrm>
                  <a:off x="4775308" y="4192524"/>
                  <a:ext cx="82726" cy="94392"/>
                </a:xfrm>
                <a:custGeom>
                  <a:avLst/>
                  <a:gdLst/>
                  <a:ahLst/>
                  <a:cxnLst/>
                  <a:rect l="l" t="t" r="r" b="b"/>
                  <a:pathLst>
                    <a:path w="82726" h="94392" extrusionOk="0">
                      <a:moveTo>
                        <a:pt x="79678" y="82391"/>
                      </a:moveTo>
                      <a:cubicBezTo>
                        <a:pt x="81679" y="82772"/>
                        <a:pt x="82727" y="84011"/>
                        <a:pt x="82727" y="86106"/>
                      </a:cubicBezTo>
                      <a:cubicBezTo>
                        <a:pt x="82727" y="85154"/>
                        <a:pt x="82441" y="86868"/>
                        <a:pt x="81869" y="91249"/>
                      </a:cubicBezTo>
                      <a:cubicBezTo>
                        <a:pt x="79964" y="93345"/>
                        <a:pt x="76916" y="94393"/>
                        <a:pt x="72820" y="94393"/>
                      </a:cubicBezTo>
                      <a:cubicBezTo>
                        <a:pt x="66153" y="94393"/>
                        <a:pt x="63010" y="94393"/>
                        <a:pt x="63391" y="94202"/>
                      </a:cubicBezTo>
                      <a:cubicBezTo>
                        <a:pt x="60914" y="93536"/>
                        <a:pt x="59581" y="91249"/>
                        <a:pt x="59581" y="87439"/>
                      </a:cubicBezTo>
                      <a:cubicBezTo>
                        <a:pt x="59581" y="83629"/>
                        <a:pt x="58628" y="81344"/>
                        <a:pt x="57009" y="80296"/>
                      </a:cubicBezTo>
                      <a:cubicBezTo>
                        <a:pt x="56057" y="79915"/>
                        <a:pt x="53675" y="79820"/>
                        <a:pt x="49770" y="79820"/>
                      </a:cubicBezTo>
                      <a:cubicBezTo>
                        <a:pt x="46912" y="79820"/>
                        <a:pt x="44722" y="79057"/>
                        <a:pt x="43198" y="77533"/>
                      </a:cubicBezTo>
                      <a:cubicBezTo>
                        <a:pt x="42912" y="77438"/>
                        <a:pt x="42721" y="75914"/>
                        <a:pt x="42436" y="72962"/>
                      </a:cubicBezTo>
                      <a:cubicBezTo>
                        <a:pt x="42341" y="71723"/>
                        <a:pt x="41864" y="70961"/>
                        <a:pt x="41007" y="70675"/>
                      </a:cubicBezTo>
                      <a:cubicBezTo>
                        <a:pt x="40150" y="72199"/>
                        <a:pt x="39483" y="73819"/>
                        <a:pt x="39102" y="75629"/>
                      </a:cubicBezTo>
                      <a:cubicBezTo>
                        <a:pt x="38626" y="78105"/>
                        <a:pt x="38150" y="79915"/>
                        <a:pt x="37673" y="81153"/>
                      </a:cubicBezTo>
                      <a:cubicBezTo>
                        <a:pt x="36816" y="81439"/>
                        <a:pt x="35292" y="81344"/>
                        <a:pt x="33292" y="80963"/>
                      </a:cubicBezTo>
                      <a:cubicBezTo>
                        <a:pt x="30911" y="80581"/>
                        <a:pt x="29386" y="80391"/>
                        <a:pt x="28625" y="80391"/>
                      </a:cubicBezTo>
                      <a:cubicBezTo>
                        <a:pt x="26148" y="80391"/>
                        <a:pt x="24529" y="81534"/>
                        <a:pt x="23767" y="83915"/>
                      </a:cubicBezTo>
                      <a:cubicBezTo>
                        <a:pt x="23767" y="84201"/>
                        <a:pt x="23195" y="85535"/>
                        <a:pt x="22052" y="88011"/>
                      </a:cubicBezTo>
                      <a:cubicBezTo>
                        <a:pt x="21100" y="89821"/>
                        <a:pt x="20624" y="91345"/>
                        <a:pt x="20624" y="92583"/>
                      </a:cubicBezTo>
                      <a:cubicBezTo>
                        <a:pt x="20624" y="93345"/>
                        <a:pt x="20719" y="93821"/>
                        <a:pt x="21004" y="94297"/>
                      </a:cubicBezTo>
                      <a:lnTo>
                        <a:pt x="10336" y="94297"/>
                      </a:lnTo>
                      <a:cubicBezTo>
                        <a:pt x="5765" y="94297"/>
                        <a:pt x="2240" y="93821"/>
                        <a:pt x="50" y="92678"/>
                      </a:cubicBezTo>
                      <a:cubicBezTo>
                        <a:pt x="-236" y="87154"/>
                        <a:pt x="716" y="81724"/>
                        <a:pt x="2812" y="76581"/>
                      </a:cubicBezTo>
                      <a:cubicBezTo>
                        <a:pt x="4907" y="71438"/>
                        <a:pt x="7003" y="66199"/>
                        <a:pt x="9289" y="61055"/>
                      </a:cubicBezTo>
                      <a:cubicBezTo>
                        <a:pt x="8336" y="60579"/>
                        <a:pt x="7860" y="60007"/>
                        <a:pt x="7860" y="59436"/>
                      </a:cubicBezTo>
                      <a:cubicBezTo>
                        <a:pt x="7860" y="59055"/>
                        <a:pt x="8051" y="58483"/>
                        <a:pt x="8336" y="57721"/>
                      </a:cubicBezTo>
                      <a:cubicBezTo>
                        <a:pt x="8717" y="56960"/>
                        <a:pt x="8908" y="56388"/>
                        <a:pt x="8908" y="56007"/>
                      </a:cubicBezTo>
                      <a:cubicBezTo>
                        <a:pt x="8908" y="55531"/>
                        <a:pt x="8812" y="55150"/>
                        <a:pt x="8527" y="54864"/>
                      </a:cubicBezTo>
                      <a:cubicBezTo>
                        <a:pt x="8241" y="53435"/>
                        <a:pt x="9289" y="52292"/>
                        <a:pt x="11479" y="51530"/>
                      </a:cubicBezTo>
                      <a:cubicBezTo>
                        <a:pt x="13670" y="50768"/>
                        <a:pt x="14813" y="50102"/>
                        <a:pt x="14813" y="49530"/>
                      </a:cubicBezTo>
                      <a:cubicBezTo>
                        <a:pt x="14813" y="49149"/>
                        <a:pt x="14527" y="48673"/>
                        <a:pt x="13956" y="47911"/>
                      </a:cubicBezTo>
                      <a:lnTo>
                        <a:pt x="13956" y="48101"/>
                      </a:lnTo>
                      <a:cubicBezTo>
                        <a:pt x="13956" y="48101"/>
                        <a:pt x="13766" y="47339"/>
                        <a:pt x="13385" y="47244"/>
                      </a:cubicBezTo>
                      <a:cubicBezTo>
                        <a:pt x="13861" y="46577"/>
                        <a:pt x="14813" y="46101"/>
                        <a:pt x="16242" y="46006"/>
                      </a:cubicBezTo>
                      <a:cubicBezTo>
                        <a:pt x="18528" y="45625"/>
                        <a:pt x="19861" y="45339"/>
                        <a:pt x="20338" y="45339"/>
                      </a:cubicBezTo>
                      <a:cubicBezTo>
                        <a:pt x="20338" y="44291"/>
                        <a:pt x="20052" y="43244"/>
                        <a:pt x="19481" y="42291"/>
                      </a:cubicBezTo>
                      <a:cubicBezTo>
                        <a:pt x="18623" y="40862"/>
                        <a:pt x="17671" y="40386"/>
                        <a:pt x="16433" y="40862"/>
                      </a:cubicBezTo>
                      <a:lnTo>
                        <a:pt x="13956" y="40862"/>
                      </a:lnTo>
                      <a:cubicBezTo>
                        <a:pt x="13861" y="39148"/>
                        <a:pt x="14623" y="37529"/>
                        <a:pt x="16433" y="36290"/>
                      </a:cubicBezTo>
                      <a:lnTo>
                        <a:pt x="17480" y="26479"/>
                      </a:lnTo>
                      <a:cubicBezTo>
                        <a:pt x="18528" y="26384"/>
                        <a:pt x="19195" y="25717"/>
                        <a:pt x="19385" y="24574"/>
                      </a:cubicBezTo>
                      <a:cubicBezTo>
                        <a:pt x="19576" y="22860"/>
                        <a:pt x="19861" y="21812"/>
                        <a:pt x="20243" y="21527"/>
                      </a:cubicBezTo>
                      <a:cubicBezTo>
                        <a:pt x="20243" y="20098"/>
                        <a:pt x="20909" y="17812"/>
                        <a:pt x="22148" y="14669"/>
                      </a:cubicBezTo>
                      <a:cubicBezTo>
                        <a:pt x="23481" y="11525"/>
                        <a:pt x="24148" y="9239"/>
                        <a:pt x="24243" y="7715"/>
                      </a:cubicBezTo>
                      <a:cubicBezTo>
                        <a:pt x="24529" y="7429"/>
                        <a:pt x="24719" y="6096"/>
                        <a:pt x="25100" y="3620"/>
                      </a:cubicBezTo>
                      <a:cubicBezTo>
                        <a:pt x="25481" y="1905"/>
                        <a:pt x="26338" y="1048"/>
                        <a:pt x="27767" y="762"/>
                      </a:cubicBezTo>
                      <a:lnTo>
                        <a:pt x="30625" y="762"/>
                      </a:lnTo>
                      <a:cubicBezTo>
                        <a:pt x="31006" y="2286"/>
                        <a:pt x="31673" y="3048"/>
                        <a:pt x="32244" y="3048"/>
                      </a:cubicBezTo>
                      <a:cubicBezTo>
                        <a:pt x="32625" y="3048"/>
                        <a:pt x="33292" y="2572"/>
                        <a:pt x="34244" y="1524"/>
                      </a:cubicBezTo>
                      <a:cubicBezTo>
                        <a:pt x="35197" y="571"/>
                        <a:pt x="35959" y="0"/>
                        <a:pt x="36721" y="0"/>
                      </a:cubicBezTo>
                      <a:cubicBezTo>
                        <a:pt x="36911" y="0"/>
                        <a:pt x="37292" y="0"/>
                        <a:pt x="37578" y="95"/>
                      </a:cubicBezTo>
                      <a:lnTo>
                        <a:pt x="52913" y="762"/>
                      </a:lnTo>
                      <a:cubicBezTo>
                        <a:pt x="56819" y="6667"/>
                        <a:pt x="58819" y="10478"/>
                        <a:pt x="58819" y="12287"/>
                      </a:cubicBezTo>
                      <a:cubicBezTo>
                        <a:pt x="58819" y="12859"/>
                        <a:pt x="58724" y="13430"/>
                        <a:pt x="58438" y="14097"/>
                      </a:cubicBezTo>
                      <a:cubicBezTo>
                        <a:pt x="60914" y="15430"/>
                        <a:pt x="62152" y="17050"/>
                        <a:pt x="62152" y="19240"/>
                      </a:cubicBezTo>
                      <a:cubicBezTo>
                        <a:pt x="62152" y="19812"/>
                        <a:pt x="62057" y="20764"/>
                        <a:pt x="61771" y="22003"/>
                      </a:cubicBezTo>
                      <a:cubicBezTo>
                        <a:pt x="61581" y="23241"/>
                        <a:pt x="61391" y="24098"/>
                        <a:pt x="61391" y="24765"/>
                      </a:cubicBezTo>
                      <a:cubicBezTo>
                        <a:pt x="61391" y="26765"/>
                        <a:pt x="62724" y="28289"/>
                        <a:pt x="65296" y="29337"/>
                      </a:cubicBezTo>
                      <a:cubicBezTo>
                        <a:pt x="64819" y="32385"/>
                        <a:pt x="65296" y="35909"/>
                        <a:pt x="66725" y="40005"/>
                      </a:cubicBezTo>
                      <a:cubicBezTo>
                        <a:pt x="67868" y="43624"/>
                        <a:pt x="69106" y="47244"/>
                        <a:pt x="70249" y="50863"/>
                      </a:cubicBezTo>
                      <a:lnTo>
                        <a:pt x="69392" y="50863"/>
                      </a:lnTo>
                      <a:cubicBezTo>
                        <a:pt x="69392" y="50863"/>
                        <a:pt x="70153" y="52006"/>
                        <a:pt x="70249" y="53626"/>
                      </a:cubicBezTo>
                      <a:cubicBezTo>
                        <a:pt x="70249" y="55245"/>
                        <a:pt x="70725" y="56007"/>
                        <a:pt x="71582" y="56007"/>
                      </a:cubicBezTo>
                      <a:cubicBezTo>
                        <a:pt x="71963" y="56007"/>
                        <a:pt x="72344" y="55816"/>
                        <a:pt x="72820" y="55626"/>
                      </a:cubicBezTo>
                      <a:cubicBezTo>
                        <a:pt x="72820" y="57531"/>
                        <a:pt x="73011" y="59531"/>
                        <a:pt x="73202" y="61436"/>
                      </a:cubicBezTo>
                      <a:cubicBezTo>
                        <a:pt x="73583" y="64008"/>
                        <a:pt x="74630" y="65627"/>
                        <a:pt x="76440" y="66580"/>
                      </a:cubicBezTo>
                      <a:cubicBezTo>
                        <a:pt x="76059" y="67628"/>
                        <a:pt x="75869" y="68675"/>
                        <a:pt x="75869" y="69532"/>
                      </a:cubicBezTo>
                      <a:cubicBezTo>
                        <a:pt x="75869" y="71056"/>
                        <a:pt x="76631" y="72866"/>
                        <a:pt x="78059" y="74962"/>
                      </a:cubicBezTo>
                      <a:cubicBezTo>
                        <a:pt x="79488" y="76962"/>
                        <a:pt x="80155" y="78772"/>
                        <a:pt x="80155" y="80105"/>
                      </a:cubicBezTo>
                      <a:cubicBezTo>
                        <a:pt x="80155" y="80772"/>
                        <a:pt x="80155" y="81534"/>
                        <a:pt x="79774" y="82391"/>
                      </a:cubicBezTo>
                      <a:close/>
                      <a:moveTo>
                        <a:pt x="11289" y="48006"/>
                      </a:moveTo>
                      <a:lnTo>
                        <a:pt x="11289" y="50387"/>
                      </a:lnTo>
                      <a:lnTo>
                        <a:pt x="10432" y="48006"/>
                      </a:lnTo>
                      <a:lnTo>
                        <a:pt x="11289" y="48006"/>
                      </a:lnTo>
                      <a:close/>
                      <a:moveTo>
                        <a:pt x="14623" y="84391"/>
                      </a:moveTo>
                      <a:cubicBezTo>
                        <a:pt x="15194" y="83820"/>
                        <a:pt x="15194" y="83248"/>
                        <a:pt x="14623" y="82677"/>
                      </a:cubicBezTo>
                      <a:lnTo>
                        <a:pt x="14623" y="84391"/>
                      </a:lnTo>
                      <a:cubicBezTo>
                        <a:pt x="14146" y="84772"/>
                        <a:pt x="13766" y="85249"/>
                        <a:pt x="13385" y="85630"/>
                      </a:cubicBezTo>
                      <a:cubicBezTo>
                        <a:pt x="13480" y="85725"/>
                        <a:pt x="13956" y="85820"/>
                        <a:pt x="14623" y="86011"/>
                      </a:cubicBezTo>
                      <a:lnTo>
                        <a:pt x="14623" y="84391"/>
                      </a:lnTo>
                      <a:close/>
                      <a:moveTo>
                        <a:pt x="15385" y="16192"/>
                      </a:moveTo>
                      <a:cubicBezTo>
                        <a:pt x="14432" y="15240"/>
                        <a:pt x="13956" y="14573"/>
                        <a:pt x="13956" y="14192"/>
                      </a:cubicBezTo>
                      <a:cubicBezTo>
                        <a:pt x="13956" y="13906"/>
                        <a:pt x="14146" y="13525"/>
                        <a:pt x="14623" y="13145"/>
                      </a:cubicBezTo>
                      <a:cubicBezTo>
                        <a:pt x="15099" y="13145"/>
                        <a:pt x="15385" y="13525"/>
                        <a:pt x="15385" y="14383"/>
                      </a:cubicBezTo>
                      <a:lnTo>
                        <a:pt x="15385" y="16192"/>
                      </a:lnTo>
                      <a:close/>
                      <a:moveTo>
                        <a:pt x="50532" y="62770"/>
                      </a:moveTo>
                      <a:cubicBezTo>
                        <a:pt x="51389" y="61817"/>
                        <a:pt x="51770" y="60770"/>
                        <a:pt x="51770" y="59531"/>
                      </a:cubicBezTo>
                      <a:cubicBezTo>
                        <a:pt x="51770" y="58293"/>
                        <a:pt x="51294" y="56769"/>
                        <a:pt x="50151" y="54959"/>
                      </a:cubicBezTo>
                      <a:cubicBezTo>
                        <a:pt x="49008" y="53054"/>
                        <a:pt x="48532" y="51721"/>
                        <a:pt x="48532" y="50959"/>
                      </a:cubicBezTo>
                      <a:cubicBezTo>
                        <a:pt x="48532" y="50006"/>
                        <a:pt x="49008" y="49244"/>
                        <a:pt x="49961" y="48673"/>
                      </a:cubicBezTo>
                      <a:lnTo>
                        <a:pt x="48056" y="46768"/>
                      </a:lnTo>
                      <a:cubicBezTo>
                        <a:pt x="48627" y="45815"/>
                        <a:pt x="49008" y="44958"/>
                        <a:pt x="49008" y="44101"/>
                      </a:cubicBezTo>
                      <a:cubicBezTo>
                        <a:pt x="49008" y="43053"/>
                        <a:pt x="48056" y="41815"/>
                        <a:pt x="46341" y="40481"/>
                      </a:cubicBezTo>
                      <a:cubicBezTo>
                        <a:pt x="44531" y="39053"/>
                        <a:pt x="43674" y="37814"/>
                        <a:pt x="43674" y="36671"/>
                      </a:cubicBezTo>
                      <a:cubicBezTo>
                        <a:pt x="43674" y="35814"/>
                        <a:pt x="43960" y="34957"/>
                        <a:pt x="44531" y="34004"/>
                      </a:cubicBezTo>
                      <a:cubicBezTo>
                        <a:pt x="42817" y="30480"/>
                        <a:pt x="41198" y="28670"/>
                        <a:pt x="39578" y="28670"/>
                      </a:cubicBezTo>
                      <a:cubicBezTo>
                        <a:pt x="37387" y="30671"/>
                        <a:pt x="36244" y="35338"/>
                        <a:pt x="36244" y="42577"/>
                      </a:cubicBezTo>
                      <a:cubicBezTo>
                        <a:pt x="33863" y="42196"/>
                        <a:pt x="32720" y="42958"/>
                        <a:pt x="32720" y="44672"/>
                      </a:cubicBezTo>
                      <a:cubicBezTo>
                        <a:pt x="32720" y="45434"/>
                        <a:pt x="33006" y="46577"/>
                        <a:pt x="33482" y="48196"/>
                      </a:cubicBezTo>
                      <a:cubicBezTo>
                        <a:pt x="33959" y="49816"/>
                        <a:pt x="34244" y="50673"/>
                        <a:pt x="34149" y="50959"/>
                      </a:cubicBezTo>
                      <a:cubicBezTo>
                        <a:pt x="34054" y="51625"/>
                        <a:pt x="33482" y="52197"/>
                        <a:pt x="32530" y="52673"/>
                      </a:cubicBezTo>
                      <a:cubicBezTo>
                        <a:pt x="31577" y="53245"/>
                        <a:pt x="31006" y="53530"/>
                        <a:pt x="30720" y="53816"/>
                      </a:cubicBezTo>
                      <a:cubicBezTo>
                        <a:pt x="30434" y="54864"/>
                        <a:pt x="30339" y="55912"/>
                        <a:pt x="30339" y="56864"/>
                      </a:cubicBezTo>
                      <a:cubicBezTo>
                        <a:pt x="30339" y="61531"/>
                        <a:pt x="32911" y="64198"/>
                        <a:pt x="38150" y="64865"/>
                      </a:cubicBezTo>
                      <a:cubicBezTo>
                        <a:pt x="39102" y="65151"/>
                        <a:pt x="39578" y="65627"/>
                        <a:pt x="39578" y="66485"/>
                      </a:cubicBezTo>
                      <a:cubicBezTo>
                        <a:pt x="39578" y="67342"/>
                        <a:pt x="39578" y="68008"/>
                        <a:pt x="39769" y="68675"/>
                      </a:cubicBezTo>
                      <a:cubicBezTo>
                        <a:pt x="39864" y="69342"/>
                        <a:pt x="40245" y="69723"/>
                        <a:pt x="41007" y="69818"/>
                      </a:cubicBezTo>
                      <a:cubicBezTo>
                        <a:pt x="40817" y="67056"/>
                        <a:pt x="41864" y="65341"/>
                        <a:pt x="44436" y="64675"/>
                      </a:cubicBezTo>
                      <a:cubicBezTo>
                        <a:pt x="46436" y="64103"/>
                        <a:pt x="48532" y="63532"/>
                        <a:pt x="50627" y="62865"/>
                      </a:cubicBezTo>
                      <a:close/>
                      <a:moveTo>
                        <a:pt x="66725" y="56293"/>
                      </a:moveTo>
                      <a:lnTo>
                        <a:pt x="65296" y="54959"/>
                      </a:lnTo>
                      <a:lnTo>
                        <a:pt x="66725" y="53721"/>
                      </a:lnTo>
                      <a:lnTo>
                        <a:pt x="65296" y="53721"/>
                      </a:lnTo>
                      <a:cubicBezTo>
                        <a:pt x="64915" y="54197"/>
                        <a:pt x="64534" y="54483"/>
                        <a:pt x="64248" y="54483"/>
                      </a:cubicBezTo>
                      <a:cubicBezTo>
                        <a:pt x="63867" y="54483"/>
                        <a:pt x="63391" y="54102"/>
                        <a:pt x="62915" y="53340"/>
                      </a:cubicBezTo>
                      <a:cubicBezTo>
                        <a:pt x="62343" y="52673"/>
                        <a:pt x="62057" y="52292"/>
                        <a:pt x="61962" y="52292"/>
                      </a:cubicBezTo>
                      <a:cubicBezTo>
                        <a:pt x="61486" y="54292"/>
                        <a:pt x="63105" y="55531"/>
                        <a:pt x="66725" y="56388"/>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 name="Google Shape;1376;p99"/>
                <p:cNvSpPr/>
                <p:nvPr/>
              </p:nvSpPr>
              <p:spPr>
                <a:xfrm>
                  <a:off x="4868322" y="4192142"/>
                  <a:ext cx="80463" cy="94368"/>
                </a:xfrm>
                <a:custGeom>
                  <a:avLst/>
                  <a:gdLst/>
                  <a:ahLst/>
                  <a:cxnLst/>
                  <a:rect l="l" t="t" r="r" b="b"/>
                  <a:pathLst>
                    <a:path w="80463" h="94368" extrusionOk="0">
                      <a:moveTo>
                        <a:pt x="80391" y="69056"/>
                      </a:moveTo>
                      <a:cubicBezTo>
                        <a:pt x="80582" y="70104"/>
                        <a:pt x="80391" y="71342"/>
                        <a:pt x="79724" y="72866"/>
                      </a:cubicBezTo>
                      <a:lnTo>
                        <a:pt x="79724" y="71438"/>
                      </a:lnTo>
                      <a:cubicBezTo>
                        <a:pt x="79724" y="71438"/>
                        <a:pt x="78962" y="71628"/>
                        <a:pt x="78486" y="71628"/>
                      </a:cubicBezTo>
                      <a:cubicBezTo>
                        <a:pt x="77819" y="71628"/>
                        <a:pt x="76962" y="71438"/>
                        <a:pt x="75819" y="71247"/>
                      </a:cubicBezTo>
                      <a:cubicBezTo>
                        <a:pt x="74771" y="70961"/>
                        <a:pt x="73914" y="70866"/>
                        <a:pt x="73247" y="70866"/>
                      </a:cubicBezTo>
                      <a:cubicBezTo>
                        <a:pt x="72390" y="70866"/>
                        <a:pt x="71724" y="71056"/>
                        <a:pt x="71342" y="71342"/>
                      </a:cubicBezTo>
                      <a:lnTo>
                        <a:pt x="80391" y="75819"/>
                      </a:lnTo>
                      <a:cubicBezTo>
                        <a:pt x="78010" y="82487"/>
                        <a:pt x="73819" y="86487"/>
                        <a:pt x="67723" y="88106"/>
                      </a:cubicBezTo>
                      <a:cubicBezTo>
                        <a:pt x="67437" y="90106"/>
                        <a:pt x="66008" y="91154"/>
                        <a:pt x="63437" y="91345"/>
                      </a:cubicBezTo>
                      <a:cubicBezTo>
                        <a:pt x="60674" y="91535"/>
                        <a:pt x="59341" y="92012"/>
                        <a:pt x="59341" y="92869"/>
                      </a:cubicBezTo>
                      <a:cubicBezTo>
                        <a:pt x="59341" y="93250"/>
                        <a:pt x="59436" y="93631"/>
                        <a:pt x="59722" y="94107"/>
                      </a:cubicBezTo>
                      <a:cubicBezTo>
                        <a:pt x="58198" y="94107"/>
                        <a:pt x="55626" y="94107"/>
                        <a:pt x="52102" y="94297"/>
                      </a:cubicBezTo>
                      <a:cubicBezTo>
                        <a:pt x="48768" y="94393"/>
                        <a:pt x="46196" y="94393"/>
                        <a:pt x="44196" y="94297"/>
                      </a:cubicBezTo>
                      <a:cubicBezTo>
                        <a:pt x="41529" y="94107"/>
                        <a:pt x="38958" y="93726"/>
                        <a:pt x="36576" y="93059"/>
                      </a:cubicBezTo>
                      <a:cubicBezTo>
                        <a:pt x="36291" y="92012"/>
                        <a:pt x="35433" y="90583"/>
                        <a:pt x="33909" y="88773"/>
                      </a:cubicBezTo>
                      <a:cubicBezTo>
                        <a:pt x="32671" y="89059"/>
                        <a:pt x="31814" y="89821"/>
                        <a:pt x="31433" y="91345"/>
                      </a:cubicBezTo>
                      <a:cubicBezTo>
                        <a:pt x="30956" y="93250"/>
                        <a:pt x="30671" y="94107"/>
                        <a:pt x="30575" y="94297"/>
                      </a:cubicBezTo>
                      <a:lnTo>
                        <a:pt x="3429" y="94297"/>
                      </a:lnTo>
                      <a:cubicBezTo>
                        <a:pt x="1524" y="91916"/>
                        <a:pt x="572" y="88963"/>
                        <a:pt x="572" y="85439"/>
                      </a:cubicBezTo>
                      <a:cubicBezTo>
                        <a:pt x="572" y="84296"/>
                        <a:pt x="762" y="82296"/>
                        <a:pt x="1143" y="79724"/>
                      </a:cubicBezTo>
                      <a:cubicBezTo>
                        <a:pt x="1524" y="77057"/>
                        <a:pt x="1619" y="75057"/>
                        <a:pt x="1619" y="73723"/>
                      </a:cubicBezTo>
                      <a:cubicBezTo>
                        <a:pt x="1619" y="70866"/>
                        <a:pt x="1143" y="68294"/>
                        <a:pt x="0" y="66104"/>
                      </a:cubicBezTo>
                      <a:cubicBezTo>
                        <a:pt x="476" y="64675"/>
                        <a:pt x="762" y="62484"/>
                        <a:pt x="762" y="59627"/>
                      </a:cubicBezTo>
                      <a:lnTo>
                        <a:pt x="762" y="55626"/>
                      </a:lnTo>
                      <a:cubicBezTo>
                        <a:pt x="667" y="53721"/>
                        <a:pt x="572" y="52388"/>
                        <a:pt x="572" y="51626"/>
                      </a:cubicBezTo>
                      <a:cubicBezTo>
                        <a:pt x="572" y="46196"/>
                        <a:pt x="1524" y="42291"/>
                        <a:pt x="3429" y="40100"/>
                      </a:cubicBezTo>
                      <a:lnTo>
                        <a:pt x="858" y="36576"/>
                      </a:lnTo>
                      <a:cubicBezTo>
                        <a:pt x="476" y="35528"/>
                        <a:pt x="381" y="34290"/>
                        <a:pt x="381" y="32956"/>
                      </a:cubicBezTo>
                      <a:cubicBezTo>
                        <a:pt x="381" y="31623"/>
                        <a:pt x="667" y="29528"/>
                        <a:pt x="1143" y="26479"/>
                      </a:cubicBezTo>
                      <a:cubicBezTo>
                        <a:pt x="1715" y="23431"/>
                        <a:pt x="2000" y="21241"/>
                        <a:pt x="2000" y="19717"/>
                      </a:cubicBezTo>
                      <a:cubicBezTo>
                        <a:pt x="2000" y="16954"/>
                        <a:pt x="1334" y="14764"/>
                        <a:pt x="0" y="12954"/>
                      </a:cubicBezTo>
                      <a:cubicBezTo>
                        <a:pt x="858" y="11906"/>
                        <a:pt x="1334" y="10382"/>
                        <a:pt x="1429" y="8572"/>
                      </a:cubicBezTo>
                      <a:lnTo>
                        <a:pt x="1429" y="3905"/>
                      </a:lnTo>
                      <a:cubicBezTo>
                        <a:pt x="1619" y="2000"/>
                        <a:pt x="2667" y="667"/>
                        <a:pt x="4286" y="0"/>
                      </a:cubicBezTo>
                      <a:cubicBezTo>
                        <a:pt x="6477" y="286"/>
                        <a:pt x="9620" y="476"/>
                        <a:pt x="13716" y="476"/>
                      </a:cubicBezTo>
                      <a:cubicBezTo>
                        <a:pt x="19812" y="191"/>
                        <a:pt x="23051" y="0"/>
                        <a:pt x="23146" y="0"/>
                      </a:cubicBezTo>
                      <a:cubicBezTo>
                        <a:pt x="27908" y="191"/>
                        <a:pt x="31528" y="1334"/>
                        <a:pt x="34004" y="3143"/>
                      </a:cubicBezTo>
                      <a:cubicBezTo>
                        <a:pt x="37148" y="1048"/>
                        <a:pt x="41720" y="0"/>
                        <a:pt x="47720" y="0"/>
                      </a:cubicBezTo>
                      <a:cubicBezTo>
                        <a:pt x="57722" y="0"/>
                        <a:pt x="62389" y="0"/>
                        <a:pt x="61722" y="0"/>
                      </a:cubicBezTo>
                      <a:lnTo>
                        <a:pt x="63151" y="0"/>
                      </a:lnTo>
                      <a:cubicBezTo>
                        <a:pt x="63913" y="1429"/>
                        <a:pt x="65818" y="2667"/>
                        <a:pt x="68961" y="3905"/>
                      </a:cubicBezTo>
                      <a:cubicBezTo>
                        <a:pt x="71247" y="4858"/>
                        <a:pt x="72295" y="7048"/>
                        <a:pt x="72009" y="10478"/>
                      </a:cubicBezTo>
                      <a:cubicBezTo>
                        <a:pt x="73914" y="11621"/>
                        <a:pt x="74867" y="13906"/>
                        <a:pt x="74867" y="17240"/>
                      </a:cubicBezTo>
                      <a:cubicBezTo>
                        <a:pt x="74867" y="18574"/>
                        <a:pt x="74771" y="20384"/>
                        <a:pt x="74391" y="22765"/>
                      </a:cubicBezTo>
                      <a:cubicBezTo>
                        <a:pt x="74105" y="25241"/>
                        <a:pt x="73914" y="26861"/>
                        <a:pt x="73914" y="27718"/>
                      </a:cubicBezTo>
                      <a:cubicBezTo>
                        <a:pt x="73914" y="28575"/>
                        <a:pt x="73914" y="29242"/>
                        <a:pt x="74105" y="29813"/>
                      </a:cubicBezTo>
                      <a:cubicBezTo>
                        <a:pt x="72581" y="30956"/>
                        <a:pt x="71819" y="32861"/>
                        <a:pt x="72009" y="35338"/>
                      </a:cubicBezTo>
                      <a:lnTo>
                        <a:pt x="72009" y="41529"/>
                      </a:lnTo>
                      <a:cubicBezTo>
                        <a:pt x="73247" y="41624"/>
                        <a:pt x="74486" y="42767"/>
                        <a:pt x="75629" y="44768"/>
                      </a:cubicBezTo>
                      <a:cubicBezTo>
                        <a:pt x="76772" y="46768"/>
                        <a:pt x="77819" y="47911"/>
                        <a:pt x="78867" y="48006"/>
                      </a:cubicBezTo>
                      <a:cubicBezTo>
                        <a:pt x="77724" y="48673"/>
                        <a:pt x="77248" y="49816"/>
                        <a:pt x="77438" y="51340"/>
                      </a:cubicBezTo>
                      <a:cubicBezTo>
                        <a:pt x="78105" y="52102"/>
                        <a:pt x="78867" y="52769"/>
                        <a:pt x="79629" y="53340"/>
                      </a:cubicBezTo>
                      <a:cubicBezTo>
                        <a:pt x="80391" y="54197"/>
                        <a:pt x="80677" y="55245"/>
                        <a:pt x="80296" y="56293"/>
                      </a:cubicBezTo>
                      <a:cubicBezTo>
                        <a:pt x="79058" y="54769"/>
                        <a:pt x="77629" y="54007"/>
                        <a:pt x="76010" y="54007"/>
                      </a:cubicBezTo>
                      <a:lnTo>
                        <a:pt x="74581" y="55436"/>
                      </a:lnTo>
                      <a:cubicBezTo>
                        <a:pt x="74581" y="55436"/>
                        <a:pt x="75819" y="55817"/>
                        <a:pt x="76867" y="56293"/>
                      </a:cubicBezTo>
                      <a:cubicBezTo>
                        <a:pt x="76867" y="56674"/>
                        <a:pt x="76581" y="56769"/>
                        <a:pt x="75819" y="56769"/>
                      </a:cubicBezTo>
                      <a:cubicBezTo>
                        <a:pt x="74867" y="56579"/>
                        <a:pt x="74295" y="56579"/>
                        <a:pt x="74009" y="56769"/>
                      </a:cubicBezTo>
                      <a:cubicBezTo>
                        <a:pt x="73819" y="56579"/>
                        <a:pt x="73533" y="55912"/>
                        <a:pt x="73152" y="54673"/>
                      </a:cubicBezTo>
                      <a:cubicBezTo>
                        <a:pt x="72771" y="53816"/>
                        <a:pt x="72200" y="53530"/>
                        <a:pt x="71247" y="54007"/>
                      </a:cubicBezTo>
                      <a:cubicBezTo>
                        <a:pt x="71438" y="55436"/>
                        <a:pt x="71247" y="56102"/>
                        <a:pt x="70580" y="56102"/>
                      </a:cubicBezTo>
                      <a:cubicBezTo>
                        <a:pt x="70295" y="56102"/>
                        <a:pt x="69818" y="56102"/>
                        <a:pt x="69152" y="55817"/>
                      </a:cubicBezTo>
                      <a:cubicBezTo>
                        <a:pt x="68485" y="55626"/>
                        <a:pt x="67818" y="55531"/>
                        <a:pt x="67437" y="55531"/>
                      </a:cubicBezTo>
                      <a:cubicBezTo>
                        <a:pt x="66485" y="55531"/>
                        <a:pt x="65723" y="55912"/>
                        <a:pt x="65246" y="56769"/>
                      </a:cubicBezTo>
                      <a:lnTo>
                        <a:pt x="66675" y="58198"/>
                      </a:lnTo>
                      <a:lnTo>
                        <a:pt x="67247" y="57341"/>
                      </a:lnTo>
                      <a:lnTo>
                        <a:pt x="69247" y="59627"/>
                      </a:lnTo>
                      <a:cubicBezTo>
                        <a:pt x="69247" y="59627"/>
                        <a:pt x="68580" y="59912"/>
                        <a:pt x="67818" y="60388"/>
                      </a:cubicBezTo>
                      <a:cubicBezTo>
                        <a:pt x="71342" y="61913"/>
                        <a:pt x="73343" y="62865"/>
                        <a:pt x="73819" y="63246"/>
                      </a:cubicBezTo>
                      <a:cubicBezTo>
                        <a:pt x="76295" y="64770"/>
                        <a:pt x="77534" y="66580"/>
                        <a:pt x="77534" y="68771"/>
                      </a:cubicBezTo>
                      <a:lnTo>
                        <a:pt x="80391" y="68771"/>
                      </a:lnTo>
                      <a:close/>
                      <a:moveTo>
                        <a:pt x="54769" y="67437"/>
                      </a:moveTo>
                      <a:cubicBezTo>
                        <a:pt x="55721" y="65818"/>
                        <a:pt x="55721" y="61722"/>
                        <a:pt x="54769" y="55150"/>
                      </a:cubicBezTo>
                      <a:cubicBezTo>
                        <a:pt x="53054" y="52864"/>
                        <a:pt x="50673" y="51626"/>
                        <a:pt x="47720" y="51530"/>
                      </a:cubicBezTo>
                      <a:lnTo>
                        <a:pt x="39529" y="51530"/>
                      </a:lnTo>
                      <a:cubicBezTo>
                        <a:pt x="38576" y="51340"/>
                        <a:pt x="37624" y="50483"/>
                        <a:pt x="36481" y="48768"/>
                      </a:cubicBezTo>
                      <a:cubicBezTo>
                        <a:pt x="35338" y="47054"/>
                        <a:pt x="34100" y="46387"/>
                        <a:pt x="32671" y="46768"/>
                      </a:cubicBezTo>
                      <a:cubicBezTo>
                        <a:pt x="32576" y="49244"/>
                        <a:pt x="30766" y="50768"/>
                        <a:pt x="27242" y="51245"/>
                      </a:cubicBezTo>
                      <a:cubicBezTo>
                        <a:pt x="23717" y="51721"/>
                        <a:pt x="22003" y="53054"/>
                        <a:pt x="22003" y="55054"/>
                      </a:cubicBezTo>
                      <a:cubicBezTo>
                        <a:pt x="22003" y="55721"/>
                        <a:pt x="22098" y="56579"/>
                        <a:pt x="22384" y="57531"/>
                      </a:cubicBezTo>
                      <a:lnTo>
                        <a:pt x="22860" y="57531"/>
                      </a:lnTo>
                      <a:cubicBezTo>
                        <a:pt x="23146" y="58293"/>
                        <a:pt x="23336" y="60674"/>
                        <a:pt x="23717" y="64389"/>
                      </a:cubicBezTo>
                      <a:cubicBezTo>
                        <a:pt x="23717" y="65913"/>
                        <a:pt x="22765" y="66770"/>
                        <a:pt x="20955" y="66770"/>
                      </a:cubicBezTo>
                      <a:lnTo>
                        <a:pt x="22384" y="68009"/>
                      </a:lnTo>
                      <a:cubicBezTo>
                        <a:pt x="21908" y="70771"/>
                        <a:pt x="23241" y="72771"/>
                        <a:pt x="26670" y="74009"/>
                      </a:cubicBezTo>
                      <a:cubicBezTo>
                        <a:pt x="30575" y="75438"/>
                        <a:pt x="32766" y="76867"/>
                        <a:pt x="33242" y="78296"/>
                      </a:cubicBezTo>
                      <a:cubicBezTo>
                        <a:pt x="34957" y="76581"/>
                        <a:pt x="38672" y="75057"/>
                        <a:pt x="44482" y="73819"/>
                      </a:cubicBezTo>
                      <a:cubicBezTo>
                        <a:pt x="49625" y="72771"/>
                        <a:pt x="53054" y="70580"/>
                        <a:pt x="54959" y="67246"/>
                      </a:cubicBezTo>
                      <a:close/>
                      <a:moveTo>
                        <a:pt x="21336" y="23908"/>
                      </a:moveTo>
                      <a:lnTo>
                        <a:pt x="21717" y="23908"/>
                      </a:lnTo>
                      <a:cubicBezTo>
                        <a:pt x="22289" y="24289"/>
                        <a:pt x="23051" y="24955"/>
                        <a:pt x="24194" y="26003"/>
                      </a:cubicBezTo>
                      <a:cubicBezTo>
                        <a:pt x="23908" y="26765"/>
                        <a:pt x="23813" y="27337"/>
                        <a:pt x="23813" y="27813"/>
                      </a:cubicBezTo>
                      <a:cubicBezTo>
                        <a:pt x="23813" y="29528"/>
                        <a:pt x="25241" y="30575"/>
                        <a:pt x="27908" y="31242"/>
                      </a:cubicBezTo>
                      <a:cubicBezTo>
                        <a:pt x="31242" y="32004"/>
                        <a:pt x="33242" y="32766"/>
                        <a:pt x="34004" y="33623"/>
                      </a:cubicBezTo>
                      <a:cubicBezTo>
                        <a:pt x="35814" y="32099"/>
                        <a:pt x="38291" y="30956"/>
                        <a:pt x="41529" y="30289"/>
                      </a:cubicBezTo>
                      <a:cubicBezTo>
                        <a:pt x="44768" y="29623"/>
                        <a:pt x="47339" y="28480"/>
                        <a:pt x="49244" y="26670"/>
                      </a:cubicBezTo>
                      <a:cubicBezTo>
                        <a:pt x="49721" y="22384"/>
                        <a:pt x="48006" y="20288"/>
                        <a:pt x="44101" y="20288"/>
                      </a:cubicBezTo>
                      <a:cubicBezTo>
                        <a:pt x="43625" y="20288"/>
                        <a:pt x="42958" y="20384"/>
                        <a:pt x="42101" y="20479"/>
                      </a:cubicBezTo>
                      <a:lnTo>
                        <a:pt x="40100" y="20479"/>
                      </a:lnTo>
                      <a:cubicBezTo>
                        <a:pt x="36195" y="20479"/>
                        <a:pt x="34100" y="18669"/>
                        <a:pt x="33909" y="15145"/>
                      </a:cubicBezTo>
                      <a:cubicBezTo>
                        <a:pt x="33528" y="17526"/>
                        <a:pt x="32004" y="19145"/>
                        <a:pt x="29147" y="20098"/>
                      </a:cubicBezTo>
                      <a:cubicBezTo>
                        <a:pt x="25527" y="21241"/>
                        <a:pt x="23717" y="22003"/>
                        <a:pt x="23622" y="22098"/>
                      </a:cubicBezTo>
                      <a:cubicBezTo>
                        <a:pt x="23813" y="22479"/>
                        <a:pt x="24003" y="22765"/>
                        <a:pt x="24003" y="22955"/>
                      </a:cubicBezTo>
                      <a:cubicBezTo>
                        <a:pt x="24003" y="23908"/>
                        <a:pt x="23146" y="24289"/>
                        <a:pt x="21336" y="24098"/>
                      </a:cubicBezTo>
                      <a:close/>
                      <a:moveTo>
                        <a:pt x="74676" y="61246"/>
                      </a:moveTo>
                      <a:cubicBezTo>
                        <a:pt x="75533" y="60960"/>
                        <a:pt x="76391" y="61246"/>
                        <a:pt x="77534" y="62103"/>
                      </a:cubicBezTo>
                      <a:lnTo>
                        <a:pt x="77534" y="62579"/>
                      </a:lnTo>
                      <a:lnTo>
                        <a:pt x="74676" y="61246"/>
                      </a:lnTo>
                      <a:close/>
                      <a:moveTo>
                        <a:pt x="79724" y="65532"/>
                      </a:moveTo>
                      <a:lnTo>
                        <a:pt x="78962" y="63532"/>
                      </a:lnTo>
                      <a:lnTo>
                        <a:pt x="80391" y="63532"/>
                      </a:lnTo>
                      <a:lnTo>
                        <a:pt x="79724" y="65532"/>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 name="Google Shape;1377;p99"/>
                <p:cNvSpPr/>
                <p:nvPr/>
              </p:nvSpPr>
              <p:spPr>
                <a:xfrm>
                  <a:off x="4962093" y="4192524"/>
                  <a:ext cx="82917" cy="94392"/>
                </a:xfrm>
                <a:custGeom>
                  <a:avLst/>
                  <a:gdLst/>
                  <a:ahLst/>
                  <a:cxnLst/>
                  <a:rect l="l" t="t" r="r" b="b"/>
                  <a:pathLst>
                    <a:path w="82917" h="94392" extrusionOk="0">
                      <a:moveTo>
                        <a:pt x="79869" y="82391"/>
                      </a:moveTo>
                      <a:cubicBezTo>
                        <a:pt x="81869" y="82772"/>
                        <a:pt x="82917" y="84011"/>
                        <a:pt x="82917" y="86106"/>
                      </a:cubicBezTo>
                      <a:cubicBezTo>
                        <a:pt x="82917" y="85154"/>
                        <a:pt x="82631" y="86868"/>
                        <a:pt x="82060" y="91249"/>
                      </a:cubicBezTo>
                      <a:cubicBezTo>
                        <a:pt x="80155" y="93345"/>
                        <a:pt x="77107" y="94393"/>
                        <a:pt x="73011" y="94393"/>
                      </a:cubicBezTo>
                      <a:cubicBezTo>
                        <a:pt x="66344" y="94393"/>
                        <a:pt x="63200" y="94393"/>
                        <a:pt x="63486" y="94202"/>
                      </a:cubicBezTo>
                      <a:cubicBezTo>
                        <a:pt x="61010" y="93536"/>
                        <a:pt x="59772" y="91249"/>
                        <a:pt x="59676" y="87439"/>
                      </a:cubicBezTo>
                      <a:cubicBezTo>
                        <a:pt x="59581" y="83629"/>
                        <a:pt x="58724" y="81344"/>
                        <a:pt x="57105" y="80296"/>
                      </a:cubicBezTo>
                      <a:cubicBezTo>
                        <a:pt x="56152" y="79915"/>
                        <a:pt x="53675" y="79820"/>
                        <a:pt x="49770" y="79820"/>
                      </a:cubicBezTo>
                      <a:cubicBezTo>
                        <a:pt x="46913" y="79820"/>
                        <a:pt x="44722" y="79057"/>
                        <a:pt x="43198" y="77533"/>
                      </a:cubicBezTo>
                      <a:cubicBezTo>
                        <a:pt x="43007" y="77438"/>
                        <a:pt x="42722" y="75914"/>
                        <a:pt x="42436" y="72962"/>
                      </a:cubicBezTo>
                      <a:cubicBezTo>
                        <a:pt x="42341" y="71723"/>
                        <a:pt x="41769" y="70961"/>
                        <a:pt x="41007" y="70675"/>
                      </a:cubicBezTo>
                      <a:cubicBezTo>
                        <a:pt x="40150" y="72199"/>
                        <a:pt x="39483" y="73819"/>
                        <a:pt x="39102" y="75629"/>
                      </a:cubicBezTo>
                      <a:cubicBezTo>
                        <a:pt x="38626" y="78105"/>
                        <a:pt x="38150" y="79915"/>
                        <a:pt x="37673" y="81153"/>
                      </a:cubicBezTo>
                      <a:cubicBezTo>
                        <a:pt x="36721" y="81439"/>
                        <a:pt x="35197" y="81344"/>
                        <a:pt x="33197" y="80963"/>
                      </a:cubicBezTo>
                      <a:cubicBezTo>
                        <a:pt x="30815" y="80581"/>
                        <a:pt x="29291" y="80391"/>
                        <a:pt x="28625" y="80391"/>
                      </a:cubicBezTo>
                      <a:cubicBezTo>
                        <a:pt x="26148" y="80391"/>
                        <a:pt x="24529" y="81534"/>
                        <a:pt x="23862" y="83915"/>
                      </a:cubicBezTo>
                      <a:cubicBezTo>
                        <a:pt x="23862" y="84201"/>
                        <a:pt x="23196" y="85535"/>
                        <a:pt x="22052" y="88011"/>
                      </a:cubicBezTo>
                      <a:cubicBezTo>
                        <a:pt x="21100" y="89821"/>
                        <a:pt x="20624" y="91345"/>
                        <a:pt x="20624" y="92583"/>
                      </a:cubicBezTo>
                      <a:cubicBezTo>
                        <a:pt x="20624" y="93345"/>
                        <a:pt x="20719" y="93821"/>
                        <a:pt x="21005" y="94297"/>
                      </a:cubicBezTo>
                      <a:lnTo>
                        <a:pt x="10337" y="94297"/>
                      </a:lnTo>
                      <a:cubicBezTo>
                        <a:pt x="5669" y="94297"/>
                        <a:pt x="2336" y="93821"/>
                        <a:pt x="50" y="92678"/>
                      </a:cubicBezTo>
                      <a:cubicBezTo>
                        <a:pt x="-236" y="87154"/>
                        <a:pt x="716" y="81724"/>
                        <a:pt x="2812" y="76581"/>
                      </a:cubicBezTo>
                      <a:cubicBezTo>
                        <a:pt x="4907" y="71438"/>
                        <a:pt x="7003" y="66199"/>
                        <a:pt x="9289" y="61055"/>
                      </a:cubicBezTo>
                      <a:cubicBezTo>
                        <a:pt x="8336" y="60579"/>
                        <a:pt x="7860" y="60007"/>
                        <a:pt x="7860" y="59436"/>
                      </a:cubicBezTo>
                      <a:cubicBezTo>
                        <a:pt x="7860" y="59055"/>
                        <a:pt x="8051" y="58483"/>
                        <a:pt x="8432" y="57721"/>
                      </a:cubicBezTo>
                      <a:cubicBezTo>
                        <a:pt x="8813" y="56960"/>
                        <a:pt x="9003" y="56388"/>
                        <a:pt x="9003" y="56007"/>
                      </a:cubicBezTo>
                      <a:cubicBezTo>
                        <a:pt x="9003" y="55531"/>
                        <a:pt x="8908" y="55150"/>
                        <a:pt x="8622" y="54864"/>
                      </a:cubicBezTo>
                      <a:cubicBezTo>
                        <a:pt x="8432" y="53435"/>
                        <a:pt x="9384" y="52292"/>
                        <a:pt x="11575" y="51530"/>
                      </a:cubicBezTo>
                      <a:cubicBezTo>
                        <a:pt x="13766" y="50768"/>
                        <a:pt x="14909" y="50102"/>
                        <a:pt x="14909" y="49530"/>
                      </a:cubicBezTo>
                      <a:cubicBezTo>
                        <a:pt x="14909" y="49149"/>
                        <a:pt x="14623" y="48673"/>
                        <a:pt x="14051" y="47911"/>
                      </a:cubicBezTo>
                      <a:lnTo>
                        <a:pt x="14051" y="48101"/>
                      </a:lnTo>
                      <a:cubicBezTo>
                        <a:pt x="14051" y="48101"/>
                        <a:pt x="13861" y="47339"/>
                        <a:pt x="13480" y="47244"/>
                      </a:cubicBezTo>
                      <a:cubicBezTo>
                        <a:pt x="13956" y="46577"/>
                        <a:pt x="14909" y="46101"/>
                        <a:pt x="16242" y="46006"/>
                      </a:cubicBezTo>
                      <a:cubicBezTo>
                        <a:pt x="18528" y="45625"/>
                        <a:pt x="19862" y="45339"/>
                        <a:pt x="20338" y="45339"/>
                      </a:cubicBezTo>
                      <a:cubicBezTo>
                        <a:pt x="20338" y="44291"/>
                        <a:pt x="20052" y="43244"/>
                        <a:pt x="19481" y="42291"/>
                      </a:cubicBezTo>
                      <a:cubicBezTo>
                        <a:pt x="18623" y="40862"/>
                        <a:pt x="17671" y="40386"/>
                        <a:pt x="16433" y="40862"/>
                      </a:cubicBezTo>
                      <a:lnTo>
                        <a:pt x="13956" y="40862"/>
                      </a:lnTo>
                      <a:cubicBezTo>
                        <a:pt x="13861" y="39148"/>
                        <a:pt x="14623" y="37529"/>
                        <a:pt x="16433" y="36290"/>
                      </a:cubicBezTo>
                      <a:lnTo>
                        <a:pt x="17481" y="26479"/>
                      </a:lnTo>
                      <a:cubicBezTo>
                        <a:pt x="18528" y="26384"/>
                        <a:pt x="19195" y="25717"/>
                        <a:pt x="19385" y="24574"/>
                      </a:cubicBezTo>
                      <a:cubicBezTo>
                        <a:pt x="19671" y="22860"/>
                        <a:pt x="19957" y="21812"/>
                        <a:pt x="20243" y="21527"/>
                      </a:cubicBezTo>
                      <a:cubicBezTo>
                        <a:pt x="20243" y="20098"/>
                        <a:pt x="20909" y="17812"/>
                        <a:pt x="22243" y="14669"/>
                      </a:cubicBezTo>
                      <a:cubicBezTo>
                        <a:pt x="23576" y="11525"/>
                        <a:pt x="24243" y="9239"/>
                        <a:pt x="24434" y="7715"/>
                      </a:cubicBezTo>
                      <a:cubicBezTo>
                        <a:pt x="24624" y="7429"/>
                        <a:pt x="25005" y="6096"/>
                        <a:pt x="25291" y="3620"/>
                      </a:cubicBezTo>
                      <a:cubicBezTo>
                        <a:pt x="25672" y="1905"/>
                        <a:pt x="26529" y="1048"/>
                        <a:pt x="27958" y="762"/>
                      </a:cubicBezTo>
                      <a:lnTo>
                        <a:pt x="30815" y="762"/>
                      </a:lnTo>
                      <a:cubicBezTo>
                        <a:pt x="31292" y="2286"/>
                        <a:pt x="31863" y="3048"/>
                        <a:pt x="32435" y="3048"/>
                      </a:cubicBezTo>
                      <a:cubicBezTo>
                        <a:pt x="32816" y="3048"/>
                        <a:pt x="33387" y="2572"/>
                        <a:pt x="34340" y="1524"/>
                      </a:cubicBezTo>
                      <a:cubicBezTo>
                        <a:pt x="35292" y="571"/>
                        <a:pt x="36149" y="0"/>
                        <a:pt x="36816" y="0"/>
                      </a:cubicBezTo>
                      <a:cubicBezTo>
                        <a:pt x="37007" y="0"/>
                        <a:pt x="37292" y="0"/>
                        <a:pt x="37673" y="95"/>
                      </a:cubicBezTo>
                      <a:lnTo>
                        <a:pt x="52914" y="762"/>
                      </a:lnTo>
                      <a:cubicBezTo>
                        <a:pt x="56819" y="6667"/>
                        <a:pt x="58819" y="10478"/>
                        <a:pt x="58819" y="12287"/>
                      </a:cubicBezTo>
                      <a:cubicBezTo>
                        <a:pt x="58819" y="12859"/>
                        <a:pt x="58724" y="13430"/>
                        <a:pt x="58438" y="14097"/>
                      </a:cubicBezTo>
                      <a:cubicBezTo>
                        <a:pt x="60914" y="15430"/>
                        <a:pt x="62153" y="17050"/>
                        <a:pt x="62153" y="19240"/>
                      </a:cubicBezTo>
                      <a:cubicBezTo>
                        <a:pt x="62153" y="19812"/>
                        <a:pt x="61962" y="20764"/>
                        <a:pt x="61772" y="22003"/>
                      </a:cubicBezTo>
                      <a:cubicBezTo>
                        <a:pt x="61581" y="23241"/>
                        <a:pt x="61391" y="24098"/>
                        <a:pt x="61391" y="24765"/>
                      </a:cubicBezTo>
                      <a:cubicBezTo>
                        <a:pt x="61391" y="26765"/>
                        <a:pt x="62724" y="28289"/>
                        <a:pt x="65296" y="29337"/>
                      </a:cubicBezTo>
                      <a:cubicBezTo>
                        <a:pt x="64820" y="32385"/>
                        <a:pt x="65296" y="35909"/>
                        <a:pt x="66725" y="40005"/>
                      </a:cubicBezTo>
                      <a:cubicBezTo>
                        <a:pt x="67868" y="43624"/>
                        <a:pt x="69106" y="47244"/>
                        <a:pt x="70249" y="50863"/>
                      </a:cubicBezTo>
                      <a:lnTo>
                        <a:pt x="69297" y="50863"/>
                      </a:lnTo>
                      <a:cubicBezTo>
                        <a:pt x="69773" y="51054"/>
                        <a:pt x="70058" y="52006"/>
                        <a:pt x="70154" y="53626"/>
                      </a:cubicBezTo>
                      <a:cubicBezTo>
                        <a:pt x="70154" y="55245"/>
                        <a:pt x="70630" y="56007"/>
                        <a:pt x="71487" y="56007"/>
                      </a:cubicBezTo>
                      <a:cubicBezTo>
                        <a:pt x="71868" y="56007"/>
                        <a:pt x="72249" y="55816"/>
                        <a:pt x="72725" y="55626"/>
                      </a:cubicBezTo>
                      <a:cubicBezTo>
                        <a:pt x="72821" y="57531"/>
                        <a:pt x="72916" y="59531"/>
                        <a:pt x="73106" y="61436"/>
                      </a:cubicBezTo>
                      <a:cubicBezTo>
                        <a:pt x="73488" y="64008"/>
                        <a:pt x="74535" y="65627"/>
                        <a:pt x="76250" y="66580"/>
                      </a:cubicBezTo>
                      <a:cubicBezTo>
                        <a:pt x="75869" y="67628"/>
                        <a:pt x="75678" y="68675"/>
                        <a:pt x="75678" y="69532"/>
                      </a:cubicBezTo>
                      <a:cubicBezTo>
                        <a:pt x="75678" y="71056"/>
                        <a:pt x="76345" y="72866"/>
                        <a:pt x="77774" y="74962"/>
                      </a:cubicBezTo>
                      <a:cubicBezTo>
                        <a:pt x="79202" y="76962"/>
                        <a:pt x="79869" y="78772"/>
                        <a:pt x="79869" y="80105"/>
                      </a:cubicBezTo>
                      <a:cubicBezTo>
                        <a:pt x="79869" y="80772"/>
                        <a:pt x="79774" y="81534"/>
                        <a:pt x="79488" y="82391"/>
                      </a:cubicBezTo>
                      <a:close/>
                      <a:moveTo>
                        <a:pt x="11480" y="48006"/>
                      </a:moveTo>
                      <a:lnTo>
                        <a:pt x="11480" y="50387"/>
                      </a:lnTo>
                      <a:lnTo>
                        <a:pt x="10622" y="48006"/>
                      </a:lnTo>
                      <a:lnTo>
                        <a:pt x="11480" y="48006"/>
                      </a:lnTo>
                      <a:close/>
                      <a:moveTo>
                        <a:pt x="14814" y="84391"/>
                      </a:moveTo>
                      <a:cubicBezTo>
                        <a:pt x="15385" y="83820"/>
                        <a:pt x="15385" y="83248"/>
                        <a:pt x="14814" y="82677"/>
                      </a:cubicBezTo>
                      <a:lnTo>
                        <a:pt x="14814" y="84391"/>
                      </a:lnTo>
                      <a:cubicBezTo>
                        <a:pt x="14337" y="84772"/>
                        <a:pt x="13956" y="85249"/>
                        <a:pt x="13575" y="85630"/>
                      </a:cubicBezTo>
                      <a:cubicBezTo>
                        <a:pt x="13671" y="85725"/>
                        <a:pt x="14147" y="85820"/>
                        <a:pt x="14814" y="86011"/>
                      </a:cubicBezTo>
                      <a:lnTo>
                        <a:pt x="14814" y="84391"/>
                      </a:lnTo>
                      <a:close/>
                      <a:moveTo>
                        <a:pt x="15480" y="16192"/>
                      </a:moveTo>
                      <a:cubicBezTo>
                        <a:pt x="14528" y="15240"/>
                        <a:pt x="14051" y="14573"/>
                        <a:pt x="14051" y="14192"/>
                      </a:cubicBezTo>
                      <a:cubicBezTo>
                        <a:pt x="14051" y="13906"/>
                        <a:pt x="14242" y="13525"/>
                        <a:pt x="14718" y="13145"/>
                      </a:cubicBezTo>
                      <a:cubicBezTo>
                        <a:pt x="15194" y="13145"/>
                        <a:pt x="15385" y="13525"/>
                        <a:pt x="15385" y="14383"/>
                      </a:cubicBezTo>
                      <a:lnTo>
                        <a:pt x="15385" y="16192"/>
                      </a:lnTo>
                      <a:close/>
                      <a:moveTo>
                        <a:pt x="50723" y="62770"/>
                      </a:moveTo>
                      <a:cubicBezTo>
                        <a:pt x="51580" y="61817"/>
                        <a:pt x="51961" y="60770"/>
                        <a:pt x="51961" y="59531"/>
                      </a:cubicBezTo>
                      <a:cubicBezTo>
                        <a:pt x="51961" y="58293"/>
                        <a:pt x="51485" y="56769"/>
                        <a:pt x="50342" y="54959"/>
                      </a:cubicBezTo>
                      <a:cubicBezTo>
                        <a:pt x="49294" y="53054"/>
                        <a:pt x="48818" y="51721"/>
                        <a:pt x="48818" y="50959"/>
                      </a:cubicBezTo>
                      <a:cubicBezTo>
                        <a:pt x="48818" y="50006"/>
                        <a:pt x="49294" y="49244"/>
                        <a:pt x="50247" y="48673"/>
                      </a:cubicBezTo>
                      <a:lnTo>
                        <a:pt x="48246" y="46768"/>
                      </a:lnTo>
                      <a:cubicBezTo>
                        <a:pt x="48818" y="45815"/>
                        <a:pt x="49103" y="44958"/>
                        <a:pt x="49103" y="44101"/>
                      </a:cubicBezTo>
                      <a:cubicBezTo>
                        <a:pt x="49103" y="43053"/>
                        <a:pt x="48246" y="41815"/>
                        <a:pt x="46436" y="40481"/>
                      </a:cubicBezTo>
                      <a:cubicBezTo>
                        <a:pt x="44627" y="39053"/>
                        <a:pt x="43769" y="37814"/>
                        <a:pt x="43769" y="36671"/>
                      </a:cubicBezTo>
                      <a:cubicBezTo>
                        <a:pt x="43769" y="35814"/>
                        <a:pt x="44055" y="34957"/>
                        <a:pt x="44627" y="34004"/>
                      </a:cubicBezTo>
                      <a:cubicBezTo>
                        <a:pt x="43007" y="30480"/>
                        <a:pt x="41293" y="28670"/>
                        <a:pt x="39674" y="28670"/>
                      </a:cubicBezTo>
                      <a:cubicBezTo>
                        <a:pt x="37483" y="30671"/>
                        <a:pt x="36340" y="35338"/>
                        <a:pt x="36340" y="42577"/>
                      </a:cubicBezTo>
                      <a:cubicBezTo>
                        <a:pt x="33959" y="42196"/>
                        <a:pt x="32816" y="42958"/>
                        <a:pt x="32816" y="44672"/>
                      </a:cubicBezTo>
                      <a:cubicBezTo>
                        <a:pt x="32816" y="45434"/>
                        <a:pt x="33101" y="46577"/>
                        <a:pt x="33673" y="48196"/>
                      </a:cubicBezTo>
                      <a:cubicBezTo>
                        <a:pt x="34149" y="49816"/>
                        <a:pt x="34340" y="50673"/>
                        <a:pt x="34244" y="50959"/>
                      </a:cubicBezTo>
                      <a:cubicBezTo>
                        <a:pt x="34149" y="51625"/>
                        <a:pt x="33578" y="52197"/>
                        <a:pt x="32721" y="52673"/>
                      </a:cubicBezTo>
                      <a:cubicBezTo>
                        <a:pt x="31768" y="53245"/>
                        <a:pt x="31197" y="53530"/>
                        <a:pt x="30911" y="53816"/>
                      </a:cubicBezTo>
                      <a:cubicBezTo>
                        <a:pt x="30720" y="54864"/>
                        <a:pt x="30530" y="55912"/>
                        <a:pt x="30530" y="56864"/>
                      </a:cubicBezTo>
                      <a:cubicBezTo>
                        <a:pt x="30530" y="61531"/>
                        <a:pt x="33101" y="64198"/>
                        <a:pt x="38340" y="64865"/>
                      </a:cubicBezTo>
                      <a:cubicBezTo>
                        <a:pt x="39293" y="65151"/>
                        <a:pt x="39769" y="65627"/>
                        <a:pt x="39769" y="66485"/>
                      </a:cubicBezTo>
                      <a:cubicBezTo>
                        <a:pt x="39769" y="67342"/>
                        <a:pt x="39769" y="68008"/>
                        <a:pt x="39959" y="68675"/>
                      </a:cubicBezTo>
                      <a:cubicBezTo>
                        <a:pt x="40055" y="69342"/>
                        <a:pt x="40436" y="69723"/>
                        <a:pt x="41198" y="69818"/>
                      </a:cubicBezTo>
                      <a:cubicBezTo>
                        <a:pt x="41007" y="67056"/>
                        <a:pt x="42055" y="65341"/>
                        <a:pt x="44627" y="64675"/>
                      </a:cubicBezTo>
                      <a:cubicBezTo>
                        <a:pt x="46627" y="64103"/>
                        <a:pt x="48723" y="63532"/>
                        <a:pt x="50818" y="62865"/>
                      </a:cubicBezTo>
                      <a:close/>
                      <a:moveTo>
                        <a:pt x="66915" y="56293"/>
                      </a:moveTo>
                      <a:lnTo>
                        <a:pt x="65486" y="54959"/>
                      </a:lnTo>
                      <a:lnTo>
                        <a:pt x="66915" y="53721"/>
                      </a:lnTo>
                      <a:lnTo>
                        <a:pt x="65486" y="53721"/>
                      </a:lnTo>
                      <a:cubicBezTo>
                        <a:pt x="65106" y="54197"/>
                        <a:pt x="64820" y="54483"/>
                        <a:pt x="64439" y="54483"/>
                      </a:cubicBezTo>
                      <a:cubicBezTo>
                        <a:pt x="64058" y="54483"/>
                        <a:pt x="63677" y="54102"/>
                        <a:pt x="63105" y="53340"/>
                      </a:cubicBezTo>
                      <a:cubicBezTo>
                        <a:pt x="62629" y="52673"/>
                        <a:pt x="62248" y="52292"/>
                        <a:pt x="62153" y="52292"/>
                      </a:cubicBezTo>
                      <a:cubicBezTo>
                        <a:pt x="61676" y="54292"/>
                        <a:pt x="63296" y="55531"/>
                        <a:pt x="66915" y="56388"/>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 name="Google Shape;1378;p99"/>
                <p:cNvSpPr/>
                <p:nvPr/>
              </p:nvSpPr>
              <p:spPr>
                <a:xfrm>
                  <a:off x="5055393" y="4191476"/>
                  <a:ext cx="83058" cy="110817"/>
                </a:xfrm>
                <a:custGeom>
                  <a:avLst/>
                  <a:gdLst/>
                  <a:ahLst/>
                  <a:cxnLst/>
                  <a:rect l="l" t="t" r="r" b="b"/>
                  <a:pathLst>
                    <a:path w="83058" h="110817" extrusionOk="0">
                      <a:moveTo>
                        <a:pt x="70199" y="51435"/>
                      </a:moveTo>
                      <a:cubicBezTo>
                        <a:pt x="70580" y="52483"/>
                        <a:pt x="71628" y="54293"/>
                        <a:pt x="73343" y="56960"/>
                      </a:cubicBezTo>
                      <a:cubicBezTo>
                        <a:pt x="74676" y="59246"/>
                        <a:pt x="75343" y="61151"/>
                        <a:pt x="75343" y="62675"/>
                      </a:cubicBezTo>
                      <a:cubicBezTo>
                        <a:pt x="75343" y="63913"/>
                        <a:pt x="75057" y="65342"/>
                        <a:pt x="74486" y="66580"/>
                      </a:cubicBezTo>
                      <a:cubicBezTo>
                        <a:pt x="74962" y="68104"/>
                        <a:pt x="75152" y="69914"/>
                        <a:pt x="75152" y="71723"/>
                      </a:cubicBezTo>
                      <a:cubicBezTo>
                        <a:pt x="75152" y="76486"/>
                        <a:pt x="73914" y="79820"/>
                        <a:pt x="71628" y="81629"/>
                      </a:cubicBezTo>
                      <a:cubicBezTo>
                        <a:pt x="71819" y="81153"/>
                        <a:pt x="72009" y="80677"/>
                        <a:pt x="72009" y="80201"/>
                      </a:cubicBezTo>
                      <a:cubicBezTo>
                        <a:pt x="72009" y="78296"/>
                        <a:pt x="70961" y="77438"/>
                        <a:pt x="68866" y="77438"/>
                      </a:cubicBezTo>
                      <a:cubicBezTo>
                        <a:pt x="67913" y="77438"/>
                        <a:pt x="66961" y="77629"/>
                        <a:pt x="66104" y="78105"/>
                      </a:cubicBezTo>
                      <a:lnTo>
                        <a:pt x="67532" y="79534"/>
                      </a:lnTo>
                      <a:cubicBezTo>
                        <a:pt x="66961" y="79153"/>
                        <a:pt x="66389" y="79058"/>
                        <a:pt x="65913" y="79058"/>
                      </a:cubicBezTo>
                      <a:cubicBezTo>
                        <a:pt x="65056" y="79058"/>
                        <a:pt x="64294" y="79724"/>
                        <a:pt x="63532" y="81058"/>
                      </a:cubicBezTo>
                      <a:cubicBezTo>
                        <a:pt x="62770" y="82391"/>
                        <a:pt x="62008" y="83725"/>
                        <a:pt x="61341" y="85058"/>
                      </a:cubicBezTo>
                      <a:lnTo>
                        <a:pt x="62008" y="85916"/>
                      </a:lnTo>
                      <a:cubicBezTo>
                        <a:pt x="61055" y="85630"/>
                        <a:pt x="60007" y="85916"/>
                        <a:pt x="58579" y="86392"/>
                      </a:cubicBezTo>
                      <a:lnTo>
                        <a:pt x="58579" y="87821"/>
                      </a:lnTo>
                      <a:cubicBezTo>
                        <a:pt x="58579" y="87821"/>
                        <a:pt x="57626" y="87154"/>
                        <a:pt x="56960" y="86678"/>
                      </a:cubicBezTo>
                      <a:cubicBezTo>
                        <a:pt x="56388" y="86296"/>
                        <a:pt x="55816" y="86201"/>
                        <a:pt x="55245" y="86487"/>
                      </a:cubicBezTo>
                      <a:cubicBezTo>
                        <a:pt x="56007" y="87725"/>
                        <a:pt x="57340" y="90392"/>
                        <a:pt x="59150" y="94298"/>
                      </a:cubicBezTo>
                      <a:cubicBezTo>
                        <a:pt x="52959" y="94774"/>
                        <a:pt x="47815" y="94964"/>
                        <a:pt x="43529" y="94964"/>
                      </a:cubicBezTo>
                      <a:cubicBezTo>
                        <a:pt x="39243" y="94964"/>
                        <a:pt x="34195" y="94679"/>
                        <a:pt x="28289" y="94298"/>
                      </a:cubicBezTo>
                      <a:cubicBezTo>
                        <a:pt x="28289" y="93345"/>
                        <a:pt x="27718" y="92583"/>
                        <a:pt x="26384" y="92107"/>
                      </a:cubicBezTo>
                      <a:cubicBezTo>
                        <a:pt x="25146" y="91631"/>
                        <a:pt x="24574" y="91059"/>
                        <a:pt x="24574" y="90392"/>
                      </a:cubicBezTo>
                      <a:cubicBezTo>
                        <a:pt x="24574" y="90107"/>
                        <a:pt x="24574" y="89821"/>
                        <a:pt x="24765" y="89249"/>
                      </a:cubicBezTo>
                      <a:cubicBezTo>
                        <a:pt x="23622" y="89916"/>
                        <a:pt x="22574" y="90107"/>
                        <a:pt x="21241" y="90107"/>
                      </a:cubicBezTo>
                      <a:cubicBezTo>
                        <a:pt x="19145" y="90107"/>
                        <a:pt x="14573" y="88392"/>
                        <a:pt x="7525" y="84963"/>
                      </a:cubicBezTo>
                      <a:lnTo>
                        <a:pt x="6096" y="81534"/>
                      </a:lnTo>
                      <a:lnTo>
                        <a:pt x="4096" y="82201"/>
                      </a:lnTo>
                      <a:lnTo>
                        <a:pt x="0" y="69914"/>
                      </a:lnTo>
                      <a:cubicBezTo>
                        <a:pt x="1429" y="68390"/>
                        <a:pt x="6287" y="63913"/>
                        <a:pt x="14383" y="56579"/>
                      </a:cubicBezTo>
                      <a:cubicBezTo>
                        <a:pt x="15526" y="56579"/>
                        <a:pt x="16383" y="56960"/>
                        <a:pt x="17050" y="58198"/>
                      </a:cubicBezTo>
                      <a:cubicBezTo>
                        <a:pt x="17812" y="59722"/>
                        <a:pt x="18574" y="60579"/>
                        <a:pt x="19240" y="61055"/>
                      </a:cubicBezTo>
                      <a:cubicBezTo>
                        <a:pt x="19431" y="62484"/>
                        <a:pt x="21431" y="66199"/>
                        <a:pt x="25241" y="72485"/>
                      </a:cubicBezTo>
                      <a:cubicBezTo>
                        <a:pt x="26194" y="72104"/>
                        <a:pt x="27051" y="71914"/>
                        <a:pt x="27718" y="71914"/>
                      </a:cubicBezTo>
                      <a:cubicBezTo>
                        <a:pt x="28861" y="71914"/>
                        <a:pt x="30004" y="72581"/>
                        <a:pt x="31242" y="73914"/>
                      </a:cubicBezTo>
                      <a:cubicBezTo>
                        <a:pt x="32576" y="75248"/>
                        <a:pt x="33623" y="76010"/>
                        <a:pt x="34671" y="76010"/>
                      </a:cubicBezTo>
                      <a:cubicBezTo>
                        <a:pt x="35147" y="76010"/>
                        <a:pt x="35719" y="75819"/>
                        <a:pt x="36481" y="75438"/>
                      </a:cubicBezTo>
                      <a:cubicBezTo>
                        <a:pt x="36100" y="76105"/>
                        <a:pt x="36576" y="76962"/>
                        <a:pt x="37910" y="77915"/>
                      </a:cubicBezTo>
                      <a:cubicBezTo>
                        <a:pt x="38290" y="74676"/>
                        <a:pt x="40767" y="72866"/>
                        <a:pt x="45529" y="72390"/>
                      </a:cubicBezTo>
                      <a:lnTo>
                        <a:pt x="48387" y="72390"/>
                      </a:lnTo>
                      <a:cubicBezTo>
                        <a:pt x="48196" y="72962"/>
                        <a:pt x="48387" y="73438"/>
                        <a:pt x="48959" y="73819"/>
                      </a:cubicBezTo>
                      <a:cubicBezTo>
                        <a:pt x="49816" y="73247"/>
                        <a:pt x="50197" y="72485"/>
                        <a:pt x="50197" y="71533"/>
                      </a:cubicBezTo>
                      <a:cubicBezTo>
                        <a:pt x="50197" y="71152"/>
                        <a:pt x="50102" y="70676"/>
                        <a:pt x="49911" y="69914"/>
                      </a:cubicBezTo>
                      <a:cubicBezTo>
                        <a:pt x="49721" y="69152"/>
                        <a:pt x="49625" y="68675"/>
                        <a:pt x="49625" y="68294"/>
                      </a:cubicBezTo>
                      <a:cubicBezTo>
                        <a:pt x="49625" y="67437"/>
                        <a:pt x="49911" y="66866"/>
                        <a:pt x="50387" y="66389"/>
                      </a:cubicBezTo>
                      <a:cubicBezTo>
                        <a:pt x="50863" y="65342"/>
                        <a:pt x="49721" y="63246"/>
                        <a:pt x="47054" y="60198"/>
                      </a:cubicBezTo>
                      <a:cubicBezTo>
                        <a:pt x="46196" y="60579"/>
                        <a:pt x="45529" y="60674"/>
                        <a:pt x="44958" y="60674"/>
                      </a:cubicBezTo>
                      <a:cubicBezTo>
                        <a:pt x="43910" y="60674"/>
                        <a:pt x="42863" y="59817"/>
                        <a:pt x="41910" y="57912"/>
                      </a:cubicBezTo>
                      <a:cubicBezTo>
                        <a:pt x="40957" y="56102"/>
                        <a:pt x="40005" y="55245"/>
                        <a:pt x="39148" y="55245"/>
                      </a:cubicBezTo>
                      <a:cubicBezTo>
                        <a:pt x="38386" y="55245"/>
                        <a:pt x="37624" y="55531"/>
                        <a:pt x="36671" y="56102"/>
                      </a:cubicBezTo>
                      <a:cubicBezTo>
                        <a:pt x="35528" y="54959"/>
                        <a:pt x="33528" y="54007"/>
                        <a:pt x="30956" y="53435"/>
                      </a:cubicBezTo>
                      <a:lnTo>
                        <a:pt x="24384" y="51816"/>
                      </a:lnTo>
                      <a:cubicBezTo>
                        <a:pt x="23622" y="49721"/>
                        <a:pt x="21907" y="48387"/>
                        <a:pt x="19431" y="48101"/>
                      </a:cubicBezTo>
                      <a:cubicBezTo>
                        <a:pt x="16478" y="47530"/>
                        <a:pt x="14573" y="46768"/>
                        <a:pt x="13906" y="45720"/>
                      </a:cubicBezTo>
                      <a:lnTo>
                        <a:pt x="12478" y="47149"/>
                      </a:lnTo>
                      <a:cubicBezTo>
                        <a:pt x="12478" y="47149"/>
                        <a:pt x="12287" y="46387"/>
                        <a:pt x="12287" y="46006"/>
                      </a:cubicBezTo>
                      <a:cubicBezTo>
                        <a:pt x="12287" y="45529"/>
                        <a:pt x="12382" y="44768"/>
                        <a:pt x="12668" y="43720"/>
                      </a:cubicBezTo>
                      <a:cubicBezTo>
                        <a:pt x="12763" y="42577"/>
                        <a:pt x="12954" y="41815"/>
                        <a:pt x="12954" y="41243"/>
                      </a:cubicBezTo>
                      <a:cubicBezTo>
                        <a:pt x="12954" y="39719"/>
                        <a:pt x="12382" y="38481"/>
                        <a:pt x="11144" y="37624"/>
                      </a:cubicBezTo>
                      <a:cubicBezTo>
                        <a:pt x="11335" y="37243"/>
                        <a:pt x="11621" y="36671"/>
                        <a:pt x="12002" y="36100"/>
                      </a:cubicBezTo>
                      <a:cubicBezTo>
                        <a:pt x="12287" y="35624"/>
                        <a:pt x="12763" y="35338"/>
                        <a:pt x="13335" y="35433"/>
                      </a:cubicBezTo>
                      <a:cubicBezTo>
                        <a:pt x="14097" y="35909"/>
                        <a:pt x="14192" y="36576"/>
                        <a:pt x="13811" y="37529"/>
                      </a:cubicBezTo>
                      <a:cubicBezTo>
                        <a:pt x="13430" y="38386"/>
                        <a:pt x="13811" y="38958"/>
                        <a:pt x="14764" y="39434"/>
                      </a:cubicBezTo>
                      <a:cubicBezTo>
                        <a:pt x="16288" y="38100"/>
                        <a:pt x="17145" y="36767"/>
                        <a:pt x="17145" y="35528"/>
                      </a:cubicBezTo>
                      <a:cubicBezTo>
                        <a:pt x="17145" y="34957"/>
                        <a:pt x="16859" y="34385"/>
                        <a:pt x="16193" y="33909"/>
                      </a:cubicBezTo>
                      <a:cubicBezTo>
                        <a:pt x="16954" y="33623"/>
                        <a:pt x="17716" y="33052"/>
                        <a:pt x="18669" y="31909"/>
                      </a:cubicBezTo>
                      <a:cubicBezTo>
                        <a:pt x="18479" y="31433"/>
                        <a:pt x="18097" y="31242"/>
                        <a:pt x="17621" y="31242"/>
                      </a:cubicBezTo>
                      <a:cubicBezTo>
                        <a:pt x="17431" y="31242"/>
                        <a:pt x="16954" y="31433"/>
                        <a:pt x="16288" y="31814"/>
                      </a:cubicBezTo>
                      <a:cubicBezTo>
                        <a:pt x="15621" y="32290"/>
                        <a:pt x="15049" y="32480"/>
                        <a:pt x="14764" y="32480"/>
                      </a:cubicBezTo>
                      <a:cubicBezTo>
                        <a:pt x="14764" y="32195"/>
                        <a:pt x="14954" y="31718"/>
                        <a:pt x="15240" y="31052"/>
                      </a:cubicBezTo>
                      <a:cubicBezTo>
                        <a:pt x="15526" y="30385"/>
                        <a:pt x="15716" y="29718"/>
                        <a:pt x="15716" y="29146"/>
                      </a:cubicBezTo>
                      <a:cubicBezTo>
                        <a:pt x="15240" y="29337"/>
                        <a:pt x="14764" y="29528"/>
                        <a:pt x="14383" y="29528"/>
                      </a:cubicBezTo>
                      <a:cubicBezTo>
                        <a:pt x="13335" y="29528"/>
                        <a:pt x="12478" y="28861"/>
                        <a:pt x="11430" y="27432"/>
                      </a:cubicBezTo>
                      <a:cubicBezTo>
                        <a:pt x="10192" y="25622"/>
                        <a:pt x="9239" y="24575"/>
                        <a:pt x="8763" y="24289"/>
                      </a:cubicBezTo>
                      <a:lnTo>
                        <a:pt x="8763" y="18193"/>
                      </a:lnTo>
                      <a:cubicBezTo>
                        <a:pt x="9620" y="17431"/>
                        <a:pt x="10573" y="15812"/>
                        <a:pt x="11716" y="13716"/>
                      </a:cubicBezTo>
                      <a:cubicBezTo>
                        <a:pt x="12859" y="11525"/>
                        <a:pt x="13621" y="10096"/>
                        <a:pt x="14192" y="9335"/>
                      </a:cubicBezTo>
                      <a:cubicBezTo>
                        <a:pt x="15716" y="8858"/>
                        <a:pt x="17526" y="7239"/>
                        <a:pt x="19526" y="4477"/>
                      </a:cubicBezTo>
                      <a:cubicBezTo>
                        <a:pt x="21050" y="2381"/>
                        <a:pt x="22955" y="1334"/>
                        <a:pt x="25241" y="1619"/>
                      </a:cubicBezTo>
                      <a:cubicBezTo>
                        <a:pt x="27241" y="476"/>
                        <a:pt x="30004" y="95"/>
                        <a:pt x="33433" y="191"/>
                      </a:cubicBezTo>
                      <a:cubicBezTo>
                        <a:pt x="37814" y="191"/>
                        <a:pt x="40672" y="191"/>
                        <a:pt x="41910" y="0"/>
                      </a:cubicBezTo>
                      <a:lnTo>
                        <a:pt x="59150" y="953"/>
                      </a:lnTo>
                      <a:cubicBezTo>
                        <a:pt x="62389" y="2572"/>
                        <a:pt x="64294" y="3715"/>
                        <a:pt x="65056" y="4382"/>
                      </a:cubicBezTo>
                      <a:cubicBezTo>
                        <a:pt x="66961" y="5810"/>
                        <a:pt x="68199" y="7620"/>
                        <a:pt x="68771" y="9906"/>
                      </a:cubicBezTo>
                      <a:cubicBezTo>
                        <a:pt x="69342" y="9716"/>
                        <a:pt x="69913" y="9906"/>
                        <a:pt x="70485" y="10287"/>
                      </a:cubicBezTo>
                      <a:cubicBezTo>
                        <a:pt x="71152" y="10859"/>
                        <a:pt x="71628" y="11335"/>
                        <a:pt x="72104" y="12002"/>
                      </a:cubicBezTo>
                      <a:cubicBezTo>
                        <a:pt x="70580" y="12002"/>
                        <a:pt x="69818" y="12287"/>
                        <a:pt x="69818" y="12859"/>
                      </a:cubicBezTo>
                      <a:cubicBezTo>
                        <a:pt x="69818" y="13145"/>
                        <a:pt x="70009" y="13526"/>
                        <a:pt x="70485" y="14288"/>
                      </a:cubicBezTo>
                      <a:cubicBezTo>
                        <a:pt x="70961" y="15050"/>
                        <a:pt x="71152" y="15621"/>
                        <a:pt x="71152" y="16002"/>
                      </a:cubicBezTo>
                      <a:cubicBezTo>
                        <a:pt x="71152" y="16478"/>
                        <a:pt x="70866" y="16954"/>
                        <a:pt x="70295" y="17431"/>
                      </a:cubicBezTo>
                      <a:cubicBezTo>
                        <a:pt x="69723" y="17145"/>
                        <a:pt x="69247" y="17050"/>
                        <a:pt x="68866" y="17050"/>
                      </a:cubicBezTo>
                      <a:cubicBezTo>
                        <a:pt x="68104" y="17050"/>
                        <a:pt x="67723" y="17812"/>
                        <a:pt x="67628" y="19336"/>
                      </a:cubicBezTo>
                      <a:cubicBezTo>
                        <a:pt x="67532" y="20860"/>
                        <a:pt x="67246" y="21717"/>
                        <a:pt x="66675" y="22098"/>
                      </a:cubicBezTo>
                      <a:cubicBezTo>
                        <a:pt x="66104" y="22384"/>
                        <a:pt x="65151" y="23717"/>
                        <a:pt x="63722" y="26003"/>
                      </a:cubicBezTo>
                      <a:cubicBezTo>
                        <a:pt x="62294" y="28289"/>
                        <a:pt x="61055" y="29528"/>
                        <a:pt x="60007" y="29528"/>
                      </a:cubicBezTo>
                      <a:cubicBezTo>
                        <a:pt x="59055" y="29528"/>
                        <a:pt x="58007" y="28766"/>
                        <a:pt x="56960" y="27146"/>
                      </a:cubicBezTo>
                      <a:cubicBezTo>
                        <a:pt x="54197" y="23336"/>
                        <a:pt x="51149" y="20765"/>
                        <a:pt x="48006" y="19717"/>
                      </a:cubicBezTo>
                      <a:lnTo>
                        <a:pt x="46577" y="17431"/>
                      </a:lnTo>
                      <a:cubicBezTo>
                        <a:pt x="43624" y="17907"/>
                        <a:pt x="40672" y="18288"/>
                        <a:pt x="37719" y="18669"/>
                      </a:cubicBezTo>
                      <a:cubicBezTo>
                        <a:pt x="34195" y="19431"/>
                        <a:pt x="31813" y="21241"/>
                        <a:pt x="30194" y="24194"/>
                      </a:cubicBezTo>
                      <a:cubicBezTo>
                        <a:pt x="29909" y="26956"/>
                        <a:pt x="30480" y="29242"/>
                        <a:pt x="32004" y="30956"/>
                      </a:cubicBezTo>
                      <a:cubicBezTo>
                        <a:pt x="32956" y="32004"/>
                        <a:pt x="34766" y="33147"/>
                        <a:pt x="37433" y="34576"/>
                      </a:cubicBezTo>
                      <a:cubicBezTo>
                        <a:pt x="40100" y="35909"/>
                        <a:pt x="41910" y="37052"/>
                        <a:pt x="42958" y="38100"/>
                      </a:cubicBezTo>
                      <a:lnTo>
                        <a:pt x="47435" y="38100"/>
                      </a:lnTo>
                      <a:cubicBezTo>
                        <a:pt x="49149" y="39719"/>
                        <a:pt x="51911" y="41624"/>
                        <a:pt x="55816" y="43910"/>
                      </a:cubicBezTo>
                      <a:cubicBezTo>
                        <a:pt x="56483" y="43529"/>
                        <a:pt x="57150" y="43434"/>
                        <a:pt x="57721" y="43434"/>
                      </a:cubicBezTo>
                      <a:cubicBezTo>
                        <a:pt x="58864" y="43434"/>
                        <a:pt x="60103" y="44006"/>
                        <a:pt x="61627" y="45339"/>
                      </a:cubicBezTo>
                      <a:cubicBezTo>
                        <a:pt x="63151" y="46577"/>
                        <a:pt x="64389" y="47244"/>
                        <a:pt x="65151" y="47339"/>
                      </a:cubicBezTo>
                      <a:cubicBezTo>
                        <a:pt x="65056" y="47530"/>
                        <a:pt x="64961" y="47625"/>
                        <a:pt x="64961" y="47911"/>
                      </a:cubicBezTo>
                      <a:cubicBezTo>
                        <a:pt x="64961" y="48483"/>
                        <a:pt x="65341" y="49244"/>
                        <a:pt x="66104" y="50102"/>
                      </a:cubicBezTo>
                      <a:cubicBezTo>
                        <a:pt x="66865" y="50959"/>
                        <a:pt x="67723" y="51435"/>
                        <a:pt x="68771" y="51435"/>
                      </a:cubicBezTo>
                      <a:lnTo>
                        <a:pt x="70676" y="51435"/>
                      </a:lnTo>
                      <a:close/>
                      <a:moveTo>
                        <a:pt x="9335" y="30099"/>
                      </a:moveTo>
                      <a:lnTo>
                        <a:pt x="8287" y="27813"/>
                      </a:lnTo>
                      <a:lnTo>
                        <a:pt x="10192" y="29242"/>
                      </a:lnTo>
                      <a:lnTo>
                        <a:pt x="9335" y="30099"/>
                      </a:lnTo>
                      <a:close/>
                      <a:moveTo>
                        <a:pt x="9335" y="35624"/>
                      </a:moveTo>
                      <a:lnTo>
                        <a:pt x="8858" y="34766"/>
                      </a:lnTo>
                      <a:cubicBezTo>
                        <a:pt x="8858" y="34766"/>
                        <a:pt x="9906" y="34481"/>
                        <a:pt x="10573" y="34004"/>
                      </a:cubicBezTo>
                      <a:cubicBezTo>
                        <a:pt x="11335" y="33528"/>
                        <a:pt x="11716" y="33242"/>
                        <a:pt x="11811" y="33242"/>
                      </a:cubicBezTo>
                      <a:cubicBezTo>
                        <a:pt x="12097" y="33242"/>
                        <a:pt x="12192" y="33242"/>
                        <a:pt x="12192" y="33623"/>
                      </a:cubicBezTo>
                      <a:cubicBezTo>
                        <a:pt x="11811" y="34100"/>
                        <a:pt x="11430" y="34576"/>
                        <a:pt x="10954" y="35052"/>
                      </a:cubicBezTo>
                      <a:cubicBezTo>
                        <a:pt x="10478" y="35528"/>
                        <a:pt x="10001" y="35719"/>
                        <a:pt x="9335" y="35719"/>
                      </a:cubicBezTo>
                      <a:close/>
                      <a:moveTo>
                        <a:pt x="10192" y="25908"/>
                      </a:moveTo>
                      <a:lnTo>
                        <a:pt x="12192" y="25908"/>
                      </a:lnTo>
                      <a:cubicBezTo>
                        <a:pt x="11811" y="25051"/>
                        <a:pt x="11621" y="24479"/>
                        <a:pt x="11621" y="24289"/>
                      </a:cubicBezTo>
                      <a:lnTo>
                        <a:pt x="10192" y="25908"/>
                      </a:lnTo>
                      <a:close/>
                      <a:moveTo>
                        <a:pt x="10763" y="37814"/>
                      </a:moveTo>
                      <a:cubicBezTo>
                        <a:pt x="10763" y="37814"/>
                        <a:pt x="10382" y="38005"/>
                        <a:pt x="10192" y="37624"/>
                      </a:cubicBezTo>
                      <a:lnTo>
                        <a:pt x="10573" y="37624"/>
                      </a:lnTo>
                      <a:cubicBezTo>
                        <a:pt x="10573" y="37624"/>
                        <a:pt x="10573" y="37814"/>
                        <a:pt x="10763" y="37814"/>
                      </a:cubicBezTo>
                      <a:close/>
                      <a:moveTo>
                        <a:pt x="44005" y="70199"/>
                      </a:moveTo>
                      <a:lnTo>
                        <a:pt x="44005" y="71342"/>
                      </a:lnTo>
                      <a:lnTo>
                        <a:pt x="38957" y="72200"/>
                      </a:lnTo>
                      <a:cubicBezTo>
                        <a:pt x="39148" y="71438"/>
                        <a:pt x="39814" y="71057"/>
                        <a:pt x="40862" y="70866"/>
                      </a:cubicBezTo>
                      <a:cubicBezTo>
                        <a:pt x="41910" y="70580"/>
                        <a:pt x="42958" y="70390"/>
                        <a:pt x="43910" y="70295"/>
                      </a:cubicBezTo>
                      <a:close/>
                      <a:moveTo>
                        <a:pt x="45339" y="101346"/>
                      </a:moveTo>
                      <a:cubicBezTo>
                        <a:pt x="45339" y="101346"/>
                        <a:pt x="45815" y="102679"/>
                        <a:pt x="45815" y="104775"/>
                      </a:cubicBezTo>
                      <a:lnTo>
                        <a:pt x="43910" y="104775"/>
                      </a:lnTo>
                      <a:lnTo>
                        <a:pt x="45244" y="101346"/>
                      </a:lnTo>
                      <a:close/>
                      <a:moveTo>
                        <a:pt x="47244" y="98298"/>
                      </a:moveTo>
                      <a:lnTo>
                        <a:pt x="47244" y="96869"/>
                      </a:lnTo>
                      <a:lnTo>
                        <a:pt x="49244" y="96869"/>
                      </a:lnTo>
                      <a:lnTo>
                        <a:pt x="49244" y="98298"/>
                      </a:lnTo>
                      <a:lnTo>
                        <a:pt x="47244" y="98298"/>
                      </a:lnTo>
                      <a:close/>
                      <a:moveTo>
                        <a:pt x="54197" y="66008"/>
                      </a:moveTo>
                      <a:cubicBezTo>
                        <a:pt x="54388" y="64961"/>
                        <a:pt x="54197" y="63722"/>
                        <a:pt x="53626" y="62389"/>
                      </a:cubicBezTo>
                      <a:lnTo>
                        <a:pt x="51530" y="66008"/>
                      </a:lnTo>
                      <a:lnTo>
                        <a:pt x="54197" y="66008"/>
                      </a:lnTo>
                      <a:close/>
                      <a:moveTo>
                        <a:pt x="56102" y="57817"/>
                      </a:moveTo>
                      <a:cubicBezTo>
                        <a:pt x="56388" y="59055"/>
                        <a:pt x="58293" y="59912"/>
                        <a:pt x="61722" y="60484"/>
                      </a:cubicBezTo>
                      <a:lnTo>
                        <a:pt x="56102" y="57817"/>
                      </a:lnTo>
                      <a:close/>
                      <a:moveTo>
                        <a:pt x="61722" y="108395"/>
                      </a:moveTo>
                      <a:cubicBezTo>
                        <a:pt x="61722" y="108395"/>
                        <a:pt x="61531" y="109252"/>
                        <a:pt x="61436" y="109538"/>
                      </a:cubicBezTo>
                      <a:cubicBezTo>
                        <a:pt x="60770" y="110490"/>
                        <a:pt x="60198" y="110966"/>
                        <a:pt x="59436" y="110776"/>
                      </a:cubicBezTo>
                      <a:cubicBezTo>
                        <a:pt x="58388" y="110776"/>
                        <a:pt x="57721" y="110585"/>
                        <a:pt x="57531" y="110204"/>
                      </a:cubicBezTo>
                      <a:lnTo>
                        <a:pt x="61817" y="108299"/>
                      </a:lnTo>
                      <a:close/>
                      <a:moveTo>
                        <a:pt x="60293" y="96965"/>
                      </a:moveTo>
                      <a:cubicBezTo>
                        <a:pt x="60579" y="97536"/>
                        <a:pt x="61246" y="97822"/>
                        <a:pt x="62484" y="97822"/>
                      </a:cubicBezTo>
                      <a:lnTo>
                        <a:pt x="58864" y="98298"/>
                      </a:lnTo>
                      <a:lnTo>
                        <a:pt x="60293" y="96869"/>
                      </a:lnTo>
                      <a:close/>
                      <a:moveTo>
                        <a:pt x="62484" y="65342"/>
                      </a:moveTo>
                      <a:cubicBezTo>
                        <a:pt x="63818" y="65723"/>
                        <a:pt x="64865" y="65246"/>
                        <a:pt x="65818" y="63913"/>
                      </a:cubicBezTo>
                      <a:cubicBezTo>
                        <a:pt x="65341" y="63341"/>
                        <a:pt x="64579" y="63151"/>
                        <a:pt x="63532" y="63437"/>
                      </a:cubicBezTo>
                      <a:cubicBezTo>
                        <a:pt x="62484" y="63722"/>
                        <a:pt x="62103" y="64294"/>
                        <a:pt x="62484" y="65437"/>
                      </a:cubicBezTo>
                      <a:close/>
                      <a:moveTo>
                        <a:pt x="65818" y="88106"/>
                      </a:moveTo>
                      <a:cubicBezTo>
                        <a:pt x="65532" y="86868"/>
                        <a:pt x="65818" y="86201"/>
                        <a:pt x="67056" y="86011"/>
                      </a:cubicBezTo>
                      <a:cubicBezTo>
                        <a:pt x="66580" y="86106"/>
                        <a:pt x="67342" y="86201"/>
                        <a:pt x="69342" y="86201"/>
                      </a:cubicBezTo>
                      <a:cubicBezTo>
                        <a:pt x="69247" y="86201"/>
                        <a:pt x="68771" y="86583"/>
                        <a:pt x="68199" y="87249"/>
                      </a:cubicBezTo>
                      <a:cubicBezTo>
                        <a:pt x="67532" y="87916"/>
                        <a:pt x="66865" y="88297"/>
                        <a:pt x="66485" y="88297"/>
                      </a:cubicBezTo>
                      <a:cubicBezTo>
                        <a:pt x="66199" y="88297"/>
                        <a:pt x="66008" y="88297"/>
                        <a:pt x="65722" y="88106"/>
                      </a:cubicBezTo>
                      <a:close/>
                      <a:moveTo>
                        <a:pt x="68009" y="54578"/>
                      </a:moveTo>
                      <a:cubicBezTo>
                        <a:pt x="67628" y="53912"/>
                        <a:pt x="67151" y="53626"/>
                        <a:pt x="66580" y="53912"/>
                      </a:cubicBezTo>
                      <a:cubicBezTo>
                        <a:pt x="66008" y="54102"/>
                        <a:pt x="65722" y="54483"/>
                        <a:pt x="65818" y="55150"/>
                      </a:cubicBezTo>
                      <a:lnTo>
                        <a:pt x="68009" y="55721"/>
                      </a:lnTo>
                      <a:lnTo>
                        <a:pt x="68009" y="54674"/>
                      </a:lnTo>
                      <a:close/>
                      <a:moveTo>
                        <a:pt x="67437" y="73343"/>
                      </a:moveTo>
                      <a:cubicBezTo>
                        <a:pt x="68771" y="72295"/>
                        <a:pt x="69437" y="71723"/>
                        <a:pt x="69437" y="71533"/>
                      </a:cubicBezTo>
                      <a:cubicBezTo>
                        <a:pt x="69437" y="71057"/>
                        <a:pt x="68961" y="70676"/>
                        <a:pt x="68009" y="70295"/>
                      </a:cubicBezTo>
                      <a:lnTo>
                        <a:pt x="67437" y="73343"/>
                      </a:lnTo>
                      <a:cubicBezTo>
                        <a:pt x="66961" y="73914"/>
                        <a:pt x="66961" y="74486"/>
                        <a:pt x="67246" y="74962"/>
                      </a:cubicBezTo>
                      <a:lnTo>
                        <a:pt x="67437" y="73343"/>
                      </a:lnTo>
                      <a:close/>
                      <a:moveTo>
                        <a:pt x="72199" y="60008"/>
                      </a:moveTo>
                      <a:cubicBezTo>
                        <a:pt x="72580" y="58769"/>
                        <a:pt x="72771" y="58293"/>
                        <a:pt x="72771" y="58388"/>
                      </a:cubicBezTo>
                      <a:cubicBezTo>
                        <a:pt x="72676" y="58103"/>
                        <a:pt x="71723" y="57912"/>
                        <a:pt x="69913" y="57912"/>
                      </a:cubicBezTo>
                      <a:lnTo>
                        <a:pt x="72199" y="60008"/>
                      </a:lnTo>
                      <a:close/>
                      <a:moveTo>
                        <a:pt x="79153" y="72295"/>
                      </a:moveTo>
                      <a:lnTo>
                        <a:pt x="81629" y="73724"/>
                      </a:lnTo>
                      <a:lnTo>
                        <a:pt x="76771" y="74200"/>
                      </a:lnTo>
                      <a:lnTo>
                        <a:pt x="79153" y="72200"/>
                      </a:lnTo>
                      <a:close/>
                      <a:moveTo>
                        <a:pt x="79629" y="84773"/>
                      </a:moveTo>
                      <a:cubicBezTo>
                        <a:pt x="79629" y="84773"/>
                        <a:pt x="80772" y="85249"/>
                        <a:pt x="82487" y="85249"/>
                      </a:cubicBezTo>
                      <a:lnTo>
                        <a:pt x="79629" y="87535"/>
                      </a:lnTo>
                      <a:lnTo>
                        <a:pt x="79629" y="84677"/>
                      </a:lnTo>
                      <a:close/>
                      <a:moveTo>
                        <a:pt x="81058" y="106013"/>
                      </a:moveTo>
                      <a:cubicBezTo>
                        <a:pt x="81058" y="106013"/>
                        <a:pt x="81153" y="105537"/>
                        <a:pt x="81439" y="105346"/>
                      </a:cubicBezTo>
                      <a:lnTo>
                        <a:pt x="81058" y="106013"/>
                      </a:lnTo>
                      <a:close/>
                      <a:moveTo>
                        <a:pt x="81439" y="105346"/>
                      </a:moveTo>
                      <a:lnTo>
                        <a:pt x="82487" y="103918"/>
                      </a:lnTo>
                      <a:lnTo>
                        <a:pt x="83058" y="104870"/>
                      </a:lnTo>
                      <a:cubicBezTo>
                        <a:pt x="83058" y="104870"/>
                        <a:pt x="82010" y="104966"/>
                        <a:pt x="81439" y="105346"/>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 name="Google Shape;1379;p99"/>
                <p:cNvSpPr/>
                <p:nvPr/>
              </p:nvSpPr>
              <p:spPr>
                <a:xfrm>
                  <a:off x="5141213" y="4192238"/>
                  <a:ext cx="86486" cy="95535"/>
                </a:xfrm>
                <a:custGeom>
                  <a:avLst/>
                  <a:gdLst/>
                  <a:ahLst/>
                  <a:cxnLst/>
                  <a:rect l="l" t="t" r="r" b="b"/>
                  <a:pathLst>
                    <a:path w="86486" h="95535" extrusionOk="0">
                      <a:moveTo>
                        <a:pt x="76962" y="1333"/>
                      </a:moveTo>
                      <a:cubicBezTo>
                        <a:pt x="77914" y="5334"/>
                        <a:pt x="78391" y="8001"/>
                        <a:pt x="78391" y="9144"/>
                      </a:cubicBezTo>
                      <a:cubicBezTo>
                        <a:pt x="78391" y="11716"/>
                        <a:pt x="77438" y="14002"/>
                        <a:pt x="75533" y="15907"/>
                      </a:cubicBezTo>
                      <a:lnTo>
                        <a:pt x="78010" y="16478"/>
                      </a:lnTo>
                      <a:cubicBezTo>
                        <a:pt x="75914" y="17716"/>
                        <a:pt x="74390" y="18383"/>
                        <a:pt x="73628" y="18383"/>
                      </a:cubicBezTo>
                      <a:cubicBezTo>
                        <a:pt x="72676" y="18383"/>
                        <a:pt x="71914" y="17907"/>
                        <a:pt x="71247" y="16954"/>
                      </a:cubicBezTo>
                      <a:lnTo>
                        <a:pt x="26479" y="17812"/>
                      </a:lnTo>
                      <a:cubicBezTo>
                        <a:pt x="26765" y="18764"/>
                        <a:pt x="26860" y="19717"/>
                        <a:pt x="26860" y="20860"/>
                      </a:cubicBezTo>
                      <a:cubicBezTo>
                        <a:pt x="26860" y="22003"/>
                        <a:pt x="26575" y="23908"/>
                        <a:pt x="26098" y="26479"/>
                      </a:cubicBezTo>
                      <a:cubicBezTo>
                        <a:pt x="25527" y="29051"/>
                        <a:pt x="25337" y="30956"/>
                        <a:pt x="25337" y="32290"/>
                      </a:cubicBezTo>
                      <a:cubicBezTo>
                        <a:pt x="25337" y="33719"/>
                        <a:pt x="25527" y="35052"/>
                        <a:pt x="26098" y="36386"/>
                      </a:cubicBezTo>
                      <a:cubicBezTo>
                        <a:pt x="28194" y="37814"/>
                        <a:pt x="31147" y="38481"/>
                        <a:pt x="34957" y="38481"/>
                      </a:cubicBezTo>
                      <a:cubicBezTo>
                        <a:pt x="38100" y="38481"/>
                        <a:pt x="41434" y="38005"/>
                        <a:pt x="44672" y="37052"/>
                      </a:cubicBezTo>
                      <a:lnTo>
                        <a:pt x="43815" y="37052"/>
                      </a:lnTo>
                      <a:lnTo>
                        <a:pt x="43815" y="34957"/>
                      </a:lnTo>
                      <a:lnTo>
                        <a:pt x="44672" y="34957"/>
                      </a:lnTo>
                      <a:cubicBezTo>
                        <a:pt x="44672" y="34957"/>
                        <a:pt x="44482" y="35623"/>
                        <a:pt x="44482" y="35909"/>
                      </a:cubicBezTo>
                      <a:cubicBezTo>
                        <a:pt x="44482" y="36481"/>
                        <a:pt x="44767" y="37052"/>
                        <a:pt x="45434" y="37433"/>
                      </a:cubicBezTo>
                      <a:cubicBezTo>
                        <a:pt x="46006" y="37909"/>
                        <a:pt x="46577" y="38290"/>
                        <a:pt x="47149" y="38576"/>
                      </a:cubicBezTo>
                      <a:cubicBezTo>
                        <a:pt x="47244" y="38576"/>
                        <a:pt x="48958" y="38576"/>
                        <a:pt x="52292" y="38290"/>
                      </a:cubicBezTo>
                      <a:cubicBezTo>
                        <a:pt x="54388" y="38290"/>
                        <a:pt x="56197" y="38290"/>
                        <a:pt x="57626" y="38576"/>
                      </a:cubicBezTo>
                      <a:cubicBezTo>
                        <a:pt x="59531" y="38862"/>
                        <a:pt x="61150" y="39529"/>
                        <a:pt x="62484" y="40672"/>
                      </a:cubicBezTo>
                      <a:cubicBezTo>
                        <a:pt x="63817" y="41910"/>
                        <a:pt x="64579" y="43339"/>
                        <a:pt x="64579" y="45148"/>
                      </a:cubicBezTo>
                      <a:cubicBezTo>
                        <a:pt x="64579" y="46006"/>
                        <a:pt x="64294" y="47434"/>
                        <a:pt x="63817" y="49435"/>
                      </a:cubicBezTo>
                      <a:cubicBezTo>
                        <a:pt x="63341" y="51340"/>
                        <a:pt x="63151" y="53054"/>
                        <a:pt x="63151" y="54292"/>
                      </a:cubicBezTo>
                      <a:cubicBezTo>
                        <a:pt x="61246" y="56579"/>
                        <a:pt x="58293" y="57817"/>
                        <a:pt x="54292" y="57817"/>
                      </a:cubicBezTo>
                      <a:cubicBezTo>
                        <a:pt x="53054" y="57817"/>
                        <a:pt x="50863" y="57721"/>
                        <a:pt x="47911" y="57340"/>
                      </a:cubicBezTo>
                      <a:cubicBezTo>
                        <a:pt x="44958" y="56959"/>
                        <a:pt x="42767" y="56769"/>
                        <a:pt x="41529" y="56769"/>
                      </a:cubicBezTo>
                      <a:cubicBezTo>
                        <a:pt x="40100" y="56769"/>
                        <a:pt x="38862" y="56959"/>
                        <a:pt x="37814" y="57150"/>
                      </a:cubicBezTo>
                      <a:cubicBezTo>
                        <a:pt x="36862" y="56579"/>
                        <a:pt x="35814" y="56293"/>
                        <a:pt x="34766" y="56293"/>
                      </a:cubicBezTo>
                      <a:cubicBezTo>
                        <a:pt x="33433" y="56293"/>
                        <a:pt x="31623" y="57150"/>
                        <a:pt x="29242" y="58769"/>
                      </a:cubicBezTo>
                      <a:cubicBezTo>
                        <a:pt x="26860" y="60484"/>
                        <a:pt x="25051" y="61341"/>
                        <a:pt x="23908" y="61341"/>
                      </a:cubicBezTo>
                      <a:cubicBezTo>
                        <a:pt x="22479" y="61341"/>
                        <a:pt x="21050" y="60674"/>
                        <a:pt x="19812" y="59341"/>
                      </a:cubicBezTo>
                      <a:lnTo>
                        <a:pt x="19145" y="61817"/>
                      </a:lnTo>
                      <a:cubicBezTo>
                        <a:pt x="18669" y="61817"/>
                        <a:pt x="17907" y="61531"/>
                        <a:pt x="16859" y="61246"/>
                      </a:cubicBezTo>
                      <a:cubicBezTo>
                        <a:pt x="15812" y="60770"/>
                        <a:pt x="14954" y="60579"/>
                        <a:pt x="14573" y="60579"/>
                      </a:cubicBezTo>
                      <a:cubicBezTo>
                        <a:pt x="13716" y="60579"/>
                        <a:pt x="13049" y="60960"/>
                        <a:pt x="12478" y="61817"/>
                      </a:cubicBezTo>
                      <a:cubicBezTo>
                        <a:pt x="14954" y="63722"/>
                        <a:pt x="17716" y="64484"/>
                        <a:pt x="20764" y="64103"/>
                      </a:cubicBezTo>
                      <a:lnTo>
                        <a:pt x="19145" y="65151"/>
                      </a:lnTo>
                      <a:cubicBezTo>
                        <a:pt x="20574" y="65246"/>
                        <a:pt x="22003" y="65437"/>
                        <a:pt x="23431" y="65532"/>
                      </a:cubicBezTo>
                      <a:cubicBezTo>
                        <a:pt x="25241" y="66008"/>
                        <a:pt x="26289" y="66865"/>
                        <a:pt x="26575" y="68199"/>
                      </a:cubicBezTo>
                      <a:cubicBezTo>
                        <a:pt x="26765" y="69913"/>
                        <a:pt x="26956" y="71438"/>
                        <a:pt x="27146" y="72866"/>
                      </a:cubicBezTo>
                      <a:cubicBezTo>
                        <a:pt x="27337" y="74390"/>
                        <a:pt x="28384" y="75247"/>
                        <a:pt x="30099" y="75533"/>
                      </a:cubicBezTo>
                      <a:cubicBezTo>
                        <a:pt x="32671" y="75343"/>
                        <a:pt x="37052" y="75533"/>
                        <a:pt x="43148" y="75629"/>
                      </a:cubicBezTo>
                      <a:cubicBezTo>
                        <a:pt x="48768" y="75819"/>
                        <a:pt x="52959" y="75819"/>
                        <a:pt x="55912" y="75629"/>
                      </a:cubicBezTo>
                      <a:cubicBezTo>
                        <a:pt x="60770" y="75343"/>
                        <a:pt x="65056" y="74581"/>
                        <a:pt x="68771" y="73533"/>
                      </a:cubicBezTo>
                      <a:cubicBezTo>
                        <a:pt x="68389" y="74486"/>
                        <a:pt x="68771" y="75057"/>
                        <a:pt x="70199" y="75152"/>
                      </a:cubicBezTo>
                      <a:lnTo>
                        <a:pt x="73247" y="75152"/>
                      </a:lnTo>
                      <a:cubicBezTo>
                        <a:pt x="73914" y="75152"/>
                        <a:pt x="74485" y="75247"/>
                        <a:pt x="74771" y="75533"/>
                      </a:cubicBezTo>
                      <a:lnTo>
                        <a:pt x="77152" y="75533"/>
                      </a:lnTo>
                      <a:cubicBezTo>
                        <a:pt x="77819" y="83915"/>
                        <a:pt x="78200" y="87535"/>
                        <a:pt x="78200" y="86392"/>
                      </a:cubicBezTo>
                      <a:cubicBezTo>
                        <a:pt x="78200" y="89535"/>
                        <a:pt x="77533" y="92202"/>
                        <a:pt x="76295" y="94202"/>
                      </a:cubicBezTo>
                      <a:cubicBezTo>
                        <a:pt x="73533" y="94679"/>
                        <a:pt x="70485" y="94869"/>
                        <a:pt x="67151" y="94869"/>
                      </a:cubicBezTo>
                      <a:lnTo>
                        <a:pt x="52864" y="94869"/>
                      </a:lnTo>
                      <a:cubicBezTo>
                        <a:pt x="49149" y="94869"/>
                        <a:pt x="46006" y="95059"/>
                        <a:pt x="43243" y="95536"/>
                      </a:cubicBezTo>
                      <a:cubicBezTo>
                        <a:pt x="41624" y="95059"/>
                        <a:pt x="38100" y="94869"/>
                        <a:pt x="32956" y="95059"/>
                      </a:cubicBezTo>
                      <a:cubicBezTo>
                        <a:pt x="28861" y="95059"/>
                        <a:pt x="25527" y="94297"/>
                        <a:pt x="23146" y="92773"/>
                      </a:cubicBezTo>
                      <a:cubicBezTo>
                        <a:pt x="21622" y="94202"/>
                        <a:pt x="19145" y="94869"/>
                        <a:pt x="15716" y="94869"/>
                      </a:cubicBezTo>
                      <a:cubicBezTo>
                        <a:pt x="14573" y="94869"/>
                        <a:pt x="11906" y="94583"/>
                        <a:pt x="7334" y="93916"/>
                      </a:cubicBezTo>
                      <a:cubicBezTo>
                        <a:pt x="4858" y="92392"/>
                        <a:pt x="3524" y="89440"/>
                        <a:pt x="3524" y="85058"/>
                      </a:cubicBezTo>
                      <a:cubicBezTo>
                        <a:pt x="3524" y="84106"/>
                        <a:pt x="3620" y="82867"/>
                        <a:pt x="3715" y="81058"/>
                      </a:cubicBezTo>
                      <a:cubicBezTo>
                        <a:pt x="3810" y="79343"/>
                        <a:pt x="3905" y="78105"/>
                        <a:pt x="3905" y="77343"/>
                      </a:cubicBezTo>
                      <a:lnTo>
                        <a:pt x="4763" y="42386"/>
                      </a:lnTo>
                      <a:cubicBezTo>
                        <a:pt x="4191" y="41053"/>
                        <a:pt x="3905" y="39338"/>
                        <a:pt x="3905" y="37052"/>
                      </a:cubicBezTo>
                      <a:cubicBezTo>
                        <a:pt x="3905" y="36195"/>
                        <a:pt x="3905" y="34957"/>
                        <a:pt x="4096" y="33242"/>
                      </a:cubicBezTo>
                      <a:cubicBezTo>
                        <a:pt x="4191" y="31528"/>
                        <a:pt x="4286" y="30289"/>
                        <a:pt x="4286" y="29623"/>
                      </a:cubicBezTo>
                      <a:cubicBezTo>
                        <a:pt x="4286" y="25146"/>
                        <a:pt x="2857" y="22860"/>
                        <a:pt x="0" y="22670"/>
                      </a:cubicBezTo>
                      <a:cubicBezTo>
                        <a:pt x="3524" y="21717"/>
                        <a:pt x="5239" y="18859"/>
                        <a:pt x="4953" y="13906"/>
                      </a:cubicBezTo>
                      <a:cubicBezTo>
                        <a:pt x="4572" y="6763"/>
                        <a:pt x="4572" y="2762"/>
                        <a:pt x="4763" y="2096"/>
                      </a:cubicBezTo>
                      <a:lnTo>
                        <a:pt x="3905" y="1429"/>
                      </a:lnTo>
                      <a:cubicBezTo>
                        <a:pt x="5239" y="762"/>
                        <a:pt x="6763" y="381"/>
                        <a:pt x="8477" y="381"/>
                      </a:cubicBezTo>
                      <a:cubicBezTo>
                        <a:pt x="9525" y="381"/>
                        <a:pt x="11430" y="667"/>
                        <a:pt x="14192" y="1048"/>
                      </a:cubicBezTo>
                      <a:cubicBezTo>
                        <a:pt x="16859" y="1429"/>
                        <a:pt x="18955" y="1524"/>
                        <a:pt x="20574" y="1429"/>
                      </a:cubicBezTo>
                      <a:cubicBezTo>
                        <a:pt x="28480" y="1429"/>
                        <a:pt x="33433" y="953"/>
                        <a:pt x="35719" y="0"/>
                      </a:cubicBezTo>
                      <a:cubicBezTo>
                        <a:pt x="36100" y="1143"/>
                        <a:pt x="36766" y="1810"/>
                        <a:pt x="37814" y="1810"/>
                      </a:cubicBezTo>
                      <a:cubicBezTo>
                        <a:pt x="38481" y="1810"/>
                        <a:pt x="39338" y="1524"/>
                        <a:pt x="40576" y="1143"/>
                      </a:cubicBezTo>
                      <a:cubicBezTo>
                        <a:pt x="41815" y="667"/>
                        <a:pt x="42767" y="381"/>
                        <a:pt x="43339" y="381"/>
                      </a:cubicBezTo>
                      <a:cubicBezTo>
                        <a:pt x="43815" y="381"/>
                        <a:pt x="44291" y="381"/>
                        <a:pt x="44767" y="476"/>
                      </a:cubicBezTo>
                      <a:cubicBezTo>
                        <a:pt x="45244" y="667"/>
                        <a:pt x="47530" y="1143"/>
                        <a:pt x="51530" y="1810"/>
                      </a:cubicBezTo>
                      <a:cubicBezTo>
                        <a:pt x="54388" y="2191"/>
                        <a:pt x="56674" y="2381"/>
                        <a:pt x="58293" y="2191"/>
                      </a:cubicBezTo>
                      <a:lnTo>
                        <a:pt x="60198" y="4286"/>
                      </a:lnTo>
                      <a:cubicBezTo>
                        <a:pt x="61531" y="1714"/>
                        <a:pt x="67151" y="762"/>
                        <a:pt x="76962" y="1429"/>
                      </a:cubicBezTo>
                      <a:close/>
                      <a:moveTo>
                        <a:pt x="6191" y="60579"/>
                      </a:moveTo>
                      <a:cubicBezTo>
                        <a:pt x="6572" y="61627"/>
                        <a:pt x="7715" y="62198"/>
                        <a:pt x="9715" y="62198"/>
                      </a:cubicBezTo>
                      <a:cubicBezTo>
                        <a:pt x="10668" y="62198"/>
                        <a:pt x="11335" y="62008"/>
                        <a:pt x="11716" y="61722"/>
                      </a:cubicBezTo>
                      <a:lnTo>
                        <a:pt x="6191" y="60674"/>
                      </a:lnTo>
                      <a:close/>
                      <a:moveTo>
                        <a:pt x="17621" y="60579"/>
                      </a:moveTo>
                      <a:lnTo>
                        <a:pt x="17621" y="59150"/>
                      </a:lnTo>
                      <a:cubicBezTo>
                        <a:pt x="17526" y="58579"/>
                        <a:pt x="16859" y="58293"/>
                        <a:pt x="15621" y="58293"/>
                      </a:cubicBezTo>
                      <a:lnTo>
                        <a:pt x="17621" y="60579"/>
                      </a:lnTo>
                      <a:close/>
                      <a:moveTo>
                        <a:pt x="22003" y="30671"/>
                      </a:moveTo>
                      <a:lnTo>
                        <a:pt x="22003" y="29623"/>
                      </a:lnTo>
                      <a:lnTo>
                        <a:pt x="20574" y="29623"/>
                      </a:lnTo>
                      <a:lnTo>
                        <a:pt x="20574" y="30671"/>
                      </a:lnTo>
                      <a:lnTo>
                        <a:pt x="22003" y="30671"/>
                      </a:lnTo>
                      <a:close/>
                      <a:moveTo>
                        <a:pt x="52006" y="30194"/>
                      </a:moveTo>
                      <a:cubicBezTo>
                        <a:pt x="51054" y="29623"/>
                        <a:pt x="50578" y="28956"/>
                        <a:pt x="50578" y="28384"/>
                      </a:cubicBezTo>
                      <a:cubicBezTo>
                        <a:pt x="50578" y="27527"/>
                        <a:pt x="51340" y="27146"/>
                        <a:pt x="52673" y="27146"/>
                      </a:cubicBezTo>
                      <a:cubicBezTo>
                        <a:pt x="54007" y="27146"/>
                        <a:pt x="54959" y="27622"/>
                        <a:pt x="55340" y="28765"/>
                      </a:cubicBezTo>
                      <a:cubicBezTo>
                        <a:pt x="54102" y="29908"/>
                        <a:pt x="53054" y="30385"/>
                        <a:pt x="51911" y="30194"/>
                      </a:cubicBezTo>
                      <a:close/>
                      <a:moveTo>
                        <a:pt x="63055" y="30671"/>
                      </a:moveTo>
                      <a:cubicBezTo>
                        <a:pt x="63722" y="30385"/>
                        <a:pt x="64103" y="30194"/>
                        <a:pt x="64103" y="29813"/>
                      </a:cubicBezTo>
                      <a:cubicBezTo>
                        <a:pt x="64103" y="29528"/>
                        <a:pt x="64008" y="29242"/>
                        <a:pt x="63722" y="28861"/>
                      </a:cubicBezTo>
                      <a:cubicBezTo>
                        <a:pt x="63437" y="28480"/>
                        <a:pt x="63246" y="28099"/>
                        <a:pt x="63246" y="28099"/>
                      </a:cubicBezTo>
                      <a:cubicBezTo>
                        <a:pt x="63341" y="27718"/>
                        <a:pt x="63532" y="27527"/>
                        <a:pt x="63817" y="27432"/>
                      </a:cubicBezTo>
                      <a:cubicBezTo>
                        <a:pt x="64675" y="27146"/>
                        <a:pt x="65627" y="27432"/>
                        <a:pt x="66675" y="28289"/>
                      </a:cubicBezTo>
                      <a:lnTo>
                        <a:pt x="65246" y="30766"/>
                      </a:lnTo>
                      <a:lnTo>
                        <a:pt x="67151" y="32195"/>
                      </a:lnTo>
                      <a:lnTo>
                        <a:pt x="63055" y="30766"/>
                      </a:lnTo>
                      <a:close/>
                      <a:moveTo>
                        <a:pt x="67151" y="9144"/>
                      </a:moveTo>
                      <a:cubicBezTo>
                        <a:pt x="67151" y="9144"/>
                        <a:pt x="67532" y="9525"/>
                        <a:pt x="67723" y="9525"/>
                      </a:cubicBezTo>
                      <a:lnTo>
                        <a:pt x="67151" y="9144"/>
                      </a:lnTo>
                      <a:lnTo>
                        <a:pt x="67151" y="7525"/>
                      </a:lnTo>
                      <a:lnTo>
                        <a:pt x="65246" y="7525"/>
                      </a:lnTo>
                      <a:lnTo>
                        <a:pt x="67151" y="9144"/>
                      </a:lnTo>
                      <a:close/>
                      <a:moveTo>
                        <a:pt x="86392" y="2762"/>
                      </a:moveTo>
                      <a:cubicBezTo>
                        <a:pt x="86392" y="2762"/>
                        <a:pt x="86106" y="3620"/>
                        <a:pt x="85534" y="4191"/>
                      </a:cubicBezTo>
                      <a:cubicBezTo>
                        <a:pt x="84963" y="4858"/>
                        <a:pt x="84582" y="5239"/>
                        <a:pt x="84487" y="5620"/>
                      </a:cubicBezTo>
                      <a:lnTo>
                        <a:pt x="86011" y="6667"/>
                      </a:lnTo>
                      <a:lnTo>
                        <a:pt x="83153" y="5620"/>
                      </a:lnTo>
                      <a:cubicBezTo>
                        <a:pt x="83725" y="5620"/>
                        <a:pt x="84201" y="5144"/>
                        <a:pt x="84296" y="4000"/>
                      </a:cubicBezTo>
                      <a:cubicBezTo>
                        <a:pt x="84487" y="2857"/>
                        <a:pt x="84868" y="2381"/>
                        <a:pt x="85439" y="2381"/>
                      </a:cubicBezTo>
                      <a:cubicBezTo>
                        <a:pt x="85725" y="2381"/>
                        <a:pt x="86011" y="2572"/>
                        <a:pt x="86487" y="2762"/>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80" name="Google Shape;1380;p99"/>
              <p:cNvGrpSpPr/>
              <p:nvPr/>
            </p:nvGrpSpPr>
            <p:grpSpPr>
              <a:xfrm>
                <a:off x="8919109" y="7440168"/>
                <a:ext cx="1131283" cy="172339"/>
                <a:chOff x="3665791" y="5158263"/>
                <a:chExt cx="1131283" cy="172339"/>
              </a:xfrm>
            </p:grpSpPr>
            <p:sp>
              <p:nvSpPr>
                <p:cNvPr id="1381" name="Google Shape;1381;p99"/>
                <p:cNvSpPr/>
                <p:nvPr/>
              </p:nvSpPr>
              <p:spPr>
                <a:xfrm>
                  <a:off x="3665791" y="5158454"/>
                  <a:ext cx="120872" cy="148590"/>
                </a:xfrm>
                <a:custGeom>
                  <a:avLst/>
                  <a:gdLst/>
                  <a:ahLst/>
                  <a:cxnLst/>
                  <a:rect l="l" t="t" r="r" b="b"/>
                  <a:pathLst>
                    <a:path w="120872" h="148590" extrusionOk="0">
                      <a:moveTo>
                        <a:pt x="104870" y="5143"/>
                      </a:moveTo>
                      <a:cubicBezTo>
                        <a:pt x="110204" y="5143"/>
                        <a:pt x="113729" y="8191"/>
                        <a:pt x="115348" y="14288"/>
                      </a:cubicBezTo>
                      <a:cubicBezTo>
                        <a:pt x="117538" y="22574"/>
                        <a:pt x="119443" y="27337"/>
                        <a:pt x="120872" y="28670"/>
                      </a:cubicBezTo>
                      <a:lnTo>
                        <a:pt x="120015" y="120587"/>
                      </a:lnTo>
                      <a:cubicBezTo>
                        <a:pt x="118015" y="122206"/>
                        <a:pt x="116110" y="125635"/>
                        <a:pt x="114395" y="130588"/>
                      </a:cubicBezTo>
                      <a:cubicBezTo>
                        <a:pt x="112585" y="135446"/>
                        <a:pt x="110204" y="138970"/>
                        <a:pt x="106966" y="141065"/>
                      </a:cubicBezTo>
                      <a:cubicBezTo>
                        <a:pt x="103060" y="141065"/>
                        <a:pt x="99441" y="143161"/>
                        <a:pt x="96203" y="147447"/>
                      </a:cubicBezTo>
                      <a:cubicBezTo>
                        <a:pt x="93821" y="147352"/>
                        <a:pt x="90107" y="147447"/>
                        <a:pt x="85154" y="147733"/>
                      </a:cubicBezTo>
                      <a:cubicBezTo>
                        <a:pt x="79153" y="148209"/>
                        <a:pt x="75152" y="148590"/>
                        <a:pt x="72866" y="148590"/>
                      </a:cubicBezTo>
                      <a:cubicBezTo>
                        <a:pt x="64484" y="148590"/>
                        <a:pt x="58388" y="146495"/>
                        <a:pt x="54292" y="142208"/>
                      </a:cubicBezTo>
                      <a:cubicBezTo>
                        <a:pt x="52864" y="145542"/>
                        <a:pt x="50292" y="147161"/>
                        <a:pt x="46577" y="147161"/>
                      </a:cubicBezTo>
                      <a:cubicBezTo>
                        <a:pt x="45339" y="147161"/>
                        <a:pt x="43148" y="146875"/>
                        <a:pt x="40100" y="146209"/>
                      </a:cubicBezTo>
                      <a:cubicBezTo>
                        <a:pt x="36957" y="145542"/>
                        <a:pt x="34766" y="145256"/>
                        <a:pt x="33242" y="145256"/>
                      </a:cubicBezTo>
                      <a:cubicBezTo>
                        <a:pt x="32004" y="145256"/>
                        <a:pt x="30766" y="145351"/>
                        <a:pt x="29908" y="145732"/>
                      </a:cubicBezTo>
                      <a:lnTo>
                        <a:pt x="31051" y="144399"/>
                      </a:lnTo>
                      <a:cubicBezTo>
                        <a:pt x="30099" y="143065"/>
                        <a:pt x="28861" y="142399"/>
                        <a:pt x="27432" y="142399"/>
                      </a:cubicBezTo>
                      <a:cubicBezTo>
                        <a:pt x="26479" y="142399"/>
                        <a:pt x="25146" y="142875"/>
                        <a:pt x="23432" y="143637"/>
                      </a:cubicBezTo>
                      <a:cubicBezTo>
                        <a:pt x="21717" y="144399"/>
                        <a:pt x="20383" y="144780"/>
                        <a:pt x="19717" y="144780"/>
                      </a:cubicBezTo>
                      <a:cubicBezTo>
                        <a:pt x="18764" y="144780"/>
                        <a:pt x="17907" y="144399"/>
                        <a:pt x="17145" y="143446"/>
                      </a:cubicBezTo>
                      <a:cubicBezTo>
                        <a:pt x="16288" y="144589"/>
                        <a:pt x="15335" y="145161"/>
                        <a:pt x="14383" y="145161"/>
                      </a:cubicBezTo>
                      <a:cubicBezTo>
                        <a:pt x="13240" y="145161"/>
                        <a:pt x="12192" y="144208"/>
                        <a:pt x="11049" y="142494"/>
                      </a:cubicBezTo>
                      <a:cubicBezTo>
                        <a:pt x="10001" y="140684"/>
                        <a:pt x="9239" y="139827"/>
                        <a:pt x="9144" y="139827"/>
                      </a:cubicBezTo>
                      <a:cubicBezTo>
                        <a:pt x="8858" y="139827"/>
                        <a:pt x="8572" y="140970"/>
                        <a:pt x="8287" y="143446"/>
                      </a:cubicBezTo>
                      <a:cubicBezTo>
                        <a:pt x="7810" y="141446"/>
                        <a:pt x="6858" y="140113"/>
                        <a:pt x="5525" y="139637"/>
                      </a:cubicBezTo>
                      <a:cubicBezTo>
                        <a:pt x="3715" y="138874"/>
                        <a:pt x="2286" y="137636"/>
                        <a:pt x="1429" y="135922"/>
                      </a:cubicBezTo>
                      <a:lnTo>
                        <a:pt x="2191" y="98584"/>
                      </a:lnTo>
                      <a:cubicBezTo>
                        <a:pt x="857" y="97250"/>
                        <a:pt x="667" y="94488"/>
                        <a:pt x="1619" y="90392"/>
                      </a:cubicBezTo>
                      <a:cubicBezTo>
                        <a:pt x="2476" y="86106"/>
                        <a:pt x="2000" y="83153"/>
                        <a:pt x="0" y="81343"/>
                      </a:cubicBezTo>
                      <a:cubicBezTo>
                        <a:pt x="1048" y="79153"/>
                        <a:pt x="1333" y="75152"/>
                        <a:pt x="571" y="69437"/>
                      </a:cubicBezTo>
                      <a:cubicBezTo>
                        <a:pt x="-191" y="63722"/>
                        <a:pt x="381" y="59531"/>
                        <a:pt x="2191" y="56959"/>
                      </a:cubicBezTo>
                      <a:cubicBezTo>
                        <a:pt x="1333" y="51435"/>
                        <a:pt x="762" y="48768"/>
                        <a:pt x="762" y="48958"/>
                      </a:cubicBezTo>
                      <a:cubicBezTo>
                        <a:pt x="762" y="46291"/>
                        <a:pt x="2000" y="44672"/>
                        <a:pt x="4382" y="43910"/>
                      </a:cubicBezTo>
                      <a:cubicBezTo>
                        <a:pt x="2476" y="43053"/>
                        <a:pt x="1619" y="41529"/>
                        <a:pt x="1619" y="39529"/>
                      </a:cubicBezTo>
                      <a:cubicBezTo>
                        <a:pt x="1619" y="38957"/>
                        <a:pt x="1619" y="38195"/>
                        <a:pt x="1905" y="37147"/>
                      </a:cubicBezTo>
                      <a:cubicBezTo>
                        <a:pt x="2096" y="36195"/>
                        <a:pt x="2191" y="35433"/>
                        <a:pt x="2191" y="35052"/>
                      </a:cubicBezTo>
                      <a:cubicBezTo>
                        <a:pt x="2191" y="34290"/>
                        <a:pt x="1905" y="33623"/>
                        <a:pt x="1429" y="33147"/>
                      </a:cubicBezTo>
                      <a:cubicBezTo>
                        <a:pt x="2858" y="32290"/>
                        <a:pt x="3905" y="30956"/>
                        <a:pt x="4477" y="29242"/>
                      </a:cubicBezTo>
                      <a:cubicBezTo>
                        <a:pt x="5525" y="26670"/>
                        <a:pt x="6572" y="24670"/>
                        <a:pt x="7525" y="23431"/>
                      </a:cubicBezTo>
                      <a:cubicBezTo>
                        <a:pt x="3905" y="22955"/>
                        <a:pt x="2000" y="20860"/>
                        <a:pt x="2000" y="17336"/>
                      </a:cubicBezTo>
                      <a:lnTo>
                        <a:pt x="2000" y="14383"/>
                      </a:lnTo>
                      <a:cubicBezTo>
                        <a:pt x="2191" y="12859"/>
                        <a:pt x="2286" y="11716"/>
                        <a:pt x="2286" y="10763"/>
                      </a:cubicBezTo>
                      <a:cubicBezTo>
                        <a:pt x="2286" y="9144"/>
                        <a:pt x="2000" y="7715"/>
                        <a:pt x="1524" y="6572"/>
                      </a:cubicBezTo>
                      <a:cubicBezTo>
                        <a:pt x="3524" y="3715"/>
                        <a:pt x="6858" y="2191"/>
                        <a:pt x="11430" y="2191"/>
                      </a:cubicBezTo>
                      <a:lnTo>
                        <a:pt x="17812" y="2191"/>
                      </a:lnTo>
                      <a:cubicBezTo>
                        <a:pt x="21526" y="2191"/>
                        <a:pt x="24479" y="1333"/>
                        <a:pt x="26670" y="0"/>
                      </a:cubicBezTo>
                      <a:cubicBezTo>
                        <a:pt x="32195" y="1429"/>
                        <a:pt x="38671" y="2191"/>
                        <a:pt x="46101" y="2191"/>
                      </a:cubicBezTo>
                      <a:cubicBezTo>
                        <a:pt x="49435" y="2191"/>
                        <a:pt x="54483" y="1905"/>
                        <a:pt x="61341" y="1429"/>
                      </a:cubicBezTo>
                      <a:cubicBezTo>
                        <a:pt x="68199" y="953"/>
                        <a:pt x="73247" y="762"/>
                        <a:pt x="76581" y="762"/>
                      </a:cubicBezTo>
                      <a:cubicBezTo>
                        <a:pt x="80200" y="762"/>
                        <a:pt x="83629" y="857"/>
                        <a:pt x="86582" y="1238"/>
                      </a:cubicBezTo>
                      <a:cubicBezTo>
                        <a:pt x="87725" y="1714"/>
                        <a:pt x="90107" y="2762"/>
                        <a:pt x="93821" y="4572"/>
                      </a:cubicBezTo>
                      <a:cubicBezTo>
                        <a:pt x="96393" y="5905"/>
                        <a:pt x="98488" y="6477"/>
                        <a:pt x="100108" y="6477"/>
                      </a:cubicBezTo>
                      <a:cubicBezTo>
                        <a:pt x="101632" y="6477"/>
                        <a:pt x="103156" y="6001"/>
                        <a:pt x="104870" y="5143"/>
                      </a:cubicBezTo>
                      <a:close/>
                      <a:moveTo>
                        <a:pt x="4477" y="103061"/>
                      </a:moveTo>
                      <a:cubicBezTo>
                        <a:pt x="6096" y="103346"/>
                        <a:pt x="7906" y="102870"/>
                        <a:pt x="9716" y="101727"/>
                      </a:cubicBezTo>
                      <a:lnTo>
                        <a:pt x="7239" y="100298"/>
                      </a:lnTo>
                      <a:cubicBezTo>
                        <a:pt x="6287" y="99536"/>
                        <a:pt x="5429" y="99346"/>
                        <a:pt x="4477" y="99822"/>
                      </a:cubicBezTo>
                      <a:lnTo>
                        <a:pt x="4477" y="103061"/>
                      </a:lnTo>
                      <a:close/>
                      <a:moveTo>
                        <a:pt x="13907" y="19621"/>
                      </a:moveTo>
                      <a:cubicBezTo>
                        <a:pt x="12192" y="18002"/>
                        <a:pt x="11049" y="17240"/>
                        <a:pt x="10573" y="17431"/>
                      </a:cubicBezTo>
                      <a:lnTo>
                        <a:pt x="12859" y="21336"/>
                      </a:lnTo>
                      <a:cubicBezTo>
                        <a:pt x="12668" y="20764"/>
                        <a:pt x="13049" y="20193"/>
                        <a:pt x="14002" y="19621"/>
                      </a:cubicBezTo>
                      <a:close/>
                      <a:moveTo>
                        <a:pt x="10573" y="39624"/>
                      </a:moveTo>
                      <a:cubicBezTo>
                        <a:pt x="11621" y="39814"/>
                        <a:pt x="12859" y="39338"/>
                        <a:pt x="13907" y="38100"/>
                      </a:cubicBezTo>
                      <a:cubicBezTo>
                        <a:pt x="15050" y="36957"/>
                        <a:pt x="15430" y="35623"/>
                        <a:pt x="15050" y="34290"/>
                      </a:cubicBezTo>
                      <a:cubicBezTo>
                        <a:pt x="14097" y="33909"/>
                        <a:pt x="13430" y="33814"/>
                        <a:pt x="13145" y="33814"/>
                      </a:cubicBezTo>
                      <a:cubicBezTo>
                        <a:pt x="12383" y="33814"/>
                        <a:pt x="11906" y="35052"/>
                        <a:pt x="11716" y="37719"/>
                      </a:cubicBezTo>
                      <a:cubicBezTo>
                        <a:pt x="11621" y="38576"/>
                        <a:pt x="11239" y="39148"/>
                        <a:pt x="10668" y="39624"/>
                      </a:cubicBezTo>
                      <a:close/>
                      <a:moveTo>
                        <a:pt x="85725" y="67913"/>
                      </a:moveTo>
                      <a:cubicBezTo>
                        <a:pt x="83439" y="60388"/>
                        <a:pt x="83439" y="49625"/>
                        <a:pt x="85725" y="35338"/>
                      </a:cubicBezTo>
                      <a:cubicBezTo>
                        <a:pt x="82963" y="32480"/>
                        <a:pt x="77343" y="30956"/>
                        <a:pt x="68771" y="30956"/>
                      </a:cubicBezTo>
                      <a:lnTo>
                        <a:pt x="71818" y="25717"/>
                      </a:lnTo>
                      <a:cubicBezTo>
                        <a:pt x="71152" y="27146"/>
                        <a:pt x="68961" y="27908"/>
                        <a:pt x="65437" y="27908"/>
                      </a:cubicBezTo>
                      <a:cubicBezTo>
                        <a:pt x="64865" y="27908"/>
                        <a:pt x="63817" y="27908"/>
                        <a:pt x="62389" y="27718"/>
                      </a:cubicBezTo>
                      <a:lnTo>
                        <a:pt x="58769" y="27718"/>
                      </a:lnTo>
                      <a:cubicBezTo>
                        <a:pt x="53245" y="27718"/>
                        <a:pt x="49625" y="29242"/>
                        <a:pt x="48196" y="32099"/>
                      </a:cubicBezTo>
                      <a:cubicBezTo>
                        <a:pt x="47054" y="31718"/>
                        <a:pt x="46101" y="31623"/>
                        <a:pt x="45149" y="31623"/>
                      </a:cubicBezTo>
                      <a:cubicBezTo>
                        <a:pt x="43434" y="31623"/>
                        <a:pt x="41529" y="32290"/>
                        <a:pt x="39053" y="33814"/>
                      </a:cubicBezTo>
                      <a:cubicBezTo>
                        <a:pt x="36671" y="35242"/>
                        <a:pt x="34766" y="36100"/>
                        <a:pt x="33528" y="36100"/>
                      </a:cubicBezTo>
                      <a:cubicBezTo>
                        <a:pt x="32766" y="36100"/>
                        <a:pt x="32004" y="35909"/>
                        <a:pt x="30956" y="35433"/>
                      </a:cubicBezTo>
                      <a:cubicBezTo>
                        <a:pt x="31718" y="36290"/>
                        <a:pt x="32099" y="36862"/>
                        <a:pt x="32099" y="37433"/>
                      </a:cubicBezTo>
                      <a:cubicBezTo>
                        <a:pt x="32099" y="37909"/>
                        <a:pt x="31242" y="38290"/>
                        <a:pt x="29432" y="38576"/>
                      </a:cubicBezTo>
                      <a:cubicBezTo>
                        <a:pt x="27622" y="38862"/>
                        <a:pt x="26670" y="39148"/>
                        <a:pt x="26479" y="39624"/>
                      </a:cubicBezTo>
                      <a:cubicBezTo>
                        <a:pt x="25051" y="40767"/>
                        <a:pt x="24289" y="41624"/>
                        <a:pt x="24289" y="42386"/>
                      </a:cubicBezTo>
                      <a:cubicBezTo>
                        <a:pt x="24289" y="42958"/>
                        <a:pt x="25051" y="43815"/>
                        <a:pt x="26479" y="45053"/>
                      </a:cubicBezTo>
                      <a:cubicBezTo>
                        <a:pt x="27908" y="46196"/>
                        <a:pt x="28670" y="47244"/>
                        <a:pt x="28670" y="48196"/>
                      </a:cubicBezTo>
                      <a:lnTo>
                        <a:pt x="22574" y="50482"/>
                      </a:lnTo>
                      <a:cubicBezTo>
                        <a:pt x="23146" y="50292"/>
                        <a:pt x="23717" y="50197"/>
                        <a:pt x="24289" y="50197"/>
                      </a:cubicBezTo>
                      <a:cubicBezTo>
                        <a:pt x="25622" y="50197"/>
                        <a:pt x="26765" y="51245"/>
                        <a:pt x="27908" y="53340"/>
                      </a:cubicBezTo>
                      <a:cubicBezTo>
                        <a:pt x="29051" y="55531"/>
                        <a:pt x="30004" y="56769"/>
                        <a:pt x="30956" y="57055"/>
                      </a:cubicBezTo>
                      <a:cubicBezTo>
                        <a:pt x="34671" y="57626"/>
                        <a:pt x="36671" y="61150"/>
                        <a:pt x="36862" y="67628"/>
                      </a:cubicBezTo>
                      <a:cubicBezTo>
                        <a:pt x="36671" y="72962"/>
                        <a:pt x="36576" y="78391"/>
                        <a:pt x="36576" y="83629"/>
                      </a:cubicBezTo>
                      <a:cubicBezTo>
                        <a:pt x="36195" y="84296"/>
                        <a:pt x="36004" y="84772"/>
                        <a:pt x="36004" y="85439"/>
                      </a:cubicBezTo>
                      <a:cubicBezTo>
                        <a:pt x="36004" y="86011"/>
                        <a:pt x="36481" y="86678"/>
                        <a:pt x="37338" y="87630"/>
                      </a:cubicBezTo>
                      <a:cubicBezTo>
                        <a:pt x="38195" y="88487"/>
                        <a:pt x="38576" y="89249"/>
                        <a:pt x="38576" y="89535"/>
                      </a:cubicBezTo>
                      <a:cubicBezTo>
                        <a:pt x="38576" y="89916"/>
                        <a:pt x="38195" y="90297"/>
                        <a:pt x="37433" y="90868"/>
                      </a:cubicBezTo>
                      <a:cubicBezTo>
                        <a:pt x="34862" y="96964"/>
                        <a:pt x="35052" y="100584"/>
                        <a:pt x="38291" y="101727"/>
                      </a:cubicBezTo>
                      <a:lnTo>
                        <a:pt x="35147" y="103822"/>
                      </a:lnTo>
                      <a:cubicBezTo>
                        <a:pt x="36004" y="104965"/>
                        <a:pt x="36576" y="106204"/>
                        <a:pt x="36576" y="107728"/>
                      </a:cubicBezTo>
                      <a:lnTo>
                        <a:pt x="36576" y="110014"/>
                      </a:lnTo>
                      <a:cubicBezTo>
                        <a:pt x="36385" y="110966"/>
                        <a:pt x="36290" y="111538"/>
                        <a:pt x="36290" y="111919"/>
                      </a:cubicBezTo>
                      <a:cubicBezTo>
                        <a:pt x="36290" y="114205"/>
                        <a:pt x="37338" y="115824"/>
                        <a:pt x="39624" y="116967"/>
                      </a:cubicBezTo>
                      <a:cubicBezTo>
                        <a:pt x="42196" y="117157"/>
                        <a:pt x="45815" y="116681"/>
                        <a:pt x="50387" y="115633"/>
                      </a:cubicBezTo>
                      <a:cubicBezTo>
                        <a:pt x="52388" y="119539"/>
                        <a:pt x="54864" y="121444"/>
                        <a:pt x="57626" y="121444"/>
                      </a:cubicBezTo>
                      <a:cubicBezTo>
                        <a:pt x="59531" y="121444"/>
                        <a:pt x="62389" y="120110"/>
                        <a:pt x="66389" y="117538"/>
                      </a:cubicBezTo>
                      <a:cubicBezTo>
                        <a:pt x="70390" y="114967"/>
                        <a:pt x="73342" y="113633"/>
                        <a:pt x="75438" y="113633"/>
                      </a:cubicBezTo>
                      <a:cubicBezTo>
                        <a:pt x="77057" y="113633"/>
                        <a:pt x="78581" y="114300"/>
                        <a:pt x="80105" y="115633"/>
                      </a:cubicBezTo>
                      <a:cubicBezTo>
                        <a:pt x="83153" y="112204"/>
                        <a:pt x="84868" y="107728"/>
                        <a:pt x="84868" y="102013"/>
                      </a:cubicBezTo>
                      <a:cubicBezTo>
                        <a:pt x="84868" y="97631"/>
                        <a:pt x="84010" y="93345"/>
                        <a:pt x="82391" y="89249"/>
                      </a:cubicBezTo>
                      <a:cubicBezTo>
                        <a:pt x="84963" y="87439"/>
                        <a:pt x="85916" y="83820"/>
                        <a:pt x="85249" y="78486"/>
                      </a:cubicBezTo>
                      <a:cubicBezTo>
                        <a:pt x="84487" y="73152"/>
                        <a:pt x="84677" y="69628"/>
                        <a:pt x="85725" y="68008"/>
                      </a:cubicBezTo>
                      <a:close/>
                      <a:moveTo>
                        <a:pt x="23622" y="62389"/>
                      </a:moveTo>
                      <a:lnTo>
                        <a:pt x="27718" y="63151"/>
                      </a:lnTo>
                      <a:lnTo>
                        <a:pt x="26670" y="62389"/>
                      </a:lnTo>
                      <a:lnTo>
                        <a:pt x="23622" y="62389"/>
                      </a:lnTo>
                      <a:close/>
                      <a:moveTo>
                        <a:pt x="32195" y="44863"/>
                      </a:moveTo>
                      <a:cubicBezTo>
                        <a:pt x="32575" y="44291"/>
                        <a:pt x="33623" y="43910"/>
                        <a:pt x="35242" y="43910"/>
                      </a:cubicBezTo>
                      <a:cubicBezTo>
                        <a:pt x="34766" y="44672"/>
                        <a:pt x="33814" y="45053"/>
                        <a:pt x="32480" y="45053"/>
                      </a:cubicBezTo>
                      <a:lnTo>
                        <a:pt x="28861" y="44767"/>
                      </a:lnTo>
                      <a:lnTo>
                        <a:pt x="28861" y="42481"/>
                      </a:lnTo>
                      <a:cubicBezTo>
                        <a:pt x="29432" y="42291"/>
                        <a:pt x="30004" y="42672"/>
                        <a:pt x="30671" y="43529"/>
                      </a:cubicBezTo>
                      <a:cubicBezTo>
                        <a:pt x="31337" y="44291"/>
                        <a:pt x="31909" y="44767"/>
                        <a:pt x="32195" y="44767"/>
                      </a:cubicBezTo>
                      <a:close/>
                      <a:moveTo>
                        <a:pt x="65246" y="18288"/>
                      </a:moveTo>
                      <a:cubicBezTo>
                        <a:pt x="65056" y="17716"/>
                        <a:pt x="63913" y="17336"/>
                        <a:pt x="61913" y="17336"/>
                      </a:cubicBezTo>
                      <a:lnTo>
                        <a:pt x="63341" y="20383"/>
                      </a:lnTo>
                      <a:lnTo>
                        <a:pt x="65246" y="18193"/>
                      </a:lnTo>
                      <a:close/>
                      <a:moveTo>
                        <a:pt x="67437" y="6572"/>
                      </a:moveTo>
                      <a:lnTo>
                        <a:pt x="66675" y="5239"/>
                      </a:lnTo>
                      <a:lnTo>
                        <a:pt x="67437" y="9715"/>
                      </a:lnTo>
                      <a:lnTo>
                        <a:pt x="67437" y="6572"/>
                      </a:lnTo>
                      <a:close/>
                      <a:moveTo>
                        <a:pt x="74962" y="10478"/>
                      </a:moveTo>
                      <a:cubicBezTo>
                        <a:pt x="74009" y="10287"/>
                        <a:pt x="73342" y="10573"/>
                        <a:pt x="72962" y="11239"/>
                      </a:cubicBezTo>
                      <a:cubicBezTo>
                        <a:pt x="72580" y="12001"/>
                        <a:pt x="72200" y="12478"/>
                        <a:pt x="71818" y="12573"/>
                      </a:cubicBezTo>
                      <a:lnTo>
                        <a:pt x="74867" y="12573"/>
                      </a:lnTo>
                      <a:lnTo>
                        <a:pt x="74867" y="10382"/>
                      </a:lnTo>
                      <a:close/>
                      <a:moveTo>
                        <a:pt x="80200" y="27908"/>
                      </a:moveTo>
                      <a:cubicBezTo>
                        <a:pt x="80200" y="25908"/>
                        <a:pt x="81058" y="25337"/>
                        <a:pt x="82867" y="26289"/>
                      </a:cubicBezTo>
                      <a:cubicBezTo>
                        <a:pt x="84677" y="27146"/>
                        <a:pt x="85534" y="27051"/>
                        <a:pt x="85820" y="25717"/>
                      </a:cubicBezTo>
                      <a:cubicBezTo>
                        <a:pt x="85344" y="26098"/>
                        <a:pt x="84677" y="26289"/>
                        <a:pt x="84201" y="26289"/>
                      </a:cubicBezTo>
                      <a:cubicBezTo>
                        <a:pt x="83629" y="26289"/>
                        <a:pt x="82772" y="25813"/>
                        <a:pt x="81534" y="24765"/>
                      </a:cubicBezTo>
                      <a:cubicBezTo>
                        <a:pt x="80296" y="23717"/>
                        <a:pt x="79248" y="23336"/>
                        <a:pt x="78010" y="23431"/>
                      </a:cubicBezTo>
                      <a:lnTo>
                        <a:pt x="78010" y="27908"/>
                      </a:lnTo>
                      <a:lnTo>
                        <a:pt x="80296" y="27908"/>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 name="Google Shape;1382;p99"/>
                <p:cNvSpPr/>
                <p:nvPr/>
              </p:nvSpPr>
              <p:spPr>
                <a:xfrm>
                  <a:off x="3806986" y="5159692"/>
                  <a:ext cx="129314" cy="147351"/>
                </a:xfrm>
                <a:custGeom>
                  <a:avLst/>
                  <a:gdLst/>
                  <a:ahLst/>
                  <a:cxnLst/>
                  <a:rect l="l" t="t" r="r" b="b"/>
                  <a:pathLst>
                    <a:path w="129314" h="147351" extrusionOk="0">
                      <a:moveTo>
                        <a:pt x="124552" y="128588"/>
                      </a:moveTo>
                      <a:cubicBezTo>
                        <a:pt x="127695" y="129159"/>
                        <a:pt x="129314" y="131064"/>
                        <a:pt x="129314" y="134398"/>
                      </a:cubicBezTo>
                      <a:cubicBezTo>
                        <a:pt x="129314" y="132874"/>
                        <a:pt x="128838" y="135541"/>
                        <a:pt x="127886" y="142399"/>
                      </a:cubicBezTo>
                      <a:cubicBezTo>
                        <a:pt x="124933" y="145732"/>
                        <a:pt x="120170" y="147352"/>
                        <a:pt x="113693" y="147352"/>
                      </a:cubicBezTo>
                      <a:cubicBezTo>
                        <a:pt x="103311" y="147352"/>
                        <a:pt x="98453" y="147352"/>
                        <a:pt x="99025" y="147161"/>
                      </a:cubicBezTo>
                      <a:cubicBezTo>
                        <a:pt x="95120" y="146018"/>
                        <a:pt x="93119" y="142589"/>
                        <a:pt x="93119" y="136588"/>
                      </a:cubicBezTo>
                      <a:cubicBezTo>
                        <a:pt x="92929" y="130683"/>
                        <a:pt x="91595" y="127063"/>
                        <a:pt x="89024" y="125444"/>
                      </a:cubicBezTo>
                      <a:cubicBezTo>
                        <a:pt x="87595" y="124873"/>
                        <a:pt x="83785" y="124682"/>
                        <a:pt x="77594" y="124682"/>
                      </a:cubicBezTo>
                      <a:cubicBezTo>
                        <a:pt x="73117" y="124682"/>
                        <a:pt x="69688" y="123539"/>
                        <a:pt x="67402" y="121158"/>
                      </a:cubicBezTo>
                      <a:cubicBezTo>
                        <a:pt x="67021" y="120967"/>
                        <a:pt x="66640" y="118586"/>
                        <a:pt x="66259" y="114014"/>
                      </a:cubicBezTo>
                      <a:cubicBezTo>
                        <a:pt x="66068" y="112014"/>
                        <a:pt x="65306" y="110871"/>
                        <a:pt x="64068" y="110490"/>
                      </a:cubicBezTo>
                      <a:cubicBezTo>
                        <a:pt x="62735" y="112871"/>
                        <a:pt x="61782" y="115443"/>
                        <a:pt x="61020" y="118205"/>
                      </a:cubicBezTo>
                      <a:cubicBezTo>
                        <a:pt x="60258" y="122015"/>
                        <a:pt x="59496" y="124968"/>
                        <a:pt x="58829" y="126778"/>
                      </a:cubicBezTo>
                      <a:cubicBezTo>
                        <a:pt x="57401" y="127159"/>
                        <a:pt x="55019" y="127063"/>
                        <a:pt x="51876" y="126492"/>
                      </a:cubicBezTo>
                      <a:cubicBezTo>
                        <a:pt x="48161" y="125921"/>
                        <a:pt x="45780" y="125635"/>
                        <a:pt x="44732" y="125635"/>
                      </a:cubicBezTo>
                      <a:cubicBezTo>
                        <a:pt x="40827" y="125635"/>
                        <a:pt x="38351" y="127444"/>
                        <a:pt x="37208" y="131064"/>
                      </a:cubicBezTo>
                      <a:cubicBezTo>
                        <a:pt x="37208" y="131540"/>
                        <a:pt x="36255" y="133540"/>
                        <a:pt x="34445" y="137446"/>
                      </a:cubicBezTo>
                      <a:cubicBezTo>
                        <a:pt x="33017" y="140303"/>
                        <a:pt x="32255" y="142684"/>
                        <a:pt x="32255" y="144494"/>
                      </a:cubicBezTo>
                      <a:cubicBezTo>
                        <a:pt x="32255" y="145637"/>
                        <a:pt x="32445" y="146494"/>
                        <a:pt x="32826" y="147256"/>
                      </a:cubicBezTo>
                      <a:lnTo>
                        <a:pt x="16157" y="147256"/>
                      </a:lnTo>
                      <a:cubicBezTo>
                        <a:pt x="9014" y="147256"/>
                        <a:pt x="3584" y="146399"/>
                        <a:pt x="60" y="144780"/>
                      </a:cubicBezTo>
                      <a:cubicBezTo>
                        <a:pt x="-321" y="136112"/>
                        <a:pt x="1108" y="127730"/>
                        <a:pt x="4346" y="119634"/>
                      </a:cubicBezTo>
                      <a:cubicBezTo>
                        <a:pt x="7585" y="111633"/>
                        <a:pt x="11014" y="103441"/>
                        <a:pt x="14443" y="95345"/>
                      </a:cubicBezTo>
                      <a:cubicBezTo>
                        <a:pt x="13014" y="94583"/>
                        <a:pt x="12252" y="93726"/>
                        <a:pt x="12252" y="92869"/>
                      </a:cubicBezTo>
                      <a:cubicBezTo>
                        <a:pt x="12252" y="92297"/>
                        <a:pt x="12538" y="91440"/>
                        <a:pt x="13014" y="90202"/>
                      </a:cubicBezTo>
                      <a:cubicBezTo>
                        <a:pt x="13681" y="88963"/>
                        <a:pt x="13871" y="88201"/>
                        <a:pt x="13871" y="87535"/>
                      </a:cubicBezTo>
                      <a:cubicBezTo>
                        <a:pt x="13871" y="86868"/>
                        <a:pt x="13681" y="86201"/>
                        <a:pt x="13300" y="85630"/>
                      </a:cubicBezTo>
                      <a:cubicBezTo>
                        <a:pt x="12919" y="83344"/>
                        <a:pt x="14443" y="81724"/>
                        <a:pt x="17872" y="80486"/>
                      </a:cubicBezTo>
                      <a:cubicBezTo>
                        <a:pt x="21301" y="79248"/>
                        <a:pt x="23015" y="78200"/>
                        <a:pt x="23015" y="77343"/>
                      </a:cubicBezTo>
                      <a:cubicBezTo>
                        <a:pt x="23015" y="76771"/>
                        <a:pt x="22539" y="75914"/>
                        <a:pt x="21587" y="74771"/>
                      </a:cubicBezTo>
                      <a:lnTo>
                        <a:pt x="21587" y="75057"/>
                      </a:lnTo>
                      <a:cubicBezTo>
                        <a:pt x="21587" y="74295"/>
                        <a:pt x="21301" y="73819"/>
                        <a:pt x="20729" y="73723"/>
                      </a:cubicBezTo>
                      <a:cubicBezTo>
                        <a:pt x="21491" y="72580"/>
                        <a:pt x="22920" y="71914"/>
                        <a:pt x="25111" y="71818"/>
                      </a:cubicBezTo>
                      <a:cubicBezTo>
                        <a:pt x="28635" y="71247"/>
                        <a:pt x="30731" y="70866"/>
                        <a:pt x="31493" y="70675"/>
                      </a:cubicBezTo>
                      <a:cubicBezTo>
                        <a:pt x="31493" y="68961"/>
                        <a:pt x="31016" y="67437"/>
                        <a:pt x="30064" y="65913"/>
                      </a:cubicBezTo>
                      <a:cubicBezTo>
                        <a:pt x="28826" y="63627"/>
                        <a:pt x="27206" y="62960"/>
                        <a:pt x="25397" y="63627"/>
                      </a:cubicBezTo>
                      <a:lnTo>
                        <a:pt x="21491" y="63627"/>
                      </a:lnTo>
                      <a:cubicBezTo>
                        <a:pt x="21301" y="60960"/>
                        <a:pt x="22634" y="58483"/>
                        <a:pt x="25397" y="56483"/>
                      </a:cubicBezTo>
                      <a:lnTo>
                        <a:pt x="27016" y="41243"/>
                      </a:lnTo>
                      <a:cubicBezTo>
                        <a:pt x="28730" y="41053"/>
                        <a:pt x="29778" y="40100"/>
                        <a:pt x="30064" y="38195"/>
                      </a:cubicBezTo>
                      <a:cubicBezTo>
                        <a:pt x="30445" y="35623"/>
                        <a:pt x="30921" y="34004"/>
                        <a:pt x="31493" y="33433"/>
                      </a:cubicBezTo>
                      <a:cubicBezTo>
                        <a:pt x="31493" y="31242"/>
                        <a:pt x="32540" y="27717"/>
                        <a:pt x="34541" y="22765"/>
                      </a:cubicBezTo>
                      <a:cubicBezTo>
                        <a:pt x="36731" y="17907"/>
                        <a:pt x="37779" y="14288"/>
                        <a:pt x="37874" y="11906"/>
                      </a:cubicBezTo>
                      <a:cubicBezTo>
                        <a:pt x="38351" y="11525"/>
                        <a:pt x="38732" y="9334"/>
                        <a:pt x="39303" y="5524"/>
                      </a:cubicBezTo>
                      <a:cubicBezTo>
                        <a:pt x="39875" y="2857"/>
                        <a:pt x="41208" y="1524"/>
                        <a:pt x="43399" y="1143"/>
                      </a:cubicBezTo>
                      <a:lnTo>
                        <a:pt x="47876" y="1143"/>
                      </a:lnTo>
                      <a:cubicBezTo>
                        <a:pt x="48542" y="3524"/>
                        <a:pt x="49400" y="4763"/>
                        <a:pt x="50352" y="4763"/>
                      </a:cubicBezTo>
                      <a:cubicBezTo>
                        <a:pt x="50924" y="4763"/>
                        <a:pt x="51971" y="4000"/>
                        <a:pt x="53400" y="2381"/>
                      </a:cubicBezTo>
                      <a:cubicBezTo>
                        <a:pt x="54829" y="857"/>
                        <a:pt x="56258" y="0"/>
                        <a:pt x="57305" y="0"/>
                      </a:cubicBezTo>
                      <a:cubicBezTo>
                        <a:pt x="57686" y="0"/>
                        <a:pt x="58163" y="0"/>
                        <a:pt x="58639" y="190"/>
                      </a:cubicBezTo>
                      <a:lnTo>
                        <a:pt x="82451" y="1143"/>
                      </a:lnTo>
                      <a:cubicBezTo>
                        <a:pt x="88547" y="10287"/>
                        <a:pt x="91595" y="16383"/>
                        <a:pt x="91595" y="19050"/>
                      </a:cubicBezTo>
                      <a:cubicBezTo>
                        <a:pt x="91595" y="20002"/>
                        <a:pt x="91500" y="20955"/>
                        <a:pt x="91119" y="21812"/>
                      </a:cubicBezTo>
                      <a:cubicBezTo>
                        <a:pt x="94929" y="23813"/>
                        <a:pt x="96929" y="26479"/>
                        <a:pt x="96929" y="29908"/>
                      </a:cubicBezTo>
                      <a:cubicBezTo>
                        <a:pt x="96929" y="30861"/>
                        <a:pt x="96739" y="32194"/>
                        <a:pt x="96358" y="34195"/>
                      </a:cubicBezTo>
                      <a:cubicBezTo>
                        <a:pt x="95977" y="36100"/>
                        <a:pt x="95786" y="37433"/>
                        <a:pt x="95786" y="38481"/>
                      </a:cubicBezTo>
                      <a:cubicBezTo>
                        <a:pt x="95786" y="41529"/>
                        <a:pt x="97882" y="44005"/>
                        <a:pt x="101882" y="45625"/>
                      </a:cubicBezTo>
                      <a:cubicBezTo>
                        <a:pt x="101120" y="50292"/>
                        <a:pt x="101882" y="55816"/>
                        <a:pt x="104073" y="62293"/>
                      </a:cubicBezTo>
                      <a:cubicBezTo>
                        <a:pt x="105978" y="68008"/>
                        <a:pt x="107788" y="73628"/>
                        <a:pt x="109693" y="79248"/>
                      </a:cubicBezTo>
                      <a:lnTo>
                        <a:pt x="108264" y="79248"/>
                      </a:lnTo>
                      <a:cubicBezTo>
                        <a:pt x="109026" y="79534"/>
                        <a:pt x="109407" y="81058"/>
                        <a:pt x="109502" y="83534"/>
                      </a:cubicBezTo>
                      <a:cubicBezTo>
                        <a:pt x="109502" y="86011"/>
                        <a:pt x="110360" y="87249"/>
                        <a:pt x="111598" y="87249"/>
                      </a:cubicBezTo>
                      <a:cubicBezTo>
                        <a:pt x="112169" y="87249"/>
                        <a:pt x="112836" y="87058"/>
                        <a:pt x="113598" y="86677"/>
                      </a:cubicBezTo>
                      <a:cubicBezTo>
                        <a:pt x="113789" y="89725"/>
                        <a:pt x="113979" y="92678"/>
                        <a:pt x="114074" y="95726"/>
                      </a:cubicBezTo>
                      <a:cubicBezTo>
                        <a:pt x="114646" y="99727"/>
                        <a:pt x="116360" y="102298"/>
                        <a:pt x="119123" y="103822"/>
                      </a:cubicBezTo>
                      <a:cubicBezTo>
                        <a:pt x="118551" y="105442"/>
                        <a:pt x="118265" y="107061"/>
                        <a:pt x="118265" y="108394"/>
                      </a:cubicBezTo>
                      <a:cubicBezTo>
                        <a:pt x="118265" y="110776"/>
                        <a:pt x="119408" y="113538"/>
                        <a:pt x="121694" y="116776"/>
                      </a:cubicBezTo>
                      <a:cubicBezTo>
                        <a:pt x="123885" y="120015"/>
                        <a:pt x="125028" y="122682"/>
                        <a:pt x="125028" y="124873"/>
                      </a:cubicBezTo>
                      <a:cubicBezTo>
                        <a:pt x="125028" y="125921"/>
                        <a:pt x="124838" y="127159"/>
                        <a:pt x="124457" y="128397"/>
                      </a:cubicBezTo>
                      <a:close/>
                      <a:moveTo>
                        <a:pt x="17777" y="74866"/>
                      </a:moveTo>
                      <a:lnTo>
                        <a:pt x="17777" y="78581"/>
                      </a:lnTo>
                      <a:lnTo>
                        <a:pt x="16348" y="74866"/>
                      </a:lnTo>
                      <a:lnTo>
                        <a:pt x="17777" y="74866"/>
                      </a:lnTo>
                      <a:close/>
                      <a:moveTo>
                        <a:pt x="23015" y="131635"/>
                      </a:moveTo>
                      <a:cubicBezTo>
                        <a:pt x="23873" y="130778"/>
                        <a:pt x="23873" y="129921"/>
                        <a:pt x="23015" y="128968"/>
                      </a:cubicBezTo>
                      <a:lnTo>
                        <a:pt x="23015" y="131635"/>
                      </a:lnTo>
                      <a:cubicBezTo>
                        <a:pt x="22253" y="132302"/>
                        <a:pt x="21587" y="132874"/>
                        <a:pt x="21015" y="133636"/>
                      </a:cubicBezTo>
                      <a:cubicBezTo>
                        <a:pt x="21206" y="133826"/>
                        <a:pt x="21872" y="134017"/>
                        <a:pt x="23015" y="134207"/>
                      </a:cubicBezTo>
                      <a:lnTo>
                        <a:pt x="23015" y="131635"/>
                      </a:lnTo>
                      <a:close/>
                      <a:moveTo>
                        <a:pt x="24158" y="25241"/>
                      </a:moveTo>
                      <a:cubicBezTo>
                        <a:pt x="22634" y="23717"/>
                        <a:pt x="21872" y="22669"/>
                        <a:pt x="21872" y="22098"/>
                      </a:cubicBezTo>
                      <a:cubicBezTo>
                        <a:pt x="21872" y="21622"/>
                        <a:pt x="22253" y="20955"/>
                        <a:pt x="23015" y="20479"/>
                      </a:cubicBezTo>
                      <a:cubicBezTo>
                        <a:pt x="23777" y="20479"/>
                        <a:pt x="24158" y="21146"/>
                        <a:pt x="24158" y="22384"/>
                      </a:cubicBezTo>
                      <a:lnTo>
                        <a:pt x="24158" y="25241"/>
                      </a:lnTo>
                      <a:close/>
                      <a:moveTo>
                        <a:pt x="79022" y="97822"/>
                      </a:moveTo>
                      <a:cubicBezTo>
                        <a:pt x="80261" y="96393"/>
                        <a:pt x="81023" y="94679"/>
                        <a:pt x="81023" y="92869"/>
                      </a:cubicBezTo>
                      <a:cubicBezTo>
                        <a:pt x="81023" y="91059"/>
                        <a:pt x="80165" y="88582"/>
                        <a:pt x="78546" y="85725"/>
                      </a:cubicBezTo>
                      <a:cubicBezTo>
                        <a:pt x="76832" y="82677"/>
                        <a:pt x="76070" y="80677"/>
                        <a:pt x="76070" y="79534"/>
                      </a:cubicBezTo>
                      <a:cubicBezTo>
                        <a:pt x="76070" y="78105"/>
                        <a:pt x="76736" y="76867"/>
                        <a:pt x="78260" y="75914"/>
                      </a:cubicBezTo>
                      <a:lnTo>
                        <a:pt x="75212" y="72866"/>
                      </a:lnTo>
                      <a:cubicBezTo>
                        <a:pt x="76070" y="71342"/>
                        <a:pt x="76641" y="70009"/>
                        <a:pt x="76641" y="68675"/>
                      </a:cubicBezTo>
                      <a:cubicBezTo>
                        <a:pt x="76641" y="67056"/>
                        <a:pt x="75212" y="65056"/>
                        <a:pt x="72450" y="62960"/>
                      </a:cubicBezTo>
                      <a:cubicBezTo>
                        <a:pt x="69688" y="60769"/>
                        <a:pt x="68259" y="58864"/>
                        <a:pt x="68259" y="56959"/>
                      </a:cubicBezTo>
                      <a:cubicBezTo>
                        <a:pt x="68259" y="55626"/>
                        <a:pt x="68735" y="54292"/>
                        <a:pt x="69688" y="52864"/>
                      </a:cubicBezTo>
                      <a:cubicBezTo>
                        <a:pt x="67021" y="47339"/>
                        <a:pt x="64449" y="44482"/>
                        <a:pt x="61877" y="44482"/>
                      </a:cubicBezTo>
                      <a:cubicBezTo>
                        <a:pt x="58353" y="47625"/>
                        <a:pt x="56639" y="54959"/>
                        <a:pt x="56639" y="66199"/>
                      </a:cubicBezTo>
                      <a:cubicBezTo>
                        <a:pt x="52924" y="65627"/>
                        <a:pt x="51114" y="66675"/>
                        <a:pt x="51114" y="69437"/>
                      </a:cubicBezTo>
                      <a:cubicBezTo>
                        <a:pt x="51114" y="70580"/>
                        <a:pt x="51495" y="72390"/>
                        <a:pt x="52352" y="74866"/>
                      </a:cubicBezTo>
                      <a:cubicBezTo>
                        <a:pt x="53210" y="77343"/>
                        <a:pt x="53495" y="78772"/>
                        <a:pt x="53305" y="79153"/>
                      </a:cubicBezTo>
                      <a:cubicBezTo>
                        <a:pt x="53114" y="80200"/>
                        <a:pt x="52352" y="81153"/>
                        <a:pt x="50828" y="81820"/>
                      </a:cubicBezTo>
                      <a:cubicBezTo>
                        <a:pt x="49304" y="82677"/>
                        <a:pt x="48447" y="83153"/>
                        <a:pt x="48066" y="83629"/>
                      </a:cubicBezTo>
                      <a:cubicBezTo>
                        <a:pt x="47685" y="85344"/>
                        <a:pt x="47495" y="86868"/>
                        <a:pt x="47495" y="88297"/>
                      </a:cubicBezTo>
                      <a:cubicBezTo>
                        <a:pt x="47495" y="95536"/>
                        <a:pt x="51495" y="99727"/>
                        <a:pt x="59782" y="100774"/>
                      </a:cubicBezTo>
                      <a:cubicBezTo>
                        <a:pt x="61211" y="101251"/>
                        <a:pt x="61973" y="102013"/>
                        <a:pt x="61973" y="103251"/>
                      </a:cubicBezTo>
                      <a:cubicBezTo>
                        <a:pt x="61973" y="104584"/>
                        <a:pt x="61973" y="105727"/>
                        <a:pt x="62258" y="106680"/>
                      </a:cubicBezTo>
                      <a:cubicBezTo>
                        <a:pt x="62354" y="107823"/>
                        <a:pt x="63116" y="108299"/>
                        <a:pt x="64163" y="108490"/>
                      </a:cubicBezTo>
                      <a:cubicBezTo>
                        <a:pt x="63782" y="104204"/>
                        <a:pt x="65592" y="101536"/>
                        <a:pt x="69402" y="100393"/>
                      </a:cubicBezTo>
                      <a:cubicBezTo>
                        <a:pt x="72545" y="99536"/>
                        <a:pt x="75784" y="98584"/>
                        <a:pt x="79118" y="97631"/>
                      </a:cubicBezTo>
                      <a:close/>
                      <a:moveTo>
                        <a:pt x="104168" y="87821"/>
                      </a:moveTo>
                      <a:lnTo>
                        <a:pt x="101978" y="85725"/>
                      </a:lnTo>
                      <a:lnTo>
                        <a:pt x="104168" y="83725"/>
                      </a:lnTo>
                      <a:lnTo>
                        <a:pt x="101978" y="83725"/>
                      </a:lnTo>
                      <a:cubicBezTo>
                        <a:pt x="101406" y="84487"/>
                        <a:pt x="100835" y="84867"/>
                        <a:pt x="100358" y="84867"/>
                      </a:cubicBezTo>
                      <a:cubicBezTo>
                        <a:pt x="99882" y="84867"/>
                        <a:pt x="99120" y="84391"/>
                        <a:pt x="98263" y="83058"/>
                      </a:cubicBezTo>
                      <a:cubicBezTo>
                        <a:pt x="97406" y="81915"/>
                        <a:pt x="96929" y="81439"/>
                        <a:pt x="96739" y="81439"/>
                      </a:cubicBezTo>
                      <a:cubicBezTo>
                        <a:pt x="95977" y="84487"/>
                        <a:pt x="98453" y="86582"/>
                        <a:pt x="104264" y="87821"/>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 name="Google Shape;1383;p99"/>
                <p:cNvSpPr/>
                <p:nvPr/>
              </p:nvSpPr>
              <p:spPr>
                <a:xfrm>
                  <a:off x="3951636" y="5159444"/>
                  <a:ext cx="121824" cy="147694"/>
                </a:xfrm>
                <a:custGeom>
                  <a:avLst/>
                  <a:gdLst/>
                  <a:ahLst/>
                  <a:cxnLst/>
                  <a:rect l="l" t="t" r="r" b="b"/>
                  <a:pathLst>
                    <a:path w="121824" h="147694" extrusionOk="0">
                      <a:moveTo>
                        <a:pt x="118777" y="343"/>
                      </a:moveTo>
                      <a:lnTo>
                        <a:pt x="121825" y="4820"/>
                      </a:lnTo>
                      <a:lnTo>
                        <a:pt x="119634" y="29775"/>
                      </a:lnTo>
                      <a:cubicBezTo>
                        <a:pt x="120587" y="29585"/>
                        <a:pt x="116872" y="29585"/>
                        <a:pt x="108490" y="29585"/>
                      </a:cubicBezTo>
                      <a:cubicBezTo>
                        <a:pt x="104680" y="29585"/>
                        <a:pt x="102108" y="31109"/>
                        <a:pt x="101060" y="34157"/>
                      </a:cubicBezTo>
                      <a:cubicBezTo>
                        <a:pt x="99727" y="31680"/>
                        <a:pt x="97631" y="30346"/>
                        <a:pt x="94583" y="30346"/>
                      </a:cubicBezTo>
                      <a:cubicBezTo>
                        <a:pt x="93345" y="30346"/>
                        <a:pt x="91535" y="30632"/>
                        <a:pt x="89059" y="31109"/>
                      </a:cubicBezTo>
                      <a:cubicBezTo>
                        <a:pt x="86678" y="31680"/>
                        <a:pt x="84868" y="31966"/>
                        <a:pt x="83820" y="31966"/>
                      </a:cubicBezTo>
                      <a:cubicBezTo>
                        <a:pt x="82201" y="36824"/>
                        <a:pt x="81344" y="42824"/>
                        <a:pt x="81344" y="49968"/>
                      </a:cubicBezTo>
                      <a:cubicBezTo>
                        <a:pt x="81344" y="52064"/>
                        <a:pt x="81344" y="55111"/>
                        <a:pt x="81534" y="59207"/>
                      </a:cubicBezTo>
                      <a:cubicBezTo>
                        <a:pt x="81725" y="63208"/>
                        <a:pt x="81820" y="66161"/>
                        <a:pt x="81820" y="68066"/>
                      </a:cubicBezTo>
                      <a:cubicBezTo>
                        <a:pt x="81820" y="73019"/>
                        <a:pt x="81439" y="77305"/>
                        <a:pt x="80772" y="80734"/>
                      </a:cubicBezTo>
                      <a:lnTo>
                        <a:pt x="75438" y="83782"/>
                      </a:lnTo>
                      <a:lnTo>
                        <a:pt x="76295" y="83020"/>
                      </a:lnTo>
                      <a:cubicBezTo>
                        <a:pt x="74867" y="81591"/>
                        <a:pt x="73247" y="80829"/>
                        <a:pt x="71533" y="80829"/>
                      </a:cubicBezTo>
                      <a:cubicBezTo>
                        <a:pt x="70199" y="80829"/>
                        <a:pt x="68199" y="81591"/>
                        <a:pt x="65437" y="83020"/>
                      </a:cubicBezTo>
                      <a:cubicBezTo>
                        <a:pt x="62675" y="84353"/>
                        <a:pt x="60579" y="85211"/>
                        <a:pt x="59055" y="85306"/>
                      </a:cubicBezTo>
                      <a:lnTo>
                        <a:pt x="59055" y="86163"/>
                      </a:lnTo>
                      <a:lnTo>
                        <a:pt x="68485" y="86925"/>
                      </a:lnTo>
                      <a:cubicBezTo>
                        <a:pt x="68485" y="86925"/>
                        <a:pt x="69247" y="88449"/>
                        <a:pt x="70675" y="90545"/>
                      </a:cubicBezTo>
                      <a:cubicBezTo>
                        <a:pt x="71438" y="89211"/>
                        <a:pt x="71914" y="88640"/>
                        <a:pt x="72104" y="88830"/>
                      </a:cubicBezTo>
                      <a:cubicBezTo>
                        <a:pt x="72485" y="88830"/>
                        <a:pt x="73152" y="89306"/>
                        <a:pt x="74009" y="90545"/>
                      </a:cubicBezTo>
                      <a:lnTo>
                        <a:pt x="76200" y="86925"/>
                      </a:lnTo>
                      <a:cubicBezTo>
                        <a:pt x="75914" y="88259"/>
                        <a:pt x="75629" y="89592"/>
                        <a:pt x="75629" y="91021"/>
                      </a:cubicBezTo>
                      <a:cubicBezTo>
                        <a:pt x="75629" y="93402"/>
                        <a:pt x="76486" y="96641"/>
                        <a:pt x="78391" y="100546"/>
                      </a:cubicBezTo>
                      <a:cubicBezTo>
                        <a:pt x="80296" y="104546"/>
                        <a:pt x="81153" y="107690"/>
                        <a:pt x="81153" y="109785"/>
                      </a:cubicBezTo>
                      <a:cubicBezTo>
                        <a:pt x="81153" y="112166"/>
                        <a:pt x="80486" y="114643"/>
                        <a:pt x="79153" y="117024"/>
                      </a:cubicBezTo>
                      <a:cubicBezTo>
                        <a:pt x="79153" y="117500"/>
                        <a:pt x="79534" y="119977"/>
                        <a:pt x="80200" y="124168"/>
                      </a:cubicBezTo>
                      <a:cubicBezTo>
                        <a:pt x="80772" y="127692"/>
                        <a:pt x="81058" y="130550"/>
                        <a:pt x="81058" y="133026"/>
                      </a:cubicBezTo>
                      <a:cubicBezTo>
                        <a:pt x="81058" y="139503"/>
                        <a:pt x="79058" y="144361"/>
                        <a:pt x="75152" y="147695"/>
                      </a:cubicBezTo>
                      <a:lnTo>
                        <a:pt x="45815" y="146266"/>
                      </a:lnTo>
                      <a:cubicBezTo>
                        <a:pt x="45053" y="140741"/>
                        <a:pt x="44672" y="134264"/>
                        <a:pt x="44672" y="126644"/>
                      </a:cubicBezTo>
                      <a:cubicBezTo>
                        <a:pt x="44672" y="121215"/>
                        <a:pt x="45053" y="111214"/>
                        <a:pt x="45815" y="96831"/>
                      </a:cubicBezTo>
                      <a:cubicBezTo>
                        <a:pt x="46577" y="83306"/>
                        <a:pt x="46768" y="72923"/>
                        <a:pt x="46673" y="65303"/>
                      </a:cubicBezTo>
                      <a:cubicBezTo>
                        <a:pt x="45911" y="62065"/>
                        <a:pt x="45625" y="56445"/>
                        <a:pt x="45815" y="49016"/>
                      </a:cubicBezTo>
                      <a:cubicBezTo>
                        <a:pt x="45815" y="41967"/>
                        <a:pt x="45434" y="36633"/>
                        <a:pt x="44387" y="32918"/>
                      </a:cubicBezTo>
                      <a:cubicBezTo>
                        <a:pt x="40672" y="31775"/>
                        <a:pt x="36767" y="31109"/>
                        <a:pt x="32575" y="30918"/>
                      </a:cubicBezTo>
                      <a:cubicBezTo>
                        <a:pt x="29718" y="30728"/>
                        <a:pt x="25718" y="30728"/>
                        <a:pt x="20574" y="30918"/>
                      </a:cubicBezTo>
                      <a:cubicBezTo>
                        <a:pt x="14859" y="31109"/>
                        <a:pt x="10668" y="31204"/>
                        <a:pt x="7811" y="31204"/>
                      </a:cubicBezTo>
                      <a:cubicBezTo>
                        <a:pt x="4096" y="29870"/>
                        <a:pt x="2000" y="27394"/>
                        <a:pt x="1429" y="23584"/>
                      </a:cubicBezTo>
                      <a:cubicBezTo>
                        <a:pt x="667" y="18250"/>
                        <a:pt x="191" y="15487"/>
                        <a:pt x="0" y="15011"/>
                      </a:cubicBezTo>
                      <a:cubicBezTo>
                        <a:pt x="191" y="11678"/>
                        <a:pt x="381" y="8344"/>
                        <a:pt x="762" y="4724"/>
                      </a:cubicBezTo>
                      <a:cubicBezTo>
                        <a:pt x="1048" y="1200"/>
                        <a:pt x="3429" y="-324"/>
                        <a:pt x="7811" y="57"/>
                      </a:cubicBezTo>
                      <a:cubicBezTo>
                        <a:pt x="21336" y="724"/>
                        <a:pt x="39719" y="1010"/>
                        <a:pt x="63056" y="533"/>
                      </a:cubicBezTo>
                      <a:cubicBezTo>
                        <a:pt x="87916" y="57"/>
                        <a:pt x="106394" y="57"/>
                        <a:pt x="118491" y="533"/>
                      </a:cubicBezTo>
                      <a:close/>
                      <a:moveTo>
                        <a:pt x="118777" y="54445"/>
                      </a:moveTo>
                      <a:lnTo>
                        <a:pt x="117348" y="49206"/>
                      </a:lnTo>
                      <a:lnTo>
                        <a:pt x="118777" y="49206"/>
                      </a:lnTo>
                      <a:lnTo>
                        <a:pt x="118777" y="54445"/>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 name="Google Shape;1384;p99"/>
                <p:cNvSpPr/>
                <p:nvPr/>
              </p:nvSpPr>
              <p:spPr>
                <a:xfrm>
                  <a:off x="4091117" y="5159692"/>
                  <a:ext cx="129314" cy="147351"/>
                </a:xfrm>
                <a:custGeom>
                  <a:avLst/>
                  <a:gdLst/>
                  <a:ahLst/>
                  <a:cxnLst/>
                  <a:rect l="l" t="t" r="r" b="b"/>
                  <a:pathLst>
                    <a:path w="129314" h="147351" extrusionOk="0">
                      <a:moveTo>
                        <a:pt x="124552" y="128588"/>
                      </a:moveTo>
                      <a:cubicBezTo>
                        <a:pt x="127695" y="129159"/>
                        <a:pt x="129314" y="131064"/>
                        <a:pt x="129314" y="134398"/>
                      </a:cubicBezTo>
                      <a:cubicBezTo>
                        <a:pt x="129314" y="132874"/>
                        <a:pt x="128933" y="135541"/>
                        <a:pt x="127981" y="142399"/>
                      </a:cubicBezTo>
                      <a:cubicBezTo>
                        <a:pt x="125028" y="145732"/>
                        <a:pt x="120266" y="147352"/>
                        <a:pt x="113789" y="147352"/>
                      </a:cubicBezTo>
                      <a:cubicBezTo>
                        <a:pt x="103406" y="147352"/>
                        <a:pt x="98453" y="147352"/>
                        <a:pt x="99120" y="147161"/>
                      </a:cubicBezTo>
                      <a:cubicBezTo>
                        <a:pt x="95215" y="146018"/>
                        <a:pt x="93215" y="142589"/>
                        <a:pt x="93119" y="136588"/>
                      </a:cubicBezTo>
                      <a:cubicBezTo>
                        <a:pt x="93024" y="130683"/>
                        <a:pt x="91691" y="127063"/>
                        <a:pt x="89119" y="125444"/>
                      </a:cubicBezTo>
                      <a:cubicBezTo>
                        <a:pt x="87690" y="124873"/>
                        <a:pt x="83880" y="124682"/>
                        <a:pt x="77784" y="124682"/>
                      </a:cubicBezTo>
                      <a:cubicBezTo>
                        <a:pt x="73307" y="124682"/>
                        <a:pt x="69878" y="123539"/>
                        <a:pt x="67497" y="121158"/>
                      </a:cubicBezTo>
                      <a:cubicBezTo>
                        <a:pt x="67116" y="120967"/>
                        <a:pt x="66735" y="118586"/>
                        <a:pt x="66354" y="114014"/>
                      </a:cubicBezTo>
                      <a:cubicBezTo>
                        <a:pt x="66164" y="112014"/>
                        <a:pt x="65402" y="110871"/>
                        <a:pt x="64163" y="110490"/>
                      </a:cubicBezTo>
                      <a:cubicBezTo>
                        <a:pt x="62925" y="112871"/>
                        <a:pt x="61877" y="115443"/>
                        <a:pt x="61115" y="118205"/>
                      </a:cubicBezTo>
                      <a:cubicBezTo>
                        <a:pt x="60258" y="122015"/>
                        <a:pt x="59591" y="124968"/>
                        <a:pt x="58829" y="126778"/>
                      </a:cubicBezTo>
                      <a:cubicBezTo>
                        <a:pt x="57401" y="127159"/>
                        <a:pt x="55019" y="127063"/>
                        <a:pt x="51971" y="126492"/>
                      </a:cubicBezTo>
                      <a:cubicBezTo>
                        <a:pt x="48257" y="125921"/>
                        <a:pt x="45875" y="125635"/>
                        <a:pt x="44732" y="125635"/>
                      </a:cubicBezTo>
                      <a:cubicBezTo>
                        <a:pt x="40827" y="125635"/>
                        <a:pt x="38351" y="127444"/>
                        <a:pt x="37208" y="131064"/>
                      </a:cubicBezTo>
                      <a:cubicBezTo>
                        <a:pt x="37208" y="131540"/>
                        <a:pt x="36350" y="133540"/>
                        <a:pt x="34445" y="137446"/>
                      </a:cubicBezTo>
                      <a:cubicBezTo>
                        <a:pt x="32921" y="140303"/>
                        <a:pt x="32255" y="142684"/>
                        <a:pt x="32255" y="144494"/>
                      </a:cubicBezTo>
                      <a:cubicBezTo>
                        <a:pt x="32255" y="145637"/>
                        <a:pt x="32445" y="146494"/>
                        <a:pt x="32826" y="147256"/>
                      </a:cubicBezTo>
                      <a:lnTo>
                        <a:pt x="16157" y="147256"/>
                      </a:lnTo>
                      <a:cubicBezTo>
                        <a:pt x="9014" y="147256"/>
                        <a:pt x="3584" y="146399"/>
                        <a:pt x="60" y="144780"/>
                      </a:cubicBezTo>
                      <a:cubicBezTo>
                        <a:pt x="-321" y="136112"/>
                        <a:pt x="1108" y="127730"/>
                        <a:pt x="4346" y="119634"/>
                      </a:cubicBezTo>
                      <a:cubicBezTo>
                        <a:pt x="7585" y="111633"/>
                        <a:pt x="10919" y="103441"/>
                        <a:pt x="14443" y="95345"/>
                      </a:cubicBezTo>
                      <a:cubicBezTo>
                        <a:pt x="12919" y="94583"/>
                        <a:pt x="12252" y="93726"/>
                        <a:pt x="12252" y="92869"/>
                      </a:cubicBezTo>
                      <a:cubicBezTo>
                        <a:pt x="12252" y="92297"/>
                        <a:pt x="12538" y="91440"/>
                        <a:pt x="13014" y="90202"/>
                      </a:cubicBezTo>
                      <a:cubicBezTo>
                        <a:pt x="13586" y="88963"/>
                        <a:pt x="13871" y="88201"/>
                        <a:pt x="13871" y="87535"/>
                      </a:cubicBezTo>
                      <a:cubicBezTo>
                        <a:pt x="13871" y="86868"/>
                        <a:pt x="13681" y="86201"/>
                        <a:pt x="13300" y="85630"/>
                      </a:cubicBezTo>
                      <a:cubicBezTo>
                        <a:pt x="12919" y="83344"/>
                        <a:pt x="14443" y="81724"/>
                        <a:pt x="17872" y="80486"/>
                      </a:cubicBezTo>
                      <a:cubicBezTo>
                        <a:pt x="21301" y="79248"/>
                        <a:pt x="23015" y="78200"/>
                        <a:pt x="23015" y="77343"/>
                      </a:cubicBezTo>
                      <a:cubicBezTo>
                        <a:pt x="23015" y="76771"/>
                        <a:pt x="22539" y="75914"/>
                        <a:pt x="21682" y="74771"/>
                      </a:cubicBezTo>
                      <a:lnTo>
                        <a:pt x="21682" y="75057"/>
                      </a:lnTo>
                      <a:cubicBezTo>
                        <a:pt x="21682" y="74295"/>
                        <a:pt x="21396" y="73819"/>
                        <a:pt x="20825" y="73723"/>
                      </a:cubicBezTo>
                      <a:cubicBezTo>
                        <a:pt x="21587" y="72580"/>
                        <a:pt x="23015" y="71914"/>
                        <a:pt x="25206" y="71818"/>
                      </a:cubicBezTo>
                      <a:cubicBezTo>
                        <a:pt x="28730" y="71247"/>
                        <a:pt x="30826" y="70866"/>
                        <a:pt x="31588" y="70675"/>
                      </a:cubicBezTo>
                      <a:cubicBezTo>
                        <a:pt x="31588" y="68961"/>
                        <a:pt x="31112" y="67437"/>
                        <a:pt x="30159" y="65913"/>
                      </a:cubicBezTo>
                      <a:cubicBezTo>
                        <a:pt x="28826" y="63627"/>
                        <a:pt x="27302" y="62960"/>
                        <a:pt x="25492" y="63627"/>
                      </a:cubicBezTo>
                      <a:lnTo>
                        <a:pt x="21587" y="63627"/>
                      </a:lnTo>
                      <a:cubicBezTo>
                        <a:pt x="21396" y="60960"/>
                        <a:pt x="22634" y="58483"/>
                        <a:pt x="25492" y="56483"/>
                      </a:cubicBezTo>
                      <a:lnTo>
                        <a:pt x="27111" y="41243"/>
                      </a:lnTo>
                      <a:cubicBezTo>
                        <a:pt x="28730" y="41053"/>
                        <a:pt x="29683" y="40100"/>
                        <a:pt x="30159" y="38195"/>
                      </a:cubicBezTo>
                      <a:cubicBezTo>
                        <a:pt x="30445" y="35623"/>
                        <a:pt x="30921" y="34004"/>
                        <a:pt x="31588" y="33433"/>
                      </a:cubicBezTo>
                      <a:cubicBezTo>
                        <a:pt x="31588" y="31242"/>
                        <a:pt x="32636" y="27717"/>
                        <a:pt x="34636" y="22765"/>
                      </a:cubicBezTo>
                      <a:cubicBezTo>
                        <a:pt x="36731" y="17907"/>
                        <a:pt x="37779" y="14288"/>
                        <a:pt x="37970" y="11906"/>
                      </a:cubicBezTo>
                      <a:cubicBezTo>
                        <a:pt x="38351" y="11525"/>
                        <a:pt x="38732" y="9334"/>
                        <a:pt x="39398" y="5524"/>
                      </a:cubicBezTo>
                      <a:cubicBezTo>
                        <a:pt x="39875" y="2857"/>
                        <a:pt x="41303" y="1524"/>
                        <a:pt x="43494" y="1143"/>
                      </a:cubicBezTo>
                      <a:lnTo>
                        <a:pt x="47971" y="1143"/>
                      </a:lnTo>
                      <a:cubicBezTo>
                        <a:pt x="48638" y="3524"/>
                        <a:pt x="49590" y="4763"/>
                        <a:pt x="50447" y="4763"/>
                      </a:cubicBezTo>
                      <a:cubicBezTo>
                        <a:pt x="51019" y="4763"/>
                        <a:pt x="52067" y="4000"/>
                        <a:pt x="53495" y="2381"/>
                      </a:cubicBezTo>
                      <a:cubicBezTo>
                        <a:pt x="54924" y="857"/>
                        <a:pt x="56258" y="0"/>
                        <a:pt x="57401" y="0"/>
                      </a:cubicBezTo>
                      <a:cubicBezTo>
                        <a:pt x="57782" y="0"/>
                        <a:pt x="58258" y="0"/>
                        <a:pt x="58734" y="190"/>
                      </a:cubicBezTo>
                      <a:lnTo>
                        <a:pt x="82642" y="1143"/>
                      </a:lnTo>
                      <a:cubicBezTo>
                        <a:pt x="88738" y="10287"/>
                        <a:pt x="91786" y="16383"/>
                        <a:pt x="91786" y="19050"/>
                      </a:cubicBezTo>
                      <a:cubicBezTo>
                        <a:pt x="91786" y="20002"/>
                        <a:pt x="91595" y="20955"/>
                        <a:pt x="91214" y="21812"/>
                      </a:cubicBezTo>
                      <a:cubicBezTo>
                        <a:pt x="95120" y="23813"/>
                        <a:pt x="97025" y="26479"/>
                        <a:pt x="97025" y="29908"/>
                      </a:cubicBezTo>
                      <a:cubicBezTo>
                        <a:pt x="97025" y="30861"/>
                        <a:pt x="96834" y="32194"/>
                        <a:pt x="96453" y="34195"/>
                      </a:cubicBezTo>
                      <a:cubicBezTo>
                        <a:pt x="96072" y="36100"/>
                        <a:pt x="95882" y="37433"/>
                        <a:pt x="95882" y="38481"/>
                      </a:cubicBezTo>
                      <a:cubicBezTo>
                        <a:pt x="95882" y="41529"/>
                        <a:pt x="97977" y="44005"/>
                        <a:pt x="102073" y="45625"/>
                      </a:cubicBezTo>
                      <a:cubicBezTo>
                        <a:pt x="101311" y="50292"/>
                        <a:pt x="102073" y="55816"/>
                        <a:pt x="104359" y="62293"/>
                      </a:cubicBezTo>
                      <a:cubicBezTo>
                        <a:pt x="106264" y="68008"/>
                        <a:pt x="107978" y="73628"/>
                        <a:pt x="109788" y="79248"/>
                      </a:cubicBezTo>
                      <a:lnTo>
                        <a:pt x="108455" y="79248"/>
                      </a:lnTo>
                      <a:cubicBezTo>
                        <a:pt x="109217" y="79534"/>
                        <a:pt x="109598" y="81058"/>
                        <a:pt x="109693" y="83534"/>
                      </a:cubicBezTo>
                      <a:cubicBezTo>
                        <a:pt x="109693" y="86011"/>
                        <a:pt x="110550" y="87249"/>
                        <a:pt x="111693" y="87249"/>
                      </a:cubicBezTo>
                      <a:cubicBezTo>
                        <a:pt x="112265" y="87249"/>
                        <a:pt x="112931" y="87058"/>
                        <a:pt x="113693" y="86677"/>
                      </a:cubicBezTo>
                      <a:cubicBezTo>
                        <a:pt x="113789" y="89725"/>
                        <a:pt x="113979" y="92678"/>
                        <a:pt x="114265" y="95726"/>
                      </a:cubicBezTo>
                      <a:cubicBezTo>
                        <a:pt x="114836" y="99727"/>
                        <a:pt x="116456" y="102298"/>
                        <a:pt x="119313" y="103822"/>
                      </a:cubicBezTo>
                      <a:cubicBezTo>
                        <a:pt x="118742" y="105442"/>
                        <a:pt x="118456" y="107061"/>
                        <a:pt x="118456" y="108394"/>
                      </a:cubicBezTo>
                      <a:cubicBezTo>
                        <a:pt x="118456" y="110776"/>
                        <a:pt x="119599" y="113538"/>
                        <a:pt x="121790" y="116776"/>
                      </a:cubicBezTo>
                      <a:cubicBezTo>
                        <a:pt x="123980" y="120015"/>
                        <a:pt x="125028" y="122682"/>
                        <a:pt x="125028" y="124873"/>
                      </a:cubicBezTo>
                      <a:cubicBezTo>
                        <a:pt x="125028" y="125921"/>
                        <a:pt x="124933" y="127159"/>
                        <a:pt x="124457" y="128397"/>
                      </a:cubicBezTo>
                      <a:close/>
                      <a:moveTo>
                        <a:pt x="17777" y="74866"/>
                      </a:moveTo>
                      <a:lnTo>
                        <a:pt x="17777" y="78581"/>
                      </a:lnTo>
                      <a:lnTo>
                        <a:pt x="16348" y="74866"/>
                      </a:lnTo>
                      <a:lnTo>
                        <a:pt x="17777" y="74866"/>
                      </a:lnTo>
                      <a:close/>
                      <a:moveTo>
                        <a:pt x="23015" y="131635"/>
                      </a:moveTo>
                      <a:cubicBezTo>
                        <a:pt x="23968" y="130778"/>
                        <a:pt x="23968" y="129921"/>
                        <a:pt x="23015" y="128968"/>
                      </a:cubicBezTo>
                      <a:lnTo>
                        <a:pt x="23015" y="131635"/>
                      </a:lnTo>
                      <a:cubicBezTo>
                        <a:pt x="22253" y="132302"/>
                        <a:pt x="21682" y="132874"/>
                        <a:pt x="21015" y="133636"/>
                      </a:cubicBezTo>
                      <a:cubicBezTo>
                        <a:pt x="21206" y="133826"/>
                        <a:pt x="21872" y="134017"/>
                        <a:pt x="23015" y="134207"/>
                      </a:cubicBezTo>
                      <a:lnTo>
                        <a:pt x="23015" y="131635"/>
                      </a:lnTo>
                      <a:close/>
                      <a:moveTo>
                        <a:pt x="24158" y="25241"/>
                      </a:moveTo>
                      <a:cubicBezTo>
                        <a:pt x="22634" y="23717"/>
                        <a:pt x="21872" y="22669"/>
                        <a:pt x="21872" y="22098"/>
                      </a:cubicBezTo>
                      <a:cubicBezTo>
                        <a:pt x="21872" y="21622"/>
                        <a:pt x="22253" y="20955"/>
                        <a:pt x="23015" y="20479"/>
                      </a:cubicBezTo>
                      <a:cubicBezTo>
                        <a:pt x="23777" y="20479"/>
                        <a:pt x="24158" y="21146"/>
                        <a:pt x="24158" y="22384"/>
                      </a:cubicBezTo>
                      <a:lnTo>
                        <a:pt x="24158" y="25241"/>
                      </a:lnTo>
                      <a:close/>
                      <a:moveTo>
                        <a:pt x="79022" y="97822"/>
                      </a:moveTo>
                      <a:cubicBezTo>
                        <a:pt x="80356" y="96393"/>
                        <a:pt x="81023" y="94679"/>
                        <a:pt x="81023" y="92869"/>
                      </a:cubicBezTo>
                      <a:cubicBezTo>
                        <a:pt x="81023" y="91059"/>
                        <a:pt x="80261" y="88582"/>
                        <a:pt x="78546" y="85725"/>
                      </a:cubicBezTo>
                      <a:cubicBezTo>
                        <a:pt x="76832" y="82677"/>
                        <a:pt x="76070" y="80677"/>
                        <a:pt x="76070" y="79534"/>
                      </a:cubicBezTo>
                      <a:cubicBezTo>
                        <a:pt x="76070" y="78105"/>
                        <a:pt x="76736" y="76867"/>
                        <a:pt x="78260" y="75914"/>
                      </a:cubicBezTo>
                      <a:lnTo>
                        <a:pt x="75212" y="72866"/>
                      </a:lnTo>
                      <a:cubicBezTo>
                        <a:pt x="76165" y="71342"/>
                        <a:pt x="76641" y="70009"/>
                        <a:pt x="76641" y="68675"/>
                      </a:cubicBezTo>
                      <a:cubicBezTo>
                        <a:pt x="76641" y="67056"/>
                        <a:pt x="75212" y="65056"/>
                        <a:pt x="72450" y="62960"/>
                      </a:cubicBezTo>
                      <a:cubicBezTo>
                        <a:pt x="69688" y="60769"/>
                        <a:pt x="68259" y="58864"/>
                        <a:pt x="68259" y="56959"/>
                      </a:cubicBezTo>
                      <a:cubicBezTo>
                        <a:pt x="68259" y="55626"/>
                        <a:pt x="68735" y="54292"/>
                        <a:pt x="69688" y="52864"/>
                      </a:cubicBezTo>
                      <a:cubicBezTo>
                        <a:pt x="67021" y="47339"/>
                        <a:pt x="64544" y="44482"/>
                        <a:pt x="61877" y="44482"/>
                      </a:cubicBezTo>
                      <a:cubicBezTo>
                        <a:pt x="58353" y="47625"/>
                        <a:pt x="56639" y="54959"/>
                        <a:pt x="56639" y="66199"/>
                      </a:cubicBezTo>
                      <a:cubicBezTo>
                        <a:pt x="52924" y="65627"/>
                        <a:pt x="51114" y="66675"/>
                        <a:pt x="51114" y="69437"/>
                      </a:cubicBezTo>
                      <a:cubicBezTo>
                        <a:pt x="51114" y="70580"/>
                        <a:pt x="51495" y="72390"/>
                        <a:pt x="52352" y="74866"/>
                      </a:cubicBezTo>
                      <a:cubicBezTo>
                        <a:pt x="53114" y="77343"/>
                        <a:pt x="53495" y="78772"/>
                        <a:pt x="53305" y="79153"/>
                      </a:cubicBezTo>
                      <a:cubicBezTo>
                        <a:pt x="53114" y="80200"/>
                        <a:pt x="52257" y="81153"/>
                        <a:pt x="50828" y="81820"/>
                      </a:cubicBezTo>
                      <a:cubicBezTo>
                        <a:pt x="49304" y="82677"/>
                        <a:pt x="48447" y="83153"/>
                        <a:pt x="47971" y="83629"/>
                      </a:cubicBezTo>
                      <a:cubicBezTo>
                        <a:pt x="47590" y="85344"/>
                        <a:pt x="47399" y="86868"/>
                        <a:pt x="47399" y="88297"/>
                      </a:cubicBezTo>
                      <a:cubicBezTo>
                        <a:pt x="47399" y="95536"/>
                        <a:pt x="51400" y="99727"/>
                        <a:pt x="59591" y="100774"/>
                      </a:cubicBezTo>
                      <a:cubicBezTo>
                        <a:pt x="61115" y="101251"/>
                        <a:pt x="61782" y="102013"/>
                        <a:pt x="61782" y="103251"/>
                      </a:cubicBezTo>
                      <a:cubicBezTo>
                        <a:pt x="61782" y="104584"/>
                        <a:pt x="61877" y="105727"/>
                        <a:pt x="62068" y="106680"/>
                      </a:cubicBezTo>
                      <a:cubicBezTo>
                        <a:pt x="62258" y="107823"/>
                        <a:pt x="62830" y="108299"/>
                        <a:pt x="63973" y="108490"/>
                      </a:cubicBezTo>
                      <a:cubicBezTo>
                        <a:pt x="63592" y="104204"/>
                        <a:pt x="65402" y="101536"/>
                        <a:pt x="69212" y="100393"/>
                      </a:cubicBezTo>
                      <a:cubicBezTo>
                        <a:pt x="72355" y="99536"/>
                        <a:pt x="75593" y="98584"/>
                        <a:pt x="78927" y="97631"/>
                      </a:cubicBezTo>
                      <a:close/>
                      <a:moveTo>
                        <a:pt x="104359" y="87821"/>
                      </a:moveTo>
                      <a:lnTo>
                        <a:pt x="102073" y="85725"/>
                      </a:lnTo>
                      <a:lnTo>
                        <a:pt x="104359" y="83725"/>
                      </a:lnTo>
                      <a:lnTo>
                        <a:pt x="102073" y="83725"/>
                      </a:lnTo>
                      <a:cubicBezTo>
                        <a:pt x="101597" y="84487"/>
                        <a:pt x="100930" y="84867"/>
                        <a:pt x="100454" y="84867"/>
                      </a:cubicBezTo>
                      <a:cubicBezTo>
                        <a:pt x="99882" y="84867"/>
                        <a:pt x="99120" y="84391"/>
                        <a:pt x="98358" y="83058"/>
                      </a:cubicBezTo>
                      <a:cubicBezTo>
                        <a:pt x="97501" y="81915"/>
                        <a:pt x="97025" y="81439"/>
                        <a:pt x="96834" y="81439"/>
                      </a:cubicBezTo>
                      <a:cubicBezTo>
                        <a:pt x="96072" y="84487"/>
                        <a:pt x="98549" y="86582"/>
                        <a:pt x="104359" y="87821"/>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 name="Google Shape;1385;p99"/>
                <p:cNvSpPr/>
                <p:nvPr/>
              </p:nvSpPr>
              <p:spPr>
                <a:xfrm>
                  <a:off x="4236338" y="5159311"/>
                  <a:ext cx="125682" cy="147399"/>
                </a:xfrm>
                <a:custGeom>
                  <a:avLst/>
                  <a:gdLst/>
                  <a:ahLst/>
                  <a:cxnLst/>
                  <a:rect l="l" t="t" r="r" b="b"/>
                  <a:pathLst>
                    <a:path w="125682" h="147399" extrusionOk="0">
                      <a:moveTo>
                        <a:pt x="125540" y="107537"/>
                      </a:moveTo>
                      <a:cubicBezTo>
                        <a:pt x="125921" y="109156"/>
                        <a:pt x="125540" y="111157"/>
                        <a:pt x="124397" y="113538"/>
                      </a:cubicBezTo>
                      <a:lnTo>
                        <a:pt x="124397" y="111347"/>
                      </a:lnTo>
                      <a:cubicBezTo>
                        <a:pt x="123825" y="111633"/>
                        <a:pt x="123158" y="111633"/>
                        <a:pt x="122492" y="111633"/>
                      </a:cubicBezTo>
                      <a:cubicBezTo>
                        <a:pt x="121539" y="111633"/>
                        <a:pt x="120206" y="111442"/>
                        <a:pt x="118396" y="111062"/>
                      </a:cubicBezTo>
                      <a:cubicBezTo>
                        <a:pt x="116681" y="110680"/>
                        <a:pt x="115348" y="110585"/>
                        <a:pt x="114395" y="110585"/>
                      </a:cubicBezTo>
                      <a:cubicBezTo>
                        <a:pt x="113062" y="110585"/>
                        <a:pt x="112109" y="110871"/>
                        <a:pt x="111443" y="111347"/>
                      </a:cubicBezTo>
                      <a:lnTo>
                        <a:pt x="125635" y="118396"/>
                      </a:lnTo>
                      <a:cubicBezTo>
                        <a:pt x="121920" y="128683"/>
                        <a:pt x="115348" y="135064"/>
                        <a:pt x="105918" y="137446"/>
                      </a:cubicBezTo>
                      <a:cubicBezTo>
                        <a:pt x="105537" y="140589"/>
                        <a:pt x="103251" y="142304"/>
                        <a:pt x="99155" y="142589"/>
                      </a:cubicBezTo>
                      <a:cubicBezTo>
                        <a:pt x="94964" y="142875"/>
                        <a:pt x="92869" y="143732"/>
                        <a:pt x="92869" y="144971"/>
                      </a:cubicBezTo>
                      <a:cubicBezTo>
                        <a:pt x="92869" y="145542"/>
                        <a:pt x="93059" y="146209"/>
                        <a:pt x="93440" y="146971"/>
                      </a:cubicBezTo>
                      <a:cubicBezTo>
                        <a:pt x="91059" y="146971"/>
                        <a:pt x="86963" y="146971"/>
                        <a:pt x="81534" y="147256"/>
                      </a:cubicBezTo>
                      <a:cubicBezTo>
                        <a:pt x="76295" y="147447"/>
                        <a:pt x="72295" y="147447"/>
                        <a:pt x="69247" y="147256"/>
                      </a:cubicBezTo>
                      <a:cubicBezTo>
                        <a:pt x="65056" y="147066"/>
                        <a:pt x="61055" y="146399"/>
                        <a:pt x="57341" y="145352"/>
                      </a:cubicBezTo>
                      <a:cubicBezTo>
                        <a:pt x="56960" y="143732"/>
                        <a:pt x="55531" y="141446"/>
                        <a:pt x="53150" y="138684"/>
                      </a:cubicBezTo>
                      <a:cubicBezTo>
                        <a:pt x="51149" y="139160"/>
                        <a:pt x="49816" y="140398"/>
                        <a:pt x="49244" y="142685"/>
                      </a:cubicBezTo>
                      <a:cubicBezTo>
                        <a:pt x="48482" y="145637"/>
                        <a:pt x="48101" y="147066"/>
                        <a:pt x="47816" y="147256"/>
                      </a:cubicBezTo>
                      <a:lnTo>
                        <a:pt x="5429" y="147256"/>
                      </a:lnTo>
                      <a:cubicBezTo>
                        <a:pt x="2381" y="143542"/>
                        <a:pt x="953" y="138970"/>
                        <a:pt x="953" y="133350"/>
                      </a:cubicBezTo>
                      <a:cubicBezTo>
                        <a:pt x="953" y="131540"/>
                        <a:pt x="1238" y="128492"/>
                        <a:pt x="1810" y="124396"/>
                      </a:cubicBezTo>
                      <a:cubicBezTo>
                        <a:pt x="2381" y="120205"/>
                        <a:pt x="2667" y="117062"/>
                        <a:pt x="2667" y="115062"/>
                      </a:cubicBezTo>
                      <a:cubicBezTo>
                        <a:pt x="2667" y="110585"/>
                        <a:pt x="1810" y="106680"/>
                        <a:pt x="95" y="103156"/>
                      </a:cubicBezTo>
                      <a:cubicBezTo>
                        <a:pt x="953" y="100965"/>
                        <a:pt x="1238" y="97631"/>
                        <a:pt x="1238" y="93059"/>
                      </a:cubicBezTo>
                      <a:lnTo>
                        <a:pt x="1238" y="86868"/>
                      </a:lnTo>
                      <a:cubicBezTo>
                        <a:pt x="1048" y="83915"/>
                        <a:pt x="953" y="81724"/>
                        <a:pt x="953" y="80581"/>
                      </a:cubicBezTo>
                      <a:cubicBezTo>
                        <a:pt x="953" y="72009"/>
                        <a:pt x="2477" y="66104"/>
                        <a:pt x="5429" y="62579"/>
                      </a:cubicBezTo>
                      <a:lnTo>
                        <a:pt x="1429" y="57055"/>
                      </a:lnTo>
                      <a:cubicBezTo>
                        <a:pt x="857" y="55436"/>
                        <a:pt x="667" y="53530"/>
                        <a:pt x="667" y="51435"/>
                      </a:cubicBezTo>
                      <a:cubicBezTo>
                        <a:pt x="667" y="49339"/>
                        <a:pt x="1048" y="46101"/>
                        <a:pt x="1810" y="41338"/>
                      </a:cubicBezTo>
                      <a:cubicBezTo>
                        <a:pt x="2762" y="36671"/>
                        <a:pt x="3143" y="33147"/>
                        <a:pt x="3143" y="30671"/>
                      </a:cubicBezTo>
                      <a:cubicBezTo>
                        <a:pt x="3143" y="26384"/>
                        <a:pt x="2096" y="22955"/>
                        <a:pt x="0" y="20098"/>
                      </a:cubicBezTo>
                      <a:cubicBezTo>
                        <a:pt x="1333" y="18383"/>
                        <a:pt x="2096" y="16097"/>
                        <a:pt x="2286" y="13240"/>
                      </a:cubicBezTo>
                      <a:lnTo>
                        <a:pt x="2286" y="6001"/>
                      </a:lnTo>
                      <a:cubicBezTo>
                        <a:pt x="2572" y="3048"/>
                        <a:pt x="4191" y="953"/>
                        <a:pt x="6763" y="0"/>
                      </a:cubicBezTo>
                      <a:cubicBezTo>
                        <a:pt x="10192" y="476"/>
                        <a:pt x="15145" y="667"/>
                        <a:pt x="21431" y="667"/>
                      </a:cubicBezTo>
                      <a:cubicBezTo>
                        <a:pt x="30956" y="190"/>
                        <a:pt x="35909" y="0"/>
                        <a:pt x="36100" y="0"/>
                      </a:cubicBezTo>
                      <a:cubicBezTo>
                        <a:pt x="43529" y="381"/>
                        <a:pt x="49149" y="2000"/>
                        <a:pt x="53054" y="4953"/>
                      </a:cubicBezTo>
                      <a:cubicBezTo>
                        <a:pt x="58007" y="1714"/>
                        <a:pt x="65151" y="0"/>
                        <a:pt x="74390" y="0"/>
                      </a:cubicBezTo>
                      <a:cubicBezTo>
                        <a:pt x="89916" y="0"/>
                        <a:pt x="97250" y="0"/>
                        <a:pt x="96298" y="0"/>
                      </a:cubicBezTo>
                      <a:lnTo>
                        <a:pt x="98489" y="0"/>
                      </a:lnTo>
                      <a:cubicBezTo>
                        <a:pt x="99632" y="2191"/>
                        <a:pt x="102679" y="4191"/>
                        <a:pt x="107633" y="6001"/>
                      </a:cubicBezTo>
                      <a:cubicBezTo>
                        <a:pt x="111252" y="7525"/>
                        <a:pt x="112776" y="10858"/>
                        <a:pt x="112395" y="16288"/>
                      </a:cubicBezTo>
                      <a:cubicBezTo>
                        <a:pt x="115348" y="18097"/>
                        <a:pt x="116777" y="21622"/>
                        <a:pt x="116777" y="26861"/>
                      </a:cubicBezTo>
                      <a:cubicBezTo>
                        <a:pt x="116777" y="28956"/>
                        <a:pt x="116586" y="31813"/>
                        <a:pt x="116110" y="35528"/>
                      </a:cubicBezTo>
                      <a:cubicBezTo>
                        <a:pt x="115729" y="39338"/>
                        <a:pt x="115443" y="41910"/>
                        <a:pt x="115443" y="43244"/>
                      </a:cubicBezTo>
                      <a:cubicBezTo>
                        <a:pt x="115443" y="44577"/>
                        <a:pt x="115443" y="45625"/>
                        <a:pt x="115729" y="46577"/>
                      </a:cubicBezTo>
                      <a:cubicBezTo>
                        <a:pt x="113348" y="48387"/>
                        <a:pt x="112204" y="51245"/>
                        <a:pt x="112395" y="55245"/>
                      </a:cubicBezTo>
                      <a:lnTo>
                        <a:pt x="112395" y="64961"/>
                      </a:lnTo>
                      <a:cubicBezTo>
                        <a:pt x="114395" y="65151"/>
                        <a:pt x="116300" y="66865"/>
                        <a:pt x="118110" y="70009"/>
                      </a:cubicBezTo>
                      <a:cubicBezTo>
                        <a:pt x="119825" y="73152"/>
                        <a:pt x="121539" y="74866"/>
                        <a:pt x="123158" y="74962"/>
                      </a:cubicBezTo>
                      <a:cubicBezTo>
                        <a:pt x="121349" y="76010"/>
                        <a:pt x="120587" y="77819"/>
                        <a:pt x="120968" y="80200"/>
                      </a:cubicBezTo>
                      <a:cubicBezTo>
                        <a:pt x="122111" y="81344"/>
                        <a:pt x="123158" y="82391"/>
                        <a:pt x="124301" y="83344"/>
                      </a:cubicBezTo>
                      <a:cubicBezTo>
                        <a:pt x="125540" y="84677"/>
                        <a:pt x="125921" y="86296"/>
                        <a:pt x="125444" y="88011"/>
                      </a:cubicBezTo>
                      <a:cubicBezTo>
                        <a:pt x="123539" y="85630"/>
                        <a:pt x="121349" y="84391"/>
                        <a:pt x="118777" y="84391"/>
                      </a:cubicBezTo>
                      <a:lnTo>
                        <a:pt x="116491" y="86582"/>
                      </a:lnTo>
                      <a:cubicBezTo>
                        <a:pt x="117253" y="86868"/>
                        <a:pt x="118491" y="87249"/>
                        <a:pt x="120110" y="88011"/>
                      </a:cubicBezTo>
                      <a:cubicBezTo>
                        <a:pt x="120110" y="88487"/>
                        <a:pt x="119634" y="88773"/>
                        <a:pt x="118491" y="88773"/>
                      </a:cubicBezTo>
                      <a:cubicBezTo>
                        <a:pt x="116967" y="88582"/>
                        <a:pt x="116110" y="88582"/>
                        <a:pt x="115633" y="88773"/>
                      </a:cubicBezTo>
                      <a:cubicBezTo>
                        <a:pt x="115253" y="88582"/>
                        <a:pt x="114872" y="87439"/>
                        <a:pt x="114205" y="85439"/>
                      </a:cubicBezTo>
                      <a:cubicBezTo>
                        <a:pt x="113633" y="84106"/>
                        <a:pt x="112681" y="83629"/>
                        <a:pt x="111252" y="84391"/>
                      </a:cubicBezTo>
                      <a:cubicBezTo>
                        <a:pt x="111538" y="86582"/>
                        <a:pt x="111252" y="87630"/>
                        <a:pt x="110109" y="87630"/>
                      </a:cubicBezTo>
                      <a:cubicBezTo>
                        <a:pt x="109728" y="87630"/>
                        <a:pt x="108966" y="87535"/>
                        <a:pt x="107823" y="87249"/>
                      </a:cubicBezTo>
                      <a:cubicBezTo>
                        <a:pt x="106775" y="86963"/>
                        <a:pt x="105728" y="86868"/>
                        <a:pt x="105061" y="86868"/>
                      </a:cubicBezTo>
                      <a:cubicBezTo>
                        <a:pt x="103537" y="86868"/>
                        <a:pt x="102489" y="87439"/>
                        <a:pt x="101727" y="88773"/>
                      </a:cubicBezTo>
                      <a:lnTo>
                        <a:pt x="103918" y="90964"/>
                      </a:lnTo>
                      <a:lnTo>
                        <a:pt x="104775" y="89630"/>
                      </a:lnTo>
                      <a:lnTo>
                        <a:pt x="107823" y="93250"/>
                      </a:lnTo>
                      <a:cubicBezTo>
                        <a:pt x="107823" y="93250"/>
                        <a:pt x="106871" y="93631"/>
                        <a:pt x="105632" y="94393"/>
                      </a:cubicBezTo>
                      <a:cubicBezTo>
                        <a:pt x="111252" y="96774"/>
                        <a:pt x="114300" y="98203"/>
                        <a:pt x="115062" y="98870"/>
                      </a:cubicBezTo>
                      <a:cubicBezTo>
                        <a:pt x="118967" y="101251"/>
                        <a:pt x="120968" y="104108"/>
                        <a:pt x="120968" y="107537"/>
                      </a:cubicBezTo>
                      <a:lnTo>
                        <a:pt x="125444" y="107537"/>
                      </a:lnTo>
                      <a:close/>
                      <a:moveTo>
                        <a:pt x="85535" y="104965"/>
                      </a:moveTo>
                      <a:cubicBezTo>
                        <a:pt x="87058" y="102394"/>
                        <a:pt x="87058" y="96012"/>
                        <a:pt x="85535" y="85915"/>
                      </a:cubicBezTo>
                      <a:cubicBezTo>
                        <a:pt x="82772" y="82391"/>
                        <a:pt x="79058" y="80486"/>
                        <a:pt x="74486" y="80296"/>
                      </a:cubicBezTo>
                      <a:lnTo>
                        <a:pt x="61722" y="80296"/>
                      </a:lnTo>
                      <a:cubicBezTo>
                        <a:pt x="60198" y="80010"/>
                        <a:pt x="58674" y="78677"/>
                        <a:pt x="56864" y="76010"/>
                      </a:cubicBezTo>
                      <a:cubicBezTo>
                        <a:pt x="55054" y="73342"/>
                        <a:pt x="53150" y="72295"/>
                        <a:pt x="50864" y="72866"/>
                      </a:cubicBezTo>
                      <a:cubicBezTo>
                        <a:pt x="50673" y="76771"/>
                        <a:pt x="47816" y="79057"/>
                        <a:pt x="42386" y="79915"/>
                      </a:cubicBezTo>
                      <a:cubicBezTo>
                        <a:pt x="36957" y="80677"/>
                        <a:pt x="34195" y="82677"/>
                        <a:pt x="34195" y="85915"/>
                      </a:cubicBezTo>
                      <a:cubicBezTo>
                        <a:pt x="34195" y="87058"/>
                        <a:pt x="34385" y="88297"/>
                        <a:pt x="34766" y="89821"/>
                      </a:cubicBezTo>
                      <a:lnTo>
                        <a:pt x="35528" y="89821"/>
                      </a:lnTo>
                      <a:cubicBezTo>
                        <a:pt x="35909" y="91059"/>
                        <a:pt x="36290" y="94679"/>
                        <a:pt x="36862" y="100584"/>
                      </a:cubicBezTo>
                      <a:cubicBezTo>
                        <a:pt x="36862" y="102965"/>
                        <a:pt x="35338" y="104204"/>
                        <a:pt x="32480" y="104204"/>
                      </a:cubicBezTo>
                      <a:lnTo>
                        <a:pt x="34671" y="106108"/>
                      </a:lnTo>
                      <a:cubicBezTo>
                        <a:pt x="33909" y="110395"/>
                        <a:pt x="36100" y="113633"/>
                        <a:pt x="41339" y="115538"/>
                      </a:cubicBezTo>
                      <a:cubicBezTo>
                        <a:pt x="47435" y="117729"/>
                        <a:pt x="50864" y="120015"/>
                        <a:pt x="51625" y="122206"/>
                      </a:cubicBezTo>
                      <a:cubicBezTo>
                        <a:pt x="54293" y="119539"/>
                        <a:pt x="60008" y="117157"/>
                        <a:pt x="69056" y="115253"/>
                      </a:cubicBezTo>
                      <a:cubicBezTo>
                        <a:pt x="77057" y="113633"/>
                        <a:pt x="82487" y="110204"/>
                        <a:pt x="85439" y="105061"/>
                      </a:cubicBezTo>
                      <a:close/>
                      <a:moveTo>
                        <a:pt x="33433" y="37052"/>
                      </a:moveTo>
                      <a:lnTo>
                        <a:pt x="34004" y="37052"/>
                      </a:lnTo>
                      <a:cubicBezTo>
                        <a:pt x="34862" y="37624"/>
                        <a:pt x="36195" y="38767"/>
                        <a:pt x="37910" y="40291"/>
                      </a:cubicBezTo>
                      <a:cubicBezTo>
                        <a:pt x="37433" y="41434"/>
                        <a:pt x="37243" y="42386"/>
                        <a:pt x="37243" y="43053"/>
                      </a:cubicBezTo>
                      <a:cubicBezTo>
                        <a:pt x="37243" y="45720"/>
                        <a:pt x="39433" y="47435"/>
                        <a:pt x="43625" y="48387"/>
                      </a:cubicBezTo>
                      <a:cubicBezTo>
                        <a:pt x="48863" y="49530"/>
                        <a:pt x="51911" y="50768"/>
                        <a:pt x="53054" y="52006"/>
                      </a:cubicBezTo>
                      <a:cubicBezTo>
                        <a:pt x="55817" y="49530"/>
                        <a:pt x="59722" y="47815"/>
                        <a:pt x="64865" y="46768"/>
                      </a:cubicBezTo>
                      <a:cubicBezTo>
                        <a:pt x="69914" y="45720"/>
                        <a:pt x="74009" y="43910"/>
                        <a:pt x="76962" y="41053"/>
                      </a:cubicBezTo>
                      <a:cubicBezTo>
                        <a:pt x="77724" y="34385"/>
                        <a:pt x="74962" y="31147"/>
                        <a:pt x="68866" y="31147"/>
                      </a:cubicBezTo>
                      <a:cubicBezTo>
                        <a:pt x="68104" y="31147"/>
                        <a:pt x="67151" y="31337"/>
                        <a:pt x="65818" y="31432"/>
                      </a:cubicBezTo>
                      <a:lnTo>
                        <a:pt x="62770" y="31432"/>
                      </a:lnTo>
                      <a:cubicBezTo>
                        <a:pt x="56674" y="31432"/>
                        <a:pt x="53435" y="28670"/>
                        <a:pt x="53054" y="23050"/>
                      </a:cubicBezTo>
                      <a:cubicBezTo>
                        <a:pt x="52483" y="26765"/>
                        <a:pt x="50006" y="29337"/>
                        <a:pt x="45529" y="30861"/>
                      </a:cubicBezTo>
                      <a:cubicBezTo>
                        <a:pt x="40005" y="32766"/>
                        <a:pt x="37052" y="33719"/>
                        <a:pt x="36957" y="33909"/>
                      </a:cubicBezTo>
                      <a:cubicBezTo>
                        <a:pt x="37338" y="34480"/>
                        <a:pt x="37529" y="34957"/>
                        <a:pt x="37529" y="35242"/>
                      </a:cubicBezTo>
                      <a:cubicBezTo>
                        <a:pt x="37529" y="36766"/>
                        <a:pt x="36100" y="37338"/>
                        <a:pt x="33338" y="36957"/>
                      </a:cubicBezTo>
                      <a:close/>
                      <a:moveTo>
                        <a:pt x="116586" y="95345"/>
                      </a:moveTo>
                      <a:cubicBezTo>
                        <a:pt x="117920" y="94869"/>
                        <a:pt x="119348" y="95345"/>
                        <a:pt x="121063" y="96679"/>
                      </a:cubicBezTo>
                      <a:lnTo>
                        <a:pt x="121063" y="97441"/>
                      </a:lnTo>
                      <a:lnTo>
                        <a:pt x="116586" y="95250"/>
                      </a:lnTo>
                      <a:close/>
                      <a:moveTo>
                        <a:pt x="124397" y="102013"/>
                      </a:moveTo>
                      <a:lnTo>
                        <a:pt x="123254" y="98965"/>
                      </a:lnTo>
                      <a:lnTo>
                        <a:pt x="125540" y="98965"/>
                      </a:lnTo>
                      <a:lnTo>
                        <a:pt x="124397" y="102013"/>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 name="Google Shape;1386;p99"/>
                <p:cNvSpPr/>
                <p:nvPr/>
              </p:nvSpPr>
              <p:spPr>
                <a:xfrm>
                  <a:off x="4383055" y="5159692"/>
                  <a:ext cx="129126" cy="147351"/>
                </a:xfrm>
                <a:custGeom>
                  <a:avLst/>
                  <a:gdLst/>
                  <a:ahLst/>
                  <a:cxnLst/>
                  <a:rect l="l" t="t" r="r" b="b"/>
                  <a:pathLst>
                    <a:path w="129126" h="147351" extrusionOk="0">
                      <a:moveTo>
                        <a:pt x="124364" y="128588"/>
                      </a:moveTo>
                      <a:cubicBezTo>
                        <a:pt x="127508" y="129159"/>
                        <a:pt x="129127" y="131064"/>
                        <a:pt x="129127" y="134398"/>
                      </a:cubicBezTo>
                      <a:cubicBezTo>
                        <a:pt x="129127" y="132874"/>
                        <a:pt x="128651" y="135541"/>
                        <a:pt x="127793" y="142399"/>
                      </a:cubicBezTo>
                      <a:cubicBezTo>
                        <a:pt x="124841" y="145732"/>
                        <a:pt x="120078" y="147352"/>
                        <a:pt x="113696" y="147352"/>
                      </a:cubicBezTo>
                      <a:cubicBezTo>
                        <a:pt x="103314" y="147352"/>
                        <a:pt x="98456" y="147352"/>
                        <a:pt x="98933" y="147161"/>
                      </a:cubicBezTo>
                      <a:cubicBezTo>
                        <a:pt x="95027" y="146018"/>
                        <a:pt x="93027" y="142589"/>
                        <a:pt x="93027" y="136588"/>
                      </a:cubicBezTo>
                      <a:cubicBezTo>
                        <a:pt x="92837" y="130683"/>
                        <a:pt x="91503" y="127063"/>
                        <a:pt x="88931" y="125444"/>
                      </a:cubicBezTo>
                      <a:cubicBezTo>
                        <a:pt x="87407" y="124873"/>
                        <a:pt x="83693" y="124682"/>
                        <a:pt x="77501" y="124682"/>
                      </a:cubicBezTo>
                      <a:cubicBezTo>
                        <a:pt x="73025" y="124682"/>
                        <a:pt x="69691" y="123539"/>
                        <a:pt x="67310" y="121158"/>
                      </a:cubicBezTo>
                      <a:cubicBezTo>
                        <a:pt x="66929" y="120967"/>
                        <a:pt x="66548" y="118586"/>
                        <a:pt x="66167" y="114014"/>
                      </a:cubicBezTo>
                      <a:cubicBezTo>
                        <a:pt x="65976" y="112014"/>
                        <a:pt x="65214" y="110871"/>
                        <a:pt x="63976" y="110490"/>
                      </a:cubicBezTo>
                      <a:cubicBezTo>
                        <a:pt x="62738" y="112871"/>
                        <a:pt x="61690" y="115443"/>
                        <a:pt x="60928" y="118205"/>
                      </a:cubicBezTo>
                      <a:cubicBezTo>
                        <a:pt x="60166" y="122015"/>
                        <a:pt x="59404" y="124968"/>
                        <a:pt x="58737" y="126778"/>
                      </a:cubicBezTo>
                      <a:cubicBezTo>
                        <a:pt x="57308" y="127159"/>
                        <a:pt x="54927" y="127063"/>
                        <a:pt x="51784" y="126492"/>
                      </a:cubicBezTo>
                      <a:cubicBezTo>
                        <a:pt x="48069" y="125921"/>
                        <a:pt x="45688" y="125635"/>
                        <a:pt x="44640" y="125635"/>
                      </a:cubicBezTo>
                      <a:cubicBezTo>
                        <a:pt x="40830" y="125635"/>
                        <a:pt x="38354" y="127444"/>
                        <a:pt x="37211" y="131064"/>
                      </a:cubicBezTo>
                      <a:cubicBezTo>
                        <a:pt x="37211" y="131540"/>
                        <a:pt x="36258" y="133540"/>
                        <a:pt x="34353" y="137446"/>
                      </a:cubicBezTo>
                      <a:cubicBezTo>
                        <a:pt x="32924" y="140303"/>
                        <a:pt x="32162" y="142684"/>
                        <a:pt x="32162" y="144494"/>
                      </a:cubicBezTo>
                      <a:cubicBezTo>
                        <a:pt x="32162" y="145637"/>
                        <a:pt x="32353" y="146494"/>
                        <a:pt x="32734" y="147256"/>
                      </a:cubicBezTo>
                      <a:lnTo>
                        <a:pt x="16065" y="147256"/>
                      </a:lnTo>
                      <a:cubicBezTo>
                        <a:pt x="8826" y="147256"/>
                        <a:pt x="3492" y="146399"/>
                        <a:pt x="63" y="144780"/>
                      </a:cubicBezTo>
                      <a:cubicBezTo>
                        <a:pt x="-318" y="136112"/>
                        <a:pt x="1016" y="127730"/>
                        <a:pt x="4349" y="119634"/>
                      </a:cubicBezTo>
                      <a:cubicBezTo>
                        <a:pt x="7588" y="111633"/>
                        <a:pt x="10922" y="103441"/>
                        <a:pt x="14446" y="95345"/>
                      </a:cubicBezTo>
                      <a:cubicBezTo>
                        <a:pt x="13017" y="94583"/>
                        <a:pt x="12160" y="93726"/>
                        <a:pt x="12160" y="92869"/>
                      </a:cubicBezTo>
                      <a:cubicBezTo>
                        <a:pt x="12160" y="92297"/>
                        <a:pt x="12541" y="91440"/>
                        <a:pt x="13017" y="90202"/>
                      </a:cubicBezTo>
                      <a:cubicBezTo>
                        <a:pt x="13589" y="88963"/>
                        <a:pt x="13874" y="88201"/>
                        <a:pt x="13874" y="87535"/>
                      </a:cubicBezTo>
                      <a:cubicBezTo>
                        <a:pt x="13874" y="86868"/>
                        <a:pt x="13684" y="86201"/>
                        <a:pt x="13303" y="85630"/>
                      </a:cubicBezTo>
                      <a:cubicBezTo>
                        <a:pt x="12922" y="83344"/>
                        <a:pt x="14446" y="81724"/>
                        <a:pt x="17875" y="80486"/>
                      </a:cubicBezTo>
                      <a:cubicBezTo>
                        <a:pt x="21304" y="79248"/>
                        <a:pt x="23018" y="78200"/>
                        <a:pt x="23018" y="77343"/>
                      </a:cubicBezTo>
                      <a:cubicBezTo>
                        <a:pt x="23018" y="76771"/>
                        <a:pt x="22542" y="75914"/>
                        <a:pt x="21685" y="74771"/>
                      </a:cubicBezTo>
                      <a:lnTo>
                        <a:pt x="21685" y="75057"/>
                      </a:lnTo>
                      <a:cubicBezTo>
                        <a:pt x="21685" y="74295"/>
                        <a:pt x="21399" y="73819"/>
                        <a:pt x="20828" y="73723"/>
                      </a:cubicBezTo>
                      <a:cubicBezTo>
                        <a:pt x="21590" y="72580"/>
                        <a:pt x="23018" y="71914"/>
                        <a:pt x="25209" y="71818"/>
                      </a:cubicBezTo>
                      <a:cubicBezTo>
                        <a:pt x="28733" y="71247"/>
                        <a:pt x="30924" y="70866"/>
                        <a:pt x="31591" y="70675"/>
                      </a:cubicBezTo>
                      <a:cubicBezTo>
                        <a:pt x="31591" y="68961"/>
                        <a:pt x="31210" y="67437"/>
                        <a:pt x="30257" y="65913"/>
                      </a:cubicBezTo>
                      <a:cubicBezTo>
                        <a:pt x="29019" y="63627"/>
                        <a:pt x="27400" y="62960"/>
                        <a:pt x="25590" y="63627"/>
                      </a:cubicBezTo>
                      <a:lnTo>
                        <a:pt x="21780" y="63627"/>
                      </a:lnTo>
                      <a:cubicBezTo>
                        <a:pt x="21590" y="60960"/>
                        <a:pt x="22828" y="58483"/>
                        <a:pt x="25590" y="56483"/>
                      </a:cubicBezTo>
                      <a:lnTo>
                        <a:pt x="27305" y="41243"/>
                      </a:lnTo>
                      <a:cubicBezTo>
                        <a:pt x="28924" y="41053"/>
                        <a:pt x="29876" y="40100"/>
                        <a:pt x="30353" y="38195"/>
                      </a:cubicBezTo>
                      <a:cubicBezTo>
                        <a:pt x="30734" y="35623"/>
                        <a:pt x="31210" y="34004"/>
                        <a:pt x="31686" y="33433"/>
                      </a:cubicBezTo>
                      <a:cubicBezTo>
                        <a:pt x="31686" y="31242"/>
                        <a:pt x="32734" y="27717"/>
                        <a:pt x="34734" y="22765"/>
                      </a:cubicBezTo>
                      <a:cubicBezTo>
                        <a:pt x="36830" y="17907"/>
                        <a:pt x="37877" y="14288"/>
                        <a:pt x="38163" y="11906"/>
                      </a:cubicBezTo>
                      <a:cubicBezTo>
                        <a:pt x="38449" y="11525"/>
                        <a:pt x="39020" y="9334"/>
                        <a:pt x="39497" y="5524"/>
                      </a:cubicBezTo>
                      <a:cubicBezTo>
                        <a:pt x="40068" y="2857"/>
                        <a:pt x="41402" y="1524"/>
                        <a:pt x="43688" y="1143"/>
                      </a:cubicBezTo>
                      <a:lnTo>
                        <a:pt x="48069" y="1143"/>
                      </a:lnTo>
                      <a:cubicBezTo>
                        <a:pt x="48831" y="3524"/>
                        <a:pt x="49688" y="4763"/>
                        <a:pt x="50546" y="4763"/>
                      </a:cubicBezTo>
                      <a:cubicBezTo>
                        <a:pt x="51117" y="4763"/>
                        <a:pt x="52070" y="4000"/>
                        <a:pt x="53594" y="2381"/>
                      </a:cubicBezTo>
                      <a:cubicBezTo>
                        <a:pt x="55022" y="857"/>
                        <a:pt x="56356" y="0"/>
                        <a:pt x="57499" y="0"/>
                      </a:cubicBezTo>
                      <a:cubicBezTo>
                        <a:pt x="57785" y="0"/>
                        <a:pt x="58261" y="0"/>
                        <a:pt x="58832" y="190"/>
                      </a:cubicBezTo>
                      <a:lnTo>
                        <a:pt x="82645" y="1143"/>
                      </a:lnTo>
                      <a:cubicBezTo>
                        <a:pt x="88741" y="10287"/>
                        <a:pt x="91789" y="16383"/>
                        <a:pt x="91789" y="19050"/>
                      </a:cubicBezTo>
                      <a:cubicBezTo>
                        <a:pt x="91789" y="20002"/>
                        <a:pt x="91598" y="20955"/>
                        <a:pt x="91217" y="21812"/>
                      </a:cubicBezTo>
                      <a:cubicBezTo>
                        <a:pt x="95027" y="23813"/>
                        <a:pt x="97123" y="26479"/>
                        <a:pt x="97123" y="29908"/>
                      </a:cubicBezTo>
                      <a:cubicBezTo>
                        <a:pt x="97123" y="30861"/>
                        <a:pt x="96837" y="32194"/>
                        <a:pt x="96456" y="34195"/>
                      </a:cubicBezTo>
                      <a:cubicBezTo>
                        <a:pt x="96075" y="36100"/>
                        <a:pt x="95885" y="37433"/>
                        <a:pt x="95885" y="38481"/>
                      </a:cubicBezTo>
                      <a:cubicBezTo>
                        <a:pt x="95885" y="41529"/>
                        <a:pt x="97980" y="44005"/>
                        <a:pt x="102076" y="45625"/>
                      </a:cubicBezTo>
                      <a:cubicBezTo>
                        <a:pt x="101314" y="50292"/>
                        <a:pt x="102076" y="55816"/>
                        <a:pt x="104362" y="62293"/>
                      </a:cubicBezTo>
                      <a:cubicBezTo>
                        <a:pt x="106076" y="68008"/>
                        <a:pt x="107981" y="73628"/>
                        <a:pt x="109886" y="79248"/>
                      </a:cubicBezTo>
                      <a:lnTo>
                        <a:pt x="108458" y="79248"/>
                      </a:lnTo>
                      <a:cubicBezTo>
                        <a:pt x="109220" y="79534"/>
                        <a:pt x="109601" y="81058"/>
                        <a:pt x="109696" y="83534"/>
                      </a:cubicBezTo>
                      <a:cubicBezTo>
                        <a:pt x="109696" y="86011"/>
                        <a:pt x="110553" y="87249"/>
                        <a:pt x="111791" y="87249"/>
                      </a:cubicBezTo>
                      <a:cubicBezTo>
                        <a:pt x="112363" y="87249"/>
                        <a:pt x="113030" y="87058"/>
                        <a:pt x="113792" y="86677"/>
                      </a:cubicBezTo>
                      <a:cubicBezTo>
                        <a:pt x="113982" y="89725"/>
                        <a:pt x="114173" y="92678"/>
                        <a:pt x="114363" y="95726"/>
                      </a:cubicBezTo>
                      <a:cubicBezTo>
                        <a:pt x="114935" y="99727"/>
                        <a:pt x="116554" y="102298"/>
                        <a:pt x="119316" y="103822"/>
                      </a:cubicBezTo>
                      <a:cubicBezTo>
                        <a:pt x="118745" y="105442"/>
                        <a:pt x="118459" y="107061"/>
                        <a:pt x="118459" y="108394"/>
                      </a:cubicBezTo>
                      <a:cubicBezTo>
                        <a:pt x="118459" y="110776"/>
                        <a:pt x="119507" y="113538"/>
                        <a:pt x="121793" y="116776"/>
                      </a:cubicBezTo>
                      <a:cubicBezTo>
                        <a:pt x="123983" y="120015"/>
                        <a:pt x="125031" y="122682"/>
                        <a:pt x="125031" y="124873"/>
                      </a:cubicBezTo>
                      <a:cubicBezTo>
                        <a:pt x="125031" y="125921"/>
                        <a:pt x="124841" y="127159"/>
                        <a:pt x="124460" y="128397"/>
                      </a:cubicBezTo>
                      <a:close/>
                      <a:moveTo>
                        <a:pt x="17684" y="74866"/>
                      </a:moveTo>
                      <a:lnTo>
                        <a:pt x="17684" y="78581"/>
                      </a:lnTo>
                      <a:lnTo>
                        <a:pt x="16256" y="74866"/>
                      </a:lnTo>
                      <a:lnTo>
                        <a:pt x="17684" y="74866"/>
                      </a:lnTo>
                      <a:close/>
                      <a:moveTo>
                        <a:pt x="22923" y="131635"/>
                      </a:moveTo>
                      <a:cubicBezTo>
                        <a:pt x="23780" y="130778"/>
                        <a:pt x="23780" y="129921"/>
                        <a:pt x="22923" y="128968"/>
                      </a:cubicBezTo>
                      <a:lnTo>
                        <a:pt x="22923" y="131635"/>
                      </a:lnTo>
                      <a:cubicBezTo>
                        <a:pt x="22161" y="132302"/>
                        <a:pt x="21590" y="132874"/>
                        <a:pt x="20923" y="133636"/>
                      </a:cubicBezTo>
                      <a:cubicBezTo>
                        <a:pt x="21113" y="133826"/>
                        <a:pt x="21780" y="134017"/>
                        <a:pt x="22923" y="134207"/>
                      </a:cubicBezTo>
                      <a:lnTo>
                        <a:pt x="22923" y="131635"/>
                      </a:lnTo>
                      <a:close/>
                      <a:moveTo>
                        <a:pt x="24066" y="25241"/>
                      </a:moveTo>
                      <a:cubicBezTo>
                        <a:pt x="22637" y="23717"/>
                        <a:pt x="21875" y="22669"/>
                        <a:pt x="21875" y="22098"/>
                      </a:cubicBezTo>
                      <a:cubicBezTo>
                        <a:pt x="21875" y="21622"/>
                        <a:pt x="22161" y="20955"/>
                        <a:pt x="23018" y="20479"/>
                      </a:cubicBezTo>
                      <a:cubicBezTo>
                        <a:pt x="23685" y="20479"/>
                        <a:pt x="24161" y="21146"/>
                        <a:pt x="24161" y="22384"/>
                      </a:cubicBezTo>
                      <a:lnTo>
                        <a:pt x="24161" y="25241"/>
                      </a:lnTo>
                      <a:close/>
                      <a:moveTo>
                        <a:pt x="79025" y="97822"/>
                      </a:moveTo>
                      <a:cubicBezTo>
                        <a:pt x="80264" y="96393"/>
                        <a:pt x="80930" y="94679"/>
                        <a:pt x="80930" y="92869"/>
                      </a:cubicBezTo>
                      <a:cubicBezTo>
                        <a:pt x="80930" y="91059"/>
                        <a:pt x="80168" y="88582"/>
                        <a:pt x="78359" y="85725"/>
                      </a:cubicBezTo>
                      <a:cubicBezTo>
                        <a:pt x="76739" y="82677"/>
                        <a:pt x="75882" y="80677"/>
                        <a:pt x="75882" y="79534"/>
                      </a:cubicBezTo>
                      <a:cubicBezTo>
                        <a:pt x="75882" y="78105"/>
                        <a:pt x="76644" y="76867"/>
                        <a:pt x="78073" y="75914"/>
                      </a:cubicBezTo>
                      <a:lnTo>
                        <a:pt x="75025" y="72866"/>
                      </a:lnTo>
                      <a:cubicBezTo>
                        <a:pt x="75977" y="71342"/>
                        <a:pt x="76454" y="70009"/>
                        <a:pt x="76454" y="68675"/>
                      </a:cubicBezTo>
                      <a:cubicBezTo>
                        <a:pt x="76454" y="67056"/>
                        <a:pt x="75025" y="65056"/>
                        <a:pt x="72263" y="62960"/>
                      </a:cubicBezTo>
                      <a:cubicBezTo>
                        <a:pt x="69500" y="60769"/>
                        <a:pt x="68167" y="58864"/>
                        <a:pt x="68167" y="56959"/>
                      </a:cubicBezTo>
                      <a:cubicBezTo>
                        <a:pt x="68167" y="55626"/>
                        <a:pt x="68548" y="54292"/>
                        <a:pt x="69500" y="52864"/>
                      </a:cubicBezTo>
                      <a:cubicBezTo>
                        <a:pt x="66929" y="47339"/>
                        <a:pt x="64357" y="44482"/>
                        <a:pt x="61690" y="44482"/>
                      </a:cubicBezTo>
                      <a:cubicBezTo>
                        <a:pt x="58166" y="47625"/>
                        <a:pt x="56451" y="54959"/>
                        <a:pt x="56451" y="66199"/>
                      </a:cubicBezTo>
                      <a:cubicBezTo>
                        <a:pt x="52736" y="65627"/>
                        <a:pt x="50927" y="66675"/>
                        <a:pt x="50927" y="69437"/>
                      </a:cubicBezTo>
                      <a:cubicBezTo>
                        <a:pt x="50927" y="70580"/>
                        <a:pt x="51308" y="72390"/>
                        <a:pt x="52165" y="74866"/>
                      </a:cubicBezTo>
                      <a:cubicBezTo>
                        <a:pt x="52927" y="77343"/>
                        <a:pt x="53213" y="78772"/>
                        <a:pt x="53022" y="79153"/>
                      </a:cubicBezTo>
                      <a:cubicBezTo>
                        <a:pt x="52736" y="80200"/>
                        <a:pt x="52070" y="81153"/>
                        <a:pt x="50546" y="81820"/>
                      </a:cubicBezTo>
                      <a:cubicBezTo>
                        <a:pt x="49022" y="82677"/>
                        <a:pt x="48164" y="83153"/>
                        <a:pt x="47783" y="83629"/>
                      </a:cubicBezTo>
                      <a:cubicBezTo>
                        <a:pt x="47402" y="85344"/>
                        <a:pt x="47212" y="86868"/>
                        <a:pt x="47212" y="88297"/>
                      </a:cubicBezTo>
                      <a:cubicBezTo>
                        <a:pt x="47212" y="95536"/>
                        <a:pt x="51308" y="99727"/>
                        <a:pt x="59404" y="100774"/>
                      </a:cubicBezTo>
                      <a:cubicBezTo>
                        <a:pt x="60928" y="101251"/>
                        <a:pt x="61595" y="102013"/>
                        <a:pt x="61595" y="103251"/>
                      </a:cubicBezTo>
                      <a:cubicBezTo>
                        <a:pt x="61595" y="104584"/>
                        <a:pt x="61595" y="105727"/>
                        <a:pt x="61976" y="106680"/>
                      </a:cubicBezTo>
                      <a:cubicBezTo>
                        <a:pt x="62071" y="107823"/>
                        <a:pt x="62738" y="108299"/>
                        <a:pt x="63881" y="108490"/>
                      </a:cubicBezTo>
                      <a:cubicBezTo>
                        <a:pt x="63595" y="104204"/>
                        <a:pt x="65214" y="101536"/>
                        <a:pt x="69215" y="100393"/>
                      </a:cubicBezTo>
                      <a:cubicBezTo>
                        <a:pt x="72358" y="99536"/>
                        <a:pt x="75596" y="98584"/>
                        <a:pt x="78930" y="97631"/>
                      </a:cubicBezTo>
                      <a:close/>
                      <a:moveTo>
                        <a:pt x="104267" y="87821"/>
                      </a:moveTo>
                      <a:lnTo>
                        <a:pt x="101981" y="85725"/>
                      </a:lnTo>
                      <a:lnTo>
                        <a:pt x="104267" y="83725"/>
                      </a:lnTo>
                      <a:lnTo>
                        <a:pt x="101981" y="83725"/>
                      </a:lnTo>
                      <a:cubicBezTo>
                        <a:pt x="101409" y="84487"/>
                        <a:pt x="100933" y="84867"/>
                        <a:pt x="100361" y="84867"/>
                      </a:cubicBezTo>
                      <a:cubicBezTo>
                        <a:pt x="99790" y="84867"/>
                        <a:pt x="99123" y="84391"/>
                        <a:pt x="98361" y="83058"/>
                      </a:cubicBezTo>
                      <a:cubicBezTo>
                        <a:pt x="97504" y="81915"/>
                        <a:pt x="97028" y="81439"/>
                        <a:pt x="96837" y="81439"/>
                      </a:cubicBezTo>
                      <a:cubicBezTo>
                        <a:pt x="96075" y="84487"/>
                        <a:pt x="98552" y="86582"/>
                        <a:pt x="104362" y="87821"/>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 name="Google Shape;1387;p99"/>
                <p:cNvSpPr/>
                <p:nvPr/>
              </p:nvSpPr>
              <p:spPr>
                <a:xfrm>
                  <a:off x="4528374" y="5158263"/>
                  <a:ext cx="130111" cy="172339"/>
                </a:xfrm>
                <a:custGeom>
                  <a:avLst/>
                  <a:gdLst/>
                  <a:ahLst/>
                  <a:cxnLst/>
                  <a:rect l="l" t="t" r="r" b="b"/>
                  <a:pathLst>
                    <a:path w="130111" h="172339" extrusionOk="0">
                      <a:moveTo>
                        <a:pt x="109442" y="80010"/>
                      </a:moveTo>
                      <a:cubicBezTo>
                        <a:pt x="110014" y="81629"/>
                        <a:pt x="111633" y="84487"/>
                        <a:pt x="114300" y="88583"/>
                      </a:cubicBezTo>
                      <a:cubicBezTo>
                        <a:pt x="116396" y="92107"/>
                        <a:pt x="117348" y="95155"/>
                        <a:pt x="117348" y="97536"/>
                      </a:cubicBezTo>
                      <a:cubicBezTo>
                        <a:pt x="117348" y="99536"/>
                        <a:pt x="116872" y="101632"/>
                        <a:pt x="116015" y="103632"/>
                      </a:cubicBezTo>
                      <a:cubicBezTo>
                        <a:pt x="116776" y="106013"/>
                        <a:pt x="117158" y="108776"/>
                        <a:pt x="117158" y="111633"/>
                      </a:cubicBezTo>
                      <a:cubicBezTo>
                        <a:pt x="117158" y="118967"/>
                        <a:pt x="115252" y="124206"/>
                        <a:pt x="111633" y="127159"/>
                      </a:cubicBezTo>
                      <a:cubicBezTo>
                        <a:pt x="112014" y="126397"/>
                        <a:pt x="112205" y="125730"/>
                        <a:pt x="112205" y="124968"/>
                      </a:cubicBezTo>
                      <a:cubicBezTo>
                        <a:pt x="112205" y="121920"/>
                        <a:pt x="110585" y="120587"/>
                        <a:pt x="107347" y="120587"/>
                      </a:cubicBezTo>
                      <a:cubicBezTo>
                        <a:pt x="105823" y="120587"/>
                        <a:pt x="104394" y="120872"/>
                        <a:pt x="103156" y="121634"/>
                      </a:cubicBezTo>
                      <a:lnTo>
                        <a:pt x="105347" y="123825"/>
                      </a:lnTo>
                      <a:cubicBezTo>
                        <a:pt x="104394" y="123254"/>
                        <a:pt x="103632" y="122968"/>
                        <a:pt x="102870" y="122968"/>
                      </a:cubicBezTo>
                      <a:cubicBezTo>
                        <a:pt x="101536" y="122968"/>
                        <a:pt x="100298" y="124016"/>
                        <a:pt x="99155" y="126206"/>
                      </a:cubicBezTo>
                      <a:cubicBezTo>
                        <a:pt x="97917" y="128207"/>
                        <a:pt x="96774" y="130397"/>
                        <a:pt x="95631" y="132398"/>
                      </a:cubicBezTo>
                      <a:lnTo>
                        <a:pt x="96679" y="133826"/>
                      </a:lnTo>
                      <a:cubicBezTo>
                        <a:pt x="95250" y="133350"/>
                        <a:pt x="93440" y="133731"/>
                        <a:pt x="91345" y="134588"/>
                      </a:cubicBezTo>
                      <a:lnTo>
                        <a:pt x="91345" y="136779"/>
                      </a:lnTo>
                      <a:cubicBezTo>
                        <a:pt x="90678" y="136208"/>
                        <a:pt x="89821" y="135636"/>
                        <a:pt x="88868" y="134969"/>
                      </a:cubicBezTo>
                      <a:cubicBezTo>
                        <a:pt x="88011" y="134303"/>
                        <a:pt x="87058" y="134208"/>
                        <a:pt x="86201" y="134588"/>
                      </a:cubicBezTo>
                      <a:cubicBezTo>
                        <a:pt x="87440" y="136589"/>
                        <a:pt x="89535" y="140684"/>
                        <a:pt x="92297" y="146780"/>
                      </a:cubicBezTo>
                      <a:cubicBezTo>
                        <a:pt x="82677" y="147542"/>
                        <a:pt x="74581" y="147923"/>
                        <a:pt x="67913" y="147923"/>
                      </a:cubicBezTo>
                      <a:cubicBezTo>
                        <a:pt x="61246" y="147923"/>
                        <a:pt x="53340" y="147542"/>
                        <a:pt x="44101" y="146780"/>
                      </a:cubicBezTo>
                      <a:cubicBezTo>
                        <a:pt x="44101" y="145352"/>
                        <a:pt x="43148" y="144113"/>
                        <a:pt x="41148" y="143351"/>
                      </a:cubicBezTo>
                      <a:cubicBezTo>
                        <a:pt x="39243" y="142685"/>
                        <a:pt x="38291" y="141732"/>
                        <a:pt x="38291" y="140589"/>
                      </a:cubicBezTo>
                      <a:cubicBezTo>
                        <a:pt x="38291" y="140208"/>
                        <a:pt x="38291" y="139732"/>
                        <a:pt x="38576" y="138875"/>
                      </a:cubicBezTo>
                      <a:cubicBezTo>
                        <a:pt x="36862" y="139922"/>
                        <a:pt x="35147" y="140303"/>
                        <a:pt x="33052" y="140303"/>
                      </a:cubicBezTo>
                      <a:cubicBezTo>
                        <a:pt x="29718" y="140303"/>
                        <a:pt x="22574" y="137636"/>
                        <a:pt x="11716" y="132302"/>
                      </a:cubicBezTo>
                      <a:lnTo>
                        <a:pt x="9525" y="126968"/>
                      </a:lnTo>
                      <a:lnTo>
                        <a:pt x="6477" y="128111"/>
                      </a:lnTo>
                      <a:lnTo>
                        <a:pt x="0" y="108966"/>
                      </a:lnTo>
                      <a:cubicBezTo>
                        <a:pt x="2286" y="106585"/>
                        <a:pt x="9716" y="99632"/>
                        <a:pt x="22479" y="88202"/>
                      </a:cubicBezTo>
                      <a:cubicBezTo>
                        <a:pt x="24193" y="88106"/>
                        <a:pt x="25527" y="88868"/>
                        <a:pt x="26670" y="90773"/>
                      </a:cubicBezTo>
                      <a:cubicBezTo>
                        <a:pt x="27908" y="93154"/>
                        <a:pt x="29051" y="94583"/>
                        <a:pt x="30004" y="95155"/>
                      </a:cubicBezTo>
                      <a:cubicBezTo>
                        <a:pt x="30290" y="97441"/>
                        <a:pt x="33433" y="103251"/>
                        <a:pt x="39338" y="112967"/>
                      </a:cubicBezTo>
                      <a:cubicBezTo>
                        <a:pt x="40862" y="112300"/>
                        <a:pt x="42100" y="112109"/>
                        <a:pt x="43148" y="112109"/>
                      </a:cubicBezTo>
                      <a:cubicBezTo>
                        <a:pt x="44863" y="112109"/>
                        <a:pt x="46673" y="113252"/>
                        <a:pt x="48673" y="115348"/>
                      </a:cubicBezTo>
                      <a:cubicBezTo>
                        <a:pt x="50768" y="117443"/>
                        <a:pt x="52483" y="118586"/>
                        <a:pt x="54007" y="118586"/>
                      </a:cubicBezTo>
                      <a:cubicBezTo>
                        <a:pt x="54769" y="118586"/>
                        <a:pt x="55626" y="118301"/>
                        <a:pt x="56769" y="117729"/>
                      </a:cubicBezTo>
                      <a:cubicBezTo>
                        <a:pt x="56198" y="118777"/>
                        <a:pt x="56959" y="120110"/>
                        <a:pt x="58960" y="121634"/>
                      </a:cubicBezTo>
                      <a:cubicBezTo>
                        <a:pt x="59531" y="116586"/>
                        <a:pt x="63532" y="113824"/>
                        <a:pt x="70866" y="113062"/>
                      </a:cubicBezTo>
                      <a:lnTo>
                        <a:pt x="75248" y="113062"/>
                      </a:lnTo>
                      <a:cubicBezTo>
                        <a:pt x="74867" y="113919"/>
                        <a:pt x="75152" y="114681"/>
                        <a:pt x="76105" y="115253"/>
                      </a:cubicBezTo>
                      <a:cubicBezTo>
                        <a:pt x="77438" y="114395"/>
                        <a:pt x="78105" y="113157"/>
                        <a:pt x="78105" y="111633"/>
                      </a:cubicBezTo>
                      <a:cubicBezTo>
                        <a:pt x="78105" y="111062"/>
                        <a:pt x="77915" y="110300"/>
                        <a:pt x="77724" y="109061"/>
                      </a:cubicBezTo>
                      <a:cubicBezTo>
                        <a:pt x="77438" y="107918"/>
                        <a:pt x="77248" y="107156"/>
                        <a:pt x="77248" y="106585"/>
                      </a:cubicBezTo>
                      <a:cubicBezTo>
                        <a:pt x="77248" y="105251"/>
                        <a:pt x="77629" y="104299"/>
                        <a:pt x="78391" y="103632"/>
                      </a:cubicBezTo>
                      <a:cubicBezTo>
                        <a:pt x="79153" y="102013"/>
                        <a:pt x="77343" y="98774"/>
                        <a:pt x="73152" y="93917"/>
                      </a:cubicBezTo>
                      <a:cubicBezTo>
                        <a:pt x="71818" y="94488"/>
                        <a:pt x="70771" y="94679"/>
                        <a:pt x="69818" y="94679"/>
                      </a:cubicBezTo>
                      <a:cubicBezTo>
                        <a:pt x="68199" y="94679"/>
                        <a:pt x="66580" y="93345"/>
                        <a:pt x="65056" y="90392"/>
                      </a:cubicBezTo>
                      <a:cubicBezTo>
                        <a:pt x="63627" y="87535"/>
                        <a:pt x="62103" y="86201"/>
                        <a:pt x="60769" y="86201"/>
                      </a:cubicBezTo>
                      <a:cubicBezTo>
                        <a:pt x="59626" y="86201"/>
                        <a:pt x="58293" y="86583"/>
                        <a:pt x="56864" y="87535"/>
                      </a:cubicBezTo>
                      <a:cubicBezTo>
                        <a:pt x="54959" y="85725"/>
                        <a:pt x="52007" y="84296"/>
                        <a:pt x="48006" y="83439"/>
                      </a:cubicBezTo>
                      <a:lnTo>
                        <a:pt x="37814" y="80867"/>
                      </a:lnTo>
                      <a:cubicBezTo>
                        <a:pt x="36576" y="77534"/>
                        <a:pt x="33909" y="75629"/>
                        <a:pt x="30099" y="75057"/>
                      </a:cubicBezTo>
                      <a:cubicBezTo>
                        <a:pt x="25432" y="74200"/>
                        <a:pt x="22574" y="72962"/>
                        <a:pt x="21431" y="71438"/>
                      </a:cubicBezTo>
                      <a:lnTo>
                        <a:pt x="19145" y="73628"/>
                      </a:lnTo>
                      <a:cubicBezTo>
                        <a:pt x="18955" y="73057"/>
                        <a:pt x="18764" y="72485"/>
                        <a:pt x="18764" y="71723"/>
                      </a:cubicBezTo>
                      <a:cubicBezTo>
                        <a:pt x="18764" y="70961"/>
                        <a:pt x="18955" y="69723"/>
                        <a:pt x="19241" y="68104"/>
                      </a:cubicBezTo>
                      <a:cubicBezTo>
                        <a:pt x="19431" y="66389"/>
                        <a:pt x="19622" y="65056"/>
                        <a:pt x="19622" y="64199"/>
                      </a:cubicBezTo>
                      <a:cubicBezTo>
                        <a:pt x="19622" y="61817"/>
                        <a:pt x="18669" y="59912"/>
                        <a:pt x="16859" y="58579"/>
                      </a:cubicBezTo>
                      <a:cubicBezTo>
                        <a:pt x="17240" y="57912"/>
                        <a:pt x="17621" y="57150"/>
                        <a:pt x="18098" y="56293"/>
                      </a:cubicBezTo>
                      <a:cubicBezTo>
                        <a:pt x="18478" y="55436"/>
                        <a:pt x="19241" y="55150"/>
                        <a:pt x="20193" y="55340"/>
                      </a:cubicBezTo>
                      <a:cubicBezTo>
                        <a:pt x="21336" y="56102"/>
                        <a:pt x="21526" y="57150"/>
                        <a:pt x="20860" y="58579"/>
                      </a:cubicBezTo>
                      <a:cubicBezTo>
                        <a:pt x="20193" y="59912"/>
                        <a:pt x="20765" y="60865"/>
                        <a:pt x="22289" y="61532"/>
                      </a:cubicBezTo>
                      <a:cubicBezTo>
                        <a:pt x="24670" y="59531"/>
                        <a:pt x="25908" y="57341"/>
                        <a:pt x="25908" y="55340"/>
                      </a:cubicBezTo>
                      <a:cubicBezTo>
                        <a:pt x="25908" y="54388"/>
                        <a:pt x="25432" y="53626"/>
                        <a:pt x="24479" y="52864"/>
                      </a:cubicBezTo>
                      <a:cubicBezTo>
                        <a:pt x="25622" y="52388"/>
                        <a:pt x="26860" y="51435"/>
                        <a:pt x="28384" y="49816"/>
                      </a:cubicBezTo>
                      <a:cubicBezTo>
                        <a:pt x="28003" y="49054"/>
                        <a:pt x="27527" y="48768"/>
                        <a:pt x="26765" y="48768"/>
                      </a:cubicBezTo>
                      <a:cubicBezTo>
                        <a:pt x="26384" y="48768"/>
                        <a:pt x="25717" y="49054"/>
                        <a:pt x="24670" y="49721"/>
                      </a:cubicBezTo>
                      <a:cubicBezTo>
                        <a:pt x="23622" y="50387"/>
                        <a:pt x="22765" y="50768"/>
                        <a:pt x="22289" y="50768"/>
                      </a:cubicBezTo>
                      <a:cubicBezTo>
                        <a:pt x="22289" y="50292"/>
                        <a:pt x="22574" y="49625"/>
                        <a:pt x="22955" y="48483"/>
                      </a:cubicBezTo>
                      <a:cubicBezTo>
                        <a:pt x="23432" y="47435"/>
                        <a:pt x="23622" y="46387"/>
                        <a:pt x="23622" y="45529"/>
                      </a:cubicBezTo>
                      <a:cubicBezTo>
                        <a:pt x="22860" y="45911"/>
                        <a:pt x="22193" y="46006"/>
                        <a:pt x="21526" y="46006"/>
                      </a:cubicBezTo>
                      <a:cubicBezTo>
                        <a:pt x="19907" y="46006"/>
                        <a:pt x="18478" y="44863"/>
                        <a:pt x="16955" y="42672"/>
                      </a:cubicBezTo>
                      <a:cubicBezTo>
                        <a:pt x="14954" y="39910"/>
                        <a:pt x="13621" y="38195"/>
                        <a:pt x="12859" y="37719"/>
                      </a:cubicBezTo>
                      <a:lnTo>
                        <a:pt x="12859" y="28194"/>
                      </a:lnTo>
                      <a:cubicBezTo>
                        <a:pt x="14192" y="26956"/>
                        <a:pt x="15621" y="24575"/>
                        <a:pt x="17431" y="21146"/>
                      </a:cubicBezTo>
                      <a:cubicBezTo>
                        <a:pt x="19241" y="17717"/>
                        <a:pt x="20479" y="15431"/>
                        <a:pt x="21241" y="14383"/>
                      </a:cubicBezTo>
                      <a:cubicBezTo>
                        <a:pt x="23622" y="13621"/>
                        <a:pt x="26384" y="11144"/>
                        <a:pt x="29527" y="6858"/>
                      </a:cubicBezTo>
                      <a:cubicBezTo>
                        <a:pt x="31909" y="3524"/>
                        <a:pt x="34957" y="2000"/>
                        <a:pt x="38386" y="2477"/>
                      </a:cubicBezTo>
                      <a:cubicBezTo>
                        <a:pt x="41529" y="762"/>
                        <a:pt x="45720" y="0"/>
                        <a:pt x="51149" y="286"/>
                      </a:cubicBezTo>
                      <a:cubicBezTo>
                        <a:pt x="57912" y="476"/>
                        <a:pt x="62389" y="286"/>
                        <a:pt x="64389" y="0"/>
                      </a:cubicBezTo>
                      <a:lnTo>
                        <a:pt x="91250" y="1429"/>
                      </a:lnTo>
                      <a:cubicBezTo>
                        <a:pt x="96298" y="4001"/>
                        <a:pt x="99346" y="5810"/>
                        <a:pt x="100489" y="6668"/>
                      </a:cubicBezTo>
                      <a:cubicBezTo>
                        <a:pt x="103442" y="8858"/>
                        <a:pt x="105347" y="11716"/>
                        <a:pt x="106394" y="15240"/>
                      </a:cubicBezTo>
                      <a:cubicBezTo>
                        <a:pt x="107347" y="14954"/>
                        <a:pt x="108204" y="15145"/>
                        <a:pt x="109157" y="15907"/>
                      </a:cubicBezTo>
                      <a:cubicBezTo>
                        <a:pt x="110109" y="16859"/>
                        <a:pt x="110871" y="17621"/>
                        <a:pt x="111633" y="18669"/>
                      </a:cubicBezTo>
                      <a:cubicBezTo>
                        <a:pt x="109252" y="18669"/>
                        <a:pt x="108014" y="19050"/>
                        <a:pt x="108014" y="20003"/>
                      </a:cubicBezTo>
                      <a:cubicBezTo>
                        <a:pt x="108014" y="20384"/>
                        <a:pt x="108394" y="21146"/>
                        <a:pt x="109061" y="22289"/>
                      </a:cubicBezTo>
                      <a:cubicBezTo>
                        <a:pt x="109728" y="23432"/>
                        <a:pt x="110014" y="24289"/>
                        <a:pt x="110014" y="24956"/>
                      </a:cubicBezTo>
                      <a:cubicBezTo>
                        <a:pt x="110014" y="25718"/>
                        <a:pt x="109538" y="26479"/>
                        <a:pt x="108680" y="27242"/>
                      </a:cubicBezTo>
                      <a:cubicBezTo>
                        <a:pt x="107728" y="26861"/>
                        <a:pt x="106966" y="26765"/>
                        <a:pt x="106394" y="26765"/>
                      </a:cubicBezTo>
                      <a:cubicBezTo>
                        <a:pt x="105251" y="26765"/>
                        <a:pt x="104584" y="27908"/>
                        <a:pt x="104394" y="30385"/>
                      </a:cubicBezTo>
                      <a:cubicBezTo>
                        <a:pt x="104203" y="32766"/>
                        <a:pt x="103727" y="34195"/>
                        <a:pt x="102870" y="34766"/>
                      </a:cubicBezTo>
                      <a:cubicBezTo>
                        <a:pt x="102013" y="35243"/>
                        <a:pt x="100489" y="37243"/>
                        <a:pt x="98298" y="40767"/>
                      </a:cubicBezTo>
                      <a:cubicBezTo>
                        <a:pt x="96107" y="44387"/>
                        <a:pt x="94107" y="46196"/>
                        <a:pt x="92488" y="46196"/>
                      </a:cubicBezTo>
                      <a:cubicBezTo>
                        <a:pt x="90964" y="46196"/>
                        <a:pt x="89440" y="45053"/>
                        <a:pt x="87725" y="42482"/>
                      </a:cubicBezTo>
                      <a:cubicBezTo>
                        <a:pt x="83344" y="36481"/>
                        <a:pt x="78581" y="32576"/>
                        <a:pt x="73819" y="30956"/>
                      </a:cubicBezTo>
                      <a:lnTo>
                        <a:pt x="71628" y="27337"/>
                      </a:lnTo>
                      <a:cubicBezTo>
                        <a:pt x="67056" y="28099"/>
                        <a:pt x="62389" y="28766"/>
                        <a:pt x="57817" y="29337"/>
                      </a:cubicBezTo>
                      <a:cubicBezTo>
                        <a:pt x="52388" y="30480"/>
                        <a:pt x="48577" y="33338"/>
                        <a:pt x="46101" y="38005"/>
                      </a:cubicBezTo>
                      <a:cubicBezTo>
                        <a:pt x="45625" y="42386"/>
                        <a:pt x="46482" y="45911"/>
                        <a:pt x="48958" y="48483"/>
                      </a:cubicBezTo>
                      <a:cubicBezTo>
                        <a:pt x="50483" y="50102"/>
                        <a:pt x="53245" y="51911"/>
                        <a:pt x="57436" y="54007"/>
                      </a:cubicBezTo>
                      <a:cubicBezTo>
                        <a:pt x="61627" y="56007"/>
                        <a:pt x="64484" y="57817"/>
                        <a:pt x="66103" y="59531"/>
                      </a:cubicBezTo>
                      <a:lnTo>
                        <a:pt x="73152" y="59531"/>
                      </a:lnTo>
                      <a:cubicBezTo>
                        <a:pt x="75914" y="62103"/>
                        <a:pt x="80200" y="65056"/>
                        <a:pt x="86201" y="68580"/>
                      </a:cubicBezTo>
                      <a:cubicBezTo>
                        <a:pt x="87344" y="68104"/>
                        <a:pt x="88297" y="67723"/>
                        <a:pt x="89154" y="67723"/>
                      </a:cubicBezTo>
                      <a:cubicBezTo>
                        <a:pt x="90868" y="67723"/>
                        <a:pt x="92869" y="68580"/>
                        <a:pt x="95250" y="70580"/>
                      </a:cubicBezTo>
                      <a:cubicBezTo>
                        <a:pt x="97631" y="72581"/>
                        <a:pt x="99536" y="73628"/>
                        <a:pt x="100775" y="73724"/>
                      </a:cubicBezTo>
                      <a:cubicBezTo>
                        <a:pt x="100584" y="73914"/>
                        <a:pt x="100489" y="74200"/>
                        <a:pt x="100489" y="74676"/>
                      </a:cubicBezTo>
                      <a:cubicBezTo>
                        <a:pt x="100489" y="75629"/>
                        <a:pt x="101156" y="76676"/>
                        <a:pt x="102299" y="78105"/>
                      </a:cubicBezTo>
                      <a:cubicBezTo>
                        <a:pt x="103537" y="79534"/>
                        <a:pt x="104870" y="80201"/>
                        <a:pt x="106394" y="80201"/>
                      </a:cubicBezTo>
                      <a:lnTo>
                        <a:pt x="109442" y="80201"/>
                      </a:lnTo>
                      <a:close/>
                      <a:moveTo>
                        <a:pt x="14573" y="46673"/>
                      </a:moveTo>
                      <a:lnTo>
                        <a:pt x="12954" y="43053"/>
                      </a:lnTo>
                      <a:lnTo>
                        <a:pt x="16002" y="45339"/>
                      </a:lnTo>
                      <a:lnTo>
                        <a:pt x="14668" y="46673"/>
                      </a:lnTo>
                      <a:close/>
                      <a:moveTo>
                        <a:pt x="14573" y="55245"/>
                      </a:moveTo>
                      <a:lnTo>
                        <a:pt x="13716" y="53912"/>
                      </a:lnTo>
                      <a:cubicBezTo>
                        <a:pt x="14478" y="53912"/>
                        <a:pt x="15335" y="53531"/>
                        <a:pt x="16478" y="52673"/>
                      </a:cubicBezTo>
                      <a:cubicBezTo>
                        <a:pt x="17621" y="51911"/>
                        <a:pt x="18193" y="51435"/>
                        <a:pt x="18478" y="51435"/>
                      </a:cubicBezTo>
                      <a:cubicBezTo>
                        <a:pt x="18859" y="51435"/>
                        <a:pt x="19050" y="51626"/>
                        <a:pt x="19050" y="52007"/>
                      </a:cubicBezTo>
                      <a:cubicBezTo>
                        <a:pt x="18478" y="52769"/>
                        <a:pt x="17812" y="53435"/>
                        <a:pt x="17050" y="54197"/>
                      </a:cubicBezTo>
                      <a:cubicBezTo>
                        <a:pt x="16288" y="54864"/>
                        <a:pt x="15526" y="55245"/>
                        <a:pt x="14573" y="55245"/>
                      </a:cubicBezTo>
                      <a:close/>
                      <a:moveTo>
                        <a:pt x="15907" y="40005"/>
                      </a:moveTo>
                      <a:lnTo>
                        <a:pt x="19050" y="40005"/>
                      </a:lnTo>
                      <a:cubicBezTo>
                        <a:pt x="18478" y="38671"/>
                        <a:pt x="18193" y="37814"/>
                        <a:pt x="18193" y="37529"/>
                      </a:cubicBezTo>
                      <a:lnTo>
                        <a:pt x="15907" y="40005"/>
                      </a:lnTo>
                      <a:close/>
                      <a:moveTo>
                        <a:pt x="16764" y="58484"/>
                      </a:moveTo>
                      <a:cubicBezTo>
                        <a:pt x="16764" y="58484"/>
                        <a:pt x="16097" y="58769"/>
                        <a:pt x="15907" y="58198"/>
                      </a:cubicBezTo>
                      <a:lnTo>
                        <a:pt x="16478" y="58198"/>
                      </a:lnTo>
                      <a:cubicBezTo>
                        <a:pt x="16478" y="58198"/>
                        <a:pt x="16478" y="58484"/>
                        <a:pt x="16764" y="58484"/>
                      </a:cubicBezTo>
                      <a:close/>
                      <a:moveTo>
                        <a:pt x="68675" y="108966"/>
                      </a:moveTo>
                      <a:lnTo>
                        <a:pt x="68675" y="110681"/>
                      </a:lnTo>
                      <a:lnTo>
                        <a:pt x="60865" y="112014"/>
                      </a:lnTo>
                      <a:cubicBezTo>
                        <a:pt x="61246" y="110871"/>
                        <a:pt x="62293" y="110204"/>
                        <a:pt x="63913" y="109919"/>
                      </a:cubicBezTo>
                      <a:cubicBezTo>
                        <a:pt x="65627" y="109538"/>
                        <a:pt x="67151" y="109157"/>
                        <a:pt x="68675" y="108966"/>
                      </a:cubicBezTo>
                      <a:close/>
                      <a:moveTo>
                        <a:pt x="70866" y="157544"/>
                      </a:moveTo>
                      <a:cubicBezTo>
                        <a:pt x="71342" y="157829"/>
                        <a:pt x="71723" y="159639"/>
                        <a:pt x="71723" y="162783"/>
                      </a:cubicBezTo>
                      <a:lnTo>
                        <a:pt x="68771" y="162783"/>
                      </a:lnTo>
                      <a:lnTo>
                        <a:pt x="70961" y="157544"/>
                      </a:lnTo>
                      <a:close/>
                      <a:moveTo>
                        <a:pt x="73914" y="152781"/>
                      </a:moveTo>
                      <a:lnTo>
                        <a:pt x="73914" y="150590"/>
                      </a:lnTo>
                      <a:lnTo>
                        <a:pt x="77057" y="150590"/>
                      </a:lnTo>
                      <a:lnTo>
                        <a:pt x="77057" y="152781"/>
                      </a:lnTo>
                      <a:lnTo>
                        <a:pt x="73914" y="152781"/>
                      </a:lnTo>
                      <a:close/>
                      <a:moveTo>
                        <a:pt x="84773" y="102299"/>
                      </a:moveTo>
                      <a:cubicBezTo>
                        <a:pt x="85153" y="100584"/>
                        <a:pt x="84773" y="98774"/>
                        <a:pt x="83915" y="96679"/>
                      </a:cubicBezTo>
                      <a:lnTo>
                        <a:pt x="80582" y="102299"/>
                      </a:lnTo>
                      <a:lnTo>
                        <a:pt x="84773" y="102299"/>
                      </a:lnTo>
                      <a:close/>
                      <a:moveTo>
                        <a:pt x="87821" y="89535"/>
                      </a:moveTo>
                      <a:cubicBezTo>
                        <a:pt x="88201" y="91440"/>
                        <a:pt x="91154" y="92774"/>
                        <a:pt x="96679" y="93726"/>
                      </a:cubicBezTo>
                      <a:lnTo>
                        <a:pt x="87821" y="89535"/>
                      </a:lnTo>
                      <a:close/>
                      <a:moveTo>
                        <a:pt x="96679" y="168402"/>
                      </a:moveTo>
                      <a:cubicBezTo>
                        <a:pt x="96488" y="169069"/>
                        <a:pt x="96298" y="169736"/>
                        <a:pt x="96202" y="170307"/>
                      </a:cubicBezTo>
                      <a:cubicBezTo>
                        <a:pt x="95250" y="171831"/>
                        <a:pt x="94202" y="172498"/>
                        <a:pt x="93059" y="172308"/>
                      </a:cubicBezTo>
                      <a:cubicBezTo>
                        <a:pt x="91345" y="172308"/>
                        <a:pt x="90392" y="172021"/>
                        <a:pt x="90011" y="171450"/>
                      </a:cubicBezTo>
                      <a:lnTo>
                        <a:pt x="96679" y="168497"/>
                      </a:lnTo>
                      <a:close/>
                      <a:moveTo>
                        <a:pt x="94488" y="150590"/>
                      </a:moveTo>
                      <a:cubicBezTo>
                        <a:pt x="94869" y="151448"/>
                        <a:pt x="96012" y="151924"/>
                        <a:pt x="97822" y="151924"/>
                      </a:cubicBezTo>
                      <a:lnTo>
                        <a:pt x="92202" y="152686"/>
                      </a:lnTo>
                      <a:lnTo>
                        <a:pt x="94393" y="150495"/>
                      </a:lnTo>
                      <a:close/>
                      <a:moveTo>
                        <a:pt x="97822" y="101251"/>
                      </a:moveTo>
                      <a:cubicBezTo>
                        <a:pt x="99822" y="101822"/>
                        <a:pt x="101632" y="101060"/>
                        <a:pt x="103060" y="99060"/>
                      </a:cubicBezTo>
                      <a:cubicBezTo>
                        <a:pt x="102299" y="98108"/>
                        <a:pt x="101060" y="97917"/>
                        <a:pt x="99441" y="98203"/>
                      </a:cubicBezTo>
                      <a:cubicBezTo>
                        <a:pt x="97822" y="98584"/>
                        <a:pt x="97250" y="99536"/>
                        <a:pt x="97822" y="101251"/>
                      </a:cubicBezTo>
                      <a:close/>
                      <a:moveTo>
                        <a:pt x="103060" y="136684"/>
                      </a:moveTo>
                      <a:cubicBezTo>
                        <a:pt x="102584" y="134779"/>
                        <a:pt x="103060" y="133731"/>
                        <a:pt x="105061" y="133350"/>
                      </a:cubicBezTo>
                      <a:cubicBezTo>
                        <a:pt x="104299" y="133541"/>
                        <a:pt x="105442" y="133636"/>
                        <a:pt x="108680" y="133636"/>
                      </a:cubicBezTo>
                      <a:cubicBezTo>
                        <a:pt x="108490" y="133636"/>
                        <a:pt x="107823" y="134112"/>
                        <a:pt x="106871" y="135255"/>
                      </a:cubicBezTo>
                      <a:cubicBezTo>
                        <a:pt x="105823" y="136398"/>
                        <a:pt x="104870" y="136875"/>
                        <a:pt x="104203" y="136875"/>
                      </a:cubicBezTo>
                      <a:cubicBezTo>
                        <a:pt x="103823" y="136875"/>
                        <a:pt x="103442" y="136875"/>
                        <a:pt x="103060" y="136589"/>
                      </a:cubicBezTo>
                      <a:close/>
                      <a:moveTo>
                        <a:pt x="106394" y="84296"/>
                      </a:moveTo>
                      <a:cubicBezTo>
                        <a:pt x="105823" y="83153"/>
                        <a:pt x="105061" y="82772"/>
                        <a:pt x="104203" y="83153"/>
                      </a:cubicBezTo>
                      <a:cubicBezTo>
                        <a:pt x="103251" y="83439"/>
                        <a:pt x="102870" y="84106"/>
                        <a:pt x="103060" y="85058"/>
                      </a:cubicBezTo>
                      <a:lnTo>
                        <a:pt x="106394" y="85916"/>
                      </a:lnTo>
                      <a:lnTo>
                        <a:pt x="106394" y="84201"/>
                      </a:lnTo>
                      <a:close/>
                      <a:moveTo>
                        <a:pt x="105537" y="113633"/>
                      </a:moveTo>
                      <a:cubicBezTo>
                        <a:pt x="107633" y="111919"/>
                        <a:pt x="108680" y="111062"/>
                        <a:pt x="108680" y="110871"/>
                      </a:cubicBezTo>
                      <a:cubicBezTo>
                        <a:pt x="108680" y="110109"/>
                        <a:pt x="107918" y="109538"/>
                        <a:pt x="106394" y="108871"/>
                      </a:cubicBezTo>
                      <a:lnTo>
                        <a:pt x="105537" y="113633"/>
                      </a:lnTo>
                      <a:cubicBezTo>
                        <a:pt x="104775" y="114586"/>
                        <a:pt x="104680" y="115348"/>
                        <a:pt x="105251" y="116110"/>
                      </a:cubicBezTo>
                      <a:lnTo>
                        <a:pt x="105537" y="113633"/>
                      </a:lnTo>
                      <a:close/>
                      <a:moveTo>
                        <a:pt x="113062" y="92869"/>
                      </a:moveTo>
                      <a:cubicBezTo>
                        <a:pt x="113633" y="90964"/>
                        <a:pt x="113919" y="90202"/>
                        <a:pt x="113919" y="90297"/>
                      </a:cubicBezTo>
                      <a:cubicBezTo>
                        <a:pt x="113728" y="89821"/>
                        <a:pt x="112205" y="89535"/>
                        <a:pt x="109442" y="89535"/>
                      </a:cubicBezTo>
                      <a:lnTo>
                        <a:pt x="113062" y="92869"/>
                      </a:lnTo>
                      <a:close/>
                      <a:moveTo>
                        <a:pt x="123920" y="112014"/>
                      </a:moveTo>
                      <a:lnTo>
                        <a:pt x="127825" y="114300"/>
                      </a:lnTo>
                      <a:lnTo>
                        <a:pt x="120301" y="115062"/>
                      </a:lnTo>
                      <a:lnTo>
                        <a:pt x="123920" y="112014"/>
                      </a:lnTo>
                      <a:close/>
                      <a:moveTo>
                        <a:pt x="124682" y="131540"/>
                      </a:moveTo>
                      <a:cubicBezTo>
                        <a:pt x="124682" y="131540"/>
                        <a:pt x="126492" y="132302"/>
                        <a:pt x="129159" y="132302"/>
                      </a:cubicBezTo>
                      <a:lnTo>
                        <a:pt x="124682" y="135922"/>
                      </a:lnTo>
                      <a:lnTo>
                        <a:pt x="124682" y="131540"/>
                      </a:lnTo>
                      <a:close/>
                      <a:moveTo>
                        <a:pt x="126968" y="164687"/>
                      </a:moveTo>
                      <a:cubicBezTo>
                        <a:pt x="126968" y="164687"/>
                        <a:pt x="127159" y="164021"/>
                        <a:pt x="127540" y="163640"/>
                      </a:cubicBezTo>
                      <a:lnTo>
                        <a:pt x="126968" y="164687"/>
                      </a:lnTo>
                      <a:close/>
                      <a:moveTo>
                        <a:pt x="127540" y="163640"/>
                      </a:moveTo>
                      <a:lnTo>
                        <a:pt x="129254" y="161354"/>
                      </a:lnTo>
                      <a:lnTo>
                        <a:pt x="130111" y="162783"/>
                      </a:lnTo>
                      <a:cubicBezTo>
                        <a:pt x="129350" y="162783"/>
                        <a:pt x="128492" y="162973"/>
                        <a:pt x="127540" y="163640"/>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 name="Google Shape;1388;p99"/>
                <p:cNvSpPr/>
                <p:nvPr/>
              </p:nvSpPr>
              <p:spPr>
                <a:xfrm>
                  <a:off x="4662296" y="5159216"/>
                  <a:ext cx="134778" cy="148875"/>
                </a:xfrm>
                <a:custGeom>
                  <a:avLst/>
                  <a:gdLst/>
                  <a:ahLst/>
                  <a:cxnLst/>
                  <a:rect l="l" t="t" r="r" b="b"/>
                  <a:pathLst>
                    <a:path w="134778" h="148875" extrusionOk="0">
                      <a:moveTo>
                        <a:pt x="120015" y="2191"/>
                      </a:moveTo>
                      <a:cubicBezTo>
                        <a:pt x="121444" y="8477"/>
                        <a:pt x="122206" y="12573"/>
                        <a:pt x="122206" y="14383"/>
                      </a:cubicBezTo>
                      <a:cubicBezTo>
                        <a:pt x="122206" y="18383"/>
                        <a:pt x="120777" y="22003"/>
                        <a:pt x="117824" y="24955"/>
                      </a:cubicBezTo>
                      <a:lnTo>
                        <a:pt x="121634" y="25813"/>
                      </a:lnTo>
                      <a:cubicBezTo>
                        <a:pt x="118396" y="27813"/>
                        <a:pt x="116014" y="28861"/>
                        <a:pt x="114776" y="28861"/>
                      </a:cubicBezTo>
                      <a:cubicBezTo>
                        <a:pt x="113252" y="28861"/>
                        <a:pt x="112014" y="28099"/>
                        <a:pt x="111157" y="26670"/>
                      </a:cubicBezTo>
                      <a:lnTo>
                        <a:pt x="41243" y="28004"/>
                      </a:lnTo>
                      <a:cubicBezTo>
                        <a:pt x="41624" y="29528"/>
                        <a:pt x="41910" y="31052"/>
                        <a:pt x="41910" y="32671"/>
                      </a:cubicBezTo>
                      <a:cubicBezTo>
                        <a:pt x="41910" y="34480"/>
                        <a:pt x="41434" y="37433"/>
                        <a:pt x="40672" y="41338"/>
                      </a:cubicBezTo>
                      <a:cubicBezTo>
                        <a:pt x="39814" y="45339"/>
                        <a:pt x="39433" y="48292"/>
                        <a:pt x="39433" y="50387"/>
                      </a:cubicBezTo>
                      <a:cubicBezTo>
                        <a:pt x="39433" y="52673"/>
                        <a:pt x="39814" y="54769"/>
                        <a:pt x="40576" y="56769"/>
                      </a:cubicBezTo>
                      <a:cubicBezTo>
                        <a:pt x="43910" y="58960"/>
                        <a:pt x="48482" y="60103"/>
                        <a:pt x="54388" y="60103"/>
                      </a:cubicBezTo>
                      <a:cubicBezTo>
                        <a:pt x="59246" y="60103"/>
                        <a:pt x="64389" y="59341"/>
                        <a:pt x="69628" y="57817"/>
                      </a:cubicBezTo>
                      <a:lnTo>
                        <a:pt x="68294" y="57817"/>
                      </a:lnTo>
                      <a:lnTo>
                        <a:pt x="68294" y="54578"/>
                      </a:lnTo>
                      <a:lnTo>
                        <a:pt x="69628" y="54578"/>
                      </a:lnTo>
                      <a:cubicBezTo>
                        <a:pt x="69342" y="55054"/>
                        <a:pt x="69342" y="55626"/>
                        <a:pt x="69342" y="56007"/>
                      </a:cubicBezTo>
                      <a:cubicBezTo>
                        <a:pt x="69342" y="56960"/>
                        <a:pt x="69818" y="57721"/>
                        <a:pt x="70771" y="58293"/>
                      </a:cubicBezTo>
                      <a:cubicBezTo>
                        <a:pt x="71628" y="58960"/>
                        <a:pt x="72580" y="59627"/>
                        <a:pt x="73533" y="60103"/>
                      </a:cubicBezTo>
                      <a:cubicBezTo>
                        <a:pt x="73723" y="60103"/>
                        <a:pt x="76390" y="60008"/>
                        <a:pt x="81534" y="59722"/>
                      </a:cubicBezTo>
                      <a:cubicBezTo>
                        <a:pt x="84868" y="59531"/>
                        <a:pt x="87630" y="59722"/>
                        <a:pt x="89916" y="60103"/>
                      </a:cubicBezTo>
                      <a:cubicBezTo>
                        <a:pt x="92869" y="60484"/>
                        <a:pt x="95440" y="61531"/>
                        <a:pt x="97536" y="63341"/>
                      </a:cubicBezTo>
                      <a:cubicBezTo>
                        <a:pt x="99631" y="65246"/>
                        <a:pt x="100774" y="67532"/>
                        <a:pt x="100774" y="70295"/>
                      </a:cubicBezTo>
                      <a:cubicBezTo>
                        <a:pt x="100774" y="71628"/>
                        <a:pt x="100393" y="73914"/>
                        <a:pt x="99631" y="76962"/>
                      </a:cubicBezTo>
                      <a:cubicBezTo>
                        <a:pt x="98965" y="80010"/>
                        <a:pt x="98488" y="82582"/>
                        <a:pt x="98488" y="84487"/>
                      </a:cubicBezTo>
                      <a:cubicBezTo>
                        <a:pt x="95536" y="88106"/>
                        <a:pt x="90868" y="89916"/>
                        <a:pt x="84582" y="89916"/>
                      </a:cubicBezTo>
                      <a:cubicBezTo>
                        <a:pt x="82582" y="89916"/>
                        <a:pt x="79248" y="89726"/>
                        <a:pt x="74581" y="89154"/>
                      </a:cubicBezTo>
                      <a:cubicBezTo>
                        <a:pt x="70009" y="88583"/>
                        <a:pt x="66675" y="88297"/>
                        <a:pt x="64675" y="88297"/>
                      </a:cubicBezTo>
                      <a:cubicBezTo>
                        <a:pt x="62484" y="88297"/>
                        <a:pt x="60484" y="88487"/>
                        <a:pt x="58864" y="88868"/>
                      </a:cubicBezTo>
                      <a:cubicBezTo>
                        <a:pt x="57340" y="87916"/>
                        <a:pt x="55721" y="87439"/>
                        <a:pt x="54102" y="87439"/>
                      </a:cubicBezTo>
                      <a:cubicBezTo>
                        <a:pt x="52006" y="87439"/>
                        <a:pt x="49149" y="88773"/>
                        <a:pt x="45434" y="91345"/>
                      </a:cubicBezTo>
                      <a:cubicBezTo>
                        <a:pt x="41815" y="94012"/>
                        <a:pt x="38957" y="95345"/>
                        <a:pt x="37147" y="95345"/>
                      </a:cubicBezTo>
                      <a:cubicBezTo>
                        <a:pt x="34957" y="95345"/>
                        <a:pt x="32766" y="94297"/>
                        <a:pt x="30766" y="92297"/>
                      </a:cubicBezTo>
                      <a:lnTo>
                        <a:pt x="29623" y="96203"/>
                      </a:lnTo>
                      <a:cubicBezTo>
                        <a:pt x="28861" y="96203"/>
                        <a:pt x="27718" y="95821"/>
                        <a:pt x="26003" y="95250"/>
                      </a:cubicBezTo>
                      <a:cubicBezTo>
                        <a:pt x="24384" y="94583"/>
                        <a:pt x="23146" y="94202"/>
                        <a:pt x="22384" y="94202"/>
                      </a:cubicBezTo>
                      <a:cubicBezTo>
                        <a:pt x="21050" y="94202"/>
                        <a:pt x="20002" y="94869"/>
                        <a:pt x="19050" y="96203"/>
                      </a:cubicBezTo>
                      <a:cubicBezTo>
                        <a:pt x="22860" y="99155"/>
                        <a:pt x="27241" y="100394"/>
                        <a:pt x="32004" y="99822"/>
                      </a:cubicBezTo>
                      <a:lnTo>
                        <a:pt x="29527" y="101537"/>
                      </a:lnTo>
                      <a:cubicBezTo>
                        <a:pt x="31718" y="101727"/>
                        <a:pt x="34004" y="102013"/>
                        <a:pt x="36195" y="102108"/>
                      </a:cubicBezTo>
                      <a:cubicBezTo>
                        <a:pt x="38957" y="102870"/>
                        <a:pt x="40672" y="104204"/>
                        <a:pt x="41148" y="106204"/>
                      </a:cubicBezTo>
                      <a:cubicBezTo>
                        <a:pt x="41434" y="108871"/>
                        <a:pt x="41719" y="111252"/>
                        <a:pt x="42005" y="113538"/>
                      </a:cubicBezTo>
                      <a:cubicBezTo>
                        <a:pt x="42291" y="115919"/>
                        <a:pt x="43910" y="117348"/>
                        <a:pt x="46672" y="117634"/>
                      </a:cubicBezTo>
                      <a:cubicBezTo>
                        <a:pt x="50768" y="117443"/>
                        <a:pt x="57531" y="117634"/>
                        <a:pt x="66961" y="117824"/>
                      </a:cubicBezTo>
                      <a:cubicBezTo>
                        <a:pt x="75629" y="118015"/>
                        <a:pt x="82296" y="118015"/>
                        <a:pt x="86963" y="117824"/>
                      </a:cubicBezTo>
                      <a:cubicBezTo>
                        <a:pt x="94488" y="117348"/>
                        <a:pt x="101155" y="116205"/>
                        <a:pt x="106966" y="114586"/>
                      </a:cubicBezTo>
                      <a:cubicBezTo>
                        <a:pt x="106394" y="116110"/>
                        <a:pt x="107061" y="116967"/>
                        <a:pt x="109156" y="117062"/>
                      </a:cubicBezTo>
                      <a:lnTo>
                        <a:pt x="113919" y="117062"/>
                      </a:lnTo>
                      <a:cubicBezTo>
                        <a:pt x="115062" y="117062"/>
                        <a:pt x="115824" y="117348"/>
                        <a:pt x="116396" y="117634"/>
                      </a:cubicBezTo>
                      <a:lnTo>
                        <a:pt x="120015" y="117634"/>
                      </a:lnTo>
                      <a:cubicBezTo>
                        <a:pt x="121063" y="130778"/>
                        <a:pt x="121634" y="136398"/>
                        <a:pt x="121634" y="134493"/>
                      </a:cubicBezTo>
                      <a:cubicBezTo>
                        <a:pt x="121634" y="139446"/>
                        <a:pt x="120587" y="143542"/>
                        <a:pt x="118681" y="146685"/>
                      </a:cubicBezTo>
                      <a:cubicBezTo>
                        <a:pt x="114395" y="147542"/>
                        <a:pt x="109633" y="147828"/>
                        <a:pt x="104489" y="147828"/>
                      </a:cubicBezTo>
                      <a:lnTo>
                        <a:pt x="82296" y="147828"/>
                      </a:lnTo>
                      <a:cubicBezTo>
                        <a:pt x="76581" y="147828"/>
                        <a:pt x="71533" y="148209"/>
                        <a:pt x="67342" y="148876"/>
                      </a:cubicBezTo>
                      <a:cubicBezTo>
                        <a:pt x="64770" y="148209"/>
                        <a:pt x="59341" y="147828"/>
                        <a:pt x="51244" y="148114"/>
                      </a:cubicBezTo>
                      <a:cubicBezTo>
                        <a:pt x="44767" y="148114"/>
                        <a:pt x="39624" y="146876"/>
                        <a:pt x="36004" y="144589"/>
                      </a:cubicBezTo>
                      <a:cubicBezTo>
                        <a:pt x="33623" y="146780"/>
                        <a:pt x="29718" y="147828"/>
                        <a:pt x="24384" y="147828"/>
                      </a:cubicBezTo>
                      <a:cubicBezTo>
                        <a:pt x="22669" y="147828"/>
                        <a:pt x="18383" y="147447"/>
                        <a:pt x="11335" y="146399"/>
                      </a:cubicBezTo>
                      <a:cubicBezTo>
                        <a:pt x="7429" y="144018"/>
                        <a:pt x="5429" y="139446"/>
                        <a:pt x="5429" y="132588"/>
                      </a:cubicBezTo>
                      <a:cubicBezTo>
                        <a:pt x="5429" y="131159"/>
                        <a:pt x="5620" y="129064"/>
                        <a:pt x="5810" y="126397"/>
                      </a:cubicBezTo>
                      <a:cubicBezTo>
                        <a:pt x="6001" y="123730"/>
                        <a:pt x="6096" y="121729"/>
                        <a:pt x="6096" y="120682"/>
                      </a:cubicBezTo>
                      <a:lnTo>
                        <a:pt x="7429" y="66199"/>
                      </a:lnTo>
                      <a:cubicBezTo>
                        <a:pt x="6572" y="64199"/>
                        <a:pt x="6096" y="61341"/>
                        <a:pt x="6096" y="57817"/>
                      </a:cubicBezTo>
                      <a:cubicBezTo>
                        <a:pt x="6096" y="56483"/>
                        <a:pt x="6096" y="54578"/>
                        <a:pt x="6382" y="51911"/>
                      </a:cubicBezTo>
                      <a:cubicBezTo>
                        <a:pt x="6572" y="49149"/>
                        <a:pt x="6667" y="47339"/>
                        <a:pt x="6667" y="46196"/>
                      </a:cubicBezTo>
                      <a:cubicBezTo>
                        <a:pt x="6667" y="39148"/>
                        <a:pt x="4477" y="35624"/>
                        <a:pt x="0" y="35433"/>
                      </a:cubicBezTo>
                      <a:cubicBezTo>
                        <a:pt x="5429" y="33909"/>
                        <a:pt x="8096" y="29432"/>
                        <a:pt x="7715" y="21812"/>
                      </a:cubicBezTo>
                      <a:cubicBezTo>
                        <a:pt x="7144" y="10668"/>
                        <a:pt x="7048" y="4477"/>
                        <a:pt x="7429" y="3334"/>
                      </a:cubicBezTo>
                      <a:lnTo>
                        <a:pt x="6096" y="2191"/>
                      </a:lnTo>
                      <a:cubicBezTo>
                        <a:pt x="8096" y="1048"/>
                        <a:pt x="10573" y="476"/>
                        <a:pt x="13240" y="476"/>
                      </a:cubicBezTo>
                      <a:cubicBezTo>
                        <a:pt x="14859" y="476"/>
                        <a:pt x="17907" y="857"/>
                        <a:pt x="22193" y="1524"/>
                      </a:cubicBezTo>
                      <a:cubicBezTo>
                        <a:pt x="26384" y="2191"/>
                        <a:pt x="29718" y="2286"/>
                        <a:pt x="32099" y="2191"/>
                      </a:cubicBezTo>
                      <a:cubicBezTo>
                        <a:pt x="44387" y="2191"/>
                        <a:pt x="52197" y="1429"/>
                        <a:pt x="55721" y="0"/>
                      </a:cubicBezTo>
                      <a:cubicBezTo>
                        <a:pt x="56293" y="1810"/>
                        <a:pt x="57340" y="2762"/>
                        <a:pt x="59055" y="2762"/>
                      </a:cubicBezTo>
                      <a:cubicBezTo>
                        <a:pt x="60007" y="2762"/>
                        <a:pt x="61436" y="2381"/>
                        <a:pt x="63341" y="1714"/>
                      </a:cubicBezTo>
                      <a:cubicBezTo>
                        <a:pt x="65341" y="953"/>
                        <a:pt x="66770" y="571"/>
                        <a:pt x="67723" y="571"/>
                      </a:cubicBezTo>
                      <a:cubicBezTo>
                        <a:pt x="68485" y="571"/>
                        <a:pt x="69247" y="571"/>
                        <a:pt x="69913" y="762"/>
                      </a:cubicBezTo>
                      <a:cubicBezTo>
                        <a:pt x="70675" y="1048"/>
                        <a:pt x="74200" y="1714"/>
                        <a:pt x="80486" y="2762"/>
                      </a:cubicBezTo>
                      <a:cubicBezTo>
                        <a:pt x="84963" y="3429"/>
                        <a:pt x="88487" y="3620"/>
                        <a:pt x="91059" y="3334"/>
                      </a:cubicBezTo>
                      <a:lnTo>
                        <a:pt x="94107" y="6668"/>
                      </a:lnTo>
                      <a:cubicBezTo>
                        <a:pt x="96202" y="2572"/>
                        <a:pt x="104870" y="1048"/>
                        <a:pt x="120205" y="2191"/>
                      </a:cubicBezTo>
                      <a:close/>
                      <a:moveTo>
                        <a:pt x="9620" y="94583"/>
                      </a:moveTo>
                      <a:cubicBezTo>
                        <a:pt x="10192" y="96203"/>
                        <a:pt x="12001" y="97060"/>
                        <a:pt x="15145" y="97060"/>
                      </a:cubicBezTo>
                      <a:cubicBezTo>
                        <a:pt x="16669" y="97060"/>
                        <a:pt x="17621" y="96869"/>
                        <a:pt x="18193" y="96203"/>
                      </a:cubicBezTo>
                      <a:lnTo>
                        <a:pt x="9525" y="94583"/>
                      </a:lnTo>
                      <a:close/>
                      <a:moveTo>
                        <a:pt x="27432" y="94583"/>
                      </a:moveTo>
                      <a:lnTo>
                        <a:pt x="27432" y="92393"/>
                      </a:lnTo>
                      <a:cubicBezTo>
                        <a:pt x="27241" y="91440"/>
                        <a:pt x="26289" y="91059"/>
                        <a:pt x="24384" y="91059"/>
                      </a:cubicBezTo>
                      <a:lnTo>
                        <a:pt x="27432" y="94679"/>
                      </a:lnTo>
                      <a:close/>
                      <a:moveTo>
                        <a:pt x="34290" y="48006"/>
                      </a:moveTo>
                      <a:lnTo>
                        <a:pt x="34290" y="46387"/>
                      </a:lnTo>
                      <a:lnTo>
                        <a:pt x="32099" y="46387"/>
                      </a:lnTo>
                      <a:lnTo>
                        <a:pt x="32099" y="48006"/>
                      </a:lnTo>
                      <a:lnTo>
                        <a:pt x="34290" y="48006"/>
                      </a:lnTo>
                      <a:close/>
                      <a:moveTo>
                        <a:pt x="81153" y="47244"/>
                      </a:moveTo>
                      <a:cubicBezTo>
                        <a:pt x="79629" y="46292"/>
                        <a:pt x="78962" y="45339"/>
                        <a:pt x="78962" y="44482"/>
                      </a:cubicBezTo>
                      <a:cubicBezTo>
                        <a:pt x="78962" y="43148"/>
                        <a:pt x="80105" y="42481"/>
                        <a:pt x="82296" y="42481"/>
                      </a:cubicBezTo>
                      <a:cubicBezTo>
                        <a:pt x="84487" y="42481"/>
                        <a:pt x="85915" y="43244"/>
                        <a:pt x="86487" y="44958"/>
                      </a:cubicBezTo>
                      <a:cubicBezTo>
                        <a:pt x="84582" y="46768"/>
                        <a:pt x="82963" y="47530"/>
                        <a:pt x="81248" y="47244"/>
                      </a:cubicBezTo>
                      <a:close/>
                      <a:moveTo>
                        <a:pt x="98393" y="48006"/>
                      </a:moveTo>
                      <a:cubicBezTo>
                        <a:pt x="99536" y="47625"/>
                        <a:pt x="100013" y="47244"/>
                        <a:pt x="100013" y="46672"/>
                      </a:cubicBezTo>
                      <a:cubicBezTo>
                        <a:pt x="100013" y="46292"/>
                        <a:pt x="99822" y="45815"/>
                        <a:pt x="99346" y="45149"/>
                      </a:cubicBezTo>
                      <a:cubicBezTo>
                        <a:pt x="98869" y="44577"/>
                        <a:pt x="98679" y="44005"/>
                        <a:pt x="98679" y="43910"/>
                      </a:cubicBezTo>
                      <a:cubicBezTo>
                        <a:pt x="98869" y="43339"/>
                        <a:pt x="99060" y="42958"/>
                        <a:pt x="99536" y="42863"/>
                      </a:cubicBezTo>
                      <a:cubicBezTo>
                        <a:pt x="100870" y="42481"/>
                        <a:pt x="102298" y="42863"/>
                        <a:pt x="104013" y="44291"/>
                      </a:cubicBezTo>
                      <a:lnTo>
                        <a:pt x="101822" y="48101"/>
                      </a:lnTo>
                      <a:lnTo>
                        <a:pt x="104870" y="50292"/>
                      </a:lnTo>
                      <a:lnTo>
                        <a:pt x="98488" y="48101"/>
                      </a:lnTo>
                      <a:close/>
                      <a:moveTo>
                        <a:pt x="104775" y="14478"/>
                      </a:moveTo>
                      <a:cubicBezTo>
                        <a:pt x="104775" y="14478"/>
                        <a:pt x="105442" y="15050"/>
                        <a:pt x="105632" y="15050"/>
                      </a:cubicBezTo>
                      <a:lnTo>
                        <a:pt x="104775" y="14478"/>
                      </a:lnTo>
                      <a:lnTo>
                        <a:pt x="104775" y="11906"/>
                      </a:lnTo>
                      <a:lnTo>
                        <a:pt x="101727" y="11906"/>
                      </a:lnTo>
                      <a:lnTo>
                        <a:pt x="104775" y="14478"/>
                      </a:lnTo>
                      <a:close/>
                      <a:moveTo>
                        <a:pt x="134779" y="4477"/>
                      </a:moveTo>
                      <a:cubicBezTo>
                        <a:pt x="134779" y="5048"/>
                        <a:pt x="134302" y="5810"/>
                        <a:pt x="133350" y="6763"/>
                      </a:cubicBezTo>
                      <a:cubicBezTo>
                        <a:pt x="132397" y="7715"/>
                        <a:pt x="131826" y="8477"/>
                        <a:pt x="131635" y="8954"/>
                      </a:cubicBezTo>
                      <a:lnTo>
                        <a:pt x="133921" y="10573"/>
                      </a:lnTo>
                      <a:lnTo>
                        <a:pt x="129445" y="8954"/>
                      </a:lnTo>
                      <a:cubicBezTo>
                        <a:pt x="130397" y="8954"/>
                        <a:pt x="130969" y="8096"/>
                        <a:pt x="131254" y="6477"/>
                      </a:cubicBezTo>
                      <a:cubicBezTo>
                        <a:pt x="131540" y="4763"/>
                        <a:pt x="132112" y="4001"/>
                        <a:pt x="133064" y="4001"/>
                      </a:cubicBezTo>
                      <a:cubicBezTo>
                        <a:pt x="133445" y="4001"/>
                        <a:pt x="134017" y="4286"/>
                        <a:pt x="134683" y="4572"/>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89" name="Google Shape;1389;p99"/>
              <p:cNvGrpSpPr/>
              <p:nvPr/>
            </p:nvGrpSpPr>
            <p:grpSpPr>
              <a:xfrm>
                <a:off x="8967114" y="6728270"/>
                <a:ext cx="959548" cy="281463"/>
                <a:chOff x="3713796" y="4446365"/>
                <a:chExt cx="959548" cy="281463"/>
              </a:xfrm>
            </p:grpSpPr>
            <p:sp>
              <p:nvSpPr>
                <p:cNvPr id="1390" name="Google Shape;1390;p99"/>
                <p:cNvSpPr/>
                <p:nvPr/>
              </p:nvSpPr>
              <p:spPr>
                <a:xfrm>
                  <a:off x="3713796" y="4447987"/>
                  <a:ext cx="162877" cy="243456"/>
                </a:xfrm>
                <a:custGeom>
                  <a:avLst/>
                  <a:gdLst/>
                  <a:ahLst/>
                  <a:cxnLst/>
                  <a:rect l="l" t="t" r="r" b="b"/>
                  <a:pathLst>
                    <a:path w="162877" h="243456" extrusionOk="0">
                      <a:moveTo>
                        <a:pt x="160401" y="8379"/>
                      </a:moveTo>
                      <a:lnTo>
                        <a:pt x="162878" y="51146"/>
                      </a:lnTo>
                      <a:cubicBezTo>
                        <a:pt x="157829" y="52765"/>
                        <a:pt x="150971" y="53147"/>
                        <a:pt x="142399" y="52385"/>
                      </a:cubicBezTo>
                      <a:cubicBezTo>
                        <a:pt x="132207" y="51432"/>
                        <a:pt x="125444" y="51051"/>
                        <a:pt x="122206" y="51432"/>
                      </a:cubicBezTo>
                      <a:cubicBezTo>
                        <a:pt x="114967" y="52480"/>
                        <a:pt x="109252" y="55909"/>
                        <a:pt x="104775" y="61719"/>
                      </a:cubicBezTo>
                      <a:cubicBezTo>
                        <a:pt x="105156" y="63148"/>
                        <a:pt x="105347" y="64577"/>
                        <a:pt x="105347" y="66196"/>
                      </a:cubicBezTo>
                      <a:cubicBezTo>
                        <a:pt x="105347" y="67910"/>
                        <a:pt x="105061" y="70196"/>
                        <a:pt x="104489" y="73340"/>
                      </a:cubicBezTo>
                      <a:cubicBezTo>
                        <a:pt x="103823" y="76483"/>
                        <a:pt x="103537" y="78769"/>
                        <a:pt x="103537" y="80388"/>
                      </a:cubicBezTo>
                      <a:cubicBezTo>
                        <a:pt x="103537" y="82769"/>
                        <a:pt x="104013" y="85151"/>
                        <a:pt x="104775" y="87341"/>
                      </a:cubicBezTo>
                      <a:cubicBezTo>
                        <a:pt x="105347" y="88484"/>
                        <a:pt x="105632" y="89532"/>
                        <a:pt x="105632" y="90580"/>
                      </a:cubicBezTo>
                      <a:cubicBezTo>
                        <a:pt x="105632" y="92009"/>
                        <a:pt x="105156" y="93532"/>
                        <a:pt x="104489" y="95438"/>
                      </a:cubicBezTo>
                      <a:cubicBezTo>
                        <a:pt x="103632" y="97343"/>
                        <a:pt x="103156" y="98581"/>
                        <a:pt x="103156" y="99343"/>
                      </a:cubicBezTo>
                      <a:cubicBezTo>
                        <a:pt x="103156" y="100581"/>
                        <a:pt x="103632" y="101629"/>
                        <a:pt x="104775" y="102772"/>
                      </a:cubicBezTo>
                      <a:lnTo>
                        <a:pt x="103823" y="116297"/>
                      </a:lnTo>
                      <a:cubicBezTo>
                        <a:pt x="103632" y="114678"/>
                        <a:pt x="102489" y="113726"/>
                        <a:pt x="100489" y="113249"/>
                      </a:cubicBezTo>
                      <a:cubicBezTo>
                        <a:pt x="97631" y="112487"/>
                        <a:pt x="96107" y="112011"/>
                        <a:pt x="95631" y="111725"/>
                      </a:cubicBezTo>
                      <a:cubicBezTo>
                        <a:pt x="94869" y="112392"/>
                        <a:pt x="94583" y="113154"/>
                        <a:pt x="94679" y="114011"/>
                      </a:cubicBezTo>
                      <a:cubicBezTo>
                        <a:pt x="94964" y="114964"/>
                        <a:pt x="94869" y="115821"/>
                        <a:pt x="94393" y="116678"/>
                      </a:cubicBezTo>
                      <a:cubicBezTo>
                        <a:pt x="95536" y="116107"/>
                        <a:pt x="96583" y="115726"/>
                        <a:pt x="97346" y="115726"/>
                      </a:cubicBezTo>
                      <a:cubicBezTo>
                        <a:pt x="98870" y="115726"/>
                        <a:pt x="99822" y="117250"/>
                        <a:pt x="100775" y="120298"/>
                      </a:cubicBezTo>
                      <a:cubicBezTo>
                        <a:pt x="101537" y="124108"/>
                        <a:pt x="102203" y="126203"/>
                        <a:pt x="102870" y="126965"/>
                      </a:cubicBezTo>
                      <a:lnTo>
                        <a:pt x="101346" y="126965"/>
                      </a:lnTo>
                      <a:cubicBezTo>
                        <a:pt x="103727" y="133633"/>
                        <a:pt x="105061" y="142777"/>
                        <a:pt x="105251" y="154683"/>
                      </a:cubicBezTo>
                      <a:cubicBezTo>
                        <a:pt x="105061" y="164398"/>
                        <a:pt x="104966" y="173923"/>
                        <a:pt x="104966" y="183448"/>
                      </a:cubicBezTo>
                      <a:cubicBezTo>
                        <a:pt x="105156" y="189068"/>
                        <a:pt x="105632" y="194021"/>
                        <a:pt x="106204" y="198498"/>
                      </a:cubicBezTo>
                      <a:cubicBezTo>
                        <a:pt x="106490" y="198498"/>
                        <a:pt x="107252" y="198879"/>
                        <a:pt x="108490" y="199736"/>
                      </a:cubicBezTo>
                      <a:cubicBezTo>
                        <a:pt x="109823" y="200594"/>
                        <a:pt x="110966" y="200689"/>
                        <a:pt x="112014" y="200308"/>
                      </a:cubicBezTo>
                      <a:cubicBezTo>
                        <a:pt x="110585" y="203356"/>
                        <a:pt x="109728" y="211071"/>
                        <a:pt x="109347" y="223549"/>
                      </a:cubicBezTo>
                      <a:cubicBezTo>
                        <a:pt x="109061" y="230407"/>
                        <a:pt x="107061" y="235169"/>
                        <a:pt x="103061" y="237741"/>
                      </a:cubicBezTo>
                      <a:cubicBezTo>
                        <a:pt x="103632" y="238122"/>
                        <a:pt x="103918" y="239170"/>
                        <a:pt x="103918" y="241170"/>
                      </a:cubicBezTo>
                      <a:cubicBezTo>
                        <a:pt x="101727" y="241170"/>
                        <a:pt x="94774" y="241170"/>
                        <a:pt x="83439" y="241170"/>
                      </a:cubicBezTo>
                      <a:cubicBezTo>
                        <a:pt x="74962" y="240884"/>
                        <a:pt x="68199" y="241741"/>
                        <a:pt x="63246" y="243456"/>
                      </a:cubicBezTo>
                      <a:cubicBezTo>
                        <a:pt x="58960" y="239932"/>
                        <a:pt x="56864" y="234407"/>
                        <a:pt x="56864" y="227168"/>
                      </a:cubicBezTo>
                      <a:cubicBezTo>
                        <a:pt x="57055" y="220977"/>
                        <a:pt x="57150" y="214690"/>
                        <a:pt x="57150" y="208499"/>
                      </a:cubicBezTo>
                      <a:cubicBezTo>
                        <a:pt x="58198" y="185354"/>
                        <a:pt x="58769" y="161160"/>
                        <a:pt x="58769" y="136109"/>
                      </a:cubicBezTo>
                      <a:cubicBezTo>
                        <a:pt x="58769" y="111059"/>
                        <a:pt x="58198" y="85246"/>
                        <a:pt x="57150" y="58576"/>
                      </a:cubicBezTo>
                      <a:cubicBezTo>
                        <a:pt x="56007" y="54385"/>
                        <a:pt x="52769" y="52194"/>
                        <a:pt x="47625" y="52194"/>
                      </a:cubicBezTo>
                      <a:cubicBezTo>
                        <a:pt x="46673" y="52194"/>
                        <a:pt x="45149" y="52194"/>
                        <a:pt x="43339" y="52480"/>
                      </a:cubicBezTo>
                      <a:lnTo>
                        <a:pt x="39433" y="52480"/>
                      </a:lnTo>
                      <a:cubicBezTo>
                        <a:pt x="36862" y="52480"/>
                        <a:pt x="34671" y="52099"/>
                        <a:pt x="33147" y="51241"/>
                      </a:cubicBezTo>
                      <a:cubicBezTo>
                        <a:pt x="34957" y="51527"/>
                        <a:pt x="28956" y="51527"/>
                        <a:pt x="15050" y="51527"/>
                      </a:cubicBezTo>
                      <a:cubicBezTo>
                        <a:pt x="8858" y="51527"/>
                        <a:pt x="3715" y="49908"/>
                        <a:pt x="0" y="46670"/>
                      </a:cubicBezTo>
                      <a:lnTo>
                        <a:pt x="0" y="4474"/>
                      </a:lnTo>
                      <a:cubicBezTo>
                        <a:pt x="953" y="5522"/>
                        <a:pt x="2191" y="5998"/>
                        <a:pt x="3620" y="5998"/>
                      </a:cubicBezTo>
                      <a:cubicBezTo>
                        <a:pt x="6001" y="5998"/>
                        <a:pt x="8382" y="4283"/>
                        <a:pt x="10858" y="1045"/>
                      </a:cubicBezTo>
                      <a:cubicBezTo>
                        <a:pt x="23146" y="188"/>
                        <a:pt x="41243" y="188"/>
                        <a:pt x="65246" y="759"/>
                      </a:cubicBezTo>
                      <a:cubicBezTo>
                        <a:pt x="89249" y="1426"/>
                        <a:pt x="107918" y="1235"/>
                        <a:pt x="120587" y="188"/>
                      </a:cubicBezTo>
                      <a:cubicBezTo>
                        <a:pt x="121349" y="1426"/>
                        <a:pt x="122111" y="1997"/>
                        <a:pt x="123349" y="1997"/>
                      </a:cubicBezTo>
                      <a:cubicBezTo>
                        <a:pt x="124206" y="1997"/>
                        <a:pt x="125349" y="1712"/>
                        <a:pt x="126778" y="1045"/>
                      </a:cubicBezTo>
                      <a:cubicBezTo>
                        <a:pt x="128111" y="473"/>
                        <a:pt x="129254" y="188"/>
                        <a:pt x="129826" y="188"/>
                      </a:cubicBezTo>
                      <a:cubicBezTo>
                        <a:pt x="132207" y="1616"/>
                        <a:pt x="138494" y="1616"/>
                        <a:pt x="148781" y="188"/>
                      </a:cubicBezTo>
                      <a:cubicBezTo>
                        <a:pt x="156496" y="-765"/>
                        <a:pt x="160401" y="1902"/>
                        <a:pt x="160782" y="8379"/>
                      </a:cubicBezTo>
                      <a:close/>
                      <a:moveTo>
                        <a:pt x="25432" y="17714"/>
                      </a:moveTo>
                      <a:cubicBezTo>
                        <a:pt x="27527" y="14475"/>
                        <a:pt x="30194" y="12856"/>
                        <a:pt x="33338" y="12856"/>
                      </a:cubicBezTo>
                      <a:cubicBezTo>
                        <a:pt x="34576" y="12856"/>
                        <a:pt x="36671" y="13141"/>
                        <a:pt x="39338" y="13713"/>
                      </a:cubicBezTo>
                      <a:cubicBezTo>
                        <a:pt x="42005" y="14285"/>
                        <a:pt x="44196" y="14665"/>
                        <a:pt x="45815" y="14665"/>
                      </a:cubicBezTo>
                      <a:cubicBezTo>
                        <a:pt x="47435" y="14665"/>
                        <a:pt x="48958" y="14475"/>
                        <a:pt x="50292" y="14094"/>
                      </a:cubicBezTo>
                      <a:lnTo>
                        <a:pt x="45434" y="9332"/>
                      </a:lnTo>
                      <a:cubicBezTo>
                        <a:pt x="43720" y="9332"/>
                        <a:pt x="42863" y="8474"/>
                        <a:pt x="43053" y="6950"/>
                      </a:cubicBezTo>
                      <a:cubicBezTo>
                        <a:pt x="43434" y="4950"/>
                        <a:pt x="43434" y="3807"/>
                        <a:pt x="43053" y="3521"/>
                      </a:cubicBezTo>
                      <a:cubicBezTo>
                        <a:pt x="42482" y="4760"/>
                        <a:pt x="41624" y="5522"/>
                        <a:pt x="40958" y="5617"/>
                      </a:cubicBezTo>
                      <a:cubicBezTo>
                        <a:pt x="40481" y="5522"/>
                        <a:pt x="40005" y="5331"/>
                        <a:pt x="39433" y="5331"/>
                      </a:cubicBezTo>
                      <a:cubicBezTo>
                        <a:pt x="39148" y="5522"/>
                        <a:pt x="39148" y="6474"/>
                        <a:pt x="39433" y="8379"/>
                      </a:cubicBezTo>
                      <a:cubicBezTo>
                        <a:pt x="36957" y="9903"/>
                        <a:pt x="33814" y="10951"/>
                        <a:pt x="30004" y="11427"/>
                      </a:cubicBezTo>
                      <a:cubicBezTo>
                        <a:pt x="25337" y="11808"/>
                        <a:pt x="22289" y="12284"/>
                        <a:pt x="20955" y="12951"/>
                      </a:cubicBezTo>
                      <a:lnTo>
                        <a:pt x="26956" y="12951"/>
                      </a:lnTo>
                      <a:cubicBezTo>
                        <a:pt x="25813" y="14761"/>
                        <a:pt x="24575" y="15999"/>
                        <a:pt x="23336" y="16571"/>
                      </a:cubicBezTo>
                      <a:cubicBezTo>
                        <a:pt x="23146" y="16571"/>
                        <a:pt x="23051" y="16571"/>
                        <a:pt x="23051" y="16285"/>
                      </a:cubicBezTo>
                      <a:cubicBezTo>
                        <a:pt x="22670" y="16475"/>
                        <a:pt x="22289" y="16761"/>
                        <a:pt x="21812" y="17237"/>
                      </a:cubicBezTo>
                      <a:cubicBezTo>
                        <a:pt x="20669" y="17618"/>
                        <a:pt x="19717" y="17809"/>
                        <a:pt x="19050" y="17809"/>
                      </a:cubicBezTo>
                      <a:cubicBezTo>
                        <a:pt x="18288" y="17428"/>
                        <a:pt x="17240" y="17428"/>
                        <a:pt x="15907" y="17809"/>
                      </a:cubicBezTo>
                      <a:cubicBezTo>
                        <a:pt x="11621" y="17428"/>
                        <a:pt x="8573" y="17428"/>
                        <a:pt x="7049" y="17809"/>
                      </a:cubicBezTo>
                      <a:lnTo>
                        <a:pt x="7049" y="16285"/>
                      </a:lnTo>
                      <a:lnTo>
                        <a:pt x="3524" y="20190"/>
                      </a:lnTo>
                      <a:cubicBezTo>
                        <a:pt x="4382" y="20571"/>
                        <a:pt x="5525" y="20762"/>
                        <a:pt x="6668" y="20762"/>
                      </a:cubicBezTo>
                      <a:cubicBezTo>
                        <a:pt x="7144" y="20762"/>
                        <a:pt x="10097" y="19809"/>
                        <a:pt x="15907" y="17809"/>
                      </a:cubicBezTo>
                      <a:lnTo>
                        <a:pt x="19050" y="17809"/>
                      </a:lnTo>
                      <a:cubicBezTo>
                        <a:pt x="19622" y="18285"/>
                        <a:pt x="20193" y="18761"/>
                        <a:pt x="20574" y="19523"/>
                      </a:cubicBezTo>
                      <a:cubicBezTo>
                        <a:pt x="20860" y="20190"/>
                        <a:pt x="21336" y="21143"/>
                        <a:pt x="21717" y="22095"/>
                      </a:cubicBezTo>
                      <a:cubicBezTo>
                        <a:pt x="21527" y="21428"/>
                        <a:pt x="21241" y="20762"/>
                        <a:pt x="20860" y="19904"/>
                      </a:cubicBezTo>
                      <a:cubicBezTo>
                        <a:pt x="20860" y="18666"/>
                        <a:pt x="21241" y="17809"/>
                        <a:pt x="21717" y="17237"/>
                      </a:cubicBezTo>
                      <a:cubicBezTo>
                        <a:pt x="22193" y="17237"/>
                        <a:pt x="22670" y="17047"/>
                        <a:pt x="23241" y="16571"/>
                      </a:cubicBezTo>
                      <a:cubicBezTo>
                        <a:pt x="24575" y="18571"/>
                        <a:pt x="25241" y="19809"/>
                        <a:pt x="25241" y="20190"/>
                      </a:cubicBezTo>
                      <a:lnTo>
                        <a:pt x="33433" y="18666"/>
                      </a:lnTo>
                      <a:lnTo>
                        <a:pt x="25241" y="17809"/>
                      </a:lnTo>
                      <a:close/>
                      <a:moveTo>
                        <a:pt x="19526" y="31525"/>
                      </a:moveTo>
                      <a:lnTo>
                        <a:pt x="24384" y="29144"/>
                      </a:lnTo>
                      <a:lnTo>
                        <a:pt x="21908" y="29144"/>
                      </a:lnTo>
                      <a:lnTo>
                        <a:pt x="19526" y="31525"/>
                      </a:lnTo>
                      <a:close/>
                      <a:moveTo>
                        <a:pt x="56864" y="8379"/>
                      </a:moveTo>
                      <a:lnTo>
                        <a:pt x="60579" y="4474"/>
                      </a:lnTo>
                      <a:cubicBezTo>
                        <a:pt x="59246" y="4283"/>
                        <a:pt x="57817" y="3616"/>
                        <a:pt x="56007" y="2569"/>
                      </a:cubicBezTo>
                      <a:lnTo>
                        <a:pt x="52102" y="8379"/>
                      </a:lnTo>
                      <a:lnTo>
                        <a:pt x="47911" y="5998"/>
                      </a:lnTo>
                      <a:lnTo>
                        <a:pt x="53721" y="11713"/>
                      </a:lnTo>
                      <a:cubicBezTo>
                        <a:pt x="53721" y="7617"/>
                        <a:pt x="54483" y="5236"/>
                        <a:pt x="56102" y="4474"/>
                      </a:cubicBezTo>
                      <a:cubicBezTo>
                        <a:pt x="56674" y="4855"/>
                        <a:pt x="56960" y="6188"/>
                        <a:pt x="56960" y="8379"/>
                      </a:cubicBezTo>
                      <a:close/>
                      <a:moveTo>
                        <a:pt x="68675" y="129347"/>
                      </a:moveTo>
                      <a:cubicBezTo>
                        <a:pt x="72295" y="129728"/>
                        <a:pt x="73914" y="129347"/>
                        <a:pt x="73533" y="128394"/>
                      </a:cubicBezTo>
                      <a:cubicBezTo>
                        <a:pt x="72771" y="128013"/>
                        <a:pt x="71152" y="128394"/>
                        <a:pt x="68675" y="129347"/>
                      </a:cubicBezTo>
                      <a:cubicBezTo>
                        <a:pt x="67723" y="128965"/>
                        <a:pt x="66866" y="128965"/>
                        <a:pt x="66199" y="129347"/>
                      </a:cubicBezTo>
                      <a:cubicBezTo>
                        <a:pt x="67342" y="129728"/>
                        <a:pt x="68104" y="129728"/>
                        <a:pt x="68675" y="129347"/>
                      </a:cubicBezTo>
                      <a:close/>
                      <a:moveTo>
                        <a:pt x="100394" y="124489"/>
                      </a:moveTo>
                      <a:cubicBezTo>
                        <a:pt x="98203" y="122870"/>
                        <a:pt x="94964" y="122107"/>
                        <a:pt x="90678" y="122107"/>
                      </a:cubicBezTo>
                      <a:cubicBezTo>
                        <a:pt x="85725" y="122107"/>
                        <a:pt x="82296" y="121822"/>
                        <a:pt x="80391" y="121155"/>
                      </a:cubicBezTo>
                      <a:lnTo>
                        <a:pt x="88583" y="126013"/>
                      </a:lnTo>
                      <a:cubicBezTo>
                        <a:pt x="87535" y="126489"/>
                        <a:pt x="87058" y="127156"/>
                        <a:pt x="87058" y="128394"/>
                      </a:cubicBezTo>
                      <a:lnTo>
                        <a:pt x="89440" y="128394"/>
                      </a:lnTo>
                      <a:cubicBezTo>
                        <a:pt x="90202" y="128870"/>
                        <a:pt x="90583" y="129251"/>
                        <a:pt x="90583" y="129632"/>
                      </a:cubicBezTo>
                      <a:cubicBezTo>
                        <a:pt x="90583" y="129823"/>
                        <a:pt x="90392" y="130394"/>
                        <a:pt x="89630" y="131442"/>
                      </a:cubicBezTo>
                      <a:cubicBezTo>
                        <a:pt x="89059" y="132395"/>
                        <a:pt x="88964" y="133347"/>
                        <a:pt x="89345" y="134204"/>
                      </a:cubicBezTo>
                      <a:lnTo>
                        <a:pt x="94202" y="134204"/>
                      </a:lnTo>
                      <a:cubicBezTo>
                        <a:pt x="91821" y="131823"/>
                        <a:pt x="90488" y="130109"/>
                        <a:pt x="90488" y="129061"/>
                      </a:cubicBezTo>
                      <a:cubicBezTo>
                        <a:pt x="90488" y="128299"/>
                        <a:pt x="91059" y="127632"/>
                        <a:pt x="92297" y="127156"/>
                      </a:cubicBezTo>
                      <a:cubicBezTo>
                        <a:pt x="93345" y="126680"/>
                        <a:pt x="94679" y="126108"/>
                        <a:pt x="96298" y="125537"/>
                      </a:cubicBezTo>
                      <a:cubicBezTo>
                        <a:pt x="97727" y="125251"/>
                        <a:pt x="98965" y="125822"/>
                        <a:pt x="100203" y="127061"/>
                      </a:cubicBezTo>
                      <a:lnTo>
                        <a:pt x="100203" y="124584"/>
                      </a:lnTo>
                      <a:close/>
                      <a:moveTo>
                        <a:pt x="88678" y="103629"/>
                      </a:moveTo>
                      <a:cubicBezTo>
                        <a:pt x="89821" y="105344"/>
                        <a:pt x="91345" y="106106"/>
                        <a:pt x="93536" y="106106"/>
                      </a:cubicBezTo>
                      <a:cubicBezTo>
                        <a:pt x="96488" y="106106"/>
                        <a:pt x="99060" y="104963"/>
                        <a:pt x="101346" y="102867"/>
                      </a:cubicBezTo>
                      <a:lnTo>
                        <a:pt x="96774" y="101248"/>
                      </a:lnTo>
                      <a:cubicBezTo>
                        <a:pt x="96583" y="103629"/>
                        <a:pt x="96107" y="104867"/>
                        <a:pt x="95250" y="104867"/>
                      </a:cubicBezTo>
                      <a:cubicBezTo>
                        <a:pt x="95060" y="104867"/>
                        <a:pt x="94202" y="104105"/>
                        <a:pt x="92678" y="102772"/>
                      </a:cubicBezTo>
                      <a:cubicBezTo>
                        <a:pt x="91154" y="101343"/>
                        <a:pt x="89726" y="100772"/>
                        <a:pt x="88678" y="101153"/>
                      </a:cubicBezTo>
                      <a:lnTo>
                        <a:pt x="88678" y="103534"/>
                      </a:lnTo>
                      <a:close/>
                      <a:moveTo>
                        <a:pt x="99822" y="132299"/>
                      </a:moveTo>
                      <a:lnTo>
                        <a:pt x="100394" y="132585"/>
                      </a:lnTo>
                      <a:lnTo>
                        <a:pt x="99822" y="132299"/>
                      </a:lnTo>
                      <a:lnTo>
                        <a:pt x="94393" y="128394"/>
                      </a:lnTo>
                      <a:cubicBezTo>
                        <a:pt x="93726" y="130204"/>
                        <a:pt x="94393" y="131347"/>
                        <a:pt x="96203" y="131823"/>
                      </a:cubicBezTo>
                      <a:cubicBezTo>
                        <a:pt x="97441" y="131918"/>
                        <a:pt x="98584" y="132204"/>
                        <a:pt x="99822" y="132395"/>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 name="Google Shape;1391;p99"/>
                <p:cNvSpPr/>
                <p:nvPr/>
              </p:nvSpPr>
              <p:spPr>
                <a:xfrm>
                  <a:off x="3889914" y="4447127"/>
                  <a:ext cx="213455" cy="243407"/>
                </a:xfrm>
                <a:custGeom>
                  <a:avLst/>
                  <a:gdLst/>
                  <a:ahLst/>
                  <a:cxnLst/>
                  <a:rect l="l" t="t" r="r" b="b"/>
                  <a:pathLst>
                    <a:path w="213455" h="243407" extrusionOk="0">
                      <a:moveTo>
                        <a:pt x="172593" y="64770"/>
                      </a:moveTo>
                      <a:cubicBezTo>
                        <a:pt x="172879" y="65817"/>
                        <a:pt x="173641" y="66294"/>
                        <a:pt x="174688" y="66294"/>
                      </a:cubicBezTo>
                      <a:lnTo>
                        <a:pt x="177070" y="66294"/>
                      </a:lnTo>
                      <a:cubicBezTo>
                        <a:pt x="174593" y="72961"/>
                        <a:pt x="174212" y="81248"/>
                        <a:pt x="176213" y="91345"/>
                      </a:cubicBezTo>
                      <a:cubicBezTo>
                        <a:pt x="175641" y="93535"/>
                        <a:pt x="173641" y="97059"/>
                        <a:pt x="170212" y="101917"/>
                      </a:cubicBezTo>
                      <a:lnTo>
                        <a:pt x="172688" y="104299"/>
                      </a:lnTo>
                      <a:cubicBezTo>
                        <a:pt x="171831" y="105918"/>
                        <a:pt x="169736" y="107251"/>
                        <a:pt x="166307" y="108299"/>
                      </a:cubicBezTo>
                      <a:cubicBezTo>
                        <a:pt x="162973" y="109251"/>
                        <a:pt x="160687" y="110680"/>
                        <a:pt x="159639" y="112585"/>
                      </a:cubicBezTo>
                      <a:lnTo>
                        <a:pt x="165354" y="113442"/>
                      </a:lnTo>
                      <a:cubicBezTo>
                        <a:pt x="160687" y="120967"/>
                        <a:pt x="152495" y="129730"/>
                        <a:pt x="140399" y="140017"/>
                      </a:cubicBezTo>
                      <a:lnTo>
                        <a:pt x="135541" y="140017"/>
                      </a:lnTo>
                      <a:lnTo>
                        <a:pt x="135541" y="143351"/>
                      </a:lnTo>
                      <a:cubicBezTo>
                        <a:pt x="135160" y="142684"/>
                        <a:pt x="134588" y="142399"/>
                        <a:pt x="133826" y="142399"/>
                      </a:cubicBezTo>
                      <a:cubicBezTo>
                        <a:pt x="132207" y="142589"/>
                        <a:pt x="131254" y="142589"/>
                        <a:pt x="130778" y="142399"/>
                      </a:cubicBezTo>
                      <a:lnTo>
                        <a:pt x="129826" y="143351"/>
                      </a:lnTo>
                      <a:cubicBezTo>
                        <a:pt x="132683" y="144208"/>
                        <a:pt x="134684" y="146875"/>
                        <a:pt x="135826" y="151543"/>
                      </a:cubicBezTo>
                      <a:cubicBezTo>
                        <a:pt x="137065" y="156115"/>
                        <a:pt x="138493" y="158591"/>
                        <a:pt x="140399" y="159067"/>
                      </a:cubicBezTo>
                      <a:cubicBezTo>
                        <a:pt x="139732" y="162877"/>
                        <a:pt x="141256" y="166973"/>
                        <a:pt x="144875" y="171164"/>
                      </a:cubicBezTo>
                      <a:cubicBezTo>
                        <a:pt x="149066" y="175926"/>
                        <a:pt x="151447" y="180022"/>
                        <a:pt x="152114" y="183261"/>
                      </a:cubicBezTo>
                      <a:cubicBezTo>
                        <a:pt x="150876" y="185451"/>
                        <a:pt x="148495" y="186118"/>
                        <a:pt x="144685" y="185261"/>
                      </a:cubicBezTo>
                      <a:cubicBezTo>
                        <a:pt x="140970" y="184213"/>
                        <a:pt x="139160" y="184499"/>
                        <a:pt x="139160" y="185642"/>
                      </a:cubicBezTo>
                      <a:cubicBezTo>
                        <a:pt x="139160" y="186690"/>
                        <a:pt x="139541" y="187928"/>
                        <a:pt x="140399" y="189833"/>
                      </a:cubicBezTo>
                      <a:lnTo>
                        <a:pt x="144875" y="188881"/>
                      </a:lnTo>
                      <a:cubicBezTo>
                        <a:pt x="145256" y="189643"/>
                        <a:pt x="144399" y="191357"/>
                        <a:pt x="142494" y="193738"/>
                      </a:cubicBezTo>
                      <a:lnTo>
                        <a:pt x="146113" y="197072"/>
                      </a:lnTo>
                      <a:cubicBezTo>
                        <a:pt x="146685" y="196501"/>
                        <a:pt x="147447" y="194881"/>
                        <a:pt x="148209" y="192214"/>
                      </a:cubicBezTo>
                      <a:lnTo>
                        <a:pt x="149733" y="197929"/>
                      </a:lnTo>
                      <a:cubicBezTo>
                        <a:pt x="152305" y="197167"/>
                        <a:pt x="153448" y="194405"/>
                        <a:pt x="153067" y="189833"/>
                      </a:cubicBezTo>
                      <a:cubicBezTo>
                        <a:pt x="155734" y="191167"/>
                        <a:pt x="158020" y="194215"/>
                        <a:pt x="159639" y="198501"/>
                      </a:cubicBezTo>
                      <a:cubicBezTo>
                        <a:pt x="161163" y="202882"/>
                        <a:pt x="163163" y="205454"/>
                        <a:pt x="165354" y="206311"/>
                      </a:cubicBezTo>
                      <a:cubicBezTo>
                        <a:pt x="164783" y="207931"/>
                        <a:pt x="164401" y="209550"/>
                        <a:pt x="164401" y="211169"/>
                      </a:cubicBezTo>
                      <a:cubicBezTo>
                        <a:pt x="164401" y="214217"/>
                        <a:pt x="166021" y="218218"/>
                        <a:pt x="169164" y="223075"/>
                      </a:cubicBezTo>
                      <a:cubicBezTo>
                        <a:pt x="172212" y="227933"/>
                        <a:pt x="173831" y="231362"/>
                        <a:pt x="173831" y="233458"/>
                      </a:cubicBezTo>
                      <a:cubicBezTo>
                        <a:pt x="173831" y="236315"/>
                        <a:pt x="172307" y="238887"/>
                        <a:pt x="169259" y="241363"/>
                      </a:cubicBezTo>
                      <a:cubicBezTo>
                        <a:pt x="166783" y="241363"/>
                        <a:pt x="162878" y="241649"/>
                        <a:pt x="157163" y="242316"/>
                      </a:cubicBezTo>
                      <a:cubicBezTo>
                        <a:pt x="151543" y="242888"/>
                        <a:pt x="147257" y="243268"/>
                        <a:pt x="144494" y="243268"/>
                      </a:cubicBezTo>
                      <a:cubicBezTo>
                        <a:pt x="135636" y="243268"/>
                        <a:pt x="128683" y="240887"/>
                        <a:pt x="124016" y="236029"/>
                      </a:cubicBezTo>
                      <a:lnTo>
                        <a:pt x="123063" y="237553"/>
                      </a:lnTo>
                      <a:cubicBezTo>
                        <a:pt x="121825" y="234601"/>
                        <a:pt x="120682" y="231553"/>
                        <a:pt x="119443" y="228505"/>
                      </a:cubicBezTo>
                      <a:cubicBezTo>
                        <a:pt x="117634" y="224504"/>
                        <a:pt x="115253" y="222123"/>
                        <a:pt x="112300" y="221266"/>
                      </a:cubicBezTo>
                      <a:cubicBezTo>
                        <a:pt x="112871" y="219837"/>
                        <a:pt x="113157" y="218599"/>
                        <a:pt x="113157" y="217646"/>
                      </a:cubicBezTo>
                      <a:cubicBezTo>
                        <a:pt x="113157" y="215455"/>
                        <a:pt x="111728" y="213265"/>
                        <a:pt x="108775" y="211169"/>
                      </a:cubicBezTo>
                      <a:cubicBezTo>
                        <a:pt x="105918" y="209074"/>
                        <a:pt x="104394" y="207073"/>
                        <a:pt x="104394" y="204978"/>
                      </a:cubicBezTo>
                      <a:cubicBezTo>
                        <a:pt x="104394" y="203549"/>
                        <a:pt x="104870" y="202025"/>
                        <a:pt x="105537" y="200406"/>
                      </a:cubicBezTo>
                      <a:cubicBezTo>
                        <a:pt x="103537" y="197548"/>
                        <a:pt x="101155" y="192119"/>
                        <a:pt x="98298" y="183832"/>
                      </a:cubicBezTo>
                      <a:cubicBezTo>
                        <a:pt x="96012" y="176784"/>
                        <a:pt x="92964" y="171545"/>
                        <a:pt x="89249" y="168116"/>
                      </a:cubicBezTo>
                      <a:cubicBezTo>
                        <a:pt x="89249" y="162877"/>
                        <a:pt x="86963" y="156686"/>
                        <a:pt x="82296" y="149447"/>
                      </a:cubicBezTo>
                      <a:lnTo>
                        <a:pt x="73342" y="148304"/>
                      </a:lnTo>
                      <a:lnTo>
                        <a:pt x="74200" y="147351"/>
                      </a:lnTo>
                      <a:cubicBezTo>
                        <a:pt x="73628" y="146399"/>
                        <a:pt x="72676" y="145923"/>
                        <a:pt x="71723" y="145923"/>
                      </a:cubicBezTo>
                      <a:lnTo>
                        <a:pt x="68485" y="149542"/>
                      </a:lnTo>
                      <a:cubicBezTo>
                        <a:pt x="67437" y="149542"/>
                        <a:pt x="65151" y="150019"/>
                        <a:pt x="61627" y="151066"/>
                      </a:cubicBezTo>
                      <a:cubicBezTo>
                        <a:pt x="58103" y="152114"/>
                        <a:pt x="55436" y="152590"/>
                        <a:pt x="53626" y="152590"/>
                      </a:cubicBezTo>
                      <a:cubicBezTo>
                        <a:pt x="52197" y="152590"/>
                        <a:pt x="51054" y="152305"/>
                        <a:pt x="50006" y="151733"/>
                      </a:cubicBezTo>
                      <a:cubicBezTo>
                        <a:pt x="49911" y="152114"/>
                        <a:pt x="49816" y="152400"/>
                        <a:pt x="49816" y="152876"/>
                      </a:cubicBezTo>
                      <a:cubicBezTo>
                        <a:pt x="49816" y="153448"/>
                        <a:pt x="50006" y="154019"/>
                        <a:pt x="50578" y="154591"/>
                      </a:cubicBezTo>
                      <a:cubicBezTo>
                        <a:pt x="51054" y="155067"/>
                        <a:pt x="51340" y="155448"/>
                        <a:pt x="51340" y="155543"/>
                      </a:cubicBezTo>
                      <a:cubicBezTo>
                        <a:pt x="51340" y="155924"/>
                        <a:pt x="50483" y="156686"/>
                        <a:pt x="48578" y="157639"/>
                      </a:cubicBezTo>
                      <a:lnTo>
                        <a:pt x="50101" y="176308"/>
                      </a:lnTo>
                      <a:lnTo>
                        <a:pt x="47720" y="178498"/>
                      </a:lnTo>
                      <a:cubicBezTo>
                        <a:pt x="49340" y="184309"/>
                        <a:pt x="50101" y="192405"/>
                        <a:pt x="50101" y="202882"/>
                      </a:cubicBezTo>
                      <a:cubicBezTo>
                        <a:pt x="50101" y="203930"/>
                        <a:pt x="49721" y="206121"/>
                        <a:pt x="48768" y="209455"/>
                      </a:cubicBezTo>
                      <a:cubicBezTo>
                        <a:pt x="47816" y="212788"/>
                        <a:pt x="47434" y="215360"/>
                        <a:pt x="47434" y="217075"/>
                      </a:cubicBezTo>
                      <a:cubicBezTo>
                        <a:pt x="47434" y="220313"/>
                        <a:pt x="48578" y="222790"/>
                        <a:pt x="50959" y="224695"/>
                      </a:cubicBezTo>
                      <a:cubicBezTo>
                        <a:pt x="49530" y="225647"/>
                        <a:pt x="48863" y="227552"/>
                        <a:pt x="48863" y="230409"/>
                      </a:cubicBezTo>
                      <a:lnTo>
                        <a:pt x="48863" y="233363"/>
                      </a:lnTo>
                      <a:cubicBezTo>
                        <a:pt x="49054" y="234601"/>
                        <a:pt x="49149" y="235553"/>
                        <a:pt x="49149" y="236125"/>
                      </a:cubicBezTo>
                      <a:cubicBezTo>
                        <a:pt x="49149" y="239934"/>
                        <a:pt x="47054" y="241554"/>
                        <a:pt x="42863" y="240982"/>
                      </a:cubicBezTo>
                      <a:lnTo>
                        <a:pt x="44387" y="242221"/>
                      </a:lnTo>
                      <a:cubicBezTo>
                        <a:pt x="41148" y="243554"/>
                        <a:pt x="37052" y="243745"/>
                        <a:pt x="32004" y="242888"/>
                      </a:cubicBezTo>
                      <a:cubicBezTo>
                        <a:pt x="26956" y="242030"/>
                        <a:pt x="23717" y="242221"/>
                        <a:pt x="22003" y="243364"/>
                      </a:cubicBezTo>
                      <a:cubicBezTo>
                        <a:pt x="15240" y="242506"/>
                        <a:pt x="8668" y="240601"/>
                        <a:pt x="2476" y="237553"/>
                      </a:cubicBezTo>
                      <a:cubicBezTo>
                        <a:pt x="2858" y="222123"/>
                        <a:pt x="2476" y="198406"/>
                        <a:pt x="1524" y="166688"/>
                      </a:cubicBezTo>
                      <a:lnTo>
                        <a:pt x="0" y="166688"/>
                      </a:lnTo>
                      <a:cubicBezTo>
                        <a:pt x="1619" y="164401"/>
                        <a:pt x="2476" y="161639"/>
                        <a:pt x="2476" y="158496"/>
                      </a:cubicBezTo>
                      <a:cubicBezTo>
                        <a:pt x="2476" y="157258"/>
                        <a:pt x="2286" y="155162"/>
                        <a:pt x="1810" y="152305"/>
                      </a:cubicBezTo>
                      <a:cubicBezTo>
                        <a:pt x="1429" y="149447"/>
                        <a:pt x="1238" y="147161"/>
                        <a:pt x="1238" y="145542"/>
                      </a:cubicBezTo>
                      <a:cubicBezTo>
                        <a:pt x="1238" y="141922"/>
                        <a:pt x="2096" y="138684"/>
                        <a:pt x="3905" y="135922"/>
                      </a:cubicBezTo>
                      <a:cubicBezTo>
                        <a:pt x="2858" y="125444"/>
                        <a:pt x="2476" y="111157"/>
                        <a:pt x="2476" y="93059"/>
                      </a:cubicBezTo>
                      <a:lnTo>
                        <a:pt x="2476" y="48958"/>
                      </a:lnTo>
                      <a:cubicBezTo>
                        <a:pt x="1238" y="48196"/>
                        <a:pt x="571" y="47244"/>
                        <a:pt x="571" y="46196"/>
                      </a:cubicBezTo>
                      <a:cubicBezTo>
                        <a:pt x="571" y="45625"/>
                        <a:pt x="1143" y="44386"/>
                        <a:pt x="2286" y="42576"/>
                      </a:cubicBezTo>
                      <a:cubicBezTo>
                        <a:pt x="3334" y="40767"/>
                        <a:pt x="3905" y="39338"/>
                        <a:pt x="3905" y="38290"/>
                      </a:cubicBezTo>
                      <a:cubicBezTo>
                        <a:pt x="1524" y="36100"/>
                        <a:pt x="286" y="33528"/>
                        <a:pt x="286" y="30766"/>
                      </a:cubicBezTo>
                      <a:cubicBezTo>
                        <a:pt x="286" y="28956"/>
                        <a:pt x="953" y="25908"/>
                        <a:pt x="2381" y="21622"/>
                      </a:cubicBezTo>
                      <a:cubicBezTo>
                        <a:pt x="3715" y="17431"/>
                        <a:pt x="4286" y="14097"/>
                        <a:pt x="3810" y="11716"/>
                      </a:cubicBezTo>
                      <a:lnTo>
                        <a:pt x="16192" y="1143"/>
                      </a:lnTo>
                      <a:lnTo>
                        <a:pt x="69342" y="0"/>
                      </a:lnTo>
                      <a:cubicBezTo>
                        <a:pt x="70104" y="1048"/>
                        <a:pt x="72580" y="3238"/>
                        <a:pt x="76486" y="6667"/>
                      </a:cubicBezTo>
                      <a:cubicBezTo>
                        <a:pt x="79343" y="9334"/>
                        <a:pt x="81248" y="12097"/>
                        <a:pt x="82201" y="15145"/>
                      </a:cubicBezTo>
                      <a:cubicBezTo>
                        <a:pt x="82010" y="14192"/>
                        <a:pt x="81915" y="13240"/>
                        <a:pt x="81915" y="12478"/>
                      </a:cubicBezTo>
                      <a:cubicBezTo>
                        <a:pt x="81915" y="9811"/>
                        <a:pt x="83439" y="7810"/>
                        <a:pt x="86678" y="6096"/>
                      </a:cubicBezTo>
                      <a:cubicBezTo>
                        <a:pt x="90678" y="4096"/>
                        <a:pt x="93154" y="2572"/>
                        <a:pt x="94012" y="1333"/>
                      </a:cubicBezTo>
                      <a:cubicBezTo>
                        <a:pt x="95155" y="952"/>
                        <a:pt x="96583" y="1714"/>
                        <a:pt x="98203" y="3715"/>
                      </a:cubicBezTo>
                      <a:cubicBezTo>
                        <a:pt x="98870" y="3619"/>
                        <a:pt x="99536" y="3334"/>
                        <a:pt x="100393" y="3334"/>
                      </a:cubicBezTo>
                      <a:cubicBezTo>
                        <a:pt x="101727" y="3334"/>
                        <a:pt x="104013" y="4286"/>
                        <a:pt x="107156" y="6096"/>
                      </a:cubicBezTo>
                      <a:cubicBezTo>
                        <a:pt x="110204" y="8001"/>
                        <a:pt x="112681" y="8763"/>
                        <a:pt x="114491" y="8572"/>
                      </a:cubicBezTo>
                      <a:lnTo>
                        <a:pt x="124778" y="8572"/>
                      </a:lnTo>
                      <a:cubicBezTo>
                        <a:pt x="124111" y="11811"/>
                        <a:pt x="125254" y="13335"/>
                        <a:pt x="128111" y="13335"/>
                      </a:cubicBezTo>
                      <a:cubicBezTo>
                        <a:pt x="128302" y="13335"/>
                        <a:pt x="128778" y="13335"/>
                        <a:pt x="129635" y="13049"/>
                      </a:cubicBezTo>
                      <a:lnTo>
                        <a:pt x="131731" y="13049"/>
                      </a:lnTo>
                      <a:cubicBezTo>
                        <a:pt x="134303" y="13049"/>
                        <a:pt x="135826" y="14288"/>
                        <a:pt x="136303" y="16669"/>
                      </a:cubicBezTo>
                      <a:lnTo>
                        <a:pt x="143542" y="16669"/>
                      </a:lnTo>
                      <a:cubicBezTo>
                        <a:pt x="148018" y="20859"/>
                        <a:pt x="152400" y="25146"/>
                        <a:pt x="156877" y="29337"/>
                      </a:cubicBezTo>
                      <a:cubicBezTo>
                        <a:pt x="162020" y="34576"/>
                        <a:pt x="164878" y="39529"/>
                        <a:pt x="165259" y="44101"/>
                      </a:cubicBezTo>
                      <a:cubicBezTo>
                        <a:pt x="168307" y="45720"/>
                        <a:pt x="170307" y="48482"/>
                        <a:pt x="171259" y="52292"/>
                      </a:cubicBezTo>
                      <a:cubicBezTo>
                        <a:pt x="172688" y="57721"/>
                        <a:pt x="173831" y="61246"/>
                        <a:pt x="174879" y="62865"/>
                      </a:cubicBezTo>
                      <a:lnTo>
                        <a:pt x="172593" y="64960"/>
                      </a:lnTo>
                      <a:close/>
                      <a:moveTo>
                        <a:pt x="28004" y="76295"/>
                      </a:moveTo>
                      <a:lnTo>
                        <a:pt x="28004" y="69628"/>
                      </a:lnTo>
                      <a:lnTo>
                        <a:pt x="26765" y="69628"/>
                      </a:lnTo>
                      <a:lnTo>
                        <a:pt x="26765" y="76295"/>
                      </a:lnTo>
                      <a:lnTo>
                        <a:pt x="28004" y="76295"/>
                      </a:lnTo>
                      <a:close/>
                      <a:moveTo>
                        <a:pt x="36100" y="35814"/>
                      </a:moveTo>
                      <a:cubicBezTo>
                        <a:pt x="35909" y="34766"/>
                        <a:pt x="36100" y="33242"/>
                        <a:pt x="36481" y="31147"/>
                      </a:cubicBezTo>
                      <a:cubicBezTo>
                        <a:pt x="36957" y="28956"/>
                        <a:pt x="37243" y="27622"/>
                        <a:pt x="37243" y="27146"/>
                      </a:cubicBezTo>
                      <a:cubicBezTo>
                        <a:pt x="37243" y="24670"/>
                        <a:pt x="36100" y="23050"/>
                        <a:pt x="33718" y="22288"/>
                      </a:cubicBezTo>
                      <a:lnTo>
                        <a:pt x="37243" y="18669"/>
                      </a:lnTo>
                      <a:cubicBezTo>
                        <a:pt x="37243" y="18669"/>
                        <a:pt x="37243" y="17907"/>
                        <a:pt x="36957" y="17431"/>
                      </a:cubicBezTo>
                      <a:cubicBezTo>
                        <a:pt x="34576" y="19431"/>
                        <a:pt x="33338" y="21526"/>
                        <a:pt x="33338" y="23526"/>
                      </a:cubicBezTo>
                      <a:cubicBezTo>
                        <a:pt x="33338" y="24479"/>
                        <a:pt x="34195" y="27241"/>
                        <a:pt x="36100" y="31337"/>
                      </a:cubicBezTo>
                      <a:cubicBezTo>
                        <a:pt x="34862" y="31623"/>
                        <a:pt x="34100" y="32290"/>
                        <a:pt x="33814" y="33433"/>
                      </a:cubicBezTo>
                      <a:cubicBezTo>
                        <a:pt x="33623" y="34671"/>
                        <a:pt x="33147" y="35528"/>
                        <a:pt x="32575" y="35814"/>
                      </a:cubicBezTo>
                      <a:lnTo>
                        <a:pt x="36195" y="35814"/>
                      </a:lnTo>
                      <a:close/>
                      <a:moveTo>
                        <a:pt x="48482" y="28956"/>
                      </a:moveTo>
                      <a:lnTo>
                        <a:pt x="53340" y="32290"/>
                      </a:lnTo>
                      <a:lnTo>
                        <a:pt x="53340" y="32480"/>
                      </a:lnTo>
                      <a:lnTo>
                        <a:pt x="50863" y="34957"/>
                      </a:lnTo>
                      <a:lnTo>
                        <a:pt x="53340" y="34957"/>
                      </a:lnTo>
                      <a:lnTo>
                        <a:pt x="53340" y="18383"/>
                      </a:lnTo>
                      <a:cubicBezTo>
                        <a:pt x="52673" y="18955"/>
                        <a:pt x="51721" y="19812"/>
                        <a:pt x="50292" y="20859"/>
                      </a:cubicBezTo>
                      <a:cubicBezTo>
                        <a:pt x="50292" y="20288"/>
                        <a:pt x="49721" y="19907"/>
                        <a:pt x="48482" y="19907"/>
                      </a:cubicBezTo>
                      <a:cubicBezTo>
                        <a:pt x="49054" y="20764"/>
                        <a:pt x="49721" y="21050"/>
                        <a:pt x="50292" y="20859"/>
                      </a:cubicBezTo>
                      <a:cubicBezTo>
                        <a:pt x="50673" y="21717"/>
                        <a:pt x="50387" y="23050"/>
                        <a:pt x="49721" y="24765"/>
                      </a:cubicBezTo>
                      <a:cubicBezTo>
                        <a:pt x="49721" y="24574"/>
                        <a:pt x="49816" y="24289"/>
                        <a:pt x="49911" y="24193"/>
                      </a:cubicBezTo>
                      <a:cubicBezTo>
                        <a:pt x="50673" y="24193"/>
                        <a:pt x="51530" y="24765"/>
                        <a:pt x="52007" y="25717"/>
                      </a:cubicBezTo>
                      <a:lnTo>
                        <a:pt x="48482" y="29146"/>
                      </a:lnTo>
                      <a:close/>
                      <a:moveTo>
                        <a:pt x="124873" y="79629"/>
                      </a:moveTo>
                      <a:cubicBezTo>
                        <a:pt x="125254" y="78581"/>
                        <a:pt x="125444" y="77819"/>
                        <a:pt x="125444" y="77152"/>
                      </a:cubicBezTo>
                      <a:cubicBezTo>
                        <a:pt x="125444" y="75819"/>
                        <a:pt x="124492" y="74390"/>
                        <a:pt x="122682" y="72961"/>
                      </a:cubicBezTo>
                      <a:cubicBezTo>
                        <a:pt x="120777" y="71628"/>
                        <a:pt x="119729" y="70485"/>
                        <a:pt x="119348" y="69723"/>
                      </a:cubicBezTo>
                      <a:cubicBezTo>
                        <a:pt x="120205" y="68484"/>
                        <a:pt x="120587" y="67342"/>
                        <a:pt x="120587" y="66294"/>
                      </a:cubicBezTo>
                      <a:cubicBezTo>
                        <a:pt x="120587" y="64675"/>
                        <a:pt x="119158" y="62960"/>
                        <a:pt x="116205" y="61150"/>
                      </a:cubicBezTo>
                      <a:cubicBezTo>
                        <a:pt x="113347" y="59436"/>
                        <a:pt x="111633" y="57912"/>
                        <a:pt x="111252" y="56959"/>
                      </a:cubicBezTo>
                      <a:cubicBezTo>
                        <a:pt x="110204" y="55912"/>
                        <a:pt x="109061" y="55531"/>
                        <a:pt x="107633" y="55531"/>
                      </a:cubicBezTo>
                      <a:cubicBezTo>
                        <a:pt x="106966" y="55531"/>
                        <a:pt x="106013" y="55531"/>
                        <a:pt x="104775" y="56007"/>
                      </a:cubicBezTo>
                      <a:cubicBezTo>
                        <a:pt x="103442" y="56388"/>
                        <a:pt x="102489" y="56388"/>
                        <a:pt x="101917" y="56388"/>
                      </a:cubicBezTo>
                      <a:cubicBezTo>
                        <a:pt x="100013" y="56388"/>
                        <a:pt x="98965" y="55340"/>
                        <a:pt x="98203" y="53054"/>
                      </a:cubicBezTo>
                      <a:lnTo>
                        <a:pt x="100584" y="51244"/>
                      </a:lnTo>
                      <a:cubicBezTo>
                        <a:pt x="96583" y="50863"/>
                        <a:pt x="94393" y="52388"/>
                        <a:pt x="94012" y="55816"/>
                      </a:cubicBezTo>
                      <a:cubicBezTo>
                        <a:pt x="93345" y="60674"/>
                        <a:pt x="92583" y="63627"/>
                        <a:pt x="91535" y="64865"/>
                      </a:cubicBezTo>
                      <a:cubicBezTo>
                        <a:pt x="90297" y="61150"/>
                        <a:pt x="89154" y="57150"/>
                        <a:pt x="87916" y="53245"/>
                      </a:cubicBezTo>
                      <a:cubicBezTo>
                        <a:pt x="86678" y="49434"/>
                        <a:pt x="84011" y="46291"/>
                        <a:pt x="79820" y="44101"/>
                      </a:cubicBezTo>
                      <a:cubicBezTo>
                        <a:pt x="79153" y="48196"/>
                        <a:pt x="76867" y="50197"/>
                        <a:pt x="72580" y="50197"/>
                      </a:cubicBezTo>
                      <a:cubicBezTo>
                        <a:pt x="71628" y="50197"/>
                        <a:pt x="70009" y="50006"/>
                        <a:pt x="67723" y="49816"/>
                      </a:cubicBezTo>
                      <a:cubicBezTo>
                        <a:pt x="65532" y="49625"/>
                        <a:pt x="63817" y="49530"/>
                        <a:pt x="62579" y="49530"/>
                      </a:cubicBezTo>
                      <a:cubicBezTo>
                        <a:pt x="61341" y="49530"/>
                        <a:pt x="60198" y="49625"/>
                        <a:pt x="59246" y="49816"/>
                      </a:cubicBezTo>
                      <a:cubicBezTo>
                        <a:pt x="53530" y="53435"/>
                        <a:pt x="50483" y="59626"/>
                        <a:pt x="50483" y="68484"/>
                      </a:cubicBezTo>
                      <a:cubicBezTo>
                        <a:pt x="50483" y="70104"/>
                        <a:pt x="50673" y="72771"/>
                        <a:pt x="50768" y="76486"/>
                      </a:cubicBezTo>
                      <a:cubicBezTo>
                        <a:pt x="50959" y="80200"/>
                        <a:pt x="51149" y="82963"/>
                        <a:pt x="51149" y="84772"/>
                      </a:cubicBezTo>
                      <a:cubicBezTo>
                        <a:pt x="51149" y="88773"/>
                        <a:pt x="50673" y="92202"/>
                        <a:pt x="49911" y="95059"/>
                      </a:cubicBezTo>
                      <a:cubicBezTo>
                        <a:pt x="50197" y="97441"/>
                        <a:pt x="51911" y="98584"/>
                        <a:pt x="55340" y="98393"/>
                      </a:cubicBezTo>
                      <a:cubicBezTo>
                        <a:pt x="58674" y="98203"/>
                        <a:pt x="60865" y="99441"/>
                        <a:pt x="61722" y="102013"/>
                      </a:cubicBezTo>
                      <a:cubicBezTo>
                        <a:pt x="63055" y="102775"/>
                        <a:pt x="66389" y="103156"/>
                        <a:pt x="71438" y="102965"/>
                      </a:cubicBezTo>
                      <a:cubicBezTo>
                        <a:pt x="75343" y="102965"/>
                        <a:pt x="78200" y="104203"/>
                        <a:pt x="79820" y="106870"/>
                      </a:cubicBezTo>
                      <a:cubicBezTo>
                        <a:pt x="81248" y="104013"/>
                        <a:pt x="83249" y="102489"/>
                        <a:pt x="85820" y="102013"/>
                      </a:cubicBezTo>
                      <a:lnTo>
                        <a:pt x="93440" y="102013"/>
                      </a:lnTo>
                      <a:cubicBezTo>
                        <a:pt x="95631" y="101632"/>
                        <a:pt x="97250" y="100489"/>
                        <a:pt x="98203" y="98679"/>
                      </a:cubicBezTo>
                      <a:cubicBezTo>
                        <a:pt x="105442" y="99536"/>
                        <a:pt x="113633" y="95059"/>
                        <a:pt x="122968" y="85439"/>
                      </a:cubicBezTo>
                      <a:lnTo>
                        <a:pt x="118205" y="83629"/>
                      </a:lnTo>
                      <a:lnTo>
                        <a:pt x="124873" y="79724"/>
                      </a:lnTo>
                      <a:close/>
                      <a:moveTo>
                        <a:pt x="119443" y="32480"/>
                      </a:moveTo>
                      <a:cubicBezTo>
                        <a:pt x="119253" y="31718"/>
                        <a:pt x="118777" y="31242"/>
                        <a:pt x="117920" y="31242"/>
                      </a:cubicBezTo>
                      <a:cubicBezTo>
                        <a:pt x="116110" y="31242"/>
                        <a:pt x="115253" y="32004"/>
                        <a:pt x="115253" y="33338"/>
                      </a:cubicBezTo>
                      <a:cubicBezTo>
                        <a:pt x="115253" y="33623"/>
                        <a:pt x="115443" y="33623"/>
                        <a:pt x="115824" y="33623"/>
                      </a:cubicBezTo>
                      <a:lnTo>
                        <a:pt x="119443" y="32385"/>
                      </a:lnTo>
                      <a:close/>
                      <a:moveTo>
                        <a:pt x="132207" y="18288"/>
                      </a:moveTo>
                      <a:lnTo>
                        <a:pt x="132207" y="16478"/>
                      </a:lnTo>
                      <a:cubicBezTo>
                        <a:pt x="131350" y="17050"/>
                        <a:pt x="128873" y="17335"/>
                        <a:pt x="124873" y="17335"/>
                      </a:cubicBezTo>
                      <a:lnTo>
                        <a:pt x="132207" y="18192"/>
                      </a:lnTo>
                      <a:close/>
                      <a:moveTo>
                        <a:pt x="124873" y="69628"/>
                      </a:moveTo>
                      <a:lnTo>
                        <a:pt x="129730" y="69628"/>
                      </a:lnTo>
                      <a:cubicBezTo>
                        <a:pt x="127730" y="67532"/>
                        <a:pt x="126206" y="66770"/>
                        <a:pt x="124873" y="67151"/>
                      </a:cubicBezTo>
                      <a:lnTo>
                        <a:pt x="124873" y="69628"/>
                      </a:lnTo>
                      <a:close/>
                      <a:moveTo>
                        <a:pt x="134493" y="84391"/>
                      </a:moveTo>
                      <a:lnTo>
                        <a:pt x="137732" y="81058"/>
                      </a:lnTo>
                      <a:lnTo>
                        <a:pt x="136303" y="81058"/>
                      </a:lnTo>
                      <a:lnTo>
                        <a:pt x="134493" y="84391"/>
                      </a:lnTo>
                      <a:close/>
                      <a:moveTo>
                        <a:pt x="143637" y="84963"/>
                      </a:moveTo>
                      <a:cubicBezTo>
                        <a:pt x="142970" y="84391"/>
                        <a:pt x="142684" y="83439"/>
                        <a:pt x="142684" y="82201"/>
                      </a:cubicBezTo>
                      <a:cubicBezTo>
                        <a:pt x="142684" y="78772"/>
                        <a:pt x="144113" y="76200"/>
                        <a:pt x="147161" y="74390"/>
                      </a:cubicBezTo>
                      <a:cubicBezTo>
                        <a:pt x="146495" y="73819"/>
                        <a:pt x="145828" y="73438"/>
                        <a:pt x="145066" y="73438"/>
                      </a:cubicBezTo>
                      <a:cubicBezTo>
                        <a:pt x="144875" y="73438"/>
                        <a:pt x="142399" y="74866"/>
                        <a:pt x="137732" y="77724"/>
                      </a:cubicBezTo>
                      <a:cubicBezTo>
                        <a:pt x="140779" y="78486"/>
                        <a:pt x="142304" y="79915"/>
                        <a:pt x="142304" y="81915"/>
                      </a:cubicBezTo>
                      <a:cubicBezTo>
                        <a:pt x="142304" y="82772"/>
                        <a:pt x="141922" y="83915"/>
                        <a:pt x="141256" y="85439"/>
                      </a:cubicBezTo>
                      <a:cubicBezTo>
                        <a:pt x="140589" y="86963"/>
                        <a:pt x="140208" y="87916"/>
                        <a:pt x="140208" y="88582"/>
                      </a:cubicBezTo>
                      <a:cubicBezTo>
                        <a:pt x="140208" y="89821"/>
                        <a:pt x="141732" y="90297"/>
                        <a:pt x="144685" y="90011"/>
                      </a:cubicBezTo>
                      <a:cubicBezTo>
                        <a:pt x="144685" y="87249"/>
                        <a:pt x="144304" y="85534"/>
                        <a:pt x="143542" y="84867"/>
                      </a:cubicBezTo>
                      <a:close/>
                      <a:moveTo>
                        <a:pt x="152971" y="99536"/>
                      </a:moveTo>
                      <a:lnTo>
                        <a:pt x="153829" y="98584"/>
                      </a:lnTo>
                      <a:lnTo>
                        <a:pt x="152019" y="96202"/>
                      </a:lnTo>
                      <a:lnTo>
                        <a:pt x="152971" y="99536"/>
                      </a:lnTo>
                      <a:close/>
                      <a:moveTo>
                        <a:pt x="158591" y="78676"/>
                      </a:moveTo>
                      <a:lnTo>
                        <a:pt x="161830" y="81058"/>
                      </a:lnTo>
                      <a:cubicBezTo>
                        <a:pt x="161068" y="79724"/>
                        <a:pt x="160782" y="78867"/>
                        <a:pt x="160972" y="78676"/>
                      </a:cubicBezTo>
                      <a:lnTo>
                        <a:pt x="158591" y="78676"/>
                      </a:lnTo>
                      <a:close/>
                      <a:moveTo>
                        <a:pt x="159544" y="41529"/>
                      </a:moveTo>
                      <a:lnTo>
                        <a:pt x="159544" y="43910"/>
                      </a:lnTo>
                      <a:lnTo>
                        <a:pt x="161925" y="41529"/>
                      </a:lnTo>
                      <a:lnTo>
                        <a:pt x="159544" y="41529"/>
                      </a:lnTo>
                      <a:close/>
                      <a:moveTo>
                        <a:pt x="161925" y="68389"/>
                      </a:moveTo>
                      <a:lnTo>
                        <a:pt x="167735" y="62674"/>
                      </a:lnTo>
                      <a:lnTo>
                        <a:pt x="164401" y="62674"/>
                      </a:lnTo>
                      <a:lnTo>
                        <a:pt x="161925" y="68389"/>
                      </a:lnTo>
                      <a:close/>
                      <a:moveTo>
                        <a:pt x="164401" y="94964"/>
                      </a:moveTo>
                      <a:lnTo>
                        <a:pt x="167735" y="93726"/>
                      </a:lnTo>
                      <a:cubicBezTo>
                        <a:pt x="167545" y="92964"/>
                        <a:pt x="166402" y="92488"/>
                        <a:pt x="164401" y="92488"/>
                      </a:cubicBezTo>
                      <a:lnTo>
                        <a:pt x="164401" y="94869"/>
                      </a:lnTo>
                      <a:close/>
                      <a:moveTo>
                        <a:pt x="171355" y="38195"/>
                      </a:moveTo>
                      <a:cubicBezTo>
                        <a:pt x="171926" y="38005"/>
                        <a:pt x="172879" y="38481"/>
                        <a:pt x="174117" y="39719"/>
                      </a:cubicBezTo>
                      <a:lnTo>
                        <a:pt x="171355" y="38195"/>
                      </a:lnTo>
                      <a:close/>
                      <a:moveTo>
                        <a:pt x="175927" y="40957"/>
                      </a:moveTo>
                      <a:cubicBezTo>
                        <a:pt x="175450" y="40957"/>
                        <a:pt x="174879" y="40576"/>
                        <a:pt x="174022" y="39814"/>
                      </a:cubicBezTo>
                      <a:lnTo>
                        <a:pt x="175927" y="40957"/>
                      </a:lnTo>
                      <a:close/>
                      <a:moveTo>
                        <a:pt x="177070" y="41529"/>
                      </a:moveTo>
                      <a:lnTo>
                        <a:pt x="175927" y="40957"/>
                      </a:lnTo>
                      <a:cubicBezTo>
                        <a:pt x="176879" y="40767"/>
                        <a:pt x="177260" y="40672"/>
                        <a:pt x="177070" y="40672"/>
                      </a:cubicBezTo>
                      <a:lnTo>
                        <a:pt x="177070" y="41529"/>
                      </a:lnTo>
                      <a:close/>
                      <a:moveTo>
                        <a:pt x="181356" y="27337"/>
                      </a:moveTo>
                      <a:cubicBezTo>
                        <a:pt x="181356" y="27337"/>
                        <a:pt x="180213" y="26956"/>
                        <a:pt x="178975" y="26860"/>
                      </a:cubicBezTo>
                      <a:cubicBezTo>
                        <a:pt x="177737" y="26765"/>
                        <a:pt x="177070" y="26479"/>
                        <a:pt x="177070" y="26098"/>
                      </a:cubicBezTo>
                      <a:cubicBezTo>
                        <a:pt x="177070" y="25432"/>
                        <a:pt x="177546" y="24860"/>
                        <a:pt x="178308" y="24003"/>
                      </a:cubicBezTo>
                      <a:lnTo>
                        <a:pt x="181356" y="27432"/>
                      </a:lnTo>
                      <a:close/>
                      <a:moveTo>
                        <a:pt x="181928" y="71914"/>
                      </a:moveTo>
                      <a:lnTo>
                        <a:pt x="178308" y="69532"/>
                      </a:lnTo>
                      <a:lnTo>
                        <a:pt x="181928" y="69532"/>
                      </a:lnTo>
                      <a:lnTo>
                        <a:pt x="181928" y="71914"/>
                      </a:lnTo>
                      <a:close/>
                      <a:moveTo>
                        <a:pt x="181356" y="27337"/>
                      </a:moveTo>
                      <a:lnTo>
                        <a:pt x="181928" y="27908"/>
                      </a:lnTo>
                      <a:lnTo>
                        <a:pt x="181356" y="27337"/>
                      </a:lnTo>
                      <a:close/>
                      <a:moveTo>
                        <a:pt x="184404" y="52006"/>
                      </a:moveTo>
                      <a:lnTo>
                        <a:pt x="185357" y="48673"/>
                      </a:lnTo>
                      <a:lnTo>
                        <a:pt x="192596" y="51054"/>
                      </a:lnTo>
                      <a:cubicBezTo>
                        <a:pt x="190786" y="51244"/>
                        <a:pt x="189357" y="52483"/>
                        <a:pt x="188404" y="54673"/>
                      </a:cubicBezTo>
                      <a:cubicBezTo>
                        <a:pt x="187928" y="54673"/>
                        <a:pt x="186690" y="53721"/>
                        <a:pt x="184404" y="51911"/>
                      </a:cubicBezTo>
                      <a:close/>
                      <a:moveTo>
                        <a:pt x="192596" y="20669"/>
                      </a:moveTo>
                      <a:cubicBezTo>
                        <a:pt x="192310" y="21812"/>
                        <a:pt x="191548" y="22193"/>
                        <a:pt x="190119" y="22193"/>
                      </a:cubicBezTo>
                      <a:lnTo>
                        <a:pt x="186880" y="22193"/>
                      </a:lnTo>
                      <a:lnTo>
                        <a:pt x="187738" y="19717"/>
                      </a:lnTo>
                      <a:cubicBezTo>
                        <a:pt x="188595" y="20288"/>
                        <a:pt x="190119" y="20669"/>
                        <a:pt x="192596" y="20669"/>
                      </a:cubicBezTo>
                      <a:close/>
                      <a:moveTo>
                        <a:pt x="191071" y="29718"/>
                      </a:moveTo>
                      <a:lnTo>
                        <a:pt x="191071" y="28003"/>
                      </a:lnTo>
                      <a:cubicBezTo>
                        <a:pt x="195453" y="28765"/>
                        <a:pt x="198501" y="29051"/>
                        <a:pt x="200311" y="28956"/>
                      </a:cubicBezTo>
                      <a:lnTo>
                        <a:pt x="200311" y="31242"/>
                      </a:lnTo>
                      <a:lnTo>
                        <a:pt x="191071" y="29718"/>
                      </a:lnTo>
                      <a:close/>
                      <a:moveTo>
                        <a:pt x="201549" y="75342"/>
                      </a:moveTo>
                      <a:lnTo>
                        <a:pt x="199168" y="75342"/>
                      </a:lnTo>
                      <a:lnTo>
                        <a:pt x="200978" y="72295"/>
                      </a:lnTo>
                      <a:cubicBezTo>
                        <a:pt x="200978" y="72295"/>
                        <a:pt x="201549" y="73723"/>
                        <a:pt x="201549" y="75342"/>
                      </a:cubicBezTo>
                      <a:close/>
                      <a:moveTo>
                        <a:pt x="200406" y="72009"/>
                      </a:moveTo>
                      <a:cubicBezTo>
                        <a:pt x="200406" y="72009"/>
                        <a:pt x="200978" y="71151"/>
                        <a:pt x="201549" y="70580"/>
                      </a:cubicBezTo>
                      <a:lnTo>
                        <a:pt x="200978" y="72295"/>
                      </a:lnTo>
                      <a:cubicBezTo>
                        <a:pt x="200978" y="72295"/>
                        <a:pt x="200596" y="72009"/>
                        <a:pt x="200406" y="72009"/>
                      </a:cubicBezTo>
                      <a:close/>
                      <a:moveTo>
                        <a:pt x="201549" y="70580"/>
                      </a:moveTo>
                      <a:lnTo>
                        <a:pt x="202501" y="68389"/>
                      </a:lnTo>
                      <a:cubicBezTo>
                        <a:pt x="202978" y="69056"/>
                        <a:pt x="202597" y="69628"/>
                        <a:pt x="201549" y="70580"/>
                      </a:cubicBezTo>
                      <a:close/>
                      <a:moveTo>
                        <a:pt x="206121" y="6858"/>
                      </a:moveTo>
                      <a:lnTo>
                        <a:pt x="208597" y="9239"/>
                      </a:lnTo>
                      <a:lnTo>
                        <a:pt x="204121" y="9239"/>
                      </a:lnTo>
                      <a:lnTo>
                        <a:pt x="206216" y="6858"/>
                      </a:lnTo>
                      <a:close/>
                      <a:moveTo>
                        <a:pt x="207740" y="39719"/>
                      </a:moveTo>
                      <a:lnTo>
                        <a:pt x="213455" y="45434"/>
                      </a:lnTo>
                      <a:cubicBezTo>
                        <a:pt x="208979" y="44005"/>
                        <a:pt x="206788" y="42863"/>
                        <a:pt x="206788" y="42100"/>
                      </a:cubicBezTo>
                      <a:cubicBezTo>
                        <a:pt x="206788" y="41529"/>
                        <a:pt x="207169" y="40672"/>
                        <a:pt x="207740" y="39719"/>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 name="Google Shape;1392;p99"/>
                <p:cNvSpPr/>
                <p:nvPr/>
              </p:nvSpPr>
              <p:spPr>
                <a:xfrm>
                  <a:off x="4085938" y="4446460"/>
                  <a:ext cx="187642" cy="245078"/>
                </a:xfrm>
                <a:custGeom>
                  <a:avLst/>
                  <a:gdLst/>
                  <a:ahLst/>
                  <a:cxnLst/>
                  <a:rect l="l" t="t" r="r" b="b"/>
                  <a:pathLst>
                    <a:path w="187642" h="245078" extrusionOk="0">
                      <a:moveTo>
                        <a:pt x="165449" y="195834"/>
                      </a:moveTo>
                      <a:cubicBezTo>
                        <a:pt x="169545" y="198406"/>
                        <a:pt x="171736" y="202787"/>
                        <a:pt x="172212" y="208788"/>
                      </a:cubicBezTo>
                      <a:cubicBezTo>
                        <a:pt x="172307" y="214027"/>
                        <a:pt x="172498" y="219170"/>
                        <a:pt x="172498" y="224218"/>
                      </a:cubicBezTo>
                      <a:cubicBezTo>
                        <a:pt x="172688" y="226981"/>
                        <a:pt x="173164" y="229457"/>
                        <a:pt x="173641" y="231457"/>
                      </a:cubicBezTo>
                      <a:cubicBezTo>
                        <a:pt x="168021" y="240601"/>
                        <a:pt x="158496" y="245078"/>
                        <a:pt x="145256" y="245078"/>
                      </a:cubicBezTo>
                      <a:cubicBezTo>
                        <a:pt x="141446" y="245078"/>
                        <a:pt x="135446" y="244697"/>
                        <a:pt x="127349" y="243935"/>
                      </a:cubicBezTo>
                      <a:cubicBezTo>
                        <a:pt x="119158" y="243078"/>
                        <a:pt x="113062" y="242792"/>
                        <a:pt x="109156" y="242792"/>
                      </a:cubicBezTo>
                      <a:cubicBezTo>
                        <a:pt x="104870" y="242792"/>
                        <a:pt x="101155" y="242792"/>
                        <a:pt x="97917" y="243364"/>
                      </a:cubicBezTo>
                      <a:lnTo>
                        <a:pt x="28956" y="243364"/>
                      </a:lnTo>
                      <a:lnTo>
                        <a:pt x="28956" y="242411"/>
                      </a:lnTo>
                      <a:cubicBezTo>
                        <a:pt x="26575" y="241078"/>
                        <a:pt x="22384" y="240792"/>
                        <a:pt x="16478" y="241745"/>
                      </a:cubicBezTo>
                      <a:cubicBezTo>
                        <a:pt x="10382" y="242792"/>
                        <a:pt x="5715" y="242125"/>
                        <a:pt x="2381" y="239935"/>
                      </a:cubicBezTo>
                      <a:cubicBezTo>
                        <a:pt x="3429" y="211169"/>
                        <a:pt x="4000" y="182689"/>
                        <a:pt x="4000" y="154496"/>
                      </a:cubicBezTo>
                      <a:cubicBezTo>
                        <a:pt x="4000" y="126301"/>
                        <a:pt x="3524" y="97822"/>
                        <a:pt x="2381" y="69151"/>
                      </a:cubicBezTo>
                      <a:cubicBezTo>
                        <a:pt x="3620" y="70009"/>
                        <a:pt x="4572" y="70295"/>
                        <a:pt x="4858" y="70104"/>
                      </a:cubicBezTo>
                      <a:lnTo>
                        <a:pt x="5715" y="69151"/>
                      </a:lnTo>
                      <a:cubicBezTo>
                        <a:pt x="5905" y="67913"/>
                        <a:pt x="5429" y="67056"/>
                        <a:pt x="4191" y="66580"/>
                      </a:cubicBezTo>
                      <a:cubicBezTo>
                        <a:pt x="2953" y="66104"/>
                        <a:pt x="2286" y="65722"/>
                        <a:pt x="2286" y="65532"/>
                      </a:cubicBezTo>
                      <a:cubicBezTo>
                        <a:pt x="2286" y="65056"/>
                        <a:pt x="2858" y="64484"/>
                        <a:pt x="3905" y="63437"/>
                      </a:cubicBezTo>
                      <a:cubicBezTo>
                        <a:pt x="3905" y="65246"/>
                        <a:pt x="4191" y="66294"/>
                        <a:pt x="4858" y="66770"/>
                      </a:cubicBezTo>
                      <a:cubicBezTo>
                        <a:pt x="6858" y="66580"/>
                        <a:pt x="7429" y="65437"/>
                        <a:pt x="6572" y="63341"/>
                      </a:cubicBezTo>
                      <a:cubicBezTo>
                        <a:pt x="5620" y="61150"/>
                        <a:pt x="5905" y="59912"/>
                        <a:pt x="7239" y="59531"/>
                      </a:cubicBezTo>
                      <a:cubicBezTo>
                        <a:pt x="7049" y="60007"/>
                        <a:pt x="6953" y="60293"/>
                        <a:pt x="6953" y="60770"/>
                      </a:cubicBezTo>
                      <a:cubicBezTo>
                        <a:pt x="6953" y="61531"/>
                        <a:pt x="7525" y="62389"/>
                        <a:pt x="8572" y="63341"/>
                      </a:cubicBezTo>
                      <a:cubicBezTo>
                        <a:pt x="9620" y="64198"/>
                        <a:pt x="10382" y="64865"/>
                        <a:pt x="10573" y="65246"/>
                      </a:cubicBezTo>
                      <a:lnTo>
                        <a:pt x="15430" y="64294"/>
                      </a:lnTo>
                      <a:lnTo>
                        <a:pt x="10573" y="61055"/>
                      </a:lnTo>
                      <a:lnTo>
                        <a:pt x="15430" y="58674"/>
                      </a:lnTo>
                      <a:cubicBezTo>
                        <a:pt x="15430" y="58674"/>
                        <a:pt x="14002" y="57340"/>
                        <a:pt x="11811" y="55054"/>
                      </a:cubicBezTo>
                      <a:cubicBezTo>
                        <a:pt x="10192" y="53626"/>
                        <a:pt x="8954" y="52864"/>
                        <a:pt x="7906" y="52864"/>
                      </a:cubicBezTo>
                      <a:cubicBezTo>
                        <a:pt x="6667" y="52864"/>
                        <a:pt x="5715" y="53626"/>
                        <a:pt x="4858" y="55340"/>
                      </a:cubicBezTo>
                      <a:cubicBezTo>
                        <a:pt x="3429" y="54578"/>
                        <a:pt x="2762" y="53721"/>
                        <a:pt x="2762" y="52864"/>
                      </a:cubicBezTo>
                      <a:cubicBezTo>
                        <a:pt x="2762" y="52483"/>
                        <a:pt x="3524" y="51625"/>
                        <a:pt x="5239" y="50292"/>
                      </a:cubicBezTo>
                      <a:cubicBezTo>
                        <a:pt x="6858" y="49054"/>
                        <a:pt x="7525" y="47815"/>
                        <a:pt x="7334" y="46863"/>
                      </a:cubicBezTo>
                      <a:lnTo>
                        <a:pt x="9811" y="49244"/>
                      </a:lnTo>
                      <a:lnTo>
                        <a:pt x="11239" y="47434"/>
                      </a:lnTo>
                      <a:cubicBezTo>
                        <a:pt x="11906" y="48101"/>
                        <a:pt x="12668" y="48387"/>
                        <a:pt x="13335" y="48387"/>
                      </a:cubicBezTo>
                      <a:cubicBezTo>
                        <a:pt x="14383" y="48387"/>
                        <a:pt x="16002" y="47911"/>
                        <a:pt x="18002" y="46863"/>
                      </a:cubicBezTo>
                      <a:cubicBezTo>
                        <a:pt x="20098" y="45815"/>
                        <a:pt x="21622" y="45339"/>
                        <a:pt x="22765" y="45339"/>
                      </a:cubicBezTo>
                      <a:cubicBezTo>
                        <a:pt x="24003" y="45339"/>
                        <a:pt x="24860" y="45815"/>
                        <a:pt x="25717" y="46863"/>
                      </a:cubicBezTo>
                      <a:lnTo>
                        <a:pt x="27242" y="46006"/>
                      </a:lnTo>
                      <a:cubicBezTo>
                        <a:pt x="27146" y="44101"/>
                        <a:pt x="25908" y="42863"/>
                        <a:pt x="23813" y="42196"/>
                      </a:cubicBezTo>
                      <a:cubicBezTo>
                        <a:pt x="21717" y="41529"/>
                        <a:pt x="20383" y="40862"/>
                        <a:pt x="20003" y="40291"/>
                      </a:cubicBezTo>
                      <a:cubicBezTo>
                        <a:pt x="16859" y="40005"/>
                        <a:pt x="12859" y="40005"/>
                        <a:pt x="8192" y="40291"/>
                      </a:cubicBezTo>
                      <a:cubicBezTo>
                        <a:pt x="7810" y="41338"/>
                        <a:pt x="7429" y="41815"/>
                        <a:pt x="7049" y="41815"/>
                      </a:cubicBezTo>
                      <a:cubicBezTo>
                        <a:pt x="6287" y="41243"/>
                        <a:pt x="5620" y="40862"/>
                        <a:pt x="5239" y="40862"/>
                      </a:cubicBezTo>
                      <a:cubicBezTo>
                        <a:pt x="4763" y="40862"/>
                        <a:pt x="4381" y="40862"/>
                        <a:pt x="4000" y="41243"/>
                      </a:cubicBezTo>
                      <a:lnTo>
                        <a:pt x="1619" y="32099"/>
                      </a:lnTo>
                      <a:cubicBezTo>
                        <a:pt x="3143" y="32099"/>
                        <a:pt x="4286" y="31623"/>
                        <a:pt x="4858" y="30575"/>
                      </a:cubicBezTo>
                      <a:cubicBezTo>
                        <a:pt x="4858" y="28861"/>
                        <a:pt x="4096" y="28384"/>
                        <a:pt x="2572" y="29146"/>
                      </a:cubicBezTo>
                      <a:cubicBezTo>
                        <a:pt x="1048" y="29908"/>
                        <a:pt x="191" y="29813"/>
                        <a:pt x="0" y="28575"/>
                      </a:cubicBezTo>
                      <a:lnTo>
                        <a:pt x="2286" y="26194"/>
                      </a:lnTo>
                      <a:lnTo>
                        <a:pt x="4763" y="28575"/>
                      </a:lnTo>
                      <a:cubicBezTo>
                        <a:pt x="5334" y="28004"/>
                        <a:pt x="5620" y="26003"/>
                        <a:pt x="5620" y="22860"/>
                      </a:cubicBezTo>
                      <a:cubicBezTo>
                        <a:pt x="5620" y="23622"/>
                        <a:pt x="6096" y="24289"/>
                        <a:pt x="7144" y="24670"/>
                      </a:cubicBezTo>
                      <a:cubicBezTo>
                        <a:pt x="8763" y="23431"/>
                        <a:pt x="9620" y="22479"/>
                        <a:pt x="9620" y="21622"/>
                      </a:cubicBezTo>
                      <a:cubicBezTo>
                        <a:pt x="9620" y="20574"/>
                        <a:pt x="8192" y="19145"/>
                        <a:pt x="5525" y="17240"/>
                      </a:cubicBezTo>
                      <a:cubicBezTo>
                        <a:pt x="2762" y="15335"/>
                        <a:pt x="1524" y="13621"/>
                        <a:pt x="1524" y="12001"/>
                      </a:cubicBezTo>
                      <a:cubicBezTo>
                        <a:pt x="1524" y="10573"/>
                        <a:pt x="2191" y="9144"/>
                        <a:pt x="3905" y="7429"/>
                      </a:cubicBezTo>
                      <a:lnTo>
                        <a:pt x="9620" y="1429"/>
                      </a:lnTo>
                      <a:cubicBezTo>
                        <a:pt x="19907" y="476"/>
                        <a:pt x="30766" y="0"/>
                        <a:pt x="42481" y="0"/>
                      </a:cubicBezTo>
                      <a:cubicBezTo>
                        <a:pt x="53530" y="0"/>
                        <a:pt x="70199" y="571"/>
                        <a:pt x="92297" y="1810"/>
                      </a:cubicBezTo>
                      <a:cubicBezTo>
                        <a:pt x="114491" y="2953"/>
                        <a:pt x="131159" y="3620"/>
                        <a:pt x="142399" y="3620"/>
                      </a:cubicBezTo>
                      <a:cubicBezTo>
                        <a:pt x="150400" y="3620"/>
                        <a:pt x="158115" y="3429"/>
                        <a:pt x="165259" y="2953"/>
                      </a:cubicBezTo>
                      <a:cubicBezTo>
                        <a:pt x="169926" y="6572"/>
                        <a:pt x="172307" y="11430"/>
                        <a:pt x="172307" y="17431"/>
                      </a:cubicBezTo>
                      <a:cubicBezTo>
                        <a:pt x="172307" y="19240"/>
                        <a:pt x="172021" y="22384"/>
                        <a:pt x="171450" y="26765"/>
                      </a:cubicBezTo>
                      <a:cubicBezTo>
                        <a:pt x="170783" y="31147"/>
                        <a:pt x="170497" y="34576"/>
                        <a:pt x="170497" y="37052"/>
                      </a:cubicBezTo>
                      <a:cubicBezTo>
                        <a:pt x="170497" y="39529"/>
                        <a:pt x="170688" y="41624"/>
                        <a:pt x="171164" y="43720"/>
                      </a:cubicBezTo>
                      <a:cubicBezTo>
                        <a:pt x="171164" y="46958"/>
                        <a:pt x="169164" y="48578"/>
                        <a:pt x="165163" y="48578"/>
                      </a:cubicBezTo>
                      <a:cubicBezTo>
                        <a:pt x="164497" y="48578"/>
                        <a:pt x="163544" y="48578"/>
                        <a:pt x="162116" y="48292"/>
                      </a:cubicBezTo>
                      <a:lnTo>
                        <a:pt x="159067" y="48292"/>
                      </a:lnTo>
                      <a:cubicBezTo>
                        <a:pt x="156686" y="48292"/>
                        <a:pt x="154876" y="48673"/>
                        <a:pt x="153638" y="49435"/>
                      </a:cubicBezTo>
                      <a:lnTo>
                        <a:pt x="146971" y="49435"/>
                      </a:lnTo>
                      <a:lnTo>
                        <a:pt x="146971" y="48292"/>
                      </a:lnTo>
                      <a:cubicBezTo>
                        <a:pt x="137731" y="49054"/>
                        <a:pt x="127254" y="49435"/>
                        <a:pt x="115633" y="49435"/>
                      </a:cubicBezTo>
                      <a:cubicBezTo>
                        <a:pt x="108299" y="49721"/>
                        <a:pt x="97822" y="49721"/>
                        <a:pt x="83915" y="49435"/>
                      </a:cubicBezTo>
                      <a:lnTo>
                        <a:pt x="52197" y="49435"/>
                      </a:lnTo>
                      <a:cubicBezTo>
                        <a:pt x="50863" y="53054"/>
                        <a:pt x="50101" y="57245"/>
                        <a:pt x="50101" y="61817"/>
                      </a:cubicBezTo>
                      <a:cubicBezTo>
                        <a:pt x="50101" y="63246"/>
                        <a:pt x="50101" y="65341"/>
                        <a:pt x="50387" y="68104"/>
                      </a:cubicBezTo>
                      <a:lnTo>
                        <a:pt x="50387" y="74771"/>
                      </a:lnTo>
                      <a:cubicBezTo>
                        <a:pt x="50387" y="79248"/>
                        <a:pt x="49911" y="83153"/>
                        <a:pt x="48958" y="86868"/>
                      </a:cubicBezTo>
                      <a:cubicBezTo>
                        <a:pt x="49530" y="89725"/>
                        <a:pt x="50101" y="92488"/>
                        <a:pt x="50387" y="95250"/>
                      </a:cubicBezTo>
                      <a:cubicBezTo>
                        <a:pt x="51340" y="98870"/>
                        <a:pt x="53150" y="100679"/>
                        <a:pt x="55817" y="100679"/>
                      </a:cubicBezTo>
                      <a:cubicBezTo>
                        <a:pt x="56579" y="100679"/>
                        <a:pt x="57531" y="100584"/>
                        <a:pt x="58198" y="100393"/>
                      </a:cubicBezTo>
                      <a:cubicBezTo>
                        <a:pt x="58864" y="100584"/>
                        <a:pt x="59531" y="100679"/>
                        <a:pt x="60293" y="100679"/>
                      </a:cubicBezTo>
                      <a:cubicBezTo>
                        <a:pt x="61055" y="100679"/>
                        <a:pt x="62389" y="100393"/>
                        <a:pt x="64008" y="100108"/>
                      </a:cubicBezTo>
                      <a:cubicBezTo>
                        <a:pt x="65627" y="99727"/>
                        <a:pt x="66675" y="99441"/>
                        <a:pt x="67246" y="99441"/>
                      </a:cubicBezTo>
                      <a:cubicBezTo>
                        <a:pt x="68866" y="99441"/>
                        <a:pt x="70199" y="100298"/>
                        <a:pt x="71247" y="101822"/>
                      </a:cubicBezTo>
                      <a:cubicBezTo>
                        <a:pt x="76676" y="100203"/>
                        <a:pt x="83058" y="99441"/>
                        <a:pt x="90202" y="99441"/>
                      </a:cubicBezTo>
                      <a:cubicBezTo>
                        <a:pt x="93917" y="99441"/>
                        <a:pt x="99155" y="99727"/>
                        <a:pt x="106108" y="100203"/>
                      </a:cubicBezTo>
                      <a:cubicBezTo>
                        <a:pt x="112967" y="100774"/>
                        <a:pt x="118110" y="101060"/>
                        <a:pt x="121539" y="101060"/>
                      </a:cubicBezTo>
                      <a:cubicBezTo>
                        <a:pt x="124968" y="101060"/>
                        <a:pt x="128206" y="100774"/>
                        <a:pt x="131254" y="100393"/>
                      </a:cubicBezTo>
                      <a:cubicBezTo>
                        <a:pt x="132683" y="105442"/>
                        <a:pt x="133255" y="112490"/>
                        <a:pt x="133064" y="121539"/>
                      </a:cubicBezTo>
                      <a:cubicBezTo>
                        <a:pt x="132874" y="131731"/>
                        <a:pt x="133064" y="138779"/>
                        <a:pt x="133731" y="142589"/>
                      </a:cubicBezTo>
                      <a:cubicBezTo>
                        <a:pt x="129445" y="145637"/>
                        <a:pt x="123730" y="147161"/>
                        <a:pt x="116491" y="147161"/>
                      </a:cubicBezTo>
                      <a:cubicBezTo>
                        <a:pt x="113538" y="147161"/>
                        <a:pt x="108871" y="146780"/>
                        <a:pt x="102679" y="146304"/>
                      </a:cubicBezTo>
                      <a:cubicBezTo>
                        <a:pt x="96583" y="145732"/>
                        <a:pt x="91916" y="145351"/>
                        <a:pt x="88583" y="145351"/>
                      </a:cubicBezTo>
                      <a:cubicBezTo>
                        <a:pt x="85534" y="145351"/>
                        <a:pt x="82772" y="145637"/>
                        <a:pt x="80200" y="145923"/>
                      </a:cubicBezTo>
                      <a:lnTo>
                        <a:pt x="80200" y="144494"/>
                      </a:lnTo>
                      <a:cubicBezTo>
                        <a:pt x="78867" y="144685"/>
                        <a:pt x="75724" y="144780"/>
                        <a:pt x="70866" y="144780"/>
                      </a:cubicBezTo>
                      <a:cubicBezTo>
                        <a:pt x="67628" y="144780"/>
                        <a:pt x="64579" y="145447"/>
                        <a:pt x="61817" y="146875"/>
                      </a:cubicBezTo>
                      <a:cubicBezTo>
                        <a:pt x="60770" y="146304"/>
                        <a:pt x="59436" y="146018"/>
                        <a:pt x="57817" y="146018"/>
                      </a:cubicBezTo>
                      <a:cubicBezTo>
                        <a:pt x="55435" y="146209"/>
                        <a:pt x="54007" y="146209"/>
                        <a:pt x="53530" y="146018"/>
                      </a:cubicBezTo>
                      <a:cubicBezTo>
                        <a:pt x="50387" y="147066"/>
                        <a:pt x="48768" y="149542"/>
                        <a:pt x="48768" y="153638"/>
                      </a:cubicBezTo>
                      <a:cubicBezTo>
                        <a:pt x="48768" y="156400"/>
                        <a:pt x="49244" y="158591"/>
                        <a:pt x="50197" y="160306"/>
                      </a:cubicBezTo>
                      <a:cubicBezTo>
                        <a:pt x="45815" y="159067"/>
                        <a:pt x="41815" y="160211"/>
                        <a:pt x="38386" y="163639"/>
                      </a:cubicBezTo>
                      <a:lnTo>
                        <a:pt x="46196" y="162020"/>
                      </a:lnTo>
                      <a:lnTo>
                        <a:pt x="45339" y="163639"/>
                      </a:lnTo>
                      <a:cubicBezTo>
                        <a:pt x="45720" y="164401"/>
                        <a:pt x="46196" y="164878"/>
                        <a:pt x="46863" y="164878"/>
                      </a:cubicBezTo>
                      <a:cubicBezTo>
                        <a:pt x="46577" y="164878"/>
                        <a:pt x="47530" y="163925"/>
                        <a:pt x="50197" y="162020"/>
                      </a:cubicBezTo>
                      <a:cubicBezTo>
                        <a:pt x="50197" y="161258"/>
                        <a:pt x="50101" y="167068"/>
                        <a:pt x="49911" y="179641"/>
                      </a:cubicBezTo>
                      <a:cubicBezTo>
                        <a:pt x="49721" y="186880"/>
                        <a:pt x="50863" y="192405"/>
                        <a:pt x="53435" y="196215"/>
                      </a:cubicBezTo>
                      <a:cubicBezTo>
                        <a:pt x="60865" y="197263"/>
                        <a:pt x="68675" y="197739"/>
                        <a:pt x="77057" y="197739"/>
                      </a:cubicBezTo>
                      <a:cubicBezTo>
                        <a:pt x="83249" y="197739"/>
                        <a:pt x="92392" y="197358"/>
                        <a:pt x="104394" y="196501"/>
                      </a:cubicBezTo>
                      <a:cubicBezTo>
                        <a:pt x="116300" y="195643"/>
                        <a:pt x="125349" y="195358"/>
                        <a:pt x="131350" y="195358"/>
                      </a:cubicBezTo>
                      <a:cubicBezTo>
                        <a:pt x="140399" y="195358"/>
                        <a:pt x="148876" y="195929"/>
                        <a:pt x="156686" y="197167"/>
                      </a:cubicBezTo>
                      <a:cubicBezTo>
                        <a:pt x="158115" y="194024"/>
                        <a:pt x="160877" y="193643"/>
                        <a:pt x="165068" y="196215"/>
                      </a:cubicBezTo>
                      <a:close/>
                      <a:moveTo>
                        <a:pt x="9811" y="44291"/>
                      </a:moveTo>
                      <a:lnTo>
                        <a:pt x="11716" y="46672"/>
                      </a:lnTo>
                      <a:lnTo>
                        <a:pt x="11335" y="47244"/>
                      </a:lnTo>
                      <a:cubicBezTo>
                        <a:pt x="10573" y="46482"/>
                        <a:pt x="10096" y="45434"/>
                        <a:pt x="9906" y="44291"/>
                      </a:cubicBezTo>
                      <a:close/>
                      <a:moveTo>
                        <a:pt x="71723" y="130588"/>
                      </a:moveTo>
                      <a:lnTo>
                        <a:pt x="68104" y="130588"/>
                      </a:lnTo>
                      <a:cubicBezTo>
                        <a:pt x="68771" y="132016"/>
                        <a:pt x="70009" y="132016"/>
                        <a:pt x="71723" y="130588"/>
                      </a:cubicBezTo>
                      <a:lnTo>
                        <a:pt x="73152" y="130588"/>
                      </a:lnTo>
                      <a:cubicBezTo>
                        <a:pt x="73152" y="130588"/>
                        <a:pt x="73724" y="131731"/>
                        <a:pt x="73724" y="132779"/>
                      </a:cubicBezTo>
                      <a:lnTo>
                        <a:pt x="78105" y="130588"/>
                      </a:lnTo>
                      <a:cubicBezTo>
                        <a:pt x="79153" y="131636"/>
                        <a:pt x="79629" y="132302"/>
                        <a:pt x="79629" y="132779"/>
                      </a:cubicBezTo>
                      <a:lnTo>
                        <a:pt x="84106" y="132779"/>
                      </a:lnTo>
                      <a:lnTo>
                        <a:pt x="84106" y="130588"/>
                      </a:lnTo>
                      <a:lnTo>
                        <a:pt x="73247" y="130588"/>
                      </a:lnTo>
                      <a:cubicBezTo>
                        <a:pt x="73247" y="130588"/>
                        <a:pt x="72390" y="130207"/>
                        <a:pt x="71818" y="130588"/>
                      </a:cubicBezTo>
                      <a:close/>
                      <a:moveTo>
                        <a:pt x="130588" y="16764"/>
                      </a:moveTo>
                      <a:lnTo>
                        <a:pt x="128111" y="15240"/>
                      </a:lnTo>
                      <a:lnTo>
                        <a:pt x="130588" y="20098"/>
                      </a:lnTo>
                      <a:lnTo>
                        <a:pt x="130588" y="16764"/>
                      </a:lnTo>
                      <a:close/>
                      <a:moveTo>
                        <a:pt x="186404" y="212026"/>
                      </a:moveTo>
                      <a:lnTo>
                        <a:pt x="187642" y="212026"/>
                      </a:lnTo>
                      <a:lnTo>
                        <a:pt x="184023" y="214217"/>
                      </a:lnTo>
                      <a:lnTo>
                        <a:pt x="186404" y="212026"/>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 name="Google Shape;1393;p99"/>
                <p:cNvSpPr/>
                <p:nvPr/>
              </p:nvSpPr>
              <p:spPr>
                <a:xfrm>
                  <a:off x="4272247" y="4446365"/>
                  <a:ext cx="171545" cy="255841"/>
                </a:xfrm>
                <a:custGeom>
                  <a:avLst/>
                  <a:gdLst/>
                  <a:ahLst/>
                  <a:cxnLst/>
                  <a:rect l="l" t="t" r="r" b="b"/>
                  <a:pathLst>
                    <a:path w="171545" h="255841" extrusionOk="0">
                      <a:moveTo>
                        <a:pt x="171450" y="172974"/>
                      </a:moveTo>
                      <a:cubicBezTo>
                        <a:pt x="170021" y="173546"/>
                        <a:pt x="169259" y="174403"/>
                        <a:pt x="169259" y="175451"/>
                      </a:cubicBezTo>
                      <a:cubicBezTo>
                        <a:pt x="169259" y="174593"/>
                        <a:pt x="170021" y="176117"/>
                        <a:pt x="171450" y="179927"/>
                      </a:cubicBezTo>
                      <a:cubicBezTo>
                        <a:pt x="169450" y="183737"/>
                        <a:pt x="168402" y="188500"/>
                        <a:pt x="168402" y="194405"/>
                      </a:cubicBezTo>
                      <a:cubicBezTo>
                        <a:pt x="168402" y="197644"/>
                        <a:pt x="168878" y="202597"/>
                        <a:pt x="169831" y="209360"/>
                      </a:cubicBezTo>
                      <a:cubicBezTo>
                        <a:pt x="170688" y="216027"/>
                        <a:pt x="171164" y="220885"/>
                        <a:pt x="171164" y="223647"/>
                      </a:cubicBezTo>
                      <a:cubicBezTo>
                        <a:pt x="171164" y="236792"/>
                        <a:pt x="164116" y="243935"/>
                        <a:pt x="150114" y="245364"/>
                      </a:cubicBezTo>
                      <a:cubicBezTo>
                        <a:pt x="148304" y="243554"/>
                        <a:pt x="146304" y="242792"/>
                        <a:pt x="144304" y="242792"/>
                      </a:cubicBezTo>
                      <a:cubicBezTo>
                        <a:pt x="143351" y="242792"/>
                        <a:pt x="141922" y="242983"/>
                        <a:pt x="140208" y="243554"/>
                      </a:cubicBezTo>
                      <a:cubicBezTo>
                        <a:pt x="138494" y="244126"/>
                        <a:pt x="137350" y="244507"/>
                        <a:pt x="136684" y="244507"/>
                      </a:cubicBezTo>
                      <a:cubicBezTo>
                        <a:pt x="134684" y="244507"/>
                        <a:pt x="133159" y="243459"/>
                        <a:pt x="132397" y="241554"/>
                      </a:cubicBezTo>
                      <a:lnTo>
                        <a:pt x="129159" y="240602"/>
                      </a:lnTo>
                      <a:lnTo>
                        <a:pt x="130683" y="239649"/>
                      </a:lnTo>
                      <a:cubicBezTo>
                        <a:pt x="127445" y="239078"/>
                        <a:pt x="124301" y="236315"/>
                        <a:pt x="121253" y="231362"/>
                      </a:cubicBezTo>
                      <a:cubicBezTo>
                        <a:pt x="118015" y="226409"/>
                        <a:pt x="114871" y="223742"/>
                        <a:pt x="111728" y="222980"/>
                      </a:cubicBezTo>
                      <a:cubicBezTo>
                        <a:pt x="111919" y="222218"/>
                        <a:pt x="111919" y="221361"/>
                        <a:pt x="111728" y="220313"/>
                      </a:cubicBezTo>
                      <a:cubicBezTo>
                        <a:pt x="111347" y="219075"/>
                        <a:pt x="111062" y="218408"/>
                        <a:pt x="111062" y="218218"/>
                      </a:cubicBezTo>
                      <a:cubicBezTo>
                        <a:pt x="111062" y="217170"/>
                        <a:pt x="111824" y="216503"/>
                        <a:pt x="113157" y="216122"/>
                      </a:cubicBezTo>
                      <a:cubicBezTo>
                        <a:pt x="109919" y="213931"/>
                        <a:pt x="106680" y="209455"/>
                        <a:pt x="103537" y="202311"/>
                      </a:cubicBezTo>
                      <a:cubicBezTo>
                        <a:pt x="100394" y="195453"/>
                        <a:pt x="97250" y="190976"/>
                        <a:pt x="94297" y="188976"/>
                      </a:cubicBezTo>
                      <a:cubicBezTo>
                        <a:pt x="93440" y="183166"/>
                        <a:pt x="90678" y="176403"/>
                        <a:pt x="86106" y="168688"/>
                      </a:cubicBezTo>
                      <a:cubicBezTo>
                        <a:pt x="79058" y="157734"/>
                        <a:pt x="75343" y="151638"/>
                        <a:pt x="74867" y="150590"/>
                      </a:cubicBezTo>
                      <a:cubicBezTo>
                        <a:pt x="75057" y="148780"/>
                        <a:pt x="74390" y="146495"/>
                        <a:pt x="72676" y="143637"/>
                      </a:cubicBezTo>
                      <a:cubicBezTo>
                        <a:pt x="70866" y="140875"/>
                        <a:pt x="70009" y="138779"/>
                        <a:pt x="70009" y="137351"/>
                      </a:cubicBezTo>
                      <a:cubicBezTo>
                        <a:pt x="70009" y="136588"/>
                        <a:pt x="70390" y="135636"/>
                        <a:pt x="70961" y="134588"/>
                      </a:cubicBezTo>
                      <a:cubicBezTo>
                        <a:pt x="69913" y="134969"/>
                        <a:pt x="68961" y="135255"/>
                        <a:pt x="68199" y="135255"/>
                      </a:cubicBezTo>
                      <a:cubicBezTo>
                        <a:pt x="65437" y="135255"/>
                        <a:pt x="62960" y="132112"/>
                        <a:pt x="61055" y="126016"/>
                      </a:cubicBezTo>
                      <a:cubicBezTo>
                        <a:pt x="58960" y="119825"/>
                        <a:pt x="56007" y="116872"/>
                        <a:pt x="51816" y="116872"/>
                      </a:cubicBezTo>
                      <a:cubicBezTo>
                        <a:pt x="51054" y="116872"/>
                        <a:pt x="50197" y="116872"/>
                        <a:pt x="49149" y="117157"/>
                      </a:cubicBezTo>
                      <a:cubicBezTo>
                        <a:pt x="50101" y="122587"/>
                        <a:pt x="50673" y="128683"/>
                        <a:pt x="50673" y="135255"/>
                      </a:cubicBezTo>
                      <a:cubicBezTo>
                        <a:pt x="50673" y="140684"/>
                        <a:pt x="50101" y="148780"/>
                        <a:pt x="49149" y="159448"/>
                      </a:cubicBezTo>
                      <a:cubicBezTo>
                        <a:pt x="48101" y="170117"/>
                        <a:pt x="47625" y="178213"/>
                        <a:pt x="47625" y="183356"/>
                      </a:cubicBezTo>
                      <a:cubicBezTo>
                        <a:pt x="47625" y="193357"/>
                        <a:pt x="48958" y="202311"/>
                        <a:pt x="51530" y="210121"/>
                      </a:cubicBezTo>
                      <a:cubicBezTo>
                        <a:pt x="48958" y="211741"/>
                        <a:pt x="47625" y="214122"/>
                        <a:pt x="47625" y="217075"/>
                      </a:cubicBezTo>
                      <a:cubicBezTo>
                        <a:pt x="47625" y="218694"/>
                        <a:pt x="48006" y="221075"/>
                        <a:pt x="48863" y="224028"/>
                      </a:cubicBezTo>
                      <a:cubicBezTo>
                        <a:pt x="49721" y="227076"/>
                        <a:pt x="50101" y="229267"/>
                        <a:pt x="50101" y="230696"/>
                      </a:cubicBezTo>
                      <a:cubicBezTo>
                        <a:pt x="50101" y="233648"/>
                        <a:pt x="48578" y="235839"/>
                        <a:pt x="45625" y="236982"/>
                      </a:cubicBezTo>
                      <a:cubicBezTo>
                        <a:pt x="45625" y="239649"/>
                        <a:pt x="44767" y="241554"/>
                        <a:pt x="43148" y="242792"/>
                      </a:cubicBezTo>
                      <a:lnTo>
                        <a:pt x="11430" y="241363"/>
                      </a:lnTo>
                      <a:cubicBezTo>
                        <a:pt x="11430" y="240030"/>
                        <a:pt x="11144" y="239363"/>
                        <a:pt x="10478" y="239363"/>
                      </a:cubicBezTo>
                      <a:cubicBezTo>
                        <a:pt x="10287" y="239363"/>
                        <a:pt x="9811" y="239649"/>
                        <a:pt x="9049" y="240125"/>
                      </a:cubicBezTo>
                      <a:cubicBezTo>
                        <a:pt x="8192" y="240602"/>
                        <a:pt x="7620" y="240792"/>
                        <a:pt x="7239" y="240792"/>
                      </a:cubicBezTo>
                      <a:cubicBezTo>
                        <a:pt x="6572" y="240792"/>
                        <a:pt x="6096" y="240411"/>
                        <a:pt x="5810" y="239649"/>
                      </a:cubicBezTo>
                      <a:cubicBezTo>
                        <a:pt x="2762" y="237649"/>
                        <a:pt x="1238" y="235172"/>
                        <a:pt x="1238" y="232124"/>
                      </a:cubicBezTo>
                      <a:cubicBezTo>
                        <a:pt x="1238" y="230696"/>
                        <a:pt x="1810" y="228314"/>
                        <a:pt x="2953" y="224790"/>
                      </a:cubicBezTo>
                      <a:cubicBezTo>
                        <a:pt x="4000" y="221266"/>
                        <a:pt x="4572" y="218504"/>
                        <a:pt x="4572" y="216503"/>
                      </a:cubicBezTo>
                      <a:cubicBezTo>
                        <a:pt x="4572" y="214694"/>
                        <a:pt x="4191" y="212884"/>
                        <a:pt x="3429" y="211264"/>
                      </a:cubicBezTo>
                      <a:cubicBezTo>
                        <a:pt x="2572" y="206026"/>
                        <a:pt x="2191" y="196691"/>
                        <a:pt x="2476" y="183261"/>
                      </a:cubicBezTo>
                      <a:cubicBezTo>
                        <a:pt x="2667" y="171355"/>
                        <a:pt x="1810" y="162115"/>
                        <a:pt x="0" y="155448"/>
                      </a:cubicBezTo>
                      <a:cubicBezTo>
                        <a:pt x="1619" y="153353"/>
                        <a:pt x="2476" y="150495"/>
                        <a:pt x="2476" y="147066"/>
                      </a:cubicBezTo>
                      <a:cubicBezTo>
                        <a:pt x="2476" y="145637"/>
                        <a:pt x="2191" y="143542"/>
                        <a:pt x="1810" y="140494"/>
                      </a:cubicBezTo>
                      <a:cubicBezTo>
                        <a:pt x="1429" y="137636"/>
                        <a:pt x="1238" y="135446"/>
                        <a:pt x="1238" y="134017"/>
                      </a:cubicBezTo>
                      <a:cubicBezTo>
                        <a:pt x="1238" y="130016"/>
                        <a:pt x="2476" y="126682"/>
                        <a:pt x="4953" y="124015"/>
                      </a:cubicBezTo>
                      <a:cubicBezTo>
                        <a:pt x="1905" y="112395"/>
                        <a:pt x="571" y="99060"/>
                        <a:pt x="1048" y="84201"/>
                      </a:cubicBezTo>
                      <a:lnTo>
                        <a:pt x="2572" y="84201"/>
                      </a:lnTo>
                      <a:cubicBezTo>
                        <a:pt x="2191" y="82677"/>
                        <a:pt x="1905" y="80772"/>
                        <a:pt x="1905" y="78486"/>
                      </a:cubicBezTo>
                      <a:cubicBezTo>
                        <a:pt x="1905" y="76486"/>
                        <a:pt x="2191" y="73343"/>
                        <a:pt x="2667" y="69152"/>
                      </a:cubicBezTo>
                      <a:cubicBezTo>
                        <a:pt x="3238" y="64961"/>
                        <a:pt x="3524" y="61722"/>
                        <a:pt x="3524" y="59436"/>
                      </a:cubicBezTo>
                      <a:cubicBezTo>
                        <a:pt x="3524" y="55054"/>
                        <a:pt x="2667" y="51245"/>
                        <a:pt x="1048" y="48006"/>
                      </a:cubicBezTo>
                      <a:cubicBezTo>
                        <a:pt x="3524" y="47815"/>
                        <a:pt x="6001" y="46768"/>
                        <a:pt x="8858" y="44958"/>
                      </a:cubicBezTo>
                      <a:cubicBezTo>
                        <a:pt x="9049" y="45625"/>
                        <a:pt x="9906" y="46006"/>
                        <a:pt x="11525" y="46006"/>
                      </a:cubicBezTo>
                      <a:cubicBezTo>
                        <a:pt x="13240" y="46101"/>
                        <a:pt x="14383" y="46387"/>
                        <a:pt x="15050" y="47054"/>
                      </a:cubicBezTo>
                      <a:lnTo>
                        <a:pt x="17526" y="43815"/>
                      </a:lnTo>
                      <a:cubicBezTo>
                        <a:pt x="16954" y="45434"/>
                        <a:pt x="17145" y="47054"/>
                        <a:pt x="18193" y="48768"/>
                      </a:cubicBezTo>
                      <a:cubicBezTo>
                        <a:pt x="19145" y="50482"/>
                        <a:pt x="20574" y="50959"/>
                        <a:pt x="22384" y="50387"/>
                      </a:cubicBezTo>
                      <a:cubicBezTo>
                        <a:pt x="24194" y="48387"/>
                        <a:pt x="25146" y="46577"/>
                        <a:pt x="25146" y="44958"/>
                      </a:cubicBezTo>
                      <a:cubicBezTo>
                        <a:pt x="25146" y="42196"/>
                        <a:pt x="22003" y="39529"/>
                        <a:pt x="15812" y="37052"/>
                      </a:cubicBezTo>
                      <a:cubicBezTo>
                        <a:pt x="9525" y="34480"/>
                        <a:pt x="6191" y="32861"/>
                        <a:pt x="5905" y="32004"/>
                      </a:cubicBezTo>
                      <a:cubicBezTo>
                        <a:pt x="6667" y="32290"/>
                        <a:pt x="7525" y="32385"/>
                        <a:pt x="8287" y="32385"/>
                      </a:cubicBezTo>
                      <a:cubicBezTo>
                        <a:pt x="9906" y="32385"/>
                        <a:pt x="14097" y="30671"/>
                        <a:pt x="20955" y="27242"/>
                      </a:cubicBezTo>
                      <a:cubicBezTo>
                        <a:pt x="20288" y="26003"/>
                        <a:pt x="19621" y="25337"/>
                        <a:pt x="18859" y="25337"/>
                      </a:cubicBezTo>
                      <a:cubicBezTo>
                        <a:pt x="18479" y="25337"/>
                        <a:pt x="17812" y="25622"/>
                        <a:pt x="16669" y="26194"/>
                      </a:cubicBezTo>
                      <a:cubicBezTo>
                        <a:pt x="15716" y="26861"/>
                        <a:pt x="14954" y="27146"/>
                        <a:pt x="14288" y="27146"/>
                      </a:cubicBezTo>
                      <a:cubicBezTo>
                        <a:pt x="14859" y="26670"/>
                        <a:pt x="15145" y="25622"/>
                        <a:pt x="15145" y="23717"/>
                      </a:cubicBezTo>
                      <a:cubicBezTo>
                        <a:pt x="9716" y="20288"/>
                        <a:pt x="5620" y="19240"/>
                        <a:pt x="2572" y="20384"/>
                      </a:cubicBezTo>
                      <a:lnTo>
                        <a:pt x="2572" y="6191"/>
                      </a:lnTo>
                      <a:lnTo>
                        <a:pt x="53530" y="4667"/>
                      </a:lnTo>
                      <a:cubicBezTo>
                        <a:pt x="56102" y="9906"/>
                        <a:pt x="58674" y="15240"/>
                        <a:pt x="61246" y="20479"/>
                      </a:cubicBezTo>
                      <a:cubicBezTo>
                        <a:pt x="63722" y="25813"/>
                        <a:pt x="64770" y="31623"/>
                        <a:pt x="64103" y="37814"/>
                      </a:cubicBezTo>
                      <a:cubicBezTo>
                        <a:pt x="65532" y="36195"/>
                        <a:pt x="66675" y="35338"/>
                        <a:pt x="67818" y="35338"/>
                      </a:cubicBezTo>
                      <a:cubicBezTo>
                        <a:pt x="68580" y="35338"/>
                        <a:pt x="69437" y="36481"/>
                        <a:pt x="70485" y="38767"/>
                      </a:cubicBezTo>
                      <a:cubicBezTo>
                        <a:pt x="71438" y="41148"/>
                        <a:pt x="72485" y="42672"/>
                        <a:pt x="73438" y="43529"/>
                      </a:cubicBezTo>
                      <a:cubicBezTo>
                        <a:pt x="72962" y="44958"/>
                        <a:pt x="72771" y="46196"/>
                        <a:pt x="72771" y="47435"/>
                      </a:cubicBezTo>
                      <a:cubicBezTo>
                        <a:pt x="72771" y="50102"/>
                        <a:pt x="74676" y="53150"/>
                        <a:pt x="78581" y="56674"/>
                      </a:cubicBezTo>
                      <a:cubicBezTo>
                        <a:pt x="82391" y="60103"/>
                        <a:pt x="84201" y="63532"/>
                        <a:pt x="84011" y="66675"/>
                      </a:cubicBezTo>
                      <a:cubicBezTo>
                        <a:pt x="84772" y="68294"/>
                        <a:pt x="88678" y="75724"/>
                        <a:pt x="95821" y="88773"/>
                      </a:cubicBezTo>
                      <a:cubicBezTo>
                        <a:pt x="95821" y="94202"/>
                        <a:pt x="96583" y="97727"/>
                        <a:pt x="98298" y="99346"/>
                      </a:cubicBezTo>
                      <a:cubicBezTo>
                        <a:pt x="99060" y="98965"/>
                        <a:pt x="99822" y="98774"/>
                        <a:pt x="100394" y="98774"/>
                      </a:cubicBezTo>
                      <a:cubicBezTo>
                        <a:pt x="101346" y="98774"/>
                        <a:pt x="102013" y="99631"/>
                        <a:pt x="102108" y="101155"/>
                      </a:cubicBezTo>
                      <a:cubicBezTo>
                        <a:pt x="102394" y="103346"/>
                        <a:pt x="102489" y="104680"/>
                        <a:pt x="102775" y="105061"/>
                      </a:cubicBezTo>
                      <a:cubicBezTo>
                        <a:pt x="103918" y="105918"/>
                        <a:pt x="105918" y="108871"/>
                        <a:pt x="109061" y="114205"/>
                      </a:cubicBezTo>
                      <a:cubicBezTo>
                        <a:pt x="111538" y="118015"/>
                        <a:pt x="114395" y="120015"/>
                        <a:pt x="117920" y="120205"/>
                      </a:cubicBezTo>
                      <a:cubicBezTo>
                        <a:pt x="117443" y="121634"/>
                        <a:pt x="118205" y="123158"/>
                        <a:pt x="120205" y="124778"/>
                      </a:cubicBezTo>
                      <a:lnTo>
                        <a:pt x="123539" y="121063"/>
                      </a:lnTo>
                      <a:lnTo>
                        <a:pt x="122682" y="77819"/>
                      </a:lnTo>
                      <a:cubicBezTo>
                        <a:pt x="124016" y="76867"/>
                        <a:pt x="124778" y="75819"/>
                        <a:pt x="124778" y="74771"/>
                      </a:cubicBezTo>
                      <a:cubicBezTo>
                        <a:pt x="124778" y="73914"/>
                        <a:pt x="124206" y="72676"/>
                        <a:pt x="122777" y="70866"/>
                      </a:cubicBezTo>
                      <a:cubicBezTo>
                        <a:pt x="121444" y="69056"/>
                        <a:pt x="120777" y="67628"/>
                        <a:pt x="120777" y="66580"/>
                      </a:cubicBezTo>
                      <a:cubicBezTo>
                        <a:pt x="120777" y="65246"/>
                        <a:pt x="121729" y="63913"/>
                        <a:pt x="123539" y="62675"/>
                      </a:cubicBezTo>
                      <a:cubicBezTo>
                        <a:pt x="121920" y="58198"/>
                        <a:pt x="121063" y="53530"/>
                        <a:pt x="121063" y="48482"/>
                      </a:cubicBezTo>
                      <a:cubicBezTo>
                        <a:pt x="121063" y="44768"/>
                        <a:pt x="121634" y="39624"/>
                        <a:pt x="122587" y="33052"/>
                      </a:cubicBezTo>
                      <a:cubicBezTo>
                        <a:pt x="123634" y="26384"/>
                        <a:pt x="124111" y="21527"/>
                        <a:pt x="124111" y="18479"/>
                      </a:cubicBezTo>
                      <a:cubicBezTo>
                        <a:pt x="124111" y="16097"/>
                        <a:pt x="123920" y="13811"/>
                        <a:pt x="123539" y="11525"/>
                      </a:cubicBezTo>
                      <a:cubicBezTo>
                        <a:pt x="125730" y="11525"/>
                        <a:pt x="127921" y="9430"/>
                        <a:pt x="129921" y="5144"/>
                      </a:cubicBezTo>
                      <a:cubicBezTo>
                        <a:pt x="131636" y="1524"/>
                        <a:pt x="134207" y="190"/>
                        <a:pt x="137446" y="857"/>
                      </a:cubicBezTo>
                      <a:lnTo>
                        <a:pt x="142589" y="857"/>
                      </a:lnTo>
                      <a:cubicBezTo>
                        <a:pt x="144590" y="857"/>
                        <a:pt x="147447" y="667"/>
                        <a:pt x="151067" y="381"/>
                      </a:cubicBezTo>
                      <a:cubicBezTo>
                        <a:pt x="154591" y="95"/>
                        <a:pt x="157448" y="0"/>
                        <a:pt x="159163" y="0"/>
                      </a:cubicBezTo>
                      <a:cubicBezTo>
                        <a:pt x="163163" y="0"/>
                        <a:pt x="166497" y="1143"/>
                        <a:pt x="169164" y="3524"/>
                      </a:cubicBezTo>
                      <a:cubicBezTo>
                        <a:pt x="170307" y="17240"/>
                        <a:pt x="170974" y="34100"/>
                        <a:pt x="170974" y="54007"/>
                      </a:cubicBezTo>
                      <a:cubicBezTo>
                        <a:pt x="170974" y="62008"/>
                        <a:pt x="170974" y="74390"/>
                        <a:pt x="170688" y="91154"/>
                      </a:cubicBezTo>
                      <a:cubicBezTo>
                        <a:pt x="170497" y="107823"/>
                        <a:pt x="170307" y="120301"/>
                        <a:pt x="170307" y="128492"/>
                      </a:cubicBezTo>
                      <a:cubicBezTo>
                        <a:pt x="170307" y="145637"/>
                        <a:pt x="170783" y="160401"/>
                        <a:pt x="171545" y="172498"/>
                      </a:cubicBezTo>
                      <a:close/>
                      <a:moveTo>
                        <a:pt x="2476" y="35719"/>
                      </a:moveTo>
                      <a:lnTo>
                        <a:pt x="5810" y="39053"/>
                      </a:lnTo>
                      <a:lnTo>
                        <a:pt x="5810" y="42386"/>
                      </a:lnTo>
                      <a:lnTo>
                        <a:pt x="2476" y="35719"/>
                      </a:lnTo>
                      <a:close/>
                      <a:moveTo>
                        <a:pt x="8192" y="42386"/>
                      </a:moveTo>
                      <a:cubicBezTo>
                        <a:pt x="8572" y="43244"/>
                        <a:pt x="8763" y="44101"/>
                        <a:pt x="8763" y="45053"/>
                      </a:cubicBezTo>
                      <a:cubicBezTo>
                        <a:pt x="8382" y="44291"/>
                        <a:pt x="8192" y="43434"/>
                        <a:pt x="8192" y="42386"/>
                      </a:cubicBezTo>
                      <a:close/>
                      <a:moveTo>
                        <a:pt x="12763" y="39053"/>
                      </a:moveTo>
                      <a:lnTo>
                        <a:pt x="12763" y="42386"/>
                      </a:lnTo>
                      <a:lnTo>
                        <a:pt x="9144" y="38195"/>
                      </a:lnTo>
                      <a:lnTo>
                        <a:pt x="12763" y="39053"/>
                      </a:lnTo>
                      <a:close/>
                      <a:moveTo>
                        <a:pt x="10573" y="26289"/>
                      </a:moveTo>
                      <a:cubicBezTo>
                        <a:pt x="12573" y="26289"/>
                        <a:pt x="13811" y="26670"/>
                        <a:pt x="14288" y="27242"/>
                      </a:cubicBezTo>
                      <a:lnTo>
                        <a:pt x="12763" y="28194"/>
                      </a:lnTo>
                      <a:lnTo>
                        <a:pt x="10573" y="26289"/>
                      </a:lnTo>
                      <a:close/>
                      <a:moveTo>
                        <a:pt x="25717" y="27242"/>
                      </a:moveTo>
                      <a:lnTo>
                        <a:pt x="25146" y="26575"/>
                      </a:lnTo>
                      <a:lnTo>
                        <a:pt x="22670" y="22670"/>
                      </a:lnTo>
                      <a:cubicBezTo>
                        <a:pt x="21812" y="21336"/>
                        <a:pt x="20383" y="20574"/>
                        <a:pt x="18383" y="20574"/>
                      </a:cubicBezTo>
                      <a:cubicBezTo>
                        <a:pt x="19145" y="20955"/>
                        <a:pt x="21526" y="23051"/>
                        <a:pt x="25051" y="26575"/>
                      </a:cubicBezTo>
                      <a:lnTo>
                        <a:pt x="25622" y="27242"/>
                      </a:lnTo>
                      <a:close/>
                      <a:moveTo>
                        <a:pt x="29337" y="43815"/>
                      </a:moveTo>
                      <a:lnTo>
                        <a:pt x="33909" y="43815"/>
                      </a:lnTo>
                      <a:cubicBezTo>
                        <a:pt x="32671" y="43244"/>
                        <a:pt x="31147" y="43244"/>
                        <a:pt x="29337" y="43815"/>
                      </a:cubicBezTo>
                      <a:lnTo>
                        <a:pt x="26670" y="43815"/>
                      </a:lnTo>
                      <a:lnTo>
                        <a:pt x="27527" y="46196"/>
                      </a:lnTo>
                      <a:cubicBezTo>
                        <a:pt x="27527" y="46196"/>
                        <a:pt x="27813" y="47149"/>
                        <a:pt x="28099" y="48006"/>
                      </a:cubicBezTo>
                      <a:lnTo>
                        <a:pt x="27527" y="46196"/>
                      </a:lnTo>
                      <a:cubicBezTo>
                        <a:pt x="27527" y="44958"/>
                        <a:pt x="28099" y="44196"/>
                        <a:pt x="29337" y="43815"/>
                      </a:cubicBezTo>
                      <a:close/>
                      <a:moveTo>
                        <a:pt x="33909" y="187166"/>
                      </a:moveTo>
                      <a:lnTo>
                        <a:pt x="33909" y="179070"/>
                      </a:lnTo>
                      <a:lnTo>
                        <a:pt x="32671" y="179070"/>
                      </a:lnTo>
                      <a:lnTo>
                        <a:pt x="32671" y="187166"/>
                      </a:lnTo>
                      <a:lnTo>
                        <a:pt x="33909" y="187166"/>
                      </a:lnTo>
                      <a:close/>
                      <a:moveTo>
                        <a:pt x="39053" y="48101"/>
                      </a:moveTo>
                      <a:cubicBezTo>
                        <a:pt x="39053" y="48101"/>
                        <a:pt x="40005" y="48959"/>
                        <a:pt x="40862" y="49625"/>
                      </a:cubicBezTo>
                      <a:lnTo>
                        <a:pt x="39053" y="48101"/>
                      </a:lnTo>
                      <a:cubicBezTo>
                        <a:pt x="39053" y="46863"/>
                        <a:pt x="38576" y="44958"/>
                        <a:pt x="37624" y="42386"/>
                      </a:cubicBezTo>
                      <a:cubicBezTo>
                        <a:pt x="36576" y="43244"/>
                        <a:pt x="36100" y="44005"/>
                        <a:pt x="36100" y="44768"/>
                      </a:cubicBezTo>
                      <a:cubicBezTo>
                        <a:pt x="36100" y="45815"/>
                        <a:pt x="37147" y="46863"/>
                        <a:pt x="39053" y="48101"/>
                      </a:cubicBezTo>
                      <a:close/>
                      <a:moveTo>
                        <a:pt x="40005" y="56579"/>
                      </a:moveTo>
                      <a:lnTo>
                        <a:pt x="45720" y="56579"/>
                      </a:lnTo>
                      <a:lnTo>
                        <a:pt x="41720" y="53245"/>
                      </a:lnTo>
                      <a:lnTo>
                        <a:pt x="40005" y="56579"/>
                      </a:lnTo>
                      <a:close/>
                      <a:moveTo>
                        <a:pt x="95821" y="242888"/>
                      </a:moveTo>
                      <a:cubicBezTo>
                        <a:pt x="97250" y="242506"/>
                        <a:pt x="98774" y="242697"/>
                        <a:pt x="100298" y="243840"/>
                      </a:cubicBezTo>
                      <a:lnTo>
                        <a:pt x="96679" y="246412"/>
                      </a:lnTo>
                      <a:lnTo>
                        <a:pt x="95821" y="242888"/>
                      </a:lnTo>
                      <a:close/>
                      <a:moveTo>
                        <a:pt x="120205" y="255842"/>
                      </a:moveTo>
                      <a:lnTo>
                        <a:pt x="120205" y="251270"/>
                      </a:lnTo>
                      <a:lnTo>
                        <a:pt x="121444" y="251270"/>
                      </a:lnTo>
                      <a:cubicBezTo>
                        <a:pt x="121729" y="252413"/>
                        <a:pt x="121253" y="254032"/>
                        <a:pt x="120205" y="255842"/>
                      </a:cubicBezTo>
                      <a:close/>
                      <a:moveTo>
                        <a:pt x="131636" y="205740"/>
                      </a:moveTo>
                      <a:cubicBezTo>
                        <a:pt x="129445" y="206883"/>
                        <a:pt x="128397" y="208121"/>
                        <a:pt x="128397" y="209360"/>
                      </a:cubicBezTo>
                      <a:cubicBezTo>
                        <a:pt x="128397" y="210217"/>
                        <a:pt x="128969" y="211455"/>
                        <a:pt x="130207" y="213170"/>
                      </a:cubicBezTo>
                      <a:cubicBezTo>
                        <a:pt x="131350" y="214789"/>
                        <a:pt x="132017" y="216122"/>
                        <a:pt x="132017" y="216884"/>
                      </a:cubicBezTo>
                      <a:lnTo>
                        <a:pt x="132017" y="217456"/>
                      </a:lnTo>
                      <a:cubicBezTo>
                        <a:pt x="132017" y="217456"/>
                        <a:pt x="131731" y="218218"/>
                        <a:pt x="131731" y="218408"/>
                      </a:cubicBezTo>
                      <a:cubicBezTo>
                        <a:pt x="131921" y="217932"/>
                        <a:pt x="132112" y="217456"/>
                        <a:pt x="132207" y="216789"/>
                      </a:cubicBezTo>
                      <a:cubicBezTo>
                        <a:pt x="132207" y="216027"/>
                        <a:pt x="132588" y="215075"/>
                        <a:pt x="133255" y="213551"/>
                      </a:cubicBezTo>
                      <a:cubicBezTo>
                        <a:pt x="133826" y="212122"/>
                        <a:pt x="134112" y="211074"/>
                        <a:pt x="134112" y="210312"/>
                      </a:cubicBezTo>
                      <a:cubicBezTo>
                        <a:pt x="134112" y="208883"/>
                        <a:pt x="133350" y="207359"/>
                        <a:pt x="131636" y="205740"/>
                      </a:cubicBezTo>
                      <a:close/>
                      <a:moveTo>
                        <a:pt x="131636" y="232315"/>
                      </a:moveTo>
                      <a:cubicBezTo>
                        <a:pt x="133636" y="230696"/>
                        <a:pt x="134493" y="229362"/>
                        <a:pt x="134112" y="228124"/>
                      </a:cubicBezTo>
                      <a:cubicBezTo>
                        <a:pt x="133731" y="226600"/>
                        <a:pt x="132969" y="226123"/>
                        <a:pt x="131636" y="226600"/>
                      </a:cubicBezTo>
                      <a:cubicBezTo>
                        <a:pt x="130397" y="227743"/>
                        <a:pt x="130112" y="228981"/>
                        <a:pt x="130397" y="230219"/>
                      </a:cubicBezTo>
                      <a:cubicBezTo>
                        <a:pt x="131159" y="232220"/>
                        <a:pt x="131636" y="233077"/>
                        <a:pt x="131636" y="232601"/>
                      </a:cubicBezTo>
                      <a:lnTo>
                        <a:pt x="132493" y="233553"/>
                      </a:lnTo>
                      <a:cubicBezTo>
                        <a:pt x="133541" y="234601"/>
                        <a:pt x="134017" y="235363"/>
                        <a:pt x="134017" y="235934"/>
                      </a:cubicBezTo>
                      <a:cubicBezTo>
                        <a:pt x="134207" y="235268"/>
                        <a:pt x="133826" y="234696"/>
                        <a:pt x="133159" y="233934"/>
                      </a:cubicBezTo>
                      <a:cubicBezTo>
                        <a:pt x="132397" y="233267"/>
                        <a:pt x="131826" y="232696"/>
                        <a:pt x="131636" y="232220"/>
                      </a:cubicBezTo>
                      <a:close/>
                      <a:moveTo>
                        <a:pt x="157353" y="77534"/>
                      </a:moveTo>
                      <a:lnTo>
                        <a:pt x="163259" y="80867"/>
                      </a:lnTo>
                      <a:lnTo>
                        <a:pt x="160020" y="76676"/>
                      </a:lnTo>
                      <a:lnTo>
                        <a:pt x="161734" y="74295"/>
                      </a:lnTo>
                      <a:lnTo>
                        <a:pt x="150114" y="69437"/>
                      </a:lnTo>
                      <a:cubicBezTo>
                        <a:pt x="151638" y="70104"/>
                        <a:pt x="152495" y="70961"/>
                        <a:pt x="152495" y="72200"/>
                      </a:cubicBezTo>
                      <a:cubicBezTo>
                        <a:pt x="152495" y="73343"/>
                        <a:pt x="151733" y="74390"/>
                        <a:pt x="150114" y="75152"/>
                      </a:cubicBezTo>
                      <a:cubicBezTo>
                        <a:pt x="149447" y="73723"/>
                        <a:pt x="148590" y="73057"/>
                        <a:pt x="147638" y="73057"/>
                      </a:cubicBezTo>
                      <a:cubicBezTo>
                        <a:pt x="146971" y="73057"/>
                        <a:pt x="146113" y="73247"/>
                        <a:pt x="144971" y="73723"/>
                      </a:cubicBezTo>
                      <a:cubicBezTo>
                        <a:pt x="143732" y="74104"/>
                        <a:pt x="142875" y="74390"/>
                        <a:pt x="142208" y="74390"/>
                      </a:cubicBezTo>
                      <a:cubicBezTo>
                        <a:pt x="141351" y="74390"/>
                        <a:pt x="140779" y="74009"/>
                        <a:pt x="140113" y="73438"/>
                      </a:cubicBezTo>
                      <a:lnTo>
                        <a:pt x="140970" y="71914"/>
                      </a:lnTo>
                      <a:lnTo>
                        <a:pt x="130683" y="74390"/>
                      </a:lnTo>
                      <a:lnTo>
                        <a:pt x="136398" y="74390"/>
                      </a:lnTo>
                      <a:cubicBezTo>
                        <a:pt x="138398" y="74104"/>
                        <a:pt x="140017" y="75057"/>
                        <a:pt x="141351" y="76962"/>
                      </a:cubicBezTo>
                      <a:cubicBezTo>
                        <a:pt x="142684" y="78962"/>
                        <a:pt x="143351" y="80677"/>
                        <a:pt x="143351" y="82201"/>
                      </a:cubicBezTo>
                      <a:lnTo>
                        <a:pt x="144209" y="80963"/>
                      </a:lnTo>
                      <a:cubicBezTo>
                        <a:pt x="145066" y="80867"/>
                        <a:pt x="145733" y="80963"/>
                        <a:pt x="146304" y="81629"/>
                      </a:cubicBezTo>
                      <a:cubicBezTo>
                        <a:pt x="147352" y="82772"/>
                        <a:pt x="147923" y="83344"/>
                        <a:pt x="148209" y="83344"/>
                      </a:cubicBezTo>
                      <a:lnTo>
                        <a:pt x="148209" y="78867"/>
                      </a:lnTo>
                      <a:cubicBezTo>
                        <a:pt x="147923" y="77153"/>
                        <a:pt x="148495" y="75819"/>
                        <a:pt x="150019" y="75247"/>
                      </a:cubicBezTo>
                      <a:cubicBezTo>
                        <a:pt x="151352" y="76295"/>
                        <a:pt x="152209" y="76771"/>
                        <a:pt x="152400" y="76771"/>
                      </a:cubicBezTo>
                      <a:cubicBezTo>
                        <a:pt x="152400" y="74771"/>
                        <a:pt x="152876" y="73628"/>
                        <a:pt x="153924" y="73438"/>
                      </a:cubicBezTo>
                      <a:cubicBezTo>
                        <a:pt x="154686" y="73057"/>
                        <a:pt x="156210" y="73628"/>
                        <a:pt x="158401" y="75247"/>
                      </a:cubicBezTo>
                      <a:cubicBezTo>
                        <a:pt x="158591" y="75914"/>
                        <a:pt x="158210" y="76676"/>
                        <a:pt x="157258" y="77629"/>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 name="Google Shape;1394;p99"/>
                <p:cNvSpPr/>
                <p:nvPr/>
              </p:nvSpPr>
              <p:spPr>
                <a:xfrm>
                  <a:off x="4468557" y="4446746"/>
                  <a:ext cx="204787" cy="281082"/>
                </a:xfrm>
                <a:custGeom>
                  <a:avLst/>
                  <a:gdLst/>
                  <a:ahLst/>
                  <a:cxnLst/>
                  <a:rect l="l" t="t" r="r" b="b"/>
                  <a:pathLst>
                    <a:path w="204787" h="281082" extrusionOk="0">
                      <a:moveTo>
                        <a:pt x="173736" y="135731"/>
                      </a:moveTo>
                      <a:cubicBezTo>
                        <a:pt x="173926" y="134683"/>
                        <a:pt x="173545" y="133921"/>
                        <a:pt x="172593" y="133350"/>
                      </a:cubicBezTo>
                      <a:lnTo>
                        <a:pt x="171736" y="133350"/>
                      </a:lnTo>
                      <a:cubicBezTo>
                        <a:pt x="172022" y="133921"/>
                        <a:pt x="172307" y="134493"/>
                        <a:pt x="172307" y="135064"/>
                      </a:cubicBezTo>
                      <a:cubicBezTo>
                        <a:pt x="172307" y="135922"/>
                        <a:pt x="171736" y="137255"/>
                        <a:pt x="170688" y="139065"/>
                      </a:cubicBezTo>
                      <a:cubicBezTo>
                        <a:pt x="169545" y="140779"/>
                        <a:pt x="169069" y="142304"/>
                        <a:pt x="169069" y="143256"/>
                      </a:cubicBezTo>
                      <a:cubicBezTo>
                        <a:pt x="169069" y="144685"/>
                        <a:pt x="169926" y="146018"/>
                        <a:pt x="171736" y="147161"/>
                      </a:cubicBezTo>
                      <a:cubicBezTo>
                        <a:pt x="171736" y="147542"/>
                        <a:pt x="171164" y="148495"/>
                        <a:pt x="170212" y="150114"/>
                      </a:cubicBezTo>
                      <a:cubicBezTo>
                        <a:pt x="169259" y="151638"/>
                        <a:pt x="168878" y="152971"/>
                        <a:pt x="169259" y="154114"/>
                      </a:cubicBezTo>
                      <a:lnTo>
                        <a:pt x="170212" y="154972"/>
                      </a:lnTo>
                      <a:cubicBezTo>
                        <a:pt x="169259" y="156020"/>
                        <a:pt x="167831" y="156496"/>
                        <a:pt x="165925" y="156496"/>
                      </a:cubicBezTo>
                      <a:lnTo>
                        <a:pt x="161163" y="156496"/>
                      </a:lnTo>
                      <a:cubicBezTo>
                        <a:pt x="160496" y="155448"/>
                        <a:pt x="159925" y="154591"/>
                        <a:pt x="159353" y="153638"/>
                      </a:cubicBezTo>
                      <a:cubicBezTo>
                        <a:pt x="158782" y="152781"/>
                        <a:pt x="157829" y="152495"/>
                        <a:pt x="156400" y="152971"/>
                      </a:cubicBezTo>
                      <a:cubicBezTo>
                        <a:pt x="154686" y="154591"/>
                        <a:pt x="153924" y="155829"/>
                        <a:pt x="153924" y="156877"/>
                      </a:cubicBezTo>
                      <a:cubicBezTo>
                        <a:pt x="153924" y="157924"/>
                        <a:pt x="155924" y="158687"/>
                        <a:pt x="159544" y="159067"/>
                      </a:cubicBezTo>
                      <a:cubicBezTo>
                        <a:pt x="163259" y="159544"/>
                        <a:pt x="165354" y="160591"/>
                        <a:pt x="165925" y="162211"/>
                      </a:cubicBezTo>
                      <a:lnTo>
                        <a:pt x="169259" y="158877"/>
                      </a:lnTo>
                      <a:lnTo>
                        <a:pt x="167831" y="176308"/>
                      </a:lnTo>
                      <a:cubicBezTo>
                        <a:pt x="167831" y="174117"/>
                        <a:pt x="167450" y="172783"/>
                        <a:pt x="166878" y="172403"/>
                      </a:cubicBezTo>
                      <a:cubicBezTo>
                        <a:pt x="167068" y="172403"/>
                        <a:pt x="165925" y="173260"/>
                        <a:pt x="163640" y="174879"/>
                      </a:cubicBezTo>
                      <a:cubicBezTo>
                        <a:pt x="164973" y="176308"/>
                        <a:pt x="167735" y="181642"/>
                        <a:pt x="171831" y="191167"/>
                      </a:cubicBezTo>
                      <a:cubicBezTo>
                        <a:pt x="170593" y="190976"/>
                        <a:pt x="168974" y="189833"/>
                        <a:pt x="166973" y="187833"/>
                      </a:cubicBezTo>
                      <a:cubicBezTo>
                        <a:pt x="167164" y="190786"/>
                        <a:pt x="167450" y="193929"/>
                        <a:pt x="167735" y="197167"/>
                      </a:cubicBezTo>
                      <a:cubicBezTo>
                        <a:pt x="168021" y="200406"/>
                        <a:pt x="168878" y="203454"/>
                        <a:pt x="170307" y="206216"/>
                      </a:cubicBezTo>
                      <a:cubicBezTo>
                        <a:pt x="168307" y="209455"/>
                        <a:pt x="166307" y="209836"/>
                        <a:pt x="164306" y="207454"/>
                      </a:cubicBezTo>
                      <a:cubicBezTo>
                        <a:pt x="162877" y="205645"/>
                        <a:pt x="161830" y="206883"/>
                        <a:pt x="161353" y="211074"/>
                      </a:cubicBezTo>
                      <a:cubicBezTo>
                        <a:pt x="161734" y="212407"/>
                        <a:pt x="162497" y="213265"/>
                        <a:pt x="163925" y="213455"/>
                      </a:cubicBezTo>
                      <a:cubicBezTo>
                        <a:pt x="165259" y="213646"/>
                        <a:pt x="165925" y="213836"/>
                        <a:pt x="165925" y="214027"/>
                      </a:cubicBezTo>
                      <a:cubicBezTo>
                        <a:pt x="165925" y="214408"/>
                        <a:pt x="165449" y="215360"/>
                        <a:pt x="164687" y="216694"/>
                      </a:cubicBezTo>
                      <a:cubicBezTo>
                        <a:pt x="160020" y="218504"/>
                        <a:pt x="157067" y="221456"/>
                        <a:pt x="155734" y="225266"/>
                      </a:cubicBezTo>
                      <a:cubicBezTo>
                        <a:pt x="154305" y="229171"/>
                        <a:pt x="151162" y="232124"/>
                        <a:pt x="146304" y="234220"/>
                      </a:cubicBezTo>
                      <a:cubicBezTo>
                        <a:pt x="145447" y="235363"/>
                        <a:pt x="143923" y="236601"/>
                        <a:pt x="141637" y="237649"/>
                      </a:cubicBezTo>
                      <a:cubicBezTo>
                        <a:pt x="139351" y="238792"/>
                        <a:pt x="137350" y="239078"/>
                        <a:pt x="135731" y="238696"/>
                      </a:cubicBezTo>
                      <a:lnTo>
                        <a:pt x="131255" y="244412"/>
                      </a:lnTo>
                      <a:lnTo>
                        <a:pt x="132207" y="245936"/>
                      </a:lnTo>
                      <a:cubicBezTo>
                        <a:pt x="126016" y="243554"/>
                        <a:pt x="119063" y="242221"/>
                        <a:pt x="111633" y="242125"/>
                      </a:cubicBezTo>
                      <a:lnTo>
                        <a:pt x="104108" y="242125"/>
                      </a:lnTo>
                      <a:cubicBezTo>
                        <a:pt x="99155" y="242125"/>
                        <a:pt x="94583" y="241745"/>
                        <a:pt x="90488" y="241078"/>
                      </a:cubicBezTo>
                      <a:cubicBezTo>
                        <a:pt x="88868" y="237934"/>
                        <a:pt x="86963" y="236315"/>
                        <a:pt x="85058" y="236315"/>
                      </a:cubicBezTo>
                      <a:cubicBezTo>
                        <a:pt x="83534" y="236315"/>
                        <a:pt x="81534" y="237268"/>
                        <a:pt x="78676" y="239173"/>
                      </a:cubicBezTo>
                      <a:cubicBezTo>
                        <a:pt x="75914" y="241078"/>
                        <a:pt x="73628" y="242125"/>
                        <a:pt x="71818" y="242125"/>
                      </a:cubicBezTo>
                      <a:cubicBezTo>
                        <a:pt x="70961" y="242125"/>
                        <a:pt x="70199" y="241935"/>
                        <a:pt x="69723" y="241745"/>
                      </a:cubicBezTo>
                      <a:cubicBezTo>
                        <a:pt x="35528" y="241745"/>
                        <a:pt x="14383" y="241459"/>
                        <a:pt x="6572" y="240887"/>
                      </a:cubicBezTo>
                      <a:cubicBezTo>
                        <a:pt x="3620" y="237554"/>
                        <a:pt x="2191" y="232124"/>
                        <a:pt x="2191" y="224314"/>
                      </a:cubicBezTo>
                      <a:lnTo>
                        <a:pt x="2191" y="213170"/>
                      </a:lnTo>
                      <a:cubicBezTo>
                        <a:pt x="2191" y="207836"/>
                        <a:pt x="1429" y="203645"/>
                        <a:pt x="0" y="201073"/>
                      </a:cubicBezTo>
                      <a:cubicBezTo>
                        <a:pt x="2191" y="193453"/>
                        <a:pt x="3334" y="184785"/>
                        <a:pt x="3334" y="174879"/>
                      </a:cubicBezTo>
                      <a:cubicBezTo>
                        <a:pt x="3334" y="169831"/>
                        <a:pt x="2858" y="160591"/>
                        <a:pt x="1715" y="147161"/>
                      </a:cubicBezTo>
                      <a:cubicBezTo>
                        <a:pt x="762" y="135541"/>
                        <a:pt x="476" y="126301"/>
                        <a:pt x="857" y="119729"/>
                      </a:cubicBezTo>
                      <a:lnTo>
                        <a:pt x="857" y="115824"/>
                      </a:lnTo>
                      <a:cubicBezTo>
                        <a:pt x="857" y="113824"/>
                        <a:pt x="1619" y="112204"/>
                        <a:pt x="3238" y="110680"/>
                      </a:cubicBezTo>
                      <a:cubicBezTo>
                        <a:pt x="2953" y="108490"/>
                        <a:pt x="2953" y="106108"/>
                        <a:pt x="2953" y="103441"/>
                      </a:cubicBezTo>
                      <a:cubicBezTo>
                        <a:pt x="2953" y="100774"/>
                        <a:pt x="3048" y="97155"/>
                        <a:pt x="3429" y="92107"/>
                      </a:cubicBezTo>
                      <a:cubicBezTo>
                        <a:pt x="3620" y="87154"/>
                        <a:pt x="3810" y="83725"/>
                        <a:pt x="3810" y="81724"/>
                      </a:cubicBezTo>
                      <a:cubicBezTo>
                        <a:pt x="3810" y="76486"/>
                        <a:pt x="3143" y="72485"/>
                        <a:pt x="1619" y="69913"/>
                      </a:cubicBezTo>
                      <a:cubicBezTo>
                        <a:pt x="953" y="66104"/>
                        <a:pt x="571" y="61913"/>
                        <a:pt x="571" y="57340"/>
                      </a:cubicBezTo>
                      <a:cubicBezTo>
                        <a:pt x="571" y="52769"/>
                        <a:pt x="1048" y="46006"/>
                        <a:pt x="2191" y="36576"/>
                      </a:cubicBezTo>
                      <a:cubicBezTo>
                        <a:pt x="3334" y="27241"/>
                        <a:pt x="3810" y="20098"/>
                        <a:pt x="3810" y="15049"/>
                      </a:cubicBezTo>
                      <a:cubicBezTo>
                        <a:pt x="3810" y="11811"/>
                        <a:pt x="3620" y="8858"/>
                        <a:pt x="3238" y="6001"/>
                      </a:cubicBezTo>
                      <a:cubicBezTo>
                        <a:pt x="5525" y="4191"/>
                        <a:pt x="11335" y="2286"/>
                        <a:pt x="20669" y="0"/>
                      </a:cubicBezTo>
                      <a:lnTo>
                        <a:pt x="72866" y="1524"/>
                      </a:lnTo>
                      <a:cubicBezTo>
                        <a:pt x="76295" y="2667"/>
                        <a:pt x="77915" y="6001"/>
                        <a:pt x="77724" y="11144"/>
                      </a:cubicBezTo>
                      <a:cubicBezTo>
                        <a:pt x="77533" y="17431"/>
                        <a:pt x="77915" y="21146"/>
                        <a:pt x="78962" y="22288"/>
                      </a:cubicBezTo>
                      <a:cubicBezTo>
                        <a:pt x="81343" y="23050"/>
                        <a:pt x="83344" y="21526"/>
                        <a:pt x="84773" y="17431"/>
                      </a:cubicBezTo>
                      <a:cubicBezTo>
                        <a:pt x="84773" y="16859"/>
                        <a:pt x="84487" y="15526"/>
                        <a:pt x="83820" y="13525"/>
                      </a:cubicBezTo>
                      <a:cubicBezTo>
                        <a:pt x="83153" y="11525"/>
                        <a:pt x="82963" y="9906"/>
                        <a:pt x="82963" y="8954"/>
                      </a:cubicBezTo>
                      <a:cubicBezTo>
                        <a:pt x="82963" y="6382"/>
                        <a:pt x="84677" y="4858"/>
                        <a:pt x="88011" y="4763"/>
                      </a:cubicBezTo>
                      <a:cubicBezTo>
                        <a:pt x="88773" y="5524"/>
                        <a:pt x="89630" y="5905"/>
                        <a:pt x="90488" y="5905"/>
                      </a:cubicBezTo>
                      <a:cubicBezTo>
                        <a:pt x="92678" y="5905"/>
                        <a:pt x="94202" y="4381"/>
                        <a:pt x="95059" y="1429"/>
                      </a:cubicBezTo>
                      <a:lnTo>
                        <a:pt x="137255" y="2381"/>
                      </a:lnTo>
                      <a:cubicBezTo>
                        <a:pt x="138113" y="4381"/>
                        <a:pt x="139351" y="5239"/>
                        <a:pt x="140970" y="5048"/>
                      </a:cubicBezTo>
                      <a:cubicBezTo>
                        <a:pt x="142684" y="4858"/>
                        <a:pt x="144018" y="5239"/>
                        <a:pt x="144780" y="5905"/>
                      </a:cubicBezTo>
                      <a:cubicBezTo>
                        <a:pt x="151257" y="8001"/>
                        <a:pt x="156400" y="12001"/>
                        <a:pt x="160496" y="18097"/>
                      </a:cubicBezTo>
                      <a:cubicBezTo>
                        <a:pt x="163735" y="23336"/>
                        <a:pt x="166973" y="28670"/>
                        <a:pt x="170402" y="34099"/>
                      </a:cubicBezTo>
                      <a:cubicBezTo>
                        <a:pt x="168783" y="39529"/>
                        <a:pt x="168021" y="45434"/>
                        <a:pt x="168021" y="51911"/>
                      </a:cubicBezTo>
                      <a:cubicBezTo>
                        <a:pt x="168021" y="57531"/>
                        <a:pt x="168974" y="66199"/>
                        <a:pt x="170974" y="77724"/>
                      </a:cubicBezTo>
                      <a:cubicBezTo>
                        <a:pt x="172879" y="89345"/>
                        <a:pt x="173926" y="98107"/>
                        <a:pt x="173926" y="104108"/>
                      </a:cubicBezTo>
                      <a:cubicBezTo>
                        <a:pt x="173926" y="110109"/>
                        <a:pt x="173260" y="115824"/>
                        <a:pt x="171831" y="121348"/>
                      </a:cubicBezTo>
                      <a:lnTo>
                        <a:pt x="176308" y="123730"/>
                      </a:lnTo>
                      <a:cubicBezTo>
                        <a:pt x="174879" y="123920"/>
                        <a:pt x="172879" y="124968"/>
                        <a:pt x="170212" y="126968"/>
                      </a:cubicBezTo>
                      <a:cubicBezTo>
                        <a:pt x="169831" y="127825"/>
                        <a:pt x="169640" y="128492"/>
                        <a:pt x="169640" y="129159"/>
                      </a:cubicBezTo>
                      <a:cubicBezTo>
                        <a:pt x="169640" y="130302"/>
                        <a:pt x="170688" y="131159"/>
                        <a:pt x="172688" y="131731"/>
                      </a:cubicBezTo>
                      <a:cubicBezTo>
                        <a:pt x="174689" y="132207"/>
                        <a:pt x="175927" y="132683"/>
                        <a:pt x="176308" y="133064"/>
                      </a:cubicBezTo>
                      <a:lnTo>
                        <a:pt x="173831" y="135446"/>
                      </a:lnTo>
                      <a:close/>
                      <a:moveTo>
                        <a:pt x="18002" y="81439"/>
                      </a:moveTo>
                      <a:cubicBezTo>
                        <a:pt x="19621" y="80105"/>
                        <a:pt x="20765" y="79534"/>
                        <a:pt x="21336" y="79724"/>
                      </a:cubicBezTo>
                      <a:cubicBezTo>
                        <a:pt x="20765" y="79153"/>
                        <a:pt x="20383" y="78200"/>
                        <a:pt x="20383" y="77153"/>
                      </a:cubicBezTo>
                      <a:cubicBezTo>
                        <a:pt x="20669" y="75533"/>
                        <a:pt x="20669" y="74676"/>
                        <a:pt x="20383" y="74200"/>
                      </a:cubicBezTo>
                      <a:cubicBezTo>
                        <a:pt x="18859" y="75343"/>
                        <a:pt x="18002" y="77819"/>
                        <a:pt x="18002" y="81439"/>
                      </a:cubicBezTo>
                      <a:close/>
                      <a:moveTo>
                        <a:pt x="161068" y="163544"/>
                      </a:moveTo>
                      <a:cubicBezTo>
                        <a:pt x="157829" y="161544"/>
                        <a:pt x="154686" y="159448"/>
                        <a:pt x="151733" y="157448"/>
                      </a:cubicBezTo>
                      <a:cubicBezTo>
                        <a:pt x="147638" y="154972"/>
                        <a:pt x="144113" y="154210"/>
                        <a:pt x="141065" y="154972"/>
                      </a:cubicBezTo>
                      <a:cubicBezTo>
                        <a:pt x="139732" y="152876"/>
                        <a:pt x="136493" y="151447"/>
                        <a:pt x="131635" y="151162"/>
                      </a:cubicBezTo>
                      <a:cubicBezTo>
                        <a:pt x="126683" y="150781"/>
                        <a:pt x="123253" y="148876"/>
                        <a:pt x="121253" y="145732"/>
                      </a:cubicBezTo>
                      <a:lnTo>
                        <a:pt x="123539" y="143351"/>
                      </a:lnTo>
                      <a:lnTo>
                        <a:pt x="120206" y="140017"/>
                      </a:lnTo>
                      <a:cubicBezTo>
                        <a:pt x="120206" y="131254"/>
                        <a:pt x="120301" y="122206"/>
                        <a:pt x="120586" y="113157"/>
                      </a:cubicBezTo>
                      <a:cubicBezTo>
                        <a:pt x="120586" y="102584"/>
                        <a:pt x="121253" y="93726"/>
                        <a:pt x="122682" y="86678"/>
                      </a:cubicBezTo>
                      <a:cubicBezTo>
                        <a:pt x="121825" y="85058"/>
                        <a:pt x="121444" y="82963"/>
                        <a:pt x="121444" y="80296"/>
                      </a:cubicBezTo>
                      <a:cubicBezTo>
                        <a:pt x="121444" y="78010"/>
                        <a:pt x="121825" y="75914"/>
                        <a:pt x="122682" y="74295"/>
                      </a:cubicBezTo>
                      <a:cubicBezTo>
                        <a:pt x="122873" y="71723"/>
                        <a:pt x="125063" y="71056"/>
                        <a:pt x="129254" y="72485"/>
                      </a:cubicBezTo>
                      <a:lnTo>
                        <a:pt x="129254" y="72771"/>
                      </a:lnTo>
                      <a:cubicBezTo>
                        <a:pt x="129254" y="72771"/>
                        <a:pt x="129635" y="72866"/>
                        <a:pt x="129254" y="72485"/>
                      </a:cubicBezTo>
                      <a:lnTo>
                        <a:pt x="131635" y="69151"/>
                      </a:lnTo>
                      <a:cubicBezTo>
                        <a:pt x="131064" y="67723"/>
                        <a:pt x="129921" y="67532"/>
                        <a:pt x="128302" y="68580"/>
                      </a:cubicBezTo>
                      <a:cubicBezTo>
                        <a:pt x="126683" y="69532"/>
                        <a:pt x="125920" y="68961"/>
                        <a:pt x="125920" y="66675"/>
                      </a:cubicBezTo>
                      <a:lnTo>
                        <a:pt x="121158" y="68199"/>
                      </a:lnTo>
                      <a:cubicBezTo>
                        <a:pt x="121158" y="60579"/>
                        <a:pt x="120777" y="56197"/>
                        <a:pt x="120110" y="55245"/>
                      </a:cubicBezTo>
                      <a:cubicBezTo>
                        <a:pt x="112300" y="50387"/>
                        <a:pt x="103632" y="48006"/>
                        <a:pt x="93917" y="48006"/>
                      </a:cubicBezTo>
                      <a:cubicBezTo>
                        <a:pt x="92107" y="48006"/>
                        <a:pt x="90297" y="48101"/>
                        <a:pt x="88487" y="48292"/>
                      </a:cubicBezTo>
                      <a:cubicBezTo>
                        <a:pt x="84677" y="47530"/>
                        <a:pt x="82677" y="44767"/>
                        <a:pt x="82677" y="40196"/>
                      </a:cubicBezTo>
                      <a:lnTo>
                        <a:pt x="82677" y="36576"/>
                      </a:lnTo>
                      <a:cubicBezTo>
                        <a:pt x="82963" y="34766"/>
                        <a:pt x="82963" y="33433"/>
                        <a:pt x="82963" y="32671"/>
                      </a:cubicBezTo>
                      <a:cubicBezTo>
                        <a:pt x="82963" y="30480"/>
                        <a:pt x="82582" y="28765"/>
                        <a:pt x="81725" y="27527"/>
                      </a:cubicBezTo>
                      <a:cubicBezTo>
                        <a:pt x="80391" y="29623"/>
                        <a:pt x="79439" y="33147"/>
                        <a:pt x="78676" y="38005"/>
                      </a:cubicBezTo>
                      <a:cubicBezTo>
                        <a:pt x="78105" y="42863"/>
                        <a:pt x="77248" y="46672"/>
                        <a:pt x="76009" y="49435"/>
                      </a:cubicBezTo>
                      <a:cubicBezTo>
                        <a:pt x="71818" y="49625"/>
                        <a:pt x="66294" y="49244"/>
                        <a:pt x="59436" y="48292"/>
                      </a:cubicBezTo>
                      <a:cubicBezTo>
                        <a:pt x="52388" y="47339"/>
                        <a:pt x="48958" y="50197"/>
                        <a:pt x="48958" y="57055"/>
                      </a:cubicBezTo>
                      <a:cubicBezTo>
                        <a:pt x="48958" y="58674"/>
                        <a:pt x="49244" y="61055"/>
                        <a:pt x="49625" y="64294"/>
                      </a:cubicBezTo>
                      <a:cubicBezTo>
                        <a:pt x="50197" y="67532"/>
                        <a:pt x="50387" y="69532"/>
                        <a:pt x="50387" y="70390"/>
                      </a:cubicBezTo>
                      <a:cubicBezTo>
                        <a:pt x="48768" y="73152"/>
                        <a:pt x="48101" y="75533"/>
                        <a:pt x="48101" y="77343"/>
                      </a:cubicBezTo>
                      <a:cubicBezTo>
                        <a:pt x="48101" y="79153"/>
                        <a:pt x="48863" y="80581"/>
                        <a:pt x="50387" y="81820"/>
                      </a:cubicBezTo>
                      <a:cubicBezTo>
                        <a:pt x="48196" y="82677"/>
                        <a:pt x="47149" y="84391"/>
                        <a:pt x="47149" y="86963"/>
                      </a:cubicBezTo>
                      <a:lnTo>
                        <a:pt x="46768" y="93631"/>
                      </a:lnTo>
                      <a:cubicBezTo>
                        <a:pt x="44958" y="92678"/>
                        <a:pt x="44196" y="90392"/>
                        <a:pt x="44387" y="86963"/>
                      </a:cubicBezTo>
                      <a:cubicBezTo>
                        <a:pt x="44672" y="83629"/>
                        <a:pt x="44387" y="81248"/>
                        <a:pt x="43529" y="80010"/>
                      </a:cubicBezTo>
                      <a:cubicBezTo>
                        <a:pt x="41434" y="78962"/>
                        <a:pt x="37243" y="78486"/>
                        <a:pt x="30480" y="78486"/>
                      </a:cubicBezTo>
                      <a:lnTo>
                        <a:pt x="40196" y="87725"/>
                      </a:lnTo>
                      <a:cubicBezTo>
                        <a:pt x="42386" y="87154"/>
                        <a:pt x="43529" y="87821"/>
                        <a:pt x="43529" y="89821"/>
                      </a:cubicBezTo>
                      <a:lnTo>
                        <a:pt x="43529" y="91916"/>
                      </a:lnTo>
                      <a:cubicBezTo>
                        <a:pt x="43339" y="92964"/>
                        <a:pt x="43148" y="93726"/>
                        <a:pt x="43148" y="94393"/>
                      </a:cubicBezTo>
                      <a:cubicBezTo>
                        <a:pt x="43148" y="96012"/>
                        <a:pt x="43625" y="97346"/>
                        <a:pt x="44387" y="98298"/>
                      </a:cubicBezTo>
                      <a:lnTo>
                        <a:pt x="45911" y="96774"/>
                      </a:lnTo>
                      <a:cubicBezTo>
                        <a:pt x="49149" y="98679"/>
                        <a:pt x="50768" y="102489"/>
                        <a:pt x="50768" y="108299"/>
                      </a:cubicBezTo>
                      <a:lnTo>
                        <a:pt x="50387" y="121634"/>
                      </a:lnTo>
                      <a:cubicBezTo>
                        <a:pt x="50197" y="124682"/>
                        <a:pt x="50101" y="127921"/>
                        <a:pt x="50101" y="131540"/>
                      </a:cubicBezTo>
                      <a:cubicBezTo>
                        <a:pt x="50101" y="135160"/>
                        <a:pt x="50292" y="140589"/>
                        <a:pt x="50768" y="148019"/>
                      </a:cubicBezTo>
                      <a:cubicBezTo>
                        <a:pt x="51149" y="155353"/>
                        <a:pt x="51340" y="160782"/>
                        <a:pt x="51340" y="164497"/>
                      </a:cubicBezTo>
                      <a:cubicBezTo>
                        <a:pt x="51340" y="171736"/>
                        <a:pt x="50673" y="178308"/>
                        <a:pt x="49340" y="184118"/>
                      </a:cubicBezTo>
                      <a:cubicBezTo>
                        <a:pt x="48673" y="185547"/>
                        <a:pt x="49340" y="187452"/>
                        <a:pt x="51340" y="189929"/>
                      </a:cubicBezTo>
                      <a:cubicBezTo>
                        <a:pt x="53245" y="192310"/>
                        <a:pt x="54197" y="193929"/>
                        <a:pt x="54197" y="194786"/>
                      </a:cubicBezTo>
                      <a:cubicBezTo>
                        <a:pt x="54197" y="195739"/>
                        <a:pt x="52864" y="196691"/>
                        <a:pt x="50483" y="197453"/>
                      </a:cubicBezTo>
                      <a:cubicBezTo>
                        <a:pt x="52959" y="197453"/>
                        <a:pt x="54864" y="196691"/>
                        <a:pt x="56293" y="195072"/>
                      </a:cubicBezTo>
                      <a:cubicBezTo>
                        <a:pt x="57531" y="195072"/>
                        <a:pt x="59531" y="194881"/>
                        <a:pt x="62293" y="194691"/>
                      </a:cubicBezTo>
                      <a:cubicBezTo>
                        <a:pt x="65056" y="194310"/>
                        <a:pt x="67151" y="194215"/>
                        <a:pt x="68675" y="194215"/>
                      </a:cubicBezTo>
                      <a:cubicBezTo>
                        <a:pt x="73438" y="194215"/>
                        <a:pt x="76772" y="195644"/>
                        <a:pt x="78581" y="198406"/>
                      </a:cubicBezTo>
                      <a:cubicBezTo>
                        <a:pt x="76772" y="200596"/>
                        <a:pt x="77152" y="202501"/>
                        <a:pt x="79534" y="204121"/>
                      </a:cubicBezTo>
                      <a:cubicBezTo>
                        <a:pt x="78867" y="207454"/>
                        <a:pt x="78581" y="214789"/>
                        <a:pt x="78581" y="226504"/>
                      </a:cubicBezTo>
                      <a:cubicBezTo>
                        <a:pt x="77152" y="226504"/>
                        <a:pt x="76200" y="225742"/>
                        <a:pt x="75438" y="224123"/>
                      </a:cubicBezTo>
                      <a:cubicBezTo>
                        <a:pt x="74771" y="222504"/>
                        <a:pt x="73819" y="221742"/>
                        <a:pt x="72581" y="221742"/>
                      </a:cubicBezTo>
                      <a:cubicBezTo>
                        <a:pt x="72961" y="223552"/>
                        <a:pt x="74676" y="225457"/>
                        <a:pt x="77533" y="227266"/>
                      </a:cubicBezTo>
                      <a:cubicBezTo>
                        <a:pt x="80391" y="229267"/>
                        <a:pt x="81820" y="230886"/>
                        <a:pt x="81820" y="232600"/>
                      </a:cubicBezTo>
                      <a:cubicBezTo>
                        <a:pt x="81820" y="233553"/>
                        <a:pt x="81534" y="234696"/>
                        <a:pt x="80867" y="235934"/>
                      </a:cubicBezTo>
                      <a:cubicBezTo>
                        <a:pt x="82677" y="234791"/>
                        <a:pt x="84582" y="233553"/>
                        <a:pt x="86677" y="232315"/>
                      </a:cubicBezTo>
                      <a:lnTo>
                        <a:pt x="85153" y="232315"/>
                      </a:lnTo>
                      <a:cubicBezTo>
                        <a:pt x="84010" y="227171"/>
                        <a:pt x="82010" y="218504"/>
                        <a:pt x="79439" y="206692"/>
                      </a:cubicBezTo>
                      <a:cubicBezTo>
                        <a:pt x="80772" y="202311"/>
                        <a:pt x="84106" y="198596"/>
                        <a:pt x="89059" y="195834"/>
                      </a:cubicBezTo>
                      <a:cubicBezTo>
                        <a:pt x="90488" y="195263"/>
                        <a:pt x="94964" y="193357"/>
                        <a:pt x="102584" y="190405"/>
                      </a:cubicBezTo>
                      <a:cubicBezTo>
                        <a:pt x="103442" y="191643"/>
                        <a:pt x="103727" y="192405"/>
                        <a:pt x="103537" y="192786"/>
                      </a:cubicBezTo>
                      <a:lnTo>
                        <a:pt x="111919" y="194024"/>
                      </a:lnTo>
                      <a:cubicBezTo>
                        <a:pt x="112300" y="192024"/>
                        <a:pt x="112300" y="190309"/>
                        <a:pt x="111633" y="188976"/>
                      </a:cubicBezTo>
                      <a:cubicBezTo>
                        <a:pt x="111061" y="187642"/>
                        <a:pt x="110776" y="186690"/>
                        <a:pt x="110776" y="185928"/>
                      </a:cubicBezTo>
                      <a:cubicBezTo>
                        <a:pt x="112300" y="184023"/>
                        <a:pt x="115157" y="181642"/>
                        <a:pt x="119158" y="178689"/>
                      </a:cubicBezTo>
                      <a:lnTo>
                        <a:pt x="119158" y="183451"/>
                      </a:lnTo>
                      <a:cubicBezTo>
                        <a:pt x="121349" y="182499"/>
                        <a:pt x="122492" y="181261"/>
                        <a:pt x="122492" y="179641"/>
                      </a:cubicBezTo>
                      <a:cubicBezTo>
                        <a:pt x="122492" y="178784"/>
                        <a:pt x="122015" y="177546"/>
                        <a:pt x="121158" y="175831"/>
                      </a:cubicBezTo>
                      <a:cubicBezTo>
                        <a:pt x="120301" y="174117"/>
                        <a:pt x="119825" y="173069"/>
                        <a:pt x="119825" y="172593"/>
                      </a:cubicBezTo>
                      <a:cubicBezTo>
                        <a:pt x="119825" y="171831"/>
                        <a:pt x="120206" y="171259"/>
                        <a:pt x="121158" y="170879"/>
                      </a:cubicBezTo>
                      <a:lnTo>
                        <a:pt x="119253" y="162687"/>
                      </a:lnTo>
                      <a:cubicBezTo>
                        <a:pt x="118015" y="162211"/>
                        <a:pt x="116395" y="162592"/>
                        <a:pt x="114395" y="163639"/>
                      </a:cubicBezTo>
                      <a:cubicBezTo>
                        <a:pt x="111347" y="160972"/>
                        <a:pt x="110109" y="158782"/>
                        <a:pt x="110776" y="156972"/>
                      </a:cubicBezTo>
                      <a:cubicBezTo>
                        <a:pt x="110966" y="156400"/>
                        <a:pt x="112109" y="155924"/>
                        <a:pt x="114395" y="155448"/>
                      </a:cubicBezTo>
                      <a:cubicBezTo>
                        <a:pt x="114967" y="157353"/>
                        <a:pt x="115252" y="158115"/>
                        <a:pt x="115252" y="157924"/>
                      </a:cubicBezTo>
                      <a:cubicBezTo>
                        <a:pt x="122301" y="157353"/>
                        <a:pt x="128207" y="158401"/>
                        <a:pt x="132683" y="161258"/>
                      </a:cubicBezTo>
                      <a:cubicBezTo>
                        <a:pt x="132969" y="161830"/>
                        <a:pt x="133064" y="162496"/>
                        <a:pt x="133064" y="163068"/>
                      </a:cubicBezTo>
                      <a:cubicBezTo>
                        <a:pt x="133064" y="163925"/>
                        <a:pt x="132302" y="164401"/>
                        <a:pt x="130874" y="164973"/>
                      </a:cubicBezTo>
                      <a:cubicBezTo>
                        <a:pt x="129445" y="165354"/>
                        <a:pt x="128588" y="165735"/>
                        <a:pt x="128111" y="166211"/>
                      </a:cubicBezTo>
                      <a:lnTo>
                        <a:pt x="132588" y="166211"/>
                      </a:lnTo>
                      <a:cubicBezTo>
                        <a:pt x="133636" y="166783"/>
                        <a:pt x="134112" y="167830"/>
                        <a:pt x="134112" y="169545"/>
                      </a:cubicBezTo>
                      <a:cubicBezTo>
                        <a:pt x="135731" y="167735"/>
                        <a:pt x="136969" y="166783"/>
                        <a:pt x="138113" y="166783"/>
                      </a:cubicBezTo>
                      <a:cubicBezTo>
                        <a:pt x="138875" y="166783"/>
                        <a:pt x="139732" y="168116"/>
                        <a:pt x="140589" y="170879"/>
                      </a:cubicBezTo>
                      <a:cubicBezTo>
                        <a:pt x="141542" y="173641"/>
                        <a:pt x="142684" y="175165"/>
                        <a:pt x="144113" y="175641"/>
                      </a:cubicBezTo>
                      <a:lnTo>
                        <a:pt x="144113" y="166306"/>
                      </a:lnTo>
                      <a:cubicBezTo>
                        <a:pt x="144970" y="167069"/>
                        <a:pt x="145733" y="167545"/>
                        <a:pt x="146590" y="167545"/>
                      </a:cubicBezTo>
                      <a:cubicBezTo>
                        <a:pt x="147447" y="167545"/>
                        <a:pt x="148590" y="167069"/>
                        <a:pt x="150209" y="166306"/>
                      </a:cubicBezTo>
                      <a:cubicBezTo>
                        <a:pt x="151828" y="165449"/>
                        <a:pt x="153067" y="165163"/>
                        <a:pt x="153829" y="165354"/>
                      </a:cubicBezTo>
                      <a:cubicBezTo>
                        <a:pt x="154591" y="166021"/>
                        <a:pt x="155067" y="166688"/>
                        <a:pt x="155067" y="167545"/>
                      </a:cubicBezTo>
                      <a:cubicBezTo>
                        <a:pt x="155067" y="168021"/>
                        <a:pt x="154400" y="168973"/>
                        <a:pt x="153162" y="170212"/>
                      </a:cubicBezTo>
                      <a:cubicBezTo>
                        <a:pt x="152019" y="171450"/>
                        <a:pt x="151448" y="172498"/>
                        <a:pt x="151448" y="173164"/>
                      </a:cubicBezTo>
                      <a:lnTo>
                        <a:pt x="155067" y="173164"/>
                      </a:lnTo>
                      <a:lnTo>
                        <a:pt x="155924" y="162973"/>
                      </a:lnTo>
                      <a:lnTo>
                        <a:pt x="159830" y="166306"/>
                      </a:lnTo>
                      <a:cubicBezTo>
                        <a:pt x="159830" y="165449"/>
                        <a:pt x="160115" y="164782"/>
                        <a:pt x="160782" y="164211"/>
                      </a:cubicBezTo>
                      <a:cubicBezTo>
                        <a:pt x="161353" y="164401"/>
                        <a:pt x="162020" y="164592"/>
                        <a:pt x="162877" y="165068"/>
                      </a:cubicBezTo>
                      <a:cubicBezTo>
                        <a:pt x="164020" y="166306"/>
                        <a:pt x="164401" y="166402"/>
                        <a:pt x="164020" y="165354"/>
                      </a:cubicBezTo>
                      <a:cubicBezTo>
                        <a:pt x="163830" y="165354"/>
                        <a:pt x="163544" y="165259"/>
                        <a:pt x="163449" y="165068"/>
                      </a:cubicBezTo>
                      <a:lnTo>
                        <a:pt x="162877" y="165068"/>
                      </a:lnTo>
                      <a:cubicBezTo>
                        <a:pt x="161830" y="164021"/>
                        <a:pt x="161068" y="163735"/>
                        <a:pt x="160782" y="164211"/>
                      </a:cubicBezTo>
                      <a:close/>
                      <a:moveTo>
                        <a:pt x="86773" y="194881"/>
                      </a:moveTo>
                      <a:lnTo>
                        <a:pt x="86773" y="192500"/>
                      </a:lnTo>
                      <a:lnTo>
                        <a:pt x="88583" y="192500"/>
                      </a:lnTo>
                      <a:lnTo>
                        <a:pt x="86773" y="194881"/>
                      </a:lnTo>
                      <a:close/>
                      <a:moveTo>
                        <a:pt x="93726" y="222980"/>
                      </a:moveTo>
                      <a:lnTo>
                        <a:pt x="93726" y="220599"/>
                      </a:lnTo>
                      <a:cubicBezTo>
                        <a:pt x="92869" y="220123"/>
                        <a:pt x="91631" y="219646"/>
                        <a:pt x="90107" y="219075"/>
                      </a:cubicBezTo>
                      <a:cubicBezTo>
                        <a:pt x="89630" y="220313"/>
                        <a:pt x="89916" y="221361"/>
                        <a:pt x="90678" y="222218"/>
                      </a:cubicBezTo>
                      <a:cubicBezTo>
                        <a:pt x="91535" y="223171"/>
                        <a:pt x="92488" y="223361"/>
                        <a:pt x="93821" y="222980"/>
                      </a:cubicBezTo>
                      <a:close/>
                      <a:moveTo>
                        <a:pt x="94583" y="238030"/>
                      </a:moveTo>
                      <a:lnTo>
                        <a:pt x="96965" y="235648"/>
                      </a:lnTo>
                      <a:lnTo>
                        <a:pt x="94583" y="232981"/>
                      </a:lnTo>
                      <a:lnTo>
                        <a:pt x="94583" y="238125"/>
                      </a:lnTo>
                      <a:close/>
                      <a:moveTo>
                        <a:pt x="106013" y="229553"/>
                      </a:moveTo>
                      <a:cubicBezTo>
                        <a:pt x="106394" y="226790"/>
                        <a:pt x="105918" y="225362"/>
                        <a:pt x="104489" y="225362"/>
                      </a:cubicBezTo>
                      <a:cubicBezTo>
                        <a:pt x="103537" y="225362"/>
                        <a:pt x="101917" y="226028"/>
                        <a:pt x="99727" y="227457"/>
                      </a:cubicBezTo>
                      <a:cubicBezTo>
                        <a:pt x="97441" y="228886"/>
                        <a:pt x="96202" y="229553"/>
                        <a:pt x="96012" y="229553"/>
                      </a:cubicBezTo>
                      <a:cubicBezTo>
                        <a:pt x="97155" y="230600"/>
                        <a:pt x="98012" y="231076"/>
                        <a:pt x="98774" y="231076"/>
                      </a:cubicBezTo>
                      <a:cubicBezTo>
                        <a:pt x="99441" y="231076"/>
                        <a:pt x="100203" y="230600"/>
                        <a:pt x="101251" y="229743"/>
                      </a:cubicBezTo>
                      <a:cubicBezTo>
                        <a:pt x="102203" y="228790"/>
                        <a:pt x="103060" y="228314"/>
                        <a:pt x="103632" y="228314"/>
                      </a:cubicBezTo>
                      <a:cubicBezTo>
                        <a:pt x="104299" y="228314"/>
                        <a:pt x="105251" y="228695"/>
                        <a:pt x="106013" y="229553"/>
                      </a:cubicBezTo>
                      <a:close/>
                      <a:moveTo>
                        <a:pt x="102680" y="183071"/>
                      </a:moveTo>
                      <a:cubicBezTo>
                        <a:pt x="99917" y="180689"/>
                        <a:pt x="99632" y="178784"/>
                        <a:pt x="101822" y="177355"/>
                      </a:cubicBezTo>
                      <a:lnTo>
                        <a:pt x="105156" y="182213"/>
                      </a:lnTo>
                      <a:cubicBezTo>
                        <a:pt x="104584" y="181832"/>
                        <a:pt x="103823" y="182213"/>
                        <a:pt x="102680" y="183071"/>
                      </a:cubicBezTo>
                      <a:close/>
                      <a:moveTo>
                        <a:pt x="113157" y="257651"/>
                      </a:moveTo>
                      <a:cubicBezTo>
                        <a:pt x="112205" y="256699"/>
                        <a:pt x="111633" y="255746"/>
                        <a:pt x="111633" y="254889"/>
                      </a:cubicBezTo>
                      <a:cubicBezTo>
                        <a:pt x="111633" y="253841"/>
                        <a:pt x="112967" y="252889"/>
                        <a:pt x="115443" y="251841"/>
                      </a:cubicBezTo>
                      <a:cubicBezTo>
                        <a:pt x="117919" y="250888"/>
                        <a:pt x="119539" y="250031"/>
                        <a:pt x="120110" y="249460"/>
                      </a:cubicBezTo>
                      <a:cubicBezTo>
                        <a:pt x="120015" y="250222"/>
                        <a:pt x="118872" y="251079"/>
                        <a:pt x="116872" y="252127"/>
                      </a:cubicBezTo>
                      <a:cubicBezTo>
                        <a:pt x="114872" y="253174"/>
                        <a:pt x="113824" y="254222"/>
                        <a:pt x="113824" y="255175"/>
                      </a:cubicBezTo>
                      <a:cubicBezTo>
                        <a:pt x="113824" y="255746"/>
                        <a:pt x="114395" y="256604"/>
                        <a:pt x="115348" y="257556"/>
                      </a:cubicBezTo>
                      <a:lnTo>
                        <a:pt x="113157" y="257556"/>
                      </a:lnTo>
                      <a:close/>
                      <a:moveTo>
                        <a:pt x="122587" y="152971"/>
                      </a:moveTo>
                      <a:cubicBezTo>
                        <a:pt x="124587" y="152971"/>
                        <a:pt x="125730" y="153257"/>
                        <a:pt x="125920" y="154114"/>
                      </a:cubicBezTo>
                      <a:lnTo>
                        <a:pt x="123444" y="154972"/>
                      </a:lnTo>
                      <a:lnTo>
                        <a:pt x="122587" y="152971"/>
                      </a:lnTo>
                      <a:close/>
                      <a:moveTo>
                        <a:pt x="124968" y="207264"/>
                      </a:moveTo>
                      <a:lnTo>
                        <a:pt x="132778" y="206312"/>
                      </a:lnTo>
                      <a:lnTo>
                        <a:pt x="132778" y="203835"/>
                      </a:lnTo>
                      <a:cubicBezTo>
                        <a:pt x="132778" y="200120"/>
                        <a:pt x="133636" y="197834"/>
                        <a:pt x="135255" y="197167"/>
                      </a:cubicBezTo>
                      <a:lnTo>
                        <a:pt x="130778" y="195644"/>
                      </a:lnTo>
                      <a:cubicBezTo>
                        <a:pt x="130492" y="197453"/>
                        <a:pt x="130302" y="200215"/>
                        <a:pt x="129921" y="203740"/>
                      </a:cubicBezTo>
                      <a:cubicBezTo>
                        <a:pt x="129635" y="205645"/>
                        <a:pt x="128111" y="206692"/>
                        <a:pt x="125063" y="207073"/>
                      </a:cubicBezTo>
                      <a:close/>
                      <a:moveTo>
                        <a:pt x="129159" y="222885"/>
                      </a:moveTo>
                      <a:lnTo>
                        <a:pt x="129159" y="216884"/>
                      </a:lnTo>
                      <a:lnTo>
                        <a:pt x="128207" y="216884"/>
                      </a:lnTo>
                      <a:lnTo>
                        <a:pt x="128207" y="222885"/>
                      </a:lnTo>
                      <a:lnTo>
                        <a:pt x="129159" y="222885"/>
                      </a:lnTo>
                      <a:close/>
                      <a:moveTo>
                        <a:pt x="137541" y="122396"/>
                      </a:moveTo>
                      <a:lnTo>
                        <a:pt x="130683" y="121539"/>
                      </a:lnTo>
                      <a:lnTo>
                        <a:pt x="129159" y="125730"/>
                      </a:lnTo>
                      <a:cubicBezTo>
                        <a:pt x="132207" y="128206"/>
                        <a:pt x="134684" y="129445"/>
                        <a:pt x="136684" y="129445"/>
                      </a:cubicBezTo>
                      <a:cubicBezTo>
                        <a:pt x="137922" y="129445"/>
                        <a:pt x="139065" y="128969"/>
                        <a:pt x="140017" y="128206"/>
                      </a:cubicBezTo>
                      <a:cubicBezTo>
                        <a:pt x="135350" y="129159"/>
                        <a:pt x="133064" y="128016"/>
                        <a:pt x="132778" y="124873"/>
                      </a:cubicBezTo>
                      <a:lnTo>
                        <a:pt x="137636" y="122491"/>
                      </a:lnTo>
                      <a:close/>
                      <a:moveTo>
                        <a:pt x="129159" y="171355"/>
                      </a:moveTo>
                      <a:lnTo>
                        <a:pt x="131540" y="171355"/>
                      </a:lnTo>
                      <a:lnTo>
                        <a:pt x="131540" y="168973"/>
                      </a:lnTo>
                      <a:lnTo>
                        <a:pt x="129159" y="168973"/>
                      </a:lnTo>
                      <a:lnTo>
                        <a:pt x="129159" y="171355"/>
                      </a:lnTo>
                      <a:close/>
                      <a:moveTo>
                        <a:pt x="136684" y="234410"/>
                      </a:moveTo>
                      <a:cubicBezTo>
                        <a:pt x="137732" y="232600"/>
                        <a:pt x="139636" y="230219"/>
                        <a:pt x="142399" y="227171"/>
                      </a:cubicBezTo>
                      <a:lnTo>
                        <a:pt x="140875" y="226219"/>
                      </a:lnTo>
                      <a:lnTo>
                        <a:pt x="138398" y="227171"/>
                      </a:lnTo>
                      <a:lnTo>
                        <a:pt x="137541" y="222885"/>
                      </a:lnTo>
                      <a:cubicBezTo>
                        <a:pt x="133826" y="224885"/>
                        <a:pt x="132112" y="227171"/>
                        <a:pt x="132683" y="229553"/>
                      </a:cubicBezTo>
                      <a:lnTo>
                        <a:pt x="136589" y="228695"/>
                      </a:lnTo>
                      <a:lnTo>
                        <a:pt x="136589" y="234505"/>
                      </a:lnTo>
                      <a:close/>
                      <a:moveTo>
                        <a:pt x="136684" y="216884"/>
                      </a:moveTo>
                      <a:lnTo>
                        <a:pt x="138493" y="209645"/>
                      </a:lnTo>
                      <a:lnTo>
                        <a:pt x="137636" y="209645"/>
                      </a:lnTo>
                      <a:lnTo>
                        <a:pt x="136779" y="216884"/>
                      </a:lnTo>
                      <a:close/>
                      <a:moveTo>
                        <a:pt x="143351" y="145637"/>
                      </a:moveTo>
                      <a:cubicBezTo>
                        <a:pt x="143161" y="145066"/>
                        <a:pt x="142018" y="144685"/>
                        <a:pt x="140017" y="144685"/>
                      </a:cubicBezTo>
                      <a:lnTo>
                        <a:pt x="140017" y="148019"/>
                      </a:lnTo>
                      <a:lnTo>
                        <a:pt x="142399" y="148019"/>
                      </a:lnTo>
                      <a:cubicBezTo>
                        <a:pt x="143256" y="147256"/>
                        <a:pt x="143542" y="146495"/>
                        <a:pt x="143351" y="145637"/>
                      </a:cubicBezTo>
                      <a:close/>
                      <a:moveTo>
                        <a:pt x="146685" y="96679"/>
                      </a:moveTo>
                      <a:cubicBezTo>
                        <a:pt x="147733" y="97536"/>
                        <a:pt x="148209" y="98298"/>
                        <a:pt x="148209" y="99155"/>
                      </a:cubicBezTo>
                      <a:cubicBezTo>
                        <a:pt x="148209" y="101346"/>
                        <a:pt x="146875" y="102489"/>
                        <a:pt x="144304" y="102489"/>
                      </a:cubicBezTo>
                      <a:lnTo>
                        <a:pt x="146780" y="102489"/>
                      </a:lnTo>
                      <a:cubicBezTo>
                        <a:pt x="147352" y="101727"/>
                        <a:pt x="148018" y="100870"/>
                        <a:pt x="148781" y="99917"/>
                      </a:cubicBezTo>
                      <a:cubicBezTo>
                        <a:pt x="149447" y="98965"/>
                        <a:pt x="149638" y="97917"/>
                        <a:pt x="149257" y="96679"/>
                      </a:cubicBezTo>
                      <a:lnTo>
                        <a:pt x="146780" y="96679"/>
                      </a:lnTo>
                      <a:close/>
                      <a:moveTo>
                        <a:pt x="152686" y="145637"/>
                      </a:moveTo>
                      <a:cubicBezTo>
                        <a:pt x="152305" y="145066"/>
                        <a:pt x="150305" y="143923"/>
                        <a:pt x="146685" y="142304"/>
                      </a:cubicBezTo>
                      <a:lnTo>
                        <a:pt x="145828" y="144685"/>
                      </a:lnTo>
                      <a:lnTo>
                        <a:pt x="152781" y="145637"/>
                      </a:lnTo>
                      <a:close/>
                      <a:moveTo>
                        <a:pt x="148209" y="31813"/>
                      </a:moveTo>
                      <a:lnTo>
                        <a:pt x="148209" y="34195"/>
                      </a:lnTo>
                      <a:lnTo>
                        <a:pt x="151543" y="33338"/>
                      </a:lnTo>
                      <a:cubicBezTo>
                        <a:pt x="150876" y="32385"/>
                        <a:pt x="149828" y="31813"/>
                        <a:pt x="148209" y="31813"/>
                      </a:cubicBezTo>
                      <a:close/>
                      <a:moveTo>
                        <a:pt x="150305" y="180594"/>
                      </a:moveTo>
                      <a:lnTo>
                        <a:pt x="158401" y="179641"/>
                      </a:lnTo>
                      <a:cubicBezTo>
                        <a:pt x="156972" y="178594"/>
                        <a:pt x="155448" y="178117"/>
                        <a:pt x="153543" y="178117"/>
                      </a:cubicBezTo>
                      <a:cubicBezTo>
                        <a:pt x="151638" y="177927"/>
                        <a:pt x="150495" y="178689"/>
                        <a:pt x="150305" y="180594"/>
                      </a:cubicBezTo>
                      <a:close/>
                      <a:moveTo>
                        <a:pt x="158401" y="96679"/>
                      </a:moveTo>
                      <a:lnTo>
                        <a:pt x="163259" y="101537"/>
                      </a:lnTo>
                      <a:lnTo>
                        <a:pt x="163259" y="99155"/>
                      </a:lnTo>
                      <a:cubicBezTo>
                        <a:pt x="160401" y="97536"/>
                        <a:pt x="158782" y="96679"/>
                        <a:pt x="158401" y="96679"/>
                      </a:cubicBezTo>
                      <a:close/>
                      <a:moveTo>
                        <a:pt x="164116" y="127159"/>
                      </a:moveTo>
                      <a:lnTo>
                        <a:pt x="167450" y="123920"/>
                      </a:lnTo>
                      <a:cubicBezTo>
                        <a:pt x="166497" y="122872"/>
                        <a:pt x="164116" y="121634"/>
                        <a:pt x="159830" y="119920"/>
                      </a:cubicBezTo>
                      <a:lnTo>
                        <a:pt x="164020" y="127159"/>
                      </a:lnTo>
                      <a:close/>
                      <a:moveTo>
                        <a:pt x="165544" y="144685"/>
                      </a:moveTo>
                      <a:lnTo>
                        <a:pt x="165544" y="139827"/>
                      </a:lnTo>
                      <a:lnTo>
                        <a:pt x="164116" y="139827"/>
                      </a:lnTo>
                      <a:lnTo>
                        <a:pt x="164116" y="144685"/>
                      </a:lnTo>
                      <a:lnTo>
                        <a:pt x="165544" y="144685"/>
                      </a:lnTo>
                      <a:close/>
                      <a:moveTo>
                        <a:pt x="167450" y="275082"/>
                      </a:moveTo>
                      <a:cubicBezTo>
                        <a:pt x="169831" y="276225"/>
                        <a:pt x="170688" y="277749"/>
                        <a:pt x="169831" y="279559"/>
                      </a:cubicBezTo>
                      <a:lnTo>
                        <a:pt x="168878" y="281083"/>
                      </a:lnTo>
                      <a:cubicBezTo>
                        <a:pt x="167926" y="280416"/>
                        <a:pt x="167450" y="279654"/>
                        <a:pt x="167450" y="278606"/>
                      </a:cubicBezTo>
                      <a:lnTo>
                        <a:pt x="167450" y="274987"/>
                      </a:lnTo>
                      <a:close/>
                      <a:moveTo>
                        <a:pt x="173450" y="237934"/>
                      </a:moveTo>
                      <a:cubicBezTo>
                        <a:pt x="175165" y="237554"/>
                        <a:pt x="176975" y="237934"/>
                        <a:pt x="179165" y="238887"/>
                      </a:cubicBezTo>
                      <a:cubicBezTo>
                        <a:pt x="179737" y="240316"/>
                        <a:pt x="179546" y="241268"/>
                        <a:pt x="178308" y="241935"/>
                      </a:cubicBezTo>
                      <a:cubicBezTo>
                        <a:pt x="177070" y="242506"/>
                        <a:pt x="175832" y="243078"/>
                        <a:pt x="174689" y="243745"/>
                      </a:cubicBezTo>
                      <a:lnTo>
                        <a:pt x="173450" y="243745"/>
                      </a:lnTo>
                      <a:lnTo>
                        <a:pt x="173450" y="238030"/>
                      </a:lnTo>
                      <a:close/>
                      <a:moveTo>
                        <a:pt x="174689" y="185452"/>
                      </a:moveTo>
                      <a:cubicBezTo>
                        <a:pt x="175450" y="183832"/>
                        <a:pt x="176403" y="182975"/>
                        <a:pt x="177356" y="182975"/>
                      </a:cubicBezTo>
                      <a:cubicBezTo>
                        <a:pt x="177165" y="183166"/>
                        <a:pt x="176784" y="183547"/>
                        <a:pt x="176213" y="184213"/>
                      </a:cubicBezTo>
                      <a:cubicBezTo>
                        <a:pt x="175546" y="184785"/>
                        <a:pt x="175165" y="185166"/>
                        <a:pt x="174689" y="185452"/>
                      </a:cubicBezTo>
                      <a:close/>
                      <a:moveTo>
                        <a:pt x="181547" y="182975"/>
                      </a:moveTo>
                      <a:cubicBezTo>
                        <a:pt x="181547" y="182975"/>
                        <a:pt x="182594" y="183356"/>
                        <a:pt x="184023" y="183928"/>
                      </a:cubicBezTo>
                      <a:cubicBezTo>
                        <a:pt x="183070" y="184595"/>
                        <a:pt x="181737" y="184595"/>
                        <a:pt x="180403" y="183928"/>
                      </a:cubicBezTo>
                      <a:cubicBezTo>
                        <a:pt x="178689" y="183356"/>
                        <a:pt x="177641" y="182975"/>
                        <a:pt x="177260" y="182975"/>
                      </a:cubicBezTo>
                      <a:cubicBezTo>
                        <a:pt x="178975" y="181451"/>
                        <a:pt x="180403" y="181451"/>
                        <a:pt x="181547" y="182975"/>
                      </a:cubicBezTo>
                      <a:close/>
                      <a:moveTo>
                        <a:pt x="183070" y="164592"/>
                      </a:moveTo>
                      <a:lnTo>
                        <a:pt x="183070" y="166497"/>
                      </a:lnTo>
                      <a:lnTo>
                        <a:pt x="179165" y="164592"/>
                      </a:lnTo>
                      <a:lnTo>
                        <a:pt x="183070" y="164592"/>
                      </a:lnTo>
                      <a:close/>
                      <a:moveTo>
                        <a:pt x="200597" y="150400"/>
                      </a:moveTo>
                      <a:lnTo>
                        <a:pt x="204788" y="154876"/>
                      </a:lnTo>
                      <a:lnTo>
                        <a:pt x="199073" y="154019"/>
                      </a:lnTo>
                      <a:lnTo>
                        <a:pt x="200597" y="150400"/>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95" name="Google Shape;1395;p99"/>
              <p:cNvGrpSpPr/>
              <p:nvPr/>
            </p:nvGrpSpPr>
            <p:grpSpPr>
              <a:xfrm>
                <a:off x="10491781" y="6339936"/>
                <a:ext cx="297180" cy="125829"/>
                <a:chOff x="5238463" y="4058031"/>
                <a:chExt cx="297180" cy="125829"/>
              </a:xfrm>
            </p:grpSpPr>
            <p:sp>
              <p:nvSpPr>
                <p:cNvPr id="1396" name="Google Shape;1396;p99"/>
                <p:cNvSpPr/>
                <p:nvPr/>
              </p:nvSpPr>
              <p:spPr>
                <a:xfrm>
                  <a:off x="5238463" y="4058983"/>
                  <a:ext cx="100298" cy="124877"/>
                </a:xfrm>
                <a:custGeom>
                  <a:avLst/>
                  <a:gdLst/>
                  <a:ahLst/>
                  <a:cxnLst/>
                  <a:rect l="l" t="t" r="r" b="b"/>
                  <a:pathLst>
                    <a:path w="100298" h="124877" extrusionOk="0">
                      <a:moveTo>
                        <a:pt x="81058" y="33433"/>
                      </a:moveTo>
                      <a:cubicBezTo>
                        <a:pt x="81248" y="33909"/>
                        <a:pt x="81629" y="34195"/>
                        <a:pt x="82010" y="34195"/>
                      </a:cubicBezTo>
                      <a:lnTo>
                        <a:pt x="83153" y="34195"/>
                      </a:lnTo>
                      <a:cubicBezTo>
                        <a:pt x="81915" y="37624"/>
                        <a:pt x="81820" y="41910"/>
                        <a:pt x="82677" y="47053"/>
                      </a:cubicBezTo>
                      <a:cubicBezTo>
                        <a:pt x="82391" y="48196"/>
                        <a:pt x="81439" y="50006"/>
                        <a:pt x="79820" y="52483"/>
                      </a:cubicBezTo>
                      <a:lnTo>
                        <a:pt x="80963" y="53721"/>
                      </a:lnTo>
                      <a:cubicBezTo>
                        <a:pt x="80581" y="54578"/>
                        <a:pt x="79629" y="55245"/>
                        <a:pt x="78010" y="55721"/>
                      </a:cubicBezTo>
                      <a:cubicBezTo>
                        <a:pt x="76390" y="56292"/>
                        <a:pt x="75343" y="56959"/>
                        <a:pt x="74866" y="57912"/>
                      </a:cubicBezTo>
                      <a:lnTo>
                        <a:pt x="77629" y="58293"/>
                      </a:lnTo>
                      <a:cubicBezTo>
                        <a:pt x="75438" y="62198"/>
                        <a:pt x="71533" y="66675"/>
                        <a:pt x="65818" y="72009"/>
                      </a:cubicBezTo>
                      <a:lnTo>
                        <a:pt x="63532" y="72009"/>
                      </a:lnTo>
                      <a:lnTo>
                        <a:pt x="63532" y="73723"/>
                      </a:lnTo>
                      <a:cubicBezTo>
                        <a:pt x="63532" y="73723"/>
                        <a:pt x="63055" y="73247"/>
                        <a:pt x="62674" y="73247"/>
                      </a:cubicBezTo>
                      <a:cubicBezTo>
                        <a:pt x="61913" y="73247"/>
                        <a:pt x="61436" y="73247"/>
                        <a:pt x="61246" y="73247"/>
                      </a:cubicBezTo>
                      <a:lnTo>
                        <a:pt x="60865" y="73723"/>
                      </a:lnTo>
                      <a:cubicBezTo>
                        <a:pt x="62198" y="74104"/>
                        <a:pt x="63151" y="75533"/>
                        <a:pt x="63722" y="77914"/>
                      </a:cubicBezTo>
                      <a:cubicBezTo>
                        <a:pt x="64294" y="80296"/>
                        <a:pt x="64961" y="81534"/>
                        <a:pt x="65818" y="81820"/>
                      </a:cubicBezTo>
                      <a:cubicBezTo>
                        <a:pt x="65532" y="83725"/>
                        <a:pt x="66199" y="85820"/>
                        <a:pt x="67913" y="88011"/>
                      </a:cubicBezTo>
                      <a:cubicBezTo>
                        <a:pt x="69913" y="90488"/>
                        <a:pt x="71056" y="92583"/>
                        <a:pt x="71342" y="94202"/>
                      </a:cubicBezTo>
                      <a:cubicBezTo>
                        <a:pt x="70771" y="95345"/>
                        <a:pt x="69628" y="95631"/>
                        <a:pt x="67913" y="95155"/>
                      </a:cubicBezTo>
                      <a:cubicBezTo>
                        <a:pt x="66199" y="94678"/>
                        <a:pt x="65341" y="94774"/>
                        <a:pt x="65341" y="95440"/>
                      </a:cubicBezTo>
                      <a:cubicBezTo>
                        <a:pt x="65341" y="95917"/>
                        <a:pt x="65532" y="96679"/>
                        <a:pt x="65913" y="97536"/>
                      </a:cubicBezTo>
                      <a:lnTo>
                        <a:pt x="68008" y="97059"/>
                      </a:lnTo>
                      <a:cubicBezTo>
                        <a:pt x="68008" y="97059"/>
                        <a:pt x="67818" y="98298"/>
                        <a:pt x="66865" y="99536"/>
                      </a:cubicBezTo>
                      <a:lnTo>
                        <a:pt x="68580" y="101251"/>
                      </a:lnTo>
                      <a:cubicBezTo>
                        <a:pt x="68580" y="101251"/>
                        <a:pt x="69152" y="100108"/>
                        <a:pt x="69628" y="98774"/>
                      </a:cubicBezTo>
                      <a:lnTo>
                        <a:pt x="70295" y="101632"/>
                      </a:lnTo>
                      <a:cubicBezTo>
                        <a:pt x="71533" y="101251"/>
                        <a:pt x="72009" y="99822"/>
                        <a:pt x="71819" y="97441"/>
                      </a:cubicBezTo>
                      <a:cubicBezTo>
                        <a:pt x="73152" y="98203"/>
                        <a:pt x="74200" y="99631"/>
                        <a:pt x="74962" y="101917"/>
                      </a:cubicBezTo>
                      <a:cubicBezTo>
                        <a:pt x="75724" y="104108"/>
                        <a:pt x="76581" y="105442"/>
                        <a:pt x="77724" y="105918"/>
                      </a:cubicBezTo>
                      <a:cubicBezTo>
                        <a:pt x="77438" y="106775"/>
                        <a:pt x="77248" y="107632"/>
                        <a:pt x="77248" y="108394"/>
                      </a:cubicBezTo>
                      <a:cubicBezTo>
                        <a:pt x="77248" y="109918"/>
                        <a:pt x="78010" y="112014"/>
                        <a:pt x="79438" y="114490"/>
                      </a:cubicBezTo>
                      <a:cubicBezTo>
                        <a:pt x="80867" y="116967"/>
                        <a:pt x="81629" y="118776"/>
                        <a:pt x="81629" y="119824"/>
                      </a:cubicBezTo>
                      <a:cubicBezTo>
                        <a:pt x="81629" y="121253"/>
                        <a:pt x="80963" y="122682"/>
                        <a:pt x="79534" y="123920"/>
                      </a:cubicBezTo>
                      <a:cubicBezTo>
                        <a:pt x="78391" y="123920"/>
                        <a:pt x="76486" y="124015"/>
                        <a:pt x="73819" y="124396"/>
                      </a:cubicBezTo>
                      <a:cubicBezTo>
                        <a:pt x="71152" y="124682"/>
                        <a:pt x="69152" y="124873"/>
                        <a:pt x="67913" y="124873"/>
                      </a:cubicBezTo>
                      <a:cubicBezTo>
                        <a:pt x="63722" y="124873"/>
                        <a:pt x="60579" y="123634"/>
                        <a:pt x="58293" y="121158"/>
                      </a:cubicBezTo>
                      <a:lnTo>
                        <a:pt x="57912" y="121920"/>
                      </a:lnTo>
                      <a:cubicBezTo>
                        <a:pt x="57340" y="120396"/>
                        <a:pt x="56769" y="118776"/>
                        <a:pt x="56197" y="117253"/>
                      </a:cubicBezTo>
                      <a:cubicBezTo>
                        <a:pt x="55340" y="115157"/>
                        <a:pt x="54197" y="114014"/>
                        <a:pt x="52769" y="113538"/>
                      </a:cubicBezTo>
                      <a:cubicBezTo>
                        <a:pt x="53054" y="112776"/>
                        <a:pt x="53245" y="112204"/>
                        <a:pt x="53245" y="111633"/>
                      </a:cubicBezTo>
                      <a:cubicBezTo>
                        <a:pt x="53245" y="110490"/>
                        <a:pt x="52578" y="109347"/>
                        <a:pt x="51149" y="108299"/>
                      </a:cubicBezTo>
                      <a:cubicBezTo>
                        <a:pt x="49816" y="107251"/>
                        <a:pt x="49054" y="106108"/>
                        <a:pt x="49054" y="105156"/>
                      </a:cubicBezTo>
                      <a:cubicBezTo>
                        <a:pt x="49054" y="104394"/>
                        <a:pt x="49244" y="103632"/>
                        <a:pt x="49625" y="102775"/>
                      </a:cubicBezTo>
                      <a:cubicBezTo>
                        <a:pt x="48673" y="101346"/>
                        <a:pt x="47530" y="98488"/>
                        <a:pt x="46196" y="94297"/>
                      </a:cubicBezTo>
                      <a:cubicBezTo>
                        <a:pt x="45053" y="90678"/>
                        <a:pt x="43624" y="88011"/>
                        <a:pt x="41910" y="86201"/>
                      </a:cubicBezTo>
                      <a:cubicBezTo>
                        <a:pt x="41910" y="83534"/>
                        <a:pt x="40862" y="80296"/>
                        <a:pt x="38671" y="76581"/>
                      </a:cubicBezTo>
                      <a:lnTo>
                        <a:pt x="34385" y="76009"/>
                      </a:lnTo>
                      <a:lnTo>
                        <a:pt x="34766" y="75533"/>
                      </a:lnTo>
                      <a:cubicBezTo>
                        <a:pt x="34480" y="75057"/>
                        <a:pt x="34099" y="74771"/>
                        <a:pt x="33623" y="74771"/>
                      </a:cubicBezTo>
                      <a:lnTo>
                        <a:pt x="32099" y="76676"/>
                      </a:lnTo>
                      <a:cubicBezTo>
                        <a:pt x="31623" y="76676"/>
                        <a:pt x="30575" y="76962"/>
                        <a:pt x="28861" y="77438"/>
                      </a:cubicBezTo>
                      <a:cubicBezTo>
                        <a:pt x="27241" y="77914"/>
                        <a:pt x="26003" y="78200"/>
                        <a:pt x="25146" y="78200"/>
                      </a:cubicBezTo>
                      <a:cubicBezTo>
                        <a:pt x="24479" y="78200"/>
                        <a:pt x="23908" y="78009"/>
                        <a:pt x="23431" y="77724"/>
                      </a:cubicBezTo>
                      <a:cubicBezTo>
                        <a:pt x="23431" y="77914"/>
                        <a:pt x="23336" y="78105"/>
                        <a:pt x="23336" y="78295"/>
                      </a:cubicBezTo>
                      <a:cubicBezTo>
                        <a:pt x="23336" y="78581"/>
                        <a:pt x="23431" y="78867"/>
                        <a:pt x="23717" y="79153"/>
                      </a:cubicBezTo>
                      <a:cubicBezTo>
                        <a:pt x="24003" y="79438"/>
                        <a:pt x="24098" y="79629"/>
                        <a:pt x="24098" y="79724"/>
                      </a:cubicBezTo>
                      <a:cubicBezTo>
                        <a:pt x="24098" y="79915"/>
                        <a:pt x="23717" y="80296"/>
                        <a:pt x="22860" y="80867"/>
                      </a:cubicBezTo>
                      <a:lnTo>
                        <a:pt x="23527" y="90392"/>
                      </a:lnTo>
                      <a:lnTo>
                        <a:pt x="22384" y="91440"/>
                      </a:lnTo>
                      <a:cubicBezTo>
                        <a:pt x="23146" y="94488"/>
                        <a:pt x="23527" y="98679"/>
                        <a:pt x="23527" y="104013"/>
                      </a:cubicBezTo>
                      <a:cubicBezTo>
                        <a:pt x="23527" y="104584"/>
                        <a:pt x="23336" y="105632"/>
                        <a:pt x="22860" y="107347"/>
                      </a:cubicBezTo>
                      <a:cubicBezTo>
                        <a:pt x="22479" y="108966"/>
                        <a:pt x="22288" y="110299"/>
                        <a:pt x="22288" y="111252"/>
                      </a:cubicBezTo>
                      <a:cubicBezTo>
                        <a:pt x="22288" y="112871"/>
                        <a:pt x="22860" y="114205"/>
                        <a:pt x="24003" y="115157"/>
                      </a:cubicBezTo>
                      <a:cubicBezTo>
                        <a:pt x="23336" y="115633"/>
                        <a:pt x="22955" y="116681"/>
                        <a:pt x="22955" y="118110"/>
                      </a:cubicBezTo>
                      <a:lnTo>
                        <a:pt x="22955" y="119634"/>
                      </a:lnTo>
                      <a:cubicBezTo>
                        <a:pt x="23051" y="120301"/>
                        <a:pt x="23146" y="120777"/>
                        <a:pt x="23146" y="121063"/>
                      </a:cubicBezTo>
                      <a:cubicBezTo>
                        <a:pt x="23146" y="123063"/>
                        <a:pt x="22193" y="123825"/>
                        <a:pt x="20193" y="123539"/>
                      </a:cubicBezTo>
                      <a:lnTo>
                        <a:pt x="20860" y="124206"/>
                      </a:lnTo>
                      <a:cubicBezTo>
                        <a:pt x="19336" y="124968"/>
                        <a:pt x="17431" y="125063"/>
                        <a:pt x="15049" y="124587"/>
                      </a:cubicBezTo>
                      <a:cubicBezTo>
                        <a:pt x="12668" y="124111"/>
                        <a:pt x="11144" y="124206"/>
                        <a:pt x="10382" y="124873"/>
                      </a:cubicBezTo>
                      <a:cubicBezTo>
                        <a:pt x="7144" y="124492"/>
                        <a:pt x="4096" y="123444"/>
                        <a:pt x="1143" y="121920"/>
                      </a:cubicBezTo>
                      <a:cubicBezTo>
                        <a:pt x="1333" y="114014"/>
                        <a:pt x="1143" y="101822"/>
                        <a:pt x="667" y="85534"/>
                      </a:cubicBezTo>
                      <a:lnTo>
                        <a:pt x="0" y="85534"/>
                      </a:lnTo>
                      <a:cubicBezTo>
                        <a:pt x="762" y="84391"/>
                        <a:pt x="1143" y="83058"/>
                        <a:pt x="1143" y="81343"/>
                      </a:cubicBezTo>
                      <a:cubicBezTo>
                        <a:pt x="1143" y="80676"/>
                        <a:pt x="1048" y="79629"/>
                        <a:pt x="857" y="78200"/>
                      </a:cubicBezTo>
                      <a:cubicBezTo>
                        <a:pt x="667" y="76771"/>
                        <a:pt x="571" y="75533"/>
                        <a:pt x="571" y="74676"/>
                      </a:cubicBezTo>
                      <a:cubicBezTo>
                        <a:pt x="571" y="72771"/>
                        <a:pt x="953" y="71151"/>
                        <a:pt x="1810" y="69723"/>
                      </a:cubicBezTo>
                      <a:cubicBezTo>
                        <a:pt x="1333" y="64389"/>
                        <a:pt x="1143" y="57055"/>
                        <a:pt x="1143" y="47720"/>
                      </a:cubicBezTo>
                      <a:lnTo>
                        <a:pt x="1143" y="25146"/>
                      </a:lnTo>
                      <a:cubicBezTo>
                        <a:pt x="571" y="24670"/>
                        <a:pt x="286" y="24289"/>
                        <a:pt x="286" y="23717"/>
                      </a:cubicBezTo>
                      <a:cubicBezTo>
                        <a:pt x="286" y="23431"/>
                        <a:pt x="476" y="22765"/>
                        <a:pt x="1048" y="21812"/>
                      </a:cubicBezTo>
                      <a:cubicBezTo>
                        <a:pt x="1524" y="20859"/>
                        <a:pt x="1810" y="20098"/>
                        <a:pt x="1810" y="19621"/>
                      </a:cubicBezTo>
                      <a:cubicBezTo>
                        <a:pt x="667" y="18478"/>
                        <a:pt x="95" y="17240"/>
                        <a:pt x="95" y="15811"/>
                      </a:cubicBezTo>
                      <a:cubicBezTo>
                        <a:pt x="95" y="14859"/>
                        <a:pt x="476" y="13335"/>
                        <a:pt x="1143" y="11144"/>
                      </a:cubicBezTo>
                      <a:cubicBezTo>
                        <a:pt x="1810" y="8953"/>
                        <a:pt x="2000" y="7239"/>
                        <a:pt x="1810" y="6096"/>
                      </a:cubicBezTo>
                      <a:lnTo>
                        <a:pt x="7620" y="667"/>
                      </a:lnTo>
                      <a:lnTo>
                        <a:pt x="32576" y="0"/>
                      </a:lnTo>
                      <a:cubicBezTo>
                        <a:pt x="32956" y="571"/>
                        <a:pt x="34099" y="1714"/>
                        <a:pt x="36004" y="3429"/>
                      </a:cubicBezTo>
                      <a:cubicBezTo>
                        <a:pt x="37338" y="4763"/>
                        <a:pt x="38195" y="6191"/>
                        <a:pt x="38767" y="7715"/>
                      </a:cubicBezTo>
                      <a:cubicBezTo>
                        <a:pt x="38767" y="7239"/>
                        <a:pt x="38576" y="6763"/>
                        <a:pt x="38576" y="6382"/>
                      </a:cubicBezTo>
                      <a:cubicBezTo>
                        <a:pt x="38576" y="5048"/>
                        <a:pt x="39338" y="4000"/>
                        <a:pt x="40862" y="3143"/>
                      </a:cubicBezTo>
                      <a:cubicBezTo>
                        <a:pt x="42767" y="2095"/>
                        <a:pt x="43910" y="1238"/>
                        <a:pt x="44196" y="667"/>
                      </a:cubicBezTo>
                      <a:cubicBezTo>
                        <a:pt x="44768" y="476"/>
                        <a:pt x="45434" y="857"/>
                        <a:pt x="46196" y="1905"/>
                      </a:cubicBezTo>
                      <a:cubicBezTo>
                        <a:pt x="46482" y="1905"/>
                        <a:pt x="46768" y="1714"/>
                        <a:pt x="47149" y="1714"/>
                      </a:cubicBezTo>
                      <a:cubicBezTo>
                        <a:pt x="47815" y="1714"/>
                        <a:pt x="48863" y="2191"/>
                        <a:pt x="50387" y="3143"/>
                      </a:cubicBezTo>
                      <a:cubicBezTo>
                        <a:pt x="51816" y="4096"/>
                        <a:pt x="52959" y="4476"/>
                        <a:pt x="53816" y="4286"/>
                      </a:cubicBezTo>
                      <a:lnTo>
                        <a:pt x="58674" y="4286"/>
                      </a:lnTo>
                      <a:cubicBezTo>
                        <a:pt x="58388" y="6001"/>
                        <a:pt x="58864" y="6763"/>
                        <a:pt x="60198" y="6763"/>
                      </a:cubicBezTo>
                      <a:cubicBezTo>
                        <a:pt x="60293" y="6763"/>
                        <a:pt x="60579" y="6763"/>
                        <a:pt x="60960" y="6572"/>
                      </a:cubicBezTo>
                      <a:lnTo>
                        <a:pt x="61913" y="6572"/>
                      </a:lnTo>
                      <a:cubicBezTo>
                        <a:pt x="63151" y="6572"/>
                        <a:pt x="63818" y="7144"/>
                        <a:pt x="64103" y="8382"/>
                      </a:cubicBezTo>
                      <a:lnTo>
                        <a:pt x="67532" y="8382"/>
                      </a:lnTo>
                      <a:cubicBezTo>
                        <a:pt x="69628" y="10573"/>
                        <a:pt x="71723" y="12763"/>
                        <a:pt x="73819" y="14954"/>
                      </a:cubicBezTo>
                      <a:cubicBezTo>
                        <a:pt x="76295" y="17621"/>
                        <a:pt x="77533" y="20098"/>
                        <a:pt x="77819" y="22574"/>
                      </a:cubicBezTo>
                      <a:cubicBezTo>
                        <a:pt x="79248" y="23336"/>
                        <a:pt x="80201" y="24765"/>
                        <a:pt x="80677" y="26765"/>
                      </a:cubicBezTo>
                      <a:cubicBezTo>
                        <a:pt x="81344" y="29527"/>
                        <a:pt x="81915" y="31337"/>
                        <a:pt x="82391" y="32194"/>
                      </a:cubicBezTo>
                      <a:lnTo>
                        <a:pt x="81248" y="33242"/>
                      </a:lnTo>
                      <a:close/>
                      <a:moveTo>
                        <a:pt x="13145" y="39338"/>
                      </a:moveTo>
                      <a:lnTo>
                        <a:pt x="13145" y="35909"/>
                      </a:lnTo>
                      <a:lnTo>
                        <a:pt x="12573" y="35909"/>
                      </a:lnTo>
                      <a:lnTo>
                        <a:pt x="12573" y="39338"/>
                      </a:lnTo>
                      <a:lnTo>
                        <a:pt x="13145" y="39338"/>
                      </a:lnTo>
                      <a:close/>
                      <a:moveTo>
                        <a:pt x="16954" y="18574"/>
                      </a:moveTo>
                      <a:cubicBezTo>
                        <a:pt x="16954" y="18097"/>
                        <a:pt x="16954" y="17240"/>
                        <a:pt x="17145" y="16192"/>
                      </a:cubicBezTo>
                      <a:cubicBezTo>
                        <a:pt x="17336" y="15145"/>
                        <a:pt x="17526" y="14383"/>
                        <a:pt x="17526" y="14097"/>
                      </a:cubicBezTo>
                      <a:cubicBezTo>
                        <a:pt x="17526" y="12859"/>
                        <a:pt x="16954" y="12097"/>
                        <a:pt x="15812" y="11620"/>
                      </a:cubicBezTo>
                      <a:lnTo>
                        <a:pt x="17526" y="9715"/>
                      </a:lnTo>
                      <a:cubicBezTo>
                        <a:pt x="17526" y="9715"/>
                        <a:pt x="17526" y="9334"/>
                        <a:pt x="17336" y="9144"/>
                      </a:cubicBezTo>
                      <a:cubicBezTo>
                        <a:pt x="16193" y="10192"/>
                        <a:pt x="15621" y="11144"/>
                        <a:pt x="15621" y="12192"/>
                      </a:cubicBezTo>
                      <a:cubicBezTo>
                        <a:pt x="15621" y="12763"/>
                        <a:pt x="16097" y="14097"/>
                        <a:pt x="16859" y="16192"/>
                      </a:cubicBezTo>
                      <a:cubicBezTo>
                        <a:pt x="16288" y="16288"/>
                        <a:pt x="15907" y="16669"/>
                        <a:pt x="15812" y="17335"/>
                      </a:cubicBezTo>
                      <a:cubicBezTo>
                        <a:pt x="15621" y="17907"/>
                        <a:pt x="15430" y="18383"/>
                        <a:pt x="15145" y="18574"/>
                      </a:cubicBezTo>
                      <a:lnTo>
                        <a:pt x="16859" y="18574"/>
                      </a:lnTo>
                      <a:close/>
                      <a:moveTo>
                        <a:pt x="22765" y="14954"/>
                      </a:moveTo>
                      <a:lnTo>
                        <a:pt x="25051" y="16669"/>
                      </a:lnTo>
                      <a:lnTo>
                        <a:pt x="25051" y="16859"/>
                      </a:lnTo>
                      <a:lnTo>
                        <a:pt x="23908" y="18097"/>
                      </a:lnTo>
                      <a:lnTo>
                        <a:pt x="25051" y="18097"/>
                      </a:lnTo>
                      <a:lnTo>
                        <a:pt x="25051" y="9620"/>
                      </a:lnTo>
                      <a:cubicBezTo>
                        <a:pt x="25051" y="9620"/>
                        <a:pt x="24289" y="10382"/>
                        <a:pt x="23622" y="10858"/>
                      </a:cubicBezTo>
                      <a:cubicBezTo>
                        <a:pt x="23622" y="10573"/>
                        <a:pt x="23336" y="10382"/>
                        <a:pt x="22765" y="10382"/>
                      </a:cubicBezTo>
                      <a:cubicBezTo>
                        <a:pt x="23051" y="10763"/>
                        <a:pt x="23336" y="10954"/>
                        <a:pt x="23622" y="10858"/>
                      </a:cubicBezTo>
                      <a:cubicBezTo>
                        <a:pt x="23813" y="11239"/>
                        <a:pt x="23622" y="12001"/>
                        <a:pt x="23336" y="12859"/>
                      </a:cubicBezTo>
                      <a:cubicBezTo>
                        <a:pt x="23336" y="12859"/>
                        <a:pt x="23336" y="12668"/>
                        <a:pt x="23431" y="12573"/>
                      </a:cubicBezTo>
                      <a:cubicBezTo>
                        <a:pt x="23813" y="12573"/>
                        <a:pt x="24194" y="12859"/>
                        <a:pt x="24479" y="13335"/>
                      </a:cubicBezTo>
                      <a:lnTo>
                        <a:pt x="22765" y="15049"/>
                      </a:lnTo>
                      <a:close/>
                      <a:moveTo>
                        <a:pt x="58674" y="40957"/>
                      </a:moveTo>
                      <a:cubicBezTo>
                        <a:pt x="58864" y="40481"/>
                        <a:pt x="58960" y="40005"/>
                        <a:pt x="58960" y="39719"/>
                      </a:cubicBezTo>
                      <a:cubicBezTo>
                        <a:pt x="58960" y="38957"/>
                        <a:pt x="58579" y="38290"/>
                        <a:pt x="57626" y="37624"/>
                      </a:cubicBezTo>
                      <a:cubicBezTo>
                        <a:pt x="56769" y="36862"/>
                        <a:pt x="56293" y="36290"/>
                        <a:pt x="56102" y="35909"/>
                      </a:cubicBezTo>
                      <a:cubicBezTo>
                        <a:pt x="56483" y="35242"/>
                        <a:pt x="56674" y="34766"/>
                        <a:pt x="56674" y="34195"/>
                      </a:cubicBezTo>
                      <a:cubicBezTo>
                        <a:pt x="56674" y="33433"/>
                        <a:pt x="56007" y="32480"/>
                        <a:pt x="54673" y="31623"/>
                      </a:cubicBezTo>
                      <a:cubicBezTo>
                        <a:pt x="53340" y="30670"/>
                        <a:pt x="52483" y="30004"/>
                        <a:pt x="52292" y="29432"/>
                      </a:cubicBezTo>
                      <a:cubicBezTo>
                        <a:pt x="51816" y="28956"/>
                        <a:pt x="51245" y="28670"/>
                        <a:pt x="50578" y="28670"/>
                      </a:cubicBezTo>
                      <a:cubicBezTo>
                        <a:pt x="50292" y="28670"/>
                        <a:pt x="49816" y="28670"/>
                        <a:pt x="49244" y="28956"/>
                      </a:cubicBezTo>
                      <a:cubicBezTo>
                        <a:pt x="48578" y="29146"/>
                        <a:pt x="48101" y="29242"/>
                        <a:pt x="47911" y="29242"/>
                      </a:cubicBezTo>
                      <a:cubicBezTo>
                        <a:pt x="47054" y="29242"/>
                        <a:pt x="46482" y="28670"/>
                        <a:pt x="46196" y="27527"/>
                      </a:cubicBezTo>
                      <a:lnTo>
                        <a:pt x="47339" y="26575"/>
                      </a:lnTo>
                      <a:cubicBezTo>
                        <a:pt x="45434" y="26384"/>
                        <a:pt x="44387" y="27146"/>
                        <a:pt x="44196" y="28956"/>
                      </a:cubicBezTo>
                      <a:cubicBezTo>
                        <a:pt x="43910" y="31432"/>
                        <a:pt x="43529" y="32956"/>
                        <a:pt x="43053" y="33623"/>
                      </a:cubicBezTo>
                      <a:cubicBezTo>
                        <a:pt x="42481" y="31718"/>
                        <a:pt x="41910" y="29718"/>
                        <a:pt x="41338" y="27622"/>
                      </a:cubicBezTo>
                      <a:cubicBezTo>
                        <a:pt x="40767" y="25622"/>
                        <a:pt x="39529" y="24003"/>
                        <a:pt x="37529" y="22955"/>
                      </a:cubicBezTo>
                      <a:cubicBezTo>
                        <a:pt x="37243" y="24955"/>
                        <a:pt x="36100" y="26003"/>
                        <a:pt x="34099" y="26003"/>
                      </a:cubicBezTo>
                      <a:cubicBezTo>
                        <a:pt x="33623" y="26003"/>
                        <a:pt x="32861" y="26003"/>
                        <a:pt x="31813" y="25908"/>
                      </a:cubicBezTo>
                      <a:cubicBezTo>
                        <a:pt x="30766" y="25908"/>
                        <a:pt x="30004" y="25717"/>
                        <a:pt x="29432" y="25717"/>
                      </a:cubicBezTo>
                      <a:cubicBezTo>
                        <a:pt x="28861" y="25717"/>
                        <a:pt x="28385" y="25717"/>
                        <a:pt x="27813" y="25908"/>
                      </a:cubicBezTo>
                      <a:cubicBezTo>
                        <a:pt x="25051" y="27717"/>
                        <a:pt x="23717" y="30956"/>
                        <a:pt x="23717" y="35528"/>
                      </a:cubicBezTo>
                      <a:cubicBezTo>
                        <a:pt x="23717" y="36385"/>
                        <a:pt x="23717" y="37719"/>
                        <a:pt x="23908" y="39624"/>
                      </a:cubicBezTo>
                      <a:cubicBezTo>
                        <a:pt x="24003" y="41529"/>
                        <a:pt x="24003" y="42958"/>
                        <a:pt x="24003" y="43910"/>
                      </a:cubicBezTo>
                      <a:cubicBezTo>
                        <a:pt x="24003" y="46006"/>
                        <a:pt x="23813" y="47720"/>
                        <a:pt x="23431" y="49149"/>
                      </a:cubicBezTo>
                      <a:cubicBezTo>
                        <a:pt x="23431" y="50387"/>
                        <a:pt x="24384" y="50959"/>
                        <a:pt x="26003" y="50863"/>
                      </a:cubicBezTo>
                      <a:cubicBezTo>
                        <a:pt x="27622" y="50768"/>
                        <a:pt x="28575" y="51340"/>
                        <a:pt x="28956" y="52673"/>
                      </a:cubicBezTo>
                      <a:cubicBezTo>
                        <a:pt x="29623" y="53054"/>
                        <a:pt x="31147" y="53245"/>
                        <a:pt x="33433" y="53149"/>
                      </a:cubicBezTo>
                      <a:cubicBezTo>
                        <a:pt x="35338" y="53149"/>
                        <a:pt x="36671" y="53816"/>
                        <a:pt x="37433" y="55150"/>
                      </a:cubicBezTo>
                      <a:cubicBezTo>
                        <a:pt x="38100" y="53721"/>
                        <a:pt x="39053" y="52864"/>
                        <a:pt x="40291" y="52673"/>
                      </a:cubicBezTo>
                      <a:lnTo>
                        <a:pt x="43815" y="52673"/>
                      </a:lnTo>
                      <a:cubicBezTo>
                        <a:pt x="44863" y="52483"/>
                        <a:pt x="45625" y="51911"/>
                        <a:pt x="46101" y="50959"/>
                      </a:cubicBezTo>
                      <a:cubicBezTo>
                        <a:pt x="49530" y="51340"/>
                        <a:pt x="53435" y="49054"/>
                        <a:pt x="57721" y="44101"/>
                      </a:cubicBezTo>
                      <a:lnTo>
                        <a:pt x="55436" y="43148"/>
                      </a:lnTo>
                      <a:lnTo>
                        <a:pt x="58579" y="41148"/>
                      </a:lnTo>
                      <a:close/>
                      <a:moveTo>
                        <a:pt x="56102" y="16859"/>
                      </a:moveTo>
                      <a:cubicBezTo>
                        <a:pt x="56102" y="16859"/>
                        <a:pt x="55816" y="16288"/>
                        <a:pt x="55436" y="16288"/>
                      </a:cubicBezTo>
                      <a:cubicBezTo>
                        <a:pt x="54578" y="16288"/>
                        <a:pt x="54102" y="16669"/>
                        <a:pt x="54102" y="17431"/>
                      </a:cubicBezTo>
                      <a:cubicBezTo>
                        <a:pt x="54102" y="17431"/>
                        <a:pt x="54197" y="17526"/>
                        <a:pt x="54388" y="17526"/>
                      </a:cubicBezTo>
                      <a:lnTo>
                        <a:pt x="56102" y="16954"/>
                      </a:lnTo>
                      <a:close/>
                      <a:moveTo>
                        <a:pt x="62103" y="9620"/>
                      </a:moveTo>
                      <a:lnTo>
                        <a:pt x="62103" y="8667"/>
                      </a:lnTo>
                      <a:cubicBezTo>
                        <a:pt x="62103" y="8667"/>
                        <a:pt x="60579" y="9144"/>
                        <a:pt x="58674" y="9144"/>
                      </a:cubicBezTo>
                      <a:lnTo>
                        <a:pt x="62103" y="9620"/>
                      </a:lnTo>
                      <a:close/>
                      <a:moveTo>
                        <a:pt x="58674" y="35909"/>
                      </a:moveTo>
                      <a:lnTo>
                        <a:pt x="60960" y="35909"/>
                      </a:lnTo>
                      <a:cubicBezTo>
                        <a:pt x="60007" y="34861"/>
                        <a:pt x="59246" y="34480"/>
                        <a:pt x="58674" y="34671"/>
                      </a:cubicBezTo>
                      <a:lnTo>
                        <a:pt x="58674" y="35909"/>
                      </a:lnTo>
                      <a:close/>
                      <a:moveTo>
                        <a:pt x="63246" y="43434"/>
                      </a:moveTo>
                      <a:lnTo>
                        <a:pt x="64770" y="41719"/>
                      </a:lnTo>
                      <a:lnTo>
                        <a:pt x="64103" y="41719"/>
                      </a:lnTo>
                      <a:lnTo>
                        <a:pt x="63246" y="43434"/>
                      </a:lnTo>
                      <a:close/>
                      <a:moveTo>
                        <a:pt x="67628" y="43815"/>
                      </a:moveTo>
                      <a:cubicBezTo>
                        <a:pt x="67628" y="43815"/>
                        <a:pt x="67151" y="43053"/>
                        <a:pt x="67151" y="42386"/>
                      </a:cubicBezTo>
                      <a:cubicBezTo>
                        <a:pt x="67151" y="40576"/>
                        <a:pt x="67818" y="39243"/>
                        <a:pt x="69247" y="38386"/>
                      </a:cubicBezTo>
                      <a:cubicBezTo>
                        <a:pt x="68961" y="38005"/>
                        <a:pt x="68580" y="37909"/>
                        <a:pt x="68294" y="37909"/>
                      </a:cubicBezTo>
                      <a:cubicBezTo>
                        <a:pt x="68199" y="37909"/>
                        <a:pt x="67056" y="38671"/>
                        <a:pt x="64865" y="40005"/>
                      </a:cubicBezTo>
                      <a:cubicBezTo>
                        <a:pt x="66294" y="40386"/>
                        <a:pt x="66961" y="41148"/>
                        <a:pt x="66961" y="42196"/>
                      </a:cubicBezTo>
                      <a:cubicBezTo>
                        <a:pt x="66961" y="42576"/>
                        <a:pt x="66865" y="43243"/>
                        <a:pt x="66485" y="44005"/>
                      </a:cubicBezTo>
                      <a:cubicBezTo>
                        <a:pt x="66199" y="44767"/>
                        <a:pt x="66008" y="45339"/>
                        <a:pt x="66008" y="45625"/>
                      </a:cubicBezTo>
                      <a:cubicBezTo>
                        <a:pt x="66008" y="46196"/>
                        <a:pt x="66675" y="46482"/>
                        <a:pt x="68104" y="46387"/>
                      </a:cubicBezTo>
                      <a:cubicBezTo>
                        <a:pt x="68104" y="44958"/>
                        <a:pt x="67913" y="44101"/>
                        <a:pt x="67628" y="43720"/>
                      </a:cubicBezTo>
                      <a:close/>
                      <a:moveTo>
                        <a:pt x="71914" y="51244"/>
                      </a:moveTo>
                      <a:lnTo>
                        <a:pt x="72295" y="50768"/>
                      </a:lnTo>
                      <a:lnTo>
                        <a:pt x="71438" y="49530"/>
                      </a:lnTo>
                      <a:lnTo>
                        <a:pt x="71914" y="51244"/>
                      </a:lnTo>
                      <a:close/>
                      <a:moveTo>
                        <a:pt x="74676" y="40576"/>
                      </a:moveTo>
                      <a:lnTo>
                        <a:pt x="76200" y="41815"/>
                      </a:lnTo>
                      <a:cubicBezTo>
                        <a:pt x="75819" y="41148"/>
                        <a:pt x="75724" y="40672"/>
                        <a:pt x="75819" y="40576"/>
                      </a:cubicBezTo>
                      <a:lnTo>
                        <a:pt x="74676" y="40576"/>
                      </a:lnTo>
                      <a:close/>
                      <a:moveTo>
                        <a:pt x="75057" y="21526"/>
                      </a:moveTo>
                      <a:lnTo>
                        <a:pt x="75057" y="22765"/>
                      </a:lnTo>
                      <a:lnTo>
                        <a:pt x="76200" y="21526"/>
                      </a:lnTo>
                      <a:lnTo>
                        <a:pt x="75057" y="21526"/>
                      </a:lnTo>
                      <a:close/>
                      <a:moveTo>
                        <a:pt x="76200" y="35338"/>
                      </a:moveTo>
                      <a:lnTo>
                        <a:pt x="78867" y="32385"/>
                      </a:lnTo>
                      <a:lnTo>
                        <a:pt x="77343" y="32385"/>
                      </a:lnTo>
                      <a:lnTo>
                        <a:pt x="76200" y="35338"/>
                      </a:lnTo>
                      <a:close/>
                      <a:moveTo>
                        <a:pt x="77343" y="48958"/>
                      </a:moveTo>
                      <a:lnTo>
                        <a:pt x="78867" y="48387"/>
                      </a:lnTo>
                      <a:cubicBezTo>
                        <a:pt x="78867" y="48387"/>
                        <a:pt x="78200" y="47815"/>
                        <a:pt x="77343" y="47815"/>
                      </a:cubicBezTo>
                      <a:lnTo>
                        <a:pt x="77343" y="49054"/>
                      </a:lnTo>
                      <a:close/>
                      <a:moveTo>
                        <a:pt x="80581" y="19812"/>
                      </a:moveTo>
                      <a:cubicBezTo>
                        <a:pt x="80581" y="19812"/>
                        <a:pt x="81248" y="20002"/>
                        <a:pt x="81820" y="20574"/>
                      </a:cubicBezTo>
                      <a:lnTo>
                        <a:pt x="80581" y="19812"/>
                      </a:lnTo>
                      <a:close/>
                      <a:moveTo>
                        <a:pt x="82677" y="21241"/>
                      </a:moveTo>
                      <a:cubicBezTo>
                        <a:pt x="82677" y="21241"/>
                        <a:pt x="82201" y="21050"/>
                        <a:pt x="81820" y="20669"/>
                      </a:cubicBezTo>
                      <a:lnTo>
                        <a:pt x="82677" y="21241"/>
                      </a:lnTo>
                      <a:close/>
                      <a:moveTo>
                        <a:pt x="83248" y="21526"/>
                      </a:moveTo>
                      <a:lnTo>
                        <a:pt x="82677" y="21241"/>
                      </a:lnTo>
                      <a:cubicBezTo>
                        <a:pt x="83153" y="21241"/>
                        <a:pt x="83344" y="21145"/>
                        <a:pt x="83248" y="21145"/>
                      </a:cubicBezTo>
                      <a:lnTo>
                        <a:pt x="83248" y="21622"/>
                      </a:lnTo>
                      <a:close/>
                      <a:moveTo>
                        <a:pt x="85249" y="14288"/>
                      </a:moveTo>
                      <a:cubicBezTo>
                        <a:pt x="85249" y="14288"/>
                        <a:pt x="84677" y="14097"/>
                        <a:pt x="84106" y="14097"/>
                      </a:cubicBezTo>
                      <a:cubicBezTo>
                        <a:pt x="83534" y="14097"/>
                        <a:pt x="83248" y="13906"/>
                        <a:pt x="83248" y="13716"/>
                      </a:cubicBezTo>
                      <a:cubicBezTo>
                        <a:pt x="83248" y="13430"/>
                        <a:pt x="83439" y="13049"/>
                        <a:pt x="83820" y="12573"/>
                      </a:cubicBezTo>
                      <a:lnTo>
                        <a:pt x="85249" y="14288"/>
                      </a:lnTo>
                      <a:close/>
                      <a:moveTo>
                        <a:pt x="85535" y="37242"/>
                      </a:moveTo>
                      <a:lnTo>
                        <a:pt x="83915" y="36004"/>
                      </a:lnTo>
                      <a:lnTo>
                        <a:pt x="85535" y="36004"/>
                      </a:lnTo>
                      <a:lnTo>
                        <a:pt x="85535" y="37242"/>
                      </a:lnTo>
                      <a:close/>
                      <a:moveTo>
                        <a:pt x="85249" y="14288"/>
                      </a:moveTo>
                      <a:lnTo>
                        <a:pt x="85535" y="14573"/>
                      </a:lnTo>
                      <a:lnTo>
                        <a:pt x="85249" y="14288"/>
                      </a:lnTo>
                      <a:close/>
                      <a:moveTo>
                        <a:pt x="86678" y="27051"/>
                      </a:moveTo>
                      <a:lnTo>
                        <a:pt x="87058" y="25336"/>
                      </a:lnTo>
                      <a:lnTo>
                        <a:pt x="90488" y="26575"/>
                      </a:lnTo>
                      <a:cubicBezTo>
                        <a:pt x="89630" y="26670"/>
                        <a:pt x="88963" y="27337"/>
                        <a:pt x="88487" y="28480"/>
                      </a:cubicBezTo>
                      <a:cubicBezTo>
                        <a:pt x="88297" y="28480"/>
                        <a:pt x="87630" y="28003"/>
                        <a:pt x="86582" y="27146"/>
                      </a:cubicBezTo>
                      <a:close/>
                      <a:moveTo>
                        <a:pt x="90488" y="10954"/>
                      </a:moveTo>
                      <a:cubicBezTo>
                        <a:pt x="90488" y="11525"/>
                        <a:pt x="90011" y="11716"/>
                        <a:pt x="89345" y="11716"/>
                      </a:cubicBezTo>
                      <a:lnTo>
                        <a:pt x="87821" y="11716"/>
                      </a:lnTo>
                      <a:lnTo>
                        <a:pt x="88202" y="10477"/>
                      </a:lnTo>
                      <a:cubicBezTo>
                        <a:pt x="88202" y="10477"/>
                        <a:pt x="89345" y="10954"/>
                        <a:pt x="90488" y="10954"/>
                      </a:cubicBezTo>
                      <a:close/>
                      <a:moveTo>
                        <a:pt x="89821" y="15621"/>
                      </a:moveTo>
                      <a:lnTo>
                        <a:pt x="89821" y="14668"/>
                      </a:lnTo>
                      <a:cubicBezTo>
                        <a:pt x="91916" y="15049"/>
                        <a:pt x="93440" y="15240"/>
                        <a:pt x="94202" y="15145"/>
                      </a:cubicBezTo>
                      <a:lnTo>
                        <a:pt x="94202" y="16383"/>
                      </a:lnTo>
                      <a:lnTo>
                        <a:pt x="89821" y="15621"/>
                      </a:lnTo>
                      <a:close/>
                      <a:moveTo>
                        <a:pt x="94774" y="39052"/>
                      </a:moveTo>
                      <a:lnTo>
                        <a:pt x="93631" y="39052"/>
                      </a:lnTo>
                      <a:lnTo>
                        <a:pt x="94488" y="37528"/>
                      </a:lnTo>
                      <a:cubicBezTo>
                        <a:pt x="94488" y="37528"/>
                        <a:pt x="94774" y="38195"/>
                        <a:pt x="94774" y="39052"/>
                      </a:cubicBezTo>
                      <a:close/>
                      <a:moveTo>
                        <a:pt x="94202" y="37338"/>
                      </a:moveTo>
                      <a:cubicBezTo>
                        <a:pt x="94202" y="37338"/>
                        <a:pt x="94488" y="36862"/>
                        <a:pt x="94774" y="36576"/>
                      </a:cubicBezTo>
                      <a:lnTo>
                        <a:pt x="94488" y="37528"/>
                      </a:lnTo>
                      <a:cubicBezTo>
                        <a:pt x="94488" y="37528"/>
                        <a:pt x="94297" y="37338"/>
                        <a:pt x="94202" y="37338"/>
                      </a:cubicBezTo>
                      <a:close/>
                      <a:moveTo>
                        <a:pt x="94774" y="36576"/>
                      </a:moveTo>
                      <a:lnTo>
                        <a:pt x="95155" y="35433"/>
                      </a:lnTo>
                      <a:cubicBezTo>
                        <a:pt x="95155" y="35433"/>
                        <a:pt x="95155" y="36100"/>
                        <a:pt x="94774" y="36576"/>
                      </a:cubicBezTo>
                      <a:close/>
                      <a:moveTo>
                        <a:pt x="96869" y="3905"/>
                      </a:moveTo>
                      <a:lnTo>
                        <a:pt x="98012" y="5048"/>
                      </a:lnTo>
                      <a:lnTo>
                        <a:pt x="95917" y="5048"/>
                      </a:lnTo>
                      <a:lnTo>
                        <a:pt x="96869" y="3905"/>
                      </a:lnTo>
                      <a:close/>
                      <a:moveTo>
                        <a:pt x="97536" y="20764"/>
                      </a:moveTo>
                      <a:lnTo>
                        <a:pt x="100298" y="23717"/>
                      </a:lnTo>
                      <a:cubicBezTo>
                        <a:pt x="98203" y="22955"/>
                        <a:pt x="97155" y="22479"/>
                        <a:pt x="97155" y="22003"/>
                      </a:cubicBezTo>
                      <a:cubicBezTo>
                        <a:pt x="97155" y="21717"/>
                        <a:pt x="97346" y="21336"/>
                        <a:pt x="97631" y="20764"/>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 name="Google Shape;1397;p99"/>
                <p:cNvSpPr/>
                <p:nvPr/>
              </p:nvSpPr>
              <p:spPr>
                <a:xfrm>
                  <a:off x="5330761" y="4058316"/>
                  <a:ext cx="25526" cy="125253"/>
                </a:xfrm>
                <a:custGeom>
                  <a:avLst/>
                  <a:gdLst/>
                  <a:ahLst/>
                  <a:cxnLst/>
                  <a:rect l="l" t="t" r="r" b="b"/>
                  <a:pathLst>
                    <a:path w="25526" h="125253" extrusionOk="0">
                      <a:moveTo>
                        <a:pt x="23622" y="108871"/>
                      </a:moveTo>
                      <a:cubicBezTo>
                        <a:pt x="23622" y="111823"/>
                        <a:pt x="23622" y="113729"/>
                        <a:pt x="23146" y="114395"/>
                      </a:cubicBezTo>
                      <a:cubicBezTo>
                        <a:pt x="24098" y="118681"/>
                        <a:pt x="23908" y="121825"/>
                        <a:pt x="22574" y="123825"/>
                      </a:cubicBezTo>
                      <a:cubicBezTo>
                        <a:pt x="21717" y="124301"/>
                        <a:pt x="20574" y="124587"/>
                        <a:pt x="19240" y="124587"/>
                      </a:cubicBezTo>
                      <a:lnTo>
                        <a:pt x="15145" y="124587"/>
                      </a:lnTo>
                      <a:cubicBezTo>
                        <a:pt x="15145" y="123063"/>
                        <a:pt x="14954" y="122206"/>
                        <a:pt x="14764" y="122111"/>
                      </a:cubicBezTo>
                      <a:cubicBezTo>
                        <a:pt x="14764" y="124206"/>
                        <a:pt x="14097" y="125254"/>
                        <a:pt x="12668" y="125254"/>
                      </a:cubicBezTo>
                      <a:cubicBezTo>
                        <a:pt x="12192" y="125254"/>
                        <a:pt x="11430" y="125063"/>
                        <a:pt x="10287" y="124778"/>
                      </a:cubicBezTo>
                      <a:cubicBezTo>
                        <a:pt x="9144" y="124492"/>
                        <a:pt x="8382" y="124301"/>
                        <a:pt x="7906" y="124301"/>
                      </a:cubicBezTo>
                      <a:cubicBezTo>
                        <a:pt x="7334" y="124301"/>
                        <a:pt x="6858" y="124396"/>
                        <a:pt x="6572" y="124682"/>
                      </a:cubicBezTo>
                      <a:cubicBezTo>
                        <a:pt x="6191" y="124301"/>
                        <a:pt x="5810" y="124015"/>
                        <a:pt x="5429" y="124015"/>
                      </a:cubicBezTo>
                      <a:cubicBezTo>
                        <a:pt x="5144" y="124015"/>
                        <a:pt x="4858" y="124015"/>
                        <a:pt x="4381" y="124301"/>
                      </a:cubicBezTo>
                      <a:cubicBezTo>
                        <a:pt x="3905" y="124492"/>
                        <a:pt x="3620" y="124587"/>
                        <a:pt x="3429" y="124587"/>
                      </a:cubicBezTo>
                      <a:cubicBezTo>
                        <a:pt x="2857" y="124587"/>
                        <a:pt x="2477" y="124396"/>
                        <a:pt x="2096" y="123920"/>
                      </a:cubicBezTo>
                      <a:cubicBezTo>
                        <a:pt x="1143" y="119063"/>
                        <a:pt x="667" y="113919"/>
                        <a:pt x="667" y="108490"/>
                      </a:cubicBezTo>
                      <a:cubicBezTo>
                        <a:pt x="667" y="104108"/>
                        <a:pt x="1143" y="97155"/>
                        <a:pt x="2096" y="87535"/>
                      </a:cubicBezTo>
                      <a:cubicBezTo>
                        <a:pt x="953" y="80296"/>
                        <a:pt x="762" y="68485"/>
                        <a:pt x="1429" y="52006"/>
                      </a:cubicBezTo>
                      <a:cubicBezTo>
                        <a:pt x="476" y="50959"/>
                        <a:pt x="0" y="50101"/>
                        <a:pt x="0" y="49530"/>
                      </a:cubicBezTo>
                      <a:cubicBezTo>
                        <a:pt x="0" y="49244"/>
                        <a:pt x="190" y="48768"/>
                        <a:pt x="667" y="48196"/>
                      </a:cubicBezTo>
                      <a:cubicBezTo>
                        <a:pt x="1048" y="47625"/>
                        <a:pt x="1333" y="47054"/>
                        <a:pt x="1333" y="46577"/>
                      </a:cubicBezTo>
                      <a:cubicBezTo>
                        <a:pt x="1333" y="46006"/>
                        <a:pt x="1048" y="45244"/>
                        <a:pt x="571" y="44291"/>
                      </a:cubicBezTo>
                      <a:cubicBezTo>
                        <a:pt x="1143" y="43529"/>
                        <a:pt x="1143" y="41624"/>
                        <a:pt x="571" y="38576"/>
                      </a:cubicBezTo>
                      <a:cubicBezTo>
                        <a:pt x="95" y="35909"/>
                        <a:pt x="857" y="34290"/>
                        <a:pt x="2667" y="33909"/>
                      </a:cubicBezTo>
                      <a:lnTo>
                        <a:pt x="571" y="30004"/>
                      </a:lnTo>
                      <a:cubicBezTo>
                        <a:pt x="1333" y="29528"/>
                        <a:pt x="1714" y="28670"/>
                        <a:pt x="1714" y="27432"/>
                      </a:cubicBezTo>
                      <a:cubicBezTo>
                        <a:pt x="1714" y="26575"/>
                        <a:pt x="1524" y="25146"/>
                        <a:pt x="1048" y="23050"/>
                      </a:cubicBezTo>
                      <a:cubicBezTo>
                        <a:pt x="571" y="20955"/>
                        <a:pt x="381" y="19431"/>
                        <a:pt x="381" y="18383"/>
                      </a:cubicBezTo>
                      <a:cubicBezTo>
                        <a:pt x="381" y="16954"/>
                        <a:pt x="762" y="15812"/>
                        <a:pt x="1524" y="14859"/>
                      </a:cubicBezTo>
                      <a:cubicBezTo>
                        <a:pt x="1238" y="11335"/>
                        <a:pt x="1143" y="9334"/>
                        <a:pt x="1143" y="8858"/>
                      </a:cubicBezTo>
                      <a:cubicBezTo>
                        <a:pt x="1143" y="4858"/>
                        <a:pt x="2477" y="2191"/>
                        <a:pt x="5048" y="1143"/>
                      </a:cubicBezTo>
                      <a:lnTo>
                        <a:pt x="7620" y="1143"/>
                      </a:lnTo>
                      <a:cubicBezTo>
                        <a:pt x="8477" y="1143"/>
                        <a:pt x="10096" y="953"/>
                        <a:pt x="12097" y="571"/>
                      </a:cubicBezTo>
                      <a:cubicBezTo>
                        <a:pt x="14192" y="190"/>
                        <a:pt x="15716" y="0"/>
                        <a:pt x="16764" y="0"/>
                      </a:cubicBezTo>
                      <a:cubicBezTo>
                        <a:pt x="19717" y="0"/>
                        <a:pt x="21812" y="1238"/>
                        <a:pt x="23146" y="3905"/>
                      </a:cubicBezTo>
                      <a:cubicBezTo>
                        <a:pt x="23336" y="12954"/>
                        <a:pt x="23336" y="26575"/>
                        <a:pt x="23146" y="44767"/>
                      </a:cubicBezTo>
                      <a:cubicBezTo>
                        <a:pt x="23146" y="44767"/>
                        <a:pt x="22670" y="44767"/>
                        <a:pt x="21907" y="45148"/>
                      </a:cubicBezTo>
                      <a:cubicBezTo>
                        <a:pt x="21717" y="45911"/>
                        <a:pt x="22098" y="46577"/>
                        <a:pt x="22955" y="47149"/>
                      </a:cubicBezTo>
                      <a:cubicBezTo>
                        <a:pt x="23813" y="47720"/>
                        <a:pt x="24289" y="48196"/>
                        <a:pt x="24289" y="48482"/>
                      </a:cubicBezTo>
                      <a:cubicBezTo>
                        <a:pt x="24289" y="48863"/>
                        <a:pt x="23908" y="49339"/>
                        <a:pt x="23146" y="49911"/>
                      </a:cubicBezTo>
                      <a:lnTo>
                        <a:pt x="21907" y="51149"/>
                      </a:lnTo>
                      <a:cubicBezTo>
                        <a:pt x="23050" y="52768"/>
                        <a:pt x="23622" y="54769"/>
                        <a:pt x="23622" y="57055"/>
                      </a:cubicBezTo>
                      <a:cubicBezTo>
                        <a:pt x="23622" y="58103"/>
                        <a:pt x="23431" y="59722"/>
                        <a:pt x="23146" y="62008"/>
                      </a:cubicBezTo>
                      <a:cubicBezTo>
                        <a:pt x="22860" y="64294"/>
                        <a:pt x="22670" y="65913"/>
                        <a:pt x="22670" y="67056"/>
                      </a:cubicBezTo>
                      <a:cubicBezTo>
                        <a:pt x="22670" y="68485"/>
                        <a:pt x="22860" y="69913"/>
                        <a:pt x="23241" y="71056"/>
                      </a:cubicBezTo>
                      <a:cubicBezTo>
                        <a:pt x="23431" y="78581"/>
                        <a:pt x="23241" y="89440"/>
                        <a:pt x="22670" y="103537"/>
                      </a:cubicBezTo>
                      <a:cubicBezTo>
                        <a:pt x="22860" y="103918"/>
                        <a:pt x="23241" y="104108"/>
                        <a:pt x="23908" y="104013"/>
                      </a:cubicBezTo>
                      <a:lnTo>
                        <a:pt x="25527" y="104013"/>
                      </a:lnTo>
                      <a:cubicBezTo>
                        <a:pt x="24289" y="104680"/>
                        <a:pt x="23717" y="106299"/>
                        <a:pt x="23717" y="108775"/>
                      </a:cubicBezTo>
                      <a:close/>
                      <a:moveTo>
                        <a:pt x="5048" y="30956"/>
                      </a:moveTo>
                      <a:cubicBezTo>
                        <a:pt x="5048" y="30956"/>
                        <a:pt x="4667" y="31242"/>
                        <a:pt x="4667" y="31432"/>
                      </a:cubicBezTo>
                      <a:cubicBezTo>
                        <a:pt x="4667" y="31813"/>
                        <a:pt x="4858" y="32195"/>
                        <a:pt x="5334" y="32575"/>
                      </a:cubicBezTo>
                      <a:cubicBezTo>
                        <a:pt x="5810" y="32861"/>
                        <a:pt x="6287" y="32956"/>
                        <a:pt x="6667" y="32766"/>
                      </a:cubicBezTo>
                      <a:cubicBezTo>
                        <a:pt x="6191" y="32004"/>
                        <a:pt x="5620" y="31528"/>
                        <a:pt x="5144" y="31051"/>
                      </a:cubicBezTo>
                      <a:close/>
                      <a:moveTo>
                        <a:pt x="5429" y="28289"/>
                      </a:moveTo>
                      <a:lnTo>
                        <a:pt x="7048" y="25813"/>
                      </a:lnTo>
                      <a:lnTo>
                        <a:pt x="5048" y="26575"/>
                      </a:lnTo>
                      <a:cubicBezTo>
                        <a:pt x="5048" y="26575"/>
                        <a:pt x="5429" y="27241"/>
                        <a:pt x="5429" y="28289"/>
                      </a:cubicBezTo>
                      <a:close/>
                      <a:moveTo>
                        <a:pt x="5048" y="111252"/>
                      </a:moveTo>
                      <a:lnTo>
                        <a:pt x="7048" y="111252"/>
                      </a:lnTo>
                      <a:cubicBezTo>
                        <a:pt x="6953" y="110680"/>
                        <a:pt x="6667" y="110490"/>
                        <a:pt x="6096" y="110490"/>
                      </a:cubicBezTo>
                      <a:cubicBezTo>
                        <a:pt x="5524" y="110490"/>
                        <a:pt x="5144" y="110776"/>
                        <a:pt x="5048" y="111252"/>
                      </a:cubicBezTo>
                      <a:close/>
                      <a:moveTo>
                        <a:pt x="21717" y="48863"/>
                      </a:moveTo>
                      <a:cubicBezTo>
                        <a:pt x="21241" y="49721"/>
                        <a:pt x="21336" y="50292"/>
                        <a:pt x="22003" y="50578"/>
                      </a:cubicBezTo>
                      <a:cubicBezTo>
                        <a:pt x="22860" y="49816"/>
                        <a:pt x="23241" y="49244"/>
                        <a:pt x="23241" y="48673"/>
                      </a:cubicBezTo>
                      <a:cubicBezTo>
                        <a:pt x="23241" y="48196"/>
                        <a:pt x="22670" y="47720"/>
                        <a:pt x="21527" y="46863"/>
                      </a:cubicBezTo>
                      <a:cubicBezTo>
                        <a:pt x="20383" y="46101"/>
                        <a:pt x="19812" y="45339"/>
                        <a:pt x="19907" y="44672"/>
                      </a:cubicBezTo>
                      <a:lnTo>
                        <a:pt x="19240" y="45053"/>
                      </a:lnTo>
                      <a:lnTo>
                        <a:pt x="20383" y="46291"/>
                      </a:lnTo>
                      <a:lnTo>
                        <a:pt x="19240" y="47530"/>
                      </a:lnTo>
                      <a:cubicBezTo>
                        <a:pt x="19240" y="47530"/>
                        <a:pt x="18479" y="46577"/>
                        <a:pt x="18097" y="45720"/>
                      </a:cubicBezTo>
                      <a:cubicBezTo>
                        <a:pt x="17716" y="44767"/>
                        <a:pt x="17240" y="44291"/>
                        <a:pt x="16573" y="44291"/>
                      </a:cubicBezTo>
                      <a:cubicBezTo>
                        <a:pt x="16288" y="44291"/>
                        <a:pt x="15812" y="44291"/>
                        <a:pt x="15335" y="44577"/>
                      </a:cubicBezTo>
                      <a:lnTo>
                        <a:pt x="17145" y="46672"/>
                      </a:lnTo>
                      <a:cubicBezTo>
                        <a:pt x="16669" y="47434"/>
                        <a:pt x="15907" y="47911"/>
                        <a:pt x="14764" y="48292"/>
                      </a:cubicBezTo>
                      <a:cubicBezTo>
                        <a:pt x="13240" y="48768"/>
                        <a:pt x="12382" y="49149"/>
                        <a:pt x="12192" y="49149"/>
                      </a:cubicBezTo>
                      <a:cubicBezTo>
                        <a:pt x="16002" y="50387"/>
                        <a:pt x="18193" y="49816"/>
                        <a:pt x="18860" y="47434"/>
                      </a:cubicBezTo>
                      <a:cubicBezTo>
                        <a:pt x="19431" y="48673"/>
                        <a:pt x="19812" y="49244"/>
                        <a:pt x="20003" y="49149"/>
                      </a:cubicBezTo>
                      <a:cubicBezTo>
                        <a:pt x="20003" y="48768"/>
                        <a:pt x="20193" y="48196"/>
                        <a:pt x="20860" y="47434"/>
                      </a:cubicBezTo>
                      <a:cubicBezTo>
                        <a:pt x="21907" y="47434"/>
                        <a:pt x="22193" y="47815"/>
                        <a:pt x="21717" y="48673"/>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 name="Google Shape;1398;p99"/>
                <p:cNvSpPr/>
                <p:nvPr/>
              </p:nvSpPr>
              <p:spPr>
                <a:xfrm>
                  <a:off x="5341047" y="4058507"/>
                  <a:ext cx="105822" cy="124872"/>
                </a:xfrm>
                <a:custGeom>
                  <a:avLst/>
                  <a:gdLst/>
                  <a:ahLst/>
                  <a:cxnLst/>
                  <a:rect l="l" t="t" r="r" b="b"/>
                  <a:pathLst>
                    <a:path w="105822" h="124872" extrusionOk="0">
                      <a:moveTo>
                        <a:pt x="1429" y="86582"/>
                      </a:moveTo>
                      <a:cubicBezTo>
                        <a:pt x="1429" y="87630"/>
                        <a:pt x="1429" y="88106"/>
                        <a:pt x="1905" y="88106"/>
                      </a:cubicBezTo>
                      <a:cubicBezTo>
                        <a:pt x="1905" y="88106"/>
                        <a:pt x="2191" y="88106"/>
                        <a:pt x="2477" y="87916"/>
                      </a:cubicBezTo>
                      <a:cubicBezTo>
                        <a:pt x="2762" y="87916"/>
                        <a:pt x="3048" y="87725"/>
                        <a:pt x="3238" y="87725"/>
                      </a:cubicBezTo>
                      <a:cubicBezTo>
                        <a:pt x="3524" y="87725"/>
                        <a:pt x="3715" y="87916"/>
                        <a:pt x="3810" y="88297"/>
                      </a:cubicBezTo>
                      <a:cubicBezTo>
                        <a:pt x="1524" y="88297"/>
                        <a:pt x="286" y="88106"/>
                        <a:pt x="0" y="87725"/>
                      </a:cubicBezTo>
                      <a:lnTo>
                        <a:pt x="1524" y="86487"/>
                      </a:lnTo>
                      <a:close/>
                      <a:moveTo>
                        <a:pt x="3715" y="102394"/>
                      </a:moveTo>
                      <a:cubicBezTo>
                        <a:pt x="3905" y="101918"/>
                        <a:pt x="4286" y="101632"/>
                        <a:pt x="4858" y="101632"/>
                      </a:cubicBezTo>
                      <a:lnTo>
                        <a:pt x="6477" y="101632"/>
                      </a:lnTo>
                      <a:cubicBezTo>
                        <a:pt x="6382" y="102108"/>
                        <a:pt x="6001" y="102394"/>
                        <a:pt x="5334" y="102394"/>
                      </a:cubicBezTo>
                      <a:lnTo>
                        <a:pt x="3810" y="102394"/>
                      </a:lnTo>
                      <a:close/>
                      <a:moveTo>
                        <a:pt x="8477" y="110585"/>
                      </a:moveTo>
                      <a:lnTo>
                        <a:pt x="8477" y="108871"/>
                      </a:lnTo>
                      <a:lnTo>
                        <a:pt x="9620" y="108871"/>
                      </a:lnTo>
                      <a:lnTo>
                        <a:pt x="8477" y="110585"/>
                      </a:lnTo>
                      <a:close/>
                      <a:moveTo>
                        <a:pt x="14573" y="100394"/>
                      </a:moveTo>
                      <a:cubicBezTo>
                        <a:pt x="14573" y="100394"/>
                        <a:pt x="15716" y="100584"/>
                        <a:pt x="16669" y="101632"/>
                      </a:cubicBezTo>
                      <a:lnTo>
                        <a:pt x="16288" y="102394"/>
                      </a:lnTo>
                      <a:lnTo>
                        <a:pt x="14573" y="100394"/>
                      </a:lnTo>
                      <a:close/>
                      <a:moveTo>
                        <a:pt x="16669" y="110585"/>
                      </a:moveTo>
                      <a:cubicBezTo>
                        <a:pt x="16669" y="110585"/>
                        <a:pt x="17240" y="110204"/>
                        <a:pt x="17621" y="109633"/>
                      </a:cubicBezTo>
                      <a:cubicBezTo>
                        <a:pt x="18002" y="109156"/>
                        <a:pt x="18288" y="108871"/>
                        <a:pt x="18574" y="108871"/>
                      </a:cubicBezTo>
                      <a:cubicBezTo>
                        <a:pt x="18574" y="109347"/>
                        <a:pt x="18383" y="109823"/>
                        <a:pt x="17907" y="110585"/>
                      </a:cubicBezTo>
                      <a:lnTo>
                        <a:pt x="16764" y="110585"/>
                      </a:lnTo>
                      <a:close/>
                      <a:moveTo>
                        <a:pt x="19336" y="96774"/>
                      </a:moveTo>
                      <a:lnTo>
                        <a:pt x="18955" y="98012"/>
                      </a:lnTo>
                      <a:lnTo>
                        <a:pt x="17431" y="98012"/>
                      </a:lnTo>
                      <a:cubicBezTo>
                        <a:pt x="17812" y="96774"/>
                        <a:pt x="18193" y="96203"/>
                        <a:pt x="18574" y="96203"/>
                      </a:cubicBezTo>
                      <a:cubicBezTo>
                        <a:pt x="18860" y="96203"/>
                        <a:pt x="19145" y="96393"/>
                        <a:pt x="19431" y="96774"/>
                      </a:cubicBezTo>
                      <a:close/>
                      <a:moveTo>
                        <a:pt x="21622" y="86106"/>
                      </a:moveTo>
                      <a:lnTo>
                        <a:pt x="21622" y="87344"/>
                      </a:lnTo>
                      <a:lnTo>
                        <a:pt x="19336" y="85344"/>
                      </a:lnTo>
                      <a:cubicBezTo>
                        <a:pt x="19907" y="85154"/>
                        <a:pt x="20669" y="85344"/>
                        <a:pt x="21622" y="86106"/>
                      </a:cubicBezTo>
                      <a:close/>
                      <a:moveTo>
                        <a:pt x="19336" y="104013"/>
                      </a:moveTo>
                      <a:cubicBezTo>
                        <a:pt x="20098" y="104013"/>
                        <a:pt x="20479" y="104585"/>
                        <a:pt x="20479" y="105728"/>
                      </a:cubicBezTo>
                      <a:lnTo>
                        <a:pt x="19336" y="105728"/>
                      </a:lnTo>
                      <a:lnTo>
                        <a:pt x="19336" y="104013"/>
                      </a:lnTo>
                      <a:close/>
                      <a:moveTo>
                        <a:pt x="22003" y="117158"/>
                      </a:moveTo>
                      <a:lnTo>
                        <a:pt x="21527" y="116491"/>
                      </a:lnTo>
                      <a:lnTo>
                        <a:pt x="23813" y="115062"/>
                      </a:lnTo>
                      <a:lnTo>
                        <a:pt x="21908" y="117062"/>
                      </a:lnTo>
                      <a:close/>
                      <a:moveTo>
                        <a:pt x="105442" y="92583"/>
                      </a:moveTo>
                      <a:lnTo>
                        <a:pt x="100489" y="93345"/>
                      </a:lnTo>
                      <a:cubicBezTo>
                        <a:pt x="100489" y="93345"/>
                        <a:pt x="100394" y="93726"/>
                        <a:pt x="100394" y="93821"/>
                      </a:cubicBezTo>
                      <a:cubicBezTo>
                        <a:pt x="100394" y="94107"/>
                        <a:pt x="100775" y="94583"/>
                        <a:pt x="101632" y="95060"/>
                      </a:cubicBezTo>
                      <a:cubicBezTo>
                        <a:pt x="102489" y="95536"/>
                        <a:pt x="102870" y="96203"/>
                        <a:pt x="102870" y="96774"/>
                      </a:cubicBezTo>
                      <a:lnTo>
                        <a:pt x="104013" y="96774"/>
                      </a:lnTo>
                      <a:cubicBezTo>
                        <a:pt x="103442" y="99917"/>
                        <a:pt x="102965" y="103156"/>
                        <a:pt x="102489" y="106394"/>
                      </a:cubicBezTo>
                      <a:cubicBezTo>
                        <a:pt x="101727" y="109823"/>
                        <a:pt x="99917" y="112014"/>
                        <a:pt x="96965" y="113062"/>
                      </a:cubicBezTo>
                      <a:cubicBezTo>
                        <a:pt x="96488" y="111252"/>
                        <a:pt x="95345" y="110585"/>
                        <a:pt x="93536" y="111347"/>
                      </a:cubicBezTo>
                      <a:lnTo>
                        <a:pt x="92964" y="111823"/>
                      </a:lnTo>
                      <a:lnTo>
                        <a:pt x="95060" y="114300"/>
                      </a:lnTo>
                      <a:cubicBezTo>
                        <a:pt x="94202" y="114110"/>
                        <a:pt x="93250" y="113538"/>
                        <a:pt x="92202" y="112586"/>
                      </a:cubicBezTo>
                      <a:cubicBezTo>
                        <a:pt x="91154" y="111538"/>
                        <a:pt x="90392" y="111062"/>
                        <a:pt x="89821" y="111062"/>
                      </a:cubicBezTo>
                      <a:cubicBezTo>
                        <a:pt x="89154" y="111062"/>
                        <a:pt x="88392" y="111443"/>
                        <a:pt x="87535" y="112300"/>
                      </a:cubicBezTo>
                      <a:lnTo>
                        <a:pt x="89535" y="112300"/>
                      </a:lnTo>
                      <a:lnTo>
                        <a:pt x="89154" y="113062"/>
                      </a:lnTo>
                      <a:cubicBezTo>
                        <a:pt x="90297" y="113443"/>
                        <a:pt x="91726" y="114395"/>
                        <a:pt x="93536" y="116014"/>
                      </a:cubicBezTo>
                      <a:lnTo>
                        <a:pt x="89535" y="117824"/>
                      </a:lnTo>
                      <a:lnTo>
                        <a:pt x="90202" y="118301"/>
                      </a:lnTo>
                      <a:cubicBezTo>
                        <a:pt x="90202" y="118301"/>
                        <a:pt x="88487" y="119158"/>
                        <a:pt x="85725" y="120491"/>
                      </a:cubicBezTo>
                      <a:cubicBezTo>
                        <a:pt x="84201" y="121158"/>
                        <a:pt x="82772" y="121444"/>
                        <a:pt x="81439" y="121444"/>
                      </a:cubicBezTo>
                      <a:cubicBezTo>
                        <a:pt x="80772" y="121444"/>
                        <a:pt x="80105" y="121444"/>
                        <a:pt x="79343" y="121253"/>
                      </a:cubicBezTo>
                      <a:cubicBezTo>
                        <a:pt x="78867" y="122682"/>
                        <a:pt x="78677" y="123635"/>
                        <a:pt x="78867" y="124111"/>
                      </a:cubicBezTo>
                      <a:lnTo>
                        <a:pt x="57341" y="124873"/>
                      </a:lnTo>
                      <a:cubicBezTo>
                        <a:pt x="55626" y="123158"/>
                        <a:pt x="52959" y="121634"/>
                        <a:pt x="49244" y="120396"/>
                      </a:cubicBezTo>
                      <a:cubicBezTo>
                        <a:pt x="45149" y="119063"/>
                        <a:pt x="42577" y="118015"/>
                        <a:pt x="41434" y="117158"/>
                      </a:cubicBezTo>
                      <a:cubicBezTo>
                        <a:pt x="40958" y="116491"/>
                        <a:pt x="40100" y="115919"/>
                        <a:pt x="38957" y="115634"/>
                      </a:cubicBezTo>
                      <a:cubicBezTo>
                        <a:pt x="37814" y="115253"/>
                        <a:pt x="36576" y="114967"/>
                        <a:pt x="35528" y="114681"/>
                      </a:cubicBezTo>
                      <a:lnTo>
                        <a:pt x="37052" y="112967"/>
                      </a:lnTo>
                      <a:lnTo>
                        <a:pt x="34957" y="110585"/>
                      </a:lnTo>
                      <a:lnTo>
                        <a:pt x="34385" y="112300"/>
                      </a:lnTo>
                      <a:cubicBezTo>
                        <a:pt x="32480" y="111823"/>
                        <a:pt x="31433" y="110109"/>
                        <a:pt x="31242" y="107156"/>
                      </a:cubicBezTo>
                      <a:cubicBezTo>
                        <a:pt x="31147" y="104585"/>
                        <a:pt x="29813" y="103251"/>
                        <a:pt x="27242" y="103251"/>
                      </a:cubicBezTo>
                      <a:lnTo>
                        <a:pt x="25432" y="103251"/>
                      </a:lnTo>
                      <a:cubicBezTo>
                        <a:pt x="27051" y="103251"/>
                        <a:pt x="27813" y="102203"/>
                        <a:pt x="27813" y="100394"/>
                      </a:cubicBezTo>
                      <a:cubicBezTo>
                        <a:pt x="27813" y="99822"/>
                        <a:pt x="27718" y="99251"/>
                        <a:pt x="27432" y="98679"/>
                      </a:cubicBezTo>
                      <a:cubicBezTo>
                        <a:pt x="27146" y="98203"/>
                        <a:pt x="26194" y="97536"/>
                        <a:pt x="24479" y="96774"/>
                      </a:cubicBezTo>
                      <a:lnTo>
                        <a:pt x="24098" y="97250"/>
                      </a:lnTo>
                      <a:cubicBezTo>
                        <a:pt x="24098" y="97250"/>
                        <a:pt x="23813" y="97536"/>
                        <a:pt x="23622" y="97536"/>
                      </a:cubicBezTo>
                      <a:cubicBezTo>
                        <a:pt x="23336" y="97536"/>
                        <a:pt x="23146" y="97155"/>
                        <a:pt x="22860" y="96298"/>
                      </a:cubicBezTo>
                      <a:cubicBezTo>
                        <a:pt x="22670" y="95536"/>
                        <a:pt x="22670" y="94869"/>
                        <a:pt x="22860" y="94297"/>
                      </a:cubicBezTo>
                      <a:cubicBezTo>
                        <a:pt x="23813" y="94107"/>
                        <a:pt x="25241" y="93059"/>
                        <a:pt x="27146" y="91059"/>
                      </a:cubicBezTo>
                      <a:cubicBezTo>
                        <a:pt x="28861" y="89440"/>
                        <a:pt x="30290" y="88583"/>
                        <a:pt x="31433" y="88583"/>
                      </a:cubicBezTo>
                      <a:cubicBezTo>
                        <a:pt x="32004" y="88583"/>
                        <a:pt x="32576" y="88773"/>
                        <a:pt x="33242" y="89059"/>
                      </a:cubicBezTo>
                      <a:cubicBezTo>
                        <a:pt x="32861" y="88297"/>
                        <a:pt x="32861" y="87725"/>
                        <a:pt x="33242" y="87154"/>
                      </a:cubicBezTo>
                      <a:cubicBezTo>
                        <a:pt x="33528" y="86678"/>
                        <a:pt x="33242" y="85915"/>
                        <a:pt x="32290" y="84868"/>
                      </a:cubicBezTo>
                      <a:lnTo>
                        <a:pt x="37052" y="82391"/>
                      </a:lnTo>
                      <a:lnTo>
                        <a:pt x="35909" y="80677"/>
                      </a:lnTo>
                      <a:cubicBezTo>
                        <a:pt x="36671" y="80677"/>
                        <a:pt x="37910" y="80201"/>
                        <a:pt x="39624" y="79248"/>
                      </a:cubicBezTo>
                      <a:cubicBezTo>
                        <a:pt x="41243" y="78296"/>
                        <a:pt x="42386" y="77819"/>
                        <a:pt x="42958" y="77819"/>
                      </a:cubicBezTo>
                      <a:cubicBezTo>
                        <a:pt x="43910" y="77819"/>
                        <a:pt x="44577" y="78581"/>
                        <a:pt x="44863" y="80105"/>
                      </a:cubicBezTo>
                      <a:cubicBezTo>
                        <a:pt x="44577" y="83439"/>
                        <a:pt x="45720" y="86868"/>
                        <a:pt x="48292" y="90297"/>
                      </a:cubicBezTo>
                      <a:cubicBezTo>
                        <a:pt x="49435" y="91916"/>
                        <a:pt x="52007" y="94488"/>
                        <a:pt x="55817" y="98012"/>
                      </a:cubicBezTo>
                      <a:cubicBezTo>
                        <a:pt x="56388" y="99441"/>
                        <a:pt x="57341" y="100203"/>
                        <a:pt x="58674" y="100203"/>
                      </a:cubicBezTo>
                      <a:cubicBezTo>
                        <a:pt x="59055" y="100203"/>
                        <a:pt x="59627" y="100203"/>
                        <a:pt x="60388" y="100013"/>
                      </a:cubicBezTo>
                      <a:cubicBezTo>
                        <a:pt x="61151" y="99822"/>
                        <a:pt x="61817" y="99822"/>
                        <a:pt x="62103" y="99822"/>
                      </a:cubicBezTo>
                      <a:cubicBezTo>
                        <a:pt x="62960" y="99822"/>
                        <a:pt x="63722" y="100013"/>
                        <a:pt x="64484" y="100394"/>
                      </a:cubicBezTo>
                      <a:cubicBezTo>
                        <a:pt x="65246" y="100775"/>
                        <a:pt x="66104" y="100965"/>
                        <a:pt x="67056" y="100965"/>
                      </a:cubicBezTo>
                      <a:cubicBezTo>
                        <a:pt x="68771" y="100965"/>
                        <a:pt x="70771" y="100108"/>
                        <a:pt x="72962" y="98298"/>
                      </a:cubicBezTo>
                      <a:cubicBezTo>
                        <a:pt x="76295" y="95821"/>
                        <a:pt x="78296" y="94488"/>
                        <a:pt x="78772" y="94297"/>
                      </a:cubicBezTo>
                      <a:cubicBezTo>
                        <a:pt x="79248" y="93440"/>
                        <a:pt x="79534" y="92678"/>
                        <a:pt x="79534" y="91821"/>
                      </a:cubicBezTo>
                      <a:cubicBezTo>
                        <a:pt x="79534" y="90583"/>
                        <a:pt x="78867" y="88963"/>
                        <a:pt x="77629" y="86963"/>
                      </a:cubicBezTo>
                      <a:cubicBezTo>
                        <a:pt x="76295" y="84963"/>
                        <a:pt x="75533" y="83439"/>
                        <a:pt x="75438" y="82391"/>
                      </a:cubicBezTo>
                      <a:cubicBezTo>
                        <a:pt x="73057" y="82010"/>
                        <a:pt x="71723" y="81058"/>
                        <a:pt x="71438" y="79438"/>
                      </a:cubicBezTo>
                      <a:lnTo>
                        <a:pt x="72200" y="78867"/>
                      </a:lnTo>
                      <a:cubicBezTo>
                        <a:pt x="69152" y="77343"/>
                        <a:pt x="64961" y="74962"/>
                        <a:pt x="59531" y="71723"/>
                      </a:cubicBezTo>
                      <a:cubicBezTo>
                        <a:pt x="58960" y="72200"/>
                        <a:pt x="58388" y="72485"/>
                        <a:pt x="57817" y="72485"/>
                      </a:cubicBezTo>
                      <a:cubicBezTo>
                        <a:pt x="57055" y="72485"/>
                        <a:pt x="56102" y="71914"/>
                        <a:pt x="54959" y="70771"/>
                      </a:cubicBezTo>
                      <a:cubicBezTo>
                        <a:pt x="53816" y="69628"/>
                        <a:pt x="52959" y="69056"/>
                        <a:pt x="52292" y="69056"/>
                      </a:cubicBezTo>
                      <a:cubicBezTo>
                        <a:pt x="52007" y="69056"/>
                        <a:pt x="51721" y="69152"/>
                        <a:pt x="51435" y="69342"/>
                      </a:cubicBezTo>
                      <a:cubicBezTo>
                        <a:pt x="49054" y="68580"/>
                        <a:pt x="46673" y="66485"/>
                        <a:pt x="44387" y="62960"/>
                      </a:cubicBezTo>
                      <a:cubicBezTo>
                        <a:pt x="41815" y="59055"/>
                        <a:pt x="39529" y="56483"/>
                        <a:pt x="37719" y="55340"/>
                      </a:cubicBezTo>
                      <a:cubicBezTo>
                        <a:pt x="37910" y="54197"/>
                        <a:pt x="37433" y="52769"/>
                        <a:pt x="36290" y="51054"/>
                      </a:cubicBezTo>
                      <a:cubicBezTo>
                        <a:pt x="35147" y="49339"/>
                        <a:pt x="34671" y="48006"/>
                        <a:pt x="34862" y="47054"/>
                      </a:cubicBezTo>
                      <a:cubicBezTo>
                        <a:pt x="34195" y="45720"/>
                        <a:pt x="33814" y="43148"/>
                        <a:pt x="33623" y="39338"/>
                      </a:cubicBezTo>
                      <a:cubicBezTo>
                        <a:pt x="33433" y="35909"/>
                        <a:pt x="33242" y="32576"/>
                        <a:pt x="33147" y="29146"/>
                      </a:cubicBezTo>
                      <a:cubicBezTo>
                        <a:pt x="33909" y="28861"/>
                        <a:pt x="34290" y="28385"/>
                        <a:pt x="34290" y="27908"/>
                      </a:cubicBezTo>
                      <a:cubicBezTo>
                        <a:pt x="34290" y="27622"/>
                        <a:pt x="34100" y="27146"/>
                        <a:pt x="33719" y="26479"/>
                      </a:cubicBezTo>
                      <a:cubicBezTo>
                        <a:pt x="33338" y="25813"/>
                        <a:pt x="33147" y="25337"/>
                        <a:pt x="33147" y="25051"/>
                      </a:cubicBezTo>
                      <a:cubicBezTo>
                        <a:pt x="33623" y="23622"/>
                        <a:pt x="35243" y="21622"/>
                        <a:pt x="38005" y="19145"/>
                      </a:cubicBezTo>
                      <a:cubicBezTo>
                        <a:pt x="40291" y="17050"/>
                        <a:pt x="41434" y="14954"/>
                        <a:pt x="41434" y="12954"/>
                      </a:cubicBezTo>
                      <a:cubicBezTo>
                        <a:pt x="41815" y="12954"/>
                        <a:pt x="42482" y="12478"/>
                        <a:pt x="43339" y="11716"/>
                      </a:cubicBezTo>
                      <a:cubicBezTo>
                        <a:pt x="44291" y="11049"/>
                        <a:pt x="44958" y="10668"/>
                        <a:pt x="45244" y="10668"/>
                      </a:cubicBezTo>
                      <a:cubicBezTo>
                        <a:pt x="45529" y="10668"/>
                        <a:pt x="45815" y="10859"/>
                        <a:pt x="46006" y="11239"/>
                      </a:cubicBezTo>
                      <a:cubicBezTo>
                        <a:pt x="47816" y="8287"/>
                        <a:pt x="50673" y="5905"/>
                        <a:pt x="54674" y="4286"/>
                      </a:cubicBezTo>
                      <a:cubicBezTo>
                        <a:pt x="58198" y="3048"/>
                        <a:pt x="61627" y="1810"/>
                        <a:pt x="65151" y="571"/>
                      </a:cubicBezTo>
                      <a:cubicBezTo>
                        <a:pt x="66199" y="190"/>
                        <a:pt x="67246" y="0"/>
                        <a:pt x="68294" y="0"/>
                      </a:cubicBezTo>
                      <a:cubicBezTo>
                        <a:pt x="69723" y="0"/>
                        <a:pt x="71819" y="667"/>
                        <a:pt x="74295" y="1905"/>
                      </a:cubicBezTo>
                      <a:cubicBezTo>
                        <a:pt x="76867" y="3238"/>
                        <a:pt x="78867" y="3905"/>
                        <a:pt x="80391" y="3905"/>
                      </a:cubicBezTo>
                      <a:cubicBezTo>
                        <a:pt x="81058" y="3905"/>
                        <a:pt x="81725" y="3810"/>
                        <a:pt x="82391" y="3524"/>
                      </a:cubicBezTo>
                      <a:cubicBezTo>
                        <a:pt x="83058" y="4953"/>
                        <a:pt x="84201" y="5905"/>
                        <a:pt x="85916" y="6477"/>
                      </a:cubicBezTo>
                      <a:cubicBezTo>
                        <a:pt x="88106" y="7239"/>
                        <a:pt x="89535" y="7811"/>
                        <a:pt x="90202" y="8287"/>
                      </a:cubicBezTo>
                      <a:cubicBezTo>
                        <a:pt x="93440" y="8572"/>
                        <a:pt x="96298" y="13145"/>
                        <a:pt x="98870" y="21908"/>
                      </a:cubicBezTo>
                      <a:cubicBezTo>
                        <a:pt x="98870" y="23146"/>
                        <a:pt x="97917" y="24765"/>
                        <a:pt x="96393" y="26861"/>
                      </a:cubicBezTo>
                      <a:cubicBezTo>
                        <a:pt x="94869" y="28956"/>
                        <a:pt x="94107" y="30671"/>
                        <a:pt x="94202" y="32099"/>
                      </a:cubicBezTo>
                      <a:cubicBezTo>
                        <a:pt x="93154" y="31909"/>
                        <a:pt x="92583" y="32290"/>
                        <a:pt x="92488" y="33338"/>
                      </a:cubicBezTo>
                      <a:cubicBezTo>
                        <a:pt x="92488" y="34671"/>
                        <a:pt x="92202" y="35433"/>
                        <a:pt x="91726" y="35623"/>
                      </a:cubicBezTo>
                      <a:cubicBezTo>
                        <a:pt x="89059" y="36957"/>
                        <a:pt x="87249" y="37624"/>
                        <a:pt x="86201" y="37624"/>
                      </a:cubicBezTo>
                      <a:cubicBezTo>
                        <a:pt x="84677" y="37624"/>
                        <a:pt x="83249" y="36576"/>
                        <a:pt x="81915" y="34480"/>
                      </a:cubicBezTo>
                      <a:cubicBezTo>
                        <a:pt x="81915" y="32861"/>
                        <a:pt x="80867" y="31623"/>
                        <a:pt x="79058" y="30766"/>
                      </a:cubicBezTo>
                      <a:cubicBezTo>
                        <a:pt x="76962" y="29909"/>
                        <a:pt x="75724" y="28956"/>
                        <a:pt x="75343" y="27813"/>
                      </a:cubicBezTo>
                      <a:cubicBezTo>
                        <a:pt x="74771" y="27718"/>
                        <a:pt x="73343" y="27146"/>
                        <a:pt x="70961" y="26098"/>
                      </a:cubicBezTo>
                      <a:cubicBezTo>
                        <a:pt x="69056" y="25337"/>
                        <a:pt x="67532" y="24860"/>
                        <a:pt x="66389" y="24860"/>
                      </a:cubicBezTo>
                      <a:cubicBezTo>
                        <a:pt x="64770" y="24860"/>
                        <a:pt x="63437" y="25718"/>
                        <a:pt x="62294" y="27337"/>
                      </a:cubicBezTo>
                      <a:cubicBezTo>
                        <a:pt x="61913" y="27337"/>
                        <a:pt x="61627" y="27242"/>
                        <a:pt x="61341" y="27242"/>
                      </a:cubicBezTo>
                      <a:cubicBezTo>
                        <a:pt x="60579" y="27242"/>
                        <a:pt x="59436" y="28004"/>
                        <a:pt x="57817" y="29528"/>
                      </a:cubicBezTo>
                      <a:cubicBezTo>
                        <a:pt x="58293" y="30480"/>
                        <a:pt x="58579" y="31337"/>
                        <a:pt x="58579" y="32004"/>
                      </a:cubicBezTo>
                      <a:cubicBezTo>
                        <a:pt x="58579" y="32956"/>
                        <a:pt x="57912" y="33814"/>
                        <a:pt x="56674" y="34576"/>
                      </a:cubicBezTo>
                      <a:cubicBezTo>
                        <a:pt x="55436" y="35338"/>
                        <a:pt x="54769" y="36100"/>
                        <a:pt x="54769" y="36767"/>
                      </a:cubicBezTo>
                      <a:cubicBezTo>
                        <a:pt x="54769" y="37433"/>
                        <a:pt x="55054" y="38195"/>
                        <a:pt x="55721" y="39243"/>
                      </a:cubicBezTo>
                      <a:cubicBezTo>
                        <a:pt x="59722" y="45529"/>
                        <a:pt x="65723" y="50292"/>
                        <a:pt x="73724" y="53530"/>
                      </a:cubicBezTo>
                      <a:cubicBezTo>
                        <a:pt x="74771" y="53816"/>
                        <a:pt x="76295" y="54864"/>
                        <a:pt x="78200" y="56483"/>
                      </a:cubicBezTo>
                      <a:cubicBezTo>
                        <a:pt x="80105" y="58198"/>
                        <a:pt x="81820" y="59150"/>
                        <a:pt x="83153" y="59246"/>
                      </a:cubicBezTo>
                      <a:cubicBezTo>
                        <a:pt x="84392" y="59436"/>
                        <a:pt x="86296" y="60579"/>
                        <a:pt x="88678" y="62770"/>
                      </a:cubicBezTo>
                      <a:cubicBezTo>
                        <a:pt x="90773" y="64865"/>
                        <a:pt x="92774" y="65722"/>
                        <a:pt x="94583" y="65342"/>
                      </a:cubicBezTo>
                      <a:cubicBezTo>
                        <a:pt x="94583" y="66389"/>
                        <a:pt x="94774" y="66961"/>
                        <a:pt x="94964" y="67056"/>
                      </a:cubicBezTo>
                      <a:cubicBezTo>
                        <a:pt x="95821" y="67056"/>
                        <a:pt x="96488" y="67723"/>
                        <a:pt x="96869" y="69152"/>
                      </a:cubicBezTo>
                      <a:cubicBezTo>
                        <a:pt x="97250" y="70580"/>
                        <a:pt x="97917" y="71152"/>
                        <a:pt x="98774" y="70771"/>
                      </a:cubicBezTo>
                      <a:cubicBezTo>
                        <a:pt x="98965" y="71533"/>
                        <a:pt x="100203" y="73628"/>
                        <a:pt x="102489" y="77153"/>
                      </a:cubicBezTo>
                      <a:cubicBezTo>
                        <a:pt x="104204" y="80010"/>
                        <a:pt x="105061" y="82677"/>
                        <a:pt x="105061" y="85058"/>
                      </a:cubicBezTo>
                      <a:cubicBezTo>
                        <a:pt x="105537" y="85630"/>
                        <a:pt x="105823" y="86296"/>
                        <a:pt x="105823" y="86868"/>
                      </a:cubicBezTo>
                      <a:cubicBezTo>
                        <a:pt x="105823" y="87439"/>
                        <a:pt x="105632" y="88011"/>
                        <a:pt x="105061" y="88868"/>
                      </a:cubicBezTo>
                      <a:cubicBezTo>
                        <a:pt x="104585" y="89630"/>
                        <a:pt x="104394" y="90202"/>
                        <a:pt x="104394" y="90488"/>
                      </a:cubicBezTo>
                      <a:cubicBezTo>
                        <a:pt x="104394" y="91059"/>
                        <a:pt x="104775" y="91630"/>
                        <a:pt x="105537" y="92297"/>
                      </a:cubicBezTo>
                      <a:close/>
                      <a:moveTo>
                        <a:pt x="23908" y="96298"/>
                      </a:moveTo>
                      <a:lnTo>
                        <a:pt x="27146" y="95060"/>
                      </a:lnTo>
                      <a:lnTo>
                        <a:pt x="25622" y="95060"/>
                      </a:lnTo>
                      <a:lnTo>
                        <a:pt x="23908" y="96298"/>
                      </a:lnTo>
                      <a:close/>
                      <a:moveTo>
                        <a:pt x="24860" y="111347"/>
                      </a:moveTo>
                      <a:lnTo>
                        <a:pt x="25527" y="111347"/>
                      </a:lnTo>
                      <a:lnTo>
                        <a:pt x="26670" y="112300"/>
                      </a:lnTo>
                      <a:lnTo>
                        <a:pt x="24860" y="111347"/>
                      </a:lnTo>
                      <a:close/>
                      <a:moveTo>
                        <a:pt x="29432" y="119539"/>
                      </a:moveTo>
                      <a:cubicBezTo>
                        <a:pt x="29242" y="118396"/>
                        <a:pt x="29528" y="117348"/>
                        <a:pt x="30385" y="116396"/>
                      </a:cubicBezTo>
                      <a:lnTo>
                        <a:pt x="30194" y="116586"/>
                      </a:lnTo>
                      <a:cubicBezTo>
                        <a:pt x="30194" y="116586"/>
                        <a:pt x="30385" y="117253"/>
                        <a:pt x="30861" y="117729"/>
                      </a:cubicBezTo>
                      <a:cubicBezTo>
                        <a:pt x="31337" y="118205"/>
                        <a:pt x="31528" y="118586"/>
                        <a:pt x="31528" y="118777"/>
                      </a:cubicBezTo>
                      <a:cubicBezTo>
                        <a:pt x="31528" y="119063"/>
                        <a:pt x="31337" y="119348"/>
                        <a:pt x="30956" y="119539"/>
                      </a:cubicBezTo>
                      <a:lnTo>
                        <a:pt x="29432" y="119539"/>
                      </a:lnTo>
                      <a:close/>
                      <a:moveTo>
                        <a:pt x="30671" y="116014"/>
                      </a:moveTo>
                      <a:cubicBezTo>
                        <a:pt x="30671" y="116014"/>
                        <a:pt x="30385" y="116396"/>
                        <a:pt x="30385" y="116491"/>
                      </a:cubicBezTo>
                      <a:cubicBezTo>
                        <a:pt x="30385" y="116491"/>
                        <a:pt x="30385" y="116300"/>
                        <a:pt x="30671" y="116014"/>
                      </a:cubicBezTo>
                      <a:close/>
                      <a:moveTo>
                        <a:pt x="30956" y="113062"/>
                      </a:moveTo>
                      <a:cubicBezTo>
                        <a:pt x="30956" y="113062"/>
                        <a:pt x="31813" y="113347"/>
                        <a:pt x="32290" y="113824"/>
                      </a:cubicBezTo>
                      <a:cubicBezTo>
                        <a:pt x="32766" y="114300"/>
                        <a:pt x="33052" y="114681"/>
                        <a:pt x="33052" y="114776"/>
                      </a:cubicBezTo>
                      <a:cubicBezTo>
                        <a:pt x="32480" y="114871"/>
                        <a:pt x="31718" y="115253"/>
                        <a:pt x="30671" y="116014"/>
                      </a:cubicBezTo>
                      <a:cubicBezTo>
                        <a:pt x="31433" y="114967"/>
                        <a:pt x="31528" y="114014"/>
                        <a:pt x="30956" y="113062"/>
                      </a:cubicBezTo>
                      <a:close/>
                      <a:moveTo>
                        <a:pt x="34195" y="99917"/>
                      </a:moveTo>
                      <a:lnTo>
                        <a:pt x="34195" y="98679"/>
                      </a:lnTo>
                      <a:lnTo>
                        <a:pt x="30956" y="96774"/>
                      </a:lnTo>
                      <a:lnTo>
                        <a:pt x="34195" y="99917"/>
                      </a:lnTo>
                      <a:close/>
                      <a:moveTo>
                        <a:pt x="36862" y="104680"/>
                      </a:moveTo>
                      <a:cubicBezTo>
                        <a:pt x="36862" y="104680"/>
                        <a:pt x="37243" y="104775"/>
                        <a:pt x="38291" y="104965"/>
                      </a:cubicBezTo>
                      <a:cubicBezTo>
                        <a:pt x="38862" y="105061"/>
                        <a:pt x="39243" y="104775"/>
                        <a:pt x="39529" y="104013"/>
                      </a:cubicBezTo>
                      <a:cubicBezTo>
                        <a:pt x="38386" y="103632"/>
                        <a:pt x="37529" y="103822"/>
                        <a:pt x="36767" y="104585"/>
                      </a:cubicBezTo>
                      <a:cubicBezTo>
                        <a:pt x="36481" y="104585"/>
                        <a:pt x="36386" y="104775"/>
                        <a:pt x="36386" y="105061"/>
                      </a:cubicBezTo>
                      <a:lnTo>
                        <a:pt x="35243" y="106299"/>
                      </a:lnTo>
                      <a:lnTo>
                        <a:pt x="36386" y="106299"/>
                      </a:lnTo>
                      <a:cubicBezTo>
                        <a:pt x="36290" y="105823"/>
                        <a:pt x="36290" y="105346"/>
                        <a:pt x="36386" y="105061"/>
                      </a:cubicBezTo>
                      <a:lnTo>
                        <a:pt x="36767" y="104585"/>
                      </a:lnTo>
                      <a:close/>
                      <a:moveTo>
                        <a:pt x="37624" y="46006"/>
                      </a:moveTo>
                      <a:cubicBezTo>
                        <a:pt x="38100" y="45434"/>
                        <a:pt x="38195" y="44958"/>
                        <a:pt x="38005" y="44577"/>
                      </a:cubicBezTo>
                      <a:lnTo>
                        <a:pt x="38481" y="43529"/>
                      </a:lnTo>
                      <a:cubicBezTo>
                        <a:pt x="38100" y="42958"/>
                        <a:pt x="37624" y="42577"/>
                        <a:pt x="36957" y="42291"/>
                      </a:cubicBezTo>
                      <a:cubicBezTo>
                        <a:pt x="36290" y="42005"/>
                        <a:pt x="35909" y="41815"/>
                        <a:pt x="35719" y="41815"/>
                      </a:cubicBezTo>
                      <a:cubicBezTo>
                        <a:pt x="37243" y="42672"/>
                        <a:pt x="38005" y="43529"/>
                        <a:pt x="38005" y="44577"/>
                      </a:cubicBezTo>
                      <a:lnTo>
                        <a:pt x="37624" y="46006"/>
                      </a:lnTo>
                      <a:close/>
                      <a:moveTo>
                        <a:pt x="47435" y="36957"/>
                      </a:moveTo>
                      <a:lnTo>
                        <a:pt x="47435" y="36481"/>
                      </a:lnTo>
                      <a:cubicBezTo>
                        <a:pt x="47054" y="33814"/>
                        <a:pt x="45339" y="32480"/>
                        <a:pt x="42291" y="32480"/>
                      </a:cubicBezTo>
                      <a:cubicBezTo>
                        <a:pt x="39910" y="32480"/>
                        <a:pt x="38005" y="33147"/>
                        <a:pt x="36481" y="34576"/>
                      </a:cubicBezTo>
                      <a:cubicBezTo>
                        <a:pt x="36957" y="34766"/>
                        <a:pt x="37433" y="35814"/>
                        <a:pt x="38005" y="37624"/>
                      </a:cubicBezTo>
                      <a:cubicBezTo>
                        <a:pt x="38481" y="39434"/>
                        <a:pt x="39434" y="40196"/>
                        <a:pt x="40767" y="39910"/>
                      </a:cubicBezTo>
                      <a:lnTo>
                        <a:pt x="40767" y="39434"/>
                      </a:lnTo>
                      <a:cubicBezTo>
                        <a:pt x="40767" y="39434"/>
                        <a:pt x="41338" y="38005"/>
                        <a:pt x="41720" y="36004"/>
                      </a:cubicBezTo>
                      <a:cubicBezTo>
                        <a:pt x="42005" y="34385"/>
                        <a:pt x="42577" y="33528"/>
                        <a:pt x="43434" y="33528"/>
                      </a:cubicBezTo>
                      <a:cubicBezTo>
                        <a:pt x="43815" y="33528"/>
                        <a:pt x="44196" y="33719"/>
                        <a:pt x="44768" y="34004"/>
                      </a:cubicBezTo>
                      <a:lnTo>
                        <a:pt x="44768" y="35243"/>
                      </a:lnTo>
                      <a:cubicBezTo>
                        <a:pt x="44768" y="35243"/>
                        <a:pt x="45149" y="35147"/>
                        <a:pt x="45434" y="35147"/>
                      </a:cubicBezTo>
                      <a:cubicBezTo>
                        <a:pt x="45625" y="35147"/>
                        <a:pt x="46292" y="35719"/>
                        <a:pt x="47435" y="36957"/>
                      </a:cubicBezTo>
                      <a:close/>
                      <a:moveTo>
                        <a:pt x="38481" y="86487"/>
                      </a:moveTo>
                      <a:cubicBezTo>
                        <a:pt x="37624" y="86487"/>
                        <a:pt x="37052" y="86296"/>
                        <a:pt x="36862" y="86011"/>
                      </a:cubicBezTo>
                      <a:lnTo>
                        <a:pt x="38005" y="87725"/>
                      </a:lnTo>
                      <a:cubicBezTo>
                        <a:pt x="38005" y="87725"/>
                        <a:pt x="38671" y="87059"/>
                        <a:pt x="38481" y="86487"/>
                      </a:cubicBezTo>
                      <a:close/>
                      <a:moveTo>
                        <a:pt x="39624" y="38671"/>
                      </a:moveTo>
                      <a:lnTo>
                        <a:pt x="39148" y="38195"/>
                      </a:lnTo>
                      <a:lnTo>
                        <a:pt x="40291" y="38195"/>
                      </a:lnTo>
                      <a:cubicBezTo>
                        <a:pt x="40291" y="38195"/>
                        <a:pt x="39910" y="38481"/>
                        <a:pt x="39624" y="38671"/>
                      </a:cubicBezTo>
                      <a:close/>
                      <a:moveTo>
                        <a:pt x="40291" y="38195"/>
                      </a:moveTo>
                      <a:cubicBezTo>
                        <a:pt x="40291" y="38195"/>
                        <a:pt x="40672" y="38005"/>
                        <a:pt x="40672" y="38195"/>
                      </a:cubicBezTo>
                      <a:lnTo>
                        <a:pt x="40291" y="38195"/>
                      </a:lnTo>
                      <a:close/>
                      <a:moveTo>
                        <a:pt x="41338" y="114205"/>
                      </a:moveTo>
                      <a:lnTo>
                        <a:pt x="42482" y="112967"/>
                      </a:lnTo>
                      <a:cubicBezTo>
                        <a:pt x="42005" y="112490"/>
                        <a:pt x="41624" y="112204"/>
                        <a:pt x="41338" y="112204"/>
                      </a:cubicBezTo>
                      <a:lnTo>
                        <a:pt x="41338" y="114205"/>
                      </a:lnTo>
                      <a:close/>
                      <a:moveTo>
                        <a:pt x="43053" y="40386"/>
                      </a:moveTo>
                      <a:cubicBezTo>
                        <a:pt x="43244" y="39814"/>
                        <a:pt x="43053" y="39053"/>
                        <a:pt x="42482" y="38195"/>
                      </a:cubicBezTo>
                      <a:lnTo>
                        <a:pt x="42482" y="41148"/>
                      </a:lnTo>
                      <a:lnTo>
                        <a:pt x="43053" y="40386"/>
                      </a:lnTo>
                      <a:close/>
                      <a:moveTo>
                        <a:pt x="45149" y="124111"/>
                      </a:moveTo>
                      <a:lnTo>
                        <a:pt x="44768" y="123635"/>
                      </a:lnTo>
                      <a:lnTo>
                        <a:pt x="45911" y="123635"/>
                      </a:lnTo>
                      <a:cubicBezTo>
                        <a:pt x="45339" y="123920"/>
                        <a:pt x="45149" y="124111"/>
                        <a:pt x="45149" y="124111"/>
                      </a:cubicBezTo>
                      <a:close/>
                      <a:moveTo>
                        <a:pt x="58865" y="111252"/>
                      </a:moveTo>
                      <a:lnTo>
                        <a:pt x="59436" y="110490"/>
                      </a:lnTo>
                      <a:lnTo>
                        <a:pt x="58865" y="108776"/>
                      </a:lnTo>
                      <a:lnTo>
                        <a:pt x="58865" y="111252"/>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9" name="Google Shape;1399;p99"/>
                <p:cNvSpPr/>
                <p:nvPr/>
              </p:nvSpPr>
              <p:spPr>
                <a:xfrm>
                  <a:off x="5450966" y="4058031"/>
                  <a:ext cx="84677" cy="125349"/>
                </a:xfrm>
                <a:custGeom>
                  <a:avLst/>
                  <a:gdLst/>
                  <a:ahLst/>
                  <a:cxnLst/>
                  <a:rect l="l" t="t" r="r" b="b"/>
                  <a:pathLst>
                    <a:path w="84677" h="125349" extrusionOk="0">
                      <a:moveTo>
                        <a:pt x="82582" y="117729"/>
                      </a:moveTo>
                      <a:cubicBezTo>
                        <a:pt x="82487" y="118205"/>
                        <a:pt x="82582" y="118967"/>
                        <a:pt x="82868" y="120110"/>
                      </a:cubicBezTo>
                      <a:cubicBezTo>
                        <a:pt x="83153" y="121158"/>
                        <a:pt x="83344" y="121920"/>
                        <a:pt x="83344" y="122301"/>
                      </a:cubicBezTo>
                      <a:cubicBezTo>
                        <a:pt x="83344" y="123634"/>
                        <a:pt x="82582" y="124682"/>
                        <a:pt x="81058" y="125349"/>
                      </a:cubicBezTo>
                      <a:lnTo>
                        <a:pt x="69247" y="124206"/>
                      </a:lnTo>
                      <a:cubicBezTo>
                        <a:pt x="68961" y="123539"/>
                        <a:pt x="68294" y="123254"/>
                        <a:pt x="67151" y="123254"/>
                      </a:cubicBezTo>
                      <a:lnTo>
                        <a:pt x="64484" y="123254"/>
                      </a:lnTo>
                      <a:cubicBezTo>
                        <a:pt x="63627" y="122968"/>
                        <a:pt x="63055" y="122587"/>
                        <a:pt x="62674" y="122015"/>
                      </a:cubicBezTo>
                      <a:cubicBezTo>
                        <a:pt x="61913" y="122301"/>
                        <a:pt x="60770" y="123158"/>
                        <a:pt x="59436" y="124301"/>
                      </a:cubicBezTo>
                      <a:cubicBezTo>
                        <a:pt x="59627" y="123063"/>
                        <a:pt x="59341" y="122491"/>
                        <a:pt x="58484" y="122491"/>
                      </a:cubicBezTo>
                      <a:cubicBezTo>
                        <a:pt x="58293" y="122491"/>
                        <a:pt x="58007" y="122491"/>
                        <a:pt x="57436" y="122587"/>
                      </a:cubicBezTo>
                      <a:lnTo>
                        <a:pt x="56579" y="122587"/>
                      </a:lnTo>
                      <a:cubicBezTo>
                        <a:pt x="55912" y="122587"/>
                        <a:pt x="55436" y="122396"/>
                        <a:pt x="55150" y="122015"/>
                      </a:cubicBezTo>
                      <a:cubicBezTo>
                        <a:pt x="53054" y="115633"/>
                        <a:pt x="50292" y="111062"/>
                        <a:pt x="46768" y="108204"/>
                      </a:cubicBezTo>
                      <a:cubicBezTo>
                        <a:pt x="46863" y="105823"/>
                        <a:pt x="45529" y="103537"/>
                        <a:pt x="42958" y="101155"/>
                      </a:cubicBezTo>
                      <a:cubicBezTo>
                        <a:pt x="40291" y="98870"/>
                        <a:pt x="38957" y="96583"/>
                        <a:pt x="38957" y="94297"/>
                      </a:cubicBezTo>
                      <a:cubicBezTo>
                        <a:pt x="37243" y="93440"/>
                        <a:pt x="36004" y="92297"/>
                        <a:pt x="35338" y="90868"/>
                      </a:cubicBezTo>
                      <a:cubicBezTo>
                        <a:pt x="34576" y="89345"/>
                        <a:pt x="33338" y="88201"/>
                        <a:pt x="31432" y="87249"/>
                      </a:cubicBezTo>
                      <a:lnTo>
                        <a:pt x="33623" y="85249"/>
                      </a:lnTo>
                      <a:cubicBezTo>
                        <a:pt x="33242" y="84772"/>
                        <a:pt x="32671" y="84582"/>
                        <a:pt x="32004" y="84772"/>
                      </a:cubicBezTo>
                      <a:cubicBezTo>
                        <a:pt x="30956" y="85154"/>
                        <a:pt x="30385" y="85344"/>
                        <a:pt x="30289" y="85344"/>
                      </a:cubicBezTo>
                      <a:cubicBezTo>
                        <a:pt x="29909" y="85344"/>
                        <a:pt x="29528" y="85058"/>
                        <a:pt x="29146" y="84772"/>
                      </a:cubicBezTo>
                      <a:cubicBezTo>
                        <a:pt x="29242" y="85344"/>
                        <a:pt x="29337" y="86011"/>
                        <a:pt x="29337" y="86773"/>
                      </a:cubicBezTo>
                      <a:cubicBezTo>
                        <a:pt x="29337" y="88963"/>
                        <a:pt x="28289" y="92012"/>
                        <a:pt x="26098" y="96012"/>
                      </a:cubicBezTo>
                      <a:cubicBezTo>
                        <a:pt x="23908" y="100013"/>
                        <a:pt x="22670" y="103156"/>
                        <a:pt x="22479" y="105251"/>
                      </a:cubicBezTo>
                      <a:cubicBezTo>
                        <a:pt x="21622" y="104299"/>
                        <a:pt x="21146" y="103822"/>
                        <a:pt x="21050" y="103822"/>
                      </a:cubicBezTo>
                      <a:cubicBezTo>
                        <a:pt x="20764" y="103822"/>
                        <a:pt x="20574" y="104108"/>
                        <a:pt x="20384" y="104489"/>
                      </a:cubicBezTo>
                      <a:cubicBezTo>
                        <a:pt x="21907" y="105728"/>
                        <a:pt x="22574" y="107728"/>
                        <a:pt x="22574" y="110490"/>
                      </a:cubicBezTo>
                      <a:cubicBezTo>
                        <a:pt x="22574" y="116014"/>
                        <a:pt x="22574" y="118396"/>
                        <a:pt x="22479" y="117824"/>
                      </a:cubicBezTo>
                      <a:cubicBezTo>
                        <a:pt x="21717" y="118300"/>
                        <a:pt x="21336" y="118872"/>
                        <a:pt x="21336" y="119348"/>
                      </a:cubicBezTo>
                      <a:cubicBezTo>
                        <a:pt x="21336" y="119634"/>
                        <a:pt x="21527" y="120205"/>
                        <a:pt x="22003" y="120872"/>
                      </a:cubicBezTo>
                      <a:cubicBezTo>
                        <a:pt x="22479" y="121634"/>
                        <a:pt x="22765" y="122206"/>
                        <a:pt x="22765" y="122777"/>
                      </a:cubicBezTo>
                      <a:cubicBezTo>
                        <a:pt x="22765" y="123063"/>
                        <a:pt x="22670" y="123444"/>
                        <a:pt x="22479" y="123825"/>
                      </a:cubicBezTo>
                      <a:cubicBezTo>
                        <a:pt x="18193" y="125063"/>
                        <a:pt x="11621" y="125254"/>
                        <a:pt x="2762" y="124301"/>
                      </a:cubicBezTo>
                      <a:cubicBezTo>
                        <a:pt x="2286" y="123063"/>
                        <a:pt x="2096" y="121729"/>
                        <a:pt x="2096" y="120301"/>
                      </a:cubicBezTo>
                      <a:cubicBezTo>
                        <a:pt x="2096" y="119158"/>
                        <a:pt x="2286" y="117538"/>
                        <a:pt x="2762" y="115348"/>
                      </a:cubicBezTo>
                      <a:cubicBezTo>
                        <a:pt x="3238" y="113157"/>
                        <a:pt x="3429" y="111538"/>
                        <a:pt x="3429" y="110585"/>
                      </a:cubicBezTo>
                      <a:cubicBezTo>
                        <a:pt x="3429" y="108395"/>
                        <a:pt x="2762" y="106394"/>
                        <a:pt x="1619" y="104584"/>
                      </a:cubicBezTo>
                      <a:cubicBezTo>
                        <a:pt x="2477" y="104394"/>
                        <a:pt x="2857" y="103727"/>
                        <a:pt x="2857" y="102584"/>
                      </a:cubicBezTo>
                      <a:cubicBezTo>
                        <a:pt x="2857" y="101251"/>
                        <a:pt x="2857" y="100489"/>
                        <a:pt x="2857" y="100489"/>
                      </a:cubicBezTo>
                      <a:cubicBezTo>
                        <a:pt x="2953" y="100393"/>
                        <a:pt x="3048" y="100298"/>
                        <a:pt x="3143" y="100298"/>
                      </a:cubicBezTo>
                      <a:cubicBezTo>
                        <a:pt x="3238" y="100298"/>
                        <a:pt x="3620" y="100584"/>
                        <a:pt x="4381" y="101060"/>
                      </a:cubicBezTo>
                      <a:cubicBezTo>
                        <a:pt x="5048" y="101537"/>
                        <a:pt x="5524" y="101822"/>
                        <a:pt x="5905" y="101822"/>
                      </a:cubicBezTo>
                      <a:cubicBezTo>
                        <a:pt x="6477" y="101822"/>
                        <a:pt x="6763" y="101155"/>
                        <a:pt x="6763" y="99822"/>
                      </a:cubicBezTo>
                      <a:cubicBezTo>
                        <a:pt x="6763" y="99441"/>
                        <a:pt x="5905" y="99155"/>
                        <a:pt x="4572" y="98965"/>
                      </a:cubicBezTo>
                      <a:cubicBezTo>
                        <a:pt x="3238" y="98774"/>
                        <a:pt x="2667" y="97917"/>
                        <a:pt x="2953" y="96393"/>
                      </a:cubicBezTo>
                      <a:cubicBezTo>
                        <a:pt x="3620" y="96298"/>
                        <a:pt x="4477" y="96583"/>
                        <a:pt x="5620" y="97346"/>
                      </a:cubicBezTo>
                      <a:cubicBezTo>
                        <a:pt x="6763" y="98012"/>
                        <a:pt x="7525" y="98393"/>
                        <a:pt x="7906" y="98393"/>
                      </a:cubicBezTo>
                      <a:cubicBezTo>
                        <a:pt x="8192" y="98393"/>
                        <a:pt x="8477" y="98393"/>
                        <a:pt x="8763" y="98107"/>
                      </a:cubicBezTo>
                      <a:lnTo>
                        <a:pt x="6763" y="96393"/>
                      </a:lnTo>
                      <a:lnTo>
                        <a:pt x="8382" y="95155"/>
                      </a:lnTo>
                      <a:lnTo>
                        <a:pt x="1714" y="93916"/>
                      </a:lnTo>
                      <a:cubicBezTo>
                        <a:pt x="3143" y="92583"/>
                        <a:pt x="3810" y="91154"/>
                        <a:pt x="3810" y="89725"/>
                      </a:cubicBezTo>
                      <a:cubicBezTo>
                        <a:pt x="3810" y="88963"/>
                        <a:pt x="3524" y="87821"/>
                        <a:pt x="2857" y="86296"/>
                      </a:cubicBezTo>
                      <a:cubicBezTo>
                        <a:pt x="2191" y="84772"/>
                        <a:pt x="1905" y="83534"/>
                        <a:pt x="1905" y="82582"/>
                      </a:cubicBezTo>
                      <a:cubicBezTo>
                        <a:pt x="1905" y="81534"/>
                        <a:pt x="2191" y="80486"/>
                        <a:pt x="2857" y="79343"/>
                      </a:cubicBezTo>
                      <a:lnTo>
                        <a:pt x="0" y="78296"/>
                      </a:lnTo>
                      <a:cubicBezTo>
                        <a:pt x="1334" y="78676"/>
                        <a:pt x="2191" y="78105"/>
                        <a:pt x="2477" y="76486"/>
                      </a:cubicBezTo>
                      <a:cubicBezTo>
                        <a:pt x="2857" y="74866"/>
                        <a:pt x="3429" y="74104"/>
                        <a:pt x="4381" y="74104"/>
                      </a:cubicBezTo>
                      <a:cubicBezTo>
                        <a:pt x="2857" y="74200"/>
                        <a:pt x="2096" y="73438"/>
                        <a:pt x="2096" y="71628"/>
                      </a:cubicBezTo>
                      <a:cubicBezTo>
                        <a:pt x="2096" y="70675"/>
                        <a:pt x="2286" y="69532"/>
                        <a:pt x="2762" y="68104"/>
                      </a:cubicBezTo>
                      <a:lnTo>
                        <a:pt x="381" y="67342"/>
                      </a:lnTo>
                      <a:cubicBezTo>
                        <a:pt x="381" y="66770"/>
                        <a:pt x="953" y="65818"/>
                        <a:pt x="1714" y="64579"/>
                      </a:cubicBezTo>
                      <a:cubicBezTo>
                        <a:pt x="2477" y="63437"/>
                        <a:pt x="2953" y="62484"/>
                        <a:pt x="2953" y="61817"/>
                      </a:cubicBezTo>
                      <a:cubicBezTo>
                        <a:pt x="2953" y="61246"/>
                        <a:pt x="2667" y="60674"/>
                        <a:pt x="2191" y="60293"/>
                      </a:cubicBezTo>
                      <a:cubicBezTo>
                        <a:pt x="2762" y="57436"/>
                        <a:pt x="2762" y="51245"/>
                        <a:pt x="2381" y="41815"/>
                      </a:cubicBezTo>
                      <a:cubicBezTo>
                        <a:pt x="1905" y="34004"/>
                        <a:pt x="2572" y="28289"/>
                        <a:pt x="4381" y="24670"/>
                      </a:cubicBezTo>
                      <a:cubicBezTo>
                        <a:pt x="2762" y="21812"/>
                        <a:pt x="1905" y="18479"/>
                        <a:pt x="1905" y="14859"/>
                      </a:cubicBezTo>
                      <a:cubicBezTo>
                        <a:pt x="1905" y="13525"/>
                        <a:pt x="2096" y="11525"/>
                        <a:pt x="2381" y="8954"/>
                      </a:cubicBezTo>
                      <a:cubicBezTo>
                        <a:pt x="2667" y="6287"/>
                        <a:pt x="2762" y="4286"/>
                        <a:pt x="2762" y="3048"/>
                      </a:cubicBezTo>
                      <a:cubicBezTo>
                        <a:pt x="3238" y="1429"/>
                        <a:pt x="3905" y="571"/>
                        <a:pt x="4858" y="571"/>
                      </a:cubicBezTo>
                      <a:cubicBezTo>
                        <a:pt x="5239" y="571"/>
                        <a:pt x="5905" y="762"/>
                        <a:pt x="6858" y="1143"/>
                      </a:cubicBezTo>
                      <a:cubicBezTo>
                        <a:pt x="7811" y="1524"/>
                        <a:pt x="8477" y="1714"/>
                        <a:pt x="9049" y="1714"/>
                      </a:cubicBezTo>
                      <a:cubicBezTo>
                        <a:pt x="10001" y="1714"/>
                        <a:pt x="10763" y="1143"/>
                        <a:pt x="11430" y="0"/>
                      </a:cubicBezTo>
                      <a:lnTo>
                        <a:pt x="12573" y="1714"/>
                      </a:lnTo>
                      <a:cubicBezTo>
                        <a:pt x="12859" y="1048"/>
                        <a:pt x="13335" y="667"/>
                        <a:pt x="14097" y="667"/>
                      </a:cubicBezTo>
                      <a:cubicBezTo>
                        <a:pt x="14097" y="857"/>
                        <a:pt x="14002" y="1143"/>
                        <a:pt x="13621" y="1524"/>
                      </a:cubicBezTo>
                      <a:cubicBezTo>
                        <a:pt x="13240" y="1905"/>
                        <a:pt x="13145" y="2096"/>
                        <a:pt x="13240" y="2381"/>
                      </a:cubicBezTo>
                      <a:cubicBezTo>
                        <a:pt x="13526" y="2476"/>
                        <a:pt x="13811" y="2572"/>
                        <a:pt x="14097" y="2572"/>
                      </a:cubicBezTo>
                      <a:cubicBezTo>
                        <a:pt x="14669" y="2572"/>
                        <a:pt x="15526" y="2191"/>
                        <a:pt x="16764" y="1333"/>
                      </a:cubicBezTo>
                      <a:cubicBezTo>
                        <a:pt x="17907" y="476"/>
                        <a:pt x="18764" y="95"/>
                        <a:pt x="19336" y="95"/>
                      </a:cubicBezTo>
                      <a:cubicBezTo>
                        <a:pt x="20193" y="95"/>
                        <a:pt x="20955" y="857"/>
                        <a:pt x="21527" y="2381"/>
                      </a:cubicBezTo>
                      <a:cubicBezTo>
                        <a:pt x="21527" y="3429"/>
                        <a:pt x="21717" y="7620"/>
                        <a:pt x="22288" y="15049"/>
                      </a:cubicBezTo>
                      <a:cubicBezTo>
                        <a:pt x="22670" y="20003"/>
                        <a:pt x="22765" y="24289"/>
                        <a:pt x="22574" y="27718"/>
                      </a:cubicBezTo>
                      <a:cubicBezTo>
                        <a:pt x="22574" y="28004"/>
                        <a:pt x="22384" y="28480"/>
                        <a:pt x="22098" y="29146"/>
                      </a:cubicBezTo>
                      <a:cubicBezTo>
                        <a:pt x="21717" y="29813"/>
                        <a:pt x="21622" y="30289"/>
                        <a:pt x="21622" y="30575"/>
                      </a:cubicBezTo>
                      <a:cubicBezTo>
                        <a:pt x="21622" y="30861"/>
                        <a:pt x="21812" y="31147"/>
                        <a:pt x="22003" y="31528"/>
                      </a:cubicBezTo>
                      <a:cubicBezTo>
                        <a:pt x="21146" y="31528"/>
                        <a:pt x="20669" y="31718"/>
                        <a:pt x="20479" y="32099"/>
                      </a:cubicBezTo>
                      <a:lnTo>
                        <a:pt x="20479" y="33338"/>
                      </a:lnTo>
                      <a:cubicBezTo>
                        <a:pt x="19526" y="33338"/>
                        <a:pt x="18955" y="33528"/>
                        <a:pt x="18860" y="33814"/>
                      </a:cubicBezTo>
                      <a:cubicBezTo>
                        <a:pt x="19050" y="34671"/>
                        <a:pt x="19526" y="35052"/>
                        <a:pt x="20098" y="35052"/>
                      </a:cubicBezTo>
                      <a:cubicBezTo>
                        <a:pt x="21241" y="35052"/>
                        <a:pt x="21812" y="34671"/>
                        <a:pt x="21907" y="33814"/>
                      </a:cubicBezTo>
                      <a:cubicBezTo>
                        <a:pt x="22098" y="34862"/>
                        <a:pt x="21241" y="36100"/>
                        <a:pt x="19336" y="37719"/>
                      </a:cubicBezTo>
                      <a:cubicBezTo>
                        <a:pt x="17431" y="39243"/>
                        <a:pt x="16478" y="40291"/>
                        <a:pt x="16478" y="40767"/>
                      </a:cubicBezTo>
                      <a:cubicBezTo>
                        <a:pt x="16478" y="41338"/>
                        <a:pt x="17336" y="41910"/>
                        <a:pt x="19240" y="42291"/>
                      </a:cubicBezTo>
                      <a:lnTo>
                        <a:pt x="20384" y="41053"/>
                      </a:lnTo>
                      <a:cubicBezTo>
                        <a:pt x="20384" y="42100"/>
                        <a:pt x="20479" y="42672"/>
                        <a:pt x="20764" y="42767"/>
                      </a:cubicBezTo>
                      <a:lnTo>
                        <a:pt x="21431" y="42767"/>
                      </a:lnTo>
                      <a:lnTo>
                        <a:pt x="21431" y="39814"/>
                      </a:lnTo>
                      <a:cubicBezTo>
                        <a:pt x="21431" y="39814"/>
                        <a:pt x="21717" y="41910"/>
                        <a:pt x="22193" y="45244"/>
                      </a:cubicBezTo>
                      <a:cubicBezTo>
                        <a:pt x="22479" y="47720"/>
                        <a:pt x="23146" y="49435"/>
                        <a:pt x="24289" y="50482"/>
                      </a:cubicBezTo>
                      <a:cubicBezTo>
                        <a:pt x="26670" y="50482"/>
                        <a:pt x="28194" y="49816"/>
                        <a:pt x="29051" y="48292"/>
                      </a:cubicBezTo>
                      <a:lnTo>
                        <a:pt x="28575" y="47530"/>
                      </a:lnTo>
                      <a:lnTo>
                        <a:pt x="31432" y="48768"/>
                      </a:lnTo>
                      <a:cubicBezTo>
                        <a:pt x="31813" y="42481"/>
                        <a:pt x="33814" y="38290"/>
                        <a:pt x="37433" y="36290"/>
                      </a:cubicBezTo>
                      <a:cubicBezTo>
                        <a:pt x="37719" y="34385"/>
                        <a:pt x="38671" y="32385"/>
                        <a:pt x="40481" y="30194"/>
                      </a:cubicBezTo>
                      <a:cubicBezTo>
                        <a:pt x="42196" y="28004"/>
                        <a:pt x="43244" y="26003"/>
                        <a:pt x="43624" y="24289"/>
                      </a:cubicBezTo>
                      <a:cubicBezTo>
                        <a:pt x="43910" y="23050"/>
                        <a:pt x="44958" y="21907"/>
                        <a:pt x="46577" y="21050"/>
                      </a:cubicBezTo>
                      <a:cubicBezTo>
                        <a:pt x="48292" y="20098"/>
                        <a:pt x="49149" y="19145"/>
                        <a:pt x="49149" y="18288"/>
                      </a:cubicBezTo>
                      <a:cubicBezTo>
                        <a:pt x="49149" y="17716"/>
                        <a:pt x="48863" y="16859"/>
                        <a:pt x="48482" y="15812"/>
                      </a:cubicBezTo>
                      <a:lnTo>
                        <a:pt x="53435" y="9715"/>
                      </a:lnTo>
                      <a:lnTo>
                        <a:pt x="52292" y="8477"/>
                      </a:lnTo>
                      <a:cubicBezTo>
                        <a:pt x="52292" y="8477"/>
                        <a:pt x="53435" y="7810"/>
                        <a:pt x="55054" y="7144"/>
                      </a:cubicBezTo>
                      <a:cubicBezTo>
                        <a:pt x="56293" y="6572"/>
                        <a:pt x="56864" y="5905"/>
                        <a:pt x="56864" y="5143"/>
                      </a:cubicBezTo>
                      <a:cubicBezTo>
                        <a:pt x="56864" y="4667"/>
                        <a:pt x="56864" y="4286"/>
                        <a:pt x="56579" y="3905"/>
                      </a:cubicBezTo>
                      <a:cubicBezTo>
                        <a:pt x="59817" y="3334"/>
                        <a:pt x="64389" y="3048"/>
                        <a:pt x="70485" y="3143"/>
                      </a:cubicBezTo>
                      <a:cubicBezTo>
                        <a:pt x="78772" y="3238"/>
                        <a:pt x="83344" y="3334"/>
                        <a:pt x="84106" y="3334"/>
                      </a:cubicBezTo>
                      <a:lnTo>
                        <a:pt x="84677" y="7715"/>
                      </a:lnTo>
                      <a:cubicBezTo>
                        <a:pt x="80963" y="11621"/>
                        <a:pt x="78486" y="14288"/>
                        <a:pt x="77438" y="15716"/>
                      </a:cubicBezTo>
                      <a:cubicBezTo>
                        <a:pt x="74962" y="19145"/>
                        <a:pt x="73533" y="22479"/>
                        <a:pt x="73152" y="25622"/>
                      </a:cubicBezTo>
                      <a:cubicBezTo>
                        <a:pt x="68294" y="29718"/>
                        <a:pt x="63627" y="35338"/>
                        <a:pt x="59150" y="42481"/>
                      </a:cubicBezTo>
                      <a:cubicBezTo>
                        <a:pt x="55340" y="48673"/>
                        <a:pt x="51626" y="54864"/>
                        <a:pt x="47911" y="61055"/>
                      </a:cubicBezTo>
                      <a:cubicBezTo>
                        <a:pt x="47625" y="61627"/>
                        <a:pt x="47435" y="62293"/>
                        <a:pt x="47435" y="62960"/>
                      </a:cubicBezTo>
                      <a:cubicBezTo>
                        <a:pt x="47435" y="64008"/>
                        <a:pt x="48006" y="65151"/>
                        <a:pt x="49054" y="66580"/>
                      </a:cubicBezTo>
                      <a:cubicBezTo>
                        <a:pt x="50102" y="68104"/>
                        <a:pt x="50768" y="69247"/>
                        <a:pt x="50959" y="70009"/>
                      </a:cubicBezTo>
                      <a:cubicBezTo>
                        <a:pt x="50768" y="70485"/>
                        <a:pt x="50006" y="71152"/>
                        <a:pt x="48863" y="71914"/>
                      </a:cubicBezTo>
                      <a:cubicBezTo>
                        <a:pt x="48006" y="72485"/>
                        <a:pt x="47625" y="73342"/>
                        <a:pt x="47911" y="74390"/>
                      </a:cubicBezTo>
                      <a:cubicBezTo>
                        <a:pt x="48196" y="74771"/>
                        <a:pt x="51245" y="76676"/>
                        <a:pt x="57055" y="80391"/>
                      </a:cubicBezTo>
                      <a:cubicBezTo>
                        <a:pt x="60388" y="82582"/>
                        <a:pt x="62579" y="85534"/>
                        <a:pt x="63627" y="89345"/>
                      </a:cubicBezTo>
                      <a:cubicBezTo>
                        <a:pt x="63818" y="89630"/>
                        <a:pt x="64484" y="90106"/>
                        <a:pt x="65627" y="90583"/>
                      </a:cubicBezTo>
                      <a:cubicBezTo>
                        <a:pt x="66675" y="91154"/>
                        <a:pt x="67246" y="91630"/>
                        <a:pt x="67246" y="92202"/>
                      </a:cubicBezTo>
                      <a:cubicBezTo>
                        <a:pt x="67246" y="92583"/>
                        <a:pt x="67056" y="93059"/>
                        <a:pt x="66580" y="93535"/>
                      </a:cubicBezTo>
                      <a:cubicBezTo>
                        <a:pt x="65722" y="94107"/>
                        <a:pt x="64484" y="94679"/>
                        <a:pt x="62865" y="94964"/>
                      </a:cubicBezTo>
                      <a:cubicBezTo>
                        <a:pt x="61246" y="95345"/>
                        <a:pt x="60103" y="95821"/>
                        <a:pt x="59341" y="96583"/>
                      </a:cubicBezTo>
                      <a:lnTo>
                        <a:pt x="59341" y="97060"/>
                      </a:lnTo>
                      <a:cubicBezTo>
                        <a:pt x="59341" y="97060"/>
                        <a:pt x="60198" y="97631"/>
                        <a:pt x="60674" y="97631"/>
                      </a:cubicBezTo>
                      <a:cubicBezTo>
                        <a:pt x="60960" y="97631"/>
                        <a:pt x="61341" y="97631"/>
                        <a:pt x="61722" y="97441"/>
                      </a:cubicBezTo>
                      <a:cubicBezTo>
                        <a:pt x="62198" y="97250"/>
                        <a:pt x="62484" y="97155"/>
                        <a:pt x="62674" y="97155"/>
                      </a:cubicBezTo>
                      <a:cubicBezTo>
                        <a:pt x="63246" y="97155"/>
                        <a:pt x="63627" y="97631"/>
                        <a:pt x="63818" y="98679"/>
                      </a:cubicBezTo>
                      <a:lnTo>
                        <a:pt x="67342" y="95250"/>
                      </a:lnTo>
                      <a:lnTo>
                        <a:pt x="67628" y="95536"/>
                      </a:lnTo>
                      <a:cubicBezTo>
                        <a:pt x="67628" y="95536"/>
                        <a:pt x="67437" y="95536"/>
                        <a:pt x="67342" y="95726"/>
                      </a:cubicBezTo>
                      <a:lnTo>
                        <a:pt x="66675" y="96488"/>
                      </a:lnTo>
                      <a:cubicBezTo>
                        <a:pt x="69437" y="96488"/>
                        <a:pt x="71342" y="98298"/>
                        <a:pt x="72199" y="101537"/>
                      </a:cubicBezTo>
                      <a:cubicBezTo>
                        <a:pt x="73152" y="105442"/>
                        <a:pt x="74771" y="107918"/>
                        <a:pt x="77153" y="108966"/>
                      </a:cubicBezTo>
                      <a:cubicBezTo>
                        <a:pt x="76295" y="109918"/>
                        <a:pt x="75914" y="110490"/>
                        <a:pt x="76010" y="110680"/>
                      </a:cubicBezTo>
                      <a:lnTo>
                        <a:pt x="77629" y="110680"/>
                      </a:lnTo>
                      <a:cubicBezTo>
                        <a:pt x="77629" y="110680"/>
                        <a:pt x="77343" y="111442"/>
                        <a:pt x="77343" y="111633"/>
                      </a:cubicBezTo>
                      <a:cubicBezTo>
                        <a:pt x="77343" y="112300"/>
                        <a:pt x="78010" y="112871"/>
                        <a:pt x="79248" y="113538"/>
                      </a:cubicBezTo>
                      <a:cubicBezTo>
                        <a:pt x="80486" y="114205"/>
                        <a:pt x="81153" y="115062"/>
                        <a:pt x="81153" y="116300"/>
                      </a:cubicBezTo>
                      <a:cubicBezTo>
                        <a:pt x="80296" y="116586"/>
                        <a:pt x="79153" y="117348"/>
                        <a:pt x="77629" y="118491"/>
                      </a:cubicBezTo>
                      <a:cubicBezTo>
                        <a:pt x="77438" y="119158"/>
                        <a:pt x="77629" y="119824"/>
                        <a:pt x="78296" y="120491"/>
                      </a:cubicBezTo>
                      <a:cubicBezTo>
                        <a:pt x="78962" y="121063"/>
                        <a:pt x="79248" y="121444"/>
                        <a:pt x="79343" y="121539"/>
                      </a:cubicBezTo>
                      <a:cubicBezTo>
                        <a:pt x="79629" y="121348"/>
                        <a:pt x="79820" y="120777"/>
                        <a:pt x="80010" y="119824"/>
                      </a:cubicBezTo>
                      <a:cubicBezTo>
                        <a:pt x="80201" y="118872"/>
                        <a:pt x="80581" y="118205"/>
                        <a:pt x="81248" y="117920"/>
                      </a:cubicBezTo>
                      <a:lnTo>
                        <a:pt x="82772" y="117920"/>
                      </a:lnTo>
                      <a:close/>
                      <a:moveTo>
                        <a:pt x="10192" y="106775"/>
                      </a:moveTo>
                      <a:cubicBezTo>
                        <a:pt x="10192" y="106775"/>
                        <a:pt x="10954" y="107061"/>
                        <a:pt x="11335" y="106871"/>
                      </a:cubicBezTo>
                      <a:lnTo>
                        <a:pt x="10192" y="106871"/>
                      </a:lnTo>
                      <a:cubicBezTo>
                        <a:pt x="8954" y="106013"/>
                        <a:pt x="8096" y="105823"/>
                        <a:pt x="7620" y="106108"/>
                      </a:cubicBezTo>
                      <a:lnTo>
                        <a:pt x="10192" y="106680"/>
                      </a:lnTo>
                      <a:close/>
                      <a:moveTo>
                        <a:pt x="10287" y="62293"/>
                      </a:moveTo>
                      <a:cubicBezTo>
                        <a:pt x="10287" y="62293"/>
                        <a:pt x="9525" y="61817"/>
                        <a:pt x="8477" y="61817"/>
                      </a:cubicBezTo>
                      <a:lnTo>
                        <a:pt x="9144" y="63532"/>
                      </a:lnTo>
                      <a:lnTo>
                        <a:pt x="10287" y="62293"/>
                      </a:lnTo>
                      <a:close/>
                      <a:moveTo>
                        <a:pt x="12478" y="69532"/>
                      </a:moveTo>
                      <a:cubicBezTo>
                        <a:pt x="12478" y="69532"/>
                        <a:pt x="12097" y="69056"/>
                        <a:pt x="11716" y="68294"/>
                      </a:cubicBezTo>
                      <a:cubicBezTo>
                        <a:pt x="11525" y="67913"/>
                        <a:pt x="11239" y="67628"/>
                        <a:pt x="10859" y="67628"/>
                      </a:cubicBezTo>
                      <a:cubicBezTo>
                        <a:pt x="10668" y="67628"/>
                        <a:pt x="10478" y="67628"/>
                        <a:pt x="10287" y="67818"/>
                      </a:cubicBezTo>
                      <a:cubicBezTo>
                        <a:pt x="11049" y="68104"/>
                        <a:pt x="11430" y="68485"/>
                        <a:pt x="11430" y="68771"/>
                      </a:cubicBezTo>
                      <a:cubicBezTo>
                        <a:pt x="11430" y="69056"/>
                        <a:pt x="11144" y="69342"/>
                        <a:pt x="10478" y="69818"/>
                      </a:cubicBezTo>
                      <a:cubicBezTo>
                        <a:pt x="9811" y="70295"/>
                        <a:pt x="9525" y="70675"/>
                        <a:pt x="9525" y="70866"/>
                      </a:cubicBezTo>
                      <a:cubicBezTo>
                        <a:pt x="9525" y="71056"/>
                        <a:pt x="9525" y="71247"/>
                        <a:pt x="9715" y="71342"/>
                      </a:cubicBezTo>
                      <a:lnTo>
                        <a:pt x="12382" y="69628"/>
                      </a:lnTo>
                      <a:close/>
                      <a:moveTo>
                        <a:pt x="12002" y="100203"/>
                      </a:moveTo>
                      <a:cubicBezTo>
                        <a:pt x="12859" y="100203"/>
                        <a:pt x="13430" y="100013"/>
                        <a:pt x="13621" y="99536"/>
                      </a:cubicBezTo>
                      <a:cubicBezTo>
                        <a:pt x="13430" y="99250"/>
                        <a:pt x="12954" y="99060"/>
                        <a:pt x="12002" y="99060"/>
                      </a:cubicBezTo>
                      <a:lnTo>
                        <a:pt x="12002" y="100203"/>
                      </a:lnTo>
                      <a:close/>
                      <a:moveTo>
                        <a:pt x="20288" y="86392"/>
                      </a:moveTo>
                      <a:cubicBezTo>
                        <a:pt x="20288" y="86392"/>
                        <a:pt x="20669" y="85915"/>
                        <a:pt x="21146" y="85344"/>
                      </a:cubicBezTo>
                      <a:cubicBezTo>
                        <a:pt x="21622" y="84772"/>
                        <a:pt x="21812" y="84391"/>
                        <a:pt x="21812" y="84106"/>
                      </a:cubicBezTo>
                      <a:cubicBezTo>
                        <a:pt x="21431" y="84487"/>
                        <a:pt x="21050" y="84963"/>
                        <a:pt x="20669" y="85344"/>
                      </a:cubicBezTo>
                      <a:cubicBezTo>
                        <a:pt x="20003" y="86011"/>
                        <a:pt x="19907" y="86392"/>
                        <a:pt x="20288" y="86392"/>
                      </a:cubicBezTo>
                      <a:close/>
                      <a:moveTo>
                        <a:pt x="26289" y="79915"/>
                      </a:moveTo>
                      <a:lnTo>
                        <a:pt x="27432" y="77248"/>
                      </a:lnTo>
                      <a:cubicBezTo>
                        <a:pt x="26861" y="77438"/>
                        <a:pt x="26289" y="77438"/>
                        <a:pt x="25527" y="77248"/>
                      </a:cubicBezTo>
                      <a:cubicBezTo>
                        <a:pt x="24670" y="76962"/>
                        <a:pt x="24098" y="76771"/>
                        <a:pt x="23813" y="76771"/>
                      </a:cubicBezTo>
                      <a:cubicBezTo>
                        <a:pt x="24289" y="76771"/>
                        <a:pt x="24670" y="76771"/>
                        <a:pt x="24955" y="77057"/>
                      </a:cubicBezTo>
                      <a:cubicBezTo>
                        <a:pt x="25337" y="77153"/>
                        <a:pt x="25527" y="78200"/>
                        <a:pt x="25718" y="80200"/>
                      </a:cubicBezTo>
                      <a:cubicBezTo>
                        <a:pt x="25813" y="80200"/>
                        <a:pt x="25908" y="80105"/>
                        <a:pt x="26194" y="79820"/>
                      </a:cubicBezTo>
                      <a:close/>
                      <a:moveTo>
                        <a:pt x="30194" y="64103"/>
                      </a:moveTo>
                      <a:lnTo>
                        <a:pt x="30575" y="63532"/>
                      </a:lnTo>
                      <a:cubicBezTo>
                        <a:pt x="30575" y="62770"/>
                        <a:pt x="30099" y="62674"/>
                        <a:pt x="29051" y="63055"/>
                      </a:cubicBezTo>
                      <a:lnTo>
                        <a:pt x="30194" y="64103"/>
                      </a:lnTo>
                      <a:close/>
                      <a:moveTo>
                        <a:pt x="53912" y="74295"/>
                      </a:moveTo>
                      <a:lnTo>
                        <a:pt x="52197" y="75057"/>
                      </a:lnTo>
                      <a:lnTo>
                        <a:pt x="51721" y="73819"/>
                      </a:lnTo>
                      <a:lnTo>
                        <a:pt x="53912" y="74295"/>
                      </a:lnTo>
                      <a:close/>
                      <a:moveTo>
                        <a:pt x="67532" y="95155"/>
                      </a:moveTo>
                      <a:cubicBezTo>
                        <a:pt x="67532" y="95155"/>
                        <a:pt x="67913" y="95631"/>
                        <a:pt x="68104" y="96107"/>
                      </a:cubicBezTo>
                      <a:lnTo>
                        <a:pt x="67532" y="95155"/>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00" name="Google Shape;1400;p99"/>
              <p:cNvGrpSpPr/>
              <p:nvPr/>
            </p:nvGrpSpPr>
            <p:grpSpPr>
              <a:xfrm>
                <a:off x="11074235" y="7174706"/>
                <a:ext cx="214503" cy="91059"/>
                <a:chOff x="5820917" y="4892801"/>
                <a:chExt cx="214503" cy="91059"/>
              </a:xfrm>
            </p:grpSpPr>
            <p:sp>
              <p:nvSpPr>
                <p:cNvPr id="1401" name="Google Shape;1401;p99"/>
                <p:cNvSpPr/>
                <p:nvPr/>
              </p:nvSpPr>
              <p:spPr>
                <a:xfrm>
                  <a:off x="5820917" y="4893183"/>
                  <a:ext cx="72390" cy="90677"/>
                </a:xfrm>
                <a:custGeom>
                  <a:avLst/>
                  <a:gdLst/>
                  <a:ahLst/>
                  <a:cxnLst/>
                  <a:rect l="l" t="t" r="r" b="b"/>
                  <a:pathLst>
                    <a:path w="72390" h="90677" extrusionOk="0">
                      <a:moveTo>
                        <a:pt x="58484" y="24670"/>
                      </a:moveTo>
                      <a:cubicBezTo>
                        <a:pt x="58484" y="24670"/>
                        <a:pt x="58864" y="25241"/>
                        <a:pt x="59246" y="25241"/>
                      </a:cubicBezTo>
                      <a:lnTo>
                        <a:pt x="60103" y="25241"/>
                      </a:lnTo>
                      <a:cubicBezTo>
                        <a:pt x="59246" y="27718"/>
                        <a:pt x="59150" y="30766"/>
                        <a:pt x="59817" y="34480"/>
                      </a:cubicBezTo>
                      <a:cubicBezTo>
                        <a:pt x="59627" y="35243"/>
                        <a:pt x="58960" y="36576"/>
                        <a:pt x="57817" y="38386"/>
                      </a:cubicBezTo>
                      <a:lnTo>
                        <a:pt x="58579" y="39338"/>
                      </a:lnTo>
                      <a:cubicBezTo>
                        <a:pt x="58293" y="39910"/>
                        <a:pt x="57626" y="40386"/>
                        <a:pt x="56483" y="40767"/>
                      </a:cubicBezTo>
                      <a:cubicBezTo>
                        <a:pt x="55340" y="41148"/>
                        <a:pt x="54578" y="41624"/>
                        <a:pt x="54197" y="42386"/>
                      </a:cubicBezTo>
                      <a:lnTo>
                        <a:pt x="56197" y="42672"/>
                      </a:lnTo>
                      <a:cubicBezTo>
                        <a:pt x="54578" y="45434"/>
                        <a:pt x="51816" y="48768"/>
                        <a:pt x="47720" y="52578"/>
                      </a:cubicBezTo>
                      <a:lnTo>
                        <a:pt x="46101" y="52578"/>
                      </a:lnTo>
                      <a:lnTo>
                        <a:pt x="46101" y="53816"/>
                      </a:lnTo>
                      <a:cubicBezTo>
                        <a:pt x="46101" y="53816"/>
                        <a:pt x="45720" y="53435"/>
                        <a:pt x="45434" y="53435"/>
                      </a:cubicBezTo>
                      <a:cubicBezTo>
                        <a:pt x="44863" y="53435"/>
                        <a:pt x="44577" y="53435"/>
                        <a:pt x="44387" y="53435"/>
                      </a:cubicBezTo>
                      <a:lnTo>
                        <a:pt x="44101" y="53816"/>
                      </a:lnTo>
                      <a:cubicBezTo>
                        <a:pt x="45053" y="54102"/>
                        <a:pt x="45720" y="55150"/>
                        <a:pt x="46101" y="56769"/>
                      </a:cubicBezTo>
                      <a:cubicBezTo>
                        <a:pt x="46482" y="58483"/>
                        <a:pt x="47054" y="59436"/>
                        <a:pt x="47625" y="59627"/>
                      </a:cubicBezTo>
                      <a:cubicBezTo>
                        <a:pt x="47435" y="60960"/>
                        <a:pt x="47911" y="62484"/>
                        <a:pt x="49149" y="64103"/>
                      </a:cubicBezTo>
                      <a:cubicBezTo>
                        <a:pt x="50578" y="65913"/>
                        <a:pt x="51435" y="67437"/>
                        <a:pt x="51626" y="68580"/>
                      </a:cubicBezTo>
                      <a:cubicBezTo>
                        <a:pt x="51245" y="69437"/>
                        <a:pt x="50387" y="69628"/>
                        <a:pt x="49149" y="69247"/>
                      </a:cubicBezTo>
                      <a:cubicBezTo>
                        <a:pt x="47911" y="68961"/>
                        <a:pt x="47244" y="68961"/>
                        <a:pt x="47244" y="69437"/>
                      </a:cubicBezTo>
                      <a:cubicBezTo>
                        <a:pt x="47244" y="69818"/>
                        <a:pt x="47339" y="70295"/>
                        <a:pt x="47625" y="70961"/>
                      </a:cubicBezTo>
                      <a:lnTo>
                        <a:pt x="49149" y="70676"/>
                      </a:lnTo>
                      <a:cubicBezTo>
                        <a:pt x="49149" y="70676"/>
                        <a:pt x="49054" y="71533"/>
                        <a:pt x="48292" y="72485"/>
                      </a:cubicBezTo>
                      <a:lnTo>
                        <a:pt x="49530" y="73723"/>
                      </a:lnTo>
                      <a:cubicBezTo>
                        <a:pt x="49530" y="73723"/>
                        <a:pt x="50006" y="72962"/>
                        <a:pt x="50292" y="71914"/>
                      </a:cubicBezTo>
                      <a:lnTo>
                        <a:pt x="50768" y="74009"/>
                      </a:lnTo>
                      <a:cubicBezTo>
                        <a:pt x="51626" y="73723"/>
                        <a:pt x="52006" y="72771"/>
                        <a:pt x="51911" y="70961"/>
                      </a:cubicBezTo>
                      <a:cubicBezTo>
                        <a:pt x="52864" y="71533"/>
                        <a:pt x="53626" y="72580"/>
                        <a:pt x="54197" y="74200"/>
                      </a:cubicBezTo>
                      <a:cubicBezTo>
                        <a:pt x="54769" y="75819"/>
                        <a:pt x="55436" y="76771"/>
                        <a:pt x="56197" y="77057"/>
                      </a:cubicBezTo>
                      <a:cubicBezTo>
                        <a:pt x="56007" y="77629"/>
                        <a:pt x="55912" y="78296"/>
                        <a:pt x="55912" y="78867"/>
                      </a:cubicBezTo>
                      <a:cubicBezTo>
                        <a:pt x="55912" y="80010"/>
                        <a:pt x="56483" y="81439"/>
                        <a:pt x="57531" y="83248"/>
                      </a:cubicBezTo>
                      <a:cubicBezTo>
                        <a:pt x="58579" y="85058"/>
                        <a:pt x="59150" y="86392"/>
                        <a:pt x="59150" y="87058"/>
                      </a:cubicBezTo>
                      <a:cubicBezTo>
                        <a:pt x="59150" y="88106"/>
                        <a:pt x="58674" y="89059"/>
                        <a:pt x="57626" y="90011"/>
                      </a:cubicBezTo>
                      <a:cubicBezTo>
                        <a:pt x="56864" y="90011"/>
                        <a:pt x="55436" y="90106"/>
                        <a:pt x="53530" y="90297"/>
                      </a:cubicBezTo>
                      <a:cubicBezTo>
                        <a:pt x="51626" y="90488"/>
                        <a:pt x="50197" y="90678"/>
                        <a:pt x="49244" y="90678"/>
                      </a:cubicBezTo>
                      <a:cubicBezTo>
                        <a:pt x="46196" y="90678"/>
                        <a:pt x="43910" y="89821"/>
                        <a:pt x="42291" y="87916"/>
                      </a:cubicBezTo>
                      <a:lnTo>
                        <a:pt x="42005" y="88487"/>
                      </a:lnTo>
                      <a:cubicBezTo>
                        <a:pt x="41624" y="87344"/>
                        <a:pt x="41148" y="86201"/>
                        <a:pt x="40767" y="85058"/>
                      </a:cubicBezTo>
                      <a:cubicBezTo>
                        <a:pt x="40196" y="83534"/>
                        <a:pt x="39338" y="82677"/>
                        <a:pt x="38291" y="82391"/>
                      </a:cubicBezTo>
                      <a:cubicBezTo>
                        <a:pt x="38481" y="81915"/>
                        <a:pt x="38576" y="81439"/>
                        <a:pt x="38576" y="81058"/>
                      </a:cubicBezTo>
                      <a:cubicBezTo>
                        <a:pt x="38576" y="80201"/>
                        <a:pt x="38100" y="79438"/>
                        <a:pt x="37052" y="78677"/>
                      </a:cubicBezTo>
                      <a:cubicBezTo>
                        <a:pt x="36100" y="77914"/>
                        <a:pt x="35528" y="77153"/>
                        <a:pt x="35528" y="76390"/>
                      </a:cubicBezTo>
                      <a:cubicBezTo>
                        <a:pt x="35528" y="75914"/>
                        <a:pt x="35623" y="75247"/>
                        <a:pt x="35909" y="74676"/>
                      </a:cubicBezTo>
                      <a:cubicBezTo>
                        <a:pt x="35243" y="73628"/>
                        <a:pt x="34385" y="71533"/>
                        <a:pt x="33433" y="68485"/>
                      </a:cubicBezTo>
                      <a:cubicBezTo>
                        <a:pt x="32576" y="65913"/>
                        <a:pt x="31623" y="63913"/>
                        <a:pt x="30385" y="62674"/>
                      </a:cubicBezTo>
                      <a:cubicBezTo>
                        <a:pt x="30385" y="60674"/>
                        <a:pt x="29623" y="58388"/>
                        <a:pt x="28004" y="55721"/>
                      </a:cubicBezTo>
                      <a:lnTo>
                        <a:pt x="24955" y="55245"/>
                      </a:lnTo>
                      <a:lnTo>
                        <a:pt x="25241" y="54864"/>
                      </a:lnTo>
                      <a:cubicBezTo>
                        <a:pt x="25241" y="54864"/>
                        <a:pt x="24765" y="54293"/>
                        <a:pt x="24479" y="54293"/>
                      </a:cubicBezTo>
                      <a:lnTo>
                        <a:pt x="23336" y="55626"/>
                      </a:lnTo>
                      <a:cubicBezTo>
                        <a:pt x="23336" y="55626"/>
                        <a:pt x="22193" y="55816"/>
                        <a:pt x="20955" y="56197"/>
                      </a:cubicBezTo>
                      <a:cubicBezTo>
                        <a:pt x="19812" y="56579"/>
                        <a:pt x="18860" y="56769"/>
                        <a:pt x="18288" y="56769"/>
                      </a:cubicBezTo>
                      <a:cubicBezTo>
                        <a:pt x="17812" y="56769"/>
                        <a:pt x="17431" y="56674"/>
                        <a:pt x="17050" y="56388"/>
                      </a:cubicBezTo>
                      <a:cubicBezTo>
                        <a:pt x="17050" y="56579"/>
                        <a:pt x="17050" y="56674"/>
                        <a:pt x="17050" y="56864"/>
                      </a:cubicBezTo>
                      <a:cubicBezTo>
                        <a:pt x="17050" y="57150"/>
                        <a:pt x="17050" y="57340"/>
                        <a:pt x="17336" y="57531"/>
                      </a:cubicBezTo>
                      <a:cubicBezTo>
                        <a:pt x="17526" y="57721"/>
                        <a:pt x="17621" y="57912"/>
                        <a:pt x="17621" y="57912"/>
                      </a:cubicBezTo>
                      <a:cubicBezTo>
                        <a:pt x="17621" y="58103"/>
                        <a:pt x="17336" y="58388"/>
                        <a:pt x="16669" y="58674"/>
                      </a:cubicBezTo>
                      <a:lnTo>
                        <a:pt x="17145" y="65532"/>
                      </a:lnTo>
                      <a:lnTo>
                        <a:pt x="16288" y="66294"/>
                      </a:lnTo>
                      <a:cubicBezTo>
                        <a:pt x="16859" y="68485"/>
                        <a:pt x="17145" y="71533"/>
                        <a:pt x="17145" y="75343"/>
                      </a:cubicBezTo>
                      <a:cubicBezTo>
                        <a:pt x="17145" y="75724"/>
                        <a:pt x="17050" y="76486"/>
                        <a:pt x="16669" y="77724"/>
                      </a:cubicBezTo>
                      <a:cubicBezTo>
                        <a:pt x="16383" y="78962"/>
                        <a:pt x="16193" y="79915"/>
                        <a:pt x="16193" y="80581"/>
                      </a:cubicBezTo>
                      <a:cubicBezTo>
                        <a:pt x="16193" y="81820"/>
                        <a:pt x="16573" y="82677"/>
                        <a:pt x="17431" y="83344"/>
                      </a:cubicBezTo>
                      <a:cubicBezTo>
                        <a:pt x="16954" y="83725"/>
                        <a:pt x="16669" y="84487"/>
                        <a:pt x="16669" y="85439"/>
                      </a:cubicBezTo>
                      <a:lnTo>
                        <a:pt x="16669" y="86582"/>
                      </a:lnTo>
                      <a:cubicBezTo>
                        <a:pt x="16669" y="86582"/>
                        <a:pt x="16764" y="87344"/>
                        <a:pt x="16764" y="87535"/>
                      </a:cubicBezTo>
                      <a:cubicBezTo>
                        <a:pt x="16764" y="88963"/>
                        <a:pt x="16097" y="89535"/>
                        <a:pt x="14573" y="89345"/>
                      </a:cubicBezTo>
                      <a:lnTo>
                        <a:pt x="15050" y="89726"/>
                      </a:lnTo>
                      <a:cubicBezTo>
                        <a:pt x="14002" y="90297"/>
                        <a:pt x="12573" y="90297"/>
                        <a:pt x="10859" y="90011"/>
                      </a:cubicBezTo>
                      <a:cubicBezTo>
                        <a:pt x="9144" y="89630"/>
                        <a:pt x="8001" y="89726"/>
                        <a:pt x="7429" y="90202"/>
                      </a:cubicBezTo>
                      <a:cubicBezTo>
                        <a:pt x="5048" y="89916"/>
                        <a:pt x="2858" y="89154"/>
                        <a:pt x="762" y="88106"/>
                      </a:cubicBezTo>
                      <a:cubicBezTo>
                        <a:pt x="762" y="82296"/>
                        <a:pt x="762" y="73533"/>
                        <a:pt x="476" y="61817"/>
                      </a:cubicBezTo>
                      <a:lnTo>
                        <a:pt x="0" y="61817"/>
                      </a:lnTo>
                      <a:cubicBezTo>
                        <a:pt x="571" y="60960"/>
                        <a:pt x="857" y="60007"/>
                        <a:pt x="857" y="58769"/>
                      </a:cubicBezTo>
                      <a:cubicBezTo>
                        <a:pt x="857" y="58293"/>
                        <a:pt x="857" y="57531"/>
                        <a:pt x="667" y="56483"/>
                      </a:cubicBezTo>
                      <a:cubicBezTo>
                        <a:pt x="476" y="55436"/>
                        <a:pt x="476" y="54578"/>
                        <a:pt x="476" y="54007"/>
                      </a:cubicBezTo>
                      <a:cubicBezTo>
                        <a:pt x="476" y="52673"/>
                        <a:pt x="762" y="51435"/>
                        <a:pt x="1334" y="50387"/>
                      </a:cubicBezTo>
                      <a:cubicBezTo>
                        <a:pt x="1048" y="46482"/>
                        <a:pt x="857" y="41243"/>
                        <a:pt x="857" y="34480"/>
                      </a:cubicBezTo>
                      <a:lnTo>
                        <a:pt x="857" y="18193"/>
                      </a:lnTo>
                      <a:cubicBezTo>
                        <a:pt x="857" y="18193"/>
                        <a:pt x="191" y="17526"/>
                        <a:pt x="191" y="17145"/>
                      </a:cubicBezTo>
                      <a:cubicBezTo>
                        <a:pt x="191" y="16954"/>
                        <a:pt x="381" y="16478"/>
                        <a:pt x="762" y="15812"/>
                      </a:cubicBezTo>
                      <a:cubicBezTo>
                        <a:pt x="1143" y="15145"/>
                        <a:pt x="1238" y="14573"/>
                        <a:pt x="1238" y="14192"/>
                      </a:cubicBezTo>
                      <a:cubicBezTo>
                        <a:pt x="476" y="13430"/>
                        <a:pt x="0" y="12478"/>
                        <a:pt x="0" y="11430"/>
                      </a:cubicBezTo>
                      <a:cubicBezTo>
                        <a:pt x="0" y="10763"/>
                        <a:pt x="191" y="9620"/>
                        <a:pt x="762" y="8001"/>
                      </a:cubicBezTo>
                      <a:cubicBezTo>
                        <a:pt x="1238" y="6477"/>
                        <a:pt x="1429" y="5239"/>
                        <a:pt x="1238" y="4381"/>
                      </a:cubicBezTo>
                      <a:lnTo>
                        <a:pt x="5429" y="476"/>
                      </a:lnTo>
                      <a:lnTo>
                        <a:pt x="23431" y="0"/>
                      </a:lnTo>
                      <a:cubicBezTo>
                        <a:pt x="23431" y="0"/>
                        <a:pt x="24575" y="1238"/>
                        <a:pt x="25908" y="2477"/>
                      </a:cubicBezTo>
                      <a:cubicBezTo>
                        <a:pt x="26861" y="3429"/>
                        <a:pt x="27527" y="4477"/>
                        <a:pt x="27908" y="5620"/>
                      </a:cubicBezTo>
                      <a:cubicBezTo>
                        <a:pt x="27908" y="5239"/>
                        <a:pt x="27813" y="4953"/>
                        <a:pt x="27813" y="4667"/>
                      </a:cubicBezTo>
                      <a:cubicBezTo>
                        <a:pt x="27813" y="3715"/>
                        <a:pt x="28385" y="2953"/>
                        <a:pt x="29432" y="2286"/>
                      </a:cubicBezTo>
                      <a:cubicBezTo>
                        <a:pt x="30766" y="1524"/>
                        <a:pt x="31623" y="953"/>
                        <a:pt x="31909" y="476"/>
                      </a:cubicBezTo>
                      <a:cubicBezTo>
                        <a:pt x="32290" y="286"/>
                        <a:pt x="32766" y="667"/>
                        <a:pt x="33338" y="1333"/>
                      </a:cubicBezTo>
                      <a:cubicBezTo>
                        <a:pt x="33528" y="1333"/>
                        <a:pt x="33814" y="1238"/>
                        <a:pt x="34100" y="1238"/>
                      </a:cubicBezTo>
                      <a:cubicBezTo>
                        <a:pt x="34576" y="1238"/>
                        <a:pt x="35338" y="1524"/>
                        <a:pt x="36481" y="2286"/>
                      </a:cubicBezTo>
                      <a:cubicBezTo>
                        <a:pt x="37529" y="2953"/>
                        <a:pt x="38386" y="3238"/>
                        <a:pt x="38957" y="3143"/>
                      </a:cubicBezTo>
                      <a:lnTo>
                        <a:pt x="42481" y="3143"/>
                      </a:lnTo>
                      <a:cubicBezTo>
                        <a:pt x="42291" y="4381"/>
                        <a:pt x="42672" y="4953"/>
                        <a:pt x="43625" y="4953"/>
                      </a:cubicBezTo>
                      <a:cubicBezTo>
                        <a:pt x="43625" y="4953"/>
                        <a:pt x="43910" y="4953"/>
                        <a:pt x="44196" y="4858"/>
                      </a:cubicBezTo>
                      <a:lnTo>
                        <a:pt x="44958" y="4858"/>
                      </a:lnTo>
                      <a:cubicBezTo>
                        <a:pt x="45815" y="4858"/>
                        <a:pt x="46387" y="5334"/>
                        <a:pt x="46482" y="6191"/>
                      </a:cubicBezTo>
                      <a:lnTo>
                        <a:pt x="48959" y="6191"/>
                      </a:lnTo>
                      <a:cubicBezTo>
                        <a:pt x="50483" y="7811"/>
                        <a:pt x="52006" y="9335"/>
                        <a:pt x="53530" y="10954"/>
                      </a:cubicBezTo>
                      <a:cubicBezTo>
                        <a:pt x="55245" y="12859"/>
                        <a:pt x="56293" y="14669"/>
                        <a:pt x="56388" y="16478"/>
                      </a:cubicBezTo>
                      <a:cubicBezTo>
                        <a:pt x="57436" y="17050"/>
                        <a:pt x="58103" y="18097"/>
                        <a:pt x="58388" y="19526"/>
                      </a:cubicBezTo>
                      <a:cubicBezTo>
                        <a:pt x="58864" y="21527"/>
                        <a:pt x="59246" y="22860"/>
                        <a:pt x="59627" y="23431"/>
                      </a:cubicBezTo>
                      <a:lnTo>
                        <a:pt x="58769" y="24194"/>
                      </a:lnTo>
                      <a:close/>
                      <a:moveTo>
                        <a:pt x="9430" y="28956"/>
                      </a:moveTo>
                      <a:lnTo>
                        <a:pt x="9430" y="26479"/>
                      </a:lnTo>
                      <a:lnTo>
                        <a:pt x="9049" y="26479"/>
                      </a:lnTo>
                      <a:lnTo>
                        <a:pt x="9049" y="28956"/>
                      </a:lnTo>
                      <a:lnTo>
                        <a:pt x="9430" y="28956"/>
                      </a:lnTo>
                      <a:close/>
                      <a:moveTo>
                        <a:pt x="12192" y="13906"/>
                      </a:moveTo>
                      <a:cubicBezTo>
                        <a:pt x="12192" y="13906"/>
                        <a:pt x="12192" y="12954"/>
                        <a:pt x="12383" y="12192"/>
                      </a:cubicBezTo>
                      <a:cubicBezTo>
                        <a:pt x="12573" y="11430"/>
                        <a:pt x="12668" y="10858"/>
                        <a:pt x="12668" y="10668"/>
                      </a:cubicBezTo>
                      <a:cubicBezTo>
                        <a:pt x="12668" y="9715"/>
                        <a:pt x="12287" y="9144"/>
                        <a:pt x="11430" y="8858"/>
                      </a:cubicBezTo>
                      <a:lnTo>
                        <a:pt x="12668" y="7525"/>
                      </a:lnTo>
                      <a:cubicBezTo>
                        <a:pt x="12668" y="7525"/>
                        <a:pt x="12668" y="7239"/>
                        <a:pt x="12573" y="7048"/>
                      </a:cubicBezTo>
                      <a:cubicBezTo>
                        <a:pt x="11811" y="7811"/>
                        <a:pt x="11335" y="8572"/>
                        <a:pt x="11335" y="9239"/>
                      </a:cubicBezTo>
                      <a:cubicBezTo>
                        <a:pt x="11335" y="9620"/>
                        <a:pt x="11716" y="10573"/>
                        <a:pt x="12287" y="12192"/>
                      </a:cubicBezTo>
                      <a:cubicBezTo>
                        <a:pt x="11906" y="12192"/>
                        <a:pt x="11621" y="12573"/>
                        <a:pt x="11525" y="12954"/>
                      </a:cubicBezTo>
                      <a:cubicBezTo>
                        <a:pt x="11430" y="13335"/>
                        <a:pt x="11239" y="13716"/>
                        <a:pt x="11049" y="13811"/>
                      </a:cubicBezTo>
                      <a:lnTo>
                        <a:pt x="12287" y="13811"/>
                      </a:lnTo>
                      <a:close/>
                      <a:moveTo>
                        <a:pt x="16383" y="11335"/>
                      </a:moveTo>
                      <a:lnTo>
                        <a:pt x="18002" y="12573"/>
                      </a:lnTo>
                      <a:lnTo>
                        <a:pt x="18002" y="12573"/>
                      </a:lnTo>
                      <a:lnTo>
                        <a:pt x="17145" y="13621"/>
                      </a:lnTo>
                      <a:lnTo>
                        <a:pt x="18002" y="13621"/>
                      </a:lnTo>
                      <a:lnTo>
                        <a:pt x="18002" y="7525"/>
                      </a:lnTo>
                      <a:cubicBezTo>
                        <a:pt x="18002" y="7525"/>
                        <a:pt x="17431" y="8001"/>
                        <a:pt x="16954" y="8382"/>
                      </a:cubicBezTo>
                      <a:cubicBezTo>
                        <a:pt x="16954" y="8191"/>
                        <a:pt x="16764" y="8001"/>
                        <a:pt x="16288" y="8001"/>
                      </a:cubicBezTo>
                      <a:cubicBezTo>
                        <a:pt x="16478" y="8287"/>
                        <a:pt x="16669" y="8477"/>
                        <a:pt x="16954" y="8382"/>
                      </a:cubicBezTo>
                      <a:cubicBezTo>
                        <a:pt x="17050" y="8668"/>
                        <a:pt x="16954" y="9144"/>
                        <a:pt x="16764" y="9811"/>
                      </a:cubicBezTo>
                      <a:cubicBezTo>
                        <a:pt x="16764" y="9811"/>
                        <a:pt x="16764" y="9715"/>
                        <a:pt x="16764" y="9620"/>
                      </a:cubicBezTo>
                      <a:cubicBezTo>
                        <a:pt x="17050" y="9620"/>
                        <a:pt x="17240" y="9811"/>
                        <a:pt x="17526" y="10192"/>
                      </a:cubicBezTo>
                      <a:lnTo>
                        <a:pt x="16288" y="11430"/>
                      </a:lnTo>
                      <a:close/>
                      <a:moveTo>
                        <a:pt x="42291" y="30099"/>
                      </a:moveTo>
                      <a:cubicBezTo>
                        <a:pt x="42291" y="30099"/>
                        <a:pt x="42481" y="29432"/>
                        <a:pt x="42481" y="29242"/>
                      </a:cubicBezTo>
                      <a:cubicBezTo>
                        <a:pt x="42481" y="28765"/>
                        <a:pt x="42196" y="28194"/>
                        <a:pt x="41529" y="27718"/>
                      </a:cubicBezTo>
                      <a:cubicBezTo>
                        <a:pt x="40958" y="27241"/>
                        <a:pt x="40577" y="26765"/>
                        <a:pt x="40386" y="26479"/>
                      </a:cubicBezTo>
                      <a:cubicBezTo>
                        <a:pt x="40672" y="26003"/>
                        <a:pt x="40767" y="25622"/>
                        <a:pt x="40767" y="25241"/>
                      </a:cubicBezTo>
                      <a:cubicBezTo>
                        <a:pt x="40767" y="24670"/>
                        <a:pt x="40291" y="24003"/>
                        <a:pt x="39338" y="23336"/>
                      </a:cubicBezTo>
                      <a:cubicBezTo>
                        <a:pt x="38291" y="22670"/>
                        <a:pt x="37814" y="22193"/>
                        <a:pt x="37624" y="21717"/>
                      </a:cubicBezTo>
                      <a:cubicBezTo>
                        <a:pt x="37338" y="21336"/>
                        <a:pt x="36862" y="21146"/>
                        <a:pt x="36386" y="21146"/>
                      </a:cubicBezTo>
                      <a:cubicBezTo>
                        <a:pt x="36195" y="21146"/>
                        <a:pt x="35814" y="21146"/>
                        <a:pt x="35433" y="21336"/>
                      </a:cubicBezTo>
                      <a:cubicBezTo>
                        <a:pt x="34957" y="21431"/>
                        <a:pt x="34671" y="21527"/>
                        <a:pt x="34480" y="21527"/>
                      </a:cubicBezTo>
                      <a:cubicBezTo>
                        <a:pt x="33814" y="21527"/>
                        <a:pt x="33433" y="21146"/>
                        <a:pt x="33242" y="20288"/>
                      </a:cubicBezTo>
                      <a:lnTo>
                        <a:pt x="34100" y="19621"/>
                      </a:lnTo>
                      <a:cubicBezTo>
                        <a:pt x="32671" y="19526"/>
                        <a:pt x="32004" y="20003"/>
                        <a:pt x="31813" y="21336"/>
                      </a:cubicBezTo>
                      <a:cubicBezTo>
                        <a:pt x="31623" y="23146"/>
                        <a:pt x="31337" y="24289"/>
                        <a:pt x="30956" y="24670"/>
                      </a:cubicBezTo>
                      <a:cubicBezTo>
                        <a:pt x="30575" y="23241"/>
                        <a:pt x="30194" y="21812"/>
                        <a:pt x="29718" y="20383"/>
                      </a:cubicBezTo>
                      <a:cubicBezTo>
                        <a:pt x="29337" y="18955"/>
                        <a:pt x="28385" y="17812"/>
                        <a:pt x="26956" y="16954"/>
                      </a:cubicBezTo>
                      <a:cubicBezTo>
                        <a:pt x="26765" y="18383"/>
                        <a:pt x="25908" y="19145"/>
                        <a:pt x="24479" y="19145"/>
                      </a:cubicBezTo>
                      <a:cubicBezTo>
                        <a:pt x="24194" y="19145"/>
                        <a:pt x="23622" y="19145"/>
                        <a:pt x="22860" y="19050"/>
                      </a:cubicBezTo>
                      <a:cubicBezTo>
                        <a:pt x="22098" y="19050"/>
                        <a:pt x="21527" y="18955"/>
                        <a:pt x="21146" y="18955"/>
                      </a:cubicBezTo>
                      <a:cubicBezTo>
                        <a:pt x="20764" y="18955"/>
                        <a:pt x="20384" y="18955"/>
                        <a:pt x="20003" y="19050"/>
                      </a:cubicBezTo>
                      <a:cubicBezTo>
                        <a:pt x="18002" y="20383"/>
                        <a:pt x="17050" y="22670"/>
                        <a:pt x="17050" y="26003"/>
                      </a:cubicBezTo>
                      <a:cubicBezTo>
                        <a:pt x="17050" y="26575"/>
                        <a:pt x="17050" y="27622"/>
                        <a:pt x="17145" y="28956"/>
                      </a:cubicBezTo>
                      <a:cubicBezTo>
                        <a:pt x="17240" y="30289"/>
                        <a:pt x="17240" y="31337"/>
                        <a:pt x="17240" y="32004"/>
                      </a:cubicBezTo>
                      <a:cubicBezTo>
                        <a:pt x="17240" y="33528"/>
                        <a:pt x="17145" y="34766"/>
                        <a:pt x="16859" y="35814"/>
                      </a:cubicBezTo>
                      <a:cubicBezTo>
                        <a:pt x="16859" y="36671"/>
                        <a:pt x="17526" y="37147"/>
                        <a:pt x="18669" y="37052"/>
                      </a:cubicBezTo>
                      <a:cubicBezTo>
                        <a:pt x="19812" y="37052"/>
                        <a:pt x="20574" y="37433"/>
                        <a:pt x="20860" y="38386"/>
                      </a:cubicBezTo>
                      <a:cubicBezTo>
                        <a:pt x="21336" y="38671"/>
                        <a:pt x="22384" y="38767"/>
                        <a:pt x="24098" y="38767"/>
                      </a:cubicBezTo>
                      <a:cubicBezTo>
                        <a:pt x="25432" y="38767"/>
                        <a:pt x="26384" y="39243"/>
                        <a:pt x="26956" y="40196"/>
                      </a:cubicBezTo>
                      <a:cubicBezTo>
                        <a:pt x="27432" y="39148"/>
                        <a:pt x="28099" y="38576"/>
                        <a:pt x="29051" y="38386"/>
                      </a:cubicBezTo>
                      <a:lnTo>
                        <a:pt x="31623" y="38386"/>
                      </a:lnTo>
                      <a:cubicBezTo>
                        <a:pt x="32385" y="38195"/>
                        <a:pt x="32861" y="37814"/>
                        <a:pt x="33242" y="37147"/>
                      </a:cubicBezTo>
                      <a:cubicBezTo>
                        <a:pt x="35719" y="37433"/>
                        <a:pt x="38481" y="35814"/>
                        <a:pt x="41624" y="32195"/>
                      </a:cubicBezTo>
                      <a:lnTo>
                        <a:pt x="40005" y="31528"/>
                      </a:lnTo>
                      <a:lnTo>
                        <a:pt x="42291" y="30099"/>
                      </a:lnTo>
                      <a:close/>
                      <a:moveTo>
                        <a:pt x="40386" y="12668"/>
                      </a:moveTo>
                      <a:cubicBezTo>
                        <a:pt x="40386" y="12668"/>
                        <a:pt x="40196" y="12192"/>
                        <a:pt x="39910" y="12192"/>
                      </a:cubicBezTo>
                      <a:cubicBezTo>
                        <a:pt x="39338" y="12192"/>
                        <a:pt x="38957" y="12478"/>
                        <a:pt x="38957" y="12954"/>
                      </a:cubicBezTo>
                      <a:cubicBezTo>
                        <a:pt x="38957" y="12954"/>
                        <a:pt x="38957" y="12954"/>
                        <a:pt x="39148" y="12954"/>
                      </a:cubicBezTo>
                      <a:lnTo>
                        <a:pt x="40386" y="12478"/>
                      </a:lnTo>
                      <a:close/>
                      <a:moveTo>
                        <a:pt x="44672" y="7429"/>
                      </a:moveTo>
                      <a:lnTo>
                        <a:pt x="44672" y="6763"/>
                      </a:lnTo>
                      <a:cubicBezTo>
                        <a:pt x="44672" y="6763"/>
                        <a:pt x="43529" y="7144"/>
                        <a:pt x="42196" y="7144"/>
                      </a:cubicBezTo>
                      <a:lnTo>
                        <a:pt x="44672" y="7525"/>
                      </a:lnTo>
                      <a:close/>
                      <a:moveTo>
                        <a:pt x="42196" y="26479"/>
                      </a:moveTo>
                      <a:lnTo>
                        <a:pt x="43815" y="26479"/>
                      </a:lnTo>
                      <a:cubicBezTo>
                        <a:pt x="43148" y="25718"/>
                        <a:pt x="42577" y="25432"/>
                        <a:pt x="42196" y="25622"/>
                      </a:cubicBezTo>
                      <a:lnTo>
                        <a:pt x="42196" y="26479"/>
                      </a:lnTo>
                      <a:close/>
                      <a:moveTo>
                        <a:pt x="45529" y="32004"/>
                      </a:moveTo>
                      <a:lnTo>
                        <a:pt x="46672" y="30766"/>
                      </a:lnTo>
                      <a:lnTo>
                        <a:pt x="46196" y="30766"/>
                      </a:lnTo>
                      <a:lnTo>
                        <a:pt x="45625" y="32004"/>
                      </a:lnTo>
                      <a:close/>
                      <a:moveTo>
                        <a:pt x="48673" y="32290"/>
                      </a:moveTo>
                      <a:cubicBezTo>
                        <a:pt x="48673" y="32290"/>
                        <a:pt x="48292" y="31718"/>
                        <a:pt x="48292" y="31242"/>
                      </a:cubicBezTo>
                      <a:cubicBezTo>
                        <a:pt x="48292" y="30004"/>
                        <a:pt x="48768" y="29051"/>
                        <a:pt x="49816" y="28385"/>
                      </a:cubicBezTo>
                      <a:cubicBezTo>
                        <a:pt x="49625" y="28099"/>
                        <a:pt x="49339" y="28004"/>
                        <a:pt x="49149" y="28004"/>
                      </a:cubicBezTo>
                      <a:cubicBezTo>
                        <a:pt x="49149" y="28004"/>
                        <a:pt x="48292" y="28575"/>
                        <a:pt x="46672" y="29528"/>
                      </a:cubicBezTo>
                      <a:cubicBezTo>
                        <a:pt x="47720" y="29813"/>
                        <a:pt x="48196" y="30385"/>
                        <a:pt x="48196" y="31052"/>
                      </a:cubicBezTo>
                      <a:cubicBezTo>
                        <a:pt x="48196" y="31337"/>
                        <a:pt x="48196" y="31813"/>
                        <a:pt x="47816" y="32290"/>
                      </a:cubicBezTo>
                      <a:cubicBezTo>
                        <a:pt x="47625" y="32861"/>
                        <a:pt x="47435" y="33242"/>
                        <a:pt x="47435" y="33528"/>
                      </a:cubicBezTo>
                      <a:cubicBezTo>
                        <a:pt x="47435" y="33909"/>
                        <a:pt x="47911" y="34099"/>
                        <a:pt x="48959" y="34099"/>
                      </a:cubicBezTo>
                      <a:cubicBezTo>
                        <a:pt x="48959" y="33052"/>
                        <a:pt x="48863" y="32385"/>
                        <a:pt x="48578" y="32195"/>
                      </a:cubicBezTo>
                      <a:close/>
                      <a:moveTo>
                        <a:pt x="51816" y="37624"/>
                      </a:moveTo>
                      <a:lnTo>
                        <a:pt x="52102" y="37243"/>
                      </a:lnTo>
                      <a:lnTo>
                        <a:pt x="51435" y="36386"/>
                      </a:lnTo>
                      <a:lnTo>
                        <a:pt x="51721" y="37624"/>
                      </a:lnTo>
                      <a:close/>
                      <a:moveTo>
                        <a:pt x="53816" y="29908"/>
                      </a:moveTo>
                      <a:lnTo>
                        <a:pt x="54959" y="30766"/>
                      </a:lnTo>
                      <a:cubicBezTo>
                        <a:pt x="54673" y="30289"/>
                        <a:pt x="54578" y="29908"/>
                        <a:pt x="54673" y="29908"/>
                      </a:cubicBezTo>
                      <a:lnTo>
                        <a:pt x="53816" y="29908"/>
                      </a:lnTo>
                      <a:close/>
                      <a:moveTo>
                        <a:pt x="54102" y="16097"/>
                      </a:moveTo>
                      <a:lnTo>
                        <a:pt x="54102" y="16954"/>
                      </a:lnTo>
                      <a:lnTo>
                        <a:pt x="54959" y="16097"/>
                      </a:lnTo>
                      <a:lnTo>
                        <a:pt x="54102" y="16097"/>
                      </a:lnTo>
                      <a:close/>
                      <a:moveTo>
                        <a:pt x="54959" y="26003"/>
                      </a:moveTo>
                      <a:lnTo>
                        <a:pt x="56960" y="23908"/>
                      </a:lnTo>
                      <a:lnTo>
                        <a:pt x="55817" y="23908"/>
                      </a:lnTo>
                      <a:lnTo>
                        <a:pt x="54959" y="26003"/>
                      </a:lnTo>
                      <a:close/>
                      <a:moveTo>
                        <a:pt x="55817" y="35814"/>
                      </a:moveTo>
                      <a:lnTo>
                        <a:pt x="56960" y="35338"/>
                      </a:lnTo>
                      <a:cubicBezTo>
                        <a:pt x="56960" y="35338"/>
                        <a:pt x="56483" y="34862"/>
                        <a:pt x="55817" y="34862"/>
                      </a:cubicBezTo>
                      <a:lnTo>
                        <a:pt x="55817" y="35719"/>
                      </a:lnTo>
                      <a:close/>
                      <a:moveTo>
                        <a:pt x="58198" y="14764"/>
                      </a:moveTo>
                      <a:cubicBezTo>
                        <a:pt x="58198" y="14764"/>
                        <a:pt x="58674" y="14859"/>
                        <a:pt x="59150" y="15335"/>
                      </a:cubicBezTo>
                      <a:lnTo>
                        <a:pt x="58198" y="14764"/>
                      </a:lnTo>
                      <a:close/>
                      <a:moveTo>
                        <a:pt x="59722" y="15716"/>
                      </a:moveTo>
                      <a:cubicBezTo>
                        <a:pt x="59722" y="15716"/>
                        <a:pt x="59341" y="15621"/>
                        <a:pt x="59150" y="15240"/>
                      </a:cubicBezTo>
                      <a:lnTo>
                        <a:pt x="59722" y="15716"/>
                      </a:lnTo>
                      <a:close/>
                      <a:moveTo>
                        <a:pt x="60103" y="16002"/>
                      </a:moveTo>
                      <a:lnTo>
                        <a:pt x="59722" y="15716"/>
                      </a:lnTo>
                      <a:cubicBezTo>
                        <a:pt x="59722" y="15716"/>
                        <a:pt x="60198" y="15716"/>
                        <a:pt x="60103" y="15716"/>
                      </a:cubicBezTo>
                      <a:lnTo>
                        <a:pt x="60103" y="16097"/>
                      </a:lnTo>
                      <a:close/>
                      <a:moveTo>
                        <a:pt x="61531" y="10763"/>
                      </a:moveTo>
                      <a:cubicBezTo>
                        <a:pt x="61531" y="10763"/>
                        <a:pt x="61055" y="10668"/>
                        <a:pt x="60674" y="10573"/>
                      </a:cubicBezTo>
                      <a:cubicBezTo>
                        <a:pt x="60293" y="10573"/>
                        <a:pt x="60103" y="10478"/>
                        <a:pt x="60103" y="10287"/>
                      </a:cubicBezTo>
                      <a:cubicBezTo>
                        <a:pt x="60103" y="10096"/>
                        <a:pt x="60293" y="9811"/>
                        <a:pt x="60484" y="9525"/>
                      </a:cubicBezTo>
                      <a:lnTo>
                        <a:pt x="61531" y="10763"/>
                      </a:lnTo>
                      <a:close/>
                      <a:moveTo>
                        <a:pt x="61722" y="27337"/>
                      </a:moveTo>
                      <a:lnTo>
                        <a:pt x="60484" y="26479"/>
                      </a:lnTo>
                      <a:lnTo>
                        <a:pt x="61722" y="26479"/>
                      </a:lnTo>
                      <a:lnTo>
                        <a:pt x="61722" y="27337"/>
                      </a:lnTo>
                      <a:close/>
                      <a:moveTo>
                        <a:pt x="61531" y="10763"/>
                      </a:moveTo>
                      <a:lnTo>
                        <a:pt x="61722" y="11049"/>
                      </a:lnTo>
                      <a:lnTo>
                        <a:pt x="61531" y="10763"/>
                      </a:lnTo>
                      <a:close/>
                      <a:moveTo>
                        <a:pt x="62579" y="20003"/>
                      </a:moveTo>
                      <a:lnTo>
                        <a:pt x="62865" y="18764"/>
                      </a:lnTo>
                      <a:lnTo>
                        <a:pt x="65342" y="19621"/>
                      </a:lnTo>
                      <a:cubicBezTo>
                        <a:pt x="64770" y="19621"/>
                        <a:pt x="64294" y="20098"/>
                        <a:pt x="63913" y="20955"/>
                      </a:cubicBezTo>
                      <a:cubicBezTo>
                        <a:pt x="63722" y="20955"/>
                        <a:pt x="63341" y="20574"/>
                        <a:pt x="62579" y="20003"/>
                      </a:cubicBezTo>
                      <a:close/>
                      <a:moveTo>
                        <a:pt x="65342" y="8382"/>
                      </a:moveTo>
                      <a:cubicBezTo>
                        <a:pt x="65342" y="8382"/>
                        <a:pt x="64961" y="8954"/>
                        <a:pt x="64484" y="8954"/>
                      </a:cubicBezTo>
                      <a:lnTo>
                        <a:pt x="63341" y="8954"/>
                      </a:lnTo>
                      <a:lnTo>
                        <a:pt x="63627" y="8001"/>
                      </a:lnTo>
                      <a:cubicBezTo>
                        <a:pt x="63627" y="8001"/>
                        <a:pt x="64389" y="8382"/>
                        <a:pt x="65246" y="8382"/>
                      </a:cubicBezTo>
                      <a:close/>
                      <a:moveTo>
                        <a:pt x="64865" y="11716"/>
                      </a:moveTo>
                      <a:lnTo>
                        <a:pt x="64865" y="11049"/>
                      </a:lnTo>
                      <a:cubicBezTo>
                        <a:pt x="66389" y="11335"/>
                        <a:pt x="67437" y="11430"/>
                        <a:pt x="68009" y="11430"/>
                      </a:cubicBezTo>
                      <a:lnTo>
                        <a:pt x="68009" y="12287"/>
                      </a:lnTo>
                      <a:lnTo>
                        <a:pt x="64865" y="11716"/>
                      </a:lnTo>
                      <a:close/>
                      <a:moveTo>
                        <a:pt x="68485" y="28670"/>
                      </a:moveTo>
                      <a:lnTo>
                        <a:pt x="67628" y="28670"/>
                      </a:lnTo>
                      <a:lnTo>
                        <a:pt x="68294" y="27527"/>
                      </a:lnTo>
                      <a:cubicBezTo>
                        <a:pt x="68294" y="27527"/>
                        <a:pt x="68485" y="28004"/>
                        <a:pt x="68485" y="28670"/>
                      </a:cubicBezTo>
                      <a:close/>
                      <a:moveTo>
                        <a:pt x="68104" y="27432"/>
                      </a:moveTo>
                      <a:cubicBezTo>
                        <a:pt x="68104" y="27432"/>
                        <a:pt x="68294" y="27051"/>
                        <a:pt x="68485" y="26861"/>
                      </a:cubicBezTo>
                      <a:lnTo>
                        <a:pt x="68294" y="27527"/>
                      </a:lnTo>
                      <a:cubicBezTo>
                        <a:pt x="68294" y="27527"/>
                        <a:pt x="68104" y="27432"/>
                        <a:pt x="68104" y="27432"/>
                      </a:cubicBezTo>
                      <a:close/>
                      <a:moveTo>
                        <a:pt x="68485" y="26861"/>
                      </a:moveTo>
                      <a:lnTo>
                        <a:pt x="68771" y="26098"/>
                      </a:lnTo>
                      <a:cubicBezTo>
                        <a:pt x="68771" y="26098"/>
                        <a:pt x="68771" y="26575"/>
                        <a:pt x="68485" y="26861"/>
                      </a:cubicBezTo>
                      <a:close/>
                      <a:moveTo>
                        <a:pt x="70009" y="3238"/>
                      </a:moveTo>
                      <a:lnTo>
                        <a:pt x="70771" y="4096"/>
                      </a:lnTo>
                      <a:lnTo>
                        <a:pt x="69247" y="4096"/>
                      </a:lnTo>
                      <a:lnTo>
                        <a:pt x="70009" y="3238"/>
                      </a:lnTo>
                      <a:close/>
                      <a:moveTo>
                        <a:pt x="70485" y="15430"/>
                      </a:moveTo>
                      <a:lnTo>
                        <a:pt x="72390" y="17526"/>
                      </a:lnTo>
                      <a:cubicBezTo>
                        <a:pt x="70866" y="17050"/>
                        <a:pt x="70104" y="16573"/>
                        <a:pt x="70104" y="16288"/>
                      </a:cubicBezTo>
                      <a:cubicBezTo>
                        <a:pt x="70104" y="16097"/>
                        <a:pt x="70199" y="15812"/>
                        <a:pt x="70390" y="15430"/>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 name="Google Shape;1402;p99"/>
                <p:cNvSpPr/>
                <p:nvPr/>
              </p:nvSpPr>
              <p:spPr>
                <a:xfrm>
                  <a:off x="5887783" y="4893183"/>
                  <a:ext cx="18287" cy="90582"/>
                </a:xfrm>
                <a:custGeom>
                  <a:avLst/>
                  <a:gdLst/>
                  <a:ahLst/>
                  <a:cxnLst/>
                  <a:rect l="l" t="t" r="r" b="b"/>
                  <a:pathLst>
                    <a:path w="18287" h="90582" extrusionOk="0">
                      <a:moveTo>
                        <a:pt x="16954" y="78772"/>
                      </a:moveTo>
                      <a:cubicBezTo>
                        <a:pt x="16954" y="80963"/>
                        <a:pt x="16954" y="82296"/>
                        <a:pt x="16669" y="82772"/>
                      </a:cubicBezTo>
                      <a:cubicBezTo>
                        <a:pt x="17335" y="85820"/>
                        <a:pt x="17240" y="88106"/>
                        <a:pt x="16288" y="89535"/>
                      </a:cubicBezTo>
                      <a:cubicBezTo>
                        <a:pt x="15621" y="89916"/>
                        <a:pt x="14859" y="90106"/>
                        <a:pt x="13906" y="90106"/>
                      </a:cubicBezTo>
                      <a:lnTo>
                        <a:pt x="10954" y="90106"/>
                      </a:lnTo>
                      <a:cubicBezTo>
                        <a:pt x="10954" y="88963"/>
                        <a:pt x="10858" y="88392"/>
                        <a:pt x="10668" y="88297"/>
                      </a:cubicBezTo>
                      <a:cubicBezTo>
                        <a:pt x="10668" y="89821"/>
                        <a:pt x="10192" y="90583"/>
                        <a:pt x="9144" y="90583"/>
                      </a:cubicBezTo>
                      <a:cubicBezTo>
                        <a:pt x="8858" y="90583"/>
                        <a:pt x="8191" y="90488"/>
                        <a:pt x="7429" y="90202"/>
                      </a:cubicBezTo>
                      <a:cubicBezTo>
                        <a:pt x="6572" y="89916"/>
                        <a:pt x="6096" y="89821"/>
                        <a:pt x="5715" y="89821"/>
                      </a:cubicBezTo>
                      <a:cubicBezTo>
                        <a:pt x="5334" y="89821"/>
                        <a:pt x="4953" y="89821"/>
                        <a:pt x="4763" y="90011"/>
                      </a:cubicBezTo>
                      <a:cubicBezTo>
                        <a:pt x="4476" y="89726"/>
                        <a:pt x="4191" y="89535"/>
                        <a:pt x="3905" y="89535"/>
                      </a:cubicBezTo>
                      <a:cubicBezTo>
                        <a:pt x="3715" y="89535"/>
                        <a:pt x="3524" y="89535"/>
                        <a:pt x="3143" y="89726"/>
                      </a:cubicBezTo>
                      <a:cubicBezTo>
                        <a:pt x="2857" y="89821"/>
                        <a:pt x="2572" y="89916"/>
                        <a:pt x="2476" y="89916"/>
                      </a:cubicBezTo>
                      <a:cubicBezTo>
                        <a:pt x="2095" y="89916"/>
                        <a:pt x="1809" y="89726"/>
                        <a:pt x="1524" y="89440"/>
                      </a:cubicBezTo>
                      <a:cubicBezTo>
                        <a:pt x="857" y="85915"/>
                        <a:pt x="476" y="82201"/>
                        <a:pt x="476" y="78296"/>
                      </a:cubicBezTo>
                      <a:cubicBezTo>
                        <a:pt x="476" y="75152"/>
                        <a:pt x="857" y="70104"/>
                        <a:pt x="1524" y="63151"/>
                      </a:cubicBezTo>
                      <a:cubicBezTo>
                        <a:pt x="762" y="58007"/>
                        <a:pt x="571" y="49435"/>
                        <a:pt x="1048" y="37529"/>
                      </a:cubicBezTo>
                      <a:cubicBezTo>
                        <a:pt x="381" y="36766"/>
                        <a:pt x="0" y="36195"/>
                        <a:pt x="0" y="35719"/>
                      </a:cubicBezTo>
                      <a:cubicBezTo>
                        <a:pt x="0" y="35528"/>
                        <a:pt x="190" y="35243"/>
                        <a:pt x="476" y="34766"/>
                      </a:cubicBezTo>
                      <a:cubicBezTo>
                        <a:pt x="762" y="34385"/>
                        <a:pt x="952" y="33909"/>
                        <a:pt x="952" y="33623"/>
                      </a:cubicBezTo>
                      <a:cubicBezTo>
                        <a:pt x="952" y="33242"/>
                        <a:pt x="762" y="32671"/>
                        <a:pt x="476" y="31909"/>
                      </a:cubicBezTo>
                      <a:cubicBezTo>
                        <a:pt x="857" y="31432"/>
                        <a:pt x="857" y="30004"/>
                        <a:pt x="476" y="27813"/>
                      </a:cubicBezTo>
                      <a:cubicBezTo>
                        <a:pt x="190" y="25908"/>
                        <a:pt x="667" y="24765"/>
                        <a:pt x="2000" y="24479"/>
                      </a:cubicBezTo>
                      <a:lnTo>
                        <a:pt x="476" y="21717"/>
                      </a:lnTo>
                      <a:cubicBezTo>
                        <a:pt x="1048" y="21336"/>
                        <a:pt x="1333" y="20764"/>
                        <a:pt x="1333" y="19812"/>
                      </a:cubicBezTo>
                      <a:cubicBezTo>
                        <a:pt x="1333" y="19240"/>
                        <a:pt x="1143" y="18193"/>
                        <a:pt x="857" y="16669"/>
                      </a:cubicBezTo>
                      <a:cubicBezTo>
                        <a:pt x="571" y="15145"/>
                        <a:pt x="381" y="14097"/>
                        <a:pt x="381" y="13335"/>
                      </a:cubicBezTo>
                      <a:cubicBezTo>
                        <a:pt x="381" y="12287"/>
                        <a:pt x="667" y="11430"/>
                        <a:pt x="1143" y="10763"/>
                      </a:cubicBezTo>
                      <a:cubicBezTo>
                        <a:pt x="952" y="8191"/>
                        <a:pt x="857" y="6763"/>
                        <a:pt x="857" y="6382"/>
                      </a:cubicBezTo>
                      <a:cubicBezTo>
                        <a:pt x="857" y="3524"/>
                        <a:pt x="1809" y="1619"/>
                        <a:pt x="3715" y="762"/>
                      </a:cubicBezTo>
                      <a:lnTo>
                        <a:pt x="5620" y="762"/>
                      </a:lnTo>
                      <a:cubicBezTo>
                        <a:pt x="6286" y="762"/>
                        <a:pt x="7429" y="667"/>
                        <a:pt x="8858" y="381"/>
                      </a:cubicBezTo>
                      <a:cubicBezTo>
                        <a:pt x="10382" y="95"/>
                        <a:pt x="11525" y="0"/>
                        <a:pt x="12192" y="0"/>
                      </a:cubicBezTo>
                      <a:cubicBezTo>
                        <a:pt x="14288" y="0"/>
                        <a:pt x="15811" y="953"/>
                        <a:pt x="16859" y="2762"/>
                      </a:cubicBezTo>
                      <a:cubicBezTo>
                        <a:pt x="16954" y="9335"/>
                        <a:pt x="16954" y="19145"/>
                        <a:pt x="16859" y="32290"/>
                      </a:cubicBezTo>
                      <a:cubicBezTo>
                        <a:pt x="16859" y="32290"/>
                        <a:pt x="16478" y="32290"/>
                        <a:pt x="15907" y="32576"/>
                      </a:cubicBezTo>
                      <a:cubicBezTo>
                        <a:pt x="15811" y="33147"/>
                        <a:pt x="16002" y="33623"/>
                        <a:pt x="16669" y="34004"/>
                      </a:cubicBezTo>
                      <a:cubicBezTo>
                        <a:pt x="17335" y="34480"/>
                        <a:pt x="17621" y="34766"/>
                        <a:pt x="17621" y="35052"/>
                      </a:cubicBezTo>
                      <a:cubicBezTo>
                        <a:pt x="17621" y="35338"/>
                        <a:pt x="17335" y="35719"/>
                        <a:pt x="16764" y="36100"/>
                      </a:cubicBezTo>
                      <a:lnTo>
                        <a:pt x="15811" y="36957"/>
                      </a:lnTo>
                      <a:cubicBezTo>
                        <a:pt x="16669" y="38100"/>
                        <a:pt x="17050" y="39529"/>
                        <a:pt x="17050" y="41148"/>
                      </a:cubicBezTo>
                      <a:cubicBezTo>
                        <a:pt x="17050" y="41910"/>
                        <a:pt x="16954" y="43053"/>
                        <a:pt x="16669" y="44672"/>
                      </a:cubicBezTo>
                      <a:cubicBezTo>
                        <a:pt x="16383" y="46291"/>
                        <a:pt x="16288" y="47435"/>
                        <a:pt x="16288" y="48292"/>
                      </a:cubicBezTo>
                      <a:cubicBezTo>
                        <a:pt x="16288" y="49339"/>
                        <a:pt x="16383" y="50292"/>
                        <a:pt x="16669" y="51245"/>
                      </a:cubicBezTo>
                      <a:cubicBezTo>
                        <a:pt x="16764" y="56674"/>
                        <a:pt x="16669" y="64484"/>
                        <a:pt x="16288" y="74771"/>
                      </a:cubicBezTo>
                      <a:cubicBezTo>
                        <a:pt x="16383" y="75057"/>
                        <a:pt x="16669" y="75152"/>
                        <a:pt x="17145" y="75152"/>
                      </a:cubicBezTo>
                      <a:lnTo>
                        <a:pt x="18288" y="75152"/>
                      </a:lnTo>
                      <a:cubicBezTo>
                        <a:pt x="17431" y="75629"/>
                        <a:pt x="16954" y="76867"/>
                        <a:pt x="16954" y="78581"/>
                      </a:cubicBezTo>
                      <a:close/>
                      <a:moveTo>
                        <a:pt x="3524" y="22479"/>
                      </a:moveTo>
                      <a:cubicBezTo>
                        <a:pt x="3524" y="22479"/>
                        <a:pt x="3238" y="22670"/>
                        <a:pt x="3238" y="22860"/>
                      </a:cubicBezTo>
                      <a:cubicBezTo>
                        <a:pt x="3238" y="23146"/>
                        <a:pt x="3429" y="23431"/>
                        <a:pt x="3715" y="23622"/>
                      </a:cubicBezTo>
                      <a:cubicBezTo>
                        <a:pt x="4096" y="23813"/>
                        <a:pt x="4381" y="23908"/>
                        <a:pt x="4667" y="23717"/>
                      </a:cubicBezTo>
                      <a:cubicBezTo>
                        <a:pt x="4286" y="23146"/>
                        <a:pt x="3905" y="22765"/>
                        <a:pt x="3524" y="22479"/>
                      </a:cubicBezTo>
                      <a:close/>
                      <a:moveTo>
                        <a:pt x="3810" y="20574"/>
                      </a:moveTo>
                      <a:lnTo>
                        <a:pt x="4953" y="18764"/>
                      </a:lnTo>
                      <a:lnTo>
                        <a:pt x="3524" y="19240"/>
                      </a:lnTo>
                      <a:cubicBezTo>
                        <a:pt x="3524" y="19240"/>
                        <a:pt x="3810" y="19717"/>
                        <a:pt x="3810" y="20479"/>
                      </a:cubicBezTo>
                      <a:close/>
                      <a:moveTo>
                        <a:pt x="3524" y="80581"/>
                      </a:moveTo>
                      <a:lnTo>
                        <a:pt x="4953" y="80581"/>
                      </a:lnTo>
                      <a:cubicBezTo>
                        <a:pt x="4953" y="80581"/>
                        <a:pt x="4667" y="80010"/>
                        <a:pt x="4286" y="80010"/>
                      </a:cubicBezTo>
                      <a:cubicBezTo>
                        <a:pt x="3810" y="80010"/>
                        <a:pt x="3619" y="80201"/>
                        <a:pt x="3524" y="80581"/>
                      </a:cubicBezTo>
                      <a:close/>
                      <a:moveTo>
                        <a:pt x="15526" y="35433"/>
                      </a:moveTo>
                      <a:cubicBezTo>
                        <a:pt x="15145" y="36004"/>
                        <a:pt x="15240" y="36481"/>
                        <a:pt x="15716" y="36671"/>
                      </a:cubicBezTo>
                      <a:cubicBezTo>
                        <a:pt x="16383" y="36195"/>
                        <a:pt x="16669" y="35719"/>
                        <a:pt x="16669" y="35338"/>
                      </a:cubicBezTo>
                      <a:cubicBezTo>
                        <a:pt x="16669" y="35052"/>
                        <a:pt x="16288" y="34576"/>
                        <a:pt x="15430" y="34004"/>
                      </a:cubicBezTo>
                      <a:cubicBezTo>
                        <a:pt x="14573" y="33433"/>
                        <a:pt x="14192" y="32861"/>
                        <a:pt x="14288" y="32385"/>
                      </a:cubicBezTo>
                      <a:lnTo>
                        <a:pt x="13811" y="32671"/>
                      </a:lnTo>
                      <a:lnTo>
                        <a:pt x="14573" y="33623"/>
                      </a:lnTo>
                      <a:lnTo>
                        <a:pt x="13811" y="34480"/>
                      </a:lnTo>
                      <a:cubicBezTo>
                        <a:pt x="13811" y="34480"/>
                        <a:pt x="13240" y="33814"/>
                        <a:pt x="12954" y="33147"/>
                      </a:cubicBezTo>
                      <a:cubicBezTo>
                        <a:pt x="12668" y="32480"/>
                        <a:pt x="12287" y="32099"/>
                        <a:pt x="11811" y="32099"/>
                      </a:cubicBezTo>
                      <a:cubicBezTo>
                        <a:pt x="11620" y="32099"/>
                        <a:pt x="11334" y="32099"/>
                        <a:pt x="10858" y="32290"/>
                      </a:cubicBezTo>
                      <a:lnTo>
                        <a:pt x="12192" y="33814"/>
                      </a:lnTo>
                      <a:cubicBezTo>
                        <a:pt x="11811" y="34385"/>
                        <a:pt x="11239" y="34671"/>
                        <a:pt x="10477" y="34957"/>
                      </a:cubicBezTo>
                      <a:cubicBezTo>
                        <a:pt x="9334" y="35338"/>
                        <a:pt x="8763" y="35528"/>
                        <a:pt x="8572" y="35623"/>
                      </a:cubicBezTo>
                      <a:cubicBezTo>
                        <a:pt x="11334" y="36576"/>
                        <a:pt x="12954" y="36100"/>
                        <a:pt x="13430" y="34385"/>
                      </a:cubicBezTo>
                      <a:cubicBezTo>
                        <a:pt x="13811" y="35243"/>
                        <a:pt x="14097" y="35719"/>
                        <a:pt x="14288" y="35623"/>
                      </a:cubicBezTo>
                      <a:cubicBezTo>
                        <a:pt x="14288" y="35338"/>
                        <a:pt x="14383" y="34957"/>
                        <a:pt x="14859" y="34385"/>
                      </a:cubicBezTo>
                      <a:cubicBezTo>
                        <a:pt x="15621" y="34385"/>
                        <a:pt x="15811" y="34671"/>
                        <a:pt x="15526" y="35243"/>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 name="Google Shape;1403;p99"/>
                <p:cNvSpPr/>
                <p:nvPr/>
              </p:nvSpPr>
              <p:spPr>
                <a:xfrm>
                  <a:off x="5894926" y="4893468"/>
                  <a:ext cx="77057" cy="89916"/>
                </a:xfrm>
                <a:custGeom>
                  <a:avLst/>
                  <a:gdLst/>
                  <a:ahLst/>
                  <a:cxnLst/>
                  <a:rect l="l" t="t" r="r" b="b"/>
                  <a:pathLst>
                    <a:path w="77057" h="89916" extrusionOk="0">
                      <a:moveTo>
                        <a:pt x="1143" y="62484"/>
                      </a:moveTo>
                      <a:cubicBezTo>
                        <a:pt x="1143" y="63246"/>
                        <a:pt x="1143" y="63627"/>
                        <a:pt x="1524" y="63627"/>
                      </a:cubicBezTo>
                      <a:cubicBezTo>
                        <a:pt x="1524" y="63627"/>
                        <a:pt x="1714" y="63627"/>
                        <a:pt x="1905" y="63532"/>
                      </a:cubicBezTo>
                      <a:cubicBezTo>
                        <a:pt x="2095" y="63532"/>
                        <a:pt x="2286" y="63532"/>
                        <a:pt x="2381" y="63532"/>
                      </a:cubicBezTo>
                      <a:cubicBezTo>
                        <a:pt x="2572" y="63532"/>
                        <a:pt x="2762" y="63722"/>
                        <a:pt x="2762" y="64008"/>
                      </a:cubicBezTo>
                      <a:cubicBezTo>
                        <a:pt x="1143" y="64008"/>
                        <a:pt x="190" y="63818"/>
                        <a:pt x="0" y="63532"/>
                      </a:cubicBezTo>
                      <a:lnTo>
                        <a:pt x="1143" y="62674"/>
                      </a:lnTo>
                      <a:close/>
                      <a:moveTo>
                        <a:pt x="2762" y="73914"/>
                      </a:moveTo>
                      <a:cubicBezTo>
                        <a:pt x="2762" y="73914"/>
                        <a:pt x="3143" y="73343"/>
                        <a:pt x="3524" y="73343"/>
                      </a:cubicBezTo>
                      <a:lnTo>
                        <a:pt x="4667" y="73343"/>
                      </a:lnTo>
                      <a:cubicBezTo>
                        <a:pt x="4667" y="73343"/>
                        <a:pt x="4286" y="73914"/>
                        <a:pt x="3810" y="73914"/>
                      </a:cubicBezTo>
                      <a:lnTo>
                        <a:pt x="2667" y="73914"/>
                      </a:lnTo>
                      <a:close/>
                      <a:moveTo>
                        <a:pt x="6286" y="79820"/>
                      </a:moveTo>
                      <a:lnTo>
                        <a:pt x="6286" y="78581"/>
                      </a:lnTo>
                      <a:lnTo>
                        <a:pt x="7144" y="78581"/>
                      </a:lnTo>
                      <a:lnTo>
                        <a:pt x="6286" y="79820"/>
                      </a:lnTo>
                      <a:close/>
                      <a:moveTo>
                        <a:pt x="10668" y="72485"/>
                      </a:moveTo>
                      <a:cubicBezTo>
                        <a:pt x="10668" y="72485"/>
                        <a:pt x="11525" y="72580"/>
                        <a:pt x="12192" y="73343"/>
                      </a:cubicBezTo>
                      <a:lnTo>
                        <a:pt x="11906" y="73914"/>
                      </a:lnTo>
                      <a:lnTo>
                        <a:pt x="10668" y="72485"/>
                      </a:lnTo>
                      <a:close/>
                      <a:moveTo>
                        <a:pt x="12192" y="79820"/>
                      </a:moveTo>
                      <a:cubicBezTo>
                        <a:pt x="12192" y="79820"/>
                        <a:pt x="12668" y="79534"/>
                        <a:pt x="12859" y="79153"/>
                      </a:cubicBezTo>
                      <a:cubicBezTo>
                        <a:pt x="13144" y="78772"/>
                        <a:pt x="13335" y="78581"/>
                        <a:pt x="13525" y="78581"/>
                      </a:cubicBezTo>
                      <a:cubicBezTo>
                        <a:pt x="13525" y="78867"/>
                        <a:pt x="13335" y="79248"/>
                        <a:pt x="13049" y="79820"/>
                      </a:cubicBezTo>
                      <a:lnTo>
                        <a:pt x="12192" y="79820"/>
                      </a:lnTo>
                      <a:close/>
                      <a:moveTo>
                        <a:pt x="14192" y="69818"/>
                      </a:moveTo>
                      <a:lnTo>
                        <a:pt x="13906" y="70676"/>
                      </a:lnTo>
                      <a:lnTo>
                        <a:pt x="12763" y="70676"/>
                      </a:lnTo>
                      <a:cubicBezTo>
                        <a:pt x="13049" y="69818"/>
                        <a:pt x="13335" y="69342"/>
                        <a:pt x="13525" y="69342"/>
                      </a:cubicBezTo>
                      <a:cubicBezTo>
                        <a:pt x="13716" y="69342"/>
                        <a:pt x="13906" y="69532"/>
                        <a:pt x="14192" y="69818"/>
                      </a:cubicBezTo>
                      <a:close/>
                      <a:moveTo>
                        <a:pt x="15811" y="62103"/>
                      </a:moveTo>
                      <a:lnTo>
                        <a:pt x="15811" y="62960"/>
                      </a:lnTo>
                      <a:lnTo>
                        <a:pt x="14192" y="61531"/>
                      </a:lnTo>
                      <a:cubicBezTo>
                        <a:pt x="14192" y="61531"/>
                        <a:pt x="15145" y="61531"/>
                        <a:pt x="15811" y="62103"/>
                      </a:cubicBezTo>
                      <a:close/>
                      <a:moveTo>
                        <a:pt x="14192" y="75057"/>
                      </a:moveTo>
                      <a:cubicBezTo>
                        <a:pt x="14764" y="75057"/>
                        <a:pt x="15049" y="75438"/>
                        <a:pt x="15049" y="76295"/>
                      </a:cubicBezTo>
                      <a:lnTo>
                        <a:pt x="14192" y="76295"/>
                      </a:lnTo>
                      <a:lnTo>
                        <a:pt x="14192" y="75057"/>
                      </a:lnTo>
                      <a:close/>
                      <a:moveTo>
                        <a:pt x="16097" y="84582"/>
                      </a:moveTo>
                      <a:lnTo>
                        <a:pt x="15811" y="84106"/>
                      </a:lnTo>
                      <a:lnTo>
                        <a:pt x="17431" y="83058"/>
                      </a:lnTo>
                      <a:lnTo>
                        <a:pt x="16097" y="84487"/>
                      </a:lnTo>
                      <a:close/>
                      <a:moveTo>
                        <a:pt x="76390" y="66770"/>
                      </a:moveTo>
                      <a:lnTo>
                        <a:pt x="72771" y="67342"/>
                      </a:lnTo>
                      <a:cubicBezTo>
                        <a:pt x="72771" y="67342"/>
                        <a:pt x="72771" y="67628"/>
                        <a:pt x="72771" y="67628"/>
                      </a:cubicBezTo>
                      <a:cubicBezTo>
                        <a:pt x="72771" y="67913"/>
                        <a:pt x="73057" y="68199"/>
                        <a:pt x="73628" y="68580"/>
                      </a:cubicBezTo>
                      <a:cubicBezTo>
                        <a:pt x="74200" y="68961"/>
                        <a:pt x="74485" y="69342"/>
                        <a:pt x="74485" y="69818"/>
                      </a:cubicBezTo>
                      <a:lnTo>
                        <a:pt x="75247" y="69818"/>
                      </a:lnTo>
                      <a:cubicBezTo>
                        <a:pt x="74866" y="72104"/>
                        <a:pt x="74485" y="74486"/>
                        <a:pt x="74104" y="76771"/>
                      </a:cubicBezTo>
                      <a:cubicBezTo>
                        <a:pt x="73533" y="79248"/>
                        <a:pt x="72199" y="80867"/>
                        <a:pt x="70104" y="81534"/>
                      </a:cubicBezTo>
                      <a:cubicBezTo>
                        <a:pt x="69818" y="80201"/>
                        <a:pt x="68961" y="79820"/>
                        <a:pt x="67627" y="80296"/>
                      </a:cubicBezTo>
                      <a:lnTo>
                        <a:pt x="67246" y="80581"/>
                      </a:lnTo>
                      <a:lnTo>
                        <a:pt x="68770" y="82391"/>
                      </a:lnTo>
                      <a:cubicBezTo>
                        <a:pt x="68199" y="82201"/>
                        <a:pt x="67437" y="81820"/>
                        <a:pt x="66770" y="81153"/>
                      </a:cubicBezTo>
                      <a:cubicBezTo>
                        <a:pt x="66008" y="80391"/>
                        <a:pt x="65437" y="80105"/>
                        <a:pt x="65056" y="80105"/>
                      </a:cubicBezTo>
                      <a:cubicBezTo>
                        <a:pt x="64579" y="80105"/>
                        <a:pt x="64008" y="80391"/>
                        <a:pt x="63436" y="80963"/>
                      </a:cubicBezTo>
                      <a:lnTo>
                        <a:pt x="64865" y="80963"/>
                      </a:lnTo>
                      <a:lnTo>
                        <a:pt x="64579" y="81534"/>
                      </a:lnTo>
                      <a:cubicBezTo>
                        <a:pt x="65437" y="81820"/>
                        <a:pt x="66484" y="82582"/>
                        <a:pt x="67723" y="83629"/>
                      </a:cubicBezTo>
                      <a:lnTo>
                        <a:pt x="64865" y="84963"/>
                      </a:lnTo>
                      <a:lnTo>
                        <a:pt x="65341" y="85344"/>
                      </a:lnTo>
                      <a:cubicBezTo>
                        <a:pt x="65341" y="85344"/>
                        <a:pt x="64103" y="85915"/>
                        <a:pt x="62103" y="86868"/>
                      </a:cubicBezTo>
                      <a:cubicBezTo>
                        <a:pt x="60960" y="87344"/>
                        <a:pt x="60007" y="87535"/>
                        <a:pt x="59055" y="87535"/>
                      </a:cubicBezTo>
                      <a:cubicBezTo>
                        <a:pt x="58579" y="87535"/>
                        <a:pt x="58102" y="87535"/>
                        <a:pt x="57531" y="87439"/>
                      </a:cubicBezTo>
                      <a:cubicBezTo>
                        <a:pt x="57150" y="88487"/>
                        <a:pt x="57055" y="89154"/>
                        <a:pt x="57245" y="89440"/>
                      </a:cubicBezTo>
                      <a:lnTo>
                        <a:pt x="41719" y="89916"/>
                      </a:lnTo>
                      <a:cubicBezTo>
                        <a:pt x="40481" y="88678"/>
                        <a:pt x="38481" y="87630"/>
                        <a:pt x="35814" y="86678"/>
                      </a:cubicBezTo>
                      <a:cubicBezTo>
                        <a:pt x="32861" y="85725"/>
                        <a:pt x="31051" y="84963"/>
                        <a:pt x="30194" y="84391"/>
                      </a:cubicBezTo>
                      <a:cubicBezTo>
                        <a:pt x="29908" y="83915"/>
                        <a:pt x="29242" y="83534"/>
                        <a:pt x="28384" y="83248"/>
                      </a:cubicBezTo>
                      <a:cubicBezTo>
                        <a:pt x="27527" y="83058"/>
                        <a:pt x="26670" y="82772"/>
                        <a:pt x="25908" y="82582"/>
                      </a:cubicBezTo>
                      <a:lnTo>
                        <a:pt x="27051" y="81344"/>
                      </a:lnTo>
                      <a:lnTo>
                        <a:pt x="25527" y="79534"/>
                      </a:lnTo>
                      <a:lnTo>
                        <a:pt x="25146" y="80772"/>
                      </a:lnTo>
                      <a:cubicBezTo>
                        <a:pt x="23813" y="80391"/>
                        <a:pt x="23050" y="79153"/>
                        <a:pt x="22860" y="77057"/>
                      </a:cubicBezTo>
                      <a:cubicBezTo>
                        <a:pt x="22860" y="75152"/>
                        <a:pt x="21812" y="74295"/>
                        <a:pt x="20002" y="74295"/>
                      </a:cubicBezTo>
                      <a:lnTo>
                        <a:pt x="18669" y="74295"/>
                      </a:lnTo>
                      <a:cubicBezTo>
                        <a:pt x="19812" y="74295"/>
                        <a:pt x="20383" y="73533"/>
                        <a:pt x="20383" y="72199"/>
                      </a:cubicBezTo>
                      <a:cubicBezTo>
                        <a:pt x="20383" y="71723"/>
                        <a:pt x="20383" y="71342"/>
                        <a:pt x="20098" y="70961"/>
                      </a:cubicBezTo>
                      <a:cubicBezTo>
                        <a:pt x="19907" y="70580"/>
                        <a:pt x="19145" y="70104"/>
                        <a:pt x="17907" y="69628"/>
                      </a:cubicBezTo>
                      <a:lnTo>
                        <a:pt x="17621" y="69913"/>
                      </a:lnTo>
                      <a:cubicBezTo>
                        <a:pt x="17621" y="69913"/>
                        <a:pt x="17431" y="70199"/>
                        <a:pt x="17335" y="70199"/>
                      </a:cubicBezTo>
                      <a:cubicBezTo>
                        <a:pt x="17145" y="70199"/>
                        <a:pt x="16954" y="69913"/>
                        <a:pt x="16859" y="69342"/>
                      </a:cubicBezTo>
                      <a:cubicBezTo>
                        <a:pt x="16669" y="68866"/>
                        <a:pt x="16669" y="68294"/>
                        <a:pt x="16859" y="67913"/>
                      </a:cubicBezTo>
                      <a:cubicBezTo>
                        <a:pt x="17526" y="67723"/>
                        <a:pt x="18574" y="66961"/>
                        <a:pt x="20002" y="65532"/>
                      </a:cubicBezTo>
                      <a:cubicBezTo>
                        <a:pt x="21241" y="64389"/>
                        <a:pt x="22288" y="63722"/>
                        <a:pt x="23050" y="63722"/>
                      </a:cubicBezTo>
                      <a:cubicBezTo>
                        <a:pt x="23431" y="63722"/>
                        <a:pt x="23908" y="63818"/>
                        <a:pt x="24384" y="64103"/>
                      </a:cubicBezTo>
                      <a:cubicBezTo>
                        <a:pt x="24098" y="63532"/>
                        <a:pt x="24098" y="63151"/>
                        <a:pt x="24384" y="62770"/>
                      </a:cubicBezTo>
                      <a:cubicBezTo>
                        <a:pt x="24574" y="62389"/>
                        <a:pt x="24384" y="61817"/>
                        <a:pt x="23717" y="61151"/>
                      </a:cubicBezTo>
                      <a:lnTo>
                        <a:pt x="27241" y="59341"/>
                      </a:lnTo>
                      <a:lnTo>
                        <a:pt x="26384" y="58103"/>
                      </a:lnTo>
                      <a:cubicBezTo>
                        <a:pt x="26956" y="58103"/>
                        <a:pt x="27813" y="57721"/>
                        <a:pt x="29051" y="57055"/>
                      </a:cubicBezTo>
                      <a:cubicBezTo>
                        <a:pt x="30289" y="56388"/>
                        <a:pt x="31051" y="56007"/>
                        <a:pt x="31528" y="56007"/>
                      </a:cubicBezTo>
                      <a:cubicBezTo>
                        <a:pt x="32194" y="56007"/>
                        <a:pt x="32671" y="56579"/>
                        <a:pt x="32861" y="57721"/>
                      </a:cubicBezTo>
                      <a:cubicBezTo>
                        <a:pt x="32671" y="60198"/>
                        <a:pt x="33433" y="62674"/>
                        <a:pt x="35338" y="65151"/>
                      </a:cubicBezTo>
                      <a:cubicBezTo>
                        <a:pt x="36195" y="66294"/>
                        <a:pt x="38005" y="68199"/>
                        <a:pt x="40767" y="70676"/>
                      </a:cubicBezTo>
                      <a:cubicBezTo>
                        <a:pt x="41148" y="71723"/>
                        <a:pt x="41910" y="72295"/>
                        <a:pt x="42863" y="72295"/>
                      </a:cubicBezTo>
                      <a:cubicBezTo>
                        <a:pt x="43148" y="72295"/>
                        <a:pt x="43529" y="72295"/>
                        <a:pt x="44101" y="72104"/>
                      </a:cubicBezTo>
                      <a:cubicBezTo>
                        <a:pt x="44672" y="72104"/>
                        <a:pt x="45148" y="71914"/>
                        <a:pt x="45339" y="71914"/>
                      </a:cubicBezTo>
                      <a:cubicBezTo>
                        <a:pt x="46006" y="71914"/>
                        <a:pt x="46577" y="72009"/>
                        <a:pt x="47053" y="72390"/>
                      </a:cubicBezTo>
                      <a:cubicBezTo>
                        <a:pt x="47625" y="72676"/>
                        <a:pt x="48196" y="72771"/>
                        <a:pt x="48958" y="72771"/>
                      </a:cubicBezTo>
                      <a:cubicBezTo>
                        <a:pt x="50197" y="72771"/>
                        <a:pt x="51625" y="72199"/>
                        <a:pt x="53245" y="70866"/>
                      </a:cubicBezTo>
                      <a:cubicBezTo>
                        <a:pt x="55721" y="69056"/>
                        <a:pt x="57055" y="68104"/>
                        <a:pt x="57436" y="68009"/>
                      </a:cubicBezTo>
                      <a:cubicBezTo>
                        <a:pt x="57721" y="67437"/>
                        <a:pt x="57912" y="66865"/>
                        <a:pt x="57912" y="66199"/>
                      </a:cubicBezTo>
                      <a:cubicBezTo>
                        <a:pt x="57912" y="65341"/>
                        <a:pt x="57436" y="64103"/>
                        <a:pt x="56578" y="62674"/>
                      </a:cubicBezTo>
                      <a:cubicBezTo>
                        <a:pt x="55626" y="61246"/>
                        <a:pt x="55054" y="60103"/>
                        <a:pt x="54959" y="59341"/>
                      </a:cubicBezTo>
                      <a:cubicBezTo>
                        <a:pt x="53245" y="59055"/>
                        <a:pt x="52292" y="58293"/>
                        <a:pt x="52101" y="57245"/>
                      </a:cubicBezTo>
                      <a:lnTo>
                        <a:pt x="52578" y="56864"/>
                      </a:lnTo>
                      <a:cubicBezTo>
                        <a:pt x="50387" y="55721"/>
                        <a:pt x="47339" y="54007"/>
                        <a:pt x="43434" y="51721"/>
                      </a:cubicBezTo>
                      <a:cubicBezTo>
                        <a:pt x="43053" y="52102"/>
                        <a:pt x="42672" y="52292"/>
                        <a:pt x="42196" y="52292"/>
                      </a:cubicBezTo>
                      <a:cubicBezTo>
                        <a:pt x="41624" y="52292"/>
                        <a:pt x="40957" y="51911"/>
                        <a:pt x="40195" y="51054"/>
                      </a:cubicBezTo>
                      <a:cubicBezTo>
                        <a:pt x="39338" y="50197"/>
                        <a:pt x="38767" y="49816"/>
                        <a:pt x="38290" y="49816"/>
                      </a:cubicBezTo>
                      <a:cubicBezTo>
                        <a:pt x="38100" y="49816"/>
                        <a:pt x="37909" y="49816"/>
                        <a:pt x="37624" y="50102"/>
                      </a:cubicBezTo>
                      <a:cubicBezTo>
                        <a:pt x="35909" y="49530"/>
                        <a:pt x="34195" y="48006"/>
                        <a:pt x="32480" y="45529"/>
                      </a:cubicBezTo>
                      <a:cubicBezTo>
                        <a:pt x="30575" y="42672"/>
                        <a:pt x="28956" y="40862"/>
                        <a:pt x="27717" y="40005"/>
                      </a:cubicBezTo>
                      <a:cubicBezTo>
                        <a:pt x="27813" y="39148"/>
                        <a:pt x="27527" y="38100"/>
                        <a:pt x="26670" y="36957"/>
                      </a:cubicBezTo>
                      <a:cubicBezTo>
                        <a:pt x="25813" y="35719"/>
                        <a:pt x="25527" y="34766"/>
                        <a:pt x="25622" y="34099"/>
                      </a:cubicBezTo>
                      <a:cubicBezTo>
                        <a:pt x="25146" y="33147"/>
                        <a:pt x="24860" y="31242"/>
                        <a:pt x="24765" y="28480"/>
                      </a:cubicBezTo>
                      <a:cubicBezTo>
                        <a:pt x="24574" y="26003"/>
                        <a:pt x="24479" y="23527"/>
                        <a:pt x="24384" y="21050"/>
                      </a:cubicBezTo>
                      <a:cubicBezTo>
                        <a:pt x="24955" y="20860"/>
                        <a:pt x="25241" y="20479"/>
                        <a:pt x="25241" y="20193"/>
                      </a:cubicBezTo>
                      <a:cubicBezTo>
                        <a:pt x="25241" y="20003"/>
                        <a:pt x="25051" y="19621"/>
                        <a:pt x="24860" y="19145"/>
                      </a:cubicBezTo>
                      <a:cubicBezTo>
                        <a:pt x="24670" y="18669"/>
                        <a:pt x="24479" y="18288"/>
                        <a:pt x="24479" y="18097"/>
                      </a:cubicBezTo>
                      <a:cubicBezTo>
                        <a:pt x="24860" y="17050"/>
                        <a:pt x="26003" y="15621"/>
                        <a:pt x="28003" y="13811"/>
                      </a:cubicBezTo>
                      <a:cubicBezTo>
                        <a:pt x="29623" y="12287"/>
                        <a:pt x="30480" y="10763"/>
                        <a:pt x="30480" y="9335"/>
                      </a:cubicBezTo>
                      <a:cubicBezTo>
                        <a:pt x="30766" y="9335"/>
                        <a:pt x="31242" y="8954"/>
                        <a:pt x="31813" y="8382"/>
                      </a:cubicBezTo>
                      <a:cubicBezTo>
                        <a:pt x="32480" y="7906"/>
                        <a:pt x="32956" y="7620"/>
                        <a:pt x="33147" y="7620"/>
                      </a:cubicBezTo>
                      <a:cubicBezTo>
                        <a:pt x="33433" y="7620"/>
                        <a:pt x="33528" y="7811"/>
                        <a:pt x="33718" y="8096"/>
                      </a:cubicBezTo>
                      <a:cubicBezTo>
                        <a:pt x="35052" y="6001"/>
                        <a:pt x="37147" y="4286"/>
                        <a:pt x="40005" y="3048"/>
                      </a:cubicBezTo>
                      <a:cubicBezTo>
                        <a:pt x="42576" y="2191"/>
                        <a:pt x="45053" y="1238"/>
                        <a:pt x="47530" y="381"/>
                      </a:cubicBezTo>
                      <a:cubicBezTo>
                        <a:pt x="48292" y="95"/>
                        <a:pt x="49054" y="0"/>
                        <a:pt x="49816" y="0"/>
                      </a:cubicBezTo>
                      <a:cubicBezTo>
                        <a:pt x="50863" y="0"/>
                        <a:pt x="52388" y="476"/>
                        <a:pt x="54197" y="1429"/>
                      </a:cubicBezTo>
                      <a:cubicBezTo>
                        <a:pt x="56102" y="2381"/>
                        <a:pt x="57531" y="2857"/>
                        <a:pt x="58579" y="2857"/>
                      </a:cubicBezTo>
                      <a:cubicBezTo>
                        <a:pt x="59055" y="2857"/>
                        <a:pt x="59531" y="2857"/>
                        <a:pt x="60007" y="2572"/>
                      </a:cubicBezTo>
                      <a:cubicBezTo>
                        <a:pt x="60484" y="3620"/>
                        <a:pt x="61341" y="4286"/>
                        <a:pt x="62579" y="4667"/>
                      </a:cubicBezTo>
                      <a:cubicBezTo>
                        <a:pt x="64103" y="5239"/>
                        <a:pt x="65151" y="5620"/>
                        <a:pt x="65627" y="6001"/>
                      </a:cubicBezTo>
                      <a:cubicBezTo>
                        <a:pt x="67913" y="6287"/>
                        <a:pt x="70009" y="9525"/>
                        <a:pt x="71914" y="15907"/>
                      </a:cubicBezTo>
                      <a:cubicBezTo>
                        <a:pt x="71914" y="16764"/>
                        <a:pt x="71247" y="18002"/>
                        <a:pt x="70104" y="19431"/>
                      </a:cubicBezTo>
                      <a:cubicBezTo>
                        <a:pt x="68961" y="20955"/>
                        <a:pt x="68484" y="22193"/>
                        <a:pt x="68484" y="23241"/>
                      </a:cubicBezTo>
                      <a:cubicBezTo>
                        <a:pt x="67723" y="23051"/>
                        <a:pt x="67342" y="23431"/>
                        <a:pt x="67246" y="24194"/>
                      </a:cubicBezTo>
                      <a:cubicBezTo>
                        <a:pt x="67246" y="25146"/>
                        <a:pt x="67056" y="25718"/>
                        <a:pt x="66770" y="25908"/>
                      </a:cubicBezTo>
                      <a:cubicBezTo>
                        <a:pt x="64865" y="26861"/>
                        <a:pt x="63532" y="27337"/>
                        <a:pt x="62770" y="27337"/>
                      </a:cubicBezTo>
                      <a:cubicBezTo>
                        <a:pt x="61626" y="27337"/>
                        <a:pt x="60674" y="26575"/>
                        <a:pt x="59722" y="25051"/>
                      </a:cubicBezTo>
                      <a:cubicBezTo>
                        <a:pt x="59722" y="23908"/>
                        <a:pt x="58959" y="22955"/>
                        <a:pt x="57626" y="22384"/>
                      </a:cubicBezTo>
                      <a:cubicBezTo>
                        <a:pt x="56102" y="21812"/>
                        <a:pt x="55245" y="21050"/>
                        <a:pt x="54959" y="20288"/>
                      </a:cubicBezTo>
                      <a:cubicBezTo>
                        <a:pt x="54578" y="20288"/>
                        <a:pt x="53530" y="19812"/>
                        <a:pt x="51816" y="19050"/>
                      </a:cubicBezTo>
                      <a:cubicBezTo>
                        <a:pt x="50387" y="18479"/>
                        <a:pt x="49339" y="18193"/>
                        <a:pt x="48577" y="18193"/>
                      </a:cubicBezTo>
                      <a:cubicBezTo>
                        <a:pt x="47434" y="18193"/>
                        <a:pt x="46387" y="18764"/>
                        <a:pt x="45625" y="20003"/>
                      </a:cubicBezTo>
                      <a:cubicBezTo>
                        <a:pt x="45339" y="20003"/>
                        <a:pt x="45148" y="20003"/>
                        <a:pt x="44958" y="20003"/>
                      </a:cubicBezTo>
                      <a:cubicBezTo>
                        <a:pt x="44386" y="20003"/>
                        <a:pt x="43529" y="20574"/>
                        <a:pt x="42386" y="21622"/>
                      </a:cubicBezTo>
                      <a:cubicBezTo>
                        <a:pt x="42767" y="22288"/>
                        <a:pt x="42863" y="22860"/>
                        <a:pt x="42863" y="23431"/>
                      </a:cubicBezTo>
                      <a:cubicBezTo>
                        <a:pt x="42863" y="24098"/>
                        <a:pt x="42386" y="24670"/>
                        <a:pt x="41529" y="25337"/>
                      </a:cubicBezTo>
                      <a:cubicBezTo>
                        <a:pt x="40576" y="25908"/>
                        <a:pt x="40195" y="26384"/>
                        <a:pt x="40195" y="26956"/>
                      </a:cubicBezTo>
                      <a:cubicBezTo>
                        <a:pt x="40195" y="27432"/>
                        <a:pt x="40386" y="28004"/>
                        <a:pt x="40862" y="28765"/>
                      </a:cubicBezTo>
                      <a:cubicBezTo>
                        <a:pt x="43720" y="33338"/>
                        <a:pt x="48101" y="36766"/>
                        <a:pt x="53911" y="39053"/>
                      </a:cubicBezTo>
                      <a:cubicBezTo>
                        <a:pt x="54673" y="39243"/>
                        <a:pt x="55721" y="40005"/>
                        <a:pt x="57150" y="41243"/>
                      </a:cubicBezTo>
                      <a:cubicBezTo>
                        <a:pt x="58579" y="42481"/>
                        <a:pt x="59722" y="43148"/>
                        <a:pt x="60674" y="43244"/>
                      </a:cubicBezTo>
                      <a:cubicBezTo>
                        <a:pt x="61626" y="43339"/>
                        <a:pt x="62960" y="44196"/>
                        <a:pt x="64675" y="45815"/>
                      </a:cubicBezTo>
                      <a:cubicBezTo>
                        <a:pt x="66199" y="47339"/>
                        <a:pt x="67627" y="47911"/>
                        <a:pt x="68961" y="47720"/>
                      </a:cubicBezTo>
                      <a:cubicBezTo>
                        <a:pt x="68961" y="48482"/>
                        <a:pt x="69056" y="48863"/>
                        <a:pt x="69247" y="48959"/>
                      </a:cubicBezTo>
                      <a:cubicBezTo>
                        <a:pt x="69913" y="48959"/>
                        <a:pt x="70294" y="49435"/>
                        <a:pt x="70675" y="50482"/>
                      </a:cubicBezTo>
                      <a:cubicBezTo>
                        <a:pt x="70961" y="51530"/>
                        <a:pt x="71438" y="51911"/>
                        <a:pt x="72104" y="51626"/>
                      </a:cubicBezTo>
                      <a:cubicBezTo>
                        <a:pt x="72199" y="52197"/>
                        <a:pt x="73152" y="53626"/>
                        <a:pt x="74771" y="56197"/>
                      </a:cubicBezTo>
                      <a:cubicBezTo>
                        <a:pt x="76009" y="58198"/>
                        <a:pt x="76581" y="60198"/>
                        <a:pt x="76581" y="61913"/>
                      </a:cubicBezTo>
                      <a:cubicBezTo>
                        <a:pt x="76962" y="62389"/>
                        <a:pt x="77057" y="62865"/>
                        <a:pt x="77057" y="63246"/>
                      </a:cubicBezTo>
                      <a:cubicBezTo>
                        <a:pt x="77057" y="63627"/>
                        <a:pt x="76867" y="64103"/>
                        <a:pt x="76581" y="64675"/>
                      </a:cubicBezTo>
                      <a:cubicBezTo>
                        <a:pt x="76200" y="65246"/>
                        <a:pt x="76105" y="65627"/>
                        <a:pt x="76105" y="65913"/>
                      </a:cubicBezTo>
                      <a:cubicBezTo>
                        <a:pt x="76105" y="66294"/>
                        <a:pt x="76390" y="66770"/>
                        <a:pt x="76962" y="67246"/>
                      </a:cubicBezTo>
                      <a:close/>
                      <a:moveTo>
                        <a:pt x="17431" y="69437"/>
                      </a:moveTo>
                      <a:lnTo>
                        <a:pt x="19812" y="68580"/>
                      </a:lnTo>
                      <a:lnTo>
                        <a:pt x="18669" y="68580"/>
                      </a:lnTo>
                      <a:lnTo>
                        <a:pt x="17431" y="69437"/>
                      </a:lnTo>
                      <a:close/>
                      <a:moveTo>
                        <a:pt x="18192" y="80296"/>
                      </a:moveTo>
                      <a:lnTo>
                        <a:pt x="18669" y="80296"/>
                      </a:lnTo>
                      <a:lnTo>
                        <a:pt x="19526" y="80963"/>
                      </a:lnTo>
                      <a:lnTo>
                        <a:pt x="18192" y="80296"/>
                      </a:lnTo>
                      <a:close/>
                      <a:moveTo>
                        <a:pt x="21431" y="86201"/>
                      </a:moveTo>
                      <a:cubicBezTo>
                        <a:pt x="21241" y="85344"/>
                        <a:pt x="21431" y="84582"/>
                        <a:pt x="22098" y="83915"/>
                      </a:cubicBezTo>
                      <a:lnTo>
                        <a:pt x="22003" y="83915"/>
                      </a:lnTo>
                      <a:cubicBezTo>
                        <a:pt x="22003" y="83915"/>
                        <a:pt x="22193" y="84487"/>
                        <a:pt x="22479" y="84868"/>
                      </a:cubicBezTo>
                      <a:cubicBezTo>
                        <a:pt x="22765" y="85249"/>
                        <a:pt x="22955" y="85439"/>
                        <a:pt x="22955" y="85630"/>
                      </a:cubicBezTo>
                      <a:cubicBezTo>
                        <a:pt x="22955" y="85820"/>
                        <a:pt x="22860" y="86011"/>
                        <a:pt x="22574" y="86201"/>
                      </a:cubicBezTo>
                      <a:lnTo>
                        <a:pt x="21431" y="86201"/>
                      </a:lnTo>
                      <a:close/>
                      <a:moveTo>
                        <a:pt x="22288" y="83629"/>
                      </a:moveTo>
                      <a:cubicBezTo>
                        <a:pt x="22288" y="83629"/>
                        <a:pt x="22098" y="83915"/>
                        <a:pt x="22098" y="83915"/>
                      </a:cubicBezTo>
                      <a:cubicBezTo>
                        <a:pt x="22098" y="83915"/>
                        <a:pt x="22098" y="83725"/>
                        <a:pt x="22288" y="83629"/>
                      </a:cubicBezTo>
                      <a:close/>
                      <a:moveTo>
                        <a:pt x="22479" y="81534"/>
                      </a:moveTo>
                      <a:cubicBezTo>
                        <a:pt x="22479" y="81534"/>
                        <a:pt x="23050" y="81724"/>
                        <a:pt x="23431" y="82105"/>
                      </a:cubicBezTo>
                      <a:cubicBezTo>
                        <a:pt x="23813" y="82487"/>
                        <a:pt x="23908" y="82677"/>
                        <a:pt x="24003" y="82772"/>
                      </a:cubicBezTo>
                      <a:cubicBezTo>
                        <a:pt x="23622" y="82772"/>
                        <a:pt x="23050" y="83153"/>
                        <a:pt x="22288" y="83725"/>
                      </a:cubicBezTo>
                      <a:cubicBezTo>
                        <a:pt x="22860" y="82963"/>
                        <a:pt x="22860" y="82296"/>
                        <a:pt x="22479" y="81629"/>
                      </a:cubicBezTo>
                      <a:close/>
                      <a:moveTo>
                        <a:pt x="24860" y="72009"/>
                      </a:moveTo>
                      <a:lnTo>
                        <a:pt x="24860" y="71152"/>
                      </a:lnTo>
                      <a:lnTo>
                        <a:pt x="22479" y="69818"/>
                      </a:lnTo>
                      <a:lnTo>
                        <a:pt x="24860" y="72009"/>
                      </a:lnTo>
                      <a:close/>
                      <a:moveTo>
                        <a:pt x="26765" y="75533"/>
                      </a:moveTo>
                      <a:cubicBezTo>
                        <a:pt x="26765" y="75533"/>
                        <a:pt x="27051" y="75533"/>
                        <a:pt x="27813" y="75724"/>
                      </a:cubicBezTo>
                      <a:cubicBezTo>
                        <a:pt x="28194" y="75724"/>
                        <a:pt x="28480" y="75533"/>
                        <a:pt x="28670" y="75057"/>
                      </a:cubicBezTo>
                      <a:cubicBezTo>
                        <a:pt x="27908" y="74771"/>
                        <a:pt x="27241" y="74866"/>
                        <a:pt x="26765" y="75533"/>
                      </a:cubicBezTo>
                      <a:cubicBezTo>
                        <a:pt x="26575" y="75533"/>
                        <a:pt x="26479" y="75533"/>
                        <a:pt x="26479" y="75914"/>
                      </a:cubicBezTo>
                      <a:lnTo>
                        <a:pt x="25717" y="76771"/>
                      </a:lnTo>
                      <a:lnTo>
                        <a:pt x="26479" y="76771"/>
                      </a:lnTo>
                      <a:cubicBezTo>
                        <a:pt x="26479" y="76771"/>
                        <a:pt x="26479" y="76105"/>
                        <a:pt x="26479" y="75914"/>
                      </a:cubicBezTo>
                      <a:lnTo>
                        <a:pt x="26765" y="75533"/>
                      </a:lnTo>
                      <a:close/>
                      <a:moveTo>
                        <a:pt x="27241" y="33147"/>
                      </a:moveTo>
                      <a:cubicBezTo>
                        <a:pt x="27241" y="33147"/>
                        <a:pt x="27622" y="32385"/>
                        <a:pt x="27527" y="32099"/>
                      </a:cubicBezTo>
                      <a:lnTo>
                        <a:pt x="27813" y="31337"/>
                      </a:lnTo>
                      <a:cubicBezTo>
                        <a:pt x="27813" y="31337"/>
                        <a:pt x="27146" y="30671"/>
                        <a:pt x="26765" y="30480"/>
                      </a:cubicBezTo>
                      <a:cubicBezTo>
                        <a:pt x="26289" y="30194"/>
                        <a:pt x="26003" y="30099"/>
                        <a:pt x="25908" y="30099"/>
                      </a:cubicBezTo>
                      <a:cubicBezTo>
                        <a:pt x="26956" y="30671"/>
                        <a:pt x="27527" y="31337"/>
                        <a:pt x="27527" y="32099"/>
                      </a:cubicBezTo>
                      <a:lnTo>
                        <a:pt x="27241" y="33147"/>
                      </a:lnTo>
                      <a:close/>
                      <a:moveTo>
                        <a:pt x="34290" y="26670"/>
                      </a:moveTo>
                      <a:lnTo>
                        <a:pt x="34290" y="26289"/>
                      </a:lnTo>
                      <a:cubicBezTo>
                        <a:pt x="34004" y="24384"/>
                        <a:pt x="32766" y="23431"/>
                        <a:pt x="30575" y="23431"/>
                      </a:cubicBezTo>
                      <a:cubicBezTo>
                        <a:pt x="28861" y="23431"/>
                        <a:pt x="27432" y="23908"/>
                        <a:pt x="26384" y="24955"/>
                      </a:cubicBezTo>
                      <a:cubicBezTo>
                        <a:pt x="26670" y="25146"/>
                        <a:pt x="27051" y="25813"/>
                        <a:pt x="27432" y="27146"/>
                      </a:cubicBezTo>
                      <a:cubicBezTo>
                        <a:pt x="27813" y="28385"/>
                        <a:pt x="28480" y="28956"/>
                        <a:pt x="29432" y="28765"/>
                      </a:cubicBezTo>
                      <a:lnTo>
                        <a:pt x="29432" y="28385"/>
                      </a:lnTo>
                      <a:cubicBezTo>
                        <a:pt x="29432" y="28385"/>
                        <a:pt x="29908" y="27337"/>
                        <a:pt x="30194" y="25908"/>
                      </a:cubicBezTo>
                      <a:cubicBezTo>
                        <a:pt x="30384" y="24670"/>
                        <a:pt x="30766" y="24098"/>
                        <a:pt x="31432" y="24098"/>
                      </a:cubicBezTo>
                      <a:cubicBezTo>
                        <a:pt x="31718" y="24098"/>
                        <a:pt x="32004" y="24194"/>
                        <a:pt x="32385" y="24479"/>
                      </a:cubicBezTo>
                      <a:lnTo>
                        <a:pt x="32385" y="25337"/>
                      </a:lnTo>
                      <a:cubicBezTo>
                        <a:pt x="32385" y="25337"/>
                        <a:pt x="32671" y="25337"/>
                        <a:pt x="32861" y="25337"/>
                      </a:cubicBezTo>
                      <a:cubicBezTo>
                        <a:pt x="32956" y="25337"/>
                        <a:pt x="33433" y="25718"/>
                        <a:pt x="34290" y="26670"/>
                      </a:cubicBezTo>
                      <a:close/>
                      <a:moveTo>
                        <a:pt x="27813" y="62484"/>
                      </a:moveTo>
                      <a:cubicBezTo>
                        <a:pt x="27146" y="62484"/>
                        <a:pt x="26765" y="62389"/>
                        <a:pt x="26670" y="62103"/>
                      </a:cubicBezTo>
                      <a:lnTo>
                        <a:pt x="27527" y="63341"/>
                      </a:lnTo>
                      <a:cubicBezTo>
                        <a:pt x="27527" y="63341"/>
                        <a:pt x="28003" y="62865"/>
                        <a:pt x="27813" y="62484"/>
                      </a:cubicBezTo>
                      <a:close/>
                      <a:moveTo>
                        <a:pt x="28575" y="27908"/>
                      </a:moveTo>
                      <a:lnTo>
                        <a:pt x="28289" y="27527"/>
                      </a:lnTo>
                      <a:lnTo>
                        <a:pt x="29146" y="27527"/>
                      </a:lnTo>
                      <a:cubicBezTo>
                        <a:pt x="29146" y="27527"/>
                        <a:pt x="28861" y="27718"/>
                        <a:pt x="28575" y="27908"/>
                      </a:cubicBezTo>
                      <a:close/>
                      <a:moveTo>
                        <a:pt x="29146" y="27527"/>
                      </a:moveTo>
                      <a:cubicBezTo>
                        <a:pt x="29146" y="27527"/>
                        <a:pt x="29432" y="27337"/>
                        <a:pt x="29432" y="27527"/>
                      </a:cubicBezTo>
                      <a:lnTo>
                        <a:pt x="29146" y="27527"/>
                      </a:lnTo>
                      <a:close/>
                      <a:moveTo>
                        <a:pt x="29908" y="82487"/>
                      </a:moveTo>
                      <a:lnTo>
                        <a:pt x="30766" y="81534"/>
                      </a:lnTo>
                      <a:cubicBezTo>
                        <a:pt x="30766" y="81534"/>
                        <a:pt x="30099" y="80963"/>
                        <a:pt x="29908" y="80963"/>
                      </a:cubicBezTo>
                      <a:lnTo>
                        <a:pt x="29908" y="82391"/>
                      </a:lnTo>
                      <a:close/>
                      <a:moveTo>
                        <a:pt x="31147" y="29146"/>
                      </a:moveTo>
                      <a:cubicBezTo>
                        <a:pt x="31147" y="29146"/>
                        <a:pt x="31147" y="28194"/>
                        <a:pt x="30766" y="27527"/>
                      </a:cubicBezTo>
                      <a:lnTo>
                        <a:pt x="30766" y="29623"/>
                      </a:lnTo>
                      <a:lnTo>
                        <a:pt x="31147" y="29051"/>
                      </a:lnTo>
                      <a:close/>
                      <a:moveTo>
                        <a:pt x="32671" y="89726"/>
                      </a:moveTo>
                      <a:lnTo>
                        <a:pt x="32385" y="89345"/>
                      </a:lnTo>
                      <a:lnTo>
                        <a:pt x="33242" y="89345"/>
                      </a:lnTo>
                      <a:cubicBezTo>
                        <a:pt x="33242" y="89345"/>
                        <a:pt x="32671" y="89726"/>
                        <a:pt x="32671" y="89726"/>
                      </a:cubicBezTo>
                      <a:close/>
                      <a:moveTo>
                        <a:pt x="42672" y="80486"/>
                      </a:moveTo>
                      <a:lnTo>
                        <a:pt x="43053" y="79915"/>
                      </a:lnTo>
                      <a:lnTo>
                        <a:pt x="42672" y="78677"/>
                      </a:lnTo>
                      <a:lnTo>
                        <a:pt x="42672" y="80486"/>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 name="Google Shape;1404;p99"/>
                <p:cNvSpPr/>
                <p:nvPr/>
              </p:nvSpPr>
              <p:spPr>
                <a:xfrm>
                  <a:off x="5974270" y="4892801"/>
                  <a:ext cx="61150" cy="90773"/>
                </a:xfrm>
                <a:custGeom>
                  <a:avLst/>
                  <a:gdLst/>
                  <a:ahLst/>
                  <a:cxnLst/>
                  <a:rect l="l" t="t" r="r" b="b"/>
                  <a:pathLst>
                    <a:path w="61150" h="90773" extrusionOk="0">
                      <a:moveTo>
                        <a:pt x="59912" y="85249"/>
                      </a:moveTo>
                      <a:cubicBezTo>
                        <a:pt x="59912" y="85249"/>
                        <a:pt x="59912" y="86201"/>
                        <a:pt x="60103" y="86963"/>
                      </a:cubicBezTo>
                      <a:cubicBezTo>
                        <a:pt x="60293" y="87725"/>
                        <a:pt x="60388" y="88297"/>
                        <a:pt x="60388" y="88583"/>
                      </a:cubicBezTo>
                      <a:cubicBezTo>
                        <a:pt x="60388" y="89535"/>
                        <a:pt x="59817" y="90297"/>
                        <a:pt x="58769" y="90773"/>
                      </a:cubicBezTo>
                      <a:lnTo>
                        <a:pt x="50197" y="89916"/>
                      </a:lnTo>
                      <a:cubicBezTo>
                        <a:pt x="50197" y="89916"/>
                        <a:pt x="49530" y="89249"/>
                        <a:pt x="48673" y="89249"/>
                      </a:cubicBezTo>
                      <a:lnTo>
                        <a:pt x="46768" y="89249"/>
                      </a:lnTo>
                      <a:cubicBezTo>
                        <a:pt x="46196" y="89059"/>
                        <a:pt x="45720" y="88773"/>
                        <a:pt x="45434" y="88297"/>
                      </a:cubicBezTo>
                      <a:cubicBezTo>
                        <a:pt x="44863" y="88487"/>
                        <a:pt x="44101" y="89059"/>
                        <a:pt x="43053" y="90011"/>
                      </a:cubicBezTo>
                      <a:cubicBezTo>
                        <a:pt x="43244" y="89154"/>
                        <a:pt x="43053" y="88678"/>
                        <a:pt x="42291" y="88678"/>
                      </a:cubicBezTo>
                      <a:cubicBezTo>
                        <a:pt x="42196" y="88678"/>
                        <a:pt x="41910" y="88678"/>
                        <a:pt x="41529" y="88678"/>
                      </a:cubicBezTo>
                      <a:lnTo>
                        <a:pt x="40957" y="88678"/>
                      </a:lnTo>
                      <a:cubicBezTo>
                        <a:pt x="40957" y="88678"/>
                        <a:pt x="40100" y="88487"/>
                        <a:pt x="39910" y="88202"/>
                      </a:cubicBezTo>
                      <a:cubicBezTo>
                        <a:pt x="38386" y="83629"/>
                        <a:pt x="36386" y="80296"/>
                        <a:pt x="33909" y="78296"/>
                      </a:cubicBezTo>
                      <a:cubicBezTo>
                        <a:pt x="33909" y="76581"/>
                        <a:pt x="33052" y="74867"/>
                        <a:pt x="31147" y="73152"/>
                      </a:cubicBezTo>
                      <a:cubicBezTo>
                        <a:pt x="29242" y="71438"/>
                        <a:pt x="28289" y="69818"/>
                        <a:pt x="28289" y="68199"/>
                      </a:cubicBezTo>
                      <a:cubicBezTo>
                        <a:pt x="27051" y="67628"/>
                        <a:pt x="26194" y="66770"/>
                        <a:pt x="25622" y="65722"/>
                      </a:cubicBezTo>
                      <a:cubicBezTo>
                        <a:pt x="25146" y="64579"/>
                        <a:pt x="24194" y="63722"/>
                        <a:pt x="22765" y="63055"/>
                      </a:cubicBezTo>
                      <a:lnTo>
                        <a:pt x="24289" y="61627"/>
                      </a:lnTo>
                      <a:cubicBezTo>
                        <a:pt x="24289" y="61627"/>
                        <a:pt x="23622" y="61151"/>
                        <a:pt x="23146" y="61246"/>
                      </a:cubicBezTo>
                      <a:cubicBezTo>
                        <a:pt x="22384" y="61532"/>
                        <a:pt x="22003" y="61722"/>
                        <a:pt x="21907" y="61722"/>
                      </a:cubicBezTo>
                      <a:cubicBezTo>
                        <a:pt x="21622" y="61722"/>
                        <a:pt x="21336" y="61532"/>
                        <a:pt x="21050" y="61246"/>
                      </a:cubicBezTo>
                      <a:cubicBezTo>
                        <a:pt x="21050" y="61722"/>
                        <a:pt x="21146" y="62198"/>
                        <a:pt x="21146" y="62675"/>
                      </a:cubicBezTo>
                      <a:cubicBezTo>
                        <a:pt x="21146" y="64199"/>
                        <a:pt x="20383" y="66485"/>
                        <a:pt x="18860" y="69437"/>
                      </a:cubicBezTo>
                      <a:cubicBezTo>
                        <a:pt x="17240" y="72295"/>
                        <a:pt x="16383" y="74581"/>
                        <a:pt x="16288" y="76105"/>
                      </a:cubicBezTo>
                      <a:cubicBezTo>
                        <a:pt x="15716" y="75438"/>
                        <a:pt x="15335" y="75057"/>
                        <a:pt x="15240" y="75057"/>
                      </a:cubicBezTo>
                      <a:cubicBezTo>
                        <a:pt x="15049" y="75057"/>
                        <a:pt x="14859" y="75247"/>
                        <a:pt x="14764" y="75533"/>
                      </a:cubicBezTo>
                      <a:cubicBezTo>
                        <a:pt x="15812" y="76391"/>
                        <a:pt x="16383" y="77819"/>
                        <a:pt x="16383" y="79915"/>
                      </a:cubicBezTo>
                      <a:cubicBezTo>
                        <a:pt x="16383" y="83915"/>
                        <a:pt x="16383" y="85630"/>
                        <a:pt x="16383" y="85154"/>
                      </a:cubicBezTo>
                      <a:cubicBezTo>
                        <a:pt x="15812" y="85535"/>
                        <a:pt x="15526" y="85916"/>
                        <a:pt x="15526" y="86296"/>
                      </a:cubicBezTo>
                      <a:cubicBezTo>
                        <a:pt x="15526" y="86487"/>
                        <a:pt x="15716" y="86868"/>
                        <a:pt x="16002" y="87439"/>
                      </a:cubicBezTo>
                      <a:cubicBezTo>
                        <a:pt x="16383" y="87916"/>
                        <a:pt x="16573" y="88392"/>
                        <a:pt x="16573" y="88773"/>
                      </a:cubicBezTo>
                      <a:cubicBezTo>
                        <a:pt x="16573" y="88963"/>
                        <a:pt x="16573" y="89249"/>
                        <a:pt x="16383" y="89535"/>
                      </a:cubicBezTo>
                      <a:cubicBezTo>
                        <a:pt x="13335" y="90488"/>
                        <a:pt x="8572" y="90583"/>
                        <a:pt x="2096" y="89916"/>
                      </a:cubicBezTo>
                      <a:cubicBezTo>
                        <a:pt x="1810" y="89059"/>
                        <a:pt x="1619" y="88011"/>
                        <a:pt x="1619" y="87059"/>
                      </a:cubicBezTo>
                      <a:cubicBezTo>
                        <a:pt x="1619" y="86201"/>
                        <a:pt x="1714" y="85058"/>
                        <a:pt x="2096" y="83439"/>
                      </a:cubicBezTo>
                      <a:cubicBezTo>
                        <a:pt x="2381" y="81915"/>
                        <a:pt x="2572" y="80677"/>
                        <a:pt x="2572" y="80010"/>
                      </a:cubicBezTo>
                      <a:cubicBezTo>
                        <a:pt x="2572" y="78486"/>
                        <a:pt x="2096" y="76962"/>
                        <a:pt x="1238" y="75629"/>
                      </a:cubicBezTo>
                      <a:cubicBezTo>
                        <a:pt x="1810" y="75438"/>
                        <a:pt x="2191" y="74962"/>
                        <a:pt x="2191" y="74200"/>
                      </a:cubicBezTo>
                      <a:cubicBezTo>
                        <a:pt x="2191" y="73247"/>
                        <a:pt x="2191" y="72676"/>
                        <a:pt x="2191" y="72676"/>
                      </a:cubicBezTo>
                      <a:cubicBezTo>
                        <a:pt x="2191" y="72676"/>
                        <a:pt x="2286" y="72580"/>
                        <a:pt x="2381" y="72580"/>
                      </a:cubicBezTo>
                      <a:cubicBezTo>
                        <a:pt x="2477" y="72580"/>
                        <a:pt x="2762" y="72771"/>
                        <a:pt x="3238" y="73152"/>
                      </a:cubicBezTo>
                      <a:cubicBezTo>
                        <a:pt x="3715" y="73533"/>
                        <a:pt x="4096" y="73724"/>
                        <a:pt x="4286" y="73724"/>
                      </a:cubicBezTo>
                      <a:cubicBezTo>
                        <a:pt x="4667" y="73724"/>
                        <a:pt x="4858" y="73247"/>
                        <a:pt x="4858" y="72295"/>
                      </a:cubicBezTo>
                      <a:cubicBezTo>
                        <a:pt x="4858" y="72009"/>
                        <a:pt x="4286" y="71819"/>
                        <a:pt x="3238" y="71723"/>
                      </a:cubicBezTo>
                      <a:cubicBezTo>
                        <a:pt x="2286" y="71628"/>
                        <a:pt x="1810" y="70961"/>
                        <a:pt x="2096" y="69913"/>
                      </a:cubicBezTo>
                      <a:cubicBezTo>
                        <a:pt x="2572" y="69913"/>
                        <a:pt x="3238" y="70009"/>
                        <a:pt x="4001" y="70580"/>
                      </a:cubicBezTo>
                      <a:cubicBezTo>
                        <a:pt x="4858" y="71057"/>
                        <a:pt x="5334" y="71342"/>
                        <a:pt x="5620" y="71342"/>
                      </a:cubicBezTo>
                      <a:cubicBezTo>
                        <a:pt x="5810" y="71342"/>
                        <a:pt x="6001" y="71342"/>
                        <a:pt x="6287" y="71057"/>
                      </a:cubicBezTo>
                      <a:lnTo>
                        <a:pt x="4858" y="69913"/>
                      </a:lnTo>
                      <a:lnTo>
                        <a:pt x="6001" y="68961"/>
                      </a:lnTo>
                      <a:lnTo>
                        <a:pt x="1143" y="68104"/>
                      </a:lnTo>
                      <a:cubicBezTo>
                        <a:pt x="2191" y="67151"/>
                        <a:pt x="2667" y="66104"/>
                        <a:pt x="2667" y="65056"/>
                      </a:cubicBezTo>
                      <a:cubicBezTo>
                        <a:pt x="2667" y="64484"/>
                        <a:pt x="2477" y="63722"/>
                        <a:pt x="2000" y="62579"/>
                      </a:cubicBezTo>
                      <a:cubicBezTo>
                        <a:pt x="1524" y="61436"/>
                        <a:pt x="1333" y="60579"/>
                        <a:pt x="1333" y="59912"/>
                      </a:cubicBezTo>
                      <a:cubicBezTo>
                        <a:pt x="1333" y="59150"/>
                        <a:pt x="1524" y="58388"/>
                        <a:pt x="2000" y="57531"/>
                      </a:cubicBezTo>
                      <a:lnTo>
                        <a:pt x="0" y="56769"/>
                      </a:lnTo>
                      <a:cubicBezTo>
                        <a:pt x="953" y="57055"/>
                        <a:pt x="1524" y="56674"/>
                        <a:pt x="1810" y="55436"/>
                      </a:cubicBezTo>
                      <a:cubicBezTo>
                        <a:pt x="2096" y="54293"/>
                        <a:pt x="2477" y="53721"/>
                        <a:pt x="3238" y="53721"/>
                      </a:cubicBezTo>
                      <a:cubicBezTo>
                        <a:pt x="2096" y="53721"/>
                        <a:pt x="1619" y="53245"/>
                        <a:pt x="1619" y="51911"/>
                      </a:cubicBezTo>
                      <a:cubicBezTo>
                        <a:pt x="1619" y="51245"/>
                        <a:pt x="1810" y="50387"/>
                        <a:pt x="2096" y="49339"/>
                      </a:cubicBezTo>
                      <a:lnTo>
                        <a:pt x="381" y="48768"/>
                      </a:lnTo>
                      <a:cubicBezTo>
                        <a:pt x="381" y="48768"/>
                        <a:pt x="762" y="47625"/>
                        <a:pt x="1333" y="46768"/>
                      </a:cubicBezTo>
                      <a:cubicBezTo>
                        <a:pt x="1905" y="45911"/>
                        <a:pt x="2191" y="45244"/>
                        <a:pt x="2191" y="44768"/>
                      </a:cubicBezTo>
                      <a:cubicBezTo>
                        <a:pt x="2191" y="44387"/>
                        <a:pt x="2000" y="44005"/>
                        <a:pt x="1619" y="43625"/>
                      </a:cubicBezTo>
                      <a:cubicBezTo>
                        <a:pt x="2000" y="41529"/>
                        <a:pt x="2096" y="37147"/>
                        <a:pt x="1714" y="30289"/>
                      </a:cubicBezTo>
                      <a:cubicBezTo>
                        <a:pt x="1429" y="24575"/>
                        <a:pt x="1810" y="20479"/>
                        <a:pt x="3143" y="17907"/>
                      </a:cubicBezTo>
                      <a:cubicBezTo>
                        <a:pt x="2000" y="15812"/>
                        <a:pt x="1429" y="13430"/>
                        <a:pt x="1429" y="10859"/>
                      </a:cubicBezTo>
                      <a:cubicBezTo>
                        <a:pt x="1429" y="9906"/>
                        <a:pt x="1524" y="8477"/>
                        <a:pt x="1714" y="6572"/>
                      </a:cubicBezTo>
                      <a:cubicBezTo>
                        <a:pt x="1905" y="4667"/>
                        <a:pt x="2000" y="3238"/>
                        <a:pt x="2000" y="2286"/>
                      </a:cubicBezTo>
                      <a:cubicBezTo>
                        <a:pt x="2286" y="1048"/>
                        <a:pt x="2857" y="476"/>
                        <a:pt x="3524" y="476"/>
                      </a:cubicBezTo>
                      <a:cubicBezTo>
                        <a:pt x="3810" y="476"/>
                        <a:pt x="4286" y="571"/>
                        <a:pt x="4953" y="857"/>
                      </a:cubicBezTo>
                      <a:cubicBezTo>
                        <a:pt x="5620" y="1143"/>
                        <a:pt x="6191" y="1238"/>
                        <a:pt x="6477" y="1238"/>
                      </a:cubicBezTo>
                      <a:cubicBezTo>
                        <a:pt x="7144" y="1238"/>
                        <a:pt x="7715" y="857"/>
                        <a:pt x="8191" y="0"/>
                      </a:cubicBezTo>
                      <a:lnTo>
                        <a:pt x="9049" y="1238"/>
                      </a:lnTo>
                      <a:cubicBezTo>
                        <a:pt x="9239" y="762"/>
                        <a:pt x="9620" y="476"/>
                        <a:pt x="10192" y="476"/>
                      </a:cubicBezTo>
                      <a:cubicBezTo>
                        <a:pt x="10192" y="667"/>
                        <a:pt x="10192" y="857"/>
                        <a:pt x="9811" y="1143"/>
                      </a:cubicBezTo>
                      <a:cubicBezTo>
                        <a:pt x="9525" y="1429"/>
                        <a:pt x="9430" y="1619"/>
                        <a:pt x="9525" y="1714"/>
                      </a:cubicBezTo>
                      <a:cubicBezTo>
                        <a:pt x="9715" y="1810"/>
                        <a:pt x="9906" y="1810"/>
                        <a:pt x="10096" y="1810"/>
                      </a:cubicBezTo>
                      <a:cubicBezTo>
                        <a:pt x="10478" y="1810"/>
                        <a:pt x="11144" y="1524"/>
                        <a:pt x="12002" y="857"/>
                      </a:cubicBezTo>
                      <a:cubicBezTo>
                        <a:pt x="12859" y="286"/>
                        <a:pt x="13430" y="0"/>
                        <a:pt x="13906" y="0"/>
                      </a:cubicBezTo>
                      <a:cubicBezTo>
                        <a:pt x="14573" y="0"/>
                        <a:pt x="15049" y="571"/>
                        <a:pt x="15430" y="1619"/>
                      </a:cubicBezTo>
                      <a:cubicBezTo>
                        <a:pt x="15430" y="2381"/>
                        <a:pt x="15621" y="5429"/>
                        <a:pt x="15907" y="10763"/>
                      </a:cubicBezTo>
                      <a:cubicBezTo>
                        <a:pt x="16193" y="14288"/>
                        <a:pt x="16193" y="17431"/>
                        <a:pt x="16097" y="19907"/>
                      </a:cubicBezTo>
                      <a:cubicBezTo>
                        <a:pt x="16097" y="20098"/>
                        <a:pt x="16002" y="20479"/>
                        <a:pt x="15716" y="20955"/>
                      </a:cubicBezTo>
                      <a:cubicBezTo>
                        <a:pt x="15430" y="21431"/>
                        <a:pt x="15335" y="21717"/>
                        <a:pt x="15335" y="22003"/>
                      </a:cubicBezTo>
                      <a:cubicBezTo>
                        <a:pt x="15335" y="22288"/>
                        <a:pt x="15430" y="22479"/>
                        <a:pt x="15621" y="22670"/>
                      </a:cubicBezTo>
                      <a:cubicBezTo>
                        <a:pt x="15049" y="22670"/>
                        <a:pt x="14669" y="22860"/>
                        <a:pt x="14478" y="23146"/>
                      </a:cubicBezTo>
                      <a:lnTo>
                        <a:pt x="14478" y="24098"/>
                      </a:lnTo>
                      <a:cubicBezTo>
                        <a:pt x="13716" y="24098"/>
                        <a:pt x="13430" y="24098"/>
                        <a:pt x="13335" y="24479"/>
                      </a:cubicBezTo>
                      <a:cubicBezTo>
                        <a:pt x="13526" y="25051"/>
                        <a:pt x="13811" y="25337"/>
                        <a:pt x="14288" y="25337"/>
                      </a:cubicBezTo>
                      <a:cubicBezTo>
                        <a:pt x="15145" y="25337"/>
                        <a:pt x="15526" y="25051"/>
                        <a:pt x="15621" y="24479"/>
                      </a:cubicBezTo>
                      <a:cubicBezTo>
                        <a:pt x="15716" y="25241"/>
                        <a:pt x="15145" y="26194"/>
                        <a:pt x="13811" y="27242"/>
                      </a:cubicBezTo>
                      <a:cubicBezTo>
                        <a:pt x="12478" y="28385"/>
                        <a:pt x="11716" y="29051"/>
                        <a:pt x="11716" y="29432"/>
                      </a:cubicBezTo>
                      <a:cubicBezTo>
                        <a:pt x="11716" y="29909"/>
                        <a:pt x="12382" y="30289"/>
                        <a:pt x="13716" y="30575"/>
                      </a:cubicBezTo>
                      <a:lnTo>
                        <a:pt x="14573" y="29718"/>
                      </a:lnTo>
                      <a:cubicBezTo>
                        <a:pt x="14573" y="30480"/>
                        <a:pt x="14573" y="30861"/>
                        <a:pt x="14859" y="30956"/>
                      </a:cubicBezTo>
                      <a:lnTo>
                        <a:pt x="15335" y="30956"/>
                      </a:lnTo>
                      <a:lnTo>
                        <a:pt x="15335" y="28861"/>
                      </a:lnTo>
                      <a:cubicBezTo>
                        <a:pt x="15335" y="28861"/>
                        <a:pt x="15526" y="30385"/>
                        <a:pt x="15812" y="32766"/>
                      </a:cubicBezTo>
                      <a:cubicBezTo>
                        <a:pt x="16002" y="34576"/>
                        <a:pt x="16478" y="35814"/>
                        <a:pt x="17336" y="36576"/>
                      </a:cubicBezTo>
                      <a:cubicBezTo>
                        <a:pt x="19050" y="36576"/>
                        <a:pt x="20193" y="36100"/>
                        <a:pt x="20860" y="34957"/>
                      </a:cubicBezTo>
                      <a:lnTo>
                        <a:pt x="20479" y="34385"/>
                      </a:lnTo>
                      <a:lnTo>
                        <a:pt x="22479" y="35243"/>
                      </a:lnTo>
                      <a:cubicBezTo>
                        <a:pt x="22765" y="30766"/>
                        <a:pt x="24194" y="27718"/>
                        <a:pt x="26765" y="26194"/>
                      </a:cubicBezTo>
                      <a:cubicBezTo>
                        <a:pt x="26956" y="24860"/>
                        <a:pt x="27718" y="23336"/>
                        <a:pt x="28956" y="21717"/>
                      </a:cubicBezTo>
                      <a:cubicBezTo>
                        <a:pt x="30194" y="20098"/>
                        <a:pt x="30956" y="18669"/>
                        <a:pt x="31242" y="17431"/>
                      </a:cubicBezTo>
                      <a:cubicBezTo>
                        <a:pt x="31432" y="16478"/>
                        <a:pt x="32195" y="15716"/>
                        <a:pt x="33433" y="15050"/>
                      </a:cubicBezTo>
                      <a:cubicBezTo>
                        <a:pt x="34671" y="14383"/>
                        <a:pt x="35243" y="13716"/>
                        <a:pt x="35243" y="13049"/>
                      </a:cubicBezTo>
                      <a:cubicBezTo>
                        <a:pt x="35243" y="12573"/>
                        <a:pt x="35052" y="12002"/>
                        <a:pt x="34766" y="11239"/>
                      </a:cubicBezTo>
                      <a:lnTo>
                        <a:pt x="38386" y="6858"/>
                      </a:lnTo>
                      <a:lnTo>
                        <a:pt x="37624" y="6001"/>
                      </a:lnTo>
                      <a:cubicBezTo>
                        <a:pt x="37624" y="6001"/>
                        <a:pt x="38386" y="5525"/>
                        <a:pt x="39624" y="5048"/>
                      </a:cubicBezTo>
                      <a:cubicBezTo>
                        <a:pt x="40481" y="4667"/>
                        <a:pt x="40957" y="4191"/>
                        <a:pt x="40957" y="3620"/>
                      </a:cubicBezTo>
                      <a:cubicBezTo>
                        <a:pt x="40957" y="3334"/>
                        <a:pt x="40957" y="3048"/>
                        <a:pt x="40767" y="2762"/>
                      </a:cubicBezTo>
                      <a:cubicBezTo>
                        <a:pt x="43053" y="2286"/>
                        <a:pt x="46482" y="2096"/>
                        <a:pt x="50863" y="2191"/>
                      </a:cubicBezTo>
                      <a:cubicBezTo>
                        <a:pt x="56864" y="2191"/>
                        <a:pt x="60103" y="2286"/>
                        <a:pt x="60674" y="2286"/>
                      </a:cubicBezTo>
                      <a:lnTo>
                        <a:pt x="61151" y="5429"/>
                      </a:lnTo>
                      <a:cubicBezTo>
                        <a:pt x="58388" y="8192"/>
                        <a:pt x="56674" y="10192"/>
                        <a:pt x="55912" y="11239"/>
                      </a:cubicBezTo>
                      <a:cubicBezTo>
                        <a:pt x="54197" y="13716"/>
                        <a:pt x="53149" y="16097"/>
                        <a:pt x="52864" y="18479"/>
                      </a:cubicBezTo>
                      <a:cubicBezTo>
                        <a:pt x="49339" y="21431"/>
                        <a:pt x="46006" y="25527"/>
                        <a:pt x="42767" y="30671"/>
                      </a:cubicBezTo>
                      <a:cubicBezTo>
                        <a:pt x="40005" y="35147"/>
                        <a:pt x="37338" y="39624"/>
                        <a:pt x="34671" y="44101"/>
                      </a:cubicBezTo>
                      <a:cubicBezTo>
                        <a:pt x="34480" y="44577"/>
                        <a:pt x="34385" y="45053"/>
                        <a:pt x="34385" y="45434"/>
                      </a:cubicBezTo>
                      <a:cubicBezTo>
                        <a:pt x="34385" y="46196"/>
                        <a:pt x="34766" y="47054"/>
                        <a:pt x="35528" y="48101"/>
                      </a:cubicBezTo>
                      <a:cubicBezTo>
                        <a:pt x="36290" y="49149"/>
                        <a:pt x="36766" y="50006"/>
                        <a:pt x="36862" y="50578"/>
                      </a:cubicBezTo>
                      <a:cubicBezTo>
                        <a:pt x="36766" y="50959"/>
                        <a:pt x="36195" y="51435"/>
                        <a:pt x="35338" y="51911"/>
                      </a:cubicBezTo>
                      <a:cubicBezTo>
                        <a:pt x="34766" y="52388"/>
                        <a:pt x="34480" y="52959"/>
                        <a:pt x="34671" y="53721"/>
                      </a:cubicBezTo>
                      <a:cubicBezTo>
                        <a:pt x="34862" y="54007"/>
                        <a:pt x="37052" y="55436"/>
                        <a:pt x="41338" y="58103"/>
                      </a:cubicBezTo>
                      <a:cubicBezTo>
                        <a:pt x="43720" y="59722"/>
                        <a:pt x="45339" y="61817"/>
                        <a:pt x="46101" y="64579"/>
                      </a:cubicBezTo>
                      <a:cubicBezTo>
                        <a:pt x="46196" y="64770"/>
                        <a:pt x="46672" y="65056"/>
                        <a:pt x="47530" y="65437"/>
                      </a:cubicBezTo>
                      <a:cubicBezTo>
                        <a:pt x="48292" y="65818"/>
                        <a:pt x="48673" y="66199"/>
                        <a:pt x="48673" y="66580"/>
                      </a:cubicBezTo>
                      <a:cubicBezTo>
                        <a:pt x="48673" y="66866"/>
                        <a:pt x="48482" y="67151"/>
                        <a:pt x="48196" y="67628"/>
                      </a:cubicBezTo>
                      <a:cubicBezTo>
                        <a:pt x="47530" y="68009"/>
                        <a:pt x="46672" y="68389"/>
                        <a:pt x="45529" y="68675"/>
                      </a:cubicBezTo>
                      <a:cubicBezTo>
                        <a:pt x="44387" y="68961"/>
                        <a:pt x="43529" y="69342"/>
                        <a:pt x="42958" y="69913"/>
                      </a:cubicBezTo>
                      <a:lnTo>
                        <a:pt x="42958" y="70199"/>
                      </a:lnTo>
                      <a:cubicBezTo>
                        <a:pt x="42958" y="70199"/>
                        <a:pt x="43529" y="70676"/>
                        <a:pt x="43910" y="70676"/>
                      </a:cubicBezTo>
                      <a:cubicBezTo>
                        <a:pt x="44101" y="70676"/>
                        <a:pt x="44387" y="70676"/>
                        <a:pt x="44672" y="70485"/>
                      </a:cubicBezTo>
                      <a:cubicBezTo>
                        <a:pt x="45053" y="70390"/>
                        <a:pt x="45244" y="70295"/>
                        <a:pt x="45339" y="70295"/>
                      </a:cubicBezTo>
                      <a:cubicBezTo>
                        <a:pt x="45720" y="70295"/>
                        <a:pt x="46006" y="70676"/>
                        <a:pt x="46196" y="71438"/>
                      </a:cubicBezTo>
                      <a:lnTo>
                        <a:pt x="48768" y="68961"/>
                      </a:lnTo>
                      <a:lnTo>
                        <a:pt x="48958" y="69152"/>
                      </a:lnTo>
                      <a:cubicBezTo>
                        <a:pt x="48958" y="69152"/>
                        <a:pt x="48863" y="69152"/>
                        <a:pt x="48768" y="69247"/>
                      </a:cubicBezTo>
                      <a:lnTo>
                        <a:pt x="48292" y="69818"/>
                      </a:lnTo>
                      <a:cubicBezTo>
                        <a:pt x="50292" y="69818"/>
                        <a:pt x="51626" y="71057"/>
                        <a:pt x="52292" y="73438"/>
                      </a:cubicBezTo>
                      <a:cubicBezTo>
                        <a:pt x="53054" y="76295"/>
                        <a:pt x="54197" y="78105"/>
                        <a:pt x="55912" y="78772"/>
                      </a:cubicBezTo>
                      <a:cubicBezTo>
                        <a:pt x="55340" y="79438"/>
                        <a:pt x="55054" y="79915"/>
                        <a:pt x="55054" y="80010"/>
                      </a:cubicBezTo>
                      <a:lnTo>
                        <a:pt x="56197" y="80010"/>
                      </a:lnTo>
                      <a:cubicBezTo>
                        <a:pt x="56197" y="80010"/>
                        <a:pt x="56007" y="80486"/>
                        <a:pt x="56007" y="80677"/>
                      </a:cubicBezTo>
                      <a:cubicBezTo>
                        <a:pt x="56007" y="81153"/>
                        <a:pt x="56483" y="81629"/>
                        <a:pt x="57340" y="82105"/>
                      </a:cubicBezTo>
                      <a:cubicBezTo>
                        <a:pt x="58293" y="82582"/>
                        <a:pt x="58769" y="83249"/>
                        <a:pt x="58769" y="84106"/>
                      </a:cubicBezTo>
                      <a:cubicBezTo>
                        <a:pt x="58198" y="84296"/>
                        <a:pt x="57245" y="84868"/>
                        <a:pt x="56197" y="85630"/>
                      </a:cubicBezTo>
                      <a:cubicBezTo>
                        <a:pt x="56102" y="86106"/>
                        <a:pt x="56197" y="86678"/>
                        <a:pt x="56674" y="87059"/>
                      </a:cubicBezTo>
                      <a:cubicBezTo>
                        <a:pt x="57055" y="87535"/>
                        <a:pt x="57340" y="87725"/>
                        <a:pt x="57436" y="87821"/>
                      </a:cubicBezTo>
                      <a:cubicBezTo>
                        <a:pt x="57626" y="87630"/>
                        <a:pt x="57817" y="87249"/>
                        <a:pt x="57912" y="86582"/>
                      </a:cubicBezTo>
                      <a:cubicBezTo>
                        <a:pt x="58007" y="85916"/>
                        <a:pt x="58293" y="85439"/>
                        <a:pt x="58769" y="85249"/>
                      </a:cubicBezTo>
                      <a:lnTo>
                        <a:pt x="59912" y="85249"/>
                      </a:lnTo>
                      <a:close/>
                      <a:moveTo>
                        <a:pt x="7620" y="77343"/>
                      </a:moveTo>
                      <a:cubicBezTo>
                        <a:pt x="7620" y="77343"/>
                        <a:pt x="8191" y="77534"/>
                        <a:pt x="8477" y="77343"/>
                      </a:cubicBezTo>
                      <a:lnTo>
                        <a:pt x="7620" y="77343"/>
                      </a:lnTo>
                      <a:cubicBezTo>
                        <a:pt x="6763" y="76676"/>
                        <a:pt x="6096" y="76581"/>
                        <a:pt x="5715" y="76771"/>
                      </a:cubicBezTo>
                      <a:lnTo>
                        <a:pt x="7620" y="77248"/>
                      </a:lnTo>
                      <a:close/>
                      <a:moveTo>
                        <a:pt x="7620" y="45244"/>
                      </a:moveTo>
                      <a:cubicBezTo>
                        <a:pt x="7620" y="45244"/>
                        <a:pt x="7048" y="44863"/>
                        <a:pt x="6287" y="44863"/>
                      </a:cubicBezTo>
                      <a:lnTo>
                        <a:pt x="6763" y="46101"/>
                      </a:lnTo>
                      <a:lnTo>
                        <a:pt x="7525" y="45244"/>
                      </a:lnTo>
                      <a:close/>
                      <a:moveTo>
                        <a:pt x="9144" y="50483"/>
                      </a:moveTo>
                      <a:cubicBezTo>
                        <a:pt x="9144" y="50483"/>
                        <a:pt x="8954" y="50102"/>
                        <a:pt x="8668" y="49625"/>
                      </a:cubicBezTo>
                      <a:cubicBezTo>
                        <a:pt x="8572" y="49339"/>
                        <a:pt x="8287" y="49149"/>
                        <a:pt x="8001" y="49149"/>
                      </a:cubicBezTo>
                      <a:cubicBezTo>
                        <a:pt x="7906" y="49149"/>
                        <a:pt x="7715" y="49149"/>
                        <a:pt x="7620" y="49149"/>
                      </a:cubicBezTo>
                      <a:cubicBezTo>
                        <a:pt x="8191" y="49435"/>
                        <a:pt x="8477" y="49625"/>
                        <a:pt x="8477" y="49816"/>
                      </a:cubicBezTo>
                      <a:cubicBezTo>
                        <a:pt x="8477" y="50006"/>
                        <a:pt x="8287" y="50197"/>
                        <a:pt x="7811" y="50578"/>
                      </a:cubicBezTo>
                      <a:cubicBezTo>
                        <a:pt x="7334" y="50959"/>
                        <a:pt x="7144" y="51149"/>
                        <a:pt x="7144" y="51340"/>
                      </a:cubicBezTo>
                      <a:cubicBezTo>
                        <a:pt x="7144" y="51530"/>
                        <a:pt x="7144" y="51626"/>
                        <a:pt x="7239" y="51721"/>
                      </a:cubicBezTo>
                      <a:lnTo>
                        <a:pt x="9144" y="50483"/>
                      </a:lnTo>
                      <a:close/>
                      <a:moveTo>
                        <a:pt x="8858" y="72676"/>
                      </a:moveTo>
                      <a:cubicBezTo>
                        <a:pt x="9525" y="72676"/>
                        <a:pt x="9906" y="72485"/>
                        <a:pt x="10001" y="72200"/>
                      </a:cubicBezTo>
                      <a:cubicBezTo>
                        <a:pt x="9906" y="72009"/>
                        <a:pt x="9525" y="71819"/>
                        <a:pt x="8858" y="71819"/>
                      </a:cubicBezTo>
                      <a:lnTo>
                        <a:pt x="8858" y="72580"/>
                      </a:lnTo>
                      <a:close/>
                      <a:moveTo>
                        <a:pt x="14859" y="62675"/>
                      </a:moveTo>
                      <a:cubicBezTo>
                        <a:pt x="14859" y="62675"/>
                        <a:pt x="15145" y="62389"/>
                        <a:pt x="15430" y="61913"/>
                      </a:cubicBezTo>
                      <a:cubicBezTo>
                        <a:pt x="15716" y="61532"/>
                        <a:pt x="15907" y="61246"/>
                        <a:pt x="15907" y="60960"/>
                      </a:cubicBezTo>
                      <a:cubicBezTo>
                        <a:pt x="15621" y="61246"/>
                        <a:pt x="15335" y="61532"/>
                        <a:pt x="15049" y="61817"/>
                      </a:cubicBezTo>
                      <a:cubicBezTo>
                        <a:pt x="14573" y="62294"/>
                        <a:pt x="14478" y="62579"/>
                        <a:pt x="14764" y="62579"/>
                      </a:cubicBezTo>
                      <a:close/>
                      <a:moveTo>
                        <a:pt x="19145" y="58007"/>
                      </a:moveTo>
                      <a:lnTo>
                        <a:pt x="19907" y="56102"/>
                      </a:lnTo>
                      <a:cubicBezTo>
                        <a:pt x="19907" y="56102"/>
                        <a:pt x="19050" y="56293"/>
                        <a:pt x="18574" y="56102"/>
                      </a:cubicBezTo>
                      <a:cubicBezTo>
                        <a:pt x="18002" y="55912"/>
                        <a:pt x="17526" y="55817"/>
                        <a:pt x="17336" y="55817"/>
                      </a:cubicBezTo>
                      <a:cubicBezTo>
                        <a:pt x="17716" y="55817"/>
                        <a:pt x="18002" y="55817"/>
                        <a:pt x="18193" y="56007"/>
                      </a:cubicBezTo>
                      <a:cubicBezTo>
                        <a:pt x="18479" y="56102"/>
                        <a:pt x="18669" y="56864"/>
                        <a:pt x="18764" y="58293"/>
                      </a:cubicBezTo>
                      <a:cubicBezTo>
                        <a:pt x="18764" y="58293"/>
                        <a:pt x="18955" y="58293"/>
                        <a:pt x="19145" y="58007"/>
                      </a:cubicBezTo>
                      <a:close/>
                      <a:moveTo>
                        <a:pt x="22003" y="46577"/>
                      </a:moveTo>
                      <a:lnTo>
                        <a:pt x="22288" y="46196"/>
                      </a:lnTo>
                      <a:cubicBezTo>
                        <a:pt x="22288" y="45720"/>
                        <a:pt x="21907" y="45529"/>
                        <a:pt x="21146" y="45815"/>
                      </a:cubicBezTo>
                      <a:lnTo>
                        <a:pt x="22003" y="46577"/>
                      </a:lnTo>
                      <a:close/>
                      <a:moveTo>
                        <a:pt x="39148" y="54007"/>
                      </a:moveTo>
                      <a:lnTo>
                        <a:pt x="37910" y="54578"/>
                      </a:lnTo>
                      <a:lnTo>
                        <a:pt x="37529" y="53721"/>
                      </a:lnTo>
                      <a:lnTo>
                        <a:pt x="39053" y="54102"/>
                      </a:lnTo>
                      <a:close/>
                      <a:moveTo>
                        <a:pt x="48958" y="69056"/>
                      </a:moveTo>
                      <a:cubicBezTo>
                        <a:pt x="48958" y="69056"/>
                        <a:pt x="49244" y="69342"/>
                        <a:pt x="49339" y="69723"/>
                      </a:cubicBezTo>
                      <a:lnTo>
                        <a:pt x="48958" y="69056"/>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05" name="Google Shape;1405;p99"/>
              <p:cNvGrpSpPr/>
              <p:nvPr/>
            </p:nvGrpSpPr>
            <p:grpSpPr>
              <a:xfrm>
                <a:off x="10486447" y="6487192"/>
                <a:ext cx="223075" cy="62388"/>
                <a:chOff x="5233129" y="4205287"/>
                <a:chExt cx="223075" cy="62388"/>
              </a:xfrm>
            </p:grpSpPr>
            <p:sp>
              <p:nvSpPr>
                <p:cNvPr id="1406" name="Google Shape;1406;p99"/>
                <p:cNvSpPr/>
                <p:nvPr/>
              </p:nvSpPr>
              <p:spPr>
                <a:xfrm>
                  <a:off x="5233129" y="4206175"/>
                  <a:ext cx="39242" cy="58547"/>
                </a:xfrm>
                <a:custGeom>
                  <a:avLst/>
                  <a:gdLst/>
                  <a:ahLst/>
                  <a:cxnLst/>
                  <a:rect l="l" t="t" r="r" b="b"/>
                  <a:pathLst>
                    <a:path w="39242" h="58547" extrusionOk="0">
                      <a:moveTo>
                        <a:pt x="38671" y="2065"/>
                      </a:moveTo>
                      <a:lnTo>
                        <a:pt x="39243" y="12352"/>
                      </a:lnTo>
                      <a:cubicBezTo>
                        <a:pt x="38100" y="12733"/>
                        <a:pt x="36386" y="12828"/>
                        <a:pt x="34385" y="12638"/>
                      </a:cubicBezTo>
                      <a:cubicBezTo>
                        <a:pt x="31909" y="12352"/>
                        <a:pt x="30289" y="12352"/>
                        <a:pt x="29528" y="12447"/>
                      </a:cubicBezTo>
                      <a:cubicBezTo>
                        <a:pt x="27813" y="12733"/>
                        <a:pt x="26384" y="13590"/>
                        <a:pt x="25337" y="14924"/>
                      </a:cubicBezTo>
                      <a:cubicBezTo>
                        <a:pt x="25337" y="15209"/>
                        <a:pt x="25432" y="15590"/>
                        <a:pt x="25432" y="15971"/>
                      </a:cubicBezTo>
                      <a:cubicBezTo>
                        <a:pt x="25432" y="16352"/>
                        <a:pt x="25337" y="16924"/>
                        <a:pt x="25241" y="17686"/>
                      </a:cubicBezTo>
                      <a:cubicBezTo>
                        <a:pt x="25146" y="18448"/>
                        <a:pt x="25051" y="19019"/>
                        <a:pt x="25051" y="19400"/>
                      </a:cubicBezTo>
                      <a:cubicBezTo>
                        <a:pt x="25051" y="19972"/>
                        <a:pt x="25051" y="20543"/>
                        <a:pt x="25337" y="21019"/>
                      </a:cubicBezTo>
                      <a:cubicBezTo>
                        <a:pt x="25432" y="21305"/>
                        <a:pt x="25527" y="21591"/>
                        <a:pt x="25527" y="21877"/>
                      </a:cubicBezTo>
                      <a:cubicBezTo>
                        <a:pt x="25527" y="22258"/>
                        <a:pt x="25527" y="22639"/>
                        <a:pt x="25241" y="23020"/>
                      </a:cubicBezTo>
                      <a:cubicBezTo>
                        <a:pt x="25051" y="23496"/>
                        <a:pt x="24955" y="23782"/>
                        <a:pt x="24955" y="23972"/>
                      </a:cubicBezTo>
                      <a:cubicBezTo>
                        <a:pt x="24955" y="24258"/>
                        <a:pt x="25051" y="24544"/>
                        <a:pt x="25337" y="24734"/>
                      </a:cubicBezTo>
                      <a:lnTo>
                        <a:pt x="25146" y="28068"/>
                      </a:lnTo>
                      <a:cubicBezTo>
                        <a:pt x="25146" y="28068"/>
                        <a:pt x="24765" y="27401"/>
                        <a:pt x="24289" y="27306"/>
                      </a:cubicBezTo>
                      <a:cubicBezTo>
                        <a:pt x="23622" y="27116"/>
                        <a:pt x="23241" y="27020"/>
                        <a:pt x="23146" y="26925"/>
                      </a:cubicBezTo>
                      <a:cubicBezTo>
                        <a:pt x="22955" y="27020"/>
                        <a:pt x="22860" y="27306"/>
                        <a:pt x="22955" y="27497"/>
                      </a:cubicBezTo>
                      <a:cubicBezTo>
                        <a:pt x="22955" y="27687"/>
                        <a:pt x="22955" y="27973"/>
                        <a:pt x="22955" y="28068"/>
                      </a:cubicBezTo>
                      <a:cubicBezTo>
                        <a:pt x="23241" y="27973"/>
                        <a:pt x="23527" y="27877"/>
                        <a:pt x="23717" y="27877"/>
                      </a:cubicBezTo>
                      <a:cubicBezTo>
                        <a:pt x="24003" y="27877"/>
                        <a:pt x="24289" y="28259"/>
                        <a:pt x="24479" y="28925"/>
                      </a:cubicBezTo>
                      <a:cubicBezTo>
                        <a:pt x="24670" y="29878"/>
                        <a:pt x="24860" y="30354"/>
                        <a:pt x="24955" y="30544"/>
                      </a:cubicBezTo>
                      <a:lnTo>
                        <a:pt x="24574" y="30544"/>
                      </a:lnTo>
                      <a:cubicBezTo>
                        <a:pt x="25146" y="32164"/>
                        <a:pt x="25432" y="34355"/>
                        <a:pt x="25527" y="37212"/>
                      </a:cubicBezTo>
                      <a:cubicBezTo>
                        <a:pt x="25527" y="39498"/>
                        <a:pt x="25432" y="41784"/>
                        <a:pt x="25432" y="44070"/>
                      </a:cubicBezTo>
                      <a:cubicBezTo>
                        <a:pt x="25432" y="45403"/>
                        <a:pt x="25622" y="46642"/>
                        <a:pt x="25717" y="47690"/>
                      </a:cubicBezTo>
                      <a:cubicBezTo>
                        <a:pt x="25717" y="47690"/>
                        <a:pt x="25908" y="47690"/>
                        <a:pt x="26194" y="47975"/>
                      </a:cubicBezTo>
                      <a:cubicBezTo>
                        <a:pt x="26575" y="48166"/>
                        <a:pt x="26765" y="48261"/>
                        <a:pt x="27051" y="48071"/>
                      </a:cubicBezTo>
                      <a:cubicBezTo>
                        <a:pt x="26670" y="48833"/>
                        <a:pt x="26479" y="50738"/>
                        <a:pt x="26384" y="53690"/>
                      </a:cubicBezTo>
                      <a:cubicBezTo>
                        <a:pt x="26384" y="55309"/>
                        <a:pt x="25813" y="56452"/>
                        <a:pt x="24860" y="57119"/>
                      </a:cubicBezTo>
                      <a:cubicBezTo>
                        <a:pt x="25051" y="57119"/>
                        <a:pt x="25146" y="57500"/>
                        <a:pt x="25146" y="57976"/>
                      </a:cubicBezTo>
                      <a:cubicBezTo>
                        <a:pt x="24574" y="57976"/>
                        <a:pt x="22955" y="57976"/>
                        <a:pt x="20193" y="57976"/>
                      </a:cubicBezTo>
                      <a:cubicBezTo>
                        <a:pt x="18193" y="57976"/>
                        <a:pt x="16478" y="58072"/>
                        <a:pt x="15335" y="58548"/>
                      </a:cubicBezTo>
                      <a:cubicBezTo>
                        <a:pt x="14288" y="57691"/>
                        <a:pt x="13811" y="56357"/>
                        <a:pt x="13811" y="54643"/>
                      </a:cubicBezTo>
                      <a:cubicBezTo>
                        <a:pt x="13811" y="53119"/>
                        <a:pt x="13811" y="51690"/>
                        <a:pt x="13811" y="50166"/>
                      </a:cubicBezTo>
                      <a:cubicBezTo>
                        <a:pt x="14002" y="44642"/>
                        <a:pt x="14192" y="38831"/>
                        <a:pt x="14192" y="32735"/>
                      </a:cubicBezTo>
                      <a:cubicBezTo>
                        <a:pt x="14192" y="26639"/>
                        <a:pt x="14097" y="20543"/>
                        <a:pt x="13811" y="14066"/>
                      </a:cubicBezTo>
                      <a:cubicBezTo>
                        <a:pt x="13525" y="13114"/>
                        <a:pt x="12763" y="12542"/>
                        <a:pt x="11525" y="12542"/>
                      </a:cubicBezTo>
                      <a:cubicBezTo>
                        <a:pt x="11239" y="12542"/>
                        <a:pt x="10954" y="12542"/>
                        <a:pt x="10478" y="12542"/>
                      </a:cubicBezTo>
                      <a:lnTo>
                        <a:pt x="9525" y="12542"/>
                      </a:lnTo>
                      <a:cubicBezTo>
                        <a:pt x="8954" y="12542"/>
                        <a:pt x="8382" y="12447"/>
                        <a:pt x="8001" y="12257"/>
                      </a:cubicBezTo>
                      <a:cubicBezTo>
                        <a:pt x="8477" y="12257"/>
                        <a:pt x="7048" y="12257"/>
                        <a:pt x="3620" y="12257"/>
                      </a:cubicBezTo>
                      <a:cubicBezTo>
                        <a:pt x="2096" y="12257"/>
                        <a:pt x="953" y="11876"/>
                        <a:pt x="0" y="11114"/>
                      </a:cubicBezTo>
                      <a:lnTo>
                        <a:pt x="0" y="922"/>
                      </a:lnTo>
                      <a:cubicBezTo>
                        <a:pt x="0" y="922"/>
                        <a:pt x="476" y="1303"/>
                        <a:pt x="857" y="1303"/>
                      </a:cubicBezTo>
                      <a:cubicBezTo>
                        <a:pt x="1429" y="1303"/>
                        <a:pt x="2000" y="922"/>
                        <a:pt x="2572" y="160"/>
                      </a:cubicBezTo>
                      <a:cubicBezTo>
                        <a:pt x="5524" y="-31"/>
                        <a:pt x="9906" y="-31"/>
                        <a:pt x="15716" y="160"/>
                      </a:cubicBezTo>
                      <a:cubicBezTo>
                        <a:pt x="21431" y="350"/>
                        <a:pt x="25908" y="255"/>
                        <a:pt x="29051" y="65"/>
                      </a:cubicBezTo>
                      <a:cubicBezTo>
                        <a:pt x="29146" y="350"/>
                        <a:pt x="29337" y="446"/>
                        <a:pt x="29718" y="446"/>
                      </a:cubicBezTo>
                      <a:cubicBezTo>
                        <a:pt x="29908" y="446"/>
                        <a:pt x="30194" y="446"/>
                        <a:pt x="30480" y="255"/>
                      </a:cubicBezTo>
                      <a:cubicBezTo>
                        <a:pt x="30861" y="160"/>
                        <a:pt x="31052" y="65"/>
                        <a:pt x="31242" y="65"/>
                      </a:cubicBezTo>
                      <a:cubicBezTo>
                        <a:pt x="31813" y="446"/>
                        <a:pt x="33338" y="446"/>
                        <a:pt x="35814" y="65"/>
                      </a:cubicBezTo>
                      <a:cubicBezTo>
                        <a:pt x="37624" y="-221"/>
                        <a:pt x="38576" y="446"/>
                        <a:pt x="38767" y="1969"/>
                      </a:cubicBezTo>
                      <a:close/>
                      <a:moveTo>
                        <a:pt x="6191" y="4351"/>
                      </a:moveTo>
                      <a:cubicBezTo>
                        <a:pt x="6667" y="3589"/>
                        <a:pt x="7239" y="3208"/>
                        <a:pt x="8096" y="3208"/>
                      </a:cubicBezTo>
                      <a:cubicBezTo>
                        <a:pt x="8382" y="3208"/>
                        <a:pt x="8858" y="3208"/>
                        <a:pt x="9430" y="3398"/>
                      </a:cubicBezTo>
                      <a:cubicBezTo>
                        <a:pt x="10096" y="3589"/>
                        <a:pt x="10573" y="3684"/>
                        <a:pt x="11049" y="3684"/>
                      </a:cubicBezTo>
                      <a:cubicBezTo>
                        <a:pt x="11525" y="3684"/>
                        <a:pt x="11811" y="3684"/>
                        <a:pt x="12192" y="3493"/>
                      </a:cubicBezTo>
                      <a:lnTo>
                        <a:pt x="10954" y="2351"/>
                      </a:lnTo>
                      <a:cubicBezTo>
                        <a:pt x="10954" y="2351"/>
                        <a:pt x="10382" y="2160"/>
                        <a:pt x="10382" y="1779"/>
                      </a:cubicBezTo>
                      <a:cubicBezTo>
                        <a:pt x="10382" y="1303"/>
                        <a:pt x="10382" y="1017"/>
                        <a:pt x="10382" y="922"/>
                      </a:cubicBezTo>
                      <a:cubicBezTo>
                        <a:pt x="10287" y="1208"/>
                        <a:pt x="10096" y="1398"/>
                        <a:pt x="9906" y="1493"/>
                      </a:cubicBezTo>
                      <a:cubicBezTo>
                        <a:pt x="9811" y="1493"/>
                        <a:pt x="9620" y="1493"/>
                        <a:pt x="9525" y="1493"/>
                      </a:cubicBezTo>
                      <a:cubicBezTo>
                        <a:pt x="9525" y="1493"/>
                        <a:pt x="9525" y="1779"/>
                        <a:pt x="9525" y="2160"/>
                      </a:cubicBezTo>
                      <a:cubicBezTo>
                        <a:pt x="8954" y="2541"/>
                        <a:pt x="8191" y="2827"/>
                        <a:pt x="7239" y="2922"/>
                      </a:cubicBezTo>
                      <a:cubicBezTo>
                        <a:pt x="6191" y="3017"/>
                        <a:pt x="5429" y="3208"/>
                        <a:pt x="5048" y="3303"/>
                      </a:cubicBezTo>
                      <a:lnTo>
                        <a:pt x="6477" y="3303"/>
                      </a:lnTo>
                      <a:cubicBezTo>
                        <a:pt x="6477" y="3303"/>
                        <a:pt x="5905" y="4065"/>
                        <a:pt x="5620" y="4160"/>
                      </a:cubicBezTo>
                      <a:cubicBezTo>
                        <a:pt x="5620" y="4160"/>
                        <a:pt x="5620" y="4160"/>
                        <a:pt x="5620" y="4160"/>
                      </a:cubicBezTo>
                      <a:cubicBezTo>
                        <a:pt x="5620" y="4160"/>
                        <a:pt x="5429" y="4256"/>
                        <a:pt x="5334" y="4351"/>
                      </a:cubicBezTo>
                      <a:cubicBezTo>
                        <a:pt x="5048" y="4446"/>
                        <a:pt x="4858" y="4541"/>
                        <a:pt x="4763" y="4541"/>
                      </a:cubicBezTo>
                      <a:cubicBezTo>
                        <a:pt x="4477" y="4446"/>
                        <a:pt x="4286" y="4446"/>
                        <a:pt x="3905" y="4541"/>
                      </a:cubicBezTo>
                      <a:cubicBezTo>
                        <a:pt x="2857" y="4446"/>
                        <a:pt x="2191" y="4446"/>
                        <a:pt x="1810" y="4541"/>
                      </a:cubicBezTo>
                      <a:lnTo>
                        <a:pt x="1810" y="4160"/>
                      </a:lnTo>
                      <a:lnTo>
                        <a:pt x="953" y="5113"/>
                      </a:lnTo>
                      <a:cubicBezTo>
                        <a:pt x="953" y="5113"/>
                        <a:pt x="1429" y="5208"/>
                        <a:pt x="1714" y="5208"/>
                      </a:cubicBezTo>
                      <a:cubicBezTo>
                        <a:pt x="1810" y="5208"/>
                        <a:pt x="2572" y="5018"/>
                        <a:pt x="3905" y="4541"/>
                      </a:cubicBezTo>
                      <a:lnTo>
                        <a:pt x="4763" y="4541"/>
                      </a:lnTo>
                      <a:cubicBezTo>
                        <a:pt x="4763" y="4541"/>
                        <a:pt x="4953" y="4732"/>
                        <a:pt x="5144" y="4922"/>
                      </a:cubicBezTo>
                      <a:cubicBezTo>
                        <a:pt x="5144" y="5113"/>
                        <a:pt x="5334" y="5303"/>
                        <a:pt x="5429" y="5494"/>
                      </a:cubicBezTo>
                      <a:cubicBezTo>
                        <a:pt x="5429" y="5303"/>
                        <a:pt x="5334" y="5208"/>
                        <a:pt x="5239" y="5018"/>
                      </a:cubicBezTo>
                      <a:cubicBezTo>
                        <a:pt x="5239" y="4732"/>
                        <a:pt x="5239" y="4541"/>
                        <a:pt x="5429" y="4351"/>
                      </a:cubicBezTo>
                      <a:cubicBezTo>
                        <a:pt x="5524" y="4351"/>
                        <a:pt x="5715" y="4351"/>
                        <a:pt x="5810" y="4256"/>
                      </a:cubicBezTo>
                      <a:cubicBezTo>
                        <a:pt x="6191" y="4732"/>
                        <a:pt x="6287" y="5018"/>
                        <a:pt x="6287" y="5113"/>
                      </a:cubicBezTo>
                      <a:lnTo>
                        <a:pt x="8191" y="4732"/>
                      </a:lnTo>
                      <a:lnTo>
                        <a:pt x="6287" y="4541"/>
                      </a:lnTo>
                      <a:close/>
                      <a:moveTo>
                        <a:pt x="4667" y="7684"/>
                      </a:moveTo>
                      <a:lnTo>
                        <a:pt x="5810" y="7113"/>
                      </a:lnTo>
                      <a:lnTo>
                        <a:pt x="5239" y="7113"/>
                      </a:lnTo>
                      <a:lnTo>
                        <a:pt x="4667" y="7684"/>
                      </a:lnTo>
                      <a:close/>
                      <a:moveTo>
                        <a:pt x="13716" y="2065"/>
                      </a:moveTo>
                      <a:lnTo>
                        <a:pt x="14573" y="1112"/>
                      </a:lnTo>
                      <a:cubicBezTo>
                        <a:pt x="14573" y="1112"/>
                        <a:pt x="13906" y="922"/>
                        <a:pt x="13430" y="731"/>
                      </a:cubicBezTo>
                      <a:lnTo>
                        <a:pt x="12478" y="2065"/>
                      </a:lnTo>
                      <a:lnTo>
                        <a:pt x="11430" y="1493"/>
                      </a:lnTo>
                      <a:lnTo>
                        <a:pt x="12763" y="2827"/>
                      </a:lnTo>
                      <a:cubicBezTo>
                        <a:pt x="12763" y="1874"/>
                        <a:pt x="12954" y="1303"/>
                        <a:pt x="13335" y="1017"/>
                      </a:cubicBezTo>
                      <a:cubicBezTo>
                        <a:pt x="13430" y="1112"/>
                        <a:pt x="13525" y="1398"/>
                        <a:pt x="13525" y="1969"/>
                      </a:cubicBezTo>
                      <a:close/>
                      <a:moveTo>
                        <a:pt x="16573" y="31211"/>
                      </a:moveTo>
                      <a:cubicBezTo>
                        <a:pt x="17431" y="31307"/>
                        <a:pt x="17812" y="31211"/>
                        <a:pt x="17716" y="31021"/>
                      </a:cubicBezTo>
                      <a:cubicBezTo>
                        <a:pt x="17526" y="30926"/>
                        <a:pt x="17145" y="31021"/>
                        <a:pt x="16573" y="31211"/>
                      </a:cubicBezTo>
                      <a:cubicBezTo>
                        <a:pt x="16288" y="31211"/>
                        <a:pt x="16097" y="31211"/>
                        <a:pt x="16002" y="31211"/>
                      </a:cubicBezTo>
                      <a:cubicBezTo>
                        <a:pt x="16288" y="31307"/>
                        <a:pt x="16383" y="31307"/>
                        <a:pt x="16573" y="31211"/>
                      </a:cubicBezTo>
                      <a:close/>
                      <a:moveTo>
                        <a:pt x="24194" y="30068"/>
                      </a:moveTo>
                      <a:cubicBezTo>
                        <a:pt x="23717" y="29687"/>
                        <a:pt x="22955" y="29497"/>
                        <a:pt x="21907" y="29497"/>
                      </a:cubicBezTo>
                      <a:cubicBezTo>
                        <a:pt x="20669" y="29497"/>
                        <a:pt x="19812" y="29497"/>
                        <a:pt x="19431" y="29306"/>
                      </a:cubicBezTo>
                      <a:lnTo>
                        <a:pt x="21336" y="30449"/>
                      </a:lnTo>
                      <a:cubicBezTo>
                        <a:pt x="21336" y="30449"/>
                        <a:pt x="20955" y="30735"/>
                        <a:pt x="20955" y="31021"/>
                      </a:cubicBezTo>
                      <a:lnTo>
                        <a:pt x="21527" y="31021"/>
                      </a:lnTo>
                      <a:cubicBezTo>
                        <a:pt x="21527" y="31021"/>
                        <a:pt x="21907" y="31211"/>
                        <a:pt x="21907" y="31307"/>
                      </a:cubicBezTo>
                      <a:cubicBezTo>
                        <a:pt x="21907" y="31307"/>
                        <a:pt x="21812" y="31497"/>
                        <a:pt x="21622" y="31688"/>
                      </a:cubicBezTo>
                      <a:cubicBezTo>
                        <a:pt x="21527" y="31973"/>
                        <a:pt x="21431" y="32164"/>
                        <a:pt x="21622" y="32354"/>
                      </a:cubicBezTo>
                      <a:lnTo>
                        <a:pt x="22765" y="32354"/>
                      </a:lnTo>
                      <a:cubicBezTo>
                        <a:pt x="22193" y="31878"/>
                        <a:pt x="21907" y="31402"/>
                        <a:pt x="21907" y="31116"/>
                      </a:cubicBezTo>
                      <a:cubicBezTo>
                        <a:pt x="21907" y="30926"/>
                        <a:pt x="22003" y="30735"/>
                        <a:pt x="22288" y="30640"/>
                      </a:cubicBezTo>
                      <a:cubicBezTo>
                        <a:pt x="22574" y="30544"/>
                        <a:pt x="22860" y="30354"/>
                        <a:pt x="23241" y="30259"/>
                      </a:cubicBezTo>
                      <a:cubicBezTo>
                        <a:pt x="23527" y="30259"/>
                        <a:pt x="23908" y="30259"/>
                        <a:pt x="24194" y="30640"/>
                      </a:cubicBezTo>
                      <a:lnTo>
                        <a:pt x="24194" y="30068"/>
                      </a:lnTo>
                      <a:close/>
                      <a:moveTo>
                        <a:pt x="21336" y="25115"/>
                      </a:moveTo>
                      <a:cubicBezTo>
                        <a:pt x="21336" y="25115"/>
                        <a:pt x="22003" y="25687"/>
                        <a:pt x="22479" y="25687"/>
                      </a:cubicBezTo>
                      <a:cubicBezTo>
                        <a:pt x="23241" y="25687"/>
                        <a:pt x="23813" y="25401"/>
                        <a:pt x="24384" y="24925"/>
                      </a:cubicBezTo>
                      <a:lnTo>
                        <a:pt x="23336" y="24639"/>
                      </a:lnTo>
                      <a:cubicBezTo>
                        <a:pt x="23336" y="25210"/>
                        <a:pt x="23146" y="25496"/>
                        <a:pt x="22955" y="25496"/>
                      </a:cubicBezTo>
                      <a:cubicBezTo>
                        <a:pt x="22955" y="25496"/>
                        <a:pt x="22670" y="25306"/>
                        <a:pt x="22384" y="25020"/>
                      </a:cubicBezTo>
                      <a:cubicBezTo>
                        <a:pt x="22003" y="24734"/>
                        <a:pt x="21717" y="24544"/>
                        <a:pt x="21431" y="24734"/>
                      </a:cubicBezTo>
                      <a:lnTo>
                        <a:pt x="21431" y="25306"/>
                      </a:lnTo>
                      <a:close/>
                      <a:moveTo>
                        <a:pt x="24003" y="31973"/>
                      </a:moveTo>
                      <a:lnTo>
                        <a:pt x="24003" y="31973"/>
                      </a:lnTo>
                      <a:lnTo>
                        <a:pt x="22765" y="31021"/>
                      </a:lnTo>
                      <a:cubicBezTo>
                        <a:pt x="22765" y="31021"/>
                        <a:pt x="22765" y="31688"/>
                        <a:pt x="23146" y="31878"/>
                      </a:cubicBezTo>
                      <a:cubicBezTo>
                        <a:pt x="23431" y="31878"/>
                        <a:pt x="23717" y="31878"/>
                        <a:pt x="24003" y="31973"/>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 name="Google Shape;1407;p99"/>
                <p:cNvSpPr/>
                <p:nvPr/>
              </p:nvSpPr>
              <p:spPr>
                <a:xfrm>
                  <a:off x="5272372" y="4206049"/>
                  <a:ext cx="45624" cy="61626"/>
                </a:xfrm>
                <a:custGeom>
                  <a:avLst/>
                  <a:gdLst/>
                  <a:ahLst/>
                  <a:cxnLst/>
                  <a:rect l="l" t="t" r="r" b="b"/>
                  <a:pathLst>
                    <a:path w="45624" h="61626" extrusionOk="0">
                      <a:moveTo>
                        <a:pt x="857" y="61532"/>
                      </a:moveTo>
                      <a:lnTo>
                        <a:pt x="0" y="60960"/>
                      </a:lnTo>
                      <a:lnTo>
                        <a:pt x="857" y="61246"/>
                      </a:lnTo>
                      <a:lnTo>
                        <a:pt x="857" y="61627"/>
                      </a:lnTo>
                      <a:close/>
                      <a:moveTo>
                        <a:pt x="44672" y="23336"/>
                      </a:moveTo>
                      <a:cubicBezTo>
                        <a:pt x="44482" y="23908"/>
                        <a:pt x="44672" y="24479"/>
                        <a:pt x="45053" y="25051"/>
                      </a:cubicBezTo>
                      <a:cubicBezTo>
                        <a:pt x="45434" y="25622"/>
                        <a:pt x="45625" y="26003"/>
                        <a:pt x="45625" y="26194"/>
                      </a:cubicBezTo>
                      <a:cubicBezTo>
                        <a:pt x="45625" y="26575"/>
                        <a:pt x="45434" y="26956"/>
                        <a:pt x="45053" y="27337"/>
                      </a:cubicBezTo>
                      <a:cubicBezTo>
                        <a:pt x="45339" y="29242"/>
                        <a:pt x="45434" y="31337"/>
                        <a:pt x="45434" y="33623"/>
                      </a:cubicBezTo>
                      <a:cubicBezTo>
                        <a:pt x="45434" y="35909"/>
                        <a:pt x="45339" y="37910"/>
                        <a:pt x="45053" y="39910"/>
                      </a:cubicBezTo>
                      <a:cubicBezTo>
                        <a:pt x="44196" y="40196"/>
                        <a:pt x="43720" y="40672"/>
                        <a:pt x="43720" y="41339"/>
                      </a:cubicBezTo>
                      <a:cubicBezTo>
                        <a:pt x="43720" y="41529"/>
                        <a:pt x="43720" y="41910"/>
                        <a:pt x="43910" y="42386"/>
                      </a:cubicBezTo>
                      <a:cubicBezTo>
                        <a:pt x="44005" y="42863"/>
                        <a:pt x="44101" y="43244"/>
                        <a:pt x="44101" y="43529"/>
                      </a:cubicBezTo>
                      <a:cubicBezTo>
                        <a:pt x="44101" y="43815"/>
                        <a:pt x="44101" y="44006"/>
                        <a:pt x="44005" y="44196"/>
                      </a:cubicBezTo>
                      <a:lnTo>
                        <a:pt x="44387" y="46196"/>
                      </a:lnTo>
                      <a:cubicBezTo>
                        <a:pt x="43720" y="46482"/>
                        <a:pt x="43244" y="47149"/>
                        <a:pt x="42863" y="48101"/>
                      </a:cubicBezTo>
                      <a:cubicBezTo>
                        <a:pt x="42481" y="49054"/>
                        <a:pt x="42196" y="49911"/>
                        <a:pt x="41910" y="50768"/>
                      </a:cubicBezTo>
                      <a:cubicBezTo>
                        <a:pt x="41053" y="51149"/>
                        <a:pt x="39434" y="52197"/>
                        <a:pt x="37338" y="54007"/>
                      </a:cubicBezTo>
                      <a:lnTo>
                        <a:pt x="38100" y="54864"/>
                      </a:lnTo>
                      <a:cubicBezTo>
                        <a:pt x="35433" y="54864"/>
                        <a:pt x="33528" y="55626"/>
                        <a:pt x="32290" y="56769"/>
                      </a:cubicBezTo>
                      <a:cubicBezTo>
                        <a:pt x="32099" y="56769"/>
                        <a:pt x="31909" y="56769"/>
                        <a:pt x="31718" y="56769"/>
                      </a:cubicBezTo>
                      <a:cubicBezTo>
                        <a:pt x="31337" y="56769"/>
                        <a:pt x="30861" y="56960"/>
                        <a:pt x="30480" y="57341"/>
                      </a:cubicBezTo>
                      <a:cubicBezTo>
                        <a:pt x="30099" y="57722"/>
                        <a:pt x="29909" y="58103"/>
                        <a:pt x="30004" y="58579"/>
                      </a:cubicBezTo>
                      <a:cubicBezTo>
                        <a:pt x="29337" y="58198"/>
                        <a:pt x="28670" y="58008"/>
                        <a:pt x="27908" y="58008"/>
                      </a:cubicBezTo>
                      <a:lnTo>
                        <a:pt x="25622" y="58008"/>
                      </a:lnTo>
                      <a:cubicBezTo>
                        <a:pt x="25622" y="58008"/>
                        <a:pt x="25622" y="57436"/>
                        <a:pt x="25146" y="57245"/>
                      </a:cubicBezTo>
                      <a:cubicBezTo>
                        <a:pt x="24765" y="57055"/>
                        <a:pt x="24479" y="56864"/>
                        <a:pt x="24479" y="56579"/>
                      </a:cubicBezTo>
                      <a:cubicBezTo>
                        <a:pt x="23908" y="57531"/>
                        <a:pt x="23051" y="58008"/>
                        <a:pt x="21907" y="58103"/>
                      </a:cubicBezTo>
                      <a:cubicBezTo>
                        <a:pt x="21717" y="58103"/>
                        <a:pt x="20764" y="58103"/>
                        <a:pt x="19050" y="58103"/>
                      </a:cubicBezTo>
                      <a:cubicBezTo>
                        <a:pt x="17812" y="57626"/>
                        <a:pt x="16573" y="57150"/>
                        <a:pt x="15335" y="56579"/>
                      </a:cubicBezTo>
                      <a:cubicBezTo>
                        <a:pt x="13906" y="55912"/>
                        <a:pt x="12763" y="55245"/>
                        <a:pt x="12002" y="54483"/>
                      </a:cubicBezTo>
                      <a:cubicBezTo>
                        <a:pt x="11716" y="54864"/>
                        <a:pt x="11144" y="54769"/>
                        <a:pt x="10192" y="54293"/>
                      </a:cubicBezTo>
                      <a:cubicBezTo>
                        <a:pt x="9049" y="52864"/>
                        <a:pt x="7811" y="51435"/>
                        <a:pt x="6572" y="49911"/>
                      </a:cubicBezTo>
                      <a:cubicBezTo>
                        <a:pt x="5239" y="48197"/>
                        <a:pt x="4572" y="46482"/>
                        <a:pt x="4477" y="45053"/>
                      </a:cubicBezTo>
                      <a:cubicBezTo>
                        <a:pt x="3810" y="44196"/>
                        <a:pt x="3429" y="43053"/>
                        <a:pt x="3524" y="41434"/>
                      </a:cubicBezTo>
                      <a:cubicBezTo>
                        <a:pt x="3524" y="39148"/>
                        <a:pt x="3524" y="37910"/>
                        <a:pt x="3524" y="37719"/>
                      </a:cubicBezTo>
                      <a:cubicBezTo>
                        <a:pt x="3524" y="37338"/>
                        <a:pt x="3524" y="37052"/>
                        <a:pt x="3524" y="36576"/>
                      </a:cubicBezTo>
                      <a:cubicBezTo>
                        <a:pt x="3524" y="36004"/>
                        <a:pt x="3524" y="35243"/>
                        <a:pt x="3715" y="34195"/>
                      </a:cubicBezTo>
                      <a:cubicBezTo>
                        <a:pt x="3905" y="33052"/>
                        <a:pt x="3905" y="32290"/>
                        <a:pt x="3905" y="31718"/>
                      </a:cubicBezTo>
                      <a:cubicBezTo>
                        <a:pt x="3905" y="30671"/>
                        <a:pt x="3715" y="29813"/>
                        <a:pt x="3334" y="29147"/>
                      </a:cubicBezTo>
                      <a:cubicBezTo>
                        <a:pt x="3810" y="28956"/>
                        <a:pt x="3905" y="28575"/>
                        <a:pt x="3715" y="28004"/>
                      </a:cubicBezTo>
                      <a:cubicBezTo>
                        <a:pt x="3524" y="27527"/>
                        <a:pt x="3620" y="27051"/>
                        <a:pt x="3905" y="26861"/>
                      </a:cubicBezTo>
                      <a:cubicBezTo>
                        <a:pt x="3620" y="24479"/>
                        <a:pt x="3429" y="22479"/>
                        <a:pt x="3429" y="20955"/>
                      </a:cubicBezTo>
                      <a:cubicBezTo>
                        <a:pt x="3429" y="18098"/>
                        <a:pt x="3810" y="15621"/>
                        <a:pt x="4667" y="13716"/>
                      </a:cubicBezTo>
                      <a:cubicBezTo>
                        <a:pt x="5048" y="12097"/>
                        <a:pt x="5429" y="10954"/>
                        <a:pt x="5620" y="10478"/>
                      </a:cubicBezTo>
                      <a:cubicBezTo>
                        <a:pt x="6191" y="9335"/>
                        <a:pt x="7048" y="8573"/>
                        <a:pt x="8096" y="8382"/>
                      </a:cubicBezTo>
                      <a:cubicBezTo>
                        <a:pt x="8763" y="6668"/>
                        <a:pt x="10192" y="5239"/>
                        <a:pt x="12287" y="3905"/>
                      </a:cubicBezTo>
                      <a:lnTo>
                        <a:pt x="11906" y="3715"/>
                      </a:lnTo>
                      <a:cubicBezTo>
                        <a:pt x="12573" y="3620"/>
                        <a:pt x="13526" y="3048"/>
                        <a:pt x="14764" y="2096"/>
                      </a:cubicBezTo>
                      <a:cubicBezTo>
                        <a:pt x="15812" y="1334"/>
                        <a:pt x="16859" y="953"/>
                        <a:pt x="17812" y="1048"/>
                      </a:cubicBezTo>
                      <a:cubicBezTo>
                        <a:pt x="17812" y="381"/>
                        <a:pt x="18097" y="0"/>
                        <a:pt x="18669" y="0"/>
                      </a:cubicBezTo>
                      <a:cubicBezTo>
                        <a:pt x="18860" y="0"/>
                        <a:pt x="19240" y="0"/>
                        <a:pt x="19717" y="191"/>
                      </a:cubicBezTo>
                      <a:cubicBezTo>
                        <a:pt x="20288" y="286"/>
                        <a:pt x="20574" y="381"/>
                        <a:pt x="20860" y="286"/>
                      </a:cubicBezTo>
                      <a:cubicBezTo>
                        <a:pt x="21622" y="1334"/>
                        <a:pt x="22670" y="2000"/>
                        <a:pt x="23908" y="2000"/>
                      </a:cubicBezTo>
                      <a:cubicBezTo>
                        <a:pt x="24479" y="2000"/>
                        <a:pt x="25432" y="1810"/>
                        <a:pt x="26861" y="1429"/>
                      </a:cubicBezTo>
                      <a:cubicBezTo>
                        <a:pt x="27908" y="1715"/>
                        <a:pt x="29146" y="1715"/>
                        <a:pt x="30671" y="1429"/>
                      </a:cubicBezTo>
                      <a:lnTo>
                        <a:pt x="30671" y="1715"/>
                      </a:lnTo>
                      <a:cubicBezTo>
                        <a:pt x="30671" y="1715"/>
                        <a:pt x="31528" y="1429"/>
                        <a:pt x="31909" y="1429"/>
                      </a:cubicBezTo>
                      <a:cubicBezTo>
                        <a:pt x="32480" y="1429"/>
                        <a:pt x="33338" y="1810"/>
                        <a:pt x="34290" y="2572"/>
                      </a:cubicBezTo>
                      <a:cubicBezTo>
                        <a:pt x="35243" y="3429"/>
                        <a:pt x="36100" y="3810"/>
                        <a:pt x="36767" y="3905"/>
                      </a:cubicBezTo>
                      <a:cubicBezTo>
                        <a:pt x="36957" y="4667"/>
                        <a:pt x="37624" y="5429"/>
                        <a:pt x="38671" y="6191"/>
                      </a:cubicBezTo>
                      <a:cubicBezTo>
                        <a:pt x="39719" y="6953"/>
                        <a:pt x="40291" y="7525"/>
                        <a:pt x="40481" y="7906"/>
                      </a:cubicBezTo>
                      <a:cubicBezTo>
                        <a:pt x="41243" y="7906"/>
                        <a:pt x="41624" y="8382"/>
                        <a:pt x="41815" y="9430"/>
                      </a:cubicBezTo>
                      <a:cubicBezTo>
                        <a:pt x="41910" y="10478"/>
                        <a:pt x="42386" y="10954"/>
                        <a:pt x="43053" y="10954"/>
                      </a:cubicBezTo>
                      <a:cubicBezTo>
                        <a:pt x="43529" y="11525"/>
                        <a:pt x="43815" y="12478"/>
                        <a:pt x="43815" y="13621"/>
                      </a:cubicBezTo>
                      <a:lnTo>
                        <a:pt x="43815" y="14573"/>
                      </a:lnTo>
                      <a:cubicBezTo>
                        <a:pt x="43815" y="15050"/>
                        <a:pt x="43815" y="15431"/>
                        <a:pt x="43815" y="15621"/>
                      </a:cubicBezTo>
                      <a:cubicBezTo>
                        <a:pt x="43815" y="17050"/>
                        <a:pt x="44291" y="18098"/>
                        <a:pt x="45339" y="18669"/>
                      </a:cubicBezTo>
                      <a:cubicBezTo>
                        <a:pt x="45148" y="18955"/>
                        <a:pt x="45053" y="19336"/>
                        <a:pt x="45053" y="19812"/>
                      </a:cubicBezTo>
                      <a:cubicBezTo>
                        <a:pt x="45053" y="20193"/>
                        <a:pt x="45053" y="20669"/>
                        <a:pt x="45339" y="21336"/>
                      </a:cubicBezTo>
                      <a:cubicBezTo>
                        <a:pt x="45529" y="21908"/>
                        <a:pt x="45625" y="22384"/>
                        <a:pt x="45625" y="22574"/>
                      </a:cubicBezTo>
                      <a:cubicBezTo>
                        <a:pt x="45625" y="23146"/>
                        <a:pt x="45339" y="23527"/>
                        <a:pt x="44577" y="23622"/>
                      </a:cubicBezTo>
                      <a:close/>
                      <a:moveTo>
                        <a:pt x="37052" y="27337"/>
                      </a:moveTo>
                      <a:cubicBezTo>
                        <a:pt x="37052" y="27337"/>
                        <a:pt x="38386" y="27718"/>
                        <a:pt x="40386" y="28385"/>
                      </a:cubicBezTo>
                      <a:lnTo>
                        <a:pt x="40386" y="26766"/>
                      </a:lnTo>
                      <a:cubicBezTo>
                        <a:pt x="38862" y="26194"/>
                        <a:pt x="38100" y="25908"/>
                        <a:pt x="38195" y="25908"/>
                      </a:cubicBezTo>
                      <a:cubicBezTo>
                        <a:pt x="37814" y="25908"/>
                        <a:pt x="37719" y="26194"/>
                        <a:pt x="37814" y="26766"/>
                      </a:cubicBezTo>
                      <a:lnTo>
                        <a:pt x="36957" y="25908"/>
                      </a:lnTo>
                      <a:lnTo>
                        <a:pt x="36576" y="26099"/>
                      </a:lnTo>
                      <a:cubicBezTo>
                        <a:pt x="36290" y="25622"/>
                        <a:pt x="35814" y="25146"/>
                        <a:pt x="35147" y="24860"/>
                      </a:cubicBezTo>
                      <a:cubicBezTo>
                        <a:pt x="34099" y="24479"/>
                        <a:pt x="33433" y="24289"/>
                        <a:pt x="33242" y="24194"/>
                      </a:cubicBezTo>
                      <a:cubicBezTo>
                        <a:pt x="33433" y="23908"/>
                        <a:pt x="33528" y="23622"/>
                        <a:pt x="33528" y="23051"/>
                      </a:cubicBezTo>
                      <a:lnTo>
                        <a:pt x="33528" y="21717"/>
                      </a:lnTo>
                      <a:cubicBezTo>
                        <a:pt x="33528" y="21717"/>
                        <a:pt x="32766" y="20193"/>
                        <a:pt x="31813" y="18002"/>
                      </a:cubicBezTo>
                      <a:cubicBezTo>
                        <a:pt x="31147" y="16478"/>
                        <a:pt x="30671" y="15431"/>
                        <a:pt x="30099" y="14954"/>
                      </a:cubicBezTo>
                      <a:lnTo>
                        <a:pt x="30480" y="14764"/>
                      </a:lnTo>
                      <a:cubicBezTo>
                        <a:pt x="30004" y="14097"/>
                        <a:pt x="29242" y="13621"/>
                        <a:pt x="28289" y="13335"/>
                      </a:cubicBezTo>
                      <a:cubicBezTo>
                        <a:pt x="27337" y="13049"/>
                        <a:pt x="26479" y="12764"/>
                        <a:pt x="25718" y="12478"/>
                      </a:cubicBezTo>
                      <a:cubicBezTo>
                        <a:pt x="25718" y="11716"/>
                        <a:pt x="25432" y="11335"/>
                        <a:pt x="24765" y="11335"/>
                      </a:cubicBezTo>
                      <a:cubicBezTo>
                        <a:pt x="23813" y="11335"/>
                        <a:pt x="23241" y="11716"/>
                        <a:pt x="22955" y="12478"/>
                      </a:cubicBezTo>
                      <a:cubicBezTo>
                        <a:pt x="22384" y="12478"/>
                        <a:pt x="21622" y="12859"/>
                        <a:pt x="20764" y="13430"/>
                      </a:cubicBezTo>
                      <a:cubicBezTo>
                        <a:pt x="19907" y="14002"/>
                        <a:pt x="19145" y="14192"/>
                        <a:pt x="18669" y="14097"/>
                      </a:cubicBezTo>
                      <a:cubicBezTo>
                        <a:pt x="17717" y="14383"/>
                        <a:pt x="17050" y="15145"/>
                        <a:pt x="16669" y="16478"/>
                      </a:cubicBezTo>
                      <a:cubicBezTo>
                        <a:pt x="16288" y="17907"/>
                        <a:pt x="15812" y="18764"/>
                        <a:pt x="15335" y="19050"/>
                      </a:cubicBezTo>
                      <a:cubicBezTo>
                        <a:pt x="15335" y="19812"/>
                        <a:pt x="15335" y="20765"/>
                        <a:pt x="15145" y="22003"/>
                      </a:cubicBezTo>
                      <a:cubicBezTo>
                        <a:pt x="14954" y="23241"/>
                        <a:pt x="14859" y="24098"/>
                        <a:pt x="14859" y="24575"/>
                      </a:cubicBezTo>
                      <a:cubicBezTo>
                        <a:pt x="14859" y="25432"/>
                        <a:pt x="14954" y="26099"/>
                        <a:pt x="15240" y="26766"/>
                      </a:cubicBezTo>
                      <a:cubicBezTo>
                        <a:pt x="14669" y="27146"/>
                        <a:pt x="14669" y="27908"/>
                        <a:pt x="15049" y="29051"/>
                      </a:cubicBezTo>
                      <a:cubicBezTo>
                        <a:pt x="15335" y="30004"/>
                        <a:pt x="15145" y="30575"/>
                        <a:pt x="14478" y="30671"/>
                      </a:cubicBezTo>
                      <a:cubicBezTo>
                        <a:pt x="15049" y="32957"/>
                        <a:pt x="15240" y="34766"/>
                        <a:pt x="15240" y="35909"/>
                      </a:cubicBezTo>
                      <a:cubicBezTo>
                        <a:pt x="15240" y="36767"/>
                        <a:pt x="15240" y="37624"/>
                        <a:pt x="15049" y="38481"/>
                      </a:cubicBezTo>
                      <a:cubicBezTo>
                        <a:pt x="15335" y="38767"/>
                        <a:pt x="16097" y="40196"/>
                        <a:pt x="17050" y="42672"/>
                      </a:cubicBezTo>
                      <a:cubicBezTo>
                        <a:pt x="17812" y="44482"/>
                        <a:pt x="18955" y="45339"/>
                        <a:pt x="20574" y="45149"/>
                      </a:cubicBezTo>
                      <a:cubicBezTo>
                        <a:pt x="20764" y="45149"/>
                        <a:pt x="20860" y="45149"/>
                        <a:pt x="21050" y="44958"/>
                      </a:cubicBezTo>
                      <a:cubicBezTo>
                        <a:pt x="21241" y="44768"/>
                        <a:pt x="21431" y="44672"/>
                        <a:pt x="21527" y="44672"/>
                      </a:cubicBezTo>
                      <a:cubicBezTo>
                        <a:pt x="21622" y="44672"/>
                        <a:pt x="21812" y="44672"/>
                        <a:pt x="21907" y="44958"/>
                      </a:cubicBezTo>
                      <a:lnTo>
                        <a:pt x="21622" y="45149"/>
                      </a:lnTo>
                      <a:cubicBezTo>
                        <a:pt x="21622" y="45149"/>
                        <a:pt x="21717" y="45625"/>
                        <a:pt x="22003" y="45816"/>
                      </a:cubicBezTo>
                      <a:lnTo>
                        <a:pt x="22479" y="46292"/>
                      </a:lnTo>
                      <a:cubicBezTo>
                        <a:pt x="22479" y="46292"/>
                        <a:pt x="23336" y="46958"/>
                        <a:pt x="23813" y="46958"/>
                      </a:cubicBezTo>
                      <a:cubicBezTo>
                        <a:pt x="24479" y="46958"/>
                        <a:pt x="24955" y="46673"/>
                        <a:pt x="24955" y="46101"/>
                      </a:cubicBezTo>
                      <a:cubicBezTo>
                        <a:pt x="25241" y="46387"/>
                        <a:pt x="25622" y="46482"/>
                        <a:pt x="25908" y="46482"/>
                      </a:cubicBezTo>
                      <a:cubicBezTo>
                        <a:pt x="26194" y="46482"/>
                        <a:pt x="26479" y="46196"/>
                        <a:pt x="26861" y="45529"/>
                      </a:cubicBezTo>
                      <a:cubicBezTo>
                        <a:pt x="27242" y="44958"/>
                        <a:pt x="27527" y="44672"/>
                        <a:pt x="27908" y="44672"/>
                      </a:cubicBezTo>
                      <a:cubicBezTo>
                        <a:pt x="28289" y="44672"/>
                        <a:pt x="28480" y="44863"/>
                        <a:pt x="28956" y="45149"/>
                      </a:cubicBezTo>
                      <a:cubicBezTo>
                        <a:pt x="28956" y="44958"/>
                        <a:pt x="29528" y="44672"/>
                        <a:pt x="30385" y="44291"/>
                      </a:cubicBezTo>
                      <a:cubicBezTo>
                        <a:pt x="31052" y="44006"/>
                        <a:pt x="31337" y="43625"/>
                        <a:pt x="31337" y="43053"/>
                      </a:cubicBezTo>
                      <a:cubicBezTo>
                        <a:pt x="31337" y="42863"/>
                        <a:pt x="31337" y="42577"/>
                        <a:pt x="31242" y="42291"/>
                      </a:cubicBezTo>
                      <a:cubicBezTo>
                        <a:pt x="31909" y="41910"/>
                        <a:pt x="32290" y="41243"/>
                        <a:pt x="32385" y="40100"/>
                      </a:cubicBezTo>
                      <a:cubicBezTo>
                        <a:pt x="32576" y="38958"/>
                        <a:pt x="32861" y="38195"/>
                        <a:pt x="33338" y="37910"/>
                      </a:cubicBezTo>
                      <a:lnTo>
                        <a:pt x="33338" y="33147"/>
                      </a:lnTo>
                      <a:cubicBezTo>
                        <a:pt x="33338" y="33147"/>
                        <a:pt x="33433" y="32385"/>
                        <a:pt x="33433" y="32004"/>
                      </a:cubicBezTo>
                      <a:cubicBezTo>
                        <a:pt x="33433" y="31528"/>
                        <a:pt x="33433" y="30956"/>
                        <a:pt x="33242" y="30099"/>
                      </a:cubicBezTo>
                      <a:cubicBezTo>
                        <a:pt x="33052" y="29242"/>
                        <a:pt x="33052" y="28670"/>
                        <a:pt x="33052" y="28385"/>
                      </a:cubicBezTo>
                      <a:cubicBezTo>
                        <a:pt x="33052" y="27908"/>
                        <a:pt x="33052" y="27337"/>
                        <a:pt x="33338" y="27051"/>
                      </a:cubicBezTo>
                      <a:cubicBezTo>
                        <a:pt x="33338" y="26479"/>
                        <a:pt x="33338" y="26194"/>
                        <a:pt x="33719" y="26099"/>
                      </a:cubicBezTo>
                      <a:cubicBezTo>
                        <a:pt x="33814" y="26099"/>
                        <a:pt x="34290" y="26099"/>
                        <a:pt x="34957" y="26289"/>
                      </a:cubicBezTo>
                      <a:cubicBezTo>
                        <a:pt x="35433" y="26384"/>
                        <a:pt x="35909" y="26289"/>
                        <a:pt x="36100" y="26289"/>
                      </a:cubicBezTo>
                      <a:cubicBezTo>
                        <a:pt x="36481" y="26670"/>
                        <a:pt x="36671" y="27146"/>
                        <a:pt x="36671" y="27527"/>
                      </a:cubicBezTo>
                      <a:close/>
                      <a:moveTo>
                        <a:pt x="43244" y="23336"/>
                      </a:moveTo>
                      <a:cubicBezTo>
                        <a:pt x="43244" y="23336"/>
                        <a:pt x="42481" y="23051"/>
                        <a:pt x="42101" y="23051"/>
                      </a:cubicBezTo>
                      <a:cubicBezTo>
                        <a:pt x="41815" y="23051"/>
                        <a:pt x="41434" y="23051"/>
                        <a:pt x="40957" y="23241"/>
                      </a:cubicBezTo>
                      <a:cubicBezTo>
                        <a:pt x="40386" y="23336"/>
                        <a:pt x="40005" y="23336"/>
                        <a:pt x="39529" y="23241"/>
                      </a:cubicBezTo>
                      <a:lnTo>
                        <a:pt x="41243" y="24479"/>
                      </a:lnTo>
                      <a:lnTo>
                        <a:pt x="41434" y="23241"/>
                      </a:lnTo>
                      <a:cubicBezTo>
                        <a:pt x="41434" y="23241"/>
                        <a:pt x="42101" y="23432"/>
                        <a:pt x="43148" y="23813"/>
                      </a:cubicBezTo>
                      <a:lnTo>
                        <a:pt x="43148" y="23241"/>
                      </a:lnTo>
                      <a:close/>
                      <a:moveTo>
                        <a:pt x="41529" y="41624"/>
                      </a:moveTo>
                      <a:cubicBezTo>
                        <a:pt x="41529" y="41624"/>
                        <a:pt x="41624" y="41529"/>
                        <a:pt x="41624" y="41434"/>
                      </a:cubicBezTo>
                      <a:cubicBezTo>
                        <a:pt x="41624" y="41434"/>
                        <a:pt x="41624" y="41243"/>
                        <a:pt x="41243" y="41148"/>
                      </a:cubicBezTo>
                      <a:cubicBezTo>
                        <a:pt x="41053" y="41053"/>
                        <a:pt x="40862" y="40862"/>
                        <a:pt x="40862" y="40767"/>
                      </a:cubicBezTo>
                      <a:cubicBezTo>
                        <a:pt x="40862" y="40767"/>
                        <a:pt x="40957" y="40577"/>
                        <a:pt x="41243" y="40386"/>
                      </a:cubicBezTo>
                      <a:cubicBezTo>
                        <a:pt x="40957" y="40291"/>
                        <a:pt x="40672" y="40386"/>
                        <a:pt x="40386" y="40386"/>
                      </a:cubicBezTo>
                      <a:cubicBezTo>
                        <a:pt x="40005" y="40672"/>
                        <a:pt x="39719" y="40767"/>
                        <a:pt x="39719" y="40767"/>
                      </a:cubicBezTo>
                      <a:cubicBezTo>
                        <a:pt x="39910" y="40767"/>
                        <a:pt x="40481" y="40958"/>
                        <a:pt x="41529" y="41339"/>
                      </a:cubicBezTo>
                      <a:close/>
                      <a:moveTo>
                        <a:pt x="43434" y="26766"/>
                      </a:moveTo>
                      <a:lnTo>
                        <a:pt x="44291" y="26766"/>
                      </a:lnTo>
                      <a:cubicBezTo>
                        <a:pt x="44291" y="26766"/>
                        <a:pt x="43529" y="26384"/>
                        <a:pt x="43434" y="26766"/>
                      </a:cubicBezTo>
                      <a:cubicBezTo>
                        <a:pt x="42958" y="26575"/>
                        <a:pt x="42101" y="26384"/>
                        <a:pt x="41243" y="26099"/>
                      </a:cubicBezTo>
                      <a:cubicBezTo>
                        <a:pt x="41148" y="25718"/>
                        <a:pt x="40862" y="25622"/>
                        <a:pt x="40386" y="25622"/>
                      </a:cubicBezTo>
                      <a:cubicBezTo>
                        <a:pt x="40577" y="25622"/>
                        <a:pt x="40862" y="25908"/>
                        <a:pt x="41243" y="26099"/>
                      </a:cubicBezTo>
                      <a:cubicBezTo>
                        <a:pt x="41243" y="26289"/>
                        <a:pt x="41243" y="26575"/>
                        <a:pt x="41243" y="26861"/>
                      </a:cubicBezTo>
                      <a:cubicBezTo>
                        <a:pt x="41243" y="27242"/>
                        <a:pt x="41243" y="27432"/>
                        <a:pt x="41243" y="27527"/>
                      </a:cubicBezTo>
                      <a:cubicBezTo>
                        <a:pt x="41243" y="27718"/>
                        <a:pt x="41243" y="27718"/>
                        <a:pt x="41434" y="27718"/>
                      </a:cubicBezTo>
                      <a:lnTo>
                        <a:pt x="42196" y="26861"/>
                      </a:lnTo>
                      <a:lnTo>
                        <a:pt x="42577" y="27051"/>
                      </a:lnTo>
                      <a:cubicBezTo>
                        <a:pt x="42577" y="27051"/>
                        <a:pt x="42577" y="27432"/>
                        <a:pt x="42481" y="27623"/>
                      </a:cubicBezTo>
                      <a:cubicBezTo>
                        <a:pt x="42386" y="27813"/>
                        <a:pt x="42196" y="28004"/>
                        <a:pt x="42196" y="28194"/>
                      </a:cubicBezTo>
                      <a:cubicBezTo>
                        <a:pt x="42672" y="28194"/>
                        <a:pt x="42958" y="28194"/>
                        <a:pt x="43053" y="27813"/>
                      </a:cubicBezTo>
                      <a:cubicBezTo>
                        <a:pt x="43148" y="27432"/>
                        <a:pt x="43339" y="27051"/>
                        <a:pt x="43339" y="26766"/>
                      </a:cubicBezTo>
                      <a:lnTo>
                        <a:pt x="43339" y="26766"/>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 name="Google Shape;1408;p99"/>
                <p:cNvSpPr/>
                <p:nvPr/>
              </p:nvSpPr>
              <p:spPr>
                <a:xfrm>
                  <a:off x="5320569" y="4206049"/>
                  <a:ext cx="45815" cy="61626"/>
                </a:xfrm>
                <a:custGeom>
                  <a:avLst/>
                  <a:gdLst/>
                  <a:ahLst/>
                  <a:cxnLst/>
                  <a:rect l="l" t="t" r="r" b="b"/>
                  <a:pathLst>
                    <a:path w="45815" h="61626" extrusionOk="0">
                      <a:moveTo>
                        <a:pt x="857" y="61532"/>
                      </a:moveTo>
                      <a:lnTo>
                        <a:pt x="0" y="60960"/>
                      </a:lnTo>
                      <a:lnTo>
                        <a:pt x="857" y="61246"/>
                      </a:lnTo>
                      <a:lnTo>
                        <a:pt x="857" y="61627"/>
                      </a:lnTo>
                      <a:close/>
                      <a:moveTo>
                        <a:pt x="44672" y="23336"/>
                      </a:moveTo>
                      <a:cubicBezTo>
                        <a:pt x="44577" y="23908"/>
                        <a:pt x="44672" y="24479"/>
                        <a:pt x="45148" y="25051"/>
                      </a:cubicBezTo>
                      <a:cubicBezTo>
                        <a:pt x="45529" y="25622"/>
                        <a:pt x="45720" y="26003"/>
                        <a:pt x="45720" y="26194"/>
                      </a:cubicBezTo>
                      <a:cubicBezTo>
                        <a:pt x="45720" y="26575"/>
                        <a:pt x="45529" y="26956"/>
                        <a:pt x="45148" y="27337"/>
                      </a:cubicBezTo>
                      <a:cubicBezTo>
                        <a:pt x="45339" y="29242"/>
                        <a:pt x="45529" y="31337"/>
                        <a:pt x="45529" y="33623"/>
                      </a:cubicBezTo>
                      <a:cubicBezTo>
                        <a:pt x="45529" y="35909"/>
                        <a:pt x="45434" y="37910"/>
                        <a:pt x="45148" y="39910"/>
                      </a:cubicBezTo>
                      <a:cubicBezTo>
                        <a:pt x="44196" y="40196"/>
                        <a:pt x="43815" y="40672"/>
                        <a:pt x="43815" y="41339"/>
                      </a:cubicBezTo>
                      <a:cubicBezTo>
                        <a:pt x="43815" y="41529"/>
                        <a:pt x="43815" y="41910"/>
                        <a:pt x="44005" y="42386"/>
                      </a:cubicBezTo>
                      <a:cubicBezTo>
                        <a:pt x="44196" y="42863"/>
                        <a:pt x="44196" y="43244"/>
                        <a:pt x="44196" y="43529"/>
                      </a:cubicBezTo>
                      <a:cubicBezTo>
                        <a:pt x="44196" y="43815"/>
                        <a:pt x="44196" y="44006"/>
                        <a:pt x="44005" y="44196"/>
                      </a:cubicBezTo>
                      <a:lnTo>
                        <a:pt x="44291" y="46196"/>
                      </a:lnTo>
                      <a:cubicBezTo>
                        <a:pt x="43625" y="46482"/>
                        <a:pt x="43148" y="47149"/>
                        <a:pt x="42767" y="48101"/>
                      </a:cubicBezTo>
                      <a:cubicBezTo>
                        <a:pt x="42386" y="49054"/>
                        <a:pt x="42101" y="49911"/>
                        <a:pt x="41815" y="50768"/>
                      </a:cubicBezTo>
                      <a:cubicBezTo>
                        <a:pt x="40862" y="51149"/>
                        <a:pt x="39338" y="52197"/>
                        <a:pt x="37243" y="54007"/>
                      </a:cubicBezTo>
                      <a:lnTo>
                        <a:pt x="38005" y="54864"/>
                      </a:lnTo>
                      <a:cubicBezTo>
                        <a:pt x="35338" y="54864"/>
                        <a:pt x="33433" y="55626"/>
                        <a:pt x="32195" y="56769"/>
                      </a:cubicBezTo>
                      <a:cubicBezTo>
                        <a:pt x="32004" y="56769"/>
                        <a:pt x="31813" y="56769"/>
                        <a:pt x="31623" y="56769"/>
                      </a:cubicBezTo>
                      <a:cubicBezTo>
                        <a:pt x="31242" y="56769"/>
                        <a:pt x="30766" y="56960"/>
                        <a:pt x="30385" y="57341"/>
                      </a:cubicBezTo>
                      <a:cubicBezTo>
                        <a:pt x="30004" y="57722"/>
                        <a:pt x="29909" y="58103"/>
                        <a:pt x="29909" y="58579"/>
                      </a:cubicBezTo>
                      <a:cubicBezTo>
                        <a:pt x="29242" y="58198"/>
                        <a:pt x="28575" y="58008"/>
                        <a:pt x="27813" y="58008"/>
                      </a:cubicBezTo>
                      <a:lnTo>
                        <a:pt x="25527" y="58008"/>
                      </a:lnTo>
                      <a:cubicBezTo>
                        <a:pt x="25527" y="58008"/>
                        <a:pt x="25527" y="57436"/>
                        <a:pt x="25051" y="57245"/>
                      </a:cubicBezTo>
                      <a:cubicBezTo>
                        <a:pt x="24670" y="57055"/>
                        <a:pt x="24384" y="56864"/>
                        <a:pt x="24384" y="56579"/>
                      </a:cubicBezTo>
                      <a:cubicBezTo>
                        <a:pt x="23813" y="57531"/>
                        <a:pt x="22955" y="58008"/>
                        <a:pt x="21812" y="58103"/>
                      </a:cubicBezTo>
                      <a:cubicBezTo>
                        <a:pt x="21622" y="58103"/>
                        <a:pt x="20669" y="58103"/>
                        <a:pt x="19050" y="58103"/>
                      </a:cubicBezTo>
                      <a:cubicBezTo>
                        <a:pt x="17812" y="57626"/>
                        <a:pt x="16573" y="57150"/>
                        <a:pt x="15335" y="56579"/>
                      </a:cubicBezTo>
                      <a:cubicBezTo>
                        <a:pt x="13811" y="55912"/>
                        <a:pt x="12763" y="55245"/>
                        <a:pt x="12002" y="54483"/>
                      </a:cubicBezTo>
                      <a:cubicBezTo>
                        <a:pt x="11716" y="54864"/>
                        <a:pt x="11144" y="54769"/>
                        <a:pt x="10192" y="54293"/>
                      </a:cubicBezTo>
                      <a:cubicBezTo>
                        <a:pt x="9049" y="52864"/>
                        <a:pt x="7906" y="51435"/>
                        <a:pt x="6668" y="49911"/>
                      </a:cubicBezTo>
                      <a:cubicBezTo>
                        <a:pt x="5334" y="48197"/>
                        <a:pt x="4667" y="46482"/>
                        <a:pt x="4572" y="45053"/>
                      </a:cubicBezTo>
                      <a:cubicBezTo>
                        <a:pt x="3905" y="44196"/>
                        <a:pt x="3620" y="43053"/>
                        <a:pt x="3620" y="41434"/>
                      </a:cubicBezTo>
                      <a:cubicBezTo>
                        <a:pt x="3620" y="39148"/>
                        <a:pt x="3620" y="37910"/>
                        <a:pt x="3620" y="37719"/>
                      </a:cubicBezTo>
                      <a:cubicBezTo>
                        <a:pt x="3620" y="37338"/>
                        <a:pt x="3620" y="37052"/>
                        <a:pt x="3620" y="36576"/>
                      </a:cubicBezTo>
                      <a:cubicBezTo>
                        <a:pt x="3620" y="36004"/>
                        <a:pt x="3620" y="35243"/>
                        <a:pt x="3810" y="34195"/>
                      </a:cubicBezTo>
                      <a:cubicBezTo>
                        <a:pt x="3905" y="33052"/>
                        <a:pt x="4001" y="32290"/>
                        <a:pt x="4001" y="31718"/>
                      </a:cubicBezTo>
                      <a:cubicBezTo>
                        <a:pt x="4001" y="30671"/>
                        <a:pt x="3810" y="29813"/>
                        <a:pt x="3429" y="29147"/>
                      </a:cubicBezTo>
                      <a:cubicBezTo>
                        <a:pt x="3905" y="28956"/>
                        <a:pt x="4096" y="28575"/>
                        <a:pt x="3810" y="28004"/>
                      </a:cubicBezTo>
                      <a:cubicBezTo>
                        <a:pt x="3620" y="27527"/>
                        <a:pt x="3620" y="27051"/>
                        <a:pt x="4001" y="26861"/>
                      </a:cubicBezTo>
                      <a:cubicBezTo>
                        <a:pt x="3715" y="24479"/>
                        <a:pt x="3620" y="22479"/>
                        <a:pt x="3620" y="20955"/>
                      </a:cubicBezTo>
                      <a:cubicBezTo>
                        <a:pt x="3620" y="18098"/>
                        <a:pt x="4001" y="15621"/>
                        <a:pt x="4858" y="13716"/>
                      </a:cubicBezTo>
                      <a:cubicBezTo>
                        <a:pt x="5239" y="12097"/>
                        <a:pt x="5620" y="10954"/>
                        <a:pt x="5810" y="10478"/>
                      </a:cubicBezTo>
                      <a:cubicBezTo>
                        <a:pt x="6382" y="9335"/>
                        <a:pt x="7239" y="8573"/>
                        <a:pt x="8287" y="8382"/>
                      </a:cubicBezTo>
                      <a:cubicBezTo>
                        <a:pt x="8954" y="6668"/>
                        <a:pt x="10287" y="5239"/>
                        <a:pt x="12478" y="3905"/>
                      </a:cubicBezTo>
                      <a:lnTo>
                        <a:pt x="12097" y="3715"/>
                      </a:lnTo>
                      <a:cubicBezTo>
                        <a:pt x="12763" y="3620"/>
                        <a:pt x="13716" y="3048"/>
                        <a:pt x="14954" y="2096"/>
                      </a:cubicBezTo>
                      <a:cubicBezTo>
                        <a:pt x="16002" y="1334"/>
                        <a:pt x="17050" y="953"/>
                        <a:pt x="18002" y="1048"/>
                      </a:cubicBezTo>
                      <a:cubicBezTo>
                        <a:pt x="18002" y="381"/>
                        <a:pt x="18288" y="0"/>
                        <a:pt x="18860" y="0"/>
                      </a:cubicBezTo>
                      <a:cubicBezTo>
                        <a:pt x="19050" y="0"/>
                        <a:pt x="19336" y="0"/>
                        <a:pt x="19907" y="191"/>
                      </a:cubicBezTo>
                      <a:cubicBezTo>
                        <a:pt x="20479" y="286"/>
                        <a:pt x="20860" y="381"/>
                        <a:pt x="21050" y="286"/>
                      </a:cubicBezTo>
                      <a:cubicBezTo>
                        <a:pt x="21812" y="1334"/>
                        <a:pt x="22765" y="2000"/>
                        <a:pt x="24098" y="2000"/>
                      </a:cubicBezTo>
                      <a:cubicBezTo>
                        <a:pt x="24670" y="2000"/>
                        <a:pt x="25622" y="1810"/>
                        <a:pt x="26956" y="1429"/>
                      </a:cubicBezTo>
                      <a:cubicBezTo>
                        <a:pt x="28004" y="1715"/>
                        <a:pt x="29242" y="1715"/>
                        <a:pt x="30766" y="1429"/>
                      </a:cubicBezTo>
                      <a:lnTo>
                        <a:pt x="30766" y="1715"/>
                      </a:lnTo>
                      <a:cubicBezTo>
                        <a:pt x="30766" y="1715"/>
                        <a:pt x="31623" y="1429"/>
                        <a:pt x="32099" y="1429"/>
                      </a:cubicBezTo>
                      <a:cubicBezTo>
                        <a:pt x="32766" y="1429"/>
                        <a:pt x="33528" y="1810"/>
                        <a:pt x="34480" y="2572"/>
                      </a:cubicBezTo>
                      <a:cubicBezTo>
                        <a:pt x="35433" y="3429"/>
                        <a:pt x="36290" y="3810"/>
                        <a:pt x="37052" y="3905"/>
                      </a:cubicBezTo>
                      <a:cubicBezTo>
                        <a:pt x="37243" y="4667"/>
                        <a:pt x="37814" y="5429"/>
                        <a:pt x="38862" y="6191"/>
                      </a:cubicBezTo>
                      <a:cubicBezTo>
                        <a:pt x="39910" y="6953"/>
                        <a:pt x="40481" y="7525"/>
                        <a:pt x="40672" y="7906"/>
                      </a:cubicBezTo>
                      <a:cubicBezTo>
                        <a:pt x="41434" y="7906"/>
                        <a:pt x="41815" y="8382"/>
                        <a:pt x="42005" y="9430"/>
                      </a:cubicBezTo>
                      <a:cubicBezTo>
                        <a:pt x="42101" y="10478"/>
                        <a:pt x="42481" y="10954"/>
                        <a:pt x="43244" y="10954"/>
                      </a:cubicBezTo>
                      <a:cubicBezTo>
                        <a:pt x="43720" y="11525"/>
                        <a:pt x="44005" y="12478"/>
                        <a:pt x="44005" y="13621"/>
                      </a:cubicBezTo>
                      <a:lnTo>
                        <a:pt x="44005" y="14573"/>
                      </a:lnTo>
                      <a:cubicBezTo>
                        <a:pt x="44005" y="15050"/>
                        <a:pt x="44005" y="15431"/>
                        <a:pt x="44005" y="15621"/>
                      </a:cubicBezTo>
                      <a:cubicBezTo>
                        <a:pt x="44005" y="17050"/>
                        <a:pt x="44577" y="18098"/>
                        <a:pt x="45529" y="18669"/>
                      </a:cubicBezTo>
                      <a:cubicBezTo>
                        <a:pt x="45339" y="18955"/>
                        <a:pt x="45244" y="19336"/>
                        <a:pt x="45244" y="19812"/>
                      </a:cubicBezTo>
                      <a:cubicBezTo>
                        <a:pt x="45244" y="20193"/>
                        <a:pt x="45244" y="20669"/>
                        <a:pt x="45529" y="21336"/>
                      </a:cubicBezTo>
                      <a:cubicBezTo>
                        <a:pt x="45720" y="21908"/>
                        <a:pt x="45815" y="22384"/>
                        <a:pt x="45815" y="22574"/>
                      </a:cubicBezTo>
                      <a:cubicBezTo>
                        <a:pt x="45815" y="23146"/>
                        <a:pt x="45434" y="23527"/>
                        <a:pt x="44672" y="23622"/>
                      </a:cubicBezTo>
                      <a:close/>
                      <a:moveTo>
                        <a:pt x="37052" y="27337"/>
                      </a:moveTo>
                      <a:cubicBezTo>
                        <a:pt x="37052" y="27337"/>
                        <a:pt x="38386" y="27718"/>
                        <a:pt x="40386" y="28385"/>
                      </a:cubicBezTo>
                      <a:lnTo>
                        <a:pt x="40386" y="26766"/>
                      </a:lnTo>
                      <a:cubicBezTo>
                        <a:pt x="38767" y="26194"/>
                        <a:pt x="38005" y="25908"/>
                        <a:pt x="38195" y="25908"/>
                      </a:cubicBezTo>
                      <a:cubicBezTo>
                        <a:pt x="37814" y="25908"/>
                        <a:pt x="37719" y="26194"/>
                        <a:pt x="37814" y="26766"/>
                      </a:cubicBezTo>
                      <a:lnTo>
                        <a:pt x="37052" y="25908"/>
                      </a:lnTo>
                      <a:lnTo>
                        <a:pt x="36671" y="26099"/>
                      </a:lnTo>
                      <a:cubicBezTo>
                        <a:pt x="36386" y="25622"/>
                        <a:pt x="35909" y="25146"/>
                        <a:pt x="35243" y="24860"/>
                      </a:cubicBezTo>
                      <a:cubicBezTo>
                        <a:pt x="34195" y="24479"/>
                        <a:pt x="33623" y="24289"/>
                        <a:pt x="33433" y="24194"/>
                      </a:cubicBezTo>
                      <a:cubicBezTo>
                        <a:pt x="33623" y="23908"/>
                        <a:pt x="33719" y="23622"/>
                        <a:pt x="33623" y="23051"/>
                      </a:cubicBezTo>
                      <a:lnTo>
                        <a:pt x="33623" y="21717"/>
                      </a:lnTo>
                      <a:cubicBezTo>
                        <a:pt x="33623" y="21717"/>
                        <a:pt x="32956" y="20193"/>
                        <a:pt x="32004" y="18002"/>
                      </a:cubicBezTo>
                      <a:cubicBezTo>
                        <a:pt x="31337" y="16478"/>
                        <a:pt x="30766" y="15431"/>
                        <a:pt x="30194" y="14954"/>
                      </a:cubicBezTo>
                      <a:lnTo>
                        <a:pt x="30575" y="14764"/>
                      </a:lnTo>
                      <a:cubicBezTo>
                        <a:pt x="30099" y="14097"/>
                        <a:pt x="29337" y="13621"/>
                        <a:pt x="28385" y="13335"/>
                      </a:cubicBezTo>
                      <a:cubicBezTo>
                        <a:pt x="27527" y="13049"/>
                        <a:pt x="26575" y="12764"/>
                        <a:pt x="25813" y="12478"/>
                      </a:cubicBezTo>
                      <a:cubicBezTo>
                        <a:pt x="25813" y="11716"/>
                        <a:pt x="25527" y="11335"/>
                        <a:pt x="24860" y="11335"/>
                      </a:cubicBezTo>
                      <a:cubicBezTo>
                        <a:pt x="24003" y="11335"/>
                        <a:pt x="23336" y="11716"/>
                        <a:pt x="23051" y="12478"/>
                      </a:cubicBezTo>
                      <a:cubicBezTo>
                        <a:pt x="22479" y="12478"/>
                        <a:pt x="21812" y="12859"/>
                        <a:pt x="20955" y="13430"/>
                      </a:cubicBezTo>
                      <a:cubicBezTo>
                        <a:pt x="20098" y="14002"/>
                        <a:pt x="19336" y="14192"/>
                        <a:pt x="18860" y="14097"/>
                      </a:cubicBezTo>
                      <a:cubicBezTo>
                        <a:pt x="17907" y="14383"/>
                        <a:pt x="17240" y="15145"/>
                        <a:pt x="16859" y="16478"/>
                      </a:cubicBezTo>
                      <a:cubicBezTo>
                        <a:pt x="16478" y="17907"/>
                        <a:pt x="16002" y="18764"/>
                        <a:pt x="15430" y="19050"/>
                      </a:cubicBezTo>
                      <a:cubicBezTo>
                        <a:pt x="15430" y="19812"/>
                        <a:pt x="15430" y="20765"/>
                        <a:pt x="15240" y="22003"/>
                      </a:cubicBezTo>
                      <a:cubicBezTo>
                        <a:pt x="15050" y="23241"/>
                        <a:pt x="14954" y="24098"/>
                        <a:pt x="14954" y="24575"/>
                      </a:cubicBezTo>
                      <a:cubicBezTo>
                        <a:pt x="14954" y="25432"/>
                        <a:pt x="15145" y="26099"/>
                        <a:pt x="15430" y="26766"/>
                      </a:cubicBezTo>
                      <a:cubicBezTo>
                        <a:pt x="14859" y="27146"/>
                        <a:pt x="14764" y="27908"/>
                        <a:pt x="15240" y="29051"/>
                      </a:cubicBezTo>
                      <a:cubicBezTo>
                        <a:pt x="15621" y="30004"/>
                        <a:pt x="15430" y="30575"/>
                        <a:pt x="14669" y="30671"/>
                      </a:cubicBezTo>
                      <a:cubicBezTo>
                        <a:pt x="15240" y="32957"/>
                        <a:pt x="15430" y="34766"/>
                        <a:pt x="15430" y="35909"/>
                      </a:cubicBezTo>
                      <a:cubicBezTo>
                        <a:pt x="15430" y="36767"/>
                        <a:pt x="15430" y="37624"/>
                        <a:pt x="15240" y="38481"/>
                      </a:cubicBezTo>
                      <a:cubicBezTo>
                        <a:pt x="15621" y="38767"/>
                        <a:pt x="16288" y="40196"/>
                        <a:pt x="17240" y="42672"/>
                      </a:cubicBezTo>
                      <a:cubicBezTo>
                        <a:pt x="17907" y="44482"/>
                        <a:pt x="19145" y="45339"/>
                        <a:pt x="20764" y="45149"/>
                      </a:cubicBezTo>
                      <a:cubicBezTo>
                        <a:pt x="20860" y="45149"/>
                        <a:pt x="21050" y="45149"/>
                        <a:pt x="21241" y="44958"/>
                      </a:cubicBezTo>
                      <a:cubicBezTo>
                        <a:pt x="21431" y="44768"/>
                        <a:pt x="21527" y="44672"/>
                        <a:pt x="21717" y="44672"/>
                      </a:cubicBezTo>
                      <a:cubicBezTo>
                        <a:pt x="21908" y="44672"/>
                        <a:pt x="22003" y="44672"/>
                        <a:pt x="22098" y="44958"/>
                      </a:cubicBezTo>
                      <a:lnTo>
                        <a:pt x="21812" y="45149"/>
                      </a:lnTo>
                      <a:cubicBezTo>
                        <a:pt x="21812" y="45149"/>
                        <a:pt x="21908" y="45625"/>
                        <a:pt x="22193" y="45816"/>
                      </a:cubicBezTo>
                      <a:lnTo>
                        <a:pt x="22670" y="46292"/>
                      </a:lnTo>
                      <a:cubicBezTo>
                        <a:pt x="22670" y="46292"/>
                        <a:pt x="23431" y="46958"/>
                        <a:pt x="24003" y="46958"/>
                      </a:cubicBezTo>
                      <a:cubicBezTo>
                        <a:pt x="24670" y="46958"/>
                        <a:pt x="25051" y="46673"/>
                        <a:pt x="25146" y="46101"/>
                      </a:cubicBezTo>
                      <a:cubicBezTo>
                        <a:pt x="25432" y="46387"/>
                        <a:pt x="25813" y="46482"/>
                        <a:pt x="26098" y="46482"/>
                      </a:cubicBezTo>
                      <a:cubicBezTo>
                        <a:pt x="26384" y="46482"/>
                        <a:pt x="26670" y="46196"/>
                        <a:pt x="27051" y="45529"/>
                      </a:cubicBezTo>
                      <a:cubicBezTo>
                        <a:pt x="27432" y="44958"/>
                        <a:pt x="27718" y="44672"/>
                        <a:pt x="28004" y="44672"/>
                      </a:cubicBezTo>
                      <a:cubicBezTo>
                        <a:pt x="28289" y="44672"/>
                        <a:pt x="28670" y="44863"/>
                        <a:pt x="29051" y="45149"/>
                      </a:cubicBezTo>
                      <a:cubicBezTo>
                        <a:pt x="29146" y="44958"/>
                        <a:pt x="29623" y="44672"/>
                        <a:pt x="30385" y="44291"/>
                      </a:cubicBezTo>
                      <a:cubicBezTo>
                        <a:pt x="31052" y="44006"/>
                        <a:pt x="31433" y="43625"/>
                        <a:pt x="31433" y="43053"/>
                      </a:cubicBezTo>
                      <a:cubicBezTo>
                        <a:pt x="31433" y="42863"/>
                        <a:pt x="31433" y="42577"/>
                        <a:pt x="31242" y="42291"/>
                      </a:cubicBezTo>
                      <a:cubicBezTo>
                        <a:pt x="31909" y="41910"/>
                        <a:pt x="32385" y="41243"/>
                        <a:pt x="32480" y="40100"/>
                      </a:cubicBezTo>
                      <a:cubicBezTo>
                        <a:pt x="32671" y="38958"/>
                        <a:pt x="32956" y="38195"/>
                        <a:pt x="33433" y="37910"/>
                      </a:cubicBezTo>
                      <a:lnTo>
                        <a:pt x="33433" y="33147"/>
                      </a:lnTo>
                      <a:cubicBezTo>
                        <a:pt x="33433" y="33147"/>
                        <a:pt x="33623" y="32385"/>
                        <a:pt x="33623" y="32004"/>
                      </a:cubicBezTo>
                      <a:cubicBezTo>
                        <a:pt x="33623" y="31528"/>
                        <a:pt x="33623" y="30956"/>
                        <a:pt x="33433" y="30099"/>
                      </a:cubicBezTo>
                      <a:cubicBezTo>
                        <a:pt x="33242" y="29242"/>
                        <a:pt x="33242" y="28670"/>
                        <a:pt x="33242" y="28385"/>
                      </a:cubicBezTo>
                      <a:cubicBezTo>
                        <a:pt x="33242" y="27908"/>
                        <a:pt x="33338" y="27337"/>
                        <a:pt x="33528" y="27051"/>
                      </a:cubicBezTo>
                      <a:cubicBezTo>
                        <a:pt x="33528" y="26479"/>
                        <a:pt x="33623" y="26194"/>
                        <a:pt x="34004" y="26099"/>
                      </a:cubicBezTo>
                      <a:cubicBezTo>
                        <a:pt x="34195" y="26099"/>
                        <a:pt x="34576" y="26099"/>
                        <a:pt x="35243" y="26289"/>
                      </a:cubicBezTo>
                      <a:cubicBezTo>
                        <a:pt x="35814" y="26384"/>
                        <a:pt x="36195" y="26289"/>
                        <a:pt x="36386" y="26289"/>
                      </a:cubicBezTo>
                      <a:cubicBezTo>
                        <a:pt x="36767" y="26670"/>
                        <a:pt x="36957" y="27146"/>
                        <a:pt x="36957" y="27527"/>
                      </a:cubicBezTo>
                      <a:close/>
                      <a:moveTo>
                        <a:pt x="43244" y="23336"/>
                      </a:moveTo>
                      <a:cubicBezTo>
                        <a:pt x="43244" y="23336"/>
                        <a:pt x="42481" y="23051"/>
                        <a:pt x="42101" y="23051"/>
                      </a:cubicBezTo>
                      <a:cubicBezTo>
                        <a:pt x="41815" y="23051"/>
                        <a:pt x="41434" y="23051"/>
                        <a:pt x="40958" y="23241"/>
                      </a:cubicBezTo>
                      <a:cubicBezTo>
                        <a:pt x="40386" y="23336"/>
                        <a:pt x="40005" y="23336"/>
                        <a:pt x="39624" y="23241"/>
                      </a:cubicBezTo>
                      <a:lnTo>
                        <a:pt x="41338" y="24479"/>
                      </a:lnTo>
                      <a:lnTo>
                        <a:pt x="41529" y="23241"/>
                      </a:lnTo>
                      <a:cubicBezTo>
                        <a:pt x="41529" y="23241"/>
                        <a:pt x="42196" y="23432"/>
                        <a:pt x="43339" y="23813"/>
                      </a:cubicBezTo>
                      <a:lnTo>
                        <a:pt x="43339" y="23241"/>
                      </a:lnTo>
                      <a:close/>
                      <a:moveTo>
                        <a:pt x="41434" y="41624"/>
                      </a:moveTo>
                      <a:cubicBezTo>
                        <a:pt x="41434" y="41624"/>
                        <a:pt x="41624" y="41529"/>
                        <a:pt x="41624" y="41434"/>
                      </a:cubicBezTo>
                      <a:cubicBezTo>
                        <a:pt x="41624" y="41434"/>
                        <a:pt x="41529" y="41243"/>
                        <a:pt x="41243" y="41148"/>
                      </a:cubicBezTo>
                      <a:cubicBezTo>
                        <a:pt x="40958" y="41053"/>
                        <a:pt x="40862" y="40862"/>
                        <a:pt x="40862" y="40767"/>
                      </a:cubicBezTo>
                      <a:cubicBezTo>
                        <a:pt x="40862" y="40767"/>
                        <a:pt x="40958" y="40577"/>
                        <a:pt x="41243" y="40386"/>
                      </a:cubicBezTo>
                      <a:cubicBezTo>
                        <a:pt x="40958" y="40291"/>
                        <a:pt x="40672" y="40386"/>
                        <a:pt x="40386" y="40386"/>
                      </a:cubicBezTo>
                      <a:cubicBezTo>
                        <a:pt x="39910" y="40672"/>
                        <a:pt x="39719" y="40767"/>
                        <a:pt x="39624" y="40767"/>
                      </a:cubicBezTo>
                      <a:cubicBezTo>
                        <a:pt x="39814" y="40767"/>
                        <a:pt x="40386" y="40958"/>
                        <a:pt x="41434" y="41339"/>
                      </a:cubicBezTo>
                      <a:close/>
                      <a:moveTo>
                        <a:pt x="43434" y="26766"/>
                      </a:moveTo>
                      <a:lnTo>
                        <a:pt x="44291" y="26766"/>
                      </a:lnTo>
                      <a:cubicBezTo>
                        <a:pt x="44291" y="26766"/>
                        <a:pt x="43625" y="26384"/>
                        <a:pt x="43434" y="26766"/>
                      </a:cubicBezTo>
                      <a:cubicBezTo>
                        <a:pt x="42863" y="26575"/>
                        <a:pt x="42196" y="26384"/>
                        <a:pt x="41148" y="26099"/>
                      </a:cubicBezTo>
                      <a:cubicBezTo>
                        <a:pt x="41053" y="25718"/>
                        <a:pt x="40767" y="25622"/>
                        <a:pt x="40386" y="25622"/>
                      </a:cubicBezTo>
                      <a:cubicBezTo>
                        <a:pt x="40577" y="25622"/>
                        <a:pt x="40767" y="25908"/>
                        <a:pt x="41148" y="26099"/>
                      </a:cubicBezTo>
                      <a:cubicBezTo>
                        <a:pt x="41148" y="26289"/>
                        <a:pt x="41148" y="26575"/>
                        <a:pt x="41148" y="26861"/>
                      </a:cubicBezTo>
                      <a:cubicBezTo>
                        <a:pt x="41148" y="27242"/>
                        <a:pt x="41148" y="27432"/>
                        <a:pt x="41148" y="27527"/>
                      </a:cubicBezTo>
                      <a:cubicBezTo>
                        <a:pt x="41148" y="27718"/>
                        <a:pt x="41148" y="27718"/>
                        <a:pt x="41338" y="27718"/>
                      </a:cubicBezTo>
                      <a:lnTo>
                        <a:pt x="42196" y="26861"/>
                      </a:lnTo>
                      <a:lnTo>
                        <a:pt x="42577" y="27051"/>
                      </a:lnTo>
                      <a:cubicBezTo>
                        <a:pt x="42577" y="27051"/>
                        <a:pt x="42577" y="27432"/>
                        <a:pt x="42481" y="27623"/>
                      </a:cubicBezTo>
                      <a:cubicBezTo>
                        <a:pt x="42386" y="27813"/>
                        <a:pt x="42291" y="28004"/>
                        <a:pt x="42291" y="28194"/>
                      </a:cubicBezTo>
                      <a:cubicBezTo>
                        <a:pt x="42672" y="28194"/>
                        <a:pt x="43053" y="28194"/>
                        <a:pt x="43148" y="27813"/>
                      </a:cubicBezTo>
                      <a:cubicBezTo>
                        <a:pt x="43244" y="27432"/>
                        <a:pt x="43339" y="27051"/>
                        <a:pt x="43434" y="26766"/>
                      </a:cubicBezTo>
                      <a:lnTo>
                        <a:pt x="43434" y="26766"/>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 name="Google Shape;1409;p99"/>
                <p:cNvSpPr/>
                <p:nvPr/>
              </p:nvSpPr>
              <p:spPr>
                <a:xfrm>
                  <a:off x="5352573" y="4205287"/>
                  <a:ext cx="60769" cy="59245"/>
                </a:xfrm>
                <a:custGeom>
                  <a:avLst/>
                  <a:gdLst/>
                  <a:ahLst/>
                  <a:cxnLst/>
                  <a:rect l="l" t="t" r="r" b="b"/>
                  <a:pathLst>
                    <a:path w="60769" h="59245" extrusionOk="0">
                      <a:moveTo>
                        <a:pt x="571" y="31623"/>
                      </a:moveTo>
                      <a:cubicBezTo>
                        <a:pt x="571" y="31623"/>
                        <a:pt x="667" y="31813"/>
                        <a:pt x="857" y="32004"/>
                      </a:cubicBezTo>
                      <a:cubicBezTo>
                        <a:pt x="1143" y="32195"/>
                        <a:pt x="1143" y="32290"/>
                        <a:pt x="1143" y="32480"/>
                      </a:cubicBezTo>
                      <a:lnTo>
                        <a:pt x="0" y="32480"/>
                      </a:lnTo>
                      <a:lnTo>
                        <a:pt x="571" y="31623"/>
                      </a:lnTo>
                      <a:close/>
                      <a:moveTo>
                        <a:pt x="0" y="35814"/>
                      </a:moveTo>
                      <a:cubicBezTo>
                        <a:pt x="0" y="35814"/>
                        <a:pt x="571" y="36481"/>
                        <a:pt x="1048" y="36576"/>
                      </a:cubicBezTo>
                      <a:lnTo>
                        <a:pt x="0" y="36576"/>
                      </a:lnTo>
                      <a:lnTo>
                        <a:pt x="0" y="35814"/>
                      </a:lnTo>
                      <a:close/>
                      <a:moveTo>
                        <a:pt x="190" y="39719"/>
                      </a:moveTo>
                      <a:lnTo>
                        <a:pt x="0" y="38862"/>
                      </a:lnTo>
                      <a:cubicBezTo>
                        <a:pt x="0" y="38862"/>
                        <a:pt x="667" y="39148"/>
                        <a:pt x="1143" y="39434"/>
                      </a:cubicBezTo>
                      <a:lnTo>
                        <a:pt x="190" y="39719"/>
                      </a:lnTo>
                      <a:close/>
                      <a:moveTo>
                        <a:pt x="1905" y="36576"/>
                      </a:moveTo>
                      <a:cubicBezTo>
                        <a:pt x="1905" y="36576"/>
                        <a:pt x="1238" y="36576"/>
                        <a:pt x="952" y="36576"/>
                      </a:cubicBezTo>
                      <a:lnTo>
                        <a:pt x="1905" y="36576"/>
                      </a:lnTo>
                      <a:close/>
                      <a:moveTo>
                        <a:pt x="1333" y="41148"/>
                      </a:moveTo>
                      <a:cubicBezTo>
                        <a:pt x="1333" y="41148"/>
                        <a:pt x="1714" y="41148"/>
                        <a:pt x="2096" y="41529"/>
                      </a:cubicBezTo>
                      <a:lnTo>
                        <a:pt x="2096" y="41910"/>
                      </a:lnTo>
                      <a:lnTo>
                        <a:pt x="1333" y="41910"/>
                      </a:lnTo>
                      <a:lnTo>
                        <a:pt x="1333" y="41053"/>
                      </a:lnTo>
                      <a:close/>
                      <a:moveTo>
                        <a:pt x="3238" y="30766"/>
                      </a:moveTo>
                      <a:cubicBezTo>
                        <a:pt x="3238" y="30766"/>
                        <a:pt x="3429" y="31337"/>
                        <a:pt x="3524" y="31813"/>
                      </a:cubicBezTo>
                      <a:cubicBezTo>
                        <a:pt x="3048" y="31813"/>
                        <a:pt x="2667" y="31813"/>
                        <a:pt x="2667" y="31528"/>
                      </a:cubicBezTo>
                      <a:lnTo>
                        <a:pt x="3238" y="30766"/>
                      </a:lnTo>
                      <a:close/>
                      <a:moveTo>
                        <a:pt x="2667" y="49816"/>
                      </a:moveTo>
                      <a:cubicBezTo>
                        <a:pt x="2667" y="49816"/>
                        <a:pt x="3048" y="49530"/>
                        <a:pt x="3524" y="49530"/>
                      </a:cubicBezTo>
                      <a:lnTo>
                        <a:pt x="3524" y="50006"/>
                      </a:lnTo>
                      <a:lnTo>
                        <a:pt x="2667" y="49816"/>
                      </a:lnTo>
                      <a:close/>
                      <a:moveTo>
                        <a:pt x="6096" y="40196"/>
                      </a:moveTo>
                      <a:cubicBezTo>
                        <a:pt x="6096" y="40196"/>
                        <a:pt x="6763" y="39910"/>
                        <a:pt x="7048" y="39814"/>
                      </a:cubicBezTo>
                      <a:cubicBezTo>
                        <a:pt x="7525" y="39624"/>
                        <a:pt x="7810" y="39814"/>
                        <a:pt x="8001" y="39910"/>
                      </a:cubicBezTo>
                      <a:lnTo>
                        <a:pt x="6096" y="40100"/>
                      </a:lnTo>
                      <a:close/>
                      <a:moveTo>
                        <a:pt x="7525" y="32956"/>
                      </a:moveTo>
                      <a:cubicBezTo>
                        <a:pt x="6858" y="31432"/>
                        <a:pt x="7048" y="30385"/>
                        <a:pt x="8096" y="29909"/>
                      </a:cubicBezTo>
                      <a:lnTo>
                        <a:pt x="8382" y="30194"/>
                      </a:lnTo>
                      <a:cubicBezTo>
                        <a:pt x="7810" y="30194"/>
                        <a:pt x="7525" y="30575"/>
                        <a:pt x="7429" y="31242"/>
                      </a:cubicBezTo>
                      <a:cubicBezTo>
                        <a:pt x="7429" y="31813"/>
                        <a:pt x="7429" y="32385"/>
                        <a:pt x="7429" y="32956"/>
                      </a:cubicBezTo>
                      <a:close/>
                      <a:moveTo>
                        <a:pt x="14573" y="36576"/>
                      </a:moveTo>
                      <a:cubicBezTo>
                        <a:pt x="14573" y="36576"/>
                        <a:pt x="14192" y="36576"/>
                        <a:pt x="14002" y="36290"/>
                      </a:cubicBezTo>
                      <a:cubicBezTo>
                        <a:pt x="13811" y="36100"/>
                        <a:pt x="13621" y="35909"/>
                        <a:pt x="13430" y="35909"/>
                      </a:cubicBezTo>
                      <a:lnTo>
                        <a:pt x="13240" y="35909"/>
                      </a:lnTo>
                      <a:cubicBezTo>
                        <a:pt x="14002" y="35433"/>
                        <a:pt x="14668" y="35338"/>
                        <a:pt x="15145" y="35814"/>
                      </a:cubicBezTo>
                      <a:cubicBezTo>
                        <a:pt x="15145" y="36004"/>
                        <a:pt x="15145" y="36195"/>
                        <a:pt x="15049" y="36290"/>
                      </a:cubicBezTo>
                      <a:cubicBezTo>
                        <a:pt x="14954" y="36386"/>
                        <a:pt x="14764" y="36481"/>
                        <a:pt x="14668" y="36671"/>
                      </a:cubicBezTo>
                      <a:close/>
                      <a:moveTo>
                        <a:pt x="14002" y="21527"/>
                      </a:moveTo>
                      <a:lnTo>
                        <a:pt x="14002" y="22384"/>
                      </a:lnTo>
                      <a:lnTo>
                        <a:pt x="13716" y="21527"/>
                      </a:lnTo>
                      <a:lnTo>
                        <a:pt x="14002" y="21527"/>
                      </a:lnTo>
                      <a:close/>
                      <a:moveTo>
                        <a:pt x="14383" y="28194"/>
                      </a:moveTo>
                      <a:cubicBezTo>
                        <a:pt x="14383" y="28194"/>
                        <a:pt x="14954" y="28194"/>
                        <a:pt x="15145" y="28575"/>
                      </a:cubicBezTo>
                      <a:cubicBezTo>
                        <a:pt x="15145" y="28765"/>
                        <a:pt x="14859" y="28861"/>
                        <a:pt x="14668" y="28765"/>
                      </a:cubicBezTo>
                      <a:lnTo>
                        <a:pt x="14002" y="28765"/>
                      </a:lnTo>
                      <a:cubicBezTo>
                        <a:pt x="14002" y="28765"/>
                        <a:pt x="14002" y="28289"/>
                        <a:pt x="14383" y="28194"/>
                      </a:cubicBezTo>
                      <a:close/>
                      <a:moveTo>
                        <a:pt x="14192" y="43624"/>
                      </a:moveTo>
                      <a:lnTo>
                        <a:pt x="14192" y="43339"/>
                      </a:lnTo>
                      <a:lnTo>
                        <a:pt x="15145" y="43339"/>
                      </a:lnTo>
                      <a:lnTo>
                        <a:pt x="14192" y="43624"/>
                      </a:lnTo>
                      <a:close/>
                      <a:moveTo>
                        <a:pt x="14573" y="39719"/>
                      </a:moveTo>
                      <a:lnTo>
                        <a:pt x="14573" y="38862"/>
                      </a:lnTo>
                      <a:lnTo>
                        <a:pt x="15335" y="39719"/>
                      </a:lnTo>
                      <a:lnTo>
                        <a:pt x="14573" y="39719"/>
                      </a:lnTo>
                      <a:close/>
                      <a:moveTo>
                        <a:pt x="15145" y="34385"/>
                      </a:moveTo>
                      <a:cubicBezTo>
                        <a:pt x="15145" y="34385"/>
                        <a:pt x="15907" y="34385"/>
                        <a:pt x="16002" y="34671"/>
                      </a:cubicBezTo>
                      <a:lnTo>
                        <a:pt x="15145" y="35243"/>
                      </a:lnTo>
                      <a:lnTo>
                        <a:pt x="15145" y="34385"/>
                      </a:lnTo>
                      <a:close/>
                      <a:moveTo>
                        <a:pt x="16002" y="31813"/>
                      </a:moveTo>
                      <a:cubicBezTo>
                        <a:pt x="16383" y="32576"/>
                        <a:pt x="16478" y="33052"/>
                        <a:pt x="16192" y="33147"/>
                      </a:cubicBezTo>
                      <a:lnTo>
                        <a:pt x="16002" y="33147"/>
                      </a:lnTo>
                      <a:lnTo>
                        <a:pt x="16002" y="31813"/>
                      </a:lnTo>
                      <a:close/>
                      <a:moveTo>
                        <a:pt x="16192" y="47815"/>
                      </a:moveTo>
                      <a:cubicBezTo>
                        <a:pt x="17240" y="48006"/>
                        <a:pt x="17812" y="47815"/>
                        <a:pt x="17907" y="46958"/>
                      </a:cubicBezTo>
                      <a:cubicBezTo>
                        <a:pt x="17907" y="47244"/>
                        <a:pt x="17812" y="47625"/>
                        <a:pt x="17335" y="48196"/>
                      </a:cubicBezTo>
                      <a:cubicBezTo>
                        <a:pt x="17050" y="48196"/>
                        <a:pt x="16669" y="48196"/>
                        <a:pt x="16192" y="47815"/>
                      </a:cubicBezTo>
                      <a:close/>
                      <a:moveTo>
                        <a:pt x="16573" y="30385"/>
                      </a:moveTo>
                      <a:cubicBezTo>
                        <a:pt x="16573" y="30385"/>
                        <a:pt x="17335" y="30385"/>
                        <a:pt x="17907" y="30766"/>
                      </a:cubicBezTo>
                      <a:lnTo>
                        <a:pt x="16573" y="30766"/>
                      </a:lnTo>
                      <a:lnTo>
                        <a:pt x="16573" y="30385"/>
                      </a:lnTo>
                      <a:close/>
                      <a:moveTo>
                        <a:pt x="17812" y="32766"/>
                      </a:moveTo>
                      <a:cubicBezTo>
                        <a:pt x="17812" y="32766"/>
                        <a:pt x="17621" y="32385"/>
                        <a:pt x="17621" y="32290"/>
                      </a:cubicBezTo>
                      <a:lnTo>
                        <a:pt x="17812" y="32766"/>
                      </a:lnTo>
                      <a:close/>
                      <a:moveTo>
                        <a:pt x="17812" y="32766"/>
                      </a:moveTo>
                      <a:lnTo>
                        <a:pt x="18479" y="33623"/>
                      </a:lnTo>
                      <a:cubicBezTo>
                        <a:pt x="18479" y="33623"/>
                        <a:pt x="18479" y="33909"/>
                        <a:pt x="18192" y="34099"/>
                      </a:cubicBezTo>
                      <a:lnTo>
                        <a:pt x="17812" y="32861"/>
                      </a:lnTo>
                      <a:close/>
                      <a:moveTo>
                        <a:pt x="51054" y="47149"/>
                      </a:moveTo>
                      <a:cubicBezTo>
                        <a:pt x="51054" y="47149"/>
                        <a:pt x="51911" y="47339"/>
                        <a:pt x="52388" y="47339"/>
                      </a:cubicBezTo>
                      <a:cubicBezTo>
                        <a:pt x="52768" y="47339"/>
                        <a:pt x="53435" y="47339"/>
                        <a:pt x="54292" y="47244"/>
                      </a:cubicBezTo>
                      <a:cubicBezTo>
                        <a:pt x="55150" y="47244"/>
                        <a:pt x="55912" y="47149"/>
                        <a:pt x="56292" y="47149"/>
                      </a:cubicBezTo>
                      <a:cubicBezTo>
                        <a:pt x="58483" y="47149"/>
                        <a:pt x="60007" y="47815"/>
                        <a:pt x="60769" y="49149"/>
                      </a:cubicBezTo>
                      <a:cubicBezTo>
                        <a:pt x="60769" y="50863"/>
                        <a:pt x="60579" y="52578"/>
                        <a:pt x="60484" y="54197"/>
                      </a:cubicBezTo>
                      <a:cubicBezTo>
                        <a:pt x="60293" y="56197"/>
                        <a:pt x="59722" y="57721"/>
                        <a:pt x="58769" y="58769"/>
                      </a:cubicBezTo>
                      <a:cubicBezTo>
                        <a:pt x="58388" y="59055"/>
                        <a:pt x="58007" y="59246"/>
                        <a:pt x="57626" y="59246"/>
                      </a:cubicBezTo>
                      <a:cubicBezTo>
                        <a:pt x="57245" y="59246"/>
                        <a:pt x="56769" y="59055"/>
                        <a:pt x="56102" y="58674"/>
                      </a:cubicBezTo>
                      <a:cubicBezTo>
                        <a:pt x="55435" y="58293"/>
                        <a:pt x="54959" y="58198"/>
                        <a:pt x="54578" y="58198"/>
                      </a:cubicBezTo>
                      <a:cubicBezTo>
                        <a:pt x="54102" y="58198"/>
                        <a:pt x="53721" y="58388"/>
                        <a:pt x="53245" y="58769"/>
                      </a:cubicBezTo>
                      <a:cubicBezTo>
                        <a:pt x="51435" y="58960"/>
                        <a:pt x="49054" y="58960"/>
                        <a:pt x="46196" y="58864"/>
                      </a:cubicBezTo>
                      <a:cubicBezTo>
                        <a:pt x="43243" y="58674"/>
                        <a:pt x="40957" y="58769"/>
                        <a:pt x="39243" y="58960"/>
                      </a:cubicBezTo>
                      <a:lnTo>
                        <a:pt x="39243" y="58960"/>
                      </a:lnTo>
                      <a:cubicBezTo>
                        <a:pt x="37338" y="58674"/>
                        <a:pt x="34480" y="58769"/>
                        <a:pt x="30861" y="58960"/>
                      </a:cubicBezTo>
                      <a:cubicBezTo>
                        <a:pt x="29623" y="58674"/>
                        <a:pt x="27908" y="58674"/>
                        <a:pt x="25717" y="58864"/>
                      </a:cubicBezTo>
                      <a:lnTo>
                        <a:pt x="19717" y="58864"/>
                      </a:lnTo>
                      <a:lnTo>
                        <a:pt x="19717" y="42196"/>
                      </a:lnTo>
                      <a:lnTo>
                        <a:pt x="20669" y="41624"/>
                      </a:lnTo>
                      <a:lnTo>
                        <a:pt x="18764" y="41434"/>
                      </a:lnTo>
                      <a:cubicBezTo>
                        <a:pt x="19431" y="41053"/>
                        <a:pt x="19717" y="40481"/>
                        <a:pt x="19717" y="39719"/>
                      </a:cubicBezTo>
                      <a:cubicBezTo>
                        <a:pt x="19717" y="39434"/>
                        <a:pt x="19717" y="39148"/>
                        <a:pt x="19621" y="38481"/>
                      </a:cubicBezTo>
                      <a:cubicBezTo>
                        <a:pt x="19526" y="37910"/>
                        <a:pt x="19431" y="37529"/>
                        <a:pt x="19431" y="37338"/>
                      </a:cubicBezTo>
                      <a:cubicBezTo>
                        <a:pt x="19431" y="37052"/>
                        <a:pt x="19431" y="36862"/>
                        <a:pt x="19526" y="36576"/>
                      </a:cubicBezTo>
                      <a:lnTo>
                        <a:pt x="18669" y="36576"/>
                      </a:lnTo>
                      <a:cubicBezTo>
                        <a:pt x="18669" y="36576"/>
                        <a:pt x="19621" y="35909"/>
                        <a:pt x="20288" y="35243"/>
                      </a:cubicBezTo>
                      <a:cubicBezTo>
                        <a:pt x="19621" y="34766"/>
                        <a:pt x="19240" y="34004"/>
                        <a:pt x="19240" y="33147"/>
                      </a:cubicBezTo>
                      <a:cubicBezTo>
                        <a:pt x="19240" y="32671"/>
                        <a:pt x="19431" y="31909"/>
                        <a:pt x="19717" y="30861"/>
                      </a:cubicBezTo>
                      <a:cubicBezTo>
                        <a:pt x="20098" y="29813"/>
                        <a:pt x="20288" y="29051"/>
                        <a:pt x="20288" y="28575"/>
                      </a:cubicBezTo>
                      <a:cubicBezTo>
                        <a:pt x="20383" y="28575"/>
                        <a:pt x="20479" y="28670"/>
                        <a:pt x="20574" y="28956"/>
                      </a:cubicBezTo>
                      <a:cubicBezTo>
                        <a:pt x="20574" y="29242"/>
                        <a:pt x="20574" y="29337"/>
                        <a:pt x="20574" y="29337"/>
                      </a:cubicBezTo>
                      <a:cubicBezTo>
                        <a:pt x="20764" y="29337"/>
                        <a:pt x="20860" y="29242"/>
                        <a:pt x="21050" y="28956"/>
                      </a:cubicBezTo>
                      <a:lnTo>
                        <a:pt x="22193" y="31052"/>
                      </a:lnTo>
                      <a:cubicBezTo>
                        <a:pt x="22479" y="30385"/>
                        <a:pt x="22574" y="29337"/>
                        <a:pt x="22384" y="27908"/>
                      </a:cubicBezTo>
                      <a:cubicBezTo>
                        <a:pt x="22193" y="27718"/>
                        <a:pt x="21812" y="27527"/>
                        <a:pt x="21241" y="27527"/>
                      </a:cubicBezTo>
                      <a:lnTo>
                        <a:pt x="20193" y="27527"/>
                      </a:lnTo>
                      <a:cubicBezTo>
                        <a:pt x="20193" y="27527"/>
                        <a:pt x="20098" y="27146"/>
                        <a:pt x="19907" y="27146"/>
                      </a:cubicBezTo>
                      <a:lnTo>
                        <a:pt x="21622" y="26765"/>
                      </a:lnTo>
                      <a:cubicBezTo>
                        <a:pt x="20764" y="26384"/>
                        <a:pt x="20193" y="25813"/>
                        <a:pt x="20002" y="24955"/>
                      </a:cubicBezTo>
                      <a:cubicBezTo>
                        <a:pt x="20002" y="24194"/>
                        <a:pt x="20002" y="23336"/>
                        <a:pt x="20002" y="22574"/>
                      </a:cubicBezTo>
                      <a:lnTo>
                        <a:pt x="20574" y="22003"/>
                      </a:lnTo>
                      <a:lnTo>
                        <a:pt x="19145" y="20098"/>
                      </a:lnTo>
                      <a:cubicBezTo>
                        <a:pt x="19812" y="17336"/>
                        <a:pt x="20002" y="15812"/>
                        <a:pt x="20002" y="15621"/>
                      </a:cubicBezTo>
                      <a:cubicBezTo>
                        <a:pt x="20002" y="14669"/>
                        <a:pt x="19812" y="14002"/>
                        <a:pt x="19336" y="13430"/>
                      </a:cubicBezTo>
                      <a:cubicBezTo>
                        <a:pt x="19336" y="13240"/>
                        <a:pt x="19431" y="11049"/>
                        <a:pt x="19717" y="6763"/>
                      </a:cubicBezTo>
                      <a:cubicBezTo>
                        <a:pt x="19812" y="4096"/>
                        <a:pt x="20383" y="2096"/>
                        <a:pt x="21336" y="857"/>
                      </a:cubicBezTo>
                      <a:cubicBezTo>
                        <a:pt x="21050" y="857"/>
                        <a:pt x="22384" y="857"/>
                        <a:pt x="25241" y="857"/>
                      </a:cubicBezTo>
                      <a:cubicBezTo>
                        <a:pt x="26765" y="857"/>
                        <a:pt x="28004" y="571"/>
                        <a:pt x="28861" y="0"/>
                      </a:cubicBezTo>
                      <a:cubicBezTo>
                        <a:pt x="30194" y="1524"/>
                        <a:pt x="30861" y="4096"/>
                        <a:pt x="30861" y="7620"/>
                      </a:cubicBezTo>
                      <a:lnTo>
                        <a:pt x="30861" y="13335"/>
                      </a:lnTo>
                      <a:cubicBezTo>
                        <a:pt x="30861" y="14954"/>
                        <a:pt x="30956" y="16288"/>
                        <a:pt x="31147" y="17336"/>
                      </a:cubicBezTo>
                      <a:cubicBezTo>
                        <a:pt x="30766" y="17526"/>
                        <a:pt x="30575" y="18002"/>
                        <a:pt x="30575" y="18479"/>
                      </a:cubicBezTo>
                      <a:cubicBezTo>
                        <a:pt x="30575" y="18764"/>
                        <a:pt x="30575" y="19050"/>
                        <a:pt x="30671" y="19621"/>
                      </a:cubicBezTo>
                      <a:cubicBezTo>
                        <a:pt x="30766" y="20098"/>
                        <a:pt x="30766" y="20479"/>
                        <a:pt x="30766" y="20574"/>
                      </a:cubicBezTo>
                      <a:cubicBezTo>
                        <a:pt x="30766" y="20860"/>
                        <a:pt x="30766" y="21050"/>
                        <a:pt x="30766" y="21146"/>
                      </a:cubicBezTo>
                      <a:lnTo>
                        <a:pt x="30575" y="20955"/>
                      </a:lnTo>
                      <a:cubicBezTo>
                        <a:pt x="30575" y="20955"/>
                        <a:pt x="30575" y="21812"/>
                        <a:pt x="30861" y="22574"/>
                      </a:cubicBezTo>
                      <a:cubicBezTo>
                        <a:pt x="30956" y="23336"/>
                        <a:pt x="31147" y="23908"/>
                        <a:pt x="31147" y="24289"/>
                      </a:cubicBezTo>
                      <a:cubicBezTo>
                        <a:pt x="31147" y="24765"/>
                        <a:pt x="31147" y="25337"/>
                        <a:pt x="30861" y="25718"/>
                      </a:cubicBezTo>
                      <a:lnTo>
                        <a:pt x="31432" y="26861"/>
                      </a:lnTo>
                      <a:lnTo>
                        <a:pt x="31147" y="26861"/>
                      </a:lnTo>
                      <a:cubicBezTo>
                        <a:pt x="31147" y="26861"/>
                        <a:pt x="30861" y="28004"/>
                        <a:pt x="30861" y="29432"/>
                      </a:cubicBezTo>
                      <a:cubicBezTo>
                        <a:pt x="30861" y="30480"/>
                        <a:pt x="30575" y="31242"/>
                        <a:pt x="30004" y="31623"/>
                      </a:cubicBezTo>
                      <a:cubicBezTo>
                        <a:pt x="30004" y="31813"/>
                        <a:pt x="30385" y="31909"/>
                        <a:pt x="30861" y="31909"/>
                      </a:cubicBezTo>
                      <a:cubicBezTo>
                        <a:pt x="31147" y="37433"/>
                        <a:pt x="31147" y="41910"/>
                        <a:pt x="30861" y="45529"/>
                      </a:cubicBezTo>
                      <a:cubicBezTo>
                        <a:pt x="30861" y="45244"/>
                        <a:pt x="30671" y="45148"/>
                        <a:pt x="30385" y="45148"/>
                      </a:cubicBezTo>
                      <a:lnTo>
                        <a:pt x="29718" y="45148"/>
                      </a:lnTo>
                      <a:cubicBezTo>
                        <a:pt x="29718" y="45148"/>
                        <a:pt x="29813" y="45529"/>
                        <a:pt x="29813" y="45625"/>
                      </a:cubicBezTo>
                      <a:cubicBezTo>
                        <a:pt x="29813" y="45911"/>
                        <a:pt x="29718" y="46101"/>
                        <a:pt x="29337" y="46482"/>
                      </a:cubicBezTo>
                      <a:cubicBezTo>
                        <a:pt x="29051" y="46863"/>
                        <a:pt x="28861" y="47054"/>
                        <a:pt x="28861" y="47244"/>
                      </a:cubicBezTo>
                      <a:cubicBezTo>
                        <a:pt x="28861" y="47530"/>
                        <a:pt x="28956" y="47720"/>
                        <a:pt x="29242" y="48006"/>
                      </a:cubicBezTo>
                      <a:cubicBezTo>
                        <a:pt x="29527" y="46958"/>
                        <a:pt x="30004" y="46482"/>
                        <a:pt x="30671" y="46482"/>
                      </a:cubicBezTo>
                      <a:cubicBezTo>
                        <a:pt x="31051" y="46482"/>
                        <a:pt x="32004" y="46958"/>
                        <a:pt x="33433" y="48006"/>
                      </a:cubicBezTo>
                      <a:cubicBezTo>
                        <a:pt x="33623" y="48006"/>
                        <a:pt x="33814" y="48006"/>
                        <a:pt x="34004" y="47720"/>
                      </a:cubicBezTo>
                      <a:lnTo>
                        <a:pt x="34004" y="47149"/>
                      </a:lnTo>
                      <a:cubicBezTo>
                        <a:pt x="34004" y="47149"/>
                        <a:pt x="34957" y="47435"/>
                        <a:pt x="36100" y="47435"/>
                      </a:cubicBezTo>
                      <a:lnTo>
                        <a:pt x="35909" y="47720"/>
                      </a:lnTo>
                      <a:cubicBezTo>
                        <a:pt x="35909" y="47720"/>
                        <a:pt x="36481" y="48006"/>
                        <a:pt x="36766" y="48006"/>
                      </a:cubicBezTo>
                      <a:cubicBezTo>
                        <a:pt x="37052" y="48006"/>
                        <a:pt x="37529" y="47815"/>
                        <a:pt x="38005" y="47625"/>
                      </a:cubicBezTo>
                      <a:cubicBezTo>
                        <a:pt x="38576" y="47339"/>
                        <a:pt x="38862" y="47244"/>
                        <a:pt x="39148" y="47244"/>
                      </a:cubicBezTo>
                      <a:cubicBezTo>
                        <a:pt x="39529" y="47244"/>
                        <a:pt x="39910" y="47435"/>
                        <a:pt x="40291" y="47815"/>
                      </a:cubicBezTo>
                      <a:cubicBezTo>
                        <a:pt x="41243" y="47435"/>
                        <a:pt x="42291" y="47244"/>
                        <a:pt x="43529" y="47244"/>
                      </a:cubicBezTo>
                      <a:cubicBezTo>
                        <a:pt x="44101" y="47244"/>
                        <a:pt x="44958" y="47244"/>
                        <a:pt x="46196" y="47435"/>
                      </a:cubicBezTo>
                      <a:cubicBezTo>
                        <a:pt x="47339" y="47530"/>
                        <a:pt x="48196" y="47625"/>
                        <a:pt x="48863" y="47625"/>
                      </a:cubicBezTo>
                      <a:cubicBezTo>
                        <a:pt x="49435" y="47625"/>
                        <a:pt x="50006" y="47625"/>
                        <a:pt x="50578" y="47435"/>
                      </a:cubicBezTo>
                      <a:close/>
                      <a:moveTo>
                        <a:pt x="19621" y="25051"/>
                      </a:moveTo>
                      <a:lnTo>
                        <a:pt x="19621" y="25622"/>
                      </a:lnTo>
                      <a:lnTo>
                        <a:pt x="18764" y="24765"/>
                      </a:lnTo>
                      <a:cubicBezTo>
                        <a:pt x="18764" y="24765"/>
                        <a:pt x="19240" y="24860"/>
                        <a:pt x="19621" y="25051"/>
                      </a:cubicBezTo>
                      <a:close/>
                      <a:moveTo>
                        <a:pt x="20479" y="27527"/>
                      </a:moveTo>
                      <a:cubicBezTo>
                        <a:pt x="20479" y="27527"/>
                        <a:pt x="20479" y="27718"/>
                        <a:pt x="20479" y="27527"/>
                      </a:cubicBezTo>
                      <a:lnTo>
                        <a:pt x="20479" y="27527"/>
                      </a:lnTo>
                      <a:close/>
                      <a:moveTo>
                        <a:pt x="21241" y="43815"/>
                      </a:moveTo>
                      <a:lnTo>
                        <a:pt x="20764" y="43244"/>
                      </a:lnTo>
                      <a:lnTo>
                        <a:pt x="21622" y="42481"/>
                      </a:lnTo>
                      <a:lnTo>
                        <a:pt x="20955" y="42481"/>
                      </a:lnTo>
                      <a:lnTo>
                        <a:pt x="21241" y="41529"/>
                      </a:lnTo>
                      <a:lnTo>
                        <a:pt x="20383" y="42958"/>
                      </a:lnTo>
                      <a:lnTo>
                        <a:pt x="20669" y="43624"/>
                      </a:lnTo>
                      <a:cubicBezTo>
                        <a:pt x="20669" y="43624"/>
                        <a:pt x="20955" y="43910"/>
                        <a:pt x="21146" y="43815"/>
                      </a:cubicBezTo>
                      <a:close/>
                      <a:moveTo>
                        <a:pt x="23241" y="45244"/>
                      </a:moveTo>
                      <a:lnTo>
                        <a:pt x="24384" y="44863"/>
                      </a:lnTo>
                      <a:lnTo>
                        <a:pt x="23622" y="44863"/>
                      </a:lnTo>
                      <a:lnTo>
                        <a:pt x="23241" y="45244"/>
                      </a:lnTo>
                      <a:close/>
                      <a:moveTo>
                        <a:pt x="26860" y="30289"/>
                      </a:moveTo>
                      <a:lnTo>
                        <a:pt x="27813" y="29813"/>
                      </a:lnTo>
                      <a:lnTo>
                        <a:pt x="27241" y="29813"/>
                      </a:lnTo>
                      <a:lnTo>
                        <a:pt x="26860" y="30289"/>
                      </a:lnTo>
                      <a:close/>
                      <a:moveTo>
                        <a:pt x="27813" y="20764"/>
                      </a:moveTo>
                      <a:lnTo>
                        <a:pt x="28004" y="19907"/>
                      </a:lnTo>
                      <a:lnTo>
                        <a:pt x="27241" y="19526"/>
                      </a:lnTo>
                      <a:lnTo>
                        <a:pt x="27813" y="20669"/>
                      </a:lnTo>
                      <a:close/>
                      <a:moveTo>
                        <a:pt x="37814" y="13621"/>
                      </a:moveTo>
                      <a:lnTo>
                        <a:pt x="37814" y="14573"/>
                      </a:lnTo>
                      <a:lnTo>
                        <a:pt x="37529" y="14573"/>
                      </a:lnTo>
                      <a:lnTo>
                        <a:pt x="37529" y="13621"/>
                      </a:lnTo>
                      <a:lnTo>
                        <a:pt x="37814" y="13621"/>
                      </a:lnTo>
                      <a:close/>
                      <a:moveTo>
                        <a:pt x="51530" y="49721"/>
                      </a:moveTo>
                      <a:lnTo>
                        <a:pt x="51530" y="48863"/>
                      </a:lnTo>
                      <a:lnTo>
                        <a:pt x="51244" y="48292"/>
                      </a:lnTo>
                      <a:lnTo>
                        <a:pt x="51530" y="4972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 name="Google Shape;1410;p99"/>
                <p:cNvSpPr/>
                <p:nvPr/>
              </p:nvSpPr>
              <p:spPr>
                <a:xfrm>
                  <a:off x="5402103" y="4205858"/>
                  <a:ext cx="54101" cy="58197"/>
                </a:xfrm>
                <a:custGeom>
                  <a:avLst/>
                  <a:gdLst/>
                  <a:ahLst/>
                  <a:cxnLst/>
                  <a:rect l="l" t="t" r="r" b="b"/>
                  <a:pathLst>
                    <a:path w="54101" h="58197" extrusionOk="0">
                      <a:moveTo>
                        <a:pt x="857" y="40386"/>
                      </a:moveTo>
                      <a:cubicBezTo>
                        <a:pt x="857" y="40862"/>
                        <a:pt x="857" y="41148"/>
                        <a:pt x="1048" y="41148"/>
                      </a:cubicBezTo>
                      <a:cubicBezTo>
                        <a:pt x="1048" y="41148"/>
                        <a:pt x="1143" y="41148"/>
                        <a:pt x="1334" y="41148"/>
                      </a:cubicBezTo>
                      <a:cubicBezTo>
                        <a:pt x="1524" y="41148"/>
                        <a:pt x="1619" y="41148"/>
                        <a:pt x="1714" y="41148"/>
                      </a:cubicBezTo>
                      <a:cubicBezTo>
                        <a:pt x="1905" y="41148"/>
                        <a:pt x="2000" y="41148"/>
                        <a:pt x="2000" y="41434"/>
                      </a:cubicBezTo>
                      <a:cubicBezTo>
                        <a:pt x="857" y="41434"/>
                        <a:pt x="191" y="41338"/>
                        <a:pt x="0" y="41148"/>
                      </a:cubicBezTo>
                      <a:lnTo>
                        <a:pt x="857" y="40577"/>
                      </a:lnTo>
                      <a:close/>
                      <a:moveTo>
                        <a:pt x="2000" y="47815"/>
                      </a:moveTo>
                      <a:cubicBezTo>
                        <a:pt x="2000" y="47815"/>
                        <a:pt x="2286" y="47435"/>
                        <a:pt x="2572" y="47435"/>
                      </a:cubicBezTo>
                      <a:lnTo>
                        <a:pt x="3429" y="47435"/>
                      </a:lnTo>
                      <a:cubicBezTo>
                        <a:pt x="3429" y="47435"/>
                        <a:pt x="3143" y="47815"/>
                        <a:pt x="2858" y="47815"/>
                      </a:cubicBezTo>
                      <a:lnTo>
                        <a:pt x="2096" y="47815"/>
                      </a:lnTo>
                      <a:close/>
                      <a:moveTo>
                        <a:pt x="4477" y="51626"/>
                      </a:moveTo>
                      <a:lnTo>
                        <a:pt x="4477" y="50863"/>
                      </a:lnTo>
                      <a:lnTo>
                        <a:pt x="5048" y="50863"/>
                      </a:lnTo>
                      <a:lnTo>
                        <a:pt x="4477" y="51626"/>
                      </a:lnTo>
                      <a:close/>
                      <a:moveTo>
                        <a:pt x="7620" y="46863"/>
                      </a:moveTo>
                      <a:cubicBezTo>
                        <a:pt x="7620" y="46863"/>
                        <a:pt x="8192" y="46863"/>
                        <a:pt x="8668" y="47435"/>
                      </a:cubicBezTo>
                      <a:lnTo>
                        <a:pt x="8477" y="47815"/>
                      </a:lnTo>
                      <a:lnTo>
                        <a:pt x="7620" y="46863"/>
                      </a:lnTo>
                      <a:close/>
                      <a:moveTo>
                        <a:pt x="8668" y="51626"/>
                      </a:moveTo>
                      <a:cubicBezTo>
                        <a:pt x="8668" y="51626"/>
                        <a:pt x="8954" y="51435"/>
                        <a:pt x="9144" y="51149"/>
                      </a:cubicBezTo>
                      <a:cubicBezTo>
                        <a:pt x="9335" y="50863"/>
                        <a:pt x="9430" y="50768"/>
                        <a:pt x="9620" y="50768"/>
                      </a:cubicBezTo>
                      <a:cubicBezTo>
                        <a:pt x="9620" y="50959"/>
                        <a:pt x="9525" y="51149"/>
                        <a:pt x="9239" y="51530"/>
                      </a:cubicBezTo>
                      <a:lnTo>
                        <a:pt x="8668" y="51530"/>
                      </a:lnTo>
                      <a:close/>
                      <a:moveTo>
                        <a:pt x="10096" y="45148"/>
                      </a:moveTo>
                      <a:lnTo>
                        <a:pt x="9906" y="45720"/>
                      </a:lnTo>
                      <a:lnTo>
                        <a:pt x="9144" y="45720"/>
                      </a:lnTo>
                      <a:cubicBezTo>
                        <a:pt x="9335" y="45148"/>
                        <a:pt x="9525" y="44863"/>
                        <a:pt x="9716" y="44863"/>
                      </a:cubicBezTo>
                      <a:cubicBezTo>
                        <a:pt x="9906" y="44863"/>
                        <a:pt x="10001" y="44863"/>
                        <a:pt x="10192" y="45148"/>
                      </a:cubicBezTo>
                      <a:close/>
                      <a:moveTo>
                        <a:pt x="11239" y="40100"/>
                      </a:moveTo>
                      <a:lnTo>
                        <a:pt x="11239" y="40672"/>
                      </a:lnTo>
                      <a:lnTo>
                        <a:pt x="10096" y="39719"/>
                      </a:lnTo>
                      <a:cubicBezTo>
                        <a:pt x="10096" y="39719"/>
                        <a:pt x="10763" y="39719"/>
                        <a:pt x="11239" y="40100"/>
                      </a:cubicBezTo>
                      <a:close/>
                      <a:moveTo>
                        <a:pt x="10096" y="48482"/>
                      </a:moveTo>
                      <a:cubicBezTo>
                        <a:pt x="10096" y="48482"/>
                        <a:pt x="10668" y="48768"/>
                        <a:pt x="10668" y="49244"/>
                      </a:cubicBezTo>
                      <a:lnTo>
                        <a:pt x="10096" y="49244"/>
                      </a:lnTo>
                      <a:lnTo>
                        <a:pt x="10096" y="48482"/>
                      </a:lnTo>
                      <a:close/>
                      <a:moveTo>
                        <a:pt x="11430" y="54673"/>
                      </a:moveTo>
                      <a:lnTo>
                        <a:pt x="11144" y="54293"/>
                      </a:lnTo>
                      <a:lnTo>
                        <a:pt x="12287" y="53626"/>
                      </a:lnTo>
                      <a:lnTo>
                        <a:pt x="11335" y="54578"/>
                      </a:lnTo>
                      <a:close/>
                      <a:moveTo>
                        <a:pt x="54102" y="43148"/>
                      </a:moveTo>
                      <a:lnTo>
                        <a:pt x="51530" y="43529"/>
                      </a:lnTo>
                      <a:cubicBezTo>
                        <a:pt x="51530" y="43529"/>
                        <a:pt x="51530" y="43720"/>
                        <a:pt x="51530" y="43720"/>
                      </a:cubicBezTo>
                      <a:cubicBezTo>
                        <a:pt x="51530" y="43815"/>
                        <a:pt x="51721" y="44101"/>
                        <a:pt x="52102" y="44291"/>
                      </a:cubicBezTo>
                      <a:cubicBezTo>
                        <a:pt x="52483" y="44482"/>
                        <a:pt x="52769" y="44768"/>
                        <a:pt x="52769" y="45053"/>
                      </a:cubicBezTo>
                      <a:lnTo>
                        <a:pt x="53340" y="45053"/>
                      </a:lnTo>
                      <a:cubicBezTo>
                        <a:pt x="53054" y="46577"/>
                        <a:pt x="52769" y="48101"/>
                        <a:pt x="52578" y="49530"/>
                      </a:cubicBezTo>
                      <a:cubicBezTo>
                        <a:pt x="52197" y="51149"/>
                        <a:pt x="51245" y="52197"/>
                        <a:pt x="49816" y="52673"/>
                      </a:cubicBezTo>
                      <a:cubicBezTo>
                        <a:pt x="49530" y="51816"/>
                        <a:pt x="48959" y="51530"/>
                        <a:pt x="48006" y="51911"/>
                      </a:cubicBezTo>
                      <a:lnTo>
                        <a:pt x="47720" y="52102"/>
                      </a:lnTo>
                      <a:lnTo>
                        <a:pt x="48863" y="53245"/>
                      </a:lnTo>
                      <a:cubicBezTo>
                        <a:pt x="48863" y="53245"/>
                        <a:pt x="47911" y="52864"/>
                        <a:pt x="47435" y="52388"/>
                      </a:cubicBezTo>
                      <a:cubicBezTo>
                        <a:pt x="46863" y="51911"/>
                        <a:pt x="46482" y="51721"/>
                        <a:pt x="46196" y="51721"/>
                      </a:cubicBezTo>
                      <a:cubicBezTo>
                        <a:pt x="45815" y="51721"/>
                        <a:pt x="45529" y="51911"/>
                        <a:pt x="45053" y="52292"/>
                      </a:cubicBezTo>
                      <a:lnTo>
                        <a:pt x="46101" y="52292"/>
                      </a:lnTo>
                      <a:lnTo>
                        <a:pt x="45815" y="52673"/>
                      </a:lnTo>
                      <a:cubicBezTo>
                        <a:pt x="46387" y="52864"/>
                        <a:pt x="47149" y="53340"/>
                        <a:pt x="48101" y="54007"/>
                      </a:cubicBezTo>
                      <a:lnTo>
                        <a:pt x="46101" y="54864"/>
                      </a:lnTo>
                      <a:lnTo>
                        <a:pt x="46387" y="55054"/>
                      </a:lnTo>
                      <a:cubicBezTo>
                        <a:pt x="46387" y="55054"/>
                        <a:pt x="45529" y="55436"/>
                        <a:pt x="44101" y="56102"/>
                      </a:cubicBezTo>
                      <a:cubicBezTo>
                        <a:pt x="43339" y="56388"/>
                        <a:pt x="42577" y="56483"/>
                        <a:pt x="41910" y="56483"/>
                      </a:cubicBezTo>
                      <a:cubicBezTo>
                        <a:pt x="41529" y="56483"/>
                        <a:pt x="41243" y="56483"/>
                        <a:pt x="40767" y="56483"/>
                      </a:cubicBezTo>
                      <a:cubicBezTo>
                        <a:pt x="40481" y="57150"/>
                        <a:pt x="40481" y="57626"/>
                        <a:pt x="40577" y="57817"/>
                      </a:cubicBezTo>
                      <a:lnTo>
                        <a:pt x="29528" y="58198"/>
                      </a:lnTo>
                      <a:cubicBezTo>
                        <a:pt x="28670" y="57340"/>
                        <a:pt x="27242" y="56674"/>
                        <a:pt x="25432" y="56102"/>
                      </a:cubicBezTo>
                      <a:cubicBezTo>
                        <a:pt x="23336" y="55531"/>
                        <a:pt x="22098" y="54959"/>
                        <a:pt x="21431" y="54578"/>
                      </a:cubicBezTo>
                      <a:cubicBezTo>
                        <a:pt x="21146" y="54197"/>
                        <a:pt x="20764" y="54007"/>
                        <a:pt x="20193" y="53816"/>
                      </a:cubicBezTo>
                      <a:cubicBezTo>
                        <a:pt x="19621" y="53721"/>
                        <a:pt x="18955" y="53530"/>
                        <a:pt x="18479" y="53340"/>
                      </a:cubicBezTo>
                      <a:lnTo>
                        <a:pt x="19241" y="52578"/>
                      </a:lnTo>
                      <a:lnTo>
                        <a:pt x="18097" y="51435"/>
                      </a:lnTo>
                      <a:lnTo>
                        <a:pt x="17812" y="52197"/>
                      </a:lnTo>
                      <a:cubicBezTo>
                        <a:pt x="16859" y="51911"/>
                        <a:pt x="16288" y="51149"/>
                        <a:pt x="16193" y="49816"/>
                      </a:cubicBezTo>
                      <a:cubicBezTo>
                        <a:pt x="16193" y="48673"/>
                        <a:pt x="15430" y="48006"/>
                        <a:pt x="14192" y="48006"/>
                      </a:cubicBezTo>
                      <a:lnTo>
                        <a:pt x="13240" y="48006"/>
                      </a:lnTo>
                      <a:cubicBezTo>
                        <a:pt x="14002" y="48006"/>
                        <a:pt x="14383" y="47530"/>
                        <a:pt x="14383" y="46672"/>
                      </a:cubicBezTo>
                      <a:cubicBezTo>
                        <a:pt x="14383" y="46387"/>
                        <a:pt x="14383" y="46101"/>
                        <a:pt x="14192" y="45911"/>
                      </a:cubicBezTo>
                      <a:cubicBezTo>
                        <a:pt x="14097" y="45625"/>
                        <a:pt x="13621" y="45339"/>
                        <a:pt x="12668" y="45053"/>
                      </a:cubicBezTo>
                      <a:lnTo>
                        <a:pt x="12478" y="45244"/>
                      </a:lnTo>
                      <a:cubicBezTo>
                        <a:pt x="12478" y="45244"/>
                        <a:pt x="12383" y="45434"/>
                        <a:pt x="12287" y="45434"/>
                      </a:cubicBezTo>
                      <a:cubicBezTo>
                        <a:pt x="12192" y="45434"/>
                        <a:pt x="12002" y="45244"/>
                        <a:pt x="11906" y="44863"/>
                      </a:cubicBezTo>
                      <a:cubicBezTo>
                        <a:pt x="11906" y="44482"/>
                        <a:pt x="11906" y="44196"/>
                        <a:pt x="11906" y="43910"/>
                      </a:cubicBezTo>
                      <a:cubicBezTo>
                        <a:pt x="12383" y="43910"/>
                        <a:pt x="13145" y="43339"/>
                        <a:pt x="14097" y="42386"/>
                      </a:cubicBezTo>
                      <a:cubicBezTo>
                        <a:pt x="14954" y="41624"/>
                        <a:pt x="15716" y="41243"/>
                        <a:pt x="16288" y="41243"/>
                      </a:cubicBezTo>
                      <a:cubicBezTo>
                        <a:pt x="16574" y="41243"/>
                        <a:pt x="16859" y="41338"/>
                        <a:pt x="17145" y="41529"/>
                      </a:cubicBezTo>
                      <a:cubicBezTo>
                        <a:pt x="16954" y="41148"/>
                        <a:pt x="16954" y="40862"/>
                        <a:pt x="17145" y="40672"/>
                      </a:cubicBezTo>
                      <a:cubicBezTo>
                        <a:pt x="17240" y="40386"/>
                        <a:pt x="17145" y="40100"/>
                        <a:pt x="16669" y="39529"/>
                      </a:cubicBezTo>
                      <a:lnTo>
                        <a:pt x="19145" y="38386"/>
                      </a:lnTo>
                      <a:lnTo>
                        <a:pt x="18479" y="37624"/>
                      </a:lnTo>
                      <a:cubicBezTo>
                        <a:pt x="18479" y="37624"/>
                        <a:pt x="19526" y="37433"/>
                        <a:pt x="20384" y="36957"/>
                      </a:cubicBezTo>
                      <a:cubicBezTo>
                        <a:pt x="21241" y="36481"/>
                        <a:pt x="21908" y="36290"/>
                        <a:pt x="22098" y="36290"/>
                      </a:cubicBezTo>
                      <a:cubicBezTo>
                        <a:pt x="22574" y="36290"/>
                        <a:pt x="22860" y="36671"/>
                        <a:pt x="23051" y="37433"/>
                      </a:cubicBezTo>
                      <a:cubicBezTo>
                        <a:pt x="22860" y="39053"/>
                        <a:pt x="23431" y="40672"/>
                        <a:pt x="24765" y="42196"/>
                      </a:cubicBezTo>
                      <a:cubicBezTo>
                        <a:pt x="25337" y="42958"/>
                        <a:pt x="26670" y="44196"/>
                        <a:pt x="28575" y="45815"/>
                      </a:cubicBezTo>
                      <a:cubicBezTo>
                        <a:pt x="28861" y="46482"/>
                        <a:pt x="29337" y="46768"/>
                        <a:pt x="30004" y="46768"/>
                      </a:cubicBezTo>
                      <a:cubicBezTo>
                        <a:pt x="30194" y="46768"/>
                        <a:pt x="30480" y="46768"/>
                        <a:pt x="30956" y="46768"/>
                      </a:cubicBezTo>
                      <a:cubicBezTo>
                        <a:pt x="31337" y="46768"/>
                        <a:pt x="31718" y="46672"/>
                        <a:pt x="31813" y="46672"/>
                      </a:cubicBezTo>
                      <a:cubicBezTo>
                        <a:pt x="32290" y="46672"/>
                        <a:pt x="32671" y="46768"/>
                        <a:pt x="33052" y="46958"/>
                      </a:cubicBezTo>
                      <a:cubicBezTo>
                        <a:pt x="33433" y="47149"/>
                        <a:pt x="33909" y="47244"/>
                        <a:pt x="34290" y="47244"/>
                      </a:cubicBezTo>
                      <a:cubicBezTo>
                        <a:pt x="35147" y="47244"/>
                        <a:pt x="36195" y="46863"/>
                        <a:pt x="37338" y="46006"/>
                      </a:cubicBezTo>
                      <a:cubicBezTo>
                        <a:pt x="39053" y="44863"/>
                        <a:pt x="40100" y="44196"/>
                        <a:pt x="40291" y="44101"/>
                      </a:cubicBezTo>
                      <a:cubicBezTo>
                        <a:pt x="40577" y="43720"/>
                        <a:pt x="40672" y="43339"/>
                        <a:pt x="40672" y="42958"/>
                      </a:cubicBezTo>
                      <a:cubicBezTo>
                        <a:pt x="40672" y="42386"/>
                        <a:pt x="40386" y="41624"/>
                        <a:pt x="39719" y="40672"/>
                      </a:cubicBezTo>
                      <a:cubicBezTo>
                        <a:pt x="39053" y="39719"/>
                        <a:pt x="38671" y="39053"/>
                        <a:pt x="38576" y="38481"/>
                      </a:cubicBezTo>
                      <a:cubicBezTo>
                        <a:pt x="37338" y="38290"/>
                        <a:pt x="36671" y="37814"/>
                        <a:pt x="36576" y="37052"/>
                      </a:cubicBezTo>
                      <a:lnTo>
                        <a:pt x="36957" y="36767"/>
                      </a:lnTo>
                      <a:cubicBezTo>
                        <a:pt x="35338" y="36004"/>
                        <a:pt x="33242" y="34957"/>
                        <a:pt x="30480" y="33433"/>
                      </a:cubicBezTo>
                      <a:cubicBezTo>
                        <a:pt x="30194" y="33719"/>
                        <a:pt x="29909" y="33814"/>
                        <a:pt x="29623" y="33814"/>
                      </a:cubicBezTo>
                      <a:cubicBezTo>
                        <a:pt x="29242" y="33814"/>
                        <a:pt x="28766" y="33528"/>
                        <a:pt x="28099" y="32956"/>
                      </a:cubicBezTo>
                      <a:cubicBezTo>
                        <a:pt x="27527" y="32385"/>
                        <a:pt x="27051" y="32195"/>
                        <a:pt x="26765" y="32195"/>
                      </a:cubicBezTo>
                      <a:cubicBezTo>
                        <a:pt x="26575" y="32195"/>
                        <a:pt x="26479" y="32195"/>
                        <a:pt x="26289" y="32290"/>
                      </a:cubicBezTo>
                      <a:cubicBezTo>
                        <a:pt x="25051" y="32004"/>
                        <a:pt x="23908" y="30956"/>
                        <a:pt x="22670" y="29337"/>
                      </a:cubicBezTo>
                      <a:cubicBezTo>
                        <a:pt x="21336" y="27527"/>
                        <a:pt x="20193" y="26289"/>
                        <a:pt x="19241" y="25813"/>
                      </a:cubicBezTo>
                      <a:cubicBezTo>
                        <a:pt x="19241" y="25241"/>
                        <a:pt x="19050" y="24670"/>
                        <a:pt x="18479" y="23813"/>
                      </a:cubicBezTo>
                      <a:cubicBezTo>
                        <a:pt x="17907" y="23051"/>
                        <a:pt x="17621" y="22384"/>
                        <a:pt x="17717" y="22003"/>
                      </a:cubicBezTo>
                      <a:cubicBezTo>
                        <a:pt x="17431" y="21431"/>
                        <a:pt x="17145" y="20098"/>
                        <a:pt x="17050" y="18383"/>
                      </a:cubicBezTo>
                      <a:cubicBezTo>
                        <a:pt x="17050" y="16859"/>
                        <a:pt x="16954" y="15240"/>
                        <a:pt x="16859" y="13621"/>
                      </a:cubicBezTo>
                      <a:cubicBezTo>
                        <a:pt x="17240" y="13430"/>
                        <a:pt x="17431" y="13240"/>
                        <a:pt x="17431" y="13049"/>
                      </a:cubicBezTo>
                      <a:cubicBezTo>
                        <a:pt x="17431" y="12859"/>
                        <a:pt x="17336" y="12668"/>
                        <a:pt x="17145" y="12382"/>
                      </a:cubicBezTo>
                      <a:cubicBezTo>
                        <a:pt x="16954" y="12097"/>
                        <a:pt x="16859" y="11811"/>
                        <a:pt x="16859" y="11716"/>
                      </a:cubicBezTo>
                      <a:cubicBezTo>
                        <a:pt x="17145" y="11049"/>
                        <a:pt x="17907" y="10096"/>
                        <a:pt x="19336" y="8954"/>
                      </a:cubicBezTo>
                      <a:cubicBezTo>
                        <a:pt x="20479" y="7906"/>
                        <a:pt x="21050" y="6953"/>
                        <a:pt x="21050" y="6001"/>
                      </a:cubicBezTo>
                      <a:cubicBezTo>
                        <a:pt x="21241" y="6001"/>
                        <a:pt x="21622" y="5810"/>
                        <a:pt x="22003" y="5429"/>
                      </a:cubicBezTo>
                      <a:cubicBezTo>
                        <a:pt x="22479" y="5048"/>
                        <a:pt x="22765" y="4953"/>
                        <a:pt x="22955" y="4953"/>
                      </a:cubicBezTo>
                      <a:cubicBezTo>
                        <a:pt x="23146" y="4953"/>
                        <a:pt x="23241" y="5048"/>
                        <a:pt x="23336" y="5239"/>
                      </a:cubicBezTo>
                      <a:cubicBezTo>
                        <a:pt x="24194" y="3905"/>
                        <a:pt x="25718" y="2762"/>
                        <a:pt x="27718" y="2000"/>
                      </a:cubicBezTo>
                      <a:cubicBezTo>
                        <a:pt x="29528" y="1429"/>
                        <a:pt x="31337" y="857"/>
                        <a:pt x="33052" y="286"/>
                      </a:cubicBezTo>
                      <a:cubicBezTo>
                        <a:pt x="33623" y="95"/>
                        <a:pt x="34100" y="0"/>
                        <a:pt x="34671" y="0"/>
                      </a:cubicBezTo>
                      <a:cubicBezTo>
                        <a:pt x="35433" y="0"/>
                        <a:pt x="36481" y="286"/>
                        <a:pt x="37814" y="857"/>
                      </a:cubicBezTo>
                      <a:cubicBezTo>
                        <a:pt x="39148" y="1429"/>
                        <a:pt x="40196" y="1714"/>
                        <a:pt x="40862" y="1714"/>
                      </a:cubicBezTo>
                      <a:cubicBezTo>
                        <a:pt x="41243" y="1714"/>
                        <a:pt x="41529" y="1714"/>
                        <a:pt x="41910" y="1619"/>
                      </a:cubicBezTo>
                      <a:cubicBezTo>
                        <a:pt x="42291" y="2286"/>
                        <a:pt x="42863" y="2762"/>
                        <a:pt x="43720" y="2953"/>
                      </a:cubicBezTo>
                      <a:cubicBezTo>
                        <a:pt x="44863" y="3334"/>
                        <a:pt x="45529" y="3620"/>
                        <a:pt x="45911" y="3810"/>
                      </a:cubicBezTo>
                      <a:cubicBezTo>
                        <a:pt x="47625" y="4001"/>
                        <a:pt x="49054" y="6096"/>
                        <a:pt x="50387" y="10192"/>
                      </a:cubicBezTo>
                      <a:cubicBezTo>
                        <a:pt x="50387" y="10763"/>
                        <a:pt x="49911" y="11525"/>
                        <a:pt x="49149" y="12478"/>
                      </a:cubicBezTo>
                      <a:cubicBezTo>
                        <a:pt x="48387" y="13430"/>
                        <a:pt x="48006" y="14288"/>
                        <a:pt x="48006" y="14954"/>
                      </a:cubicBezTo>
                      <a:cubicBezTo>
                        <a:pt x="47435" y="14954"/>
                        <a:pt x="47244" y="14954"/>
                        <a:pt x="47149" y="15526"/>
                      </a:cubicBezTo>
                      <a:cubicBezTo>
                        <a:pt x="47149" y="16193"/>
                        <a:pt x="46958" y="16573"/>
                        <a:pt x="46768" y="16669"/>
                      </a:cubicBezTo>
                      <a:cubicBezTo>
                        <a:pt x="45434" y="17336"/>
                        <a:pt x="44482" y="17621"/>
                        <a:pt x="43910" y="17621"/>
                      </a:cubicBezTo>
                      <a:cubicBezTo>
                        <a:pt x="43148" y="17621"/>
                        <a:pt x="42386" y="17145"/>
                        <a:pt x="41815" y="16193"/>
                      </a:cubicBezTo>
                      <a:cubicBezTo>
                        <a:pt x="41815" y="15430"/>
                        <a:pt x="41243" y="14859"/>
                        <a:pt x="40386" y="14478"/>
                      </a:cubicBezTo>
                      <a:cubicBezTo>
                        <a:pt x="39243" y="14097"/>
                        <a:pt x="38671" y="13621"/>
                        <a:pt x="38481" y="13145"/>
                      </a:cubicBezTo>
                      <a:cubicBezTo>
                        <a:pt x="38195" y="13145"/>
                        <a:pt x="37433" y="12859"/>
                        <a:pt x="36195" y="12382"/>
                      </a:cubicBezTo>
                      <a:cubicBezTo>
                        <a:pt x="35243" y="12002"/>
                        <a:pt x="34480" y="11811"/>
                        <a:pt x="33814" y="11811"/>
                      </a:cubicBezTo>
                      <a:cubicBezTo>
                        <a:pt x="32956" y="11811"/>
                        <a:pt x="32290" y="12192"/>
                        <a:pt x="31718" y="12954"/>
                      </a:cubicBezTo>
                      <a:cubicBezTo>
                        <a:pt x="31528" y="12954"/>
                        <a:pt x="31337" y="12954"/>
                        <a:pt x="31147" y="12954"/>
                      </a:cubicBezTo>
                      <a:cubicBezTo>
                        <a:pt x="30766" y="12954"/>
                        <a:pt x="30194" y="13335"/>
                        <a:pt x="29337" y="14097"/>
                      </a:cubicBezTo>
                      <a:cubicBezTo>
                        <a:pt x="29528" y="14478"/>
                        <a:pt x="29718" y="14954"/>
                        <a:pt x="29718" y="15240"/>
                      </a:cubicBezTo>
                      <a:cubicBezTo>
                        <a:pt x="29718" y="15716"/>
                        <a:pt x="29337" y="16097"/>
                        <a:pt x="28766" y="16383"/>
                      </a:cubicBezTo>
                      <a:cubicBezTo>
                        <a:pt x="28099" y="16764"/>
                        <a:pt x="27813" y="17145"/>
                        <a:pt x="27813" y="17431"/>
                      </a:cubicBezTo>
                      <a:cubicBezTo>
                        <a:pt x="27813" y="17717"/>
                        <a:pt x="28004" y="18097"/>
                        <a:pt x="28289" y="18574"/>
                      </a:cubicBezTo>
                      <a:cubicBezTo>
                        <a:pt x="30289" y="21527"/>
                        <a:pt x="33433" y="23813"/>
                        <a:pt x="37529" y="25241"/>
                      </a:cubicBezTo>
                      <a:cubicBezTo>
                        <a:pt x="38100" y="25432"/>
                        <a:pt x="38862" y="25908"/>
                        <a:pt x="39814" y="26670"/>
                      </a:cubicBezTo>
                      <a:cubicBezTo>
                        <a:pt x="40767" y="27432"/>
                        <a:pt x="41720" y="27908"/>
                        <a:pt x="42291" y="28004"/>
                      </a:cubicBezTo>
                      <a:cubicBezTo>
                        <a:pt x="42958" y="28004"/>
                        <a:pt x="43910" y="28670"/>
                        <a:pt x="45149" y="29623"/>
                      </a:cubicBezTo>
                      <a:cubicBezTo>
                        <a:pt x="46196" y="30575"/>
                        <a:pt x="47244" y="30956"/>
                        <a:pt x="48196" y="30861"/>
                      </a:cubicBezTo>
                      <a:cubicBezTo>
                        <a:pt x="48196" y="31337"/>
                        <a:pt x="48196" y="31623"/>
                        <a:pt x="48482" y="31623"/>
                      </a:cubicBezTo>
                      <a:cubicBezTo>
                        <a:pt x="48863" y="31623"/>
                        <a:pt x="49244" y="31909"/>
                        <a:pt x="49435" y="32576"/>
                      </a:cubicBezTo>
                      <a:cubicBezTo>
                        <a:pt x="49721" y="33242"/>
                        <a:pt x="50006" y="33528"/>
                        <a:pt x="50387" y="33338"/>
                      </a:cubicBezTo>
                      <a:cubicBezTo>
                        <a:pt x="50483" y="33719"/>
                        <a:pt x="51149" y="34671"/>
                        <a:pt x="52292" y="36290"/>
                      </a:cubicBezTo>
                      <a:cubicBezTo>
                        <a:pt x="53150" y="37624"/>
                        <a:pt x="53626" y="38862"/>
                        <a:pt x="53626" y="40005"/>
                      </a:cubicBezTo>
                      <a:cubicBezTo>
                        <a:pt x="53912" y="40291"/>
                        <a:pt x="54007" y="40577"/>
                        <a:pt x="54007" y="40862"/>
                      </a:cubicBezTo>
                      <a:cubicBezTo>
                        <a:pt x="54007" y="41053"/>
                        <a:pt x="53912" y="41338"/>
                        <a:pt x="53626" y="41720"/>
                      </a:cubicBezTo>
                      <a:cubicBezTo>
                        <a:pt x="53435" y="42196"/>
                        <a:pt x="53245" y="42386"/>
                        <a:pt x="53245" y="42481"/>
                      </a:cubicBezTo>
                      <a:cubicBezTo>
                        <a:pt x="53245" y="42767"/>
                        <a:pt x="53435" y="43053"/>
                        <a:pt x="53816" y="43339"/>
                      </a:cubicBezTo>
                      <a:close/>
                      <a:moveTo>
                        <a:pt x="12383" y="44958"/>
                      </a:moveTo>
                      <a:lnTo>
                        <a:pt x="14002" y="44387"/>
                      </a:lnTo>
                      <a:lnTo>
                        <a:pt x="13240" y="44387"/>
                      </a:lnTo>
                      <a:lnTo>
                        <a:pt x="12383" y="44958"/>
                      </a:lnTo>
                      <a:close/>
                      <a:moveTo>
                        <a:pt x="12859" y="52006"/>
                      </a:moveTo>
                      <a:lnTo>
                        <a:pt x="13240" y="52006"/>
                      </a:lnTo>
                      <a:lnTo>
                        <a:pt x="13811" y="52388"/>
                      </a:lnTo>
                      <a:lnTo>
                        <a:pt x="12859" y="52006"/>
                      </a:lnTo>
                      <a:close/>
                      <a:moveTo>
                        <a:pt x="15240" y="55817"/>
                      </a:moveTo>
                      <a:cubicBezTo>
                        <a:pt x="15145" y="55245"/>
                        <a:pt x="15240" y="54769"/>
                        <a:pt x="15716" y="54388"/>
                      </a:cubicBezTo>
                      <a:lnTo>
                        <a:pt x="15716" y="54388"/>
                      </a:lnTo>
                      <a:cubicBezTo>
                        <a:pt x="15716" y="54388"/>
                        <a:pt x="15812" y="54769"/>
                        <a:pt x="16002" y="54959"/>
                      </a:cubicBezTo>
                      <a:cubicBezTo>
                        <a:pt x="16288" y="55245"/>
                        <a:pt x="16383" y="55340"/>
                        <a:pt x="16383" y="55436"/>
                      </a:cubicBezTo>
                      <a:cubicBezTo>
                        <a:pt x="16383" y="55626"/>
                        <a:pt x="16383" y="55721"/>
                        <a:pt x="16097" y="55817"/>
                      </a:cubicBezTo>
                      <a:lnTo>
                        <a:pt x="15335" y="55817"/>
                      </a:lnTo>
                      <a:close/>
                      <a:moveTo>
                        <a:pt x="15907" y="54102"/>
                      </a:moveTo>
                      <a:cubicBezTo>
                        <a:pt x="15907" y="54102"/>
                        <a:pt x="15716" y="54293"/>
                        <a:pt x="15716" y="54293"/>
                      </a:cubicBezTo>
                      <a:cubicBezTo>
                        <a:pt x="15716" y="54293"/>
                        <a:pt x="15716" y="54197"/>
                        <a:pt x="15907" y="54102"/>
                      </a:cubicBezTo>
                      <a:close/>
                      <a:moveTo>
                        <a:pt x="16002" y="52769"/>
                      </a:moveTo>
                      <a:cubicBezTo>
                        <a:pt x="16002" y="52769"/>
                        <a:pt x="16383" y="52864"/>
                        <a:pt x="16669" y="53150"/>
                      </a:cubicBezTo>
                      <a:cubicBezTo>
                        <a:pt x="16859" y="53435"/>
                        <a:pt x="17050" y="53530"/>
                        <a:pt x="17050" y="53626"/>
                      </a:cubicBezTo>
                      <a:cubicBezTo>
                        <a:pt x="16764" y="53626"/>
                        <a:pt x="16383" y="53816"/>
                        <a:pt x="15812" y="54197"/>
                      </a:cubicBezTo>
                      <a:cubicBezTo>
                        <a:pt x="16193" y="53721"/>
                        <a:pt x="16288" y="53245"/>
                        <a:pt x="15907" y="52864"/>
                      </a:cubicBezTo>
                      <a:close/>
                      <a:moveTo>
                        <a:pt x="17717" y="46577"/>
                      </a:moveTo>
                      <a:lnTo>
                        <a:pt x="17717" y="46006"/>
                      </a:lnTo>
                      <a:lnTo>
                        <a:pt x="16002" y="45148"/>
                      </a:lnTo>
                      <a:lnTo>
                        <a:pt x="17717" y="46577"/>
                      </a:lnTo>
                      <a:close/>
                      <a:moveTo>
                        <a:pt x="19050" y="48863"/>
                      </a:moveTo>
                      <a:cubicBezTo>
                        <a:pt x="19050" y="48863"/>
                        <a:pt x="19241" y="48863"/>
                        <a:pt x="19812" y="48959"/>
                      </a:cubicBezTo>
                      <a:cubicBezTo>
                        <a:pt x="20098" y="48959"/>
                        <a:pt x="20288" y="48959"/>
                        <a:pt x="20479" y="48578"/>
                      </a:cubicBezTo>
                      <a:cubicBezTo>
                        <a:pt x="19907" y="48387"/>
                        <a:pt x="19431" y="48482"/>
                        <a:pt x="19145" y="48863"/>
                      </a:cubicBezTo>
                      <a:cubicBezTo>
                        <a:pt x="18955" y="48863"/>
                        <a:pt x="18860" y="48863"/>
                        <a:pt x="18860" y="49054"/>
                      </a:cubicBezTo>
                      <a:lnTo>
                        <a:pt x="18288" y="49625"/>
                      </a:lnTo>
                      <a:lnTo>
                        <a:pt x="18860" y="49625"/>
                      </a:lnTo>
                      <a:cubicBezTo>
                        <a:pt x="18860" y="49625"/>
                        <a:pt x="18860" y="49244"/>
                        <a:pt x="18860" y="49054"/>
                      </a:cubicBezTo>
                      <a:lnTo>
                        <a:pt x="19145" y="48863"/>
                      </a:lnTo>
                      <a:close/>
                      <a:moveTo>
                        <a:pt x="19431" y="21336"/>
                      </a:moveTo>
                      <a:cubicBezTo>
                        <a:pt x="19431" y="21336"/>
                        <a:pt x="19717" y="20955"/>
                        <a:pt x="19621" y="20764"/>
                      </a:cubicBezTo>
                      <a:lnTo>
                        <a:pt x="19907" y="20193"/>
                      </a:lnTo>
                      <a:cubicBezTo>
                        <a:pt x="19907" y="20193"/>
                        <a:pt x="19431" y="19812"/>
                        <a:pt x="19145" y="19621"/>
                      </a:cubicBezTo>
                      <a:cubicBezTo>
                        <a:pt x="18860" y="19526"/>
                        <a:pt x="18669" y="19431"/>
                        <a:pt x="18479" y="19431"/>
                      </a:cubicBezTo>
                      <a:cubicBezTo>
                        <a:pt x="19336" y="19812"/>
                        <a:pt x="19621" y="20288"/>
                        <a:pt x="19621" y="20764"/>
                      </a:cubicBezTo>
                      <a:lnTo>
                        <a:pt x="19431" y="21336"/>
                      </a:lnTo>
                      <a:close/>
                      <a:moveTo>
                        <a:pt x="24384" y="17145"/>
                      </a:moveTo>
                      <a:lnTo>
                        <a:pt x="24384" y="16954"/>
                      </a:lnTo>
                      <a:cubicBezTo>
                        <a:pt x="24194" y="15716"/>
                        <a:pt x="23336" y="15050"/>
                        <a:pt x="21812" y="15050"/>
                      </a:cubicBezTo>
                      <a:cubicBezTo>
                        <a:pt x="20574" y="15050"/>
                        <a:pt x="19621" y="15430"/>
                        <a:pt x="18764" y="16097"/>
                      </a:cubicBezTo>
                      <a:cubicBezTo>
                        <a:pt x="19050" y="16193"/>
                        <a:pt x="19241" y="16669"/>
                        <a:pt x="19526" y="17526"/>
                      </a:cubicBezTo>
                      <a:cubicBezTo>
                        <a:pt x="19812" y="18383"/>
                        <a:pt x="20288" y="18669"/>
                        <a:pt x="20860" y="18574"/>
                      </a:cubicBezTo>
                      <a:lnTo>
                        <a:pt x="20860" y="18288"/>
                      </a:lnTo>
                      <a:cubicBezTo>
                        <a:pt x="20860" y="18288"/>
                        <a:pt x="21241" y="17621"/>
                        <a:pt x="21431" y="16764"/>
                      </a:cubicBezTo>
                      <a:cubicBezTo>
                        <a:pt x="21527" y="16002"/>
                        <a:pt x="21908" y="15621"/>
                        <a:pt x="22288" y="15621"/>
                      </a:cubicBezTo>
                      <a:cubicBezTo>
                        <a:pt x="22479" y="15621"/>
                        <a:pt x="22765" y="15621"/>
                        <a:pt x="22955" y="15907"/>
                      </a:cubicBezTo>
                      <a:lnTo>
                        <a:pt x="22955" y="16478"/>
                      </a:lnTo>
                      <a:cubicBezTo>
                        <a:pt x="22955" y="16478"/>
                        <a:pt x="23146" y="16383"/>
                        <a:pt x="23241" y="16383"/>
                      </a:cubicBezTo>
                      <a:cubicBezTo>
                        <a:pt x="23241" y="16383"/>
                        <a:pt x="23622" y="16669"/>
                        <a:pt x="24289" y="17240"/>
                      </a:cubicBezTo>
                      <a:close/>
                      <a:moveTo>
                        <a:pt x="19812" y="40386"/>
                      </a:moveTo>
                      <a:cubicBezTo>
                        <a:pt x="19812" y="40386"/>
                        <a:pt x="19145" y="40386"/>
                        <a:pt x="19050" y="40196"/>
                      </a:cubicBezTo>
                      <a:lnTo>
                        <a:pt x="19621" y="40957"/>
                      </a:lnTo>
                      <a:cubicBezTo>
                        <a:pt x="19621" y="40957"/>
                        <a:pt x="19907" y="40577"/>
                        <a:pt x="19907" y="40386"/>
                      </a:cubicBezTo>
                      <a:close/>
                      <a:moveTo>
                        <a:pt x="20384" y="18002"/>
                      </a:moveTo>
                      <a:lnTo>
                        <a:pt x="20193" y="17812"/>
                      </a:lnTo>
                      <a:lnTo>
                        <a:pt x="20764" y="17812"/>
                      </a:lnTo>
                      <a:cubicBezTo>
                        <a:pt x="20764" y="17812"/>
                        <a:pt x="20574" y="17907"/>
                        <a:pt x="20384" y="18002"/>
                      </a:cubicBezTo>
                      <a:close/>
                      <a:moveTo>
                        <a:pt x="20764" y="17812"/>
                      </a:moveTo>
                      <a:cubicBezTo>
                        <a:pt x="20764" y="17812"/>
                        <a:pt x="20955" y="17717"/>
                        <a:pt x="20955" y="17812"/>
                      </a:cubicBezTo>
                      <a:lnTo>
                        <a:pt x="20764" y="17812"/>
                      </a:lnTo>
                      <a:close/>
                      <a:moveTo>
                        <a:pt x="21241" y="53435"/>
                      </a:moveTo>
                      <a:lnTo>
                        <a:pt x="21908" y="52864"/>
                      </a:lnTo>
                      <a:cubicBezTo>
                        <a:pt x="21908" y="52864"/>
                        <a:pt x="21431" y="52483"/>
                        <a:pt x="21241" y="52483"/>
                      </a:cubicBezTo>
                      <a:lnTo>
                        <a:pt x="21241" y="53435"/>
                      </a:lnTo>
                      <a:close/>
                      <a:moveTo>
                        <a:pt x="22098" y="18860"/>
                      </a:moveTo>
                      <a:cubicBezTo>
                        <a:pt x="22098" y="18860"/>
                        <a:pt x="22098" y="18288"/>
                        <a:pt x="21812" y="17907"/>
                      </a:cubicBezTo>
                      <a:lnTo>
                        <a:pt x="21812" y="19240"/>
                      </a:lnTo>
                      <a:lnTo>
                        <a:pt x="22098" y="18860"/>
                      </a:lnTo>
                      <a:close/>
                      <a:moveTo>
                        <a:pt x="23146" y="58103"/>
                      </a:moveTo>
                      <a:lnTo>
                        <a:pt x="22955" y="57912"/>
                      </a:lnTo>
                      <a:lnTo>
                        <a:pt x="23527" y="57912"/>
                      </a:lnTo>
                      <a:cubicBezTo>
                        <a:pt x="23527" y="57912"/>
                        <a:pt x="23146" y="58103"/>
                        <a:pt x="23146" y="58103"/>
                      </a:cubicBezTo>
                      <a:close/>
                      <a:moveTo>
                        <a:pt x="30194" y="52102"/>
                      </a:moveTo>
                      <a:lnTo>
                        <a:pt x="30480" y="51721"/>
                      </a:lnTo>
                      <a:lnTo>
                        <a:pt x="30194" y="50959"/>
                      </a:lnTo>
                      <a:lnTo>
                        <a:pt x="30194" y="52102"/>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11" name="Google Shape;1411;p99"/>
              <p:cNvGrpSpPr/>
              <p:nvPr/>
            </p:nvGrpSpPr>
            <p:grpSpPr>
              <a:xfrm>
                <a:off x="8936539" y="7197852"/>
                <a:ext cx="278797" cy="78296"/>
                <a:chOff x="3683221" y="4915947"/>
                <a:chExt cx="278797" cy="78296"/>
              </a:xfrm>
            </p:grpSpPr>
            <p:sp>
              <p:nvSpPr>
                <p:cNvPr id="1412" name="Google Shape;1412;p99"/>
                <p:cNvSpPr/>
                <p:nvPr/>
              </p:nvSpPr>
              <p:spPr>
                <a:xfrm>
                  <a:off x="3683221" y="4917413"/>
                  <a:ext cx="49149" cy="73019"/>
                </a:xfrm>
                <a:custGeom>
                  <a:avLst/>
                  <a:gdLst/>
                  <a:ahLst/>
                  <a:cxnLst/>
                  <a:rect l="l" t="t" r="r" b="b"/>
                  <a:pathLst>
                    <a:path w="49149" h="73019" extrusionOk="0">
                      <a:moveTo>
                        <a:pt x="48482" y="2725"/>
                      </a:moveTo>
                      <a:lnTo>
                        <a:pt x="49149" y="15584"/>
                      </a:lnTo>
                      <a:cubicBezTo>
                        <a:pt x="47720" y="16060"/>
                        <a:pt x="45625" y="16251"/>
                        <a:pt x="43053" y="15965"/>
                      </a:cubicBezTo>
                      <a:cubicBezTo>
                        <a:pt x="39910" y="15584"/>
                        <a:pt x="37909" y="15584"/>
                        <a:pt x="36957" y="15679"/>
                      </a:cubicBezTo>
                      <a:cubicBezTo>
                        <a:pt x="34766" y="15965"/>
                        <a:pt x="33052" y="17012"/>
                        <a:pt x="31718" y="18727"/>
                      </a:cubicBezTo>
                      <a:cubicBezTo>
                        <a:pt x="31718" y="19108"/>
                        <a:pt x="31909" y="19584"/>
                        <a:pt x="31909" y="20061"/>
                      </a:cubicBezTo>
                      <a:cubicBezTo>
                        <a:pt x="31909" y="20537"/>
                        <a:pt x="31813" y="21299"/>
                        <a:pt x="31623" y="22251"/>
                      </a:cubicBezTo>
                      <a:cubicBezTo>
                        <a:pt x="31433" y="23204"/>
                        <a:pt x="31337" y="23870"/>
                        <a:pt x="31337" y="24347"/>
                      </a:cubicBezTo>
                      <a:cubicBezTo>
                        <a:pt x="31337" y="25109"/>
                        <a:pt x="31433" y="25776"/>
                        <a:pt x="31718" y="26347"/>
                      </a:cubicBezTo>
                      <a:cubicBezTo>
                        <a:pt x="31909" y="26728"/>
                        <a:pt x="31909" y="27109"/>
                        <a:pt x="31909" y="27395"/>
                      </a:cubicBezTo>
                      <a:cubicBezTo>
                        <a:pt x="31909" y="27871"/>
                        <a:pt x="31909" y="28252"/>
                        <a:pt x="31528" y="28824"/>
                      </a:cubicBezTo>
                      <a:cubicBezTo>
                        <a:pt x="31337" y="29395"/>
                        <a:pt x="31147" y="29776"/>
                        <a:pt x="31147" y="29967"/>
                      </a:cubicBezTo>
                      <a:cubicBezTo>
                        <a:pt x="31147" y="30348"/>
                        <a:pt x="31337" y="30633"/>
                        <a:pt x="31623" y="30919"/>
                      </a:cubicBezTo>
                      <a:lnTo>
                        <a:pt x="31337" y="35015"/>
                      </a:lnTo>
                      <a:cubicBezTo>
                        <a:pt x="31337" y="34539"/>
                        <a:pt x="30956" y="34253"/>
                        <a:pt x="30289" y="34062"/>
                      </a:cubicBezTo>
                      <a:cubicBezTo>
                        <a:pt x="29432" y="33777"/>
                        <a:pt x="28956" y="33681"/>
                        <a:pt x="28861" y="33586"/>
                      </a:cubicBezTo>
                      <a:cubicBezTo>
                        <a:pt x="28575" y="33777"/>
                        <a:pt x="28480" y="33967"/>
                        <a:pt x="28575" y="34253"/>
                      </a:cubicBezTo>
                      <a:cubicBezTo>
                        <a:pt x="28575" y="34443"/>
                        <a:pt x="28575" y="34824"/>
                        <a:pt x="28575" y="35015"/>
                      </a:cubicBezTo>
                      <a:cubicBezTo>
                        <a:pt x="28956" y="34824"/>
                        <a:pt x="29242" y="34729"/>
                        <a:pt x="29432" y="34729"/>
                      </a:cubicBezTo>
                      <a:cubicBezTo>
                        <a:pt x="29813" y="34729"/>
                        <a:pt x="30194" y="35205"/>
                        <a:pt x="30480" y="36062"/>
                      </a:cubicBezTo>
                      <a:cubicBezTo>
                        <a:pt x="30671" y="37206"/>
                        <a:pt x="30956" y="37872"/>
                        <a:pt x="31051" y="38063"/>
                      </a:cubicBezTo>
                      <a:lnTo>
                        <a:pt x="30671" y="38063"/>
                      </a:lnTo>
                      <a:cubicBezTo>
                        <a:pt x="31433" y="40063"/>
                        <a:pt x="31813" y="42825"/>
                        <a:pt x="31813" y="46445"/>
                      </a:cubicBezTo>
                      <a:cubicBezTo>
                        <a:pt x="31813" y="49302"/>
                        <a:pt x="31718" y="52160"/>
                        <a:pt x="31718" y="55017"/>
                      </a:cubicBezTo>
                      <a:cubicBezTo>
                        <a:pt x="31813" y="56732"/>
                        <a:pt x="31909" y="58256"/>
                        <a:pt x="32099" y="59589"/>
                      </a:cubicBezTo>
                      <a:cubicBezTo>
                        <a:pt x="32099" y="59589"/>
                        <a:pt x="32385" y="59589"/>
                        <a:pt x="32766" y="59875"/>
                      </a:cubicBezTo>
                      <a:cubicBezTo>
                        <a:pt x="33147" y="60161"/>
                        <a:pt x="33528" y="60161"/>
                        <a:pt x="33909" y="60066"/>
                      </a:cubicBezTo>
                      <a:cubicBezTo>
                        <a:pt x="33433" y="61018"/>
                        <a:pt x="33242" y="63399"/>
                        <a:pt x="33052" y="67019"/>
                      </a:cubicBezTo>
                      <a:cubicBezTo>
                        <a:pt x="33052" y="69019"/>
                        <a:pt x="32385" y="70543"/>
                        <a:pt x="31147" y="71305"/>
                      </a:cubicBezTo>
                      <a:cubicBezTo>
                        <a:pt x="31337" y="71305"/>
                        <a:pt x="31433" y="71781"/>
                        <a:pt x="31433" y="72353"/>
                      </a:cubicBezTo>
                      <a:cubicBezTo>
                        <a:pt x="30766" y="72353"/>
                        <a:pt x="28670" y="72353"/>
                        <a:pt x="25241" y="72353"/>
                      </a:cubicBezTo>
                      <a:cubicBezTo>
                        <a:pt x="22670" y="72353"/>
                        <a:pt x="20669" y="72543"/>
                        <a:pt x="19145" y="73020"/>
                      </a:cubicBezTo>
                      <a:cubicBezTo>
                        <a:pt x="17907" y="71972"/>
                        <a:pt x="17240" y="70257"/>
                        <a:pt x="17240" y="68162"/>
                      </a:cubicBezTo>
                      <a:cubicBezTo>
                        <a:pt x="17240" y="66257"/>
                        <a:pt x="17240" y="64447"/>
                        <a:pt x="17240" y="62542"/>
                      </a:cubicBezTo>
                      <a:cubicBezTo>
                        <a:pt x="17526" y="55589"/>
                        <a:pt x="17717" y="48445"/>
                        <a:pt x="17717" y="40825"/>
                      </a:cubicBezTo>
                      <a:cubicBezTo>
                        <a:pt x="17717" y="33205"/>
                        <a:pt x="17526" y="25585"/>
                        <a:pt x="17240" y="17489"/>
                      </a:cubicBezTo>
                      <a:cubicBezTo>
                        <a:pt x="16859" y="16251"/>
                        <a:pt x="15907" y="15584"/>
                        <a:pt x="14383" y="15584"/>
                      </a:cubicBezTo>
                      <a:cubicBezTo>
                        <a:pt x="14097" y="15584"/>
                        <a:pt x="13621" y="15584"/>
                        <a:pt x="13145" y="15679"/>
                      </a:cubicBezTo>
                      <a:lnTo>
                        <a:pt x="11906" y="15679"/>
                      </a:lnTo>
                      <a:cubicBezTo>
                        <a:pt x="11144" y="15679"/>
                        <a:pt x="10573" y="15584"/>
                        <a:pt x="10001" y="15298"/>
                      </a:cubicBezTo>
                      <a:cubicBezTo>
                        <a:pt x="10573" y="15298"/>
                        <a:pt x="8763" y="15393"/>
                        <a:pt x="4572" y="15393"/>
                      </a:cubicBezTo>
                      <a:cubicBezTo>
                        <a:pt x="2667" y="15393"/>
                        <a:pt x="1238" y="14917"/>
                        <a:pt x="0" y="13965"/>
                      </a:cubicBezTo>
                      <a:lnTo>
                        <a:pt x="0" y="1296"/>
                      </a:lnTo>
                      <a:cubicBezTo>
                        <a:pt x="0" y="1296"/>
                        <a:pt x="667" y="1773"/>
                        <a:pt x="1048" y="1773"/>
                      </a:cubicBezTo>
                      <a:cubicBezTo>
                        <a:pt x="1810" y="1773"/>
                        <a:pt x="2572" y="1296"/>
                        <a:pt x="3238" y="344"/>
                      </a:cubicBezTo>
                      <a:cubicBezTo>
                        <a:pt x="6953" y="153"/>
                        <a:pt x="12383" y="58"/>
                        <a:pt x="19621" y="344"/>
                      </a:cubicBezTo>
                      <a:cubicBezTo>
                        <a:pt x="26765" y="534"/>
                        <a:pt x="32290" y="534"/>
                        <a:pt x="36290" y="153"/>
                      </a:cubicBezTo>
                      <a:cubicBezTo>
                        <a:pt x="36481" y="534"/>
                        <a:pt x="36671" y="629"/>
                        <a:pt x="37052" y="629"/>
                      </a:cubicBezTo>
                      <a:cubicBezTo>
                        <a:pt x="37243" y="629"/>
                        <a:pt x="37624" y="629"/>
                        <a:pt x="38005" y="344"/>
                      </a:cubicBezTo>
                      <a:cubicBezTo>
                        <a:pt x="38481" y="153"/>
                        <a:pt x="38767" y="58"/>
                        <a:pt x="38957" y="58"/>
                      </a:cubicBezTo>
                      <a:cubicBezTo>
                        <a:pt x="39624" y="439"/>
                        <a:pt x="41624" y="439"/>
                        <a:pt x="44672" y="58"/>
                      </a:cubicBezTo>
                      <a:cubicBezTo>
                        <a:pt x="46958" y="-228"/>
                        <a:pt x="48196" y="534"/>
                        <a:pt x="48292" y="2535"/>
                      </a:cubicBezTo>
                      <a:close/>
                      <a:moveTo>
                        <a:pt x="8001" y="5583"/>
                      </a:moveTo>
                      <a:cubicBezTo>
                        <a:pt x="8572" y="4630"/>
                        <a:pt x="9334" y="4154"/>
                        <a:pt x="10382" y="4154"/>
                      </a:cubicBezTo>
                      <a:cubicBezTo>
                        <a:pt x="10763" y="4154"/>
                        <a:pt x="11335" y="4154"/>
                        <a:pt x="12097" y="4440"/>
                      </a:cubicBezTo>
                      <a:cubicBezTo>
                        <a:pt x="12954" y="4630"/>
                        <a:pt x="13621" y="4725"/>
                        <a:pt x="14097" y="4725"/>
                      </a:cubicBezTo>
                      <a:cubicBezTo>
                        <a:pt x="14573" y="4725"/>
                        <a:pt x="15050" y="4725"/>
                        <a:pt x="15430" y="4535"/>
                      </a:cubicBezTo>
                      <a:lnTo>
                        <a:pt x="13906" y="3106"/>
                      </a:lnTo>
                      <a:cubicBezTo>
                        <a:pt x="13430" y="3106"/>
                        <a:pt x="13145" y="2916"/>
                        <a:pt x="13240" y="2344"/>
                      </a:cubicBezTo>
                      <a:cubicBezTo>
                        <a:pt x="13240" y="1773"/>
                        <a:pt x="13240" y="1392"/>
                        <a:pt x="13240" y="1296"/>
                      </a:cubicBezTo>
                      <a:cubicBezTo>
                        <a:pt x="13049" y="1677"/>
                        <a:pt x="12859" y="1868"/>
                        <a:pt x="12573" y="1963"/>
                      </a:cubicBezTo>
                      <a:cubicBezTo>
                        <a:pt x="12383" y="1963"/>
                        <a:pt x="12287" y="1868"/>
                        <a:pt x="12097" y="1868"/>
                      </a:cubicBezTo>
                      <a:cubicBezTo>
                        <a:pt x="12097" y="1868"/>
                        <a:pt x="12097" y="2249"/>
                        <a:pt x="12097" y="2820"/>
                      </a:cubicBezTo>
                      <a:cubicBezTo>
                        <a:pt x="11335" y="3296"/>
                        <a:pt x="10477" y="3582"/>
                        <a:pt x="9239" y="3773"/>
                      </a:cubicBezTo>
                      <a:cubicBezTo>
                        <a:pt x="7906" y="3963"/>
                        <a:pt x="6953" y="4059"/>
                        <a:pt x="6477" y="4249"/>
                      </a:cubicBezTo>
                      <a:lnTo>
                        <a:pt x="8287" y="4249"/>
                      </a:lnTo>
                      <a:cubicBezTo>
                        <a:pt x="7906" y="4820"/>
                        <a:pt x="7620" y="5202"/>
                        <a:pt x="7239" y="5297"/>
                      </a:cubicBezTo>
                      <a:cubicBezTo>
                        <a:pt x="7239" y="5297"/>
                        <a:pt x="7239" y="5297"/>
                        <a:pt x="7239" y="5297"/>
                      </a:cubicBezTo>
                      <a:cubicBezTo>
                        <a:pt x="7239" y="5297"/>
                        <a:pt x="6953" y="5487"/>
                        <a:pt x="6858" y="5583"/>
                      </a:cubicBezTo>
                      <a:cubicBezTo>
                        <a:pt x="6477" y="5773"/>
                        <a:pt x="6191" y="5773"/>
                        <a:pt x="6096" y="5773"/>
                      </a:cubicBezTo>
                      <a:cubicBezTo>
                        <a:pt x="5810" y="5583"/>
                        <a:pt x="5429" y="5583"/>
                        <a:pt x="5048" y="5773"/>
                      </a:cubicBezTo>
                      <a:cubicBezTo>
                        <a:pt x="3810" y="5583"/>
                        <a:pt x="2953" y="5583"/>
                        <a:pt x="2476" y="5773"/>
                      </a:cubicBezTo>
                      <a:lnTo>
                        <a:pt x="2476" y="5297"/>
                      </a:lnTo>
                      <a:lnTo>
                        <a:pt x="1429" y="6440"/>
                      </a:lnTo>
                      <a:cubicBezTo>
                        <a:pt x="1429" y="6440"/>
                        <a:pt x="2096" y="6630"/>
                        <a:pt x="2381" y="6630"/>
                      </a:cubicBezTo>
                      <a:cubicBezTo>
                        <a:pt x="2572" y="6630"/>
                        <a:pt x="3429" y="6344"/>
                        <a:pt x="5143" y="5773"/>
                      </a:cubicBezTo>
                      <a:lnTo>
                        <a:pt x="6191" y="5773"/>
                      </a:lnTo>
                      <a:cubicBezTo>
                        <a:pt x="6191" y="5773"/>
                        <a:pt x="6477" y="6059"/>
                        <a:pt x="6572" y="6249"/>
                      </a:cubicBezTo>
                      <a:cubicBezTo>
                        <a:pt x="6572" y="6440"/>
                        <a:pt x="6763" y="6630"/>
                        <a:pt x="6953" y="7011"/>
                      </a:cubicBezTo>
                      <a:cubicBezTo>
                        <a:pt x="6953" y="6821"/>
                        <a:pt x="6763" y="6630"/>
                        <a:pt x="6667" y="6344"/>
                      </a:cubicBezTo>
                      <a:cubicBezTo>
                        <a:pt x="6667" y="5964"/>
                        <a:pt x="6763" y="5773"/>
                        <a:pt x="6953" y="5487"/>
                      </a:cubicBezTo>
                      <a:cubicBezTo>
                        <a:pt x="7048" y="5487"/>
                        <a:pt x="7239" y="5487"/>
                        <a:pt x="7429" y="5297"/>
                      </a:cubicBezTo>
                      <a:cubicBezTo>
                        <a:pt x="7810" y="5868"/>
                        <a:pt x="8096" y="6249"/>
                        <a:pt x="8096" y="6344"/>
                      </a:cubicBezTo>
                      <a:lnTo>
                        <a:pt x="10573" y="5868"/>
                      </a:lnTo>
                      <a:lnTo>
                        <a:pt x="8096" y="5583"/>
                      </a:lnTo>
                      <a:close/>
                      <a:moveTo>
                        <a:pt x="6191" y="9774"/>
                      </a:moveTo>
                      <a:lnTo>
                        <a:pt x="7715" y="9107"/>
                      </a:lnTo>
                      <a:lnTo>
                        <a:pt x="6953" y="9107"/>
                      </a:lnTo>
                      <a:lnTo>
                        <a:pt x="6191" y="9774"/>
                      </a:lnTo>
                      <a:close/>
                      <a:moveTo>
                        <a:pt x="17431" y="2820"/>
                      </a:moveTo>
                      <a:lnTo>
                        <a:pt x="18574" y="1677"/>
                      </a:lnTo>
                      <a:cubicBezTo>
                        <a:pt x="18574" y="1677"/>
                        <a:pt x="17717" y="1487"/>
                        <a:pt x="17240" y="1201"/>
                      </a:cubicBezTo>
                      <a:lnTo>
                        <a:pt x="16097" y="2916"/>
                      </a:lnTo>
                      <a:lnTo>
                        <a:pt x="14764" y="2153"/>
                      </a:lnTo>
                      <a:lnTo>
                        <a:pt x="16478" y="3868"/>
                      </a:lnTo>
                      <a:cubicBezTo>
                        <a:pt x="16478" y="2630"/>
                        <a:pt x="16764" y="1963"/>
                        <a:pt x="17240" y="1677"/>
                      </a:cubicBezTo>
                      <a:cubicBezTo>
                        <a:pt x="17431" y="1773"/>
                        <a:pt x="17526" y="2153"/>
                        <a:pt x="17526" y="2820"/>
                      </a:cubicBezTo>
                      <a:close/>
                      <a:moveTo>
                        <a:pt x="20955" y="39111"/>
                      </a:moveTo>
                      <a:cubicBezTo>
                        <a:pt x="22098" y="39301"/>
                        <a:pt x="22479" y="39111"/>
                        <a:pt x="22384" y="38825"/>
                      </a:cubicBezTo>
                      <a:cubicBezTo>
                        <a:pt x="22098" y="38634"/>
                        <a:pt x="21622" y="38825"/>
                        <a:pt x="20955" y="39111"/>
                      </a:cubicBezTo>
                      <a:cubicBezTo>
                        <a:pt x="20669" y="39015"/>
                        <a:pt x="20383" y="39015"/>
                        <a:pt x="20193" y="39111"/>
                      </a:cubicBezTo>
                      <a:cubicBezTo>
                        <a:pt x="20479" y="39301"/>
                        <a:pt x="20669" y="39301"/>
                        <a:pt x="20955" y="39111"/>
                      </a:cubicBezTo>
                      <a:close/>
                      <a:moveTo>
                        <a:pt x="30385" y="37682"/>
                      </a:moveTo>
                      <a:cubicBezTo>
                        <a:pt x="29718" y="37206"/>
                        <a:pt x="28766" y="36920"/>
                        <a:pt x="27622" y="36920"/>
                      </a:cubicBezTo>
                      <a:cubicBezTo>
                        <a:pt x="26098" y="36920"/>
                        <a:pt x="25051" y="36825"/>
                        <a:pt x="24479" y="36634"/>
                      </a:cubicBezTo>
                      <a:lnTo>
                        <a:pt x="26860" y="38063"/>
                      </a:lnTo>
                      <a:cubicBezTo>
                        <a:pt x="26860" y="38063"/>
                        <a:pt x="26479" y="38444"/>
                        <a:pt x="26479" y="38825"/>
                      </a:cubicBezTo>
                      <a:lnTo>
                        <a:pt x="27242" y="38825"/>
                      </a:lnTo>
                      <a:cubicBezTo>
                        <a:pt x="27242" y="38825"/>
                        <a:pt x="27622" y="39111"/>
                        <a:pt x="27622" y="39206"/>
                      </a:cubicBezTo>
                      <a:cubicBezTo>
                        <a:pt x="27622" y="39206"/>
                        <a:pt x="27432" y="39492"/>
                        <a:pt x="27337" y="39682"/>
                      </a:cubicBezTo>
                      <a:cubicBezTo>
                        <a:pt x="27146" y="39968"/>
                        <a:pt x="27051" y="40349"/>
                        <a:pt x="27242" y="40539"/>
                      </a:cubicBezTo>
                      <a:lnTo>
                        <a:pt x="28670" y="40539"/>
                      </a:lnTo>
                      <a:cubicBezTo>
                        <a:pt x="27908" y="39873"/>
                        <a:pt x="27622" y="39301"/>
                        <a:pt x="27622" y="39015"/>
                      </a:cubicBezTo>
                      <a:cubicBezTo>
                        <a:pt x="27622" y="38825"/>
                        <a:pt x="27718" y="38539"/>
                        <a:pt x="28099" y="38444"/>
                      </a:cubicBezTo>
                      <a:cubicBezTo>
                        <a:pt x="28480" y="38253"/>
                        <a:pt x="28861" y="38158"/>
                        <a:pt x="29337" y="37968"/>
                      </a:cubicBezTo>
                      <a:cubicBezTo>
                        <a:pt x="29718" y="37968"/>
                        <a:pt x="30194" y="37968"/>
                        <a:pt x="30480" y="38349"/>
                      </a:cubicBezTo>
                      <a:lnTo>
                        <a:pt x="30480" y="37682"/>
                      </a:lnTo>
                      <a:close/>
                      <a:moveTo>
                        <a:pt x="26860" y="31491"/>
                      </a:moveTo>
                      <a:cubicBezTo>
                        <a:pt x="26860" y="31491"/>
                        <a:pt x="27718" y="32157"/>
                        <a:pt x="28384" y="32157"/>
                      </a:cubicBezTo>
                      <a:cubicBezTo>
                        <a:pt x="29242" y="32157"/>
                        <a:pt x="30099" y="31871"/>
                        <a:pt x="30766" y="31110"/>
                      </a:cubicBezTo>
                      <a:lnTo>
                        <a:pt x="29432" y="30728"/>
                      </a:lnTo>
                      <a:cubicBezTo>
                        <a:pt x="29432" y="31491"/>
                        <a:pt x="29242" y="31776"/>
                        <a:pt x="28956" y="31776"/>
                      </a:cubicBezTo>
                      <a:cubicBezTo>
                        <a:pt x="28956" y="31776"/>
                        <a:pt x="28670" y="31586"/>
                        <a:pt x="28194" y="31110"/>
                      </a:cubicBezTo>
                      <a:cubicBezTo>
                        <a:pt x="27813" y="30728"/>
                        <a:pt x="27337" y="30538"/>
                        <a:pt x="26956" y="30728"/>
                      </a:cubicBezTo>
                      <a:lnTo>
                        <a:pt x="26956" y="31491"/>
                      </a:lnTo>
                      <a:close/>
                      <a:moveTo>
                        <a:pt x="30194" y="40063"/>
                      </a:moveTo>
                      <a:lnTo>
                        <a:pt x="30194" y="40063"/>
                      </a:lnTo>
                      <a:lnTo>
                        <a:pt x="28575" y="38920"/>
                      </a:lnTo>
                      <a:cubicBezTo>
                        <a:pt x="28384" y="39492"/>
                        <a:pt x="28575" y="39777"/>
                        <a:pt x="29051" y="39968"/>
                      </a:cubicBezTo>
                      <a:cubicBezTo>
                        <a:pt x="29432" y="39968"/>
                        <a:pt x="29813" y="39968"/>
                        <a:pt x="30099" y="40158"/>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 name="Google Shape;1413;p99"/>
                <p:cNvSpPr/>
                <p:nvPr/>
              </p:nvSpPr>
              <p:spPr>
                <a:xfrm>
                  <a:off x="3732275" y="4916805"/>
                  <a:ext cx="57054" cy="77438"/>
                </a:xfrm>
                <a:custGeom>
                  <a:avLst/>
                  <a:gdLst/>
                  <a:ahLst/>
                  <a:cxnLst/>
                  <a:rect l="l" t="t" r="r" b="b"/>
                  <a:pathLst>
                    <a:path w="57054" h="77438" extrusionOk="0">
                      <a:moveTo>
                        <a:pt x="1143" y="77438"/>
                      </a:moveTo>
                      <a:lnTo>
                        <a:pt x="0" y="76676"/>
                      </a:lnTo>
                      <a:lnTo>
                        <a:pt x="1143" y="76962"/>
                      </a:lnTo>
                      <a:lnTo>
                        <a:pt x="1143" y="77438"/>
                      </a:lnTo>
                      <a:close/>
                      <a:moveTo>
                        <a:pt x="55817" y="29718"/>
                      </a:moveTo>
                      <a:cubicBezTo>
                        <a:pt x="55626" y="30385"/>
                        <a:pt x="55817" y="31147"/>
                        <a:pt x="56293" y="31813"/>
                      </a:cubicBezTo>
                      <a:cubicBezTo>
                        <a:pt x="56769" y="32480"/>
                        <a:pt x="57055" y="32956"/>
                        <a:pt x="57055" y="33242"/>
                      </a:cubicBezTo>
                      <a:cubicBezTo>
                        <a:pt x="57055" y="33718"/>
                        <a:pt x="56864" y="34099"/>
                        <a:pt x="56388" y="34671"/>
                      </a:cubicBezTo>
                      <a:cubicBezTo>
                        <a:pt x="56674" y="37052"/>
                        <a:pt x="56864" y="39719"/>
                        <a:pt x="56864" y="42481"/>
                      </a:cubicBezTo>
                      <a:cubicBezTo>
                        <a:pt x="56864" y="45244"/>
                        <a:pt x="56674" y="47815"/>
                        <a:pt x="56388" y="50292"/>
                      </a:cubicBezTo>
                      <a:cubicBezTo>
                        <a:pt x="55245" y="50673"/>
                        <a:pt x="54674" y="51244"/>
                        <a:pt x="54674" y="52006"/>
                      </a:cubicBezTo>
                      <a:cubicBezTo>
                        <a:pt x="54674" y="52292"/>
                        <a:pt x="54674" y="52673"/>
                        <a:pt x="54959" y="53245"/>
                      </a:cubicBezTo>
                      <a:cubicBezTo>
                        <a:pt x="55150" y="53816"/>
                        <a:pt x="55150" y="54292"/>
                        <a:pt x="55150" y="54673"/>
                      </a:cubicBezTo>
                      <a:cubicBezTo>
                        <a:pt x="55150" y="54959"/>
                        <a:pt x="55150" y="55245"/>
                        <a:pt x="54959" y="55435"/>
                      </a:cubicBezTo>
                      <a:lnTo>
                        <a:pt x="55340" y="58007"/>
                      </a:lnTo>
                      <a:cubicBezTo>
                        <a:pt x="54483" y="58388"/>
                        <a:pt x="53912" y="59246"/>
                        <a:pt x="53435" y="60388"/>
                      </a:cubicBezTo>
                      <a:cubicBezTo>
                        <a:pt x="52959" y="61531"/>
                        <a:pt x="52578" y="62674"/>
                        <a:pt x="52197" y="63722"/>
                      </a:cubicBezTo>
                      <a:cubicBezTo>
                        <a:pt x="51054" y="64198"/>
                        <a:pt x="49149" y="65532"/>
                        <a:pt x="46482" y="67723"/>
                      </a:cubicBezTo>
                      <a:lnTo>
                        <a:pt x="47530" y="68771"/>
                      </a:lnTo>
                      <a:cubicBezTo>
                        <a:pt x="44196" y="68866"/>
                        <a:pt x="41815" y="69723"/>
                        <a:pt x="40291" y="71247"/>
                      </a:cubicBezTo>
                      <a:cubicBezTo>
                        <a:pt x="40100" y="71247"/>
                        <a:pt x="39815" y="71247"/>
                        <a:pt x="39624" y="71247"/>
                      </a:cubicBezTo>
                      <a:cubicBezTo>
                        <a:pt x="39148" y="71247"/>
                        <a:pt x="38576" y="71438"/>
                        <a:pt x="38100" y="71914"/>
                      </a:cubicBezTo>
                      <a:cubicBezTo>
                        <a:pt x="37624" y="72390"/>
                        <a:pt x="37433" y="72866"/>
                        <a:pt x="37529" y="73438"/>
                      </a:cubicBezTo>
                      <a:cubicBezTo>
                        <a:pt x="36671" y="72961"/>
                        <a:pt x="35814" y="72676"/>
                        <a:pt x="34862" y="72676"/>
                      </a:cubicBezTo>
                      <a:lnTo>
                        <a:pt x="32004" y="72676"/>
                      </a:lnTo>
                      <a:cubicBezTo>
                        <a:pt x="32004" y="72676"/>
                        <a:pt x="32004" y="71914"/>
                        <a:pt x="31433" y="71723"/>
                      </a:cubicBezTo>
                      <a:cubicBezTo>
                        <a:pt x="30956" y="71438"/>
                        <a:pt x="30671" y="71247"/>
                        <a:pt x="30575" y="70866"/>
                      </a:cubicBezTo>
                      <a:cubicBezTo>
                        <a:pt x="29908" y="72009"/>
                        <a:pt x="28766" y="72676"/>
                        <a:pt x="27432" y="72771"/>
                      </a:cubicBezTo>
                      <a:cubicBezTo>
                        <a:pt x="27242" y="72771"/>
                        <a:pt x="26003" y="72771"/>
                        <a:pt x="23908" y="72771"/>
                      </a:cubicBezTo>
                      <a:cubicBezTo>
                        <a:pt x="22384" y="72104"/>
                        <a:pt x="20860" y="71533"/>
                        <a:pt x="19241" y="70866"/>
                      </a:cubicBezTo>
                      <a:cubicBezTo>
                        <a:pt x="17431" y="70009"/>
                        <a:pt x="16097" y="69151"/>
                        <a:pt x="15050" y="68199"/>
                      </a:cubicBezTo>
                      <a:cubicBezTo>
                        <a:pt x="14669" y="68580"/>
                        <a:pt x="13907" y="68580"/>
                        <a:pt x="12859" y="67913"/>
                      </a:cubicBezTo>
                      <a:cubicBezTo>
                        <a:pt x="11335" y="66104"/>
                        <a:pt x="9906" y="64294"/>
                        <a:pt x="8382" y="62389"/>
                      </a:cubicBezTo>
                      <a:cubicBezTo>
                        <a:pt x="6763" y="60198"/>
                        <a:pt x="5906" y="58198"/>
                        <a:pt x="5715" y="56292"/>
                      </a:cubicBezTo>
                      <a:cubicBezTo>
                        <a:pt x="4858" y="55245"/>
                        <a:pt x="4477" y="53721"/>
                        <a:pt x="4572" y="51816"/>
                      </a:cubicBezTo>
                      <a:cubicBezTo>
                        <a:pt x="4572" y="49054"/>
                        <a:pt x="4572" y="47434"/>
                        <a:pt x="4572" y="47149"/>
                      </a:cubicBezTo>
                      <a:cubicBezTo>
                        <a:pt x="4572" y="46672"/>
                        <a:pt x="4477" y="46291"/>
                        <a:pt x="4477" y="45815"/>
                      </a:cubicBezTo>
                      <a:cubicBezTo>
                        <a:pt x="4477" y="45148"/>
                        <a:pt x="4572" y="44196"/>
                        <a:pt x="4763" y="42767"/>
                      </a:cubicBezTo>
                      <a:cubicBezTo>
                        <a:pt x="4953" y="41338"/>
                        <a:pt x="5048" y="40386"/>
                        <a:pt x="5048" y="39624"/>
                      </a:cubicBezTo>
                      <a:cubicBezTo>
                        <a:pt x="5048" y="38386"/>
                        <a:pt x="4763" y="37242"/>
                        <a:pt x="4286" y="36385"/>
                      </a:cubicBezTo>
                      <a:cubicBezTo>
                        <a:pt x="4858" y="36100"/>
                        <a:pt x="5048" y="35719"/>
                        <a:pt x="4763" y="35052"/>
                      </a:cubicBezTo>
                      <a:cubicBezTo>
                        <a:pt x="4477" y="34385"/>
                        <a:pt x="4572" y="33909"/>
                        <a:pt x="4953" y="33623"/>
                      </a:cubicBezTo>
                      <a:cubicBezTo>
                        <a:pt x="4572" y="30671"/>
                        <a:pt x="4382" y="28194"/>
                        <a:pt x="4382" y="26194"/>
                      </a:cubicBezTo>
                      <a:cubicBezTo>
                        <a:pt x="4382" y="22669"/>
                        <a:pt x="4858" y="19526"/>
                        <a:pt x="5906" y="17145"/>
                      </a:cubicBezTo>
                      <a:cubicBezTo>
                        <a:pt x="6382" y="15145"/>
                        <a:pt x="6763" y="13716"/>
                        <a:pt x="7144" y="13049"/>
                      </a:cubicBezTo>
                      <a:cubicBezTo>
                        <a:pt x="7906" y="11525"/>
                        <a:pt x="8858" y="10668"/>
                        <a:pt x="10192" y="10382"/>
                      </a:cubicBezTo>
                      <a:cubicBezTo>
                        <a:pt x="11049" y="8287"/>
                        <a:pt x="12763" y="6382"/>
                        <a:pt x="15431" y="4858"/>
                      </a:cubicBezTo>
                      <a:lnTo>
                        <a:pt x="14954" y="4572"/>
                      </a:lnTo>
                      <a:cubicBezTo>
                        <a:pt x="15812" y="4381"/>
                        <a:pt x="17050" y="3715"/>
                        <a:pt x="18574" y="2572"/>
                      </a:cubicBezTo>
                      <a:cubicBezTo>
                        <a:pt x="19907" y="1619"/>
                        <a:pt x="21146" y="1143"/>
                        <a:pt x="22384" y="1333"/>
                      </a:cubicBezTo>
                      <a:cubicBezTo>
                        <a:pt x="22384" y="476"/>
                        <a:pt x="22765" y="0"/>
                        <a:pt x="23432" y="0"/>
                      </a:cubicBezTo>
                      <a:cubicBezTo>
                        <a:pt x="23717" y="0"/>
                        <a:pt x="24098" y="95"/>
                        <a:pt x="24765" y="190"/>
                      </a:cubicBezTo>
                      <a:cubicBezTo>
                        <a:pt x="25432" y="381"/>
                        <a:pt x="25908" y="381"/>
                        <a:pt x="26194" y="381"/>
                      </a:cubicBezTo>
                      <a:cubicBezTo>
                        <a:pt x="27146" y="1714"/>
                        <a:pt x="28385" y="2476"/>
                        <a:pt x="30004" y="2476"/>
                      </a:cubicBezTo>
                      <a:cubicBezTo>
                        <a:pt x="30766" y="2476"/>
                        <a:pt x="31909" y="2191"/>
                        <a:pt x="33623" y="1714"/>
                      </a:cubicBezTo>
                      <a:cubicBezTo>
                        <a:pt x="34862" y="2096"/>
                        <a:pt x="36481" y="2096"/>
                        <a:pt x="38386" y="1714"/>
                      </a:cubicBezTo>
                      <a:lnTo>
                        <a:pt x="38386" y="2096"/>
                      </a:lnTo>
                      <a:cubicBezTo>
                        <a:pt x="38957" y="1905"/>
                        <a:pt x="39433" y="1714"/>
                        <a:pt x="40005" y="1714"/>
                      </a:cubicBezTo>
                      <a:cubicBezTo>
                        <a:pt x="40767" y="1714"/>
                        <a:pt x="41815" y="2191"/>
                        <a:pt x="43053" y="3238"/>
                      </a:cubicBezTo>
                      <a:cubicBezTo>
                        <a:pt x="44196" y="4286"/>
                        <a:pt x="45244" y="4858"/>
                        <a:pt x="46196" y="4953"/>
                      </a:cubicBezTo>
                      <a:cubicBezTo>
                        <a:pt x="46482" y="5905"/>
                        <a:pt x="47244" y="6858"/>
                        <a:pt x="48482" y="7810"/>
                      </a:cubicBezTo>
                      <a:cubicBezTo>
                        <a:pt x="49816" y="8763"/>
                        <a:pt x="50578" y="9525"/>
                        <a:pt x="50673" y="9906"/>
                      </a:cubicBezTo>
                      <a:cubicBezTo>
                        <a:pt x="51530" y="9906"/>
                        <a:pt x="52102" y="10477"/>
                        <a:pt x="52292" y="11811"/>
                      </a:cubicBezTo>
                      <a:cubicBezTo>
                        <a:pt x="52483" y="13144"/>
                        <a:pt x="53054" y="13716"/>
                        <a:pt x="53816" y="13716"/>
                      </a:cubicBezTo>
                      <a:cubicBezTo>
                        <a:pt x="54483" y="14478"/>
                        <a:pt x="54769" y="15621"/>
                        <a:pt x="54769" y="17050"/>
                      </a:cubicBezTo>
                      <a:lnTo>
                        <a:pt x="54769" y="18288"/>
                      </a:lnTo>
                      <a:cubicBezTo>
                        <a:pt x="54769" y="18859"/>
                        <a:pt x="54769" y="19336"/>
                        <a:pt x="54769" y="19621"/>
                      </a:cubicBezTo>
                      <a:cubicBezTo>
                        <a:pt x="54769" y="21431"/>
                        <a:pt x="55340" y="22669"/>
                        <a:pt x="56674" y="23431"/>
                      </a:cubicBezTo>
                      <a:cubicBezTo>
                        <a:pt x="56388" y="23813"/>
                        <a:pt x="56388" y="24384"/>
                        <a:pt x="56388" y="24860"/>
                      </a:cubicBezTo>
                      <a:cubicBezTo>
                        <a:pt x="56388" y="25336"/>
                        <a:pt x="56388" y="26003"/>
                        <a:pt x="56674" y="26765"/>
                      </a:cubicBezTo>
                      <a:cubicBezTo>
                        <a:pt x="56960" y="27527"/>
                        <a:pt x="56960" y="28099"/>
                        <a:pt x="56960" y="28384"/>
                      </a:cubicBezTo>
                      <a:cubicBezTo>
                        <a:pt x="56960" y="29051"/>
                        <a:pt x="56579" y="29527"/>
                        <a:pt x="55626" y="29718"/>
                      </a:cubicBezTo>
                      <a:close/>
                      <a:moveTo>
                        <a:pt x="46292" y="34671"/>
                      </a:moveTo>
                      <a:cubicBezTo>
                        <a:pt x="46292" y="34671"/>
                        <a:pt x="48006" y="35052"/>
                        <a:pt x="50483" y="35909"/>
                      </a:cubicBezTo>
                      <a:lnTo>
                        <a:pt x="50483" y="33909"/>
                      </a:lnTo>
                      <a:cubicBezTo>
                        <a:pt x="48482" y="33147"/>
                        <a:pt x="47625" y="32766"/>
                        <a:pt x="47816" y="32766"/>
                      </a:cubicBezTo>
                      <a:cubicBezTo>
                        <a:pt x="47435" y="32766"/>
                        <a:pt x="47244" y="33147"/>
                        <a:pt x="47339" y="33909"/>
                      </a:cubicBezTo>
                      <a:lnTo>
                        <a:pt x="46292" y="32766"/>
                      </a:lnTo>
                      <a:lnTo>
                        <a:pt x="45815" y="33052"/>
                      </a:lnTo>
                      <a:cubicBezTo>
                        <a:pt x="45434" y="32385"/>
                        <a:pt x="44863" y="31813"/>
                        <a:pt x="44006" y="31432"/>
                      </a:cubicBezTo>
                      <a:cubicBezTo>
                        <a:pt x="42672" y="30956"/>
                        <a:pt x="41910" y="30671"/>
                        <a:pt x="41720" y="30575"/>
                      </a:cubicBezTo>
                      <a:cubicBezTo>
                        <a:pt x="41910" y="30289"/>
                        <a:pt x="42100" y="29813"/>
                        <a:pt x="42005" y="29146"/>
                      </a:cubicBezTo>
                      <a:lnTo>
                        <a:pt x="42005" y="27527"/>
                      </a:lnTo>
                      <a:cubicBezTo>
                        <a:pt x="42005" y="27527"/>
                        <a:pt x="41053" y="25622"/>
                        <a:pt x="39910" y="22860"/>
                      </a:cubicBezTo>
                      <a:cubicBezTo>
                        <a:pt x="39148" y="20955"/>
                        <a:pt x="38386" y="19621"/>
                        <a:pt x="37719" y="19145"/>
                      </a:cubicBezTo>
                      <a:lnTo>
                        <a:pt x="38195" y="18859"/>
                      </a:lnTo>
                      <a:cubicBezTo>
                        <a:pt x="37529" y="18002"/>
                        <a:pt x="36671" y="17431"/>
                        <a:pt x="35433" y="17050"/>
                      </a:cubicBezTo>
                      <a:cubicBezTo>
                        <a:pt x="34290" y="16669"/>
                        <a:pt x="33147" y="16383"/>
                        <a:pt x="32195" y="16002"/>
                      </a:cubicBezTo>
                      <a:cubicBezTo>
                        <a:pt x="32195" y="15049"/>
                        <a:pt x="31813" y="14573"/>
                        <a:pt x="31052" y="14573"/>
                      </a:cubicBezTo>
                      <a:cubicBezTo>
                        <a:pt x="29908" y="14573"/>
                        <a:pt x="29146" y="15049"/>
                        <a:pt x="28766" y="16002"/>
                      </a:cubicBezTo>
                      <a:cubicBezTo>
                        <a:pt x="28099" y="16002"/>
                        <a:pt x="27146" y="16478"/>
                        <a:pt x="26099" y="17240"/>
                      </a:cubicBezTo>
                      <a:cubicBezTo>
                        <a:pt x="25051" y="17907"/>
                        <a:pt x="24098" y="18192"/>
                        <a:pt x="23527" y="18097"/>
                      </a:cubicBezTo>
                      <a:cubicBezTo>
                        <a:pt x="22288" y="18479"/>
                        <a:pt x="21527" y="19431"/>
                        <a:pt x="20955" y="21050"/>
                      </a:cubicBezTo>
                      <a:cubicBezTo>
                        <a:pt x="20479" y="22860"/>
                        <a:pt x="19907" y="24003"/>
                        <a:pt x="19241" y="24289"/>
                      </a:cubicBezTo>
                      <a:cubicBezTo>
                        <a:pt x="19241" y="25241"/>
                        <a:pt x="19241" y="26384"/>
                        <a:pt x="19050" y="27908"/>
                      </a:cubicBezTo>
                      <a:cubicBezTo>
                        <a:pt x="18860" y="29432"/>
                        <a:pt x="18764" y="30575"/>
                        <a:pt x="18764" y="31051"/>
                      </a:cubicBezTo>
                      <a:cubicBezTo>
                        <a:pt x="18764" y="32099"/>
                        <a:pt x="18955" y="33052"/>
                        <a:pt x="19336" y="33814"/>
                      </a:cubicBezTo>
                      <a:cubicBezTo>
                        <a:pt x="18669" y="34290"/>
                        <a:pt x="18574" y="35242"/>
                        <a:pt x="19050" y="36671"/>
                      </a:cubicBezTo>
                      <a:cubicBezTo>
                        <a:pt x="19431" y="37909"/>
                        <a:pt x="19241" y="38576"/>
                        <a:pt x="18288" y="38671"/>
                      </a:cubicBezTo>
                      <a:cubicBezTo>
                        <a:pt x="18955" y="41529"/>
                        <a:pt x="19336" y="43815"/>
                        <a:pt x="19336" y="45244"/>
                      </a:cubicBezTo>
                      <a:cubicBezTo>
                        <a:pt x="19336" y="46387"/>
                        <a:pt x="19336" y="47434"/>
                        <a:pt x="19050" y="48482"/>
                      </a:cubicBezTo>
                      <a:cubicBezTo>
                        <a:pt x="19431" y="48863"/>
                        <a:pt x="20288" y="50578"/>
                        <a:pt x="21527" y="53721"/>
                      </a:cubicBezTo>
                      <a:cubicBezTo>
                        <a:pt x="22479" y="56007"/>
                        <a:pt x="23908" y="57055"/>
                        <a:pt x="26003" y="56769"/>
                      </a:cubicBezTo>
                      <a:cubicBezTo>
                        <a:pt x="26194" y="56769"/>
                        <a:pt x="26384" y="56769"/>
                        <a:pt x="26575" y="56483"/>
                      </a:cubicBezTo>
                      <a:cubicBezTo>
                        <a:pt x="26861" y="56197"/>
                        <a:pt x="27051" y="56102"/>
                        <a:pt x="27146" y="56102"/>
                      </a:cubicBezTo>
                      <a:cubicBezTo>
                        <a:pt x="27242" y="56102"/>
                        <a:pt x="27432" y="56102"/>
                        <a:pt x="27623" y="56483"/>
                      </a:cubicBezTo>
                      <a:lnTo>
                        <a:pt x="27242" y="56769"/>
                      </a:lnTo>
                      <a:cubicBezTo>
                        <a:pt x="27242" y="56769"/>
                        <a:pt x="27432" y="57340"/>
                        <a:pt x="27718" y="57626"/>
                      </a:cubicBezTo>
                      <a:lnTo>
                        <a:pt x="28385" y="58198"/>
                      </a:lnTo>
                      <a:cubicBezTo>
                        <a:pt x="28861" y="58769"/>
                        <a:pt x="29432" y="59055"/>
                        <a:pt x="30004" y="59055"/>
                      </a:cubicBezTo>
                      <a:cubicBezTo>
                        <a:pt x="30861" y="59055"/>
                        <a:pt x="31433" y="58674"/>
                        <a:pt x="31528" y="57912"/>
                      </a:cubicBezTo>
                      <a:cubicBezTo>
                        <a:pt x="31909" y="58293"/>
                        <a:pt x="32290" y="58388"/>
                        <a:pt x="32671" y="58388"/>
                      </a:cubicBezTo>
                      <a:cubicBezTo>
                        <a:pt x="33052" y="58388"/>
                        <a:pt x="33433" y="58007"/>
                        <a:pt x="33814" y="57245"/>
                      </a:cubicBezTo>
                      <a:cubicBezTo>
                        <a:pt x="34290" y="56579"/>
                        <a:pt x="34671" y="56102"/>
                        <a:pt x="35052" y="56102"/>
                      </a:cubicBezTo>
                      <a:cubicBezTo>
                        <a:pt x="35433" y="56102"/>
                        <a:pt x="35814" y="56292"/>
                        <a:pt x="36386" y="56674"/>
                      </a:cubicBezTo>
                      <a:cubicBezTo>
                        <a:pt x="36481" y="56483"/>
                        <a:pt x="37052" y="56102"/>
                        <a:pt x="38100" y="55626"/>
                      </a:cubicBezTo>
                      <a:cubicBezTo>
                        <a:pt x="38957" y="55245"/>
                        <a:pt x="39338" y="54769"/>
                        <a:pt x="39338" y="54102"/>
                      </a:cubicBezTo>
                      <a:cubicBezTo>
                        <a:pt x="39338" y="53816"/>
                        <a:pt x="39338" y="53530"/>
                        <a:pt x="39148" y="53149"/>
                      </a:cubicBezTo>
                      <a:cubicBezTo>
                        <a:pt x="39910" y="52768"/>
                        <a:pt x="40481" y="51816"/>
                        <a:pt x="40672" y="50387"/>
                      </a:cubicBezTo>
                      <a:cubicBezTo>
                        <a:pt x="40862" y="48958"/>
                        <a:pt x="41338" y="48006"/>
                        <a:pt x="41910" y="47625"/>
                      </a:cubicBezTo>
                      <a:lnTo>
                        <a:pt x="41910" y="41624"/>
                      </a:lnTo>
                      <a:cubicBezTo>
                        <a:pt x="41910" y="41624"/>
                        <a:pt x="42100" y="40672"/>
                        <a:pt x="42100" y="40196"/>
                      </a:cubicBezTo>
                      <a:cubicBezTo>
                        <a:pt x="42100" y="39624"/>
                        <a:pt x="42100" y="38862"/>
                        <a:pt x="41815" y="37814"/>
                      </a:cubicBezTo>
                      <a:cubicBezTo>
                        <a:pt x="41624" y="36766"/>
                        <a:pt x="41529" y="36004"/>
                        <a:pt x="41529" y="35623"/>
                      </a:cubicBezTo>
                      <a:cubicBezTo>
                        <a:pt x="41529" y="34957"/>
                        <a:pt x="41624" y="34385"/>
                        <a:pt x="41910" y="33909"/>
                      </a:cubicBezTo>
                      <a:cubicBezTo>
                        <a:pt x="41910" y="33242"/>
                        <a:pt x="41910" y="32861"/>
                        <a:pt x="42482" y="32766"/>
                      </a:cubicBezTo>
                      <a:cubicBezTo>
                        <a:pt x="42672" y="32766"/>
                        <a:pt x="43148" y="32766"/>
                        <a:pt x="44006" y="32956"/>
                      </a:cubicBezTo>
                      <a:cubicBezTo>
                        <a:pt x="44672" y="33052"/>
                        <a:pt x="45149" y="32956"/>
                        <a:pt x="45529" y="32956"/>
                      </a:cubicBezTo>
                      <a:cubicBezTo>
                        <a:pt x="46101" y="33433"/>
                        <a:pt x="46292" y="34004"/>
                        <a:pt x="46196" y="34480"/>
                      </a:cubicBezTo>
                      <a:close/>
                      <a:moveTo>
                        <a:pt x="54007" y="29718"/>
                      </a:moveTo>
                      <a:cubicBezTo>
                        <a:pt x="53531" y="29432"/>
                        <a:pt x="53054" y="29337"/>
                        <a:pt x="52578" y="29337"/>
                      </a:cubicBezTo>
                      <a:cubicBezTo>
                        <a:pt x="52292" y="29337"/>
                        <a:pt x="51816" y="29337"/>
                        <a:pt x="51149" y="29623"/>
                      </a:cubicBezTo>
                      <a:cubicBezTo>
                        <a:pt x="50483" y="29718"/>
                        <a:pt x="49911" y="29813"/>
                        <a:pt x="49435" y="29623"/>
                      </a:cubicBezTo>
                      <a:lnTo>
                        <a:pt x="51625" y="31147"/>
                      </a:lnTo>
                      <a:lnTo>
                        <a:pt x="51911" y="29623"/>
                      </a:lnTo>
                      <a:cubicBezTo>
                        <a:pt x="51911" y="29623"/>
                        <a:pt x="52673" y="29908"/>
                        <a:pt x="54102" y="30385"/>
                      </a:cubicBezTo>
                      <a:lnTo>
                        <a:pt x="54102" y="29623"/>
                      </a:lnTo>
                      <a:close/>
                      <a:moveTo>
                        <a:pt x="51816" y="52483"/>
                      </a:moveTo>
                      <a:cubicBezTo>
                        <a:pt x="51816" y="52483"/>
                        <a:pt x="52007" y="52388"/>
                        <a:pt x="52007" y="52292"/>
                      </a:cubicBezTo>
                      <a:cubicBezTo>
                        <a:pt x="52007" y="52292"/>
                        <a:pt x="52007" y="52102"/>
                        <a:pt x="51625" y="51911"/>
                      </a:cubicBezTo>
                      <a:cubicBezTo>
                        <a:pt x="51340" y="51816"/>
                        <a:pt x="51149" y="51625"/>
                        <a:pt x="51149" y="51530"/>
                      </a:cubicBezTo>
                      <a:cubicBezTo>
                        <a:pt x="51149" y="51530"/>
                        <a:pt x="51340" y="51244"/>
                        <a:pt x="51625" y="51149"/>
                      </a:cubicBezTo>
                      <a:cubicBezTo>
                        <a:pt x="51245" y="50959"/>
                        <a:pt x="50863" y="51054"/>
                        <a:pt x="50483" y="51149"/>
                      </a:cubicBezTo>
                      <a:cubicBezTo>
                        <a:pt x="50006" y="51530"/>
                        <a:pt x="49721" y="51721"/>
                        <a:pt x="49625" y="51721"/>
                      </a:cubicBezTo>
                      <a:cubicBezTo>
                        <a:pt x="49816" y="51721"/>
                        <a:pt x="50578" y="51911"/>
                        <a:pt x="51911" y="52483"/>
                      </a:cubicBezTo>
                      <a:close/>
                      <a:moveTo>
                        <a:pt x="54197" y="34004"/>
                      </a:moveTo>
                      <a:lnTo>
                        <a:pt x="55340" y="34004"/>
                      </a:lnTo>
                      <a:cubicBezTo>
                        <a:pt x="54769" y="33623"/>
                        <a:pt x="54388" y="33623"/>
                        <a:pt x="54197" y="33909"/>
                      </a:cubicBezTo>
                      <a:cubicBezTo>
                        <a:pt x="53531" y="33718"/>
                        <a:pt x="52578" y="33433"/>
                        <a:pt x="51435" y="33147"/>
                      </a:cubicBezTo>
                      <a:cubicBezTo>
                        <a:pt x="51245" y="32671"/>
                        <a:pt x="50959" y="32480"/>
                        <a:pt x="50387" y="32480"/>
                      </a:cubicBezTo>
                      <a:cubicBezTo>
                        <a:pt x="50673" y="32575"/>
                        <a:pt x="50959" y="32861"/>
                        <a:pt x="51435" y="33147"/>
                      </a:cubicBezTo>
                      <a:cubicBezTo>
                        <a:pt x="51435" y="33338"/>
                        <a:pt x="51435" y="33623"/>
                        <a:pt x="51435" y="34004"/>
                      </a:cubicBezTo>
                      <a:cubicBezTo>
                        <a:pt x="51435" y="34480"/>
                        <a:pt x="51435" y="34766"/>
                        <a:pt x="51435" y="34861"/>
                      </a:cubicBezTo>
                      <a:cubicBezTo>
                        <a:pt x="51435" y="35052"/>
                        <a:pt x="51435" y="35147"/>
                        <a:pt x="51721" y="35052"/>
                      </a:cubicBezTo>
                      <a:lnTo>
                        <a:pt x="52673" y="34004"/>
                      </a:lnTo>
                      <a:lnTo>
                        <a:pt x="53150" y="34290"/>
                      </a:lnTo>
                      <a:cubicBezTo>
                        <a:pt x="53150" y="34290"/>
                        <a:pt x="53150" y="34766"/>
                        <a:pt x="52959" y="35052"/>
                      </a:cubicBezTo>
                      <a:cubicBezTo>
                        <a:pt x="52769" y="35242"/>
                        <a:pt x="52673" y="35528"/>
                        <a:pt x="52673" y="35719"/>
                      </a:cubicBezTo>
                      <a:cubicBezTo>
                        <a:pt x="53245" y="35719"/>
                        <a:pt x="53626" y="35719"/>
                        <a:pt x="53721" y="35242"/>
                      </a:cubicBezTo>
                      <a:cubicBezTo>
                        <a:pt x="53816" y="34766"/>
                        <a:pt x="54007" y="34385"/>
                        <a:pt x="54102" y="33909"/>
                      </a:cubicBezTo>
                      <a:lnTo>
                        <a:pt x="54102" y="33909"/>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 name="Google Shape;1414;p99"/>
                <p:cNvSpPr/>
                <p:nvPr/>
              </p:nvSpPr>
              <p:spPr>
                <a:xfrm>
                  <a:off x="3792473" y="4916805"/>
                  <a:ext cx="57245" cy="77438"/>
                </a:xfrm>
                <a:custGeom>
                  <a:avLst/>
                  <a:gdLst/>
                  <a:ahLst/>
                  <a:cxnLst/>
                  <a:rect l="l" t="t" r="r" b="b"/>
                  <a:pathLst>
                    <a:path w="57245" h="77438" extrusionOk="0">
                      <a:moveTo>
                        <a:pt x="1143" y="77438"/>
                      </a:moveTo>
                      <a:lnTo>
                        <a:pt x="0" y="76676"/>
                      </a:lnTo>
                      <a:lnTo>
                        <a:pt x="1143" y="76962"/>
                      </a:lnTo>
                      <a:lnTo>
                        <a:pt x="1143" y="77438"/>
                      </a:lnTo>
                      <a:close/>
                      <a:moveTo>
                        <a:pt x="55817" y="29718"/>
                      </a:moveTo>
                      <a:cubicBezTo>
                        <a:pt x="55626" y="30385"/>
                        <a:pt x="55817" y="31147"/>
                        <a:pt x="56388" y="31813"/>
                      </a:cubicBezTo>
                      <a:cubicBezTo>
                        <a:pt x="56864" y="32480"/>
                        <a:pt x="57150" y="32956"/>
                        <a:pt x="57150" y="33242"/>
                      </a:cubicBezTo>
                      <a:cubicBezTo>
                        <a:pt x="57150" y="33718"/>
                        <a:pt x="56864" y="34099"/>
                        <a:pt x="56388" y="34671"/>
                      </a:cubicBezTo>
                      <a:cubicBezTo>
                        <a:pt x="56674" y="37052"/>
                        <a:pt x="56769" y="39719"/>
                        <a:pt x="56769" y="42481"/>
                      </a:cubicBezTo>
                      <a:cubicBezTo>
                        <a:pt x="56769" y="45244"/>
                        <a:pt x="56579" y="47815"/>
                        <a:pt x="56388" y="50292"/>
                      </a:cubicBezTo>
                      <a:cubicBezTo>
                        <a:pt x="55245" y="50673"/>
                        <a:pt x="54673" y="51244"/>
                        <a:pt x="54673" y="52006"/>
                      </a:cubicBezTo>
                      <a:cubicBezTo>
                        <a:pt x="54673" y="52292"/>
                        <a:pt x="54673" y="52673"/>
                        <a:pt x="54959" y="53245"/>
                      </a:cubicBezTo>
                      <a:cubicBezTo>
                        <a:pt x="55150" y="53816"/>
                        <a:pt x="55245" y="54292"/>
                        <a:pt x="55245" y="54673"/>
                      </a:cubicBezTo>
                      <a:cubicBezTo>
                        <a:pt x="55245" y="54959"/>
                        <a:pt x="55245" y="55245"/>
                        <a:pt x="55054" y="55435"/>
                      </a:cubicBezTo>
                      <a:lnTo>
                        <a:pt x="55435" y="58007"/>
                      </a:lnTo>
                      <a:cubicBezTo>
                        <a:pt x="54578" y="58388"/>
                        <a:pt x="54007" y="59246"/>
                        <a:pt x="53530" y="60388"/>
                      </a:cubicBezTo>
                      <a:cubicBezTo>
                        <a:pt x="53150" y="61531"/>
                        <a:pt x="52673" y="62674"/>
                        <a:pt x="52292" y="63722"/>
                      </a:cubicBezTo>
                      <a:cubicBezTo>
                        <a:pt x="51149" y="64198"/>
                        <a:pt x="49244" y="65532"/>
                        <a:pt x="46577" y="67723"/>
                      </a:cubicBezTo>
                      <a:lnTo>
                        <a:pt x="47530" y="68771"/>
                      </a:lnTo>
                      <a:cubicBezTo>
                        <a:pt x="44196" y="68866"/>
                        <a:pt x="41815" y="69723"/>
                        <a:pt x="40291" y="71247"/>
                      </a:cubicBezTo>
                      <a:cubicBezTo>
                        <a:pt x="40100" y="71247"/>
                        <a:pt x="39814" y="71247"/>
                        <a:pt x="39529" y="71247"/>
                      </a:cubicBezTo>
                      <a:cubicBezTo>
                        <a:pt x="38957" y="71247"/>
                        <a:pt x="38481" y="71438"/>
                        <a:pt x="38005" y="71914"/>
                      </a:cubicBezTo>
                      <a:cubicBezTo>
                        <a:pt x="37529" y="72390"/>
                        <a:pt x="37338" y="72866"/>
                        <a:pt x="37433" y="73438"/>
                      </a:cubicBezTo>
                      <a:cubicBezTo>
                        <a:pt x="36671" y="72961"/>
                        <a:pt x="35814" y="72676"/>
                        <a:pt x="34766" y="72676"/>
                      </a:cubicBezTo>
                      <a:lnTo>
                        <a:pt x="31909" y="72676"/>
                      </a:lnTo>
                      <a:cubicBezTo>
                        <a:pt x="31909" y="72676"/>
                        <a:pt x="31909" y="71914"/>
                        <a:pt x="31337" y="71723"/>
                      </a:cubicBezTo>
                      <a:cubicBezTo>
                        <a:pt x="30766" y="71438"/>
                        <a:pt x="30575" y="71247"/>
                        <a:pt x="30480" y="70866"/>
                      </a:cubicBezTo>
                      <a:cubicBezTo>
                        <a:pt x="29813" y="72009"/>
                        <a:pt x="28670" y="72676"/>
                        <a:pt x="27337" y="72771"/>
                      </a:cubicBezTo>
                      <a:cubicBezTo>
                        <a:pt x="27146" y="72771"/>
                        <a:pt x="25908" y="72771"/>
                        <a:pt x="23813" y="72771"/>
                      </a:cubicBezTo>
                      <a:cubicBezTo>
                        <a:pt x="22288" y="72104"/>
                        <a:pt x="20764" y="71533"/>
                        <a:pt x="19240" y="70866"/>
                      </a:cubicBezTo>
                      <a:cubicBezTo>
                        <a:pt x="17431" y="70009"/>
                        <a:pt x="16002" y="69151"/>
                        <a:pt x="15050" y="68199"/>
                      </a:cubicBezTo>
                      <a:cubicBezTo>
                        <a:pt x="14668" y="68580"/>
                        <a:pt x="13906" y="68580"/>
                        <a:pt x="12763" y="67913"/>
                      </a:cubicBezTo>
                      <a:cubicBezTo>
                        <a:pt x="11335" y="66104"/>
                        <a:pt x="9906" y="64294"/>
                        <a:pt x="8382" y="62389"/>
                      </a:cubicBezTo>
                      <a:cubicBezTo>
                        <a:pt x="6763" y="60198"/>
                        <a:pt x="5905" y="58198"/>
                        <a:pt x="5715" y="56292"/>
                      </a:cubicBezTo>
                      <a:cubicBezTo>
                        <a:pt x="4858" y="55245"/>
                        <a:pt x="4477" y="53721"/>
                        <a:pt x="4477" y="51816"/>
                      </a:cubicBezTo>
                      <a:cubicBezTo>
                        <a:pt x="4477" y="49054"/>
                        <a:pt x="4477" y="47434"/>
                        <a:pt x="4477" y="47149"/>
                      </a:cubicBezTo>
                      <a:cubicBezTo>
                        <a:pt x="4477" y="46672"/>
                        <a:pt x="4477" y="46291"/>
                        <a:pt x="4477" y="45815"/>
                      </a:cubicBezTo>
                      <a:cubicBezTo>
                        <a:pt x="4477" y="45148"/>
                        <a:pt x="4477" y="44196"/>
                        <a:pt x="4763" y="42767"/>
                      </a:cubicBezTo>
                      <a:cubicBezTo>
                        <a:pt x="4953" y="41338"/>
                        <a:pt x="5048" y="40386"/>
                        <a:pt x="5048" y="39624"/>
                      </a:cubicBezTo>
                      <a:cubicBezTo>
                        <a:pt x="5048" y="38386"/>
                        <a:pt x="4858" y="37242"/>
                        <a:pt x="4286" y="36385"/>
                      </a:cubicBezTo>
                      <a:cubicBezTo>
                        <a:pt x="4858" y="36100"/>
                        <a:pt x="5048" y="35719"/>
                        <a:pt x="4763" y="35052"/>
                      </a:cubicBezTo>
                      <a:cubicBezTo>
                        <a:pt x="4477" y="34385"/>
                        <a:pt x="4572" y="33909"/>
                        <a:pt x="4953" y="33623"/>
                      </a:cubicBezTo>
                      <a:cubicBezTo>
                        <a:pt x="4572" y="30671"/>
                        <a:pt x="4477" y="28194"/>
                        <a:pt x="4477" y="26194"/>
                      </a:cubicBezTo>
                      <a:cubicBezTo>
                        <a:pt x="4477" y="22669"/>
                        <a:pt x="4953" y="19526"/>
                        <a:pt x="6001" y="17145"/>
                      </a:cubicBezTo>
                      <a:cubicBezTo>
                        <a:pt x="6477" y="15145"/>
                        <a:pt x="6953" y="13716"/>
                        <a:pt x="7239" y="13049"/>
                      </a:cubicBezTo>
                      <a:cubicBezTo>
                        <a:pt x="8001" y="11525"/>
                        <a:pt x="8954" y="10668"/>
                        <a:pt x="10287" y="10382"/>
                      </a:cubicBezTo>
                      <a:cubicBezTo>
                        <a:pt x="11049" y="8287"/>
                        <a:pt x="12763" y="6382"/>
                        <a:pt x="15526" y="4858"/>
                      </a:cubicBezTo>
                      <a:lnTo>
                        <a:pt x="15050" y="4572"/>
                      </a:lnTo>
                      <a:cubicBezTo>
                        <a:pt x="15907" y="4381"/>
                        <a:pt x="17050" y="3715"/>
                        <a:pt x="18669" y="2572"/>
                      </a:cubicBezTo>
                      <a:cubicBezTo>
                        <a:pt x="20002" y="1619"/>
                        <a:pt x="21241" y="1143"/>
                        <a:pt x="22479" y="1333"/>
                      </a:cubicBezTo>
                      <a:cubicBezTo>
                        <a:pt x="22479" y="476"/>
                        <a:pt x="22860" y="0"/>
                        <a:pt x="23622" y="0"/>
                      </a:cubicBezTo>
                      <a:cubicBezTo>
                        <a:pt x="23813" y="0"/>
                        <a:pt x="24289" y="95"/>
                        <a:pt x="24955" y="190"/>
                      </a:cubicBezTo>
                      <a:cubicBezTo>
                        <a:pt x="25622" y="381"/>
                        <a:pt x="26098" y="381"/>
                        <a:pt x="26384" y="381"/>
                      </a:cubicBezTo>
                      <a:cubicBezTo>
                        <a:pt x="27337" y="1714"/>
                        <a:pt x="28575" y="2476"/>
                        <a:pt x="30194" y="2476"/>
                      </a:cubicBezTo>
                      <a:cubicBezTo>
                        <a:pt x="30861" y="2476"/>
                        <a:pt x="32099" y="2191"/>
                        <a:pt x="33814" y="1714"/>
                      </a:cubicBezTo>
                      <a:cubicBezTo>
                        <a:pt x="35052" y="2096"/>
                        <a:pt x="36671" y="2096"/>
                        <a:pt x="38576" y="1714"/>
                      </a:cubicBezTo>
                      <a:lnTo>
                        <a:pt x="38576" y="2096"/>
                      </a:lnTo>
                      <a:cubicBezTo>
                        <a:pt x="39148" y="1905"/>
                        <a:pt x="39624" y="1714"/>
                        <a:pt x="40196" y="1714"/>
                      </a:cubicBezTo>
                      <a:cubicBezTo>
                        <a:pt x="40958" y="1714"/>
                        <a:pt x="42005" y="2191"/>
                        <a:pt x="43148" y="3238"/>
                      </a:cubicBezTo>
                      <a:cubicBezTo>
                        <a:pt x="44291" y="4286"/>
                        <a:pt x="45434" y="4858"/>
                        <a:pt x="46387" y="4953"/>
                      </a:cubicBezTo>
                      <a:cubicBezTo>
                        <a:pt x="46577" y="5905"/>
                        <a:pt x="47339" y="6858"/>
                        <a:pt x="48673" y="7810"/>
                      </a:cubicBezTo>
                      <a:cubicBezTo>
                        <a:pt x="50006" y="8763"/>
                        <a:pt x="50673" y="9525"/>
                        <a:pt x="50863" y="9906"/>
                      </a:cubicBezTo>
                      <a:cubicBezTo>
                        <a:pt x="51816" y="9906"/>
                        <a:pt x="52292" y="10477"/>
                        <a:pt x="52483" y="11811"/>
                      </a:cubicBezTo>
                      <a:cubicBezTo>
                        <a:pt x="52673" y="13144"/>
                        <a:pt x="53150" y="13716"/>
                        <a:pt x="54007" y="13716"/>
                      </a:cubicBezTo>
                      <a:cubicBezTo>
                        <a:pt x="54673" y="14478"/>
                        <a:pt x="54959" y="15621"/>
                        <a:pt x="54959" y="17050"/>
                      </a:cubicBezTo>
                      <a:lnTo>
                        <a:pt x="54959" y="18288"/>
                      </a:lnTo>
                      <a:cubicBezTo>
                        <a:pt x="54959" y="18859"/>
                        <a:pt x="54959" y="19336"/>
                        <a:pt x="54959" y="19621"/>
                      </a:cubicBezTo>
                      <a:cubicBezTo>
                        <a:pt x="54959" y="21431"/>
                        <a:pt x="55626" y="22669"/>
                        <a:pt x="56864" y="23431"/>
                      </a:cubicBezTo>
                      <a:cubicBezTo>
                        <a:pt x="56674" y="23813"/>
                        <a:pt x="56579" y="24384"/>
                        <a:pt x="56579" y="24860"/>
                      </a:cubicBezTo>
                      <a:cubicBezTo>
                        <a:pt x="56579" y="25336"/>
                        <a:pt x="56579" y="26003"/>
                        <a:pt x="56864" y="26765"/>
                      </a:cubicBezTo>
                      <a:cubicBezTo>
                        <a:pt x="57150" y="27527"/>
                        <a:pt x="57245" y="28099"/>
                        <a:pt x="57245" y="28384"/>
                      </a:cubicBezTo>
                      <a:cubicBezTo>
                        <a:pt x="57245" y="29051"/>
                        <a:pt x="56769" y="29527"/>
                        <a:pt x="55912" y="29718"/>
                      </a:cubicBezTo>
                      <a:close/>
                      <a:moveTo>
                        <a:pt x="46387" y="34671"/>
                      </a:moveTo>
                      <a:cubicBezTo>
                        <a:pt x="46387" y="34671"/>
                        <a:pt x="48006" y="35052"/>
                        <a:pt x="50578" y="35909"/>
                      </a:cubicBezTo>
                      <a:lnTo>
                        <a:pt x="50578" y="33909"/>
                      </a:lnTo>
                      <a:cubicBezTo>
                        <a:pt x="48577" y="33147"/>
                        <a:pt x="47625" y="32766"/>
                        <a:pt x="47815" y="32766"/>
                      </a:cubicBezTo>
                      <a:cubicBezTo>
                        <a:pt x="47339" y="32766"/>
                        <a:pt x="47244" y="33147"/>
                        <a:pt x="47339" y="33909"/>
                      </a:cubicBezTo>
                      <a:lnTo>
                        <a:pt x="46387" y="32766"/>
                      </a:lnTo>
                      <a:lnTo>
                        <a:pt x="45910" y="33052"/>
                      </a:lnTo>
                      <a:cubicBezTo>
                        <a:pt x="45529" y="32385"/>
                        <a:pt x="44958" y="31813"/>
                        <a:pt x="44101" y="31432"/>
                      </a:cubicBezTo>
                      <a:cubicBezTo>
                        <a:pt x="42767" y="30956"/>
                        <a:pt x="42100" y="30671"/>
                        <a:pt x="41815" y="30575"/>
                      </a:cubicBezTo>
                      <a:cubicBezTo>
                        <a:pt x="42005" y="30289"/>
                        <a:pt x="42196" y="29813"/>
                        <a:pt x="42100" y="29146"/>
                      </a:cubicBezTo>
                      <a:lnTo>
                        <a:pt x="42100" y="27527"/>
                      </a:lnTo>
                      <a:cubicBezTo>
                        <a:pt x="42100" y="27527"/>
                        <a:pt x="41243" y="25622"/>
                        <a:pt x="40005" y="22860"/>
                      </a:cubicBezTo>
                      <a:cubicBezTo>
                        <a:pt x="39148" y="20955"/>
                        <a:pt x="38481" y="19621"/>
                        <a:pt x="37814" y="19145"/>
                      </a:cubicBezTo>
                      <a:lnTo>
                        <a:pt x="38290" y="18859"/>
                      </a:lnTo>
                      <a:cubicBezTo>
                        <a:pt x="37624" y="18002"/>
                        <a:pt x="36767" y="17431"/>
                        <a:pt x="35528" y="17050"/>
                      </a:cubicBezTo>
                      <a:cubicBezTo>
                        <a:pt x="34385" y="16669"/>
                        <a:pt x="33338" y="16383"/>
                        <a:pt x="32290" y="16002"/>
                      </a:cubicBezTo>
                      <a:cubicBezTo>
                        <a:pt x="32290" y="15049"/>
                        <a:pt x="32004" y="14573"/>
                        <a:pt x="31147" y="14573"/>
                      </a:cubicBezTo>
                      <a:cubicBezTo>
                        <a:pt x="30004" y="14573"/>
                        <a:pt x="29242" y="15049"/>
                        <a:pt x="28861" y="16002"/>
                      </a:cubicBezTo>
                      <a:cubicBezTo>
                        <a:pt x="28194" y="16002"/>
                        <a:pt x="27337" y="16478"/>
                        <a:pt x="26194" y="17240"/>
                      </a:cubicBezTo>
                      <a:cubicBezTo>
                        <a:pt x="25051" y="17907"/>
                        <a:pt x="24193" y="18192"/>
                        <a:pt x="23622" y="18097"/>
                      </a:cubicBezTo>
                      <a:cubicBezTo>
                        <a:pt x="22384" y="18479"/>
                        <a:pt x="21622" y="19431"/>
                        <a:pt x="21050" y="21050"/>
                      </a:cubicBezTo>
                      <a:cubicBezTo>
                        <a:pt x="20574" y="22860"/>
                        <a:pt x="20002" y="24003"/>
                        <a:pt x="19336" y="24289"/>
                      </a:cubicBezTo>
                      <a:cubicBezTo>
                        <a:pt x="19336" y="25241"/>
                        <a:pt x="19336" y="26384"/>
                        <a:pt x="19145" y="27908"/>
                      </a:cubicBezTo>
                      <a:cubicBezTo>
                        <a:pt x="18859" y="29432"/>
                        <a:pt x="18859" y="30575"/>
                        <a:pt x="18859" y="31051"/>
                      </a:cubicBezTo>
                      <a:cubicBezTo>
                        <a:pt x="18859" y="32099"/>
                        <a:pt x="19050" y="33052"/>
                        <a:pt x="19431" y="33814"/>
                      </a:cubicBezTo>
                      <a:cubicBezTo>
                        <a:pt x="18764" y="34290"/>
                        <a:pt x="18669" y="35242"/>
                        <a:pt x="19145" y="36671"/>
                      </a:cubicBezTo>
                      <a:cubicBezTo>
                        <a:pt x="19526" y="37909"/>
                        <a:pt x="19336" y="38576"/>
                        <a:pt x="18383" y="38671"/>
                      </a:cubicBezTo>
                      <a:cubicBezTo>
                        <a:pt x="19050" y="41529"/>
                        <a:pt x="19431" y="43815"/>
                        <a:pt x="19431" y="45244"/>
                      </a:cubicBezTo>
                      <a:cubicBezTo>
                        <a:pt x="19431" y="46387"/>
                        <a:pt x="19431" y="47434"/>
                        <a:pt x="19145" y="48482"/>
                      </a:cubicBezTo>
                      <a:cubicBezTo>
                        <a:pt x="19526" y="48863"/>
                        <a:pt x="20383" y="50578"/>
                        <a:pt x="21717" y="53721"/>
                      </a:cubicBezTo>
                      <a:cubicBezTo>
                        <a:pt x="22574" y="56007"/>
                        <a:pt x="24098" y="57055"/>
                        <a:pt x="26098" y="56769"/>
                      </a:cubicBezTo>
                      <a:cubicBezTo>
                        <a:pt x="26289" y="56769"/>
                        <a:pt x="26479" y="56769"/>
                        <a:pt x="26765" y="56483"/>
                      </a:cubicBezTo>
                      <a:cubicBezTo>
                        <a:pt x="27051" y="56197"/>
                        <a:pt x="27146" y="56102"/>
                        <a:pt x="27337" y="56102"/>
                      </a:cubicBezTo>
                      <a:cubicBezTo>
                        <a:pt x="27527" y="56102"/>
                        <a:pt x="27718" y="56102"/>
                        <a:pt x="27908" y="56483"/>
                      </a:cubicBezTo>
                      <a:lnTo>
                        <a:pt x="27527" y="56769"/>
                      </a:lnTo>
                      <a:cubicBezTo>
                        <a:pt x="27527" y="56769"/>
                        <a:pt x="27718" y="57340"/>
                        <a:pt x="28004" y="57626"/>
                      </a:cubicBezTo>
                      <a:lnTo>
                        <a:pt x="28575" y="58198"/>
                      </a:lnTo>
                      <a:cubicBezTo>
                        <a:pt x="29051" y="58769"/>
                        <a:pt x="29623" y="59055"/>
                        <a:pt x="30289" y="59055"/>
                      </a:cubicBezTo>
                      <a:cubicBezTo>
                        <a:pt x="31147" y="59055"/>
                        <a:pt x="31623" y="58674"/>
                        <a:pt x="31718" y="57912"/>
                      </a:cubicBezTo>
                      <a:cubicBezTo>
                        <a:pt x="32099" y="58293"/>
                        <a:pt x="32480" y="58388"/>
                        <a:pt x="32861" y="58388"/>
                      </a:cubicBezTo>
                      <a:cubicBezTo>
                        <a:pt x="33242" y="58388"/>
                        <a:pt x="33623" y="58007"/>
                        <a:pt x="34100" y="57245"/>
                      </a:cubicBezTo>
                      <a:cubicBezTo>
                        <a:pt x="34576" y="56579"/>
                        <a:pt x="34957" y="56102"/>
                        <a:pt x="35338" y="56102"/>
                      </a:cubicBezTo>
                      <a:cubicBezTo>
                        <a:pt x="35719" y="56102"/>
                        <a:pt x="36100" y="56292"/>
                        <a:pt x="36671" y="56674"/>
                      </a:cubicBezTo>
                      <a:cubicBezTo>
                        <a:pt x="36767" y="56483"/>
                        <a:pt x="37338" y="56102"/>
                        <a:pt x="38386" y="55626"/>
                      </a:cubicBezTo>
                      <a:cubicBezTo>
                        <a:pt x="39243" y="55245"/>
                        <a:pt x="39624" y="54769"/>
                        <a:pt x="39624" y="54102"/>
                      </a:cubicBezTo>
                      <a:cubicBezTo>
                        <a:pt x="39624" y="53816"/>
                        <a:pt x="39624" y="53530"/>
                        <a:pt x="39433" y="53149"/>
                      </a:cubicBezTo>
                      <a:cubicBezTo>
                        <a:pt x="40291" y="52768"/>
                        <a:pt x="40862" y="51816"/>
                        <a:pt x="40958" y="50387"/>
                      </a:cubicBezTo>
                      <a:cubicBezTo>
                        <a:pt x="41148" y="48958"/>
                        <a:pt x="41529" y="48006"/>
                        <a:pt x="42100" y="47625"/>
                      </a:cubicBezTo>
                      <a:lnTo>
                        <a:pt x="42100" y="41624"/>
                      </a:lnTo>
                      <a:cubicBezTo>
                        <a:pt x="42100" y="41624"/>
                        <a:pt x="42291" y="40672"/>
                        <a:pt x="42291" y="40196"/>
                      </a:cubicBezTo>
                      <a:cubicBezTo>
                        <a:pt x="42291" y="39624"/>
                        <a:pt x="42291" y="38862"/>
                        <a:pt x="42005" y="37814"/>
                      </a:cubicBezTo>
                      <a:cubicBezTo>
                        <a:pt x="41815" y="36766"/>
                        <a:pt x="41719" y="36004"/>
                        <a:pt x="41719" y="35623"/>
                      </a:cubicBezTo>
                      <a:cubicBezTo>
                        <a:pt x="41719" y="34957"/>
                        <a:pt x="41910" y="34385"/>
                        <a:pt x="42100" y="33909"/>
                      </a:cubicBezTo>
                      <a:cubicBezTo>
                        <a:pt x="42100" y="33242"/>
                        <a:pt x="42196" y="32861"/>
                        <a:pt x="42672" y="32766"/>
                      </a:cubicBezTo>
                      <a:cubicBezTo>
                        <a:pt x="42863" y="32766"/>
                        <a:pt x="43339" y="32766"/>
                        <a:pt x="44196" y="32956"/>
                      </a:cubicBezTo>
                      <a:cubicBezTo>
                        <a:pt x="44863" y="33052"/>
                        <a:pt x="45339" y="32956"/>
                        <a:pt x="45625" y="32956"/>
                      </a:cubicBezTo>
                      <a:cubicBezTo>
                        <a:pt x="46196" y="33433"/>
                        <a:pt x="46387" y="34004"/>
                        <a:pt x="46387" y="34480"/>
                      </a:cubicBezTo>
                      <a:close/>
                      <a:moveTo>
                        <a:pt x="54102" y="29718"/>
                      </a:moveTo>
                      <a:cubicBezTo>
                        <a:pt x="53626" y="29432"/>
                        <a:pt x="53054" y="29337"/>
                        <a:pt x="52673" y="29337"/>
                      </a:cubicBezTo>
                      <a:cubicBezTo>
                        <a:pt x="52388" y="29337"/>
                        <a:pt x="51911" y="29337"/>
                        <a:pt x="51149" y="29623"/>
                      </a:cubicBezTo>
                      <a:cubicBezTo>
                        <a:pt x="50483" y="29718"/>
                        <a:pt x="49911" y="29813"/>
                        <a:pt x="49435" y="29623"/>
                      </a:cubicBezTo>
                      <a:lnTo>
                        <a:pt x="51625" y="31147"/>
                      </a:lnTo>
                      <a:lnTo>
                        <a:pt x="51816" y="29623"/>
                      </a:lnTo>
                      <a:cubicBezTo>
                        <a:pt x="51816" y="29623"/>
                        <a:pt x="52673" y="29908"/>
                        <a:pt x="54102" y="30385"/>
                      </a:cubicBezTo>
                      <a:lnTo>
                        <a:pt x="54102" y="29623"/>
                      </a:lnTo>
                      <a:close/>
                      <a:moveTo>
                        <a:pt x="51816" y="52483"/>
                      </a:moveTo>
                      <a:cubicBezTo>
                        <a:pt x="51816" y="52483"/>
                        <a:pt x="52102" y="52388"/>
                        <a:pt x="52102" y="52292"/>
                      </a:cubicBezTo>
                      <a:cubicBezTo>
                        <a:pt x="52102" y="52292"/>
                        <a:pt x="51911" y="52102"/>
                        <a:pt x="51625" y="51911"/>
                      </a:cubicBezTo>
                      <a:cubicBezTo>
                        <a:pt x="51340" y="51816"/>
                        <a:pt x="51149" y="51625"/>
                        <a:pt x="51149" y="51530"/>
                      </a:cubicBezTo>
                      <a:cubicBezTo>
                        <a:pt x="51149" y="51530"/>
                        <a:pt x="51340" y="51244"/>
                        <a:pt x="51625" y="51149"/>
                      </a:cubicBezTo>
                      <a:cubicBezTo>
                        <a:pt x="51244" y="50959"/>
                        <a:pt x="50863" y="51054"/>
                        <a:pt x="50578" y="51149"/>
                      </a:cubicBezTo>
                      <a:cubicBezTo>
                        <a:pt x="50006" y="51530"/>
                        <a:pt x="49721" y="51721"/>
                        <a:pt x="49625" y="51721"/>
                      </a:cubicBezTo>
                      <a:cubicBezTo>
                        <a:pt x="49816" y="51721"/>
                        <a:pt x="50578" y="51911"/>
                        <a:pt x="51816" y="52483"/>
                      </a:cubicBezTo>
                      <a:close/>
                      <a:moveTo>
                        <a:pt x="54292" y="34004"/>
                      </a:moveTo>
                      <a:lnTo>
                        <a:pt x="55435" y="34004"/>
                      </a:lnTo>
                      <a:cubicBezTo>
                        <a:pt x="54864" y="33623"/>
                        <a:pt x="54578" y="33623"/>
                        <a:pt x="54292" y="33909"/>
                      </a:cubicBezTo>
                      <a:cubicBezTo>
                        <a:pt x="53626" y="33718"/>
                        <a:pt x="52673" y="33433"/>
                        <a:pt x="51530" y="33147"/>
                      </a:cubicBezTo>
                      <a:cubicBezTo>
                        <a:pt x="51435" y="32671"/>
                        <a:pt x="51054" y="32480"/>
                        <a:pt x="50578" y="32480"/>
                      </a:cubicBezTo>
                      <a:cubicBezTo>
                        <a:pt x="50768" y="32575"/>
                        <a:pt x="51149" y="32861"/>
                        <a:pt x="51530" y="33147"/>
                      </a:cubicBezTo>
                      <a:cubicBezTo>
                        <a:pt x="51530" y="33338"/>
                        <a:pt x="51530" y="33623"/>
                        <a:pt x="51530" y="34004"/>
                      </a:cubicBezTo>
                      <a:cubicBezTo>
                        <a:pt x="51530" y="34480"/>
                        <a:pt x="51530" y="34766"/>
                        <a:pt x="51530" y="34861"/>
                      </a:cubicBezTo>
                      <a:cubicBezTo>
                        <a:pt x="51530" y="35052"/>
                        <a:pt x="51530" y="35147"/>
                        <a:pt x="51721" y="35052"/>
                      </a:cubicBezTo>
                      <a:lnTo>
                        <a:pt x="52768" y="34004"/>
                      </a:lnTo>
                      <a:lnTo>
                        <a:pt x="53245" y="34290"/>
                      </a:lnTo>
                      <a:cubicBezTo>
                        <a:pt x="53245" y="34290"/>
                        <a:pt x="53245" y="34766"/>
                        <a:pt x="53054" y="35052"/>
                      </a:cubicBezTo>
                      <a:cubicBezTo>
                        <a:pt x="52864" y="35242"/>
                        <a:pt x="52768" y="35528"/>
                        <a:pt x="52768" y="35719"/>
                      </a:cubicBezTo>
                      <a:cubicBezTo>
                        <a:pt x="53340" y="35719"/>
                        <a:pt x="53626" y="35719"/>
                        <a:pt x="53816" y="35242"/>
                      </a:cubicBezTo>
                      <a:cubicBezTo>
                        <a:pt x="54007" y="34766"/>
                        <a:pt x="54102" y="34385"/>
                        <a:pt x="54197" y="33909"/>
                      </a:cubicBezTo>
                      <a:lnTo>
                        <a:pt x="54197" y="33909"/>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 name="Google Shape;1415;p99"/>
                <p:cNvSpPr/>
                <p:nvPr/>
              </p:nvSpPr>
              <p:spPr>
                <a:xfrm>
                  <a:off x="3832573" y="4915947"/>
                  <a:ext cx="76200" cy="74390"/>
                </a:xfrm>
                <a:custGeom>
                  <a:avLst/>
                  <a:gdLst/>
                  <a:ahLst/>
                  <a:cxnLst/>
                  <a:rect l="l" t="t" r="r" b="b"/>
                  <a:pathLst>
                    <a:path w="76200" h="74390" extrusionOk="0">
                      <a:moveTo>
                        <a:pt x="667" y="39910"/>
                      </a:moveTo>
                      <a:cubicBezTo>
                        <a:pt x="667" y="39910"/>
                        <a:pt x="857" y="40196"/>
                        <a:pt x="1048" y="40386"/>
                      </a:cubicBezTo>
                      <a:cubicBezTo>
                        <a:pt x="1333" y="40577"/>
                        <a:pt x="1429" y="40767"/>
                        <a:pt x="1429" y="40958"/>
                      </a:cubicBezTo>
                      <a:lnTo>
                        <a:pt x="0" y="40958"/>
                      </a:lnTo>
                      <a:lnTo>
                        <a:pt x="667" y="39910"/>
                      </a:lnTo>
                      <a:close/>
                      <a:moveTo>
                        <a:pt x="0" y="45149"/>
                      </a:moveTo>
                      <a:cubicBezTo>
                        <a:pt x="0" y="45149"/>
                        <a:pt x="667" y="45911"/>
                        <a:pt x="1238" y="46101"/>
                      </a:cubicBezTo>
                      <a:lnTo>
                        <a:pt x="0" y="46101"/>
                      </a:lnTo>
                      <a:lnTo>
                        <a:pt x="0" y="45149"/>
                      </a:lnTo>
                      <a:close/>
                      <a:moveTo>
                        <a:pt x="286" y="50006"/>
                      </a:moveTo>
                      <a:lnTo>
                        <a:pt x="0" y="48959"/>
                      </a:lnTo>
                      <a:cubicBezTo>
                        <a:pt x="0" y="48959"/>
                        <a:pt x="762" y="49244"/>
                        <a:pt x="1429" y="49625"/>
                      </a:cubicBezTo>
                      <a:lnTo>
                        <a:pt x="191" y="50006"/>
                      </a:lnTo>
                      <a:close/>
                      <a:moveTo>
                        <a:pt x="2477" y="46101"/>
                      </a:moveTo>
                      <a:cubicBezTo>
                        <a:pt x="2477" y="46101"/>
                        <a:pt x="1715" y="46101"/>
                        <a:pt x="1333" y="46101"/>
                      </a:cubicBezTo>
                      <a:lnTo>
                        <a:pt x="2477" y="46101"/>
                      </a:lnTo>
                      <a:close/>
                      <a:moveTo>
                        <a:pt x="1810" y="51816"/>
                      </a:moveTo>
                      <a:cubicBezTo>
                        <a:pt x="1810" y="51816"/>
                        <a:pt x="2286" y="51911"/>
                        <a:pt x="2858" y="52388"/>
                      </a:cubicBezTo>
                      <a:lnTo>
                        <a:pt x="2858" y="52864"/>
                      </a:lnTo>
                      <a:lnTo>
                        <a:pt x="1810" y="52864"/>
                      </a:lnTo>
                      <a:lnTo>
                        <a:pt x="1810" y="51816"/>
                      </a:lnTo>
                      <a:close/>
                      <a:moveTo>
                        <a:pt x="4286" y="38862"/>
                      </a:moveTo>
                      <a:cubicBezTo>
                        <a:pt x="4286" y="38862"/>
                        <a:pt x="4572" y="39529"/>
                        <a:pt x="4667" y="40100"/>
                      </a:cubicBezTo>
                      <a:cubicBezTo>
                        <a:pt x="4000" y="40100"/>
                        <a:pt x="3620" y="40100"/>
                        <a:pt x="3620" y="39815"/>
                      </a:cubicBezTo>
                      <a:lnTo>
                        <a:pt x="4286" y="38862"/>
                      </a:lnTo>
                      <a:close/>
                      <a:moveTo>
                        <a:pt x="3620" y="62579"/>
                      </a:moveTo>
                      <a:cubicBezTo>
                        <a:pt x="3620" y="62579"/>
                        <a:pt x="4096" y="62294"/>
                        <a:pt x="4667" y="62294"/>
                      </a:cubicBezTo>
                      <a:lnTo>
                        <a:pt x="4667" y="62865"/>
                      </a:lnTo>
                      <a:lnTo>
                        <a:pt x="3620" y="62579"/>
                      </a:lnTo>
                      <a:close/>
                      <a:moveTo>
                        <a:pt x="7906" y="50578"/>
                      </a:moveTo>
                      <a:cubicBezTo>
                        <a:pt x="7906" y="50578"/>
                        <a:pt x="8668" y="50292"/>
                        <a:pt x="9049" y="50102"/>
                      </a:cubicBezTo>
                      <a:cubicBezTo>
                        <a:pt x="9620" y="49911"/>
                        <a:pt x="10001" y="50006"/>
                        <a:pt x="10287" y="50292"/>
                      </a:cubicBezTo>
                      <a:lnTo>
                        <a:pt x="7906" y="50578"/>
                      </a:lnTo>
                      <a:close/>
                      <a:moveTo>
                        <a:pt x="9620" y="41529"/>
                      </a:moveTo>
                      <a:cubicBezTo>
                        <a:pt x="8763" y="39624"/>
                        <a:pt x="9049" y="38386"/>
                        <a:pt x="10287" y="37719"/>
                      </a:cubicBezTo>
                      <a:lnTo>
                        <a:pt x="10668" y="38100"/>
                      </a:lnTo>
                      <a:cubicBezTo>
                        <a:pt x="9906" y="38100"/>
                        <a:pt x="9525" y="38576"/>
                        <a:pt x="9525" y="39434"/>
                      </a:cubicBezTo>
                      <a:cubicBezTo>
                        <a:pt x="9525" y="40196"/>
                        <a:pt x="9620" y="40862"/>
                        <a:pt x="9620" y="41624"/>
                      </a:cubicBezTo>
                      <a:close/>
                      <a:moveTo>
                        <a:pt x="18383" y="46006"/>
                      </a:moveTo>
                      <a:cubicBezTo>
                        <a:pt x="18383" y="46006"/>
                        <a:pt x="17907" y="46006"/>
                        <a:pt x="17621" y="45625"/>
                      </a:cubicBezTo>
                      <a:cubicBezTo>
                        <a:pt x="17336" y="45339"/>
                        <a:pt x="17145" y="45149"/>
                        <a:pt x="16954" y="45149"/>
                      </a:cubicBezTo>
                      <a:cubicBezTo>
                        <a:pt x="16954" y="45149"/>
                        <a:pt x="16764" y="45149"/>
                        <a:pt x="16669" y="45244"/>
                      </a:cubicBezTo>
                      <a:cubicBezTo>
                        <a:pt x="17621" y="44482"/>
                        <a:pt x="18479" y="44387"/>
                        <a:pt x="19145" y="44958"/>
                      </a:cubicBezTo>
                      <a:cubicBezTo>
                        <a:pt x="19145" y="45149"/>
                        <a:pt x="19145" y="45434"/>
                        <a:pt x="18955" y="45530"/>
                      </a:cubicBezTo>
                      <a:cubicBezTo>
                        <a:pt x="18764" y="45720"/>
                        <a:pt x="18574" y="45816"/>
                        <a:pt x="18383" y="45911"/>
                      </a:cubicBezTo>
                      <a:close/>
                      <a:moveTo>
                        <a:pt x="17717" y="27146"/>
                      </a:moveTo>
                      <a:lnTo>
                        <a:pt x="17717" y="28194"/>
                      </a:lnTo>
                      <a:lnTo>
                        <a:pt x="17431" y="27146"/>
                      </a:lnTo>
                      <a:lnTo>
                        <a:pt x="17717" y="27146"/>
                      </a:lnTo>
                      <a:close/>
                      <a:moveTo>
                        <a:pt x="18193" y="35528"/>
                      </a:moveTo>
                      <a:cubicBezTo>
                        <a:pt x="18193" y="35528"/>
                        <a:pt x="18955" y="35528"/>
                        <a:pt x="19145" y="36005"/>
                      </a:cubicBezTo>
                      <a:cubicBezTo>
                        <a:pt x="19145" y="36195"/>
                        <a:pt x="18764" y="36291"/>
                        <a:pt x="18574" y="36291"/>
                      </a:cubicBezTo>
                      <a:lnTo>
                        <a:pt x="17812" y="36291"/>
                      </a:lnTo>
                      <a:cubicBezTo>
                        <a:pt x="17812" y="36291"/>
                        <a:pt x="17812" y="35624"/>
                        <a:pt x="18288" y="35624"/>
                      </a:cubicBezTo>
                      <a:close/>
                      <a:moveTo>
                        <a:pt x="18002" y="54769"/>
                      </a:moveTo>
                      <a:lnTo>
                        <a:pt x="18002" y="54388"/>
                      </a:lnTo>
                      <a:lnTo>
                        <a:pt x="19145" y="54388"/>
                      </a:lnTo>
                      <a:lnTo>
                        <a:pt x="18002" y="54769"/>
                      </a:lnTo>
                      <a:close/>
                      <a:moveTo>
                        <a:pt x="18479" y="49911"/>
                      </a:moveTo>
                      <a:lnTo>
                        <a:pt x="18479" y="48863"/>
                      </a:lnTo>
                      <a:lnTo>
                        <a:pt x="19526" y="49911"/>
                      </a:lnTo>
                      <a:lnTo>
                        <a:pt x="18479" y="49911"/>
                      </a:lnTo>
                      <a:close/>
                      <a:moveTo>
                        <a:pt x="19241" y="43244"/>
                      </a:moveTo>
                      <a:cubicBezTo>
                        <a:pt x="19812" y="43244"/>
                        <a:pt x="20193" y="43244"/>
                        <a:pt x="20288" y="43625"/>
                      </a:cubicBezTo>
                      <a:lnTo>
                        <a:pt x="19241" y="44387"/>
                      </a:lnTo>
                      <a:lnTo>
                        <a:pt x="19241" y="43339"/>
                      </a:lnTo>
                      <a:close/>
                      <a:moveTo>
                        <a:pt x="20288" y="40100"/>
                      </a:moveTo>
                      <a:cubicBezTo>
                        <a:pt x="20765" y="41053"/>
                        <a:pt x="20860" y="41624"/>
                        <a:pt x="20574" y="41815"/>
                      </a:cubicBezTo>
                      <a:lnTo>
                        <a:pt x="20288" y="41815"/>
                      </a:lnTo>
                      <a:lnTo>
                        <a:pt x="20288" y="40100"/>
                      </a:lnTo>
                      <a:close/>
                      <a:moveTo>
                        <a:pt x="20574" y="60103"/>
                      </a:moveTo>
                      <a:cubicBezTo>
                        <a:pt x="21908" y="60389"/>
                        <a:pt x="22574" y="60103"/>
                        <a:pt x="22765" y="58960"/>
                      </a:cubicBezTo>
                      <a:cubicBezTo>
                        <a:pt x="22765" y="59246"/>
                        <a:pt x="22574" y="59722"/>
                        <a:pt x="22003" y="60484"/>
                      </a:cubicBezTo>
                      <a:cubicBezTo>
                        <a:pt x="21622" y="60484"/>
                        <a:pt x="21146" y="60484"/>
                        <a:pt x="20574" y="60103"/>
                      </a:cubicBezTo>
                      <a:close/>
                      <a:moveTo>
                        <a:pt x="21050" y="38291"/>
                      </a:moveTo>
                      <a:cubicBezTo>
                        <a:pt x="21050" y="38291"/>
                        <a:pt x="22003" y="38291"/>
                        <a:pt x="22765" y="38767"/>
                      </a:cubicBezTo>
                      <a:lnTo>
                        <a:pt x="21050" y="38767"/>
                      </a:lnTo>
                      <a:lnTo>
                        <a:pt x="21050" y="38291"/>
                      </a:lnTo>
                      <a:close/>
                      <a:moveTo>
                        <a:pt x="22574" y="41339"/>
                      </a:moveTo>
                      <a:cubicBezTo>
                        <a:pt x="22574" y="41339"/>
                        <a:pt x="22384" y="40862"/>
                        <a:pt x="22384" y="40767"/>
                      </a:cubicBezTo>
                      <a:lnTo>
                        <a:pt x="22574" y="41339"/>
                      </a:lnTo>
                      <a:close/>
                      <a:moveTo>
                        <a:pt x="22574" y="41339"/>
                      </a:moveTo>
                      <a:lnTo>
                        <a:pt x="23432" y="42386"/>
                      </a:lnTo>
                      <a:cubicBezTo>
                        <a:pt x="23432" y="42386"/>
                        <a:pt x="23336" y="42767"/>
                        <a:pt x="23050" y="42958"/>
                      </a:cubicBezTo>
                      <a:lnTo>
                        <a:pt x="22574" y="41339"/>
                      </a:lnTo>
                      <a:close/>
                      <a:moveTo>
                        <a:pt x="64008" y="59341"/>
                      </a:moveTo>
                      <a:cubicBezTo>
                        <a:pt x="64008" y="59341"/>
                        <a:pt x="65056" y="59531"/>
                        <a:pt x="65723" y="59531"/>
                      </a:cubicBezTo>
                      <a:cubicBezTo>
                        <a:pt x="66199" y="59531"/>
                        <a:pt x="66961" y="59531"/>
                        <a:pt x="68104" y="59436"/>
                      </a:cubicBezTo>
                      <a:cubicBezTo>
                        <a:pt x="69247" y="59436"/>
                        <a:pt x="70104" y="59246"/>
                        <a:pt x="70580" y="59246"/>
                      </a:cubicBezTo>
                      <a:cubicBezTo>
                        <a:pt x="73343" y="59246"/>
                        <a:pt x="75248" y="60103"/>
                        <a:pt x="76200" y="61817"/>
                      </a:cubicBezTo>
                      <a:cubicBezTo>
                        <a:pt x="76200" y="63913"/>
                        <a:pt x="75914" y="66008"/>
                        <a:pt x="75914" y="68104"/>
                      </a:cubicBezTo>
                      <a:cubicBezTo>
                        <a:pt x="75629" y="70580"/>
                        <a:pt x="74962" y="72485"/>
                        <a:pt x="73819" y="73819"/>
                      </a:cubicBezTo>
                      <a:cubicBezTo>
                        <a:pt x="73343" y="74200"/>
                        <a:pt x="72866" y="74391"/>
                        <a:pt x="72390" y="74391"/>
                      </a:cubicBezTo>
                      <a:cubicBezTo>
                        <a:pt x="71914" y="74391"/>
                        <a:pt x="71247" y="74105"/>
                        <a:pt x="70485" y="73724"/>
                      </a:cubicBezTo>
                      <a:cubicBezTo>
                        <a:pt x="69628" y="73343"/>
                        <a:pt x="69056" y="73152"/>
                        <a:pt x="68485" y="73152"/>
                      </a:cubicBezTo>
                      <a:cubicBezTo>
                        <a:pt x="67913" y="73152"/>
                        <a:pt x="67437" y="73343"/>
                        <a:pt x="66866" y="73819"/>
                      </a:cubicBezTo>
                      <a:cubicBezTo>
                        <a:pt x="64675" y="74105"/>
                        <a:pt x="61722" y="74105"/>
                        <a:pt x="58007" y="73914"/>
                      </a:cubicBezTo>
                      <a:cubicBezTo>
                        <a:pt x="54388" y="73724"/>
                        <a:pt x="51530" y="73724"/>
                        <a:pt x="49340" y="74105"/>
                      </a:cubicBezTo>
                      <a:lnTo>
                        <a:pt x="49340" y="73914"/>
                      </a:lnTo>
                      <a:cubicBezTo>
                        <a:pt x="46958" y="73724"/>
                        <a:pt x="43434" y="73914"/>
                        <a:pt x="38862" y="74105"/>
                      </a:cubicBezTo>
                      <a:cubicBezTo>
                        <a:pt x="37243" y="73724"/>
                        <a:pt x="35147" y="73724"/>
                        <a:pt x="32480" y="73914"/>
                      </a:cubicBezTo>
                      <a:lnTo>
                        <a:pt x="25051" y="73914"/>
                      </a:lnTo>
                      <a:lnTo>
                        <a:pt x="25051" y="53054"/>
                      </a:lnTo>
                      <a:lnTo>
                        <a:pt x="26194" y="52292"/>
                      </a:lnTo>
                      <a:lnTo>
                        <a:pt x="23813" y="52007"/>
                      </a:lnTo>
                      <a:cubicBezTo>
                        <a:pt x="24670" y="51626"/>
                        <a:pt x="25051" y="50864"/>
                        <a:pt x="25051" y="49911"/>
                      </a:cubicBezTo>
                      <a:cubicBezTo>
                        <a:pt x="25051" y="49625"/>
                        <a:pt x="25051" y="49149"/>
                        <a:pt x="24860" y="48387"/>
                      </a:cubicBezTo>
                      <a:cubicBezTo>
                        <a:pt x="24765" y="47720"/>
                        <a:pt x="24670" y="47244"/>
                        <a:pt x="24670" y="46863"/>
                      </a:cubicBezTo>
                      <a:cubicBezTo>
                        <a:pt x="24670" y="46482"/>
                        <a:pt x="24670" y="46196"/>
                        <a:pt x="24765" y="45911"/>
                      </a:cubicBezTo>
                      <a:lnTo>
                        <a:pt x="23717" y="45911"/>
                      </a:lnTo>
                      <a:cubicBezTo>
                        <a:pt x="24289" y="45720"/>
                        <a:pt x="24860" y="45149"/>
                        <a:pt x="25718" y="44196"/>
                      </a:cubicBezTo>
                      <a:cubicBezTo>
                        <a:pt x="24860" y="43529"/>
                        <a:pt x="24384" y="42672"/>
                        <a:pt x="24384" y="41529"/>
                      </a:cubicBezTo>
                      <a:cubicBezTo>
                        <a:pt x="24384" y="40958"/>
                        <a:pt x="24670" y="40005"/>
                        <a:pt x="25051" y="38672"/>
                      </a:cubicBezTo>
                      <a:cubicBezTo>
                        <a:pt x="25527" y="37338"/>
                        <a:pt x="25718" y="36386"/>
                        <a:pt x="25718" y="35909"/>
                      </a:cubicBezTo>
                      <a:cubicBezTo>
                        <a:pt x="25908" y="35909"/>
                        <a:pt x="26003" y="36100"/>
                        <a:pt x="26003" y="36386"/>
                      </a:cubicBezTo>
                      <a:cubicBezTo>
                        <a:pt x="26003" y="36767"/>
                        <a:pt x="26003" y="36862"/>
                        <a:pt x="26003" y="36862"/>
                      </a:cubicBezTo>
                      <a:cubicBezTo>
                        <a:pt x="26194" y="36862"/>
                        <a:pt x="26384" y="36671"/>
                        <a:pt x="26575" y="36386"/>
                      </a:cubicBezTo>
                      <a:lnTo>
                        <a:pt x="28004" y="38958"/>
                      </a:lnTo>
                      <a:cubicBezTo>
                        <a:pt x="28385" y="38100"/>
                        <a:pt x="28480" y="36862"/>
                        <a:pt x="28289" y="35052"/>
                      </a:cubicBezTo>
                      <a:cubicBezTo>
                        <a:pt x="28004" y="34766"/>
                        <a:pt x="27527" y="34671"/>
                        <a:pt x="26861" y="34671"/>
                      </a:cubicBezTo>
                      <a:lnTo>
                        <a:pt x="25622" y="34671"/>
                      </a:lnTo>
                      <a:cubicBezTo>
                        <a:pt x="25622" y="34671"/>
                        <a:pt x="25527" y="34100"/>
                        <a:pt x="25241" y="34100"/>
                      </a:cubicBezTo>
                      <a:lnTo>
                        <a:pt x="27337" y="33624"/>
                      </a:lnTo>
                      <a:cubicBezTo>
                        <a:pt x="26289" y="33242"/>
                        <a:pt x="25527" y="32480"/>
                        <a:pt x="25337" y="31337"/>
                      </a:cubicBezTo>
                      <a:cubicBezTo>
                        <a:pt x="25337" y="30385"/>
                        <a:pt x="25337" y="29337"/>
                        <a:pt x="25241" y="28385"/>
                      </a:cubicBezTo>
                      <a:lnTo>
                        <a:pt x="26003" y="27623"/>
                      </a:lnTo>
                      <a:lnTo>
                        <a:pt x="24289" y="25241"/>
                      </a:lnTo>
                      <a:cubicBezTo>
                        <a:pt x="25051" y="21812"/>
                        <a:pt x="25432" y="19908"/>
                        <a:pt x="25432" y="19622"/>
                      </a:cubicBezTo>
                      <a:cubicBezTo>
                        <a:pt x="25432" y="18479"/>
                        <a:pt x="25146" y="17621"/>
                        <a:pt x="24670" y="16859"/>
                      </a:cubicBezTo>
                      <a:cubicBezTo>
                        <a:pt x="24670" y="16574"/>
                        <a:pt x="24860" y="13811"/>
                        <a:pt x="25146" y="8477"/>
                      </a:cubicBezTo>
                      <a:cubicBezTo>
                        <a:pt x="25337" y="5144"/>
                        <a:pt x="26003" y="2667"/>
                        <a:pt x="27146" y="1048"/>
                      </a:cubicBezTo>
                      <a:cubicBezTo>
                        <a:pt x="26861" y="1048"/>
                        <a:pt x="28480" y="1048"/>
                        <a:pt x="32004" y="1048"/>
                      </a:cubicBezTo>
                      <a:cubicBezTo>
                        <a:pt x="33909" y="1143"/>
                        <a:pt x="35433" y="762"/>
                        <a:pt x="36576" y="0"/>
                      </a:cubicBezTo>
                      <a:cubicBezTo>
                        <a:pt x="38291" y="1905"/>
                        <a:pt x="39053" y="5049"/>
                        <a:pt x="39053" y="9525"/>
                      </a:cubicBezTo>
                      <a:lnTo>
                        <a:pt x="39053" y="16669"/>
                      </a:lnTo>
                      <a:cubicBezTo>
                        <a:pt x="39053" y="18669"/>
                        <a:pt x="39148" y="20288"/>
                        <a:pt x="39433" y="21622"/>
                      </a:cubicBezTo>
                      <a:cubicBezTo>
                        <a:pt x="38957" y="21908"/>
                        <a:pt x="38767" y="22479"/>
                        <a:pt x="38767" y="23051"/>
                      </a:cubicBezTo>
                      <a:cubicBezTo>
                        <a:pt x="38767" y="23336"/>
                        <a:pt x="38767" y="23813"/>
                        <a:pt x="38957" y="24384"/>
                      </a:cubicBezTo>
                      <a:cubicBezTo>
                        <a:pt x="39148" y="24956"/>
                        <a:pt x="39148" y="25432"/>
                        <a:pt x="39148" y="25622"/>
                      </a:cubicBezTo>
                      <a:cubicBezTo>
                        <a:pt x="39148" y="25908"/>
                        <a:pt x="39148" y="26194"/>
                        <a:pt x="39148" y="26384"/>
                      </a:cubicBezTo>
                      <a:lnTo>
                        <a:pt x="38862" y="26099"/>
                      </a:lnTo>
                      <a:cubicBezTo>
                        <a:pt x="38862" y="26099"/>
                        <a:pt x="38862" y="27146"/>
                        <a:pt x="39148" y="28099"/>
                      </a:cubicBezTo>
                      <a:cubicBezTo>
                        <a:pt x="39338" y="29051"/>
                        <a:pt x="39433" y="29718"/>
                        <a:pt x="39433" y="30290"/>
                      </a:cubicBezTo>
                      <a:cubicBezTo>
                        <a:pt x="39433" y="30956"/>
                        <a:pt x="39433" y="31528"/>
                        <a:pt x="39148" y="32099"/>
                      </a:cubicBezTo>
                      <a:lnTo>
                        <a:pt x="39815" y="33433"/>
                      </a:lnTo>
                      <a:lnTo>
                        <a:pt x="39529" y="33433"/>
                      </a:lnTo>
                      <a:cubicBezTo>
                        <a:pt x="39529" y="33433"/>
                        <a:pt x="39148" y="34862"/>
                        <a:pt x="39148" y="36576"/>
                      </a:cubicBezTo>
                      <a:cubicBezTo>
                        <a:pt x="39148" y="37910"/>
                        <a:pt x="38767" y="38767"/>
                        <a:pt x="38100" y="39338"/>
                      </a:cubicBezTo>
                      <a:cubicBezTo>
                        <a:pt x="38195" y="39624"/>
                        <a:pt x="38576" y="39624"/>
                        <a:pt x="39148" y="39624"/>
                      </a:cubicBezTo>
                      <a:cubicBezTo>
                        <a:pt x="39529" y="46577"/>
                        <a:pt x="39529" y="52197"/>
                        <a:pt x="39148" y="56579"/>
                      </a:cubicBezTo>
                      <a:cubicBezTo>
                        <a:pt x="39148" y="56293"/>
                        <a:pt x="38862" y="56102"/>
                        <a:pt x="38576" y="56102"/>
                      </a:cubicBezTo>
                      <a:lnTo>
                        <a:pt x="37719" y="56102"/>
                      </a:lnTo>
                      <a:cubicBezTo>
                        <a:pt x="37719" y="56102"/>
                        <a:pt x="37910" y="56483"/>
                        <a:pt x="37910" y="56674"/>
                      </a:cubicBezTo>
                      <a:cubicBezTo>
                        <a:pt x="37910" y="56960"/>
                        <a:pt x="37719" y="57341"/>
                        <a:pt x="37338" y="57722"/>
                      </a:cubicBezTo>
                      <a:cubicBezTo>
                        <a:pt x="36957" y="58103"/>
                        <a:pt x="36767" y="58484"/>
                        <a:pt x="36767" y="58674"/>
                      </a:cubicBezTo>
                      <a:cubicBezTo>
                        <a:pt x="36767" y="59055"/>
                        <a:pt x="36957" y="59341"/>
                        <a:pt x="37243" y="59627"/>
                      </a:cubicBezTo>
                      <a:cubicBezTo>
                        <a:pt x="37624" y="58388"/>
                        <a:pt x="38291" y="57722"/>
                        <a:pt x="39053" y="57722"/>
                      </a:cubicBezTo>
                      <a:cubicBezTo>
                        <a:pt x="39529" y="57722"/>
                        <a:pt x="40672" y="58388"/>
                        <a:pt x="42577" y="59627"/>
                      </a:cubicBezTo>
                      <a:cubicBezTo>
                        <a:pt x="42767" y="59627"/>
                        <a:pt x="43053" y="59627"/>
                        <a:pt x="43339" y="59246"/>
                      </a:cubicBezTo>
                      <a:lnTo>
                        <a:pt x="43339" y="58579"/>
                      </a:lnTo>
                      <a:cubicBezTo>
                        <a:pt x="43339" y="58579"/>
                        <a:pt x="44482" y="58960"/>
                        <a:pt x="46006" y="58960"/>
                      </a:cubicBezTo>
                      <a:lnTo>
                        <a:pt x="45720" y="59341"/>
                      </a:lnTo>
                      <a:cubicBezTo>
                        <a:pt x="45720" y="59341"/>
                        <a:pt x="46482" y="59627"/>
                        <a:pt x="46863" y="59627"/>
                      </a:cubicBezTo>
                      <a:cubicBezTo>
                        <a:pt x="47244" y="59627"/>
                        <a:pt x="47816" y="59436"/>
                        <a:pt x="48387" y="59150"/>
                      </a:cubicBezTo>
                      <a:cubicBezTo>
                        <a:pt x="49054" y="58769"/>
                        <a:pt x="49530" y="58674"/>
                        <a:pt x="49816" y="58674"/>
                      </a:cubicBezTo>
                      <a:cubicBezTo>
                        <a:pt x="50292" y="58674"/>
                        <a:pt x="50768" y="58960"/>
                        <a:pt x="51245" y="59341"/>
                      </a:cubicBezTo>
                      <a:cubicBezTo>
                        <a:pt x="52483" y="58865"/>
                        <a:pt x="53816" y="58674"/>
                        <a:pt x="55245" y="58674"/>
                      </a:cubicBezTo>
                      <a:cubicBezTo>
                        <a:pt x="56007" y="58674"/>
                        <a:pt x="57055" y="58674"/>
                        <a:pt x="58483" y="58960"/>
                      </a:cubicBezTo>
                      <a:cubicBezTo>
                        <a:pt x="59912" y="59150"/>
                        <a:pt x="61055" y="59246"/>
                        <a:pt x="61817" y="59246"/>
                      </a:cubicBezTo>
                      <a:cubicBezTo>
                        <a:pt x="62484" y="59246"/>
                        <a:pt x="63246" y="59246"/>
                        <a:pt x="63913" y="59055"/>
                      </a:cubicBezTo>
                      <a:close/>
                      <a:moveTo>
                        <a:pt x="24765" y="31718"/>
                      </a:moveTo>
                      <a:lnTo>
                        <a:pt x="24765" y="32480"/>
                      </a:lnTo>
                      <a:lnTo>
                        <a:pt x="23717" y="31433"/>
                      </a:lnTo>
                      <a:cubicBezTo>
                        <a:pt x="23717" y="31433"/>
                        <a:pt x="24289" y="31623"/>
                        <a:pt x="24765" y="31814"/>
                      </a:cubicBezTo>
                      <a:close/>
                      <a:moveTo>
                        <a:pt x="25813" y="34766"/>
                      </a:moveTo>
                      <a:cubicBezTo>
                        <a:pt x="25813" y="34766"/>
                        <a:pt x="25813" y="34957"/>
                        <a:pt x="25813" y="34766"/>
                      </a:cubicBezTo>
                      <a:lnTo>
                        <a:pt x="25813" y="34766"/>
                      </a:lnTo>
                      <a:close/>
                      <a:moveTo>
                        <a:pt x="26765" y="55150"/>
                      </a:moveTo>
                      <a:lnTo>
                        <a:pt x="26194" y="54388"/>
                      </a:lnTo>
                      <a:lnTo>
                        <a:pt x="27242" y="53340"/>
                      </a:lnTo>
                      <a:lnTo>
                        <a:pt x="26479" y="53340"/>
                      </a:lnTo>
                      <a:lnTo>
                        <a:pt x="26765" y="52197"/>
                      </a:lnTo>
                      <a:lnTo>
                        <a:pt x="25718" y="54007"/>
                      </a:lnTo>
                      <a:lnTo>
                        <a:pt x="26099" y="54769"/>
                      </a:lnTo>
                      <a:cubicBezTo>
                        <a:pt x="26099" y="54769"/>
                        <a:pt x="26384" y="55150"/>
                        <a:pt x="26765" y="55055"/>
                      </a:cubicBezTo>
                      <a:close/>
                      <a:moveTo>
                        <a:pt x="29242" y="56960"/>
                      </a:moveTo>
                      <a:lnTo>
                        <a:pt x="30671" y="56483"/>
                      </a:lnTo>
                      <a:lnTo>
                        <a:pt x="29623" y="56483"/>
                      </a:lnTo>
                      <a:lnTo>
                        <a:pt x="29146" y="56960"/>
                      </a:lnTo>
                      <a:close/>
                      <a:moveTo>
                        <a:pt x="33719" y="38291"/>
                      </a:moveTo>
                      <a:lnTo>
                        <a:pt x="34957" y="37624"/>
                      </a:lnTo>
                      <a:lnTo>
                        <a:pt x="34195" y="37624"/>
                      </a:lnTo>
                      <a:lnTo>
                        <a:pt x="33719" y="38291"/>
                      </a:lnTo>
                      <a:close/>
                      <a:moveTo>
                        <a:pt x="34957" y="26384"/>
                      </a:moveTo>
                      <a:lnTo>
                        <a:pt x="35243" y="25337"/>
                      </a:lnTo>
                      <a:lnTo>
                        <a:pt x="34195" y="24956"/>
                      </a:lnTo>
                      <a:lnTo>
                        <a:pt x="34957" y="26384"/>
                      </a:lnTo>
                      <a:close/>
                      <a:moveTo>
                        <a:pt x="47435" y="17431"/>
                      </a:moveTo>
                      <a:lnTo>
                        <a:pt x="47435" y="18669"/>
                      </a:lnTo>
                      <a:lnTo>
                        <a:pt x="47149" y="18669"/>
                      </a:lnTo>
                      <a:lnTo>
                        <a:pt x="47149" y="17431"/>
                      </a:lnTo>
                      <a:lnTo>
                        <a:pt x="47435" y="17431"/>
                      </a:lnTo>
                      <a:close/>
                      <a:moveTo>
                        <a:pt x="64484" y="62389"/>
                      </a:moveTo>
                      <a:lnTo>
                        <a:pt x="64484" y="61341"/>
                      </a:lnTo>
                      <a:lnTo>
                        <a:pt x="64103" y="60579"/>
                      </a:lnTo>
                      <a:lnTo>
                        <a:pt x="64484" y="62294"/>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 name="Google Shape;1416;p99"/>
                <p:cNvSpPr/>
                <p:nvPr/>
              </p:nvSpPr>
              <p:spPr>
                <a:xfrm>
                  <a:off x="3894391" y="4917185"/>
                  <a:ext cx="67627" cy="72961"/>
                </a:xfrm>
                <a:custGeom>
                  <a:avLst/>
                  <a:gdLst/>
                  <a:ahLst/>
                  <a:cxnLst/>
                  <a:rect l="l" t="t" r="r" b="b"/>
                  <a:pathLst>
                    <a:path w="67627" h="72961" extrusionOk="0">
                      <a:moveTo>
                        <a:pt x="953" y="50387"/>
                      </a:moveTo>
                      <a:cubicBezTo>
                        <a:pt x="953" y="50959"/>
                        <a:pt x="953" y="51340"/>
                        <a:pt x="1238" y="51340"/>
                      </a:cubicBezTo>
                      <a:cubicBezTo>
                        <a:pt x="1238" y="51340"/>
                        <a:pt x="1429" y="51340"/>
                        <a:pt x="1619" y="51245"/>
                      </a:cubicBezTo>
                      <a:cubicBezTo>
                        <a:pt x="1810" y="51245"/>
                        <a:pt x="2000" y="51245"/>
                        <a:pt x="2096" y="51245"/>
                      </a:cubicBezTo>
                      <a:cubicBezTo>
                        <a:pt x="2286" y="51245"/>
                        <a:pt x="2381" y="51245"/>
                        <a:pt x="2476" y="51626"/>
                      </a:cubicBezTo>
                      <a:cubicBezTo>
                        <a:pt x="1048" y="51626"/>
                        <a:pt x="191" y="51530"/>
                        <a:pt x="0" y="51245"/>
                      </a:cubicBezTo>
                      <a:lnTo>
                        <a:pt x="1048" y="50483"/>
                      </a:lnTo>
                      <a:close/>
                      <a:moveTo>
                        <a:pt x="2381" y="59627"/>
                      </a:moveTo>
                      <a:cubicBezTo>
                        <a:pt x="2381" y="59627"/>
                        <a:pt x="2762" y="59150"/>
                        <a:pt x="3143" y="59150"/>
                      </a:cubicBezTo>
                      <a:lnTo>
                        <a:pt x="4191" y="59150"/>
                      </a:lnTo>
                      <a:cubicBezTo>
                        <a:pt x="4191" y="59150"/>
                        <a:pt x="3905" y="59627"/>
                        <a:pt x="3429" y="59627"/>
                      </a:cubicBezTo>
                      <a:lnTo>
                        <a:pt x="2476" y="59627"/>
                      </a:lnTo>
                      <a:close/>
                      <a:moveTo>
                        <a:pt x="5429" y="64484"/>
                      </a:moveTo>
                      <a:lnTo>
                        <a:pt x="5429" y="63437"/>
                      </a:lnTo>
                      <a:lnTo>
                        <a:pt x="6191" y="63437"/>
                      </a:lnTo>
                      <a:lnTo>
                        <a:pt x="5429" y="64484"/>
                      </a:lnTo>
                      <a:close/>
                      <a:moveTo>
                        <a:pt x="9334" y="58484"/>
                      </a:moveTo>
                      <a:cubicBezTo>
                        <a:pt x="9334" y="58484"/>
                        <a:pt x="10096" y="58579"/>
                        <a:pt x="10668" y="59246"/>
                      </a:cubicBezTo>
                      <a:lnTo>
                        <a:pt x="10382" y="59722"/>
                      </a:lnTo>
                      <a:lnTo>
                        <a:pt x="9334" y="58579"/>
                      </a:lnTo>
                      <a:close/>
                      <a:moveTo>
                        <a:pt x="10668" y="64484"/>
                      </a:moveTo>
                      <a:cubicBezTo>
                        <a:pt x="10668" y="64484"/>
                        <a:pt x="11049" y="64199"/>
                        <a:pt x="11239" y="63913"/>
                      </a:cubicBezTo>
                      <a:cubicBezTo>
                        <a:pt x="11430" y="63627"/>
                        <a:pt x="11621" y="63437"/>
                        <a:pt x="11811" y="63437"/>
                      </a:cubicBezTo>
                      <a:cubicBezTo>
                        <a:pt x="11811" y="63722"/>
                        <a:pt x="11716" y="64008"/>
                        <a:pt x="11430" y="64484"/>
                      </a:cubicBezTo>
                      <a:lnTo>
                        <a:pt x="10668" y="64484"/>
                      </a:lnTo>
                      <a:close/>
                      <a:moveTo>
                        <a:pt x="12383" y="56388"/>
                      </a:moveTo>
                      <a:lnTo>
                        <a:pt x="12097" y="57055"/>
                      </a:lnTo>
                      <a:lnTo>
                        <a:pt x="11049" y="57055"/>
                      </a:lnTo>
                      <a:cubicBezTo>
                        <a:pt x="11239" y="56388"/>
                        <a:pt x="11525" y="56007"/>
                        <a:pt x="11811" y="56007"/>
                      </a:cubicBezTo>
                      <a:cubicBezTo>
                        <a:pt x="12001" y="56007"/>
                        <a:pt x="12192" y="56007"/>
                        <a:pt x="12383" y="56388"/>
                      </a:cubicBezTo>
                      <a:close/>
                      <a:moveTo>
                        <a:pt x="13811" y="50102"/>
                      </a:moveTo>
                      <a:lnTo>
                        <a:pt x="13811" y="50863"/>
                      </a:lnTo>
                      <a:lnTo>
                        <a:pt x="12383" y="49721"/>
                      </a:lnTo>
                      <a:cubicBezTo>
                        <a:pt x="12383" y="49721"/>
                        <a:pt x="13240" y="49721"/>
                        <a:pt x="13811" y="50197"/>
                      </a:cubicBezTo>
                      <a:close/>
                      <a:moveTo>
                        <a:pt x="12383" y="60579"/>
                      </a:moveTo>
                      <a:cubicBezTo>
                        <a:pt x="12383" y="60579"/>
                        <a:pt x="13049" y="60865"/>
                        <a:pt x="13049" y="61532"/>
                      </a:cubicBezTo>
                      <a:lnTo>
                        <a:pt x="12383" y="61532"/>
                      </a:lnTo>
                      <a:lnTo>
                        <a:pt x="12383" y="60579"/>
                      </a:lnTo>
                      <a:close/>
                      <a:moveTo>
                        <a:pt x="14097" y="68294"/>
                      </a:moveTo>
                      <a:lnTo>
                        <a:pt x="13811" y="67913"/>
                      </a:lnTo>
                      <a:lnTo>
                        <a:pt x="15240" y="67151"/>
                      </a:lnTo>
                      <a:lnTo>
                        <a:pt x="14097" y="68294"/>
                      </a:lnTo>
                      <a:close/>
                      <a:moveTo>
                        <a:pt x="67342" y="53912"/>
                      </a:moveTo>
                      <a:lnTo>
                        <a:pt x="64103" y="54388"/>
                      </a:lnTo>
                      <a:cubicBezTo>
                        <a:pt x="64103" y="54388"/>
                        <a:pt x="64103" y="54578"/>
                        <a:pt x="64103" y="54674"/>
                      </a:cubicBezTo>
                      <a:cubicBezTo>
                        <a:pt x="64103" y="54769"/>
                        <a:pt x="64294" y="55054"/>
                        <a:pt x="64865" y="55436"/>
                      </a:cubicBezTo>
                      <a:cubicBezTo>
                        <a:pt x="65437" y="55721"/>
                        <a:pt x="65627" y="56102"/>
                        <a:pt x="65627" y="56388"/>
                      </a:cubicBezTo>
                      <a:lnTo>
                        <a:pt x="66389" y="56388"/>
                      </a:lnTo>
                      <a:cubicBezTo>
                        <a:pt x="66008" y="58293"/>
                        <a:pt x="65722" y="60103"/>
                        <a:pt x="65342" y="62008"/>
                      </a:cubicBezTo>
                      <a:cubicBezTo>
                        <a:pt x="64865" y="64008"/>
                        <a:pt x="63722" y="65246"/>
                        <a:pt x="61817" y="65913"/>
                      </a:cubicBezTo>
                      <a:cubicBezTo>
                        <a:pt x="61532" y="64865"/>
                        <a:pt x="60770" y="64484"/>
                        <a:pt x="59626" y="64961"/>
                      </a:cubicBezTo>
                      <a:lnTo>
                        <a:pt x="59246" y="65246"/>
                      </a:lnTo>
                      <a:lnTo>
                        <a:pt x="60674" y="66675"/>
                      </a:lnTo>
                      <a:cubicBezTo>
                        <a:pt x="60103" y="66675"/>
                        <a:pt x="59531" y="66294"/>
                        <a:pt x="58864" y="65627"/>
                      </a:cubicBezTo>
                      <a:cubicBezTo>
                        <a:pt x="58198" y="65056"/>
                        <a:pt x="57626" y="64770"/>
                        <a:pt x="57341" y="64770"/>
                      </a:cubicBezTo>
                      <a:cubicBezTo>
                        <a:pt x="56864" y="64770"/>
                        <a:pt x="56483" y="65056"/>
                        <a:pt x="55912" y="65532"/>
                      </a:cubicBezTo>
                      <a:lnTo>
                        <a:pt x="57150" y="65532"/>
                      </a:lnTo>
                      <a:lnTo>
                        <a:pt x="56864" y="66008"/>
                      </a:lnTo>
                      <a:cubicBezTo>
                        <a:pt x="57626" y="66294"/>
                        <a:pt x="58579" y="66770"/>
                        <a:pt x="59722" y="67723"/>
                      </a:cubicBezTo>
                      <a:lnTo>
                        <a:pt x="57245" y="68866"/>
                      </a:lnTo>
                      <a:lnTo>
                        <a:pt x="57626" y="69056"/>
                      </a:lnTo>
                      <a:cubicBezTo>
                        <a:pt x="57626" y="69056"/>
                        <a:pt x="56579" y="69533"/>
                        <a:pt x="54769" y="70295"/>
                      </a:cubicBezTo>
                      <a:cubicBezTo>
                        <a:pt x="53816" y="70676"/>
                        <a:pt x="52864" y="70866"/>
                        <a:pt x="52007" y="70866"/>
                      </a:cubicBezTo>
                      <a:cubicBezTo>
                        <a:pt x="51530" y="70866"/>
                        <a:pt x="51149" y="70866"/>
                        <a:pt x="50673" y="70866"/>
                      </a:cubicBezTo>
                      <a:cubicBezTo>
                        <a:pt x="50387" y="71628"/>
                        <a:pt x="50292" y="72200"/>
                        <a:pt x="50387" y="72485"/>
                      </a:cubicBezTo>
                      <a:lnTo>
                        <a:pt x="36671" y="72962"/>
                      </a:lnTo>
                      <a:cubicBezTo>
                        <a:pt x="35624" y="71914"/>
                        <a:pt x="33909" y="71057"/>
                        <a:pt x="31528" y="70295"/>
                      </a:cubicBezTo>
                      <a:cubicBezTo>
                        <a:pt x="28956" y="69533"/>
                        <a:pt x="27337" y="68866"/>
                        <a:pt x="26575" y="68390"/>
                      </a:cubicBezTo>
                      <a:cubicBezTo>
                        <a:pt x="26289" y="68009"/>
                        <a:pt x="25717" y="67628"/>
                        <a:pt x="24955" y="67437"/>
                      </a:cubicBezTo>
                      <a:cubicBezTo>
                        <a:pt x="24193" y="67246"/>
                        <a:pt x="23432" y="67056"/>
                        <a:pt x="22765" y="66961"/>
                      </a:cubicBezTo>
                      <a:lnTo>
                        <a:pt x="23717" y="65913"/>
                      </a:lnTo>
                      <a:lnTo>
                        <a:pt x="22288" y="64484"/>
                      </a:lnTo>
                      <a:lnTo>
                        <a:pt x="22003" y="65437"/>
                      </a:lnTo>
                      <a:cubicBezTo>
                        <a:pt x="20764" y="65151"/>
                        <a:pt x="20098" y="64199"/>
                        <a:pt x="20003" y="62484"/>
                      </a:cubicBezTo>
                      <a:cubicBezTo>
                        <a:pt x="20003" y="60960"/>
                        <a:pt x="19050" y="60198"/>
                        <a:pt x="17431" y="60198"/>
                      </a:cubicBezTo>
                      <a:lnTo>
                        <a:pt x="16288" y="60198"/>
                      </a:lnTo>
                      <a:cubicBezTo>
                        <a:pt x="17240" y="60198"/>
                        <a:pt x="17812" y="59627"/>
                        <a:pt x="17812" y="58484"/>
                      </a:cubicBezTo>
                      <a:cubicBezTo>
                        <a:pt x="17812" y="58103"/>
                        <a:pt x="17812" y="57817"/>
                        <a:pt x="17526" y="57436"/>
                      </a:cubicBezTo>
                      <a:cubicBezTo>
                        <a:pt x="17335" y="57150"/>
                        <a:pt x="16764" y="56769"/>
                        <a:pt x="15621" y="56388"/>
                      </a:cubicBezTo>
                      <a:lnTo>
                        <a:pt x="15335" y="56674"/>
                      </a:lnTo>
                      <a:cubicBezTo>
                        <a:pt x="15335" y="56674"/>
                        <a:pt x="15145" y="56864"/>
                        <a:pt x="15050" y="56864"/>
                      </a:cubicBezTo>
                      <a:cubicBezTo>
                        <a:pt x="14859" y="56864"/>
                        <a:pt x="14668" y="56674"/>
                        <a:pt x="14573" y="56102"/>
                      </a:cubicBezTo>
                      <a:cubicBezTo>
                        <a:pt x="14478" y="55721"/>
                        <a:pt x="14478" y="55245"/>
                        <a:pt x="14573" y="54959"/>
                      </a:cubicBezTo>
                      <a:cubicBezTo>
                        <a:pt x="15145" y="54864"/>
                        <a:pt x="16097" y="54197"/>
                        <a:pt x="17335" y="53054"/>
                      </a:cubicBezTo>
                      <a:cubicBezTo>
                        <a:pt x="18383" y="52102"/>
                        <a:pt x="19336" y="51530"/>
                        <a:pt x="20098" y="51530"/>
                      </a:cubicBezTo>
                      <a:cubicBezTo>
                        <a:pt x="20383" y="51530"/>
                        <a:pt x="20860" y="51721"/>
                        <a:pt x="21241" y="51816"/>
                      </a:cubicBezTo>
                      <a:cubicBezTo>
                        <a:pt x="21050" y="51435"/>
                        <a:pt x="21050" y="51054"/>
                        <a:pt x="21241" y="50768"/>
                      </a:cubicBezTo>
                      <a:cubicBezTo>
                        <a:pt x="21431" y="50483"/>
                        <a:pt x="21241" y="50006"/>
                        <a:pt x="20669" y="49435"/>
                      </a:cubicBezTo>
                      <a:lnTo>
                        <a:pt x="23717" y="48006"/>
                      </a:lnTo>
                      <a:lnTo>
                        <a:pt x="22955" y="47054"/>
                      </a:lnTo>
                      <a:cubicBezTo>
                        <a:pt x="23527" y="47054"/>
                        <a:pt x="24289" y="46768"/>
                        <a:pt x="25337" y="46196"/>
                      </a:cubicBezTo>
                      <a:cubicBezTo>
                        <a:pt x="26384" y="45625"/>
                        <a:pt x="27242" y="45339"/>
                        <a:pt x="27527" y="45339"/>
                      </a:cubicBezTo>
                      <a:cubicBezTo>
                        <a:pt x="28099" y="45339"/>
                        <a:pt x="28480" y="45815"/>
                        <a:pt x="28766" y="46768"/>
                      </a:cubicBezTo>
                      <a:cubicBezTo>
                        <a:pt x="28480" y="48768"/>
                        <a:pt x="29242" y="50768"/>
                        <a:pt x="30861" y="52769"/>
                      </a:cubicBezTo>
                      <a:cubicBezTo>
                        <a:pt x="31623" y="53721"/>
                        <a:pt x="33242" y="55245"/>
                        <a:pt x="35624" y="57245"/>
                      </a:cubicBezTo>
                      <a:cubicBezTo>
                        <a:pt x="36004" y="58103"/>
                        <a:pt x="36576" y="58484"/>
                        <a:pt x="37433" y="58484"/>
                      </a:cubicBezTo>
                      <a:cubicBezTo>
                        <a:pt x="37719" y="58484"/>
                        <a:pt x="38005" y="58484"/>
                        <a:pt x="38576" y="58484"/>
                      </a:cubicBezTo>
                      <a:cubicBezTo>
                        <a:pt x="39053" y="58484"/>
                        <a:pt x="39529" y="58293"/>
                        <a:pt x="39719" y="58293"/>
                      </a:cubicBezTo>
                      <a:cubicBezTo>
                        <a:pt x="40291" y="58293"/>
                        <a:pt x="40862" y="58484"/>
                        <a:pt x="41338" y="58674"/>
                      </a:cubicBezTo>
                      <a:cubicBezTo>
                        <a:pt x="41815" y="58960"/>
                        <a:pt x="42386" y="59055"/>
                        <a:pt x="42958" y="59055"/>
                      </a:cubicBezTo>
                      <a:cubicBezTo>
                        <a:pt x="44101" y="59055"/>
                        <a:pt x="45339" y="58579"/>
                        <a:pt x="46863" y="57436"/>
                      </a:cubicBezTo>
                      <a:cubicBezTo>
                        <a:pt x="49054" y="56007"/>
                        <a:pt x="50292" y="55245"/>
                        <a:pt x="50578" y="55054"/>
                      </a:cubicBezTo>
                      <a:cubicBezTo>
                        <a:pt x="50863" y="54578"/>
                        <a:pt x="51054" y="54102"/>
                        <a:pt x="51054" y="53626"/>
                      </a:cubicBezTo>
                      <a:cubicBezTo>
                        <a:pt x="51054" y="52864"/>
                        <a:pt x="50673" y="52007"/>
                        <a:pt x="49816" y="50768"/>
                      </a:cubicBezTo>
                      <a:cubicBezTo>
                        <a:pt x="49054" y="49625"/>
                        <a:pt x="48578" y="48673"/>
                        <a:pt x="48387" y="48101"/>
                      </a:cubicBezTo>
                      <a:cubicBezTo>
                        <a:pt x="46863" y="47911"/>
                        <a:pt x="46006" y="47339"/>
                        <a:pt x="45815" y="46387"/>
                      </a:cubicBezTo>
                      <a:lnTo>
                        <a:pt x="46292" y="46006"/>
                      </a:lnTo>
                      <a:cubicBezTo>
                        <a:pt x="44291" y="45053"/>
                        <a:pt x="41624" y="43720"/>
                        <a:pt x="38195" y="41815"/>
                      </a:cubicBezTo>
                      <a:cubicBezTo>
                        <a:pt x="37814" y="42101"/>
                        <a:pt x="37433" y="42291"/>
                        <a:pt x="37147" y="42291"/>
                      </a:cubicBezTo>
                      <a:cubicBezTo>
                        <a:pt x="36671" y="42291"/>
                        <a:pt x="36004" y="41910"/>
                        <a:pt x="35338" y="41243"/>
                      </a:cubicBezTo>
                      <a:cubicBezTo>
                        <a:pt x="34671" y="40577"/>
                        <a:pt x="34004" y="40291"/>
                        <a:pt x="33623" y="40291"/>
                      </a:cubicBezTo>
                      <a:cubicBezTo>
                        <a:pt x="33433" y="40291"/>
                        <a:pt x="33242" y="40291"/>
                        <a:pt x="33052" y="40481"/>
                      </a:cubicBezTo>
                      <a:cubicBezTo>
                        <a:pt x="31528" y="40100"/>
                        <a:pt x="30004" y="38862"/>
                        <a:pt x="28575" y="36767"/>
                      </a:cubicBezTo>
                      <a:cubicBezTo>
                        <a:pt x="26860" y="34480"/>
                        <a:pt x="25432" y="33052"/>
                        <a:pt x="24289" y="32385"/>
                      </a:cubicBezTo>
                      <a:cubicBezTo>
                        <a:pt x="24289" y="31718"/>
                        <a:pt x="24098" y="30861"/>
                        <a:pt x="23336" y="29909"/>
                      </a:cubicBezTo>
                      <a:cubicBezTo>
                        <a:pt x="22574" y="28956"/>
                        <a:pt x="22288" y="28099"/>
                        <a:pt x="22384" y="27623"/>
                      </a:cubicBezTo>
                      <a:cubicBezTo>
                        <a:pt x="22003" y="26861"/>
                        <a:pt x="21717" y="25337"/>
                        <a:pt x="21526" y="23051"/>
                      </a:cubicBezTo>
                      <a:cubicBezTo>
                        <a:pt x="21431" y="21050"/>
                        <a:pt x="21336" y="19050"/>
                        <a:pt x="21241" y="17145"/>
                      </a:cubicBezTo>
                      <a:cubicBezTo>
                        <a:pt x="21717" y="16954"/>
                        <a:pt x="22003" y="16764"/>
                        <a:pt x="22003" y="16383"/>
                      </a:cubicBezTo>
                      <a:cubicBezTo>
                        <a:pt x="22003" y="16193"/>
                        <a:pt x="21908" y="15907"/>
                        <a:pt x="21622" y="15526"/>
                      </a:cubicBezTo>
                      <a:cubicBezTo>
                        <a:pt x="21336" y="15145"/>
                        <a:pt x="21241" y="14859"/>
                        <a:pt x="21241" y="14669"/>
                      </a:cubicBezTo>
                      <a:cubicBezTo>
                        <a:pt x="21526" y="13811"/>
                        <a:pt x="22574" y="12668"/>
                        <a:pt x="24384" y="11240"/>
                      </a:cubicBezTo>
                      <a:cubicBezTo>
                        <a:pt x="25813" y="10001"/>
                        <a:pt x="26575" y="8763"/>
                        <a:pt x="26575" y="7525"/>
                      </a:cubicBezTo>
                      <a:cubicBezTo>
                        <a:pt x="26860" y="7525"/>
                        <a:pt x="27242" y="7239"/>
                        <a:pt x="27813" y="6763"/>
                      </a:cubicBezTo>
                      <a:cubicBezTo>
                        <a:pt x="28384" y="6382"/>
                        <a:pt x="28861" y="6191"/>
                        <a:pt x="29051" y="6191"/>
                      </a:cubicBezTo>
                      <a:cubicBezTo>
                        <a:pt x="29242" y="6191"/>
                        <a:pt x="29432" y="6382"/>
                        <a:pt x="29528" y="6572"/>
                      </a:cubicBezTo>
                      <a:cubicBezTo>
                        <a:pt x="30671" y="4858"/>
                        <a:pt x="32480" y="3429"/>
                        <a:pt x="35052" y="2477"/>
                      </a:cubicBezTo>
                      <a:cubicBezTo>
                        <a:pt x="37243" y="1715"/>
                        <a:pt x="39529" y="1048"/>
                        <a:pt x="41720" y="381"/>
                      </a:cubicBezTo>
                      <a:cubicBezTo>
                        <a:pt x="42386" y="95"/>
                        <a:pt x="43053" y="0"/>
                        <a:pt x="43720" y="0"/>
                      </a:cubicBezTo>
                      <a:cubicBezTo>
                        <a:pt x="44672" y="0"/>
                        <a:pt x="46006" y="381"/>
                        <a:pt x="47625" y="1143"/>
                      </a:cubicBezTo>
                      <a:cubicBezTo>
                        <a:pt x="49244" y="1905"/>
                        <a:pt x="50578" y="2286"/>
                        <a:pt x="51435" y="2286"/>
                      </a:cubicBezTo>
                      <a:cubicBezTo>
                        <a:pt x="51911" y="2286"/>
                        <a:pt x="52292" y="2286"/>
                        <a:pt x="52673" y="2096"/>
                      </a:cubicBezTo>
                      <a:cubicBezTo>
                        <a:pt x="53150" y="2953"/>
                        <a:pt x="53816" y="3429"/>
                        <a:pt x="54959" y="3810"/>
                      </a:cubicBezTo>
                      <a:cubicBezTo>
                        <a:pt x="56388" y="4286"/>
                        <a:pt x="57245" y="4572"/>
                        <a:pt x="57626" y="4953"/>
                      </a:cubicBezTo>
                      <a:cubicBezTo>
                        <a:pt x="59722" y="5144"/>
                        <a:pt x="61532" y="7715"/>
                        <a:pt x="63151" y="12954"/>
                      </a:cubicBezTo>
                      <a:cubicBezTo>
                        <a:pt x="63151" y="13716"/>
                        <a:pt x="62579" y="14669"/>
                        <a:pt x="61532" y="15812"/>
                      </a:cubicBezTo>
                      <a:cubicBezTo>
                        <a:pt x="60579" y="17050"/>
                        <a:pt x="60103" y="18002"/>
                        <a:pt x="60103" y="18860"/>
                      </a:cubicBezTo>
                      <a:cubicBezTo>
                        <a:pt x="59436" y="18764"/>
                        <a:pt x="59150" y="18955"/>
                        <a:pt x="59055" y="19526"/>
                      </a:cubicBezTo>
                      <a:cubicBezTo>
                        <a:pt x="59055" y="20288"/>
                        <a:pt x="58864" y="20765"/>
                        <a:pt x="58579" y="20860"/>
                      </a:cubicBezTo>
                      <a:cubicBezTo>
                        <a:pt x="56864" y="21622"/>
                        <a:pt x="55721" y="22098"/>
                        <a:pt x="55054" y="22098"/>
                      </a:cubicBezTo>
                      <a:cubicBezTo>
                        <a:pt x="54102" y="22098"/>
                        <a:pt x="53150" y="21527"/>
                        <a:pt x="52388" y="20288"/>
                      </a:cubicBezTo>
                      <a:cubicBezTo>
                        <a:pt x="52388" y="19336"/>
                        <a:pt x="51721" y="18574"/>
                        <a:pt x="50578" y="18193"/>
                      </a:cubicBezTo>
                      <a:cubicBezTo>
                        <a:pt x="49244" y="17717"/>
                        <a:pt x="48482" y="17145"/>
                        <a:pt x="48196" y="16478"/>
                      </a:cubicBezTo>
                      <a:cubicBezTo>
                        <a:pt x="47816" y="16478"/>
                        <a:pt x="46958" y="16097"/>
                        <a:pt x="45434" y="15430"/>
                      </a:cubicBezTo>
                      <a:cubicBezTo>
                        <a:pt x="44196" y="14954"/>
                        <a:pt x="43243" y="14669"/>
                        <a:pt x="42482" y="14669"/>
                      </a:cubicBezTo>
                      <a:cubicBezTo>
                        <a:pt x="41434" y="14669"/>
                        <a:pt x="40576" y="15145"/>
                        <a:pt x="39910" y="16097"/>
                      </a:cubicBezTo>
                      <a:cubicBezTo>
                        <a:pt x="39624" y="16097"/>
                        <a:pt x="39433" y="16002"/>
                        <a:pt x="39243" y="16002"/>
                      </a:cubicBezTo>
                      <a:cubicBezTo>
                        <a:pt x="38767" y="16002"/>
                        <a:pt x="38005" y="16478"/>
                        <a:pt x="37052" y="17336"/>
                      </a:cubicBezTo>
                      <a:cubicBezTo>
                        <a:pt x="37338" y="17907"/>
                        <a:pt x="37433" y="18383"/>
                        <a:pt x="37433" y="18764"/>
                      </a:cubicBezTo>
                      <a:cubicBezTo>
                        <a:pt x="37433" y="19336"/>
                        <a:pt x="37052" y="19812"/>
                        <a:pt x="36290" y="20288"/>
                      </a:cubicBezTo>
                      <a:cubicBezTo>
                        <a:pt x="35433" y="20669"/>
                        <a:pt x="35052" y="21241"/>
                        <a:pt x="35052" y="21622"/>
                      </a:cubicBezTo>
                      <a:cubicBezTo>
                        <a:pt x="35052" y="22003"/>
                        <a:pt x="35242" y="22479"/>
                        <a:pt x="35624" y="23051"/>
                      </a:cubicBezTo>
                      <a:cubicBezTo>
                        <a:pt x="38195" y="26765"/>
                        <a:pt x="42005" y="29528"/>
                        <a:pt x="47149" y="31433"/>
                      </a:cubicBezTo>
                      <a:cubicBezTo>
                        <a:pt x="47816" y="31623"/>
                        <a:pt x="48863" y="32195"/>
                        <a:pt x="50006" y="33242"/>
                      </a:cubicBezTo>
                      <a:cubicBezTo>
                        <a:pt x="51245" y="34290"/>
                        <a:pt x="52292" y="34766"/>
                        <a:pt x="53150" y="34862"/>
                      </a:cubicBezTo>
                      <a:cubicBezTo>
                        <a:pt x="54007" y="34862"/>
                        <a:pt x="55150" y="35624"/>
                        <a:pt x="56674" y="36862"/>
                      </a:cubicBezTo>
                      <a:cubicBezTo>
                        <a:pt x="58007" y="38100"/>
                        <a:pt x="59341" y="38576"/>
                        <a:pt x="60484" y="38386"/>
                      </a:cubicBezTo>
                      <a:cubicBezTo>
                        <a:pt x="60484" y="39053"/>
                        <a:pt x="60579" y="39338"/>
                        <a:pt x="60770" y="39434"/>
                      </a:cubicBezTo>
                      <a:cubicBezTo>
                        <a:pt x="61246" y="39434"/>
                        <a:pt x="61722" y="39815"/>
                        <a:pt x="61913" y="40672"/>
                      </a:cubicBezTo>
                      <a:cubicBezTo>
                        <a:pt x="62198" y="41529"/>
                        <a:pt x="62579" y="41815"/>
                        <a:pt x="63151" y="41624"/>
                      </a:cubicBezTo>
                      <a:cubicBezTo>
                        <a:pt x="63341" y="42101"/>
                        <a:pt x="64008" y="43339"/>
                        <a:pt x="65532" y="45339"/>
                      </a:cubicBezTo>
                      <a:cubicBezTo>
                        <a:pt x="66675" y="47054"/>
                        <a:pt x="67151" y="48578"/>
                        <a:pt x="67151" y="49911"/>
                      </a:cubicBezTo>
                      <a:cubicBezTo>
                        <a:pt x="67437" y="50292"/>
                        <a:pt x="67628" y="50673"/>
                        <a:pt x="67628" y="51054"/>
                      </a:cubicBezTo>
                      <a:cubicBezTo>
                        <a:pt x="67628" y="51340"/>
                        <a:pt x="67532" y="51721"/>
                        <a:pt x="67151" y="52102"/>
                      </a:cubicBezTo>
                      <a:cubicBezTo>
                        <a:pt x="66866" y="52578"/>
                        <a:pt x="66675" y="52959"/>
                        <a:pt x="66675" y="53054"/>
                      </a:cubicBezTo>
                      <a:cubicBezTo>
                        <a:pt x="66675" y="53435"/>
                        <a:pt x="66866" y="53816"/>
                        <a:pt x="67437" y="54197"/>
                      </a:cubicBezTo>
                      <a:close/>
                      <a:moveTo>
                        <a:pt x="15240" y="56102"/>
                      </a:moveTo>
                      <a:lnTo>
                        <a:pt x="17335" y="55436"/>
                      </a:lnTo>
                      <a:lnTo>
                        <a:pt x="16383" y="55436"/>
                      </a:lnTo>
                      <a:lnTo>
                        <a:pt x="15335" y="56102"/>
                      </a:lnTo>
                      <a:close/>
                      <a:moveTo>
                        <a:pt x="15812" y="64961"/>
                      </a:moveTo>
                      <a:lnTo>
                        <a:pt x="16288" y="64961"/>
                      </a:lnTo>
                      <a:lnTo>
                        <a:pt x="16954" y="65437"/>
                      </a:lnTo>
                      <a:lnTo>
                        <a:pt x="15812" y="64961"/>
                      </a:lnTo>
                      <a:close/>
                      <a:moveTo>
                        <a:pt x="18764" y="69723"/>
                      </a:moveTo>
                      <a:cubicBezTo>
                        <a:pt x="18574" y="69056"/>
                        <a:pt x="18764" y="68485"/>
                        <a:pt x="19336" y="67818"/>
                      </a:cubicBezTo>
                      <a:lnTo>
                        <a:pt x="19336" y="67818"/>
                      </a:lnTo>
                      <a:cubicBezTo>
                        <a:pt x="19336" y="67818"/>
                        <a:pt x="19431" y="68294"/>
                        <a:pt x="19717" y="68580"/>
                      </a:cubicBezTo>
                      <a:cubicBezTo>
                        <a:pt x="20003" y="68866"/>
                        <a:pt x="20193" y="69056"/>
                        <a:pt x="20193" y="69152"/>
                      </a:cubicBezTo>
                      <a:cubicBezTo>
                        <a:pt x="20193" y="69342"/>
                        <a:pt x="20098" y="69437"/>
                        <a:pt x="19812" y="69628"/>
                      </a:cubicBezTo>
                      <a:lnTo>
                        <a:pt x="18859" y="69628"/>
                      </a:lnTo>
                      <a:close/>
                      <a:moveTo>
                        <a:pt x="19526" y="67628"/>
                      </a:moveTo>
                      <a:cubicBezTo>
                        <a:pt x="19526" y="67628"/>
                        <a:pt x="19336" y="67818"/>
                        <a:pt x="19336" y="67913"/>
                      </a:cubicBezTo>
                      <a:cubicBezTo>
                        <a:pt x="19336" y="67913"/>
                        <a:pt x="19336" y="67818"/>
                        <a:pt x="19526" y="67628"/>
                      </a:cubicBezTo>
                      <a:close/>
                      <a:moveTo>
                        <a:pt x="19717" y="65913"/>
                      </a:moveTo>
                      <a:cubicBezTo>
                        <a:pt x="19717" y="65913"/>
                        <a:pt x="20288" y="66104"/>
                        <a:pt x="20574" y="66294"/>
                      </a:cubicBezTo>
                      <a:cubicBezTo>
                        <a:pt x="20860" y="66580"/>
                        <a:pt x="21050" y="66770"/>
                        <a:pt x="21050" y="66866"/>
                      </a:cubicBezTo>
                      <a:cubicBezTo>
                        <a:pt x="20669" y="66866"/>
                        <a:pt x="20193" y="67151"/>
                        <a:pt x="19526" y="67628"/>
                      </a:cubicBezTo>
                      <a:cubicBezTo>
                        <a:pt x="20003" y="66961"/>
                        <a:pt x="20098" y="66485"/>
                        <a:pt x="19717" y="65913"/>
                      </a:cubicBezTo>
                      <a:close/>
                      <a:moveTo>
                        <a:pt x="21812" y="58198"/>
                      </a:moveTo>
                      <a:lnTo>
                        <a:pt x="21812" y="57436"/>
                      </a:lnTo>
                      <a:lnTo>
                        <a:pt x="19717" y="56388"/>
                      </a:lnTo>
                      <a:lnTo>
                        <a:pt x="21812" y="58198"/>
                      </a:lnTo>
                      <a:close/>
                      <a:moveTo>
                        <a:pt x="23527" y="60960"/>
                      </a:moveTo>
                      <a:cubicBezTo>
                        <a:pt x="23527" y="60960"/>
                        <a:pt x="23813" y="60960"/>
                        <a:pt x="24384" y="61151"/>
                      </a:cubicBezTo>
                      <a:cubicBezTo>
                        <a:pt x="24765" y="61246"/>
                        <a:pt x="25051" y="61055"/>
                        <a:pt x="25241" y="60674"/>
                      </a:cubicBezTo>
                      <a:cubicBezTo>
                        <a:pt x="24575" y="60388"/>
                        <a:pt x="24003" y="60579"/>
                        <a:pt x="23527" y="61055"/>
                      </a:cubicBezTo>
                      <a:cubicBezTo>
                        <a:pt x="23336" y="61055"/>
                        <a:pt x="23241" y="61151"/>
                        <a:pt x="23241" y="61341"/>
                      </a:cubicBezTo>
                      <a:lnTo>
                        <a:pt x="22574" y="62103"/>
                      </a:lnTo>
                      <a:lnTo>
                        <a:pt x="23241" y="62103"/>
                      </a:lnTo>
                      <a:cubicBezTo>
                        <a:pt x="23241" y="62103"/>
                        <a:pt x="23241" y="61532"/>
                        <a:pt x="23241" y="61341"/>
                      </a:cubicBezTo>
                      <a:lnTo>
                        <a:pt x="23527" y="61055"/>
                      </a:lnTo>
                      <a:close/>
                      <a:moveTo>
                        <a:pt x="24003" y="26575"/>
                      </a:moveTo>
                      <a:cubicBezTo>
                        <a:pt x="24003" y="26575"/>
                        <a:pt x="24384" y="26099"/>
                        <a:pt x="24193" y="25813"/>
                      </a:cubicBezTo>
                      <a:lnTo>
                        <a:pt x="24479" y="25146"/>
                      </a:lnTo>
                      <a:cubicBezTo>
                        <a:pt x="24479" y="25146"/>
                        <a:pt x="23908" y="24575"/>
                        <a:pt x="23432" y="24479"/>
                      </a:cubicBezTo>
                      <a:cubicBezTo>
                        <a:pt x="23146" y="24289"/>
                        <a:pt x="22860" y="24194"/>
                        <a:pt x="22670" y="24194"/>
                      </a:cubicBezTo>
                      <a:cubicBezTo>
                        <a:pt x="23717" y="24670"/>
                        <a:pt x="24193" y="25241"/>
                        <a:pt x="24193" y="25813"/>
                      </a:cubicBezTo>
                      <a:lnTo>
                        <a:pt x="24003" y="26575"/>
                      </a:lnTo>
                      <a:close/>
                      <a:moveTo>
                        <a:pt x="30194" y="21336"/>
                      </a:moveTo>
                      <a:lnTo>
                        <a:pt x="30194" y="21050"/>
                      </a:lnTo>
                      <a:cubicBezTo>
                        <a:pt x="30004" y="19526"/>
                        <a:pt x="28956" y="18669"/>
                        <a:pt x="26956" y="18669"/>
                      </a:cubicBezTo>
                      <a:cubicBezTo>
                        <a:pt x="25432" y="18669"/>
                        <a:pt x="24193" y="19145"/>
                        <a:pt x="23146" y="19907"/>
                      </a:cubicBezTo>
                      <a:cubicBezTo>
                        <a:pt x="23432" y="20003"/>
                        <a:pt x="23813" y="20669"/>
                        <a:pt x="24193" y="21717"/>
                      </a:cubicBezTo>
                      <a:cubicBezTo>
                        <a:pt x="24479" y="22765"/>
                        <a:pt x="25146" y="23241"/>
                        <a:pt x="25908" y="23051"/>
                      </a:cubicBezTo>
                      <a:lnTo>
                        <a:pt x="25908" y="22765"/>
                      </a:lnTo>
                      <a:cubicBezTo>
                        <a:pt x="25908" y="22765"/>
                        <a:pt x="26384" y="21908"/>
                        <a:pt x="26575" y="20765"/>
                      </a:cubicBezTo>
                      <a:cubicBezTo>
                        <a:pt x="26765" y="19812"/>
                        <a:pt x="27146" y="19336"/>
                        <a:pt x="27718" y="19336"/>
                      </a:cubicBezTo>
                      <a:cubicBezTo>
                        <a:pt x="27908" y="19336"/>
                        <a:pt x="28289" y="19336"/>
                        <a:pt x="28575" y="19621"/>
                      </a:cubicBezTo>
                      <a:lnTo>
                        <a:pt x="28575" y="20384"/>
                      </a:lnTo>
                      <a:cubicBezTo>
                        <a:pt x="28575" y="20384"/>
                        <a:pt x="28766" y="20288"/>
                        <a:pt x="28956" y="20288"/>
                      </a:cubicBezTo>
                      <a:cubicBezTo>
                        <a:pt x="29051" y="20288"/>
                        <a:pt x="29528" y="20669"/>
                        <a:pt x="30194" y="21431"/>
                      </a:cubicBezTo>
                      <a:close/>
                      <a:moveTo>
                        <a:pt x="24479" y="50387"/>
                      </a:moveTo>
                      <a:cubicBezTo>
                        <a:pt x="23908" y="50387"/>
                        <a:pt x="23622" y="50387"/>
                        <a:pt x="23432" y="50102"/>
                      </a:cubicBezTo>
                      <a:lnTo>
                        <a:pt x="24193" y="51149"/>
                      </a:lnTo>
                      <a:cubicBezTo>
                        <a:pt x="24193" y="51149"/>
                        <a:pt x="24575" y="50768"/>
                        <a:pt x="24479" y="50387"/>
                      </a:cubicBezTo>
                      <a:close/>
                      <a:moveTo>
                        <a:pt x="25146" y="22384"/>
                      </a:moveTo>
                      <a:lnTo>
                        <a:pt x="24860" y="22098"/>
                      </a:lnTo>
                      <a:lnTo>
                        <a:pt x="25527" y="22098"/>
                      </a:lnTo>
                      <a:cubicBezTo>
                        <a:pt x="25527" y="22098"/>
                        <a:pt x="25337" y="22288"/>
                        <a:pt x="25051" y="22384"/>
                      </a:cubicBezTo>
                      <a:close/>
                      <a:moveTo>
                        <a:pt x="25622" y="22098"/>
                      </a:moveTo>
                      <a:cubicBezTo>
                        <a:pt x="25622" y="22098"/>
                        <a:pt x="25813" y="21908"/>
                        <a:pt x="25908" y="22098"/>
                      </a:cubicBezTo>
                      <a:lnTo>
                        <a:pt x="25622" y="22098"/>
                      </a:lnTo>
                      <a:close/>
                      <a:moveTo>
                        <a:pt x="26289" y="66485"/>
                      </a:moveTo>
                      <a:lnTo>
                        <a:pt x="27051" y="65818"/>
                      </a:lnTo>
                      <a:cubicBezTo>
                        <a:pt x="27051" y="65818"/>
                        <a:pt x="26479" y="65342"/>
                        <a:pt x="26289" y="65342"/>
                      </a:cubicBezTo>
                      <a:lnTo>
                        <a:pt x="26289" y="66485"/>
                      </a:lnTo>
                      <a:close/>
                      <a:moveTo>
                        <a:pt x="27432" y="23336"/>
                      </a:moveTo>
                      <a:cubicBezTo>
                        <a:pt x="27432" y="23336"/>
                        <a:pt x="27432" y="22574"/>
                        <a:pt x="27146" y="22098"/>
                      </a:cubicBezTo>
                      <a:lnTo>
                        <a:pt x="27146" y="23813"/>
                      </a:lnTo>
                      <a:lnTo>
                        <a:pt x="27432" y="23336"/>
                      </a:lnTo>
                      <a:close/>
                      <a:moveTo>
                        <a:pt x="28766" y="72295"/>
                      </a:moveTo>
                      <a:lnTo>
                        <a:pt x="28575" y="72009"/>
                      </a:lnTo>
                      <a:lnTo>
                        <a:pt x="29242" y="72009"/>
                      </a:lnTo>
                      <a:lnTo>
                        <a:pt x="28766" y="72295"/>
                      </a:lnTo>
                      <a:close/>
                      <a:moveTo>
                        <a:pt x="37529" y="64770"/>
                      </a:moveTo>
                      <a:lnTo>
                        <a:pt x="37909" y="64294"/>
                      </a:lnTo>
                      <a:lnTo>
                        <a:pt x="37529" y="63246"/>
                      </a:lnTo>
                      <a:lnTo>
                        <a:pt x="37529" y="64675"/>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17" name="Google Shape;1417;p99"/>
              <p:cNvGrpSpPr/>
              <p:nvPr/>
            </p:nvGrpSpPr>
            <p:grpSpPr>
              <a:xfrm>
                <a:off x="10709618" y="7173182"/>
                <a:ext cx="334613" cy="93536"/>
                <a:chOff x="5456300" y="4891277"/>
                <a:chExt cx="334613" cy="93536"/>
              </a:xfrm>
            </p:grpSpPr>
            <p:sp>
              <p:nvSpPr>
                <p:cNvPr id="1418" name="Google Shape;1418;p99"/>
                <p:cNvSpPr/>
                <p:nvPr/>
              </p:nvSpPr>
              <p:spPr>
                <a:xfrm>
                  <a:off x="5456300" y="4892992"/>
                  <a:ext cx="58674" cy="87725"/>
                </a:xfrm>
                <a:custGeom>
                  <a:avLst/>
                  <a:gdLst/>
                  <a:ahLst/>
                  <a:cxnLst/>
                  <a:rect l="l" t="t" r="r" b="b"/>
                  <a:pathLst>
                    <a:path w="58674" h="87725" extrusionOk="0">
                      <a:moveTo>
                        <a:pt x="57912" y="2953"/>
                      </a:moveTo>
                      <a:lnTo>
                        <a:pt x="58674" y="18383"/>
                      </a:lnTo>
                      <a:cubicBezTo>
                        <a:pt x="56960" y="18955"/>
                        <a:pt x="54483" y="19145"/>
                        <a:pt x="51340" y="18859"/>
                      </a:cubicBezTo>
                      <a:cubicBezTo>
                        <a:pt x="47625" y="18479"/>
                        <a:pt x="45244" y="18383"/>
                        <a:pt x="44005" y="18479"/>
                      </a:cubicBezTo>
                      <a:cubicBezTo>
                        <a:pt x="41338" y="18859"/>
                        <a:pt x="39338" y="20098"/>
                        <a:pt x="37719" y="22193"/>
                      </a:cubicBezTo>
                      <a:cubicBezTo>
                        <a:pt x="37814" y="22669"/>
                        <a:pt x="37910" y="23241"/>
                        <a:pt x="37910" y="23813"/>
                      </a:cubicBezTo>
                      <a:cubicBezTo>
                        <a:pt x="37910" y="24384"/>
                        <a:pt x="37719" y="25241"/>
                        <a:pt x="37529" y="26384"/>
                      </a:cubicBezTo>
                      <a:cubicBezTo>
                        <a:pt x="37338" y="27527"/>
                        <a:pt x="37243" y="28289"/>
                        <a:pt x="37243" y="28956"/>
                      </a:cubicBezTo>
                      <a:cubicBezTo>
                        <a:pt x="37243" y="29813"/>
                        <a:pt x="37338" y="30671"/>
                        <a:pt x="37719" y="31432"/>
                      </a:cubicBezTo>
                      <a:cubicBezTo>
                        <a:pt x="37910" y="31909"/>
                        <a:pt x="38005" y="32290"/>
                        <a:pt x="38005" y="32671"/>
                      </a:cubicBezTo>
                      <a:cubicBezTo>
                        <a:pt x="38005" y="33147"/>
                        <a:pt x="37910" y="33718"/>
                        <a:pt x="37529" y="34385"/>
                      </a:cubicBezTo>
                      <a:cubicBezTo>
                        <a:pt x="37243" y="35052"/>
                        <a:pt x="37147" y="35528"/>
                        <a:pt x="37147" y="35814"/>
                      </a:cubicBezTo>
                      <a:cubicBezTo>
                        <a:pt x="37147" y="36290"/>
                        <a:pt x="37338" y="36671"/>
                        <a:pt x="37719" y="36957"/>
                      </a:cubicBezTo>
                      <a:lnTo>
                        <a:pt x="37433" y="41910"/>
                      </a:lnTo>
                      <a:cubicBezTo>
                        <a:pt x="37433" y="41338"/>
                        <a:pt x="36957" y="40957"/>
                        <a:pt x="36195" y="40767"/>
                      </a:cubicBezTo>
                      <a:cubicBezTo>
                        <a:pt x="35147" y="40386"/>
                        <a:pt x="34576" y="40291"/>
                        <a:pt x="34480" y="40196"/>
                      </a:cubicBezTo>
                      <a:cubicBezTo>
                        <a:pt x="34195" y="40386"/>
                        <a:pt x="34004" y="40672"/>
                        <a:pt x="34195" y="41053"/>
                      </a:cubicBezTo>
                      <a:cubicBezTo>
                        <a:pt x="34195" y="41338"/>
                        <a:pt x="34195" y="41719"/>
                        <a:pt x="34100" y="42005"/>
                      </a:cubicBezTo>
                      <a:cubicBezTo>
                        <a:pt x="34576" y="41815"/>
                        <a:pt x="34957" y="41719"/>
                        <a:pt x="35147" y="41719"/>
                      </a:cubicBezTo>
                      <a:cubicBezTo>
                        <a:pt x="35623" y="41719"/>
                        <a:pt x="36004" y="42291"/>
                        <a:pt x="36386" y="43339"/>
                      </a:cubicBezTo>
                      <a:cubicBezTo>
                        <a:pt x="36671" y="44767"/>
                        <a:pt x="36957" y="45529"/>
                        <a:pt x="37052" y="45720"/>
                      </a:cubicBezTo>
                      <a:lnTo>
                        <a:pt x="36576" y="45720"/>
                      </a:lnTo>
                      <a:cubicBezTo>
                        <a:pt x="37433" y="48101"/>
                        <a:pt x="37910" y="51435"/>
                        <a:pt x="38005" y="55721"/>
                      </a:cubicBezTo>
                      <a:cubicBezTo>
                        <a:pt x="37910" y="59150"/>
                        <a:pt x="37814" y="62579"/>
                        <a:pt x="37814" y="66008"/>
                      </a:cubicBezTo>
                      <a:cubicBezTo>
                        <a:pt x="37910" y="68008"/>
                        <a:pt x="38100" y="69913"/>
                        <a:pt x="38290" y="71533"/>
                      </a:cubicBezTo>
                      <a:cubicBezTo>
                        <a:pt x="38290" y="71533"/>
                        <a:pt x="38576" y="71628"/>
                        <a:pt x="39053" y="71914"/>
                      </a:cubicBezTo>
                      <a:cubicBezTo>
                        <a:pt x="39529" y="72199"/>
                        <a:pt x="39910" y="72295"/>
                        <a:pt x="40386" y="72104"/>
                      </a:cubicBezTo>
                      <a:cubicBezTo>
                        <a:pt x="39814" y="73247"/>
                        <a:pt x="39529" y="76009"/>
                        <a:pt x="39338" y="80486"/>
                      </a:cubicBezTo>
                      <a:cubicBezTo>
                        <a:pt x="39243" y="82963"/>
                        <a:pt x="38576" y="84677"/>
                        <a:pt x="37052" y="85630"/>
                      </a:cubicBezTo>
                      <a:cubicBezTo>
                        <a:pt x="37338" y="85725"/>
                        <a:pt x="37433" y="86201"/>
                        <a:pt x="37433" y="86868"/>
                      </a:cubicBezTo>
                      <a:cubicBezTo>
                        <a:pt x="36671" y="86868"/>
                        <a:pt x="34195" y="86868"/>
                        <a:pt x="30004" y="86868"/>
                      </a:cubicBezTo>
                      <a:cubicBezTo>
                        <a:pt x="26956" y="86773"/>
                        <a:pt x="24479" y="87058"/>
                        <a:pt x="22765" y="87725"/>
                      </a:cubicBezTo>
                      <a:cubicBezTo>
                        <a:pt x="21241" y="86392"/>
                        <a:pt x="20479" y="84487"/>
                        <a:pt x="20479" y="81820"/>
                      </a:cubicBezTo>
                      <a:cubicBezTo>
                        <a:pt x="20479" y="79534"/>
                        <a:pt x="20574" y="77343"/>
                        <a:pt x="20574" y="75057"/>
                      </a:cubicBezTo>
                      <a:cubicBezTo>
                        <a:pt x="20955" y="66770"/>
                        <a:pt x="21146" y="58102"/>
                        <a:pt x="21146" y="48958"/>
                      </a:cubicBezTo>
                      <a:cubicBezTo>
                        <a:pt x="21146" y="39814"/>
                        <a:pt x="20955" y="30671"/>
                        <a:pt x="20574" y="20955"/>
                      </a:cubicBezTo>
                      <a:cubicBezTo>
                        <a:pt x="20098" y="19526"/>
                        <a:pt x="18955" y="18669"/>
                        <a:pt x="17145" y="18669"/>
                      </a:cubicBezTo>
                      <a:cubicBezTo>
                        <a:pt x="16764" y="18669"/>
                        <a:pt x="16288" y="18669"/>
                        <a:pt x="15621" y="18764"/>
                      </a:cubicBezTo>
                      <a:lnTo>
                        <a:pt x="14192" y="18764"/>
                      </a:lnTo>
                      <a:cubicBezTo>
                        <a:pt x="13335" y="18764"/>
                        <a:pt x="12573" y="18574"/>
                        <a:pt x="11906" y="18288"/>
                      </a:cubicBezTo>
                      <a:cubicBezTo>
                        <a:pt x="12573" y="18288"/>
                        <a:pt x="10382" y="18383"/>
                        <a:pt x="5429" y="18383"/>
                      </a:cubicBezTo>
                      <a:cubicBezTo>
                        <a:pt x="3143" y="18383"/>
                        <a:pt x="1429" y="17812"/>
                        <a:pt x="0" y="16669"/>
                      </a:cubicBezTo>
                      <a:lnTo>
                        <a:pt x="0" y="1429"/>
                      </a:lnTo>
                      <a:cubicBezTo>
                        <a:pt x="0" y="1429"/>
                        <a:pt x="762" y="2000"/>
                        <a:pt x="1238" y="2000"/>
                      </a:cubicBezTo>
                      <a:cubicBezTo>
                        <a:pt x="2096" y="2000"/>
                        <a:pt x="3048" y="1429"/>
                        <a:pt x="3810" y="286"/>
                      </a:cubicBezTo>
                      <a:cubicBezTo>
                        <a:pt x="8287" y="0"/>
                        <a:pt x="14764" y="0"/>
                        <a:pt x="23527" y="190"/>
                      </a:cubicBezTo>
                      <a:cubicBezTo>
                        <a:pt x="32099" y="476"/>
                        <a:pt x="38767" y="381"/>
                        <a:pt x="43434" y="0"/>
                      </a:cubicBezTo>
                      <a:cubicBezTo>
                        <a:pt x="43625" y="476"/>
                        <a:pt x="43910" y="667"/>
                        <a:pt x="44387" y="667"/>
                      </a:cubicBezTo>
                      <a:cubicBezTo>
                        <a:pt x="44672" y="667"/>
                        <a:pt x="45053" y="667"/>
                        <a:pt x="45529" y="381"/>
                      </a:cubicBezTo>
                      <a:cubicBezTo>
                        <a:pt x="46101" y="190"/>
                        <a:pt x="46387" y="95"/>
                        <a:pt x="46672" y="95"/>
                      </a:cubicBezTo>
                      <a:cubicBezTo>
                        <a:pt x="47530" y="571"/>
                        <a:pt x="49816" y="571"/>
                        <a:pt x="53530" y="95"/>
                      </a:cubicBezTo>
                      <a:cubicBezTo>
                        <a:pt x="56293" y="-286"/>
                        <a:pt x="57721" y="667"/>
                        <a:pt x="57912" y="3048"/>
                      </a:cubicBezTo>
                      <a:close/>
                      <a:moveTo>
                        <a:pt x="9335" y="6286"/>
                      </a:moveTo>
                      <a:cubicBezTo>
                        <a:pt x="10096" y="5143"/>
                        <a:pt x="10954" y="4572"/>
                        <a:pt x="12192" y="4572"/>
                      </a:cubicBezTo>
                      <a:cubicBezTo>
                        <a:pt x="12573" y="4572"/>
                        <a:pt x="13335" y="4572"/>
                        <a:pt x="14288" y="4858"/>
                      </a:cubicBezTo>
                      <a:cubicBezTo>
                        <a:pt x="15335" y="5143"/>
                        <a:pt x="16097" y="5239"/>
                        <a:pt x="16669" y="5239"/>
                      </a:cubicBezTo>
                      <a:cubicBezTo>
                        <a:pt x="17240" y="5239"/>
                        <a:pt x="17812" y="5239"/>
                        <a:pt x="18288" y="5048"/>
                      </a:cubicBezTo>
                      <a:lnTo>
                        <a:pt x="16478" y="3334"/>
                      </a:lnTo>
                      <a:cubicBezTo>
                        <a:pt x="15907" y="3334"/>
                        <a:pt x="15621" y="3048"/>
                        <a:pt x="15716" y="2476"/>
                      </a:cubicBezTo>
                      <a:cubicBezTo>
                        <a:pt x="15812" y="1714"/>
                        <a:pt x="15812" y="1333"/>
                        <a:pt x="15716" y="1238"/>
                      </a:cubicBezTo>
                      <a:cubicBezTo>
                        <a:pt x="15526" y="1714"/>
                        <a:pt x="15240" y="2000"/>
                        <a:pt x="14954" y="2000"/>
                      </a:cubicBezTo>
                      <a:cubicBezTo>
                        <a:pt x="14764" y="2000"/>
                        <a:pt x="14573" y="1905"/>
                        <a:pt x="14383" y="1905"/>
                      </a:cubicBezTo>
                      <a:cubicBezTo>
                        <a:pt x="14288" y="1905"/>
                        <a:pt x="14288" y="2381"/>
                        <a:pt x="14383" y="2953"/>
                      </a:cubicBezTo>
                      <a:cubicBezTo>
                        <a:pt x="13526" y="3524"/>
                        <a:pt x="12383" y="3905"/>
                        <a:pt x="10954" y="4096"/>
                      </a:cubicBezTo>
                      <a:cubicBezTo>
                        <a:pt x="9335" y="4286"/>
                        <a:pt x="8192" y="4477"/>
                        <a:pt x="7715" y="4667"/>
                      </a:cubicBezTo>
                      <a:lnTo>
                        <a:pt x="9906" y="4667"/>
                      </a:lnTo>
                      <a:cubicBezTo>
                        <a:pt x="9430" y="5334"/>
                        <a:pt x="9049" y="5810"/>
                        <a:pt x="8668" y="6001"/>
                      </a:cubicBezTo>
                      <a:cubicBezTo>
                        <a:pt x="8668" y="6001"/>
                        <a:pt x="8668" y="5972"/>
                        <a:pt x="8668" y="5905"/>
                      </a:cubicBezTo>
                      <a:cubicBezTo>
                        <a:pt x="8668" y="5905"/>
                        <a:pt x="8382" y="6096"/>
                        <a:pt x="8192" y="6191"/>
                      </a:cubicBezTo>
                      <a:cubicBezTo>
                        <a:pt x="7811" y="6382"/>
                        <a:pt x="7429" y="6382"/>
                        <a:pt x="7239" y="6382"/>
                      </a:cubicBezTo>
                      <a:cubicBezTo>
                        <a:pt x="6858" y="6191"/>
                        <a:pt x="6477" y="6191"/>
                        <a:pt x="6001" y="6382"/>
                      </a:cubicBezTo>
                      <a:cubicBezTo>
                        <a:pt x="4477" y="6191"/>
                        <a:pt x="3429" y="6191"/>
                        <a:pt x="2858" y="6382"/>
                      </a:cubicBezTo>
                      <a:lnTo>
                        <a:pt x="2858" y="5905"/>
                      </a:lnTo>
                      <a:lnTo>
                        <a:pt x="1524" y="7334"/>
                      </a:lnTo>
                      <a:cubicBezTo>
                        <a:pt x="1524" y="7334"/>
                        <a:pt x="2286" y="7525"/>
                        <a:pt x="2667" y="7525"/>
                      </a:cubicBezTo>
                      <a:cubicBezTo>
                        <a:pt x="2858" y="7525"/>
                        <a:pt x="3905" y="7144"/>
                        <a:pt x="5905" y="6477"/>
                      </a:cubicBezTo>
                      <a:lnTo>
                        <a:pt x="7144" y="6477"/>
                      </a:lnTo>
                      <a:cubicBezTo>
                        <a:pt x="7144" y="6477"/>
                        <a:pt x="7525" y="6858"/>
                        <a:pt x="7715" y="7144"/>
                      </a:cubicBezTo>
                      <a:cubicBezTo>
                        <a:pt x="7811" y="7429"/>
                        <a:pt x="7906" y="7620"/>
                        <a:pt x="8096" y="8096"/>
                      </a:cubicBezTo>
                      <a:cubicBezTo>
                        <a:pt x="8001" y="7810"/>
                        <a:pt x="7906" y="7620"/>
                        <a:pt x="7715" y="7334"/>
                      </a:cubicBezTo>
                      <a:cubicBezTo>
                        <a:pt x="7715" y="6953"/>
                        <a:pt x="7811" y="6572"/>
                        <a:pt x="8096" y="6382"/>
                      </a:cubicBezTo>
                      <a:cubicBezTo>
                        <a:pt x="8287" y="6382"/>
                        <a:pt x="8477" y="6382"/>
                        <a:pt x="8668" y="6191"/>
                      </a:cubicBezTo>
                      <a:cubicBezTo>
                        <a:pt x="9144" y="6858"/>
                        <a:pt x="9430" y="7334"/>
                        <a:pt x="9430" y="7525"/>
                      </a:cubicBezTo>
                      <a:lnTo>
                        <a:pt x="12383" y="6953"/>
                      </a:lnTo>
                      <a:lnTo>
                        <a:pt x="9430" y="6572"/>
                      </a:lnTo>
                      <a:close/>
                      <a:moveTo>
                        <a:pt x="7144" y="11335"/>
                      </a:moveTo>
                      <a:lnTo>
                        <a:pt x="8858" y="10477"/>
                      </a:lnTo>
                      <a:lnTo>
                        <a:pt x="8001" y="10477"/>
                      </a:lnTo>
                      <a:lnTo>
                        <a:pt x="7144" y="11335"/>
                      </a:lnTo>
                      <a:close/>
                      <a:moveTo>
                        <a:pt x="20669" y="2953"/>
                      </a:moveTo>
                      <a:lnTo>
                        <a:pt x="22003" y="1524"/>
                      </a:lnTo>
                      <a:cubicBezTo>
                        <a:pt x="22003" y="1524"/>
                        <a:pt x="21050" y="1238"/>
                        <a:pt x="20384" y="952"/>
                      </a:cubicBezTo>
                      <a:lnTo>
                        <a:pt x="19050" y="2953"/>
                      </a:lnTo>
                      <a:lnTo>
                        <a:pt x="17526" y="2096"/>
                      </a:lnTo>
                      <a:lnTo>
                        <a:pt x="19526" y="4191"/>
                      </a:lnTo>
                      <a:cubicBezTo>
                        <a:pt x="19526" y="2762"/>
                        <a:pt x="19907" y="1905"/>
                        <a:pt x="20384" y="1524"/>
                      </a:cubicBezTo>
                      <a:cubicBezTo>
                        <a:pt x="20574" y="1714"/>
                        <a:pt x="20669" y="2191"/>
                        <a:pt x="20669" y="2953"/>
                      </a:cubicBezTo>
                      <a:close/>
                      <a:moveTo>
                        <a:pt x="24955" y="46482"/>
                      </a:moveTo>
                      <a:cubicBezTo>
                        <a:pt x="26289" y="46672"/>
                        <a:pt x="26861" y="46482"/>
                        <a:pt x="26670" y="46196"/>
                      </a:cubicBezTo>
                      <a:cubicBezTo>
                        <a:pt x="26289" y="46006"/>
                        <a:pt x="25813" y="46196"/>
                        <a:pt x="24955" y="46482"/>
                      </a:cubicBezTo>
                      <a:cubicBezTo>
                        <a:pt x="24575" y="46387"/>
                        <a:pt x="24289" y="46387"/>
                        <a:pt x="24098" y="46482"/>
                      </a:cubicBezTo>
                      <a:cubicBezTo>
                        <a:pt x="24479" y="46672"/>
                        <a:pt x="24765" y="46672"/>
                        <a:pt x="24955" y="46482"/>
                      </a:cubicBezTo>
                      <a:close/>
                      <a:moveTo>
                        <a:pt x="36290" y="44767"/>
                      </a:moveTo>
                      <a:cubicBezTo>
                        <a:pt x="35528" y="44196"/>
                        <a:pt x="34385" y="43910"/>
                        <a:pt x="32861" y="43910"/>
                      </a:cubicBezTo>
                      <a:cubicBezTo>
                        <a:pt x="30956" y="43910"/>
                        <a:pt x="29718" y="43815"/>
                        <a:pt x="29051" y="43529"/>
                      </a:cubicBezTo>
                      <a:lnTo>
                        <a:pt x="32004" y="45339"/>
                      </a:lnTo>
                      <a:cubicBezTo>
                        <a:pt x="32004" y="45339"/>
                        <a:pt x="31528" y="45815"/>
                        <a:pt x="31528" y="46196"/>
                      </a:cubicBezTo>
                      <a:lnTo>
                        <a:pt x="32385" y="46196"/>
                      </a:lnTo>
                      <a:cubicBezTo>
                        <a:pt x="32385" y="46196"/>
                        <a:pt x="32861" y="46482"/>
                        <a:pt x="32861" y="46577"/>
                      </a:cubicBezTo>
                      <a:cubicBezTo>
                        <a:pt x="32861" y="46577"/>
                        <a:pt x="32671" y="46863"/>
                        <a:pt x="32480" y="47149"/>
                      </a:cubicBezTo>
                      <a:cubicBezTo>
                        <a:pt x="32290" y="47530"/>
                        <a:pt x="32195" y="47911"/>
                        <a:pt x="32385" y="48101"/>
                      </a:cubicBezTo>
                      <a:lnTo>
                        <a:pt x="34195" y="48101"/>
                      </a:lnTo>
                      <a:cubicBezTo>
                        <a:pt x="33338" y="47339"/>
                        <a:pt x="32956" y="46672"/>
                        <a:pt x="32956" y="46291"/>
                      </a:cubicBezTo>
                      <a:cubicBezTo>
                        <a:pt x="32956" y="46006"/>
                        <a:pt x="33147" y="45720"/>
                        <a:pt x="33528" y="45529"/>
                      </a:cubicBezTo>
                      <a:cubicBezTo>
                        <a:pt x="33909" y="45339"/>
                        <a:pt x="34480" y="45148"/>
                        <a:pt x="34957" y="44958"/>
                      </a:cubicBezTo>
                      <a:cubicBezTo>
                        <a:pt x="35433" y="44958"/>
                        <a:pt x="35909" y="44958"/>
                        <a:pt x="36386" y="45434"/>
                      </a:cubicBezTo>
                      <a:lnTo>
                        <a:pt x="36386" y="44577"/>
                      </a:lnTo>
                      <a:close/>
                      <a:moveTo>
                        <a:pt x="32004" y="37338"/>
                      </a:moveTo>
                      <a:cubicBezTo>
                        <a:pt x="32480" y="37814"/>
                        <a:pt x="33052" y="38195"/>
                        <a:pt x="33814" y="38195"/>
                      </a:cubicBezTo>
                      <a:cubicBezTo>
                        <a:pt x="34862" y="38195"/>
                        <a:pt x="35814" y="37814"/>
                        <a:pt x="36671" y="37052"/>
                      </a:cubicBezTo>
                      <a:lnTo>
                        <a:pt x="35052" y="36576"/>
                      </a:lnTo>
                      <a:cubicBezTo>
                        <a:pt x="35052" y="37433"/>
                        <a:pt x="34862" y="37814"/>
                        <a:pt x="34480" y="37814"/>
                      </a:cubicBezTo>
                      <a:cubicBezTo>
                        <a:pt x="34480" y="37814"/>
                        <a:pt x="34100" y="37624"/>
                        <a:pt x="33528" y="37052"/>
                      </a:cubicBezTo>
                      <a:cubicBezTo>
                        <a:pt x="33052" y="36576"/>
                        <a:pt x="32480" y="36385"/>
                        <a:pt x="32004" y="36576"/>
                      </a:cubicBezTo>
                      <a:lnTo>
                        <a:pt x="32004" y="37433"/>
                      </a:lnTo>
                      <a:close/>
                      <a:moveTo>
                        <a:pt x="36004" y="47625"/>
                      </a:moveTo>
                      <a:lnTo>
                        <a:pt x="36004" y="47625"/>
                      </a:lnTo>
                      <a:lnTo>
                        <a:pt x="34100" y="46196"/>
                      </a:lnTo>
                      <a:cubicBezTo>
                        <a:pt x="33814" y="46863"/>
                        <a:pt x="34100" y="47244"/>
                        <a:pt x="34766" y="47434"/>
                      </a:cubicBezTo>
                      <a:cubicBezTo>
                        <a:pt x="35243" y="47434"/>
                        <a:pt x="35623" y="47434"/>
                        <a:pt x="36004" y="47625"/>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 name="Google Shape;1419;p99"/>
                <p:cNvSpPr/>
                <p:nvPr/>
              </p:nvSpPr>
              <p:spPr>
                <a:xfrm>
                  <a:off x="5514974" y="4892421"/>
                  <a:ext cx="68580" cy="92392"/>
                </a:xfrm>
                <a:custGeom>
                  <a:avLst/>
                  <a:gdLst/>
                  <a:ahLst/>
                  <a:cxnLst/>
                  <a:rect l="l" t="t" r="r" b="b"/>
                  <a:pathLst>
                    <a:path w="68580" h="92392" extrusionOk="0">
                      <a:moveTo>
                        <a:pt x="1334" y="92392"/>
                      </a:moveTo>
                      <a:lnTo>
                        <a:pt x="0" y="91535"/>
                      </a:lnTo>
                      <a:lnTo>
                        <a:pt x="1334" y="91916"/>
                      </a:lnTo>
                      <a:lnTo>
                        <a:pt x="1334" y="92392"/>
                      </a:lnTo>
                      <a:close/>
                      <a:moveTo>
                        <a:pt x="66961" y="35242"/>
                      </a:moveTo>
                      <a:cubicBezTo>
                        <a:pt x="66675" y="36100"/>
                        <a:pt x="66961" y="36957"/>
                        <a:pt x="67532" y="37814"/>
                      </a:cubicBezTo>
                      <a:cubicBezTo>
                        <a:pt x="68199" y="38671"/>
                        <a:pt x="68485" y="39243"/>
                        <a:pt x="68485" y="39529"/>
                      </a:cubicBezTo>
                      <a:cubicBezTo>
                        <a:pt x="68485" y="40100"/>
                        <a:pt x="68199" y="40576"/>
                        <a:pt x="67628" y="41243"/>
                      </a:cubicBezTo>
                      <a:cubicBezTo>
                        <a:pt x="68009" y="44101"/>
                        <a:pt x="68199" y="47244"/>
                        <a:pt x="68199" y="50578"/>
                      </a:cubicBezTo>
                      <a:cubicBezTo>
                        <a:pt x="68199" y="53911"/>
                        <a:pt x="68009" y="56959"/>
                        <a:pt x="67628" y="60007"/>
                      </a:cubicBezTo>
                      <a:cubicBezTo>
                        <a:pt x="66294" y="60388"/>
                        <a:pt x="65627" y="61150"/>
                        <a:pt x="65627" y="62103"/>
                      </a:cubicBezTo>
                      <a:cubicBezTo>
                        <a:pt x="65627" y="62389"/>
                        <a:pt x="65627" y="62960"/>
                        <a:pt x="66008" y="63627"/>
                      </a:cubicBezTo>
                      <a:cubicBezTo>
                        <a:pt x="66199" y="64294"/>
                        <a:pt x="66294" y="64865"/>
                        <a:pt x="66294" y="65341"/>
                      </a:cubicBezTo>
                      <a:cubicBezTo>
                        <a:pt x="66294" y="65722"/>
                        <a:pt x="66294" y="66008"/>
                        <a:pt x="66104" y="66294"/>
                      </a:cubicBezTo>
                      <a:lnTo>
                        <a:pt x="66580" y="69342"/>
                      </a:lnTo>
                      <a:cubicBezTo>
                        <a:pt x="65627" y="69818"/>
                        <a:pt x="64865" y="70771"/>
                        <a:pt x="64294" y="72199"/>
                      </a:cubicBezTo>
                      <a:cubicBezTo>
                        <a:pt x="63722" y="73628"/>
                        <a:pt x="63246" y="74962"/>
                        <a:pt x="62770" y="76200"/>
                      </a:cubicBezTo>
                      <a:cubicBezTo>
                        <a:pt x="61436" y="76771"/>
                        <a:pt x="59150" y="78391"/>
                        <a:pt x="55912" y="80963"/>
                      </a:cubicBezTo>
                      <a:lnTo>
                        <a:pt x="57150" y="82201"/>
                      </a:lnTo>
                      <a:cubicBezTo>
                        <a:pt x="53149" y="82391"/>
                        <a:pt x="50292" y="83344"/>
                        <a:pt x="48387" y="85153"/>
                      </a:cubicBezTo>
                      <a:cubicBezTo>
                        <a:pt x="48101" y="85153"/>
                        <a:pt x="47815" y="85058"/>
                        <a:pt x="47530" y="85058"/>
                      </a:cubicBezTo>
                      <a:cubicBezTo>
                        <a:pt x="46863" y="85058"/>
                        <a:pt x="46291" y="85344"/>
                        <a:pt x="45720" y="85915"/>
                      </a:cubicBezTo>
                      <a:cubicBezTo>
                        <a:pt x="45148" y="86487"/>
                        <a:pt x="44958" y="87058"/>
                        <a:pt x="45053" y="87725"/>
                      </a:cubicBezTo>
                      <a:cubicBezTo>
                        <a:pt x="44005" y="87154"/>
                        <a:pt x="43053" y="86868"/>
                        <a:pt x="41815" y="86868"/>
                      </a:cubicBezTo>
                      <a:lnTo>
                        <a:pt x="38386" y="86868"/>
                      </a:lnTo>
                      <a:cubicBezTo>
                        <a:pt x="38576" y="86392"/>
                        <a:pt x="38386" y="85915"/>
                        <a:pt x="37719" y="85725"/>
                      </a:cubicBezTo>
                      <a:cubicBezTo>
                        <a:pt x="37052" y="85439"/>
                        <a:pt x="36766" y="85153"/>
                        <a:pt x="36671" y="84772"/>
                      </a:cubicBezTo>
                      <a:cubicBezTo>
                        <a:pt x="35814" y="86106"/>
                        <a:pt x="34576" y="86963"/>
                        <a:pt x="32861" y="87058"/>
                      </a:cubicBezTo>
                      <a:cubicBezTo>
                        <a:pt x="32576" y="87058"/>
                        <a:pt x="31242" y="87058"/>
                        <a:pt x="28575" y="86963"/>
                      </a:cubicBezTo>
                      <a:cubicBezTo>
                        <a:pt x="26765" y="86201"/>
                        <a:pt x="24955" y="85534"/>
                        <a:pt x="23051" y="84772"/>
                      </a:cubicBezTo>
                      <a:cubicBezTo>
                        <a:pt x="20860" y="83820"/>
                        <a:pt x="19240" y="82772"/>
                        <a:pt x="18002" y="81534"/>
                      </a:cubicBezTo>
                      <a:cubicBezTo>
                        <a:pt x="17621" y="82010"/>
                        <a:pt x="16669" y="81915"/>
                        <a:pt x="15335" y="81153"/>
                      </a:cubicBezTo>
                      <a:cubicBezTo>
                        <a:pt x="13621" y="78962"/>
                        <a:pt x="11716" y="76771"/>
                        <a:pt x="10001" y="74581"/>
                      </a:cubicBezTo>
                      <a:cubicBezTo>
                        <a:pt x="8096" y="72009"/>
                        <a:pt x="7048" y="69532"/>
                        <a:pt x="6858" y="67342"/>
                      </a:cubicBezTo>
                      <a:cubicBezTo>
                        <a:pt x="5810" y="66103"/>
                        <a:pt x="5334" y="64294"/>
                        <a:pt x="5429" y="62008"/>
                      </a:cubicBezTo>
                      <a:cubicBezTo>
                        <a:pt x="5429" y="58674"/>
                        <a:pt x="5429" y="56769"/>
                        <a:pt x="5429" y="56388"/>
                      </a:cubicBezTo>
                      <a:cubicBezTo>
                        <a:pt x="5334" y="55912"/>
                        <a:pt x="5334" y="55340"/>
                        <a:pt x="5334" y="54769"/>
                      </a:cubicBezTo>
                      <a:cubicBezTo>
                        <a:pt x="5334" y="53911"/>
                        <a:pt x="5429" y="52768"/>
                        <a:pt x="5620" y="51149"/>
                      </a:cubicBezTo>
                      <a:cubicBezTo>
                        <a:pt x="5905" y="49530"/>
                        <a:pt x="6001" y="48292"/>
                        <a:pt x="6001" y="47434"/>
                      </a:cubicBezTo>
                      <a:cubicBezTo>
                        <a:pt x="6001" y="45910"/>
                        <a:pt x="5620" y="44577"/>
                        <a:pt x="5144" y="43529"/>
                      </a:cubicBezTo>
                      <a:cubicBezTo>
                        <a:pt x="5810" y="43148"/>
                        <a:pt x="6001" y="42672"/>
                        <a:pt x="5715" y="41910"/>
                      </a:cubicBezTo>
                      <a:cubicBezTo>
                        <a:pt x="5334" y="41148"/>
                        <a:pt x="5524" y="40576"/>
                        <a:pt x="6001" y="40195"/>
                      </a:cubicBezTo>
                      <a:cubicBezTo>
                        <a:pt x="5524" y="36671"/>
                        <a:pt x="5334" y="33623"/>
                        <a:pt x="5334" y="31337"/>
                      </a:cubicBezTo>
                      <a:cubicBezTo>
                        <a:pt x="5334" y="27051"/>
                        <a:pt x="5905" y="23431"/>
                        <a:pt x="7144" y="20479"/>
                      </a:cubicBezTo>
                      <a:cubicBezTo>
                        <a:pt x="7715" y="18002"/>
                        <a:pt x="8191" y="16383"/>
                        <a:pt x="8572" y="15621"/>
                      </a:cubicBezTo>
                      <a:cubicBezTo>
                        <a:pt x="9430" y="13811"/>
                        <a:pt x="10668" y="12859"/>
                        <a:pt x="12192" y="12478"/>
                      </a:cubicBezTo>
                      <a:cubicBezTo>
                        <a:pt x="13240" y="9906"/>
                        <a:pt x="15335" y="7715"/>
                        <a:pt x="18479" y="5810"/>
                      </a:cubicBezTo>
                      <a:lnTo>
                        <a:pt x="17907" y="5524"/>
                      </a:lnTo>
                      <a:cubicBezTo>
                        <a:pt x="18955" y="5334"/>
                        <a:pt x="20384" y="4476"/>
                        <a:pt x="22288" y="3143"/>
                      </a:cubicBezTo>
                      <a:cubicBezTo>
                        <a:pt x="23908" y="2000"/>
                        <a:pt x="25432" y="1429"/>
                        <a:pt x="26861" y="1619"/>
                      </a:cubicBezTo>
                      <a:cubicBezTo>
                        <a:pt x="26861" y="571"/>
                        <a:pt x="27241" y="0"/>
                        <a:pt x="28194" y="0"/>
                      </a:cubicBezTo>
                      <a:cubicBezTo>
                        <a:pt x="28480" y="0"/>
                        <a:pt x="29051" y="95"/>
                        <a:pt x="29813" y="286"/>
                      </a:cubicBezTo>
                      <a:cubicBezTo>
                        <a:pt x="30671" y="476"/>
                        <a:pt x="31147" y="571"/>
                        <a:pt x="31528" y="476"/>
                      </a:cubicBezTo>
                      <a:cubicBezTo>
                        <a:pt x="32671" y="2095"/>
                        <a:pt x="34195" y="2953"/>
                        <a:pt x="36100" y="2953"/>
                      </a:cubicBezTo>
                      <a:cubicBezTo>
                        <a:pt x="36957" y="2953"/>
                        <a:pt x="38386" y="2572"/>
                        <a:pt x="40481" y="2095"/>
                      </a:cubicBezTo>
                      <a:cubicBezTo>
                        <a:pt x="42005" y="2476"/>
                        <a:pt x="43910" y="2476"/>
                        <a:pt x="46196" y="2095"/>
                      </a:cubicBezTo>
                      <a:lnTo>
                        <a:pt x="46196" y="2476"/>
                      </a:lnTo>
                      <a:cubicBezTo>
                        <a:pt x="46863" y="2191"/>
                        <a:pt x="47530" y="2095"/>
                        <a:pt x="48101" y="2095"/>
                      </a:cubicBezTo>
                      <a:cubicBezTo>
                        <a:pt x="49054" y="2095"/>
                        <a:pt x="50197" y="2667"/>
                        <a:pt x="51721" y="3905"/>
                      </a:cubicBezTo>
                      <a:cubicBezTo>
                        <a:pt x="53149" y="5143"/>
                        <a:pt x="54388" y="5810"/>
                        <a:pt x="55531" y="5905"/>
                      </a:cubicBezTo>
                      <a:cubicBezTo>
                        <a:pt x="55912" y="7048"/>
                        <a:pt x="56769" y="8191"/>
                        <a:pt x="58293" y="9334"/>
                      </a:cubicBezTo>
                      <a:cubicBezTo>
                        <a:pt x="59817" y="10477"/>
                        <a:pt x="60770" y="11334"/>
                        <a:pt x="60960" y="11906"/>
                      </a:cubicBezTo>
                      <a:cubicBezTo>
                        <a:pt x="62008" y="11906"/>
                        <a:pt x="62674" y="12668"/>
                        <a:pt x="62865" y="14192"/>
                      </a:cubicBezTo>
                      <a:cubicBezTo>
                        <a:pt x="63055" y="15716"/>
                        <a:pt x="63722" y="16478"/>
                        <a:pt x="64770" y="16478"/>
                      </a:cubicBezTo>
                      <a:cubicBezTo>
                        <a:pt x="65532" y="17431"/>
                        <a:pt x="65913" y="18764"/>
                        <a:pt x="65913" y="20479"/>
                      </a:cubicBezTo>
                      <a:lnTo>
                        <a:pt x="65913" y="21907"/>
                      </a:lnTo>
                      <a:cubicBezTo>
                        <a:pt x="65913" y="22669"/>
                        <a:pt x="65913" y="23241"/>
                        <a:pt x="65913" y="23431"/>
                      </a:cubicBezTo>
                      <a:cubicBezTo>
                        <a:pt x="65913" y="25527"/>
                        <a:pt x="66675" y="27051"/>
                        <a:pt x="68199" y="28003"/>
                      </a:cubicBezTo>
                      <a:cubicBezTo>
                        <a:pt x="67818" y="28480"/>
                        <a:pt x="67818" y="29051"/>
                        <a:pt x="67818" y="29718"/>
                      </a:cubicBezTo>
                      <a:cubicBezTo>
                        <a:pt x="67818" y="30289"/>
                        <a:pt x="67818" y="31051"/>
                        <a:pt x="68199" y="32004"/>
                      </a:cubicBezTo>
                      <a:cubicBezTo>
                        <a:pt x="68485" y="32956"/>
                        <a:pt x="68580" y="33528"/>
                        <a:pt x="68580" y="34004"/>
                      </a:cubicBezTo>
                      <a:cubicBezTo>
                        <a:pt x="68580" y="34861"/>
                        <a:pt x="68104" y="35433"/>
                        <a:pt x="66961" y="35623"/>
                      </a:cubicBezTo>
                      <a:close/>
                      <a:moveTo>
                        <a:pt x="55531" y="41243"/>
                      </a:moveTo>
                      <a:cubicBezTo>
                        <a:pt x="55531" y="41243"/>
                        <a:pt x="57531" y="41719"/>
                        <a:pt x="60484" y="42767"/>
                      </a:cubicBezTo>
                      <a:lnTo>
                        <a:pt x="60484" y="40386"/>
                      </a:lnTo>
                      <a:cubicBezTo>
                        <a:pt x="58103" y="39529"/>
                        <a:pt x="57055" y="39052"/>
                        <a:pt x="57245" y="39052"/>
                      </a:cubicBezTo>
                      <a:cubicBezTo>
                        <a:pt x="56769" y="39052"/>
                        <a:pt x="56579" y="39529"/>
                        <a:pt x="56674" y="40386"/>
                      </a:cubicBezTo>
                      <a:lnTo>
                        <a:pt x="55436" y="39052"/>
                      </a:lnTo>
                      <a:lnTo>
                        <a:pt x="54959" y="39433"/>
                      </a:lnTo>
                      <a:cubicBezTo>
                        <a:pt x="54483" y="38671"/>
                        <a:pt x="53721" y="38005"/>
                        <a:pt x="52864" y="37528"/>
                      </a:cubicBezTo>
                      <a:cubicBezTo>
                        <a:pt x="51245" y="36957"/>
                        <a:pt x="50292" y="36576"/>
                        <a:pt x="50102" y="36481"/>
                      </a:cubicBezTo>
                      <a:cubicBezTo>
                        <a:pt x="50387" y="36100"/>
                        <a:pt x="50482" y="35528"/>
                        <a:pt x="50482" y="34766"/>
                      </a:cubicBezTo>
                      <a:lnTo>
                        <a:pt x="50482" y="32766"/>
                      </a:lnTo>
                      <a:cubicBezTo>
                        <a:pt x="50482" y="32766"/>
                        <a:pt x="49339" y="30575"/>
                        <a:pt x="48006" y="27146"/>
                      </a:cubicBezTo>
                      <a:cubicBezTo>
                        <a:pt x="47054" y="24765"/>
                        <a:pt x="46196" y="23336"/>
                        <a:pt x="45434" y="22669"/>
                      </a:cubicBezTo>
                      <a:lnTo>
                        <a:pt x="46006" y="22384"/>
                      </a:lnTo>
                      <a:cubicBezTo>
                        <a:pt x="45244" y="21336"/>
                        <a:pt x="44101" y="20574"/>
                        <a:pt x="42767" y="20193"/>
                      </a:cubicBezTo>
                      <a:cubicBezTo>
                        <a:pt x="41338" y="19812"/>
                        <a:pt x="40100" y="19336"/>
                        <a:pt x="38862" y="18955"/>
                      </a:cubicBezTo>
                      <a:cubicBezTo>
                        <a:pt x="38862" y="17812"/>
                        <a:pt x="38481" y="17240"/>
                        <a:pt x="37433" y="17240"/>
                      </a:cubicBezTo>
                      <a:cubicBezTo>
                        <a:pt x="36004" y="17240"/>
                        <a:pt x="35147" y="17812"/>
                        <a:pt x="34671" y="18955"/>
                      </a:cubicBezTo>
                      <a:cubicBezTo>
                        <a:pt x="33814" y="18955"/>
                        <a:pt x="32766" y="19526"/>
                        <a:pt x="31432" y="20383"/>
                      </a:cubicBezTo>
                      <a:cubicBezTo>
                        <a:pt x="30099" y="21241"/>
                        <a:pt x="29051" y="21622"/>
                        <a:pt x="28289" y="21431"/>
                      </a:cubicBezTo>
                      <a:cubicBezTo>
                        <a:pt x="26861" y="21812"/>
                        <a:pt x="25908" y="23050"/>
                        <a:pt x="25241" y="25051"/>
                      </a:cubicBezTo>
                      <a:cubicBezTo>
                        <a:pt x="24670" y="27146"/>
                        <a:pt x="24003" y="28575"/>
                        <a:pt x="23146" y="28861"/>
                      </a:cubicBezTo>
                      <a:cubicBezTo>
                        <a:pt x="23146" y="30004"/>
                        <a:pt x="23146" y="31432"/>
                        <a:pt x="22860" y="33242"/>
                      </a:cubicBezTo>
                      <a:cubicBezTo>
                        <a:pt x="22574" y="35147"/>
                        <a:pt x="22479" y="36385"/>
                        <a:pt x="22479" y="37052"/>
                      </a:cubicBezTo>
                      <a:cubicBezTo>
                        <a:pt x="22479" y="38290"/>
                        <a:pt x="22670" y="39433"/>
                        <a:pt x="23146" y="40291"/>
                      </a:cubicBezTo>
                      <a:cubicBezTo>
                        <a:pt x="22288" y="40862"/>
                        <a:pt x="22193" y="42005"/>
                        <a:pt x="22860" y="43720"/>
                      </a:cubicBezTo>
                      <a:cubicBezTo>
                        <a:pt x="23336" y="45148"/>
                        <a:pt x="23051" y="46006"/>
                        <a:pt x="21907" y="46101"/>
                      </a:cubicBezTo>
                      <a:cubicBezTo>
                        <a:pt x="22765" y="49625"/>
                        <a:pt x="23146" y="52292"/>
                        <a:pt x="23146" y="54007"/>
                      </a:cubicBezTo>
                      <a:cubicBezTo>
                        <a:pt x="23146" y="55340"/>
                        <a:pt x="23146" y="56578"/>
                        <a:pt x="22860" y="57912"/>
                      </a:cubicBezTo>
                      <a:cubicBezTo>
                        <a:pt x="23336" y="58293"/>
                        <a:pt x="24384" y="60388"/>
                        <a:pt x="25813" y="64198"/>
                      </a:cubicBezTo>
                      <a:cubicBezTo>
                        <a:pt x="26956" y="66961"/>
                        <a:pt x="28765" y="68199"/>
                        <a:pt x="31147" y="67818"/>
                      </a:cubicBezTo>
                      <a:cubicBezTo>
                        <a:pt x="31432" y="67913"/>
                        <a:pt x="31623" y="67818"/>
                        <a:pt x="31909" y="67532"/>
                      </a:cubicBezTo>
                      <a:cubicBezTo>
                        <a:pt x="32290" y="67246"/>
                        <a:pt x="32480" y="67151"/>
                        <a:pt x="32671" y="67151"/>
                      </a:cubicBezTo>
                      <a:cubicBezTo>
                        <a:pt x="32861" y="67151"/>
                        <a:pt x="33052" y="67246"/>
                        <a:pt x="33338" y="67532"/>
                      </a:cubicBezTo>
                      <a:lnTo>
                        <a:pt x="32861" y="67818"/>
                      </a:lnTo>
                      <a:cubicBezTo>
                        <a:pt x="32861" y="67818"/>
                        <a:pt x="33052" y="68484"/>
                        <a:pt x="33433" y="68866"/>
                      </a:cubicBezTo>
                      <a:lnTo>
                        <a:pt x="34195" y="69628"/>
                      </a:lnTo>
                      <a:cubicBezTo>
                        <a:pt x="34671" y="70294"/>
                        <a:pt x="35433" y="70675"/>
                        <a:pt x="36195" y="70675"/>
                      </a:cubicBezTo>
                      <a:cubicBezTo>
                        <a:pt x="37243" y="70675"/>
                        <a:pt x="37814" y="70199"/>
                        <a:pt x="38005" y="69342"/>
                      </a:cubicBezTo>
                      <a:cubicBezTo>
                        <a:pt x="38481" y="69723"/>
                        <a:pt x="38957" y="69913"/>
                        <a:pt x="39434" y="69913"/>
                      </a:cubicBezTo>
                      <a:cubicBezTo>
                        <a:pt x="39910" y="69913"/>
                        <a:pt x="40291" y="69532"/>
                        <a:pt x="40862" y="68484"/>
                      </a:cubicBezTo>
                      <a:cubicBezTo>
                        <a:pt x="41434" y="67627"/>
                        <a:pt x="41910" y="67151"/>
                        <a:pt x="42386" y="67151"/>
                      </a:cubicBezTo>
                      <a:cubicBezTo>
                        <a:pt x="42863" y="67151"/>
                        <a:pt x="43339" y="67437"/>
                        <a:pt x="44005" y="67913"/>
                      </a:cubicBezTo>
                      <a:cubicBezTo>
                        <a:pt x="44101" y="67627"/>
                        <a:pt x="44863" y="67246"/>
                        <a:pt x="46101" y="66675"/>
                      </a:cubicBezTo>
                      <a:cubicBezTo>
                        <a:pt x="47054" y="66199"/>
                        <a:pt x="47625" y="65627"/>
                        <a:pt x="47625" y="64770"/>
                      </a:cubicBezTo>
                      <a:cubicBezTo>
                        <a:pt x="47625" y="64484"/>
                        <a:pt x="47530" y="64103"/>
                        <a:pt x="47435" y="63627"/>
                      </a:cubicBezTo>
                      <a:cubicBezTo>
                        <a:pt x="48387" y="63151"/>
                        <a:pt x="49054" y="62008"/>
                        <a:pt x="49244" y="60293"/>
                      </a:cubicBezTo>
                      <a:cubicBezTo>
                        <a:pt x="49530" y="58579"/>
                        <a:pt x="50006" y="57436"/>
                        <a:pt x="50768" y="57055"/>
                      </a:cubicBezTo>
                      <a:lnTo>
                        <a:pt x="50768" y="49911"/>
                      </a:lnTo>
                      <a:cubicBezTo>
                        <a:pt x="50768" y="49434"/>
                        <a:pt x="50959" y="48768"/>
                        <a:pt x="50959" y="48196"/>
                      </a:cubicBezTo>
                      <a:cubicBezTo>
                        <a:pt x="50959" y="47530"/>
                        <a:pt x="50959" y="46577"/>
                        <a:pt x="50673" y="45339"/>
                      </a:cubicBezTo>
                      <a:cubicBezTo>
                        <a:pt x="50387" y="44101"/>
                        <a:pt x="50387" y="43243"/>
                        <a:pt x="50387" y="42767"/>
                      </a:cubicBezTo>
                      <a:cubicBezTo>
                        <a:pt x="50387" y="42005"/>
                        <a:pt x="50482" y="41243"/>
                        <a:pt x="50863" y="40672"/>
                      </a:cubicBezTo>
                      <a:cubicBezTo>
                        <a:pt x="50863" y="39814"/>
                        <a:pt x="50863" y="39433"/>
                        <a:pt x="51530" y="39243"/>
                      </a:cubicBezTo>
                      <a:cubicBezTo>
                        <a:pt x="51721" y="39243"/>
                        <a:pt x="52388" y="39243"/>
                        <a:pt x="53435" y="39433"/>
                      </a:cubicBezTo>
                      <a:cubicBezTo>
                        <a:pt x="54197" y="39624"/>
                        <a:pt x="54769" y="39529"/>
                        <a:pt x="55150" y="39433"/>
                      </a:cubicBezTo>
                      <a:cubicBezTo>
                        <a:pt x="55816" y="40100"/>
                        <a:pt x="56007" y="40672"/>
                        <a:pt x="55912" y="41243"/>
                      </a:cubicBezTo>
                      <a:close/>
                      <a:moveTo>
                        <a:pt x="64770" y="35242"/>
                      </a:moveTo>
                      <a:cubicBezTo>
                        <a:pt x="64198" y="34957"/>
                        <a:pt x="63627" y="34861"/>
                        <a:pt x="63055" y="34861"/>
                      </a:cubicBezTo>
                      <a:cubicBezTo>
                        <a:pt x="62674" y="34861"/>
                        <a:pt x="62103" y="34957"/>
                        <a:pt x="61341" y="35147"/>
                      </a:cubicBezTo>
                      <a:cubicBezTo>
                        <a:pt x="60484" y="35338"/>
                        <a:pt x="59912" y="35338"/>
                        <a:pt x="59246" y="35242"/>
                      </a:cubicBezTo>
                      <a:lnTo>
                        <a:pt x="61913" y="37052"/>
                      </a:lnTo>
                      <a:lnTo>
                        <a:pt x="62198" y="35242"/>
                      </a:lnTo>
                      <a:cubicBezTo>
                        <a:pt x="62198" y="35242"/>
                        <a:pt x="63151" y="35623"/>
                        <a:pt x="64770" y="36100"/>
                      </a:cubicBezTo>
                      <a:lnTo>
                        <a:pt x="64770" y="35242"/>
                      </a:lnTo>
                      <a:close/>
                      <a:moveTo>
                        <a:pt x="62198" y="62579"/>
                      </a:moveTo>
                      <a:cubicBezTo>
                        <a:pt x="62198" y="62579"/>
                        <a:pt x="62389" y="62389"/>
                        <a:pt x="62389" y="62293"/>
                      </a:cubicBezTo>
                      <a:cubicBezTo>
                        <a:pt x="62389" y="62198"/>
                        <a:pt x="62294" y="62103"/>
                        <a:pt x="61913" y="61913"/>
                      </a:cubicBezTo>
                      <a:cubicBezTo>
                        <a:pt x="61531" y="61722"/>
                        <a:pt x="61341" y="61531"/>
                        <a:pt x="61341" y="61436"/>
                      </a:cubicBezTo>
                      <a:cubicBezTo>
                        <a:pt x="61341" y="61341"/>
                        <a:pt x="61531" y="61150"/>
                        <a:pt x="61913" y="60960"/>
                      </a:cubicBezTo>
                      <a:cubicBezTo>
                        <a:pt x="61436" y="60769"/>
                        <a:pt x="61055" y="60865"/>
                        <a:pt x="60579" y="61055"/>
                      </a:cubicBezTo>
                      <a:cubicBezTo>
                        <a:pt x="60007" y="61436"/>
                        <a:pt x="59627" y="61722"/>
                        <a:pt x="59531" y="61722"/>
                      </a:cubicBezTo>
                      <a:cubicBezTo>
                        <a:pt x="59722" y="61722"/>
                        <a:pt x="60674" y="62008"/>
                        <a:pt x="62294" y="62579"/>
                      </a:cubicBezTo>
                      <a:close/>
                      <a:moveTo>
                        <a:pt x="65151" y="40386"/>
                      </a:moveTo>
                      <a:lnTo>
                        <a:pt x="66485" y="40386"/>
                      </a:lnTo>
                      <a:cubicBezTo>
                        <a:pt x="65818" y="39909"/>
                        <a:pt x="65341" y="39909"/>
                        <a:pt x="65151" y="40291"/>
                      </a:cubicBezTo>
                      <a:cubicBezTo>
                        <a:pt x="64389" y="40100"/>
                        <a:pt x="63151" y="39719"/>
                        <a:pt x="61817" y="39338"/>
                      </a:cubicBezTo>
                      <a:cubicBezTo>
                        <a:pt x="61627" y="38862"/>
                        <a:pt x="61246" y="38576"/>
                        <a:pt x="60579" y="38576"/>
                      </a:cubicBezTo>
                      <a:cubicBezTo>
                        <a:pt x="60865" y="38767"/>
                        <a:pt x="61246" y="38957"/>
                        <a:pt x="61817" y="39338"/>
                      </a:cubicBezTo>
                      <a:cubicBezTo>
                        <a:pt x="61817" y="39624"/>
                        <a:pt x="61913" y="40005"/>
                        <a:pt x="61913" y="40481"/>
                      </a:cubicBezTo>
                      <a:cubicBezTo>
                        <a:pt x="61817" y="41053"/>
                        <a:pt x="61817" y="41338"/>
                        <a:pt x="61913" y="41434"/>
                      </a:cubicBezTo>
                      <a:cubicBezTo>
                        <a:pt x="61913" y="41624"/>
                        <a:pt x="61913" y="41719"/>
                        <a:pt x="62198" y="41624"/>
                      </a:cubicBezTo>
                      <a:lnTo>
                        <a:pt x="63341" y="40386"/>
                      </a:lnTo>
                      <a:lnTo>
                        <a:pt x="63913" y="40767"/>
                      </a:lnTo>
                      <a:cubicBezTo>
                        <a:pt x="63913" y="40767"/>
                        <a:pt x="63913" y="41338"/>
                        <a:pt x="63722" y="41719"/>
                      </a:cubicBezTo>
                      <a:cubicBezTo>
                        <a:pt x="63532" y="42005"/>
                        <a:pt x="63341" y="42291"/>
                        <a:pt x="63341" y="42576"/>
                      </a:cubicBezTo>
                      <a:cubicBezTo>
                        <a:pt x="64008" y="42576"/>
                        <a:pt x="64484" y="42576"/>
                        <a:pt x="64579" y="41910"/>
                      </a:cubicBezTo>
                      <a:cubicBezTo>
                        <a:pt x="64770" y="41434"/>
                        <a:pt x="64961" y="40862"/>
                        <a:pt x="65056" y="40291"/>
                      </a:cubicBezTo>
                      <a:lnTo>
                        <a:pt x="65056" y="4029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 name="Google Shape;1420;p99"/>
                <p:cNvSpPr/>
                <p:nvPr/>
              </p:nvSpPr>
              <p:spPr>
                <a:xfrm>
                  <a:off x="5587173" y="4892421"/>
                  <a:ext cx="68770" cy="92392"/>
                </a:xfrm>
                <a:custGeom>
                  <a:avLst/>
                  <a:gdLst/>
                  <a:ahLst/>
                  <a:cxnLst/>
                  <a:rect l="l" t="t" r="r" b="b"/>
                  <a:pathLst>
                    <a:path w="68770" h="92392" extrusionOk="0">
                      <a:moveTo>
                        <a:pt x="1334" y="92392"/>
                      </a:moveTo>
                      <a:lnTo>
                        <a:pt x="0" y="91535"/>
                      </a:lnTo>
                      <a:lnTo>
                        <a:pt x="1334" y="91916"/>
                      </a:lnTo>
                      <a:lnTo>
                        <a:pt x="1334" y="92392"/>
                      </a:lnTo>
                      <a:close/>
                      <a:moveTo>
                        <a:pt x="66866" y="35242"/>
                      </a:moveTo>
                      <a:cubicBezTo>
                        <a:pt x="66675" y="36100"/>
                        <a:pt x="66866" y="36957"/>
                        <a:pt x="67533" y="37814"/>
                      </a:cubicBezTo>
                      <a:cubicBezTo>
                        <a:pt x="68199" y="38671"/>
                        <a:pt x="68485" y="39243"/>
                        <a:pt x="68485" y="39529"/>
                      </a:cubicBezTo>
                      <a:cubicBezTo>
                        <a:pt x="68485" y="40100"/>
                        <a:pt x="68199" y="40576"/>
                        <a:pt x="67628" y="41243"/>
                      </a:cubicBezTo>
                      <a:cubicBezTo>
                        <a:pt x="67913" y="44101"/>
                        <a:pt x="68104" y="47244"/>
                        <a:pt x="68104" y="50578"/>
                      </a:cubicBezTo>
                      <a:cubicBezTo>
                        <a:pt x="68104" y="53911"/>
                        <a:pt x="67913" y="56959"/>
                        <a:pt x="67628" y="60007"/>
                      </a:cubicBezTo>
                      <a:cubicBezTo>
                        <a:pt x="66199" y="60388"/>
                        <a:pt x="65532" y="61150"/>
                        <a:pt x="65532" y="62103"/>
                      </a:cubicBezTo>
                      <a:cubicBezTo>
                        <a:pt x="65532" y="62389"/>
                        <a:pt x="65532" y="62960"/>
                        <a:pt x="65818" y="63627"/>
                      </a:cubicBezTo>
                      <a:cubicBezTo>
                        <a:pt x="66104" y="64294"/>
                        <a:pt x="66104" y="64865"/>
                        <a:pt x="66104" y="65341"/>
                      </a:cubicBezTo>
                      <a:cubicBezTo>
                        <a:pt x="66104" y="65722"/>
                        <a:pt x="66104" y="66008"/>
                        <a:pt x="65913" y="66294"/>
                      </a:cubicBezTo>
                      <a:lnTo>
                        <a:pt x="66389" y="69342"/>
                      </a:lnTo>
                      <a:cubicBezTo>
                        <a:pt x="65437" y="69818"/>
                        <a:pt x="64675" y="70771"/>
                        <a:pt x="64103" y="72199"/>
                      </a:cubicBezTo>
                      <a:cubicBezTo>
                        <a:pt x="63627" y="73628"/>
                        <a:pt x="63056" y="74962"/>
                        <a:pt x="62675" y="76200"/>
                      </a:cubicBezTo>
                      <a:cubicBezTo>
                        <a:pt x="61341" y="76771"/>
                        <a:pt x="59055" y="78391"/>
                        <a:pt x="55912" y="80963"/>
                      </a:cubicBezTo>
                      <a:lnTo>
                        <a:pt x="57055" y="82201"/>
                      </a:lnTo>
                      <a:cubicBezTo>
                        <a:pt x="53054" y="82391"/>
                        <a:pt x="50197" y="83344"/>
                        <a:pt x="48387" y="85153"/>
                      </a:cubicBezTo>
                      <a:cubicBezTo>
                        <a:pt x="48101" y="85153"/>
                        <a:pt x="47816" y="85058"/>
                        <a:pt x="47530" y="85058"/>
                      </a:cubicBezTo>
                      <a:cubicBezTo>
                        <a:pt x="46863" y="85058"/>
                        <a:pt x="46292" y="85344"/>
                        <a:pt x="45720" y="85915"/>
                      </a:cubicBezTo>
                      <a:cubicBezTo>
                        <a:pt x="45149" y="86487"/>
                        <a:pt x="44958" y="87058"/>
                        <a:pt x="45053" y="87725"/>
                      </a:cubicBezTo>
                      <a:cubicBezTo>
                        <a:pt x="44101" y="87154"/>
                        <a:pt x="43053" y="86868"/>
                        <a:pt x="41910" y="86868"/>
                      </a:cubicBezTo>
                      <a:lnTo>
                        <a:pt x="38386" y="86868"/>
                      </a:lnTo>
                      <a:cubicBezTo>
                        <a:pt x="38481" y="86392"/>
                        <a:pt x="38386" y="85915"/>
                        <a:pt x="37624" y="85725"/>
                      </a:cubicBezTo>
                      <a:cubicBezTo>
                        <a:pt x="36957" y="85439"/>
                        <a:pt x="36671" y="85153"/>
                        <a:pt x="36576" y="84772"/>
                      </a:cubicBezTo>
                      <a:cubicBezTo>
                        <a:pt x="35719" y="86106"/>
                        <a:pt x="34385" y="86963"/>
                        <a:pt x="32766" y="87058"/>
                      </a:cubicBezTo>
                      <a:cubicBezTo>
                        <a:pt x="32480" y="87058"/>
                        <a:pt x="31147" y="87058"/>
                        <a:pt x="28575" y="86963"/>
                      </a:cubicBezTo>
                      <a:cubicBezTo>
                        <a:pt x="26670" y="86201"/>
                        <a:pt x="24956" y="85534"/>
                        <a:pt x="23051" y="84772"/>
                      </a:cubicBezTo>
                      <a:cubicBezTo>
                        <a:pt x="20860" y="83820"/>
                        <a:pt x="19145" y="82772"/>
                        <a:pt x="18002" y="81534"/>
                      </a:cubicBezTo>
                      <a:cubicBezTo>
                        <a:pt x="17621" y="82010"/>
                        <a:pt x="16669" y="81915"/>
                        <a:pt x="15240" y="81153"/>
                      </a:cubicBezTo>
                      <a:cubicBezTo>
                        <a:pt x="13526" y="78962"/>
                        <a:pt x="11716" y="76771"/>
                        <a:pt x="10001" y="74581"/>
                      </a:cubicBezTo>
                      <a:cubicBezTo>
                        <a:pt x="8096" y="72009"/>
                        <a:pt x="7049" y="69532"/>
                        <a:pt x="6858" y="67342"/>
                      </a:cubicBezTo>
                      <a:cubicBezTo>
                        <a:pt x="5810" y="66103"/>
                        <a:pt x="5334" y="64294"/>
                        <a:pt x="5429" y="62008"/>
                      </a:cubicBezTo>
                      <a:cubicBezTo>
                        <a:pt x="5429" y="58674"/>
                        <a:pt x="5429" y="56769"/>
                        <a:pt x="5429" y="56388"/>
                      </a:cubicBezTo>
                      <a:cubicBezTo>
                        <a:pt x="5429" y="55912"/>
                        <a:pt x="5429" y="55340"/>
                        <a:pt x="5429" y="54769"/>
                      </a:cubicBezTo>
                      <a:cubicBezTo>
                        <a:pt x="5429" y="53911"/>
                        <a:pt x="5429" y="52768"/>
                        <a:pt x="5715" y="51149"/>
                      </a:cubicBezTo>
                      <a:cubicBezTo>
                        <a:pt x="5906" y="49530"/>
                        <a:pt x="6001" y="48292"/>
                        <a:pt x="6001" y="47434"/>
                      </a:cubicBezTo>
                      <a:cubicBezTo>
                        <a:pt x="6001" y="45910"/>
                        <a:pt x="5810" y="44577"/>
                        <a:pt x="5144" y="43529"/>
                      </a:cubicBezTo>
                      <a:cubicBezTo>
                        <a:pt x="5906" y="43148"/>
                        <a:pt x="6096" y="42672"/>
                        <a:pt x="5810" y="41910"/>
                      </a:cubicBezTo>
                      <a:cubicBezTo>
                        <a:pt x="5429" y="41148"/>
                        <a:pt x="5525" y="40576"/>
                        <a:pt x="6001" y="40195"/>
                      </a:cubicBezTo>
                      <a:cubicBezTo>
                        <a:pt x="5525" y="36671"/>
                        <a:pt x="5429" y="33623"/>
                        <a:pt x="5429" y="31337"/>
                      </a:cubicBezTo>
                      <a:cubicBezTo>
                        <a:pt x="5429" y="27051"/>
                        <a:pt x="6001" y="23431"/>
                        <a:pt x="7239" y="20479"/>
                      </a:cubicBezTo>
                      <a:cubicBezTo>
                        <a:pt x="7811" y="18002"/>
                        <a:pt x="8287" y="16383"/>
                        <a:pt x="8668" y="15621"/>
                      </a:cubicBezTo>
                      <a:cubicBezTo>
                        <a:pt x="9525" y="13811"/>
                        <a:pt x="10763" y="12859"/>
                        <a:pt x="12287" y="12478"/>
                      </a:cubicBezTo>
                      <a:cubicBezTo>
                        <a:pt x="13240" y="9906"/>
                        <a:pt x="15335" y="7715"/>
                        <a:pt x="18574" y="5810"/>
                      </a:cubicBezTo>
                      <a:lnTo>
                        <a:pt x="18002" y="5524"/>
                      </a:lnTo>
                      <a:cubicBezTo>
                        <a:pt x="19050" y="5334"/>
                        <a:pt x="20479" y="4476"/>
                        <a:pt x="22289" y="3143"/>
                      </a:cubicBezTo>
                      <a:cubicBezTo>
                        <a:pt x="23908" y="2000"/>
                        <a:pt x="25432" y="1429"/>
                        <a:pt x="26861" y="1619"/>
                      </a:cubicBezTo>
                      <a:cubicBezTo>
                        <a:pt x="26861" y="571"/>
                        <a:pt x="27337" y="0"/>
                        <a:pt x="28194" y="0"/>
                      </a:cubicBezTo>
                      <a:cubicBezTo>
                        <a:pt x="28480" y="0"/>
                        <a:pt x="28956" y="95"/>
                        <a:pt x="29813" y="286"/>
                      </a:cubicBezTo>
                      <a:cubicBezTo>
                        <a:pt x="30575" y="476"/>
                        <a:pt x="31147" y="571"/>
                        <a:pt x="31528" y="476"/>
                      </a:cubicBezTo>
                      <a:cubicBezTo>
                        <a:pt x="32671" y="2095"/>
                        <a:pt x="34195" y="2953"/>
                        <a:pt x="36100" y="2953"/>
                      </a:cubicBezTo>
                      <a:cubicBezTo>
                        <a:pt x="36862" y="2953"/>
                        <a:pt x="38386" y="2572"/>
                        <a:pt x="40386" y="2095"/>
                      </a:cubicBezTo>
                      <a:cubicBezTo>
                        <a:pt x="41910" y="2476"/>
                        <a:pt x="43815" y="2476"/>
                        <a:pt x="46196" y="2095"/>
                      </a:cubicBezTo>
                      <a:lnTo>
                        <a:pt x="46196" y="2476"/>
                      </a:lnTo>
                      <a:cubicBezTo>
                        <a:pt x="46863" y="2191"/>
                        <a:pt x="47530" y="2095"/>
                        <a:pt x="48101" y="2095"/>
                      </a:cubicBezTo>
                      <a:cubicBezTo>
                        <a:pt x="49054" y="2095"/>
                        <a:pt x="50292" y="2667"/>
                        <a:pt x="51721" y="3905"/>
                      </a:cubicBezTo>
                      <a:cubicBezTo>
                        <a:pt x="53150" y="5143"/>
                        <a:pt x="54483" y="5810"/>
                        <a:pt x="55531" y="5905"/>
                      </a:cubicBezTo>
                      <a:cubicBezTo>
                        <a:pt x="55817" y="7048"/>
                        <a:pt x="56674" y="8191"/>
                        <a:pt x="58293" y="9334"/>
                      </a:cubicBezTo>
                      <a:cubicBezTo>
                        <a:pt x="59817" y="10477"/>
                        <a:pt x="60674" y="11334"/>
                        <a:pt x="60960" y="11906"/>
                      </a:cubicBezTo>
                      <a:cubicBezTo>
                        <a:pt x="62103" y="11906"/>
                        <a:pt x="62675" y="12668"/>
                        <a:pt x="62960" y="14192"/>
                      </a:cubicBezTo>
                      <a:cubicBezTo>
                        <a:pt x="63151" y="15716"/>
                        <a:pt x="63722" y="16478"/>
                        <a:pt x="64866" y="16478"/>
                      </a:cubicBezTo>
                      <a:cubicBezTo>
                        <a:pt x="65627" y="17431"/>
                        <a:pt x="66008" y="18764"/>
                        <a:pt x="66008" y="20479"/>
                      </a:cubicBezTo>
                      <a:lnTo>
                        <a:pt x="66008" y="21907"/>
                      </a:lnTo>
                      <a:cubicBezTo>
                        <a:pt x="66008" y="22669"/>
                        <a:pt x="66008" y="23241"/>
                        <a:pt x="66008" y="23431"/>
                      </a:cubicBezTo>
                      <a:cubicBezTo>
                        <a:pt x="66008" y="25527"/>
                        <a:pt x="66770" y="27051"/>
                        <a:pt x="68294" y="28003"/>
                      </a:cubicBezTo>
                      <a:cubicBezTo>
                        <a:pt x="68009" y="28480"/>
                        <a:pt x="67913" y="29051"/>
                        <a:pt x="67913" y="29718"/>
                      </a:cubicBezTo>
                      <a:cubicBezTo>
                        <a:pt x="67913" y="30289"/>
                        <a:pt x="67913" y="31051"/>
                        <a:pt x="68294" y="32004"/>
                      </a:cubicBezTo>
                      <a:cubicBezTo>
                        <a:pt x="68580" y="32956"/>
                        <a:pt x="68771" y="33528"/>
                        <a:pt x="68771" y="34004"/>
                      </a:cubicBezTo>
                      <a:cubicBezTo>
                        <a:pt x="68771" y="34861"/>
                        <a:pt x="68199" y="35433"/>
                        <a:pt x="67151" y="35623"/>
                      </a:cubicBezTo>
                      <a:close/>
                      <a:moveTo>
                        <a:pt x="55531" y="41243"/>
                      </a:moveTo>
                      <a:cubicBezTo>
                        <a:pt x="55531" y="41243"/>
                        <a:pt x="57531" y="41719"/>
                        <a:pt x="60484" y="42767"/>
                      </a:cubicBezTo>
                      <a:lnTo>
                        <a:pt x="60484" y="40386"/>
                      </a:lnTo>
                      <a:cubicBezTo>
                        <a:pt x="58103" y="39529"/>
                        <a:pt x="56960" y="39052"/>
                        <a:pt x="57245" y="39052"/>
                      </a:cubicBezTo>
                      <a:cubicBezTo>
                        <a:pt x="56674" y="39052"/>
                        <a:pt x="56579" y="39529"/>
                        <a:pt x="56674" y="40386"/>
                      </a:cubicBezTo>
                      <a:lnTo>
                        <a:pt x="55531" y="39052"/>
                      </a:lnTo>
                      <a:lnTo>
                        <a:pt x="54959" y="39433"/>
                      </a:lnTo>
                      <a:cubicBezTo>
                        <a:pt x="54483" y="38671"/>
                        <a:pt x="53816" y="38005"/>
                        <a:pt x="52864" y="37528"/>
                      </a:cubicBezTo>
                      <a:cubicBezTo>
                        <a:pt x="51245" y="36957"/>
                        <a:pt x="50387" y="36576"/>
                        <a:pt x="50102" y="36481"/>
                      </a:cubicBezTo>
                      <a:cubicBezTo>
                        <a:pt x="50387" y="36100"/>
                        <a:pt x="50578" y="35528"/>
                        <a:pt x="50387" y="34766"/>
                      </a:cubicBezTo>
                      <a:lnTo>
                        <a:pt x="50387" y="32766"/>
                      </a:lnTo>
                      <a:cubicBezTo>
                        <a:pt x="50387" y="32766"/>
                        <a:pt x="49340" y="30575"/>
                        <a:pt x="47911" y="27146"/>
                      </a:cubicBezTo>
                      <a:cubicBezTo>
                        <a:pt x="46958" y="24765"/>
                        <a:pt x="46006" y="23336"/>
                        <a:pt x="45244" y="22669"/>
                      </a:cubicBezTo>
                      <a:lnTo>
                        <a:pt x="45816" y="22384"/>
                      </a:lnTo>
                      <a:cubicBezTo>
                        <a:pt x="45053" y="21336"/>
                        <a:pt x="43910" y="20574"/>
                        <a:pt x="42577" y="20193"/>
                      </a:cubicBezTo>
                      <a:cubicBezTo>
                        <a:pt x="41243" y="19812"/>
                        <a:pt x="39910" y="19336"/>
                        <a:pt x="38672" y="18955"/>
                      </a:cubicBezTo>
                      <a:cubicBezTo>
                        <a:pt x="38672" y="17812"/>
                        <a:pt x="38291" y="17240"/>
                        <a:pt x="37243" y="17240"/>
                      </a:cubicBezTo>
                      <a:cubicBezTo>
                        <a:pt x="35909" y="17240"/>
                        <a:pt x="34957" y="17812"/>
                        <a:pt x="34481" y="18955"/>
                      </a:cubicBezTo>
                      <a:cubicBezTo>
                        <a:pt x="33623" y="18955"/>
                        <a:pt x="32671" y="19526"/>
                        <a:pt x="31337" y="20383"/>
                      </a:cubicBezTo>
                      <a:cubicBezTo>
                        <a:pt x="30004" y="21241"/>
                        <a:pt x="28956" y="21622"/>
                        <a:pt x="28194" y="21431"/>
                      </a:cubicBezTo>
                      <a:cubicBezTo>
                        <a:pt x="26670" y="21812"/>
                        <a:pt x="25718" y="23050"/>
                        <a:pt x="25146" y="25051"/>
                      </a:cubicBezTo>
                      <a:cubicBezTo>
                        <a:pt x="24575" y="27146"/>
                        <a:pt x="23908" y="28575"/>
                        <a:pt x="23051" y="28861"/>
                      </a:cubicBezTo>
                      <a:cubicBezTo>
                        <a:pt x="23146" y="30004"/>
                        <a:pt x="23051" y="31432"/>
                        <a:pt x="22765" y="33242"/>
                      </a:cubicBezTo>
                      <a:cubicBezTo>
                        <a:pt x="22479" y="35147"/>
                        <a:pt x="22384" y="36385"/>
                        <a:pt x="22384" y="37052"/>
                      </a:cubicBezTo>
                      <a:cubicBezTo>
                        <a:pt x="22384" y="38290"/>
                        <a:pt x="22574" y="39433"/>
                        <a:pt x="23051" y="40291"/>
                      </a:cubicBezTo>
                      <a:cubicBezTo>
                        <a:pt x="22289" y="40862"/>
                        <a:pt x="22098" y="42005"/>
                        <a:pt x="22765" y="43720"/>
                      </a:cubicBezTo>
                      <a:cubicBezTo>
                        <a:pt x="23241" y="45148"/>
                        <a:pt x="22955" y="46006"/>
                        <a:pt x="21908" y="46101"/>
                      </a:cubicBezTo>
                      <a:cubicBezTo>
                        <a:pt x="22670" y="49625"/>
                        <a:pt x="23051" y="52292"/>
                        <a:pt x="23051" y="54007"/>
                      </a:cubicBezTo>
                      <a:cubicBezTo>
                        <a:pt x="23051" y="55340"/>
                        <a:pt x="23051" y="56578"/>
                        <a:pt x="22765" y="57912"/>
                      </a:cubicBezTo>
                      <a:cubicBezTo>
                        <a:pt x="23241" y="58293"/>
                        <a:pt x="24289" y="60388"/>
                        <a:pt x="25813" y="64198"/>
                      </a:cubicBezTo>
                      <a:cubicBezTo>
                        <a:pt x="26861" y="66961"/>
                        <a:pt x="28670" y="68199"/>
                        <a:pt x="31147" y="67818"/>
                      </a:cubicBezTo>
                      <a:cubicBezTo>
                        <a:pt x="31337" y="67913"/>
                        <a:pt x="31623" y="67818"/>
                        <a:pt x="31909" y="67532"/>
                      </a:cubicBezTo>
                      <a:cubicBezTo>
                        <a:pt x="32195" y="67246"/>
                        <a:pt x="32385" y="67151"/>
                        <a:pt x="32576" y="67151"/>
                      </a:cubicBezTo>
                      <a:cubicBezTo>
                        <a:pt x="32766" y="67151"/>
                        <a:pt x="33052" y="67246"/>
                        <a:pt x="33242" y="67532"/>
                      </a:cubicBezTo>
                      <a:lnTo>
                        <a:pt x="32766" y="67818"/>
                      </a:lnTo>
                      <a:cubicBezTo>
                        <a:pt x="32766" y="67818"/>
                        <a:pt x="32957" y="68484"/>
                        <a:pt x="33338" y="68866"/>
                      </a:cubicBezTo>
                      <a:lnTo>
                        <a:pt x="34100" y="69628"/>
                      </a:lnTo>
                      <a:cubicBezTo>
                        <a:pt x="34671" y="70294"/>
                        <a:pt x="35338" y="70675"/>
                        <a:pt x="36100" y="70675"/>
                      </a:cubicBezTo>
                      <a:cubicBezTo>
                        <a:pt x="37148" y="70675"/>
                        <a:pt x="37719" y="70199"/>
                        <a:pt x="37814" y="69342"/>
                      </a:cubicBezTo>
                      <a:cubicBezTo>
                        <a:pt x="38291" y="69723"/>
                        <a:pt x="38767" y="69913"/>
                        <a:pt x="39148" y="69913"/>
                      </a:cubicBezTo>
                      <a:cubicBezTo>
                        <a:pt x="39624" y="69913"/>
                        <a:pt x="40100" y="69532"/>
                        <a:pt x="40672" y="68484"/>
                      </a:cubicBezTo>
                      <a:cubicBezTo>
                        <a:pt x="41243" y="67627"/>
                        <a:pt x="41720" y="67151"/>
                        <a:pt x="42196" y="67151"/>
                      </a:cubicBezTo>
                      <a:cubicBezTo>
                        <a:pt x="42577" y="67151"/>
                        <a:pt x="43148" y="67437"/>
                        <a:pt x="43815" y="67913"/>
                      </a:cubicBezTo>
                      <a:cubicBezTo>
                        <a:pt x="44006" y="67627"/>
                        <a:pt x="44672" y="67246"/>
                        <a:pt x="45911" y="66675"/>
                      </a:cubicBezTo>
                      <a:cubicBezTo>
                        <a:pt x="46958" y="66199"/>
                        <a:pt x="47435" y="65627"/>
                        <a:pt x="47435" y="64770"/>
                      </a:cubicBezTo>
                      <a:cubicBezTo>
                        <a:pt x="47435" y="64484"/>
                        <a:pt x="47435" y="64103"/>
                        <a:pt x="47149" y="63627"/>
                      </a:cubicBezTo>
                      <a:cubicBezTo>
                        <a:pt x="48197" y="63151"/>
                        <a:pt x="48768" y="62008"/>
                        <a:pt x="49054" y="60293"/>
                      </a:cubicBezTo>
                      <a:cubicBezTo>
                        <a:pt x="49340" y="58579"/>
                        <a:pt x="49721" y="57436"/>
                        <a:pt x="50483" y="57055"/>
                      </a:cubicBezTo>
                      <a:lnTo>
                        <a:pt x="50483" y="49911"/>
                      </a:lnTo>
                      <a:cubicBezTo>
                        <a:pt x="50673" y="49434"/>
                        <a:pt x="50768" y="48768"/>
                        <a:pt x="50768" y="48196"/>
                      </a:cubicBezTo>
                      <a:cubicBezTo>
                        <a:pt x="50768" y="47530"/>
                        <a:pt x="50673" y="46577"/>
                        <a:pt x="50483" y="45339"/>
                      </a:cubicBezTo>
                      <a:cubicBezTo>
                        <a:pt x="50197" y="44101"/>
                        <a:pt x="50102" y="43243"/>
                        <a:pt x="50102" y="42767"/>
                      </a:cubicBezTo>
                      <a:cubicBezTo>
                        <a:pt x="50102" y="42005"/>
                        <a:pt x="50292" y="41243"/>
                        <a:pt x="50483" y="40672"/>
                      </a:cubicBezTo>
                      <a:cubicBezTo>
                        <a:pt x="50483" y="39814"/>
                        <a:pt x="50673" y="39433"/>
                        <a:pt x="51149" y="39243"/>
                      </a:cubicBezTo>
                      <a:cubicBezTo>
                        <a:pt x="51340" y="39243"/>
                        <a:pt x="51911" y="39243"/>
                        <a:pt x="52959" y="39433"/>
                      </a:cubicBezTo>
                      <a:cubicBezTo>
                        <a:pt x="53721" y="39624"/>
                        <a:pt x="54388" y="39529"/>
                        <a:pt x="54674" y="39433"/>
                      </a:cubicBezTo>
                      <a:cubicBezTo>
                        <a:pt x="55341" y="40100"/>
                        <a:pt x="55626" y="40672"/>
                        <a:pt x="55531" y="41243"/>
                      </a:cubicBezTo>
                      <a:close/>
                      <a:moveTo>
                        <a:pt x="64770" y="35242"/>
                      </a:moveTo>
                      <a:cubicBezTo>
                        <a:pt x="64199" y="34957"/>
                        <a:pt x="63532" y="34861"/>
                        <a:pt x="62960" y="34861"/>
                      </a:cubicBezTo>
                      <a:cubicBezTo>
                        <a:pt x="62579" y="34861"/>
                        <a:pt x="62008" y="34957"/>
                        <a:pt x="61151" y="35147"/>
                      </a:cubicBezTo>
                      <a:cubicBezTo>
                        <a:pt x="60293" y="35338"/>
                        <a:pt x="59627" y="35338"/>
                        <a:pt x="59150" y="35242"/>
                      </a:cubicBezTo>
                      <a:lnTo>
                        <a:pt x="61722" y="37052"/>
                      </a:lnTo>
                      <a:lnTo>
                        <a:pt x="62008" y="35242"/>
                      </a:lnTo>
                      <a:cubicBezTo>
                        <a:pt x="62008" y="35242"/>
                        <a:pt x="63056" y="35623"/>
                        <a:pt x="64675" y="36100"/>
                      </a:cubicBezTo>
                      <a:lnTo>
                        <a:pt x="64675" y="35242"/>
                      </a:lnTo>
                      <a:close/>
                      <a:moveTo>
                        <a:pt x="62103" y="62579"/>
                      </a:moveTo>
                      <a:cubicBezTo>
                        <a:pt x="62103" y="62579"/>
                        <a:pt x="62389" y="62389"/>
                        <a:pt x="62389" y="62293"/>
                      </a:cubicBezTo>
                      <a:cubicBezTo>
                        <a:pt x="62389" y="62198"/>
                        <a:pt x="62198" y="62103"/>
                        <a:pt x="61817" y="61913"/>
                      </a:cubicBezTo>
                      <a:cubicBezTo>
                        <a:pt x="61436" y="61722"/>
                        <a:pt x="61246" y="61531"/>
                        <a:pt x="61246" y="61436"/>
                      </a:cubicBezTo>
                      <a:cubicBezTo>
                        <a:pt x="61246" y="61341"/>
                        <a:pt x="61436" y="61150"/>
                        <a:pt x="61817" y="60960"/>
                      </a:cubicBezTo>
                      <a:cubicBezTo>
                        <a:pt x="61341" y="60769"/>
                        <a:pt x="60960" y="60865"/>
                        <a:pt x="60484" y="61055"/>
                      </a:cubicBezTo>
                      <a:cubicBezTo>
                        <a:pt x="59817" y="61436"/>
                        <a:pt x="59436" y="61722"/>
                        <a:pt x="59341" y="61722"/>
                      </a:cubicBezTo>
                      <a:cubicBezTo>
                        <a:pt x="59627" y="61722"/>
                        <a:pt x="60484" y="62008"/>
                        <a:pt x="62008" y="62579"/>
                      </a:cubicBezTo>
                      <a:close/>
                      <a:moveTo>
                        <a:pt x="65056" y="40386"/>
                      </a:moveTo>
                      <a:lnTo>
                        <a:pt x="66389" y="40386"/>
                      </a:lnTo>
                      <a:cubicBezTo>
                        <a:pt x="65723" y="39909"/>
                        <a:pt x="65342" y="39909"/>
                        <a:pt x="65056" y="40291"/>
                      </a:cubicBezTo>
                      <a:cubicBezTo>
                        <a:pt x="64294" y="40100"/>
                        <a:pt x="63151" y="39719"/>
                        <a:pt x="61722" y="39338"/>
                      </a:cubicBezTo>
                      <a:cubicBezTo>
                        <a:pt x="61532" y="38862"/>
                        <a:pt x="61151" y="38576"/>
                        <a:pt x="60484" y="38576"/>
                      </a:cubicBezTo>
                      <a:cubicBezTo>
                        <a:pt x="60770" y="38767"/>
                        <a:pt x="61151" y="38957"/>
                        <a:pt x="61722" y="39338"/>
                      </a:cubicBezTo>
                      <a:cubicBezTo>
                        <a:pt x="61722" y="39624"/>
                        <a:pt x="61817" y="40005"/>
                        <a:pt x="61817" y="40481"/>
                      </a:cubicBezTo>
                      <a:cubicBezTo>
                        <a:pt x="61722" y="41053"/>
                        <a:pt x="61722" y="41338"/>
                        <a:pt x="61817" y="41434"/>
                      </a:cubicBezTo>
                      <a:cubicBezTo>
                        <a:pt x="61817" y="41624"/>
                        <a:pt x="61817" y="41719"/>
                        <a:pt x="62103" y="41624"/>
                      </a:cubicBezTo>
                      <a:lnTo>
                        <a:pt x="63341" y="40386"/>
                      </a:lnTo>
                      <a:lnTo>
                        <a:pt x="63913" y="40767"/>
                      </a:lnTo>
                      <a:cubicBezTo>
                        <a:pt x="63913" y="40767"/>
                        <a:pt x="63913" y="41338"/>
                        <a:pt x="63722" y="41719"/>
                      </a:cubicBezTo>
                      <a:cubicBezTo>
                        <a:pt x="63532" y="42005"/>
                        <a:pt x="63437" y="42291"/>
                        <a:pt x="63437" y="42576"/>
                      </a:cubicBezTo>
                      <a:cubicBezTo>
                        <a:pt x="64103" y="42576"/>
                        <a:pt x="64484" y="42576"/>
                        <a:pt x="64675" y="41910"/>
                      </a:cubicBezTo>
                      <a:cubicBezTo>
                        <a:pt x="64866" y="41434"/>
                        <a:pt x="65056" y="40862"/>
                        <a:pt x="65151" y="40291"/>
                      </a:cubicBezTo>
                      <a:lnTo>
                        <a:pt x="65151" y="4029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 name="Google Shape;1421;p99"/>
                <p:cNvSpPr/>
                <p:nvPr/>
              </p:nvSpPr>
              <p:spPr>
                <a:xfrm>
                  <a:off x="5635275" y="4891277"/>
                  <a:ext cx="90773" cy="88868"/>
                </a:xfrm>
                <a:custGeom>
                  <a:avLst/>
                  <a:gdLst/>
                  <a:ahLst/>
                  <a:cxnLst/>
                  <a:rect l="l" t="t" r="r" b="b"/>
                  <a:pathLst>
                    <a:path w="90773" h="88868" extrusionOk="0">
                      <a:moveTo>
                        <a:pt x="857" y="47530"/>
                      </a:moveTo>
                      <a:cubicBezTo>
                        <a:pt x="857" y="47530"/>
                        <a:pt x="1048" y="47816"/>
                        <a:pt x="1333" y="48006"/>
                      </a:cubicBezTo>
                      <a:cubicBezTo>
                        <a:pt x="1714" y="48292"/>
                        <a:pt x="1810" y="48482"/>
                        <a:pt x="1810" y="48673"/>
                      </a:cubicBezTo>
                      <a:lnTo>
                        <a:pt x="0" y="48673"/>
                      </a:lnTo>
                      <a:lnTo>
                        <a:pt x="857" y="47435"/>
                      </a:lnTo>
                      <a:close/>
                      <a:moveTo>
                        <a:pt x="0" y="53816"/>
                      </a:moveTo>
                      <a:cubicBezTo>
                        <a:pt x="381" y="54388"/>
                        <a:pt x="857" y="54769"/>
                        <a:pt x="1524" y="54959"/>
                      </a:cubicBezTo>
                      <a:lnTo>
                        <a:pt x="0" y="54959"/>
                      </a:lnTo>
                      <a:lnTo>
                        <a:pt x="0" y="53816"/>
                      </a:lnTo>
                      <a:close/>
                      <a:moveTo>
                        <a:pt x="286" y="59627"/>
                      </a:moveTo>
                      <a:lnTo>
                        <a:pt x="0" y="58388"/>
                      </a:lnTo>
                      <a:cubicBezTo>
                        <a:pt x="0" y="58388"/>
                        <a:pt x="953" y="58769"/>
                        <a:pt x="1810" y="59246"/>
                      </a:cubicBezTo>
                      <a:lnTo>
                        <a:pt x="381" y="59627"/>
                      </a:lnTo>
                      <a:close/>
                      <a:moveTo>
                        <a:pt x="2857" y="54959"/>
                      </a:moveTo>
                      <a:cubicBezTo>
                        <a:pt x="2857" y="54959"/>
                        <a:pt x="1905" y="54959"/>
                        <a:pt x="1429" y="54959"/>
                      </a:cubicBezTo>
                      <a:lnTo>
                        <a:pt x="2857" y="54959"/>
                      </a:lnTo>
                      <a:close/>
                      <a:moveTo>
                        <a:pt x="2000" y="61817"/>
                      </a:moveTo>
                      <a:cubicBezTo>
                        <a:pt x="2000" y="61817"/>
                        <a:pt x="2667" y="61913"/>
                        <a:pt x="3238" y="62484"/>
                      </a:cubicBezTo>
                      <a:lnTo>
                        <a:pt x="3238" y="63056"/>
                      </a:lnTo>
                      <a:lnTo>
                        <a:pt x="2000" y="63056"/>
                      </a:lnTo>
                      <a:lnTo>
                        <a:pt x="2000" y="61817"/>
                      </a:lnTo>
                      <a:close/>
                      <a:moveTo>
                        <a:pt x="4953" y="46292"/>
                      </a:moveTo>
                      <a:cubicBezTo>
                        <a:pt x="4953" y="46292"/>
                        <a:pt x="5334" y="47149"/>
                        <a:pt x="5429" y="47816"/>
                      </a:cubicBezTo>
                      <a:cubicBezTo>
                        <a:pt x="4667" y="47816"/>
                        <a:pt x="4191" y="47816"/>
                        <a:pt x="4191" y="47435"/>
                      </a:cubicBezTo>
                      <a:lnTo>
                        <a:pt x="5048" y="46292"/>
                      </a:lnTo>
                      <a:close/>
                      <a:moveTo>
                        <a:pt x="4096" y="74771"/>
                      </a:moveTo>
                      <a:cubicBezTo>
                        <a:pt x="4096" y="74771"/>
                        <a:pt x="4572" y="74390"/>
                        <a:pt x="5334" y="74390"/>
                      </a:cubicBezTo>
                      <a:lnTo>
                        <a:pt x="5334" y="75057"/>
                      </a:lnTo>
                      <a:lnTo>
                        <a:pt x="4096" y="74771"/>
                      </a:lnTo>
                      <a:close/>
                      <a:moveTo>
                        <a:pt x="9144" y="60388"/>
                      </a:moveTo>
                      <a:cubicBezTo>
                        <a:pt x="9620" y="60198"/>
                        <a:pt x="10096" y="60008"/>
                        <a:pt x="10573" y="59817"/>
                      </a:cubicBezTo>
                      <a:cubicBezTo>
                        <a:pt x="11239" y="59627"/>
                        <a:pt x="11716" y="59627"/>
                        <a:pt x="12097" y="60008"/>
                      </a:cubicBezTo>
                      <a:lnTo>
                        <a:pt x="9239" y="60388"/>
                      </a:lnTo>
                      <a:close/>
                      <a:moveTo>
                        <a:pt x="11239" y="49530"/>
                      </a:moveTo>
                      <a:cubicBezTo>
                        <a:pt x="10287" y="47244"/>
                        <a:pt x="10573" y="45720"/>
                        <a:pt x="12002" y="44958"/>
                      </a:cubicBezTo>
                      <a:lnTo>
                        <a:pt x="12478" y="45339"/>
                      </a:lnTo>
                      <a:cubicBezTo>
                        <a:pt x="11525" y="45339"/>
                        <a:pt x="11144" y="45911"/>
                        <a:pt x="11049" y="46863"/>
                      </a:cubicBezTo>
                      <a:cubicBezTo>
                        <a:pt x="11144" y="47720"/>
                        <a:pt x="11239" y="48578"/>
                        <a:pt x="11239" y="49530"/>
                      </a:cubicBezTo>
                      <a:close/>
                      <a:moveTo>
                        <a:pt x="21717" y="54959"/>
                      </a:moveTo>
                      <a:cubicBezTo>
                        <a:pt x="21717" y="54959"/>
                        <a:pt x="21146" y="54959"/>
                        <a:pt x="20764" y="54578"/>
                      </a:cubicBezTo>
                      <a:cubicBezTo>
                        <a:pt x="20479" y="54293"/>
                        <a:pt x="20193" y="54007"/>
                        <a:pt x="19907" y="54007"/>
                      </a:cubicBezTo>
                      <a:lnTo>
                        <a:pt x="19621" y="54007"/>
                      </a:lnTo>
                      <a:cubicBezTo>
                        <a:pt x="20764" y="53245"/>
                        <a:pt x="21717" y="53150"/>
                        <a:pt x="22574" y="53816"/>
                      </a:cubicBezTo>
                      <a:cubicBezTo>
                        <a:pt x="22574" y="54102"/>
                        <a:pt x="22574" y="54293"/>
                        <a:pt x="22384" y="54483"/>
                      </a:cubicBezTo>
                      <a:cubicBezTo>
                        <a:pt x="22193" y="54674"/>
                        <a:pt x="22003" y="54769"/>
                        <a:pt x="21717" y="54959"/>
                      </a:cubicBezTo>
                      <a:close/>
                      <a:moveTo>
                        <a:pt x="20860" y="32385"/>
                      </a:moveTo>
                      <a:lnTo>
                        <a:pt x="20860" y="33623"/>
                      </a:lnTo>
                      <a:lnTo>
                        <a:pt x="20479" y="32385"/>
                      </a:lnTo>
                      <a:lnTo>
                        <a:pt x="20860" y="32385"/>
                      </a:lnTo>
                      <a:close/>
                      <a:moveTo>
                        <a:pt x="21431" y="42386"/>
                      </a:moveTo>
                      <a:cubicBezTo>
                        <a:pt x="21431" y="42386"/>
                        <a:pt x="22384" y="42482"/>
                        <a:pt x="22574" y="42863"/>
                      </a:cubicBezTo>
                      <a:cubicBezTo>
                        <a:pt x="22479" y="43148"/>
                        <a:pt x="22193" y="43244"/>
                        <a:pt x="21812" y="43244"/>
                      </a:cubicBezTo>
                      <a:lnTo>
                        <a:pt x="20860" y="43244"/>
                      </a:lnTo>
                      <a:cubicBezTo>
                        <a:pt x="20860" y="42767"/>
                        <a:pt x="20860" y="42482"/>
                        <a:pt x="21431" y="42386"/>
                      </a:cubicBezTo>
                      <a:close/>
                      <a:moveTo>
                        <a:pt x="21146" y="65532"/>
                      </a:moveTo>
                      <a:lnTo>
                        <a:pt x="21146" y="65151"/>
                      </a:lnTo>
                      <a:lnTo>
                        <a:pt x="22574" y="65151"/>
                      </a:lnTo>
                      <a:lnTo>
                        <a:pt x="21146" y="65532"/>
                      </a:lnTo>
                      <a:close/>
                      <a:moveTo>
                        <a:pt x="21717" y="59627"/>
                      </a:moveTo>
                      <a:lnTo>
                        <a:pt x="21717" y="58388"/>
                      </a:lnTo>
                      <a:lnTo>
                        <a:pt x="22955" y="59627"/>
                      </a:lnTo>
                      <a:lnTo>
                        <a:pt x="21717" y="59627"/>
                      </a:lnTo>
                      <a:close/>
                      <a:moveTo>
                        <a:pt x="22574" y="51626"/>
                      </a:moveTo>
                      <a:cubicBezTo>
                        <a:pt x="23241" y="51626"/>
                        <a:pt x="23717" y="51721"/>
                        <a:pt x="23813" y="52007"/>
                      </a:cubicBezTo>
                      <a:lnTo>
                        <a:pt x="22574" y="52864"/>
                      </a:lnTo>
                      <a:lnTo>
                        <a:pt x="22574" y="51626"/>
                      </a:lnTo>
                      <a:close/>
                      <a:moveTo>
                        <a:pt x="23813" y="47816"/>
                      </a:moveTo>
                      <a:cubicBezTo>
                        <a:pt x="24384" y="48959"/>
                        <a:pt x="24479" y="49625"/>
                        <a:pt x="24098" y="49816"/>
                      </a:cubicBezTo>
                      <a:lnTo>
                        <a:pt x="23813" y="49816"/>
                      </a:lnTo>
                      <a:lnTo>
                        <a:pt x="23813" y="47816"/>
                      </a:lnTo>
                      <a:close/>
                      <a:moveTo>
                        <a:pt x="24098" y="71819"/>
                      </a:moveTo>
                      <a:cubicBezTo>
                        <a:pt x="25717" y="72104"/>
                        <a:pt x="26575" y="71819"/>
                        <a:pt x="26670" y="70485"/>
                      </a:cubicBezTo>
                      <a:cubicBezTo>
                        <a:pt x="26670" y="70866"/>
                        <a:pt x="26479" y="71438"/>
                        <a:pt x="25813" y="72295"/>
                      </a:cubicBezTo>
                      <a:cubicBezTo>
                        <a:pt x="25337" y="72295"/>
                        <a:pt x="24765" y="72295"/>
                        <a:pt x="24003" y="71819"/>
                      </a:cubicBezTo>
                      <a:close/>
                      <a:moveTo>
                        <a:pt x="24670" y="45720"/>
                      </a:moveTo>
                      <a:cubicBezTo>
                        <a:pt x="24670" y="45720"/>
                        <a:pt x="25813" y="45720"/>
                        <a:pt x="26670" y="46196"/>
                      </a:cubicBezTo>
                      <a:lnTo>
                        <a:pt x="24670" y="46196"/>
                      </a:lnTo>
                      <a:lnTo>
                        <a:pt x="24670" y="45720"/>
                      </a:lnTo>
                      <a:close/>
                      <a:moveTo>
                        <a:pt x="26479" y="49340"/>
                      </a:moveTo>
                      <a:cubicBezTo>
                        <a:pt x="26479" y="49340"/>
                        <a:pt x="26194" y="48863"/>
                        <a:pt x="26289" y="48673"/>
                      </a:cubicBezTo>
                      <a:lnTo>
                        <a:pt x="26479" y="49340"/>
                      </a:lnTo>
                      <a:close/>
                      <a:moveTo>
                        <a:pt x="26479" y="49340"/>
                      </a:moveTo>
                      <a:lnTo>
                        <a:pt x="27527" y="50578"/>
                      </a:lnTo>
                      <a:cubicBezTo>
                        <a:pt x="27527" y="50578"/>
                        <a:pt x="27432" y="51054"/>
                        <a:pt x="27051" y="51245"/>
                      </a:cubicBezTo>
                      <a:lnTo>
                        <a:pt x="26479" y="49340"/>
                      </a:lnTo>
                      <a:close/>
                      <a:moveTo>
                        <a:pt x="76200" y="70866"/>
                      </a:moveTo>
                      <a:cubicBezTo>
                        <a:pt x="76771" y="71057"/>
                        <a:pt x="77438" y="71152"/>
                        <a:pt x="78200" y="71152"/>
                      </a:cubicBezTo>
                      <a:cubicBezTo>
                        <a:pt x="78772" y="71152"/>
                        <a:pt x="79724" y="71152"/>
                        <a:pt x="81058" y="70961"/>
                      </a:cubicBezTo>
                      <a:cubicBezTo>
                        <a:pt x="82391" y="70961"/>
                        <a:pt x="83439" y="70771"/>
                        <a:pt x="84011" y="70771"/>
                      </a:cubicBezTo>
                      <a:cubicBezTo>
                        <a:pt x="87344" y="70771"/>
                        <a:pt x="89630" y="71819"/>
                        <a:pt x="90773" y="73819"/>
                      </a:cubicBezTo>
                      <a:cubicBezTo>
                        <a:pt x="90678" y="76391"/>
                        <a:pt x="90488" y="78867"/>
                        <a:pt x="90392" y="81344"/>
                      </a:cubicBezTo>
                      <a:cubicBezTo>
                        <a:pt x="90106" y="84296"/>
                        <a:pt x="89249" y="86582"/>
                        <a:pt x="87916" y="88106"/>
                      </a:cubicBezTo>
                      <a:cubicBezTo>
                        <a:pt x="87344" y="88583"/>
                        <a:pt x="86773" y="88868"/>
                        <a:pt x="86201" y="88868"/>
                      </a:cubicBezTo>
                      <a:cubicBezTo>
                        <a:pt x="85630" y="88868"/>
                        <a:pt x="84868" y="88583"/>
                        <a:pt x="83820" y="88011"/>
                      </a:cubicBezTo>
                      <a:cubicBezTo>
                        <a:pt x="82772" y="87535"/>
                        <a:pt x="82105" y="87249"/>
                        <a:pt x="81439" y="87249"/>
                      </a:cubicBezTo>
                      <a:cubicBezTo>
                        <a:pt x="80772" y="87249"/>
                        <a:pt x="80200" y="87535"/>
                        <a:pt x="79438" y="88106"/>
                      </a:cubicBezTo>
                      <a:cubicBezTo>
                        <a:pt x="76771" y="88487"/>
                        <a:pt x="73247" y="88487"/>
                        <a:pt x="68866" y="88297"/>
                      </a:cubicBezTo>
                      <a:cubicBezTo>
                        <a:pt x="64484" y="88011"/>
                        <a:pt x="61055" y="88106"/>
                        <a:pt x="58483" y="88487"/>
                      </a:cubicBezTo>
                      <a:lnTo>
                        <a:pt x="58483" y="88297"/>
                      </a:lnTo>
                      <a:cubicBezTo>
                        <a:pt x="55626" y="88106"/>
                        <a:pt x="51435" y="88202"/>
                        <a:pt x="46006" y="88487"/>
                      </a:cubicBezTo>
                      <a:cubicBezTo>
                        <a:pt x="44101" y="88011"/>
                        <a:pt x="41529" y="88011"/>
                        <a:pt x="38386" y="88297"/>
                      </a:cubicBezTo>
                      <a:lnTo>
                        <a:pt x="29432" y="88297"/>
                      </a:lnTo>
                      <a:lnTo>
                        <a:pt x="29432" y="63341"/>
                      </a:lnTo>
                      <a:lnTo>
                        <a:pt x="30861" y="62484"/>
                      </a:lnTo>
                      <a:lnTo>
                        <a:pt x="27908" y="62198"/>
                      </a:lnTo>
                      <a:cubicBezTo>
                        <a:pt x="28956" y="61722"/>
                        <a:pt x="29432" y="60865"/>
                        <a:pt x="29432" y="59627"/>
                      </a:cubicBezTo>
                      <a:cubicBezTo>
                        <a:pt x="29432" y="59246"/>
                        <a:pt x="29432" y="58674"/>
                        <a:pt x="29242" y="57817"/>
                      </a:cubicBezTo>
                      <a:cubicBezTo>
                        <a:pt x="29051" y="56960"/>
                        <a:pt x="28956" y="56388"/>
                        <a:pt x="28956" y="56007"/>
                      </a:cubicBezTo>
                      <a:cubicBezTo>
                        <a:pt x="28956" y="55531"/>
                        <a:pt x="28956" y="55245"/>
                        <a:pt x="29146" y="54864"/>
                      </a:cubicBezTo>
                      <a:lnTo>
                        <a:pt x="27908" y="54864"/>
                      </a:lnTo>
                      <a:cubicBezTo>
                        <a:pt x="28575" y="54674"/>
                        <a:pt x="29337" y="53912"/>
                        <a:pt x="30289" y="52864"/>
                      </a:cubicBezTo>
                      <a:cubicBezTo>
                        <a:pt x="29242" y="52102"/>
                        <a:pt x="28765" y="51054"/>
                        <a:pt x="28765" y="49721"/>
                      </a:cubicBezTo>
                      <a:cubicBezTo>
                        <a:pt x="28765" y="49054"/>
                        <a:pt x="29051" y="47816"/>
                        <a:pt x="29528" y="46196"/>
                      </a:cubicBezTo>
                      <a:cubicBezTo>
                        <a:pt x="30004" y="44577"/>
                        <a:pt x="30289" y="43434"/>
                        <a:pt x="30289" y="42863"/>
                      </a:cubicBezTo>
                      <a:cubicBezTo>
                        <a:pt x="30480" y="42863"/>
                        <a:pt x="30575" y="43053"/>
                        <a:pt x="30671" y="43434"/>
                      </a:cubicBezTo>
                      <a:cubicBezTo>
                        <a:pt x="30671" y="43815"/>
                        <a:pt x="30766" y="44006"/>
                        <a:pt x="30766" y="44006"/>
                      </a:cubicBezTo>
                      <a:cubicBezTo>
                        <a:pt x="31052" y="44006"/>
                        <a:pt x="31242" y="43815"/>
                        <a:pt x="31528" y="43434"/>
                      </a:cubicBezTo>
                      <a:lnTo>
                        <a:pt x="33338" y="46482"/>
                      </a:lnTo>
                      <a:cubicBezTo>
                        <a:pt x="33814" y="45529"/>
                        <a:pt x="34004" y="44006"/>
                        <a:pt x="33623" y="41910"/>
                      </a:cubicBezTo>
                      <a:cubicBezTo>
                        <a:pt x="33338" y="41624"/>
                        <a:pt x="32671" y="41434"/>
                        <a:pt x="31909" y="41434"/>
                      </a:cubicBezTo>
                      <a:lnTo>
                        <a:pt x="30385" y="41434"/>
                      </a:lnTo>
                      <a:cubicBezTo>
                        <a:pt x="30385" y="41434"/>
                        <a:pt x="30194" y="40767"/>
                        <a:pt x="29908" y="40767"/>
                      </a:cubicBezTo>
                      <a:lnTo>
                        <a:pt x="32480" y="40196"/>
                      </a:lnTo>
                      <a:cubicBezTo>
                        <a:pt x="31147" y="39719"/>
                        <a:pt x="30385" y="38862"/>
                        <a:pt x="30099" y="37529"/>
                      </a:cubicBezTo>
                      <a:cubicBezTo>
                        <a:pt x="30099" y="36386"/>
                        <a:pt x="30099" y="35147"/>
                        <a:pt x="30004" y="33909"/>
                      </a:cubicBezTo>
                      <a:lnTo>
                        <a:pt x="30861" y="33052"/>
                      </a:lnTo>
                      <a:lnTo>
                        <a:pt x="28765" y="30194"/>
                      </a:lnTo>
                      <a:cubicBezTo>
                        <a:pt x="29718" y="26099"/>
                        <a:pt x="30099" y="23813"/>
                        <a:pt x="30099" y="23432"/>
                      </a:cubicBezTo>
                      <a:cubicBezTo>
                        <a:pt x="30099" y="22098"/>
                        <a:pt x="29813" y="21050"/>
                        <a:pt x="29146" y="20098"/>
                      </a:cubicBezTo>
                      <a:cubicBezTo>
                        <a:pt x="29146" y="19812"/>
                        <a:pt x="29337" y="16478"/>
                        <a:pt x="29718" y="10096"/>
                      </a:cubicBezTo>
                      <a:cubicBezTo>
                        <a:pt x="29908" y="6191"/>
                        <a:pt x="30766" y="3238"/>
                        <a:pt x="32195" y="1238"/>
                      </a:cubicBezTo>
                      <a:cubicBezTo>
                        <a:pt x="31813" y="1238"/>
                        <a:pt x="33719" y="1238"/>
                        <a:pt x="38005" y="1238"/>
                      </a:cubicBezTo>
                      <a:cubicBezTo>
                        <a:pt x="40291" y="1334"/>
                        <a:pt x="42100" y="857"/>
                        <a:pt x="43434" y="0"/>
                      </a:cubicBezTo>
                      <a:cubicBezTo>
                        <a:pt x="45434" y="2286"/>
                        <a:pt x="46387" y="6096"/>
                        <a:pt x="46387" y="11430"/>
                      </a:cubicBezTo>
                      <a:lnTo>
                        <a:pt x="46387" y="20003"/>
                      </a:lnTo>
                      <a:cubicBezTo>
                        <a:pt x="46387" y="22384"/>
                        <a:pt x="46577" y="24384"/>
                        <a:pt x="46863" y="26003"/>
                      </a:cubicBezTo>
                      <a:cubicBezTo>
                        <a:pt x="46291" y="26289"/>
                        <a:pt x="46006" y="26956"/>
                        <a:pt x="46006" y="27718"/>
                      </a:cubicBezTo>
                      <a:cubicBezTo>
                        <a:pt x="46006" y="28099"/>
                        <a:pt x="46006" y="28670"/>
                        <a:pt x="46196" y="29337"/>
                      </a:cubicBezTo>
                      <a:cubicBezTo>
                        <a:pt x="46387" y="30004"/>
                        <a:pt x="46387" y="30575"/>
                        <a:pt x="46387" y="30766"/>
                      </a:cubicBezTo>
                      <a:cubicBezTo>
                        <a:pt x="46387" y="31147"/>
                        <a:pt x="46387" y="31433"/>
                        <a:pt x="46387" y="31623"/>
                      </a:cubicBezTo>
                      <a:lnTo>
                        <a:pt x="46101" y="31337"/>
                      </a:lnTo>
                      <a:cubicBezTo>
                        <a:pt x="46101" y="31337"/>
                        <a:pt x="46101" y="32576"/>
                        <a:pt x="46482" y="33719"/>
                      </a:cubicBezTo>
                      <a:cubicBezTo>
                        <a:pt x="46672" y="34862"/>
                        <a:pt x="46863" y="35719"/>
                        <a:pt x="46863" y="36386"/>
                      </a:cubicBezTo>
                      <a:cubicBezTo>
                        <a:pt x="46863" y="37148"/>
                        <a:pt x="46863" y="37910"/>
                        <a:pt x="46482" y="38481"/>
                      </a:cubicBezTo>
                      <a:lnTo>
                        <a:pt x="47339" y="40100"/>
                      </a:lnTo>
                      <a:lnTo>
                        <a:pt x="46958" y="40100"/>
                      </a:lnTo>
                      <a:cubicBezTo>
                        <a:pt x="46672" y="40577"/>
                        <a:pt x="46482" y="41815"/>
                        <a:pt x="46482" y="43910"/>
                      </a:cubicBezTo>
                      <a:cubicBezTo>
                        <a:pt x="46482" y="45529"/>
                        <a:pt x="46101" y="46673"/>
                        <a:pt x="45244" y="47244"/>
                      </a:cubicBezTo>
                      <a:cubicBezTo>
                        <a:pt x="45339" y="47530"/>
                        <a:pt x="45815" y="47625"/>
                        <a:pt x="46482" y="47625"/>
                      </a:cubicBezTo>
                      <a:cubicBezTo>
                        <a:pt x="46958" y="55912"/>
                        <a:pt x="46958" y="62675"/>
                        <a:pt x="46482" y="67913"/>
                      </a:cubicBezTo>
                      <a:cubicBezTo>
                        <a:pt x="46482" y="67532"/>
                        <a:pt x="46196" y="67342"/>
                        <a:pt x="45815" y="67342"/>
                      </a:cubicBezTo>
                      <a:lnTo>
                        <a:pt x="44767" y="67342"/>
                      </a:lnTo>
                      <a:cubicBezTo>
                        <a:pt x="44767" y="67342"/>
                        <a:pt x="44958" y="67818"/>
                        <a:pt x="44958" y="68009"/>
                      </a:cubicBezTo>
                      <a:cubicBezTo>
                        <a:pt x="44958" y="68390"/>
                        <a:pt x="44767" y="68771"/>
                        <a:pt x="44291" y="69247"/>
                      </a:cubicBezTo>
                      <a:cubicBezTo>
                        <a:pt x="43815" y="69723"/>
                        <a:pt x="43624" y="70199"/>
                        <a:pt x="43624" y="70390"/>
                      </a:cubicBezTo>
                      <a:cubicBezTo>
                        <a:pt x="43624" y="70771"/>
                        <a:pt x="43815" y="71152"/>
                        <a:pt x="44196" y="71533"/>
                      </a:cubicBezTo>
                      <a:cubicBezTo>
                        <a:pt x="44672" y="70009"/>
                        <a:pt x="45434" y="69247"/>
                        <a:pt x="46387" y="69247"/>
                      </a:cubicBezTo>
                      <a:cubicBezTo>
                        <a:pt x="46958" y="69247"/>
                        <a:pt x="48292" y="70009"/>
                        <a:pt x="50578" y="71533"/>
                      </a:cubicBezTo>
                      <a:cubicBezTo>
                        <a:pt x="50863" y="71533"/>
                        <a:pt x="51054" y="71533"/>
                        <a:pt x="51435" y="71057"/>
                      </a:cubicBezTo>
                      <a:lnTo>
                        <a:pt x="51435" y="70199"/>
                      </a:lnTo>
                      <a:cubicBezTo>
                        <a:pt x="51435" y="70199"/>
                        <a:pt x="52864" y="70580"/>
                        <a:pt x="54673" y="70580"/>
                      </a:cubicBezTo>
                      <a:lnTo>
                        <a:pt x="54388" y="71057"/>
                      </a:lnTo>
                      <a:cubicBezTo>
                        <a:pt x="54388" y="71057"/>
                        <a:pt x="55245" y="71438"/>
                        <a:pt x="55721" y="71438"/>
                      </a:cubicBezTo>
                      <a:cubicBezTo>
                        <a:pt x="56197" y="71438"/>
                        <a:pt x="56769" y="71152"/>
                        <a:pt x="57531" y="70771"/>
                      </a:cubicBezTo>
                      <a:cubicBezTo>
                        <a:pt x="58388" y="70390"/>
                        <a:pt x="58864" y="70199"/>
                        <a:pt x="59246" y="70199"/>
                      </a:cubicBezTo>
                      <a:cubicBezTo>
                        <a:pt x="59817" y="70199"/>
                        <a:pt x="60388" y="70485"/>
                        <a:pt x="60960" y="71057"/>
                      </a:cubicBezTo>
                      <a:cubicBezTo>
                        <a:pt x="62484" y="70485"/>
                        <a:pt x="64008" y="70199"/>
                        <a:pt x="65818" y="70199"/>
                      </a:cubicBezTo>
                      <a:cubicBezTo>
                        <a:pt x="66675" y="70199"/>
                        <a:pt x="68008" y="70199"/>
                        <a:pt x="69723" y="70485"/>
                      </a:cubicBezTo>
                      <a:cubicBezTo>
                        <a:pt x="71438" y="70676"/>
                        <a:pt x="72771" y="70866"/>
                        <a:pt x="73723" y="70866"/>
                      </a:cubicBezTo>
                      <a:cubicBezTo>
                        <a:pt x="74581" y="70866"/>
                        <a:pt x="75438" y="70866"/>
                        <a:pt x="76200" y="70580"/>
                      </a:cubicBezTo>
                      <a:close/>
                      <a:moveTo>
                        <a:pt x="29146" y="37719"/>
                      </a:moveTo>
                      <a:lnTo>
                        <a:pt x="29146" y="38576"/>
                      </a:lnTo>
                      <a:lnTo>
                        <a:pt x="27908" y="37243"/>
                      </a:lnTo>
                      <a:cubicBezTo>
                        <a:pt x="27908" y="37243"/>
                        <a:pt x="28670" y="37433"/>
                        <a:pt x="29146" y="37719"/>
                      </a:cubicBezTo>
                      <a:close/>
                      <a:moveTo>
                        <a:pt x="30480" y="41434"/>
                      </a:moveTo>
                      <a:cubicBezTo>
                        <a:pt x="30480" y="41434"/>
                        <a:pt x="30385" y="41624"/>
                        <a:pt x="30385" y="41434"/>
                      </a:cubicBezTo>
                      <a:lnTo>
                        <a:pt x="30480" y="41434"/>
                      </a:lnTo>
                      <a:close/>
                      <a:moveTo>
                        <a:pt x="31623" y="65913"/>
                      </a:moveTo>
                      <a:lnTo>
                        <a:pt x="30861" y="65056"/>
                      </a:lnTo>
                      <a:lnTo>
                        <a:pt x="32195" y="63818"/>
                      </a:lnTo>
                      <a:lnTo>
                        <a:pt x="31242" y="63818"/>
                      </a:lnTo>
                      <a:lnTo>
                        <a:pt x="31623" y="62389"/>
                      </a:lnTo>
                      <a:lnTo>
                        <a:pt x="30385" y="64579"/>
                      </a:lnTo>
                      <a:lnTo>
                        <a:pt x="30861" y="65532"/>
                      </a:lnTo>
                      <a:cubicBezTo>
                        <a:pt x="30861" y="65532"/>
                        <a:pt x="31242" y="66008"/>
                        <a:pt x="31623" y="65913"/>
                      </a:cubicBezTo>
                      <a:close/>
                      <a:moveTo>
                        <a:pt x="34576" y="68104"/>
                      </a:moveTo>
                      <a:lnTo>
                        <a:pt x="36290" y="67532"/>
                      </a:lnTo>
                      <a:lnTo>
                        <a:pt x="35052" y="67532"/>
                      </a:lnTo>
                      <a:lnTo>
                        <a:pt x="34480" y="68104"/>
                      </a:lnTo>
                      <a:close/>
                      <a:moveTo>
                        <a:pt x="40005" y="45720"/>
                      </a:moveTo>
                      <a:lnTo>
                        <a:pt x="41434" y="44958"/>
                      </a:lnTo>
                      <a:lnTo>
                        <a:pt x="40577" y="44958"/>
                      </a:lnTo>
                      <a:lnTo>
                        <a:pt x="40005" y="45720"/>
                      </a:lnTo>
                      <a:close/>
                      <a:moveTo>
                        <a:pt x="41434" y="31433"/>
                      </a:moveTo>
                      <a:lnTo>
                        <a:pt x="41720" y="30194"/>
                      </a:lnTo>
                      <a:lnTo>
                        <a:pt x="40481" y="29718"/>
                      </a:lnTo>
                      <a:lnTo>
                        <a:pt x="41338" y="31433"/>
                      </a:lnTo>
                      <a:close/>
                      <a:moveTo>
                        <a:pt x="56483" y="20765"/>
                      </a:moveTo>
                      <a:lnTo>
                        <a:pt x="56483" y="22193"/>
                      </a:lnTo>
                      <a:lnTo>
                        <a:pt x="56102" y="22193"/>
                      </a:lnTo>
                      <a:lnTo>
                        <a:pt x="56102" y="20765"/>
                      </a:lnTo>
                      <a:lnTo>
                        <a:pt x="56483" y="20765"/>
                      </a:lnTo>
                      <a:close/>
                      <a:moveTo>
                        <a:pt x="76962" y="74771"/>
                      </a:moveTo>
                      <a:lnTo>
                        <a:pt x="76962" y="73533"/>
                      </a:lnTo>
                      <a:lnTo>
                        <a:pt x="76486" y="72676"/>
                      </a:lnTo>
                      <a:lnTo>
                        <a:pt x="76962" y="7477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 name="Google Shape;1422;p99"/>
                <p:cNvSpPr/>
                <p:nvPr/>
              </p:nvSpPr>
              <p:spPr>
                <a:xfrm>
                  <a:off x="5709475" y="4892516"/>
                  <a:ext cx="81438" cy="87439"/>
                </a:xfrm>
                <a:custGeom>
                  <a:avLst/>
                  <a:gdLst/>
                  <a:ahLst/>
                  <a:cxnLst/>
                  <a:rect l="l" t="t" r="r" b="b"/>
                  <a:pathLst>
                    <a:path w="81438" h="87439" extrusionOk="0">
                      <a:moveTo>
                        <a:pt x="1143" y="60388"/>
                      </a:moveTo>
                      <a:cubicBezTo>
                        <a:pt x="1143" y="61151"/>
                        <a:pt x="1143" y="61531"/>
                        <a:pt x="1524" y="61531"/>
                      </a:cubicBezTo>
                      <a:cubicBezTo>
                        <a:pt x="1524" y="61531"/>
                        <a:pt x="1714" y="61531"/>
                        <a:pt x="1905" y="61341"/>
                      </a:cubicBezTo>
                      <a:cubicBezTo>
                        <a:pt x="2191" y="61341"/>
                        <a:pt x="2286" y="61341"/>
                        <a:pt x="2476" y="61341"/>
                      </a:cubicBezTo>
                      <a:cubicBezTo>
                        <a:pt x="2762" y="61341"/>
                        <a:pt x="2857" y="61436"/>
                        <a:pt x="2953" y="61722"/>
                      </a:cubicBezTo>
                      <a:cubicBezTo>
                        <a:pt x="1238" y="61722"/>
                        <a:pt x="190" y="61531"/>
                        <a:pt x="0" y="61341"/>
                      </a:cubicBezTo>
                      <a:lnTo>
                        <a:pt x="1238" y="60484"/>
                      </a:lnTo>
                      <a:close/>
                      <a:moveTo>
                        <a:pt x="2857" y="71533"/>
                      </a:moveTo>
                      <a:cubicBezTo>
                        <a:pt x="2857" y="71533"/>
                        <a:pt x="3334" y="70961"/>
                        <a:pt x="3715" y="70961"/>
                      </a:cubicBezTo>
                      <a:lnTo>
                        <a:pt x="4953" y="70961"/>
                      </a:lnTo>
                      <a:cubicBezTo>
                        <a:pt x="4953" y="70961"/>
                        <a:pt x="4572" y="71533"/>
                        <a:pt x="4096" y="71533"/>
                      </a:cubicBezTo>
                      <a:lnTo>
                        <a:pt x="2953" y="71533"/>
                      </a:lnTo>
                      <a:close/>
                      <a:moveTo>
                        <a:pt x="6572" y="77343"/>
                      </a:moveTo>
                      <a:lnTo>
                        <a:pt x="6572" y="76105"/>
                      </a:lnTo>
                      <a:lnTo>
                        <a:pt x="7429" y="76105"/>
                      </a:lnTo>
                      <a:lnTo>
                        <a:pt x="6572" y="77343"/>
                      </a:lnTo>
                      <a:close/>
                      <a:moveTo>
                        <a:pt x="11334" y="70104"/>
                      </a:moveTo>
                      <a:cubicBezTo>
                        <a:pt x="11334" y="70104"/>
                        <a:pt x="12287" y="70199"/>
                        <a:pt x="12954" y="70961"/>
                      </a:cubicBezTo>
                      <a:lnTo>
                        <a:pt x="12668" y="71533"/>
                      </a:lnTo>
                      <a:lnTo>
                        <a:pt x="11430" y="70104"/>
                      </a:lnTo>
                      <a:close/>
                      <a:moveTo>
                        <a:pt x="12954" y="77343"/>
                      </a:moveTo>
                      <a:cubicBezTo>
                        <a:pt x="12954" y="77343"/>
                        <a:pt x="13430" y="77057"/>
                        <a:pt x="13621" y="76676"/>
                      </a:cubicBezTo>
                      <a:cubicBezTo>
                        <a:pt x="13906" y="76295"/>
                        <a:pt x="14097" y="76200"/>
                        <a:pt x="14288" y="76200"/>
                      </a:cubicBezTo>
                      <a:cubicBezTo>
                        <a:pt x="14288" y="76486"/>
                        <a:pt x="14097" y="76867"/>
                        <a:pt x="13811" y="77438"/>
                      </a:cubicBezTo>
                      <a:lnTo>
                        <a:pt x="12954" y="77438"/>
                      </a:lnTo>
                      <a:close/>
                      <a:moveTo>
                        <a:pt x="15049" y="67628"/>
                      </a:moveTo>
                      <a:lnTo>
                        <a:pt x="14668" y="68485"/>
                      </a:lnTo>
                      <a:lnTo>
                        <a:pt x="13430" y="68485"/>
                      </a:lnTo>
                      <a:cubicBezTo>
                        <a:pt x="13716" y="67628"/>
                        <a:pt x="14002" y="67246"/>
                        <a:pt x="14288" y="67246"/>
                      </a:cubicBezTo>
                      <a:cubicBezTo>
                        <a:pt x="14478" y="67246"/>
                        <a:pt x="14668" y="67342"/>
                        <a:pt x="14954" y="67628"/>
                      </a:cubicBezTo>
                      <a:close/>
                      <a:moveTo>
                        <a:pt x="16764" y="60103"/>
                      </a:moveTo>
                      <a:lnTo>
                        <a:pt x="16764" y="60960"/>
                      </a:lnTo>
                      <a:lnTo>
                        <a:pt x="15049" y="59531"/>
                      </a:lnTo>
                      <a:cubicBezTo>
                        <a:pt x="15049" y="59531"/>
                        <a:pt x="16002" y="59531"/>
                        <a:pt x="16764" y="60103"/>
                      </a:cubicBezTo>
                      <a:close/>
                      <a:moveTo>
                        <a:pt x="15049" y="72771"/>
                      </a:moveTo>
                      <a:cubicBezTo>
                        <a:pt x="15621" y="72771"/>
                        <a:pt x="15811" y="73152"/>
                        <a:pt x="15811" y="73914"/>
                      </a:cubicBezTo>
                      <a:lnTo>
                        <a:pt x="15049" y="73914"/>
                      </a:lnTo>
                      <a:lnTo>
                        <a:pt x="15049" y="72771"/>
                      </a:lnTo>
                      <a:close/>
                      <a:moveTo>
                        <a:pt x="17145" y="82010"/>
                      </a:moveTo>
                      <a:lnTo>
                        <a:pt x="16764" y="81534"/>
                      </a:lnTo>
                      <a:lnTo>
                        <a:pt x="18574" y="80581"/>
                      </a:lnTo>
                      <a:lnTo>
                        <a:pt x="17145" y="82010"/>
                      </a:lnTo>
                      <a:close/>
                      <a:moveTo>
                        <a:pt x="81058" y="64675"/>
                      </a:moveTo>
                      <a:lnTo>
                        <a:pt x="77152" y="65246"/>
                      </a:lnTo>
                      <a:cubicBezTo>
                        <a:pt x="77152" y="65246"/>
                        <a:pt x="77152" y="65532"/>
                        <a:pt x="77152" y="65627"/>
                      </a:cubicBezTo>
                      <a:cubicBezTo>
                        <a:pt x="77152" y="65818"/>
                        <a:pt x="77438" y="66199"/>
                        <a:pt x="78009" y="66485"/>
                      </a:cubicBezTo>
                      <a:cubicBezTo>
                        <a:pt x="78676" y="66770"/>
                        <a:pt x="78962" y="67246"/>
                        <a:pt x="78962" y="67628"/>
                      </a:cubicBezTo>
                      <a:lnTo>
                        <a:pt x="79819" y="67628"/>
                      </a:lnTo>
                      <a:cubicBezTo>
                        <a:pt x="79343" y="69818"/>
                        <a:pt x="78962" y="72104"/>
                        <a:pt x="78581" y="74390"/>
                      </a:cubicBezTo>
                      <a:cubicBezTo>
                        <a:pt x="77914" y="76771"/>
                        <a:pt x="76581" y="78296"/>
                        <a:pt x="74390" y="79058"/>
                      </a:cubicBezTo>
                      <a:cubicBezTo>
                        <a:pt x="74009" y="77819"/>
                        <a:pt x="73057" y="77343"/>
                        <a:pt x="71723" y="77914"/>
                      </a:cubicBezTo>
                      <a:lnTo>
                        <a:pt x="71247" y="78296"/>
                      </a:lnTo>
                      <a:lnTo>
                        <a:pt x="72961" y="80010"/>
                      </a:lnTo>
                      <a:cubicBezTo>
                        <a:pt x="72295" y="79915"/>
                        <a:pt x="71533" y="79438"/>
                        <a:pt x="70771" y="78772"/>
                      </a:cubicBezTo>
                      <a:cubicBezTo>
                        <a:pt x="69913" y="78010"/>
                        <a:pt x="69342" y="77724"/>
                        <a:pt x="68866" y="77724"/>
                      </a:cubicBezTo>
                      <a:cubicBezTo>
                        <a:pt x="68389" y="77724"/>
                        <a:pt x="67818" y="78010"/>
                        <a:pt x="67151" y="78581"/>
                      </a:cubicBezTo>
                      <a:lnTo>
                        <a:pt x="68675" y="78581"/>
                      </a:lnTo>
                      <a:lnTo>
                        <a:pt x="68294" y="79153"/>
                      </a:lnTo>
                      <a:cubicBezTo>
                        <a:pt x="69151" y="79438"/>
                        <a:pt x="70294" y="80105"/>
                        <a:pt x="71628" y="81153"/>
                      </a:cubicBezTo>
                      <a:lnTo>
                        <a:pt x="68580" y="82487"/>
                      </a:lnTo>
                      <a:lnTo>
                        <a:pt x="69056" y="82772"/>
                      </a:lnTo>
                      <a:cubicBezTo>
                        <a:pt x="69056" y="82772"/>
                        <a:pt x="67818" y="83344"/>
                        <a:pt x="65627" y="84296"/>
                      </a:cubicBezTo>
                      <a:cubicBezTo>
                        <a:pt x="64484" y="84772"/>
                        <a:pt x="63341" y="84963"/>
                        <a:pt x="62389" y="84963"/>
                      </a:cubicBezTo>
                      <a:cubicBezTo>
                        <a:pt x="61817" y="84963"/>
                        <a:pt x="61341" y="84963"/>
                        <a:pt x="60769" y="84963"/>
                      </a:cubicBezTo>
                      <a:cubicBezTo>
                        <a:pt x="60388" y="85916"/>
                        <a:pt x="60388" y="86582"/>
                        <a:pt x="60484" y="86963"/>
                      </a:cubicBezTo>
                      <a:lnTo>
                        <a:pt x="44005" y="87439"/>
                      </a:lnTo>
                      <a:cubicBezTo>
                        <a:pt x="42672" y="86201"/>
                        <a:pt x="40672" y="85154"/>
                        <a:pt x="37814" y="84296"/>
                      </a:cubicBezTo>
                      <a:cubicBezTo>
                        <a:pt x="34766" y="83344"/>
                        <a:pt x="32766" y="82677"/>
                        <a:pt x="31813" y="82010"/>
                      </a:cubicBezTo>
                      <a:cubicBezTo>
                        <a:pt x="31432" y="81534"/>
                        <a:pt x="30861" y="81153"/>
                        <a:pt x="29908" y="80867"/>
                      </a:cubicBezTo>
                      <a:cubicBezTo>
                        <a:pt x="29051" y="80677"/>
                        <a:pt x="28099" y="80486"/>
                        <a:pt x="27241" y="80201"/>
                      </a:cubicBezTo>
                      <a:lnTo>
                        <a:pt x="28480" y="78962"/>
                      </a:lnTo>
                      <a:lnTo>
                        <a:pt x="26765" y="77343"/>
                      </a:lnTo>
                      <a:lnTo>
                        <a:pt x="26384" y="78486"/>
                      </a:lnTo>
                      <a:cubicBezTo>
                        <a:pt x="24860" y="78105"/>
                        <a:pt x="24098" y="76962"/>
                        <a:pt x="24003" y="74867"/>
                      </a:cubicBezTo>
                      <a:cubicBezTo>
                        <a:pt x="24003" y="73057"/>
                        <a:pt x="22860" y="72200"/>
                        <a:pt x="20955" y="72200"/>
                      </a:cubicBezTo>
                      <a:lnTo>
                        <a:pt x="19621" y="72200"/>
                      </a:lnTo>
                      <a:cubicBezTo>
                        <a:pt x="20764" y="72200"/>
                        <a:pt x="21431" y="71438"/>
                        <a:pt x="21431" y="70104"/>
                      </a:cubicBezTo>
                      <a:cubicBezTo>
                        <a:pt x="21431" y="69628"/>
                        <a:pt x="21431" y="69247"/>
                        <a:pt x="21146" y="68961"/>
                      </a:cubicBezTo>
                      <a:cubicBezTo>
                        <a:pt x="20955" y="68580"/>
                        <a:pt x="20193" y="68199"/>
                        <a:pt x="18859" y="67628"/>
                      </a:cubicBezTo>
                      <a:lnTo>
                        <a:pt x="18574" y="67913"/>
                      </a:lnTo>
                      <a:cubicBezTo>
                        <a:pt x="18574" y="67913"/>
                        <a:pt x="18383" y="68199"/>
                        <a:pt x="18192" y="68199"/>
                      </a:cubicBezTo>
                      <a:cubicBezTo>
                        <a:pt x="18002" y="68199"/>
                        <a:pt x="17812" y="67913"/>
                        <a:pt x="17621" y="67342"/>
                      </a:cubicBezTo>
                      <a:cubicBezTo>
                        <a:pt x="17526" y="66770"/>
                        <a:pt x="17526" y="66389"/>
                        <a:pt x="17621" y="65913"/>
                      </a:cubicBezTo>
                      <a:cubicBezTo>
                        <a:pt x="18288" y="65818"/>
                        <a:pt x="19431" y="65056"/>
                        <a:pt x="20955" y="63722"/>
                      </a:cubicBezTo>
                      <a:cubicBezTo>
                        <a:pt x="22193" y="62579"/>
                        <a:pt x="23336" y="61913"/>
                        <a:pt x="24193" y="61913"/>
                      </a:cubicBezTo>
                      <a:cubicBezTo>
                        <a:pt x="24574" y="61913"/>
                        <a:pt x="25051" y="62103"/>
                        <a:pt x="25527" y="62294"/>
                      </a:cubicBezTo>
                      <a:cubicBezTo>
                        <a:pt x="25241" y="61817"/>
                        <a:pt x="25241" y="61341"/>
                        <a:pt x="25527" y="61055"/>
                      </a:cubicBezTo>
                      <a:cubicBezTo>
                        <a:pt x="25717" y="60674"/>
                        <a:pt x="25527" y="60198"/>
                        <a:pt x="24860" y="59436"/>
                      </a:cubicBezTo>
                      <a:lnTo>
                        <a:pt x="28575" y="57721"/>
                      </a:lnTo>
                      <a:lnTo>
                        <a:pt x="27622" y="56579"/>
                      </a:lnTo>
                      <a:cubicBezTo>
                        <a:pt x="28289" y="56579"/>
                        <a:pt x="29146" y="56293"/>
                        <a:pt x="30480" y="55531"/>
                      </a:cubicBezTo>
                      <a:cubicBezTo>
                        <a:pt x="31718" y="54864"/>
                        <a:pt x="32671" y="54483"/>
                        <a:pt x="33052" y="54483"/>
                      </a:cubicBezTo>
                      <a:cubicBezTo>
                        <a:pt x="33814" y="54483"/>
                        <a:pt x="34290" y="55054"/>
                        <a:pt x="34576" y="56102"/>
                      </a:cubicBezTo>
                      <a:cubicBezTo>
                        <a:pt x="34290" y="58484"/>
                        <a:pt x="35147" y="60865"/>
                        <a:pt x="37147" y="63246"/>
                      </a:cubicBezTo>
                      <a:cubicBezTo>
                        <a:pt x="38100" y="64389"/>
                        <a:pt x="40005" y="66199"/>
                        <a:pt x="42863" y="68675"/>
                      </a:cubicBezTo>
                      <a:cubicBezTo>
                        <a:pt x="43339" y="69628"/>
                        <a:pt x="44005" y="70104"/>
                        <a:pt x="45053" y="70104"/>
                      </a:cubicBezTo>
                      <a:cubicBezTo>
                        <a:pt x="45434" y="70104"/>
                        <a:pt x="45815" y="70104"/>
                        <a:pt x="46387" y="70104"/>
                      </a:cubicBezTo>
                      <a:cubicBezTo>
                        <a:pt x="46958" y="70009"/>
                        <a:pt x="47434" y="69913"/>
                        <a:pt x="47720" y="69913"/>
                      </a:cubicBezTo>
                      <a:cubicBezTo>
                        <a:pt x="48387" y="69913"/>
                        <a:pt x="49054" y="70104"/>
                        <a:pt x="49625" y="70390"/>
                      </a:cubicBezTo>
                      <a:cubicBezTo>
                        <a:pt x="50197" y="70676"/>
                        <a:pt x="50863" y="70866"/>
                        <a:pt x="51530" y="70866"/>
                      </a:cubicBezTo>
                      <a:cubicBezTo>
                        <a:pt x="52864" y="70866"/>
                        <a:pt x="54388" y="70199"/>
                        <a:pt x="56197" y="68961"/>
                      </a:cubicBezTo>
                      <a:cubicBezTo>
                        <a:pt x="58769" y="67342"/>
                        <a:pt x="60293" y="66294"/>
                        <a:pt x="60674" y="66199"/>
                      </a:cubicBezTo>
                      <a:cubicBezTo>
                        <a:pt x="61055" y="65627"/>
                        <a:pt x="61246" y="65056"/>
                        <a:pt x="61246" y="64484"/>
                      </a:cubicBezTo>
                      <a:cubicBezTo>
                        <a:pt x="61246" y="63627"/>
                        <a:pt x="60769" y="62579"/>
                        <a:pt x="59722" y="61055"/>
                      </a:cubicBezTo>
                      <a:cubicBezTo>
                        <a:pt x="58769" y="59627"/>
                        <a:pt x="58198" y="58579"/>
                        <a:pt x="58102" y="57817"/>
                      </a:cubicBezTo>
                      <a:cubicBezTo>
                        <a:pt x="56197" y="57531"/>
                        <a:pt x="55245" y="56864"/>
                        <a:pt x="55054" y="55721"/>
                      </a:cubicBezTo>
                      <a:lnTo>
                        <a:pt x="55626" y="55340"/>
                      </a:lnTo>
                      <a:cubicBezTo>
                        <a:pt x="53245" y="54197"/>
                        <a:pt x="50006" y="52578"/>
                        <a:pt x="45910" y="50387"/>
                      </a:cubicBezTo>
                      <a:cubicBezTo>
                        <a:pt x="45434" y="50768"/>
                        <a:pt x="44958" y="50959"/>
                        <a:pt x="44577" y="50959"/>
                      </a:cubicBezTo>
                      <a:cubicBezTo>
                        <a:pt x="44005" y="50959"/>
                        <a:pt x="43243" y="50578"/>
                        <a:pt x="42386" y="49721"/>
                      </a:cubicBezTo>
                      <a:cubicBezTo>
                        <a:pt x="41529" y="48959"/>
                        <a:pt x="40862" y="48578"/>
                        <a:pt x="40386" y="48578"/>
                      </a:cubicBezTo>
                      <a:cubicBezTo>
                        <a:pt x="40100" y="48578"/>
                        <a:pt x="40005" y="48578"/>
                        <a:pt x="39719" y="48768"/>
                      </a:cubicBezTo>
                      <a:cubicBezTo>
                        <a:pt x="37909" y="48292"/>
                        <a:pt x="36100" y="46768"/>
                        <a:pt x="34290" y="44387"/>
                      </a:cubicBezTo>
                      <a:cubicBezTo>
                        <a:pt x="32194" y="41624"/>
                        <a:pt x="30575" y="39910"/>
                        <a:pt x="29242" y="39053"/>
                      </a:cubicBezTo>
                      <a:cubicBezTo>
                        <a:pt x="29242" y="38291"/>
                        <a:pt x="28956" y="37243"/>
                        <a:pt x="28099" y="36004"/>
                      </a:cubicBezTo>
                      <a:cubicBezTo>
                        <a:pt x="27241" y="34862"/>
                        <a:pt x="26860" y="33909"/>
                        <a:pt x="26956" y="33242"/>
                      </a:cubicBezTo>
                      <a:cubicBezTo>
                        <a:pt x="26479" y="32290"/>
                        <a:pt x="26194" y="30480"/>
                        <a:pt x="26003" y="27718"/>
                      </a:cubicBezTo>
                      <a:cubicBezTo>
                        <a:pt x="25908" y="25337"/>
                        <a:pt x="25813" y="22955"/>
                        <a:pt x="25717" y="20574"/>
                      </a:cubicBezTo>
                      <a:cubicBezTo>
                        <a:pt x="26289" y="20384"/>
                        <a:pt x="26575" y="20098"/>
                        <a:pt x="26575" y="19717"/>
                      </a:cubicBezTo>
                      <a:cubicBezTo>
                        <a:pt x="26575" y="19526"/>
                        <a:pt x="26384" y="19145"/>
                        <a:pt x="26194" y="18669"/>
                      </a:cubicBezTo>
                      <a:cubicBezTo>
                        <a:pt x="25813" y="18193"/>
                        <a:pt x="25717" y="17812"/>
                        <a:pt x="25717" y="17621"/>
                      </a:cubicBezTo>
                      <a:cubicBezTo>
                        <a:pt x="26098" y="16574"/>
                        <a:pt x="27241" y="15240"/>
                        <a:pt x="29432" y="13526"/>
                      </a:cubicBezTo>
                      <a:cubicBezTo>
                        <a:pt x="31147" y="12002"/>
                        <a:pt x="32004" y="10573"/>
                        <a:pt x="32004" y="9144"/>
                      </a:cubicBezTo>
                      <a:cubicBezTo>
                        <a:pt x="32290" y="9144"/>
                        <a:pt x="32861" y="8858"/>
                        <a:pt x="33528" y="8287"/>
                      </a:cubicBezTo>
                      <a:cubicBezTo>
                        <a:pt x="34195" y="7811"/>
                        <a:pt x="34766" y="7525"/>
                        <a:pt x="35052" y="7525"/>
                      </a:cubicBezTo>
                      <a:cubicBezTo>
                        <a:pt x="35242" y="7525"/>
                        <a:pt x="35433" y="7715"/>
                        <a:pt x="35623" y="7906"/>
                      </a:cubicBezTo>
                      <a:cubicBezTo>
                        <a:pt x="36957" y="5810"/>
                        <a:pt x="39148" y="4191"/>
                        <a:pt x="42196" y="3048"/>
                      </a:cubicBezTo>
                      <a:cubicBezTo>
                        <a:pt x="44863" y="2191"/>
                        <a:pt x="47530" y="1334"/>
                        <a:pt x="50197" y="476"/>
                      </a:cubicBezTo>
                      <a:cubicBezTo>
                        <a:pt x="50959" y="191"/>
                        <a:pt x="51721" y="0"/>
                        <a:pt x="52578" y="0"/>
                      </a:cubicBezTo>
                      <a:cubicBezTo>
                        <a:pt x="53721" y="0"/>
                        <a:pt x="55340" y="476"/>
                        <a:pt x="57245" y="1334"/>
                      </a:cubicBezTo>
                      <a:cubicBezTo>
                        <a:pt x="59150" y="2286"/>
                        <a:pt x="60769" y="2667"/>
                        <a:pt x="61913" y="2667"/>
                      </a:cubicBezTo>
                      <a:cubicBezTo>
                        <a:pt x="62484" y="2667"/>
                        <a:pt x="62960" y="2667"/>
                        <a:pt x="63436" y="2477"/>
                      </a:cubicBezTo>
                      <a:cubicBezTo>
                        <a:pt x="63913" y="3524"/>
                        <a:pt x="64865" y="4191"/>
                        <a:pt x="66199" y="4572"/>
                      </a:cubicBezTo>
                      <a:cubicBezTo>
                        <a:pt x="67818" y="5048"/>
                        <a:pt x="68961" y="5525"/>
                        <a:pt x="69437" y="5905"/>
                      </a:cubicBezTo>
                      <a:cubicBezTo>
                        <a:pt x="71914" y="6096"/>
                        <a:pt x="74200" y="9239"/>
                        <a:pt x="76105" y="15526"/>
                      </a:cubicBezTo>
                      <a:cubicBezTo>
                        <a:pt x="76105" y="16383"/>
                        <a:pt x="75342" y="17526"/>
                        <a:pt x="74200" y="18955"/>
                      </a:cubicBezTo>
                      <a:cubicBezTo>
                        <a:pt x="73057" y="20384"/>
                        <a:pt x="72485" y="21622"/>
                        <a:pt x="72485" y="22670"/>
                      </a:cubicBezTo>
                      <a:cubicBezTo>
                        <a:pt x="71723" y="22479"/>
                        <a:pt x="71247" y="22765"/>
                        <a:pt x="71247" y="23527"/>
                      </a:cubicBezTo>
                      <a:cubicBezTo>
                        <a:pt x="71152" y="24479"/>
                        <a:pt x="70961" y="25051"/>
                        <a:pt x="70675" y="25146"/>
                      </a:cubicBezTo>
                      <a:cubicBezTo>
                        <a:pt x="68675" y="26099"/>
                        <a:pt x="67246" y="26575"/>
                        <a:pt x="66389" y="26575"/>
                      </a:cubicBezTo>
                      <a:cubicBezTo>
                        <a:pt x="65246" y="26575"/>
                        <a:pt x="64103" y="25813"/>
                        <a:pt x="63151" y="24384"/>
                      </a:cubicBezTo>
                      <a:cubicBezTo>
                        <a:pt x="63055" y="23241"/>
                        <a:pt x="62293" y="22384"/>
                        <a:pt x="60960" y="21812"/>
                      </a:cubicBezTo>
                      <a:cubicBezTo>
                        <a:pt x="59341" y="21241"/>
                        <a:pt x="58388" y="20574"/>
                        <a:pt x="58102" y="19717"/>
                      </a:cubicBezTo>
                      <a:cubicBezTo>
                        <a:pt x="57626" y="19717"/>
                        <a:pt x="56578" y="19241"/>
                        <a:pt x="54769" y="18479"/>
                      </a:cubicBezTo>
                      <a:cubicBezTo>
                        <a:pt x="53340" y="17907"/>
                        <a:pt x="52102" y="17621"/>
                        <a:pt x="51244" y="17621"/>
                      </a:cubicBezTo>
                      <a:cubicBezTo>
                        <a:pt x="50006" y="17621"/>
                        <a:pt x="48958" y="18193"/>
                        <a:pt x="48101" y="19336"/>
                      </a:cubicBezTo>
                      <a:cubicBezTo>
                        <a:pt x="47720" y="19336"/>
                        <a:pt x="47530" y="19241"/>
                        <a:pt x="47339" y="19241"/>
                      </a:cubicBezTo>
                      <a:cubicBezTo>
                        <a:pt x="46767" y="19241"/>
                        <a:pt x="45815" y="19812"/>
                        <a:pt x="44672" y="20860"/>
                      </a:cubicBezTo>
                      <a:cubicBezTo>
                        <a:pt x="44958" y="21527"/>
                        <a:pt x="45148" y="22098"/>
                        <a:pt x="45148" y="22670"/>
                      </a:cubicBezTo>
                      <a:cubicBezTo>
                        <a:pt x="45148" y="23336"/>
                        <a:pt x="44672" y="23908"/>
                        <a:pt x="43720" y="24479"/>
                      </a:cubicBezTo>
                      <a:cubicBezTo>
                        <a:pt x="42767" y="24955"/>
                        <a:pt x="42196" y="25527"/>
                        <a:pt x="42196" y="26003"/>
                      </a:cubicBezTo>
                      <a:cubicBezTo>
                        <a:pt x="42196" y="26479"/>
                        <a:pt x="42481" y="27051"/>
                        <a:pt x="42958" y="27718"/>
                      </a:cubicBezTo>
                      <a:cubicBezTo>
                        <a:pt x="46006" y="32099"/>
                        <a:pt x="50578" y="35528"/>
                        <a:pt x="56769" y="37719"/>
                      </a:cubicBezTo>
                      <a:cubicBezTo>
                        <a:pt x="57531" y="38005"/>
                        <a:pt x="58769" y="38671"/>
                        <a:pt x="60198" y="39910"/>
                      </a:cubicBezTo>
                      <a:cubicBezTo>
                        <a:pt x="61627" y="41148"/>
                        <a:pt x="62960" y="41815"/>
                        <a:pt x="63913" y="41910"/>
                      </a:cubicBezTo>
                      <a:cubicBezTo>
                        <a:pt x="64960" y="42005"/>
                        <a:pt x="66389" y="42863"/>
                        <a:pt x="68199" y="44387"/>
                      </a:cubicBezTo>
                      <a:cubicBezTo>
                        <a:pt x="69818" y="45815"/>
                        <a:pt x="71342" y="46482"/>
                        <a:pt x="72771" y="46196"/>
                      </a:cubicBezTo>
                      <a:cubicBezTo>
                        <a:pt x="72771" y="46958"/>
                        <a:pt x="72866" y="47339"/>
                        <a:pt x="73152" y="47435"/>
                      </a:cubicBezTo>
                      <a:cubicBezTo>
                        <a:pt x="73819" y="47435"/>
                        <a:pt x="74295" y="47911"/>
                        <a:pt x="74581" y="48863"/>
                      </a:cubicBezTo>
                      <a:cubicBezTo>
                        <a:pt x="74962" y="49911"/>
                        <a:pt x="75438" y="50197"/>
                        <a:pt x="76105" y="50006"/>
                      </a:cubicBezTo>
                      <a:cubicBezTo>
                        <a:pt x="76295" y="50483"/>
                        <a:pt x="77152" y="52006"/>
                        <a:pt x="78962" y="54483"/>
                      </a:cubicBezTo>
                      <a:cubicBezTo>
                        <a:pt x="80296" y="56483"/>
                        <a:pt x="80867" y="58388"/>
                        <a:pt x="80867" y="60008"/>
                      </a:cubicBezTo>
                      <a:cubicBezTo>
                        <a:pt x="81248" y="60484"/>
                        <a:pt x="81439" y="60865"/>
                        <a:pt x="81439" y="61341"/>
                      </a:cubicBezTo>
                      <a:cubicBezTo>
                        <a:pt x="81439" y="61722"/>
                        <a:pt x="81248" y="62103"/>
                        <a:pt x="80867" y="62579"/>
                      </a:cubicBezTo>
                      <a:cubicBezTo>
                        <a:pt x="80581" y="63246"/>
                        <a:pt x="80391" y="63627"/>
                        <a:pt x="80391" y="63722"/>
                      </a:cubicBezTo>
                      <a:cubicBezTo>
                        <a:pt x="80391" y="64199"/>
                        <a:pt x="80677" y="64579"/>
                        <a:pt x="81248" y="65056"/>
                      </a:cubicBezTo>
                      <a:close/>
                      <a:moveTo>
                        <a:pt x="18574" y="67342"/>
                      </a:moveTo>
                      <a:lnTo>
                        <a:pt x="21050" y="66485"/>
                      </a:lnTo>
                      <a:lnTo>
                        <a:pt x="19907" y="66485"/>
                      </a:lnTo>
                      <a:lnTo>
                        <a:pt x="18669" y="67342"/>
                      </a:lnTo>
                      <a:close/>
                      <a:moveTo>
                        <a:pt x="19336" y="77914"/>
                      </a:moveTo>
                      <a:lnTo>
                        <a:pt x="19907" y="77914"/>
                      </a:lnTo>
                      <a:lnTo>
                        <a:pt x="20764" y="78486"/>
                      </a:lnTo>
                      <a:lnTo>
                        <a:pt x="19336" y="77914"/>
                      </a:lnTo>
                      <a:close/>
                      <a:moveTo>
                        <a:pt x="22860" y="83725"/>
                      </a:moveTo>
                      <a:cubicBezTo>
                        <a:pt x="22669" y="82868"/>
                        <a:pt x="22860" y="82201"/>
                        <a:pt x="23622" y="81534"/>
                      </a:cubicBezTo>
                      <a:lnTo>
                        <a:pt x="23622" y="81534"/>
                      </a:lnTo>
                      <a:cubicBezTo>
                        <a:pt x="23622" y="81534"/>
                        <a:pt x="23813" y="82105"/>
                        <a:pt x="24098" y="82391"/>
                      </a:cubicBezTo>
                      <a:cubicBezTo>
                        <a:pt x="24479" y="82772"/>
                        <a:pt x="24574" y="82963"/>
                        <a:pt x="24574" y="83153"/>
                      </a:cubicBezTo>
                      <a:cubicBezTo>
                        <a:pt x="24574" y="83439"/>
                        <a:pt x="24479" y="83534"/>
                        <a:pt x="24098" y="83725"/>
                      </a:cubicBezTo>
                      <a:lnTo>
                        <a:pt x="22955" y="83725"/>
                      </a:lnTo>
                      <a:close/>
                      <a:moveTo>
                        <a:pt x="23813" y="81153"/>
                      </a:moveTo>
                      <a:cubicBezTo>
                        <a:pt x="23813" y="81153"/>
                        <a:pt x="23527" y="81439"/>
                        <a:pt x="23527" y="81534"/>
                      </a:cubicBezTo>
                      <a:cubicBezTo>
                        <a:pt x="23527" y="81534"/>
                        <a:pt x="23527" y="81344"/>
                        <a:pt x="23813" y="81153"/>
                      </a:cubicBezTo>
                      <a:close/>
                      <a:moveTo>
                        <a:pt x="24003" y="79153"/>
                      </a:moveTo>
                      <a:cubicBezTo>
                        <a:pt x="24003" y="79153"/>
                        <a:pt x="24670" y="79343"/>
                        <a:pt x="25051" y="79629"/>
                      </a:cubicBezTo>
                      <a:cubicBezTo>
                        <a:pt x="25432" y="80010"/>
                        <a:pt x="25622" y="80201"/>
                        <a:pt x="25717" y="80296"/>
                      </a:cubicBezTo>
                      <a:cubicBezTo>
                        <a:pt x="25241" y="80296"/>
                        <a:pt x="24765" y="80677"/>
                        <a:pt x="23908" y="81153"/>
                      </a:cubicBezTo>
                      <a:cubicBezTo>
                        <a:pt x="24479" y="80391"/>
                        <a:pt x="24574" y="79724"/>
                        <a:pt x="24098" y="79153"/>
                      </a:cubicBezTo>
                      <a:close/>
                      <a:moveTo>
                        <a:pt x="26575" y="69913"/>
                      </a:moveTo>
                      <a:lnTo>
                        <a:pt x="26575" y="69056"/>
                      </a:lnTo>
                      <a:lnTo>
                        <a:pt x="24003" y="67723"/>
                      </a:lnTo>
                      <a:lnTo>
                        <a:pt x="26575" y="69913"/>
                      </a:lnTo>
                      <a:close/>
                      <a:moveTo>
                        <a:pt x="28670" y="73247"/>
                      </a:moveTo>
                      <a:cubicBezTo>
                        <a:pt x="28670" y="73247"/>
                        <a:pt x="28956" y="73247"/>
                        <a:pt x="29718" y="73438"/>
                      </a:cubicBezTo>
                      <a:cubicBezTo>
                        <a:pt x="30099" y="73533"/>
                        <a:pt x="30480" y="73343"/>
                        <a:pt x="30671" y="72771"/>
                      </a:cubicBezTo>
                      <a:cubicBezTo>
                        <a:pt x="29813" y="72390"/>
                        <a:pt x="29146" y="72580"/>
                        <a:pt x="28670" y="73152"/>
                      </a:cubicBezTo>
                      <a:cubicBezTo>
                        <a:pt x="28480" y="73152"/>
                        <a:pt x="28289" y="73343"/>
                        <a:pt x="28289" y="73533"/>
                      </a:cubicBezTo>
                      <a:lnTo>
                        <a:pt x="27432" y="74390"/>
                      </a:lnTo>
                      <a:lnTo>
                        <a:pt x="28289" y="74390"/>
                      </a:lnTo>
                      <a:cubicBezTo>
                        <a:pt x="28289" y="74390"/>
                        <a:pt x="28289" y="73724"/>
                        <a:pt x="28289" y="73533"/>
                      </a:cubicBezTo>
                      <a:lnTo>
                        <a:pt x="28670" y="73152"/>
                      </a:lnTo>
                      <a:close/>
                      <a:moveTo>
                        <a:pt x="29242" y="32004"/>
                      </a:moveTo>
                      <a:cubicBezTo>
                        <a:pt x="29242" y="32004"/>
                        <a:pt x="29718" y="31433"/>
                        <a:pt x="29527" y="31052"/>
                      </a:cubicBezTo>
                      <a:lnTo>
                        <a:pt x="29908" y="30194"/>
                      </a:lnTo>
                      <a:cubicBezTo>
                        <a:pt x="29908" y="30194"/>
                        <a:pt x="29242" y="29528"/>
                        <a:pt x="28670" y="29337"/>
                      </a:cubicBezTo>
                      <a:cubicBezTo>
                        <a:pt x="28289" y="29146"/>
                        <a:pt x="27908" y="29051"/>
                        <a:pt x="27717" y="29051"/>
                      </a:cubicBezTo>
                      <a:cubicBezTo>
                        <a:pt x="28956" y="29623"/>
                        <a:pt x="29432" y="30289"/>
                        <a:pt x="29432" y="31052"/>
                      </a:cubicBezTo>
                      <a:lnTo>
                        <a:pt x="29146" y="32004"/>
                      </a:lnTo>
                      <a:close/>
                      <a:moveTo>
                        <a:pt x="36671" y="25718"/>
                      </a:moveTo>
                      <a:lnTo>
                        <a:pt x="36671" y="25337"/>
                      </a:lnTo>
                      <a:cubicBezTo>
                        <a:pt x="36385" y="23431"/>
                        <a:pt x="35147" y="22479"/>
                        <a:pt x="32861" y="22479"/>
                      </a:cubicBezTo>
                      <a:cubicBezTo>
                        <a:pt x="30956" y="22479"/>
                        <a:pt x="29527" y="22955"/>
                        <a:pt x="28289" y="24003"/>
                      </a:cubicBezTo>
                      <a:cubicBezTo>
                        <a:pt x="28670" y="24194"/>
                        <a:pt x="29051" y="24860"/>
                        <a:pt x="29527" y="26099"/>
                      </a:cubicBezTo>
                      <a:cubicBezTo>
                        <a:pt x="29908" y="27337"/>
                        <a:pt x="30671" y="27908"/>
                        <a:pt x="31623" y="27718"/>
                      </a:cubicBezTo>
                      <a:lnTo>
                        <a:pt x="31623" y="27337"/>
                      </a:lnTo>
                      <a:cubicBezTo>
                        <a:pt x="31623" y="27337"/>
                        <a:pt x="32099" y="26289"/>
                        <a:pt x="32385" y="24955"/>
                      </a:cubicBezTo>
                      <a:cubicBezTo>
                        <a:pt x="32575" y="23813"/>
                        <a:pt x="33052" y="23146"/>
                        <a:pt x="33718" y="23146"/>
                      </a:cubicBezTo>
                      <a:cubicBezTo>
                        <a:pt x="34004" y="23146"/>
                        <a:pt x="34385" y="23146"/>
                        <a:pt x="34766" y="23527"/>
                      </a:cubicBezTo>
                      <a:lnTo>
                        <a:pt x="34766" y="24384"/>
                      </a:lnTo>
                      <a:cubicBezTo>
                        <a:pt x="34766" y="24384"/>
                        <a:pt x="35052" y="24194"/>
                        <a:pt x="35242" y="24194"/>
                      </a:cubicBezTo>
                      <a:cubicBezTo>
                        <a:pt x="35338" y="24194"/>
                        <a:pt x="35909" y="24575"/>
                        <a:pt x="36766" y="25527"/>
                      </a:cubicBezTo>
                      <a:close/>
                      <a:moveTo>
                        <a:pt x="29813" y="60484"/>
                      </a:moveTo>
                      <a:cubicBezTo>
                        <a:pt x="29146" y="60484"/>
                        <a:pt x="28765" y="60484"/>
                        <a:pt x="28575" y="60198"/>
                      </a:cubicBezTo>
                      <a:lnTo>
                        <a:pt x="29432" y="61436"/>
                      </a:lnTo>
                      <a:cubicBezTo>
                        <a:pt x="29432" y="61436"/>
                        <a:pt x="29908" y="60960"/>
                        <a:pt x="29813" y="60579"/>
                      </a:cubicBezTo>
                      <a:close/>
                      <a:moveTo>
                        <a:pt x="30671" y="26956"/>
                      </a:moveTo>
                      <a:lnTo>
                        <a:pt x="30384" y="26670"/>
                      </a:lnTo>
                      <a:lnTo>
                        <a:pt x="31242" y="26670"/>
                      </a:lnTo>
                      <a:cubicBezTo>
                        <a:pt x="31242" y="26670"/>
                        <a:pt x="30956" y="26861"/>
                        <a:pt x="30671" y="26956"/>
                      </a:cubicBezTo>
                      <a:close/>
                      <a:moveTo>
                        <a:pt x="31242" y="26670"/>
                      </a:moveTo>
                      <a:cubicBezTo>
                        <a:pt x="31242" y="26670"/>
                        <a:pt x="31528" y="26479"/>
                        <a:pt x="31528" y="26670"/>
                      </a:cubicBezTo>
                      <a:lnTo>
                        <a:pt x="31242" y="26670"/>
                      </a:lnTo>
                      <a:close/>
                      <a:moveTo>
                        <a:pt x="32004" y="79915"/>
                      </a:moveTo>
                      <a:lnTo>
                        <a:pt x="32956" y="79058"/>
                      </a:lnTo>
                      <a:cubicBezTo>
                        <a:pt x="32956" y="79058"/>
                        <a:pt x="32290" y="78486"/>
                        <a:pt x="32004" y="78486"/>
                      </a:cubicBezTo>
                      <a:lnTo>
                        <a:pt x="32004" y="79915"/>
                      </a:lnTo>
                      <a:close/>
                      <a:moveTo>
                        <a:pt x="33338" y="28099"/>
                      </a:moveTo>
                      <a:cubicBezTo>
                        <a:pt x="33338" y="28099"/>
                        <a:pt x="33338" y="27146"/>
                        <a:pt x="32956" y="26670"/>
                      </a:cubicBezTo>
                      <a:lnTo>
                        <a:pt x="32956" y="28670"/>
                      </a:lnTo>
                      <a:lnTo>
                        <a:pt x="33338" y="28099"/>
                      </a:lnTo>
                      <a:close/>
                      <a:moveTo>
                        <a:pt x="34957" y="86868"/>
                      </a:moveTo>
                      <a:lnTo>
                        <a:pt x="34671" y="86582"/>
                      </a:lnTo>
                      <a:lnTo>
                        <a:pt x="35528" y="86582"/>
                      </a:lnTo>
                      <a:cubicBezTo>
                        <a:pt x="35528" y="86582"/>
                        <a:pt x="34957" y="86868"/>
                        <a:pt x="34957" y="86868"/>
                      </a:cubicBezTo>
                      <a:close/>
                      <a:moveTo>
                        <a:pt x="45529" y="77914"/>
                      </a:moveTo>
                      <a:lnTo>
                        <a:pt x="46006" y="77343"/>
                      </a:lnTo>
                      <a:lnTo>
                        <a:pt x="45529" y="76105"/>
                      </a:lnTo>
                      <a:lnTo>
                        <a:pt x="45529" y="77819"/>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23" name="Google Shape;1423;p99"/>
              <p:cNvGrpSpPr/>
              <p:nvPr/>
            </p:nvGrpSpPr>
            <p:grpSpPr>
              <a:xfrm>
                <a:off x="11121086" y="4974813"/>
                <a:ext cx="855070" cy="140207"/>
                <a:chOff x="5867768" y="2692908"/>
                <a:chExt cx="855070" cy="140207"/>
              </a:xfrm>
            </p:grpSpPr>
            <p:sp>
              <p:nvSpPr>
                <p:cNvPr id="1424" name="Google Shape;1424;p99"/>
                <p:cNvSpPr/>
                <p:nvPr/>
              </p:nvSpPr>
              <p:spPr>
                <a:xfrm>
                  <a:off x="5867768" y="2707386"/>
                  <a:ext cx="86022" cy="106584"/>
                </a:xfrm>
                <a:custGeom>
                  <a:avLst/>
                  <a:gdLst/>
                  <a:ahLst/>
                  <a:cxnLst/>
                  <a:rect l="l" t="t" r="r" b="b"/>
                  <a:pathLst>
                    <a:path w="86022" h="106584" extrusionOk="0">
                      <a:moveTo>
                        <a:pt x="65258" y="1524"/>
                      </a:moveTo>
                      <a:cubicBezTo>
                        <a:pt x="66306" y="1524"/>
                        <a:pt x="67449" y="2572"/>
                        <a:pt x="68592" y="4667"/>
                      </a:cubicBezTo>
                      <a:cubicBezTo>
                        <a:pt x="69735" y="6763"/>
                        <a:pt x="70687" y="7715"/>
                        <a:pt x="71640" y="7715"/>
                      </a:cubicBezTo>
                      <a:cubicBezTo>
                        <a:pt x="72402" y="7715"/>
                        <a:pt x="73259" y="7429"/>
                        <a:pt x="74211" y="6667"/>
                      </a:cubicBezTo>
                      <a:cubicBezTo>
                        <a:pt x="74878" y="8192"/>
                        <a:pt x="76498" y="10287"/>
                        <a:pt x="79260" y="12573"/>
                      </a:cubicBezTo>
                      <a:cubicBezTo>
                        <a:pt x="81736" y="14764"/>
                        <a:pt x="83641" y="16859"/>
                        <a:pt x="84403" y="18288"/>
                      </a:cubicBezTo>
                      <a:cubicBezTo>
                        <a:pt x="83927" y="19526"/>
                        <a:pt x="83641" y="21622"/>
                        <a:pt x="83641" y="24955"/>
                      </a:cubicBezTo>
                      <a:cubicBezTo>
                        <a:pt x="83641" y="28289"/>
                        <a:pt x="83356" y="30194"/>
                        <a:pt x="82784" y="31242"/>
                      </a:cubicBezTo>
                      <a:cubicBezTo>
                        <a:pt x="81832" y="32861"/>
                        <a:pt x="80022" y="33718"/>
                        <a:pt x="77260" y="33338"/>
                      </a:cubicBezTo>
                      <a:cubicBezTo>
                        <a:pt x="75640" y="33242"/>
                        <a:pt x="73450" y="33909"/>
                        <a:pt x="71068" y="35814"/>
                      </a:cubicBezTo>
                      <a:cubicBezTo>
                        <a:pt x="68497" y="37719"/>
                        <a:pt x="66592" y="38671"/>
                        <a:pt x="65068" y="38671"/>
                      </a:cubicBezTo>
                      <a:cubicBezTo>
                        <a:pt x="64210" y="38671"/>
                        <a:pt x="63448" y="38386"/>
                        <a:pt x="62496" y="38100"/>
                      </a:cubicBezTo>
                      <a:cubicBezTo>
                        <a:pt x="63258" y="33718"/>
                        <a:pt x="60115" y="28480"/>
                        <a:pt x="53066" y="22193"/>
                      </a:cubicBezTo>
                      <a:cubicBezTo>
                        <a:pt x="51161" y="19907"/>
                        <a:pt x="49351" y="18955"/>
                        <a:pt x="47542" y="18955"/>
                      </a:cubicBezTo>
                      <a:cubicBezTo>
                        <a:pt x="46208" y="18955"/>
                        <a:pt x="44398" y="19526"/>
                        <a:pt x="41922" y="20860"/>
                      </a:cubicBezTo>
                      <a:cubicBezTo>
                        <a:pt x="39445" y="22288"/>
                        <a:pt x="37255" y="22955"/>
                        <a:pt x="35731" y="22955"/>
                      </a:cubicBezTo>
                      <a:cubicBezTo>
                        <a:pt x="34588" y="22955"/>
                        <a:pt x="33635" y="22669"/>
                        <a:pt x="32683" y="22288"/>
                      </a:cubicBezTo>
                      <a:cubicBezTo>
                        <a:pt x="31444" y="23717"/>
                        <a:pt x="30301" y="24955"/>
                        <a:pt x="29063" y="26098"/>
                      </a:cubicBezTo>
                      <a:cubicBezTo>
                        <a:pt x="27825" y="27813"/>
                        <a:pt x="27253" y="29432"/>
                        <a:pt x="27444" y="31147"/>
                      </a:cubicBezTo>
                      <a:lnTo>
                        <a:pt x="25920" y="31147"/>
                      </a:lnTo>
                      <a:cubicBezTo>
                        <a:pt x="25158" y="33718"/>
                        <a:pt x="25158" y="38671"/>
                        <a:pt x="25729" y="45910"/>
                      </a:cubicBezTo>
                      <a:cubicBezTo>
                        <a:pt x="26206" y="52483"/>
                        <a:pt x="25539" y="57150"/>
                        <a:pt x="23539" y="60007"/>
                      </a:cubicBezTo>
                      <a:lnTo>
                        <a:pt x="23539" y="58960"/>
                      </a:lnTo>
                      <a:cubicBezTo>
                        <a:pt x="23253" y="58483"/>
                        <a:pt x="22967" y="58293"/>
                        <a:pt x="22586" y="58293"/>
                      </a:cubicBezTo>
                      <a:cubicBezTo>
                        <a:pt x="22300" y="58293"/>
                        <a:pt x="21824" y="58483"/>
                        <a:pt x="21157" y="59246"/>
                      </a:cubicBezTo>
                      <a:cubicBezTo>
                        <a:pt x="20491" y="59722"/>
                        <a:pt x="20014" y="60007"/>
                        <a:pt x="19824" y="60007"/>
                      </a:cubicBezTo>
                      <a:cubicBezTo>
                        <a:pt x="19824" y="60865"/>
                        <a:pt x="20205" y="61150"/>
                        <a:pt x="20776" y="61150"/>
                      </a:cubicBezTo>
                      <a:cubicBezTo>
                        <a:pt x="22681" y="61531"/>
                        <a:pt x="23729" y="61817"/>
                        <a:pt x="24205" y="62389"/>
                      </a:cubicBezTo>
                      <a:lnTo>
                        <a:pt x="22586" y="63913"/>
                      </a:lnTo>
                      <a:cubicBezTo>
                        <a:pt x="26586" y="67723"/>
                        <a:pt x="28587" y="71152"/>
                        <a:pt x="28587" y="74200"/>
                      </a:cubicBezTo>
                      <a:cubicBezTo>
                        <a:pt x="28587" y="74962"/>
                        <a:pt x="28396" y="75724"/>
                        <a:pt x="28111" y="76390"/>
                      </a:cubicBezTo>
                      <a:lnTo>
                        <a:pt x="31349" y="79248"/>
                      </a:lnTo>
                      <a:lnTo>
                        <a:pt x="30301" y="80200"/>
                      </a:lnTo>
                      <a:cubicBezTo>
                        <a:pt x="31254" y="81058"/>
                        <a:pt x="34111" y="81439"/>
                        <a:pt x="38874" y="81820"/>
                      </a:cubicBezTo>
                      <a:cubicBezTo>
                        <a:pt x="42684" y="81915"/>
                        <a:pt x="44875" y="83439"/>
                        <a:pt x="45256" y="86487"/>
                      </a:cubicBezTo>
                      <a:cubicBezTo>
                        <a:pt x="46303" y="84487"/>
                        <a:pt x="48970" y="82772"/>
                        <a:pt x="53066" y="81248"/>
                      </a:cubicBezTo>
                      <a:cubicBezTo>
                        <a:pt x="56686" y="79724"/>
                        <a:pt x="58781" y="77724"/>
                        <a:pt x="59257" y="74867"/>
                      </a:cubicBezTo>
                      <a:cubicBezTo>
                        <a:pt x="60210" y="74771"/>
                        <a:pt x="61543" y="73438"/>
                        <a:pt x="63448" y="71533"/>
                      </a:cubicBezTo>
                      <a:cubicBezTo>
                        <a:pt x="65353" y="69437"/>
                        <a:pt x="67163" y="68485"/>
                        <a:pt x="68782" y="68485"/>
                      </a:cubicBezTo>
                      <a:cubicBezTo>
                        <a:pt x="69354" y="68485"/>
                        <a:pt x="69830" y="68580"/>
                        <a:pt x="70402" y="68675"/>
                      </a:cubicBezTo>
                      <a:lnTo>
                        <a:pt x="73259" y="72390"/>
                      </a:lnTo>
                      <a:cubicBezTo>
                        <a:pt x="74021" y="71342"/>
                        <a:pt x="74974" y="70866"/>
                        <a:pt x="76117" y="70866"/>
                      </a:cubicBezTo>
                      <a:cubicBezTo>
                        <a:pt x="76878" y="70866"/>
                        <a:pt x="78022" y="71056"/>
                        <a:pt x="79450" y="71533"/>
                      </a:cubicBezTo>
                      <a:cubicBezTo>
                        <a:pt x="80879" y="72104"/>
                        <a:pt x="82022" y="72295"/>
                        <a:pt x="82689" y="72295"/>
                      </a:cubicBezTo>
                      <a:cubicBezTo>
                        <a:pt x="83070" y="72771"/>
                        <a:pt x="83356" y="73914"/>
                        <a:pt x="83641" y="75724"/>
                      </a:cubicBezTo>
                      <a:cubicBezTo>
                        <a:pt x="83927" y="77629"/>
                        <a:pt x="84784" y="78676"/>
                        <a:pt x="86023" y="79153"/>
                      </a:cubicBezTo>
                      <a:cubicBezTo>
                        <a:pt x="85356" y="82486"/>
                        <a:pt x="83927" y="85534"/>
                        <a:pt x="81641" y="88106"/>
                      </a:cubicBezTo>
                      <a:cubicBezTo>
                        <a:pt x="80689" y="89154"/>
                        <a:pt x="78212" y="91440"/>
                        <a:pt x="74211" y="94678"/>
                      </a:cubicBezTo>
                      <a:cubicBezTo>
                        <a:pt x="74593" y="95345"/>
                        <a:pt x="74783" y="95821"/>
                        <a:pt x="74783" y="96298"/>
                      </a:cubicBezTo>
                      <a:cubicBezTo>
                        <a:pt x="74783" y="96488"/>
                        <a:pt x="74211" y="96679"/>
                        <a:pt x="73354" y="96488"/>
                      </a:cubicBezTo>
                      <a:cubicBezTo>
                        <a:pt x="72402" y="96488"/>
                        <a:pt x="71830" y="96774"/>
                        <a:pt x="71544" y="97155"/>
                      </a:cubicBezTo>
                      <a:cubicBezTo>
                        <a:pt x="69925" y="100298"/>
                        <a:pt x="67068" y="101822"/>
                        <a:pt x="62972" y="101822"/>
                      </a:cubicBezTo>
                      <a:lnTo>
                        <a:pt x="58781" y="101822"/>
                      </a:lnTo>
                      <a:cubicBezTo>
                        <a:pt x="54495" y="101822"/>
                        <a:pt x="51542" y="103346"/>
                        <a:pt x="49732" y="106394"/>
                      </a:cubicBezTo>
                      <a:cubicBezTo>
                        <a:pt x="48589" y="106585"/>
                        <a:pt x="47446" y="106585"/>
                        <a:pt x="46303" y="106585"/>
                      </a:cubicBezTo>
                      <a:cubicBezTo>
                        <a:pt x="44017" y="106585"/>
                        <a:pt x="40779" y="106204"/>
                        <a:pt x="36493" y="105346"/>
                      </a:cubicBezTo>
                      <a:cubicBezTo>
                        <a:pt x="32302" y="104584"/>
                        <a:pt x="28968" y="104108"/>
                        <a:pt x="26777" y="104108"/>
                      </a:cubicBezTo>
                      <a:cubicBezTo>
                        <a:pt x="25634" y="104108"/>
                        <a:pt x="24491" y="104203"/>
                        <a:pt x="23348" y="104203"/>
                      </a:cubicBezTo>
                      <a:cubicBezTo>
                        <a:pt x="23062" y="102108"/>
                        <a:pt x="21729" y="100489"/>
                        <a:pt x="19157" y="99441"/>
                      </a:cubicBezTo>
                      <a:cubicBezTo>
                        <a:pt x="16109" y="98393"/>
                        <a:pt x="14109" y="97060"/>
                        <a:pt x="13347" y="95726"/>
                      </a:cubicBezTo>
                      <a:lnTo>
                        <a:pt x="5632" y="88011"/>
                      </a:lnTo>
                      <a:cubicBezTo>
                        <a:pt x="6203" y="87344"/>
                        <a:pt x="6489" y="86868"/>
                        <a:pt x="6489" y="86487"/>
                      </a:cubicBezTo>
                      <a:cubicBezTo>
                        <a:pt x="6489" y="86011"/>
                        <a:pt x="5822" y="85058"/>
                        <a:pt x="4584" y="83915"/>
                      </a:cubicBezTo>
                      <a:cubicBezTo>
                        <a:pt x="3441" y="82867"/>
                        <a:pt x="2869" y="81725"/>
                        <a:pt x="2965" y="80772"/>
                      </a:cubicBezTo>
                      <a:cubicBezTo>
                        <a:pt x="3822" y="77057"/>
                        <a:pt x="2965" y="73438"/>
                        <a:pt x="583" y="70199"/>
                      </a:cubicBezTo>
                      <a:lnTo>
                        <a:pt x="2965" y="68580"/>
                      </a:lnTo>
                      <a:cubicBezTo>
                        <a:pt x="2774" y="68008"/>
                        <a:pt x="1917" y="67723"/>
                        <a:pt x="583" y="67723"/>
                      </a:cubicBezTo>
                      <a:cubicBezTo>
                        <a:pt x="1631" y="67246"/>
                        <a:pt x="2202" y="66580"/>
                        <a:pt x="2202" y="66008"/>
                      </a:cubicBezTo>
                      <a:cubicBezTo>
                        <a:pt x="2202" y="65342"/>
                        <a:pt x="1917" y="64484"/>
                        <a:pt x="1060" y="63436"/>
                      </a:cubicBezTo>
                      <a:cubicBezTo>
                        <a:pt x="393" y="62293"/>
                        <a:pt x="12" y="61722"/>
                        <a:pt x="12" y="61436"/>
                      </a:cubicBezTo>
                      <a:cubicBezTo>
                        <a:pt x="-83" y="62293"/>
                        <a:pt x="393" y="62960"/>
                        <a:pt x="1441" y="63436"/>
                      </a:cubicBezTo>
                      <a:cubicBezTo>
                        <a:pt x="2584" y="63817"/>
                        <a:pt x="3631" y="64103"/>
                        <a:pt x="4679" y="64484"/>
                      </a:cubicBezTo>
                      <a:cubicBezTo>
                        <a:pt x="5822" y="62865"/>
                        <a:pt x="6108" y="61722"/>
                        <a:pt x="5727" y="61436"/>
                      </a:cubicBezTo>
                      <a:lnTo>
                        <a:pt x="3060" y="61436"/>
                      </a:lnTo>
                      <a:lnTo>
                        <a:pt x="3917" y="58864"/>
                      </a:lnTo>
                      <a:lnTo>
                        <a:pt x="4679" y="59912"/>
                      </a:lnTo>
                      <a:lnTo>
                        <a:pt x="7918" y="56959"/>
                      </a:lnTo>
                      <a:cubicBezTo>
                        <a:pt x="5441" y="54483"/>
                        <a:pt x="3536" y="53150"/>
                        <a:pt x="2393" y="52292"/>
                      </a:cubicBezTo>
                      <a:cubicBezTo>
                        <a:pt x="1345" y="53245"/>
                        <a:pt x="774" y="54007"/>
                        <a:pt x="774" y="54673"/>
                      </a:cubicBezTo>
                      <a:lnTo>
                        <a:pt x="107" y="54673"/>
                      </a:lnTo>
                      <a:cubicBezTo>
                        <a:pt x="2107" y="51054"/>
                        <a:pt x="3346" y="46292"/>
                        <a:pt x="3536" y="40100"/>
                      </a:cubicBezTo>
                      <a:cubicBezTo>
                        <a:pt x="3727" y="35052"/>
                        <a:pt x="3917" y="29908"/>
                        <a:pt x="4012" y="24955"/>
                      </a:cubicBezTo>
                      <a:cubicBezTo>
                        <a:pt x="6679" y="24955"/>
                        <a:pt x="8013" y="24003"/>
                        <a:pt x="8013" y="22193"/>
                      </a:cubicBezTo>
                      <a:cubicBezTo>
                        <a:pt x="8013" y="21812"/>
                        <a:pt x="7822" y="21050"/>
                        <a:pt x="7632" y="19812"/>
                      </a:cubicBezTo>
                      <a:cubicBezTo>
                        <a:pt x="7346" y="18764"/>
                        <a:pt x="7156" y="17812"/>
                        <a:pt x="7156" y="17335"/>
                      </a:cubicBezTo>
                      <a:cubicBezTo>
                        <a:pt x="7156" y="15716"/>
                        <a:pt x="8013" y="14668"/>
                        <a:pt x="9537" y="14002"/>
                      </a:cubicBezTo>
                      <a:cubicBezTo>
                        <a:pt x="10299" y="13525"/>
                        <a:pt x="12585" y="11621"/>
                        <a:pt x="16585" y="7906"/>
                      </a:cubicBezTo>
                      <a:cubicBezTo>
                        <a:pt x="19157" y="5525"/>
                        <a:pt x="21919" y="4572"/>
                        <a:pt x="24967" y="4572"/>
                      </a:cubicBezTo>
                      <a:cubicBezTo>
                        <a:pt x="25348" y="2000"/>
                        <a:pt x="27158" y="571"/>
                        <a:pt x="30301" y="571"/>
                      </a:cubicBezTo>
                      <a:cubicBezTo>
                        <a:pt x="30682" y="571"/>
                        <a:pt x="31349" y="667"/>
                        <a:pt x="32111" y="667"/>
                      </a:cubicBezTo>
                      <a:lnTo>
                        <a:pt x="33730" y="667"/>
                      </a:lnTo>
                      <a:cubicBezTo>
                        <a:pt x="35159" y="667"/>
                        <a:pt x="36016" y="381"/>
                        <a:pt x="36588" y="0"/>
                      </a:cubicBezTo>
                      <a:cubicBezTo>
                        <a:pt x="38302" y="381"/>
                        <a:pt x="40684" y="667"/>
                        <a:pt x="43732" y="667"/>
                      </a:cubicBezTo>
                      <a:lnTo>
                        <a:pt x="47923" y="667"/>
                      </a:lnTo>
                      <a:cubicBezTo>
                        <a:pt x="50018" y="667"/>
                        <a:pt x="51447" y="571"/>
                        <a:pt x="52399" y="571"/>
                      </a:cubicBezTo>
                      <a:cubicBezTo>
                        <a:pt x="57257" y="571"/>
                        <a:pt x="60686" y="1333"/>
                        <a:pt x="62496" y="2953"/>
                      </a:cubicBezTo>
                      <a:cubicBezTo>
                        <a:pt x="63544" y="2191"/>
                        <a:pt x="64496" y="1714"/>
                        <a:pt x="65258" y="1714"/>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 name="Google Shape;1425;p99"/>
                <p:cNvSpPr/>
                <p:nvPr/>
              </p:nvSpPr>
              <p:spPr>
                <a:xfrm>
                  <a:off x="5931597" y="2707671"/>
                  <a:ext cx="120015" cy="106018"/>
                </a:xfrm>
                <a:custGeom>
                  <a:avLst/>
                  <a:gdLst/>
                  <a:ahLst/>
                  <a:cxnLst/>
                  <a:rect l="l" t="t" r="r" b="b"/>
                  <a:pathLst>
                    <a:path w="120015" h="106018" extrusionOk="0">
                      <a:moveTo>
                        <a:pt x="0" y="57626"/>
                      </a:moveTo>
                      <a:cubicBezTo>
                        <a:pt x="1048" y="57626"/>
                        <a:pt x="1810" y="57912"/>
                        <a:pt x="2096" y="58293"/>
                      </a:cubicBezTo>
                      <a:cubicBezTo>
                        <a:pt x="1810" y="58864"/>
                        <a:pt x="1048" y="59246"/>
                        <a:pt x="0" y="59246"/>
                      </a:cubicBezTo>
                      <a:lnTo>
                        <a:pt x="0" y="57626"/>
                      </a:lnTo>
                      <a:close/>
                      <a:moveTo>
                        <a:pt x="381" y="32671"/>
                      </a:moveTo>
                      <a:lnTo>
                        <a:pt x="381" y="31147"/>
                      </a:lnTo>
                      <a:lnTo>
                        <a:pt x="2096" y="31147"/>
                      </a:lnTo>
                      <a:lnTo>
                        <a:pt x="2096" y="32671"/>
                      </a:lnTo>
                      <a:lnTo>
                        <a:pt x="381" y="32671"/>
                      </a:lnTo>
                      <a:close/>
                      <a:moveTo>
                        <a:pt x="3715" y="67056"/>
                      </a:moveTo>
                      <a:cubicBezTo>
                        <a:pt x="3715" y="67056"/>
                        <a:pt x="3429" y="66484"/>
                        <a:pt x="3429" y="66294"/>
                      </a:cubicBezTo>
                      <a:cubicBezTo>
                        <a:pt x="3429" y="65722"/>
                        <a:pt x="3810" y="65151"/>
                        <a:pt x="4667" y="64389"/>
                      </a:cubicBezTo>
                      <a:cubicBezTo>
                        <a:pt x="5810" y="63246"/>
                        <a:pt x="6572" y="62484"/>
                        <a:pt x="6953" y="62198"/>
                      </a:cubicBezTo>
                      <a:cubicBezTo>
                        <a:pt x="7239" y="63627"/>
                        <a:pt x="6477" y="65056"/>
                        <a:pt x="4286" y="67056"/>
                      </a:cubicBezTo>
                      <a:lnTo>
                        <a:pt x="3715" y="67056"/>
                      </a:lnTo>
                      <a:close/>
                      <a:moveTo>
                        <a:pt x="3715" y="54483"/>
                      </a:moveTo>
                      <a:cubicBezTo>
                        <a:pt x="4477" y="53245"/>
                        <a:pt x="5334" y="52388"/>
                        <a:pt x="6096" y="52388"/>
                      </a:cubicBezTo>
                      <a:cubicBezTo>
                        <a:pt x="6858" y="52388"/>
                        <a:pt x="7811" y="52959"/>
                        <a:pt x="8858" y="54292"/>
                      </a:cubicBezTo>
                      <a:cubicBezTo>
                        <a:pt x="10287" y="56102"/>
                        <a:pt x="11144" y="56959"/>
                        <a:pt x="11430" y="57055"/>
                      </a:cubicBezTo>
                      <a:cubicBezTo>
                        <a:pt x="10763" y="57531"/>
                        <a:pt x="10382" y="57912"/>
                        <a:pt x="10096" y="57912"/>
                      </a:cubicBezTo>
                      <a:cubicBezTo>
                        <a:pt x="9620" y="57912"/>
                        <a:pt x="9144" y="57531"/>
                        <a:pt x="8763" y="57055"/>
                      </a:cubicBezTo>
                      <a:cubicBezTo>
                        <a:pt x="8192" y="56388"/>
                        <a:pt x="7906" y="56007"/>
                        <a:pt x="7620" y="56007"/>
                      </a:cubicBezTo>
                      <a:cubicBezTo>
                        <a:pt x="7049" y="56007"/>
                        <a:pt x="6572" y="56293"/>
                        <a:pt x="5810" y="57055"/>
                      </a:cubicBezTo>
                      <a:lnTo>
                        <a:pt x="7525" y="55435"/>
                      </a:lnTo>
                      <a:lnTo>
                        <a:pt x="5810" y="53816"/>
                      </a:lnTo>
                      <a:cubicBezTo>
                        <a:pt x="5810" y="53816"/>
                        <a:pt x="4953" y="54483"/>
                        <a:pt x="3715" y="54483"/>
                      </a:cubicBezTo>
                      <a:close/>
                      <a:moveTo>
                        <a:pt x="6953" y="49816"/>
                      </a:moveTo>
                      <a:lnTo>
                        <a:pt x="8287" y="47720"/>
                      </a:lnTo>
                      <a:lnTo>
                        <a:pt x="5334" y="45434"/>
                      </a:lnTo>
                      <a:cubicBezTo>
                        <a:pt x="6096" y="45529"/>
                        <a:pt x="6953" y="45910"/>
                        <a:pt x="7811" y="46196"/>
                      </a:cubicBezTo>
                      <a:cubicBezTo>
                        <a:pt x="8668" y="46577"/>
                        <a:pt x="9144" y="47149"/>
                        <a:pt x="9335" y="48101"/>
                      </a:cubicBezTo>
                      <a:lnTo>
                        <a:pt x="6953" y="49721"/>
                      </a:lnTo>
                      <a:close/>
                      <a:moveTo>
                        <a:pt x="11525" y="70009"/>
                      </a:moveTo>
                      <a:cubicBezTo>
                        <a:pt x="10478" y="69818"/>
                        <a:pt x="9906" y="69437"/>
                        <a:pt x="9906" y="68961"/>
                      </a:cubicBezTo>
                      <a:cubicBezTo>
                        <a:pt x="9906" y="68771"/>
                        <a:pt x="10478" y="68199"/>
                        <a:pt x="11525" y="67723"/>
                      </a:cubicBezTo>
                      <a:lnTo>
                        <a:pt x="11525" y="70104"/>
                      </a:lnTo>
                      <a:close/>
                      <a:moveTo>
                        <a:pt x="21431" y="60769"/>
                      </a:moveTo>
                      <a:lnTo>
                        <a:pt x="19812" y="62198"/>
                      </a:lnTo>
                      <a:cubicBezTo>
                        <a:pt x="19812" y="62198"/>
                        <a:pt x="20003" y="63055"/>
                        <a:pt x="20479" y="63436"/>
                      </a:cubicBezTo>
                      <a:cubicBezTo>
                        <a:pt x="18002" y="63722"/>
                        <a:pt x="16954" y="64008"/>
                        <a:pt x="17050" y="64008"/>
                      </a:cubicBezTo>
                      <a:cubicBezTo>
                        <a:pt x="15335" y="64008"/>
                        <a:pt x="14573" y="62579"/>
                        <a:pt x="14669" y="59817"/>
                      </a:cubicBezTo>
                      <a:lnTo>
                        <a:pt x="17717" y="56959"/>
                      </a:lnTo>
                      <a:lnTo>
                        <a:pt x="16097" y="55340"/>
                      </a:lnTo>
                      <a:lnTo>
                        <a:pt x="19812" y="55912"/>
                      </a:lnTo>
                      <a:lnTo>
                        <a:pt x="18383" y="57531"/>
                      </a:lnTo>
                      <a:lnTo>
                        <a:pt x="21336" y="60674"/>
                      </a:lnTo>
                      <a:close/>
                      <a:moveTo>
                        <a:pt x="19336" y="50673"/>
                      </a:moveTo>
                      <a:lnTo>
                        <a:pt x="16097" y="52292"/>
                      </a:lnTo>
                      <a:lnTo>
                        <a:pt x="14669" y="48196"/>
                      </a:lnTo>
                      <a:cubicBezTo>
                        <a:pt x="15050" y="49244"/>
                        <a:pt x="15812" y="49721"/>
                        <a:pt x="16859" y="49721"/>
                      </a:cubicBezTo>
                      <a:cubicBezTo>
                        <a:pt x="17717" y="49721"/>
                        <a:pt x="18288" y="49244"/>
                        <a:pt x="18479" y="48196"/>
                      </a:cubicBezTo>
                      <a:lnTo>
                        <a:pt x="19336" y="50673"/>
                      </a:lnTo>
                      <a:close/>
                      <a:moveTo>
                        <a:pt x="20860" y="46006"/>
                      </a:moveTo>
                      <a:cubicBezTo>
                        <a:pt x="20860" y="46482"/>
                        <a:pt x="19812" y="46863"/>
                        <a:pt x="17717" y="46863"/>
                      </a:cubicBezTo>
                      <a:lnTo>
                        <a:pt x="18479" y="45625"/>
                      </a:lnTo>
                      <a:lnTo>
                        <a:pt x="20860" y="46101"/>
                      </a:lnTo>
                      <a:close/>
                      <a:moveTo>
                        <a:pt x="20479" y="63532"/>
                      </a:moveTo>
                      <a:cubicBezTo>
                        <a:pt x="22098" y="63151"/>
                        <a:pt x="23241" y="63627"/>
                        <a:pt x="23813" y="64960"/>
                      </a:cubicBezTo>
                      <a:cubicBezTo>
                        <a:pt x="22384" y="64960"/>
                        <a:pt x="21241" y="64484"/>
                        <a:pt x="20479" y="63532"/>
                      </a:cubicBezTo>
                      <a:close/>
                      <a:moveTo>
                        <a:pt x="22479" y="28956"/>
                      </a:moveTo>
                      <a:lnTo>
                        <a:pt x="23051" y="32099"/>
                      </a:lnTo>
                      <a:lnTo>
                        <a:pt x="20860" y="32099"/>
                      </a:lnTo>
                      <a:lnTo>
                        <a:pt x="22479" y="28956"/>
                      </a:lnTo>
                      <a:close/>
                      <a:moveTo>
                        <a:pt x="30385" y="40481"/>
                      </a:moveTo>
                      <a:cubicBezTo>
                        <a:pt x="30194" y="39814"/>
                        <a:pt x="29432" y="39338"/>
                        <a:pt x="28289" y="38957"/>
                      </a:cubicBezTo>
                      <a:cubicBezTo>
                        <a:pt x="27051" y="38481"/>
                        <a:pt x="26384" y="38195"/>
                        <a:pt x="26384" y="37909"/>
                      </a:cubicBezTo>
                      <a:cubicBezTo>
                        <a:pt x="26384" y="37719"/>
                        <a:pt x="26670" y="37243"/>
                        <a:pt x="27146" y="36767"/>
                      </a:cubicBezTo>
                      <a:lnTo>
                        <a:pt x="31528" y="38290"/>
                      </a:lnTo>
                      <a:lnTo>
                        <a:pt x="28766" y="43720"/>
                      </a:lnTo>
                      <a:cubicBezTo>
                        <a:pt x="28766" y="42958"/>
                        <a:pt x="29242" y="41815"/>
                        <a:pt x="30385" y="40481"/>
                      </a:cubicBezTo>
                      <a:close/>
                      <a:moveTo>
                        <a:pt x="27146" y="91821"/>
                      </a:moveTo>
                      <a:cubicBezTo>
                        <a:pt x="27146" y="91821"/>
                        <a:pt x="26670" y="91440"/>
                        <a:pt x="26670" y="91059"/>
                      </a:cubicBezTo>
                      <a:lnTo>
                        <a:pt x="27146" y="91821"/>
                      </a:lnTo>
                      <a:close/>
                      <a:moveTo>
                        <a:pt x="27718" y="82677"/>
                      </a:moveTo>
                      <a:cubicBezTo>
                        <a:pt x="27718" y="84582"/>
                        <a:pt x="27623" y="85439"/>
                        <a:pt x="27146" y="85725"/>
                      </a:cubicBezTo>
                      <a:lnTo>
                        <a:pt x="27146" y="82677"/>
                      </a:lnTo>
                      <a:lnTo>
                        <a:pt x="27718" y="82677"/>
                      </a:lnTo>
                      <a:close/>
                      <a:moveTo>
                        <a:pt x="27146" y="91821"/>
                      </a:moveTo>
                      <a:cubicBezTo>
                        <a:pt x="27146" y="91821"/>
                        <a:pt x="28289" y="92297"/>
                        <a:pt x="29718" y="92678"/>
                      </a:cubicBezTo>
                      <a:cubicBezTo>
                        <a:pt x="30861" y="92964"/>
                        <a:pt x="31337" y="93440"/>
                        <a:pt x="31337" y="93821"/>
                      </a:cubicBezTo>
                      <a:cubicBezTo>
                        <a:pt x="31337" y="94393"/>
                        <a:pt x="31052" y="94964"/>
                        <a:pt x="30385" y="95536"/>
                      </a:cubicBezTo>
                      <a:lnTo>
                        <a:pt x="27146" y="91821"/>
                      </a:lnTo>
                      <a:close/>
                      <a:moveTo>
                        <a:pt x="117920" y="31147"/>
                      </a:moveTo>
                      <a:cubicBezTo>
                        <a:pt x="119348" y="32575"/>
                        <a:pt x="120015" y="34004"/>
                        <a:pt x="120015" y="35242"/>
                      </a:cubicBezTo>
                      <a:cubicBezTo>
                        <a:pt x="120015" y="36385"/>
                        <a:pt x="119348" y="37814"/>
                        <a:pt x="118110" y="39529"/>
                      </a:cubicBezTo>
                      <a:cubicBezTo>
                        <a:pt x="116872" y="41148"/>
                        <a:pt x="116205" y="42577"/>
                        <a:pt x="116205" y="43720"/>
                      </a:cubicBezTo>
                      <a:cubicBezTo>
                        <a:pt x="116205" y="44958"/>
                        <a:pt x="116872" y="46292"/>
                        <a:pt x="117920" y="47720"/>
                      </a:cubicBezTo>
                      <a:cubicBezTo>
                        <a:pt x="117253" y="54007"/>
                        <a:pt x="116967" y="63722"/>
                        <a:pt x="116967" y="76962"/>
                      </a:cubicBezTo>
                      <a:cubicBezTo>
                        <a:pt x="115253" y="77533"/>
                        <a:pt x="114395" y="78867"/>
                        <a:pt x="114586" y="80963"/>
                      </a:cubicBezTo>
                      <a:cubicBezTo>
                        <a:pt x="114681" y="83534"/>
                        <a:pt x="114586" y="85154"/>
                        <a:pt x="114110" y="85630"/>
                      </a:cubicBezTo>
                      <a:cubicBezTo>
                        <a:pt x="106394" y="95345"/>
                        <a:pt x="98679" y="101251"/>
                        <a:pt x="90678" y="103346"/>
                      </a:cubicBezTo>
                      <a:lnTo>
                        <a:pt x="89726" y="102584"/>
                      </a:lnTo>
                      <a:cubicBezTo>
                        <a:pt x="89535" y="104965"/>
                        <a:pt x="88106" y="106108"/>
                        <a:pt x="85344" y="106013"/>
                      </a:cubicBezTo>
                      <a:cubicBezTo>
                        <a:pt x="81439" y="105918"/>
                        <a:pt x="79343" y="105918"/>
                        <a:pt x="79058" y="106013"/>
                      </a:cubicBezTo>
                      <a:lnTo>
                        <a:pt x="76486" y="106013"/>
                      </a:lnTo>
                      <a:cubicBezTo>
                        <a:pt x="76486" y="106013"/>
                        <a:pt x="76486" y="105632"/>
                        <a:pt x="76486" y="103346"/>
                      </a:cubicBezTo>
                      <a:cubicBezTo>
                        <a:pt x="76486" y="102394"/>
                        <a:pt x="76771" y="101441"/>
                        <a:pt x="77438" y="100965"/>
                      </a:cubicBezTo>
                      <a:cubicBezTo>
                        <a:pt x="76581" y="100298"/>
                        <a:pt x="75819" y="99917"/>
                        <a:pt x="75057" y="99917"/>
                      </a:cubicBezTo>
                      <a:cubicBezTo>
                        <a:pt x="74390" y="99917"/>
                        <a:pt x="73628" y="100298"/>
                        <a:pt x="72485" y="100965"/>
                      </a:cubicBezTo>
                      <a:cubicBezTo>
                        <a:pt x="72771" y="101727"/>
                        <a:pt x="72866" y="102489"/>
                        <a:pt x="72866" y="102965"/>
                      </a:cubicBezTo>
                      <a:cubicBezTo>
                        <a:pt x="72866" y="104870"/>
                        <a:pt x="71438" y="105727"/>
                        <a:pt x="68675" y="105727"/>
                      </a:cubicBezTo>
                      <a:cubicBezTo>
                        <a:pt x="66770" y="105918"/>
                        <a:pt x="64675" y="106013"/>
                        <a:pt x="62579" y="106013"/>
                      </a:cubicBezTo>
                      <a:cubicBezTo>
                        <a:pt x="58388" y="102013"/>
                        <a:pt x="53150" y="99917"/>
                        <a:pt x="46958" y="99346"/>
                      </a:cubicBezTo>
                      <a:cubicBezTo>
                        <a:pt x="46768" y="99155"/>
                        <a:pt x="46673" y="98774"/>
                        <a:pt x="46673" y="98584"/>
                      </a:cubicBezTo>
                      <a:cubicBezTo>
                        <a:pt x="46673" y="98203"/>
                        <a:pt x="46863" y="97726"/>
                        <a:pt x="47149" y="96964"/>
                      </a:cubicBezTo>
                      <a:cubicBezTo>
                        <a:pt x="47435" y="96393"/>
                        <a:pt x="47720" y="95917"/>
                        <a:pt x="47720" y="95536"/>
                      </a:cubicBezTo>
                      <a:cubicBezTo>
                        <a:pt x="47720" y="95059"/>
                        <a:pt x="47244" y="94679"/>
                        <a:pt x="46292" y="94297"/>
                      </a:cubicBezTo>
                      <a:cubicBezTo>
                        <a:pt x="45720" y="94774"/>
                        <a:pt x="45244" y="95059"/>
                        <a:pt x="44863" y="95059"/>
                      </a:cubicBezTo>
                      <a:cubicBezTo>
                        <a:pt x="44482" y="95059"/>
                        <a:pt x="44101" y="94679"/>
                        <a:pt x="43434" y="93821"/>
                      </a:cubicBezTo>
                      <a:cubicBezTo>
                        <a:pt x="42767" y="93059"/>
                        <a:pt x="42196" y="92678"/>
                        <a:pt x="41720" y="92678"/>
                      </a:cubicBezTo>
                      <a:cubicBezTo>
                        <a:pt x="42005" y="92107"/>
                        <a:pt x="42291" y="91535"/>
                        <a:pt x="42291" y="90964"/>
                      </a:cubicBezTo>
                      <a:cubicBezTo>
                        <a:pt x="42291" y="88963"/>
                        <a:pt x="41243" y="87821"/>
                        <a:pt x="39053" y="87249"/>
                      </a:cubicBezTo>
                      <a:cubicBezTo>
                        <a:pt x="38671" y="87821"/>
                        <a:pt x="38100" y="88106"/>
                        <a:pt x="37529" y="88106"/>
                      </a:cubicBezTo>
                      <a:cubicBezTo>
                        <a:pt x="36386" y="88106"/>
                        <a:pt x="35243" y="87249"/>
                        <a:pt x="33909" y="85820"/>
                      </a:cubicBezTo>
                      <a:cubicBezTo>
                        <a:pt x="34480" y="85344"/>
                        <a:pt x="34671" y="84868"/>
                        <a:pt x="34671" y="84201"/>
                      </a:cubicBezTo>
                      <a:cubicBezTo>
                        <a:pt x="34671" y="83629"/>
                        <a:pt x="34385" y="82772"/>
                        <a:pt x="33909" y="81725"/>
                      </a:cubicBezTo>
                      <a:cubicBezTo>
                        <a:pt x="33433" y="80677"/>
                        <a:pt x="33052" y="80010"/>
                        <a:pt x="32957" y="79629"/>
                      </a:cubicBezTo>
                      <a:lnTo>
                        <a:pt x="29146" y="81153"/>
                      </a:lnTo>
                      <a:lnTo>
                        <a:pt x="33909" y="78010"/>
                      </a:lnTo>
                      <a:cubicBezTo>
                        <a:pt x="33719" y="76771"/>
                        <a:pt x="32861" y="75438"/>
                        <a:pt x="31433" y="74009"/>
                      </a:cubicBezTo>
                      <a:cubicBezTo>
                        <a:pt x="30004" y="72580"/>
                        <a:pt x="28766" y="71342"/>
                        <a:pt x="27432" y="70199"/>
                      </a:cubicBezTo>
                      <a:cubicBezTo>
                        <a:pt x="28194" y="69628"/>
                        <a:pt x="28861" y="69151"/>
                        <a:pt x="29432" y="69151"/>
                      </a:cubicBezTo>
                      <a:cubicBezTo>
                        <a:pt x="30004" y="69151"/>
                        <a:pt x="30671" y="69628"/>
                        <a:pt x="31813" y="70485"/>
                      </a:cubicBezTo>
                      <a:cubicBezTo>
                        <a:pt x="32957" y="71342"/>
                        <a:pt x="33719" y="71723"/>
                        <a:pt x="34195" y="71723"/>
                      </a:cubicBezTo>
                      <a:cubicBezTo>
                        <a:pt x="34576" y="71723"/>
                        <a:pt x="34957" y="71533"/>
                        <a:pt x="35243" y="71247"/>
                      </a:cubicBezTo>
                      <a:lnTo>
                        <a:pt x="32861" y="66199"/>
                      </a:lnTo>
                      <a:lnTo>
                        <a:pt x="36767" y="66199"/>
                      </a:lnTo>
                      <a:cubicBezTo>
                        <a:pt x="36481" y="67151"/>
                        <a:pt x="36862" y="67627"/>
                        <a:pt x="37814" y="67818"/>
                      </a:cubicBezTo>
                      <a:cubicBezTo>
                        <a:pt x="38386" y="67342"/>
                        <a:pt x="38481" y="66294"/>
                        <a:pt x="38481" y="64770"/>
                      </a:cubicBezTo>
                      <a:lnTo>
                        <a:pt x="38481" y="62008"/>
                      </a:lnTo>
                      <a:cubicBezTo>
                        <a:pt x="37814" y="64579"/>
                        <a:pt x="35528" y="65151"/>
                        <a:pt x="31242" y="64008"/>
                      </a:cubicBezTo>
                      <a:lnTo>
                        <a:pt x="30575" y="53530"/>
                      </a:lnTo>
                      <a:lnTo>
                        <a:pt x="31242" y="53530"/>
                      </a:lnTo>
                      <a:cubicBezTo>
                        <a:pt x="31909" y="52578"/>
                        <a:pt x="32195" y="51911"/>
                        <a:pt x="32195" y="51149"/>
                      </a:cubicBezTo>
                      <a:cubicBezTo>
                        <a:pt x="32195" y="49625"/>
                        <a:pt x="31528" y="48292"/>
                        <a:pt x="30099" y="46958"/>
                      </a:cubicBezTo>
                      <a:lnTo>
                        <a:pt x="32195" y="45720"/>
                      </a:lnTo>
                      <a:cubicBezTo>
                        <a:pt x="31147" y="45434"/>
                        <a:pt x="30575" y="45148"/>
                        <a:pt x="30575" y="44482"/>
                      </a:cubicBezTo>
                      <a:cubicBezTo>
                        <a:pt x="30575" y="44386"/>
                        <a:pt x="30766" y="43910"/>
                        <a:pt x="31147" y="43243"/>
                      </a:cubicBezTo>
                      <a:cubicBezTo>
                        <a:pt x="31433" y="42672"/>
                        <a:pt x="31623" y="42196"/>
                        <a:pt x="31623" y="41815"/>
                      </a:cubicBezTo>
                      <a:cubicBezTo>
                        <a:pt x="31623" y="41338"/>
                        <a:pt x="31433" y="41148"/>
                        <a:pt x="31242" y="40767"/>
                      </a:cubicBezTo>
                      <a:cubicBezTo>
                        <a:pt x="31718" y="40672"/>
                        <a:pt x="32195" y="40767"/>
                        <a:pt x="32671" y="41148"/>
                      </a:cubicBezTo>
                      <a:cubicBezTo>
                        <a:pt x="33338" y="41910"/>
                        <a:pt x="33814" y="42481"/>
                        <a:pt x="33814" y="42481"/>
                      </a:cubicBezTo>
                      <a:lnTo>
                        <a:pt x="36862" y="39338"/>
                      </a:lnTo>
                      <a:cubicBezTo>
                        <a:pt x="35719" y="39433"/>
                        <a:pt x="34671" y="38386"/>
                        <a:pt x="33909" y="36385"/>
                      </a:cubicBezTo>
                      <a:cubicBezTo>
                        <a:pt x="33147" y="34385"/>
                        <a:pt x="32099" y="33623"/>
                        <a:pt x="30671" y="34100"/>
                      </a:cubicBezTo>
                      <a:lnTo>
                        <a:pt x="32957" y="29337"/>
                      </a:lnTo>
                      <a:lnTo>
                        <a:pt x="29146" y="27146"/>
                      </a:lnTo>
                      <a:lnTo>
                        <a:pt x="36290" y="26289"/>
                      </a:lnTo>
                      <a:cubicBezTo>
                        <a:pt x="36386" y="25527"/>
                        <a:pt x="36195" y="24670"/>
                        <a:pt x="35433" y="23813"/>
                      </a:cubicBezTo>
                      <a:cubicBezTo>
                        <a:pt x="34671" y="23050"/>
                        <a:pt x="34385" y="22384"/>
                        <a:pt x="34385" y="22098"/>
                      </a:cubicBezTo>
                      <a:cubicBezTo>
                        <a:pt x="34385" y="21717"/>
                        <a:pt x="34480" y="21241"/>
                        <a:pt x="34766" y="20860"/>
                      </a:cubicBezTo>
                      <a:cubicBezTo>
                        <a:pt x="35338" y="20955"/>
                        <a:pt x="35814" y="21050"/>
                        <a:pt x="36290" y="21050"/>
                      </a:cubicBezTo>
                      <a:cubicBezTo>
                        <a:pt x="37243" y="21050"/>
                        <a:pt x="37814" y="20479"/>
                        <a:pt x="37910" y="19336"/>
                      </a:cubicBezTo>
                      <a:lnTo>
                        <a:pt x="37910" y="16573"/>
                      </a:lnTo>
                      <a:cubicBezTo>
                        <a:pt x="37910" y="15716"/>
                        <a:pt x="38100" y="15145"/>
                        <a:pt x="38576" y="14764"/>
                      </a:cubicBezTo>
                      <a:cubicBezTo>
                        <a:pt x="40386" y="11239"/>
                        <a:pt x="43434" y="8287"/>
                        <a:pt x="47816" y="5810"/>
                      </a:cubicBezTo>
                      <a:cubicBezTo>
                        <a:pt x="51530" y="3905"/>
                        <a:pt x="55150" y="2000"/>
                        <a:pt x="58769" y="0"/>
                      </a:cubicBezTo>
                      <a:cubicBezTo>
                        <a:pt x="60008" y="1048"/>
                        <a:pt x="61436" y="1619"/>
                        <a:pt x="63246" y="1619"/>
                      </a:cubicBezTo>
                      <a:cubicBezTo>
                        <a:pt x="64008" y="1619"/>
                        <a:pt x="65151" y="1429"/>
                        <a:pt x="66866" y="1048"/>
                      </a:cubicBezTo>
                      <a:cubicBezTo>
                        <a:pt x="68485" y="762"/>
                        <a:pt x="69628" y="667"/>
                        <a:pt x="70295" y="667"/>
                      </a:cubicBezTo>
                      <a:cubicBezTo>
                        <a:pt x="72676" y="667"/>
                        <a:pt x="74390" y="1429"/>
                        <a:pt x="75724" y="3334"/>
                      </a:cubicBezTo>
                      <a:cubicBezTo>
                        <a:pt x="78105" y="1905"/>
                        <a:pt x="81248" y="1333"/>
                        <a:pt x="85344" y="1429"/>
                      </a:cubicBezTo>
                      <a:cubicBezTo>
                        <a:pt x="91726" y="1524"/>
                        <a:pt x="95060" y="1619"/>
                        <a:pt x="95345" y="1619"/>
                      </a:cubicBezTo>
                      <a:cubicBezTo>
                        <a:pt x="96107" y="3048"/>
                        <a:pt x="99251" y="5525"/>
                        <a:pt x="104870" y="8858"/>
                      </a:cubicBezTo>
                      <a:cubicBezTo>
                        <a:pt x="109252" y="11716"/>
                        <a:pt x="111157" y="14859"/>
                        <a:pt x="110680" y="18764"/>
                      </a:cubicBezTo>
                      <a:cubicBezTo>
                        <a:pt x="110490" y="18669"/>
                        <a:pt x="110014" y="18764"/>
                        <a:pt x="109061" y="19336"/>
                      </a:cubicBezTo>
                      <a:cubicBezTo>
                        <a:pt x="111919" y="19431"/>
                        <a:pt x="114014" y="21050"/>
                        <a:pt x="115253" y="24289"/>
                      </a:cubicBezTo>
                      <a:cubicBezTo>
                        <a:pt x="116205" y="26860"/>
                        <a:pt x="116967" y="29242"/>
                        <a:pt x="117824" y="31623"/>
                      </a:cubicBezTo>
                      <a:close/>
                      <a:moveTo>
                        <a:pt x="28670" y="98869"/>
                      </a:moveTo>
                      <a:cubicBezTo>
                        <a:pt x="31147" y="98869"/>
                        <a:pt x="32671" y="99346"/>
                        <a:pt x="33052" y="100489"/>
                      </a:cubicBezTo>
                      <a:lnTo>
                        <a:pt x="33052" y="102013"/>
                      </a:lnTo>
                      <a:lnTo>
                        <a:pt x="28670" y="98869"/>
                      </a:lnTo>
                      <a:close/>
                      <a:moveTo>
                        <a:pt x="29242" y="86582"/>
                      </a:moveTo>
                      <a:cubicBezTo>
                        <a:pt x="29432" y="85915"/>
                        <a:pt x="29813" y="85534"/>
                        <a:pt x="30480" y="85534"/>
                      </a:cubicBezTo>
                      <a:cubicBezTo>
                        <a:pt x="30956" y="85534"/>
                        <a:pt x="31337" y="85915"/>
                        <a:pt x="31528" y="86582"/>
                      </a:cubicBezTo>
                      <a:lnTo>
                        <a:pt x="29337" y="86582"/>
                      </a:lnTo>
                      <a:close/>
                      <a:moveTo>
                        <a:pt x="38671" y="53911"/>
                      </a:moveTo>
                      <a:lnTo>
                        <a:pt x="38671" y="51721"/>
                      </a:lnTo>
                      <a:cubicBezTo>
                        <a:pt x="38481" y="52673"/>
                        <a:pt x="37719" y="53150"/>
                        <a:pt x="36290" y="53150"/>
                      </a:cubicBezTo>
                      <a:cubicBezTo>
                        <a:pt x="35338" y="53150"/>
                        <a:pt x="34576" y="53054"/>
                        <a:pt x="34290" y="52197"/>
                      </a:cubicBezTo>
                      <a:lnTo>
                        <a:pt x="34100" y="51721"/>
                      </a:lnTo>
                      <a:cubicBezTo>
                        <a:pt x="34100" y="51721"/>
                        <a:pt x="34290" y="52006"/>
                        <a:pt x="34290" y="52197"/>
                      </a:cubicBezTo>
                      <a:lnTo>
                        <a:pt x="35528" y="55531"/>
                      </a:lnTo>
                      <a:cubicBezTo>
                        <a:pt x="36767" y="54292"/>
                        <a:pt x="37814" y="53721"/>
                        <a:pt x="38767" y="53911"/>
                      </a:cubicBezTo>
                      <a:close/>
                      <a:moveTo>
                        <a:pt x="37052" y="42291"/>
                      </a:moveTo>
                      <a:lnTo>
                        <a:pt x="41910" y="42291"/>
                      </a:lnTo>
                      <a:lnTo>
                        <a:pt x="41910" y="40672"/>
                      </a:lnTo>
                      <a:cubicBezTo>
                        <a:pt x="41434" y="41243"/>
                        <a:pt x="40481" y="41529"/>
                        <a:pt x="39148" y="41529"/>
                      </a:cubicBezTo>
                      <a:cubicBezTo>
                        <a:pt x="37814" y="41529"/>
                        <a:pt x="37052" y="41719"/>
                        <a:pt x="37052" y="42386"/>
                      </a:cubicBezTo>
                      <a:close/>
                      <a:moveTo>
                        <a:pt x="40196" y="77152"/>
                      </a:moveTo>
                      <a:cubicBezTo>
                        <a:pt x="40386" y="76581"/>
                        <a:pt x="41053" y="76009"/>
                        <a:pt x="42482" y="75629"/>
                      </a:cubicBezTo>
                      <a:cubicBezTo>
                        <a:pt x="43434" y="75247"/>
                        <a:pt x="43720" y="74485"/>
                        <a:pt x="43339" y="73438"/>
                      </a:cubicBezTo>
                      <a:lnTo>
                        <a:pt x="38195" y="74962"/>
                      </a:lnTo>
                      <a:lnTo>
                        <a:pt x="40291" y="77248"/>
                      </a:lnTo>
                      <a:close/>
                      <a:moveTo>
                        <a:pt x="43244" y="58483"/>
                      </a:moveTo>
                      <a:cubicBezTo>
                        <a:pt x="43244" y="58483"/>
                        <a:pt x="42672" y="58102"/>
                        <a:pt x="42196" y="57721"/>
                      </a:cubicBezTo>
                      <a:lnTo>
                        <a:pt x="40767" y="56197"/>
                      </a:lnTo>
                      <a:lnTo>
                        <a:pt x="40100" y="57245"/>
                      </a:lnTo>
                      <a:cubicBezTo>
                        <a:pt x="40862" y="56959"/>
                        <a:pt x="41529" y="57055"/>
                        <a:pt x="42101" y="57721"/>
                      </a:cubicBezTo>
                      <a:lnTo>
                        <a:pt x="43148" y="58483"/>
                      </a:lnTo>
                      <a:close/>
                      <a:moveTo>
                        <a:pt x="41910" y="13335"/>
                      </a:moveTo>
                      <a:lnTo>
                        <a:pt x="41910" y="17526"/>
                      </a:lnTo>
                      <a:cubicBezTo>
                        <a:pt x="41910" y="17526"/>
                        <a:pt x="42196" y="16097"/>
                        <a:pt x="42672" y="13335"/>
                      </a:cubicBezTo>
                      <a:lnTo>
                        <a:pt x="44291" y="13335"/>
                      </a:lnTo>
                      <a:cubicBezTo>
                        <a:pt x="43434" y="13240"/>
                        <a:pt x="42958" y="13240"/>
                        <a:pt x="42672" y="13335"/>
                      </a:cubicBezTo>
                      <a:lnTo>
                        <a:pt x="41910" y="13335"/>
                      </a:lnTo>
                      <a:close/>
                      <a:moveTo>
                        <a:pt x="46482" y="40005"/>
                      </a:moveTo>
                      <a:lnTo>
                        <a:pt x="46482" y="38386"/>
                      </a:lnTo>
                      <a:cubicBezTo>
                        <a:pt x="46482" y="38386"/>
                        <a:pt x="45434" y="37814"/>
                        <a:pt x="44387" y="37814"/>
                      </a:cubicBezTo>
                      <a:cubicBezTo>
                        <a:pt x="44387" y="37909"/>
                        <a:pt x="44577" y="38386"/>
                        <a:pt x="44672" y="39052"/>
                      </a:cubicBezTo>
                      <a:cubicBezTo>
                        <a:pt x="44768" y="39814"/>
                        <a:pt x="45053" y="40100"/>
                        <a:pt x="45625" y="40100"/>
                      </a:cubicBezTo>
                      <a:cubicBezTo>
                        <a:pt x="45911" y="40100"/>
                        <a:pt x="46196" y="40100"/>
                        <a:pt x="46482" y="40005"/>
                      </a:cubicBezTo>
                      <a:close/>
                      <a:moveTo>
                        <a:pt x="50102" y="84106"/>
                      </a:moveTo>
                      <a:lnTo>
                        <a:pt x="49911" y="82963"/>
                      </a:lnTo>
                      <a:cubicBezTo>
                        <a:pt x="50197" y="82486"/>
                        <a:pt x="50768" y="82486"/>
                        <a:pt x="51245" y="82772"/>
                      </a:cubicBezTo>
                      <a:lnTo>
                        <a:pt x="52388" y="82963"/>
                      </a:lnTo>
                      <a:cubicBezTo>
                        <a:pt x="52388" y="82963"/>
                        <a:pt x="52769" y="82296"/>
                        <a:pt x="52578" y="81058"/>
                      </a:cubicBezTo>
                      <a:lnTo>
                        <a:pt x="49625" y="81058"/>
                      </a:lnTo>
                      <a:lnTo>
                        <a:pt x="49816" y="82963"/>
                      </a:lnTo>
                      <a:cubicBezTo>
                        <a:pt x="49816" y="82963"/>
                        <a:pt x="49816" y="83153"/>
                        <a:pt x="49625" y="83344"/>
                      </a:cubicBezTo>
                      <a:cubicBezTo>
                        <a:pt x="49816" y="83629"/>
                        <a:pt x="49911" y="84010"/>
                        <a:pt x="49911" y="84106"/>
                      </a:cubicBezTo>
                      <a:lnTo>
                        <a:pt x="50102" y="85725"/>
                      </a:lnTo>
                      <a:cubicBezTo>
                        <a:pt x="50102" y="84868"/>
                        <a:pt x="50102" y="84392"/>
                        <a:pt x="49911" y="84106"/>
                      </a:cubicBezTo>
                      <a:close/>
                      <a:moveTo>
                        <a:pt x="53340" y="87916"/>
                      </a:moveTo>
                      <a:cubicBezTo>
                        <a:pt x="53340" y="87439"/>
                        <a:pt x="53626" y="86677"/>
                        <a:pt x="54388" y="85725"/>
                      </a:cubicBezTo>
                      <a:cubicBezTo>
                        <a:pt x="53340" y="85439"/>
                        <a:pt x="52292" y="85915"/>
                        <a:pt x="51245" y="87249"/>
                      </a:cubicBezTo>
                      <a:cubicBezTo>
                        <a:pt x="52483" y="87249"/>
                        <a:pt x="53245" y="87630"/>
                        <a:pt x="53340" y="87916"/>
                      </a:cubicBezTo>
                      <a:close/>
                      <a:moveTo>
                        <a:pt x="54388" y="38386"/>
                      </a:moveTo>
                      <a:cubicBezTo>
                        <a:pt x="54959" y="37433"/>
                        <a:pt x="55150" y="36862"/>
                        <a:pt x="54959" y="36862"/>
                      </a:cubicBezTo>
                      <a:lnTo>
                        <a:pt x="54388" y="36862"/>
                      </a:lnTo>
                      <a:cubicBezTo>
                        <a:pt x="54388" y="36862"/>
                        <a:pt x="54007" y="36576"/>
                        <a:pt x="53626" y="36481"/>
                      </a:cubicBezTo>
                      <a:lnTo>
                        <a:pt x="53340" y="36100"/>
                      </a:lnTo>
                      <a:cubicBezTo>
                        <a:pt x="53340" y="36100"/>
                        <a:pt x="53530" y="35623"/>
                        <a:pt x="53816" y="35052"/>
                      </a:cubicBezTo>
                      <a:cubicBezTo>
                        <a:pt x="54197" y="34480"/>
                        <a:pt x="54388" y="34100"/>
                        <a:pt x="54388" y="33909"/>
                      </a:cubicBezTo>
                      <a:lnTo>
                        <a:pt x="52769" y="33909"/>
                      </a:lnTo>
                      <a:lnTo>
                        <a:pt x="53340" y="36100"/>
                      </a:lnTo>
                      <a:cubicBezTo>
                        <a:pt x="53340" y="36100"/>
                        <a:pt x="53626" y="36195"/>
                        <a:pt x="53626" y="36481"/>
                      </a:cubicBezTo>
                      <a:lnTo>
                        <a:pt x="54388" y="38481"/>
                      </a:lnTo>
                      <a:close/>
                      <a:moveTo>
                        <a:pt x="53340" y="63341"/>
                      </a:moveTo>
                      <a:cubicBezTo>
                        <a:pt x="54483" y="63341"/>
                        <a:pt x="54864" y="63055"/>
                        <a:pt x="54578" y="62293"/>
                      </a:cubicBezTo>
                      <a:cubicBezTo>
                        <a:pt x="54483" y="61722"/>
                        <a:pt x="54578" y="61246"/>
                        <a:pt x="54864" y="60865"/>
                      </a:cubicBezTo>
                      <a:lnTo>
                        <a:pt x="53340" y="60865"/>
                      </a:lnTo>
                      <a:lnTo>
                        <a:pt x="53340" y="63341"/>
                      </a:lnTo>
                      <a:close/>
                      <a:moveTo>
                        <a:pt x="91535" y="73342"/>
                      </a:moveTo>
                      <a:lnTo>
                        <a:pt x="92297" y="32766"/>
                      </a:lnTo>
                      <a:lnTo>
                        <a:pt x="89345" y="30480"/>
                      </a:lnTo>
                      <a:cubicBezTo>
                        <a:pt x="88773" y="28289"/>
                        <a:pt x="87154" y="26670"/>
                        <a:pt x="84392" y="25527"/>
                      </a:cubicBezTo>
                      <a:cubicBezTo>
                        <a:pt x="79343" y="23622"/>
                        <a:pt x="76771" y="22669"/>
                        <a:pt x="76676" y="22669"/>
                      </a:cubicBezTo>
                      <a:lnTo>
                        <a:pt x="75248" y="16669"/>
                      </a:lnTo>
                      <a:cubicBezTo>
                        <a:pt x="74390" y="16859"/>
                        <a:pt x="73438" y="17907"/>
                        <a:pt x="72390" y="20002"/>
                      </a:cubicBezTo>
                      <a:cubicBezTo>
                        <a:pt x="71438" y="22098"/>
                        <a:pt x="70390" y="23146"/>
                        <a:pt x="69152" y="23146"/>
                      </a:cubicBezTo>
                      <a:cubicBezTo>
                        <a:pt x="68771" y="23146"/>
                        <a:pt x="68199" y="23050"/>
                        <a:pt x="67532" y="22669"/>
                      </a:cubicBezTo>
                      <a:lnTo>
                        <a:pt x="68104" y="21050"/>
                      </a:lnTo>
                      <a:lnTo>
                        <a:pt x="66580" y="21050"/>
                      </a:lnTo>
                      <a:lnTo>
                        <a:pt x="67532" y="23431"/>
                      </a:lnTo>
                      <a:cubicBezTo>
                        <a:pt x="67532" y="23431"/>
                        <a:pt x="66389" y="24479"/>
                        <a:pt x="65246" y="25813"/>
                      </a:cubicBezTo>
                      <a:cubicBezTo>
                        <a:pt x="64294" y="26956"/>
                        <a:pt x="63246" y="27527"/>
                        <a:pt x="62294" y="27527"/>
                      </a:cubicBezTo>
                      <a:cubicBezTo>
                        <a:pt x="61913" y="27527"/>
                        <a:pt x="61532" y="27527"/>
                        <a:pt x="61151" y="27337"/>
                      </a:cubicBezTo>
                      <a:cubicBezTo>
                        <a:pt x="60960" y="29051"/>
                        <a:pt x="60484" y="31623"/>
                        <a:pt x="59722" y="35147"/>
                      </a:cubicBezTo>
                      <a:cubicBezTo>
                        <a:pt x="59246" y="34671"/>
                        <a:pt x="58960" y="34195"/>
                        <a:pt x="58960" y="33718"/>
                      </a:cubicBezTo>
                      <a:lnTo>
                        <a:pt x="57245" y="33718"/>
                      </a:lnTo>
                      <a:cubicBezTo>
                        <a:pt x="56674" y="34100"/>
                        <a:pt x="56483" y="34766"/>
                        <a:pt x="56483" y="35242"/>
                      </a:cubicBezTo>
                      <a:cubicBezTo>
                        <a:pt x="56483" y="35719"/>
                        <a:pt x="56674" y="36290"/>
                        <a:pt x="56960" y="37147"/>
                      </a:cubicBezTo>
                      <a:cubicBezTo>
                        <a:pt x="57245" y="37909"/>
                        <a:pt x="57436" y="38576"/>
                        <a:pt x="57436" y="39052"/>
                      </a:cubicBezTo>
                      <a:cubicBezTo>
                        <a:pt x="57436" y="39624"/>
                        <a:pt x="57150" y="40100"/>
                        <a:pt x="56674" y="40576"/>
                      </a:cubicBezTo>
                      <a:cubicBezTo>
                        <a:pt x="57245" y="41624"/>
                        <a:pt x="58007" y="42196"/>
                        <a:pt x="58769" y="42196"/>
                      </a:cubicBezTo>
                      <a:cubicBezTo>
                        <a:pt x="59055" y="42196"/>
                        <a:pt x="59627" y="42100"/>
                        <a:pt x="60388" y="41719"/>
                      </a:cubicBezTo>
                      <a:cubicBezTo>
                        <a:pt x="61055" y="41529"/>
                        <a:pt x="61436" y="41434"/>
                        <a:pt x="62008" y="41434"/>
                      </a:cubicBezTo>
                      <a:cubicBezTo>
                        <a:pt x="62770" y="41434"/>
                        <a:pt x="63437" y="42005"/>
                        <a:pt x="63913" y="43053"/>
                      </a:cubicBezTo>
                      <a:cubicBezTo>
                        <a:pt x="63246" y="44291"/>
                        <a:pt x="62484" y="45053"/>
                        <a:pt x="61722" y="45053"/>
                      </a:cubicBezTo>
                      <a:cubicBezTo>
                        <a:pt x="61341" y="45053"/>
                        <a:pt x="60865" y="44863"/>
                        <a:pt x="60103" y="44482"/>
                      </a:cubicBezTo>
                      <a:cubicBezTo>
                        <a:pt x="59436" y="44386"/>
                        <a:pt x="58960" y="44291"/>
                        <a:pt x="58484" y="44291"/>
                      </a:cubicBezTo>
                      <a:cubicBezTo>
                        <a:pt x="58198" y="44291"/>
                        <a:pt x="57721" y="44386"/>
                        <a:pt x="57341" y="44482"/>
                      </a:cubicBezTo>
                      <a:cubicBezTo>
                        <a:pt x="57531" y="45053"/>
                        <a:pt x="57721" y="45529"/>
                        <a:pt x="57721" y="45720"/>
                      </a:cubicBezTo>
                      <a:cubicBezTo>
                        <a:pt x="57721" y="46101"/>
                        <a:pt x="57531" y="46768"/>
                        <a:pt x="57341" y="47339"/>
                      </a:cubicBezTo>
                      <a:cubicBezTo>
                        <a:pt x="57055" y="47815"/>
                        <a:pt x="56960" y="48292"/>
                        <a:pt x="56960" y="48673"/>
                      </a:cubicBezTo>
                      <a:cubicBezTo>
                        <a:pt x="56960" y="49339"/>
                        <a:pt x="57341" y="49816"/>
                        <a:pt x="58388" y="49911"/>
                      </a:cubicBezTo>
                      <a:lnTo>
                        <a:pt x="56769" y="51625"/>
                      </a:lnTo>
                      <a:cubicBezTo>
                        <a:pt x="57341" y="52292"/>
                        <a:pt x="57531" y="53721"/>
                        <a:pt x="57531" y="55912"/>
                      </a:cubicBezTo>
                      <a:lnTo>
                        <a:pt x="57531" y="62198"/>
                      </a:lnTo>
                      <a:cubicBezTo>
                        <a:pt x="57531" y="67342"/>
                        <a:pt x="58674" y="70771"/>
                        <a:pt x="60770" y="72676"/>
                      </a:cubicBezTo>
                      <a:cubicBezTo>
                        <a:pt x="61055" y="73247"/>
                        <a:pt x="60960" y="74104"/>
                        <a:pt x="60484" y="74771"/>
                      </a:cubicBezTo>
                      <a:lnTo>
                        <a:pt x="59246" y="77057"/>
                      </a:lnTo>
                      <a:cubicBezTo>
                        <a:pt x="60484" y="77057"/>
                        <a:pt x="61151" y="77343"/>
                        <a:pt x="61532" y="77819"/>
                      </a:cubicBezTo>
                      <a:cubicBezTo>
                        <a:pt x="61627" y="78676"/>
                        <a:pt x="61246" y="79248"/>
                        <a:pt x="60293" y="79343"/>
                      </a:cubicBezTo>
                      <a:cubicBezTo>
                        <a:pt x="59246" y="79534"/>
                        <a:pt x="58674" y="79724"/>
                        <a:pt x="58484" y="80010"/>
                      </a:cubicBezTo>
                      <a:cubicBezTo>
                        <a:pt x="58960" y="80772"/>
                        <a:pt x="59341" y="81248"/>
                        <a:pt x="59912" y="81248"/>
                      </a:cubicBezTo>
                      <a:cubicBezTo>
                        <a:pt x="60293" y="81248"/>
                        <a:pt x="60865" y="80772"/>
                        <a:pt x="61532" y="79724"/>
                      </a:cubicBezTo>
                      <a:cubicBezTo>
                        <a:pt x="62294" y="78772"/>
                        <a:pt x="62770" y="78296"/>
                        <a:pt x="63055" y="78296"/>
                      </a:cubicBezTo>
                      <a:cubicBezTo>
                        <a:pt x="63532" y="78296"/>
                        <a:pt x="64103" y="79248"/>
                        <a:pt x="64675" y="80867"/>
                      </a:cubicBezTo>
                      <a:lnTo>
                        <a:pt x="66199" y="79343"/>
                      </a:lnTo>
                      <a:cubicBezTo>
                        <a:pt x="67818" y="79915"/>
                        <a:pt x="69152" y="81248"/>
                        <a:pt x="70390" y="83439"/>
                      </a:cubicBezTo>
                      <a:cubicBezTo>
                        <a:pt x="71057" y="84868"/>
                        <a:pt x="71628" y="86392"/>
                        <a:pt x="72295" y="87725"/>
                      </a:cubicBezTo>
                      <a:cubicBezTo>
                        <a:pt x="74104" y="87821"/>
                        <a:pt x="75438" y="87439"/>
                        <a:pt x="76295" y="86296"/>
                      </a:cubicBezTo>
                      <a:cubicBezTo>
                        <a:pt x="77248" y="85249"/>
                        <a:pt x="78486" y="84677"/>
                        <a:pt x="80105" y="84677"/>
                      </a:cubicBezTo>
                      <a:cubicBezTo>
                        <a:pt x="80677" y="85630"/>
                        <a:pt x="80772" y="86106"/>
                        <a:pt x="80677" y="86296"/>
                      </a:cubicBezTo>
                      <a:cubicBezTo>
                        <a:pt x="82582" y="85630"/>
                        <a:pt x="84296" y="83344"/>
                        <a:pt x="85725" y="79629"/>
                      </a:cubicBezTo>
                      <a:cubicBezTo>
                        <a:pt x="87344" y="75914"/>
                        <a:pt x="89249" y="73819"/>
                        <a:pt x="91630" y="73152"/>
                      </a:cubicBezTo>
                      <a:close/>
                      <a:moveTo>
                        <a:pt x="65913" y="45529"/>
                      </a:moveTo>
                      <a:lnTo>
                        <a:pt x="63722" y="43720"/>
                      </a:lnTo>
                      <a:lnTo>
                        <a:pt x="65913" y="43720"/>
                      </a:lnTo>
                      <a:lnTo>
                        <a:pt x="65913" y="45529"/>
                      </a:lnTo>
                      <a:close/>
                      <a:moveTo>
                        <a:pt x="64389" y="87154"/>
                      </a:moveTo>
                      <a:cubicBezTo>
                        <a:pt x="64961" y="87725"/>
                        <a:pt x="65342" y="88011"/>
                        <a:pt x="65818" y="88011"/>
                      </a:cubicBezTo>
                      <a:cubicBezTo>
                        <a:pt x="66294" y="88011"/>
                        <a:pt x="66580" y="87821"/>
                        <a:pt x="67246" y="86963"/>
                      </a:cubicBezTo>
                      <a:cubicBezTo>
                        <a:pt x="67723" y="86106"/>
                        <a:pt x="68390" y="85725"/>
                        <a:pt x="69056" y="85725"/>
                      </a:cubicBezTo>
                      <a:cubicBezTo>
                        <a:pt x="66675" y="85249"/>
                        <a:pt x="65056" y="85725"/>
                        <a:pt x="64484" y="87249"/>
                      </a:cubicBezTo>
                      <a:close/>
                      <a:moveTo>
                        <a:pt x="79343" y="81534"/>
                      </a:moveTo>
                      <a:lnTo>
                        <a:pt x="80010" y="80963"/>
                      </a:lnTo>
                      <a:lnTo>
                        <a:pt x="82201" y="81534"/>
                      </a:lnTo>
                      <a:lnTo>
                        <a:pt x="79343" y="81534"/>
                      </a:lnTo>
                      <a:close/>
                      <a:moveTo>
                        <a:pt x="89440" y="8763"/>
                      </a:moveTo>
                      <a:cubicBezTo>
                        <a:pt x="89726" y="9239"/>
                        <a:pt x="90202" y="9430"/>
                        <a:pt x="90773" y="9430"/>
                      </a:cubicBezTo>
                      <a:cubicBezTo>
                        <a:pt x="91440" y="9430"/>
                        <a:pt x="92202" y="9239"/>
                        <a:pt x="93154" y="8763"/>
                      </a:cubicBezTo>
                      <a:cubicBezTo>
                        <a:pt x="94107" y="8192"/>
                        <a:pt x="94583" y="8001"/>
                        <a:pt x="94774" y="8001"/>
                      </a:cubicBezTo>
                      <a:cubicBezTo>
                        <a:pt x="94393" y="7429"/>
                        <a:pt x="93821" y="7239"/>
                        <a:pt x="93154" y="7239"/>
                      </a:cubicBezTo>
                      <a:cubicBezTo>
                        <a:pt x="92774" y="7239"/>
                        <a:pt x="92107" y="7429"/>
                        <a:pt x="91250" y="8001"/>
                      </a:cubicBezTo>
                      <a:cubicBezTo>
                        <a:pt x="90392" y="8477"/>
                        <a:pt x="89726" y="8763"/>
                        <a:pt x="89440" y="8763"/>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 name="Google Shape;1426;p99"/>
                <p:cNvSpPr/>
                <p:nvPr/>
              </p:nvSpPr>
              <p:spPr>
                <a:xfrm>
                  <a:off x="6063709" y="2707671"/>
                  <a:ext cx="111823" cy="124777"/>
                </a:xfrm>
                <a:custGeom>
                  <a:avLst/>
                  <a:gdLst/>
                  <a:ahLst/>
                  <a:cxnLst/>
                  <a:rect l="l" t="t" r="r" b="b"/>
                  <a:pathLst>
                    <a:path w="111823" h="124777" extrusionOk="0">
                      <a:moveTo>
                        <a:pt x="105156" y="86868"/>
                      </a:moveTo>
                      <a:lnTo>
                        <a:pt x="106299" y="88392"/>
                      </a:lnTo>
                      <a:cubicBezTo>
                        <a:pt x="103346" y="87058"/>
                        <a:pt x="101156" y="86963"/>
                        <a:pt x="99536" y="87821"/>
                      </a:cubicBezTo>
                      <a:cubicBezTo>
                        <a:pt x="99155" y="88297"/>
                        <a:pt x="98870" y="89630"/>
                        <a:pt x="98679" y="91821"/>
                      </a:cubicBezTo>
                      <a:cubicBezTo>
                        <a:pt x="98584" y="93821"/>
                        <a:pt x="97727" y="95059"/>
                        <a:pt x="96298" y="95440"/>
                      </a:cubicBezTo>
                      <a:cubicBezTo>
                        <a:pt x="98584" y="97060"/>
                        <a:pt x="99060" y="99346"/>
                        <a:pt x="97917" y="102203"/>
                      </a:cubicBezTo>
                      <a:cubicBezTo>
                        <a:pt x="96869" y="102013"/>
                        <a:pt x="95822" y="102489"/>
                        <a:pt x="95060" y="103346"/>
                      </a:cubicBezTo>
                      <a:cubicBezTo>
                        <a:pt x="94202" y="104299"/>
                        <a:pt x="93345" y="105251"/>
                        <a:pt x="92488" y="106108"/>
                      </a:cubicBezTo>
                      <a:cubicBezTo>
                        <a:pt x="92107" y="105918"/>
                        <a:pt x="91535" y="105156"/>
                        <a:pt x="90774" y="103822"/>
                      </a:cubicBezTo>
                      <a:cubicBezTo>
                        <a:pt x="89916" y="102584"/>
                        <a:pt x="89059" y="101822"/>
                        <a:pt x="88106" y="101822"/>
                      </a:cubicBezTo>
                      <a:cubicBezTo>
                        <a:pt x="87821" y="101822"/>
                        <a:pt x="87344" y="101917"/>
                        <a:pt x="86963" y="102108"/>
                      </a:cubicBezTo>
                      <a:lnTo>
                        <a:pt x="84677" y="104775"/>
                      </a:lnTo>
                      <a:cubicBezTo>
                        <a:pt x="84677" y="104775"/>
                        <a:pt x="84963" y="105346"/>
                        <a:pt x="85249" y="105346"/>
                      </a:cubicBezTo>
                      <a:cubicBezTo>
                        <a:pt x="84773" y="105632"/>
                        <a:pt x="84487" y="106871"/>
                        <a:pt x="84011" y="108871"/>
                      </a:cubicBezTo>
                      <a:cubicBezTo>
                        <a:pt x="83725" y="110871"/>
                        <a:pt x="83058" y="112395"/>
                        <a:pt x="82487" y="113157"/>
                      </a:cubicBezTo>
                      <a:cubicBezTo>
                        <a:pt x="82201" y="112395"/>
                        <a:pt x="82391" y="111538"/>
                        <a:pt x="82772" y="110680"/>
                      </a:cubicBezTo>
                      <a:cubicBezTo>
                        <a:pt x="83153" y="109823"/>
                        <a:pt x="83725" y="109156"/>
                        <a:pt x="84011" y="108490"/>
                      </a:cubicBezTo>
                      <a:cubicBezTo>
                        <a:pt x="83249" y="107823"/>
                        <a:pt x="81058" y="107156"/>
                        <a:pt x="77534" y="106489"/>
                      </a:cubicBezTo>
                      <a:cubicBezTo>
                        <a:pt x="75152" y="106013"/>
                        <a:pt x="74009" y="104965"/>
                        <a:pt x="74200" y="102965"/>
                      </a:cubicBezTo>
                      <a:lnTo>
                        <a:pt x="68771" y="97631"/>
                      </a:lnTo>
                      <a:cubicBezTo>
                        <a:pt x="70199" y="97250"/>
                        <a:pt x="70961" y="96679"/>
                        <a:pt x="70961" y="95631"/>
                      </a:cubicBezTo>
                      <a:cubicBezTo>
                        <a:pt x="70961" y="95155"/>
                        <a:pt x="70676" y="94202"/>
                        <a:pt x="70009" y="92964"/>
                      </a:cubicBezTo>
                      <a:cubicBezTo>
                        <a:pt x="69437" y="91916"/>
                        <a:pt x="69152" y="91154"/>
                        <a:pt x="69152" y="90678"/>
                      </a:cubicBezTo>
                      <a:cubicBezTo>
                        <a:pt x="69152" y="90297"/>
                        <a:pt x="69152" y="90011"/>
                        <a:pt x="69342" y="89916"/>
                      </a:cubicBezTo>
                      <a:cubicBezTo>
                        <a:pt x="69056" y="90011"/>
                        <a:pt x="68866" y="90011"/>
                        <a:pt x="68771" y="90202"/>
                      </a:cubicBezTo>
                      <a:cubicBezTo>
                        <a:pt x="70390" y="88201"/>
                        <a:pt x="71152" y="86868"/>
                        <a:pt x="70961" y="86011"/>
                      </a:cubicBezTo>
                      <a:lnTo>
                        <a:pt x="71533" y="89344"/>
                      </a:lnTo>
                      <a:cubicBezTo>
                        <a:pt x="72485" y="88773"/>
                        <a:pt x="73533" y="88106"/>
                        <a:pt x="74771" y="86773"/>
                      </a:cubicBezTo>
                      <a:cubicBezTo>
                        <a:pt x="74391" y="85249"/>
                        <a:pt x="73724" y="84487"/>
                        <a:pt x="72485" y="84201"/>
                      </a:cubicBezTo>
                      <a:cubicBezTo>
                        <a:pt x="71438" y="83915"/>
                        <a:pt x="70961" y="82963"/>
                        <a:pt x="70961" y="81439"/>
                      </a:cubicBezTo>
                      <a:lnTo>
                        <a:pt x="72485" y="82105"/>
                      </a:lnTo>
                      <a:lnTo>
                        <a:pt x="73152" y="81439"/>
                      </a:lnTo>
                      <a:cubicBezTo>
                        <a:pt x="71057" y="76867"/>
                        <a:pt x="70009" y="73342"/>
                        <a:pt x="70009" y="70961"/>
                      </a:cubicBezTo>
                      <a:cubicBezTo>
                        <a:pt x="70009" y="70009"/>
                        <a:pt x="70199" y="69151"/>
                        <a:pt x="70390" y="68389"/>
                      </a:cubicBezTo>
                      <a:cubicBezTo>
                        <a:pt x="69818" y="68580"/>
                        <a:pt x="69342" y="68771"/>
                        <a:pt x="68771" y="69247"/>
                      </a:cubicBezTo>
                      <a:cubicBezTo>
                        <a:pt x="68199" y="69533"/>
                        <a:pt x="67818" y="69818"/>
                        <a:pt x="67628" y="69818"/>
                      </a:cubicBezTo>
                      <a:cubicBezTo>
                        <a:pt x="67342" y="69818"/>
                        <a:pt x="66961" y="69437"/>
                        <a:pt x="66580" y="68771"/>
                      </a:cubicBezTo>
                      <a:lnTo>
                        <a:pt x="69437" y="68389"/>
                      </a:lnTo>
                      <a:lnTo>
                        <a:pt x="68866" y="67818"/>
                      </a:lnTo>
                      <a:cubicBezTo>
                        <a:pt x="70199" y="66104"/>
                        <a:pt x="71628" y="65722"/>
                        <a:pt x="73247" y="66865"/>
                      </a:cubicBezTo>
                      <a:lnTo>
                        <a:pt x="74295" y="66865"/>
                      </a:lnTo>
                      <a:cubicBezTo>
                        <a:pt x="74676" y="65342"/>
                        <a:pt x="74295" y="64294"/>
                        <a:pt x="73343" y="63913"/>
                      </a:cubicBezTo>
                      <a:cubicBezTo>
                        <a:pt x="72390" y="63532"/>
                        <a:pt x="71342" y="63246"/>
                        <a:pt x="70485" y="62960"/>
                      </a:cubicBezTo>
                      <a:cubicBezTo>
                        <a:pt x="70676" y="60769"/>
                        <a:pt x="70485" y="57912"/>
                        <a:pt x="69437" y="54483"/>
                      </a:cubicBezTo>
                      <a:cubicBezTo>
                        <a:pt x="68009" y="54578"/>
                        <a:pt x="67247" y="55912"/>
                        <a:pt x="67056" y="58293"/>
                      </a:cubicBezTo>
                      <a:cubicBezTo>
                        <a:pt x="66961" y="60579"/>
                        <a:pt x="66389" y="61913"/>
                        <a:pt x="65437" y="61913"/>
                      </a:cubicBezTo>
                      <a:cubicBezTo>
                        <a:pt x="64866" y="61913"/>
                        <a:pt x="64103" y="61722"/>
                        <a:pt x="63341" y="61341"/>
                      </a:cubicBezTo>
                      <a:cubicBezTo>
                        <a:pt x="63151" y="62579"/>
                        <a:pt x="63341" y="64484"/>
                        <a:pt x="63913" y="66865"/>
                      </a:cubicBezTo>
                      <a:cubicBezTo>
                        <a:pt x="62103" y="66675"/>
                        <a:pt x="60198" y="68389"/>
                        <a:pt x="58484" y="71914"/>
                      </a:cubicBezTo>
                      <a:cubicBezTo>
                        <a:pt x="56864" y="75343"/>
                        <a:pt x="54864" y="76962"/>
                        <a:pt x="52578" y="76200"/>
                      </a:cubicBezTo>
                      <a:lnTo>
                        <a:pt x="52578" y="78296"/>
                      </a:lnTo>
                      <a:lnTo>
                        <a:pt x="54959" y="77724"/>
                      </a:lnTo>
                      <a:cubicBezTo>
                        <a:pt x="54959" y="78296"/>
                        <a:pt x="54674" y="79153"/>
                        <a:pt x="54197" y="80105"/>
                      </a:cubicBezTo>
                      <a:cubicBezTo>
                        <a:pt x="53626" y="81248"/>
                        <a:pt x="53435" y="82105"/>
                        <a:pt x="53435" y="82582"/>
                      </a:cubicBezTo>
                      <a:cubicBezTo>
                        <a:pt x="53435" y="83344"/>
                        <a:pt x="53626" y="84010"/>
                        <a:pt x="54197" y="84677"/>
                      </a:cubicBezTo>
                      <a:cubicBezTo>
                        <a:pt x="53816" y="84296"/>
                        <a:pt x="53435" y="84106"/>
                        <a:pt x="52959" y="84106"/>
                      </a:cubicBezTo>
                      <a:cubicBezTo>
                        <a:pt x="52197" y="84106"/>
                        <a:pt x="51340" y="84772"/>
                        <a:pt x="50578" y="85915"/>
                      </a:cubicBezTo>
                      <a:cubicBezTo>
                        <a:pt x="49340" y="87154"/>
                        <a:pt x="48483" y="88011"/>
                        <a:pt x="48006" y="88487"/>
                      </a:cubicBezTo>
                      <a:cubicBezTo>
                        <a:pt x="44196" y="85439"/>
                        <a:pt x="40100" y="80200"/>
                        <a:pt x="35909" y="73057"/>
                      </a:cubicBezTo>
                      <a:cubicBezTo>
                        <a:pt x="36005" y="72485"/>
                        <a:pt x="36005" y="72009"/>
                        <a:pt x="36005" y="71533"/>
                      </a:cubicBezTo>
                      <a:cubicBezTo>
                        <a:pt x="36005" y="70009"/>
                        <a:pt x="35624" y="68771"/>
                        <a:pt x="34766" y="67532"/>
                      </a:cubicBezTo>
                      <a:cubicBezTo>
                        <a:pt x="33814" y="66389"/>
                        <a:pt x="33052" y="65913"/>
                        <a:pt x="32004" y="66294"/>
                      </a:cubicBezTo>
                      <a:cubicBezTo>
                        <a:pt x="31052" y="63722"/>
                        <a:pt x="30290" y="61817"/>
                        <a:pt x="29623" y="60674"/>
                      </a:cubicBezTo>
                      <a:cubicBezTo>
                        <a:pt x="28575" y="58579"/>
                        <a:pt x="27623" y="57245"/>
                        <a:pt x="26384" y="56197"/>
                      </a:cubicBezTo>
                      <a:cubicBezTo>
                        <a:pt x="25337" y="60008"/>
                        <a:pt x="24765" y="64389"/>
                        <a:pt x="24765" y="69247"/>
                      </a:cubicBezTo>
                      <a:cubicBezTo>
                        <a:pt x="24765" y="71438"/>
                        <a:pt x="24956" y="74676"/>
                        <a:pt x="25241" y="79153"/>
                      </a:cubicBezTo>
                      <a:cubicBezTo>
                        <a:pt x="25527" y="83629"/>
                        <a:pt x="25718" y="86963"/>
                        <a:pt x="25718" y="89154"/>
                      </a:cubicBezTo>
                      <a:cubicBezTo>
                        <a:pt x="25718" y="93917"/>
                        <a:pt x="25241" y="98298"/>
                        <a:pt x="24099" y="102108"/>
                      </a:cubicBezTo>
                      <a:cubicBezTo>
                        <a:pt x="21336" y="104204"/>
                        <a:pt x="17907" y="105442"/>
                        <a:pt x="14097" y="105537"/>
                      </a:cubicBezTo>
                      <a:cubicBezTo>
                        <a:pt x="10192" y="105823"/>
                        <a:pt x="6382" y="105918"/>
                        <a:pt x="2572" y="106013"/>
                      </a:cubicBezTo>
                      <a:lnTo>
                        <a:pt x="0" y="103632"/>
                      </a:lnTo>
                      <a:lnTo>
                        <a:pt x="0" y="2191"/>
                      </a:lnTo>
                      <a:cubicBezTo>
                        <a:pt x="9620" y="667"/>
                        <a:pt x="14764" y="0"/>
                        <a:pt x="15145" y="0"/>
                      </a:cubicBezTo>
                      <a:cubicBezTo>
                        <a:pt x="17907" y="0"/>
                        <a:pt x="20574" y="381"/>
                        <a:pt x="23051" y="1429"/>
                      </a:cubicBezTo>
                      <a:lnTo>
                        <a:pt x="28480" y="7239"/>
                      </a:lnTo>
                      <a:cubicBezTo>
                        <a:pt x="28385" y="8001"/>
                        <a:pt x="28575" y="9144"/>
                        <a:pt x="29337" y="10382"/>
                      </a:cubicBezTo>
                      <a:lnTo>
                        <a:pt x="30956" y="10382"/>
                      </a:lnTo>
                      <a:cubicBezTo>
                        <a:pt x="30956" y="14668"/>
                        <a:pt x="34385" y="21146"/>
                        <a:pt x="40958" y="29146"/>
                      </a:cubicBezTo>
                      <a:cubicBezTo>
                        <a:pt x="40672" y="30575"/>
                        <a:pt x="41148" y="31813"/>
                        <a:pt x="42577" y="32861"/>
                      </a:cubicBezTo>
                      <a:cubicBezTo>
                        <a:pt x="44006" y="34195"/>
                        <a:pt x="44672" y="35147"/>
                        <a:pt x="44672" y="35814"/>
                      </a:cubicBezTo>
                      <a:cubicBezTo>
                        <a:pt x="44672" y="36290"/>
                        <a:pt x="44482" y="36862"/>
                        <a:pt x="44101" y="37529"/>
                      </a:cubicBezTo>
                      <a:lnTo>
                        <a:pt x="39529" y="40672"/>
                      </a:lnTo>
                      <a:lnTo>
                        <a:pt x="39529" y="38100"/>
                      </a:lnTo>
                      <a:cubicBezTo>
                        <a:pt x="38672" y="38100"/>
                        <a:pt x="37719" y="38195"/>
                        <a:pt x="36767" y="38290"/>
                      </a:cubicBezTo>
                      <a:cubicBezTo>
                        <a:pt x="35814" y="38386"/>
                        <a:pt x="35147" y="38862"/>
                        <a:pt x="34766" y="39719"/>
                      </a:cubicBezTo>
                      <a:cubicBezTo>
                        <a:pt x="35052" y="41148"/>
                        <a:pt x="36195" y="42196"/>
                        <a:pt x="38100" y="42577"/>
                      </a:cubicBezTo>
                      <a:cubicBezTo>
                        <a:pt x="40005" y="42863"/>
                        <a:pt x="41243" y="43625"/>
                        <a:pt x="41815" y="44577"/>
                      </a:cubicBezTo>
                      <a:cubicBezTo>
                        <a:pt x="42672" y="44767"/>
                        <a:pt x="43529" y="44196"/>
                        <a:pt x="44291" y="43148"/>
                      </a:cubicBezTo>
                      <a:cubicBezTo>
                        <a:pt x="45053" y="42005"/>
                        <a:pt x="45530" y="41434"/>
                        <a:pt x="46006" y="41434"/>
                      </a:cubicBezTo>
                      <a:cubicBezTo>
                        <a:pt x="46292" y="41434"/>
                        <a:pt x="46863" y="41529"/>
                        <a:pt x="47435" y="42005"/>
                      </a:cubicBezTo>
                      <a:cubicBezTo>
                        <a:pt x="47816" y="41910"/>
                        <a:pt x="48006" y="41053"/>
                        <a:pt x="48006" y="39719"/>
                      </a:cubicBezTo>
                      <a:lnTo>
                        <a:pt x="50102" y="43529"/>
                      </a:lnTo>
                      <a:lnTo>
                        <a:pt x="54197" y="40672"/>
                      </a:lnTo>
                      <a:cubicBezTo>
                        <a:pt x="53150" y="39052"/>
                        <a:pt x="51721" y="38576"/>
                        <a:pt x="50102" y="39719"/>
                      </a:cubicBezTo>
                      <a:cubicBezTo>
                        <a:pt x="50387" y="32861"/>
                        <a:pt x="54959" y="25813"/>
                        <a:pt x="63913" y="18764"/>
                      </a:cubicBezTo>
                      <a:cubicBezTo>
                        <a:pt x="64866" y="18193"/>
                        <a:pt x="65342" y="17335"/>
                        <a:pt x="65342" y="16478"/>
                      </a:cubicBezTo>
                      <a:cubicBezTo>
                        <a:pt x="65342" y="16002"/>
                        <a:pt x="65342" y="15430"/>
                        <a:pt x="65056" y="14573"/>
                      </a:cubicBezTo>
                      <a:cubicBezTo>
                        <a:pt x="64961" y="13621"/>
                        <a:pt x="64961" y="12954"/>
                        <a:pt x="64961" y="12573"/>
                      </a:cubicBezTo>
                      <a:cubicBezTo>
                        <a:pt x="64961" y="11621"/>
                        <a:pt x="65151" y="10858"/>
                        <a:pt x="65723" y="10382"/>
                      </a:cubicBezTo>
                      <a:cubicBezTo>
                        <a:pt x="68580" y="4381"/>
                        <a:pt x="72866" y="1619"/>
                        <a:pt x="78772" y="1619"/>
                      </a:cubicBezTo>
                      <a:cubicBezTo>
                        <a:pt x="79820" y="1619"/>
                        <a:pt x="80867" y="1714"/>
                        <a:pt x="82106" y="2000"/>
                      </a:cubicBezTo>
                      <a:lnTo>
                        <a:pt x="82106" y="1143"/>
                      </a:lnTo>
                      <a:lnTo>
                        <a:pt x="98108" y="2000"/>
                      </a:lnTo>
                      <a:cubicBezTo>
                        <a:pt x="98774" y="12859"/>
                        <a:pt x="99060" y="24479"/>
                        <a:pt x="99060" y="36957"/>
                      </a:cubicBezTo>
                      <a:cubicBezTo>
                        <a:pt x="99060" y="49435"/>
                        <a:pt x="98774" y="60865"/>
                        <a:pt x="98108" y="71628"/>
                      </a:cubicBezTo>
                      <a:cubicBezTo>
                        <a:pt x="99060" y="73057"/>
                        <a:pt x="100299" y="73247"/>
                        <a:pt x="102108" y="72295"/>
                      </a:cubicBezTo>
                      <a:lnTo>
                        <a:pt x="97441" y="76581"/>
                      </a:lnTo>
                      <a:cubicBezTo>
                        <a:pt x="98393" y="77152"/>
                        <a:pt x="98870" y="77629"/>
                        <a:pt x="98870" y="78486"/>
                      </a:cubicBezTo>
                      <a:cubicBezTo>
                        <a:pt x="98870" y="78200"/>
                        <a:pt x="98489" y="79438"/>
                        <a:pt x="97441" y="82105"/>
                      </a:cubicBezTo>
                      <a:lnTo>
                        <a:pt x="101251" y="86106"/>
                      </a:lnTo>
                      <a:cubicBezTo>
                        <a:pt x="101251" y="86106"/>
                        <a:pt x="101918" y="85344"/>
                        <a:pt x="102203" y="85344"/>
                      </a:cubicBezTo>
                      <a:cubicBezTo>
                        <a:pt x="102489" y="85344"/>
                        <a:pt x="102966" y="85725"/>
                        <a:pt x="103632" y="86106"/>
                      </a:cubicBezTo>
                      <a:cubicBezTo>
                        <a:pt x="104299" y="86582"/>
                        <a:pt x="104775" y="86963"/>
                        <a:pt x="105251" y="86868"/>
                      </a:cubicBezTo>
                      <a:close/>
                      <a:moveTo>
                        <a:pt x="22384" y="33623"/>
                      </a:moveTo>
                      <a:lnTo>
                        <a:pt x="26861" y="30289"/>
                      </a:lnTo>
                      <a:cubicBezTo>
                        <a:pt x="26099" y="30004"/>
                        <a:pt x="25051" y="29718"/>
                        <a:pt x="23813" y="29718"/>
                      </a:cubicBezTo>
                      <a:cubicBezTo>
                        <a:pt x="22574" y="29718"/>
                        <a:pt x="20479" y="30099"/>
                        <a:pt x="17145" y="30766"/>
                      </a:cubicBezTo>
                      <a:cubicBezTo>
                        <a:pt x="13907" y="31433"/>
                        <a:pt x="11525" y="31813"/>
                        <a:pt x="10001" y="31813"/>
                      </a:cubicBezTo>
                      <a:cubicBezTo>
                        <a:pt x="8954" y="31813"/>
                        <a:pt x="8001" y="31528"/>
                        <a:pt x="7049" y="31337"/>
                      </a:cubicBezTo>
                      <a:cubicBezTo>
                        <a:pt x="8763" y="32385"/>
                        <a:pt x="11335" y="32861"/>
                        <a:pt x="14764" y="32861"/>
                      </a:cubicBezTo>
                      <a:lnTo>
                        <a:pt x="22289" y="32861"/>
                      </a:lnTo>
                      <a:lnTo>
                        <a:pt x="22289" y="33623"/>
                      </a:lnTo>
                      <a:close/>
                      <a:moveTo>
                        <a:pt x="44577" y="45720"/>
                      </a:moveTo>
                      <a:lnTo>
                        <a:pt x="48292" y="45720"/>
                      </a:lnTo>
                      <a:lnTo>
                        <a:pt x="47149" y="44577"/>
                      </a:lnTo>
                      <a:lnTo>
                        <a:pt x="44577" y="45720"/>
                      </a:lnTo>
                      <a:close/>
                      <a:moveTo>
                        <a:pt x="46101" y="81439"/>
                      </a:moveTo>
                      <a:cubicBezTo>
                        <a:pt x="46101" y="81439"/>
                        <a:pt x="46577" y="80486"/>
                        <a:pt x="47339" y="78962"/>
                      </a:cubicBezTo>
                      <a:cubicBezTo>
                        <a:pt x="47911" y="77914"/>
                        <a:pt x="47911" y="76962"/>
                        <a:pt x="47720" y="76200"/>
                      </a:cubicBezTo>
                      <a:lnTo>
                        <a:pt x="46101" y="76200"/>
                      </a:lnTo>
                      <a:lnTo>
                        <a:pt x="46101" y="81439"/>
                      </a:lnTo>
                      <a:close/>
                      <a:moveTo>
                        <a:pt x="52578" y="70771"/>
                      </a:moveTo>
                      <a:cubicBezTo>
                        <a:pt x="53245" y="70771"/>
                        <a:pt x="54197" y="71056"/>
                        <a:pt x="55626" y="71628"/>
                      </a:cubicBezTo>
                      <a:cubicBezTo>
                        <a:pt x="54197" y="70961"/>
                        <a:pt x="53245" y="70771"/>
                        <a:pt x="52578" y="70771"/>
                      </a:cubicBezTo>
                      <a:cubicBezTo>
                        <a:pt x="50864" y="70390"/>
                        <a:pt x="49435" y="70771"/>
                        <a:pt x="48292" y="72295"/>
                      </a:cubicBezTo>
                      <a:cubicBezTo>
                        <a:pt x="49530" y="71056"/>
                        <a:pt x="50959" y="70580"/>
                        <a:pt x="52578" y="70771"/>
                      </a:cubicBezTo>
                      <a:close/>
                      <a:moveTo>
                        <a:pt x="48292" y="96774"/>
                      </a:moveTo>
                      <a:lnTo>
                        <a:pt x="49340" y="94202"/>
                      </a:lnTo>
                      <a:lnTo>
                        <a:pt x="50959" y="94202"/>
                      </a:lnTo>
                      <a:lnTo>
                        <a:pt x="48292" y="96774"/>
                      </a:lnTo>
                      <a:close/>
                      <a:moveTo>
                        <a:pt x="60960" y="76676"/>
                      </a:moveTo>
                      <a:cubicBezTo>
                        <a:pt x="60865" y="77248"/>
                        <a:pt x="60484" y="77914"/>
                        <a:pt x="60008" y="78962"/>
                      </a:cubicBezTo>
                      <a:lnTo>
                        <a:pt x="58769" y="78962"/>
                      </a:lnTo>
                      <a:cubicBezTo>
                        <a:pt x="58293" y="78296"/>
                        <a:pt x="58484" y="77724"/>
                        <a:pt x="58960" y="77248"/>
                      </a:cubicBezTo>
                      <a:cubicBezTo>
                        <a:pt x="59531" y="76676"/>
                        <a:pt x="60198" y="76486"/>
                        <a:pt x="60960" y="76676"/>
                      </a:cubicBezTo>
                      <a:close/>
                      <a:moveTo>
                        <a:pt x="60008" y="84582"/>
                      </a:moveTo>
                      <a:lnTo>
                        <a:pt x="62579" y="85249"/>
                      </a:lnTo>
                      <a:lnTo>
                        <a:pt x="59341" y="85249"/>
                      </a:lnTo>
                      <a:lnTo>
                        <a:pt x="60008" y="84582"/>
                      </a:lnTo>
                      <a:close/>
                      <a:moveTo>
                        <a:pt x="60008" y="103727"/>
                      </a:moveTo>
                      <a:cubicBezTo>
                        <a:pt x="61627" y="103537"/>
                        <a:pt x="63246" y="103727"/>
                        <a:pt x="64675" y="104394"/>
                      </a:cubicBezTo>
                      <a:cubicBezTo>
                        <a:pt x="66008" y="105156"/>
                        <a:pt x="66770" y="105918"/>
                        <a:pt x="67151" y="106871"/>
                      </a:cubicBezTo>
                      <a:lnTo>
                        <a:pt x="64770" y="107728"/>
                      </a:lnTo>
                      <a:cubicBezTo>
                        <a:pt x="65913" y="106585"/>
                        <a:pt x="65913" y="105727"/>
                        <a:pt x="64770" y="105346"/>
                      </a:cubicBezTo>
                      <a:lnTo>
                        <a:pt x="60960" y="106871"/>
                      </a:lnTo>
                      <a:lnTo>
                        <a:pt x="60008" y="103727"/>
                      </a:lnTo>
                      <a:close/>
                      <a:moveTo>
                        <a:pt x="63246" y="92202"/>
                      </a:moveTo>
                      <a:lnTo>
                        <a:pt x="64866" y="92202"/>
                      </a:lnTo>
                      <a:lnTo>
                        <a:pt x="64866" y="94297"/>
                      </a:lnTo>
                      <a:lnTo>
                        <a:pt x="63246" y="92202"/>
                      </a:lnTo>
                      <a:close/>
                      <a:moveTo>
                        <a:pt x="65818" y="68866"/>
                      </a:moveTo>
                      <a:cubicBezTo>
                        <a:pt x="65818" y="68866"/>
                        <a:pt x="65151" y="69151"/>
                        <a:pt x="64770" y="68866"/>
                      </a:cubicBezTo>
                      <a:lnTo>
                        <a:pt x="65818" y="68866"/>
                      </a:lnTo>
                      <a:close/>
                      <a:moveTo>
                        <a:pt x="65818" y="68866"/>
                      </a:moveTo>
                      <a:lnTo>
                        <a:pt x="66294" y="68389"/>
                      </a:lnTo>
                      <a:cubicBezTo>
                        <a:pt x="66294" y="68389"/>
                        <a:pt x="66485" y="68675"/>
                        <a:pt x="66485" y="68771"/>
                      </a:cubicBezTo>
                      <a:lnTo>
                        <a:pt x="65818" y="68771"/>
                      </a:lnTo>
                      <a:close/>
                      <a:moveTo>
                        <a:pt x="68771" y="115443"/>
                      </a:moveTo>
                      <a:cubicBezTo>
                        <a:pt x="69533" y="115252"/>
                        <a:pt x="70676" y="115633"/>
                        <a:pt x="72200" y="116491"/>
                      </a:cubicBezTo>
                      <a:cubicBezTo>
                        <a:pt x="73724" y="117253"/>
                        <a:pt x="74581" y="117729"/>
                        <a:pt x="75152" y="117919"/>
                      </a:cubicBezTo>
                      <a:cubicBezTo>
                        <a:pt x="71152" y="118396"/>
                        <a:pt x="69152" y="117729"/>
                        <a:pt x="68771" y="115538"/>
                      </a:cubicBezTo>
                      <a:close/>
                      <a:moveTo>
                        <a:pt x="77915" y="117062"/>
                      </a:moveTo>
                      <a:cubicBezTo>
                        <a:pt x="76962" y="117729"/>
                        <a:pt x="76105" y="117824"/>
                        <a:pt x="75152" y="117824"/>
                      </a:cubicBezTo>
                      <a:cubicBezTo>
                        <a:pt x="75724" y="117729"/>
                        <a:pt x="76676" y="117348"/>
                        <a:pt x="77915" y="117062"/>
                      </a:cubicBezTo>
                      <a:close/>
                      <a:moveTo>
                        <a:pt x="83153" y="78486"/>
                      </a:moveTo>
                      <a:cubicBezTo>
                        <a:pt x="83916" y="78010"/>
                        <a:pt x="84296" y="77438"/>
                        <a:pt x="84106" y="76867"/>
                      </a:cubicBezTo>
                      <a:cubicBezTo>
                        <a:pt x="83439" y="76581"/>
                        <a:pt x="82963" y="76676"/>
                        <a:pt x="82487" y="77057"/>
                      </a:cubicBezTo>
                      <a:cubicBezTo>
                        <a:pt x="82106" y="77533"/>
                        <a:pt x="81820" y="78010"/>
                        <a:pt x="81915" y="78486"/>
                      </a:cubicBezTo>
                      <a:lnTo>
                        <a:pt x="83153" y="78486"/>
                      </a:lnTo>
                      <a:close/>
                      <a:moveTo>
                        <a:pt x="86392" y="55435"/>
                      </a:moveTo>
                      <a:lnTo>
                        <a:pt x="84773" y="57626"/>
                      </a:lnTo>
                      <a:cubicBezTo>
                        <a:pt x="86011" y="57150"/>
                        <a:pt x="86487" y="56959"/>
                        <a:pt x="86392" y="56959"/>
                      </a:cubicBezTo>
                      <a:lnTo>
                        <a:pt x="86392" y="55435"/>
                      </a:lnTo>
                      <a:close/>
                      <a:moveTo>
                        <a:pt x="84773" y="83153"/>
                      </a:moveTo>
                      <a:lnTo>
                        <a:pt x="88583" y="83153"/>
                      </a:lnTo>
                      <a:lnTo>
                        <a:pt x="86297" y="80772"/>
                      </a:lnTo>
                      <a:lnTo>
                        <a:pt x="84677" y="83153"/>
                      </a:lnTo>
                      <a:close/>
                      <a:moveTo>
                        <a:pt x="87154" y="105061"/>
                      </a:moveTo>
                      <a:cubicBezTo>
                        <a:pt x="86392" y="105632"/>
                        <a:pt x="85725" y="105727"/>
                        <a:pt x="85344" y="105537"/>
                      </a:cubicBezTo>
                      <a:cubicBezTo>
                        <a:pt x="85820" y="105156"/>
                        <a:pt x="86487" y="105061"/>
                        <a:pt x="87154" y="105061"/>
                      </a:cubicBezTo>
                      <a:close/>
                      <a:moveTo>
                        <a:pt x="87154" y="105061"/>
                      </a:moveTo>
                      <a:cubicBezTo>
                        <a:pt x="87154" y="105061"/>
                        <a:pt x="88011" y="104965"/>
                        <a:pt x="88583" y="105537"/>
                      </a:cubicBezTo>
                      <a:cubicBezTo>
                        <a:pt x="87821" y="105156"/>
                        <a:pt x="87344" y="105061"/>
                        <a:pt x="87154" y="105061"/>
                      </a:cubicBezTo>
                      <a:close/>
                      <a:moveTo>
                        <a:pt x="93441" y="96964"/>
                      </a:moveTo>
                      <a:cubicBezTo>
                        <a:pt x="93441" y="96964"/>
                        <a:pt x="94107" y="96679"/>
                        <a:pt x="94107" y="96679"/>
                      </a:cubicBezTo>
                      <a:lnTo>
                        <a:pt x="94107" y="94393"/>
                      </a:lnTo>
                      <a:cubicBezTo>
                        <a:pt x="94107" y="94393"/>
                        <a:pt x="92869" y="93726"/>
                        <a:pt x="92012" y="93821"/>
                      </a:cubicBezTo>
                      <a:lnTo>
                        <a:pt x="88964" y="93821"/>
                      </a:lnTo>
                      <a:cubicBezTo>
                        <a:pt x="90107" y="94012"/>
                        <a:pt x="90678" y="94583"/>
                        <a:pt x="90869" y="95536"/>
                      </a:cubicBezTo>
                      <a:cubicBezTo>
                        <a:pt x="91154" y="96679"/>
                        <a:pt x="91535" y="97346"/>
                        <a:pt x="92202" y="97346"/>
                      </a:cubicBezTo>
                      <a:cubicBezTo>
                        <a:pt x="92583" y="97346"/>
                        <a:pt x="93059" y="97155"/>
                        <a:pt x="93536" y="96964"/>
                      </a:cubicBezTo>
                      <a:close/>
                      <a:moveTo>
                        <a:pt x="94679" y="88487"/>
                      </a:moveTo>
                      <a:lnTo>
                        <a:pt x="94679" y="85439"/>
                      </a:lnTo>
                      <a:lnTo>
                        <a:pt x="93536" y="85439"/>
                      </a:lnTo>
                      <a:lnTo>
                        <a:pt x="93536" y="87916"/>
                      </a:lnTo>
                      <a:cubicBezTo>
                        <a:pt x="93536" y="87916"/>
                        <a:pt x="94202" y="87916"/>
                        <a:pt x="94679" y="88487"/>
                      </a:cubicBezTo>
                      <a:close/>
                      <a:moveTo>
                        <a:pt x="97250" y="110109"/>
                      </a:moveTo>
                      <a:lnTo>
                        <a:pt x="99441" y="110109"/>
                      </a:lnTo>
                      <a:lnTo>
                        <a:pt x="100203" y="111061"/>
                      </a:lnTo>
                      <a:lnTo>
                        <a:pt x="97250" y="110109"/>
                      </a:lnTo>
                      <a:close/>
                      <a:moveTo>
                        <a:pt x="106966" y="65342"/>
                      </a:moveTo>
                      <a:cubicBezTo>
                        <a:pt x="105347" y="65913"/>
                        <a:pt x="104204" y="67246"/>
                        <a:pt x="103537" y="69056"/>
                      </a:cubicBezTo>
                      <a:cubicBezTo>
                        <a:pt x="103156" y="68389"/>
                        <a:pt x="102870" y="67627"/>
                        <a:pt x="102870" y="67151"/>
                      </a:cubicBezTo>
                      <a:cubicBezTo>
                        <a:pt x="102870" y="66580"/>
                        <a:pt x="104204" y="66008"/>
                        <a:pt x="106966" y="65246"/>
                      </a:cubicBezTo>
                      <a:close/>
                      <a:moveTo>
                        <a:pt x="104204" y="75819"/>
                      </a:moveTo>
                      <a:lnTo>
                        <a:pt x="104204" y="73152"/>
                      </a:lnTo>
                      <a:lnTo>
                        <a:pt x="106299" y="73152"/>
                      </a:lnTo>
                      <a:lnTo>
                        <a:pt x="104204" y="75819"/>
                      </a:lnTo>
                      <a:close/>
                      <a:moveTo>
                        <a:pt x="111157" y="102298"/>
                      </a:moveTo>
                      <a:cubicBezTo>
                        <a:pt x="111157" y="102298"/>
                        <a:pt x="110300" y="102870"/>
                        <a:pt x="109919" y="102870"/>
                      </a:cubicBezTo>
                      <a:cubicBezTo>
                        <a:pt x="109538" y="102870"/>
                        <a:pt x="108966" y="102679"/>
                        <a:pt x="108299" y="102394"/>
                      </a:cubicBezTo>
                      <a:cubicBezTo>
                        <a:pt x="107633" y="102013"/>
                        <a:pt x="107252" y="101917"/>
                        <a:pt x="106680" y="101917"/>
                      </a:cubicBezTo>
                      <a:cubicBezTo>
                        <a:pt x="106299" y="101917"/>
                        <a:pt x="105728" y="102394"/>
                        <a:pt x="105156" y="103156"/>
                      </a:cubicBezTo>
                      <a:lnTo>
                        <a:pt x="106299" y="98393"/>
                      </a:lnTo>
                      <a:lnTo>
                        <a:pt x="107918" y="101060"/>
                      </a:lnTo>
                      <a:lnTo>
                        <a:pt x="108966" y="100013"/>
                      </a:lnTo>
                      <a:lnTo>
                        <a:pt x="111157" y="102203"/>
                      </a:lnTo>
                      <a:close/>
                      <a:moveTo>
                        <a:pt x="107918" y="124777"/>
                      </a:moveTo>
                      <a:lnTo>
                        <a:pt x="106299" y="124777"/>
                      </a:lnTo>
                      <a:lnTo>
                        <a:pt x="108966" y="123254"/>
                      </a:lnTo>
                      <a:lnTo>
                        <a:pt x="107918" y="124777"/>
                      </a:lnTo>
                      <a:close/>
                      <a:moveTo>
                        <a:pt x="108966" y="65246"/>
                      </a:moveTo>
                      <a:cubicBezTo>
                        <a:pt x="108204" y="65056"/>
                        <a:pt x="107728" y="65056"/>
                        <a:pt x="107347" y="65246"/>
                      </a:cubicBezTo>
                      <a:cubicBezTo>
                        <a:pt x="108014" y="65056"/>
                        <a:pt x="108490" y="64579"/>
                        <a:pt x="108966" y="63817"/>
                      </a:cubicBezTo>
                      <a:lnTo>
                        <a:pt x="108966" y="65246"/>
                      </a:lnTo>
                      <a:close/>
                      <a:moveTo>
                        <a:pt x="111824" y="114871"/>
                      </a:moveTo>
                      <a:cubicBezTo>
                        <a:pt x="110681" y="114490"/>
                        <a:pt x="110204" y="115157"/>
                        <a:pt x="110204" y="117062"/>
                      </a:cubicBezTo>
                      <a:lnTo>
                        <a:pt x="111252" y="117062"/>
                      </a:lnTo>
                      <a:lnTo>
                        <a:pt x="111252" y="119539"/>
                      </a:lnTo>
                      <a:lnTo>
                        <a:pt x="110204" y="119539"/>
                      </a:lnTo>
                      <a:lnTo>
                        <a:pt x="110204" y="114871"/>
                      </a:lnTo>
                      <a:cubicBezTo>
                        <a:pt x="110014" y="113347"/>
                        <a:pt x="109252" y="112490"/>
                        <a:pt x="107918" y="112681"/>
                      </a:cubicBezTo>
                      <a:cubicBezTo>
                        <a:pt x="110204" y="111728"/>
                        <a:pt x="111443" y="112585"/>
                        <a:pt x="111728" y="114871"/>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 name="Google Shape;1427;p99"/>
                <p:cNvSpPr/>
                <p:nvPr/>
              </p:nvSpPr>
              <p:spPr>
                <a:xfrm>
                  <a:off x="6177723" y="2707350"/>
                  <a:ext cx="88582" cy="106715"/>
                </a:xfrm>
                <a:custGeom>
                  <a:avLst/>
                  <a:gdLst/>
                  <a:ahLst/>
                  <a:cxnLst/>
                  <a:rect l="l" t="t" r="r" b="b"/>
                  <a:pathLst>
                    <a:path w="88582" h="106715" extrusionOk="0">
                      <a:moveTo>
                        <a:pt x="85058" y="20800"/>
                      </a:moveTo>
                      <a:cubicBezTo>
                        <a:pt x="87440" y="22515"/>
                        <a:pt x="88583" y="25563"/>
                        <a:pt x="88583" y="30135"/>
                      </a:cubicBezTo>
                      <a:cubicBezTo>
                        <a:pt x="88583" y="30611"/>
                        <a:pt x="88202" y="34612"/>
                        <a:pt x="87249" y="42041"/>
                      </a:cubicBezTo>
                      <a:cubicBezTo>
                        <a:pt x="86963" y="42898"/>
                        <a:pt x="86011" y="44518"/>
                        <a:pt x="84011" y="47185"/>
                      </a:cubicBezTo>
                      <a:cubicBezTo>
                        <a:pt x="82391" y="49566"/>
                        <a:pt x="81629" y="51280"/>
                        <a:pt x="81629" y="52709"/>
                      </a:cubicBezTo>
                      <a:cubicBezTo>
                        <a:pt x="81629" y="53471"/>
                        <a:pt x="81915" y="54138"/>
                        <a:pt x="82201" y="54995"/>
                      </a:cubicBezTo>
                      <a:cubicBezTo>
                        <a:pt x="81344" y="54805"/>
                        <a:pt x="80486" y="54614"/>
                        <a:pt x="79820" y="54614"/>
                      </a:cubicBezTo>
                      <a:cubicBezTo>
                        <a:pt x="78200" y="54614"/>
                        <a:pt x="76581" y="55281"/>
                        <a:pt x="74962" y="57091"/>
                      </a:cubicBezTo>
                      <a:cubicBezTo>
                        <a:pt x="73247" y="59186"/>
                        <a:pt x="72009" y="60424"/>
                        <a:pt x="71247" y="60520"/>
                      </a:cubicBezTo>
                      <a:lnTo>
                        <a:pt x="70580" y="58900"/>
                      </a:lnTo>
                      <a:cubicBezTo>
                        <a:pt x="68675" y="62996"/>
                        <a:pt x="64484" y="64901"/>
                        <a:pt x="58008" y="64901"/>
                      </a:cubicBezTo>
                      <a:cubicBezTo>
                        <a:pt x="59722" y="64901"/>
                        <a:pt x="55341" y="64520"/>
                        <a:pt x="44863" y="63758"/>
                      </a:cubicBezTo>
                      <a:lnTo>
                        <a:pt x="42577" y="61472"/>
                      </a:lnTo>
                      <a:cubicBezTo>
                        <a:pt x="42386" y="64044"/>
                        <a:pt x="41434" y="65187"/>
                        <a:pt x="39815" y="65187"/>
                      </a:cubicBezTo>
                      <a:cubicBezTo>
                        <a:pt x="39148" y="65187"/>
                        <a:pt x="37910" y="64996"/>
                        <a:pt x="36100" y="64330"/>
                      </a:cubicBezTo>
                      <a:cubicBezTo>
                        <a:pt x="34290" y="63758"/>
                        <a:pt x="32957" y="63377"/>
                        <a:pt x="32004" y="63377"/>
                      </a:cubicBezTo>
                      <a:cubicBezTo>
                        <a:pt x="30194" y="63377"/>
                        <a:pt x="29051" y="64139"/>
                        <a:pt x="28289" y="65758"/>
                      </a:cubicBezTo>
                      <a:cubicBezTo>
                        <a:pt x="27527" y="67282"/>
                        <a:pt x="27242" y="70235"/>
                        <a:pt x="27432" y="74617"/>
                      </a:cubicBezTo>
                      <a:cubicBezTo>
                        <a:pt x="27527" y="78236"/>
                        <a:pt x="26861" y="80998"/>
                        <a:pt x="25432" y="82808"/>
                      </a:cubicBezTo>
                      <a:cubicBezTo>
                        <a:pt x="26384" y="82808"/>
                        <a:pt x="26766" y="83761"/>
                        <a:pt x="26575" y="85475"/>
                      </a:cubicBezTo>
                      <a:cubicBezTo>
                        <a:pt x="26384" y="87285"/>
                        <a:pt x="26575" y="88523"/>
                        <a:pt x="27051" y="88999"/>
                      </a:cubicBezTo>
                      <a:lnTo>
                        <a:pt x="28099" y="88999"/>
                      </a:lnTo>
                      <a:lnTo>
                        <a:pt x="28099" y="92809"/>
                      </a:lnTo>
                      <a:lnTo>
                        <a:pt x="28861" y="92809"/>
                      </a:lnTo>
                      <a:cubicBezTo>
                        <a:pt x="29242" y="93571"/>
                        <a:pt x="29528" y="94429"/>
                        <a:pt x="29528" y="95191"/>
                      </a:cubicBezTo>
                      <a:cubicBezTo>
                        <a:pt x="29528" y="96524"/>
                        <a:pt x="28385" y="98239"/>
                        <a:pt x="25908" y="100334"/>
                      </a:cubicBezTo>
                      <a:cubicBezTo>
                        <a:pt x="23622" y="102525"/>
                        <a:pt x="22574" y="104335"/>
                        <a:pt x="22670" y="105859"/>
                      </a:cubicBezTo>
                      <a:cubicBezTo>
                        <a:pt x="18002" y="107002"/>
                        <a:pt x="11525" y="107002"/>
                        <a:pt x="3239" y="105859"/>
                      </a:cubicBezTo>
                      <a:cubicBezTo>
                        <a:pt x="3239" y="102906"/>
                        <a:pt x="3239" y="98239"/>
                        <a:pt x="2477" y="92143"/>
                      </a:cubicBezTo>
                      <a:cubicBezTo>
                        <a:pt x="1810" y="86142"/>
                        <a:pt x="1619" y="81665"/>
                        <a:pt x="1619" y="78903"/>
                      </a:cubicBezTo>
                      <a:cubicBezTo>
                        <a:pt x="1619" y="73474"/>
                        <a:pt x="2286" y="68997"/>
                        <a:pt x="3715" y="64996"/>
                      </a:cubicBezTo>
                      <a:lnTo>
                        <a:pt x="1619" y="60234"/>
                      </a:lnTo>
                      <a:cubicBezTo>
                        <a:pt x="1429" y="58615"/>
                        <a:pt x="1334" y="57091"/>
                        <a:pt x="1334" y="55376"/>
                      </a:cubicBezTo>
                      <a:cubicBezTo>
                        <a:pt x="1334" y="53376"/>
                        <a:pt x="1524" y="50423"/>
                        <a:pt x="1810" y="46804"/>
                      </a:cubicBezTo>
                      <a:cubicBezTo>
                        <a:pt x="2000" y="43089"/>
                        <a:pt x="2096" y="40422"/>
                        <a:pt x="2096" y="38612"/>
                      </a:cubicBezTo>
                      <a:cubicBezTo>
                        <a:pt x="2096" y="34135"/>
                        <a:pt x="1334" y="30325"/>
                        <a:pt x="0" y="27182"/>
                      </a:cubicBezTo>
                      <a:cubicBezTo>
                        <a:pt x="1143" y="26706"/>
                        <a:pt x="1810" y="26134"/>
                        <a:pt x="1810" y="25468"/>
                      </a:cubicBezTo>
                      <a:cubicBezTo>
                        <a:pt x="1810" y="25182"/>
                        <a:pt x="1619" y="24706"/>
                        <a:pt x="1334" y="24325"/>
                      </a:cubicBezTo>
                      <a:cubicBezTo>
                        <a:pt x="1143" y="23658"/>
                        <a:pt x="953" y="23182"/>
                        <a:pt x="953" y="22896"/>
                      </a:cubicBezTo>
                      <a:cubicBezTo>
                        <a:pt x="953" y="22324"/>
                        <a:pt x="1524" y="21848"/>
                        <a:pt x="2572" y="21467"/>
                      </a:cubicBezTo>
                      <a:lnTo>
                        <a:pt x="2572" y="2322"/>
                      </a:lnTo>
                      <a:cubicBezTo>
                        <a:pt x="4191" y="1369"/>
                        <a:pt x="6191" y="893"/>
                        <a:pt x="8192" y="893"/>
                      </a:cubicBezTo>
                      <a:cubicBezTo>
                        <a:pt x="9430" y="893"/>
                        <a:pt x="11144" y="988"/>
                        <a:pt x="13335" y="1369"/>
                      </a:cubicBezTo>
                      <a:cubicBezTo>
                        <a:pt x="15621" y="1655"/>
                        <a:pt x="17145" y="1750"/>
                        <a:pt x="18288" y="1750"/>
                      </a:cubicBezTo>
                      <a:cubicBezTo>
                        <a:pt x="19145" y="1750"/>
                        <a:pt x="20098" y="1655"/>
                        <a:pt x="20860" y="1560"/>
                      </a:cubicBezTo>
                      <a:cubicBezTo>
                        <a:pt x="23146" y="512"/>
                        <a:pt x="26861" y="36"/>
                        <a:pt x="32195" y="36"/>
                      </a:cubicBezTo>
                      <a:lnTo>
                        <a:pt x="44577" y="36"/>
                      </a:lnTo>
                      <a:lnTo>
                        <a:pt x="43910" y="1655"/>
                      </a:lnTo>
                      <a:cubicBezTo>
                        <a:pt x="45339" y="703"/>
                        <a:pt x="47054" y="131"/>
                        <a:pt x="49530" y="36"/>
                      </a:cubicBezTo>
                      <a:cubicBezTo>
                        <a:pt x="52292" y="-155"/>
                        <a:pt x="54578" y="417"/>
                        <a:pt x="56198" y="1655"/>
                      </a:cubicBezTo>
                      <a:cubicBezTo>
                        <a:pt x="57150" y="226"/>
                        <a:pt x="58579" y="36"/>
                        <a:pt x="60484" y="703"/>
                      </a:cubicBezTo>
                      <a:cubicBezTo>
                        <a:pt x="62389" y="1369"/>
                        <a:pt x="63818" y="1084"/>
                        <a:pt x="64770" y="36"/>
                      </a:cubicBezTo>
                      <a:cubicBezTo>
                        <a:pt x="65151" y="1465"/>
                        <a:pt x="66770" y="2608"/>
                        <a:pt x="69152" y="3465"/>
                      </a:cubicBezTo>
                      <a:cubicBezTo>
                        <a:pt x="72104" y="4608"/>
                        <a:pt x="74009" y="5560"/>
                        <a:pt x="74676" y="6418"/>
                      </a:cubicBezTo>
                      <a:cubicBezTo>
                        <a:pt x="77915" y="6703"/>
                        <a:pt x="80296" y="8608"/>
                        <a:pt x="81820" y="12323"/>
                      </a:cubicBezTo>
                      <a:cubicBezTo>
                        <a:pt x="82772" y="14990"/>
                        <a:pt x="83725" y="17752"/>
                        <a:pt x="84677" y="20419"/>
                      </a:cubicBezTo>
                      <a:close/>
                      <a:moveTo>
                        <a:pt x="19526" y="42136"/>
                      </a:moveTo>
                      <a:lnTo>
                        <a:pt x="22765" y="40612"/>
                      </a:lnTo>
                      <a:lnTo>
                        <a:pt x="21717" y="38898"/>
                      </a:lnTo>
                      <a:lnTo>
                        <a:pt x="19526" y="42136"/>
                      </a:lnTo>
                      <a:close/>
                      <a:moveTo>
                        <a:pt x="61246" y="41089"/>
                      </a:moveTo>
                      <a:lnTo>
                        <a:pt x="63532" y="26706"/>
                      </a:lnTo>
                      <a:lnTo>
                        <a:pt x="60293" y="26706"/>
                      </a:lnTo>
                      <a:cubicBezTo>
                        <a:pt x="58293" y="24515"/>
                        <a:pt x="56960" y="22229"/>
                        <a:pt x="56483" y="20229"/>
                      </a:cubicBezTo>
                      <a:cubicBezTo>
                        <a:pt x="56483" y="22134"/>
                        <a:pt x="56293" y="23277"/>
                        <a:pt x="55817" y="23563"/>
                      </a:cubicBezTo>
                      <a:cubicBezTo>
                        <a:pt x="54674" y="22324"/>
                        <a:pt x="54102" y="21562"/>
                        <a:pt x="54197" y="21086"/>
                      </a:cubicBezTo>
                      <a:cubicBezTo>
                        <a:pt x="52292" y="20134"/>
                        <a:pt x="50102" y="19657"/>
                        <a:pt x="47911" y="19657"/>
                      </a:cubicBezTo>
                      <a:cubicBezTo>
                        <a:pt x="48768" y="19657"/>
                        <a:pt x="45149" y="20134"/>
                        <a:pt x="37148" y="21086"/>
                      </a:cubicBezTo>
                      <a:cubicBezTo>
                        <a:pt x="37148" y="21467"/>
                        <a:pt x="37433" y="20800"/>
                        <a:pt x="38100" y="19467"/>
                      </a:cubicBezTo>
                      <a:cubicBezTo>
                        <a:pt x="37052" y="20038"/>
                        <a:pt x="36481" y="20515"/>
                        <a:pt x="36481" y="20610"/>
                      </a:cubicBezTo>
                      <a:cubicBezTo>
                        <a:pt x="36481" y="20896"/>
                        <a:pt x="36767" y="21181"/>
                        <a:pt x="37529" y="21467"/>
                      </a:cubicBezTo>
                      <a:cubicBezTo>
                        <a:pt x="38195" y="21848"/>
                        <a:pt x="38481" y="22134"/>
                        <a:pt x="38481" y="22610"/>
                      </a:cubicBezTo>
                      <a:cubicBezTo>
                        <a:pt x="38481" y="22801"/>
                        <a:pt x="38386" y="23086"/>
                        <a:pt x="38100" y="23372"/>
                      </a:cubicBezTo>
                      <a:lnTo>
                        <a:pt x="34385" y="23848"/>
                      </a:lnTo>
                      <a:cubicBezTo>
                        <a:pt x="33814" y="23086"/>
                        <a:pt x="33623" y="21753"/>
                        <a:pt x="34100" y="20229"/>
                      </a:cubicBezTo>
                      <a:cubicBezTo>
                        <a:pt x="34385" y="18705"/>
                        <a:pt x="34100" y="17467"/>
                        <a:pt x="33338" y="16133"/>
                      </a:cubicBezTo>
                      <a:cubicBezTo>
                        <a:pt x="33909" y="19181"/>
                        <a:pt x="33147" y="20800"/>
                        <a:pt x="31052" y="20896"/>
                      </a:cubicBezTo>
                      <a:cubicBezTo>
                        <a:pt x="30194" y="20324"/>
                        <a:pt x="29623" y="19467"/>
                        <a:pt x="29623" y="18610"/>
                      </a:cubicBezTo>
                      <a:cubicBezTo>
                        <a:pt x="30004" y="18038"/>
                        <a:pt x="30290" y="17752"/>
                        <a:pt x="30480" y="17086"/>
                      </a:cubicBezTo>
                      <a:cubicBezTo>
                        <a:pt x="29623" y="18705"/>
                        <a:pt x="28194" y="20515"/>
                        <a:pt x="26479" y="22610"/>
                      </a:cubicBezTo>
                      <a:cubicBezTo>
                        <a:pt x="25146" y="24039"/>
                        <a:pt x="24479" y="25182"/>
                        <a:pt x="24479" y="26230"/>
                      </a:cubicBezTo>
                      <a:cubicBezTo>
                        <a:pt x="24479" y="27277"/>
                        <a:pt x="25146" y="28325"/>
                        <a:pt x="26479" y="29373"/>
                      </a:cubicBezTo>
                      <a:lnTo>
                        <a:pt x="21050" y="31564"/>
                      </a:lnTo>
                      <a:lnTo>
                        <a:pt x="24860" y="31564"/>
                      </a:lnTo>
                      <a:lnTo>
                        <a:pt x="25432" y="40422"/>
                      </a:lnTo>
                      <a:cubicBezTo>
                        <a:pt x="27242" y="40422"/>
                        <a:pt x="29813" y="40803"/>
                        <a:pt x="33338" y="41565"/>
                      </a:cubicBezTo>
                      <a:cubicBezTo>
                        <a:pt x="36957" y="42327"/>
                        <a:pt x="39434" y="42708"/>
                        <a:pt x="41243" y="42708"/>
                      </a:cubicBezTo>
                      <a:cubicBezTo>
                        <a:pt x="42863" y="42708"/>
                        <a:pt x="44482" y="42422"/>
                        <a:pt x="45816" y="41851"/>
                      </a:cubicBezTo>
                      <a:cubicBezTo>
                        <a:pt x="46577" y="42613"/>
                        <a:pt x="47720" y="42898"/>
                        <a:pt x="48863" y="42898"/>
                      </a:cubicBezTo>
                      <a:cubicBezTo>
                        <a:pt x="50006" y="42898"/>
                        <a:pt x="51626" y="42422"/>
                        <a:pt x="53721" y="41470"/>
                      </a:cubicBezTo>
                      <a:cubicBezTo>
                        <a:pt x="56007" y="40517"/>
                        <a:pt x="57626" y="39946"/>
                        <a:pt x="58674" y="39946"/>
                      </a:cubicBezTo>
                      <a:cubicBezTo>
                        <a:pt x="59531" y="39946"/>
                        <a:pt x="60389" y="40327"/>
                        <a:pt x="61246" y="40803"/>
                      </a:cubicBezTo>
                      <a:close/>
                      <a:moveTo>
                        <a:pt x="28099" y="12037"/>
                      </a:moveTo>
                      <a:lnTo>
                        <a:pt x="25432" y="14133"/>
                      </a:lnTo>
                      <a:lnTo>
                        <a:pt x="28861" y="14133"/>
                      </a:lnTo>
                      <a:cubicBezTo>
                        <a:pt x="28289" y="14038"/>
                        <a:pt x="28099" y="13180"/>
                        <a:pt x="28099" y="12037"/>
                      </a:cubicBezTo>
                      <a:close/>
                      <a:moveTo>
                        <a:pt x="27051" y="29563"/>
                      </a:moveTo>
                      <a:lnTo>
                        <a:pt x="29528" y="29563"/>
                      </a:lnTo>
                      <a:cubicBezTo>
                        <a:pt x="29623" y="30135"/>
                        <a:pt x="29528" y="30706"/>
                        <a:pt x="28861" y="31183"/>
                      </a:cubicBezTo>
                      <a:lnTo>
                        <a:pt x="27051" y="31183"/>
                      </a:lnTo>
                      <a:lnTo>
                        <a:pt x="27051" y="29563"/>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 name="Google Shape;1428;p99"/>
                <p:cNvSpPr/>
                <p:nvPr/>
              </p:nvSpPr>
              <p:spPr>
                <a:xfrm>
                  <a:off x="6276974" y="2707386"/>
                  <a:ext cx="115442" cy="125729"/>
                </a:xfrm>
                <a:custGeom>
                  <a:avLst/>
                  <a:gdLst/>
                  <a:ahLst/>
                  <a:cxnLst/>
                  <a:rect l="l" t="t" r="r" b="b"/>
                  <a:pathLst>
                    <a:path w="115442" h="125729" extrusionOk="0">
                      <a:moveTo>
                        <a:pt x="90106" y="69532"/>
                      </a:moveTo>
                      <a:cubicBezTo>
                        <a:pt x="88678" y="71152"/>
                        <a:pt x="88392" y="73533"/>
                        <a:pt x="88868" y="76295"/>
                      </a:cubicBezTo>
                      <a:cubicBezTo>
                        <a:pt x="89535" y="79057"/>
                        <a:pt x="89345" y="81058"/>
                        <a:pt x="88487" y="82582"/>
                      </a:cubicBezTo>
                      <a:cubicBezTo>
                        <a:pt x="87916" y="85534"/>
                        <a:pt x="86106" y="88201"/>
                        <a:pt x="82677" y="91059"/>
                      </a:cubicBezTo>
                      <a:cubicBezTo>
                        <a:pt x="79248" y="93726"/>
                        <a:pt x="77534" y="96107"/>
                        <a:pt x="77534" y="97822"/>
                      </a:cubicBezTo>
                      <a:cubicBezTo>
                        <a:pt x="77534" y="98869"/>
                        <a:pt x="77724" y="99822"/>
                        <a:pt x="78200" y="100775"/>
                      </a:cubicBezTo>
                      <a:lnTo>
                        <a:pt x="79057" y="100775"/>
                      </a:lnTo>
                      <a:lnTo>
                        <a:pt x="79057" y="101727"/>
                      </a:lnTo>
                      <a:cubicBezTo>
                        <a:pt x="77534" y="100775"/>
                        <a:pt x="74866" y="100489"/>
                        <a:pt x="71056" y="100775"/>
                      </a:cubicBezTo>
                      <a:cubicBezTo>
                        <a:pt x="69818" y="103442"/>
                        <a:pt x="67818" y="104965"/>
                        <a:pt x="64961" y="104965"/>
                      </a:cubicBezTo>
                      <a:cubicBezTo>
                        <a:pt x="64103" y="104965"/>
                        <a:pt x="63151" y="104680"/>
                        <a:pt x="61913" y="104489"/>
                      </a:cubicBezTo>
                      <a:cubicBezTo>
                        <a:pt x="60103" y="104203"/>
                        <a:pt x="59055" y="104108"/>
                        <a:pt x="58674" y="104108"/>
                      </a:cubicBezTo>
                      <a:cubicBezTo>
                        <a:pt x="58674" y="103537"/>
                        <a:pt x="58198" y="102965"/>
                        <a:pt x="57531" y="102203"/>
                      </a:cubicBezTo>
                      <a:cubicBezTo>
                        <a:pt x="56769" y="101632"/>
                        <a:pt x="56293" y="101060"/>
                        <a:pt x="56293" y="100679"/>
                      </a:cubicBezTo>
                      <a:cubicBezTo>
                        <a:pt x="56579" y="104013"/>
                        <a:pt x="54769" y="106966"/>
                        <a:pt x="50673" y="109633"/>
                      </a:cubicBezTo>
                      <a:lnTo>
                        <a:pt x="48387" y="107156"/>
                      </a:lnTo>
                      <a:cubicBezTo>
                        <a:pt x="48006" y="107728"/>
                        <a:pt x="47149" y="108013"/>
                        <a:pt x="45815" y="108013"/>
                      </a:cubicBezTo>
                      <a:lnTo>
                        <a:pt x="46768" y="107156"/>
                      </a:lnTo>
                      <a:cubicBezTo>
                        <a:pt x="46196" y="106775"/>
                        <a:pt x="45720" y="106394"/>
                        <a:pt x="45148" y="106394"/>
                      </a:cubicBezTo>
                      <a:cubicBezTo>
                        <a:pt x="44768" y="106394"/>
                        <a:pt x="44196" y="106775"/>
                        <a:pt x="43339" y="107156"/>
                      </a:cubicBezTo>
                      <a:cubicBezTo>
                        <a:pt x="42577" y="107632"/>
                        <a:pt x="42101" y="107823"/>
                        <a:pt x="41720" y="108013"/>
                      </a:cubicBezTo>
                      <a:lnTo>
                        <a:pt x="42767" y="107156"/>
                      </a:lnTo>
                      <a:cubicBezTo>
                        <a:pt x="41529" y="106775"/>
                        <a:pt x="39338" y="106489"/>
                        <a:pt x="35909" y="106585"/>
                      </a:cubicBezTo>
                      <a:cubicBezTo>
                        <a:pt x="33242" y="106585"/>
                        <a:pt x="30956" y="105823"/>
                        <a:pt x="29051" y="104013"/>
                      </a:cubicBezTo>
                      <a:cubicBezTo>
                        <a:pt x="23908" y="102013"/>
                        <a:pt x="17716" y="98298"/>
                        <a:pt x="10478" y="92297"/>
                      </a:cubicBezTo>
                      <a:cubicBezTo>
                        <a:pt x="10859" y="92107"/>
                        <a:pt x="11144" y="91440"/>
                        <a:pt x="11144" y="89821"/>
                      </a:cubicBezTo>
                      <a:cubicBezTo>
                        <a:pt x="8858" y="88678"/>
                        <a:pt x="6953" y="86296"/>
                        <a:pt x="5334" y="82582"/>
                      </a:cubicBezTo>
                      <a:cubicBezTo>
                        <a:pt x="3429" y="78296"/>
                        <a:pt x="1905" y="75438"/>
                        <a:pt x="953" y="74295"/>
                      </a:cubicBezTo>
                      <a:lnTo>
                        <a:pt x="0" y="3143"/>
                      </a:lnTo>
                      <a:lnTo>
                        <a:pt x="2572" y="0"/>
                      </a:lnTo>
                      <a:cubicBezTo>
                        <a:pt x="6477" y="762"/>
                        <a:pt x="13906" y="762"/>
                        <a:pt x="24765" y="0"/>
                      </a:cubicBezTo>
                      <a:cubicBezTo>
                        <a:pt x="23622" y="571"/>
                        <a:pt x="22955" y="1429"/>
                        <a:pt x="22955" y="2096"/>
                      </a:cubicBezTo>
                      <a:cubicBezTo>
                        <a:pt x="22955" y="2667"/>
                        <a:pt x="23336" y="3524"/>
                        <a:pt x="24194" y="4763"/>
                      </a:cubicBezTo>
                      <a:cubicBezTo>
                        <a:pt x="25146" y="6096"/>
                        <a:pt x="25337" y="7144"/>
                        <a:pt x="25337" y="7810"/>
                      </a:cubicBezTo>
                      <a:cubicBezTo>
                        <a:pt x="28099" y="9049"/>
                        <a:pt x="29432" y="11621"/>
                        <a:pt x="29432" y="15526"/>
                      </a:cubicBezTo>
                      <a:cubicBezTo>
                        <a:pt x="29432" y="16859"/>
                        <a:pt x="29432" y="18574"/>
                        <a:pt x="28956" y="21241"/>
                      </a:cubicBezTo>
                      <a:cubicBezTo>
                        <a:pt x="28575" y="23813"/>
                        <a:pt x="28480" y="25717"/>
                        <a:pt x="28480" y="27051"/>
                      </a:cubicBezTo>
                      <a:lnTo>
                        <a:pt x="26861" y="28575"/>
                      </a:lnTo>
                      <a:lnTo>
                        <a:pt x="28956" y="30194"/>
                      </a:lnTo>
                      <a:lnTo>
                        <a:pt x="29718" y="60198"/>
                      </a:lnTo>
                      <a:lnTo>
                        <a:pt x="27337" y="61817"/>
                      </a:lnTo>
                      <a:cubicBezTo>
                        <a:pt x="28099" y="63055"/>
                        <a:pt x="28765" y="66484"/>
                        <a:pt x="29337" y="71818"/>
                      </a:cubicBezTo>
                      <a:cubicBezTo>
                        <a:pt x="30099" y="76390"/>
                        <a:pt x="31242" y="79438"/>
                        <a:pt x="32956" y="81153"/>
                      </a:cubicBezTo>
                      <a:cubicBezTo>
                        <a:pt x="33528" y="81725"/>
                        <a:pt x="34385" y="82105"/>
                        <a:pt x="35623" y="82105"/>
                      </a:cubicBezTo>
                      <a:lnTo>
                        <a:pt x="38576" y="82105"/>
                      </a:lnTo>
                      <a:cubicBezTo>
                        <a:pt x="41243" y="85249"/>
                        <a:pt x="42767" y="88773"/>
                        <a:pt x="43148" y="92392"/>
                      </a:cubicBezTo>
                      <a:cubicBezTo>
                        <a:pt x="42672" y="88773"/>
                        <a:pt x="43910" y="86487"/>
                        <a:pt x="46768" y="85725"/>
                      </a:cubicBezTo>
                      <a:cubicBezTo>
                        <a:pt x="50482" y="84772"/>
                        <a:pt x="52769" y="83725"/>
                        <a:pt x="53435" y="82105"/>
                      </a:cubicBezTo>
                      <a:cubicBezTo>
                        <a:pt x="55340" y="82296"/>
                        <a:pt x="56674" y="81725"/>
                        <a:pt x="57340" y="80010"/>
                      </a:cubicBezTo>
                      <a:cubicBezTo>
                        <a:pt x="58293" y="77914"/>
                        <a:pt x="59246" y="76486"/>
                        <a:pt x="60007" y="76009"/>
                      </a:cubicBezTo>
                      <a:lnTo>
                        <a:pt x="65151" y="74390"/>
                      </a:lnTo>
                      <a:lnTo>
                        <a:pt x="62294" y="72485"/>
                      </a:lnTo>
                      <a:cubicBezTo>
                        <a:pt x="62674" y="57150"/>
                        <a:pt x="62960" y="34195"/>
                        <a:pt x="62960" y="4000"/>
                      </a:cubicBezTo>
                      <a:cubicBezTo>
                        <a:pt x="65722" y="1333"/>
                        <a:pt x="70009" y="0"/>
                        <a:pt x="75724" y="0"/>
                      </a:cubicBezTo>
                      <a:cubicBezTo>
                        <a:pt x="76200" y="0"/>
                        <a:pt x="80010" y="190"/>
                        <a:pt x="87535" y="1048"/>
                      </a:cubicBezTo>
                      <a:cubicBezTo>
                        <a:pt x="87535" y="3715"/>
                        <a:pt x="87630" y="7525"/>
                        <a:pt x="88202" y="12478"/>
                      </a:cubicBezTo>
                      <a:cubicBezTo>
                        <a:pt x="88678" y="17240"/>
                        <a:pt x="88963" y="20764"/>
                        <a:pt x="88963" y="23050"/>
                      </a:cubicBezTo>
                      <a:cubicBezTo>
                        <a:pt x="88963" y="26194"/>
                        <a:pt x="88678" y="28956"/>
                        <a:pt x="88202" y="31528"/>
                      </a:cubicBezTo>
                      <a:cubicBezTo>
                        <a:pt x="89440" y="32385"/>
                        <a:pt x="90106" y="33242"/>
                        <a:pt x="90106" y="34290"/>
                      </a:cubicBezTo>
                      <a:cubicBezTo>
                        <a:pt x="90106" y="35052"/>
                        <a:pt x="89440" y="36290"/>
                        <a:pt x="88202" y="37909"/>
                      </a:cubicBezTo>
                      <a:cubicBezTo>
                        <a:pt x="86773" y="39529"/>
                        <a:pt x="86106" y="40767"/>
                        <a:pt x="86106" y="41719"/>
                      </a:cubicBezTo>
                      <a:cubicBezTo>
                        <a:pt x="86106" y="42767"/>
                        <a:pt x="87059" y="43815"/>
                        <a:pt x="88963" y="44863"/>
                      </a:cubicBezTo>
                      <a:cubicBezTo>
                        <a:pt x="88392" y="46101"/>
                        <a:pt x="88202" y="47530"/>
                        <a:pt x="88202" y="49054"/>
                      </a:cubicBezTo>
                      <a:cubicBezTo>
                        <a:pt x="88202" y="50387"/>
                        <a:pt x="88297" y="52102"/>
                        <a:pt x="88868" y="54388"/>
                      </a:cubicBezTo>
                      <a:cubicBezTo>
                        <a:pt x="89249" y="56864"/>
                        <a:pt x="89535" y="58293"/>
                        <a:pt x="89535" y="59531"/>
                      </a:cubicBezTo>
                      <a:cubicBezTo>
                        <a:pt x="89535" y="61722"/>
                        <a:pt x="88868" y="63913"/>
                        <a:pt x="87630" y="65722"/>
                      </a:cubicBezTo>
                      <a:cubicBezTo>
                        <a:pt x="87630" y="67818"/>
                        <a:pt x="87725" y="69056"/>
                        <a:pt x="88297" y="69532"/>
                      </a:cubicBezTo>
                      <a:lnTo>
                        <a:pt x="89916" y="69532"/>
                      </a:lnTo>
                      <a:close/>
                      <a:moveTo>
                        <a:pt x="11811" y="48863"/>
                      </a:moveTo>
                      <a:lnTo>
                        <a:pt x="11811" y="42672"/>
                      </a:lnTo>
                      <a:lnTo>
                        <a:pt x="10573" y="42672"/>
                      </a:lnTo>
                      <a:cubicBezTo>
                        <a:pt x="10573" y="42672"/>
                        <a:pt x="9715" y="42481"/>
                        <a:pt x="9620" y="41910"/>
                      </a:cubicBezTo>
                      <a:cubicBezTo>
                        <a:pt x="9335" y="42577"/>
                        <a:pt x="8954" y="43148"/>
                        <a:pt x="8477" y="44005"/>
                      </a:cubicBezTo>
                      <a:cubicBezTo>
                        <a:pt x="7906" y="44577"/>
                        <a:pt x="7715" y="45148"/>
                        <a:pt x="7715" y="45244"/>
                      </a:cubicBezTo>
                      <a:cubicBezTo>
                        <a:pt x="7715" y="45815"/>
                        <a:pt x="8096" y="46482"/>
                        <a:pt x="9049" y="47339"/>
                      </a:cubicBezTo>
                      <a:cubicBezTo>
                        <a:pt x="9335" y="46958"/>
                        <a:pt x="9525" y="46863"/>
                        <a:pt x="9620" y="46482"/>
                      </a:cubicBezTo>
                      <a:cubicBezTo>
                        <a:pt x="9335" y="45053"/>
                        <a:pt x="9049" y="44386"/>
                        <a:pt x="9049" y="44291"/>
                      </a:cubicBezTo>
                      <a:cubicBezTo>
                        <a:pt x="9049" y="43243"/>
                        <a:pt x="9525" y="42767"/>
                        <a:pt x="10573" y="42672"/>
                      </a:cubicBezTo>
                      <a:lnTo>
                        <a:pt x="11239" y="42672"/>
                      </a:lnTo>
                      <a:lnTo>
                        <a:pt x="11811" y="48863"/>
                      </a:lnTo>
                      <a:close/>
                      <a:moveTo>
                        <a:pt x="21431" y="46482"/>
                      </a:moveTo>
                      <a:cubicBezTo>
                        <a:pt x="21431" y="46482"/>
                        <a:pt x="21431" y="46196"/>
                        <a:pt x="20764" y="45815"/>
                      </a:cubicBezTo>
                      <a:cubicBezTo>
                        <a:pt x="20098" y="45625"/>
                        <a:pt x="19717" y="44101"/>
                        <a:pt x="19717" y="41910"/>
                      </a:cubicBezTo>
                      <a:lnTo>
                        <a:pt x="20764" y="41910"/>
                      </a:lnTo>
                      <a:lnTo>
                        <a:pt x="20764" y="40291"/>
                      </a:lnTo>
                      <a:lnTo>
                        <a:pt x="16859" y="42767"/>
                      </a:lnTo>
                      <a:cubicBezTo>
                        <a:pt x="18097" y="43339"/>
                        <a:pt x="18479" y="44577"/>
                        <a:pt x="18002" y="45910"/>
                      </a:cubicBezTo>
                      <a:cubicBezTo>
                        <a:pt x="17621" y="45910"/>
                        <a:pt x="17336" y="46196"/>
                        <a:pt x="17336" y="46577"/>
                      </a:cubicBezTo>
                      <a:lnTo>
                        <a:pt x="18002" y="45910"/>
                      </a:lnTo>
                      <a:cubicBezTo>
                        <a:pt x="18002" y="45910"/>
                        <a:pt x="19240" y="45910"/>
                        <a:pt x="20764" y="46196"/>
                      </a:cubicBezTo>
                      <a:cubicBezTo>
                        <a:pt x="21050" y="46387"/>
                        <a:pt x="21241" y="46577"/>
                        <a:pt x="21431" y="46577"/>
                      </a:cubicBezTo>
                      <a:close/>
                      <a:moveTo>
                        <a:pt x="55245" y="96774"/>
                      </a:moveTo>
                      <a:lnTo>
                        <a:pt x="57626" y="100013"/>
                      </a:lnTo>
                      <a:lnTo>
                        <a:pt x="56864" y="96774"/>
                      </a:lnTo>
                      <a:lnTo>
                        <a:pt x="55340" y="96774"/>
                      </a:lnTo>
                      <a:close/>
                      <a:moveTo>
                        <a:pt x="60293" y="89821"/>
                      </a:moveTo>
                      <a:lnTo>
                        <a:pt x="60293" y="88201"/>
                      </a:lnTo>
                      <a:lnTo>
                        <a:pt x="59246" y="87821"/>
                      </a:lnTo>
                      <a:lnTo>
                        <a:pt x="60293" y="89916"/>
                      </a:lnTo>
                      <a:close/>
                      <a:moveTo>
                        <a:pt x="65246" y="113919"/>
                      </a:moveTo>
                      <a:cubicBezTo>
                        <a:pt x="65246" y="113919"/>
                        <a:pt x="64865" y="113919"/>
                        <a:pt x="64865" y="113538"/>
                      </a:cubicBezTo>
                      <a:lnTo>
                        <a:pt x="65246" y="113919"/>
                      </a:lnTo>
                      <a:close/>
                      <a:moveTo>
                        <a:pt x="65246" y="113919"/>
                      </a:moveTo>
                      <a:cubicBezTo>
                        <a:pt x="65246" y="113919"/>
                        <a:pt x="66294" y="114395"/>
                        <a:pt x="67628" y="114681"/>
                      </a:cubicBezTo>
                      <a:cubicBezTo>
                        <a:pt x="68580" y="114776"/>
                        <a:pt x="69056" y="115157"/>
                        <a:pt x="69056" y="115729"/>
                      </a:cubicBezTo>
                      <a:cubicBezTo>
                        <a:pt x="69056" y="116014"/>
                        <a:pt x="68771" y="116681"/>
                        <a:pt x="68104" y="117348"/>
                      </a:cubicBezTo>
                      <a:lnTo>
                        <a:pt x="65246" y="113824"/>
                      </a:lnTo>
                      <a:close/>
                      <a:moveTo>
                        <a:pt x="66961" y="91345"/>
                      </a:moveTo>
                      <a:lnTo>
                        <a:pt x="69342" y="91345"/>
                      </a:lnTo>
                      <a:cubicBezTo>
                        <a:pt x="68866" y="90583"/>
                        <a:pt x="68675" y="90106"/>
                        <a:pt x="68771" y="89725"/>
                      </a:cubicBezTo>
                      <a:lnTo>
                        <a:pt x="66865" y="89725"/>
                      </a:lnTo>
                      <a:lnTo>
                        <a:pt x="66865" y="91345"/>
                      </a:lnTo>
                      <a:close/>
                      <a:moveTo>
                        <a:pt x="68009" y="119729"/>
                      </a:moveTo>
                      <a:cubicBezTo>
                        <a:pt x="68771" y="119539"/>
                        <a:pt x="69818" y="119920"/>
                        <a:pt x="71152" y="120967"/>
                      </a:cubicBezTo>
                      <a:cubicBezTo>
                        <a:pt x="71819" y="121634"/>
                        <a:pt x="72580" y="122206"/>
                        <a:pt x="73152" y="122968"/>
                      </a:cubicBezTo>
                      <a:cubicBezTo>
                        <a:pt x="72104" y="122968"/>
                        <a:pt x="71056" y="122301"/>
                        <a:pt x="69913" y="121348"/>
                      </a:cubicBezTo>
                      <a:cubicBezTo>
                        <a:pt x="68771" y="120301"/>
                        <a:pt x="68199" y="119729"/>
                        <a:pt x="68009" y="119729"/>
                      </a:cubicBezTo>
                      <a:close/>
                      <a:moveTo>
                        <a:pt x="81153" y="14954"/>
                      </a:moveTo>
                      <a:cubicBezTo>
                        <a:pt x="80581" y="14859"/>
                        <a:pt x="80105" y="14859"/>
                        <a:pt x="79438" y="15240"/>
                      </a:cubicBezTo>
                      <a:cubicBezTo>
                        <a:pt x="78772" y="15621"/>
                        <a:pt x="78391" y="15716"/>
                        <a:pt x="78105" y="15621"/>
                      </a:cubicBezTo>
                      <a:cubicBezTo>
                        <a:pt x="78772" y="15811"/>
                        <a:pt x="79438" y="16097"/>
                        <a:pt x="80010" y="16097"/>
                      </a:cubicBezTo>
                      <a:cubicBezTo>
                        <a:pt x="81439" y="16097"/>
                        <a:pt x="81724" y="15716"/>
                        <a:pt x="81058" y="14954"/>
                      </a:cubicBezTo>
                      <a:close/>
                      <a:moveTo>
                        <a:pt x="81153" y="109538"/>
                      </a:moveTo>
                      <a:lnTo>
                        <a:pt x="81153" y="111061"/>
                      </a:lnTo>
                      <a:lnTo>
                        <a:pt x="78200" y="111061"/>
                      </a:lnTo>
                      <a:cubicBezTo>
                        <a:pt x="78200" y="111061"/>
                        <a:pt x="79534" y="110300"/>
                        <a:pt x="81153" y="109538"/>
                      </a:cubicBezTo>
                      <a:close/>
                      <a:moveTo>
                        <a:pt x="78962" y="80296"/>
                      </a:moveTo>
                      <a:cubicBezTo>
                        <a:pt x="80581" y="80296"/>
                        <a:pt x="82105" y="79629"/>
                        <a:pt x="83725" y="77914"/>
                      </a:cubicBezTo>
                      <a:cubicBezTo>
                        <a:pt x="82963" y="77629"/>
                        <a:pt x="82105" y="77914"/>
                        <a:pt x="81058" y="78867"/>
                      </a:cubicBezTo>
                      <a:cubicBezTo>
                        <a:pt x="80201" y="79915"/>
                        <a:pt x="79343" y="80296"/>
                        <a:pt x="78867" y="80296"/>
                      </a:cubicBezTo>
                      <a:close/>
                      <a:moveTo>
                        <a:pt x="81153" y="114109"/>
                      </a:moveTo>
                      <a:lnTo>
                        <a:pt x="82105" y="116491"/>
                      </a:lnTo>
                      <a:lnTo>
                        <a:pt x="79724" y="114109"/>
                      </a:lnTo>
                      <a:lnTo>
                        <a:pt x="81153" y="114109"/>
                      </a:lnTo>
                      <a:close/>
                      <a:moveTo>
                        <a:pt x="82105" y="123539"/>
                      </a:moveTo>
                      <a:cubicBezTo>
                        <a:pt x="82105" y="123539"/>
                        <a:pt x="82582" y="124682"/>
                        <a:pt x="83725" y="125730"/>
                      </a:cubicBezTo>
                      <a:lnTo>
                        <a:pt x="81058" y="125730"/>
                      </a:lnTo>
                      <a:lnTo>
                        <a:pt x="81058" y="123539"/>
                      </a:lnTo>
                      <a:lnTo>
                        <a:pt x="82010" y="123539"/>
                      </a:lnTo>
                      <a:close/>
                      <a:moveTo>
                        <a:pt x="84582" y="114109"/>
                      </a:moveTo>
                      <a:cubicBezTo>
                        <a:pt x="84772" y="114776"/>
                        <a:pt x="85344" y="115157"/>
                        <a:pt x="86201" y="115157"/>
                      </a:cubicBezTo>
                      <a:lnTo>
                        <a:pt x="86201" y="115729"/>
                      </a:lnTo>
                      <a:lnTo>
                        <a:pt x="83820" y="115729"/>
                      </a:lnTo>
                      <a:lnTo>
                        <a:pt x="84582" y="114109"/>
                      </a:lnTo>
                      <a:close/>
                      <a:moveTo>
                        <a:pt x="84582" y="105632"/>
                      </a:moveTo>
                      <a:cubicBezTo>
                        <a:pt x="86201" y="104870"/>
                        <a:pt x="86963" y="104394"/>
                        <a:pt x="87154" y="104394"/>
                      </a:cubicBezTo>
                      <a:cubicBezTo>
                        <a:pt x="87725" y="104394"/>
                        <a:pt x="87916" y="105061"/>
                        <a:pt x="87821" y="106299"/>
                      </a:cubicBezTo>
                      <a:cubicBezTo>
                        <a:pt x="87249" y="106871"/>
                        <a:pt x="86678" y="107156"/>
                        <a:pt x="86201" y="107156"/>
                      </a:cubicBezTo>
                      <a:lnTo>
                        <a:pt x="84582" y="105632"/>
                      </a:lnTo>
                      <a:close/>
                      <a:moveTo>
                        <a:pt x="85154" y="96202"/>
                      </a:moveTo>
                      <a:cubicBezTo>
                        <a:pt x="85154" y="96202"/>
                        <a:pt x="84963" y="96012"/>
                        <a:pt x="84963" y="95726"/>
                      </a:cubicBezTo>
                      <a:cubicBezTo>
                        <a:pt x="84963" y="94488"/>
                        <a:pt x="85725" y="93726"/>
                        <a:pt x="87154" y="93726"/>
                      </a:cubicBezTo>
                      <a:cubicBezTo>
                        <a:pt x="87630" y="93726"/>
                        <a:pt x="87916" y="93917"/>
                        <a:pt x="88487" y="94393"/>
                      </a:cubicBezTo>
                      <a:lnTo>
                        <a:pt x="85154" y="96107"/>
                      </a:lnTo>
                      <a:close/>
                      <a:moveTo>
                        <a:pt x="89249" y="90583"/>
                      </a:moveTo>
                      <a:cubicBezTo>
                        <a:pt x="90488" y="90106"/>
                        <a:pt x="91630" y="90964"/>
                        <a:pt x="92393" y="92773"/>
                      </a:cubicBezTo>
                      <a:cubicBezTo>
                        <a:pt x="90964" y="91821"/>
                        <a:pt x="90106" y="91345"/>
                        <a:pt x="90106" y="91345"/>
                      </a:cubicBezTo>
                      <a:lnTo>
                        <a:pt x="89249" y="92202"/>
                      </a:lnTo>
                      <a:lnTo>
                        <a:pt x="89249" y="90583"/>
                      </a:lnTo>
                      <a:close/>
                      <a:moveTo>
                        <a:pt x="98679" y="84963"/>
                      </a:moveTo>
                      <a:cubicBezTo>
                        <a:pt x="98488" y="85534"/>
                        <a:pt x="98774" y="86011"/>
                        <a:pt x="99631" y="86582"/>
                      </a:cubicBezTo>
                      <a:cubicBezTo>
                        <a:pt x="99251" y="87154"/>
                        <a:pt x="98393" y="87630"/>
                        <a:pt x="97060" y="87630"/>
                      </a:cubicBezTo>
                      <a:lnTo>
                        <a:pt x="98679" y="84868"/>
                      </a:lnTo>
                      <a:close/>
                      <a:moveTo>
                        <a:pt x="102013" y="96774"/>
                      </a:moveTo>
                      <a:lnTo>
                        <a:pt x="102584" y="95345"/>
                      </a:lnTo>
                      <a:lnTo>
                        <a:pt x="104870" y="95345"/>
                      </a:lnTo>
                      <a:lnTo>
                        <a:pt x="102013" y="96774"/>
                      </a:lnTo>
                      <a:close/>
                      <a:moveTo>
                        <a:pt x="105823" y="110204"/>
                      </a:moveTo>
                      <a:lnTo>
                        <a:pt x="107537" y="110204"/>
                      </a:lnTo>
                      <a:cubicBezTo>
                        <a:pt x="106775" y="111823"/>
                        <a:pt x="106299" y="112967"/>
                        <a:pt x="106299" y="113824"/>
                      </a:cubicBezTo>
                      <a:lnTo>
                        <a:pt x="105728" y="110204"/>
                      </a:lnTo>
                      <a:close/>
                      <a:moveTo>
                        <a:pt x="106394" y="113824"/>
                      </a:moveTo>
                      <a:lnTo>
                        <a:pt x="106680" y="114109"/>
                      </a:lnTo>
                      <a:cubicBezTo>
                        <a:pt x="106680" y="114109"/>
                        <a:pt x="106394" y="113919"/>
                        <a:pt x="106394" y="113824"/>
                      </a:cubicBezTo>
                      <a:close/>
                      <a:moveTo>
                        <a:pt x="106680" y="76962"/>
                      </a:moveTo>
                      <a:lnTo>
                        <a:pt x="106680" y="74867"/>
                      </a:lnTo>
                      <a:lnTo>
                        <a:pt x="107632" y="74867"/>
                      </a:lnTo>
                      <a:lnTo>
                        <a:pt x="107632" y="76962"/>
                      </a:lnTo>
                      <a:lnTo>
                        <a:pt x="106680" y="76962"/>
                      </a:lnTo>
                      <a:close/>
                      <a:moveTo>
                        <a:pt x="108204" y="117443"/>
                      </a:moveTo>
                      <a:lnTo>
                        <a:pt x="108204" y="115252"/>
                      </a:lnTo>
                      <a:lnTo>
                        <a:pt x="108871" y="115252"/>
                      </a:lnTo>
                      <a:lnTo>
                        <a:pt x="108871" y="117443"/>
                      </a:lnTo>
                      <a:lnTo>
                        <a:pt x="108204" y="117443"/>
                      </a:lnTo>
                      <a:close/>
                      <a:moveTo>
                        <a:pt x="111443" y="99346"/>
                      </a:moveTo>
                      <a:lnTo>
                        <a:pt x="115443" y="96774"/>
                      </a:lnTo>
                      <a:lnTo>
                        <a:pt x="115443" y="97631"/>
                      </a:lnTo>
                      <a:lnTo>
                        <a:pt x="111443" y="99250"/>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 name="Google Shape;1429;p99"/>
                <p:cNvSpPr/>
                <p:nvPr/>
              </p:nvSpPr>
              <p:spPr>
                <a:xfrm>
                  <a:off x="6381178" y="2707724"/>
                  <a:ext cx="87534" cy="106437"/>
                </a:xfrm>
                <a:custGeom>
                  <a:avLst/>
                  <a:gdLst/>
                  <a:ahLst/>
                  <a:cxnLst/>
                  <a:rect l="l" t="t" r="r" b="b"/>
                  <a:pathLst>
                    <a:path w="87534" h="106437" extrusionOk="0">
                      <a:moveTo>
                        <a:pt x="85344" y="519"/>
                      </a:moveTo>
                      <a:lnTo>
                        <a:pt x="87535" y="3662"/>
                      </a:lnTo>
                      <a:lnTo>
                        <a:pt x="85915" y="21665"/>
                      </a:lnTo>
                      <a:cubicBezTo>
                        <a:pt x="86582" y="21474"/>
                        <a:pt x="83915" y="21379"/>
                        <a:pt x="77819" y="21379"/>
                      </a:cubicBezTo>
                      <a:cubicBezTo>
                        <a:pt x="75057" y="21379"/>
                        <a:pt x="73247" y="22522"/>
                        <a:pt x="72485" y="24808"/>
                      </a:cubicBezTo>
                      <a:cubicBezTo>
                        <a:pt x="71628" y="22903"/>
                        <a:pt x="70009" y="21950"/>
                        <a:pt x="67818" y="21950"/>
                      </a:cubicBezTo>
                      <a:cubicBezTo>
                        <a:pt x="66961" y="21950"/>
                        <a:pt x="65627" y="22141"/>
                        <a:pt x="63913" y="22522"/>
                      </a:cubicBezTo>
                      <a:cubicBezTo>
                        <a:pt x="62198" y="22998"/>
                        <a:pt x="60960" y="23189"/>
                        <a:pt x="60103" y="23189"/>
                      </a:cubicBezTo>
                      <a:cubicBezTo>
                        <a:pt x="58960" y="26618"/>
                        <a:pt x="58388" y="30999"/>
                        <a:pt x="58388" y="36143"/>
                      </a:cubicBezTo>
                      <a:cubicBezTo>
                        <a:pt x="58388" y="37667"/>
                        <a:pt x="58388" y="39762"/>
                        <a:pt x="58579" y="42810"/>
                      </a:cubicBezTo>
                      <a:cubicBezTo>
                        <a:pt x="58769" y="45763"/>
                        <a:pt x="58769" y="47858"/>
                        <a:pt x="58769" y="49192"/>
                      </a:cubicBezTo>
                      <a:cubicBezTo>
                        <a:pt x="58769" y="52716"/>
                        <a:pt x="58483" y="55764"/>
                        <a:pt x="57912" y="58336"/>
                      </a:cubicBezTo>
                      <a:lnTo>
                        <a:pt x="54102" y="60527"/>
                      </a:lnTo>
                      <a:lnTo>
                        <a:pt x="54673" y="59955"/>
                      </a:lnTo>
                      <a:cubicBezTo>
                        <a:pt x="53626" y="58812"/>
                        <a:pt x="52578" y="58336"/>
                        <a:pt x="51340" y="58336"/>
                      </a:cubicBezTo>
                      <a:cubicBezTo>
                        <a:pt x="50387" y="58336"/>
                        <a:pt x="48863" y="58717"/>
                        <a:pt x="46863" y="59860"/>
                      </a:cubicBezTo>
                      <a:cubicBezTo>
                        <a:pt x="44958" y="60908"/>
                        <a:pt x="43339" y="61384"/>
                        <a:pt x="42291" y="61479"/>
                      </a:cubicBezTo>
                      <a:lnTo>
                        <a:pt x="42291" y="62051"/>
                      </a:lnTo>
                      <a:lnTo>
                        <a:pt x="49054" y="62717"/>
                      </a:lnTo>
                      <a:cubicBezTo>
                        <a:pt x="49054" y="62717"/>
                        <a:pt x="49625" y="63860"/>
                        <a:pt x="50673" y="65289"/>
                      </a:cubicBezTo>
                      <a:cubicBezTo>
                        <a:pt x="51245" y="64337"/>
                        <a:pt x="51530" y="64051"/>
                        <a:pt x="51721" y="64051"/>
                      </a:cubicBezTo>
                      <a:cubicBezTo>
                        <a:pt x="52006" y="64051"/>
                        <a:pt x="52483" y="64432"/>
                        <a:pt x="53149" y="65289"/>
                      </a:cubicBezTo>
                      <a:lnTo>
                        <a:pt x="54673" y="62717"/>
                      </a:lnTo>
                      <a:cubicBezTo>
                        <a:pt x="54483" y="63479"/>
                        <a:pt x="54293" y="64622"/>
                        <a:pt x="54293" y="65575"/>
                      </a:cubicBezTo>
                      <a:cubicBezTo>
                        <a:pt x="54293" y="67289"/>
                        <a:pt x="55054" y="69671"/>
                        <a:pt x="56293" y="72433"/>
                      </a:cubicBezTo>
                      <a:cubicBezTo>
                        <a:pt x="57721" y="75386"/>
                        <a:pt x="58388" y="77576"/>
                        <a:pt x="58388" y="79100"/>
                      </a:cubicBezTo>
                      <a:cubicBezTo>
                        <a:pt x="58388" y="80815"/>
                        <a:pt x="57912" y="82529"/>
                        <a:pt x="56960" y="84244"/>
                      </a:cubicBezTo>
                      <a:cubicBezTo>
                        <a:pt x="56960" y="84720"/>
                        <a:pt x="57245" y="86435"/>
                        <a:pt x="57817" y="89483"/>
                      </a:cubicBezTo>
                      <a:cubicBezTo>
                        <a:pt x="58103" y="92054"/>
                        <a:pt x="58388" y="94150"/>
                        <a:pt x="58388" y="95769"/>
                      </a:cubicBezTo>
                      <a:cubicBezTo>
                        <a:pt x="58388" y="100436"/>
                        <a:pt x="56960" y="103961"/>
                        <a:pt x="54102" y="106437"/>
                      </a:cubicBezTo>
                      <a:lnTo>
                        <a:pt x="33052" y="105389"/>
                      </a:lnTo>
                      <a:cubicBezTo>
                        <a:pt x="32385" y="101484"/>
                        <a:pt x="32290" y="96722"/>
                        <a:pt x="32290" y="91292"/>
                      </a:cubicBezTo>
                      <a:cubicBezTo>
                        <a:pt x="32290" y="87387"/>
                        <a:pt x="32480" y="80148"/>
                        <a:pt x="33052" y="69861"/>
                      </a:cubicBezTo>
                      <a:cubicBezTo>
                        <a:pt x="33528" y="60050"/>
                        <a:pt x="33719" y="52621"/>
                        <a:pt x="33623" y="47096"/>
                      </a:cubicBezTo>
                      <a:cubicBezTo>
                        <a:pt x="33052" y="44715"/>
                        <a:pt x="32956" y="40810"/>
                        <a:pt x="33052" y="35285"/>
                      </a:cubicBezTo>
                      <a:cubicBezTo>
                        <a:pt x="33052" y="30237"/>
                        <a:pt x="32671" y="26427"/>
                        <a:pt x="32004" y="23665"/>
                      </a:cubicBezTo>
                      <a:cubicBezTo>
                        <a:pt x="29337" y="22998"/>
                        <a:pt x="26479" y="22522"/>
                        <a:pt x="23431" y="22331"/>
                      </a:cubicBezTo>
                      <a:cubicBezTo>
                        <a:pt x="21431" y="22046"/>
                        <a:pt x="18574" y="22046"/>
                        <a:pt x="14859" y="22331"/>
                      </a:cubicBezTo>
                      <a:cubicBezTo>
                        <a:pt x="10668" y="22427"/>
                        <a:pt x="7620" y="22427"/>
                        <a:pt x="5715" y="22427"/>
                      </a:cubicBezTo>
                      <a:cubicBezTo>
                        <a:pt x="2953" y="21474"/>
                        <a:pt x="1524" y="19760"/>
                        <a:pt x="1048" y="17093"/>
                      </a:cubicBezTo>
                      <a:cubicBezTo>
                        <a:pt x="476" y="13187"/>
                        <a:pt x="190" y="11092"/>
                        <a:pt x="0" y="10806"/>
                      </a:cubicBezTo>
                      <a:cubicBezTo>
                        <a:pt x="190" y="8425"/>
                        <a:pt x="286" y="6044"/>
                        <a:pt x="571" y="3472"/>
                      </a:cubicBezTo>
                      <a:cubicBezTo>
                        <a:pt x="857" y="900"/>
                        <a:pt x="2477" y="-243"/>
                        <a:pt x="5715" y="43"/>
                      </a:cubicBezTo>
                      <a:cubicBezTo>
                        <a:pt x="15430" y="424"/>
                        <a:pt x="28765" y="710"/>
                        <a:pt x="45434" y="424"/>
                      </a:cubicBezTo>
                      <a:cubicBezTo>
                        <a:pt x="63437" y="43"/>
                        <a:pt x="76771" y="43"/>
                        <a:pt x="85535" y="424"/>
                      </a:cubicBezTo>
                      <a:close/>
                      <a:moveTo>
                        <a:pt x="85344" y="39476"/>
                      </a:moveTo>
                      <a:lnTo>
                        <a:pt x="84296" y="35666"/>
                      </a:lnTo>
                      <a:lnTo>
                        <a:pt x="85344" y="35666"/>
                      </a:lnTo>
                      <a:lnTo>
                        <a:pt x="85344" y="39476"/>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 name="Google Shape;1430;p99"/>
                <p:cNvSpPr/>
                <p:nvPr/>
              </p:nvSpPr>
              <p:spPr>
                <a:xfrm>
                  <a:off x="6472618" y="2692908"/>
                  <a:ext cx="59626" cy="121253"/>
                </a:xfrm>
                <a:custGeom>
                  <a:avLst/>
                  <a:gdLst/>
                  <a:ahLst/>
                  <a:cxnLst/>
                  <a:rect l="l" t="t" r="r" b="b"/>
                  <a:pathLst>
                    <a:path w="59626" h="121253" extrusionOk="0">
                      <a:moveTo>
                        <a:pt x="0" y="30385"/>
                      </a:moveTo>
                      <a:cubicBezTo>
                        <a:pt x="1524" y="30385"/>
                        <a:pt x="2381" y="30766"/>
                        <a:pt x="2476" y="30956"/>
                      </a:cubicBezTo>
                      <a:lnTo>
                        <a:pt x="2476" y="34195"/>
                      </a:lnTo>
                      <a:lnTo>
                        <a:pt x="0" y="30385"/>
                      </a:lnTo>
                      <a:close/>
                      <a:moveTo>
                        <a:pt x="41053" y="56388"/>
                      </a:moveTo>
                      <a:cubicBezTo>
                        <a:pt x="40481" y="56864"/>
                        <a:pt x="40291" y="57150"/>
                        <a:pt x="40291" y="57626"/>
                      </a:cubicBezTo>
                      <a:cubicBezTo>
                        <a:pt x="40291" y="58007"/>
                        <a:pt x="40576" y="58579"/>
                        <a:pt x="41434" y="59246"/>
                      </a:cubicBezTo>
                      <a:cubicBezTo>
                        <a:pt x="42386" y="60103"/>
                        <a:pt x="42672" y="60674"/>
                        <a:pt x="42672" y="61150"/>
                      </a:cubicBezTo>
                      <a:cubicBezTo>
                        <a:pt x="42100" y="60198"/>
                        <a:pt x="41053" y="59626"/>
                        <a:pt x="39433" y="59341"/>
                      </a:cubicBezTo>
                      <a:cubicBezTo>
                        <a:pt x="37814" y="59341"/>
                        <a:pt x="36766" y="59246"/>
                        <a:pt x="36385" y="58864"/>
                      </a:cubicBezTo>
                      <a:cubicBezTo>
                        <a:pt x="36290" y="58864"/>
                        <a:pt x="35909" y="59626"/>
                        <a:pt x="35338" y="61150"/>
                      </a:cubicBezTo>
                      <a:cubicBezTo>
                        <a:pt x="34671" y="60198"/>
                        <a:pt x="33909" y="59626"/>
                        <a:pt x="33052" y="59626"/>
                      </a:cubicBezTo>
                      <a:cubicBezTo>
                        <a:pt x="32099" y="59626"/>
                        <a:pt x="30861" y="60103"/>
                        <a:pt x="29242" y="61055"/>
                      </a:cubicBezTo>
                      <a:cubicBezTo>
                        <a:pt x="27432" y="62103"/>
                        <a:pt x="26194" y="62675"/>
                        <a:pt x="25432" y="62865"/>
                      </a:cubicBezTo>
                      <a:cubicBezTo>
                        <a:pt x="27051" y="63341"/>
                        <a:pt x="28099" y="64008"/>
                        <a:pt x="28861" y="64960"/>
                      </a:cubicBezTo>
                      <a:cubicBezTo>
                        <a:pt x="29718" y="66294"/>
                        <a:pt x="30766" y="67532"/>
                        <a:pt x="31718" y="68104"/>
                      </a:cubicBezTo>
                      <a:cubicBezTo>
                        <a:pt x="31242" y="68866"/>
                        <a:pt x="30956" y="69342"/>
                        <a:pt x="31051" y="69628"/>
                      </a:cubicBezTo>
                      <a:cubicBezTo>
                        <a:pt x="31718" y="70771"/>
                        <a:pt x="32385" y="71533"/>
                        <a:pt x="33147" y="71533"/>
                      </a:cubicBezTo>
                      <a:cubicBezTo>
                        <a:pt x="33528" y="71533"/>
                        <a:pt x="34099" y="71056"/>
                        <a:pt x="34766" y="70104"/>
                      </a:cubicBezTo>
                      <a:cubicBezTo>
                        <a:pt x="35433" y="69247"/>
                        <a:pt x="36004" y="68961"/>
                        <a:pt x="36385" y="68961"/>
                      </a:cubicBezTo>
                      <a:cubicBezTo>
                        <a:pt x="36862" y="68961"/>
                        <a:pt x="37433" y="69056"/>
                        <a:pt x="38005" y="69628"/>
                      </a:cubicBezTo>
                      <a:lnTo>
                        <a:pt x="36004" y="65246"/>
                      </a:lnTo>
                      <a:cubicBezTo>
                        <a:pt x="36766" y="66484"/>
                        <a:pt x="38195" y="67246"/>
                        <a:pt x="40196" y="67628"/>
                      </a:cubicBezTo>
                      <a:lnTo>
                        <a:pt x="40957" y="66961"/>
                      </a:lnTo>
                      <a:lnTo>
                        <a:pt x="37909" y="63532"/>
                      </a:lnTo>
                      <a:cubicBezTo>
                        <a:pt x="37909" y="62960"/>
                        <a:pt x="38100" y="62579"/>
                        <a:pt x="38576" y="62579"/>
                      </a:cubicBezTo>
                      <a:cubicBezTo>
                        <a:pt x="38671" y="62579"/>
                        <a:pt x="39243" y="62770"/>
                        <a:pt x="40291" y="63341"/>
                      </a:cubicBezTo>
                      <a:cubicBezTo>
                        <a:pt x="41243" y="64008"/>
                        <a:pt x="42100" y="64199"/>
                        <a:pt x="42577" y="64199"/>
                      </a:cubicBezTo>
                      <a:cubicBezTo>
                        <a:pt x="41910" y="68961"/>
                        <a:pt x="40005" y="72390"/>
                        <a:pt x="36957" y="74390"/>
                      </a:cubicBezTo>
                      <a:cubicBezTo>
                        <a:pt x="39814" y="74390"/>
                        <a:pt x="41720" y="75914"/>
                        <a:pt x="42386" y="78962"/>
                      </a:cubicBezTo>
                      <a:cubicBezTo>
                        <a:pt x="42577" y="79820"/>
                        <a:pt x="42577" y="82677"/>
                        <a:pt x="42577" y="87439"/>
                      </a:cubicBezTo>
                      <a:lnTo>
                        <a:pt x="40196" y="87439"/>
                      </a:lnTo>
                      <a:cubicBezTo>
                        <a:pt x="40196" y="87439"/>
                        <a:pt x="39529" y="87916"/>
                        <a:pt x="39529" y="88201"/>
                      </a:cubicBezTo>
                      <a:cubicBezTo>
                        <a:pt x="39529" y="88583"/>
                        <a:pt x="39719" y="89059"/>
                        <a:pt x="40196" y="89440"/>
                      </a:cubicBezTo>
                      <a:cubicBezTo>
                        <a:pt x="40481" y="90011"/>
                        <a:pt x="40862" y="90392"/>
                        <a:pt x="40957" y="90488"/>
                      </a:cubicBezTo>
                      <a:cubicBezTo>
                        <a:pt x="41243" y="90488"/>
                        <a:pt x="42100" y="89916"/>
                        <a:pt x="43243" y="88963"/>
                      </a:cubicBezTo>
                      <a:lnTo>
                        <a:pt x="41815" y="118015"/>
                      </a:lnTo>
                      <a:cubicBezTo>
                        <a:pt x="34671" y="120205"/>
                        <a:pt x="28384" y="121253"/>
                        <a:pt x="23146" y="121253"/>
                      </a:cubicBezTo>
                      <a:cubicBezTo>
                        <a:pt x="19240" y="121253"/>
                        <a:pt x="15335" y="120682"/>
                        <a:pt x="11621" y="119634"/>
                      </a:cubicBezTo>
                      <a:cubicBezTo>
                        <a:pt x="9620" y="115633"/>
                        <a:pt x="8572" y="110204"/>
                        <a:pt x="8572" y="103442"/>
                      </a:cubicBezTo>
                      <a:lnTo>
                        <a:pt x="8572" y="94107"/>
                      </a:lnTo>
                      <a:cubicBezTo>
                        <a:pt x="8572" y="89154"/>
                        <a:pt x="8096" y="85249"/>
                        <a:pt x="7239" y="82105"/>
                      </a:cubicBezTo>
                      <a:cubicBezTo>
                        <a:pt x="8382" y="78867"/>
                        <a:pt x="9049" y="74485"/>
                        <a:pt x="9049" y="68771"/>
                      </a:cubicBezTo>
                      <a:cubicBezTo>
                        <a:pt x="8858" y="61913"/>
                        <a:pt x="9049" y="57436"/>
                        <a:pt x="9430" y="55054"/>
                      </a:cubicBezTo>
                      <a:lnTo>
                        <a:pt x="11716" y="55054"/>
                      </a:lnTo>
                      <a:cubicBezTo>
                        <a:pt x="10096" y="54007"/>
                        <a:pt x="9144" y="52292"/>
                        <a:pt x="8954" y="49721"/>
                      </a:cubicBezTo>
                      <a:cubicBezTo>
                        <a:pt x="8763" y="47149"/>
                        <a:pt x="8477" y="44767"/>
                        <a:pt x="8382" y="42481"/>
                      </a:cubicBezTo>
                      <a:lnTo>
                        <a:pt x="4000" y="42481"/>
                      </a:lnTo>
                      <a:lnTo>
                        <a:pt x="9430" y="40958"/>
                      </a:lnTo>
                      <a:cubicBezTo>
                        <a:pt x="8477" y="38767"/>
                        <a:pt x="8287" y="35814"/>
                        <a:pt x="8954" y="32004"/>
                      </a:cubicBezTo>
                      <a:cubicBezTo>
                        <a:pt x="9430" y="28194"/>
                        <a:pt x="9144" y="25241"/>
                        <a:pt x="7810" y="23050"/>
                      </a:cubicBezTo>
                      <a:cubicBezTo>
                        <a:pt x="8191" y="23050"/>
                        <a:pt x="8763" y="22765"/>
                        <a:pt x="9430" y="22098"/>
                      </a:cubicBezTo>
                      <a:cubicBezTo>
                        <a:pt x="10096" y="21526"/>
                        <a:pt x="10668" y="21050"/>
                        <a:pt x="10954" y="21050"/>
                      </a:cubicBezTo>
                      <a:cubicBezTo>
                        <a:pt x="10096" y="20479"/>
                        <a:pt x="9715" y="19812"/>
                        <a:pt x="9715" y="18955"/>
                      </a:cubicBezTo>
                      <a:cubicBezTo>
                        <a:pt x="9715" y="18288"/>
                        <a:pt x="10001" y="17717"/>
                        <a:pt x="10858" y="16954"/>
                      </a:cubicBezTo>
                      <a:cubicBezTo>
                        <a:pt x="11716" y="16288"/>
                        <a:pt x="14478" y="15907"/>
                        <a:pt x="19431" y="15526"/>
                      </a:cubicBezTo>
                      <a:cubicBezTo>
                        <a:pt x="21812" y="15526"/>
                        <a:pt x="23622" y="14954"/>
                        <a:pt x="24765" y="13906"/>
                      </a:cubicBezTo>
                      <a:cubicBezTo>
                        <a:pt x="25527" y="15145"/>
                        <a:pt x="26479" y="15812"/>
                        <a:pt x="27813" y="15812"/>
                      </a:cubicBezTo>
                      <a:cubicBezTo>
                        <a:pt x="28099" y="15812"/>
                        <a:pt x="30099" y="15526"/>
                        <a:pt x="33623" y="14764"/>
                      </a:cubicBezTo>
                      <a:cubicBezTo>
                        <a:pt x="36195" y="14192"/>
                        <a:pt x="38100" y="14192"/>
                        <a:pt x="39433" y="14764"/>
                      </a:cubicBezTo>
                      <a:cubicBezTo>
                        <a:pt x="39910" y="14573"/>
                        <a:pt x="40196" y="14192"/>
                        <a:pt x="40196" y="13525"/>
                      </a:cubicBezTo>
                      <a:cubicBezTo>
                        <a:pt x="40196" y="12763"/>
                        <a:pt x="40386" y="12478"/>
                        <a:pt x="40767" y="12478"/>
                      </a:cubicBezTo>
                      <a:cubicBezTo>
                        <a:pt x="40957" y="12478"/>
                        <a:pt x="41338" y="12478"/>
                        <a:pt x="41815" y="12573"/>
                      </a:cubicBezTo>
                      <a:cubicBezTo>
                        <a:pt x="41815" y="14668"/>
                        <a:pt x="42100" y="17335"/>
                        <a:pt x="42577" y="20764"/>
                      </a:cubicBezTo>
                      <a:cubicBezTo>
                        <a:pt x="43053" y="24193"/>
                        <a:pt x="43339" y="26765"/>
                        <a:pt x="43339" y="28480"/>
                      </a:cubicBezTo>
                      <a:cubicBezTo>
                        <a:pt x="43339" y="31623"/>
                        <a:pt x="42577" y="34576"/>
                        <a:pt x="40957" y="37243"/>
                      </a:cubicBezTo>
                      <a:cubicBezTo>
                        <a:pt x="42672" y="39814"/>
                        <a:pt x="43529" y="42958"/>
                        <a:pt x="43529" y="46672"/>
                      </a:cubicBezTo>
                      <a:cubicBezTo>
                        <a:pt x="43529" y="45529"/>
                        <a:pt x="43243" y="49149"/>
                        <a:pt x="42577" y="57436"/>
                      </a:cubicBezTo>
                      <a:cubicBezTo>
                        <a:pt x="42196" y="56864"/>
                        <a:pt x="41624" y="56388"/>
                        <a:pt x="40957" y="56388"/>
                      </a:cubicBezTo>
                      <a:close/>
                      <a:moveTo>
                        <a:pt x="15716" y="32099"/>
                      </a:moveTo>
                      <a:lnTo>
                        <a:pt x="17240" y="27337"/>
                      </a:lnTo>
                      <a:cubicBezTo>
                        <a:pt x="16573" y="27051"/>
                        <a:pt x="15716" y="27242"/>
                        <a:pt x="15145" y="27813"/>
                      </a:cubicBezTo>
                      <a:cubicBezTo>
                        <a:pt x="14097" y="28766"/>
                        <a:pt x="13430" y="29242"/>
                        <a:pt x="13240" y="29432"/>
                      </a:cubicBezTo>
                      <a:lnTo>
                        <a:pt x="15716" y="32099"/>
                      </a:lnTo>
                      <a:close/>
                      <a:moveTo>
                        <a:pt x="24765" y="61817"/>
                      </a:moveTo>
                      <a:cubicBezTo>
                        <a:pt x="24765" y="60293"/>
                        <a:pt x="25051" y="59722"/>
                        <a:pt x="25432" y="59531"/>
                      </a:cubicBezTo>
                      <a:lnTo>
                        <a:pt x="21050" y="57912"/>
                      </a:lnTo>
                      <a:cubicBezTo>
                        <a:pt x="21050" y="58483"/>
                        <a:pt x="21526" y="58960"/>
                        <a:pt x="22574" y="59531"/>
                      </a:cubicBezTo>
                      <a:cubicBezTo>
                        <a:pt x="23527" y="60008"/>
                        <a:pt x="24003" y="60198"/>
                        <a:pt x="24003" y="60484"/>
                      </a:cubicBezTo>
                      <a:cubicBezTo>
                        <a:pt x="24003" y="60865"/>
                        <a:pt x="23813" y="61436"/>
                        <a:pt x="23241" y="61722"/>
                      </a:cubicBezTo>
                      <a:lnTo>
                        <a:pt x="24860" y="61722"/>
                      </a:lnTo>
                      <a:close/>
                      <a:moveTo>
                        <a:pt x="30099" y="75343"/>
                      </a:moveTo>
                      <a:lnTo>
                        <a:pt x="26384" y="75819"/>
                      </a:lnTo>
                      <a:cubicBezTo>
                        <a:pt x="28384" y="75819"/>
                        <a:pt x="29623" y="75629"/>
                        <a:pt x="30099" y="75343"/>
                      </a:cubicBezTo>
                      <a:lnTo>
                        <a:pt x="34862" y="75152"/>
                      </a:lnTo>
                      <a:lnTo>
                        <a:pt x="30671" y="73057"/>
                      </a:lnTo>
                      <a:lnTo>
                        <a:pt x="30671" y="72676"/>
                      </a:lnTo>
                      <a:lnTo>
                        <a:pt x="31718" y="71438"/>
                      </a:lnTo>
                      <a:lnTo>
                        <a:pt x="30480" y="71438"/>
                      </a:lnTo>
                      <a:lnTo>
                        <a:pt x="30671" y="72676"/>
                      </a:lnTo>
                      <a:lnTo>
                        <a:pt x="30480" y="72866"/>
                      </a:lnTo>
                      <a:lnTo>
                        <a:pt x="30671" y="73057"/>
                      </a:lnTo>
                      <a:lnTo>
                        <a:pt x="31147" y="74295"/>
                      </a:lnTo>
                      <a:cubicBezTo>
                        <a:pt x="31051" y="74771"/>
                        <a:pt x="30671" y="75057"/>
                        <a:pt x="30194" y="75343"/>
                      </a:cubicBezTo>
                      <a:close/>
                      <a:moveTo>
                        <a:pt x="32671" y="0"/>
                      </a:moveTo>
                      <a:lnTo>
                        <a:pt x="32671" y="2381"/>
                      </a:lnTo>
                      <a:lnTo>
                        <a:pt x="31718" y="0"/>
                      </a:lnTo>
                      <a:lnTo>
                        <a:pt x="32671" y="0"/>
                      </a:lnTo>
                      <a:close/>
                      <a:moveTo>
                        <a:pt x="36100" y="65151"/>
                      </a:moveTo>
                      <a:cubicBezTo>
                        <a:pt x="36100" y="65151"/>
                        <a:pt x="35814" y="64675"/>
                        <a:pt x="35433" y="64199"/>
                      </a:cubicBezTo>
                      <a:lnTo>
                        <a:pt x="36100" y="65151"/>
                      </a:lnTo>
                      <a:close/>
                      <a:moveTo>
                        <a:pt x="48673" y="3429"/>
                      </a:moveTo>
                      <a:lnTo>
                        <a:pt x="51054" y="3429"/>
                      </a:lnTo>
                      <a:lnTo>
                        <a:pt x="50197" y="5048"/>
                      </a:lnTo>
                      <a:lnTo>
                        <a:pt x="48673" y="5048"/>
                      </a:lnTo>
                      <a:lnTo>
                        <a:pt x="48673" y="3429"/>
                      </a:lnTo>
                      <a:close/>
                      <a:moveTo>
                        <a:pt x="56388" y="11811"/>
                      </a:moveTo>
                      <a:lnTo>
                        <a:pt x="59626" y="15716"/>
                      </a:lnTo>
                      <a:cubicBezTo>
                        <a:pt x="56293" y="15812"/>
                        <a:pt x="54483" y="13906"/>
                        <a:pt x="54197" y="10096"/>
                      </a:cubicBezTo>
                      <a:lnTo>
                        <a:pt x="58579" y="10096"/>
                      </a:lnTo>
                      <a:lnTo>
                        <a:pt x="56388" y="11716"/>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 name="Google Shape;1431;p99"/>
                <p:cNvSpPr/>
                <p:nvPr/>
              </p:nvSpPr>
              <p:spPr>
                <a:xfrm>
                  <a:off x="6528625" y="2707862"/>
                  <a:ext cx="88868" cy="107263"/>
                </a:xfrm>
                <a:custGeom>
                  <a:avLst/>
                  <a:gdLst/>
                  <a:ahLst/>
                  <a:cxnLst/>
                  <a:rect l="l" t="t" r="r" b="b"/>
                  <a:pathLst>
                    <a:path w="88868" h="107263" extrusionOk="0">
                      <a:moveTo>
                        <a:pt x="88678" y="10287"/>
                      </a:moveTo>
                      <a:cubicBezTo>
                        <a:pt x="88011" y="12478"/>
                        <a:pt x="87725" y="15050"/>
                        <a:pt x="87725" y="17812"/>
                      </a:cubicBezTo>
                      <a:cubicBezTo>
                        <a:pt x="87725" y="19812"/>
                        <a:pt x="87916" y="22479"/>
                        <a:pt x="88297" y="26194"/>
                      </a:cubicBezTo>
                      <a:cubicBezTo>
                        <a:pt x="88678" y="29813"/>
                        <a:pt x="88868" y="32480"/>
                        <a:pt x="88868" y="34385"/>
                      </a:cubicBezTo>
                      <a:cubicBezTo>
                        <a:pt x="88868" y="35719"/>
                        <a:pt x="88868" y="36957"/>
                        <a:pt x="88678" y="38100"/>
                      </a:cubicBezTo>
                      <a:lnTo>
                        <a:pt x="87725" y="102299"/>
                      </a:lnTo>
                      <a:cubicBezTo>
                        <a:pt x="85820" y="104394"/>
                        <a:pt x="82677" y="105632"/>
                        <a:pt x="78105" y="106013"/>
                      </a:cubicBezTo>
                      <a:cubicBezTo>
                        <a:pt x="74104" y="106490"/>
                        <a:pt x="70390" y="106775"/>
                        <a:pt x="66770" y="107252"/>
                      </a:cubicBezTo>
                      <a:cubicBezTo>
                        <a:pt x="62579" y="107442"/>
                        <a:pt x="60103" y="105347"/>
                        <a:pt x="59150" y="100870"/>
                      </a:cubicBezTo>
                      <a:cubicBezTo>
                        <a:pt x="57912" y="95631"/>
                        <a:pt x="56102" y="92583"/>
                        <a:pt x="53721" y="91631"/>
                      </a:cubicBezTo>
                      <a:cubicBezTo>
                        <a:pt x="53911" y="90297"/>
                        <a:pt x="53149" y="88773"/>
                        <a:pt x="51625" y="87154"/>
                      </a:cubicBezTo>
                      <a:cubicBezTo>
                        <a:pt x="50101" y="85439"/>
                        <a:pt x="49339" y="84106"/>
                        <a:pt x="49339" y="83344"/>
                      </a:cubicBezTo>
                      <a:cubicBezTo>
                        <a:pt x="49339" y="82677"/>
                        <a:pt x="49530" y="82201"/>
                        <a:pt x="49911" y="81534"/>
                      </a:cubicBezTo>
                      <a:cubicBezTo>
                        <a:pt x="47244" y="81915"/>
                        <a:pt x="45434" y="80867"/>
                        <a:pt x="44958" y="78962"/>
                      </a:cubicBezTo>
                      <a:cubicBezTo>
                        <a:pt x="44482" y="76772"/>
                        <a:pt x="43815" y="74771"/>
                        <a:pt x="43339" y="72866"/>
                      </a:cubicBezTo>
                      <a:cubicBezTo>
                        <a:pt x="44386" y="73628"/>
                        <a:pt x="45815" y="73819"/>
                        <a:pt x="47815" y="73247"/>
                      </a:cubicBezTo>
                      <a:cubicBezTo>
                        <a:pt x="49816" y="72866"/>
                        <a:pt x="51244" y="73057"/>
                        <a:pt x="52292" y="74390"/>
                      </a:cubicBezTo>
                      <a:cubicBezTo>
                        <a:pt x="52578" y="72390"/>
                        <a:pt x="51721" y="70676"/>
                        <a:pt x="50006" y="69056"/>
                      </a:cubicBezTo>
                      <a:cubicBezTo>
                        <a:pt x="49339" y="69152"/>
                        <a:pt x="48292" y="69533"/>
                        <a:pt x="46958" y="70390"/>
                      </a:cubicBezTo>
                      <a:cubicBezTo>
                        <a:pt x="45529" y="71057"/>
                        <a:pt x="44386" y="71533"/>
                        <a:pt x="43624" y="71533"/>
                      </a:cubicBezTo>
                      <a:cubicBezTo>
                        <a:pt x="42863" y="71533"/>
                        <a:pt x="42005" y="71152"/>
                        <a:pt x="41243" y="70676"/>
                      </a:cubicBezTo>
                      <a:cubicBezTo>
                        <a:pt x="39433" y="69818"/>
                        <a:pt x="37909" y="67532"/>
                        <a:pt x="36576" y="64199"/>
                      </a:cubicBezTo>
                      <a:cubicBezTo>
                        <a:pt x="35433" y="60960"/>
                        <a:pt x="34195" y="58865"/>
                        <a:pt x="32861" y="58293"/>
                      </a:cubicBezTo>
                      <a:cubicBezTo>
                        <a:pt x="32004" y="57817"/>
                        <a:pt x="31528" y="56388"/>
                        <a:pt x="31051" y="54293"/>
                      </a:cubicBezTo>
                      <a:cubicBezTo>
                        <a:pt x="30766" y="52673"/>
                        <a:pt x="29813" y="52102"/>
                        <a:pt x="28003" y="52197"/>
                      </a:cubicBezTo>
                      <a:lnTo>
                        <a:pt x="25622" y="58293"/>
                      </a:lnTo>
                      <a:cubicBezTo>
                        <a:pt x="26384" y="64580"/>
                        <a:pt x="26575" y="72009"/>
                        <a:pt x="26194" y="80772"/>
                      </a:cubicBezTo>
                      <a:cubicBezTo>
                        <a:pt x="25717" y="93250"/>
                        <a:pt x="25622" y="100394"/>
                        <a:pt x="25622" y="102203"/>
                      </a:cubicBezTo>
                      <a:cubicBezTo>
                        <a:pt x="23527" y="105061"/>
                        <a:pt x="20669" y="106394"/>
                        <a:pt x="17145" y="106394"/>
                      </a:cubicBezTo>
                      <a:cubicBezTo>
                        <a:pt x="16097" y="106394"/>
                        <a:pt x="14478" y="106299"/>
                        <a:pt x="12287" y="105918"/>
                      </a:cubicBezTo>
                      <a:cubicBezTo>
                        <a:pt x="10001" y="105537"/>
                        <a:pt x="8477" y="105347"/>
                        <a:pt x="7429" y="105347"/>
                      </a:cubicBezTo>
                      <a:cubicBezTo>
                        <a:pt x="6667" y="105347"/>
                        <a:pt x="5810" y="105442"/>
                        <a:pt x="5048" y="105537"/>
                      </a:cubicBezTo>
                      <a:lnTo>
                        <a:pt x="1809" y="100013"/>
                      </a:lnTo>
                      <a:cubicBezTo>
                        <a:pt x="1809" y="100965"/>
                        <a:pt x="1619" y="95631"/>
                        <a:pt x="1619" y="83915"/>
                      </a:cubicBezTo>
                      <a:cubicBezTo>
                        <a:pt x="1429" y="77248"/>
                        <a:pt x="2286" y="72009"/>
                        <a:pt x="4000" y="68580"/>
                      </a:cubicBezTo>
                      <a:cubicBezTo>
                        <a:pt x="2191" y="64770"/>
                        <a:pt x="1429" y="60008"/>
                        <a:pt x="1619" y="54293"/>
                      </a:cubicBezTo>
                      <a:cubicBezTo>
                        <a:pt x="1619" y="43148"/>
                        <a:pt x="1619" y="38195"/>
                        <a:pt x="1809" y="39719"/>
                      </a:cubicBezTo>
                      <a:lnTo>
                        <a:pt x="2381" y="39719"/>
                      </a:lnTo>
                      <a:cubicBezTo>
                        <a:pt x="2572" y="38576"/>
                        <a:pt x="2286" y="37052"/>
                        <a:pt x="1333" y="34671"/>
                      </a:cubicBezTo>
                      <a:cubicBezTo>
                        <a:pt x="476" y="32385"/>
                        <a:pt x="0" y="30766"/>
                        <a:pt x="0" y="29623"/>
                      </a:cubicBezTo>
                      <a:cubicBezTo>
                        <a:pt x="0" y="28004"/>
                        <a:pt x="762" y="26765"/>
                        <a:pt x="2381" y="25718"/>
                      </a:cubicBezTo>
                      <a:lnTo>
                        <a:pt x="2381" y="5810"/>
                      </a:lnTo>
                      <a:cubicBezTo>
                        <a:pt x="3429" y="5906"/>
                        <a:pt x="4667" y="5525"/>
                        <a:pt x="6096" y="4763"/>
                      </a:cubicBezTo>
                      <a:lnTo>
                        <a:pt x="6096" y="3143"/>
                      </a:lnTo>
                      <a:cubicBezTo>
                        <a:pt x="6096" y="3143"/>
                        <a:pt x="7620" y="4001"/>
                        <a:pt x="9811" y="5239"/>
                      </a:cubicBezTo>
                      <a:cubicBezTo>
                        <a:pt x="11430" y="6001"/>
                        <a:pt x="12668" y="6477"/>
                        <a:pt x="13525" y="6477"/>
                      </a:cubicBezTo>
                      <a:cubicBezTo>
                        <a:pt x="14383" y="6477"/>
                        <a:pt x="15049" y="6191"/>
                        <a:pt x="15526" y="5810"/>
                      </a:cubicBezTo>
                      <a:lnTo>
                        <a:pt x="12382" y="2667"/>
                      </a:lnTo>
                      <a:cubicBezTo>
                        <a:pt x="12954" y="2381"/>
                        <a:pt x="13811" y="2381"/>
                        <a:pt x="15049" y="2667"/>
                      </a:cubicBezTo>
                      <a:lnTo>
                        <a:pt x="15049" y="0"/>
                      </a:lnTo>
                      <a:cubicBezTo>
                        <a:pt x="23908" y="572"/>
                        <a:pt x="29908" y="3143"/>
                        <a:pt x="32766" y="7811"/>
                      </a:cubicBezTo>
                      <a:cubicBezTo>
                        <a:pt x="33909" y="12954"/>
                        <a:pt x="36004" y="16859"/>
                        <a:pt x="39052" y="19717"/>
                      </a:cubicBezTo>
                      <a:cubicBezTo>
                        <a:pt x="38862" y="20669"/>
                        <a:pt x="39529" y="21717"/>
                        <a:pt x="40862" y="22860"/>
                      </a:cubicBezTo>
                      <a:cubicBezTo>
                        <a:pt x="42291" y="23908"/>
                        <a:pt x="43053" y="24575"/>
                        <a:pt x="43339" y="25051"/>
                      </a:cubicBezTo>
                      <a:lnTo>
                        <a:pt x="42196" y="26194"/>
                      </a:lnTo>
                      <a:cubicBezTo>
                        <a:pt x="43339" y="27146"/>
                        <a:pt x="44577" y="28861"/>
                        <a:pt x="45815" y="31242"/>
                      </a:cubicBezTo>
                      <a:cubicBezTo>
                        <a:pt x="46958" y="33719"/>
                        <a:pt x="48101" y="35052"/>
                        <a:pt x="49054" y="35719"/>
                      </a:cubicBezTo>
                      <a:cubicBezTo>
                        <a:pt x="51054" y="39433"/>
                        <a:pt x="54292" y="45244"/>
                        <a:pt x="58483" y="52864"/>
                      </a:cubicBezTo>
                      <a:cubicBezTo>
                        <a:pt x="57721" y="52769"/>
                        <a:pt x="56578" y="52864"/>
                        <a:pt x="55245" y="53531"/>
                      </a:cubicBezTo>
                      <a:cubicBezTo>
                        <a:pt x="55721" y="53626"/>
                        <a:pt x="56674" y="54007"/>
                        <a:pt x="57817" y="54483"/>
                      </a:cubicBezTo>
                      <a:cubicBezTo>
                        <a:pt x="59055" y="54769"/>
                        <a:pt x="59912" y="55150"/>
                        <a:pt x="60484" y="55150"/>
                      </a:cubicBezTo>
                      <a:cubicBezTo>
                        <a:pt x="61436" y="55150"/>
                        <a:pt x="62293" y="54578"/>
                        <a:pt x="62865" y="53531"/>
                      </a:cubicBezTo>
                      <a:cubicBezTo>
                        <a:pt x="62674" y="42005"/>
                        <a:pt x="63055" y="24479"/>
                        <a:pt x="63817" y="1048"/>
                      </a:cubicBezTo>
                      <a:lnTo>
                        <a:pt x="87249" y="1048"/>
                      </a:lnTo>
                      <a:cubicBezTo>
                        <a:pt x="87725" y="1619"/>
                        <a:pt x="87916" y="2858"/>
                        <a:pt x="87916" y="4382"/>
                      </a:cubicBezTo>
                      <a:cubicBezTo>
                        <a:pt x="87725" y="6382"/>
                        <a:pt x="87725" y="7430"/>
                        <a:pt x="87916" y="8001"/>
                      </a:cubicBezTo>
                      <a:lnTo>
                        <a:pt x="85725" y="9525"/>
                      </a:lnTo>
                      <a:cubicBezTo>
                        <a:pt x="85725" y="9525"/>
                        <a:pt x="86392" y="10287"/>
                        <a:pt x="87058" y="10287"/>
                      </a:cubicBezTo>
                      <a:lnTo>
                        <a:pt x="88868" y="10287"/>
                      </a:lnTo>
                      <a:close/>
                      <a:moveTo>
                        <a:pt x="12382" y="2572"/>
                      </a:moveTo>
                      <a:cubicBezTo>
                        <a:pt x="12382" y="2572"/>
                        <a:pt x="11906" y="2000"/>
                        <a:pt x="11716" y="1619"/>
                      </a:cubicBezTo>
                      <a:lnTo>
                        <a:pt x="12382" y="2572"/>
                      </a:lnTo>
                      <a:close/>
                      <a:moveTo>
                        <a:pt x="40576" y="29623"/>
                      </a:moveTo>
                      <a:cubicBezTo>
                        <a:pt x="41243" y="29242"/>
                        <a:pt x="41338" y="28480"/>
                        <a:pt x="41148" y="27623"/>
                      </a:cubicBezTo>
                      <a:lnTo>
                        <a:pt x="40386" y="26480"/>
                      </a:lnTo>
                      <a:lnTo>
                        <a:pt x="40672" y="26194"/>
                      </a:lnTo>
                      <a:lnTo>
                        <a:pt x="40386" y="26480"/>
                      </a:lnTo>
                      <a:lnTo>
                        <a:pt x="39052" y="28004"/>
                      </a:lnTo>
                      <a:lnTo>
                        <a:pt x="40672" y="29623"/>
                      </a:lnTo>
                      <a:close/>
                      <a:moveTo>
                        <a:pt x="55912" y="70009"/>
                      </a:moveTo>
                      <a:lnTo>
                        <a:pt x="61436" y="72866"/>
                      </a:lnTo>
                      <a:cubicBezTo>
                        <a:pt x="61436" y="72866"/>
                        <a:pt x="62008" y="72485"/>
                        <a:pt x="62389" y="72485"/>
                      </a:cubicBezTo>
                      <a:cubicBezTo>
                        <a:pt x="62865" y="72295"/>
                        <a:pt x="63341" y="72009"/>
                        <a:pt x="63627" y="71723"/>
                      </a:cubicBezTo>
                      <a:cubicBezTo>
                        <a:pt x="62960" y="71628"/>
                        <a:pt x="62484" y="71723"/>
                        <a:pt x="62198" y="72295"/>
                      </a:cubicBezTo>
                      <a:cubicBezTo>
                        <a:pt x="61817" y="72295"/>
                        <a:pt x="59722" y="71628"/>
                        <a:pt x="55912" y="70104"/>
                      </a:cubicBezTo>
                      <a:close/>
                      <a:moveTo>
                        <a:pt x="66199" y="77343"/>
                      </a:moveTo>
                      <a:lnTo>
                        <a:pt x="66675" y="77819"/>
                      </a:lnTo>
                      <a:cubicBezTo>
                        <a:pt x="66675" y="77819"/>
                        <a:pt x="66484" y="77533"/>
                        <a:pt x="66199" y="77343"/>
                      </a:cubicBezTo>
                      <a:cubicBezTo>
                        <a:pt x="65532" y="77057"/>
                        <a:pt x="65056" y="76772"/>
                        <a:pt x="64484" y="76772"/>
                      </a:cubicBezTo>
                      <a:cubicBezTo>
                        <a:pt x="63722" y="76772"/>
                        <a:pt x="62579" y="77343"/>
                        <a:pt x="61246" y="78200"/>
                      </a:cubicBezTo>
                      <a:cubicBezTo>
                        <a:pt x="59817" y="79153"/>
                        <a:pt x="58864" y="79820"/>
                        <a:pt x="58388" y="80010"/>
                      </a:cubicBezTo>
                      <a:lnTo>
                        <a:pt x="60007" y="81629"/>
                      </a:lnTo>
                      <a:cubicBezTo>
                        <a:pt x="61150" y="80486"/>
                        <a:pt x="61817" y="79915"/>
                        <a:pt x="62103" y="80010"/>
                      </a:cubicBezTo>
                      <a:cubicBezTo>
                        <a:pt x="62293" y="80010"/>
                        <a:pt x="62389" y="80296"/>
                        <a:pt x="62770" y="80677"/>
                      </a:cubicBezTo>
                      <a:cubicBezTo>
                        <a:pt x="62484" y="81153"/>
                        <a:pt x="62484" y="81344"/>
                        <a:pt x="62770" y="81629"/>
                      </a:cubicBezTo>
                      <a:cubicBezTo>
                        <a:pt x="62960" y="81248"/>
                        <a:pt x="62960" y="80867"/>
                        <a:pt x="62770" y="80677"/>
                      </a:cubicBezTo>
                      <a:cubicBezTo>
                        <a:pt x="63817" y="78200"/>
                        <a:pt x="65056" y="77153"/>
                        <a:pt x="66294" y="77438"/>
                      </a:cubicBezTo>
                      <a:close/>
                      <a:moveTo>
                        <a:pt x="76009" y="76772"/>
                      </a:moveTo>
                      <a:lnTo>
                        <a:pt x="71342" y="76295"/>
                      </a:lnTo>
                      <a:lnTo>
                        <a:pt x="73628" y="77819"/>
                      </a:lnTo>
                      <a:cubicBezTo>
                        <a:pt x="73438" y="78867"/>
                        <a:pt x="72961" y="79439"/>
                        <a:pt x="72199" y="79439"/>
                      </a:cubicBezTo>
                      <a:cubicBezTo>
                        <a:pt x="71818" y="79439"/>
                        <a:pt x="71247" y="79153"/>
                        <a:pt x="70485" y="78391"/>
                      </a:cubicBezTo>
                      <a:cubicBezTo>
                        <a:pt x="69628" y="77629"/>
                        <a:pt x="69247" y="77533"/>
                        <a:pt x="69247" y="77819"/>
                      </a:cubicBezTo>
                      <a:cubicBezTo>
                        <a:pt x="69628" y="79439"/>
                        <a:pt x="70390" y="80201"/>
                        <a:pt x="71342" y="80201"/>
                      </a:cubicBezTo>
                      <a:cubicBezTo>
                        <a:pt x="72866" y="80201"/>
                        <a:pt x="74390" y="79058"/>
                        <a:pt x="76009" y="76772"/>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 name="Google Shape;1432;p99"/>
                <p:cNvSpPr/>
                <p:nvPr/>
              </p:nvSpPr>
              <p:spPr>
                <a:xfrm>
                  <a:off x="6631461" y="2707862"/>
                  <a:ext cx="91377" cy="106394"/>
                </a:xfrm>
                <a:custGeom>
                  <a:avLst/>
                  <a:gdLst/>
                  <a:ahLst/>
                  <a:cxnLst/>
                  <a:rect l="l" t="t" r="r" b="b"/>
                  <a:pathLst>
                    <a:path w="91377" h="106394" extrusionOk="0">
                      <a:moveTo>
                        <a:pt x="90330" y="57150"/>
                      </a:moveTo>
                      <a:cubicBezTo>
                        <a:pt x="90997" y="58579"/>
                        <a:pt x="91378" y="59912"/>
                        <a:pt x="91378" y="61341"/>
                      </a:cubicBezTo>
                      <a:cubicBezTo>
                        <a:pt x="91378" y="63532"/>
                        <a:pt x="90521" y="66580"/>
                        <a:pt x="88901" y="70390"/>
                      </a:cubicBezTo>
                      <a:cubicBezTo>
                        <a:pt x="87282" y="74486"/>
                        <a:pt x="86520" y="77533"/>
                        <a:pt x="86520" y="79724"/>
                      </a:cubicBezTo>
                      <a:cubicBezTo>
                        <a:pt x="86520" y="80486"/>
                        <a:pt x="86711" y="81248"/>
                        <a:pt x="86711" y="82010"/>
                      </a:cubicBezTo>
                      <a:cubicBezTo>
                        <a:pt x="84615" y="84963"/>
                        <a:pt x="82329" y="87916"/>
                        <a:pt x="80043" y="90678"/>
                      </a:cubicBezTo>
                      <a:cubicBezTo>
                        <a:pt x="76900" y="94393"/>
                        <a:pt x="73947" y="96774"/>
                        <a:pt x="70995" y="97822"/>
                      </a:cubicBezTo>
                      <a:lnTo>
                        <a:pt x="69661" y="95536"/>
                      </a:lnTo>
                      <a:cubicBezTo>
                        <a:pt x="68994" y="95726"/>
                        <a:pt x="68708" y="96393"/>
                        <a:pt x="68708" y="97822"/>
                      </a:cubicBezTo>
                      <a:lnTo>
                        <a:pt x="67089" y="95536"/>
                      </a:lnTo>
                      <a:lnTo>
                        <a:pt x="64232" y="97822"/>
                      </a:lnTo>
                      <a:cubicBezTo>
                        <a:pt x="64994" y="97631"/>
                        <a:pt x="65375" y="97917"/>
                        <a:pt x="65851" y="98870"/>
                      </a:cubicBezTo>
                      <a:cubicBezTo>
                        <a:pt x="66327" y="99822"/>
                        <a:pt x="66613" y="100298"/>
                        <a:pt x="66899" y="100298"/>
                      </a:cubicBezTo>
                      <a:cubicBezTo>
                        <a:pt x="67089" y="100298"/>
                        <a:pt x="67565" y="100013"/>
                        <a:pt x="68042" y="99441"/>
                      </a:cubicBezTo>
                      <a:cubicBezTo>
                        <a:pt x="67184" y="100679"/>
                        <a:pt x="65280" y="101537"/>
                        <a:pt x="62136" y="101822"/>
                      </a:cubicBezTo>
                      <a:cubicBezTo>
                        <a:pt x="58993" y="102203"/>
                        <a:pt x="57088" y="103727"/>
                        <a:pt x="56326" y="106108"/>
                      </a:cubicBezTo>
                      <a:cubicBezTo>
                        <a:pt x="57659" y="106299"/>
                        <a:pt x="52992" y="106394"/>
                        <a:pt x="42324" y="106394"/>
                      </a:cubicBezTo>
                      <a:cubicBezTo>
                        <a:pt x="37371" y="106394"/>
                        <a:pt x="33752" y="105347"/>
                        <a:pt x="31371" y="103346"/>
                      </a:cubicBezTo>
                      <a:cubicBezTo>
                        <a:pt x="29180" y="103632"/>
                        <a:pt x="26132" y="102870"/>
                        <a:pt x="21941" y="100965"/>
                      </a:cubicBezTo>
                      <a:lnTo>
                        <a:pt x="25179" y="99346"/>
                      </a:lnTo>
                      <a:lnTo>
                        <a:pt x="23560" y="100965"/>
                      </a:lnTo>
                      <a:cubicBezTo>
                        <a:pt x="23560" y="100965"/>
                        <a:pt x="25084" y="101537"/>
                        <a:pt x="26798" y="102394"/>
                      </a:cubicBezTo>
                      <a:lnTo>
                        <a:pt x="25846" y="94012"/>
                      </a:lnTo>
                      <a:lnTo>
                        <a:pt x="24131" y="92107"/>
                      </a:lnTo>
                      <a:cubicBezTo>
                        <a:pt x="22989" y="93155"/>
                        <a:pt x="22607" y="94583"/>
                        <a:pt x="22989" y="96107"/>
                      </a:cubicBezTo>
                      <a:lnTo>
                        <a:pt x="23560" y="97155"/>
                      </a:lnTo>
                      <a:cubicBezTo>
                        <a:pt x="22703" y="96107"/>
                        <a:pt x="21655" y="95536"/>
                        <a:pt x="20226" y="95250"/>
                      </a:cubicBezTo>
                      <a:cubicBezTo>
                        <a:pt x="19083" y="95536"/>
                        <a:pt x="17940" y="95536"/>
                        <a:pt x="16797" y="95536"/>
                      </a:cubicBezTo>
                      <a:lnTo>
                        <a:pt x="16797" y="97155"/>
                      </a:lnTo>
                      <a:lnTo>
                        <a:pt x="7367" y="88392"/>
                      </a:lnTo>
                      <a:cubicBezTo>
                        <a:pt x="7653" y="86773"/>
                        <a:pt x="6987" y="84963"/>
                        <a:pt x="5272" y="82582"/>
                      </a:cubicBezTo>
                      <a:cubicBezTo>
                        <a:pt x="3653" y="80201"/>
                        <a:pt x="2700" y="78391"/>
                        <a:pt x="2605" y="76772"/>
                      </a:cubicBezTo>
                      <a:cubicBezTo>
                        <a:pt x="3367" y="75819"/>
                        <a:pt x="3748" y="74486"/>
                        <a:pt x="3748" y="73247"/>
                      </a:cubicBezTo>
                      <a:cubicBezTo>
                        <a:pt x="3748" y="70961"/>
                        <a:pt x="2605" y="69056"/>
                        <a:pt x="129" y="67723"/>
                      </a:cubicBezTo>
                      <a:cubicBezTo>
                        <a:pt x="700" y="65437"/>
                        <a:pt x="890" y="62008"/>
                        <a:pt x="890" y="57341"/>
                      </a:cubicBezTo>
                      <a:cubicBezTo>
                        <a:pt x="890" y="52673"/>
                        <a:pt x="1176" y="49054"/>
                        <a:pt x="1843" y="46673"/>
                      </a:cubicBezTo>
                      <a:cubicBezTo>
                        <a:pt x="1748" y="46101"/>
                        <a:pt x="1272" y="44958"/>
                        <a:pt x="700" y="43148"/>
                      </a:cubicBezTo>
                      <a:cubicBezTo>
                        <a:pt x="33" y="41910"/>
                        <a:pt x="-157" y="40577"/>
                        <a:pt x="129" y="39433"/>
                      </a:cubicBezTo>
                      <a:cubicBezTo>
                        <a:pt x="795" y="39338"/>
                        <a:pt x="1367" y="39624"/>
                        <a:pt x="1843" y="40481"/>
                      </a:cubicBezTo>
                      <a:cubicBezTo>
                        <a:pt x="3367" y="38481"/>
                        <a:pt x="4034" y="35719"/>
                        <a:pt x="4034" y="31718"/>
                      </a:cubicBezTo>
                      <a:lnTo>
                        <a:pt x="4034" y="27432"/>
                      </a:lnTo>
                      <a:cubicBezTo>
                        <a:pt x="4034" y="21717"/>
                        <a:pt x="6415" y="18574"/>
                        <a:pt x="11082" y="17717"/>
                      </a:cubicBezTo>
                      <a:cubicBezTo>
                        <a:pt x="11082" y="16288"/>
                        <a:pt x="11940" y="14573"/>
                        <a:pt x="13654" y="12287"/>
                      </a:cubicBezTo>
                      <a:cubicBezTo>
                        <a:pt x="15464" y="9811"/>
                        <a:pt x="16416" y="8096"/>
                        <a:pt x="16702" y="6858"/>
                      </a:cubicBezTo>
                      <a:cubicBezTo>
                        <a:pt x="17464" y="7334"/>
                        <a:pt x="18321" y="7620"/>
                        <a:pt x="18988" y="7620"/>
                      </a:cubicBezTo>
                      <a:cubicBezTo>
                        <a:pt x="20226" y="7620"/>
                        <a:pt x="21941" y="6382"/>
                        <a:pt x="24227" y="4001"/>
                      </a:cubicBezTo>
                      <a:cubicBezTo>
                        <a:pt x="26417" y="1524"/>
                        <a:pt x="28227" y="572"/>
                        <a:pt x="29656" y="667"/>
                      </a:cubicBezTo>
                      <a:lnTo>
                        <a:pt x="46801" y="1619"/>
                      </a:lnTo>
                      <a:cubicBezTo>
                        <a:pt x="46515" y="2572"/>
                        <a:pt x="46706" y="3429"/>
                        <a:pt x="47468" y="4572"/>
                      </a:cubicBezTo>
                      <a:cubicBezTo>
                        <a:pt x="48134" y="4191"/>
                        <a:pt x="48515" y="3810"/>
                        <a:pt x="48515" y="2953"/>
                      </a:cubicBezTo>
                      <a:lnTo>
                        <a:pt x="48515" y="762"/>
                      </a:lnTo>
                      <a:cubicBezTo>
                        <a:pt x="49944" y="191"/>
                        <a:pt x="51373" y="0"/>
                        <a:pt x="52706" y="0"/>
                      </a:cubicBezTo>
                      <a:cubicBezTo>
                        <a:pt x="54802" y="0"/>
                        <a:pt x="57279" y="762"/>
                        <a:pt x="60231" y="2381"/>
                      </a:cubicBezTo>
                      <a:cubicBezTo>
                        <a:pt x="63279" y="3905"/>
                        <a:pt x="65756" y="4763"/>
                        <a:pt x="67756" y="4763"/>
                      </a:cubicBezTo>
                      <a:cubicBezTo>
                        <a:pt x="69090" y="4763"/>
                        <a:pt x="70518" y="4382"/>
                        <a:pt x="71947" y="4001"/>
                      </a:cubicBezTo>
                      <a:cubicBezTo>
                        <a:pt x="72995" y="7239"/>
                        <a:pt x="75662" y="10478"/>
                        <a:pt x="80139" y="14383"/>
                      </a:cubicBezTo>
                      <a:cubicBezTo>
                        <a:pt x="83948" y="17812"/>
                        <a:pt x="86139" y="21527"/>
                        <a:pt x="86520" y="25813"/>
                      </a:cubicBezTo>
                      <a:cubicBezTo>
                        <a:pt x="86806" y="28861"/>
                        <a:pt x="85473" y="30861"/>
                        <a:pt x="82520" y="31909"/>
                      </a:cubicBezTo>
                      <a:lnTo>
                        <a:pt x="76329" y="31242"/>
                      </a:lnTo>
                      <a:lnTo>
                        <a:pt x="76329" y="35243"/>
                      </a:lnTo>
                      <a:cubicBezTo>
                        <a:pt x="76329" y="35243"/>
                        <a:pt x="75566" y="35433"/>
                        <a:pt x="75281" y="35433"/>
                      </a:cubicBezTo>
                      <a:cubicBezTo>
                        <a:pt x="74900" y="35433"/>
                        <a:pt x="74423" y="35243"/>
                        <a:pt x="73757" y="34671"/>
                      </a:cubicBezTo>
                      <a:cubicBezTo>
                        <a:pt x="73090" y="34195"/>
                        <a:pt x="72518" y="33909"/>
                        <a:pt x="71852" y="33909"/>
                      </a:cubicBezTo>
                      <a:cubicBezTo>
                        <a:pt x="71375" y="33909"/>
                        <a:pt x="70899" y="34004"/>
                        <a:pt x="70232" y="34385"/>
                      </a:cubicBezTo>
                      <a:cubicBezTo>
                        <a:pt x="70042" y="34004"/>
                        <a:pt x="70042" y="32957"/>
                        <a:pt x="70232" y="30956"/>
                      </a:cubicBezTo>
                      <a:cubicBezTo>
                        <a:pt x="70232" y="29528"/>
                        <a:pt x="69566" y="28766"/>
                        <a:pt x="68423" y="28194"/>
                      </a:cubicBezTo>
                      <a:cubicBezTo>
                        <a:pt x="67470" y="28385"/>
                        <a:pt x="66994" y="29242"/>
                        <a:pt x="66994" y="30480"/>
                      </a:cubicBezTo>
                      <a:cubicBezTo>
                        <a:pt x="66804" y="31528"/>
                        <a:pt x="66804" y="32576"/>
                        <a:pt x="66804" y="33814"/>
                      </a:cubicBezTo>
                      <a:lnTo>
                        <a:pt x="67851" y="34385"/>
                      </a:lnTo>
                      <a:cubicBezTo>
                        <a:pt x="67851" y="34385"/>
                        <a:pt x="66613" y="34766"/>
                        <a:pt x="64422" y="35338"/>
                      </a:cubicBezTo>
                      <a:cubicBezTo>
                        <a:pt x="62993" y="35719"/>
                        <a:pt x="62327" y="36386"/>
                        <a:pt x="62327" y="37719"/>
                      </a:cubicBezTo>
                      <a:lnTo>
                        <a:pt x="60612" y="37719"/>
                      </a:lnTo>
                      <a:cubicBezTo>
                        <a:pt x="62993" y="36195"/>
                        <a:pt x="63279" y="33528"/>
                        <a:pt x="61660" y="29718"/>
                      </a:cubicBezTo>
                      <a:lnTo>
                        <a:pt x="59088" y="27527"/>
                      </a:lnTo>
                      <a:cubicBezTo>
                        <a:pt x="60231" y="27718"/>
                        <a:pt x="61850" y="27337"/>
                        <a:pt x="64041" y="26575"/>
                      </a:cubicBezTo>
                      <a:cubicBezTo>
                        <a:pt x="62613" y="24003"/>
                        <a:pt x="60326" y="22765"/>
                        <a:pt x="56993" y="22765"/>
                      </a:cubicBezTo>
                      <a:cubicBezTo>
                        <a:pt x="56231" y="22765"/>
                        <a:pt x="54992" y="22860"/>
                        <a:pt x="53373" y="23146"/>
                      </a:cubicBezTo>
                      <a:cubicBezTo>
                        <a:pt x="51754" y="23336"/>
                        <a:pt x="50611" y="23432"/>
                        <a:pt x="50040" y="23432"/>
                      </a:cubicBezTo>
                      <a:cubicBezTo>
                        <a:pt x="47087" y="23432"/>
                        <a:pt x="44896" y="22384"/>
                        <a:pt x="43658" y="20383"/>
                      </a:cubicBezTo>
                      <a:cubicBezTo>
                        <a:pt x="42134" y="21527"/>
                        <a:pt x="39086" y="22479"/>
                        <a:pt x="34514" y="23241"/>
                      </a:cubicBezTo>
                      <a:cubicBezTo>
                        <a:pt x="30894" y="23717"/>
                        <a:pt x="28608" y="25432"/>
                        <a:pt x="27560" y="28289"/>
                      </a:cubicBezTo>
                      <a:lnTo>
                        <a:pt x="26703" y="27623"/>
                      </a:lnTo>
                      <a:cubicBezTo>
                        <a:pt x="26703" y="29242"/>
                        <a:pt x="26322" y="30575"/>
                        <a:pt x="24798" y="31909"/>
                      </a:cubicBezTo>
                      <a:cubicBezTo>
                        <a:pt x="23560" y="33052"/>
                        <a:pt x="22893" y="33909"/>
                        <a:pt x="22893" y="34290"/>
                      </a:cubicBezTo>
                      <a:cubicBezTo>
                        <a:pt x="22893" y="34862"/>
                        <a:pt x="23179" y="35433"/>
                        <a:pt x="24036" y="36195"/>
                      </a:cubicBezTo>
                      <a:lnTo>
                        <a:pt x="25084" y="35528"/>
                      </a:lnTo>
                      <a:cubicBezTo>
                        <a:pt x="26703" y="36290"/>
                        <a:pt x="27084" y="38576"/>
                        <a:pt x="25846" y="42196"/>
                      </a:cubicBezTo>
                      <a:cubicBezTo>
                        <a:pt x="24608" y="45815"/>
                        <a:pt x="24989" y="48482"/>
                        <a:pt x="26608" y="50197"/>
                      </a:cubicBezTo>
                      <a:cubicBezTo>
                        <a:pt x="26037" y="51435"/>
                        <a:pt x="26037" y="54007"/>
                        <a:pt x="26322" y="57912"/>
                      </a:cubicBezTo>
                      <a:cubicBezTo>
                        <a:pt x="26798" y="61913"/>
                        <a:pt x="26322" y="64770"/>
                        <a:pt x="24989" y="66675"/>
                      </a:cubicBezTo>
                      <a:cubicBezTo>
                        <a:pt x="25179" y="68866"/>
                        <a:pt x="27465" y="74105"/>
                        <a:pt x="31751" y="82772"/>
                      </a:cubicBezTo>
                      <a:cubicBezTo>
                        <a:pt x="34323" y="81344"/>
                        <a:pt x="37181" y="81248"/>
                        <a:pt x="40515" y="82201"/>
                      </a:cubicBezTo>
                      <a:cubicBezTo>
                        <a:pt x="41657" y="83439"/>
                        <a:pt x="42800" y="84106"/>
                        <a:pt x="44134" y="84106"/>
                      </a:cubicBezTo>
                      <a:cubicBezTo>
                        <a:pt x="45182" y="84106"/>
                        <a:pt x="46896" y="83534"/>
                        <a:pt x="49278" y="82391"/>
                      </a:cubicBezTo>
                      <a:cubicBezTo>
                        <a:pt x="51659" y="81344"/>
                        <a:pt x="53659" y="80677"/>
                        <a:pt x="54897" y="80677"/>
                      </a:cubicBezTo>
                      <a:cubicBezTo>
                        <a:pt x="55850" y="80677"/>
                        <a:pt x="56802" y="80963"/>
                        <a:pt x="57755" y="81344"/>
                      </a:cubicBezTo>
                      <a:cubicBezTo>
                        <a:pt x="57755" y="80677"/>
                        <a:pt x="58517" y="79724"/>
                        <a:pt x="59946" y="78296"/>
                      </a:cubicBezTo>
                      <a:cubicBezTo>
                        <a:pt x="61565" y="76772"/>
                        <a:pt x="62231" y="75533"/>
                        <a:pt x="62231" y="74295"/>
                      </a:cubicBezTo>
                      <a:cubicBezTo>
                        <a:pt x="62231" y="73914"/>
                        <a:pt x="62231" y="73533"/>
                        <a:pt x="62136" y="72866"/>
                      </a:cubicBezTo>
                      <a:cubicBezTo>
                        <a:pt x="61184" y="72200"/>
                        <a:pt x="60136" y="71342"/>
                        <a:pt x="59183" y="70390"/>
                      </a:cubicBezTo>
                      <a:cubicBezTo>
                        <a:pt x="58231" y="69723"/>
                        <a:pt x="57755" y="68485"/>
                        <a:pt x="57755" y="67342"/>
                      </a:cubicBezTo>
                      <a:lnTo>
                        <a:pt x="56135" y="71247"/>
                      </a:lnTo>
                      <a:cubicBezTo>
                        <a:pt x="56135" y="71247"/>
                        <a:pt x="52421" y="71152"/>
                        <a:pt x="46039" y="71438"/>
                      </a:cubicBezTo>
                      <a:cubicBezTo>
                        <a:pt x="41657" y="71533"/>
                        <a:pt x="38800" y="70199"/>
                        <a:pt x="37371" y="67342"/>
                      </a:cubicBezTo>
                      <a:cubicBezTo>
                        <a:pt x="36514" y="64389"/>
                        <a:pt x="36038" y="61532"/>
                        <a:pt x="36038" y="58293"/>
                      </a:cubicBezTo>
                      <a:cubicBezTo>
                        <a:pt x="36038" y="56293"/>
                        <a:pt x="36323" y="54674"/>
                        <a:pt x="36800" y="53340"/>
                      </a:cubicBezTo>
                      <a:cubicBezTo>
                        <a:pt x="37466" y="52864"/>
                        <a:pt x="39657" y="52102"/>
                        <a:pt x="43563" y="50768"/>
                      </a:cubicBezTo>
                      <a:cubicBezTo>
                        <a:pt x="46610" y="49816"/>
                        <a:pt x="48134" y="48482"/>
                        <a:pt x="48134" y="46863"/>
                      </a:cubicBezTo>
                      <a:cubicBezTo>
                        <a:pt x="48134" y="46006"/>
                        <a:pt x="47944" y="45053"/>
                        <a:pt x="47373" y="44101"/>
                      </a:cubicBezTo>
                      <a:lnTo>
                        <a:pt x="49944" y="42482"/>
                      </a:lnTo>
                      <a:lnTo>
                        <a:pt x="48325" y="47244"/>
                      </a:lnTo>
                      <a:cubicBezTo>
                        <a:pt x="52135" y="49244"/>
                        <a:pt x="55278" y="50197"/>
                        <a:pt x="57755" y="50197"/>
                      </a:cubicBezTo>
                      <a:cubicBezTo>
                        <a:pt x="59469" y="50197"/>
                        <a:pt x="60898" y="49816"/>
                        <a:pt x="62136" y="48958"/>
                      </a:cubicBezTo>
                      <a:lnTo>
                        <a:pt x="62136" y="47816"/>
                      </a:lnTo>
                      <a:cubicBezTo>
                        <a:pt x="63470" y="48958"/>
                        <a:pt x="66041" y="49721"/>
                        <a:pt x="69851" y="49816"/>
                      </a:cubicBezTo>
                      <a:cubicBezTo>
                        <a:pt x="72804" y="49721"/>
                        <a:pt x="75662" y="49530"/>
                        <a:pt x="78424" y="49530"/>
                      </a:cubicBezTo>
                      <a:cubicBezTo>
                        <a:pt x="80234" y="49721"/>
                        <a:pt x="82043" y="49911"/>
                        <a:pt x="83472" y="50483"/>
                      </a:cubicBezTo>
                      <a:cubicBezTo>
                        <a:pt x="84996" y="50959"/>
                        <a:pt x="86330" y="52007"/>
                        <a:pt x="87282" y="53531"/>
                      </a:cubicBezTo>
                      <a:cubicBezTo>
                        <a:pt x="88330" y="55055"/>
                        <a:pt x="89187" y="56483"/>
                        <a:pt x="89759" y="58007"/>
                      </a:cubicBezTo>
                      <a:close/>
                      <a:moveTo>
                        <a:pt x="40991" y="9430"/>
                      </a:moveTo>
                      <a:lnTo>
                        <a:pt x="40991" y="10097"/>
                      </a:lnTo>
                      <a:lnTo>
                        <a:pt x="43277" y="9430"/>
                      </a:lnTo>
                      <a:lnTo>
                        <a:pt x="40991" y="9430"/>
                      </a:lnTo>
                      <a:close/>
                      <a:moveTo>
                        <a:pt x="52706" y="61151"/>
                      </a:moveTo>
                      <a:lnTo>
                        <a:pt x="53468" y="60484"/>
                      </a:lnTo>
                      <a:lnTo>
                        <a:pt x="52706" y="56579"/>
                      </a:lnTo>
                      <a:lnTo>
                        <a:pt x="52706" y="61246"/>
                      </a:lnTo>
                      <a:close/>
                      <a:moveTo>
                        <a:pt x="62708" y="18383"/>
                      </a:moveTo>
                      <a:lnTo>
                        <a:pt x="62708" y="21527"/>
                      </a:lnTo>
                      <a:lnTo>
                        <a:pt x="64994" y="21527"/>
                      </a:lnTo>
                      <a:cubicBezTo>
                        <a:pt x="65756" y="21431"/>
                        <a:pt x="66041" y="20669"/>
                        <a:pt x="66041" y="19241"/>
                      </a:cubicBezTo>
                      <a:cubicBezTo>
                        <a:pt x="65851" y="18669"/>
                        <a:pt x="65280" y="18288"/>
                        <a:pt x="64422" y="18288"/>
                      </a:cubicBezTo>
                      <a:lnTo>
                        <a:pt x="62708" y="18288"/>
                      </a:lnTo>
                      <a:close/>
                      <a:moveTo>
                        <a:pt x="68232" y="9430"/>
                      </a:moveTo>
                      <a:lnTo>
                        <a:pt x="68232" y="10573"/>
                      </a:lnTo>
                      <a:cubicBezTo>
                        <a:pt x="69471" y="10573"/>
                        <a:pt x="70328" y="10382"/>
                        <a:pt x="70614" y="10097"/>
                      </a:cubicBezTo>
                      <a:lnTo>
                        <a:pt x="68232" y="9430"/>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33" name="Google Shape;1433;p99"/>
              <p:cNvGrpSpPr/>
              <p:nvPr/>
            </p:nvGrpSpPr>
            <p:grpSpPr>
              <a:xfrm>
                <a:off x="11086618" y="5100828"/>
                <a:ext cx="854010" cy="173259"/>
                <a:chOff x="5833300" y="2818923"/>
                <a:chExt cx="854010" cy="173259"/>
              </a:xfrm>
            </p:grpSpPr>
            <p:sp>
              <p:nvSpPr>
                <p:cNvPr id="1434" name="Google Shape;1434;p99"/>
                <p:cNvSpPr/>
                <p:nvPr/>
              </p:nvSpPr>
              <p:spPr>
                <a:xfrm>
                  <a:off x="5833300" y="2845688"/>
                  <a:ext cx="99345" cy="139160"/>
                </a:xfrm>
                <a:custGeom>
                  <a:avLst/>
                  <a:gdLst/>
                  <a:ahLst/>
                  <a:cxnLst/>
                  <a:rect l="l" t="t" r="r" b="b"/>
                  <a:pathLst>
                    <a:path w="99345" h="139160" extrusionOk="0">
                      <a:moveTo>
                        <a:pt x="98774" y="29813"/>
                      </a:moveTo>
                      <a:lnTo>
                        <a:pt x="98298" y="56293"/>
                      </a:lnTo>
                      <a:cubicBezTo>
                        <a:pt x="96964" y="56674"/>
                        <a:pt x="96202" y="57817"/>
                        <a:pt x="96202" y="59722"/>
                      </a:cubicBezTo>
                      <a:cubicBezTo>
                        <a:pt x="96202" y="62294"/>
                        <a:pt x="96012" y="63818"/>
                        <a:pt x="95536" y="64389"/>
                      </a:cubicBezTo>
                      <a:cubicBezTo>
                        <a:pt x="87534" y="74486"/>
                        <a:pt x="78581" y="80963"/>
                        <a:pt x="69056" y="83820"/>
                      </a:cubicBezTo>
                      <a:cubicBezTo>
                        <a:pt x="67532" y="85439"/>
                        <a:pt x="65532" y="86297"/>
                        <a:pt x="63151" y="86297"/>
                      </a:cubicBezTo>
                      <a:cubicBezTo>
                        <a:pt x="62008" y="86297"/>
                        <a:pt x="60103" y="86011"/>
                        <a:pt x="57531" y="85535"/>
                      </a:cubicBezTo>
                      <a:cubicBezTo>
                        <a:pt x="54959" y="85058"/>
                        <a:pt x="53054" y="84868"/>
                        <a:pt x="51816" y="84963"/>
                      </a:cubicBezTo>
                      <a:cubicBezTo>
                        <a:pt x="49911" y="83058"/>
                        <a:pt x="49054" y="80867"/>
                        <a:pt x="49054" y="78581"/>
                      </a:cubicBezTo>
                      <a:cubicBezTo>
                        <a:pt x="49054" y="77819"/>
                        <a:pt x="49721" y="74962"/>
                        <a:pt x="51149" y="70199"/>
                      </a:cubicBezTo>
                      <a:cubicBezTo>
                        <a:pt x="52102" y="66675"/>
                        <a:pt x="51816" y="63627"/>
                        <a:pt x="50482" y="61246"/>
                      </a:cubicBezTo>
                      <a:cubicBezTo>
                        <a:pt x="51625" y="59246"/>
                        <a:pt x="53911" y="58103"/>
                        <a:pt x="57055" y="57817"/>
                      </a:cubicBezTo>
                      <a:cubicBezTo>
                        <a:pt x="57340" y="56960"/>
                        <a:pt x="58102" y="56388"/>
                        <a:pt x="59531" y="56388"/>
                      </a:cubicBezTo>
                      <a:cubicBezTo>
                        <a:pt x="59912" y="56388"/>
                        <a:pt x="60388" y="56388"/>
                        <a:pt x="61246" y="56579"/>
                      </a:cubicBezTo>
                      <a:lnTo>
                        <a:pt x="62960" y="56579"/>
                      </a:lnTo>
                      <a:cubicBezTo>
                        <a:pt x="65341" y="56579"/>
                        <a:pt x="66580" y="55436"/>
                        <a:pt x="66580" y="53150"/>
                      </a:cubicBezTo>
                      <a:cubicBezTo>
                        <a:pt x="70485" y="51340"/>
                        <a:pt x="72485" y="48482"/>
                        <a:pt x="72485" y="44577"/>
                      </a:cubicBezTo>
                      <a:cubicBezTo>
                        <a:pt x="72866" y="40386"/>
                        <a:pt x="71914" y="37148"/>
                        <a:pt x="69342" y="34766"/>
                      </a:cubicBezTo>
                      <a:cubicBezTo>
                        <a:pt x="66580" y="32766"/>
                        <a:pt x="63817" y="30766"/>
                        <a:pt x="61246" y="28766"/>
                      </a:cubicBezTo>
                      <a:cubicBezTo>
                        <a:pt x="60198" y="28004"/>
                        <a:pt x="58674" y="27527"/>
                        <a:pt x="56769" y="27527"/>
                      </a:cubicBezTo>
                      <a:lnTo>
                        <a:pt x="55245" y="27527"/>
                      </a:lnTo>
                      <a:cubicBezTo>
                        <a:pt x="54578" y="27623"/>
                        <a:pt x="54007" y="27718"/>
                        <a:pt x="53721" y="27718"/>
                      </a:cubicBezTo>
                      <a:cubicBezTo>
                        <a:pt x="50863" y="27718"/>
                        <a:pt x="49434" y="26194"/>
                        <a:pt x="49434" y="23241"/>
                      </a:cubicBezTo>
                      <a:cubicBezTo>
                        <a:pt x="49721" y="20955"/>
                        <a:pt x="51054" y="19622"/>
                        <a:pt x="53435" y="19241"/>
                      </a:cubicBezTo>
                      <a:cubicBezTo>
                        <a:pt x="50673" y="18669"/>
                        <a:pt x="49244" y="17145"/>
                        <a:pt x="49244" y="14478"/>
                      </a:cubicBezTo>
                      <a:cubicBezTo>
                        <a:pt x="49244" y="14002"/>
                        <a:pt x="49244" y="13621"/>
                        <a:pt x="49434" y="13240"/>
                      </a:cubicBezTo>
                      <a:cubicBezTo>
                        <a:pt x="50006" y="12859"/>
                        <a:pt x="50197" y="12573"/>
                        <a:pt x="49911" y="12192"/>
                      </a:cubicBezTo>
                      <a:cubicBezTo>
                        <a:pt x="49530" y="11621"/>
                        <a:pt x="48958" y="11335"/>
                        <a:pt x="48006" y="11335"/>
                      </a:cubicBezTo>
                      <a:cubicBezTo>
                        <a:pt x="46863" y="17336"/>
                        <a:pt x="46387" y="20860"/>
                        <a:pt x="46672" y="22193"/>
                      </a:cubicBezTo>
                      <a:cubicBezTo>
                        <a:pt x="46863" y="22765"/>
                        <a:pt x="47053" y="23241"/>
                        <a:pt x="47053" y="23717"/>
                      </a:cubicBezTo>
                      <a:cubicBezTo>
                        <a:pt x="47053" y="25718"/>
                        <a:pt x="45244" y="27432"/>
                        <a:pt x="41529" y="28670"/>
                      </a:cubicBezTo>
                      <a:cubicBezTo>
                        <a:pt x="40481" y="27242"/>
                        <a:pt x="38957" y="26479"/>
                        <a:pt x="36862" y="26479"/>
                      </a:cubicBezTo>
                      <a:cubicBezTo>
                        <a:pt x="37338" y="26479"/>
                        <a:pt x="35242" y="26765"/>
                        <a:pt x="30671" y="27337"/>
                      </a:cubicBezTo>
                      <a:cubicBezTo>
                        <a:pt x="27051" y="29623"/>
                        <a:pt x="25146" y="32861"/>
                        <a:pt x="25146" y="37148"/>
                      </a:cubicBezTo>
                      <a:cubicBezTo>
                        <a:pt x="25146" y="38672"/>
                        <a:pt x="25432" y="40862"/>
                        <a:pt x="25908" y="43815"/>
                      </a:cubicBezTo>
                      <a:cubicBezTo>
                        <a:pt x="26384" y="46768"/>
                        <a:pt x="26670" y="48863"/>
                        <a:pt x="26670" y="50292"/>
                      </a:cubicBezTo>
                      <a:cubicBezTo>
                        <a:pt x="26670" y="51721"/>
                        <a:pt x="26479" y="52959"/>
                        <a:pt x="26194" y="54102"/>
                      </a:cubicBezTo>
                      <a:cubicBezTo>
                        <a:pt x="27622" y="57341"/>
                        <a:pt x="30384" y="59436"/>
                        <a:pt x="34671" y="60484"/>
                      </a:cubicBezTo>
                      <a:cubicBezTo>
                        <a:pt x="36385" y="60960"/>
                        <a:pt x="40196" y="61341"/>
                        <a:pt x="46196" y="61817"/>
                      </a:cubicBezTo>
                      <a:cubicBezTo>
                        <a:pt x="45529" y="63818"/>
                        <a:pt x="45148" y="65913"/>
                        <a:pt x="45148" y="68390"/>
                      </a:cubicBezTo>
                      <a:cubicBezTo>
                        <a:pt x="45148" y="69914"/>
                        <a:pt x="46101" y="74867"/>
                        <a:pt x="48101" y="83153"/>
                      </a:cubicBezTo>
                      <a:cubicBezTo>
                        <a:pt x="47625" y="82582"/>
                        <a:pt x="47149" y="82296"/>
                        <a:pt x="46767" y="82296"/>
                      </a:cubicBezTo>
                      <a:cubicBezTo>
                        <a:pt x="46196" y="82296"/>
                        <a:pt x="45529" y="82868"/>
                        <a:pt x="44672" y="84011"/>
                      </a:cubicBezTo>
                      <a:cubicBezTo>
                        <a:pt x="43815" y="85154"/>
                        <a:pt x="43243" y="85820"/>
                        <a:pt x="43053" y="85916"/>
                      </a:cubicBezTo>
                      <a:cubicBezTo>
                        <a:pt x="42196" y="84868"/>
                        <a:pt x="40481" y="84392"/>
                        <a:pt x="37909" y="84392"/>
                      </a:cubicBezTo>
                      <a:cubicBezTo>
                        <a:pt x="33814" y="84487"/>
                        <a:pt x="31718" y="84582"/>
                        <a:pt x="31718" y="84582"/>
                      </a:cubicBezTo>
                      <a:cubicBezTo>
                        <a:pt x="27527" y="88106"/>
                        <a:pt x="25527" y="92964"/>
                        <a:pt x="25527" y="98870"/>
                      </a:cubicBezTo>
                      <a:cubicBezTo>
                        <a:pt x="25527" y="100298"/>
                        <a:pt x="25717" y="102775"/>
                        <a:pt x="26098" y="106108"/>
                      </a:cubicBezTo>
                      <a:cubicBezTo>
                        <a:pt x="26479" y="109442"/>
                        <a:pt x="26670" y="112014"/>
                        <a:pt x="26670" y="113633"/>
                      </a:cubicBezTo>
                      <a:cubicBezTo>
                        <a:pt x="26670" y="115157"/>
                        <a:pt x="26670" y="116491"/>
                        <a:pt x="26289" y="117824"/>
                      </a:cubicBezTo>
                      <a:cubicBezTo>
                        <a:pt x="27622" y="125349"/>
                        <a:pt x="28194" y="129826"/>
                        <a:pt x="28194" y="131064"/>
                      </a:cubicBezTo>
                      <a:cubicBezTo>
                        <a:pt x="28194" y="133826"/>
                        <a:pt x="27813" y="136208"/>
                        <a:pt x="26765" y="138303"/>
                      </a:cubicBezTo>
                      <a:cubicBezTo>
                        <a:pt x="25717" y="138017"/>
                        <a:pt x="24479" y="137922"/>
                        <a:pt x="23146" y="137922"/>
                      </a:cubicBezTo>
                      <a:cubicBezTo>
                        <a:pt x="21622" y="137922"/>
                        <a:pt x="19240" y="138113"/>
                        <a:pt x="16192" y="138494"/>
                      </a:cubicBezTo>
                      <a:cubicBezTo>
                        <a:pt x="13144" y="138875"/>
                        <a:pt x="10954" y="139160"/>
                        <a:pt x="9620" y="139160"/>
                      </a:cubicBezTo>
                      <a:cubicBezTo>
                        <a:pt x="5620" y="139160"/>
                        <a:pt x="2667" y="137732"/>
                        <a:pt x="857" y="135065"/>
                      </a:cubicBezTo>
                      <a:cubicBezTo>
                        <a:pt x="286" y="133350"/>
                        <a:pt x="0" y="131636"/>
                        <a:pt x="0" y="129921"/>
                      </a:cubicBezTo>
                      <a:cubicBezTo>
                        <a:pt x="0" y="128207"/>
                        <a:pt x="381" y="125825"/>
                        <a:pt x="1048" y="122873"/>
                      </a:cubicBezTo>
                      <a:cubicBezTo>
                        <a:pt x="1714" y="119825"/>
                        <a:pt x="2096" y="117634"/>
                        <a:pt x="2096" y="116110"/>
                      </a:cubicBezTo>
                      <a:cubicBezTo>
                        <a:pt x="2096" y="115062"/>
                        <a:pt x="2000" y="114110"/>
                        <a:pt x="1714" y="113252"/>
                      </a:cubicBezTo>
                      <a:cubicBezTo>
                        <a:pt x="2476" y="112871"/>
                        <a:pt x="2953" y="112490"/>
                        <a:pt x="2953" y="111824"/>
                      </a:cubicBezTo>
                      <a:cubicBezTo>
                        <a:pt x="2953" y="111443"/>
                        <a:pt x="2762" y="110871"/>
                        <a:pt x="2286" y="109919"/>
                      </a:cubicBezTo>
                      <a:cubicBezTo>
                        <a:pt x="1809" y="108966"/>
                        <a:pt x="1619" y="108299"/>
                        <a:pt x="1809" y="107823"/>
                      </a:cubicBezTo>
                      <a:cubicBezTo>
                        <a:pt x="2572" y="104204"/>
                        <a:pt x="3048" y="99441"/>
                        <a:pt x="3048" y="93726"/>
                      </a:cubicBezTo>
                      <a:cubicBezTo>
                        <a:pt x="3048" y="91440"/>
                        <a:pt x="3048" y="87916"/>
                        <a:pt x="2857" y="83058"/>
                      </a:cubicBezTo>
                      <a:cubicBezTo>
                        <a:pt x="2667" y="78296"/>
                        <a:pt x="2667" y="74676"/>
                        <a:pt x="2667" y="72200"/>
                      </a:cubicBezTo>
                      <a:cubicBezTo>
                        <a:pt x="2667" y="66389"/>
                        <a:pt x="3048" y="61436"/>
                        <a:pt x="3810" y="57436"/>
                      </a:cubicBezTo>
                      <a:lnTo>
                        <a:pt x="1905" y="52769"/>
                      </a:lnTo>
                      <a:cubicBezTo>
                        <a:pt x="4096" y="51721"/>
                        <a:pt x="6667" y="51911"/>
                        <a:pt x="9811" y="53245"/>
                      </a:cubicBezTo>
                      <a:cubicBezTo>
                        <a:pt x="9811" y="52102"/>
                        <a:pt x="10287" y="51530"/>
                        <a:pt x="11049" y="51530"/>
                      </a:cubicBezTo>
                      <a:cubicBezTo>
                        <a:pt x="11430" y="51530"/>
                        <a:pt x="11906" y="51721"/>
                        <a:pt x="12763" y="52102"/>
                      </a:cubicBezTo>
                      <a:cubicBezTo>
                        <a:pt x="13621" y="52483"/>
                        <a:pt x="14097" y="52673"/>
                        <a:pt x="14383" y="52673"/>
                      </a:cubicBezTo>
                      <a:lnTo>
                        <a:pt x="15240" y="53150"/>
                      </a:lnTo>
                      <a:cubicBezTo>
                        <a:pt x="15240" y="53150"/>
                        <a:pt x="15716" y="52388"/>
                        <a:pt x="15716" y="51245"/>
                      </a:cubicBezTo>
                      <a:cubicBezTo>
                        <a:pt x="15716" y="50768"/>
                        <a:pt x="14954" y="50578"/>
                        <a:pt x="13811" y="50578"/>
                      </a:cubicBezTo>
                      <a:cubicBezTo>
                        <a:pt x="13906" y="49435"/>
                        <a:pt x="13811" y="48863"/>
                        <a:pt x="13144" y="48673"/>
                      </a:cubicBezTo>
                      <a:cubicBezTo>
                        <a:pt x="13049" y="48673"/>
                        <a:pt x="12478" y="48673"/>
                        <a:pt x="11430" y="48863"/>
                      </a:cubicBezTo>
                      <a:cubicBezTo>
                        <a:pt x="10668" y="48958"/>
                        <a:pt x="10096" y="48863"/>
                        <a:pt x="9906" y="48482"/>
                      </a:cubicBezTo>
                      <a:lnTo>
                        <a:pt x="9239" y="50483"/>
                      </a:lnTo>
                      <a:lnTo>
                        <a:pt x="2572" y="49149"/>
                      </a:lnTo>
                      <a:cubicBezTo>
                        <a:pt x="2953" y="48006"/>
                        <a:pt x="3238" y="46768"/>
                        <a:pt x="3619" y="45434"/>
                      </a:cubicBezTo>
                      <a:cubicBezTo>
                        <a:pt x="3905" y="44101"/>
                        <a:pt x="4667" y="43339"/>
                        <a:pt x="5810" y="43053"/>
                      </a:cubicBezTo>
                      <a:cubicBezTo>
                        <a:pt x="4191" y="43339"/>
                        <a:pt x="3429" y="42767"/>
                        <a:pt x="3429" y="41529"/>
                      </a:cubicBezTo>
                      <a:cubicBezTo>
                        <a:pt x="3429" y="41339"/>
                        <a:pt x="3429" y="40767"/>
                        <a:pt x="3619" y="40005"/>
                      </a:cubicBezTo>
                      <a:cubicBezTo>
                        <a:pt x="3619" y="39243"/>
                        <a:pt x="3715" y="38672"/>
                        <a:pt x="3715" y="38291"/>
                      </a:cubicBezTo>
                      <a:cubicBezTo>
                        <a:pt x="3715" y="37148"/>
                        <a:pt x="3334" y="36386"/>
                        <a:pt x="2572" y="35909"/>
                      </a:cubicBezTo>
                      <a:cubicBezTo>
                        <a:pt x="3048" y="35147"/>
                        <a:pt x="3238" y="34195"/>
                        <a:pt x="3238" y="33147"/>
                      </a:cubicBezTo>
                      <a:cubicBezTo>
                        <a:pt x="3238" y="31052"/>
                        <a:pt x="2381" y="29623"/>
                        <a:pt x="667" y="28670"/>
                      </a:cubicBezTo>
                      <a:cubicBezTo>
                        <a:pt x="2476" y="27051"/>
                        <a:pt x="3429" y="24860"/>
                        <a:pt x="3429" y="21908"/>
                      </a:cubicBezTo>
                      <a:cubicBezTo>
                        <a:pt x="3429" y="20860"/>
                        <a:pt x="3238" y="19241"/>
                        <a:pt x="2953" y="16954"/>
                      </a:cubicBezTo>
                      <a:cubicBezTo>
                        <a:pt x="2572" y="14669"/>
                        <a:pt x="2381" y="12954"/>
                        <a:pt x="2381" y="11811"/>
                      </a:cubicBezTo>
                      <a:cubicBezTo>
                        <a:pt x="2381" y="9430"/>
                        <a:pt x="2953" y="7239"/>
                        <a:pt x="3905" y="5429"/>
                      </a:cubicBezTo>
                      <a:lnTo>
                        <a:pt x="2000" y="4000"/>
                      </a:lnTo>
                      <a:cubicBezTo>
                        <a:pt x="2762" y="4096"/>
                        <a:pt x="3905" y="3905"/>
                        <a:pt x="5524" y="3334"/>
                      </a:cubicBezTo>
                      <a:cubicBezTo>
                        <a:pt x="7239" y="2762"/>
                        <a:pt x="8382" y="2477"/>
                        <a:pt x="9239" y="2477"/>
                      </a:cubicBezTo>
                      <a:cubicBezTo>
                        <a:pt x="10001" y="2477"/>
                        <a:pt x="10668" y="2762"/>
                        <a:pt x="11144" y="3143"/>
                      </a:cubicBezTo>
                      <a:cubicBezTo>
                        <a:pt x="11906" y="2762"/>
                        <a:pt x="13049" y="2477"/>
                        <a:pt x="14573" y="2477"/>
                      </a:cubicBezTo>
                      <a:cubicBezTo>
                        <a:pt x="15049" y="2477"/>
                        <a:pt x="15716" y="2477"/>
                        <a:pt x="16573" y="2667"/>
                      </a:cubicBezTo>
                      <a:lnTo>
                        <a:pt x="18859" y="2667"/>
                      </a:lnTo>
                      <a:cubicBezTo>
                        <a:pt x="21050" y="2667"/>
                        <a:pt x="22479" y="2096"/>
                        <a:pt x="23336" y="762"/>
                      </a:cubicBezTo>
                      <a:cubicBezTo>
                        <a:pt x="23336" y="1048"/>
                        <a:pt x="23146" y="1333"/>
                        <a:pt x="22669" y="1810"/>
                      </a:cubicBezTo>
                      <a:cubicBezTo>
                        <a:pt x="22193" y="2191"/>
                        <a:pt x="22003" y="2572"/>
                        <a:pt x="22003" y="2667"/>
                      </a:cubicBezTo>
                      <a:cubicBezTo>
                        <a:pt x="21526" y="2762"/>
                        <a:pt x="23336" y="2858"/>
                        <a:pt x="27527" y="2858"/>
                      </a:cubicBezTo>
                      <a:cubicBezTo>
                        <a:pt x="29432" y="2858"/>
                        <a:pt x="30956" y="1905"/>
                        <a:pt x="32004" y="0"/>
                      </a:cubicBezTo>
                      <a:lnTo>
                        <a:pt x="43910" y="2191"/>
                      </a:lnTo>
                      <a:cubicBezTo>
                        <a:pt x="43910" y="2191"/>
                        <a:pt x="44577" y="3048"/>
                        <a:pt x="45244" y="3239"/>
                      </a:cubicBezTo>
                      <a:lnTo>
                        <a:pt x="47149" y="3239"/>
                      </a:lnTo>
                      <a:cubicBezTo>
                        <a:pt x="47149" y="5525"/>
                        <a:pt x="47625" y="6953"/>
                        <a:pt x="48482" y="7429"/>
                      </a:cubicBezTo>
                      <a:cubicBezTo>
                        <a:pt x="49625" y="7429"/>
                        <a:pt x="50387" y="6477"/>
                        <a:pt x="50673" y="4667"/>
                      </a:cubicBezTo>
                      <a:cubicBezTo>
                        <a:pt x="51054" y="2858"/>
                        <a:pt x="51911" y="1715"/>
                        <a:pt x="53245" y="1429"/>
                      </a:cubicBezTo>
                      <a:cubicBezTo>
                        <a:pt x="54769" y="572"/>
                        <a:pt x="56102" y="95"/>
                        <a:pt x="57531" y="95"/>
                      </a:cubicBezTo>
                      <a:cubicBezTo>
                        <a:pt x="59150" y="95"/>
                        <a:pt x="61246" y="1048"/>
                        <a:pt x="63627" y="2953"/>
                      </a:cubicBezTo>
                      <a:cubicBezTo>
                        <a:pt x="66103" y="4858"/>
                        <a:pt x="68199" y="5810"/>
                        <a:pt x="69913" y="5810"/>
                      </a:cubicBezTo>
                      <a:cubicBezTo>
                        <a:pt x="71056" y="5810"/>
                        <a:pt x="72390" y="5429"/>
                        <a:pt x="73723" y="4763"/>
                      </a:cubicBezTo>
                      <a:cubicBezTo>
                        <a:pt x="76676" y="5906"/>
                        <a:pt x="80677" y="8096"/>
                        <a:pt x="85630" y="11525"/>
                      </a:cubicBezTo>
                      <a:cubicBezTo>
                        <a:pt x="88582" y="12764"/>
                        <a:pt x="91345" y="15812"/>
                        <a:pt x="93821" y="20479"/>
                      </a:cubicBezTo>
                      <a:cubicBezTo>
                        <a:pt x="96679" y="26099"/>
                        <a:pt x="98488" y="29337"/>
                        <a:pt x="99346" y="30099"/>
                      </a:cubicBezTo>
                      <a:close/>
                      <a:moveTo>
                        <a:pt x="14668" y="49149"/>
                      </a:moveTo>
                      <a:lnTo>
                        <a:pt x="17907" y="50483"/>
                      </a:lnTo>
                      <a:lnTo>
                        <a:pt x="17050" y="49816"/>
                      </a:lnTo>
                      <a:lnTo>
                        <a:pt x="14573" y="49149"/>
                      </a:lnTo>
                      <a:close/>
                      <a:moveTo>
                        <a:pt x="62484" y="98203"/>
                      </a:moveTo>
                      <a:lnTo>
                        <a:pt x="61817" y="92964"/>
                      </a:lnTo>
                      <a:cubicBezTo>
                        <a:pt x="62960" y="95250"/>
                        <a:pt x="63436" y="96869"/>
                        <a:pt x="63151" y="97631"/>
                      </a:cubicBezTo>
                      <a:lnTo>
                        <a:pt x="62484" y="98203"/>
                      </a:lnTo>
                      <a:close/>
                      <a:moveTo>
                        <a:pt x="93631" y="79724"/>
                      </a:moveTo>
                      <a:lnTo>
                        <a:pt x="93631" y="74390"/>
                      </a:lnTo>
                      <a:lnTo>
                        <a:pt x="94488" y="74390"/>
                      </a:lnTo>
                      <a:lnTo>
                        <a:pt x="94488" y="79724"/>
                      </a:lnTo>
                      <a:lnTo>
                        <a:pt x="93631" y="79724"/>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 name="Google Shape;1435;p99"/>
                <p:cNvSpPr/>
                <p:nvPr/>
              </p:nvSpPr>
              <p:spPr>
                <a:xfrm>
                  <a:off x="5940170" y="2845974"/>
                  <a:ext cx="121634" cy="138825"/>
                </a:xfrm>
                <a:custGeom>
                  <a:avLst/>
                  <a:gdLst/>
                  <a:ahLst/>
                  <a:cxnLst/>
                  <a:rect l="l" t="t" r="r" b="b"/>
                  <a:pathLst>
                    <a:path w="121634" h="138825" extrusionOk="0">
                      <a:moveTo>
                        <a:pt x="98584" y="37148"/>
                      </a:moveTo>
                      <a:cubicBezTo>
                        <a:pt x="98869" y="37719"/>
                        <a:pt x="99155" y="38005"/>
                        <a:pt x="99726" y="38005"/>
                      </a:cubicBezTo>
                      <a:lnTo>
                        <a:pt x="101060" y="38005"/>
                      </a:lnTo>
                      <a:cubicBezTo>
                        <a:pt x="99631" y="41815"/>
                        <a:pt x="99441" y="46577"/>
                        <a:pt x="100584" y="52292"/>
                      </a:cubicBezTo>
                      <a:cubicBezTo>
                        <a:pt x="100203" y="53531"/>
                        <a:pt x="99060" y="55531"/>
                        <a:pt x="97155" y="58293"/>
                      </a:cubicBezTo>
                      <a:lnTo>
                        <a:pt x="98488" y="59627"/>
                      </a:lnTo>
                      <a:cubicBezTo>
                        <a:pt x="98012" y="60579"/>
                        <a:pt x="96774" y="61246"/>
                        <a:pt x="94869" y="61817"/>
                      </a:cubicBezTo>
                      <a:cubicBezTo>
                        <a:pt x="92869" y="62389"/>
                        <a:pt x="91630" y="63246"/>
                        <a:pt x="91059" y="64199"/>
                      </a:cubicBezTo>
                      <a:lnTo>
                        <a:pt x="94392" y="64675"/>
                      </a:lnTo>
                      <a:cubicBezTo>
                        <a:pt x="91630" y="68961"/>
                        <a:pt x="86868" y="74009"/>
                        <a:pt x="80010" y="79820"/>
                      </a:cubicBezTo>
                      <a:lnTo>
                        <a:pt x="77343" y="79820"/>
                      </a:lnTo>
                      <a:lnTo>
                        <a:pt x="77343" y="81725"/>
                      </a:lnTo>
                      <a:cubicBezTo>
                        <a:pt x="77343" y="81725"/>
                        <a:pt x="76771" y="81248"/>
                        <a:pt x="76295" y="81248"/>
                      </a:cubicBezTo>
                      <a:cubicBezTo>
                        <a:pt x="75342" y="81248"/>
                        <a:pt x="74771" y="81248"/>
                        <a:pt x="74581" y="81248"/>
                      </a:cubicBezTo>
                      <a:lnTo>
                        <a:pt x="74009" y="81725"/>
                      </a:lnTo>
                      <a:cubicBezTo>
                        <a:pt x="75628" y="82201"/>
                        <a:pt x="76771" y="83725"/>
                        <a:pt x="77438" y="86392"/>
                      </a:cubicBezTo>
                      <a:cubicBezTo>
                        <a:pt x="78105" y="89059"/>
                        <a:pt x="78962" y="90488"/>
                        <a:pt x="80010" y="90678"/>
                      </a:cubicBezTo>
                      <a:cubicBezTo>
                        <a:pt x="79629" y="92869"/>
                        <a:pt x="80486" y="95155"/>
                        <a:pt x="82677" y="97536"/>
                      </a:cubicBezTo>
                      <a:cubicBezTo>
                        <a:pt x="85058" y="100298"/>
                        <a:pt x="86487" y="102680"/>
                        <a:pt x="86773" y="104489"/>
                      </a:cubicBezTo>
                      <a:cubicBezTo>
                        <a:pt x="86106" y="105728"/>
                        <a:pt x="84677" y="106108"/>
                        <a:pt x="82582" y="105632"/>
                      </a:cubicBezTo>
                      <a:cubicBezTo>
                        <a:pt x="80486" y="105156"/>
                        <a:pt x="79438" y="105156"/>
                        <a:pt x="79438" y="105918"/>
                      </a:cubicBezTo>
                      <a:cubicBezTo>
                        <a:pt x="79438" y="106490"/>
                        <a:pt x="79629" y="107252"/>
                        <a:pt x="80105" y="108395"/>
                      </a:cubicBezTo>
                      <a:lnTo>
                        <a:pt x="82772" y="107823"/>
                      </a:lnTo>
                      <a:cubicBezTo>
                        <a:pt x="82772" y="107823"/>
                        <a:pt x="82486" y="109252"/>
                        <a:pt x="81343" y="110585"/>
                      </a:cubicBezTo>
                      <a:lnTo>
                        <a:pt x="83439" y="112490"/>
                      </a:lnTo>
                      <a:cubicBezTo>
                        <a:pt x="83439" y="112490"/>
                        <a:pt x="84201" y="111252"/>
                        <a:pt x="84677" y="109728"/>
                      </a:cubicBezTo>
                      <a:lnTo>
                        <a:pt x="85534" y="113062"/>
                      </a:lnTo>
                      <a:cubicBezTo>
                        <a:pt x="87058" y="112586"/>
                        <a:pt x="87630" y="111062"/>
                        <a:pt x="87439" y="108395"/>
                      </a:cubicBezTo>
                      <a:cubicBezTo>
                        <a:pt x="89059" y="109157"/>
                        <a:pt x="90297" y="110871"/>
                        <a:pt x="91249" y="113348"/>
                      </a:cubicBezTo>
                      <a:cubicBezTo>
                        <a:pt x="92202" y="115824"/>
                        <a:pt x="93250" y="117348"/>
                        <a:pt x="94583" y="117729"/>
                      </a:cubicBezTo>
                      <a:cubicBezTo>
                        <a:pt x="94202" y="118682"/>
                        <a:pt x="94012" y="119634"/>
                        <a:pt x="94012" y="120491"/>
                      </a:cubicBezTo>
                      <a:cubicBezTo>
                        <a:pt x="94012" y="122206"/>
                        <a:pt x="94964" y="124492"/>
                        <a:pt x="96679" y="127254"/>
                      </a:cubicBezTo>
                      <a:cubicBezTo>
                        <a:pt x="98488" y="130112"/>
                        <a:pt x="99346" y="132017"/>
                        <a:pt x="99346" y="133160"/>
                      </a:cubicBezTo>
                      <a:cubicBezTo>
                        <a:pt x="99346" y="134779"/>
                        <a:pt x="98488" y="136303"/>
                        <a:pt x="96774" y="137732"/>
                      </a:cubicBezTo>
                      <a:cubicBezTo>
                        <a:pt x="95440" y="137732"/>
                        <a:pt x="93154" y="137922"/>
                        <a:pt x="89916" y="138208"/>
                      </a:cubicBezTo>
                      <a:cubicBezTo>
                        <a:pt x="86677" y="138589"/>
                        <a:pt x="84296" y="138684"/>
                        <a:pt x="82677" y="138684"/>
                      </a:cubicBezTo>
                      <a:cubicBezTo>
                        <a:pt x="77629" y="138684"/>
                        <a:pt x="73723" y="137351"/>
                        <a:pt x="70961" y="134588"/>
                      </a:cubicBezTo>
                      <a:lnTo>
                        <a:pt x="70485" y="135446"/>
                      </a:lnTo>
                      <a:cubicBezTo>
                        <a:pt x="69818" y="133731"/>
                        <a:pt x="69151" y="132017"/>
                        <a:pt x="68389" y="130302"/>
                      </a:cubicBezTo>
                      <a:cubicBezTo>
                        <a:pt x="67342" y="128016"/>
                        <a:pt x="66008" y="126683"/>
                        <a:pt x="64198" y="126206"/>
                      </a:cubicBezTo>
                      <a:cubicBezTo>
                        <a:pt x="64579" y="125444"/>
                        <a:pt x="64675" y="124778"/>
                        <a:pt x="64675" y="124111"/>
                      </a:cubicBezTo>
                      <a:cubicBezTo>
                        <a:pt x="64675" y="122873"/>
                        <a:pt x="63817" y="121634"/>
                        <a:pt x="62103" y="120396"/>
                      </a:cubicBezTo>
                      <a:cubicBezTo>
                        <a:pt x="60484" y="119158"/>
                        <a:pt x="59626" y="118015"/>
                        <a:pt x="59626" y="116872"/>
                      </a:cubicBezTo>
                      <a:cubicBezTo>
                        <a:pt x="59626" y="116015"/>
                        <a:pt x="59817" y="115253"/>
                        <a:pt x="60293" y="114300"/>
                      </a:cubicBezTo>
                      <a:cubicBezTo>
                        <a:pt x="59150" y="112681"/>
                        <a:pt x="57721" y="109538"/>
                        <a:pt x="56197" y="104870"/>
                      </a:cubicBezTo>
                      <a:cubicBezTo>
                        <a:pt x="54864" y="100870"/>
                        <a:pt x="53149" y="97917"/>
                        <a:pt x="51054" y="95917"/>
                      </a:cubicBezTo>
                      <a:cubicBezTo>
                        <a:pt x="51054" y="92964"/>
                        <a:pt x="49720" y="89345"/>
                        <a:pt x="47053" y="85249"/>
                      </a:cubicBezTo>
                      <a:lnTo>
                        <a:pt x="41910" y="84582"/>
                      </a:lnTo>
                      <a:lnTo>
                        <a:pt x="42386" y="84106"/>
                      </a:lnTo>
                      <a:cubicBezTo>
                        <a:pt x="42005" y="83534"/>
                        <a:pt x="41529" y="83249"/>
                        <a:pt x="40957" y="83249"/>
                      </a:cubicBezTo>
                      <a:lnTo>
                        <a:pt x="39052" y="85344"/>
                      </a:lnTo>
                      <a:cubicBezTo>
                        <a:pt x="38481" y="85344"/>
                        <a:pt x="37147" y="85630"/>
                        <a:pt x="35242" y="86201"/>
                      </a:cubicBezTo>
                      <a:cubicBezTo>
                        <a:pt x="33242" y="86773"/>
                        <a:pt x="31718" y="87058"/>
                        <a:pt x="30670" y="87058"/>
                      </a:cubicBezTo>
                      <a:cubicBezTo>
                        <a:pt x="29813" y="87058"/>
                        <a:pt x="29146" y="86868"/>
                        <a:pt x="28575" y="86582"/>
                      </a:cubicBezTo>
                      <a:cubicBezTo>
                        <a:pt x="28480" y="86868"/>
                        <a:pt x="28384" y="87058"/>
                        <a:pt x="28384" y="87249"/>
                      </a:cubicBezTo>
                      <a:cubicBezTo>
                        <a:pt x="28384" y="87630"/>
                        <a:pt x="28575" y="87916"/>
                        <a:pt x="28765" y="88202"/>
                      </a:cubicBezTo>
                      <a:cubicBezTo>
                        <a:pt x="29051" y="88487"/>
                        <a:pt x="29242" y="88678"/>
                        <a:pt x="29242" y="88773"/>
                      </a:cubicBezTo>
                      <a:cubicBezTo>
                        <a:pt x="29242" y="88964"/>
                        <a:pt x="28765" y="89440"/>
                        <a:pt x="27717" y="90011"/>
                      </a:cubicBezTo>
                      <a:lnTo>
                        <a:pt x="28575" y="100679"/>
                      </a:lnTo>
                      <a:lnTo>
                        <a:pt x="27146" y="101918"/>
                      </a:lnTo>
                      <a:cubicBezTo>
                        <a:pt x="28099" y="105251"/>
                        <a:pt x="28575" y="109919"/>
                        <a:pt x="28575" y="115824"/>
                      </a:cubicBezTo>
                      <a:cubicBezTo>
                        <a:pt x="28575" y="116396"/>
                        <a:pt x="28289" y="117634"/>
                        <a:pt x="27813" y="119539"/>
                      </a:cubicBezTo>
                      <a:cubicBezTo>
                        <a:pt x="27337" y="121444"/>
                        <a:pt x="27051" y="122873"/>
                        <a:pt x="27051" y="123920"/>
                      </a:cubicBezTo>
                      <a:cubicBezTo>
                        <a:pt x="27051" y="125730"/>
                        <a:pt x="27717" y="127159"/>
                        <a:pt x="29146" y="128207"/>
                      </a:cubicBezTo>
                      <a:cubicBezTo>
                        <a:pt x="28384" y="128778"/>
                        <a:pt x="27908" y="129826"/>
                        <a:pt x="27908" y="131445"/>
                      </a:cubicBezTo>
                      <a:lnTo>
                        <a:pt x="27908" y="133160"/>
                      </a:lnTo>
                      <a:cubicBezTo>
                        <a:pt x="28003" y="133826"/>
                        <a:pt x="28099" y="134398"/>
                        <a:pt x="28099" y="134684"/>
                      </a:cubicBezTo>
                      <a:cubicBezTo>
                        <a:pt x="28099" y="136779"/>
                        <a:pt x="26860" y="137732"/>
                        <a:pt x="24479" y="137446"/>
                      </a:cubicBezTo>
                      <a:lnTo>
                        <a:pt x="25336" y="138113"/>
                      </a:lnTo>
                      <a:cubicBezTo>
                        <a:pt x="23431" y="138875"/>
                        <a:pt x="21050" y="139065"/>
                        <a:pt x="18288" y="138494"/>
                      </a:cubicBezTo>
                      <a:cubicBezTo>
                        <a:pt x="15430" y="138017"/>
                        <a:pt x="13525" y="138113"/>
                        <a:pt x="12573" y="138779"/>
                      </a:cubicBezTo>
                      <a:cubicBezTo>
                        <a:pt x="8667" y="138303"/>
                        <a:pt x="4953" y="137255"/>
                        <a:pt x="1333" y="135541"/>
                      </a:cubicBezTo>
                      <a:cubicBezTo>
                        <a:pt x="1524" y="126683"/>
                        <a:pt x="1333" y="113252"/>
                        <a:pt x="857" y="95060"/>
                      </a:cubicBezTo>
                      <a:lnTo>
                        <a:pt x="0" y="95060"/>
                      </a:lnTo>
                      <a:cubicBezTo>
                        <a:pt x="952" y="93821"/>
                        <a:pt x="1333" y="92202"/>
                        <a:pt x="1333" y="90392"/>
                      </a:cubicBezTo>
                      <a:cubicBezTo>
                        <a:pt x="1333" y="89726"/>
                        <a:pt x="1238" y="88487"/>
                        <a:pt x="952" y="86868"/>
                      </a:cubicBezTo>
                      <a:cubicBezTo>
                        <a:pt x="762" y="85154"/>
                        <a:pt x="571" y="83915"/>
                        <a:pt x="571" y="82963"/>
                      </a:cubicBezTo>
                      <a:cubicBezTo>
                        <a:pt x="571" y="80867"/>
                        <a:pt x="1048" y="79058"/>
                        <a:pt x="2095" y="77438"/>
                      </a:cubicBezTo>
                      <a:cubicBezTo>
                        <a:pt x="1524" y="71533"/>
                        <a:pt x="1238" y="63341"/>
                        <a:pt x="1238" y="52959"/>
                      </a:cubicBezTo>
                      <a:lnTo>
                        <a:pt x="1238" y="27813"/>
                      </a:lnTo>
                      <a:cubicBezTo>
                        <a:pt x="571" y="27337"/>
                        <a:pt x="190" y="26861"/>
                        <a:pt x="190" y="26289"/>
                      </a:cubicBezTo>
                      <a:cubicBezTo>
                        <a:pt x="190" y="25908"/>
                        <a:pt x="476" y="25241"/>
                        <a:pt x="1143" y="24194"/>
                      </a:cubicBezTo>
                      <a:cubicBezTo>
                        <a:pt x="1809" y="23146"/>
                        <a:pt x="2095" y="22384"/>
                        <a:pt x="2095" y="21812"/>
                      </a:cubicBezTo>
                      <a:cubicBezTo>
                        <a:pt x="762" y="20574"/>
                        <a:pt x="0" y="19145"/>
                        <a:pt x="0" y="17526"/>
                      </a:cubicBezTo>
                      <a:cubicBezTo>
                        <a:pt x="0" y="16478"/>
                        <a:pt x="381" y="14764"/>
                        <a:pt x="1238" y="12383"/>
                      </a:cubicBezTo>
                      <a:cubicBezTo>
                        <a:pt x="2095" y="10001"/>
                        <a:pt x="2381" y="8096"/>
                        <a:pt x="2095" y="6668"/>
                      </a:cubicBezTo>
                      <a:lnTo>
                        <a:pt x="9144" y="667"/>
                      </a:lnTo>
                      <a:lnTo>
                        <a:pt x="39433" y="0"/>
                      </a:lnTo>
                      <a:cubicBezTo>
                        <a:pt x="39909" y="572"/>
                        <a:pt x="41243" y="1810"/>
                        <a:pt x="43529" y="3715"/>
                      </a:cubicBezTo>
                      <a:cubicBezTo>
                        <a:pt x="45148" y="5239"/>
                        <a:pt x="46196" y="6858"/>
                        <a:pt x="46863" y="8573"/>
                      </a:cubicBezTo>
                      <a:cubicBezTo>
                        <a:pt x="46767" y="8001"/>
                        <a:pt x="46672" y="7430"/>
                        <a:pt x="46672" y="7049"/>
                      </a:cubicBezTo>
                      <a:cubicBezTo>
                        <a:pt x="46672" y="5525"/>
                        <a:pt x="47530" y="4382"/>
                        <a:pt x="49434" y="3429"/>
                      </a:cubicBezTo>
                      <a:cubicBezTo>
                        <a:pt x="51721" y="2286"/>
                        <a:pt x="53149" y="1429"/>
                        <a:pt x="53530" y="667"/>
                      </a:cubicBezTo>
                      <a:cubicBezTo>
                        <a:pt x="54197" y="476"/>
                        <a:pt x="55054" y="953"/>
                        <a:pt x="55912" y="2000"/>
                      </a:cubicBezTo>
                      <a:cubicBezTo>
                        <a:pt x="56292" y="1905"/>
                        <a:pt x="56674" y="1810"/>
                        <a:pt x="57150" y="1810"/>
                      </a:cubicBezTo>
                      <a:cubicBezTo>
                        <a:pt x="57912" y="1810"/>
                        <a:pt x="59150" y="2286"/>
                        <a:pt x="60960" y="3334"/>
                      </a:cubicBezTo>
                      <a:cubicBezTo>
                        <a:pt x="62674" y="4382"/>
                        <a:pt x="64198" y="4858"/>
                        <a:pt x="65151" y="4763"/>
                      </a:cubicBezTo>
                      <a:lnTo>
                        <a:pt x="71056" y="4763"/>
                      </a:lnTo>
                      <a:cubicBezTo>
                        <a:pt x="70675" y="6572"/>
                        <a:pt x="71247" y="7525"/>
                        <a:pt x="72961" y="7525"/>
                      </a:cubicBezTo>
                      <a:cubicBezTo>
                        <a:pt x="73152" y="7525"/>
                        <a:pt x="73342" y="7525"/>
                        <a:pt x="73819" y="7334"/>
                      </a:cubicBezTo>
                      <a:lnTo>
                        <a:pt x="75057" y="7334"/>
                      </a:lnTo>
                      <a:cubicBezTo>
                        <a:pt x="76581" y="7334"/>
                        <a:pt x="77438" y="8001"/>
                        <a:pt x="77629" y="9430"/>
                      </a:cubicBezTo>
                      <a:lnTo>
                        <a:pt x="81724" y="9430"/>
                      </a:lnTo>
                      <a:cubicBezTo>
                        <a:pt x="84296" y="11811"/>
                        <a:pt x="86773" y="14288"/>
                        <a:pt x="89249" y="16669"/>
                      </a:cubicBezTo>
                      <a:cubicBezTo>
                        <a:pt x="92297" y="19622"/>
                        <a:pt x="93821" y="22479"/>
                        <a:pt x="94107" y="25051"/>
                      </a:cubicBezTo>
                      <a:cubicBezTo>
                        <a:pt x="95726" y="26003"/>
                        <a:pt x="96869" y="27527"/>
                        <a:pt x="97536" y="29718"/>
                      </a:cubicBezTo>
                      <a:cubicBezTo>
                        <a:pt x="98298" y="32861"/>
                        <a:pt x="98965" y="34766"/>
                        <a:pt x="99536" y="35719"/>
                      </a:cubicBezTo>
                      <a:lnTo>
                        <a:pt x="98203" y="36957"/>
                      </a:lnTo>
                      <a:close/>
                      <a:moveTo>
                        <a:pt x="16192" y="43720"/>
                      </a:moveTo>
                      <a:lnTo>
                        <a:pt x="16192" y="39910"/>
                      </a:lnTo>
                      <a:lnTo>
                        <a:pt x="15526" y="39910"/>
                      </a:lnTo>
                      <a:lnTo>
                        <a:pt x="15526" y="43720"/>
                      </a:lnTo>
                      <a:lnTo>
                        <a:pt x="16192" y="43720"/>
                      </a:lnTo>
                      <a:close/>
                      <a:moveTo>
                        <a:pt x="20764" y="20669"/>
                      </a:moveTo>
                      <a:cubicBezTo>
                        <a:pt x="20669" y="20098"/>
                        <a:pt x="20764" y="19241"/>
                        <a:pt x="21050" y="18002"/>
                      </a:cubicBezTo>
                      <a:cubicBezTo>
                        <a:pt x="21336" y="16764"/>
                        <a:pt x="21431" y="16002"/>
                        <a:pt x="21431" y="15716"/>
                      </a:cubicBezTo>
                      <a:cubicBezTo>
                        <a:pt x="21431" y="14288"/>
                        <a:pt x="20764" y="13430"/>
                        <a:pt x="19431" y="12954"/>
                      </a:cubicBezTo>
                      <a:lnTo>
                        <a:pt x="21431" y="10858"/>
                      </a:lnTo>
                      <a:cubicBezTo>
                        <a:pt x="21431" y="10858"/>
                        <a:pt x="21431" y="10382"/>
                        <a:pt x="21241" y="10192"/>
                      </a:cubicBezTo>
                      <a:cubicBezTo>
                        <a:pt x="19907" y="11335"/>
                        <a:pt x="19240" y="12478"/>
                        <a:pt x="19240" y="13621"/>
                      </a:cubicBezTo>
                      <a:cubicBezTo>
                        <a:pt x="19240" y="14192"/>
                        <a:pt x="19717" y="15716"/>
                        <a:pt x="20764" y="18098"/>
                      </a:cubicBezTo>
                      <a:cubicBezTo>
                        <a:pt x="20002" y="18193"/>
                        <a:pt x="19621" y="18574"/>
                        <a:pt x="19431" y="19336"/>
                      </a:cubicBezTo>
                      <a:cubicBezTo>
                        <a:pt x="19240" y="20098"/>
                        <a:pt x="19050" y="20479"/>
                        <a:pt x="18669" y="20765"/>
                      </a:cubicBezTo>
                      <a:lnTo>
                        <a:pt x="20669" y="20765"/>
                      </a:lnTo>
                      <a:close/>
                      <a:moveTo>
                        <a:pt x="27813" y="16669"/>
                      </a:moveTo>
                      <a:lnTo>
                        <a:pt x="30575" y="18574"/>
                      </a:lnTo>
                      <a:lnTo>
                        <a:pt x="30575" y="18764"/>
                      </a:lnTo>
                      <a:lnTo>
                        <a:pt x="29242" y="20193"/>
                      </a:lnTo>
                      <a:lnTo>
                        <a:pt x="30575" y="20193"/>
                      </a:lnTo>
                      <a:lnTo>
                        <a:pt x="30575" y="10763"/>
                      </a:lnTo>
                      <a:cubicBezTo>
                        <a:pt x="30575" y="10763"/>
                        <a:pt x="29718" y="11621"/>
                        <a:pt x="28861" y="12192"/>
                      </a:cubicBezTo>
                      <a:cubicBezTo>
                        <a:pt x="28861" y="11811"/>
                        <a:pt x="28480" y="11716"/>
                        <a:pt x="27813" y="11716"/>
                      </a:cubicBezTo>
                      <a:cubicBezTo>
                        <a:pt x="28194" y="12192"/>
                        <a:pt x="28480" y="12383"/>
                        <a:pt x="28861" y="12192"/>
                      </a:cubicBezTo>
                      <a:cubicBezTo>
                        <a:pt x="29051" y="12668"/>
                        <a:pt x="28861" y="13335"/>
                        <a:pt x="28480" y="14383"/>
                      </a:cubicBezTo>
                      <a:cubicBezTo>
                        <a:pt x="28480" y="14288"/>
                        <a:pt x="28480" y="14192"/>
                        <a:pt x="28670" y="14002"/>
                      </a:cubicBezTo>
                      <a:cubicBezTo>
                        <a:pt x="29051" y="14002"/>
                        <a:pt x="29527" y="14288"/>
                        <a:pt x="29908" y="14859"/>
                      </a:cubicBezTo>
                      <a:lnTo>
                        <a:pt x="27813" y="16764"/>
                      </a:lnTo>
                      <a:close/>
                      <a:moveTo>
                        <a:pt x="71342" y="45530"/>
                      </a:moveTo>
                      <a:cubicBezTo>
                        <a:pt x="71533" y="44958"/>
                        <a:pt x="71723" y="44577"/>
                        <a:pt x="71723" y="44196"/>
                      </a:cubicBezTo>
                      <a:cubicBezTo>
                        <a:pt x="71723" y="43339"/>
                        <a:pt x="71151" y="42577"/>
                        <a:pt x="70199" y="41720"/>
                      </a:cubicBezTo>
                      <a:cubicBezTo>
                        <a:pt x="69151" y="40958"/>
                        <a:pt x="68484" y="40291"/>
                        <a:pt x="68294" y="39815"/>
                      </a:cubicBezTo>
                      <a:cubicBezTo>
                        <a:pt x="68675" y="39148"/>
                        <a:pt x="68961" y="38481"/>
                        <a:pt x="68961" y="37910"/>
                      </a:cubicBezTo>
                      <a:cubicBezTo>
                        <a:pt x="68961" y="37052"/>
                        <a:pt x="68104" y="36005"/>
                        <a:pt x="66389" y="34957"/>
                      </a:cubicBezTo>
                      <a:cubicBezTo>
                        <a:pt x="64675" y="33909"/>
                        <a:pt x="63722" y="33147"/>
                        <a:pt x="63532" y="32576"/>
                      </a:cubicBezTo>
                      <a:cubicBezTo>
                        <a:pt x="62960" y="32004"/>
                        <a:pt x="62293" y="31718"/>
                        <a:pt x="61436" y="31718"/>
                      </a:cubicBezTo>
                      <a:cubicBezTo>
                        <a:pt x="61055" y="31718"/>
                        <a:pt x="60579" y="31718"/>
                        <a:pt x="59817" y="32004"/>
                      </a:cubicBezTo>
                      <a:cubicBezTo>
                        <a:pt x="59055" y="32195"/>
                        <a:pt x="58483" y="32290"/>
                        <a:pt x="58198" y="32290"/>
                      </a:cubicBezTo>
                      <a:cubicBezTo>
                        <a:pt x="57150" y="32290"/>
                        <a:pt x="56483" y="31623"/>
                        <a:pt x="56102" y="30385"/>
                      </a:cubicBezTo>
                      <a:lnTo>
                        <a:pt x="57531" y="29337"/>
                      </a:lnTo>
                      <a:cubicBezTo>
                        <a:pt x="55245" y="29147"/>
                        <a:pt x="53911" y="30004"/>
                        <a:pt x="53721" y="31909"/>
                      </a:cubicBezTo>
                      <a:cubicBezTo>
                        <a:pt x="53435" y="34671"/>
                        <a:pt x="52959" y="36386"/>
                        <a:pt x="52388" y="37052"/>
                      </a:cubicBezTo>
                      <a:cubicBezTo>
                        <a:pt x="51721" y="34862"/>
                        <a:pt x="51054" y="32671"/>
                        <a:pt x="50387" y="30480"/>
                      </a:cubicBezTo>
                      <a:cubicBezTo>
                        <a:pt x="49720" y="28194"/>
                        <a:pt x="48101" y="26480"/>
                        <a:pt x="45720" y="25241"/>
                      </a:cubicBezTo>
                      <a:cubicBezTo>
                        <a:pt x="45339" y="27527"/>
                        <a:pt x="44005" y="28670"/>
                        <a:pt x="41529" y="28670"/>
                      </a:cubicBezTo>
                      <a:cubicBezTo>
                        <a:pt x="40957" y="28670"/>
                        <a:pt x="40005" y="28670"/>
                        <a:pt x="38767" y="28480"/>
                      </a:cubicBezTo>
                      <a:cubicBezTo>
                        <a:pt x="37528" y="28385"/>
                        <a:pt x="36576" y="28289"/>
                        <a:pt x="35909" y="28289"/>
                      </a:cubicBezTo>
                      <a:cubicBezTo>
                        <a:pt x="35242" y="28289"/>
                        <a:pt x="34576" y="28289"/>
                        <a:pt x="34004" y="28480"/>
                      </a:cubicBezTo>
                      <a:cubicBezTo>
                        <a:pt x="30670" y="30575"/>
                        <a:pt x="29051" y="34100"/>
                        <a:pt x="29051" y="39148"/>
                      </a:cubicBezTo>
                      <a:cubicBezTo>
                        <a:pt x="29051" y="40100"/>
                        <a:pt x="29051" y="41624"/>
                        <a:pt x="29242" y="43720"/>
                      </a:cubicBezTo>
                      <a:cubicBezTo>
                        <a:pt x="29242" y="45911"/>
                        <a:pt x="29432" y="47435"/>
                        <a:pt x="29432" y="48482"/>
                      </a:cubicBezTo>
                      <a:cubicBezTo>
                        <a:pt x="29432" y="50768"/>
                        <a:pt x="29146" y="52769"/>
                        <a:pt x="28765" y="54293"/>
                      </a:cubicBezTo>
                      <a:cubicBezTo>
                        <a:pt x="28765" y="55626"/>
                        <a:pt x="29813" y="56293"/>
                        <a:pt x="31813" y="56198"/>
                      </a:cubicBezTo>
                      <a:cubicBezTo>
                        <a:pt x="33718" y="56007"/>
                        <a:pt x="34957" y="56769"/>
                        <a:pt x="35433" y="58198"/>
                      </a:cubicBezTo>
                      <a:cubicBezTo>
                        <a:pt x="36290" y="58674"/>
                        <a:pt x="38100" y="58769"/>
                        <a:pt x="40957" y="58674"/>
                      </a:cubicBezTo>
                      <a:cubicBezTo>
                        <a:pt x="43243" y="58674"/>
                        <a:pt x="44863" y="59436"/>
                        <a:pt x="45815" y="60865"/>
                      </a:cubicBezTo>
                      <a:cubicBezTo>
                        <a:pt x="46577" y="59246"/>
                        <a:pt x="47720" y="58388"/>
                        <a:pt x="49244" y="58103"/>
                      </a:cubicBezTo>
                      <a:lnTo>
                        <a:pt x="53626" y="58103"/>
                      </a:lnTo>
                      <a:cubicBezTo>
                        <a:pt x="54864" y="57912"/>
                        <a:pt x="55816" y="57245"/>
                        <a:pt x="56292" y="56198"/>
                      </a:cubicBezTo>
                      <a:cubicBezTo>
                        <a:pt x="60388" y="56674"/>
                        <a:pt x="65151" y="54197"/>
                        <a:pt x="70485" y="48673"/>
                      </a:cubicBezTo>
                      <a:lnTo>
                        <a:pt x="67723" y="47625"/>
                      </a:lnTo>
                      <a:lnTo>
                        <a:pt x="71533" y="45339"/>
                      </a:lnTo>
                      <a:close/>
                      <a:moveTo>
                        <a:pt x="68294" y="18669"/>
                      </a:moveTo>
                      <a:cubicBezTo>
                        <a:pt x="68294" y="18669"/>
                        <a:pt x="67818" y="18002"/>
                        <a:pt x="67437" y="18002"/>
                      </a:cubicBezTo>
                      <a:cubicBezTo>
                        <a:pt x="66389" y="18002"/>
                        <a:pt x="65913" y="18383"/>
                        <a:pt x="65913" y="19241"/>
                      </a:cubicBezTo>
                      <a:cubicBezTo>
                        <a:pt x="65913" y="19336"/>
                        <a:pt x="65913" y="19431"/>
                        <a:pt x="66294" y="19431"/>
                      </a:cubicBezTo>
                      <a:lnTo>
                        <a:pt x="68389" y="18669"/>
                      </a:lnTo>
                      <a:close/>
                      <a:moveTo>
                        <a:pt x="75533" y="10573"/>
                      </a:moveTo>
                      <a:lnTo>
                        <a:pt x="75533" y="9525"/>
                      </a:lnTo>
                      <a:cubicBezTo>
                        <a:pt x="75533" y="9525"/>
                        <a:pt x="73723" y="10001"/>
                        <a:pt x="71438" y="10001"/>
                      </a:cubicBezTo>
                      <a:lnTo>
                        <a:pt x="75533" y="10478"/>
                      </a:lnTo>
                      <a:close/>
                      <a:moveTo>
                        <a:pt x="71438" y="39815"/>
                      </a:moveTo>
                      <a:lnTo>
                        <a:pt x="74200" y="39815"/>
                      </a:lnTo>
                      <a:cubicBezTo>
                        <a:pt x="73057" y="38672"/>
                        <a:pt x="72199" y="38195"/>
                        <a:pt x="71438" y="38481"/>
                      </a:cubicBezTo>
                      <a:lnTo>
                        <a:pt x="71438" y="39815"/>
                      </a:lnTo>
                      <a:close/>
                      <a:moveTo>
                        <a:pt x="76962" y="48292"/>
                      </a:moveTo>
                      <a:lnTo>
                        <a:pt x="78867" y="46387"/>
                      </a:lnTo>
                      <a:lnTo>
                        <a:pt x="78009" y="46387"/>
                      </a:lnTo>
                      <a:lnTo>
                        <a:pt x="76962" y="48292"/>
                      </a:lnTo>
                      <a:close/>
                      <a:moveTo>
                        <a:pt x="82201" y="48673"/>
                      </a:moveTo>
                      <a:cubicBezTo>
                        <a:pt x="82201" y="48673"/>
                        <a:pt x="81629" y="47816"/>
                        <a:pt x="81629" y="47149"/>
                      </a:cubicBezTo>
                      <a:cubicBezTo>
                        <a:pt x="81629" y="45149"/>
                        <a:pt x="82486" y="43720"/>
                        <a:pt x="84201" y="42672"/>
                      </a:cubicBezTo>
                      <a:cubicBezTo>
                        <a:pt x="83820" y="42291"/>
                        <a:pt x="83439" y="42196"/>
                        <a:pt x="83058" y="42196"/>
                      </a:cubicBezTo>
                      <a:cubicBezTo>
                        <a:pt x="82867" y="42196"/>
                        <a:pt x="81534" y="43053"/>
                        <a:pt x="78962" y="44672"/>
                      </a:cubicBezTo>
                      <a:cubicBezTo>
                        <a:pt x="80676" y="45149"/>
                        <a:pt x="81534" y="45911"/>
                        <a:pt x="81534" y="47054"/>
                      </a:cubicBezTo>
                      <a:cubicBezTo>
                        <a:pt x="81534" y="47530"/>
                        <a:pt x="81343" y="48197"/>
                        <a:pt x="80963" y="49054"/>
                      </a:cubicBezTo>
                      <a:cubicBezTo>
                        <a:pt x="80581" y="49911"/>
                        <a:pt x="80296" y="50578"/>
                        <a:pt x="80296" y="50864"/>
                      </a:cubicBezTo>
                      <a:cubicBezTo>
                        <a:pt x="80296" y="51530"/>
                        <a:pt x="81248" y="51816"/>
                        <a:pt x="82963" y="51721"/>
                      </a:cubicBezTo>
                      <a:cubicBezTo>
                        <a:pt x="82963" y="50102"/>
                        <a:pt x="82677" y="49149"/>
                        <a:pt x="82296" y="48768"/>
                      </a:cubicBezTo>
                      <a:close/>
                      <a:moveTo>
                        <a:pt x="87439" y="56960"/>
                      </a:moveTo>
                      <a:lnTo>
                        <a:pt x="88011" y="56388"/>
                      </a:lnTo>
                      <a:lnTo>
                        <a:pt x="86963" y="55055"/>
                      </a:lnTo>
                      <a:lnTo>
                        <a:pt x="87439" y="56960"/>
                      </a:lnTo>
                      <a:close/>
                      <a:moveTo>
                        <a:pt x="90678" y="45053"/>
                      </a:moveTo>
                      <a:lnTo>
                        <a:pt x="92583" y="46482"/>
                      </a:lnTo>
                      <a:cubicBezTo>
                        <a:pt x="92202" y="45625"/>
                        <a:pt x="92011" y="45149"/>
                        <a:pt x="92107" y="45053"/>
                      </a:cubicBezTo>
                      <a:lnTo>
                        <a:pt x="90773" y="45053"/>
                      </a:lnTo>
                      <a:close/>
                      <a:moveTo>
                        <a:pt x="91154" y="23908"/>
                      </a:moveTo>
                      <a:lnTo>
                        <a:pt x="91154" y="25337"/>
                      </a:lnTo>
                      <a:lnTo>
                        <a:pt x="92488" y="23908"/>
                      </a:lnTo>
                      <a:lnTo>
                        <a:pt x="91154" y="23908"/>
                      </a:lnTo>
                      <a:close/>
                      <a:moveTo>
                        <a:pt x="92488" y="39243"/>
                      </a:moveTo>
                      <a:lnTo>
                        <a:pt x="95821" y="36005"/>
                      </a:lnTo>
                      <a:lnTo>
                        <a:pt x="93821" y="36005"/>
                      </a:lnTo>
                      <a:lnTo>
                        <a:pt x="92488" y="39243"/>
                      </a:lnTo>
                      <a:close/>
                      <a:moveTo>
                        <a:pt x="93821" y="54388"/>
                      </a:moveTo>
                      <a:lnTo>
                        <a:pt x="95821" y="53721"/>
                      </a:lnTo>
                      <a:cubicBezTo>
                        <a:pt x="95821" y="53721"/>
                        <a:pt x="95059" y="53054"/>
                        <a:pt x="93821" y="53054"/>
                      </a:cubicBezTo>
                      <a:lnTo>
                        <a:pt x="93821" y="54483"/>
                      </a:lnTo>
                      <a:close/>
                      <a:moveTo>
                        <a:pt x="97822" y="22003"/>
                      </a:moveTo>
                      <a:cubicBezTo>
                        <a:pt x="97822" y="22003"/>
                        <a:pt x="98679" y="22193"/>
                        <a:pt x="99346" y="22860"/>
                      </a:cubicBezTo>
                      <a:lnTo>
                        <a:pt x="97822" y="22003"/>
                      </a:lnTo>
                      <a:close/>
                      <a:moveTo>
                        <a:pt x="100393" y="23527"/>
                      </a:moveTo>
                      <a:cubicBezTo>
                        <a:pt x="100393" y="23527"/>
                        <a:pt x="99917" y="23336"/>
                        <a:pt x="99346" y="22860"/>
                      </a:cubicBezTo>
                      <a:lnTo>
                        <a:pt x="100393" y="23527"/>
                      </a:lnTo>
                      <a:close/>
                      <a:moveTo>
                        <a:pt x="101060" y="23908"/>
                      </a:moveTo>
                      <a:lnTo>
                        <a:pt x="100393" y="23527"/>
                      </a:lnTo>
                      <a:cubicBezTo>
                        <a:pt x="100965" y="23527"/>
                        <a:pt x="101155" y="23336"/>
                        <a:pt x="101060" y="23336"/>
                      </a:cubicBezTo>
                      <a:lnTo>
                        <a:pt x="101060" y="23813"/>
                      </a:lnTo>
                      <a:close/>
                      <a:moveTo>
                        <a:pt x="103537" y="15812"/>
                      </a:moveTo>
                      <a:cubicBezTo>
                        <a:pt x="103537" y="15812"/>
                        <a:pt x="102870" y="15621"/>
                        <a:pt x="102203" y="15526"/>
                      </a:cubicBezTo>
                      <a:cubicBezTo>
                        <a:pt x="101441" y="15526"/>
                        <a:pt x="101060" y="15335"/>
                        <a:pt x="101060" y="15145"/>
                      </a:cubicBezTo>
                      <a:cubicBezTo>
                        <a:pt x="101060" y="14764"/>
                        <a:pt x="101346" y="14383"/>
                        <a:pt x="101822" y="13907"/>
                      </a:cubicBezTo>
                      <a:lnTo>
                        <a:pt x="103537" y="15812"/>
                      </a:lnTo>
                      <a:close/>
                      <a:moveTo>
                        <a:pt x="103822" y="41243"/>
                      </a:moveTo>
                      <a:lnTo>
                        <a:pt x="101727" y="39910"/>
                      </a:lnTo>
                      <a:lnTo>
                        <a:pt x="103822" y="39910"/>
                      </a:lnTo>
                      <a:lnTo>
                        <a:pt x="103822" y="41243"/>
                      </a:lnTo>
                      <a:close/>
                      <a:moveTo>
                        <a:pt x="103537" y="15812"/>
                      </a:moveTo>
                      <a:lnTo>
                        <a:pt x="103822" y="16193"/>
                      </a:lnTo>
                      <a:lnTo>
                        <a:pt x="103537" y="15812"/>
                      </a:lnTo>
                      <a:close/>
                      <a:moveTo>
                        <a:pt x="105251" y="29908"/>
                      </a:moveTo>
                      <a:lnTo>
                        <a:pt x="105823" y="28004"/>
                      </a:lnTo>
                      <a:lnTo>
                        <a:pt x="110014" y="29337"/>
                      </a:lnTo>
                      <a:cubicBezTo>
                        <a:pt x="108966" y="29528"/>
                        <a:pt x="108109" y="30194"/>
                        <a:pt x="107632" y="31433"/>
                      </a:cubicBezTo>
                      <a:cubicBezTo>
                        <a:pt x="107347" y="31433"/>
                        <a:pt x="106584" y="30861"/>
                        <a:pt x="105346" y="29908"/>
                      </a:cubicBezTo>
                      <a:close/>
                      <a:moveTo>
                        <a:pt x="109918" y="12002"/>
                      </a:moveTo>
                      <a:cubicBezTo>
                        <a:pt x="109728" y="12573"/>
                        <a:pt x="109251" y="12859"/>
                        <a:pt x="108585" y="12859"/>
                      </a:cubicBezTo>
                      <a:lnTo>
                        <a:pt x="106680" y="12859"/>
                      </a:lnTo>
                      <a:lnTo>
                        <a:pt x="107251" y="11525"/>
                      </a:lnTo>
                      <a:cubicBezTo>
                        <a:pt x="107251" y="11525"/>
                        <a:pt x="108585" y="12002"/>
                        <a:pt x="110014" y="12002"/>
                      </a:cubicBezTo>
                      <a:close/>
                      <a:moveTo>
                        <a:pt x="108966" y="17145"/>
                      </a:moveTo>
                      <a:lnTo>
                        <a:pt x="108966" y="16097"/>
                      </a:lnTo>
                      <a:cubicBezTo>
                        <a:pt x="111538" y="16574"/>
                        <a:pt x="113347" y="16764"/>
                        <a:pt x="114300" y="16574"/>
                      </a:cubicBezTo>
                      <a:lnTo>
                        <a:pt x="114300" y="17907"/>
                      </a:lnTo>
                      <a:lnTo>
                        <a:pt x="108966" y="17050"/>
                      </a:lnTo>
                      <a:close/>
                      <a:moveTo>
                        <a:pt x="114967" y="43148"/>
                      </a:moveTo>
                      <a:lnTo>
                        <a:pt x="113633" y="43148"/>
                      </a:lnTo>
                      <a:lnTo>
                        <a:pt x="114586" y="41434"/>
                      </a:lnTo>
                      <a:cubicBezTo>
                        <a:pt x="114586" y="41434"/>
                        <a:pt x="114967" y="42291"/>
                        <a:pt x="114967" y="43148"/>
                      </a:cubicBezTo>
                      <a:close/>
                      <a:moveTo>
                        <a:pt x="114300" y="41243"/>
                      </a:moveTo>
                      <a:cubicBezTo>
                        <a:pt x="114300" y="41243"/>
                        <a:pt x="114681" y="40767"/>
                        <a:pt x="114967" y="40386"/>
                      </a:cubicBezTo>
                      <a:lnTo>
                        <a:pt x="114586" y="41434"/>
                      </a:lnTo>
                      <a:cubicBezTo>
                        <a:pt x="114586" y="41434"/>
                        <a:pt x="114395" y="41243"/>
                        <a:pt x="114205" y="41243"/>
                      </a:cubicBezTo>
                      <a:close/>
                      <a:moveTo>
                        <a:pt x="114967" y="40386"/>
                      </a:moveTo>
                      <a:lnTo>
                        <a:pt x="115443" y="39148"/>
                      </a:lnTo>
                      <a:cubicBezTo>
                        <a:pt x="115443" y="39148"/>
                        <a:pt x="115443" y="39910"/>
                        <a:pt x="114967" y="40386"/>
                      </a:cubicBezTo>
                      <a:close/>
                      <a:moveTo>
                        <a:pt x="117538" y="4096"/>
                      </a:moveTo>
                      <a:lnTo>
                        <a:pt x="118967" y="5525"/>
                      </a:lnTo>
                      <a:lnTo>
                        <a:pt x="116395" y="5525"/>
                      </a:lnTo>
                      <a:lnTo>
                        <a:pt x="117538" y="4096"/>
                      </a:lnTo>
                      <a:close/>
                      <a:moveTo>
                        <a:pt x="118396" y="22860"/>
                      </a:moveTo>
                      <a:lnTo>
                        <a:pt x="121634" y="26099"/>
                      </a:lnTo>
                      <a:cubicBezTo>
                        <a:pt x="119158" y="25337"/>
                        <a:pt x="117919" y="24670"/>
                        <a:pt x="117919" y="24194"/>
                      </a:cubicBezTo>
                      <a:cubicBezTo>
                        <a:pt x="117919" y="23813"/>
                        <a:pt x="118110" y="23432"/>
                        <a:pt x="118396" y="22860"/>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 name="Google Shape;1436;p99"/>
                <p:cNvSpPr/>
                <p:nvPr/>
              </p:nvSpPr>
              <p:spPr>
                <a:xfrm>
                  <a:off x="6044564" y="2845593"/>
                  <a:ext cx="108584" cy="146589"/>
                </a:xfrm>
                <a:custGeom>
                  <a:avLst/>
                  <a:gdLst/>
                  <a:ahLst/>
                  <a:cxnLst/>
                  <a:rect l="l" t="t" r="r" b="b"/>
                  <a:pathLst>
                    <a:path w="108584" h="146589" extrusionOk="0">
                      <a:moveTo>
                        <a:pt x="2096" y="146590"/>
                      </a:moveTo>
                      <a:lnTo>
                        <a:pt x="0" y="145256"/>
                      </a:lnTo>
                      <a:lnTo>
                        <a:pt x="2096" y="145733"/>
                      </a:lnTo>
                      <a:lnTo>
                        <a:pt x="2096" y="146590"/>
                      </a:lnTo>
                      <a:close/>
                      <a:moveTo>
                        <a:pt x="106108" y="56102"/>
                      </a:moveTo>
                      <a:cubicBezTo>
                        <a:pt x="105728" y="57436"/>
                        <a:pt x="106013" y="58674"/>
                        <a:pt x="106966" y="60103"/>
                      </a:cubicBezTo>
                      <a:cubicBezTo>
                        <a:pt x="107918" y="61436"/>
                        <a:pt x="108490" y="62389"/>
                        <a:pt x="108490" y="62865"/>
                      </a:cubicBezTo>
                      <a:cubicBezTo>
                        <a:pt x="108490" y="63722"/>
                        <a:pt x="108013" y="64579"/>
                        <a:pt x="107156" y="65627"/>
                      </a:cubicBezTo>
                      <a:cubicBezTo>
                        <a:pt x="107728" y="70199"/>
                        <a:pt x="108013" y="75152"/>
                        <a:pt x="108013" y="80391"/>
                      </a:cubicBezTo>
                      <a:cubicBezTo>
                        <a:pt x="108013" y="85630"/>
                        <a:pt x="107728" y="90583"/>
                        <a:pt x="107156" y="95345"/>
                      </a:cubicBezTo>
                      <a:cubicBezTo>
                        <a:pt x="104965" y="96012"/>
                        <a:pt x="103918" y="97155"/>
                        <a:pt x="103918" y="98584"/>
                      </a:cubicBezTo>
                      <a:cubicBezTo>
                        <a:pt x="103918" y="99060"/>
                        <a:pt x="104108" y="99917"/>
                        <a:pt x="104394" y="101060"/>
                      </a:cubicBezTo>
                      <a:cubicBezTo>
                        <a:pt x="104680" y="102203"/>
                        <a:pt x="104965" y="103156"/>
                        <a:pt x="104965" y="103822"/>
                      </a:cubicBezTo>
                      <a:cubicBezTo>
                        <a:pt x="104965" y="104394"/>
                        <a:pt x="104870" y="104870"/>
                        <a:pt x="104584" y="105346"/>
                      </a:cubicBezTo>
                      <a:lnTo>
                        <a:pt x="105251" y="110204"/>
                      </a:lnTo>
                      <a:cubicBezTo>
                        <a:pt x="103727" y="110966"/>
                        <a:pt x="102584" y="112586"/>
                        <a:pt x="101727" y="114776"/>
                      </a:cubicBezTo>
                      <a:cubicBezTo>
                        <a:pt x="100870" y="117062"/>
                        <a:pt x="100108" y="119158"/>
                        <a:pt x="99346" y="121253"/>
                      </a:cubicBezTo>
                      <a:cubicBezTo>
                        <a:pt x="97155" y="122206"/>
                        <a:pt x="93536" y="124682"/>
                        <a:pt x="88582" y="128873"/>
                      </a:cubicBezTo>
                      <a:lnTo>
                        <a:pt x="90392" y="130778"/>
                      </a:lnTo>
                      <a:cubicBezTo>
                        <a:pt x="84106" y="130969"/>
                        <a:pt x="79438" y="132588"/>
                        <a:pt x="76581" y="135446"/>
                      </a:cubicBezTo>
                      <a:cubicBezTo>
                        <a:pt x="76200" y="135446"/>
                        <a:pt x="75629" y="135350"/>
                        <a:pt x="75247" y="135350"/>
                      </a:cubicBezTo>
                      <a:cubicBezTo>
                        <a:pt x="74200" y="135350"/>
                        <a:pt x="73247" y="135731"/>
                        <a:pt x="72390" y="136588"/>
                      </a:cubicBezTo>
                      <a:cubicBezTo>
                        <a:pt x="71533" y="137446"/>
                        <a:pt x="71152" y="138398"/>
                        <a:pt x="71247" y="139446"/>
                      </a:cubicBezTo>
                      <a:cubicBezTo>
                        <a:pt x="69818" y="138493"/>
                        <a:pt x="68104" y="138113"/>
                        <a:pt x="66294" y="138113"/>
                      </a:cubicBezTo>
                      <a:lnTo>
                        <a:pt x="60770" y="138113"/>
                      </a:lnTo>
                      <a:cubicBezTo>
                        <a:pt x="60960" y="137255"/>
                        <a:pt x="60674" y="136684"/>
                        <a:pt x="59626" y="136208"/>
                      </a:cubicBezTo>
                      <a:cubicBezTo>
                        <a:pt x="58674" y="135826"/>
                        <a:pt x="58103" y="135255"/>
                        <a:pt x="58007" y="134684"/>
                      </a:cubicBezTo>
                      <a:cubicBezTo>
                        <a:pt x="56579" y="136874"/>
                        <a:pt x="54673" y="138017"/>
                        <a:pt x="52006" y="138303"/>
                      </a:cubicBezTo>
                      <a:cubicBezTo>
                        <a:pt x="51530" y="138398"/>
                        <a:pt x="49339" y="138303"/>
                        <a:pt x="45339" y="138113"/>
                      </a:cubicBezTo>
                      <a:cubicBezTo>
                        <a:pt x="42481" y="136970"/>
                        <a:pt x="39529" y="135826"/>
                        <a:pt x="36481" y="134493"/>
                      </a:cubicBezTo>
                      <a:cubicBezTo>
                        <a:pt x="33052" y="132969"/>
                        <a:pt x="30385" y="131350"/>
                        <a:pt x="28575" y="129540"/>
                      </a:cubicBezTo>
                      <a:cubicBezTo>
                        <a:pt x="27908" y="130302"/>
                        <a:pt x="26479" y="130112"/>
                        <a:pt x="24194" y="128968"/>
                      </a:cubicBezTo>
                      <a:cubicBezTo>
                        <a:pt x="21431" y="125539"/>
                        <a:pt x="18669" y="122015"/>
                        <a:pt x="15812" y="118491"/>
                      </a:cubicBezTo>
                      <a:cubicBezTo>
                        <a:pt x="12859" y="114395"/>
                        <a:pt x="11144" y="110585"/>
                        <a:pt x="10858" y="106966"/>
                      </a:cubicBezTo>
                      <a:cubicBezTo>
                        <a:pt x="9334" y="105061"/>
                        <a:pt x="8572" y="102203"/>
                        <a:pt x="8668" y="98584"/>
                      </a:cubicBezTo>
                      <a:cubicBezTo>
                        <a:pt x="8668" y="93154"/>
                        <a:pt x="8668" y="90202"/>
                        <a:pt x="8668" y="89630"/>
                      </a:cubicBezTo>
                      <a:cubicBezTo>
                        <a:pt x="8668" y="88868"/>
                        <a:pt x="8477" y="88011"/>
                        <a:pt x="8477" y="87058"/>
                      </a:cubicBezTo>
                      <a:cubicBezTo>
                        <a:pt x="8477" y="85820"/>
                        <a:pt x="8668" y="83915"/>
                        <a:pt x="8954" y="81248"/>
                      </a:cubicBezTo>
                      <a:cubicBezTo>
                        <a:pt x="9334" y="78676"/>
                        <a:pt x="9430" y="76676"/>
                        <a:pt x="9430" y="75343"/>
                      </a:cubicBezTo>
                      <a:cubicBezTo>
                        <a:pt x="9430" y="72962"/>
                        <a:pt x="8954" y="70866"/>
                        <a:pt x="8096" y="69151"/>
                      </a:cubicBezTo>
                      <a:cubicBezTo>
                        <a:pt x="9239" y="68675"/>
                        <a:pt x="9525" y="67818"/>
                        <a:pt x="9049" y="66580"/>
                      </a:cubicBezTo>
                      <a:cubicBezTo>
                        <a:pt x="8572" y="65342"/>
                        <a:pt x="8668" y="64389"/>
                        <a:pt x="9525" y="63817"/>
                      </a:cubicBezTo>
                      <a:cubicBezTo>
                        <a:pt x="8858" y="58198"/>
                        <a:pt x="8477" y="53530"/>
                        <a:pt x="8477" y="49721"/>
                      </a:cubicBezTo>
                      <a:cubicBezTo>
                        <a:pt x="8477" y="42958"/>
                        <a:pt x="9430" y="37243"/>
                        <a:pt x="11335" y="32480"/>
                      </a:cubicBezTo>
                      <a:cubicBezTo>
                        <a:pt x="12287" y="28575"/>
                        <a:pt x="13049" y="26003"/>
                        <a:pt x="13621" y="24765"/>
                      </a:cubicBezTo>
                      <a:cubicBezTo>
                        <a:pt x="14954" y="22003"/>
                        <a:pt x="16954" y="20383"/>
                        <a:pt x="19431" y="19812"/>
                      </a:cubicBezTo>
                      <a:cubicBezTo>
                        <a:pt x="20955" y="15812"/>
                        <a:pt x="24194" y="12287"/>
                        <a:pt x="29432" y="9334"/>
                      </a:cubicBezTo>
                      <a:lnTo>
                        <a:pt x="28575" y="8763"/>
                      </a:lnTo>
                      <a:cubicBezTo>
                        <a:pt x="30194" y="8382"/>
                        <a:pt x="32480" y="7144"/>
                        <a:pt x="35433" y="4953"/>
                      </a:cubicBezTo>
                      <a:cubicBezTo>
                        <a:pt x="38005" y="3143"/>
                        <a:pt x="40386" y="2381"/>
                        <a:pt x="42767" y="2572"/>
                      </a:cubicBezTo>
                      <a:cubicBezTo>
                        <a:pt x="42767" y="857"/>
                        <a:pt x="43434" y="0"/>
                        <a:pt x="44767" y="0"/>
                      </a:cubicBezTo>
                      <a:cubicBezTo>
                        <a:pt x="45244" y="0"/>
                        <a:pt x="46101" y="191"/>
                        <a:pt x="47339" y="381"/>
                      </a:cubicBezTo>
                      <a:cubicBezTo>
                        <a:pt x="48578" y="762"/>
                        <a:pt x="49530" y="762"/>
                        <a:pt x="49911" y="667"/>
                      </a:cubicBezTo>
                      <a:cubicBezTo>
                        <a:pt x="51721" y="3334"/>
                        <a:pt x="54102" y="4572"/>
                        <a:pt x="57150" y="4572"/>
                      </a:cubicBezTo>
                      <a:cubicBezTo>
                        <a:pt x="58483" y="4572"/>
                        <a:pt x="60865" y="4191"/>
                        <a:pt x="64008" y="3238"/>
                      </a:cubicBezTo>
                      <a:cubicBezTo>
                        <a:pt x="66484" y="3905"/>
                        <a:pt x="69532" y="3905"/>
                        <a:pt x="73152" y="3238"/>
                      </a:cubicBezTo>
                      <a:lnTo>
                        <a:pt x="73152" y="3905"/>
                      </a:lnTo>
                      <a:cubicBezTo>
                        <a:pt x="74200" y="3524"/>
                        <a:pt x="75247" y="3238"/>
                        <a:pt x="76295" y="3238"/>
                      </a:cubicBezTo>
                      <a:cubicBezTo>
                        <a:pt x="77819" y="3238"/>
                        <a:pt x="79629" y="4191"/>
                        <a:pt x="82010" y="6096"/>
                      </a:cubicBezTo>
                      <a:cubicBezTo>
                        <a:pt x="84296" y="8001"/>
                        <a:pt x="86296" y="9049"/>
                        <a:pt x="88011" y="9334"/>
                      </a:cubicBezTo>
                      <a:cubicBezTo>
                        <a:pt x="88487" y="11144"/>
                        <a:pt x="89916" y="12954"/>
                        <a:pt x="92392" y="14859"/>
                      </a:cubicBezTo>
                      <a:cubicBezTo>
                        <a:pt x="94869" y="16669"/>
                        <a:pt x="96298" y="18002"/>
                        <a:pt x="96583" y="18764"/>
                      </a:cubicBezTo>
                      <a:cubicBezTo>
                        <a:pt x="98298" y="18764"/>
                        <a:pt x="99346" y="20003"/>
                        <a:pt x="99631" y="22384"/>
                      </a:cubicBezTo>
                      <a:cubicBezTo>
                        <a:pt x="100013" y="24765"/>
                        <a:pt x="100965" y="26003"/>
                        <a:pt x="102584" y="26003"/>
                      </a:cubicBezTo>
                      <a:cubicBezTo>
                        <a:pt x="103822" y="27432"/>
                        <a:pt x="104489" y="29623"/>
                        <a:pt x="104489" y="32385"/>
                      </a:cubicBezTo>
                      <a:lnTo>
                        <a:pt x="104489" y="34766"/>
                      </a:lnTo>
                      <a:cubicBezTo>
                        <a:pt x="104394" y="35909"/>
                        <a:pt x="104299" y="36767"/>
                        <a:pt x="104299" y="37147"/>
                      </a:cubicBezTo>
                      <a:cubicBezTo>
                        <a:pt x="104299" y="40481"/>
                        <a:pt x="105537" y="42863"/>
                        <a:pt x="107918" y="44387"/>
                      </a:cubicBezTo>
                      <a:cubicBezTo>
                        <a:pt x="107442" y="45244"/>
                        <a:pt x="107251" y="46101"/>
                        <a:pt x="107251" y="47149"/>
                      </a:cubicBezTo>
                      <a:cubicBezTo>
                        <a:pt x="107251" y="48101"/>
                        <a:pt x="107442" y="49244"/>
                        <a:pt x="107918" y="50768"/>
                      </a:cubicBezTo>
                      <a:cubicBezTo>
                        <a:pt x="108299" y="52292"/>
                        <a:pt x="108585" y="53340"/>
                        <a:pt x="108585" y="53912"/>
                      </a:cubicBezTo>
                      <a:cubicBezTo>
                        <a:pt x="108585" y="55245"/>
                        <a:pt x="107728" y="56102"/>
                        <a:pt x="106013" y="56483"/>
                      </a:cubicBezTo>
                      <a:close/>
                      <a:moveTo>
                        <a:pt x="88011" y="65532"/>
                      </a:moveTo>
                      <a:cubicBezTo>
                        <a:pt x="88582" y="65532"/>
                        <a:pt x="91249" y="66294"/>
                        <a:pt x="95917" y="67913"/>
                      </a:cubicBezTo>
                      <a:lnTo>
                        <a:pt x="95917" y="64103"/>
                      </a:lnTo>
                      <a:cubicBezTo>
                        <a:pt x="92107" y="62770"/>
                        <a:pt x="90392" y="62008"/>
                        <a:pt x="90773" y="62008"/>
                      </a:cubicBezTo>
                      <a:cubicBezTo>
                        <a:pt x="90011" y="62008"/>
                        <a:pt x="89725" y="62675"/>
                        <a:pt x="89916" y="64103"/>
                      </a:cubicBezTo>
                      <a:lnTo>
                        <a:pt x="88011" y="62008"/>
                      </a:lnTo>
                      <a:lnTo>
                        <a:pt x="87154" y="62484"/>
                      </a:lnTo>
                      <a:cubicBezTo>
                        <a:pt x="86392" y="61246"/>
                        <a:pt x="85249" y="60293"/>
                        <a:pt x="83725" y="59626"/>
                      </a:cubicBezTo>
                      <a:cubicBezTo>
                        <a:pt x="81153" y="58674"/>
                        <a:pt x="79724" y="58103"/>
                        <a:pt x="79343" y="57912"/>
                      </a:cubicBezTo>
                      <a:cubicBezTo>
                        <a:pt x="79820" y="57341"/>
                        <a:pt x="80010" y="56388"/>
                        <a:pt x="79820" y="55150"/>
                      </a:cubicBezTo>
                      <a:lnTo>
                        <a:pt x="79820" y="52102"/>
                      </a:lnTo>
                      <a:cubicBezTo>
                        <a:pt x="79438" y="51530"/>
                        <a:pt x="78200" y="48578"/>
                        <a:pt x="75914" y="43148"/>
                      </a:cubicBezTo>
                      <a:cubicBezTo>
                        <a:pt x="74390" y="39433"/>
                        <a:pt x="73057" y="37147"/>
                        <a:pt x="71819" y="36100"/>
                      </a:cubicBezTo>
                      <a:lnTo>
                        <a:pt x="72676" y="35528"/>
                      </a:lnTo>
                      <a:cubicBezTo>
                        <a:pt x="71438" y="33909"/>
                        <a:pt x="69723" y="32766"/>
                        <a:pt x="67532" y="32099"/>
                      </a:cubicBezTo>
                      <a:cubicBezTo>
                        <a:pt x="65341" y="31433"/>
                        <a:pt x="63246" y="30766"/>
                        <a:pt x="61341" y="30194"/>
                      </a:cubicBezTo>
                      <a:cubicBezTo>
                        <a:pt x="61531" y="28384"/>
                        <a:pt x="60674" y="27432"/>
                        <a:pt x="59055" y="27432"/>
                      </a:cubicBezTo>
                      <a:cubicBezTo>
                        <a:pt x="56959" y="27432"/>
                        <a:pt x="55436" y="28384"/>
                        <a:pt x="54769" y="30194"/>
                      </a:cubicBezTo>
                      <a:cubicBezTo>
                        <a:pt x="53530" y="30289"/>
                        <a:pt x="51816" y="31051"/>
                        <a:pt x="49721" y="32480"/>
                      </a:cubicBezTo>
                      <a:cubicBezTo>
                        <a:pt x="47530" y="33814"/>
                        <a:pt x="45911" y="34480"/>
                        <a:pt x="44863" y="34195"/>
                      </a:cubicBezTo>
                      <a:cubicBezTo>
                        <a:pt x="42577" y="34957"/>
                        <a:pt x="40957" y="36767"/>
                        <a:pt x="40005" y="39910"/>
                      </a:cubicBezTo>
                      <a:cubicBezTo>
                        <a:pt x="39053" y="43339"/>
                        <a:pt x="38005" y="45339"/>
                        <a:pt x="36671" y="46101"/>
                      </a:cubicBezTo>
                      <a:cubicBezTo>
                        <a:pt x="36766" y="47816"/>
                        <a:pt x="36671" y="50101"/>
                        <a:pt x="36195" y="52959"/>
                      </a:cubicBezTo>
                      <a:cubicBezTo>
                        <a:pt x="35814" y="55817"/>
                        <a:pt x="35623" y="57817"/>
                        <a:pt x="35623" y="58960"/>
                      </a:cubicBezTo>
                      <a:cubicBezTo>
                        <a:pt x="35623" y="60865"/>
                        <a:pt x="36004" y="62675"/>
                        <a:pt x="36671" y="64103"/>
                      </a:cubicBezTo>
                      <a:cubicBezTo>
                        <a:pt x="35433" y="65056"/>
                        <a:pt x="35242" y="66866"/>
                        <a:pt x="36195" y="69628"/>
                      </a:cubicBezTo>
                      <a:cubicBezTo>
                        <a:pt x="37052" y="71914"/>
                        <a:pt x="36576" y="73247"/>
                        <a:pt x="34862" y="73438"/>
                      </a:cubicBezTo>
                      <a:cubicBezTo>
                        <a:pt x="36195" y="78962"/>
                        <a:pt x="36766" y="83153"/>
                        <a:pt x="36766" y="86011"/>
                      </a:cubicBezTo>
                      <a:cubicBezTo>
                        <a:pt x="36766" y="88011"/>
                        <a:pt x="36576" y="90107"/>
                        <a:pt x="36290" y="92012"/>
                      </a:cubicBezTo>
                      <a:cubicBezTo>
                        <a:pt x="37147" y="92678"/>
                        <a:pt x="38767" y="96012"/>
                        <a:pt x="41148" y="102013"/>
                      </a:cubicBezTo>
                      <a:cubicBezTo>
                        <a:pt x="42958" y="106394"/>
                        <a:pt x="45720" y="108299"/>
                        <a:pt x="49530" y="107823"/>
                      </a:cubicBezTo>
                      <a:cubicBezTo>
                        <a:pt x="49911" y="108013"/>
                        <a:pt x="50292" y="107823"/>
                        <a:pt x="50768" y="107347"/>
                      </a:cubicBezTo>
                      <a:cubicBezTo>
                        <a:pt x="51149" y="106871"/>
                        <a:pt x="51530" y="106680"/>
                        <a:pt x="51721" y="106680"/>
                      </a:cubicBezTo>
                      <a:cubicBezTo>
                        <a:pt x="52102" y="106680"/>
                        <a:pt x="52388" y="106871"/>
                        <a:pt x="52864" y="107347"/>
                      </a:cubicBezTo>
                      <a:lnTo>
                        <a:pt x="52102" y="107823"/>
                      </a:lnTo>
                      <a:cubicBezTo>
                        <a:pt x="52102" y="108395"/>
                        <a:pt x="52388" y="108966"/>
                        <a:pt x="52959" y="109347"/>
                      </a:cubicBezTo>
                      <a:lnTo>
                        <a:pt x="54197" y="110585"/>
                      </a:lnTo>
                      <a:cubicBezTo>
                        <a:pt x="54959" y="111633"/>
                        <a:pt x="56007" y="112109"/>
                        <a:pt x="57245" y="112109"/>
                      </a:cubicBezTo>
                      <a:cubicBezTo>
                        <a:pt x="58960" y="112109"/>
                        <a:pt x="59912" y="111442"/>
                        <a:pt x="60007" y="110014"/>
                      </a:cubicBezTo>
                      <a:cubicBezTo>
                        <a:pt x="60865" y="110680"/>
                        <a:pt x="61531" y="111062"/>
                        <a:pt x="62198" y="111062"/>
                      </a:cubicBezTo>
                      <a:cubicBezTo>
                        <a:pt x="62865" y="111062"/>
                        <a:pt x="63722" y="110300"/>
                        <a:pt x="64579" y="108871"/>
                      </a:cubicBezTo>
                      <a:cubicBezTo>
                        <a:pt x="65437" y="107347"/>
                        <a:pt x="66199" y="106585"/>
                        <a:pt x="66865" y="106585"/>
                      </a:cubicBezTo>
                      <a:cubicBezTo>
                        <a:pt x="67532" y="106585"/>
                        <a:pt x="68389" y="106966"/>
                        <a:pt x="69437" y="107728"/>
                      </a:cubicBezTo>
                      <a:cubicBezTo>
                        <a:pt x="69628" y="107347"/>
                        <a:pt x="70675" y="106585"/>
                        <a:pt x="72676" y="105728"/>
                      </a:cubicBezTo>
                      <a:cubicBezTo>
                        <a:pt x="74295" y="105061"/>
                        <a:pt x="75057" y="104108"/>
                        <a:pt x="75057" y="102775"/>
                      </a:cubicBezTo>
                      <a:cubicBezTo>
                        <a:pt x="75057" y="102299"/>
                        <a:pt x="74962" y="101727"/>
                        <a:pt x="74676" y="101060"/>
                      </a:cubicBezTo>
                      <a:cubicBezTo>
                        <a:pt x="76200" y="100298"/>
                        <a:pt x="77248" y="98488"/>
                        <a:pt x="77533" y="95726"/>
                      </a:cubicBezTo>
                      <a:cubicBezTo>
                        <a:pt x="77914" y="92964"/>
                        <a:pt x="78676" y="91250"/>
                        <a:pt x="79820" y="90583"/>
                      </a:cubicBezTo>
                      <a:lnTo>
                        <a:pt x="79820" y="79248"/>
                      </a:lnTo>
                      <a:cubicBezTo>
                        <a:pt x="80105" y="78391"/>
                        <a:pt x="80200" y="77533"/>
                        <a:pt x="80200" y="76486"/>
                      </a:cubicBezTo>
                      <a:cubicBezTo>
                        <a:pt x="80200" y="75438"/>
                        <a:pt x="80010" y="74009"/>
                        <a:pt x="79724" y="72009"/>
                      </a:cubicBezTo>
                      <a:cubicBezTo>
                        <a:pt x="79343" y="70104"/>
                        <a:pt x="79153" y="68675"/>
                        <a:pt x="79153" y="67913"/>
                      </a:cubicBezTo>
                      <a:cubicBezTo>
                        <a:pt x="79153" y="66675"/>
                        <a:pt x="79438" y="65627"/>
                        <a:pt x="79820" y="64675"/>
                      </a:cubicBezTo>
                      <a:cubicBezTo>
                        <a:pt x="79820" y="63437"/>
                        <a:pt x="80105" y="62675"/>
                        <a:pt x="80867" y="62484"/>
                      </a:cubicBezTo>
                      <a:cubicBezTo>
                        <a:pt x="81248" y="62484"/>
                        <a:pt x="82201" y="62579"/>
                        <a:pt x="83820" y="62865"/>
                      </a:cubicBezTo>
                      <a:cubicBezTo>
                        <a:pt x="85058" y="63055"/>
                        <a:pt x="86011" y="63055"/>
                        <a:pt x="86582" y="62675"/>
                      </a:cubicBezTo>
                      <a:cubicBezTo>
                        <a:pt x="87630" y="63722"/>
                        <a:pt x="88011" y="64675"/>
                        <a:pt x="87916" y="65627"/>
                      </a:cubicBezTo>
                      <a:close/>
                      <a:moveTo>
                        <a:pt x="102679" y="56102"/>
                      </a:moveTo>
                      <a:cubicBezTo>
                        <a:pt x="101727" y="55626"/>
                        <a:pt x="100774" y="55436"/>
                        <a:pt x="99917" y="55436"/>
                      </a:cubicBezTo>
                      <a:cubicBezTo>
                        <a:pt x="99441" y="55436"/>
                        <a:pt x="98488" y="55626"/>
                        <a:pt x="97155" y="55912"/>
                      </a:cubicBezTo>
                      <a:cubicBezTo>
                        <a:pt x="95821" y="56197"/>
                        <a:pt x="94774" y="56293"/>
                        <a:pt x="93916" y="56197"/>
                      </a:cubicBezTo>
                      <a:lnTo>
                        <a:pt x="98012" y="58960"/>
                      </a:lnTo>
                      <a:lnTo>
                        <a:pt x="98488" y="56197"/>
                      </a:lnTo>
                      <a:cubicBezTo>
                        <a:pt x="98488" y="56197"/>
                        <a:pt x="100108" y="56674"/>
                        <a:pt x="102679" y="57531"/>
                      </a:cubicBezTo>
                      <a:lnTo>
                        <a:pt x="102679" y="56197"/>
                      </a:lnTo>
                      <a:close/>
                      <a:moveTo>
                        <a:pt x="98488" y="99346"/>
                      </a:moveTo>
                      <a:cubicBezTo>
                        <a:pt x="98488" y="99346"/>
                        <a:pt x="98870" y="99155"/>
                        <a:pt x="98870" y="98965"/>
                      </a:cubicBezTo>
                      <a:cubicBezTo>
                        <a:pt x="98870" y="98774"/>
                        <a:pt x="98584" y="98679"/>
                        <a:pt x="98012" y="98393"/>
                      </a:cubicBezTo>
                      <a:cubicBezTo>
                        <a:pt x="97441" y="98108"/>
                        <a:pt x="97155" y="97822"/>
                        <a:pt x="97155" y="97631"/>
                      </a:cubicBezTo>
                      <a:cubicBezTo>
                        <a:pt x="97155" y="97346"/>
                        <a:pt x="97441" y="97155"/>
                        <a:pt x="98012" y="96774"/>
                      </a:cubicBezTo>
                      <a:cubicBezTo>
                        <a:pt x="97346" y="96488"/>
                        <a:pt x="96679" y="96583"/>
                        <a:pt x="95917" y="96964"/>
                      </a:cubicBezTo>
                      <a:cubicBezTo>
                        <a:pt x="94869" y="97631"/>
                        <a:pt x="94297" y="98012"/>
                        <a:pt x="94202" y="98012"/>
                      </a:cubicBezTo>
                      <a:cubicBezTo>
                        <a:pt x="94583" y="98012"/>
                        <a:pt x="96012" y="98488"/>
                        <a:pt x="98488" y="99346"/>
                      </a:cubicBezTo>
                      <a:close/>
                      <a:moveTo>
                        <a:pt x="103156" y="64199"/>
                      </a:moveTo>
                      <a:lnTo>
                        <a:pt x="105156" y="64199"/>
                      </a:lnTo>
                      <a:cubicBezTo>
                        <a:pt x="104108" y="63532"/>
                        <a:pt x="103441" y="63437"/>
                        <a:pt x="103156" y="64008"/>
                      </a:cubicBezTo>
                      <a:cubicBezTo>
                        <a:pt x="101917" y="63627"/>
                        <a:pt x="100108" y="63151"/>
                        <a:pt x="97822" y="62484"/>
                      </a:cubicBezTo>
                      <a:cubicBezTo>
                        <a:pt x="97631" y="61722"/>
                        <a:pt x="96964" y="61341"/>
                        <a:pt x="95917" y="61341"/>
                      </a:cubicBezTo>
                      <a:cubicBezTo>
                        <a:pt x="96393" y="61532"/>
                        <a:pt x="96964" y="62008"/>
                        <a:pt x="97822" y="62484"/>
                      </a:cubicBezTo>
                      <a:cubicBezTo>
                        <a:pt x="97917" y="62960"/>
                        <a:pt x="98012" y="63532"/>
                        <a:pt x="98012" y="64199"/>
                      </a:cubicBezTo>
                      <a:cubicBezTo>
                        <a:pt x="98012" y="65151"/>
                        <a:pt x="98012" y="65627"/>
                        <a:pt x="98012" y="65722"/>
                      </a:cubicBezTo>
                      <a:cubicBezTo>
                        <a:pt x="98012" y="66008"/>
                        <a:pt x="98203" y="66199"/>
                        <a:pt x="98488" y="66008"/>
                      </a:cubicBezTo>
                      <a:lnTo>
                        <a:pt x="100394" y="64103"/>
                      </a:lnTo>
                      <a:lnTo>
                        <a:pt x="101251" y="64579"/>
                      </a:lnTo>
                      <a:cubicBezTo>
                        <a:pt x="101251" y="64579"/>
                        <a:pt x="101251" y="65532"/>
                        <a:pt x="100870" y="66008"/>
                      </a:cubicBezTo>
                      <a:cubicBezTo>
                        <a:pt x="100489" y="66484"/>
                        <a:pt x="100394" y="66961"/>
                        <a:pt x="100394" y="67342"/>
                      </a:cubicBezTo>
                      <a:cubicBezTo>
                        <a:pt x="101441" y="67628"/>
                        <a:pt x="102108" y="67342"/>
                        <a:pt x="102394" y="66389"/>
                      </a:cubicBezTo>
                      <a:cubicBezTo>
                        <a:pt x="102679" y="65532"/>
                        <a:pt x="102965" y="64675"/>
                        <a:pt x="103156" y="63913"/>
                      </a:cubicBezTo>
                      <a:lnTo>
                        <a:pt x="103156" y="64103"/>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 name="Google Shape;1437;p99"/>
                <p:cNvSpPr/>
                <p:nvPr/>
              </p:nvSpPr>
              <p:spPr>
                <a:xfrm>
                  <a:off x="6144577" y="2846165"/>
                  <a:ext cx="118586" cy="137826"/>
                </a:xfrm>
                <a:custGeom>
                  <a:avLst/>
                  <a:gdLst/>
                  <a:ahLst/>
                  <a:cxnLst/>
                  <a:rect l="l" t="t" r="r" b="b"/>
                  <a:pathLst>
                    <a:path w="118586" h="137826" extrusionOk="0">
                      <a:moveTo>
                        <a:pt x="0" y="121063"/>
                      </a:moveTo>
                      <a:cubicBezTo>
                        <a:pt x="0" y="120110"/>
                        <a:pt x="381" y="119634"/>
                        <a:pt x="1238" y="119539"/>
                      </a:cubicBezTo>
                      <a:cubicBezTo>
                        <a:pt x="1905" y="119634"/>
                        <a:pt x="2667" y="119729"/>
                        <a:pt x="3334" y="119729"/>
                      </a:cubicBezTo>
                      <a:cubicBezTo>
                        <a:pt x="2667" y="120777"/>
                        <a:pt x="1524" y="121253"/>
                        <a:pt x="0" y="121158"/>
                      </a:cubicBezTo>
                      <a:close/>
                      <a:moveTo>
                        <a:pt x="3334" y="100394"/>
                      </a:moveTo>
                      <a:cubicBezTo>
                        <a:pt x="3334" y="99536"/>
                        <a:pt x="4000" y="99155"/>
                        <a:pt x="5144" y="99155"/>
                      </a:cubicBezTo>
                      <a:lnTo>
                        <a:pt x="5144" y="100394"/>
                      </a:lnTo>
                      <a:lnTo>
                        <a:pt x="3334" y="100394"/>
                      </a:lnTo>
                      <a:close/>
                      <a:moveTo>
                        <a:pt x="8001" y="95917"/>
                      </a:moveTo>
                      <a:cubicBezTo>
                        <a:pt x="9239" y="96679"/>
                        <a:pt x="9715" y="97822"/>
                        <a:pt x="9334" y="99155"/>
                      </a:cubicBezTo>
                      <a:cubicBezTo>
                        <a:pt x="8382" y="99155"/>
                        <a:pt x="8001" y="98774"/>
                        <a:pt x="8001" y="97917"/>
                      </a:cubicBezTo>
                      <a:lnTo>
                        <a:pt x="8001" y="95917"/>
                      </a:lnTo>
                      <a:close/>
                      <a:moveTo>
                        <a:pt x="16573" y="96488"/>
                      </a:moveTo>
                      <a:lnTo>
                        <a:pt x="13716" y="96488"/>
                      </a:lnTo>
                      <a:cubicBezTo>
                        <a:pt x="12573" y="96488"/>
                        <a:pt x="11621" y="96107"/>
                        <a:pt x="10763" y="95059"/>
                      </a:cubicBezTo>
                      <a:lnTo>
                        <a:pt x="9906" y="95059"/>
                      </a:lnTo>
                      <a:lnTo>
                        <a:pt x="9906" y="92678"/>
                      </a:lnTo>
                      <a:lnTo>
                        <a:pt x="10763" y="92678"/>
                      </a:lnTo>
                      <a:cubicBezTo>
                        <a:pt x="10573" y="94012"/>
                        <a:pt x="10954" y="94869"/>
                        <a:pt x="11811" y="95059"/>
                      </a:cubicBezTo>
                      <a:lnTo>
                        <a:pt x="14573" y="95250"/>
                      </a:lnTo>
                      <a:cubicBezTo>
                        <a:pt x="15716" y="95250"/>
                        <a:pt x="16478" y="95631"/>
                        <a:pt x="16669" y="96488"/>
                      </a:cubicBezTo>
                      <a:close/>
                      <a:moveTo>
                        <a:pt x="13145" y="89916"/>
                      </a:moveTo>
                      <a:cubicBezTo>
                        <a:pt x="12382" y="90107"/>
                        <a:pt x="12001" y="89821"/>
                        <a:pt x="11811" y="88963"/>
                      </a:cubicBezTo>
                      <a:cubicBezTo>
                        <a:pt x="11621" y="88106"/>
                        <a:pt x="11239" y="87440"/>
                        <a:pt x="10668" y="87154"/>
                      </a:cubicBezTo>
                      <a:cubicBezTo>
                        <a:pt x="11144" y="87154"/>
                        <a:pt x="11716" y="87630"/>
                        <a:pt x="12287" y="88583"/>
                      </a:cubicBezTo>
                      <a:cubicBezTo>
                        <a:pt x="12668" y="89059"/>
                        <a:pt x="12954" y="89535"/>
                        <a:pt x="13145" y="90011"/>
                      </a:cubicBezTo>
                      <a:close/>
                      <a:moveTo>
                        <a:pt x="14002" y="104489"/>
                      </a:moveTo>
                      <a:cubicBezTo>
                        <a:pt x="14002" y="104489"/>
                        <a:pt x="14669" y="105156"/>
                        <a:pt x="14764" y="106013"/>
                      </a:cubicBezTo>
                      <a:cubicBezTo>
                        <a:pt x="14764" y="106966"/>
                        <a:pt x="14954" y="107442"/>
                        <a:pt x="15145" y="107728"/>
                      </a:cubicBezTo>
                      <a:lnTo>
                        <a:pt x="13145" y="107728"/>
                      </a:lnTo>
                      <a:lnTo>
                        <a:pt x="14002" y="104394"/>
                      </a:lnTo>
                      <a:close/>
                      <a:moveTo>
                        <a:pt x="19812" y="112395"/>
                      </a:moveTo>
                      <a:cubicBezTo>
                        <a:pt x="19812" y="112395"/>
                        <a:pt x="19050" y="111728"/>
                        <a:pt x="18479" y="111728"/>
                      </a:cubicBezTo>
                      <a:cubicBezTo>
                        <a:pt x="17907" y="111728"/>
                        <a:pt x="17240" y="112014"/>
                        <a:pt x="16288" y="112776"/>
                      </a:cubicBezTo>
                      <a:cubicBezTo>
                        <a:pt x="15430" y="113443"/>
                        <a:pt x="14859" y="113729"/>
                        <a:pt x="14764" y="113633"/>
                      </a:cubicBezTo>
                      <a:cubicBezTo>
                        <a:pt x="16859" y="111442"/>
                        <a:pt x="18097" y="110395"/>
                        <a:pt x="18383" y="110395"/>
                      </a:cubicBezTo>
                      <a:cubicBezTo>
                        <a:pt x="19050" y="110395"/>
                        <a:pt x="19621" y="111062"/>
                        <a:pt x="19907" y="112490"/>
                      </a:cubicBezTo>
                      <a:close/>
                      <a:moveTo>
                        <a:pt x="20764" y="107728"/>
                      </a:moveTo>
                      <a:cubicBezTo>
                        <a:pt x="18479" y="108299"/>
                        <a:pt x="17050" y="107823"/>
                        <a:pt x="16573" y="106299"/>
                      </a:cubicBezTo>
                      <a:lnTo>
                        <a:pt x="20764" y="106299"/>
                      </a:lnTo>
                      <a:lnTo>
                        <a:pt x="20764" y="107728"/>
                      </a:lnTo>
                      <a:close/>
                      <a:moveTo>
                        <a:pt x="16573" y="120110"/>
                      </a:moveTo>
                      <a:cubicBezTo>
                        <a:pt x="17621" y="120205"/>
                        <a:pt x="19240" y="119920"/>
                        <a:pt x="21526" y="119253"/>
                      </a:cubicBezTo>
                      <a:cubicBezTo>
                        <a:pt x="19526" y="120015"/>
                        <a:pt x="17907" y="120396"/>
                        <a:pt x="16573" y="120110"/>
                      </a:cubicBezTo>
                      <a:close/>
                      <a:moveTo>
                        <a:pt x="22098" y="119063"/>
                      </a:moveTo>
                      <a:cubicBezTo>
                        <a:pt x="22098" y="119063"/>
                        <a:pt x="21717" y="119253"/>
                        <a:pt x="21526" y="119253"/>
                      </a:cubicBezTo>
                      <a:cubicBezTo>
                        <a:pt x="21717" y="119253"/>
                        <a:pt x="21907" y="119253"/>
                        <a:pt x="22098" y="119063"/>
                      </a:cubicBezTo>
                      <a:lnTo>
                        <a:pt x="22098" y="119063"/>
                      </a:lnTo>
                      <a:close/>
                      <a:moveTo>
                        <a:pt x="118396" y="40291"/>
                      </a:moveTo>
                      <a:cubicBezTo>
                        <a:pt x="115824" y="42005"/>
                        <a:pt x="114490" y="44387"/>
                        <a:pt x="114205" y="47530"/>
                      </a:cubicBezTo>
                      <a:cubicBezTo>
                        <a:pt x="115633" y="49244"/>
                        <a:pt x="115157" y="50292"/>
                        <a:pt x="112776" y="50768"/>
                      </a:cubicBezTo>
                      <a:lnTo>
                        <a:pt x="114205" y="52102"/>
                      </a:lnTo>
                      <a:cubicBezTo>
                        <a:pt x="113443" y="51721"/>
                        <a:pt x="112586" y="51435"/>
                        <a:pt x="111823" y="51245"/>
                      </a:cubicBezTo>
                      <a:cubicBezTo>
                        <a:pt x="111728" y="51149"/>
                        <a:pt x="111347" y="50387"/>
                        <a:pt x="110776" y="48863"/>
                      </a:cubicBezTo>
                      <a:cubicBezTo>
                        <a:pt x="109633" y="50197"/>
                        <a:pt x="109061" y="51625"/>
                        <a:pt x="109061" y="53150"/>
                      </a:cubicBezTo>
                      <a:cubicBezTo>
                        <a:pt x="109061" y="50959"/>
                        <a:pt x="109252" y="52673"/>
                        <a:pt x="109442" y="58103"/>
                      </a:cubicBezTo>
                      <a:cubicBezTo>
                        <a:pt x="111062" y="58293"/>
                        <a:pt x="112871" y="59150"/>
                        <a:pt x="114967" y="60484"/>
                      </a:cubicBezTo>
                      <a:cubicBezTo>
                        <a:pt x="114395" y="62579"/>
                        <a:pt x="114395" y="66484"/>
                        <a:pt x="114776" y="72390"/>
                      </a:cubicBezTo>
                      <a:cubicBezTo>
                        <a:pt x="115157" y="77343"/>
                        <a:pt x="114490" y="81058"/>
                        <a:pt x="112871" y="83725"/>
                      </a:cubicBezTo>
                      <a:lnTo>
                        <a:pt x="114967" y="86963"/>
                      </a:lnTo>
                      <a:cubicBezTo>
                        <a:pt x="114681" y="88487"/>
                        <a:pt x="114681" y="90202"/>
                        <a:pt x="114681" y="92297"/>
                      </a:cubicBezTo>
                      <a:lnTo>
                        <a:pt x="114681" y="95726"/>
                      </a:lnTo>
                      <a:cubicBezTo>
                        <a:pt x="114681" y="97155"/>
                        <a:pt x="114776" y="98393"/>
                        <a:pt x="114776" y="99155"/>
                      </a:cubicBezTo>
                      <a:cubicBezTo>
                        <a:pt x="114776" y="105442"/>
                        <a:pt x="113347" y="110014"/>
                        <a:pt x="110299" y="112776"/>
                      </a:cubicBezTo>
                      <a:cubicBezTo>
                        <a:pt x="106871" y="120682"/>
                        <a:pt x="99346" y="128016"/>
                        <a:pt x="87821" y="134684"/>
                      </a:cubicBezTo>
                      <a:cubicBezTo>
                        <a:pt x="86963" y="134207"/>
                        <a:pt x="86201" y="134017"/>
                        <a:pt x="85439" y="134017"/>
                      </a:cubicBezTo>
                      <a:cubicBezTo>
                        <a:pt x="83344" y="134017"/>
                        <a:pt x="81629" y="135160"/>
                        <a:pt x="80105" y="137446"/>
                      </a:cubicBezTo>
                      <a:cubicBezTo>
                        <a:pt x="78867" y="137065"/>
                        <a:pt x="77533" y="136970"/>
                        <a:pt x="76200" y="136970"/>
                      </a:cubicBezTo>
                      <a:cubicBezTo>
                        <a:pt x="74866" y="136970"/>
                        <a:pt x="72771" y="137065"/>
                        <a:pt x="70199" y="137350"/>
                      </a:cubicBezTo>
                      <a:cubicBezTo>
                        <a:pt x="67628" y="137636"/>
                        <a:pt x="65627" y="137827"/>
                        <a:pt x="64389" y="137827"/>
                      </a:cubicBezTo>
                      <a:cubicBezTo>
                        <a:pt x="60960" y="137827"/>
                        <a:pt x="58293" y="136684"/>
                        <a:pt x="56293" y="134493"/>
                      </a:cubicBezTo>
                      <a:cubicBezTo>
                        <a:pt x="54673" y="134493"/>
                        <a:pt x="52864" y="134112"/>
                        <a:pt x="50578" y="133255"/>
                      </a:cubicBezTo>
                      <a:cubicBezTo>
                        <a:pt x="48387" y="132398"/>
                        <a:pt x="46768" y="131921"/>
                        <a:pt x="45815" y="131921"/>
                      </a:cubicBezTo>
                      <a:cubicBezTo>
                        <a:pt x="45815" y="130112"/>
                        <a:pt x="45529" y="129064"/>
                        <a:pt x="44767" y="128873"/>
                      </a:cubicBezTo>
                      <a:cubicBezTo>
                        <a:pt x="43624" y="128778"/>
                        <a:pt x="42481" y="128683"/>
                        <a:pt x="41434" y="128492"/>
                      </a:cubicBezTo>
                      <a:cubicBezTo>
                        <a:pt x="40005" y="128397"/>
                        <a:pt x="39243" y="127349"/>
                        <a:pt x="39243" y="125444"/>
                      </a:cubicBezTo>
                      <a:cubicBezTo>
                        <a:pt x="36481" y="125635"/>
                        <a:pt x="34671" y="124301"/>
                        <a:pt x="33814" y="121349"/>
                      </a:cubicBezTo>
                      <a:cubicBezTo>
                        <a:pt x="32956" y="118396"/>
                        <a:pt x="31432" y="117062"/>
                        <a:pt x="29337" y="117443"/>
                      </a:cubicBezTo>
                      <a:lnTo>
                        <a:pt x="28004" y="116015"/>
                      </a:lnTo>
                      <a:cubicBezTo>
                        <a:pt x="28004" y="116015"/>
                        <a:pt x="28099" y="115062"/>
                        <a:pt x="28099" y="114586"/>
                      </a:cubicBezTo>
                      <a:cubicBezTo>
                        <a:pt x="28099" y="113633"/>
                        <a:pt x="27432" y="112014"/>
                        <a:pt x="26003" y="110014"/>
                      </a:cubicBezTo>
                      <a:cubicBezTo>
                        <a:pt x="24670" y="107918"/>
                        <a:pt x="24003" y="106204"/>
                        <a:pt x="24098" y="104870"/>
                      </a:cubicBezTo>
                      <a:cubicBezTo>
                        <a:pt x="23908" y="104299"/>
                        <a:pt x="23717" y="103632"/>
                        <a:pt x="23717" y="102965"/>
                      </a:cubicBezTo>
                      <a:cubicBezTo>
                        <a:pt x="23717" y="101632"/>
                        <a:pt x="24384" y="99917"/>
                        <a:pt x="25717" y="97917"/>
                      </a:cubicBezTo>
                      <a:cubicBezTo>
                        <a:pt x="27146" y="95917"/>
                        <a:pt x="27813" y="94393"/>
                        <a:pt x="27813" y="93345"/>
                      </a:cubicBezTo>
                      <a:cubicBezTo>
                        <a:pt x="27813" y="92774"/>
                        <a:pt x="27622" y="92202"/>
                        <a:pt x="27337" y="91630"/>
                      </a:cubicBezTo>
                      <a:cubicBezTo>
                        <a:pt x="26861" y="91821"/>
                        <a:pt x="26384" y="91630"/>
                        <a:pt x="25908" y="91154"/>
                      </a:cubicBezTo>
                      <a:cubicBezTo>
                        <a:pt x="26194" y="90583"/>
                        <a:pt x="26670" y="90297"/>
                        <a:pt x="27337" y="90297"/>
                      </a:cubicBezTo>
                      <a:lnTo>
                        <a:pt x="29242" y="90297"/>
                      </a:lnTo>
                      <a:lnTo>
                        <a:pt x="28384" y="93059"/>
                      </a:lnTo>
                      <a:cubicBezTo>
                        <a:pt x="28956" y="93726"/>
                        <a:pt x="29813" y="93917"/>
                        <a:pt x="30861" y="93536"/>
                      </a:cubicBezTo>
                      <a:cubicBezTo>
                        <a:pt x="31909" y="93154"/>
                        <a:pt x="32671" y="93154"/>
                        <a:pt x="33147" y="93536"/>
                      </a:cubicBezTo>
                      <a:lnTo>
                        <a:pt x="33814" y="89249"/>
                      </a:lnTo>
                      <a:cubicBezTo>
                        <a:pt x="34480" y="90011"/>
                        <a:pt x="35528" y="90488"/>
                        <a:pt x="36957" y="90488"/>
                      </a:cubicBezTo>
                      <a:cubicBezTo>
                        <a:pt x="37052" y="90488"/>
                        <a:pt x="39529" y="89821"/>
                        <a:pt x="44387" y="88392"/>
                      </a:cubicBezTo>
                      <a:lnTo>
                        <a:pt x="43910" y="89249"/>
                      </a:lnTo>
                      <a:cubicBezTo>
                        <a:pt x="43910" y="89249"/>
                        <a:pt x="44577" y="89916"/>
                        <a:pt x="44767" y="89916"/>
                      </a:cubicBezTo>
                      <a:cubicBezTo>
                        <a:pt x="45053" y="89916"/>
                        <a:pt x="45339" y="89535"/>
                        <a:pt x="45625" y="88678"/>
                      </a:cubicBezTo>
                      <a:cubicBezTo>
                        <a:pt x="46006" y="87916"/>
                        <a:pt x="46482" y="87630"/>
                        <a:pt x="47149" y="87821"/>
                      </a:cubicBezTo>
                      <a:lnTo>
                        <a:pt x="47149" y="85916"/>
                      </a:lnTo>
                      <a:cubicBezTo>
                        <a:pt x="47911" y="85820"/>
                        <a:pt x="48387" y="85725"/>
                        <a:pt x="48863" y="85725"/>
                      </a:cubicBezTo>
                      <a:cubicBezTo>
                        <a:pt x="50863" y="85725"/>
                        <a:pt x="52006" y="86773"/>
                        <a:pt x="52006" y="88868"/>
                      </a:cubicBezTo>
                      <a:cubicBezTo>
                        <a:pt x="52006" y="89345"/>
                        <a:pt x="52006" y="90011"/>
                        <a:pt x="51816" y="90964"/>
                      </a:cubicBezTo>
                      <a:cubicBezTo>
                        <a:pt x="51816" y="91916"/>
                        <a:pt x="51625" y="92583"/>
                        <a:pt x="51625" y="93059"/>
                      </a:cubicBezTo>
                      <a:cubicBezTo>
                        <a:pt x="51625" y="94774"/>
                        <a:pt x="52102" y="96012"/>
                        <a:pt x="52959" y="96869"/>
                      </a:cubicBezTo>
                      <a:cubicBezTo>
                        <a:pt x="53340" y="100584"/>
                        <a:pt x="55436" y="103537"/>
                        <a:pt x="59341" y="105442"/>
                      </a:cubicBezTo>
                      <a:cubicBezTo>
                        <a:pt x="62674" y="106775"/>
                        <a:pt x="66104" y="108204"/>
                        <a:pt x="69532" y="109538"/>
                      </a:cubicBezTo>
                      <a:cubicBezTo>
                        <a:pt x="70295" y="108204"/>
                        <a:pt x="72199" y="107061"/>
                        <a:pt x="75057" y="106299"/>
                      </a:cubicBezTo>
                      <a:cubicBezTo>
                        <a:pt x="78581" y="105251"/>
                        <a:pt x="80963" y="104299"/>
                        <a:pt x="82105" y="103537"/>
                      </a:cubicBezTo>
                      <a:cubicBezTo>
                        <a:pt x="82391" y="103537"/>
                        <a:pt x="82582" y="102775"/>
                        <a:pt x="82582" y="101632"/>
                      </a:cubicBezTo>
                      <a:cubicBezTo>
                        <a:pt x="82963" y="102299"/>
                        <a:pt x="83725" y="102870"/>
                        <a:pt x="84963" y="103156"/>
                      </a:cubicBezTo>
                      <a:cubicBezTo>
                        <a:pt x="86106" y="103537"/>
                        <a:pt x="86963" y="104108"/>
                        <a:pt x="87439" y="104870"/>
                      </a:cubicBezTo>
                      <a:lnTo>
                        <a:pt x="89345" y="101632"/>
                      </a:lnTo>
                      <a:cubicBezTo>
                        <a:pt x="89345" y="101632"/>
                        <a:pt x="89725" y="102489"/>
                        <a:pt x="90678" y="103537"/>
                      </a:cubicBezTo>
                      <a:cubicBezTo>
                        <a:pt x="92392" y="103537"/>
                        <a:pt x="93345" y="103346"/>
                        <a:pt x="93440" y="103061"/>
                      </a:cubicBezTo>
                      <a:lnTo>
                        <a:pt x="90678" y="100298"/>
                      </a:lnTo>
                      <a:cubicBezTo>
                        <a:pt x="90678" y="100298"/>
                        <a:pt x="91535" y="100584"/>
                        <a:pt x="92678" y="101537"/>
                      </a:cubicBezTo>
                      <a:cubicBezTo>
                        <a:pt x="93726" y="102489"/>
                        <a:pt x="94679" y="102870"/>
                        <a:pt x="95345" y="102870"/>
                      </a:cubicBezTo>
                      <a:cubicBezTo>
                        <a:pt x="95821" y="102870"/>
                        <a:pt x="96298" y="102679"/>
                        <a:pt x="96679" y="102394"/>
                      </a:cubicBezTo>
                      <a:cubicBezTo>
                        <a:pt x="96679" y="102394"/>
                        <a:pt x="96869" y="102870"/>
                        <a:pt x="97250" y="103632"/>
                      </a:cubicBezTo>
                      <a:cubicBezTo>
                        <a:pt x="98203" y="103251"/>
                        <a:pt x="98584" y="102679"/>
                        <a:pt x="98584" y="102299"/>
                      </a:cubicBezTo>
                      <a:cubicBezTo>
                        <a:pt x="98584" y="102013"/>
                        <a:pt x="98107" y="101441"/>
                        <a:pt x="97346" y="100775"/>
                      </a:cubicBezTo>
                      <a:cubicBezTo>
                        <a:pt x="96488" y="100203"/>
                        <a:pt x="96012" y="99632"/>
                        <a:pt x="95917" y="99155"/>
                      </a:cubicBezTo>
                      <a:cubicBezTo>
                        <a:pt x="96869" y="98488"/>
                        <a:pt x="97250" y="97822"/>
                        <a:pt x="97250" y="97441"/>
                      </a:cubicBezTo>
                      <a:cubicBezTo>
                        <a:pt x="97250" y="97060"/>
                        <a:pt x="96869" y="96298"/>
                        <a:pt x="96012" y="95441"/>
                      </a:cubicBezTo>
                      <a:cubicBezTo>
                        <a:pt x="95155" y="94488"/>
                        <a:pt x="94679" y="93821"/>
                        <a:pt x="94583" y="93154"/>
                      </a:cubicBezTo>
                      <a:cubicBezTo>
                        <a:pt x="94202" y="93440"/>
                        <a:pt x="94012" y="94012"/>
                        <a:pt x="94012" y="95059"/>
                      </a:cubicBezTo>
                      <a:cubicBezTo>
                        <a:pt x="93440" y="94488"/>
                        <a:pt x="93059" y="94298"/>
                        <a:pt x="92678" y="94583"/>
                      </a:cubicBezTo>
                      <a:lnTo>
                        <a:pt x="92107" y="95059"/>
                      </a:lnTo>
                      <a:lnTo>
                        <a:pt x="94012" y="96965"/>
                      </a:lnTo>
                      <a:lnTo>
                        <a:pt x="91249" y="97822"/>
                      </a:lnTo>
                      <a:cubicBezTo>
                        <a:pt x="91440" y="97250"/>
                        <a:pt x="91440" y="96774"/>
                        <a:pt x="91249" y="96488"/>
                      </a:cubicBezTo>
                      <a:cubicBezTo>
                        <a:pt x="91059" y="96012"/>
                        <a:pt x="90678" y="95821"/>
                        <a:pt x="90202" y="95917"/>
                      </a:cubicBezTo>
                      <a:lnTo>
                        <a:pt x="87439" y="95917"/>
                      </a:lnTo>
                      <a:lnTo>
                        <a:pt x="90678" y="94488"/>
                      </a:lnTo>
                      <a:lnTo>
                        <a:pt x="89345" y="93154"/>
                      </a:lnTo>
                      <a:lnTo>
                        <a:pt x="88868" y="93631"/>
                      </a:lnTo>
                      <a:cubicBezTo>
                        <a:pt x="86678" y="93059"/>
                        <a:pt x="85534" y="91630"/>
                        <a:pt x="85534" y="89535"/>
                      </a:cubicBezTo>
                      <a:cubicBezTo>
                        <a:pt x="85534" y="88868"/>
                        <a:pt x="85630" y="87821"/>
                        <a:pt x="85915" y="86487"/>
                      </a:cubicBezTo>
                      <a:cubicBezTo>
                        <a:pt x="86106" y="85154"/>
                        <a:pt x="86296" y="84296"/>
                        <a:pt x="86296" y="83820"/>
                      </a:cubicBezTo>
                      <a:cubicBezTo>
                        <a:pt x="86296" y="82391"/>
                        <a:pt x="85630" y="81439"/>
                        <a:pt x="84201" y="81248"/>
                      </a:cubicBezTo>
                      <a:cubicBezTo>
                        <a:pt x="85820" y="78772"/>
                        <a:pt x="86487" y="75343"/>
                        <a:pt x="86106" y="70961"/>
                      </a:cubicBezTo>
                      <a:cubicBezTo>
                        <a:pt x="85630" y="65723"/>
                        <a:pt x="85630" y="62389"/>
                        <a:pt x="86106" y="60674"/>
                      </a:cubicBezTo>
                      <a:cubicBezTo>
                        <a:pt x="85534" y="56769"/>
                        <a:pt x="85249" y="52388"/>
                        <a:pt x="85249" y="47434"/>
                      </a:cubicBezTo>
                      <a:cubicBezTo>
                        <a:pt x="85249" y="44196"/>
                        <a:pt x="85439" y="39338"/>
                        <a:pt x="85725" y="32671"/>
                      </a:cubicBezTo>
                      <a:cubicBezTo>
                        <a:pt x="86106" y="26099"/>
                        <a:pt x="86201" y="21050"/>
                        <a:pt x="86201" y="17621"/>
                      </a:cubicBezTo>
                      <a:cubicBezTo>
                        <a:pt x="86201" y="13049"/>
                        <a:pt x="86011" y="8858"/>
                        <a:pt x="85534" y="4858"/>
                      </a:cubicBezTo>
                      <a:cubicBezTo>
                        <a:pt x="88582" y="1619"/>
                        <a:pt x="93536" y="0"/>
                        <a:pt x="100298" y="0"/>
                      </a:cubicBezTo>
                      <a:cubicBezTo>
                        <a:pt x="102013" y="0"/>
                        <a:pt x="105442" y="286"/>
                        <a:pt x="110395" y="667"/>
                      </a:cubicBezTo>
                      <a:lnTo>
                        <a:pt x="115062" y="3429"/>
                      </a:lnTo>
                      <a:cubicBezTo>
                        <a:pt x="115538" y="6763"/>
                        <a:pt x="115729" y="10192"/>
                        <a:pt x="115729" y="13811"/>
                      </a:cubicBezTo>
                      <a:cubicBezTo>
                        <a:pt x="115729" y="16764"/>
                        <a:pt x="115443" y="21050"/>
                        <a:pt x="115062" y="26670"/>
                      </a:cubicBezTo>
                      <a:cubicBezTo>
                        <a:pt x="114586" y="32671"/>
                        <a:pt x="114395" y="37148"/>
                        <a:pt x="114395" y="40291"/>
                      </a:cubicBezTo>
                      <a:cubicBezTo>
                        <a:pt x="114776" y="41053"/>
                        <a:pt x="115157" y="41529"/>
                        <a:pt x="115824" y="41529"/>
                      </a:cubicBezTo>
                      <a:cubicBezTo>
                        <a:pt x="115443" y="41529"/>
                        <a:pt x="116396" y="41148"/>
                        <a:pt x="118586" y="40291"/>
                      </a:cubicBezTo>
                      <a:close/>
                      <a:moveTo>
                        <a:pt x="26384" y="123444"/>
                      </a:moveTo>
                      <a:cubicBezTo>
                        <a:pt x="26384" y="123444"/>
                        <a:pt x="27622" y="123444"/>
                        <a:pt x="28861" y="122968"/>
                      </a:cubicBezTo>
                      <a:cubicBezTo>
                        <a:pt x="30004" y="122492"/>
                        <a:pt x="30861" y="122301"/>
                        <a:pt x="31337" y="122301"/>
                      </a:cubicBezTo>
                      <a:cubicBezTo>
                        <a:pt x="32575" y="122301"/>
                        <a:pt x="33052" y="123158"/>
                        <a:pt x="33052" y="124873"/>
                      </a:cubicBezTo>
                      <a:cubicBezTo>
                        <a:pt x="32385" y="123920"/>
                        <a:pt x="31051" y="123539"/>
                        <a:pt x="29146" y="123539"/>
                      </a:cubicBezTo>
                      <a:cubicBezTo>
                        <a:pt x="26861" y="123539"/>
                        <a:pt x="25146" y="124301"/>
                        <a:pt x="24003" y="125730"/>
                      </a:cubicBezTo>
                      <a:lnTo>
                        <a:pt x="25908" y="121063"/>
                      </a:lnTo>
                      <a:lnTo>
                        <a:pt x="26479" y="123539"/>
                      </a:lnTo>
                      <a:close/>
                      <a:moveTo>
                        <a:pt x="39529" y="116872"/>
                      </a:moveTo>
                      <a:lnTo>
                        <a:pt x="39529" y="114967"/>
                      </a:lnTo>
                      <a:lnTo>
                        <a:pt x="39053" y="114967"/>
                      </a:lnTo>
                      <a:lnTo>
                        <a:pt x="39053" y="116872"/>
                      </a:lnTo>
                      <a:lnTo>
                        <a:pt x="39529" y="116872"/>
                      </a:lnTo>
                      <a:close/>
                      <a:moveTo>
                        <a:pt x="40957" y="104966"/>
                      </a:moveTo>
                      <a:lnTo>
                        <a:pt x="40957" y="102394"/>
                      </a:lnTo>
                      <a:lnTo>
                        <a:pt x="40386" y="102394"/>
                      </a:lnTo>
                      <a:lnTo>
                        <a:pt x="40957" y="104966"/>
                      </a:lnTo>
                      <a:close/>
                      <a:moveTo>
                        <a:pt x="86773" y="76009"/>
                      </a:moveTo>
                      <a:cubicBezTo>
                        <a:pt x="85534" y="76009"/>
                        <a:pt x="87725" y="75629"/>
                        <a:pt x="93250" y="74676"/>
                      </a:cubicBezTo>
                      <a:cubicBezTo>
                        <a:pt x="91154" y="74200"/>
                        <a:pt x="88963" y="74676"/>
                        <a:pt x="86773" y="76009"/>
                      </a:cubicBezTo>
                      <a:close/>
                      <a:moveTo>
                        <a:pt x="89154" y="98203"/>
                      </a:moveTo>
                      <a:cubicBezTo>
                        <a:pt x="89154" y="98203"/>
                        <a:pt x="88868" y="99250"/>
                        <a:pt x="87821" y="100298"/>
                      </a:cubicBezTo>
                      <a:lnTo>
                        <a:pt x="87821" y="97727"/>
                      </a:lnTo>
                      <a:cubicBezTo>
                        <a:pt x="87821" y="97727"/>
                        <a:pt x="88297" y="97822"/>
                        <a:pt x="89154" y="98203"/>
                      </a:cubicBezTo>
                      <a:close/>
                      <a:moveTo>
                        <a:pt x="95155" y="73819"/>
                      </a:moveTo>
                      <a:cubicBezTo>
                        <a:pt x="95631" y="75248"/>
                        <a:pt x="96203" y="76009"/>
                        <a:pt x="96869" y="76009"/>
                      </a:cubicBezTo>
                      <a:cubicBezTo>
                        <a:pt x="97250" y="76009"/>
                        <a:pt x="97822" y="75629"/>
                        <a:pt x="98774" y="74676"/>
                      </a:cubicBezTo>
                      <a:cubicBezTo>
                        <a:pt x="99727" y="73819"/>
                        <a:pt x="100394" y="73438"/>
                        <a:pt x="100870" y="73438"/>
                      </a:cubicBezTo>
                      <a:cubicBezTo>
                        <a:pt x="101155" y="73438"/>
                        <a:pt x="101441" y="73533"/>
                        <a:pt x="101632" y="73819"/>
                      </a:cubicBezTo>
                      <a:cubicBezTo>
                        <a:pt x="101060" y="73152"/>
                        <a:pt x="100394" y="72771"/>
                        <a:pt x="99536" y="72771"/>
                      </a:cubicBezTo>
                      <a:cubicBezTo>
                        <a:pt x="98965" y="72771"/>
                        <a:pt x="98107" y="72962"/>
                        <a:pt x="97060" y="73342"/>
                      </a:cubicBezTo>
                      <a:cubicBezTo>
                        <a:pt x="95917" y="73724"/>
                        <a:pt x="95345" y="73914"/>
                        <a:pt x="95059" y="73819"/>
                      </a:cubicBezTo>
                      <a:close/>
                      <a:moveTo>
                        <a:pt x="105632" y="55340"/>
                      </a:moveTo>
                      <a:lnTo>
                        <a:pt x="105632" y="53435"/>
                      </a:lnTo>
                      <a:cubicBezTo>
                        <a:pt x="105632" y="53435"/>
                        <a:pt x="105346" y="53816"/>
                        <a:pt x="104775" y="54102"/>
                      </a:cubicBezTo>
                      <a:cubicBezTo>
                        <a:pt x="104204" y="54388"/>
                        <a:pt x="103918" y="54674"/>
                        <a:pt x="103918" y="54959"/>
                      </a:cubicBezTo>
                      <a:cubicBezTo>
                        <a:pt x="103918" y="55054"/>
                        <a:pt x="104013" y="55245"/>
                        <a:pt x="104299" y="55340"/>
                      </a:cubicBezTo>
                      <a:lnTo>
                        <a:pt x="105632" y="55340"/>
                      </a:lnTo>
                      <a:close/>
                      <a:moveTo>
                        <a:pt x="108395" y="57245"/>
                      </a:moveTo>
                      <a:cubicBezTo>
                        <a:pt x="108395" y="57245"/>
                        <a:pt x="108204" y="56102"/>
                        <a:pt x="107537" y="54483"/>
                      </a:cubicBezTo>
                      <a:lnTo>
                        <a:pt x="107537" y="57245"/>
                      </a:lnTo>
                      <a:lnTo>
                        <a:pt x="108395" y="57245"/>
                      </a:lnTo>
                      <a:close/>
                      <a:moveTo>
                        <a:pt x="112109" y="66675"/>
                      </a:moveTo>
                      <a:cubicBezTo>
                        <a:pt x="111157" y="66675"/>
                        <a:pt x="110776" y="66866"/>
                        <a:pt x="110776" y="67151"/>
                      </a:cubicBezTo>
                      <a:cubicBezTo>
                        <a:pt x="110776" y="67437"/>
                        <a:pt x="111062" y="67818"/>
                        <a:pt x="111442" y="68580"/>
                      </a:cubicBezTo>
                      <a:cubicBezTo>
                        <a:pt x="111919" y="69247"/>
                        <a:pt x="112109" y="69723"/>
                        <a:pt x="112109" y="69913"/>
                      </a:cubicBezTo>
                      <a:lnTo>
                        <a:pt x="112109" y="66675"/>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 name="Google Shape;1438;p99"/>
                <p:cNvSpPr/>
                <p:nvPr/>
              </p:nvSpPr>
              <p:spPr>
                <a:xfrm>
                  <a:off x="6272688" y="2845593"/>
                  <a:ext cx="106965" cy="139922"/>
                </a:xfrm>
                <a:custGeom>
                  <a:avLst/>
                  <a:gdLst/>
                  <a:ahLst/>
                  <a:cxnLst/>
                  <a:rect l="l" t="t" r="r" b="b"/>
                  <a:pathLst>
                    <a:path w="106965" h="139922" extrusionOk="0">
                      <a:moveTo>
                        <a:pt x="94488" y="111919"/>
                      </a:moveTo>
                      <a:cubicBezTo>
                        <a:pt x="96774" y="113443"/>
                        <a:pt x="98108" y="115824"/>
                        <a:pt x="98298" y="119348"/>
                      </a:cubicBezTo>
                      <a:cubicBezTo>
                        <a:pt x="98393" y="122301"/>
                        <a:pt x="98489" y="125254"/>
                        <a:pt x="98489" y="128111"/>
                      </a:cubicBezTo>
                      <a:cubicBezTo>
                        <a:pt x="98489" y="129730"/>
                        <a:pt x="98870" y="131064"/>
                        <a:pt x="99155" y="132207"/>
                      </a:cubicBezTo>
                      <a:cubicBezTo>
                        <a:pt x="95917" y="137350"/>
                        <a:pt x="90583" y="139922"/>
                        <a:pt x="82963" y="139922"/>
                      </a:cubicBezTo>
                      <a:cubicBezTo>
                        <a:pt x="80772" y="139922"/>
                        <a:pt x="77438" y="139732"/>
                        <a:pt x="72676" y="139255"/>
                      </a:cubicBezTo>
                      <a:cubicBezTo>
                        <a:pt x="68104" y="138779"/>
                        <a:pt x="64579" y="138589"/>
                        <a:pt x="62294" y="138589"/>
                      </a:cubicBezTo>
                      <a:cubicBezTo>
                        <a:pt x="59912" y="138589"/>
                        <a:pt x="57817" y="138589"/>
                        <a:pt x="55912" y="138875"/>
                      </a:cubicBezTo>
                      <a:lnTo>
                        <a:pt x="16669" y="138875"/>
                      </a:lnTo>
                      <a:lnTo>
                        <a:pt x="16669" y="138398"/>
                      </a:lnTo>
                      <a:cubicBezTo>
                        <a:pt x="15335" y="137541"/>
                        <a:pt x="12859" y="137446"/>
                        <a:pt x="9430" y="138017"/>
                      </a:cubicBezTo>
                      <a:cubicBezTo>
                        <a:pt x="5906" y="138589"/>
                        <a:pt x="3334" y="138208"/>
                        <a:pt x="1524" y="136970"/>
                      </a:cubicBezTo>
                      <a:cubicBezTo>
                        <a:pt x="2096" y="120587"/>
                        <a:pt x="2381" y="104299"/>
                        <a:pt x="2381" y="88297"/>
                      </a:cubicBezTo>
                      <a:cubicBezTo>
                        <a:pt x="2381" y="72295"/>
                        <a:pt x="2096" y="56007"/>
                        <a:pt x="1524" y="39529"/>
                      </a:cubicBezTo>
                      <a:cubicBezTo>
                        <a:pt x="2191" y="40005"/>
                        <a:pt x="2667" y="40196"/>
                        <a:pt x="2858" y="40005"/>
                      </a:cubicBezTo>
                      <a:lnTo>
                        <a:pt x="3334" y="39529"/>
                      </a:lnTo>
                      <a:cubicBezTo>
                        <a:pt x="3524" y="38862"/>
                        <a:pt x="3143" y="38386"/>
                        <a:pt x="2477" y="38100"/>
                      </a:cubicBezTo>
                      <a:cubicBezTo>
                        <a:pt x="1810" y="37814"/>
                        <a:pt x="1429" y="37624"/>
                        <a:pt x="1429" y="37529"/>
                      </a:cubicBezTo>
                      <a:cubicBezTo>
                        <a:pt x="1429" y="37338"/>
                        <a:pt x="1715" y="36862"/>
                        <a:pt x="2286" y="36290"/>
                      </a:cubicBezTo>
                      <a:cubicBezTo>
                        <a:pt x="2286" y="37338"/>
                        <a:pt x="2477" y="38005"/>
                        <a:pt x="2762" y="38195"/>
                      </a:cubicBezTo>
                      <a:cubicBezTo>
                        <a:pt x="3905" y="38100"/>
                        <a:pt x="4191" y="37433"/>
                        <a:pt x="3715" y="36195"/>
                      </a:cubicBezTo>
                      <a:cubicBezTo>
                        <a:pt x="3239" y="35052"/>
                        <a:pt x="3334" y="34290"/>
                        <a:pt x="4096" y="34100"/>
                      </a:cubicBezTo>
                      <a:cubicBezTo>
                        <a:pt x="4096" y="34290"/>
                        <a:pt x="3905" y="34480"/>
                        <a:pt x="3905" y="34766"/>
                      </a:cubicBezTo>
                      <a:cubicBezTo>
                        <a:pt x="3905" y="35242"/>
                        <a:pt x="4286" y="35719"/>
                        <a:pt x="4858" y="36195"/>
                      </a:cubicBezTo>
                      <a:cubicBezTo>
                        <a:pt x="5525" y="36767"/>
                        <a:pt x="5810" y="37147"/>
                        <a:pt x="6001" y="37338"/>
                      </a:cubicBezTo>
                      <a:lnTo>
                        <a:pt x="8763" y="36862"/>
                      </a:lnTo>
                      <a:lnTo>
                        <a:pt x="6001" y="34957"/>
                      </a:lnTo>
                      <a:lnTo>
                        <a:pt x="8763" y="33528"/>
                      </a:lnTo>
                      <a:cubicBezTo>
                        <a:pt x="8763" y="33528"/>
                        <a:pt x="8001" y="32766"/>
                        <a:pt x="6668" y="31433"/>
                      </a:cubicBezTo>
                      <a:cubicBezTo>
                        <a:pt x="5715" y="30671"/>
                        <a:pt x="5048" y="30194"/>
                        <a:pt x="4382" y="30194"/>
                      </a:cubicBezTo>
                      <a:cubicBezTo>
                        <a:pt x="3715" y="30194"/>
                        <a:pt x="3143" y="30671"/>
                        <a:pt x="2667" y="31528"/>
                      </a:cubicBezTo>
                      <a:cubicBezTo>
                        <a:pt x="1905" y="31051"/>
                        <a:pt x="1429" y="30671"/>
                        <a:pt x="1429" y="30194"/>
                      </a:cubicBezTo>
                      <a:cubicBezTo>
                        <a:pt x="1429" y="29908"/>
                        <a:pt x="1905" y="29432"/>
                        <a:pt x="2762" y="28766"/>
                      </a:cubicBezTo>
                      <a:cubicBezTo>
                        <a:pt x="3715" y="28004"/>
                        <a:pt x="4096" y="27337"/>
                        <a:pt x="3905" y="26765"/>
                      </a:cubicBezTo>
                      <a:lnTo>
                        <a:pt x="5334" y="28099"/>
                      </a:lnTo>
                      <a:lnTo>
                        <a:pt x="6191" y="27051"/>
                      </a:lnTo>
                      <a:cubicBezTo>
                        <a:pt x="6191" y="27051"/>
                        <a:pt x="6953" y="27527"/>
                        <a:pt x="7429" y="27527"/>
                      </a:cubicBezTo>
                      <a:cubicBezTo>
                        <a:pt x="8001" y="27527"/>
                        <a:pt x="8858" y="27242"/>
                        <a:pt x="10096" y="26670"/>
                      </a:cubicBezTo>
                      <a:cubicBezTo>
                        <a:pt x="11335" y="26099"/>
                        <a:pt x="12192" y="25813"/>
                        <a:pt x="12764" y="25813"/>
                      </a:cubicBezTo>
                      <a:cubicBezTo>
                        <a:pt x="13335" y="25813"/>
                        <a:pt x="14002" y="26099"/>
                        <a:pt x="14478" y="26670"/>
                      </a:cubicBezTo>
                      <a:lnTo>
                        <a:pt x="15335" y="26194"/>
                      </a:lnTo>
                      <a:cubicBezTo>
                        <a:pt x="15335" y="25146"/>
                        <a:pt x="14573" y="24479"/>
                        <a:pt x="13335" y="24003"/>
                      </a:cubicBezTo>
                      <a:cubicBezTo>
                        <a:pt x="12097" y="23622"/>
                        <a:pt x="11430" y="23241"/>
                        <a:pt x="11240" y="22860"/>
                      </a:cubicBezTo>
                      <a:cubicBezTo>
                        <a:pt x="9430" y="22765"/>
                        <a:pt x="7144" y="22765"/>
                        <a:pt x="4477" y="22860"/>
                      </a:cubicBezTo>
                      <a:cubicBezTo>
                        <a:pt x="4286" y="23432"/>
                        <a:pt x="4096" y="23717"/>
                        <a:pt x="3810" y="23717"/>
                      </a:cubicBezTo>
                      <a:cubicBezTo>
                        <a:pt x="3334" y="23336"/>
                        <a:pt x="3048" y="23241"/>
                        <a:pt x="2762" y="23241"/>
                      </a:cubicBezTo>
                      <a:cubicBezTo>
                        <a:pt x="2572" y="23241"/>
                        <a:pt x="2381" y="23241"/>
                        <a:pt x="2096" y="23432"/>
                      </a:cubicBezTo>
                      <a:lnTo>
                        <a:pt x="762" y="18288"/>
                      </a:lnTo>
                      <a:cubicBezTo>
                        <a:pt x="1715" y="18288"/>
                        <a:pt x="2286" y="18002"/>
                        <a:pt x="2667" y="17431"/>
                      </a:cubicBezTo>
                      <a:cubicBezTo>
                        <a:pt x="2667" y="16383"/>
                        <a:pt x="2286" y="16097"/>
                        <a:pt x="1429" y="16574"/>
                      </a:cubicBezTo>
                      <a:cubicBezTo>
                        <a:pt x="571" y="17050"/>
                        <a:pt x="95" y="16859"/>
                        <a:pt x="0" y="16192"/>
                      </a:cubicBezTo>
                      <a:lnTo>
                        <a:pt x="1334" y="14764"/>
                      </a:lnTo>
                      <a:lnTo>
                        <a:pt x="2667" y="16192"/>
                      </a:lnTo>
                      <a:cubicBezTo>
                        <a:pt x="2667" y="16192"/>
                        <a:pt x="3143" y="14764"/>
                        <a:pt x="3143" y="12954"/>
                      </a:cubicBezTo>
                      <a:cubicBezTo>
                        <a:pt x="3143" y="13430"/>
                        <a:pt x="3429" y="13811"/>
                        <a:pt x="4001" y="14002"/>
                      </a:cubicBezTo>
                      <a:cubicBezTo>
                        <a:pt x="4953" y="13335"/>
                        <a:pt x="5429" y="12763"/>
                        <a:pt x="5429" y="12287"/>
                      </a:cubicBezTo>
                      <a:cubicBezTo>
                        <a:pt x="5429" y="11716"/>
                        <a:pt x="4667" y="10858"/>
                        <a:pt x="3048" y="9811"/>
                      </a:cubicBezTo>
                      <a:cubicBezTo>
                        <a:pt x="1524" y="8763"/>
                        <a:pt x="762" y="7715"/>
                        <a:pt x="762" y="6858"/>
                      </a:cubicBezTo>
                      <a:cubicBezTo>
                        <a:pt x="762" y="6001"/>
                        <a:pt x="1238" y="5239"/>
                        <a:pt x="2096" y="4286"/>
                      </a:cubicBezTo>
                      <a:lnTo>
                        <a:pt x="5429" y="857"/>
                      </a:lnTo>
                      <a:cubicBezTo>
                        <a:pt x="11240" y="286"/>
                        <a:pt x="17526" y="0"/>
                        <a:pt x="24194" y="0"/>
                      </a:cubicBezTo>
                      <a:cubicBezTo>
                        <a:pt x="30480" y="0"/>
                        <a:pt x="40005" y="381"/>
                        <a:pt x="52578" y="1048"/>
                      </a:cubicBezTo>
                      <a:cubicBezTo>
                        <a:pt x="65151" y="1714"/>
                        <a:pt x="74771" y="2096"/>
                        <a:pt x="81153" y="2096"/>
                      </a:cubicBezTo>
                      <a:cubicBezTo>
                        <a:pt x="85725" y="2096"/>
                        <a:pt x="90107" y="2000"/>
                        <a:pt x="94202" y="1714"/>
                      </a:cubicBezTo>
                      <a:cubicBezTo>
                        <a:pt x="96869" y="3810"/>
                        <a:pt x="98203" y="6477"/>
                        <a:pt x="98203" y="10001"/>
                      </a:cubicBezTo>
                      <a:cubicBezTo>
                        <a:pt x="98203" y="11049"/>
                        <a:pt x="98012" y="12859"/>
                        <a:pt x="97631" y="15335"/>
                      </a:cubicBezTo>
                      <a:cubicBezTo>
                        <a:pt x="97346" y="17907"/>
                        <a:pt x="97155" y="19812"/>
                        <a:pt x="97155" y="21241"/>
                      </a:cubicBezTo>
                      <a:cubicBezTo>
                        <a:pt x="97155" y="22670"/>
                        <a:pt x="97346" y="23908"/>
                        <a:pt x="97536" y="25051"/>
                      </a:cubicBezTo>
                      <a:cubicBezTo>
                        <a:pt x="97536" y="26861"/>
                        <a:pt x="96393" y="27813"/>
                        <a:pt x="94107" y="27813"/>
                      </a:cubicBezTo>
                      <a:cubicBezTo>
                        <a:pt x="93726" y="27813"/>
                        <a:pt x="93250" y="27813"/>
                        <a:pt x="92393" y="27622"/>
                      </a:cubicBezTo>
                      <a:lnTo>
                        <a:pt x="90678" y="27622"/>
                      </a:lnTo>
                      <a:cubicBezTo>
                        <a:pt x="89249" y="27622"/>
                        <a:pt x="88297" y="27908"/>
                        <a:pt x="87535" y="28289"/>
                      </a:cubicBezTo>
                      <a:lnTo>
                        <a:pt x="83725" y="28289"/>
                      </a:lnTo>
                      <a:lnTo>
                        <a:pt x="83725" y="27622"/>
                      </a:lnTo>
                      <a:cubicBezTo>
                        <a:pt x="78486" y="28099"/>
                        <a:pt x="72485" y="28289"/>
                        <a:pt x="65818" y="28289"/>
                      </a:cubicBezTo>
                      <a:cubicBezTo>
                        <a:pt x="61722" y="28384"/>
                        <a:pt x="55721" y="28384"/>
                        <a:pt x="47816" y="28289"/>
                      </a:cubicBezTo>
                      <a:lnTo>
                        <a:pt x="29718" y="28289"/>
                      </a:lnTo>
                      <a:cubicBezTo>
                        <a:pt x="28956" y="30385"/>
                        <a:pt x="28575" y="32671"/>
                        <a:pt x="28575" y="35338"/>
                      </a:cubicBezTo>
                      <a:cubicBezTo>
                        <a:pt x="28575" y="36195"/>
                        <a:pt x="28575" y="37338"/>
                        <a:pt x="28766" y="38957"/>
                      </a:cubicBezTo>
                      <a:lnTo>
                        <a:pt x="28766" y="42767"/>
                      </a:lnTo>
                      <a:cubicBezTo>
                        <a:pt x="28766" y="45339"/>
                        <a:pt x="28480" y="47625"/>
                        <a:pt x="27908" y="49625"/>
                      </a:cubicBezTo>
                      <a:cubicBezTo>
                        <a:pt x="28289" y="51245"/>
                        <a:pt x="28480" y="52864"/>
                        <a:pt x="28766" y="54388"/>
                      </a:cubicBezTo>
                      <a:cubicBezTo>
                        <a:pt x="29337" y="56483"/>
                        <a:pt x="30385" y="57436"/>
                        <a:pt x="31909" y="57436"/>
                      </a:cubicBezTo>
                      <a:cubicBezTo>
                        <a:pt x="32385" y="57436"/>
                        <a:pt x="32861" y="57436"/>
                        <a:pt x="33242" y="57245"/>
                      </a:cubicBezTo>
                      <a:cubicBezTo>
                        <a:pt x="33623" y="57341"/>
                        <a:pt x="34004" y="57436"/>
                        <a:pt x="34481" y="57436"/>
                      </a:cubicBezTo>
                      <a:cubicBezTo>
                        <a:pt x="34957" y="57436"/>
                        <a:pt x="35719" y="57436"/>
                        <a:pt x="36576" y="57055"/>
                      </a:cubicBezTo>
                      <a:cubicBezTo>
                        <a:pt x="37433" y="56864"/>
                        <a:pt x="38195" y="56674"/>
                        <a:pt x="38481" y="56674"/>
                      </a:cubicBezTo>
                      <a:cubicBezTo>
                        <a:pt x="39338" y="56674"/>
                        <a:pt x="40196" y="57150"/>
                        <a:pt x="40672" y="58103"/>
                      </a:cubicBezTo>
                      <a:cubicBezTo>
                        <a:pt x="43815" y="57150"/>
                        <a:pt x="47435" y="56674"/>
                        <a:pt x="51530" y="56674"/>
                      </a:cubicBezTo>
                      <a:cubicBezTo>
                        <a:pt x="53531" y="56674"/>
                        <a:pt x="56579" y="56864"/>
                        <a:pt x="60579" y="57150"/>
                      </a:cubicBezTo>
                      <a:cubicBezTo>
                        <a:pt x="64484" y="57436"/>
                        <a:pt x="67533" y="57531"/>
                        <a:pt x="69437" y="57531"/>
                      </a:cubicBezTo>
                      <a:cubicBezTo>
                        <a:pt x="71342" y="57531"/>
                        <a:pt x="73247" y="57436"/>
                        <a:pt x="74962" y="57150"/>
                      </a:cubicBezTo>
                      <a:cubicBezTo>
                        <a:pt x="75724" y="60008"/>
                        <a:pt x="76105" y="64008"/>
                        <a:pt x="76010" y="69151"/>
                      </a:cubicBezTo>
                      <a:cubicBezTo>
                        <a:pt x="75914" y="75057"/>
                        <a:pt x="76010" y="79058"/>
                        <a:pt x="76391" y="81153"/>
                      </a:cubicBezTo>
                      <a:cubicBezTo>
                        <a:pt x="74009" y="82867"/>
                        <a:pt x="70676" y="83725"/>
                        <a:pt x="66580" y="83725"/>
                      </a:cubicBezTo>
                      <a:cubicBezTo>
                        <a:pt x="64865" y="83725"/>
                        <a:pt x="62294" y="83534"/>
                        <a:pt x="58769" y="83153"/>
                      </a:cubicBezTo>
                      <a:cubicBezTo>
                        <a:pt x="55245" y="82772"/>
                        <a:pt x="52673" y="82677"/>
                        <a:pt x="50768" y="82677"/>
                      </a:cubicBezTo>
                      <a:cubicBezTo>
                        <a:pt x="49054" y="82677"/>
                        <a:pt x="47435" y="82867"/>
                        <a:pt x="45911" y="83058"/>
                      </a:cubicBezTo>
                      <a:lnTo>
                        <a:pt x="45911" y="82201"/>
                      </a:lnTo>
                      <a:cubicBezTo>
                        <a:pt x="45149" y="82296"/>
                        <a:pt x="43339" y="82391"/>
                        <a:pt x="40577" y="82391"/>
                      </a:cubicBezTo>
                      <a:cubicBezTo>
                        <a:pt x="38671" y="82391"/>
                        <a:pt x="37052" y="82772"/>
                        <a:pt x="35433" y="83534"/>
                      </a:cubicBezTo>
                      <a:cubicBezTo>
                        <a:pt x="34862" y="83153"/>
                        <a:pt x="34195" y="83058"/>
                        <a:pt x="33147" y="83058"/>
                      </a:cubicBezTo>
                      <a:cubicBezTo>
                        <a:pt x="31814" y="83249"/>
                        <a:pt x="31052" y="83249"/>
                        <a:pt x="30766" y="83058"/>
                      </a:cubicBezTo>
                      <a:cubicBezTo>
                        <a:pt x="28956" y="83629"/>
                        <a:pt x="28004" y="85058"/>
                        <a:pt x="28004" y="87344"/>
                      </a:cubicBezTo>
                      <a:cubicBezTo>
                        <a:pt x="28004" y="88963"/>
                        <a:pt x="28289" y="90202"/>
                        <a:pt x="28861" y="91154"/>
                      </a:cubicBezTo>
                      <a:cubicBezTo>
                        <a:pt x="26384" y="90488"/>
                        <a:pt x="24098" y="91154"/>
                        <a:pt x="22193" y="93059"/>
                      </a:cubicBezTo>
                      <a:lnTo>
                        <a:pt x="26670" y="92202"/>
                      </a:lnTo>
                      <a:lnTo>
                        <a:pt x="26099" y="93059"/>
                      </a:lnTo>
                      <a:cubicBezTo>
                        <a:pt x="26099" y="93059"/>
                        <a:pt x="26670" y="93726"/>
                        <a:pt x="26956" y="93726"/>
                      </a:cubicBezTo>
                      <a:cubicBezTo>
                        <a:pt x="26670" y="93726"/>
                        <a:pt x="27337" y="93250"/>
                        <a:pt x="28861" y="92202"/>
                      </a:cubicBezTo>
                      <a:cubicBezTo>
                        <a:pt x="28861" y="91821"/>
                        <a:pt x="28861" y="95059"/>
                        <a:pt x="28670" y="102203"/>
                      </a:cubicBezTo>
                      <a:cubicBezTo>
                        <a:pt x="28575" y="106394"/>
                        <a:pt x="29242" y="109538"/>
                        <a:pt x="30671" y="111728"/>
                      </a:cubicBezTo>
                      <a:cubicBezTo>
                        <a:pt x="34957" y="112300"/>
                        <a:pt x="39434" y="112586"/>
                        <a:pt x="44101" y="112586"/>
                      </a:cubicBezTo>
                      <a:cubicBezTo>
                        <a:pt x="47625" y="112586"/>
                        <a:pt x="52864" y="112395"/>
                        <a:pt x="59722" y="111919"/>
                      </a:cubicBezTo>
                      <a:cubicBezTo>
                        <a:pt x="66580" y="111442"/>
                        <a:pt x="71628" y="111252"/>
                        <a:pt x="75152" y="111252"/>
                      </a:cubicBezTo>
                      <a:cubicBezTo>
                        <a:pt x="80296" y="111252"/>
                        <a:pt x="85154" y="111633"/>
                        <a:pt x="89630" y="112300"/>
                      </a:cubicBezTo>
                      <a:cubicBezTo>
                        <a:pt x="90392" y="110490"/>
                        <a:pt x="92012" y="110300"/>
                        <a:pt x="94393" y="111824"/>
                      </a:cubicBezTo>
                      <a:close/>
                      <a:moveTo>
                        <a:pt x="5715" y="25527"/>
                      </a:moveTo>
                      <a:lnTo>
                        <a:pt x="6763" y="26956"/>
                      </a:lnTo>
                      <a:lnTo>
                        <a:pt x="6572" y="27337"/>
                      </a:lnTo>
                      <a:cubicBezTo>
                        <a:pt x="6096" y="26861"/>
                        <a:pt x="5810" y="26289"/>
                        <a:pt x="5715" y="25622"/>
                      </a:cubicBezTo>
                      <a:close/>
                      <a:moveTo>
                        <a:pt x="40958" y="74771"/>
                      </a:moveTo>
                      <a:lnTo>
                        <a:pt x="38958" y="74771"/>
                      </a:lnTo>
                      <a:cubicBezTo>
                        <a:pt x="39338" y="75629"/>
                        <a:pt x="40005" y="75629"/>
                        <a:pt x="40958" y="74771"/>
                      </a:cubicBezTo>
                      <a:lnTo>
                        <a:pt x="41815" y="74771"/>
                      </a:lnTo>
                      <a:cubicBezTo>
                        <a:pt x="41815" y="74771"/>
                        <a:pt x="42196" y="75438"/>
                        <a:pt x="42196" y="76009"/>
                      </a:cubicBezTo>
                      <a:lnTo>
                        <a:pt x="44577" y="74771"/>
                      </a:lnTo>
                      <a:cubicBezTo>
                        <a:pt x="45149" y="75343"/>
                        <a:pt x="45434" y="75724"/>
                        <a:pt x="45434" y="76009"/>
                      </a:cubicBezTo>
                      <a:lnTo>
                        <a:pt x="48101" y="76009"/>
                      </a:lnTo>
                      <a:lnTo>
                        <a:pt x="48101" y="74771"/>
                      </a:lnTo>
                      <a:lnTo>
                        <a:pt x="41910" y="74771"/>
                      </a:lnTo>
                      <a:cubicBezTo>
                        <a:pt x="41910" y="74771"/>
                        <a:pt x="41434" y="74581"/>
                        <a:pt x="41053" y="74771"/>
                      </a:cubicBezTo>
                      <a:close/>
                      <a:moveTo>
                        <a:pt x="74486" y="9906"/>
                      </a:moveTo>
                      <a:lnTo>
                        <a:pt x="73152" y="9049"/>
                      </a:lnTo>
                      <a:lnTo>
                        <a:pt x="74486" y="11811"/>
                      </a:lnTo>
                      <a:lnTo>
                        <a:pt x="74486" y="9906"/>
                      </a:lnTo>
                      <a:close/>
                      <a:moveTo>
                        <a:pt x="106299" y="121253"/>
                      </a:moveTo>
                      <a:lnTo>
                        <a:pt x="106966" y="121253"/>
                      </a:lnTo>
                      <a:lnTo>
                        <a:pt x="104870" y="122492"/>
                      </a:lnTo>
                      <a:lnTo>
                        <a:pt x="106204" y="121253"/>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 name="Google Shape;1439;p99"/>
                <p:cNvSpPr/>
                <p:nvPr/>
              </p:nvSpPr>
              <p:spPr>
                <a:xfrm>
                  <a:off x="6379558" y="2818923"/>
                  <a:ext cx="97536" cy="165163"/>
                </a:xfrm>
                <a:custGeom>
                  <a:avLst/>
                  <a:gdLst/>
                  <a:ahLst/>
                  <a:cxnLst/>
                  <a:rect l="l" t="t" r="r" b="b"/>
                  <a:pathLst>
                    <a:path w="97536" h="165163" extrusionOk="0">
                      <a:moveTo>
                        <a:pt x="92964" y="123254"/>
                      </a:moveTo>
                      <a:cubicBezTo>
                        <a:pt x="95821" y="123444"/>
                        <a:pt x="97155" y="125063"/>
                        <a:pt x="97060" y="127921"/>
                      </a:cubicBezTo>
                      <a:cubicBezTo>
                        <a:pt x="96869" y="132493"/>
                        <a:pt x="96869" y="134874"/>
                        <a:pt x="96869" y="135160"/>
                      </a:cubicBezTo>
                      <a:cubicBezTo>
                        <a:pt x="95536" y="137541"/>
                        <a:pt x="94202" y="139922"/>
                        <a:pt x="92678" y="142208"/>
                      </a:cubicBezTo>
                      <a:cubicBezTo>
                        <a:pt x="91059" y="144780"/>
                        <a:pt x="89059" y="146399"/>
                        <a:pt x="86868" y="147352"/>
                      </a:cubicBezTo>
                      <a:lnTo>
                        <a:pt x="88202" y="148400"/>
                      </a:lnTo>
                      <a:cubicBezTo>
                        <a:pt x="85725" y="150686"/>
                        <a:pt x="83153" y="152971"/>
                        <a:pt x="80677" y="155258"/>
                      </a:cubicBezTo>
                      <a:cubicBezTo>
                        <a:pt x="77724" y="157734"/>
                        <a:pt x="74676" y="158782"/>
                        <a:pt x="71533" y="158306"/>
                      </a:cubicBezTo>
                      <a:cubicBezTo>
                        <a:pt x="70390" y="160592"/>
                        <a:pt x="68199" y="161734"/>
                        <a:pt x="65056" y="161734"/>
                      </a:cubicBezTo>
                      <a:lnTo>
                        <a:pt x="63341" y="161734"/>
                      </a:lnTo>
                      <a:cubicBezTo>
                        <a:pt x="62579" y="161639"/>
                        <a:pt x="62008" y="161544"/>
                        <a:pt x="61627" y="161544"/>
                      </a:cubicBezTo>
                      <a:cubicBezTo>
                        <a:pt x="58293" y="161544"/>
                        <a:pt x="56007" y="162592"/>
                        <a:pt x="54578" y="164783"/>
                      </a:cubicBezTo>
                      <a:cubicBezTo>
                        <a:pt x="52864" y="164973"/>
                        <a:pt x="51149" y="165163"/>
                        <a:pt x="49244" y="165163"/>
                      </a:cubicBezTo>
                      <a:cubicBezTo>
                        <a:pt x="38862" y="165163"/>
                        <a:pt x="28194" y="161068"/>
                        <a:pt x="17240" y="152971"/>
                      </a:cubicBezTo>
                      <a:cubicBezTo>
                        <a:pt x="16097" y="152876"/>
                        <a:pt x="14764" y="151924"/>
                        <a:pt x="13145" y="150209"/>
                      </a:cubicBezTo>
                      <a:cubicBezTo>
                        <a:pt x="12002" y="148781"/>
                        <a:pt x="10763" y="147542"/>
                        <a:pt x="9525" y="146209"/>
                      </a:cubicBezTo>
                      <a:cubicBezTo>
                        <a:pt x="9716" y="144494"/>
                        <a:pt x="8573" y="142875"/>
                        <a:pt x="6191" y="141256"/>
                      </a:cubicBezTo>
                      <a:cubicBezTo>
                        <a:pt x="3810" y="139637"/>
                        <a:pt x="2667" y="138113"/>
                        <a:pt x="2667" y="136588"/>
                      </a:cubicBezTo>
                      <a:cubicBezTo>
                        <a:pt x="2667" y="135827"/>
                        <a:pt x="2953" y="134874"/>
                        <a:pt x="3334" y="133826"/>
                      </a:cubicBezTo>
                      <a:cubicBezTo>
                        <a:pt x="1810" y="132398"/>
                        <a:pt x="1143" y="129921"/>
                        <a:pt x="1143" y="126492"/>
                      </a:cubicBezTo>
                      <a:cubicBezTo>
                        <a:pt x="1143" y="125635"/>
                        <a:pt x="1143" y="124396"/>
                        <a:pt x="1238" y="122587"/>
                      </a:cubicBezTo>
                      <a:cubicBezTo>
                        <a:pt x="1334" y="120777"/>
                        <a:pt x="1429" y="119539"/>
                        <a:pt x="1429" y="118777"/>
                      </a:cubicBezTo>
                      <a:cubicBezTo>
                        <a:pt x="1429" y="116015"/>
                        <a:pt x="857" y="113919"/>
                        <a:pt x="0" y="112586"/>
                      </a:cubicBezTo>
                      <a:cubicBezTo>
                        <a:pt x="1048" y="110395"/>
                        <a:pt x="1238" y="107347"/>
                        <a:pt x="476" y="103442"/>
                      </a:cubicBezTo>
                      <a:cubicBezTo>
                        <a:pt x="-286" y="99536"/>
                        <a:pt x="95" y="96393"/>
                        <a:pt x="1334" y="94012"/>
                      </a:cubicBezTo>
                      <a:cubicBezTo>
                        <a:pt x="1143" y="90107"/>
                        <a:pt x="1334" y="84582"/>
                        <a:pt x="1810" y="77533"/>
                      </a:cubicBezTo>
                      <a:cubicBezTo>
                        <a:pt x="953" y="75248"/>
                        <a:pt x="571" y="72866"/>
                        <a:pt x="571" y="70295"/>
                      </a:cubicBezTo>
                      <a:cubicBezTo>
                        <a:pt x="571" y="62770"/>
                        <a:pt x="5715" y="53150"/>
                        <a:pt x="16002" y="41529"/>
                      </a:cubicBezTo>
                      <a:lnTo>
                        <a:pt x="16574" y="42386"/>
                      </a:lnTo>
                      <a:cubicBezTo>
                        <a:pt x="17240" y="41815"/>
                        <a:pt x="17717" y="40862"/>
                        <a:pt x="18098" y="39433"/>
                      </a:cubicBezTo>
                      <a:cubicBezTo>
                        <a:pt x="18479" y="38005"/>
                        <a:pt x="19145" y="37148"/>
                        <a:pt x="20384" y="36862"/>
                      </a:cubicBezTo>
                      <a:lnTo>
                        <a:pt x="23146" y="36862"/>
                      </a:lnTo>
                      <a:lnTo>
                        <a:pt x="23146" y="37719"/>
                      </a:lnTo>
                      <a:cubicBezTo>
                        <a:pt x="23146" y="37719"/>
                        <a:pt x="24003" y="37052"/>
                        <a:pt x="25337" y="37148"/>
                      </a:cubicBezTo>
                      <a:cubicBezTo>
                        <a:pt x="26670" y="37243"/>
                        <a:pt x="27337" y="37148"/>
                        <a:pt x="27337" y="36767"/>
                      </a:cubicBezTo>
                      <a:cubicBezTo>
                        <a:pt x="27337" y="36386"/>
                        <a:pt x="26861" y="35814"/>
                        <a:pt x="26003" y="35052"/>
                      </a:cubicBezTo>
                      <a:cubicBezTo>
                        <a:pt x="27623" y="33814"/>
                        <a:pt x="29146" y="32575"/>
                        <a:pt x="30671" y="31433"/>
                      </a:cubicBezTo>
                      <a:cubicBezTo>
                        <a:pt x="32099" y="30290"/>
                        <a:pt x="34100" y="29718"/>
                        <a:pt x="36481" y="29718"/>
                      </a:cubicBezTo>
                      <a:cubicBezTo>
                        <a:pt x="36862" y="28861"/>
                        <a:pt x="37338" y="28384"/>
                        <a:pt x="38100" y="28384"/>
                      </a:cubicBezTo>
                      <a:cubicBezTo>
                        <a:pt x="38481" y="28384"/>
                        <a:pt x="39053" y="28670"/>
                        <a:pt x="39910" y="29146"/>
                      </a:cubicBezTo>
                      <a:cubicBezTo>
                        <a:pt x="40767" y="29623"/>
                        <a:pt x="41434" y="29908"/>
                        <a:pt x="41910" y="29718"/>
                      </a:cubicBezTo>
                      <a:cubicBezTo>
                        <a:pt x="41624" y="29432"/>
                        <a:pt x="41529" y="29146"/>
                        <a:pt x="41529" y="28861"/>
                      </a:cubicBezTo>
                      <a:cubicBezTo>
                        <a:pt x="41529" y="28289"/>
                        <a:pt x="42005" y="27527"/>
                        <a:pt x="42958" y="26670"/>
                      </a:cubicBezTo>
                      <a:cubicBezTo>
                        <a:pt x="43910" y="25813"/>
                        <a:pt x="44387" y="25146"/>
                        <a:pt x="44387" y="24670"/>
                      </a:cubicBezTo>
                      <a:cubicBezTo>
                        <a:pt x="44387" y="24098"/>
                        <a:pt x="43910" y="23622"/>
                        <a:pt x="43148" y="23146"/>
                      </a:cubicBezTo>
                      <a:cubicBezTo>
                        <a:pt x="43529" y="23146"/>
                        <a:pt x="44291" y="24098"/>
                        <a:pt x="45053" y="25908"/>
                      </a:cubicBezTo>
                      <a:lnTo>
                        <a:pt x="44577" y="26384"/>
                      </a:lnTo>
                      <a:cubicBezTo>
                        <a:pt x="45149" y="27051"/>
                        <a:pt x="46292" y="27146"/>
                        <a:pt x="48196" y="26575"/>
                      </a:cubicBezTo>
                      <a:cubicBezTo>
                        <a:pt x="49721" y="26099"/>
                        <a:pt x="50768" y="26670"/>
                        <a:pt x="51245" y="28289"/>
                      </a:cubicBezTo>
                      <a:cubicBezTo>
                        <a:pt x="52102" y="27527"/>
                        <a:pt x="52864" y="27051"/>
                        <a:pt x="53626" y="27051"/>
                      </a:cubicBezTo>
                      <a:cubicBezTo>
                        <a:pt x="54388" y="27051"/>
                        <a:pt x="55436" y="27623"/>
                        <a:pt x="56769" y="28670"/>
                      </a:cubicBezTo>
                      <a:cubicBezTo>
                        <a:pt x="58103" y="29718"/>
                        <a:pt x="59246" y="30290"/>
                        <a:pt x="60198" y="30290"/>
                      </a:cubicBezTo>
                      <a:cubicBezTo>
                        <a:pt x="60865" y="30290"/>
                        <a:pt x="61532" y="30099"/>
                        <a:pt x="62294" y="29623"/>
                      </a:cubicBezTo>
                      <a:cubicBezTo>
                        <a:pt x="62865" y="30671"/>
                        <a:pt x="63532" y="31147"/>
                        <a:pt x="64389" y="31147"/>
                      </a:cubicBezTo>
                      <a:cubicBezTo>
                        <a:pt x="64579" y="31147"/>
                        <a:pt x="65437" y="30766"/>
                        <a:pt x="66961" y="30099"/>
                      </a:cubicBezTo>
                      <a:lnTo>
                        <a:pt x="67818" y="33528"/>
                      </a:lnTo>
                      <a:cubicBezTo>
                        <a:pt x="67818" y="33528"/>
                        <a:pt x="69056" y="33242"/>
                        <a:pt x="70866" y="32671"/>
                      </a:cubicBezTo>
                      <a:cubicBezTo>
                        <a:pt x="72200" y="32195"/>
                        <a:pt x="73343" y="32099"/>
                        <a:pt x="74295" y="32290"/>
                      </a:cubicBezTo>
                      <a:cubicBezTo>
                        <a:pt x="74295" y="34100"/>
                        <a:pt x="75629" y="35909"/>
                        <a:pt x="78296" y="37624"/>
                      </a:cubicBezTo>
                      <a:cubicBezTo>
                        <a:pt x="79343" y="37148"/>
                        <a:pt x="80296" y="36957"/>
                        <a:pt x="81058" y="36957"/>
                      </a:cubicBezTo>
                      <a:cubicBezTo>
                        <a:pt x="82487" y="36957"/>
                        <a:pt x="84011" y="38671"/>
                        <a:pt x="85630" y="42100"/>
                      </a:cubicBezTo>
                      <a:cubicBezTo>
                        <a:pt x="87154" y="45529"/>
                        <a:pt x="89154" y="47339"/>
                        <a:pt x="91535" y="47625"/>
                      </a:cubicBezTo>
                      <a:cubicBezTo>
                        <a:pt x="91535" y="49816"/>
                        <a:pt x="92488" y="52578"/>
                        <a:pt x="94488" y="55912"/>
                      </a:cubicBezTo>
                      <a:cubicBezTo>
                        <a:pt x="96488" y="59341"/>
                        <a:pt x="97536" y="62198"/>
                        <a:pt x="97536" y="64484"/>
                      </a:cubicBezTo>
                      <a:cubicBezTo>
                        <a:pt x="97536" y="65913"/>
                        <a:pt x="97250" y="67246"/>
                        <a:pt x="96774" y="68771"/>
                      </a:cubicBezTo>
                      <a:cubicBezTo>
                        <a:pt x="95155" y="68866"/>
                        <a:pt x="93059" y="69913"/>
                        <a:pt x="90488" y="71723"/>
                      </a:cubicBezTo>
                      <a:cubicBezTo>
                        <a:pt x="87725" y="73533"/>
                        <a:pt x="85535" y="74486"/>
                        <a:pt x="83725" y="74486"/>
                      </a:cubicBezTo>
                      <a:cubicBezTo>
                        <a:pt x="83058" y="74486"/>
                        <a:pt x="82296" y="74390"/>
                        <a:pt x="81439" y="74104"/>
                      </a:cubicBezTo>
                      <a:cubicBezTo>
                        <a:pt x="80963" y="75343"/>
                        <a:pt x="79915" y="76009"/>
                        <a:pt x="78200" y="76200"/>
                      </a:cubicBezTo>
                      <a:cubicBezTo>
                        <a:pt x="76105" y="76200"/>
                        <a:pt x="74771" y="76676"/>
                        <a:pt x="74200" y="77343"/>
                      </a:cubicBezTo>
                      <a:cubicBezTo>
                        <a:pt x="70485" y="76105"/>
                        <a:pt x="67913" y="71057"/>
                        <a:pt x="66294" y="62198"/>
                      </a:cubicBezTo>
                      <a:cubicBezTo>
                        <a:pt x="62103" y="58960"/>
                        <a:pt x="59912" y="57341"/>
                        <a:pt x="59531" y="57245"/>
                      </a:cubicBezTo>
                      <a:cubicBezTo>
                        <a:pt x="57245" y="55817"/>
                        <a:pt x="54959" y="55054"/>
                        <a:pt x="52673" y="55054"/>
                      </a:cubicBezTo>
                      <a:cubicBezTo>
                        <a:pt x="51530" y="55054"/>
                        <a:pt x="50292" y="55245"/>
                        <a:pt x="49054" y="55531"/>
                      </a:cubicBezTo>
                      <a:cubicBezTo>
                        <a:pt x="38862" y="56674"/>
                        <a:pt x="32480" y="60674"/>
                        <a:pt x="29813" y="67437"/>
                      </a:cubicBezTo>
                      <a:cubicBezTo>
                        <a:pt x="28861" y="68390"/>
                        <a:pt x="27908" y="68866"/>
                        <a:pt x="26861" y="68866"/>
                      </a:cubicBezTo>
                      <a:cubicBezTo>
                        <a:pt x="26289" y="68866"/>
                        <a:pt x="25622" y="68771"/>
                        <a:pt x="24670" y="68390"/>
                      </a:cubicBezTo>
                      <a:cubicBezTo>
                        <a:pt x="23717" y="68104"/>
                        <a:pt x="23051" y="68008"/>
                        <a:pt x="22574" y="68008"/>
                      </a:cubicBezTo>
                      <a:lnTo>
                        <a:pt x="23051" y="70104"/>
                      </a:lnTo>
                      <a:cubicBezTo>
                        <a:pt x="22765" y="70771"/>
                        <a:pt x="22479" y="71152"/>
                        <a:pt x="21812" y="71152"/>
                      </a:cubicBezTo>
                      <a:cubicBezTo>
                        <a:pt x="21336" y="71152"/>
                        <a:pt x="20384" y="70771"/>
                        <a:pt x="18955" y="69913"/>
                      </a:cubicBezTo>
                      <a:cubicBezTo>
                        <a:pt x="17526" y="69152"/>
                        <a:pt x="16383" y="68675"/>
                        <a:pt x="15621" y="68675"/>
                      </a:cubicBezTo>
                      <a:cubicBezTo>
                        <a:pt x="14383" y="68675"/>
                        <a:pt x="13335" y="69437"/>
                        <a:pt x="12573" y="70961"/>
                      </a:cubicBezTo>
                      <a:cubicBezTo>
                        <a:pt x="13716" y="71342"/>
                        <a:pt x="15145" y="71533"/>
                        <a:pt x="17050" y="71533"/>
                      </a:cubicBezTo>
                      <a:lnTo>
                        <a:pt x="16002" y="72866"/>
                      </a:lnTo>
                      <a:cubicBezTo>
                        <a:pt x="16002" y="72866"/>
                        <a:pt x="16764" y="73533"/>
                        <a:pt x="17050" y="73438"/>
                      </a:cubicBezTo>
                      <a:lnTo>
                        <a:pt x="18479" y="72390"/>
                      </a:lnTo>
                      <a:cubicBezTo>
                        <a:pt x="18479" y="72390"/>
                        <a:pt x="19241" y="73342"/>
                        <a:pt x="20955" y="74295"/>
                      </a:cubicBezTo>
                      <a:cubicBezTo>
                        <a:pt x="22574" y="75248"/>
                        <a:pt x="23432" y="76391"/>
                        <a:pt x="23717" y="77533"/>
                      </a:cubicBezTo>
                      <a:cubicBezTo>
                        <a:pt x="24575" y="77057"/>
                        <a:pt x="24956" y="76486"/>
                        <a:pt x="25051" y="75819"/>
                      </a:cubicBezTo>
                      <a:lnTo>
                        <a:pt x="25051" y="74295"/>
                      </a:lnTo>
                      <a:cubicBezTo>
                        <a:pt x="25051" y="74295"/>
                        <a:pt x="25813" y="73533"/>
                        <a:pt x="27146" y="73438"/>
                      </a:cubicBezTo>
                      <a:cubicBezTo>
                        <a:pt x="27718" y="75248"/>
                        <a:pt x="28004" y="77724"/>
                        <a:pt x="28004" y="80677"/>
                      </a:cubicBezTo>
                      <a:cubicBezTo>
                        <a:pt x="28004" y="86296"/>
                        <a:pt x="27813" y="88773"/>
                        <a:pt x="27813" y="88106"/>
                      </a:cubicBezTo>
                      <a:cubicBezTo>
                        <a:pt x="26099" y="88487"/>
                        <a:pt x="24575" y="87821"/>
                        <a:pt x="23241" y="86201"/>
                      </a:cubicBezTo>
                      <a:lnTo>
                        <a:pt x="21908" y="88106"/>
                      </a:lnTo>
                      <a:cubicBezTo>
                        <a:pt x="21431" y="87630"/>
                        <a:pt x="20955" y="87535"/>
                        <a:pt x="20574" y="87630"/>
                      </a:cubicBezTo>
                      <a:lnTo>
                        <a:pt x="20003" y="88106"/>
                      </a:lnTo>
                      <a:cubicBezTo>
                        <a:pt x="21050" y="89821"/>
                        <a:pt x="23241" y="90488"/>
                        <a:pt x="26575" y="90011"/>
                      </a:cubicBezTo>
                      <a:cubicBezTo>
                        <a:pt x="26384" y="90583"/>
                        <a:pt x="26194" y="91154"/>
                        <a:pt x="26194" y="91726"/>
                      </a:cubicBezTo>
                      <a:cubicBezTo>
                        <a:pt x="26194" y="92392"/>
                        <a:pt x="26575" y="93440"/>
                        <a:pt x="27242" y="94774"/>
                      </a:cubicBezTo>
                      <a:cubicBezTo>
                        <a:pt x="27908" y="96107"/>
                        <a:pt x="28289" y="97155"/>
                        <a:pt x="28289" y="98012"/>
                      </a:cubicBezTo>
                      <a:cubicBezTo>
                        <a:pt x="28289" y="98679"/>
                        <a:pt x="28194" y="99346"/>
                        <a:pt x="27908" y="100013"/>
                      </a:cubicBezTo>
                      <a:cubicBezTo>
                        <a:pt x="27051" y="100965"/>
                        <a:pt x="26575" y="102013"/>
                        <a:pt x="26575" y="103251"/>
                      </a:cubicBezTo>
                      <a:cubicBezTo>
                        <a:pt x="26670" y="105156"/>
                        <a:pt x="26670" y="106394"/>
                        <a:pt x="26575" y="106680"/>
                      </a:cubicBezTo>
                      <a:cubicBezTo>
                        <a:pt x="26670" y="107156"/>
                        <a:pt x="27051" y="110109"/>
                        <a:pt x="27623" y="115633"/>
                      </a:cubicBezTo>
                      <a:cubicBezTo>
                        <a:pt x="28004" y="119729"/>
                        <a:pt x="28956" y="122777"/>
                        <a:pt x="30575" y="124587"/>
                      </a:cubicBezTo>
                      <a:cubicBezTo>
                        <a:pt x="30290" y="125254"/>
                        <a:pt x="30194" y="125825"/>
                        <a:pt x="30194" y="126302"/>
                      </a:cubicBezTo>
                      <a:cubicBezTo>
                        <a:pt x="30194" y="127063"/>
                        <a:pt x="30861" y="127921"/>
                        <a:pt x="32004" y="128683"/>
                      </a:cubicBezTo>
                      <a:cubicBezTo>
                        <a:pt x="33052" y="129445"/>
                        <a:pt x="33623" y="130492"/>
                        <a:pt x="33338" y="131826"/>
                      </a:cubicBezTo>
                      <a:cubicBezTo>
                        <a:pt x="34671" y="131731"/>
                        <a:pt x="36576" y="132207"/>
                        <a:pt x="38957" y="133445"/>
                      </a:cubicBezTo>
                      <a:cubicBezTo>
                        <a:pt x="41338" y="134684"/>
                        <a:pt x="43339" y="135255"/>
                        <a:pt x="44863" y="135255"/>
                      </a:cubicBezTo>
                      <a:cubicBezTo>
                        <a:pt x="45339" y="135255"/>
                        <a:pt x="45911" y="135255"/>
                        <a:pt x="46577" y="135160"/>
                      </a:cubicBezTo>
                      <a:cubicBezTo>
                        <a:pt x="47911" y="136398"/>
                        <a:pt x="49244" y="137065"/>
                        <a:pt x="50673" y="137065"/>
                      </a:cubicBezTo>
                      <a:cubicBezTo>
                        <a:pt x="51626" y="137065"/>
                        <a:pt x="53054" y="136684"/>
                        <a:pt x="54959" y="135827"/>
                      </a:cubicBezTo>
                      <a:cubicBezTo>
                        <a:pt x="56960" y="134969"/>
                        <a:pt x="58484" y="134493"/>
                        <a:pt x="59627" y="134493"/>
                      </a:cubicBezTo>
                      <a:cubicBezTo>
                        <a:pt x="60198" y="134493"/>
                        <a:pt x="60770" y="134493"/>
                        <a:pt x="61246" y="134684"/>
                      </a:cubicBezTo>
                      <a:cubicBezTo>
                        <a:pt x="61627" y="133541"/>
                        <a:pt x="63437" y="131540"/>
                        <a:pt x="66580" y="128683"/>
                      </a:cubicBezTo>
                      <a:cubicBezTo>
                        <a:pt x="68961" y="126492"/>
                        <a:pt x="70104" y="124206"/>
                        <a:pt x="69818" y="121920"/>
                      </a:cubicBezTo>
                      <a:lnTo>
                        <a:pt x="71247" y="120872"/>
                      </a:lnTo>
                      <a:lnTo>
                        <a:pt x="70295" y="120015"/>
                      </a:lnTo>
                      <a:cubicBezTo>
                        <a:pt x="71628" y="117348"/>
                        <a:pt x="73438" y="116015"/>
                        <a:pt x="75629" y="116015"/>
                      </a:cubicBezTo>
                      <a:cubicBezTo>
                        <a:pt x="76676" y="116015"/>
                        <a:pt x="78296" y="116491"/>
                        <a:pt x="80582" y="117348"/>
                      </a:cubicBezTo>
                      <a:cubicBezTo>
                        <a:pt x="82772" y="118205"/>
                        <a:pt x="84487" y="118682"/>
                        <a:pt x="85630" y="118682"/>
                      </a:cubicBezTo>
                      <a:cubicBezTo>
                        <a:pt x="86011" y="119825"/>
                        <a:pt x="87249" y="120587"/>
                        <a:pt x="89345" y="120872"/>
                      </a:cubicBezTo>
                      <a:cubicBezTo>
                        <a:pt x="91535" y="121253"/>
                        <a:pt x="92678" y="122015"/>
                        <a:pt x="93059" y="123254"/>
                      </a:cubicBezTo>
                      <a:close/>
                      <a:moveTo>
                        <a:pt x="17240" y="105346"/>
                      </a:moveTo>
                      <a:cubicBezTo>
                        <a:pt x="18193" y="106299"/>
                        <a:pt x="19050" y="106680"/>
                        <a:pt x="20003" y="106680"/>
                      </a:cubicBezTo>
                      <a:cubicBezTo>
                        <a:pt x="20479" y="106680"/>
                        <a:pt x="21717" y="106204"/>
                        <a:pt x="23813" y="105346"/>
                      </a:cubicBezTo>
                      <a:lnTo>
                        <a:pt x="21431" y="102775"/>
                      </a:lnTo>
                      <a:lnTo>
                        <a:pt x="22860" y="104108"/>
                      </a:lnTo>
                      <a:lnTo>
                        <a:pt x="21431" y="105346"/>
                      </a:lnTo>
                      <a:cubicBezTo>
                        <a:pt x="20384" y="105251"/>
                        <a:pt x="19907" y="104775"/>
                        <a:pt x="19907" y="103918"/>
                      </a:cubicBezTo>
                      <a:cubicBezTo>
                        <a:pt x="19907" y="103061"/>
                        <a:pt x="19907" y="102394"/>
                        <a:pt x="19526" y="101917"/>
                      </a:cubicBezTo>
                      <a:cubicBezTo>
                        <a:pt x="19431" y="102108"/>
                        <a:pt x="18860" y="102679"/>
                        <a:pt x="17717" y="103442"/>
                      </a:cubicBezTo>
                      <a:cubicBezTo>
                        <a:pt x="17240" y="103823"/>
                        <a:pt x="17050" y="104394"/>
                        <a:pt x="17240" y="105346"/>
                      </a:cubicBezTo>
                      <a:close/>
                      <a:moveTo>
                        <a:pt x="22765" y="30290"/>
                      </a:moveTo>
                      <a:cubicBezTo>
                        <a:pt x="22765" y="30290"/>
                        <a:pt x="22193" y="30290"/>
                        <a:pt x="22003" y="29908"/>
                      </a:cubicBezTo>
                      <a:cubicBezTo>
                        <a:pt x="22003" y="29528"/>
                        <a:pt x="22479" y="29242"/>
                        <a:pt x="23527" y="29242"/>
                      </a:cubicBezTo>
                      <a:cubicBezTo>
                        <a:pt x="24003" y="29242"/>
                        <a:pt x="24289" y="29432"/>
                        <a:pt x="24575" y="29718"/>
                      </a:cubicBezTo>
                      <a:lnTo>
                        <a:pt x="22765" y="30194"/>
                      </a:lnTo>
                      <a:close/>
                      <a:moveTo>
                        <a:pt x="25337" y="41148"/>
                      </a:moveTo>
                      <a:lnTo>
                        <a:pt x="25337" y="43529"/>
                      </a:lnTo>
                      <a:lnTo>
                        <a:pt x="26479" y="43529"/>
                      </a:lnTo>
                      <a:cubicBezTo>
                        <a:pt x="26956" y="42863"/>
                        <a:pt x="26575" y="42005"/>
                        <a:pt x="25337" y="41148"/>
                      </a:cubicBezTo>
                      <a:close/>
                      <a:moveTo>
                        <a:pt x="25337" y="71628"/>
                      </a:moveTo>
                      <a:lnTo>
                        <a:pt x="25337" y="70199"/>
                      </a:lnTo>
                      <a:lnTo>
                        <a:pt x="27242" y="70199"/>
                      </a:lnTo>
                      <a:lnTo>
                        <a:pt x="25337" y="71628"/>
                      </a:lnTo>
                      <a:close/>
                      <a:moveTo>
                        <a:pt x="37910" y="64389"/>
                      </a:moveTo>
                      <a:lnTo>
                        <a:pt x="36004" y="63532"/>
                      </a:lnTo>
                      <a:lnTo>
                        <a:pt x="36957" y="61150"/>
                      </a:lnTo>
                      <a:lnTo>
                        <a:pt x="37910" y="64389"/>
                      </a:lnTo>
                      <a:close/>
                      <a:moveTo>
                        <a:pt x="39338" y="54388"/>
                      </a:moveTo>
                      <a:cubicBezTo>
                        <a:pt x="38671" y="54197"/>
                        <a:pt x="37814" y="54674"/>
                        <a:pt x="36576" y="55721"/>
                      </a:cubicBezTo>
                      <a:lnTo>
                        <a:pt x="39338" y="56198"/>
                      </a:lnTo>
                      <a:lnTo>
                        <a:pt x="39338" y="54292"/>
                      </a:lnTo>
                      <a:close/>
                      <a:moveTo>
                        <a:pt x="44672" y="9811"/>
                      </a:moveTo>
                      <a:lnTo>
                        <a:pt x="45149" y="10478"/>
                      </a:lnTo>
                      <a:lnTo>
                        <a:pt x="40481" y="9811"/>
                      </a:lnTo>
                      <a:lnTo>
                        <a:pt x="44577" y="9811"/>
                      </a:lnTo>
                      <a:close/>
                      <a:moveTo>
                        <a:pt x="42863" y="58865"/>
                      </a:moveTo>
                      <a:cubicBezTo>
                        <a:pt x="42863" y="58865"/>
                        <a:pt x="43529" y="59150"/>
                        <a:pt x="43815" y="59722"/>
                      </a:cubicBezTo>
                      <a:lnTo>
                        <a:pt x="43815" y="61627"/>
                      </a:lnTo>
                      <a:cubicBezTo>
                        <a:pt x="43815" y="61627"/>
                        <a:pt x="43339" y="60865"/>
                        <a:pt x="42767" y="60865"/>
                      </a:cubicBezTo>
                      <a:lnTo>
                        <a:pt x="41338" y="61055"/>
                      </a:lnTo>
                      <a:cubicBezTo>
                        <a:pt x="41338" y="59531"/>
                        <a:pt x="41910" y="58865"/>
                        <a:pt x="42863" y="58865"/>
                      </a:cubicBezTo>
                      <a:close/>
                      <a:moveTo>
                        <a:pt x="44101" y="36957"/>
                      </a:moveTo>
                      <a:lnTo>
                        <a:pt x="43244" y="36481"/>
                      </a:lnTo>
                      <a:cubicBezTo>
                        <a:pt x="43244" y="36481"/>
                        <a:pt x="43720" y="36957"/>
                        <a:pt x="44101" y="36957"/>
                      </a:cubicBezTo>
                      <a:lnTo>
                        <a:pt x="45149" y="37814"/>
                      </a:lnTo>
                      <a:lnTo>
                        <a:pt x="45149" y="36957"/>
                      </a:lnTo>
                      <a:lnTo>
                        <a:pt x="44101" y="36957"/>
                      </a:lnTo>
                      <a:close/>
                      <a:moveTo>
                        <a:pt x="46958" y="65723"/>
                      </a:moveTo>
                      <a:lnTo>
                        <a:pt x="44577" y="65723"/>
                      </a:lnTo>
                      <a:lnTo>
                        <a:pt x="44577" y="62960"/>
                      </a:lnTo>
                      <a:lnTo>
                        <a:pt x="46958" y="65723"/>
                      </a:lnTo>
                      <a:close/>
                      <a:moveTo>
                        <a:pt x="47816" y="48292"/>
                      </a:moveTo>
                      <a:lnTo>
                        <a:pt x="45053" y="47816"/>
                      </a:lnTo>
                      <a:lnTo>
                        <a:pt x="45053" y="48292"/>
                      </a:lnTo>
                      <a:lnTo>
                        <a:pt x="47816" y="48292"/>
                      </a:lnTo>
                      <a:close/>
                      <a:moveTo>
                        <a:pt x="50387" y="9716"/>
                      </a:moveTo>
                      <a:lnTo>
                        <a:pt x="49911" y="11811"/>
                      </a:lnTo>
                      <a:lnTo>
                        <a:pt x="49244" y="11811"/>
                      </a:lnTo>
                      <a:lnTo>
                        <a:pt x="50387" y="9716"/>
                      </a:lnTo>
                      <a:close/>
                      <a:moveTo>
                        <a:pt x="51816" y="25051"/>
                      </a:moveTo>
                      <a:cubicBezTo>
                        <a:pt x="50578" y="25051"/>
                        <a:pt x="49911" y="24860"/>
                        <a:pt x="49911" y="24575"/>
                      </a:cubicBezTo>
                      <a:cubicBezTo>
                        <a:pt x="49911" y="24384"/>
                        <a:pt x="50102" y="23908"/>
                        <a:pt x="50483" y="23241"/>
                      </a:cubicBezTo>
                      <a:cubicBezTo>
                        <a:pt x="50959" y="22670"/>
                        <a:pt x="51054" y="22193"/>
                        <a:pt x="50959" y="21812"/>
                      </a:cubicBezTo>
                      <a:cubicBezTo>
                        <a:pt x="51435" y="22193"/>
                        <a:pt x="52007" y="22479"/>
                        <a:pt x="52483" y="22860"/>
                      </a:cubicBezTo>
                      <a:cubicBezTo>
                        <a:pt x="52578" y="23050"/>
                        <a:pt x="52388" y="23813"/>
                        <a:pt x="51816" y="25051"/>
                      </a:cubicBezTo>
                      <a:close/>
                      <a:moveTo>
                        <a:pt x="50959" y="21812"/>
                      </a:moveTo>
                      <a:cubicBezTo>
                        <a:pt x="50959" y="21812"/>
                        <a:pt x="50578" y="21336"/>
                        <a:pt x="50387" y="21146"/>
                      </a:cubicBezTo>
                      <a:cubicBezTo>
                        <a:pt x="50578" y="21146"/>
                        <a:pt x="50673" y="21146"/>
                        <a:pt x="50768" y="21431"/>
                      </a:cubicBezTo>
                      <a:cubicBezTo>
                        <a:pt x="50863" y="21622"/>
                        <a:pt x="50959" y="21717"/>
                        <a:pt x="50959" y="21812"/>
                      </a:cubicBezTo>
                      <a:close/>
                      <a:moveTo>
                        <a:pt x="51816" y="36957"/>
                      </a:moveTo>
                      <a:lnTo>
                        <a:pt x="51245" y="38386"/>
                      </a:lnTo>
                      <a:cubicBezTo>
                        <a:pt x="52673" y="38386"/>
                        <a:pt x="53721" y="38862"/>
                        <a:pt x="54483" y="39719"/>
                      </a:cubicBezTo>
                      <a:cubicBezTo>
                        <a:pt x="54864" y="38767"/>
                        <a:pt x="54483" y="38195"/>
                        <a:pt x="53435" y="37719"/>
                      </a:cubicBezTo>
                      <a:cubicBezTo>
                        <a:pt x="52388" y="37338"/>
                        <a:pt x="51911" y="37148"/>
                        <a:pt x="51721" y="36957"/>
                      </a:cubicBezTo>
                      <a:close/>
                      <a:moveTo>
                        <a:pt x="57817" y="17907"/>
                      </a:moveTo>
                      <a:lnTo>
                        <a:pt x="57817" y="19241"/>
                      </a:lnTo>
                      <a:lnTo>
                        <a:pt x="53150" y="18383"/>
                      </a:lnTo>
                      <a:lnTo>
                        <a:pt x="53150" y="16954"/>
                      </a:lnTo>
                      <a:cubicBezTo>
                        <a:pt x="53531" y="18002"/>
                        <a:pt x="54293" y="18479"/>
                        <a:pt x="55436" y="18479"/>
                      </a:cubicBezTo>
                      <a:cubicBezTo>
                        <a:pt x="56388" y="18669"/>
                        <a:pt x="57150" y="18479"/>
                        <a:pt x="57817" y="17812"/>
                      </a:cubicBezTo>
                      <a:close/>
                      <a:moveTo>
                        <a:pt x="59055" y="0"/>
                      </a:moveTo>
                      <a:lnTo>
                        <a:pt x="59722" y="3810"/>
                      </a:lnTo>
                      <a:lnTo>
                        <a:pt x="59055" y="571"/>
                      </a:lnTo>
                      <a:lnTo>
                        <a:pt x="59055" y="0"/>
                      </a:lnTo>
                      <a:close/>
                      <a:moveTo>
                        <a:pt x="61627" y="32575"/>
                      </a:moveTo>
                      <a:cubicBezTo>
                        <a:pt x="61627" y="32575"/>
                        <a:pt x="60960" y="32957"/>
                        <a:pt x="60198" y="33623"/>
                      </a:cubicBezTo>
                      <a:cubicBezTo>
                        <a:pt x="59436" y="34290"/>
                        <a:pt x="59055" y="34862"/>
                        <a:pt x="59055" y="35338"/>
                      </a:cubicBezTo>
                      <a:cubicBezTo>
                        <a:pt x="59055" y="35909"/>
                        <a:pt x="59436" y="36290"/>
                        <a:pt x="60293" y="36481"/>
                      </a:cubicBezTo>
                      <a:cubicBezTo>
                        <a:pt x="60388" y="36195"/>
                        <a:pt x="60293" y="35814"/>
                        <a:pt x="59817" y="35052"/>
                      </a:cubicBezTo>
                      <a:cubicBezTo>
                        <a:pt x="61055" y="34004"/>
                        <a:pt x="61913" y="33623"/>
                        <a:pt x="62389" y="33719"/>
                      </a:cubicBezTo>
                      <a:cubicBezTo>
                        <a:pt x="61817" y="33147"/>
                        <a:pt x="61627" y="32766"/>
                        <a:pt x="61722" y="32480"/>
                      </a:cubicBezTo>
                      <a:close/>
                      <a:moveTo>
                        <a:pt x="63246" y="26003"/>
                      </a:moveTo>
                      <a:lnTo>
                        <a:pt x="65056" y="26003"/>
                      </a:lnTo>
                      <a:lnTo>
                        <a:pt x="63246" y="27051"/>
                      </a:lnTo>
                      <a:lnTo>
                        <a:pt x="63246" y="26003"/>
                      </a:lnTo>
                      <a:close/>
                      <a:moveTo>
                        <a:pt x="69913" y="28099"/>
                      </a:moveTo>
                      <a:cubicBezTo>
                        <a:pt x="69913" y="28099"/>
                        <a:pt x="69152" y="27337"/>
                        <a:pt x="67818" y="26384"/>
                      </a:cubicBezTo>
                      <a:cubicBezTo>
                        <a:pt x="67056" y="25717"/>
                        <a:pt x="66580" y="25051"/>
                        <a:pt x="66580" y="24479"/>
                      </a:cubicBezTo>
                      <a:cubicBezTo>
                        <a:pt x="66580" y="24098"/>
                        <a:pt x="66675" y="23813"/>
                        <a:pt x="66961" y="23336"/>
                      </a:cubicBezTo>
                      <a:cubicBezTo>
                        <a:pt x="68485" y="23241"/>
                        <a:pt x="69342" y="23717"/>
                        <a:pt x="69437" y="24765"/>
                      </a:cubicBezTo>
                      <a:cubicBezTo>
                        <a:pt x="69628" y="25908"/>
                        <a:pt x="69818" y="26956"/>
                        <a:pt x="69913" y="28099"/>
                      </a:cubicBezTo>
                      <a:close/>
                      <a:moveTo>
                        <a:pt x="68390" y="47911"/>
                      </a:moveTo>
                      <a:lnTo>
                        <a:pt x="66961" y="46577"/>
                      </a:lnTo>
                      <a:lnTo>
                        <a:pt x="68390" y="48482"/>
                      </a:lnTo>
                      <a:lnTo>
                        <a:pt x="68390" y="48006"/>
                      </a:lnTo>
                      <a:close/>
                      <a:moveTo>
                        <a:pt x="69723" y="44482"/>
                      </a:moveTo>
                      <a:lnTo>
                        <a:pt x="69723" y="46577"/>
                      </a:lnTo>
                      <a:cubicBezTo>
                        <a:pt x="71342" y="46577"/>
                        <a:pt x="72771" y="45815"/>
                        <a:pt x="74009" y="44291"/>
                      </a:cubicBezTo>
                      <a:cubicBezTo>
                        <a:pt x="74295" y="44101"/>
                        <a:pt x="74676" y="43625"/>
                        <a:pt x="75057" y="43053"/>
                      </a:cubicBezTo>
                      <a:cubicBezTo>
                        <a:pt x="74771" y="43625"/>
                        <a:pt x="74486" y="44006"/>
                        <a:pt x="74009" y="44291"/>
                      </a:cubicBezTo>
                      <a:cubicBezTo>
                        <a:pt x="72962" y="44196"/>
                        <a:pt x="71533" y="44291"/>
                        <a:pt x="69723" y="44482"/>
                      </a:cubicBezTo>
                      <a:close/>
                      <a:moveTo>
                        <a:pt x="69913" y="28099"/>
                      </a:moveTo>
                      <a:cubicBezTo>
                        <a:pt x="69913" y="28099"/>
                        <a:pt x="70295" y="28956"/>
                        <a:pt x="70295" y="29337"/>
                      </a:cubicBezTo>
                      <a:cubicBezTo>
                        <a:pt x="70104" y="28861"/>
                        <a:pt x="69913" y="28480"/>
                        <a:pt x="69913" y="28099"/>
                      </a:cubicBezTo>
                      <a:close/>
                      <a:moveTo>
                        <a:pt x="77819" y="53531"/>
                      </a:moveTo>
                      <a:lnTo>
                        <a:pt x="77819" y="51149"/>
                      </a:lnTo>
                      <a:lnTo>
                        <a:pt x="75152" y="53054"/>
                      </a:lnTo>
                      <a:lnTo>
                        <a:pt x="77819" y="53531"/>
                      </a:lnTo>
                      <a:close/>
                      <a:moveTo>
                        <a:pt x="76962" y="43529"/>
                      </a:moveTo>
                      <a:cubicBezTo>
                        <a:pt x="76962" y="43529"/>
                        <a:pt x="77629" y="44387"/>
                        <a:pt x="77629" y="44767"/>
                      </a:cubicBezTo>
                      <a:cubicBezTo>
                        <a:pt x="77629" y="45053"/>
                        <a:pt x="77343" y="45529"/>
                        <a:pt x="76581" y="45911"/>
                      </a:cubicBezTo>
                      <a:cubicBezTo>
                        <a:pt x="75914" y="46387"/>
                        <a:pt x="75533" y="46673"/>
                        <a:pt x="75533" y="46768"/>
                      </a:cubicBezTo>
                      <a:cubicBezTo>
                        <a:pt x="75533" y="47054"/>
                        <a:pt x="76010" y="47434"/>
                        <a:pt x="76962" y="47816"/>
                      </a:cubicBezTo>
                      <a:cubicBezTo>
                        <a:pt x="77343" y="46673"/>
                        <a:pt x="77629" y="45434"/>
                        <a:pt x="78105" y="44291"/>
                      </a:cubicBezTo>
                      <a:cubicBezTo>
                        <a:pt x="78581" y="43053"/>
                        <a:pt x="79248" y="42482"/>
                        <a:pt x="80201" y="42482"/>
                      </a:cubicBezTo>
                      <a:lnTo>
                        <a:pt x="78867" y="41148"/>
                      </a:lnTo>
                      <a:lnTo>
                        <a:pt x="76962" y="43529"/>
                      </a:lnTo>
                      <a:close/>
                      <a:moveTo>
                        <a:pt x="78296" y="16002"/>
                      </a:moveTo>
                      <a:lnTo>
                        <a:pt x="78296" y="18383"/>
                      </a:lnTo>
                      <a:lnTo>
                        <a:pt x="77724" y="18383"/>
                      </a:lnTo>
                      <a:lnTo>
                        <a:pt x="77724" y="16002"/>
                      </a:lnTo>
                      <a:lnTo>
                        <a:pt x="78296" y="16002"/>
                      </a:lnTo>
                      <a:close/>
                      <a:moveTo>
                        <a:pt x="83629" y="12668"/>
                      </a:moveTo>
                      <a:cubicBezTo>
                        <a:pt x="82868" y="13049"/>
                        <a:pt x="82296" y="13240"/>
                        <a:pt x="82106" y="13240"/>
                      </a:cubicBezTo>
                      <a:lnTo>
                        <a:pt x="82106" y="11335"/>
                      </a:lnTo>
                      <a:lnTo>
                        <a:pt x="83629" y="12668"/>
                      </a:lnTo>
                      <a:close/>
                      <a:moveTo>
                        <a:pt x="86963" y="36481"/>
                      </a:moveTo>
                      <a:lnTo>
                        <a:pt x="86963" y="38386"/>
                      </a:lnTo>
                      <a:cubicBezTo>
                        <a:pt x="86296" y="38005"/>
                        <a:pt x="85820" y="37814"/>
                        <a:pt x="85725" y="37814"/>
                      </a:cubicBezTo>
                      <a:cubicBezTo>
                        <a:pt x="86487" y="37814"/>
                        <a:pt x="86963" y="37338"/>
                        <a:pt x="86963" y="36481"/>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 name="Google Shape;1440;p99"/>
                <p:cNvSpPr/>
                <p:nvPr/>
              </p:nvSpPr>
              <p:spPr>
                <a:xfrm>
                  <a:off x="6487953" y="2846715"/>
                  <a:ext cx="93154" cy="138705"/>
                </a:xfrm>
                <a:custGeom>
                  <a:avLst/>
                  <a:gdLst/>
                  <a:ahLst/>
                  <a:cxnLst/>
                  <a:rect l="l" t="t" r="r" b="b"/>
                  <a:pathLst>
                    <a:path w="93154" h="138705" extrusionOk="0">
                      <a:moveTo>
                        <a:pt x="91726" y="4784"/>
                      </a:moveTo>
                      <a:lnTo>
                        <a:pt x="93154" y="29168"/>
                      </a:lnTo>
                      <a:cubicBezTo>
                        <a:pt x="90297" y="30120"/>
                        <a:pt x="86392" y="30311"/>
                        <a:pt x="81439" y="29835"/>
                      </a:cubicBezTo>
                      <a:cubicBezTo>
                        <a:pt x="75533" y="29263"/>
                        <a:pt x="71723" y="29073"/>
                        <a:pt x="69913" y="29263"/>
                      </a:cubicBezTo>
                      <a:cubicBezTo>
                        <a:pt x="65818" y="29835"/>
                        <a:pt x="62389" y="31835"/>
                        <a:pt x="60008" y="35073"/>
                      </a:cubicBezTo>
                      <a:cubicBezTo>
                        <a:pt x="60293" y="35931"/>
                        <a:pt x="60388" y="36788"/>
                        <a:pt x="60388" y="37645"/>
                      </a:cubicBezTo>
                      <a:cubicBezTo>
                        <a:pt x="60388" y="38502"/>
                        <a:pt x="60198" y="39931"/>
                        <a:pt x="59817" y="41646"/>
                      </a:cubicBezTo>
                      <a:cubicBezTo>
                        <a:pt x="59531" y="43455"/>
                        <a:pt x="59341" y="44789"/>
                        <a:pt x="59341" y="45741"/>
                      </a:cubicBezTo>
                      <a:cubicBezTo>
                        <a:pt x="59341" y="47075"/>
                        <a:pt x="59627" y="48408"/>
                        <a:pt x="60008" y="49647"/>
                      </a:cubicBezTo>
                      <a:cubicBezTo>
                        <a:pt x="60388" y="50313"/>
                        <a:pt x="60484" y="50980"/>
                        <a:pt x="60484" y="51552"/>
                      </a:cubicBezTo>
                      <a:cubicBezTo>
                        <a:pt x="60484" y="52409"/>
                        <a:pt x="60293" y="53266"/>
                        <a:pt x="59817" y="54314"/>
                      </a:cubicBezTo>
                      <a:cubicBezTo>
                        <a:pt x="59341" y="55362"/>
                        <a:pt x="59150" y="56124"/>
                        <a:pt x="59150" y="56600"/>
                      </a:cubicBezTo>
                      <a:cubicBezTo>
                        <a:pt x="59150" y="57267"/>
                        <a:pt x="59341" y="57933"/>
                        <a:pt x="60008" y="58505"/>
                      </a:cubicBezTo>
                      <a:lnTo>
                        <a:pt x="59531" y="66220"/>
                      </a:lnTo>
                      <a:cubicBezTo>
                        <a:pt x="59341" y="65363"/>
                        <a:pt x="58769" y="64696"/>
                        <a:pt x="57626" y="64506"/>
                      </a:cubicBezTo>
                      <a:cubicBezTo>
                        <a:pt x="56007" y="64029"/>
                        <a:pt x="55054" y="63744"/>
                        <a:pt x="54864" y="63648"/>
                      </a:cubicBezTo>
                      <a:cubicBezTo>
                        <a:pt x="54388" y="64029"/>
                        <a:pt x="54197" y="64410"/>
                        <a:pt x="54388" y="64982"/>
                      </a:cubicBezTo>
                      <a:cubicBezTo>
                        <a:pt x="54483" y="65458"/>
                        <a:pt x="54388" y="66030"/>
                        <a:pt x="54197" y="66411"/>
                      </a:cubicBezTo>
                      <a:cubicBezTo>
                        <a:pt x="54864" y="66030"/>
                        <a:pt x="55436" y="65934"/>
                        <a:pt x="55912" y="65934"/>
                      </a:cubicBezTo>
                      <a:cubicBezTo>
                        <a:pt x="56674" y="65934"/>
                        <a:pt x="57341" y="66792"/>
                        <a:pt x="57721" y="68506"/>
                      </a:cubicBezTo>
                      <a:cubicBezTo>
                        <a:pt x="58198" y="70697"/>
                        <a:pt x="58579" y="71935"/>
                        <a:pt x="58960" y="72316"/>
                      </a:cubicBezTo>
                      <a:lnTo>
                        <a:pt x="58103" y="72316"/>
                      </a:lnTo>
                      <a:cubicBezTo>
                        <a:pt x="59436" y="76126"/>
                        <a:pt x="60198" y="81365"/>
                        <a:pt x="60293" y="88128"/>
                      </a:cubicBezTo>
                      <a:cubicBezTo>
                        <a:pt x="60198" y="93652"/>
                        <a:pt x="60103" y="99081"/>
                        <a:pt x="60103" y="104511"/>
                      </a:cubicBezTo>
                      <a:cubicBezTo>
                        <a:pt x="60198" y="107749"/>
                        <a:pt x="60484" y="110607"/>
                        <a:pt x="60770" y="113083"/>
                      </a:cubicBezTo>
                      <a:cubicBezTo>
                        <a:pt x="60865" y="113083"/>
                        <a:pt x="61341" y="113274"/>
                        <a:pt x="62103" y="113750"/>
                      </a:cubicBezTo>
                      <a:cubicBezTo>
                        <a:pt x="62865" y="114226"/>
                        <a:pt x="63532" y="114321"/>
                        <a:pt x="64103" y="114131"/>
                      </a:cubicBezTo>
                      <a:cubicBezTo>
                        <a:pt x="63341" y="115845"/>
                        <a:pt x="62770" y="120227"/>
                        <a:pt x="62579" y="127371"/>
                      </a:cubicBezTo>
                      <a:cubicBezTo>
                        <a:pt x="62484" y="131276"/>
                        <a:pt x="61341" y="133943"/>
                        <a:pt x="58960" y="135467"/>
                      </a:cubicBezTo>
                      <a:cubicBezTo>
                        <a:pt x="59341" y="135657"/>
                        <a:pt x="59531" y="136324"/>
                        <a:pt x="59531" y="137372"/>
                      </a:cubicBezTo>
                      <a:cubicBezTo>
                        <a:pt x="58198" y="137372"/>
                        <a:pt x="54293" y="137372"/>
                        <a:pt x="47720" y="137372"/>
                      </a:cubicBezTo>
                      <a:cubicBezTo>
                        <a:pt x="42958" y="137181"/>
                        <a:pt x="39053" y="137658"/>
                        <a:pt x="36195" y="138705"/>
                      </a:cubicBezTo>
                      <a:cubicBezTo>
                        <a:pt x="33719" y="136705"/>
                        <a:pt x="32576" y="133562"/>
                        <a:pt x="32576" y="129466"/>
                      </a:cubicBezTo>
                      <a:cubicBezTo>
                        <a:pt x="32671" y="125942"/>
                        <a:pt x="32671" y="122322"/>
                        <a:pt x="32671" y="118798"/>
                      </a:cubicBezTo>
                      <a:cubicBezTo>
                        <a:pt x="33242" y="105654"/>
                        <a:pt x="33528" y="91842"/>
                        <a:pt x="33528" y="77460"/>
                      </a:cubicBezTo>
                      <a:cubicBezTo>
                        <a:pt x="33528" y="63077"/>
                        <a:pt x="33147" y="48504"/>
                        <a:pt x="32671" y="33264"/>
                      </a:cubicBezTo>
                      <a:cubicBezTo>
                        <a:pt x="32004" y="30882"/>
                        <a:pt x="30194" y="29644"/>
                        <a:pt x="27242" y="29644"/>
                      </a:cubicBezTo>
                      <a:cubicBezTo>
                        <a:pt x="26670" y="29644"/>
                        <a:pt x="25908" y="29644"/>
                        <a:pt x="24765" y="29835"/>
                      </a:cubicBezTo>
                      <a:lnTo>
                        <a:pt x="22574" y="29835"/>
                      </a:lnTo>
                      <a:cubicBezTo>
                        <a:pt x="21146" y="29835"/>
                        <a:pt x="19907" y="29644"/>
                        <a:pt x="18955" y="29168"/>
                      </a:cubicBezTo>
                      <a:cubicBezTo>
                        <a:pt x="20003" y="29263"/>
                        <a:pt x="16574" y="29358"/>
                        <a:pt x="8572" y="29358"/>
                      </a:cubicBezTo>
                      <a:cubicBezTo>
                        <a:pt x="4953" y="29358"/>
                        <a:pt x="2096" y="28501"/>
                        <a:pt x="0" y="26596"/>
                      </a:cubicBezTo>
                      <a:lnTo>
                        <a:pt x="0" y="2498"/>
                      </a:lnTo>
                      <a:cubicBezTo>
                        <a:pt x="667" y="3069"/>
                        <a:pt x="1238" y="3355"/>
                        <a:pt x="2000" y="3355"/>
                      </a:cubicBezTo>
                      <a:cubicBezTo>
                        <a:pt x="3334" y="3355"/>
                        <a:pt x="4763" y="2498"/>
                        <a:pt x="6096" y="593"/>
                      </a:cubicBezTo>
                      <a:cubicBezTo>
                        <a:pt x="13049" y="117"/>
                        <a:pt x="23527" y="117"/>
                        <a:pt x="37243" y="402"/>
                      </a:cubicBezTo>
                      <a:cubicBezTo>
                        <a:pt x="50863" y="783"/>
                        <a:pt x="61436" y="688"/>
                        <a:pt x="68771" y="21"/>
                      </a:cubicBezTo>
                      <a:cubicBezTo>
                        <a:pt x="69152" y="688"/>
                        <a:pt x="69628" y="1069"/>
                        <a:pt x="70295" y="1069"/>
                      </a:cubicBezTo>
                      <a:cubicBezTo>
                        <a:pt x="70771" y="1069"/>
                        <a:pt x="71438" y="879"/>
                        <a:pt x="72200" y="593"/>
                      </a:cubicBezTo>
                      <a:cubicBezTo>
                        <a:pt x="73057" y="212"/>
                        <a:pt x="73628" y="117"/>
                        <a:pt x="73914" y="117"/>
                      </a:cubicBezTo>
                      <a:cubicBezTo>
                        <a:pt x="75247" y="974"/>
                        <a:pt x="78962" y="974"/>
                        <a:pt x="84772" y="117"/>
                      </a:cubicBezTo>
                      <a:cubicBezTo>
                        <a:pt x="89154" y="-455"/>
                        <a:pt x="91345" y="1069"/>
                        <a:pt x="91535" y="4784"/>
                      </a:cubicBezTo>
                      <a:close/>
                      <a:moveTo>
                        <a:pt x="14859" y="10118"/>
                      </a:moveTo>
                      <a:cubicBezTo>
                        <a:pt x="16002" y="8308"/>
                        <a:pt x="17431" y="7356"/>
                        <a:pt x="19336" y="7356"/>
                      </a:cubicBezTo>
                      <a:cubicBezTo>
                        <a:pt x="20003" y="7356"/>
                        <a:pt x="21146" y="7546"/>
                        <a:pt x="22670" y="7927"/>
                      </a:cubicBezTo>
                      <a:cubicBezTo>
                        <a:pt x="24194" y="8213"/>
                        <a:pt x="25527" y="8403"/>
                        <a:pt x="26384" y="8403"/>
                      </a:cubicBezTo>
                      <a:cubicBezTo>
                        <a:pt x="27242" y="8403"/>
                        <a:pt x="28194" y="8403"/>
                        <a:pt x="28956" y="8022"/>
                      </a:cubicBezTo>
                      <a:lnTo>
                        <a:pt x="26194" y="5260"/>
                      </a:lnTo>
                      <a:cubicBezTo>
                        <a:pt x="25146" y="5260"/>
                        <a:pt x="24670" y="4784"/>
                        <a:pt x="24765" y="3831"/>
                      </a:cubicBezTo>
                      <a:cubicBezTo>
                        <a:pt x="24955" y="2688"/>
                        <a:pt x="24955" y="2117"/>
                        <a:pt x="24765" y="1926"/>
                      </a:cubicBezTo>
                      <a:cubicBezTo>
                        <a:pt x="24479" y="2593"/>
                        <a:pt x="24098" y="3069"/>
                        <a:pt x="23622" y="3165"/>
                      </a:cubicBezTo>
                      <a:cubicBezTo>
                        <a:pt x="23431" y="3069"/>
                        <a:pt x="23051" y="2974"/>
                        <a:pt x="22765" y="2974"/>
                      </a:cubicBezTo>
                      <a:cubicBezTo>
                        <a:pt x="22670" y="3069"/>
                        <a:pt x="22670" y="3641"/>
                        <a:pt x="22765" y="4689"/>
                      </a:cubicBezTo>
                      <a:cubicBezTo>
                        <a:pt x="21431" y="5641"/>
                        <a:pt x="19621" y="6213"/>
                        <a:pt x="17526" y="6403"/>
                      </a:cubicBezTo>
                      <a:cubicBezTo>
                        <a:pt x="14859" y="6594"/>
                        <a:pt x="13145" y="6879"/>
                        <a:pt x="12383" y="7260"/>
                      </a:cubicBezTo>
                      <a:lnTo>
                        <a:pt x="15812" y="7260"/>
                      </a:lnTo>
                      <a:cubicBezTo>
                        <a:pt x="15145" y="8308"/>
                        <a:pt x="14478" y="8975"/>
                        <a:pt x="13811" y="9356"/>
                      </a:cubicBezTo>
                      <a:cubicBezTo>
                        <a:pt x="13716" y="9356"/>
                        <a:pt x="13621" y="9356"/>
                        <a:pt x="13621" y="9165"/>
                      </a:cubicBezTo>
                      <a:cubicBezTo>
                        <a:pt x="13430" y="9356"/>
                        <a:pt x="13145" y="9451"/>
                        <a:pt x="12954" y="9642"/>
                      </a:cubicBezTo>
                      <a:cubicBezTo>
                        <a:pt x="12287" y="9832"/>
                        <a:pt x="11716" y="10023"/>
                        <a:pt x="11335" y="10023"/>
                      </a:cubicBezTo>
                      <a:cubicBezTo>
                        <a:pt x="10954" y="9832"/>
                        <a:pt x="10287" y="9832"/>
                        <a:pt x="9525" y="10023"/>
                      </a:cubicBezTo>
                      <a:cubicBezTo>
                        <a:pt x="7144" y="9832"/>
                        <a:pt x="5429" y="9832"/>
                        <a:pt x="4477" y="10023"/>
                      </a:cubicBezTo>
                      <a:lnTo>
                        <a:pt x="4477" y="9165"/>
                      </a:lnTo>
                      <a:lnTo>
                        <a:pt x="2381" y="11451"/>
                      </a:lnTo>
                      <a:cubicBezTo>
                        <a:pt x="2953" y="11737"/>
                        <a:pt x="3524" y="11832"/>
                        <a:pt x="4286" y="11832"/>
                      </a:cubicBezTo>
                      <a:cubicBezTo>
                        <a:pt x="4572" y="11832"/>
                        <a:pt x="6287" y="11261"/>
                        <a:pt x="9430" y="10118"/>
                      </a:cubicBezTo>
                      <a:lnTo>
                        <a:pt x="11239" y="10118"/>
                      </a:lnTo>
                      <a:cubicBezTo>
                        <a:pt x="11239" y="10118"/>
                        <a:pt x="12002" y="10689"/>
                        <a:pt x="12097" y="11070"/>
                      </a:cubicBezTo>
                      <a:cubicBezTo>
                        <a:pt x="12287" y="11451"/>
                        <a:pt x="12573" y="12023"/>
                        <a:pt x="12763" y="12499"/>
                      </a:cubicBezTo>
                      <a:cubicBezTo>
                        <a:pt x="12668" y="12118"/>
                        <a:pt x="12478" y="11737"/>
                        <a:pt x="12287" y="11356"/>
                      </a:cubicBezTo>
                      <a:cubicBezTo>
                        <a:pt x="12287" y="10689"/>
                        <a:pt x="12478" y="10118"/>
                        <a:pt x="12763" y="9832"/>
                      </a:cubicBezTo>
                      <a:cubicBezTo>
                        <a:pt x="12954" y="9832"/>
                        <a:pt x="13335" y="9737"/>
                        <a:pt x="13621" y="9451"/>
                      </a:cubicBezTo>
                      <a:cubicBezTo>
                        <a:pt x="14383" y="10594"/>
                        <a:pt x="14859" y="11356"/>
                        <a:pt x="14859" y="11547"/>
                      </a:cubicBezTo>
                      <a:lnTo>
                        <a:pt x="19526" y="10689"/>
                      </a:lnTo>
                      <a:lnTo>
                        <a:pt x="14859" y="10118"/>
                      </a:lnTo>
                      <a:close/>
                      <a:moveTo>
                        <a:pt x="11335" y="18024"/>
                      </a:moveTo>
                      <a:lnTo>
                        <a:pt x="14097" y="16690"/>
                      </a:lnTo>
                      <a:lnTo>
                        <a:pt x="12763" y="16690"/>
                      </a:lnTo>
                      <a:lnTo>
                        <a:pt x="11335" y="18024"/>
                      </a:lnTo>
                      <a:close/>
                      <a:moveTo>
                        <a:pt x="32671" y="4784"/>
                      </a:moveTo>
                      <a:lnTo>
                        <a:pt x="34766" y="2498"/>
                      </a:lnTo>
                      <a:cubicBezTo>
                        <a:pt x="34100" y="2498"/>
                        <a:pt x="33242" y="2117"/>
                        <a:pt x="32195" y="1450"/>
                      </a:cubicBezTo>
                      <a:lnTo>
                        <a:pt x="30004" y="4689"/>
                      </a:lnTo>
                      <a:lnTo>
                        <a:pt x="27622" y="3260"/>
                      </a:lnTo>
                      <a:lnTo>
                        <a:pt x="30956" y="6594"/>
                      </a:lnTo>
                      <a:cubicBezTo>
                        <a:pt x="30956" y="4308"/>
                        <a:pt x="31433" y="2879"/>
                        <a:pt x="32290" y="2403"/>
                      </a:cubicBezTo>
                      <a:cubicBezTo>
                        <a:pt x="32671" y="2688"/>
                        <a:pt x="32766" y="3355"/>
                        <a:pt x="32766" y="4689"/>
                      </a:cubicBezTo>
                      <a:close/>
                      <a:moveTo>
                        <a:pt x="39434" y="73745"/>
                      </a:moveTo>
                      <a:cubicBezTo>
                        <a:pt x="41529" y="73935"/>
                        <a:pt x="42386" y="73745"/>
                        <a:pt x="42196" y="73269"/>
                      </a:cubicBezTo>
                      <a:cubicBezTo>
                        <a:pt x="41720" y="72983"/>
                        <a:pt x="40767" y="73269"/>
                        <a:pt x="39434" y="73745"/>
                      </a:cubicBezTo>
                      <a:cubicBezTo>
                        <a:pt x="38862" y="73554"/>
                        <a:pt x="38481" y="73554"/>
                        <a:pt x="38100" y="73745"/>
                      </a:cubicBezTo>
                      <a:cubicBezTo>
                        <a:pt x="38671" y="73935"/>
                        <a:pt x="39148" y="73935"/>
                        <a:pt x="39434" y="73745"/>
                      </a:cubicBezTo>
                      <a:close/>
                      <a:moveTo>
                        <a:pt x="57531" y="70983"/>
                      </a:moveTo>
                      <a:cubicBezTo>
                        <a:pt x="56293" y="70125"/>
                        <a:pt x="54388" y="69649"/>
                        <a:pt x="52006" y="69649"/>
                      </a:cubicBezTo>
                      <a:cubicBezTo>
                        <a:pt x="49149" y="69649"/>
                        <a:pt x="47149" y="69459"/>
                        <a:pt x="46101" y="69173"/>
                      </a:cubicBezTo>
                      <a:lnTo>
                        <a:pt x="50768" y="71935"/>
                      </a:lnTo>
                      <a:cubicBezTo>
                        <a:pt x="50197" y="72126"/>
                        <a:pt x="49911" y="72602"/>
                        <a:pt x="49911" y="73269"/>
                      </a:cubicBezTo>
                      <a:lnTo>
                        <a:pt x="51340" y="73269"/>
                      </a:lnTo>
                      <a:cubicBezTo>
                        <a:pt x="51340" y="73269"/>
                        <a:pt x="52006" y="73745"/>
                        <a:pt x="52006" y="73935"/>
                      </a:cubicBezTo>
                      <a:cubicBezTo>
                        <a:pt x="52006" y="74031"/>
                        <a:pt x="51816" y="74412"/>
                        <a:pt x="51435" y="74983"/>
                      </a:cubicBezTo>
                      <a:cubicBezTo>
                        <a:pt x="51054" y="75555"/>
                        <a:pt x="50959" y="76126"/>
                        <a:pt x="51245" y="76507"/>
                      </a:cubicBezTo>
                      <a:lnTo>
                        <a:pt x="54007" y="76507"/>
                      </a:lnTo>
                      <a:cubicBezTo>
                        <a:pt x="52578" y="75078"/>
                        <a:pt x="52006" y="74126"/>
                        <a:pt x="52006" y="73554"/>
                      </a:cubicBezTo>
                      <a:cubicBezTo>
                        <a:pt x="52006" y="73078"/>
                        <a:pt x="52292" y="72697"/>
                        <a:pt x="52864" y="72411"/>
                      </a:cubicBezTo>
                      <a:cubicBezTo>
                        <a:pt x="53530" y="72126"/>
                        <a:pt x="54293" y="71840"/>
                        <a:pt x="55245" y="71459"/>
                      </a:cubicBezTo>
                      <a:cubicBezTo>
                        <a:pt x="56102" y="71364"/>
                        <a:pt x="56769" y="71649"/>
                        <a:pt x="57531" y="72316"/>
                      </a:cubicBezTo>
                      <a:lnTo>
                        <a:pt x="57531" y="70887"/>
                      </a:lnTo>
                      <a:close/>
                      <a:moveTo>
                        <a:pt x="50768" y="59172"/>
                      </a:moveTo>
                      <a:cubicBezTo>
                        <a:pt x="51530" y="60124"/>
                        <a:pt x="52388" y="60600"/>
                        <a:pt x="53530" y="60600"/>
                      </a:cubicBezTo>
                      <a:cubicBezTo>
                        <a:pt x="55245" y="60600"/>
                        <a:pt x="56769" y="59934"/>
                        <a:pt x="58103" y="58695"/>
                      </a:cubicBezTo>
                      <a:lnTo>
                        <a:pt x="55436" y="57838"/>
                      </a:lnTo>
                      <a:cubicBezTo>
                        <a:pt x="55340" y="59267"/>
                        <a:pt x="55054" y="59934"/>
                        <a:pt x="54578" y="59934"/>
                      </a:cubicBezTo>
                      <a:cubicBezTo>
                        <a:pt x="54483" y="59934"/>
                        <a:pt x="54007" y="59553"/>
                        <a:pt x="53150" y="58791"/>
                      </a:cubicBezTo>
                      <a:cubicBezTo>
                        <a:pt x="52292" y="58029"/>
                        <a:pt x="51530" y="57648"/>
                        <a:pt x="50768" y="57933"/>
                      </a:cubicBezTo>
                      <a:lnTo>
                        <a:pt x="50768" y="59362"/>
                      </a:lnTo>
                      <a:close/>
                      <a:moveTo>
                        <a:pt x="57150" y="75459"/>
                      </a:moveTo>
                      <a:lnTo>
                        <a:pt x="57531" y="75650"/>
                      </a:lnTo>
                      <a:lnTo>
                        <a:pt x="57150" y="75459"/>
                      </a:lnTo>
                      <a:lnTo>
                        <a:pt x="54007" y="73269"/>
                      </a:lnTo>
                      <a:cubicBezTo>
                        <a:pt x="53626" y="74316"/>
                        <a:pt x="54007" y="74888"/>
                        <a:pt x="55054" y="75174"/>
                      </a:cubicBezTo>
                      <a:cubicBezTo>
                        <a:pt x="55817" y="75174"/>
                        <a:pt x="56483" y="75364"/>
                        <a:pt x="57150" y="75555"/>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 name="Google Shape;1441;p99"/>
                <p:cNvSpPr/>
                <p:nvPr/>
              </p:nvSpPr>
              <p:spPr>
                <a:xfrm>
                  <a:off x="6558628" y="2844926"/>
                  <a:ext cx="128682" cy="138969"/>
                </a:xfrm>
                <a:custGeom>
                  <a:avLst/>
                  <a:gdLst/>
                  <a:ahLst/>
                  <a:cxnLst/>
                  <a:rect l="l" t="t" r="r" b="b"/>
                  <a:pathLst>
                    <a:path w="128682" h="138969" extrusionOk="0">
                      <a:moveTo>
                        <a:pt x="1810" y="96679"/>
                      </a:moveTo>
                      <a:cubicBezTo>
                        <a:pt x="1619" y="97822"/>
                        <a:pt x="1810" y="98393"/>
                        <a:pt x="2381" y="98393"/>
                      </a:cubicBezTo>
                      <a:cubicBezTo>
                        <a:pt x="2476" y="98393"/>
                        <a:pt x="2762" y="98393"/>
                        <a:pt x="3048" y="98298"/>
                      </a:cubicBezTo>
                      <a:cubicBezTo>
                        <a:pt x="3334" y="98108"/>
                        <a:pt x="3715" y="98108"/>
                        <a:pt x="3905" y="98108"/>
                      </a:cubicBezTo>
                      <a:cubicBezTo>
                        <a:pt x="4286" y="98108"/>
                        <a:pt x="4477" y="98298"/>
                        <a:pt x="4667" y="98774"/>
                      </a:cubicBezTo>
                      <a:cubicBezTo>
                        <a:pt x="1905" y="98774"/>
                        <a:pt x="286" y="98584"/>
                        <a:pt x="0" y="98108"/>
                      </a:cubicBezTo>
                      <a:lnTo>
                        <a:pt x="1905" y="96679"/>
                      </a:lnTo>
                      <a:close/>
                      <a:moveTo>
                        <a:pt x="4572" y="114205"/>
                      </a:moveTo>
                      <a:cubicBezTo>
                        <a:pt x="4763" y="113633"/>
                        <a:pt x="5239" y="113348"/>
                        <a:pt x="5905" y="113348"/>
                      </a:cubicBezTo>
                      <a:lnTo>
                        <a:pt x="7811" y="113348"/>
                      </a:lnTo>
                      <a:cubicBezTo>
                        <a:pt x="7715" y="113919"/>
                        <a:pt x="7239" y="114205"/>
                        <a:pt x="6477" y="114205"/>
                      </a:cubicBezTo>
                      <a:lnTo>
                        <a:pt x="4572" y="114205"/>
                      </a:lnTo>
                      <a:close/>
                      <a:moveTo>
                        <a:pt x="10382" y="123349"/>
                      </a:moveTo>
                      <a:lnTo>
                        <a:pt x="10382" y="121444"/>
                      </a:lnTo>
                      <a:lnTo>
                        <a:pt x="11716" y="121444"/>
                      </a:lnTo>
                      <a:lnTo>
                        <a:pt x="10382" y="123349"/>
                      </a:lnTo>
                      <a:close/>
                      <a:moveTo>
                        <a:pt x="17716" y="112014"/>
                      </a:moveTo>
                      <a:cubicBezTo>
                        <a:pt x="18288" y="111728"/>
                        <a:pt x="19145" y="112205"/>
                        <a:pt x="20288" y="113348"/>
                      </a:cubicBezTo>
                      <a:lnTo>
                        <a:pt x="19812" y="114205"/>
                      </a:lnTo>
                      <a:lnTo>
                        <a:pt x="17716" y="112014"/>
                      </a:lnTo>
                      <a:close/>
                      <a:moveTo>
                        <a:pt x="20288" y="123349"/>
                      </a:moveTo>
                      <a:cubicBezTo>
                        <a:pt x="20288" y="123349"/>
                        <a:pt x="21050" y="122873"/>
                        <a:pt x="21431" y="122301"/>
                      </a:cubicBezTo>
                      <a:cubicBezTo>
                        <a:pt x="21812" y="121730"/>
                        <a:pt x="22193" y="121444"/>
                        <a:pt x="22574" y="121444"/>
                      </a:cubicBezTo>
                      <a:cubicBezTo>
                        <a:pt x="22574" y="121920"/>
                        <a:pt x="22384" y="122492"/>
                        <a:pt x="21717" y="123349"/>
                      </a:cubicBezTo>
                      <a:lnTo>
                        <a:pt x="20383" y="123349"/>
                      </a:lnTo>
                      <a:close/>
                      <a:moveTo>
                        <a:pt x="23622" y="108014"/>
                      </a:moveTo>
                      <a:lnTo>
                        <a:pt x="23146" y="109442"/>
                      </a:lnTo>
                      <a:lnTo>
                        <a:pt x="21241" y="109442"/>
                      </a:lnTo>
                      <a:cubicBezTo>
                        <a:pt x="21717" y="108014"/>
                        <a:pt x="22193" y="107347"/>
                        <a:pt x="22574" y="107347"/>
                      </a:cubicBezTo>
                      <a:cubicBezTo>
                        <a:pt x="22955" y="107347"/>
                        <a:pt x="23336" y="107537"/>
                        <a:pt x="23622" y="108014"/>
                      </a:cubicBezTo>
                      <a:close/>
                      <a:moveTo>
                        <a:pt x="26384" y="96107"/>
                      </a:moveTo>
                      <a:lnTo>
                        <a:pt x="26384" y="97536"/>
                      </a:lnTo>
                      <a:lnTo>
                        <a:pt x="23622" y="95250"/>
                      </a:lnTo>
                      <a:cubicBezTo>
                        <a:pt x="24289" y="95060"/>
                        <a:pt x="25241" y="95250"/>
                        <a:pt x="26384" y="96107"/>
                      </a:cubicBezTo>
                      <a:close/>
                      <a:moveTo>
                        <a:pt x="23622" y="116110"/>
                      </a:moveTo>
                      <a:cubicBezTo>
                        <a:pt x="24479" y="116110"/>
                        <a:pt x="24955" y="116777"/>
                        <a:pt x="24955" y="118015"/>
                      </a:cubicBezTo>
                      <a:lnTo>
                        <a:pt x="23622" y="118015"/>
                      </a:lnTo>
                      <a:lnTo>
                        <a:pt x="23622" y="116110"/>
                      </a:lnTo>
                      <a:close/>
                      <a:moveTo>
                        <a:pt x="26861" y="130683"/>
                      </a:moveTo>
                      <a:lnTo>
                        <a:pt x="26384" y="130016"/>
                      </a:lnTo>
                      <a:lnTo>
                        <a:pt x="29146" y="128492"/>
                      </a:lnTo>
                      <a:lnTo>
                        <a:pt x="26956" y="130683"/>
                      </a:lnTo>
                      <a:close/>
                      <a:moveTo>
                        <a:pt x="128016" y="103346"/>
                      </a:moveTo>
                      <a:lnTo>
                        <a:pt x="122015" y="104204"/>
                      </a:lnTo>
                      <a:cubicBezTo>
                        <a:pt x="122015" y="104204"/>
                        <a:pt x="121825" y="104585"/>
                        <a:pt x="121825" y="104680"/>
                      </a:cubicBezTo>
                      <a:cubicBezTo>
                        <a:pt x="121825" y="105061"/>
                        <a:pt x="122301" y="105442"/>
                        <a:pt x="123254" y="106013"/>
                      </a:cubicBezTo>
                      <a:cubicBezTo>
                        <a:pt x="124301" y="106585"/>
                        <a:pt x="124778" y="107252"/>
                        <a:pt x="124778" y="107918"/>
                      </a:cubicBezTo>
                      <a:lnTo>
                        <a:pt x="126111" y="107918"/>
                      </a:lnTo>
                      <a:cubicBezTo>
                        <a:pt x="125444" y="111443"/>
                        <a:pt x="124778" y="114967"/>
                        <a:pt x="124206" y="118586"/>
                      </a:cubicBezTo>
                      <a:cubicBezTo>
                        <a:pt x="123254" y="122396"/>
                        <a:pt x="120967" y="124873"/>
                        <a:pt x="117443" y="126016"/>
                      </a:cubicBezTo>
                      <a:cubicBezTo>
                        <a:pt x="116872" y="123920"/>
                        <a:pt x="115443" y="123349"/>
                        <a:pt x="113347" y="124111"/>
                      </a:cubicBezTo>
                      <a:lnTo>
                        <a:pt x="112681" y="124587"/>
                      </a:lnTo>
                      <a:lnTo>
                        <a:pt x="115348" y="127349"/>
                      </a:lnTo>
                      <a:cubicBezTo>
                        <a:pt x="114300" y="127064"/>
                        <a:pt x="113157" y="126492"/>
                        <a:pt x="111823" y="125349"/>
                      </a:cubicBezTo>
                      <a:cubicBezTo>
                        <a:pt x="110585" y="124301"/>
                        <a:pt x="109633" y="123730"/>
                        <a:pt x="108966" y="123730"/>
                      </a:cubicBezTo>
                      <a:cubicBezTo>
                        <a:pt x="108109" y="123730"/>
                        <a:pt x="107251" y="124111"/>
                        <a:pt x="106108" y="125063"/>
                      </a:cubicBezTo>
                      <a:lnTo>
                        <a:pt x="108585" y="125063"/>
                      </a:lnTo>
                      <a:lnTo>
                        <a:pt x="108013" y="125921"/>
                      </a:lnTo>
                      <a:cubicBezTo>
                        <a:pt x="109442" y="126397"/>
                        <a:pt x="111157" y="127445"/>
                        <a:pt x="113347" y="129159"/>
                      </a:cubicBezTo>
                      <a:lnTo>
                        <a:pt x="108585" y="131255"/>
                      </a:lnTo>
                      <a:lnTo>
                        <a:pt x="109347" y="131731"/>
                      </a:lnTo>
                      <a:cubicBezTo>
                        <a:pt x="109347" y="131731"/>
                        <a:pt x="107347" y="132683"/>
                        <a:pt x="103918" y="134112"/>
                      </a:cubicBezTo>
                      <a:cubicBezTo>
                        <a:pt x="102108" y="134874"/>
                        <a:pt x="100393" y="135160"/>
                        <a:pt x="98774" y="135160"/>
                      </a:cubicBezTo>
                      <a:cubicBezTo>
                        <a:pt x="97917" y="135160"/>
                        <a:pt x="97060" y="135160"/>
                        <a:pt x="96203" y="134969"/>
                      </a:cubicBezTo>
                      <a:cubicBezTo>
                        <a:pt x="95631" y="136493"/>
                        <a:pt x="95440" y="137541"/>
                        <a:pt x="95631" y="138113"/>
                      </a:cubicBezTo>
                      <a:lnTo>
                        <a:pt x="69437" y="138970"/>
                      </a:lnTo>
                      <a:cubicBezTo>
                        <a:pt x="67437" y="137065"/>
                        <a:pt x="64103" y="135350"/>
                        <a:pt x="59626" y="134017"/>
                      </a:cubicBezTo>
                      <a:cubicBezTo>
                        <a:pt x="54673" y="132588"/>
                        <a:pt x="51530" y="131445"/>
                        <a:pt x="50197" y="130493"/>
                      </a:cubicBezTo>
                      <a:cubicBezTo>
                        <a:pt x="49625" y="129731"/>
                        <a:pt x="48578" y="129064"/>
                        <a:pt x="47149" y="128778"/>
                      </a:cubicBezTo>
                      <a:cubicBezTo>
                        <a:pt x="45720" y="128397"/>
                        <a:pt x="44291" y="128111"/>
                        <a:pt x="42863" y="127730"/>
                      </a:cubicBezTo>
                      <a:lnTo>
                        <a:pt x="44767" y="125921"/>
                      </a:lnTo>
                      <a:lnTo>
                        <a:pt x="42196" y="123158"/>
                      </a:lnTo>
                      <a:lnTo>
                        <a:pt x="41529" y="125063"/>
                      </a:lnTo>
                      <a:cubicBezTo>
                        <a:pt x="39148" y="124492"/>
                        <a:pt x="37909" y="122587"/>
                        <a:pt x="37719" y="119348"/>
                      </a:cubicBezTo>
                      <a:cubicBezTo>
                        <a:pt x="37529" y="116491"/>
                        <a:pt x="36004" y="115062"/>
                        <a:pt x="32861" y="115062"/>
                      </a:cubicBezTo>
                      <a:lnTo>
                        <a:pt x="30671" y="115062"/>
                      </a:lnTo>
                      <a:cubicBezTo>
                        <a:pt x="32575" y="114872"/>
                        <a:pt x="33623" y="113919"/>
                        <a:pt x="33623" y="111824"/>
                      </a:cubicBezTo>
                      <a:cubicBezTo>
                        <a:pt x="33623" y="111157"/>
                        <a:pt x="33433" y="110490"/>
                        <a:pt x="33147" y="109919"/>
                      </a:cubicBezTo>
                      <a:cubicBezTo>
                        <a:pt x="32766" y="109347"/>
                        <a:pt x="31623" y="108680"/>
                        <a:pt x="29432" y="107823"/>
                      </a:cubicBezTo>
                      <a:lnTo>
                        <a:pt x="28956" y="108299"/>
                      </a:lnTo>
                      <a:cubicBezTo>
                        <a:pt x="28956" y="108299"/>
                        <a:pt x="28670" y="108680"/>
                        <a:pt x="28480" y="108680"/>
                      </a:cubicBezTo>
                      <a:cubicBezTo>
                        <a:pt x="28099" y="108680"/>
                        <a:pt x="27813" y="108204"/>
                        <a:pt x="27622" y="107347"/>
                      </a:cubicBezTo>
                      <a:cubicBezTo>
                        <a:pt x="27432" y="106585"/>
                        <a:pt x="27432" y="105823"/>
                        <a:pt x="27622" y="105061"/>
                      </a:cubicBezTo>
                      <a:cubicBezTo>
                        <a:pt x="28765" y="104870"/>
                        <a:pt x="30480" y="103632"/>
                        <a:pt x="32861" y="101441"/>
                      </a:cubicBezTo>
                      <a:cubicBezTo>
                        <a:pt x="34862" y="99632"/>
                        <a:pt x="36576" y="98679"/>
                        <a:pt x="38005" y="98679"/>
                      </a:cubicBezTo>
                      <a:cubicBezTo>
                        <a:pt x="38671" y="98679"/>
                        <a:pt x="39433" y="98870"/>
                        <a:pt x="40196" y="99155"/>
                      </a:cubicBezTo>
                      <a:cubicBezTo>
                        <a:pt x="39719" y="98393"/>
                        <a:pt x="39719" y="97631"/>
                        <a:pt x="40196" y="97060"/>
                      </a:cubicBezTo>
                      <a:cubicBezTo>
                        <a:pt x="40576" y="96488"/>
                        <a:pt x="40196" y="95631"/>
                        <a:pt x="39053" y="94488"/>
                      </a:cubicBezTo>
                      <a:lnTo>
                        <a:pt x="44958" y="91726"/>
                      </a:lnTo>
                      <a:lnTo>
                        <a:pt x="43624" y="89821"/>
                      </a:lnTo>
                      <a:cubicBezTo>
                        <a:pt x="44482" y="89821"/>
                        <a:pt x="46006" y="89249"/>
                        <a:pt x="48101" y="88202"/>
                      </a:cubicBezTo>
                      <a:cubicBezTo>
                        <a:pt x="50197" y="87154"/>
                        <a:pt x="51530" y="86582"/>
                        <a:pt x="52292" y="86582"/>
                      </a:cubicBezTo>
                      <a:cubicBezTo>
                        <a:pt x="53435" y="86582"/>
                        <a:pt x="54197" y="87440"/>
                        <a:pt x="54578" y="89154"/>
                      </a:cubicBezTo>
                      <a:cubicBezTo>
                        <a:pt x="54197" y="92964"/>
                        <a:pt x="55626" y="96774"/>
                        <a:pt x="58674" y="100489"/>
                      </a:cubicBezTo>
                      <a:cubicBezTo>
                        <a:pt x="60198" y="102299"/>
                        <a:pt x="63246" y="105156"/>
                        <a:pt x="67818" y="109157"/>
                      </a:cubicBezTo>
                      <a:cubicBezTo>
                        <a:pt x="68580" y="110776"/>
                        <a:pt x="69723" y="111538"/>
                        <a:pt x="71247" y="111538"/>
                      </a:cubicBezTo>
                      <a:cubicBezTo>
                        <a:pt x="71723" y="111538"/>
                        <a:pt x="72390" y="111443"/>
                        <a:pt x="73342" y="111252"/>
                      </a:cubicBezTo>
                      <a:cubicBezTo>
                        <a:pt x="74295" y="111062"/>
                        <a:pt x="75057" y="110966"/>
                        <a:pt x="75533" y="110966"/>
                      </a:cubicBezTo>
                      <a:cubicBezTo>
                        <a:pt x="76581" y="110966"/>
                        <a:pt x="77438" y="111157"/>
                        <a:pt x="78486" y="111633"/>
                      </a:cubicBezTo>
                      <a:cubicBezTo>
                        <a:pt x="79438" y="112109"/>
                        <a:pt x="80486" y="112300"/>
                        <a:pt x="81629" y="112300"/>
                      </a:cubicBezTo>
                      <a:cubicBezTo>
                        <a:pt x="83725" y="112300"/>
                        <a:pt x="86106" y="111347"/>
                        <a:pt x="88868" y="109347"/>
                      </a:cubicBezTo>
                      <a:cubicBezTo>
                        <a:pt x="92964" y="106585"/>
                        <a:pt x="95345" y="105061"/>
                        <a:pt x="95917" y="104870"/>
                      </a:cubicBezTo>
                      <a:cubicBezTo>
                        <a:pt x="96488" y="103918"/>
                        <a:pt x="96774" y="103061"/>
                        <a:pt x="96774" y="102108"/>
                      </a:cubicBezTo>
                      <a:cubicBezTo>
                        <a:pt x="96774" y="100775"/>
                        <a:pt x="96012" y="98965"/>
                        <a:pt x="94393" y="96679"/>
                      </a:cubicBezTo>
                      <a:cubicBezTo>
                        <a:pt x="92869" y="94488"/>
                        <a:pt x="92012" y="92774"/>
                        <a:pt x="91821" y="91631"/>
                      </a:cubicBezTo>
                      <a:cubicBezTo>
                        <a:pt x="88963" y="91154"/>
                        <a:pt x="87344" y="90107"/>
                        <a:pt x="86963" y="88392"/>
                      </a:cubicBezTo>
                      <a:lnTo>
                        <a:pt x="87821" y="87725"/>
                      </a:lnTo>
                      <a:cubicBezTo>
                        <a:pt x="84106" y="86011"/>
                        <a:pt x="79057" y="83439"/>
                        <a:pt x="72485" y="79820"/>
                      </a:cubicBezTo>
                      <a:cubicBezTo>
                        <a:pt x="71818" y="80391"/>
                        <a:pt x="71152" y="80677"/>
                        <a:pt x="70485" y="80677"/>
                      </a:cubicBezTo>
                      <a:cubicBezTo>
                        <a:pt x="69532" y="80677"/>
                        <a:pt x="68389" y="80105"/>
                        <a:pt x="67056" y="78772"/>
                      </a:cubicBezTo>
                      <a:cubicBezTo>
                        <a:pt x="65722" y="77534"/>
                        <a:pt x="64675" y="76867"/>
                        <a:pt x="63722" y="76867"/>
                      </a:cubicBezTo>
                      <a:cubicBezTo>
                        <a:pt x="63341" y="76867"/>
                        <a:pt x="63055" y="77057"/>
                        <a:pt x="62674" y="77248"/>
                      </a:cubicBezTo>
                      <a:cubicBezTo>
                        <a:pt x="59817" y="76486"/>
                        <a:pt x="56959" y="74105"/>
                        <a:pt x="54102" y="70199"/>
                      </a:cubicBezTo>
                      <a:cubicBezTo>
                        <a:pt x="50863" y="65818"/>
                        <a:pt x="48196" y="63056"/>
                        <a:pt x="46006" y="61722"/>
                      </a:cubicBezTo>
                      <a:cubicBezTo>
                        <a:pt x="46291" y="60484"/>
                        <a:pt x="45625" y="58865"/>
                        <a:pt x="44291" y="56960"/>
                      </a:cubicBezTo>
                      <a:cubicBezTo>
                        <a:pt x="42863" y="55055"/>
                        <a:pt x="42386" y="53626"/>
                        <a:pt x="42577" y="52578"/>
                      </a:cubicBezTo>
                      <a:cubicBezTo>
                        <a:pt x="41815" y="51054"/>
                        <a:pt x="41243" y="48197"/>
                        <a:pt x="41053" y="44006"/>
                      </a:cubicBezTo>
                      <a:cubicBezTo>
                        <a:pt x="40767" y="40196"/>
                        <a:pt x="40576" y="36386"/>
                        <a:pt x="40481" y="32671"/>
                      </a:cubicBezTo>
                      <a:cubicBezTo>
                        <a:pt x="41434" y="32290"/>
                        <a:pt x="41815" y="31909"/>
                        <a:pt x="41815" y="31242"/>
                      </a:cubicBezTo>
                      <a:cubicBezTo>
                        <a:pt x="41815" y="30861"/>
                        <a:pt x="41624" y="30385"/>
                        <a:pt x="41148" y="29623"/>
                      </a:cubicBezTo>
                      <a:cubicBezTo>
                        <a:pt x="40672" y="28861"/>
                        <a:pt x="40481" y="28289"/>
                        <a:pt x="40481" y="28004"/>
                      </a:cubicBezTo>
                      <a:cubicBezTo>
                        <a:pt x="41053" y="26384"/>
                        <a:pt x="43053" y="24194"/>
                        <a:pt x="46387" y="21431"/>
                      </a:cubicBezTo>
                      <a:cubicBezTo>
                        <a:pt x="49149" y="18955"/>
                        <a:pt x="50578" y="16764"/>
                        <a:pt x="50578" y="14478"/>
                      </a:cubicBezTo>
                      <a:cubicBezTo>
                        <a:pt x="50959" y="14383"/>
                        <a:pt x="51816" y="13907"/>
                        <a:pt x="52864" y="13145"/>
                      </a:cubicBezTo>
                      <a:cubicBezTo>
                        <a:pt x="53912" y="12383"/>
                        <a:pt x="54673" y="11906"/>
                        <a:pt x="55150" y="11906"/>
                      </a:cubicBezTo>
                      <a:cubicBezTo>
                        <a:pt x="55531" y="11906"/>
                        <a:pt x="55816" y="12097"/>
                        <a:pt x="56007" y="12573"/>
                      </a:cubicBezTo>
                      <a:cubicBezTo>
                        <a:pt x="58198" y="9239"/>
                        <a:pt x="61722" y="6668"/>
                        <a:pt x="66580" y="4763"/>
                      </a:cubicBezTo>
                      <a:cubicBezTo>
                        <a:pt x="70771" y="3429"/>
                        <a:pt x="75057" y="2000"/>
                        <a:pt x="79248" y="667"/>
                      </a:cubicBezTo>
                      <a:cubicBezTo>
                        <a:pt x="80486" y="191"/>
                        <a:pt x="81820" y="0"/>
                        <a:pt x="83058" y="0"/>
                      </a:cubicBezTo>
                      <a:cubicBezTo>
                        <a:pt x="84868" y="0"/>
                        <a:pt x="87344" y="762"/>
                        <a:pt x="90488" y="2191"/>
                      </a:cubicBezTo>
                      <a:cubicBezTo>
                        <a:pt x="93536" y="3620"/>
                        <a:pt x="95917" y="4286"/>
                        <a:pt x="97822" y="4286"/>
                      </a:cubicBezTo>
                      <a:cubicBezTo>
                        <a:pt x="98584" y="4286"/>
                        <a:pt x="99441" y="4191"/>
                        <a:pt x="100203" y="3905"/>
                      </a:cubicBezTo>
                      <a:cubicBezTo>
                        <a:pt x="100965" y="5525"/>
                        <a:pt x="102394" y="6668"/>
                        <a:pt x="104489" y="7239"/>
                      </a:cubicBezTo>
                      <a:cubicBezTo>
                        <a:pt x="107156" y="8001"/>
                        <a:pt x="108871" y="8668"/>
                        <a:pt x="109633" y="9239"/>
                      </a:cubicBezTo>
                      <a:cubicBezTo>
                        <a:pt x="113538" y="9620"/>
                        <a:pt x="117062" y="14669"/>
                        <a:pt x="120110" y="24384"/>
                      </a:cubicBezTo>
                      <a:cubicBezTo>
                        <a:pt x="119920" y="25813"/>
                        <a:pt x="118967" y="27623"/>
                        <a:pt x="117157" y="29909"/>
                      </a:cubicBezTo>
                      <a:cubicBezTo>
                        <a:pt x="115253" y="32195"/>
                        <a:pt x="114395" y="34195"/>
                        <a:pt x="114490" y="35719"/>
                      </a:cubicBezTo>
                      <a:cubicBezTo>
                        <a:pt x="113157" y="35433"/>
                        <a:pt x="112490" y="35909"/>
                        <a:pt x="112395" y="37052"/>
                      </a:cubicBezTo>
                      <a:cubicBezTo>
                        <a:pt x="112395" y="38576"/>
                        <a:pt x="112014" y="39434"/>
                        <a:pt x="111538" y="39624"/>
                      </a:cubicBezTo>
                      <a:cubicBezTo>
                        <a:pt x="108395" y="41148"/>
                        <a:pt x="106108" y="41910"/>
                        <a:pt x="104870" y="41910"/>
                      </a:cubicBezTo>
                      <a:cubicBezTo>
                        <a:pt x="103061" y="41910"/>
                        <a:pt x="101346" y="40767"/>
                        <a:pt x="99727" y="38481"/>
                      </a:cubicBezTo>
                      <a:cubicBezTo>
                        <a:pt x="99536" y="36671"/>
                        <a:pt x="98393" y="35243"/>
                        <a:pt x="96298" y="34290"/>
                      </a:cubicBezTo>
                      <a:cubicBezTo>
                        <a:pt x="93726" y="33433"/>
                        <a:pt x="92297" y="32290"/>
                        <a:pt x="91821" y="31052"/>
                      </a:cubicBezTo>
                      <a:cubicBezTo>
                        <a:pt x="91059" y="30956"/>
                        <a:pt x="89345" y="30290"/>
                        <a:pt x="86487" y="29147"/>
                      </a:cubicBezTo>
                      <a:cubicBezTo>
                        <a:pt x="84201" y="28194"/>
                        <a:pt x="82296" y="27813"/>
                        <a:pt x="80963" y="27813"/>
                      </a:cubicBezTo>
                      <a:cubicBezTo>
                        <a:pt x="79057" y="27813"/>
                        <a:pt x="77343" y="28766"/>
                        <a:pt x="76009" y="30575"/>
                      </a:cubicBezTo>
                      <a:cubicBezTo>
                        <a:pt x="75533" y="30575"/>
                        <a:pt x="75057" y="30385"/>
                        <a:pt x="74771" y="30385"/>
                      </a:cubicBezTo>
                      <a:cubicBezTo>
                        <a:pt x="73819" y="30385"/>
                        <a:pt x="72390" y="31242"/>
                        <a:pt x="70485" y="32957"/>
                      </a:cubicBezTo>
                      <a:cubicBezTo>
                        <a:pt x="71056" y="34004"/>
                        <a:pt x="71342" y="34862"/>
                        <a:pt x="71342" y="35719"/>
                      </a:cubicBezTo>
                      <a:cubicBezTo>
                        <a:pt x="71342" y="36767"/>
                        <a:pt x="70580" y="37719"/>
                        <a:pt x="68961" y="38576"/>
                      </a:cubicBezTo>
                      <a:cubicBezTo>
                        <a:pt x="67437" y="39434"/>
                        <a:pt x="66675" y="40291"/>
                        <a:pt x="66675" y="41053"/>
                      </a:cubicBezTo>
                      <a:cubicBezTo>
                        <a:pt x="66675" y="41720"/>
                        <a:pt x="67056" y="42672"/>
                        <a:pt x="67818" y="43815"/>
                      </a:cubicBezTo>
                      <a:cubicBezTo>
                        <a:pt x="72676" y="50864"/>
                        <a:pt x="80010" y="56102"/>
                        <a:pt x="89725" y="59627"/>
                      </a:cubicBezTo>
                      <a:cubicBezTo>
                        <a:pt x="90964" y="60008"/>
                        <a:pt x="92773" y="61055"/>
                        <a:pt x="95155" y="62960"/>
                      </a:cubicBezTo>
                      <a:cubicBezTo>
                        <a:pt x="97441" y="64865"/>
                        <a:pt x="99441" y="65913"/>
                        <a:pt x="101060" y="66008"/>
                      </a:cubicBezTo>
                      <a:cubicBezTo>
                        <a:pt x="102679" y="66199"/>
                        <a:pt x="104870" y="67437"/>
                        <a:pt x="107823" y="69914"/>
                      </a:cubicBezTo>
                      <a:cubicBezTo>
                        <a:pt x="110299" y="72200"/>
                        <a:pt x="112681" y="73152"/>
                        <a:pt x="115062" y="72866"/>
                      </a:cubicBezTo>
                      <a:cubicBezTo>
                        <a:pt x="115062" y="74009"/>
                        <a:pt x="115253" y="74676"/>
                        <a:pt x="115538" y="74771"/>
                      </a:cubicBezTo>
                      <a:cubicBezTo>
                        <a:pt x="116491" y="74771"/>
                        <a:pt x="117348" y="75533"/>
                        <a:pt x="117824" y="77057"/>
                      </a:cubicBezTo>
                      <a:cubicBezTo>
                        <a:pt x="118396" y="78581"/>
                        <a:pt x="119158" y="79248"/>
                        <a:pt x="120205" y="78867"/>
                      </a:cubicBezTo>
                      <a:cubicBezTo>
                        <a:pt x="120491" y="79629"/>
                        <a:pt x="121920" y="82010"/>
                        <a:pt x="124682" y="85916"/>
                      </a:cubicBezTo>
                      <a:cubicBezTo>
                        <a:pt x="126778" y="89154"/>
                        <a:pt x="127825" y="92012"/>
                        <a:pt x="127825" y="94679"/>
                      </a:cubicBezTo>
                      <a:cubicBezTo>
                        <a:pt x="128397" y="95345"/>
                        <a:pt x="128683" y="96107"/>
                        <a:pt x="128683" y="96774"/>
                      </a:cubicBezTo>
                      <a:cubicBezTo>
                        <a:pt x="128683" y="97346"/>
                        <a:pt x="128397" y="98012"/>
                        <a:pt x="127825" y="98870"/>
                      </a:cubicBezTo>
                      <a:cubicBezTo>
                        <a:pt x="127254" y="99727"/>
                        <a:pt x="126968" y="100298"/>
                        <a:pt x="126968" y="100679"/>
                      </a:cubicBezTo>
                      <a:cubicBezTo>
                        <a:pt x="126968" y="101346"/>
                        <a:pt x="127445" y="102013"/>
                        <a:pt x="128397" y="102680"/>
                      </a:cubicBezTo>
                      <a:close/>
                      <a:moveTo>
                        <a:pt x="29051" y="107537"/>
                      </a:moveTo>
                      <a:lnTo>
                        <a:pt x="33052" y="106109"/>
                      </a:lnTo>
                      <a:lnTo>
                        <a:pt x="31147" y="106109"/>
                      </a:lnTo>
                      <a:lnTo>
                        <a:pt x="29051" y="107537"/>
                      </a:lnTo>
                      <a:close/>
                      <a:moveTo>
                        <a:pt x="30289" y="124206"/>
                      </a:moveTo>
                      <a:lnTo>
                        <a:pt x="31147" y="124206"/>
                      </a:lnTo>
                      <a:lnTo>
                        <a:pt x="32575" y="125254"/>
                      </a:lnTo>
                      <a:lnTo>
                        <a:pt x="30385" y="124206"/>
                      </a:lnTo>
                      <a:close/>
                      <a:moveTo>
                        <a:pt x="35814" y="133350"/>
                      </a:moveTo>
                      <a:cubicBezTo>
                        <a:pt x="35528" y="132112"/>
                        <a:pt x="35814" y="130969"/>
                        <a:pt x="36957" y="129921"/>
                      </a:cubicBezTo>
                      <a:lnTo>
                        <a:pt x="36766" y="129921"/>
                      </a:lnTo>
                      <a:cubicBezTo>
                        <a:pt x="36766" y="130397"/>
                        <a:pt x="37052" y="130874"/>
                        <a:pt x="37529" y="131350"/>
                      </a:cubicBezTo>
                      <a:cubicBezTo>
                        <a:pt x="38100" y="131826"/>
                        <a:pt x="38290" y="132207"/>
                        <a:pt x="38290" y="132493"/>
                      </a:cubicBezTo>
                      <a:cubicBezTo>
                        <a:pt x="38290" y="132874"/>
                        <a:pt x="38005" y="133160"/>
                        <a:pt x="37624" y="133350"/>
                      </a:cubicBezTo>
                      <a:lnTo>
                        <a:pt x="35814" y="133350"/>
                      </a:lnTo>
                      <a:close/>
                      <a:moveTo>
                        <a:pt x="37338" y="129350"/>
                      </a:moveTo>
                      <a:cubicBezTo>
                        <a:pt x="37338" y="129350"/>
                        <a:pt x="36957" y="129731"/>
                        <a:pt x="36957" y="129921"/>
                      </a:cubicBezTo>
                      <a:cubicBezTo>
                        <a:pt x="36957" y="129731"/>
                        <a:pt x="37052" y="129635"/>
                        <a:pt x="37338" y="129350"/>
                      </a:cubicBezTo>
                      <a:close/>
                      <a:moveTo>
                        <a:pt x="37719" y="126111"/>
                      </a:moveTo>
                      <a:cubicBezTo>
                        <a:pt x="37719" y="126111"/>
                        <a:pt x="38671" y="126397"/>
                        <a:pt x="39243" y="126968"/>
                      </a:cubicBezTo>
                      <a:cubicBezTo>
                        <a:pt x="39910" y="127540"/>
                        <a:pt x="40196" y="127921"/>
                        <a:pt x="40291" y="128016"/>
                      </a:cubicBezTo>
                      <a:cubicBezTo>
                        <a:pt x="39624" y="128111"/>
                        <a:pt x="38671" y="128588"/>
                        <a:pt x="37338" y="129350"/>
                      </a:cubicBezTo>
                      <a:cubicBezTo>
                        <a:pt x="38290" y="128207"/>
                        <a:pt x="38386" y="127159"/>
                        <a:pt x="37719" y="126111"/>
                      </a:cubicBezTo>
                      <a:close/>
                      <a:moveTo>
                        <a:pt x="41624" y="111443"/>
                      </a:moveTo>
                      <a:lnTo>
                        <a:pt x="41624" y="110014"/>
                      </a:lnTo>
                      <a:lnTo>
                        <a:pt x="37719" y="107918"/>
                      </a:lnTo>
                      <a:lnTo>
                        <a:pt x="41624" y="111347"/>
                      </a:lnTo>
                      <a:close/>
                      <a:moveTo>
                        <a:pt x="44958" y="116777"/>
                      </a:moveTo>
                      <a:cubicBezTo>
                        <a:pt x="44958" y="116777"/>
                        <a:pt x="45434" y="116872"/>
                        <a:pt x="46672" y="117158"/>
                      </a:cubicBezTo>
                      <a:cubicBezTo>
                        <a:pt x="47339" y="117253"/>
                        <a:pt x="47911" y="116967"/>
                        <a:pt x="48292" y="116110"/>
                      </a:cubicBezTo>
                      <a:cubicBezTo>
                        <a:pt x="46958" y="115634"/>
                        <a:pt x="45815" y="115919"/>
                        <a:pt x="45053" y="116777"/>
                      </a:cubicBezTo>
                      <a:cubicBezTo>
                        <a:pt x="44672" y="116777"/>
                        <a:pt x="44482" y="116967"/>
                        <a:pt x="44482" y="117253"/>
                      </a:cubicBezTo>
                      <a:lnTo>
                        <a:pt x="43053" y="118682"/>
                      </a:lnTo>
                      <a:lnTo>
                        <a:pt x="44482" y="118682"/>
                      </a:lnTo>
                      <a:cubicBezTo>
                        <a:pt x="44482" y="118110"/>
                        <a:pt x="44482" y="117634"/>
                        <a:pt x="44482" y="117253"/>
                      </a:cubicBezTo>
                      <a:lnTo>
                        <a:pt x="45053" y="116777"/>
                      </a:lnTo>
                      <a:close/>
                      <a:moveTo>
                        <a:pt x="45815" y="51530"/>
                      </a:moveTo>
                      <a:cubicBezTo>
                        <a:pt x="46387" y="50959"/>
                        <a:pt x="46577" y="50387"/>
                        <a:pt x="46291" y="50006"/>
                      </a:cubicBezTo>
                      <a:lnTo>
                        <a:pt x="46863" y="48768"/>
                      </a:lnTo>
                      <a:cubicBezTo>
                        <a:pt x="46387" y="48197"/>
                        <a:pt x="45815" y="47720"/>
                        <a:pt x="45053" y="47435"/>
                      </a:cubicBezTo>
                      <a:cubicBezTo>
                        <a:pt x="44291" y="47054"/>
                        <a:pt x="43815" y="46863"/>
                        <a:pt x="43624" y="46863"/>
                      </a:cubicBezTo>
                      <a:cubicBezTo>
                        <a:pt x="45434" y="47816"/>
                        <a:pt x="46387" y="48863"/>
                        <a:pt x="46387" y="50006"/>
                      </a:cubicBezTo>
                      <a:lnTo>
                        <a:pt x="45911" y="51530"/>
                      </a:lnTo>
                      <a:close/>
                      <a:moveTo>
                        <a:pt x="57721" y="41529"/>
                      </a:moveTo>
                      <a:lnTo>
                        <a:pt x="57721" y="41053"/>
                      </a:lnTo>
                      <a:cubicBezTo>
                        <a:pt x="57245" y="38100"/>
                        <a:pt x="55150" y="36576"/>
                        <a:pt x="51530" y="36576"/>
                      </a:cubicBezTo>
                      <a:cubicBezTo>
                        <a:pt x="48673" y="36576"/>
                        <a:pt x="46291" y="37433"/>
                        <a:pt x="44482" y="38957"/>
                      </a:cubicBezTo>
                      <a:cubicBezTo>
                        <a:pt x="45053" y="39243"/>
                        <a:pt x="45625" y="40291"/>
                        <a:pt x="46291" y="42291"/>
                      </a:cubicBezTo>
                      <a:cubicBezTo>
                        <a:pt x="46958" y="44291"/>
                        <a:pt x="48006" y="45149"/>
                        <a:pt x="49625" y="44768"/>
                      </a:cubicBezTo>
                      <a:lnTo>
                        <a:pt x="49625" y="44291"/>
                      </a:lnTo>
                      <a:cubicBezTo>
                        <a:pt x="49625" y="44291"/>
                        <a:pt x="50387" y="42672"/>
                        <a:pt x="50863" y="40481"/>
                      </a:cubicBezTo>
                      <a:cubicBezTo>
                        <a:pt x="51245" y="38672"/>
                        <a:pt x="51816" y="37719"/>
                        <a:pt x="52959" y="37719"/>
                      </a:cubicBezTo>
                      <a:cubicBezTo>
                        <a:pt x="53435" y="37719"/>
                        <a:pt x="53912" y="37910"/>
                        <a:pt x="54483" y="38291"/>
                      </a:cubicBezTo>
                      <a:lnTo>
                        <a:pt x="54483" y="39719"/>
                      </a:lnTo>
                      <a:cubicBezTo>
                        <a:pt x="54483" y="39719"/>
                        <a:pt x="55054" y="39529"/>
                        <a:pt x="55340" y="39529"/>
                      </a:cubicBezTo>
                      <a:cubicBezTo>
                        <a:pt x="55531" y="39529"/>
                        <a:pt x="56293" y="40196"/>
                        <a:pt x="57721" y="41624"/>
                      </a:cubicBezTo>
                      <a:close/>
                      <a:moveTo>
                        <a:pt x="46958" y="96584"/>
                      </a:moveTo>
                      <a:cubicBezTo>
                        <a:pt x="45911" y="96584"/>
                        <a:pt x="45244" y="96393"/>
                        <a:pt x="45053" y="96107"/>
                      </a:cubicBezTo>
                      <a:lnTo>
                        <a:pt x="46387" y="98012"/>
                      </a:lnTo>
                      <a:cubicBezTo>
                        <a:pt x="46958" y="97631"/>
                        <a:pt x="47149" y="97250"/>
                        <a:pt x="46958" y="96584"/>
                      </a:cubicBezTo>
                      <a:close/>
                      <a:moveTo>
                        <a:pt x="48292" y="43434"/>
                      </a:moveTo>
                      <a:lnTo>
                        <a:pt x="47720" y="42958"/>
                      </a:lnTo>
                      <a:lnTo>
                        <a:pt x="49149" y="42958"/>
                      </a:lnTo>
                      <a:cubicBezTo>
                        <a:pt x="49149" y="42958"/>
                        <a:pt x="48673" y="43244"/>
                        <a:pt x="48292" y="43434"/>
                      </a:cubicBezTo>
                      <a:close/>
                      <a:moveTo>
                        <a:pt x="49149" y="42958"/>
                      </a:moveTo>
                      <a:cubicBezTo>
                        <a:pt x="49149" y="42958"/>
                        <a:pt x="49530" y="42767"/>
                        <a:pt x="49625" y="42958"/>
                      </a:cubicBezTo>
                      <a:lnTo>
                        <a:pt x="49149" y="42958"/>
                      </a:lnTo>
                      <a:close/>
                      <a:moveTo>
                        <a:pt x="50387" y="127445"/>
                      </a:moveTo>
                      <a:lnTo>
                        <a:pt x="51721" y="126111"/>
                      </a:lnTo>
                      <a:cubicBezTo>
                        <a:pt x="51149" y="125540"/>
                        <a:pt x="50768" y="125254"/>
                        <a:pt x="50387" y="125254"/>
                      </a:cubicBezTo>
                      <a:lnTo>
                        <a:pt x="50387" y="127540"/>
                      </a:lnTo>
                      <a:close/>
                      <a:moveTo>
                        <a:pt x="52388" y="45339"/>
                      </a:moveTo>
                      <a:cubicBezTo>
                        <a:pt x="52578" y="44672"/>
                        <a:pt x="52388" y="43815"/>
                        <a:pt x="51721" y="42958"/>
                      </a:cubicBezTo>
                      <a:lnTo>
                        <a:pt x="51721" y="46196"/>
                      </a:lnTo>
                      <a:lnTo>
                        <a:pt x="52388" y="45339"/>
                      </a:lnTo>
                      <a:close/>
                      <a:moveTo>
                        <a:pt x="55054" y="138398"/>
                      </a:moveTo>
                      <a:lnTo>
                        <a:pt x="54483" y="137922"/>
                      </a:lnTo>
                      <a:lnTo>
                        <a:pt x="55816" y="137922"/>
                      </a:lnTo>
                      <a:cubicBezTo>
                        <a:pt x="55150" y="138303"/>
                        <a:pt x="54864" y="138398"/>
                        <a:pt x="54959" y="138398"/>
                      </a:cubicBezTo>
                      <a:close/>
                      <a:moveTo>
                        <a:pt x="71628" y="124111"/>
                      </a:moveTo>
                      <a:lnTo>
                        <a:pt x="72295" y="123254"/>
                      </a:lnTo>
                      <a:lnTo>
                        <a:pt x="71628" y="121349"/>
                      </a:lnTo>
                      <a:lnTo>
                        <a:pt x="71628" y="124111"/>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42" name="Google Shape;1442;p99"/>
              <p:cNvGrpSpPr/>
              <p:nvPr/>
            </p:nvGrpSpPr>
            <p:grpSpPr>
              <a:xfrm>
                <a:off x="10801248" y="6323362"/>
                <a:ext cx="1193673" cy="173926"/>
                <a:chOff x="5547930" y="4041457"/>
                <a:chExt cx="1193673" cy="173926"/>
              </a:xfrm>
            </p:grpSpPr>
            <p:sp>
              <p:nvSpPr>
                <p:cNvPr id="1443" name="Google Shape;1443;p99"/>
                <p:cNvSpPr/>
                <p:nvPr/>
              </p:nvSpPr>
              <p:spPr>
                <a:xfrm>
                  <a:off x="5547930" y="4068582"/>
                  <a:ext cx="91058" cy="135276"/>
                </a:xfrm>
                <a:custGeom>
                  <a:avLst/>
                  <a:gdLst/>
                  <a:ahLst/>
                  <a:cxnLst/>
                  <a:rect l="l" t="t" r="r" b="b"/>
                  <a:pathLst>
                    <a:path w="91058" h="135276" extrusionOk="0">
                      <a:moveTo>
                        <a:pt x="89726" y="4594"/>
                      </a:moveTo>
                      <a:lnTo>
                        <a:pt x="91059" y="28406"/>
                      </a:lnTo>
                      <a:cubicBezTo>
                        <a:pt x="88297" y="29263"/>
                        <a:pt x="84487" y="29549"/>
                        <a:pt x="79629" y="29073"/>
                      </a:cubicBezTo>
                      <a:cubicBezTo>
                        <a:pt x="73914" y="28501"/>
                        <a:pt x="70199" y="28406"/>
                        <a:pt x="68390" y="28597"/>
                      </a:cubicBezTo>
                      <a:cubicBezTo>
                        <a:pt x="64389" y="29168"/>
                        <a:pt x="61151" y="31073"/>
                        <a:pt x="58674" y="34312"/>
                      </a:cubicBezTo>
                      <a:cubicBezTo>
                        <a:pt x="58865" y="35073"/>
                        <a:pt x="58960" y="35931"/>
                        <a:pt x="58960" y="36788"/>
                      </a:cubicBezTo>
                      <a:cubicBezTo>
                        <a:pt x="58960" y="37645"/>
                        <a:pt x="58769" y="38979"/>
                        <a:pt x="58484" y="40693"/>
                      </a:cubicBezTo>
                      <a:cubicBezTo>
                        <a:pt x="58103" y="42408"/>
                        <a:pt x="57912" y="43741"/>
                        <a:pt x="57912" y="44694"/>
                      </a:cubicBezTo>
                      <a:cubicBezTo>
                        <a:pt x="57912" y="46027"/>
                        <a:pt x="58103" y="47265"/>
                        <a:pt x="58579" y="48504"/>
                      </a:cubicBezTo>
                      <a:cubicBezTo>
                        <a:pt x="58865" y="49171"/>
                        <a:pt x="59055" y="49837"/>
                        <a:pt x="59055" y="50409"/>
                      </a:cubicBezTo>
                      <a:cubicBezTo>
                        <a:pt x="59055" y="51171"/>
                        <a:pt x="58769" y="52028"/>
                        <a:pt x="58388" y="53076"/>
                      </a:cubicBezTo>
                      <a:cubicBezTo>
                        <a:pt x="57912" y="54123"/>
                        <a:pt x="57721" y="54790"/>
                        <a:pt x="57721" y="55267"/>
                      </a:cubicBezTo>
                      <a:cubicBezTo>
                        <a:pt x="57721" y="55933"/>
                        <a:pt x="58007" y="56505"/>
                        <a:pt x="58579" y="57076"/>
                      </a:cubicBezTo>
                      <a:lnTo>
                        <a:pt x="58103" y="64601"/>
                      </a:lnTo>
                      <a:cubicBezTo>
                        <a:pt x="58007" y="63744"/>
                        <a:pt x="57341" y="63172"/>
                        <a:pt x="56197" y="62887"/>
                      </a:cubicBezTo>
                      <a:cubicBezTo>
                        <a:pt x="54674" y="62506"/>
                        <a:pt x="53721" y="62125"/>
                        <a:pt x="53530" y="62029"/>
                      </a:cubicBezTo>
                      <a:cubicBezTo>
                        <a:pt x="53054" y="62410"/>
                        <a:pt x="52959" y="62791"/>
                        <a:pt x="53054" y="63268"/>
                      </a:cubicBezTo>
                      <a:cubicBezTo>
                        <a:pt x="53150" y="63744"/>
                        <a:pt x="53054" y="64220"/>
                        <a:pt x="52864" y="64696"/>
                      </a:cubicBezTo>
                      <a:cubicBezTo>
                        <a:pt x="53530" y="64411"/>
                        <a:pt x="54102" y="64220"/>
                        <a:pt x="54578" y="64220"/>
                      </a:cubicBezTo>
                      <a:cubicBezTo>
                        <a:pt x="55340" y="64220"/>
                        <a:pt x="56007" y="65077"/>
                        <a:pt x="56388" y="66697"/>
                      </a:cubicBezTo>
                      <a:cubicBezTo>
                        <a:pt x="56864" y="68792"/>
                        <a:pt x="57245" y="70030"/>
                        <a:pt x="57531" y="70411"/>
                      </a:cubicBezTo>
                      <a:lnTo>
                        <a:pt x="56674" y="70411"/>
                      </a:lnTo>
                      <a:cubicBezTo>
                        <a:pt x="58007" y="74126"/>
                        <a:pt x="58769" y="79270"/>
                        <a:pt x="58865" y="85842"/>
                      </a:cubicBezTo>
                      <a:cubicBezTo>
                        <a:pt x="58865" y="91176"/>
                        <a:pt x="58674" y="96510"/>
                        <a:pt x="58674" y="101844"/>
                      </a:cubicBezTo>
                      <a:cubicBezTo>
                        <a:pt x="58674" y="104987"/>
                        <a:pt x="58960" y="107749"/>
                        <a:pt x="59341" y="110226"/>
                      </a:cubicBezTo>
                      <a:cubicBezTo>
                        <a:pt x="59341" y="110226"/>
                        <a:pt x="59817" y="110512"/>
                        <a:pt x="60579" y="110893"/>
                      </a:cubicBezTo>
                      <a:cubicBezTo>
                        <a:pt x="61246" y="111369"/>
                        <a:pt x="61913" y="111464"/>
                        <a:pt x="62484" y="111273"/>
                      </a:cubicBezTo>
                      <a:cubicBezTo>
                        <a:pt x="61722" y="112988"/>
                        <a:pt x="61246" y="117274"/>
                        <a:pt x="60960" y="124228"/>
                      </a:cubicBezTo>
                      <a:cubicBezTo>
                        <a:pt x="60865" y="128038"/>
                        <a:pt x="59627" y="130705"/>
                        <a:pt x="57436" y="132133"/>
                      </a:cubicBezTo>
                      <a:cubicBezTo>
                        <a:pt x="57721" y="132324"/>
                        <a:pt x="57912" y="132990"/>
                        <a:pt x="57912" y="133943"/>
                      </a:cubicBezTo>
                      <a:cubicBezTo>
                        <a:pt x="56674" y="134038"/>
                        <a:pt x="52864" y="134038"/>
                        <a:pt x="46482" y="133943"/>
                      </a:cubicBezTo>
                      <a:cubicBezTo>
                        <a:pt x="41815" y="133943"/>
                        <a:pt x="38005" y="134324"/>
                        <a:pt x="35243" y="135277"/>
                      </a:cubicBezTo>
                      <a:cubicBezTo>
                        <a:pt x="32861" y="133277"/>
                        <a:pt x="31718" y="130228"/>
                        <a:pt x="31718" y="126228"/>
                      </a:cubicBezTo>
                      <a:cubicBezTo>
                        <a:pt x="31813" y="122799"/>
                        <a:pt x="31909" y="119275"/>
                        <a:pt x="31909" y="115846"/>
                      </a:cubicBezTo>
                      <a:cubicBezTo>
                        <a:pt x="32480" y="102987"/>
                        <a:pt x="32766" y="89556"/>
                        <a:pt x="32766" y="75555"/>
                      </a:cubicBezTo>
                      <a:cubicBezTo>
                        <a:pt x="32766" y="61553"/>
                        <a:pt x="32480" y="47361"/>
                        <a:pt x="31909" y="32406"/>
                      </a:cubicBezTo>
                      <a:cubicBezTo>
                        <a:pt x="31242" y="30025"/>
                        <a:pt x="29432" y="28882"/>
                        <a:pt x="26575" y="28882"/>
                      </a:cubicBezTo>
                      <a:cubicBezTo>
                        <a:pt x="26003" y="28882"/>
                        <a:pt x="25241" y="28882"/>
                        <a:pt x="24194" y="29073"/>
                      </a:cubicBezTo>
                      <a:lnTo>
                        <a:pt x="22003" y="29073"/>
                      </a:lnTo>
                      <a:cubicBezTo>
                        <a:pt x="20574" y="29073"/>
                        <a:pt x="19336" y="28882"/>
                        <a:pt x="18479" y="28406"/>
                      </a:cubicBezTo>
                      <a:cubicBezTo>
                        <a:pt x="19431" y="28501"/>
                        <a:pt x="16097" y="28597"/>
                        <a:pt x="8382" y="28597"/>
                      </a:cubicBezTo>
                      <a:cubicBezTo>
                        <a:pt x="4858" y="28597"/>
                        <a:pt x="2096" y="27739"/>
                        <a:pt x="0" y="25930"/>
                      </a:cubicBezTo>
                      <a:lnTo>
                        <a:pt x="0" y="2403"/>
                      </a:lnTo>
                      <a:cubicBezTo>
                        <a:pt x="571" y="2974"/>
                        <a:pt x="1238" y="3260"/>
                        <a:pt x="2000" y="3260"/>
                      </a:cubicBezTo>
                      <a:cubicBezTo>
                        <a:pt x="3334" y="3260"/>
                        <a:pt x="4667" y="2308"/>
                        <a:pt x="6001" y="593"/>
                      </a:cubicBezTo>
                      <a:cubicBezTo>
                        <a:pt x="12859" y="117"/>
                        <a:pt x="22955" y="117"/>
                        <a:pt x="36290" y="403"/>
                      </a:cubicBezTo>
                      <a:cubicBezTo>
                        <a:pt x="49625" y="784"/>
                        <a:pt x="59912" y="593"/>
                        <a:pt x="67056" y="22"/>
                      </a:cubicBezTo>
                      <a:cubicBezTo>
                        <a:pt x="67342" y="688"/>
                        <a:pt x="67913" y="1069"/>
                        <a:pt x="68580" y="1069"/>
                      </a:cubicBezTo>
                      <a:cubicBezTo>
                        <a:pt x="69056" y="1069"/>
                        <a:pt x="69628" y="879"/>
                        <a:pt x="70485" y="593"/>
                      </a:cubicBezTo>
                      <a:cubicBezTo>
                        <a:pt x="71247" y="212"/>
                        <a:pt x="71819" y="117"/>
                        <a:pt x="72104" y="117"/>
                      </a:cubicBezTo>
                      <a:cubicBezTo>
                        <a:pt x="73438" y="879"/>
                        <a:pt x="76962" y="879"/>
                        <a:pt x="82677" y="117"/>
                      </a:cubicBezTo>
                      <a:cubicBezTo>
                        <a:pt x="86963" y="-455"/>
                        <a:pt x="89154" y="1069"/>
                        <a:pt x="89440" y="4689"/>
                      </a:cubicBezTo>
                      <a:close/>
                      <a:moveTo>
                        <a:pt x="14669" y="9737"/>
                      </a:moveTo>
                      <a:cubicBezTo>
                        <a:pt x="15812" y="7927"/>
                        <a:pt x="17240" y="7070"/>
                        <a:pt x="19050" y="7070"/>
                      </a:cubicBezTo>
                      <a:cubicBezTo>
                        <a:pt x="19717" y="7070"/>
                        <a:pt x="20765" y="7261"/>
                        <a:pt x="22288" y="7546"/>
                      </a:cubicBezTo>
                      <a:cubicBezTo>
                        <a:pt x="23813" y="7927"/>
                        <a:pt x="25051" y="8023"/>
                        <a:pt x="25908" y="8023"/>
                      </a:cubicBezTo>
                      <a:cubicBezTo>
                        <a:pt x="26765" y="8023"/>
                        <a:pt x="27622" y="8023"/>
                        <a:pt x="28385" y="7737"/>
                      </a:cubicBezTo>
                      <a:lnTo>
                        <a:pt x="25718" y="5070"/>
                      </a:lnTo>
                      <a:cubicBezTo>
                        <a:pt x="24765" y="5070"/>
                        <a:pt x="24289" y="4594"/>
                        <a:pt x="24384" y="3736"/>
                      </a:cubicBezTo>
                      <a:cubicBezTo>
                        <a:pt x="24575" y="2593"/>
                        <a:pt x="24575" y="2022"/>
                        <a:pt x="24384" y="1927"/>
                      </a:cubicBezTo>
                      <a:cubicBezTo>
                        <a:pt x="24098" y="2593"/>
                        <a:pt x="23622" y="2974"/>
                        <a:pt x="23241" y="3070"/>
                      </a:cubicBezTo>
                      <a:cubicBezTo>
                        <a:pt x="23051" y="2974"/>
                        <a:pt x="22765" y="2879"/>
                        <a:pt x="22384" y="2879"/>
                      </a:cubicBezTo>
                      <a:cubicBezTo>
                        <a:pt x="22288" y="2974"/>
                        <a:pt x="22288" y="3546"/>
                        <a:pt x="22384" y="4594"/>
                      </a:cubicBezTo>
                      <a:cubicBezTo>
                        <a:pt x="21050" y="5451"/>
                        <a:pt x="19336" y="6022"/>
                        <a:pt x="17240" y="6308"/>
                      </a:cubicBezTo>
                      <a:cubicBezTo>
                        <a:pt x="14669" y="6594"/>
                        <a:pt x="12954" y="6784"/>
                        <a:pt x="12192" y="7165"/>
                      </a:cubicBezTo>
                      <a:lnTo>
                        <a:pt x="15526" y="7165"/>
                      </a:lnTo>
                      <a:cubicBezTo>
                        <a:pt x="14859" y="8118"/>
                        <a:pt x="14192" y="8880"/>
                        <a:pt x="13526" y="9165"/>
                      </a:cubicBezTo>
                      <a:cubicBezTo>
                        <a:pt x="13430" y="9165"/>
                        <a:pt x="13335" y="9165"/>
                        <a:pt x="13335" y="8975"/>
                      </a:cubicBezTo>
                      <a:cubicBezTo>
                        <a:pt x="13145" y="8975"/>
                        <a:pt x="12859" y="9261"/>
                        <a:pt x="12668" y="9451"/>
                      </a:cubicBezTo>
                      <a:cubicBezTo>
                        <a:pt x="12002" y="9642"/>
                        <a:pt x="11525" y="9832"/>
                        <a:pt x="11144" y="9832"/>
                      </a:cubicBezTo>
                      <a:cubicBezTo>
                        <a:pt x="10668" y="9642"/>
                        <a:pt x="10096" y="9642"/>
                        <a:pt x="9335" y="9832"/>
                      </a:cubicBezTo>
                      <a:cubicBezTo>
                        <a:pt x="6953" y="9642"/>
                        <a:pt x="5334" y="9642"/>
                        <a:pt x="4477" y="9832"/>
                      </a:cubicBezTo>
                      <a:lnTo>
                        <a:pt x="4477" y="8975"/>
                      </a:lnTo>
                      <a:lnTo>
                        <a:pt x="2477" y="11166"/>
                      </a:lnTo>
                      <a:cubicBezTo>
                        <a:pt x="3048" y="11356"/>
                        <a:pt x="3620" y="11547"/>
                        <a:pt x="4286" y="11547"/>
                      </a:cubicBezTo>
                      <a:cubicBezTo>
                        <a:pt x="4477" y="11547"/>
                        <a:pt x="6191" y="10975"/>
                        <a:pt x="9335" y="9832"/>
                      </a:cubicBezTo>
                      <a:lnTo>
                        <a:pt x="11144" y="9832"/>
                      </a:lnTo>
                      <a:cubicBezTo>
                        <a:pt x="11144" y="9832"/>
                        <a:pt x="11716" y="10404"/>
                        <a:pt x="12002" y="10785"/>
                      </a:cubicBezTo>
                      <a:cubicBezTo>
                        <a:pt x="12192" y="11166"/>
                        <a:pt x="12383" y="11642"/>
                        <a:pt x="12668" y="12214"/>
                      </a:cubicBezTo>
                      <a:cubicBezTo>
                        <a:pt x="12573" y="11833"/>
                        <a:pt x="12383" y="11452"/>
                        <a:pt x="12192" y="11071"/>
                      </a:cubicBezTo>
                      <a:cubicBezTo>
                        <a:pt x="12192" y="10404"/>
                        <a:pt x="12383" y="9928"/>
                        <a:pt x="12668" y="9547"/>
                      </a:cubicBezTo>
                      <a:cubicBezTo>
                        <a:pt x="12859" y="9547"/>
                        <a:pt x="13145" y="9451"/>
                        <a:pt x="13526" y="9165"/>
                      </a:cubicBezTo>
                      <a:cubicBezTo>
                        <a:pt x="14288" y="10309"/>
                        <a:pt x="14669" y="10975"/>
                        <a:pt x="14669" y="11166"/>
                      </a:cubicBezTo>
                      <a:lnTo>
                        <a:pt x="19241" y="10309"/>
                      </a:lnTo>
                      <a:lnTo>
                        <a:pt x="14669" y="9832"/>
                      </a:lnTo>
                      <a:close/>
                      <a:moveTo>
                        <a:pt x="11335" y="17452"/>
                      </a:moveTo>
                      <a:lnTo>
                        <a:pt x="14002" y="16119"/>
                      </a:lnTo>
                      <a:lnTo>
                        <a:pt x="12668" y="16119"/>
                      </a:lnTo>
                      <a:lnTo>
                        <a:pt x="11335" y="17452"/>
                      </a:lnTo>
                      <a:close/>
                      <a:moveTo>
                        <a:pt x="32099" y="4498"/>
                      </a:moveTo>
                      <a:lnTo>
                        <a:pt x="34100" y="2308"/>
                      </a:lnTo>
                      <a:cubicBezTo>
                        <a:pt x="33433" y="2212"/>
                        <a:pt x="32576" y="1831"/>
                        <a:pt x="31623" y="1260"/>
                      </a:cubicBezTo>
                      <a:lnTo>
                        <a:pt x="29432" y="4498"/>
                      </a:lnTo>
                      <a:lnTo>
                        <a:pt x="27051" y="3165"/>
                      </a:lnTo>
                      <a:lnTo>
                        <a:pt x="30194" y="6308"/>
                      </a:lnTo>
                      <a:cubicBezTo>
                        <a:pt x="30194" y="4117"/>
                        <a:pt x="30671" y="2689"/>
                        <a:pt x="31528" y="2308"/>
                      </a:cubicBezTo>
                      <a:cubicBezTo>
                        <a:pt x="31909" y="2498"/>
                        <a:pt x="32004" y="3260"/>
                        <a:pt x="32004" y="4498"/>
                      </a:cubicBezTo>
                      <a:close/>
                      <a:moveTo>
                        <a:pt x="38671" y="71745"/>
                      </a:moveTo>
                      <a:cubicBezTo>
                        <a:pt x="40672" y="71935"/>
                        <a:pt x="41624" y="71745"/>
                        <a:pt x="41338" y="71269"/>
                      </a:cubicBezTo>
                      <a:cubicBezTo>
                        <a:pt x="40958" y="71078"/>
                        <a:pt x="40005" y="71269"/>
                        <a:pt x="38671" y="71745"/>
                      </a:cubicBezTo>
                      <a:cubicBezTo>
                        <a:pt x="38100" y="71459"/>
                        <a:pt x="37624" y="71459"/>
                        <a:pt x="37338" y="71745"/>
                      </a:cubicBezTo>
                      <a:cubicBezTo>
                        <a:pt x="37910" y="71935"/>
                        <a:pt x="38291" y="71935"/>
                        <a:pt x="38671" y="71745"/>
                      </a:cubicBezTo>
                      <a:close/>
                      <a:moveTo>
                        <a:pt x="56293" y="69078"/>
                      </a:moveTo>
                      <a:cubicBezTo>
                        <a:pt x="55054" y="68221"/>
                        <a:pt x="53245" y="67744"/>
                        <a:pt x="50959" y="67744"/>
                      </a:cubicBezTo>
                      <a:cubicBezTo>
                        <a:pt x="48101" y="67744"/>
                        <a:pt x="46292" y="67554"/>
                        <a:pt x="45244" y="67268"/>
                      </a:cubicBezTo>
                      <a:lnTo>
                        <a:pt x="49721" y="69935"/>
                      </a:lnTo>
                      <a:cubicBezTo>
                        <a:pt x="49149" y="70126"/>
                        <a:pt x="48863" y="70602"/>
                        <a:pt x="48863" y="71269"/>
                      </a:cubicBezTo>
                      <a:lnTo>
                        <a:pt x="50197" y="71269"/>
                      </a:lnTo>
                      <a:cubicBezTo>
                        <a:pt x="50197" y="71269"/>
                        <a:pt x="50863" y="71745"/>
                        <a:pt x="50863" y="71935"/>
                      </a:cubicBezTo>
                      <a:cubicBezTo>
                        <a:pt x="50863" y="72031"/>
                        <a:pt x="50673" y="72412"/>
                        <a:pt x="50387" y="72983"/>
                      </a:cubicBezTo>
                      <a:cubicBezTo>
                        <a:pt x="50006" y="73555"/>
                        <a:pt x="50006" y="74031"/>
                        <a:pt x="50197" y="74507"/>
                      </a:cubicBezTo>
                      <a:lnTo>
                        <a:pt x="52864" y="74507"/>
                      </a:lnTo>
                      <a:cubicBezTo>
                        <a:pt x="51530" y="73173"/>
                        <a:pt x="50863" y="72221"/>
                        <a:pt x="50863" y="71650"/>
                      </a:cubicBezTo>
                      <a:cubicBezTo>
                        <a:pt x="50863" y="71173"/>
                        <a:pt x="51149" y="70792"/>
                        <a:pt x="51816" y="70602"/>
                      </a:cubicBezTo>
                      <a:cubicBezTo>
                        <a:pt x="52483" y="70316"/>
                        <a:pt x="53245" y="70030"/>
                        <a:pt x="54102" y="69649"/>
                      </a:cubicBezTo>
                      <a:cubicBezTo>
                        <a:pt x="54864" y="69554"/>
                        <a:pt x="55626" y="69840"/>
                        <a:pt x="56293" y="70506"/>
                      </a:cubicBezTo>
                      <a:lnTo>
                        <a:pt x="56293" y="69173"/>
                      </a:lnTo>
                      <a:close/>
                      <a:moveTo>
                        <a:pt x="49721" y="57553"/>
                      </a:moveTo>
                      <a:cubicBezTo>
                        <a:pt x="50387" y="58410"/>
                        <a:pt x="51245" y="58886"/>
                        <a:pt x="52388" y="58886"/>
                      </a:cubicBezTo>
                      <a:cubicBezTo>
                        <a:pt x="54102" y="58886"/>
                        <a:pt x="55531" y="58219"/>
                        <a:pt x="56769" y="56981"/>
                      </a:cubicBezTo>
                      <a:lnTo>
                        <a:pt x="54197" y="56124"/>
                      </a:lnTo>
                      <a:cubicBezTo>
                        <a:pt x="54102" y="57457"/>
                        <a:pt x="53816" y="58124"/>
                        <a:pt x="53340" y="58124"/>
                      </a:cubicBezTo>
                      <a:cubicBezTo>
                        <a:pt x="53245" y="58124"/>
                        <a:pt x="52769" y="57743"/>
                        <a:pt x="51911" y="56981"/>
                      </a:cubicBezTo>
                      <a:cubicBezTo>
                        <a:pt x="51054" y="56219"/>
                        <a:pt x="50292" y="55933"/>
                        <a:pt x="49625" y="56124"/>
                      </a:cubicBezTo>
                      <a:lnTo>
                        <a:pt x="49625" y="57457"/>
                      </a:lnTo>
                      <a:close/>
                      <a:moveTo>
                        <a:pt x="55912" y="73459"/>
                      </a:moveTo>
                      <a:lnTo>
                        <a:pt x="56197" y="73650"/>
                      </a:lnTo>
                      <a:lnTo>
                        <a:pt x="55912" y="73459"/>
                      </a:lnTo>
                      <a:lnTo>
                        <a:pt x="52864" y="71269"/>
                      </a:lnTo>
                      <a:cubicBezTo>
                        <a:pt x="52578" y="72316"/>
                        <a:pt x="52864" y="72888"/>
                        <a:pt x="53912" y="73173"/>
                      </a:cubicBezTo>
                      <a:cubicBezTo>
                        <a:pt x="54578" y="73173"/>
                        <a:pt x="55245" y="73364"/>
                        <a:pt x="55912" y="73459"/>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 name="Google Shape;1444;p99"/>
                <p:cNvSpPr/>
                <p:nvPr/>
              </p:nvSpPr>
              <p:spPr>
                <a:xfrm>
                  <a:off x="5645847" y="4067365"/>
                  <a:ext cx="104489" cy="136493"/>
                </a:xfrm>
                <a:custGeom>
                  <a:avLst/>
                  <a:gdLst/>
                  <a:ahLst/>
                  <a:cxnLst/>
                  <a:rect l="l" t="t" r="r" b="b"/>
                  <a:pathLst>
                    <a:path w="104489" h="136493" extrusionOk="0">
                      <a:moveTo>
                        <a:pt x="92297" y="109157"/>
                      </a:moveTo>
                      <a:cubicBezTo>
                        <a:pt x="94488" y="110585"/>
                        <a:pt x="95726" y="113062"/>
                        <a:pt x="96012" y="116396"/>
                      </a:cubicBezTo>
                      <a:cubicBezTo>
                        <a:pt x="96107" y="119253"/>
                        <a:pt x="96203" y="122111"/>
                        <a:pt x="96203" y="124968"/>
                      </a:cubicBezTo>
                      <a:cubicBezTo>
                        <a:pt x="96298" y="126492"/>
                        <a:pt x="96584" y="127921"/>
                        <a:pt x="96869" y="128969"/>
                      </a:cubicBezTo>
                      <a:cubicBezTo>
                        <a:pt x="93726" y="134017"/>
                        <a:pt x="88487" y="136493"/>
                        <a:pt x="81058" y="136493"/>
                      </a:cubicBezTo>
                      <a:cubicBezTo>
                        <a:pt x="78962" y="136493"/>
                        <a:pt x="75629" y="136303"/>
                        <a:pt x="71057" y="135827"/>
                      </a:cubicBezTo>
                      <a:cubicBezTo>
                        <a:pt x="66485" y="135446"/>
                        <a:pt x="63151" y="135160"/>
                        <a:pt x="60865" y="135160"/>
                      </a:cubicBezTo>
                      <a:cubicBezTo>
                        <a:pt x="58484" y="135160"/>
                        <a:pt x="56483" y="135255"/>
                        <a:pt x="54674" y="135541"/>
                      </a:cubicBezTo>
                      <a:lnTo>
                        <a:pt x="16383" y="135541"/>
                      </a:lnTo>
                      <a:lnTo>
                        <a:pt x="16383" y="135065"/>
                      </a:lnTo>
                      <a:cubicBezTo>
                        <a:pt x="15050" y="134303"/>
                        <a:pt x="12668" y="134207"/>
                        <a:pt x="9335" y="134684"/>
                      </a:cubicBezTo>
                      <a:cubicBezTo>
                        <a:pt x="6001" y="135255"/>
                        <a:pt x="3429" y="134874"/>
                        <a:pt x="1619" y="133636"/>
                      </a:cubicBezTo>
                      <a:cubicBezTo>
                        <a:pt x="2191" y="117634"/>
                        <a:pt x="2477" y="101822"/>
                        <a:pt x="2477" y="86201"/>
                      </a:cubicBezTo>
                      <a:cubicBezTo>
                        <a:pt x="2477" y="70580"/>
                        <a:pt x="2191" y="54674"/>
                        <a:pt x="1619" y="38671"/>
                      </a:cubicBezTo>
                      <a:cubicBezTo>
                        <a:pt x="2286" y="39148"/>
                        <a:pt x="2762" y="39243"/>
                        <a:pt x="2953" y="39148"/>
                      </a:cubicBezTo>
                      <a:lnTo>
                        <a:pt x="3429" y="38671"/>
                      </a:lnTo>
                      <a:cubicBezTo>
                        <a:pt x="3429" y="38005"/>
                        <a:pt x="3238" y="37529"/>
                        <a:pt x="2572" y="37243"/>
                      </a:cubicBezTo>
                      <a:cubicBezTo>
                        <a:pt x="1905" y="36957"/>
                        <a:pt x="1524" y="36767"/>
                        <a:pt x="1524" y="36671"/>
                      </a:cubicBezTo>
                      <a:cubicBezTo>
                        <a:pt x="1524" y="36386"/>
                        <a:pt x="1810" y="36004"/>
                        <a:pt x="2381" y="35528"/>
                      </a:cubicBezTo>
                      <a:cubicBezTo>
                        <a:pt x="2381" y="36576"/>
                        <a:pt x="2572" y="37148"/>
                        <a:pt x="2858" y="37338"/>
                      </a:cubicBezTo>
                      <a:cubicBezTo>
                        <a:pt x="4001" y="37243"/>
                        <a:pt x="4286" y="36576"/>
                        <a:pt x="3715" y="35433"/>
                      </a:cubicBezTo>
                      <a:cubicBezTo>
                        <a:pt x="3238" y="34290"/>
                        <a:pt x="3334" y="33528"/>
                        <a:pt x="4096" y="33338"/>
                      </a:cubicBezTo>
                      <a:cubicBezTo>
                        <a:pt x="4001" y="33528"/>
                        <a:pt x="3905" y="33814"/>
                        <a:pt x="3905" y="34004"/>
                      </a:cubicBezTo>
                      <a:cubicBezTo>
                        <a:pt x="3905" y="34481"/>
                        <a:pt x="4191" y="34957"/>
                        <a:pt x="4858" y="35433"/>
                      </a:cubicBezTo>
                      <a:cubicBezTo>
                        <a:pt x="5525" y="35909"/>
                        <a:pt x="5810" y="36290"/>
                        <a:pt x="5905" y="36481"/>
                      </a:cubicBezTo>
                      <a:lnTo>
                        <a:pt x="8573" y="36004"/>
                      </a:lnTo>
                      <a:lnTo>
                        <a:pt x="5905" y="34195"/>
                      </a:lnTo>
                      <a:lnTo>
                        <a:pt x="8573" y="32861"/>
                      </a:lnTo>
                      <a:cubicBezTo>
                        <a:pt x="8573" y="32861"/>
                        <a:pt x="7811" y="32099"/>
                        <a:pt x="6572" y="30861"/>
                      </a:cubicBezTo>
                      <a:cubicBezTo>
                        <a:pt x="5715" y="30099"/>
                        <a:pt x="4953" y="29718"/>
                        <a:pt x="4382" y="29718"/>
                      </a:cubicBezTo>
                      <a:cubicBezTo>
                        <a:pt x="3715" y="29718"/>
                        <a:pt x="3143" y="30194"/>
                        <a:pt x="2762" y="31052"/>
                      </a:cubicBezTo>
                      <a:cubicBezTo>
                        <a:pt x="2000" y="30575"/>
                        <a:pt x="1619" y="30194"/>
                        <a:pt x="1619" y="29718"/>
                      </a:cubicBezTo>
                      <a:cubicBezTo>
                        <a:pt x="1619" y="29528"/>
                        <a:pt x="2096" y="29051"/>
                        <a:pt x="2953" y="28289"/>
                      </a:cubicBezTo>
                      <a:cubicBezTo>
                        <a:pt x="3810" y="27527"/>
                        <a:pt x="4191" y="26956"/>
                        <a:pt x="4096" y="26289"/>
                      </a:cubicBezTo>
                      <a:lnTo>
                        <a:pt x="5429" y="27623"/>
                      </a:lnTo>
                      <a:lnTo>
                        <a:pt x="6191" y="26575"/>
                      </a:lnTo>
                      <a:cubicBezTo>
                        <a:pt x="6191" y="26575"/>
                        <a:pt x="6953" y="27051"/>
                        <a:pt x="7334" y="27051"/>
                      </a:cubicBezTo>
                      <a:cubicBezTo>
                        <a:pt x="7906" y="27051"/>
                        <a:pt x="8763" y="26765"/>
                        <a:pt x="9906" y="26194"/>
                      </a:cubicBezTo>
                      <a:cubicBezTo>
                        <a:pt x="11049" y="25622"/>
                        <a:pt x="11906" y="25337"/>
                        <a:pt x="12478" y="25337"/>
                      </a:cubicBezTo>
                      <a:cubicBezTo>
                        <a:pt x="13145" y="25337"/>
                        <a:pt x="13716" y="25622"/>
                        <a:pt x="14097" y="26194"/>
                      </a:cubicBezTo>
                      <a:lnTo>
                        <a:pt x="14954" y="25718"/>
                      </a:lnTo>
                      <a:cubicBezTo>
                        <a:pt x="14954" y="24670"/>
                        <a:pt x="14192" y="24003"/>
                        <a:pt x="13049" y="23622"/>
                      </a:cubicBezTo>
                      <a:cubicBezTo>
                        <a:pt x="11906" y="23241"/>
                        <a:pt x="11144" y="22860"/>
                        <a:pt x="10954" y="22479"/>
                      </a:cubicBezTo>
                      <a:cubicBezTo>
                        <a:pt x="9144" y="22384"/>
                        <a:pt x="6953" y="22384"/>
                        <a:pt x="4382" y="22479"/>
                      </a:cubicBezTo>
                      <a:cubicBezTo>
                        <a:pt x="4191" y="23051"/>
                        <a:pt x="3905" y="23336"/>
                        <a:pt x="3715" y="23336"/>
                      </a:cubicBezTo>
                      <a:cubicBezTo>
                        <a:pt x="3238" y="22955"/>
                        <a:pt x="2953" y="22860"/>
                        <a:pt x="2762" y="22860"/>
                      </a:cubicBezTo>
                      <a:cubicBezTo>
                        <a:pt x="2572" y="22860"/>
                        <a:pt x="2286" y="22860"/>
                        <a:pt x="2096" y="23051"/>
                      </a:cubicBezTo>
                      <a:lnTo>
                        <a:pt x="762" y="18002"/>
                      </a:lnTo>
                      <a:cubicBezTo>
                        <a:pt x="1619" y="18002"/>
                        <a:pt x="2286" y="17717"/>
                        <a:pt x="2667" y="17145"/>
                      </a:cubicBezTo>
                      <a:cubicBezTo>
                        <a:pt x="2667" y="16097"/>
                        <a:pt x="2286" y="15812"/>
                        <a:pt x="1429" y="16288"/>
                      </a:cubicBezTo>
                      <a:cubicBezTo>
                        <a:pt x="571" y="16669"/>
                        <a:pt x="95" y="16669"/>
                        <a:pt x="0" y="15907"/>
                      </a:cubicBezTo>
                      <a:lnTo>
                        <a:pt x="1334" y="14573"/>
                      </a:lnTo>
                      <a:lnTo>
                        <a:pt x="2667" y="15907"/>
                      </a:lnTo>
                      <a:cubicBezTo>
                        <a:pt x="2667" y="15907"/>
                        <a:pt x="3143" y="14573"/>
                        <a:pt x="3143" y="12763"/>
                      </a:cubicBezTo>
                      <a:cubicBezTo>
                        <a:pt x="3143" y="13240"/>
                        <a:pt x="3429" y="13526"/>
                        <a:pt x="4001" y="13716"/>
                      </a:cubicBezTo>
                      <a:cubicBezTo>
                        <a:pt x="4858" y="13049"/>
                        <a:pt x="5334" y="12478"/>
                        <a:pt x="5334" y="12097"/>
                      </a:cubicBezTo>
                      <a:cubicBezTo>
                        <a:pt x="5334" y="11525"/>
                        <a:pt x="4572" y="10763"/>
                        <a:pt x="3048" y="9620"/>
                      </a:cubicBezTo>
                      <a:cubicBezTo>
                        <a:pt x="1524" y="8573"/>
                        <a:pt x="762" y="7620"/>
                        <a:pt x="762" y="6668"/>
                      </a:cubicBezTo>
                      <a:cubicBezTo>
                        <a:pt x="762" y="5906"/>
                        <a:pt x="1238" y="5048"/>
                        <a:pt x="2096" y="4191"/>
                      </a:cubicBezTo>
                      <a:lnTo>
                        <a:pt x="5334" y="857"/>
                      </a:lnTo>
                      <a:cubicBezTo>
                        <a:pt x="11049" y="286"/>
                        <a:pt x="17145" y="0"/>
                        <a:pt x="23622" y="0"/>
                      </a:cubicBezTo>
                      <a:cubicBezTo>
                        <a:pt x="29813" y="0"/>
                        <a:pt x="38957" y="381"/>
                        <a:pt x="51340" y="1048"/>
                      </a:cubicBezTo>
                      <a:cubicBezTo>
                        <a:pt x="63627" y="1715"/>
                        <a:pt x="72962" y="2096"/>
                        <a:pt x="79153" y="2096"/>
                      </a:cubicBezTo>
                      <a:cubicBezTo>
                        <a:pt x="83629" y="2096"/>
                        <a:pt x="87916" y="2000"/>
                        <a:pt x="91916" y="1715"/>
                      </a:cubicBezTo>
                      <a:cubicBezTo>
                        <a:pt x="94488" y="3715"/>
                        <a:pt x="95726" y="6382"/>
                        <a:pt x="95726" y="9811"/>
                      </a:cubicBezTo>
                      <a:cubicBezTo>
                        <a:pt x="95726" y="10859"/>
                        <a:pt x="95536" y="12573"/>
                        <a:pt x="95250" y="15050"/>
                      </a:cubicBezTo>
                      <a:cubicBezTo>
                        <a:pt x="94869" y="17526"/>
                        <a:pt x="94774" y="19431"/>
                        <a:pt x="94774" y="20765"/>
                      </a:cubicBezTo>
                      <a:cubicBezTo>
                        <a:pt x="94774" y="22098"/>
                        <a:pt x="94869" y="23336"/>
                        <a:pt x="95155" y="24479"/>
                      </a:cubicBezTo>
                      <a:cubicBezTo>
                        <a:pt x="95155" y="26289"/>
                        <a:pt x="94012" y="27146"/>
                        <a:pt x="91821" y="27146"/>
                      </a:cubicBezTo>
                      <a:cubicBezTo>
                        <a:pt x="91535" y="27146"/>
                        <a:pt x="90964" y="27146"/>
                        <a:pt x="90107" y="26956"/>
                      </a:cubicBezTo>
                      <a:lnTo>
                        <a:pt x="88392" y="26956"/>
                      </a:lnTo>
                      <a:cubicBezTo>
                        <a:pt x="87059" y="26956"/>
                        <a:pt x="86011" y="27146"/>
                        <a:pt x="85439" y="27623"/>
                      </a:cubicBezTo>
                      <a:lnTo>
                        <a:pt x="81725" y="27623"/>
                      </a:lnTo>
                      <a:lnTo>
                        <a:pt x="81725" y="26956"/>
                      </a:lnTo>
                      <a:cubicBezTo>
                        <a:pt x="76581" y="27432"/>
                        <a:pt x="70771" y="27623"/>
                        <a:pt x="64294" y="27623"/>
                      </a:cubicBezTo>
                      <a:cubicBezTo>
                        <a:pt x="60293" y="27623"/>
                        <a:pt x="54388" y="27623"/>
                        <a:pt x="46673" y="27623"/>
                      </a:cubicBezTo>
                      <a:lnTo>
                        <a:pt x="29051" y="27623"/>
                      </a:lnTo>
                      <a:cubicBezTo>
                        <a:pt x="28289" y="29623"/>
                        <a:pt x="27908" y="31909"/>
                        <a:pt x="27908" y="34481"/>
                      </a:cubicBezTo>
                      <a:cubicBezTo>
                        <a:pt x="27908" y="35243"/>
                        <a:pt x="27908" y="36481"/>
                        <a:pt x="28099" y="38005"/>
                      </a:cubicBezTo>
                      <a:lnTo>
                        <a:pt x="28099" y="41720"/>
                      </a:lnTo>
                      <a:cubicBezTo>
                        <a:pt x="28099" y="44196"/>
                        <a:pt x="27813" y="46387"/>
                        <a:pt x="27242" y="48482"/>
                      </a:cubicBezTo>
                      <a:cubicBezTo>
                        <a:pt x="27623" y="50102"/>
                        <a:pt x="27813" y="51626"/>
                        <a:pt x="28099" y="53150"/>
                      </a:cubicBezTo>
                      <a:cubicBezTo>
                        <a:pt x="28670" y="55150"/>
                        <a:pt x="29623" y="56198"/>
                        <a:pt x="31147" y="56198"/>
                      </a:cubicBezTo>
                      <a:cubicBezTo>
                        <a:pt x="31623" y="56198"/>
                        <a:pt x="32004" y="56198"/>
                        <a:pt x="32480" y="56007"/>
                      </a:cubicBezTo>
                      <a:cubicBezTo>
                        <a:pt x="32766" y="56007"/>
                        <a:pt x="33242" y="56198"/>
                        <a:pt x="33623" y="56198"/>
                      </a:cubicBezTo>
                      <a:cubicBezTo>
                        <a:pt x="34004" y="56198"/>
                        <a:pt x="34766" y="56102"/>
                        <a:pt x="35624" y="55912"/>
                      </a:cubicBezTo>
                      <a:cubicBezTo>
                        <a:pt x="36481" y="55626"/>
                        <a:pt x="37148" y="55531"/>
                        <a:pt x="37433" y="55531"/>
                      </a:cubicBezTo>
                      <a:cubicBezTo>
                        <a:pt x="38291" y="55531"/>
                        <a:pt x="39053" y="56007"/>
                        <a:pt x="39624" y="56864"/>
                      </a:cubicBezTo>
                      <a:cubicBezTo>
                        <a:pt x="42672" y="56007"/>
                        <a:pt x="46196" y="55531"/>
                        <a:pt x="50197" y="55531"/>
                      </a:cubicBezTo>
                      <a:cubicBezTo>
                        <a:pt x="52197" y="55531"/>
                        <a:pt x="55150" y="55721"/>
                        <a:pt x="58960" y="55912"/>
                      </a:cubicBezTo>
                      <a:cubicBezTo>
                        <a:pt x="62865" y="56198"/>
                        <a:pt x="65723" y="56293"/>
                        <a:pt x="67628" y="56293"/>
                      </a:cubicBezTo>
                      <a:cubicBezTo>
                        <a:pt x="69533" y="56293"/>
                        <a:pt x="71342" y="56198"/>
                        <a:pt x="73057" y="55912"/>
                      </a:cubicBezTo>
                      <a:cubicBezTo>
                        <a:pt x="73819" y="58674"/>
                        <a:pt x="74200" y="62579"/>
                        <a:pt x="74104" y="67628"/>
                      </a:cubicBezTo>
                      <a:cubicBezTo>
                        <a:pt x="74009" y="73343"/>
                        <a:pt x="74104" y="77248"/>
                        <a:pt x="74390" y="79343"/>
                      </a:cubicBezTo>
                      <a:cubicBezTo>
                        <a:pt x="72009" y="81058"/>
                        <a:pt x="68866" y="81915"/>
                        <a:pt x="64865" y="81915"/>
                      </a:cubicBezTo>
                      <a:cubicBezTo>
                        <a:pt x="63151" y="81915"/>
                        <a:pt x="60674" y="81725"/>
                        <a:pt x="57245" y="81439"/>
                      </a:cubicBezTo>
                      <a:cubicBezTo>
                        <a:pt x="53816" y="81058"/>
                        <a:pt x="51245" y="80963"/>
                        <a:pt x="49435" y="80963"/>
                      </a:cubicBezTo>
                      <a:cubicBezTo>
                        <a:pt x="47816" y="80963"/>
                        <a:pt x="46196" y="80963"/>
                        <a:pt x="44768" y="81344"/>
                      </a:cubicBezTo>
                      <a:lnTo>
                        <a:pt x="44768" y="80486"/>
                      </a:lnTo>
                      <a:cubicBezTo>
                        <a:pt x="44005" y="80486"/>
                        <a:pt x="42291" y="80677"/>
                        <a:pt x="39624" y="80677"/>
                      </a:cubicBezTo>
                      <a:cubicBezTo>
                        <a:pt x="37814" y="80677"/>
                        <a:pt x="36100" y="81058"/>
                        <a:pt x="34576" y="81820"/>
                      </a:cubicBezTo>
                      <a:cubicBezTo>
                        <a:pt x="34004" y="81534"/>
                        <a:pt x="33338" y="81344"/>
                        <a:pt x="32385" y="81344"/>
                      </a:cubicBezTo>
                      <a:cubicBezTo>
                        <a:pt x="31052" y="81439"/>
                        <a:pt x="30290" y="81439"/>
                        <a:pt x="30004" y="81344"/>
                      </a:cubicBezTo>
                      <a:cubicBezTo>
                        <a:pt x="28194" y="81915"/>
                        <a:pt x="27337" y="83344"/>
                        <a:pt x="27337" y="85535"/>
                      </a:cubicBezTo>
                      <a:cubicBezTo>
                        <a:pt x="27337" y="87154"/>
                        <a:pt x="27623" y="88392"/>
                        <a:pt x="28194" y="89249"/>
                      </a:cubicBezTo>
                      <a:cubicBezTo>
                        <a:pt x="25718" y="88583"/>
                        <a:pt x="23527" y="89249"/>
                        <a:pt x="21622" y="91059"/>
                      </a:cubicBezTo>
                      <a:lnTo>
                        <a:pt x="26003" y="90202"/>
                      </a:lnTo>
                      <a:lnTo>
                        <a:pt x="25527" y="91059"/>
                      </a:lnTo>
                      <a:cubicBezTo>
                        <a:pt x="25527" y="91059"/>
                        <a:pt x="26003" y="91726"/>
                        <a:pt x="26384" y="91726"/>
                      </a:cubicBezTo>
                      <a:cubicBezTo>
                        <a:pt x="26194" y="91726"/>
                        <a:pt x="26765" y="91250"/>
                        <a:pt x="28289" y="90202"/>
                      </a:cubicBezTo>
                      <a:cubicBezTo>
                        <a:pt x="28289" y="89726"/>
                        <a:pt x="28289" y="92964"/>
                        <a:pt x="28099" y="99917"/>
                      </a:cubicBezTo>
                      <a:cubicBezTo>
                        <a:pt x="28099" y="103918"/>
                        <a:pt x="28670" y="106966"/>
                        <a:pt x="30099" y="109157"/>
                      </a:cubicBezTo>
                      <a:cubicBezTo>
                        <a:pt x="34195" y="109728"/>
                        <a:pt x="38576" y="110014"/>
                        <a:pt x="43244" y="110014"/>
                      </a:cubicBezTo>
                      <a:cubicBezTo>
                        <a:pt x="46673" y="110014"/>
                        <a:pt x="51721" y="109823"/>
                        <a:pt x="58388" y="109347"/>
                      </a:cubicBezTo>
                      <a:cubicBezTo>
                        <a:pt x="65056" y="108966"/>
                        <a:pt x="70009" y="108680"/>
                        <a:pt x="73438" y="108680"/>
                      </a:cubicBezTo>
                      <a:cubicBezTo>
                        <a:pt x="78486" y="108680"/>
                        <a:pt x="83153" y="109061"/>
                        <a:pt x="87535" y="109728"/>
                      </a:cubicBezTo>
                      <a:cubicBezTo>
                        <a:pt x="88297" y="107918"/>
                        <a:pt x="89821" y="107823"/>
                        <a:pt x="92202" y="109252"/>
                      </a:cubicBezTo>
                      <a:close/>
                      <a:moveTo>
                        <a:pt x="5715" y="24956"/>
                      </a:moveTo>
                      <a:lnTo>
                        <a:pt x="6668" y="26289"/>
                      </a:lnTo>
                      <a:lnTo>
                        <a:pt x="6477" y="26670"/>
                      </a:lnTo>
                      <a:cubicBezTo>
                        <a:pt x="6477" y="26670"/>
                        <a:pt x="5715" y="25718"/>
                        <a:pt x="5715" y="25051"/>
                      </a:cubicBezTo>
                      <a:close/>
                      <a:moveTo>
                        <a:pt x="40100" y="72962"/>
                      </a:moveTo>
                      <a:lnTo>
                        <a:pt x="38100" y="72962"/>
                      </a:lnTo>
                      <a:cubicBezTo>
                        <a:pt x="38481" y="73724"/>
                        <a:pt x="39148" y="73724"/>
                        <a:pt x="40100" y="72962"/>
                      </a:cubicBezTo>
                      <a:lnTo>
                        <a:pt x="40958" y="72962"/>
                      </a:lnTo>
                      <a:cubicBezTo>
                        <a:pt x="40958" y="72962"/>
                        <a:pt x="41338" y="73628"/>
                        <a:pt x="41338" y="74104"/>
                      </a:cubicBezTo>
                      <a:lnTo>
                        <a:pt x="43720" y="72962"/>
                      </a:lnTo>
                      <a:cubicBezTo>
                        <a:pt x="44291" y="73533"/>
                        <a:pt x="44577" y="73914"/>
                        <a:pt x="44577" y="74104"/>
                      </a:cubicBezTo>
                      <a:lnTo>
                        <a:pt x="47054" y="74104"/>
                      </a:lnTo>
                      <a:lnTo>
                        <a:pt x="47054" y="72962"/>
                      </a:lnTo>
                      <a:lnTo>
                        <a:pt x="41053" y="72962"/>
                      </a:lnTo>
                      <a:cubicBezTo>
                        <a:pt x="41053" y="72962"/>
                        <a:pt x="40577" y="72771"/>
                        <a:pt x="40196" y="72962"/>
                      </a:cubicBezTo>
                      <a:close/>
                      <a:moveTo>
                        <a:pt x="72771" y="9716"/>
                      </a:moveTo>
                      <a:lnTo>
                        <a:pt x="71438" y="8858"/>
                      </a:lnTo>
                      <a:lnTo>
                        <a:pt x="72771" y="11525"/>
                      </a:lnTo>
                      <a:lnTo>
                        <a:pt x="72771" y="9716"/>
                      </a:lnTo>
                      <a:close/>
                      <a:moveTo>
                        <a:pt x="103823" y="118301"/>
                      </a:moveTo>
                      <a:lnTo>
                        <a:pt x="104489" y="118301"/>
                      </a:lnTo>
                      <a:lnTo>
                        <a:pt x="102489" y="119444"/>
                      </a:lnTo>
                      <a:lnTo>
                        <a:pt x="103823" y="118301"/>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 name="Google Shape;1445;p99"/>
                <p:cNvSpPr/>
                <p:nvPr/>
              </p:nvSpPr>
              <p:spPr>
                <a:xfrm>
                  <a:off x="5750337" y="4041457"/>
                  <a:ext cx="95059" cy="161067"/>
                </a:xfrm>
                <a:custGeom>
                  <a:avLst/>
                  <a:gdLst/>
                  <a:ahLst/>
                  <a:cxnLst/>
                  <a:rect l="l" t="t" r="r" b="b"/>
                  <a:pathLst>
                    <a:path w="95059" h="161067" extrusionOk="0">
                      <a:moveTo>
                        <a:pt x="90488" y="120110"/>
                      </a:moveTo>
                      <a:cubicBezTo>
                        <a:pt x="93250" y="120301"/>
                        <a:pt x="94679" y="121825"/>
                        <a:pt x="94488" y="124683"/>
                      </a:cubicBezTo>
                      <a:cubicBezTo>
                        <a:pt x="94297" y="129159"/>
                        <a:pt x="94202" y="131445"/>
                        <a:pt x="94297" y="131731"/>
                      </a:cubicBezTo>
                      <a:cubicBezTo>
                        <a:pt x="92964" y="134112"/>
                        <a:pt x="91630" y="136398"/>
                        <a:pt x="90297" y="138589"/>
                      </a:cubicBezTo>
                      <a:cubicBezTo>
                        <a:pt x="88583" y="141065"/>
                        <a:pt x="86678" y="142685"/>
                        <a:pt x="84582" y="143637"/>
                      </a:cubicBezTo>
                      <a:lnTo>
                        <a:pt x="85916" y="144685"/>
                      </a:lnTo>
                      <a:cubicBezTo>
                        <a:pt x="83439" y="146971"/>
                        <a:pt x="80963" y="149162"/>
                        <a:pt x="78581" y="151352"/>
                      </a:cubicBezTo>
                      <a:cubicBezTo>
                        <a:pt x="75629" y="153829"/>
                        <a:pt x="72676" y="154877"/>
                        <a:pt x="69723" y="154400"/>
                      </a:cubicBezTo>
                      <a:cubicBezTo>
                        <a:pt x="68580" y="156686"/>
                        <a:pt x="66485" y="157734"/>
                        <a:pt x="63341" y="157734"/>
                      </a:cubicBezTo>
                      <a:lnTo>
                        <a:pt x="61627" y="157734"/>
                      </a:lnTo>
                      <a:cubicBezTo>
                        <a:pt x="60865" y="157734"/>
                        <a:pt x="60293" y="157544"/>
                        <a:pt x="59912" y="157544"/>
                      </a:cubicBezTo>
                      <a:cubicBezTo>
                        <a:pt x="56674" y="157544"/>
                        <a:pt x="54388" y="158591"/>
                        <a:pt x="53054" y="160687"/>
                      </a:cubicBezTo>
                      <a:cubicBezTo>
                        <a:pt x="51435" y="160973"/>
                        <a:pt x="49625" y="161068"/>
                        <a:pt x="47911" y="161068"/>
                      </a:cubicBezTo>
                      <a:cubicBezTo>
                        <a:pt x="37814" y="161068"/>
                        <a:pt x="27432" y="157067"/>
                        <a:pt x="16669" y="149162"/>
                      </a:cubicBezTo>
                      <a:cubicBezTo>
                        <a:pt x="15526" y="149066"/>
                        <a:pt x="14192" y="148114"/>
                        <a:pt x="12668" y="146495"/>
                      </a:cubicBezTo>
                      <a:cubicBezTo>
                        <a:pt x="11525" y="145161"/>
                        <a:pt x="10382" y="143923"/>
                        <a:pt x="9144" y="142685"/>
                      </a:cubicBezTo>
                      <a:cubicBezTo>
                        <a:pt x="9239" y="140970"/>
                        <a:pt x="8192" y="139351"/>
                        <a:pt x="5905" y="137827"/>
                      </a:cubicBezTo>
                      <a:cubicBezTo>
                        <a:pt x="3620" y="136303"/>
                        <a:pt x="2477" y="134779"/>
                        <a:pt x="2477" y="133350"/>
                      </a:cubicBezTo>
                      <a:cubicBezTo>
                        <a:pt x="2477" y="132493"/>
                        <a:pt x="2667" y="131636"/>
                        <a:pt x="3143" y="130588"/>
                      </a:cubicBezTo>
                      <a:cubicBezTo>
                        <a:pt x="1619" y="129159"/>
                        <a:pt x="953" y="126778"/>
                        <a:pt x="953" y="123444"/>
                      </a:cubicBezTo>
                      <a:cubicBezTo>
                        <a:pt x="953" y="122682"/>
                        <a:pt x="953" y="121349"/>
                        <a:pt x="1143" y="119634"/>
                      </a:cubicBezTo>
                      <a:cubicBezTo>
                        <a:pt x="1238" y="117920"/>
                        <a:pt x="1334" y="116681"/>
                        <a:pt x="1334" y="115919"/>
                      </a:cubicBezTo>
                      <a:cubicBezTo>
                        <a:pt x="1334" y="113252"/>
                        <a:pt x="857" y="111252"/>
                        <a:pt x="0" y="109919"/>
                      </a:cubicBezTo>
                      <a:cubicBezTo>
                        <a:pt x="1048" y="107823"/>
                        <a:pt x="1143" y="104870"/>
                        <a:pt x="476" y="101060"/>
                      </a:cubicBezTo>
                      <a:cubicBezTo>
                        <a:pt x="-190" y="97250"/>
                        <a:pt x="95" y="94202"/>
                        <a:pt x="1334" y="91821"/>
                      </a:cubicBezTo>
                      <a:cubicBezTo>
                        <a:pt x="1238" y="88011"/>
                        <a:pt x="1334" y="82677"/>
                        <a:pt x="1810" y="75724"/>
                      </a:cubicBezTo>
                      <a:cubicBezTo>
                        <a:pt x="1048" y="73533"/>
                        <a:pt x="667" y="71152"/>
                        <a:pt x="667" y="68675"/>
                      </a:cubicBezTo>
                      <a:cubicBezTo>
                        <a:pt x="667" y="61246"/>
                        <a:pt x="5715" y="52007"/>
                        <a:pt x="15716" y="40672"/>
                      </a:cubicBezTo>
                      <a:lnTo>
                        <a:pt x="16193" y="41529"/>
                      </a:lnTo>
                      <a:cubicBezTo>
                        <a:pt x="16859" y="40958"/>
                        <a:pt x="17336" y="40005"/>
                        <a:pt x="17717" y="38671"/>
                      </a:cubicBezTo>
                      <a:cubicBezTo>
                        <a:pt x="18097" y="37338"/>
                        <a:pt x="18764" y="36481"/>
                        <a:pt x="19907" y="36195"/>
                      </a:cubicBezTo>
                      <a:lnTo>
                        <a:pt x="22574" y="36195"/>
                      </a:lnTo>
                      <a:lnTo>
                        <a:pt x="22574" y="37052"/>
                      </a:lnTo>
                      <a:cubicBezTo>
                        <a:pt x="22574" y="37052"/>
                        <a:pt x="23336" y="36386"/>
                        <a:pt x="24670" y="36481"/>
                      </a:cubicBezTo>
                      <a:cubicBezTo>
                        <a:pt x="25908" y="36481"/>
                        <a:pt x="26575" y="36481"/>
                        <a:pt x="26575" y="36100"/>
                      </a:cubicBezTo>
                      <a:cubicBezTo>
                        <a:pt x="26575" y="35719"/>
                        <a:pt x="26099" y="35243"/>
                        <a:pt x="25241" y="34385"/>
                      </a:cubicBezTo>
                      <a:cubicBezTo>
                        <a:pt x="26765" y="33147"/>
                        <a:pt x="28289" y="32004"/>
                        <a:pt x="29813" y="30861"/>
                      </a:cubicBezTo>
                      <a:cubicBezTo>
                        <a:pt x="31242" y="29718"/>
                        <a:pt x="33147" y="29146"/>
                        <a:pt x="35528" y="29146"/>
                      </a:cubicBezTo>
                      <a:cubicBezTo>
                        <a:pt x="35909" y="28194"/>
                        <a:pt x="36386" y="27813"/>
                        <a:pt x="37052" y="27813"/>
                      </a:cubicBezTo>
                      <a:cubicBezTo>
                        <a:pt x="37433" y="27813"/>
                        <a:pt x="38005" y="28099"/>
                        <a:pt x="38862" y="28575"/>
                      </a:cubicBezTo>
                      <a:cubicBezTo>
                        <a:pt x="39719" y="29051"/>
                        <a:pt x="40386" y="29242"/>
                        <a:pt x="40767" y="29146"/>
                      </a:cubicBezTo>
                      <a:cubicBezTo>
                        <a:pt x="40577" y="28766"/>
                        <a:pt x="40386" y="28480"/>
                        <a:pt x="40386" y="28289"/>
                      </a:cubicBezTo>
                      <a:cubicBezTo>
                        <a:pt x="40386" y="27718"/>
                        <a:pt x="40862" y="27051"/>
                        <a:pt x="41815" y="26194"/>
                      </a:cubicBezTo>
                      <a:cubicBezTo>
                        <a:pt x="42767" y="25337"/>
                        <a:pt x="43244" y="24670"/>
                        <a:pt x="43244" y="24289"/>
                      </a:cubicBezTo>
                      <a:cubicBezTo>
                        <a:pt x="43244" y="23717"/>
                        <a:pt x="42863" y="23241"/>
                        <a:pt x="42101" y="22765"/>
                      </a:cubicBezTo>
                      <a:cubicBezTo>
                        <a:pt x="42577" y="22765"/>
                        <a:pt x="43148" y="23622"/>
                        <a:pt x="43910" y="25432"/>
                      </a:cubicBezTo>
                      <a:lnTo>
                        <a:pt x="43434" y="25908"/>
                      </a:lnTo>
                      <a:cubicBezTo>
                        <a:pt x="44005" y="26575"/>
                        <a:pt x="45149" y="26575"/>
                        <a:pt x="46958" y="26099"/>
                      </a:cubicBezTo>
                      <a:cubicBezTo>
                        <a:pt x="48387" y="25622"/>
                        <a:pt x="49435" y="26194"/>
                        <a:pt x="49911" y="27813"/>
                      </a:cubicBezTo>
                      <a:cubicBezTo>
                        <a:pt x="50673" y="27051"/>
                        <a:pt x="51530" y="26670"/>
                        <a:pt x="52292" y="26670"/>
                      </a:cubicBezTo>
                      <a:cubicBezTo>
                        <a:pt x="52959" y="26670"/>
                        <a:pt x="54007" y="27242"/>
                        <a:pt x="55340" y="28289"/>
                      </a:cubicBezTo>
                      <a:cubicBezTo>
                        <a:pt x="56674" y="29337"/>
                        <a:pt x="57817" y="29909"/>
                        <a:pt x="58674" y="29909"/>
                      </a:cubicBezTo>
                      <a:cubicBezTo>
                        <a:pt x="59341" y="29909"/>
                        <a:pt x="60008" y="29718"/>
                        <a:pt x="60674" y="29242"/>
                      </a:cubicBezTo>
                      <a:cubicBezTo>
                        <a:pt x="61246" y="30194"/>
                        <a:pt x="61913" y="30766"/>
                        <a:pt x="62675" y="30766"/>
                      </a:cubicBezTo>
                      <a:cubicBezTo>
                        <a:pt x="62865" y="30766"/>
                        <a:pt x="63722" y="30385"/>
                        <a:pt x="65151" y="29718"/>
                      </a:cubicBezTo>
                      <a:lnTo>
                        <a:pt x="66008" y="33052"/>
                      </a:lnTo>
                      <a:cubicBezTo>
                        <a:pt x="66008" y="33052"/>
                        <a:pt x="67246" y="32766"/>
                        <a:pt x="69056" y="32195"/>
                      </a:cubicBezTo>
                      <a:cubicBezTo>
                        <a:pt x="70295" y="31814"/>
                        <a:pt x="71438" y="31623"/>
                        <a:pt x="72390" y="31909"/>
                      </a:cubicBezTo>
                      <a:cubicBezTo>
                        <a:pt x="72390" y="33719"/>
                        <a:pt x="73724" y="35433"/>
                        <a:pt x="76200" y="37052"/>
                      </a:cubicBezTo>
                      <a:cubicBezTo>
                        <a:pt x="77248" y="36576"/>
                        <a:pt x="78105" y="36386"/>
                        <a:pt x="78867" y="36386"/>
                      </a:cubicBezTo>
                      <a:cubicBezTo>
                        <a:pt x="80296" y="36386"/>
                        <a:pt x="81820" y="38100"/>
                        <a:pt x="83344" y="41434"/>
                      </a:cubicBezTo>
                      <a:cubicBezTo>
                        <a:pt x="84868" y="44768"/>
                        <a:pt x="86773" y="46577"/>
                        <a:pt x="89154" y="46768"/>
                      </a:cubicBezTo>
                      <a:cubicBezTo>
                        <a:pt x="89059" y="48863"/>
                        <a:pt x="90011" y="51626"/>
                        <a:pt x="92012" y="54864"/>
                      </a:cubicBezTo>
                      <a:cubicBezTo>
                        <a:pt x="94012" y="58198"/>
                        <a:pt x="95060" y="60960"/>
                        <a:pt x="95060" y="63151"/>
                      </a:cubicBezTo>
                      <a:cubicBezTo>
                        <a:pt x="95060" y="64484"/>
                        <a:pt x="94869" y="65913"/>
                        <a:pt x="94393" y="67342"/>
                      </a:cubicBezTo>
                      <a:cubicBezTo>
                        <a:pt x="92869" y="67437"/>
                        <a:pt x="90773" y="68390"/>
                        <a:pt x="88202" y="70199"/>
                      </a:cubicBezTo>
                      <a:cubicBezTo>
                        <a:pt x="85630" y="72009"/>
                        <a:pt x="83439" y="72866"/>
                        <a:pt x="81629" y="72866"/>
                      </a:cubicBezTo>
                      <a:cubicBezTo>
                        <a:pt x="80963" y="72866"/>
                        <a:pt x="80201" y="72771"/>
                        <a:pt x="79438" y="72485"/>
                      </a:cubicBezTo>
                      <a:cubicBezTo>
                        <a:pt x="78962" y="73724"/>
                        <a:pt x="77915" y="74390"/>
                        <a:pt x="76200" y="74486"/>
                      </a:cubicBezTo>
                      <a:cubicBezTo>
                        <a:pt x="74200" y="74581"/>
                        <a:pt x="72866" y="75057"/>
                        <a:pt x="72390" y="75629"/>
                      </a:cubicBezTo>
                      <a:cubicBezTo>
                        <a:pt x="68771" y="74390"/>
                        <a:pt x="66199" y="69533"/>
                        <a:pt x="64675" y="60865"/>
                      </a:cubicBezTo>
                      <a:cubicBezTo>
                        <a:pt x="60674" y="57721"/>
                        <a:pt x="58484" y="56102"/>
                        <a:pt x="58103" y="56007"/>
                      </a:cubicBezTo>
                      <a:cubicBezTo>
                        <a:pt x="55912" y="54578"/>
                        <a:pt x="53626" y="53816"/>
                        <a:pt x="51340" y="53816"/>
                      </a:cubicBezTo>
                      <a:cubicBezTo>
                        <a:pt x="50197" y="53816"/>
                        <a:pt x="49054" y="54007"/>
                        <a:pt x="47816" y="54293"/>
                      </a:cubicBezTo>
                      <a:cubicBezTo>
                        <a:pt x="38005" y="55436"/>
                        <a:pt x="31718" y="59246"/>
                        <a:pt x="29051" y="65818"/>
                      </a:cubicBezTo>
                      <a:cubicBezTo>
                        <a:pt x="28194" y="66675"/>
                        <a:pt x="27242" y="67151"/>
                        <a:pt x="26194" y="67151"/>
                      </a:cubicBezTo>
                      <a:cubicBezTo>
                        <a:pt x="25622" y="67151"/>
                        <a:pt x="24955" y="66961"/>
                        <a:pt x="24003" y="66770"/>
                      </a:cubicBezTo>
                      <a:cubicBezTo>
                        <a:pt x="23146" y="66485"/>
                        <a:pt x="22479" y="66389"/>
                        <a:pt x="22003" y="66389"/>
                      </a:cubicBezTo>
                      <a:lnTo>
                        <a:pt x="22479" y="68390"/>
                      </a:lnTo>
                      <a:cubicBezTo>
                        <a:pt x="22193" y="69056"/>
                        <a:pt x="21812" y="69437"/>
                        <a:pt x="21336" y="69437"/>
                      </a:cubicBezTo>
                      <a:cubicBezTo>
                        <a:pt x="20860" y="69437"/>
                        <a:pt x="20003" y="69056"/>
                        <a:pt x="18574" y="68294"/>
                      </a:cubicBezTo>
                      <a:cubicBezTo>
                        <a:pt x="17145" y="67533"/>
                        <a:pt x="16097" y="67151"/>
                        <a:pt x="15335" y="67151"/>
                      </a:cubicBezTo>
                      <a:cubicBezTo>
                        <a:pt x="14097" y="67151"/>
                        <a:pt x="13049" y="67913"/>
                        <a:pt x="12287" y="69342"/>
                      </a:cubicBezTo>
                      <a:cubicBezTo>
                        <a:pt x="13430" y="69628"/>
                        <a:pt x="14859" y="69818"/>
                        <a:pt x="16669" y="69818"/>
                      </a:cubicBezTo>
                      <a:lnTo>
                        <a:pt x="15621" y="71152"/>
                      </a:lnTo>
                      <a:cubicBezTo>
                        <a:pt x="15621" y="71152"/>
                        <a:pt x="16383" y="71723"/>
                        <a:pt x="16669" y="71628"/>
                      </a:cubicBezTo>
                      <a:lnTo>
                        <a:pt x="18002" y="70580"/>
                      </a:lnTo>
                      <a:cubicBezTo>
                        <a:pt x="18002" y="70580"/>
                        <a:pt x="18764" y="71533"/>
                        <a:pt x="20384" y="72485"/>
                      </a:cubicBezTo>
                      <a:cubicBezTo>
                        <a:pt x="22003" y="73438"/>
                        <a:pt x="22860" y="74486"/>
                        <a:pt x="23051" y="75629"/>
                      </a:cubicBezTo>
                      <a:cubicBezTo>
                        <a:pt x="23813" y="75152"/>
                        <a:pt x="24289" y="74581"/>
                        <a:pt x="24384" y="74009"/>
                      </a:cubicBezTo>
                      <a:lnTo>
                        <a:pt x="24384" y="72485"/>
                      </a:lnTo>
                      <a:cubicBezTo>
                        <a:pt x="24384" y="72485"/>
                        <a:pt x="25146" y="71723"/>
                        <a:pt x="26384" y="71628"/>
                      </a:cubicBezTo>
                      <a:cubicBezTo>
                        <a:pt x="26956" y="73438"/>
                        <a:pt x="27242" y="75819"/>
                        <a:pt x="27242" y="78677"/>
                      </a:cubicBezTo>
                      <a:cubicBezTo>
                        <a:pt x="27146" y="84201"/>
                        <a:pt x="27146" y="86583"/>
                        <a:pt x="27146" y="85916"/>
                      </a:cubicBezTo>
                      <a:cubicBezTo>
                        <a:pt x="25432" y="86201"/>
                        <a:pt x="23908" y="85630"/>
                        <a:pt x="22574" y="84011"/>
                      </a:cubicBezTo>
                      <a:lnTo>
                        <a:pt x="21241" y="85916"/>
                      </a:lnTo>
                      <a:cubicBezTo>
                        <a:pt x="21241" y="85916"/>
                        <a:pt x="20384" y="85249"/>
                        <a:pt x="19907" y="85439"/>
                      </a:cubicBezTo>
                      <a:lnTo>
                        <a:pt x="19431" y="85916"/>
                      </a:lnTo>
                      <a:cubicBezTo>
                        <a:pt x="20479" y="87630"/>
                        <a:pt x="22574" y="88202"/>
                        <a:pt x="25813" y="87725"/>
                      </a:cubicBezTo>
                      <a:cubicBezTo>
                        <a:pt x="25622" y="88297"/>
                        <a:pt x="25527" y="88868"/>
                        <a:pt x="25527" y="89440"/>
                      </a:cubicBezTo>
                      <a:cubicBezTo>
                        <a:pt x="25527" y="90107"/>
                        <a:pt x="25813" y="91059"/>
                        <a:pt x="26479" y="92393"/>
                      </a:cubicBezTo>
                      <a:cubicBezTo>
                        <a:pt x="27146" y="93726"/>
                        <a:pt x="27527" y="94679"/>
                        <a:pt x="27527" y="95536"/>
                      </a:cubicBezTo>
                      <a:cubicBezTo>
                        <a:pt x="27527" y="96203"/>
                        <a:pt x="27527" y="96869"/>
                        <a:pt x="27242" y="97536"/>
                      </a:cubicBezTo>
                      <a:cubicBezTo>
                        <a:pt x="26384" y="98393"/>
                        <a:pt x="25908" y="99536"/>
                        <a:pt x="25908" y="100679"/>
                      </a:cubicBezTo>
                      <a:cubicBezTo>
                        <a:pt x="26003" y="102584"/>
                        <a:pt x="26003" y="103727"/>
                        <a:pt x="25908" y="104013"/>
                      </a:cubicBezTo>
                      <a:cubicBezTo>
                        <a:pt x="26003" y="104489"/>
                        <a:pt x="26384" y="107442"/>
                        <a:pt x="26956" y="112776"/>
                      </a:cubicBezTo>
                      <a:cubicBezTo>
                        <a:pt x="27337" y="116777"/>
                        <a:pt x="28194" y="119729"/>
                        <a:pt x="29813" y="121539"/>
                      </a:cubicBezTo>
                      <a:cubicBezTo>
                        <a:pt x="29623" y="122206"/>
                        <a:pt x="29528" y="122777"/>
                        <a:pt x="29528" y="123254"/>
                      </a:cubicBezTo>
                      <a:cubicBezTo>
                        <a:pt x="29528" y="124016"/>
                        <a:pt x="30099" y="124873"/>
                        <a:pt x="31242" y="125635"/>
                      </a:cubicBezTo>
                      <a:cubicBezTo>
                        <a:pt x="32385" y="126397"/>
                        <a:pt x="32766" y="127445"/>
                        <a:pt x="32576" y="128683"/>
                      </a:cubicBezTo>
                      <a:cubicBezTo>
                        <a:pt x="33909" y="128588"/>
                        <a:pt x="35719" y="129064"/>
                        <a:pt x="38100" y="130302"/>
                      </a:cubicBezTo>
                      <a:cubicBezTo>
                        <a:pt x="40481" y="131445"/>
                        <a:pt x="42386" y="132017"/>
                        <a:pt x="43815" y="132017"/>
                      </a:cubicBezTo>
                      <a:cubicBezTo>
                        <a:pt x="44387" y="132017"/>
                        <a:pt x="44958" y="132017"/>
                        <a:pt x="45529" y="131826"/>
                      </a:cubicBezTo>
                      <a:cubicBezTo>
                        <a:pt x="46768" y="133064"/>
                        <a:pt x="48101" y="133731"/>
                        <a:pt x="49530" y="133731"/>
                      </a:cubicBezTo>
                      <a:cubicBezTo>
                        <a:pt x="50387" y="133731"/>
                        <a:pt x="51816" y="133255"/>
                        <a:pt x="53721" y="132493"/>
                      </a:cubicBezTo>
                      <a:cubicBezTo>
                        <a:pt x="55626" y="131636"/>
                        <a:pt x="57150" y="131254"/>
                        <a:pt x="58293" y="131254"/>
                      </a:cubicBezTo>
                      <a:cubicBezTo>
                        <a:pt x="58865" y="131254"/>
                        <a:pt x="59341" y="131254"/>
                        <a:pt x="59817" y="131445"/>
                      </a:cubicBezTo>
                      <a:cubicBezTo>
                        <a:pt x="60293" y="130302"/>
                        <a:pt x="62008" y="128397"/>
                        <a:pt x="65056" y="125540"/>
                      </a:cubicBezTo>
                      <a:cubicBezTo>
                        <a:pt x="67437" y="123444"/>
                        <a:pt x="68485" y="121253"/>
                        <a:pt x="68294" y="118967"/>
                      </a:cubicBezTo>
                      <a:lnTo>
                        <a:pt x="69628" y="117920"/>
                      </a:lnTo>
                      <a:lnTo>
                        <a:pt x="68771" y="117062"/>
                      </a:lnTo>
                      <a:cubicBezTo>
                        <a:pt x="70104" y="114491"/>
                        <a:pt x="71819" y="113252"/>
                        <a:pt x="74009" y="113252"/>
                      </a:cubicBezTo>
                      <a:cubicBezTo>
                        <a:pt x="75057" y="113252"/>
                        <a:pt x="76581" y="113633"/>
                        <a:pt x="78772" y="114491"/>
                      </a:cubicBezTo>
                      <a:cubicBezTo>
                        <a:pt x="80963" y="115348"/>
                        <a:pt x="82582" y="115729"/>
                        <a:pt x="83725" y="115729"/>
                      </a:cubicBezTo>
                      <a:cubicBezTo>
                        <a:pt x="84011" y="116872"/>
                        <a:pt x="85249" y="117634"/>
                        <a:pt x="87344" y="117920"/>
                      </a:cubicBezTo>
                      <a:cubicBezTo>
                        <a:pt x="89440" y="118301"/>
                        <a:pt x="90678" y="119063"/>
                        <a:pt x="90964" y="120301"/>
                      </a:cubicBezTo>
                      <a:close/>
                      <a:moveTo>
                        <a:pt x="16669" y="102679"/>
                      </a:moveTo>
                      <a:cubicBezTo>
                        <a:pt x="17526" y="103537"/>
                        <a:pt x="18479" y="104013"/>
                        <a:pt x="19336" y="104013"/>
                      </a:cubicBezTo>
                      <a:cubicBezTo>
                        <a:pt x="19812" y="104013"/>
                        <a:pt x="21050" y="103537"/>
                        <a:pt x="23051" y="102679"/>
                      </a:cubicBezTo>
                      <a:lnTo>
                        <a:pt x="20669" y="100203"/>
                      </a:lnTo>
                      <a:lnTo>
                        <a:pt x="22003" y="101537"/>
                      </a:lnTo>
                      <a:lnTo>
                        <a:pt x="20669" y="102679"/>
                      </a:lnTo>
                      <a:cubicBezTo>
                        <a:pt x="19717" y="102679"/>
                        <a:pt x="19145" y="102108"/>
                        <a:pt x="19241" y="101251"/>
                      </a:cubicBezTo>
                      <a:cubicBezTo>
                        <a:pt x="19241" y="100394"/>
                        <a:pt x="19241" y="99727"/>
                        <a:pt x="18860" y="99346"/>
                      </a:cubicBezTo>
                      <a:cubicBezTo>
                        <a:pt x="18764" y="99536"/>
                        <a:pt x="18193" y="100108"/>
                        <a:pt x="17145" y="100870"/>
                      </a:cubicBezTo>
                      <a:cubicBezTo>
                        <a:pt x="16574" y="101251"/>
                        <a:pt x="16383" y="101822"/>
                        <a:pt x="16669" y="102775"/>
                      </a:cubicBezTo>
                      <a:close/>
                      <a:moveTo>
                        <a:pt x="22003" y="29528"/>
                      </a:moveTo>
                      <a:cubicBezTo>
                        <a:pt x="22003" y="29528"/>
                        <a:pt x="21431" y="29433"/>
                        <a:pt x="21336" y="29146"/>
                      </a:cubicBezTo>
                      <a:cubicBezTo>
                        <a:pt x="21336" y="28670"/>
                        <a:pt x="21812" y="28480"/>
                        <a:pt x="22860" y="28480"/>
                      </a:cubicBezTo>
                      <a:cubicBezTo>
                        <a:pt x="23336" y="28480"/>
                        <a:pt x="23622" y="28670"/>
                        <a:pt x="23908" y="28956"/>
                      </a:cubicBezTo>
                      <a:lnTo>
                        <a:pt x="22098" y="29433"/>
                      </a:lnTo>
                      <a:close/>
                      <a:moveTo>
                        <a:pt x="24479" y="40100"/>
                      </a:moveTo>
                      <a:lnTo>
                        <a:pt x="24479" y="42482"/>
                      </a:lnTo>
                      <a:lnTo>
                        <a:pt x="25622" y="42482"/>
                      </a:lnTo>
                      <a:cubicBezTo>
                        <a:pt x="26099" y="41815"/>
                        <a:pt x="25622" y="41053"/>
                        <a:pt x="24479" y="40100"/>
                      </a:cubicBezTo>
                      <a:close/>
                      <a:moveTo>
                        <a:pt x="24479" y="69818"/>
                      </a:moveTo>
                      <a:lnTo>
                        <a:pt x="24479" y="68485"/>
                      </a:lnTo>
                      <a:lnTo>
                        <a:pt x="26289" y="68485"/>
                      </a:lnTo>
                      <a:lnTo>
                        <a:pt x="24479" y="69818"/>
                      </a:lnTo>
                      <a:close/>
                      <a:moveTo>
                        <a:pt x="36767" y="62770"/>
                      </a:moveTo>
                      <a:lnTo>
                        <a:pt x="34957" y="61913"/>
                      </a:lnTo>
                      <a:lnTo>
                        <a:pt x="36004" y="59531"/>
                      </a:lnTo>
                      <a:lnTo>
                        <a:pt x="36862" y="62675"/>
                      </a:lnTo>
                      <a:close/>
                      <a:moveTo>
                        <a:pt x="38100" y="53054"/>
                      </a:moveTo>
                      <a:cubicBezTo>
                        <a:pt x="37433" y="52864"/>
                        <a:pt x="36576" y="53245"/>
                        <a:pt x="35433" y="54388"/>
                      </a:cubicBezTo>
                      <a:lnTo>
                        <a:pt x="38100" y="54864"/>
                      </a:lnTo>
                      <a:lnTo>
                        <a:pt x="38100" y="53054"/>
                      </a:lnTo>
                      <a:close/>
                      <a:moveTo>
                        <a:pt x="43244" y="9620"/>
                      </a:moveTo>
                      <a:lnTo>
                        <a:pt x="43720" y="10287"/>
                      </a:lnTo>
                      <a:lnTo>
                        <a:pt x="39243" y="9620"/>
                      </a:lnTo>
                      <a:lnTo>
                        <a:pt x="43244" y="9620"/>
                      </a:lnTo>
                      <a:close/>
                      <a:moveTo>
                        <a:pt x="41624" y="57436"/>
                      </a:moveTo>
                      <a:cubicBezTo>
                        <a:pt x="41624" y="57436"/>
                        <a:pt x="42196" y="57721"/>
                        <a:pt x="42482" y="58293"/>
                      </a:cubicBezTo>
                      <a:lnTo>
                        <a:pt x="42482" y="60103"/>
                      </a:lnTo>
                      <a:cubicBezTo>
                        <a:pt x="42482" y="60103"/>
                        <a:pt x="42005" y="59436"/>
                        <a:pt x="41434" y="59436"/>
                      </a:cubicBezTo>
                      <a:lnTo>
                        <a:pt x="40100" y="59627"/>
                      </a:lnTo>
                      <a:cubicBezTo>
                        <a:pt x="40100" y="58198"/>
                        <a:pt x="40577" y="57436"/>
                        <a:pt x="41624" y="57436"/>
                      </a:cubicBezTo>
                      <a:close/>
                      <a:moveTo>
                        <a:pt x="42767" y="36100"/>
                      </a:moveTo>
                      <a:lnTo>
                        <a:pt x="41910" y="35624"/>
                      </a:lnTo>
                      <a:cubicBezTo>
                        <a:pt x="41910" y="35624"/>
                        <a:pt x="42386" y="36100"/>
                        <a:pt x="42767" y="36100"/>
                      </a:cubicBezTo>
                      <a:lnTo>
                        <a:pt x="43720" y="36957"/>
                      </a:lnTo>
                      <a:lnTo>
                        <a:pt x="43720" y="36100"/>
                      </a:lnTo>
                      <a:lnTo>
                        <a:pt x="42767" y="36100"/>
                      </a:lnTo>
                      <a:close/>
                      <a:moveTo>
                        <a:pt x="45625" y="64103"/>
                      </a:moveTo>
                      <a:lnTo>
                        <a:pt x="43244" y="64103"/>
                      </a:lnTo>
                      <a:lnTo>
                        <a:pt x="43244" y="61436"/>
                      </a:lnTo>
                      <a:lnTo>
                        <a:pt x="45625" y="64103"/>
                      </a:lnTo>
                      <a:close/>
                      <a:moveTo>
                        <a:pt x="46482" y="47149"/>
                      </a:moveTo>
                      <a:lnTo>
                        <a:pt x="43720" y="46673"/>
                      </a:lnTo>
                      <a:lnTo>
                        <a:pt x="43720" y="47149"/>
                      </a:lnTo>
                      <a:lnTo>
                        <a:pt x="46482" y="47149"/>
                      </a:lnTo>
                      <a:close/>
                      <a:moveTo>
                        <a:pt x="48959" y="9525"/>
                      </a:moveTo>
                      <a:lnTo>
                        <a:pt x="48482" y="11525"/>
                      </a:lnTo>
                      <a:lnTo>
                        <a:pt x="47816" y="11525"/>
                      </a:lnTo>
                      <a:lnTo>
                        <a:pt x="48959" y="9525"/>
                      </a:lnTo>
                      <a:close/>
                      <a:moveTo>
                        <a:pt x="50292" y="24479"/>
                      </a:moveTo>
                      <a:cubicBezTo>
                        <a:pt x="49054" y="24479"/>
                        <a:pt x="48482" y="24289"/>
                        <a:pt x="48482" y="24003"/>
                      </a:cubicBezTo>
                      <a:cubicBezTo>
                        <a:pt x="48482" y="23813"/>
                        <a:pt x="48673" y="23336"/>
                        <a:pt x="49054" y="22765"/>
                      </a:cubicBezTo>
                      <a:cubicBezTo>
                        <a:pt x="49435" y="22098"/>
                        <a:pt x="49530" y="21717"/>
                        <a:pt x="49435" y="21336"/>
                      </a:cubicBezTo>
                      <a:cubicBezTo>
                        <a:pt x="49816" y="21717"/>
                        <a:pt x="50387" y="22003"/>
                        <a:pt x="50959" y="22384"/>
                      </a:cubicBezTo>
                      <a:cubicBezTo>
                        <a:pt x="51054" y="22670"/>
                        <a:pt x="50959" y="23336"/>
                        <a:pt x="50292" y="24575"/>
                      </a:cubicBezTo>
                      <a:close/>
                      <a:moveTo>
                        <a:pt x="49435" y="21336"/>
                      </a:moveTo>
                      <a:cubicBezTo>
                        <a:pt x="49435" y="21336"/>
                        <a:pt x="49054" y="20860"/>
                        <a:pt x="48959" y="20669"/>
                      </a:cubicBezTo>
                      <a:cubicBezTo>
                        <a:pt x="49054" y="20669"/>
                        <a:pt x="49149" y="20669"/>
                        <a:pt x="49340" y="20955"/>
                      </a:cubicBezTo>
                      <a:cubicBezTo>
                        <a:pt x="49435" y="21146"/>
                        <a:pt x="49530" y="21241"/>
                        <a:pt x="49530" y="21336"/>
                      </a:cubicBezTo>
                      <a:close/>
                      <a:moveTo>
                        <a:pt x="50292" y="36100"/>
                      </a:moveTo>
                      <a:lnTo>
                        <a:pt x="49816" y="37433"/>
                      </a:lnTo>
                      <a:cubicBezTo>
                        <a:pt x="51149" y="37433"/>
                        <a:pt x="52197" y="37910"/>
                        <a:pt x="52959" y="38767"/>
                      </a:cubicBezTo>
                      <a:cubicBezTo>
                        <a:pt x="53340" y="37910"/>
                        <a:pt x="52959" y="37243"/>
                        <a:pt x="52007" y="36862"/>
                      </a:cubicBezTo>
                      <a:cubicBezTo>
                        <a:pt x="50959" y="36481"/>
                        <a:pt x="50387" y="36195"/>
                        <a:pt x="50292" y="36100"/>
                      </a:cubicBezTo>
                      <a:close/>
                      <a:moveTo>
                        <a:pt x="56197" y="17431"/>
                      </a:moveTo>
                      <a:lnTo>
                        <a:pt x="56197" y="18764"/>
                      </a:lnTo>
                      <a:lnTo>
                        <a:pt x="51626" y="17907"/>
                      </a:lnTo>
                      <a:lnTo>
                        <a:pt x="51626" y="16574"/>
                      </a:lnTo>
                      <a:cubicBezTo>
                        <a:pt x="52007" y="17621"/>
                        <a:pt x="52673" y="18098"/>
                        <a:pt x="53816" y="18098"/>
                      </a:cubicBezTo>
                      <a:cubicBezTo>
                        <a:pt x="54674" y="18193"/>
                        <a:pt x="55531" y="18098"/>
                        <a:pt x="56197" y="17431"/>
                      </a:cubicBezTo>
                      <a:close/>
                      <a:moveTo>
                        <a:pt x="57341" y="0"/>
                      </a:moveTo>
                      <a:lnTo>
                        <a:pt x="58007" y="3715"/>
                      </a:lnTo>
                      <a:lnTo>
                        <a:pt x="57341" y="476"/>
                      </a:lnTo>
                      <a:lnTo>
                        <a:pt x="57341" y="0"/>
                      </a:lnTo>
                      <a:close/>
                      <a:moveTo>
                        <a:pt x="59817" y="31718"/>
                      </a:moveTo>
                      <a:cubicBezTo>
                        <a:pt x="59817" y="31718"/>
                        <a:pt x="59150" y="32004"/>
                        <a:pt x="58388" y="32671"/>
                      </a:cubicBezTo>
                      <a:cubicBezTo>
                        <a:pt x="57626" y="33338"/>
                        <a:pt x="57341" y="33909"/>
                        <a:pt x="57341" y="34385"/>
                      </a:cubicBezTo>
                      <a:cubicBezTo>
                        <a:pt x="57341" y="34957"/>
                        <a:pt x="57721" y="35338"/>
                        <a:pt x="58484" y="35528"/>
                      </a:cubicBezTo>
                      <a:cubicBezTo>
                        <a:pt x="58579" y="35338"/>
                        <a:pt x="58484" y="34862"/>
                        <a:pt x="58007" y="34195"/>
                      </a:cubicBezTo>
                      <a:cubicBezTo>
                        <a:pt x="59246" y="33147"/>
                        <a:pt x="60103" y="32766"/>
                        <a:pt x="60484" y="32861"/>
                      </a:cubicBezTo>
                      <a:cubicBezTo>
                        <a:pt x="59912" y="32290"/>
                        <a:pt x="59722" y="31909"/>
                        <a:pt x="59817" y="31718"/>
                      </a:cubicBezTo>
                      <a:close/>
                      <a:moveTo>
                        <a:pt x="61341" y="25337"/>
                      </a:moveTo>
                      <a:lnTo>
                        <a:pt x="63246" y="25337"/>
                      </a:lnTo>
                      <a:lnTo>
                        <a:pt x="61341" y="26384"/>
                      </a:lnTo>
                      <a:lnTo>
                        <a:pt x="61341" y="25337"/>
                      </a:lnTo>
                      <a:close/>
                      <a:moveTo>
                        <a:pt x="67913" y="27337"/>
                      </a:moveTo>
                      <a:cubicBezTo>
                        <a:pt x="67913" y="27337"/>
                        <a:pt x="67151" y="26575"/>
                        <a:pt x="65913" y="25622"/>
                      </a:cubicBezTo>
                      <a:cubicBezTo>
                        <a:pt x="65151" y="24956"/>
                        <a:pt x="64770" y="24384"/>
                        <a:pt x="64770" y="23717"/>
                      </a:cubicBezTo>
                      <a:cubicBezTo>
                        <a:pt x="64770" y="23336"/>
                        <a:pt x="64865" y="22955"/>
                        <a:pt x="65151" y="22574"/>
                      </a:cubicBezTo>
                      <a:cubicBezTo>
                        <a:pt x="66675" y="22479"/>
                        <a:pt x="67437" y="22955"/>
                        <a:pt x="67628" y="24003"/>
                      </a:cubicBezTo>
                      <a:cubicBezTo>
                        <a:pt x="67818" y="25051"/>
                        <a:pt x="67913" y="26194"/>
                        <a:pt x="68009" y="27242"/>
                      </a:cubicBezTo>
                      <a:close/>
                      <a:moveTo>
                        <a:pt x="66389" y="46673"/>
                      </a:moveTo>
                      <a:lnTo>
                        <a:pt x="65056" y="45339"/>
                      </a:lnTo>
                      <a:lnTo>
                        <a:pt x="66389" y="47244"/>
                      </a:lnTo>
                      <a:lnTo>
                        <a:pt x="66389" y="46768"/>
                      </a:lnTo>
                      <a:close/>
                      <a:moveTo>
                        <a:pt x="67723" y="43339"/>
                      </a:moveTo>
                      <a:lnTo>
                        <a:pt x="67723" y="45339"/>
                      </a:lnTo>
                      <a:cubicBezTo>
                        <a:pt x="69247" y="45339"/>
                        <a:pt x="70676" y="44577"/>
                        <a:pt x="71914" y="43148"/>
                      </a:cubicBezTo>
                      <a:cubicBezTo>
                        <a:pt x="72295" y="42958"/>
                        <a:pt x="72580" y="42577"/>
                        <a:pt x="72962" y="42005"/>
                      </a:cubicBezTo>
                      <a:cubicBezTo>
                        <a:pt x="72771" y="42577"/>
                        <a:pt x="72390" y="42958"/>
                        <a:pt x="71914" y="43148"/>
                      </a:cubicBezTo>
                      <a:cubicBezTo>
                        <a:pt x="70866" y="43053"/>
                        <a:pt x="69533" y="43148"/>
                        <a:pt x="67723" y="43339"/>
                      </a:cubicBezTo>
                      <a:close/>
                      <a:moveTo>
                        <a:pt x="67913" y="27432"/>
                      </a:moveTo>
                      <a:cubicBezTo>
                        <a:pt x="67913" y="27432"/>
                        <a:pt x="68199" y="28289"/>
                        <a:pt x="68199" y="28575"/>
                      </a:cubicBezTo>
                      <a:cubicBezTo>
                        <a:pt x="68009" y="28099"/>
                        <a:pt x="67913" y="27718"/>
                        <a:pt x="67913" y="27432"/>
                      </a:cubicBezTo>
                      <a:close/>
                      <a:moveTo>
                        <a:pt x="75629" y="52292"/>
                      </a:moveTo>
                      <a:lnTo>
                        <a:pt x="75629" y="50006"/>
                      </a:lnTo>
                      <a:lnTo>
                        <a:pt x="72962" y="51816"/>
                      </a:lnTo>
                      <a:lnTo>
                        <a:pt x="75629" y="52292"/>
                      </a:lnTo>
                      <a:close/>
                      <a:moveTo>
                        <a:pt x="74771" y="42577"/>
                      </a:moveTo>
                      <a:cubicBezTo>
                        <a:pt x="74771" y="42577"/>
                        <a:pt x="75438" y="43434"/>
                        <a:pt x="75438" y="43720"/>
                      </a:cubicBezTo>
                      <a:cubicBezTo>
                        <a:pt x="75438" y="44101"/>
                        <a:pt x="75152" y="44482"/>
                        <a:pt x="74486" y="44863"/>
                      </a:cubicBezTo>
                      <a:cubicBezTo>
                        <a:pt x="73819" y="45339"/>
                        <a:pt x="73438" y="45625"/>
                        <a:pt x="73438" y="45720"/>
                      </a:cubicBezTo>
                      <a:cubicBezTo>
                        <a:pt x="73438" y="46101"/>
                        <a:pt x="73914" y="46387"/>
                        <a:pt x="74771" y="46768"/>
                      </a:cubicBezTo>
                      <a:cubicBezTo>
                        <a:pt x="75057" y="45625"/>
                        <a:pt x="75438" y="44482"/>
                        <a:pt x="75914" y="43339"/>
                      </a:cubicBezTo>
                      <a:cubicBezTo>
                        <a:pt x="76391" y="42196"/>
                        <a:pt x="77057" y="41529"/>
                        <a:pt x="77915" y="41529"/>
                      </a:cubicBezTo>
                      <a:lnTo>
                        <a:pt x="76581" y="40196"/>
                      </a:lnTo>
                      <a:lnTo>
                        <a:pt x="74771" y="42577"/>
                      </a:lnTo>
                      <a:close/>
                      <a:moveTo>
                        <a:pt x="76105" y="15716"/>
                      </a:moveTo>
                      <a:lnTo>
                        <a:pt x="76105" y="18098"/>
                      </a:lnTo>
                      <a:lnTo>
                        <a:pt x="75629" y="18098"/>
                      </a:lnTo>
                      <a:lnTo>
                        <a:pt x="75629" y="15716"/>
                      </a:lnTo>
                      <a:lnTo>
                        <a:pt x="76105" y="15716"/>
                      </a:lnTo>
                      <a:close/>
                      <a:moveTo>
                        <a:pt x="81344" y="12478"/>
                      </a:moveTo>
                      <a:cubicBezTo>
                        <a:pt x="80582" y="12859"/>
                        <a:pt x="80010" y="13049"/>
                        <a:pt x="79820" y="13049"/>
                      </a:cubicBezTo>
                      <a:lnTo>
                        <a:pt x="79820" y="11144"/>
                      </a:lnTo>
                      <a:lnTo>
                        <a:pt x="81344" y="12478"/>
                      </a:lnTo>
                      <a:close/>
                      <a:moveTo>
                        <a:pt x="84487" y="35624"/>
                      </a:moveTo>
                      <a:lnTo>
                        <a:pt x="84487" y="37433"/>
                      </a:lnTo>
                      <a:cubicBezTo>
                        <a:pt x="83820" y="37148"/>
                        <a:pt x="83439" y="36957"/>
                        <a:pt x="83344" y="36957"/>
                      </a:cubicBezTo>
                      <a:cubicBezTo>
                        <a:pt x="84106" y="36957"/>
                        <a:pt x="84487" y="36481"/>
                        <a:pt x="84487" y="35624"/>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 name="Google Shape;1446;p99"/>
                <p:cNvSpPr/>
                <p:nvPr/>
              </p:nvSpPr>
              <p:spPr>
                <a:xfrm>
                  <a:off x="5828251" y="4068127"/>
                  <a:ext cx="119706" cy="135445"/>
                </a:xfrm>
                <a:custGeom>
                  <a:avLst/>
                  <a:gdLst/>
                  <a:ahLst/>
                  <a:cxnLst/>
                  <a:rect l="l" t="t" r="r" b="b"/>
                  <a:pathLst>
                    <a:path w="119706" h="135445" extrusionOk="0">
                      <a:moveTo>
                        <a:pt x="0" y="75819"/>
                      </a:moveTo>
                      <a:lnTo>
                        <a:pt x="667" y="73152"/>
                      </a:lnTo>
                      <a:lnTo>
                        <a:pt x="1333" y="73152"/>
                      </a:lnTo>
                      <a:lnTo>
                        <a:pt x="0" y="75819"/>
                      </a:lnTo>
                      <a:close/>
                      <a:moveTo>
                        <a:pt x="3143" y="74486"/>
                      </a:moveTo>
                      <a:lnTo>
                        <a:pt x="3143" y="72009"/>
                      </a:lnTo>
                      <a:lnTo>
                        <a:pt x="5810" y="73152"/>
                      </a:lnTo>
                      <a:lnTo>
                        <a:pt x="3143" y="74486"/>
                      </a:lnTo>
                      <a:close/>
                      <a:moveTo>
                        <a:pt x="11716" y="75152"/>
                      </a:moveTo>
                      <a:cubicBezTo>
                        <a:pt x="11716" y="75152"/>
                        <a:pt x="12382" y="75152"/>
                        <a:pt x="12763" y="75533"/>
                      </a:cubicBezTo>
                      <a:cubicBezTo>
                        <a:pt x="13144" y="75914"/>
                        <a:pt x="13525" y="76200"/>
                        <a:pt x="13716" y="76295"/>
                      </a:cubicBezTo>
                      <a:lnTo>
                        <a:pt x="13716" y="77629"/>
                      </a:lnTo>
                      <a:lnTo>
                        <a:pt x="11716" y="75152"/>
                      </a:lnTo>
                      <a:close/>
                      <a:moveTo>
                        <a:pt x="12382" y="61531"/>
                      </a:moveTo>
                      <a:lnTo>
                        <a:pt x="13716" y="61531"/>
                      </a:lnTo>
                      <a:cubicBezTo>
                        <a:pt x="13811" y="62103"/>
                        <a:pt x="13430" y="62960"/>
                        <a:pt x="12382" y="64198"/>
                      </a:cubicBezTo>
                      <a:lnTo>
                        <a:pt x="12382" y="61531"/>
                      </a:lnTo>
                      <a:close/>
                      <a:moveTo>
                        <a:pt x="16954" y="107537"/>
                      </a:moveTo>
                      <a:lnTo>
                        <a:pt x="16097" y="104299"/>
                      </a:lnTo>
                      <a:lnTo>
                        <a:pt x="16954" y="105346"/>
                      </a:lnTo>
                      <a:lnTo>
                        <a:pt x="16954" y="107537"/>
                      </a:lnTo>
                      <a:close/>
                      <a:moveTo>
                        <a:pt x="23336" y="48006"/>
                      </a:moveTo>
                      <a:cubicBezTo>
                        <a:pt x="23813" y="47149"/>
                        <a:pt x="24479" y="47149"/>
                        <a:pt x="25336" y="48006"/>
                      </a:cubicBezTo>
                      <a:lnTo>
                        <a:pt x="23336" y="48006"/>
                      </a:lnTo>
                      <a:close/>
                      <a:moveTo>
                        <a:pt x="23336" y="110109"/>
                      </a:moveTo>
                      <a:lnTo>
                        <a:pt x="24003" y="109442"/>
                      </a:lnTo>
                      <a:lnTo>
                        <a:pt x="24670" y="110109"/>
                      </a:lnTo>
                      <a:lnTo>
                        <a:pt x="23336" y="110109"/>
                      </a:lnTo>
                      <a:close/>
                      <a:moveTo>
                        <a:pt x="25336" y="48006"/>
                      </a:moveTo>
                      <a:cubicBezTo>
                        <a:pt x="25336" y="48006"/>
                        <a:pt x="25622" y="48196"/>
                        <a:pt x="25813" y="48482"/>
                      </a:cubicBezTo>
                      <a:lnTo>
                        <a:pt x="25336" y="48006"/>
                      </a:lnTo>
                      <a:close/>
                      <a:moveTo>
                        <a:pt x="119158" y="65627"/>
                      </a:moveTo>
                      <a:cubicBezTo>
                        <a:pt x="119634" y="69818"/>
                        <a:pt x="119824" y="77914"/>
                        <a:pt x="119634" y="90106"/>
                      </a:cubicBezTo>
                      <a:lnTo>
                        <a:pt x="119158" y="131445"/>
                      </a:lnTo>
                      <a:cubicBezTo>
                        <a:pt x="116681" y="134112"/>
                        <a:pt x="113538" y="135446"/>
                        <a:pt x="109633" y="135446"/>
                      </a:cubicBezTo>
                      <a:cubicBezTo>
                        <a:pt x="108204" y="135446"/>
                        <a:pt x="105727" y="135160"/>
                        <a:pt x="102108" y="134683"/>
                      </a:cubicBezTo>
                      <a:cubicBezTo>
                        <a:pt x="98965" y="134112"/>
                        <a:pt x="96488" y="133921"/>
                        <a:pt x="94678" y="134207"/>
                      </a:cubicBezTo>
                      <a:cubicBezTo>
                        <a:pt x="93916" y="133636"/>
                        <a:pt x="93535" y="132874"/>
                        <a:pt x="93535" y="131826"/>
                      </a:cubicBezTo>
                      <a:cubicBezTo>
                        <a:pt x="93535" y="131350"/>
                        <a:pt x="93535" y="130683"/>
                        <a:pt x="93726" y="129921"/>
                      </a:cubicBezTo>
                      <a:cubicBezTo>
                        <a:pt x="93916" y="129064"/>
                        <a:pt x="94012" y="128492"/>
                        <a:pt x="94012" y="127921"/>
                      </a:cubicBezTo>
                      <a:cubicBezTo>
                        <a:pt x="94012" y="127540"/>
                        <a:pt x="94012" y="127349"/>
                        <a:pt x="93821" y="127063"/>
                      </a:cubicBezTo>
                      <a:cubicBezTo>
                        <a:pt x="93821" y="102775"/>
                        <a:pt x="93631" y="88297"/>
                        <a:pt x="93345" y="83629"/>
                      </a:cubicBezTo>
                      <a:cubicBezTo>
                        <a:pt x="92202" y="83629"/>
                        <a:pt x="90964" y="83820"/>
                        <a:pt x="89535" y="83820"/>
                      </a:cubicBezTo>
                      <a:cubicBezTo>
                        <a:pt x="87916" y="83820"/>
                        <a:pt x="85439" y="83725"/>
                        <a:pt x="82010" y="83439"/>
                      </a:cubicBezTo>
                      <a:cubicBezTo>
                        <a:pt x="78581" y="83153"/>
                        <a:pt x="76009" y="83058"/>
                        <a:pt x="74200" y="83058"/>
                      </a:cubicBezTo>
                      <a:cubicBezTo>
                        <a:pt x="70961" y="83058"/>
                        <a:pt x="68199" y="83439"/>
                        <a:pt x="65817" y="84201"/>
                      </a:cubicBezTo>
                      <a:cubicBezTo>
                        <a:pt x="65532" y="84106"/>
                        <a:pt x="64389" y="83915"/>
                        <a:pt x="62484" y="83725"/>
                      </a:cubicBezTo>
                      <a:cubicBezTo>
                        <a:pt x="61150" y="83629"/>
                        <a:pt x="60198" y="83153"/>
                        <a:pt x="59626" y="82391"/>
                      </a:cubicBezTo>
                      <a:cubicBezTo>
                        <a:pt x="58198" y="83534"/>
                        <a:pt x="57055" y="85344"/>
                        <a:pt x="56292" y="87916"/>
                      </a:cubicBezTo>
                      <a:cubicBezTo>
                        <a:pt x="55435" y="91059"/>
                        <a:pt x="54578" y="93059"/>
                        <a:pt x="53911" y="93916"/>
                      </a:cubicBezTo>
                      <a:cubicBezTo>
                        <a:pt x="55150" y="94297"/>
                        <a:pt x="55721" y="94964"/>
                        <a:pt x="55721" y="95917"/>
                      </a:cubicBezTo>
                      <a:cubicBezTo>
                        <a:pt x="55721" y="96107"/>
                        <a:pt x="55721" y="96488"/>
                        <a:pt x="55531" y="96964"/>
                      </a:cubicBezTo>
                      <a:cubicBezTo>
                        <a:pt x="55435" y="97441"/>
                        <a:pt x="55340" y="97822"/>
                        <a:pt x="55340" y="98107"/>
                      </a:cubicBezTo>
                      <a:cubicBezTo>
                        <a:pt x="55340" y="98774"/>
                        <a:pt x="56102" y="99060"/>
                        <a:pt x="57531" y="99060"/>
                      </a:cubicBezTo>
                      <a:cubicBezTo>
                        <a:pt x="55816" y="99250"/>
                        <a:pt x="54959" y="100489"/>
                        <a:pt x="54864" y="102584"/>
                      </a:cubicBezTo>
                      <a:lnTo>
                        <a:pt x="54864" y="107632"/>
                      </a:lnTo>
                      <a:lnTo>
                        <a:pt x="56197" y="108775"/>
                      </a:lnTo>
                      <a:cubicBezTo>
                        <a:pt x="55435" y="108775"/>
                        <a:pt x="55054" y="109347"/>
                        <a:pt x="55054" y="110585"/>
                      </a:cubicBezTo>
                      <a:cubicBezTo>
                        <a:pt x="55054" y="111823"/>
                        <a:pt x="54864" y="112586"/>
                        <a:pt x="54388" y="112776"/>
                      </a:cubicBezTo>
                      <a:cubicBezTo>
                        <a:pt x="54197" y="113538"/>
                        <a:pt x="54102" y="114490"/>
                        <a:pt x="54102" y="115443"/>
                      </a:cubicBezTo>
                      <a:cubicBezTo>
                        <a:pt x="54102" y="116396"/>
                        <a:pt x="54292" y="117920"/>
                        <a:pt x="54578" y="119824"/>
                      </a:cubicBezTo>
                      <a:cubicBezTo>
                        <a:pt x="54959" y="121729"/>
                        <a:pt x="55054" y="123158"/>
                        <a:pt x="55054" y="124015"/>
                      </a:cubicBezTo>
                      <a:cubicBezTo>
                        <a:pt x="55054" y="126492"/>
                        <a:pt x="54197" y="128492"/>
                        <a:pt x="52578" y="130207"/>
                      </a:cubicBezTo>
                      <a:cubicBezTo>
                        <a:pt x="53054" y="132302"/>
                        <a:pt x="52101" y="133540"/>
                        <a:pt x="49720" y="133921"/>
                      </a:cubicBezTo>
                      <a:cubicBezTo>
                        <a:pt x="47911" y="134112"/>
                        <a:pt x="46101" y="134398"/>
                        <a:pt x="44291" y="134588"/>
                      </a:cubicBezTo>
                      <a:cubicBezTo>
                        <a:pt x="42481" y="134779"/>
                        <a:pt x="40862" y="134874"/>
                        <a:pt x="39529" y="134874"/>
                      </a:cubicBezTo>
                      <a:cubicBezTo>
                        <a:pt x="35528" y="134874"/>
                        <a:pt x="32004" y="133731"/>
                        <a:pt x="29146" y="131350"/>
                      </a:cubicBezTo>
                      <a:cubicBezTo>
                        <a:pt x="29337" y="130588"/>
                        <a:pt x="29527" y="129730"/>
                        <a:pt x="29527" y="128778"/>
                      </a:cubicBezTo>
                      <a:cubicBezTo>
                        <a:pt x="29527" y="127825"/>
                        <a:pt x="29337" y="126587"/>
                        <a:pt x="29146" y="124968"/>
                      </a:cubicBezTo>
                      <a:cubicBezTo>
                        <a:pt x="28861" y="123349"/>
                        <a:pt x="28765" y="122206"/>
                        <a:pt x="28765" y="121348"/>
                      </a:cubicBezTo>
                      <a:cubicBezTo>
                        <a:pt x="28765" y="119729"/>
                        <a:pt x="29242" y="118396"/>
                        <a:pt x="30099" y="117157"/>
                      </a:cubicBezTo>
                      <a:cubicBezTo>
                        <a:pt x="30480" y="116586"/>
                        <a:pt x="30575" y="115919"/>
                        <a:pt x="30575" y="115157"/>
                      </a:cubicBezTo>
                      <a:cubicBezTo>
                        <a:pt x="30575" y="114109"/>
                        <a:pt x="30194" y="112681"/>
                        <a:pt x="29527" y="110585"/>
                      </a:cubicBezTo>
                      <a:cubicBezTo>
                        <a:pt x="28861" y="108585"/>
                        <a:pt x="28480" y="107156"/>
                        <a:pt x="28480" y="106394"/>
                      </a:cubicBezTo>
                      <a:cubicBezTo>
                        <a:pt x="28480" y="104584"/>
                        <a:pt x="29623" y="103632"/>
                        <a:pt x="31813" y="103346"/>
                      </a:cubicBezTo>
                      <a:cubicBezTo>
                        <a:pt x="31623" y="102965"/>
                        <a:pt x="30956" y="102870"/>
                        <a:pt x="30004" y="102870"/>
                      </a:cubicBezTo>
                      <a:lnTo>
                        <a:pt x="30004" y="96012"/>
                      </a:lnTo>
                      <a:cubicBezTo>
                        <a:pt x="30004" y="93250"/>
                        <a:pt x="29527" y="90869"/>
                        <a:pt x="28670" y="89154"/>
                      </a:cubicBezTo>
                      <a:lnTo>
                        <a:pt x="26003" y="89154"/>
                      </a:lnTo>
                      <a:cubicBezTo>
                        <a:pt x="26003" y="88297"/>
                        <a:pt x="26384" y="87916"/>
                        <a:pt x="27146" y="88106"/>
                      </a:cubicBezTo>
                      <a:cubicBezTo>
                        <a:pt x="28099" y="88392"/>
                        <a:pt x="28575" y="88392"/>
                        <a:pt x="28670" y="88106"/>
                      </a:cubicBezTo>
                      <a:lnTo>
                        <a:pt x="27337" y="83439"/>
                      </a:lnTo>
                      <a:cubicBezTo>
                        <a:pt x="27337" y="83439"/>
                        <a:pt x="28289" y="82867"/>
                        <a:pt x="29527" y="82772"/>
                      </a:cubicBezTo>
                      <a:cubicBezTo>
                        <a:pt x="30289" y="82677"/>
                        <a:pt x="30670" y="82010"/>
                        <a:pt x="30575" y="80772"/>
                      </a:cubicBezTo>
                      <a:lnTo>
                        <a:pt x="29242" y="79438"/>
                      </a:lnTo>
                      <a:cubicBezTo>
                        <a:pt x="29908" y="79248"/>
                        <a:pt x="30480" y="79438"/>
                        <a:pt x="31051" y="79915"/>
                      </a:cubicBezTo>
                      <a:cubicBezTo>
                        <a:pt x="31528" y="80486"/>
                        <a:pt x="32004" y="81058"/>
                        <a:pt x="32480" y="81629"/>
                      </a:cubicBezTo>
                      <a:cubicBezTo>
                        <a:pt x="33718" y="80391"/>
                        <a:pt x="34195" y="79534"/>
                        <a:pt x="33814" y="78962"/>
                      </a:cubicBezTo>
                      <a:lnTo>
                        <a:pt x="32004" y="77153"/>
                      </a:lnTo>
                      <a:cubicBezTo>
                        <a:pt x="32004" y="77153"/>
                        <a:pt x="31623" y="77819"/>
                        <a:pt x="31147" y="77819"/>
                      </a:cubicBezTo>
                      <a:cubicBezTo>
                        <a:pt x="30670" y="77819"/>
                        <a:pt x="30384" y="77533"/>
                        <a:pt x="30194" y="77153"/>
                      </a:cubicBezTo>
                      <a:lnTo>
                        <a:pt x="28289" y="75152"/>
                      </a:lnTo>
                      <a:cubicBezTo>
                        <a:pt x="29527" y="75152"/>
                        <a:pt x="30194" y="74676"/>
                        <a:pt x="30194" y="73819"/>
                      </a:cubicBezTo>
                      <a:cubicBezTo>
                        <a:pt x="30194" y="72485"/>
                        <a:pt x="30480" y="71628"/>
                        <a:pt x="30670" y="71152"/>
                      </a:cubicBezTo>
                      <a:lnTo>
                        <a:pt x="32480" y="73152"/>
                      </a:lnTo>
                      <a:lnTo>
                        <a:pt x="33623" y="72104"/>
                      </a:lnTo>
                      <a:cubicBezTo>
                        <a:pt x="33623" y="72676"/>
                        <a:pt x="33623" y="73057"/>
                        <a:pt x="33814" y="73152"/>
                      </a:cubicBezTo>
                      <a:cubicBezTo>
                        <a:pt x="34195" y="72676"/>
                        <a:pt x="34861" y="72580"/>
                        <a:pt x="36004" y="72676"/>
                      </a:cubicBezTo>
                      <a:cubicBezTo>
                        <a:pt x="37338" y="72771"/>
                        <a:pt x="38195" y="72771"/>
                        <a:pt x="38386" y="72676"/>
                      </a:cubicBezTo>
                      <a:cubicBezTo>
                        <a:pt x="39052" y="72485"/>
                        <a:pt x="39243" y="71819"/>
                        <a:pt x="39052" y="70675"/>
                      </a:cubicBezTo>
                      <a:lnTo>
                        <a:pt x="43053" y="73152"/>
                      </a:lnTo>
                      <a:cubicBezTo>
                        <a:pt x="43053" y="73152"/>
                        <a:pt x="43720" y="72390"/>
                        <a:pt x="43720" y="71628"/>
                      </a:cubicBezTo>
                      <a:lnTo>
                        <a:pt x="43720" y="69723"/>
                      </a:lnTo>
                      <a:cubicBezTo>
                        <a:pt x="44482" y="70295"/>
                        <a:pt x="45148" y="70580"/>
                        <a:pt x="45529" y="70580"/>
                      </a:cubicBezTo>
                      <a:cubicBezTo>
                        <a:pt x="46101" y="70580"/>
                        <a:pt x="46767" y="70295"/>
                        <a:pt x="47530" y="69723"/>
                      </a:cubicBezTo>
                      <a:cubicBezTo>
                        <a:pt x="47244" y="69723"/>
                        <a:pt x="46196" y="69151"/>
                        <a:pt x="44672" y="68199"/>
                      </a:cubicBezTo>
                      <a:cubicBezTo>
                        <a:pt x="43529" y="67437"/>
                        <a:pt x="42576" y="67056"/>
                        <a:pt x="41815" y="67056"/>
                      </a:cubicBezTo>
                      <a:cubicBezTo>
                        <a:pt x="41243" y="67056"/>
                        <a:pt x="40767" y="67056"/>
                        <a:pt x="40291" y="67437"/>
                      </a:cubicBezTo>
                      <a:cubicBezTo>
                        <a:pt x="39338" y="67628"/>
                        <a:pt x="38671" y="67056"/>
                        <a:pt x="38195" y="65532"/>
                      </a:cubicBezTo>
                      <a:cubicBezTo>
                        <a:pt x="37624" y="64103"/>
                        <a:pt x="37242" y="63341"/>
                        <a:pt x="36766" y="63341"/>
                      </a:cubicBezTo>
                      <a:cubicBezTo>
                        <a:pt x="36290" y="63341"/>
                        <a:pt x="35814" y="63722"/>
                        <a:pt x="35147" y="64675"/>
                      </a:cubicBezTo>
                      <a:lnTo>
                        <a:pt x="35814" y="65532"/>
                      </a:lnTo>
                      <a:lnTo>
                        <a:pt x="34671" y="66484"/>
                      </a:lnTo>
                      <a:cubicBezTo>
                        <a:pt x="34861" y="67056"/>
                        <a:pt x="35528" y="67342"/>
                        <a:pt x="36671" y="67342"/>
                      </a:cubicBezTo>
                      <a:lnTo>
                        <a:pt x="36671" y="68866"/>
                      </a:lnTo>
                      <a:cubicBezTo>
                        <a:pt x="36004" y="68389"/>
                        <a:pt x="34957" y="68104"/>
                        <a:pt x="33623" y="68008"/>
                      </a:cubicBezTo>
                      <a:cubicBezTo>
                        <a:pt x="32099" y="67818"/>
                        <a:pt x="30861" y="68008"/>
                        <a:pt x="30099" y="68675"/>
                      </a:cubicBezTo>
                      <a:lnTo>
                        <a:pt x="28765" y="68675"/>
                      </a:lnTo>
                      <a:lnTo>
                        <a:pt x="28765" y="58960"/>
                      </a:lnTo>
                      <a:lnTo>
                        <a:pt x="30670" y="60865"/>
                      </a:lnTo>
                      <a:cubicBezTo>
                        <a:pt x="31242" y="60579"/>
                        <a:pt x="31528" y="60293"/>
                        <a:pt x="31528" y="59722"/>
                      </a:cubicBezTo>
                      <a:lnTo>
                        <a:pt x="31528" y="58198"/>
                      </a:lnTo>
                      <a:cubicBezTo>
                        <a:pt x="31528" y="58198"/>
                        <a:pt x="30575" y="57721"/>
                        <a:pt x="29337" y="57721"/>
                      </a:cubicBezTo>
                      <a:cubicBezTo>
                        <a:pt x="28765" y="55816"/>
                        <a:pt x="28480" y="53626"/>
                        <a:pt x="28480" y="51149"/>
                      </a:cubicBezTo>
                      <a:cubicBezTo>
                        <a:pt x="28480" y="49054"/>
                        <a:pt x="28765" y="45720"/>
                        <a:pt x="29337" y="41148"/>
                      </a:cubicBezTo>
                      <a:cubicBezTo>
                        <a:pt x="29908" y="36671"/>
                        <a:pt x="30194" y="33147"/>
                        <a:pt x="30194" y="30861"/>
                      </a:cubicBezTo>
                      <a:cubicBezTo>
                        <a:pt x="30194" y="27527"/>
                        <a:pt x="29718" y="24574"/>
                        <a:pt x="28861" y="22098"/>
                      </a:cubicBezTo>
                      <a:lnTo>
                        <a:pt x="28861" y="10192"/>
                      </a:lnTo>
                      <a:cubicBezTo>
                        <a:pt x="29051" y="5524"/>
                        <a:pt x="30766" y="2572"/>
                        <a:pt x="33909" y="1333"/>
                      </a:cubicBezTo>
                      <a:lnTo>
                        <a:pt x="48292" y="2191"/>
                      </a:lnTo>
                      <a:lnTo>
                        <a:pt x="48292" y="4096"/>
                      </a:lnTo>
                      <a:lnTo>
                        <a:pt x="52006" y="2762"/>
                      </a:lnTo>
                      <a:cubicBezTo>
                        <a:pt x="54292" y="5144"/>
                        <a:pt x="55340" y="8668"/>
                        <a:pt x="55340" y="13525"/>
                      </a:cubicBezTo>
                      <a:cubicBezTo>
                        <a:pt x="55340" y="19717"/>
                        <a:pt x="55531" y="23431"/>
                        <a:pt x="56007" y="24955"/>
                      </a:cubicBezTo>
                      <a:lnTo>
                        <a:pt x="54197" y="25432"/>
                      </a:lnTo>
                      <a:cubicBezTo>
                        <a:pt x="54197" y="25432"/>
                        <a:pt x="53816" y="26194"/>
                        <a:pt x="53816" y="26575"/>
                      </a:cubicBezTo>
                      <a:cubicBezTo>
                        <a:pt x="53816" y="26956"/>
                        <a:pt x="54007" y="27527"/>
                        <a:pt x="54483" y="28194"/>
                      </a:cubicBezTo>
                      <a:cubicBezTo>
                        <a:pt x="54959" y="28861"/>
                        <a:pt x="55150" y="29242"/>
                        <a:pt x="55150" y="29432"/>
                      </a:cubicBezTo>
                      <a:cubicBezTo>
                        <a:pt x="55150" y="29908"/>
                        <a:pt x="54578" y="30289"/>
                        <a:pt x="53340" y="30575"/>
                      </a:cubicBezTo>
                      <a:cubicBezTo>
                        <a:pt x="54959" y="30575"/>
                        <a:pt x="55340" y="31909"/>
                        <a:pt x="54197" y="34576"/>
                      </a:cubicBezTo>
                      <a:lnTo>
                        <a:pt x="48863" y="37814"/>
                      </a:lnTo>
                      <a:lnTo>
                        <a:pt x="53340" y="40957"/>
                      </a:lnTo>
                      <a:cubicBezTo>
                        <a:pt x="53340" y="40957"/>
                        <a:pt x="52864" y="41434"/>
                        <a:pt x="52292" y="42005"/>
                      </a:cubicBezTo>
                      <a:cubicBezTo>
                        <a:pt x="51721" y="42577"/>
                        <a:pt x="51435" y="43053"/>
                        <a:pt x="51435" y="43529"/>
                      </a:cubicBezTo>
                      <a:cubicBezTo>
                        <a:pt x="51625" y="44005"/>
                        <a:pt x="52101" y="44291"/>
                        <a:pt x="52864" y="44291"/>
                      </a:cubicBezTo>
                      <a:cubicBezTo>
                        <a:pt x="53626" y="44291"/>
                        <a:pt x="54007" y="44291"/>
                        <a:pt x="54102" y="44291"/>
                      </a:cubicBezTo>
                      <a:lnTo>
                        <a:pt x="55054" y="42100"/>
                      </a:lnTo>
                      <a:cubicBezTo>
                        <a:pt x="56578" y="42958"/>
                        <a:pt x="57245" y="44291"/>
                        <a:pt x="57245" y="46101"/>
                      </a:cubicBezTo>
                      <a:cubicBezTo>
                        <a:pt x="57245" y="46672"/>
                        <a:pt x="57150" y="47530"/>
                        <a:pt x="56864" y="48768"/>
                      </a:cubicBezTo>
                      <a:cubicBezTo>
                        <a:pt x="56674" y="49911"/>
                        <a:pt x="56483" y="50768"/>
                        <a:pt x="56483" y="51245"/>
                      </a:cubicBezTo>
                      <a:cubicBezTo>
                        <a:pt x="56483" y="53245"/>
                        <a:pt x="58007" y="54388"/>
                        <a:pt x="60960" y="54578"/>
                      </a:cubicBezTo>
                      <a:cubicBezTo>
                        <a:pt x="62579" y="54388"/>
                        <a:pt x="64198" y="54197"/>
                        <a:pt x="66008" y="54197"/>
                      </a:cubicBezTo>
                      <a:cubicBezTo>
                        <a:pt x="67818" y="54197"/>
                        <a:pt x="70485" y="54388"/>
                        <a:pt x="73914" y="54673"/>
                      </a:cubicBezTo>
                      <a:cubicBezTo>
                        <a:pt x="77438" y="55054"/>
                        <a:pt x="80010" y="55150"/>
                        <a:pt x="81724" y="55150"/>
                      </a:cubicBezTo>
                      <a:cubicBezTo>
                        <a:pt x="86677" y="55150"/>
                        <a:pt x="90678" y="54007"/>
                        <a:pt x="93821" y="51721"/>
                      </a:cubicBezTo>
                      <a:cubicBezTo>
                        <a:pt x="93916" y="53054"/>
                        <a:pt x="94012" y="48578"/>
                        <a:pt x="94012" y="38100"/>
                      </a:cubicBezTo>
                      <a:cubicBezTo>
                        <a:pt x="94012" y="32480"/>
                        <a:pt x="93535" y="28194"/>
                        <a:pt x="92488" y="25146"/>
                      </a:cubicBezTo>
                      <a:cubicBezTo>
                        <a:pt x="93345" y="24098"/>
                        <a:pt x="93821" y="22574"/>
                        <a:pt x="93821" y="20383"/>
                      </a:cubicBezTo>
                      <a:cubicBezTo>
                        <a:pt x="93821" y="18193"/>
                        <a:pt x="94297" y="16573"/>
                        <a:pt x="95155" y="15430"/>
                      </a:cubicBezTo>
                      <a:cubicBezTo>
                        <a:pt x="93535" y="11525"/>
                        <a:pt x="92964" y="7620"/>
                        <a:pt x="93250" y="3905"/>
                      </a:cubicBezTo>
                      <a:cubicBezTo>
                        <a:pt x="95155" y="1333"/>
                        <a:pt x="98107" y="0"/>
                        <a:pt x="102013" y="0"/>
                      </a:cubicBezTo>
                      <a:cubicBezTo>
                        <a:pt x="103346" y="0"/>
                        <a:pt x="105442" y="190"/>
                        <a:pt x="108204" y="476"/>
                      </a:cubicBezTo>
                      <a:cubicBezTo>
                        <a:pt x="110966" y="857"/>
                        <a:pt x="113062" y="953"/>
                        <a:pt x="114395" y="953"/>
                      </a:cubicBezTo>
                      <a:cubicBezTo>
                        <a:pt x="115633" y="953"/>
                        <a:pt x="116776" y="857"/>
                        <a:pt x="117729" y="571"/>
                      </a:cubicBezTo>
                      <a:lnTo>
                        <a:pt x="119539" y="4477"/>
                      </a:lnTo>
                      <a:cubicBezTo>
                        <a:pt x="119824" y="18859"/>
                        <a:pt x="119539" y="39148"/>
                        <a:pt x="119063" y="65341"/>
                      </a:cubicBezTo>
                      <a:close/>
                      <a:moveTo>
                        <a:pt x="34957" y="87439"/>
                      </a:moveTo>
                      <a:cubicBezTo>
                        <a:pt x="34576" y="86868"/>
                        <a:pt x="34099" y="86678"/>
                        <a:pt x="33433" y="86963"/>
                      </a:cubicBezTo>
                      <a:cubicBezTo>
                        <a:pt x="32766" y="87154"/>
                        <a:pt x="32194" y="87630"/>
                        <a:pt x="31718" y="88297"/>
                      </a:cubicBezTo>
                      <a:lnTo>
                        <a:pt x="34861" y="87439"/>
                      </a:lnTo>
                      <a:close/>
                      <a:moveTo>
                        <a:pt x="32290" y="69818"/>
                      </a:moveTo>
                      <a:cubicBezTo>
                        <a:pt x="33433" y="69818"/>
                        <a:pt x="33814" y="70485"/>
                        <a:pt x="33623" y="71819"/>
                      </a:cubicBezTo>
                      <a:cubicBezTo>
                        <a:pt x="32671" y="70580"/>
                        <a:pt x="32290" y="69913"/>
                        <a:pt x="32290" y="69818"/>
                      </a:cubicBezTo>
                      <a:close/>
                      <a:moveTo>
                        <a:pt x="32290" y="76390"/>
                      </a:moveTo>
                      <a:lnTo>
                        <a:pt x="34957" y="78581"/>
                      </a:lnTo>
                      <a:lnTo>
                        <a:pt x="34957" y="77248"/>
                      </a:lnTo>
                      <a:cubicBezTo>
                        <a:pt x="34766" y="76676"/>
                        <a:pt x="34385" y="76390"/>
                        <a:pt x="33909" y="76390"/>
                      </a:cubicBezTo>
                      <a:lnTo>
                        <a:pt x="32194" y="76390"/>
                      </a:lnTo>
                      <a:close/>
                      <a:moveTo>
                        <a:pt x="33623" y="71914"/>
                      </a:moveTo>
                      <a:lnTo>
                        <a:pt x="33623" y="72104"/>
                      </a:lnTo>
                      <a:lnTo>
                        <a:pt x="33433" y="72295"/>
                      </a:lnTo>
                      <a:cubicBezTo>
                        <a:pt x="33433" y="72295"/>
                        <a:pt x="33433" y="72104"/>
                        <a:pt x="33623" y="71914"/>
                      </a:cubicBezTo>
                      <a:close/>
                      <a:moveTo>
                        <a:pt x="36481" y="93916"/>
                      </a:moveTo>
                      <a:lnTo>
                        <a:pt x="36481" y="93440"/>
                      </a:lnTo>
                      <a:lnTo>
                        <a:pt x="34480" y="93440"/>
                      </a:lnTo>
                      <a:lnTo>
                        <a:pt x="36481" y="93916"/>
                      </a:lnTo>
                      <a:close/>
                      <a:moveTo>
                        <a:pt x="36481" y="69056"/>
                      </a:moveTo>
                      <a:cubicBezTo>
                        <a:pt x="36481" y="69056"/>
                        <a:pt x="36671" y="69342"/>
                        <a:pt x="36481" y="69342"/>
                      </a:cubicBezTo>
                      <a:lnTo>
                        <a:pt x="36481" y="69056"/>
                      </a:lnTo>
                      <a:close/>
                      <a:moveTo>
                        <a:pt x="38957" y="112014"/>
                      </a:moveTo>
                      <a:lnTo>
                        <a:pt x="40957" y="112014"/>
                      </a:lnTo>
                      <a:cubicBezTo>
                        <a:pt x="40481" y="111347"/>
                        <a:pt x="39814" y="111347"/>
                        <a:pt x="38957" y="112014"/>
                      </a:cubicBezTo>
                      <a:lnTo>
                        <a:pt x="37814" y="112014"/>
                      </a:lnTo>
                      <a:cubicBezTo>
                        <a:pt x="37814" y="112014"/>
                        <a:pt x="38386" y="112204"/>
                        <a:pt x="38957" y="112014"/>
                      </a:cubicBezTo>
                      <a:close/>
                      <a:moveTo>
                        <a:pt x="38767" y="42196"/>
                      </a:moveTo>
                      <a:lnTo>
                        <a:pt x="38767" y="41053"/>
                      </a:lnTo>
                      <a:cubicBezTo>
                        <a:pt x="38767" y="41053"/>
                        <a:pt x="38386" y="41434"/>
                        <a:pt x="37909" y="41720"/>
                      </a:cubicBezTo>
                      <a:cubicBezTo>
                        <a:pt x="38290" y="41720"/>
                        <a:pt x="38576" y="42005"/>
                        <a:pt x="38767" y="42196"/>
                      </a:cubicBezTo>
                      <a:close/>
                      <a:moveTo>
                        <a:pt x="48482" y="71247"/>
                      </a:moveTo>
                      <a:lnTo>
                        <a:pt x="49339" y="70771"/>
                      </a:lnTo>
                      <a:lnTo>
                        <a:pt x="47339" y="71247"/>
                      </a:lnTo>
                      <a:lnTo>
                        <a:pt x="48482" y="71247"/>
                      </a:lnTo>
                      <a:close/>
                      <a:moveTo>
                        <a:pt x="48006" y="12573"/>
                      </a:moveTo>
                      <a:lnTo>
                        <a:pt x="48006" y="15240"/>
                      </a:lnTo>
                      <a:lnTo>
                        <a:pt x="49816" y="15240"/>
                      </a:lnTo>
                      <a:cubicBezTo>
                        <a:pt x="49816" y="15240"/>
                        <a:pt x="49149" y="14669"/>
                        <a:pt x="49149" y="14097"/>
                      </a:cubicBezTo>
                      <a:lnTo>
                        <a:pt x="49339" y="12573"/>
                      </a:lnTo>
                      <a:lnTo>
                        <a:pt x="48006" y="12573"/>
                      </a:lnTo>
                      <a:close/>
                      <a:moveTo>
                        <a:pt x="50673" y="129540"/>
                      </a:moveTo>
                      <a:lnTo>
                        <a:pt x="50673" y="127159"/>
                      </a:lnTo>
                      <a:lnTo>
                        <a:pt x="49816" y="127159"/>
                      </a:lnTo>
                      <a:lnTo>
                        <a:pt x="49816" y="129540"/>
                      </a:lnTo>
                      <a:lnTo>
                        <a:pt x="50673" y="129540"/>
                      </a:lnTo>
                      <a:close/>
                      <a:moveTo>
                        <a:pt x="59531" y="105537"/>
                      </a:moveTo>
                      <a:lnTo>
                        <a:pt x="59531" y="103251"/>
                      </a:lnTo>
                      <a:lnTo>
                        <a:pt x="60198" y="103251"/>
                      </a:lnTo>
                      <a:lnTo>
                        <a:pt x="60198" y="105537"/>
                      </a:lnTo>
                      <a:lnTo>
                        <a:pt x="59531" y="105537"/>
                      </a:lnTo>
                      <a:close/>
                      <a:moveTo>
                        <a:pt x="67246" y="85630"/>
                      </a:moveTo>
                      <a:lnTo>
                        <a:pt x="65437" y="84296"/>
                      </a:lnTo>
                      <a:lnTo>
                        <a:pt x="65722" y="84296"/>
                      </a:lnTo>
                      <a:cubicBezTo>
                        <a:pt x="66389" y="84391"/>
                        <a:pt x="66865" y="84868"/>
                        <a:pt x="67246" y="85630"/>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 name="Google Shape;1447;p99"/>
                <p:cNvSpPr/>
                <p:nvPr/>
              </p:nvSpPr>
              <p:spPr>
                <a:xfrm>
                  <a:off x="5962173" y="4067365"/>
                  <a:ext cx="95250" cy="142494"/>
                </a:xfrm>
                <a:custGeom>
                  <a:avLst/>
                  <a:gdLst/>
                  <a:ahLst/>
                  <a:cxnLst/>
                  <a:rect l="l" t="t" r="r" b="b"/>
                  <a:pathLst>
                    <a:path w="95250" h="142494" extrusionOk="0">
                      <a:moveTo>
                        <a:pt x="95250" y="96393"/>
                      </a:moveTo>
                      <a:cubicBezTo>
                        <a:pt x="94488" y="96774"/>
                        <a:pt x="94107" y="97155"/>
                        <a:pt x="94107" y="97727"/>
                      </a:cubicBezTo>
                      <a:cubicBezTo>
                        <a:pt x="94107" y="97250"/>
                        <a:pt x="94488" y="98108"/>
                        <a:pt x="95250" y="100298"/>
                      </a:cubicBezTo>
                      <a:cubicBezTo>
                        <a:pt x="94107" y="102394"/>
                        <a:pt x="93535" y="105061"/>
                        <a:pt x="93535" y="108395"/>
                      </a:cubicBezTo>
                      <a:cubicBezTo>
                        <a:pt x="93535" y="110204"/>
                        <a:pt x="93821" y="112967"/>
                        <a:pt x="94297" y="116681"/>
                      </a:cubicBezTo>
                      <a:cubicBezTo>
                        <a:pt x="94774" y="120396"/>
                        <a:pt x="95059" y="123063"/>
                        <a:pt x="95059" y="124682"/>
                      </a:cubicBezTo>
                      <a:cubicBezTo>
                        <a:pt x="95059" y="132017"/>
                        <a:pt x="91154" y="136017"/>
                        <a:pt x="83344" y="136779"/>
                      </a:cubicBezTo>
                      <a:cubicBezTo>
                        <a:pt x="82391" y="135731"/>
                        <a:pt x="81248" y="135255"/>
                        <a:pt x="80105" y="135255"/>
                      </a:cubicBezTo>
                      <a:cubicBezTo>
                        <a:pt x="79534" y="135255"/>
                        <a:pt x="78772" y="135446"/>
                        <a:pt x="77819" y="135731"/>
                      </a:cubicBezTo>
                      <a:cubicBezTo>
                        <a:pt x="76867" y="136112"/>
                        <a:pt x="76200" y="136208"/>
                        <a:pt x="75914" y="136208"/>
                      </a:cubicBezTo>
                      <a:cubicBezTo>
                        <a:pt x="74771" y="136208"/>
                        <a:pt x="74009" y="135636"/>
                        <a:pt x="73533" y="134588"/>
                      </a:cubicBezTo>
                      <a:lnTo>
                        <a:pt x="71628" y="134112"/>
                      </a:lnTo>
                      <a:lnTo>
                        <a:pt x="72485" y="133636"/>
                      </a:lnTo>
                      <a:cubicBezTo>
                        <a:pt x="70675" y="133350"/>
                        <a:pt x="68961" y="131731"/>
                        <a:pt x="67151" y="129064"/>
                      </a:cubicBezTo>
                      <a:cubicBezTo>
                        <a:pt x="65437" y="126302"/>
                        <a:pt x="63627" y="124778"/>
                        <a:pt x="61913" y="124492"/>
                      </a:cubicBezTo>
                      <a:cubicBezTo>
                        <a:pt x="62008" y="124111"/>
                        <a:pt x="62008" y="123539"/>
                        <a:pt x="61913" y="122968"/>
                      </a:cubicBezTo>
                      <a:cubicBezTo>
                        <a:pt x="61722" y="122301"/>
                        <a:pt x="61531" y="121825"/>
                        <a:pt x="61531" y="121729"/>
                      </a:cubicBezTo>
                      <a:cubicBezTo>
                        <a:pt x="61531" y="121158"/>
                        <a:pt x="61913" y="120777"/>
                        <a:pt x="62674" y="120587"/>
                      </a:cubicBezTo>
                      <a:cubicBezTo>
                        <a:pt x="60865" y="119348"/>
                        <a:pt x="59055" y="116872"/>
                        <a:pt x="57340" y="112967"/>
                      </a:cubicBezTo>
                      <a:cubicBezTo>
                        <a:pt x="55531" y="109157"/>
                        <a:pt x="53816" y="106585"/>
                        <a:pt x="52102" y="105537"/>
                      </a:cubicBezTo>
                      <a:cubicBezTo>
                        <a:pt x="51625" y="102299"/>
                        <a:pt x="50197" y="98488"/>
                        <a:pt x="47625" y="94298"/>
                      </a:cubicBezTo>
                      <a:cubicBezTo>
                        <a:pt x="43720" y="88106"/>
                        <a:pt x="41624" y="84773"/>
                        <a:pt x="41434" y="84201"/>
                      </a:cubicBezTo>
                      <a:cubicBezTo>
                        <a:pt x="41529" y="83153"/>
                        <a:pt x="41148" y="81915"/>
                        <a:pt x="40196" y="80296"/>
                      </a:cubicBezTo>
                      <a:cubicBezTo>
                        <a:pt x="39243" y="78772"/>
                        <a:pt x="38767" y="77534"/>
                        <a:pt x="38767" y="76771"/>
                      </a:cubicBezTo>
                      <a:cubicBezTo>
                        <a:pt x="38767" y="76391"/>
                        <a:pt x="38957" y="75819"/>
                        <a:pt x="39243" y="75248"/>
                      </a:cubicBezTo>
                      <a:cubicBezTo>
                        <a:pt x="38671" y="75533"/>
                        <a:pt x="38195" y="75629"/>
                        <a:pt x="37719" y="75629"/>
                      </a:cubicBezTo>
                      <a:cubicBezTo>
                        <a:pt x="36100" y="75629"/>
                        <a:pt x="34766" y="73914"/>
                        <a:pt x="33718" y="70485"/>
                      </a:cubicBezTo>
                      <a:cubicBezTo>
                        <a:pt x="32575" y="67056"/>
                        <a:pt x="30956" y="65342"/>
                        <a:pt x="28670" y="65342"/>
                      </a:cubicBezTo>
                      <a:cubicBezTo>
                        <a:pt x="28194" y="65342"/>
                        <a:pt x="27717" y="65342"/>
                        <a:pt x="27146" y="65532"/>
                      </a:cubicBezTo>
                      <a:cubicBezTo>
                        <a:pt x="27717" y="68580"/>
                        <a:pt x="28004" y="71914"/>
                        <a:pt x="28004" y="75533"/>
                      </a:cubicBezTo>
                      <a:cubicBezTo>
                        <a:pt x="28004" y="78581"/>
                        <a:pt x="27717" y="83058"/>
                        <a:pt x="27146" y="89059"/>
                      </a:cubicBezTo>
                      <a:cubicBezTo>
                        <a:pt x="26575" y="95060"/>
                        <a:pt x="26289" y="99441"/>
                        <a:pt x="26289" y="102299"/>
                      </a:cubicBezTo>
                      <a:cubicBezTo>
                        <a:pt x="26289" y="107918"/>
                        <a:pt x="26956" y="112871"/>
                        <a:pt x="28480" y="117158"/>
                      </a:cubicBezTo>
                      <a:cubicBezTo>
                        <a:pt x="26956" y="118110"/>
                        <a:pt x="26289" y="119348"/>
                        <a:pt x="26289" y="120968"/>
                      </a:cubicBezTo>
                      <a:cubicBezTo>
                        <a:pt x="26289" y="121825"/>
                        <a:pt x="26479" y="123158"/>
                        <a:pt x="26956" y="124873"/>
                      </a:cubicBezTo>
                      <a:cubicBezTo>
                        <a:pt x="27337" y="126492"/>
                        <a:pt x="27622" y="127730"/>
                        <a:pt x="27622" y="128492"/>
                      </a:cubicBezTo>
                      <a:cubicBezTo>
                        <a:pt x="27622" y="130112"/>
                        <a:pt x="26765" y="131350"/>
                        <a:pt x="25146" y="132017"/>
                      </a:cubicBezTo>
                      <a:cubicBezTo>
                        <a:pt x="25146" y="133445"/>
                        <a:pt x="24670" y="134493"/>
                        <a:pt x="23813" y="135160"/>
                      </a:cubicBezTo>
                      <a:lnTo>
                        <a:pt x="6191" y="134398"/>
                      </a:lnTo>
                      <a:cubicBezTo>
                        <a:pt x="6191" y="133636"/>
                        <a:pt x="6001" y="133350"/>
                        <a:pt x="5715" y="133350"/>
                      </a:cubicBezTo>
                      <a:cubicBezTo>
                        <a:pt x="5715" y="133350"/>
                        <a:pt x="5334" y="133541"/>
                        <a:pt x="4858" y="133731"/>
                      </a:cubicBezTo>
                      <a:cubicBezTo>
                        <a:pt x="4381" y="134017"/>
                        <a:pt x="4096" y="134112"/>
                        <a:pt x="3905" y="134112"/>
                      </a:cubicBezTo>
                      <a:cubicBezTo>
                        <a:pt x="3524" y="134112"/>
                        <a:pt x="3238" y="133921"/>
                        <a:pt x="3048" y="133445"/>
                      </a:cubicBezTo>
                      <a:cubicBezTo>
                        <a:pt x="1333" y="132302"/>
                        <a:pt x="571" y="130969"/>
                        <a:pt x="571" y="129254"/>
                      </a:cubicBezTo>
                      <a:cubicBezTo>
                        <a:pt x="571" y="128492"/>
                        <a:pt x="857" y="127159"/>
                        <a:pt x="1524" y="125159"/>
                      </a:cubicBezTo>
                      <a:cubicBezTo>
                        <a:pt x="2096" y="123158"/>
                        <a:pt x="2476" y="121634"/>
                        <a:pt x="2476" y="120491"/>
                      </a:cubicBezTo>
                      <a:cubicBezTo>
                        <a:pt x="2476" y="119444"/>
                        <a:pt x="2286" y="118491"/>
                        <a:pt x="1810" y="117634"/>
                      </a:cubicBezTo>
                      <a:cubicBezTo>
                        <a:pt x="1333" y="114776"/>
                        <a:pt x="1143" y="109538"/>
                        <a:pt x="1333" y="102013"/>
                      </a:cubicBezTo>
                      <a:cubicBezTo>
                        <a:pt x="1429" y="95441"/>
                        <a:pt x="1048" y="90297"/>
                        <a:pt x="0" y="86582"/>
                      </a:cubicBezTo>
                      <a:cubicBezTo>
                        <a:pt x="857" y="85344"/>
                        <a:pt x="1333" y="83820"/>
                        <a:pt x="1333" y="81915"/>
                      </a:cubicBezTo>
                      <a:cubicBezTo>
                        <a:pt x="1333" y="81153"/>
                        <a:pt x="1238" y="79915"/>
                        <a:pt x="1048" y="78296"/>
                      </a:cubicBezTo>
                      <a:cubicBezTo>
                        <a:pt x="762" y="76676"/>
                        <a:pt x="667" y="75533"/>
                        <a:pt x="667" y="74676"/>
                      </a:cubicBezTo>
                      <a:cubicBezTo>
                        <a:pt x="667" y="72485"/>
                        <a:pt x="1333" y="70580"/>
                        <a:pt x="2667" y="69152"/>
                      </a:cubicBezTo>
                      <a:cubicBezTo>
                        <a:pt x="952" y="62675"/>
                        <a:pt x="286" y="55245"/>
                        <a:pt x="476" y="46958"/>
                      </a:cubicBezTo>
                      <a:lnTo>
                        <a:pt x="1333" y="46958"/>
                      </a:lnTo>
                      <a:cubicBezTo>
                        <a:pt x="1143" y="46101"/>
                        <a:pt x="1048" y="45053"/>
                        <a:pt x="1048" y="43720"/>
                      </a:cubicBezTo>
                      <a:cubicBezTo>
                        <a:pt x="1048" y="42577"/>
                        <a:pt x="1143" y="40862"/>
                        <a:pt x="1429" y="38576"/>
                      </a:cubicBezTo>
                      <a:cubicBezTo>
                        <a:pt x="1714" y="36195"/>
                        <a:pt x="1810" y="34481"/>
                        <a:pt x="1810" y="33242"/>
                      </a:cubicBezTo>
                      <a:cubicBezTo>
                        <a:pt x="1810" y="30766"/>
                        <a:pt x="1333" y="28670"/>
                        <a:pt x="476" y="26861"/>
                      </a:cubicBezTo>
                      <a:cubicBezTo>
                        <a:pt x="1810" y="26861"/>
                        <a:pt x="3238" y="26194"/>
                        <a:pt x="4858" y="25146"/>
                      </a:cubicBezTo>
                      <a:cubicBezTo>
                        <a:pt x="4953" y="25527"/>
                        <a:pt x="5524" y="25718"/>
                        <a:pt x="6382" y="25718"/>
                      </a:cubicBezTo>
                      <a:cubicBezTo>
                        <a:pt x="7239" y="25718"/>
                        <a:pt x="7906" y="26003"/>
                        <a:pt x="8382" y="26289"/>
                      </a:cubicBezTo>
                      <a:lnTo>
                        <a:pt x="9715" y="24479"/>
                      </a:lnTo>
                      <a:cubicBezTo>
                        <a:pt x="9430" y="25432"/>
                        <a:pt x="9430" y="26289"/>
                        <a:pt x="10001" y="27242"/>
                      </a:cubicBezTo>
                      <a:cubicBezTo>
                        <a:pt x="10573" y="28194"/>
                        <a:pt x="11335" y="28480"/>
                        <a:pt x="12382" y="28194"/>
                      </a:cubicBezTo>
                      <a:cubicBezTo>
                        <a:pt x="13430" y="27051"/>
                        <a:pt x="13906" y="26099"/>
                        <a:pt x="13906" y="25146"/>
                      </a:cubicBezTo>
                      <a:cubicBezTo>
                        <a:pt x="13906" y="23622"/>
                        <a:pt x="12192" y="22098"/>
                        <a:pt x="8667" y="20669"/>
                      </a:cubicBezTo>
                      <a:cubicBezTo>
                        <a:pt x="5239" y="19241"/>
                        <a:pt x="3334" y="18383"/>
                        <a:pt x="3143" y="17907"/>
                      </a:cubicBezTo>
                      <a:cubicBezTo>
                        <a:pt x="3619" y="18002"/>
                        <a:pt x="4000" y="18098"/>
                        <a:pt x="4477" y="18098"/>
                      </a:cubicBezTo>
                      <a:cubicBezTo>
                        <a:pt x="5334" y="18098"/>
                        <a:pt x="7715" y="17145"/>
                        <a:pt x="11525" y="15240"/>
                      </a:cubicBezTo>
                      <a:cubicBezTo>
                        <a:pt x="11144" y="14573"/>
                        <a:pt x="10763" y="14192"/>
                        <a:pt x="10382" y="14192"/>
                      </a:cubicBezTo>
                      <a:cubicBezTo>
                        <a:pt x="10192" y="14192"/>
                        <a:pt x="9811" y="14383"/>
                        <a:pt x="9239" y="14669"/>
                      </a:cubicBezTo>
                      <a:cubicBezTo>
                        <a:pt x="8667" y="15050"/>
                        <a:pt x="8191" y="15145"/>
                        <a:pt x="7906" y="15145"/>
                      </a:cubicBezTo>
                      <a:cubicBezTo>
                        <a:pt x="8287" y="14954"/>
                        <a:pt x="8382" y="14288"/>
                        <a:pt x="8382" y="13240"/>
                      </a:cubicBezTo>
                      <a:cubicBezTo>
                        <a:pt x="5429" y="11335"/>
                        <a:pt x="3048" y="10763"/>
                        <a:pt x="1333" y="11430"/>
                      </a:cubicBezTo>
                      <a:lnTo>
                        <a:pt x="1333" y="3524"/>
                      </a:lnTo>
                      <a:lnTo>
                        <a:pt x="29718" y="2667"/>
                      </a:lnTo>
                      <a:cubicBezTo>
                        <a:pt x="31147" y="5525"/>
                        <a:pt x="32575" y="8573"/>
                        <a:pt x="34004" y="11430"/>
                      </a:cubicBezTo>
                      <a:cubicBezTo>
                        <a:pt x="35433" y="14383"/>
                        <a:pt x="35909" y="17621"/>
                        <a:pt x="35623" y="21050"/>
                      </a:cubicBezTo>
                      <a:cubicBezTo>
                        <a:pt x="36385" y="20193"/>
                        <a:pt x="37052" y="19717"/>
                        <a:pt x="37624" y="19717"/>
                      </a:cubicBezTo>
                      <a:cubicBezTo>
                        <a:pt x="38100" y="19717"/>
                        <a:pt x="38576" y="20384"/>
                        <a:pt x="39148" y="21622"/>
                      </a:cubicBezTo>
                      <a:cubicBezTo>
                        <a:pt x="39719" y="22860"/>
                        <a:pt x="40291" y="23717"/>
                        <a:pt x="40862" y="24194"/>
                      </a:cubicBezTo>
                      <a:cubicBezTo>
                        <a:pt x="40672" y="24956"/>
                        <a:pt x="40576" y="25718"/>
                        <a:pt x="40576" y="26384"/>
                      </a:cubicBezTo>
                      <a:cubicBezTo>
                        <a:pt x="40576" y="27813"/>
                        <a:pt x="41624" y="29528"/>
                        <a:pt x="43720" y="31528"/>
                      </a:cubicBezTo>
                      <a:cubicBezTo>
                        <a:pt x="45815" y="33528"/>
                        <a:pt x="46863" y="35338"/>
                        <a:pt x="46672" y="37148"/>
                      </a:cubicBezTo>
                      <a:cubicBezTo>
                        <a:pt x="47149" y="38005"/>
                        <a:pt x="49339" y="42101"/>
                        <a:pt x="53245" y="49435"/>
                      </a:cubicBezTo>
                      <a:cubicBezTo>
                        <a:pt x="53245" y="52483"/>
                        <a:pt x="53721" y="54388"/>
                        <a:pt x="54578" y="55340"/>
                      </a:cubicBezTo>
                      <a:cubicBezTo>
                        <a:pt x="54959" y="55150"/>
                        <a:pt x="55435" y="54959"/>
                        <a:pt x="55721" y="54959"/>
                      </a:cubicBezTo>
                      <a:cubicBezTo>
                        <a:pt x="56292" y="54959"/>
                        <a:pt x="56579" y="55436"/>
                        <a:pt x="56674" y="56293"/>
                      </a:cubicBezTo>
                      <a:cubicBezTo>
                        <a:pt x="56769" y="57531"/>
                        <a:pt x="56864" y="58198"/>
                        <a:pt x="57055" y="58484"/>
                      </a:cubicBezTo>
                      <a:cubicBezTo>
                        <a:pt x="57721" y="58865"/>
                        <a:pt x="58864" y="60579"/>
                        <a:pt x="60579" y="63532"/>
                      </a:cubicBezTo>
                      <a:cubicBezTo>
                        <a:pt x="61913" y="65627"/>
                        <a:pt x="63532" y="66770"/>
                        <a:pt x="65437" y="66961"/>
                      </a:cubicBezTo>
                      <a:cubicBezTo>
                        <a:pt x="65246" y="67723"/>
                        <a:pt x="65627" y="68580"/>
                        <a:pt x="66770" y="69437"/>
                      </a:cubicBezTo>
                      <a:lnTo>
                        <a:pt x="68580" y="67437"/>
                      </a:lnTo>
                      <a:lnTo>
                        <a:pt x="68104" y="43434"/>
                      </a:lnTo>
                      <a:cubicBezTo>
                        <a:pt x="68866" y="42863"/>
                        <a:pt x="69247" y="42291"/>
                        <a:pt x="69247" y="41720"/>
                      </a:cubicBezTo>
                      <a:cubicBezTo>
                        <a:pt x="69247" y="41243"/>
                        <a:pt x="68866" y="40577"/>
                        <a:pt x="68104" y="39529"/>
                      </a:cubicBezTo>
                      <a:cubicBezTo>
                        <a:pt x="67342" y="38481"/>
                        <a:pt x="67056" y="37719"/>
                        <a:pt x="67056" y="37148"/>
                      </a:cubicBezTo>
                      <a:cubicBezTo>
                        <a:pt x="67056" y="36386"/>
                        <a:pt x="67532" y="35624"/>
                        <a:pt x="68580" y="34957"/>
                      </a:cubicBezTo>
                      <a:cubicBezTo>
                        <a:pt x="67723" y="32480"/>
                        <a:pt x="67246" y="29813"/>
                        <a:pt x="67246" y="27051"/>
                      </a:cubicBezTo>
                      <a:cubicBezTo>
                        <a:pt x="67246" y="25051"/>
                        <a:pt x="67532" y="22193"/>
                        <a:pt x="68104" y="18479"/>
                      </a:cubicBezTo>
                      <a:cubicBezTo>
                        <a:pt x="68675" y="14764"/>
                        <a:pt x="68961" y="12097"/>
                        <a:pt x="68961" y="10382"/>
                      </a:cubicBezTo>
                      <a:cubicBezTo>
                        <a:pt x="68961" y="9049"/>
                        <a:pt x="68866" y="7715"/>
                        <a:pt x="68580" y="6477"/>
                      </a:cubicBezTo>
                      <a:cubicBezTo>
                        <a:pt x="69818" y="6477"/>
                        <a:pt x="70961" y="5334"/>
                        <a:pt x="72104" y="2953"/>
                      </a:cubicBezTo>
                      <a:cubicBezTo>
                        <a:pt x="73152" y="953"/>
                        <a:pt x="74485" y="191"/>
                        <a:pt x="76295" y="571"/>
                      </a:cubicBezTo>
                      <a:lnTo>
                        <a:pt x="79153" y="571"/>
                      </a:lnTo>
                      <a:cubicBezTo>
                        <a:pt x="80296" y="571"/>
                        <a:pt x="81820" y="571"/>
                        <a:pt x="83820" y="286"/>
                      </a:cubicBezTo>
                      <a:cubicBezTo>
                        <a:pt x="85820" y="95"/>
                        <a:pt x="87344" y="0"/>
                        <a:pt x="88392" y="0"/>
                      </a:cubicBezTo>
                      <a:cubicBezTo>
                        <a:pt x="90583" y="0"/>
                        <a:pt x="92488" y="667"/>
                        <a:pt x="93916" y="2000"/>
                      </a:cubicBezTo>
                      <a:cubicBezTo>
                        <a:pt x="94583" y="9620"/>
                        <a:pt x="94964" y="18955"/>
                        <a:pt x="94964" y="30004"/>
                      </a:cubicBezTo>
                      <a:cubicBezTo>
                        <a:pt x="94964" y="34481"/>
                        <a:pt x="94964" y="41338"/>
                        <a:pt x="94774" y="50578"/>
                      </a:cubicBezTo>
                      <a:cubicBezTo>
                        <a:pt x="94679" y="59912"/>
                        <a:pt x="94583" y="66770"/>
                        <a:pt x="94583" y="71438"/>
                      </a:cubicBezTo>
                      <a:cubicBezTo>
                        <a:pt x="94583" y="80963"/>
                        <a:pt x="94774" y="89154"/>
                        <a:pt x="95250" y="95917"/>
                      </a:cubicBezTo>
                      <a:close/>
                      <a:moveTo>
                        <a:pt x="1238" y="20003"/>
                      </a:moveTo>
                      <a:lnTo>
                        <a:pt x="3048" y="21908"/>
                      </a:lnTo>
                      <a:lnTo>
                        <a:pt x="3048" y="23717"/>
                      </a:lnTo>
                      <a:lnTo>
                        <a:pt x="1238" y="20003"/>
                      </a:lnTo>
                      <a:close/>
                      <a:moveTo>
                        <a:pt x="4477" y="23717"/>
                      </a:moveTo>
                      <a:cubicBezTo>
                        <a:pt x="4477" y="23717"/>
                        <a:pt x="4763" y="24670"/>
                        <a:pt x="4763" y="25241"/>
                      </a:cubicBezTo>
                      <a:cubicBezTo>
                        <a:pt x="4572" y="24765"/>
                        <a:pt x="4477" y="24289"/>
                        <a:pt x="4477" y="23717"/>
                      </a:cubicBezTo>
                      <a:close/>
                      <a:moveTo>
                        <a:pt x="6953" y="21908"/>
                      </a:moveTo>
                      <a:lnTo>
                        <a:pt x="6953" y="23717"/>
                      </a:lnTo>
                      <a:lnTo>
                        <a:pt x="4953" y="21336"/>
                      </a:lnTo>
                      <a:lnTo>
                        <a:pt x="6953" y="21812"/>
                      </a:lnTo>
                      <a:close/>
                      <a:moveTo>
                        <a:pt x="5810" y="14859"/>
                      </a:moveTo>
                      <a:cubicBezTo>
                        <a:pt x="6953" y="14859"/>
                        <a:pt x="7620" y="15050"/>
                        <a:pt x="7810" y="15335"/>
                      </a:cubicBezTo>
                      <a:lnTo>
                        <a:pt x="6953" y="15812"/>
                      </a:lnTo>
                      <a:lnTo>
                        <a:pt x="5810" y="14764"/>
                      </a:lnTo>
                      <a:close/>
                      <a:moveTo>
                        <a:pt x="14192" y="15335"/>
                      </a:moveTo>
                      <a:lnTo>
                        <a:pt x="13811" y="14954"/>
                      </a:lnTo>
                      <a:lnTo>
                        <a:pt x="12478" y="12763"/>
                      </a:lnTo>
                      <a:cubicBezTo>
                        <a:pt x="12001" y="12002"/>
                        <a:pt x="11239" y="11621"/>
                        <a:pt x="10096" y="11621"/>
                      </a:cubicBezTo>
                      <a:cubicBezTo>
                        <a:pt x="10573" y="11906"/>
                        <a:pt x="11811" y="12954"/>
                        <a:pt x="13811" y="14954"/>
                      </a:cubicBezTo>
                      <a:lnTo>
                        <a:pt x="14192" y="15335"/>
                      </a:lnTo>
                      <a:close/>
                      <a:moveTo>
                        <a:pt x="16192" y="24575"/>
                      </a:moveTo>
                      <a:lnTo>
                        <a:pt x="18669" y="24575"/>
                      </a:lnTo>
                      <a:cubicBezTo>
                        <a:pt x="18002" y="24289"/>
                        <a:pt x="17145" y="24289"/>
                        <a:pt x="16192" y="24575"/>
                      </a:cubicBezTo>
                      <a:lnTo>
                        <a:pt x="14668" y="24575"/>
                      </a:lnTo>
                      <a:lnTo>
                        <a:pt x="15145" y="25908"/>
                      </a:lnTo>
                      <a:cubicBezTo>
                        <a:pt x="15145" y="25908"/>
                        <a:pt x="15240" y="26479"/>
                        <a:pt x="15526" y="26956"/>
                      </a:cubicBezTo>
                      <a:lnTo>
                        <a:pt x="15145" y="25908"/>
                      </a:lnTo>
                      <a:cubicBezTo>
                        <a:pt x="15145" y="25241"/>
                        <a:pt x="15526" y="24765"/>
                        <a:pt x="16192" y="24575"/>
                      </a:cubicBezTo>
                      <a:close/>
                      <a:moveTo>
                        <a:pt x="18669" y="104299"/>
                      </a:moveTo>
                      <a:lnTo>
                        <a:pt x="18669" y="99727"/>
                      </a:lnTo>
                      <a:lnTo>
                        <a:pt x="18002" y="99727"/>
                      </a:lnTo>
                      <a:lnTo>
                        <a:pt x="18002" y="104299"/>
                      </a:lnTo>
                      <a:lnTo>
                        <a:pt x="18669" y="104299"/>
                      </a:lnTo>
                      <a:close/>
                      <a:moveTo>
                        <a:pt x="21526" y="26956"/>
                      </a:moveTo>
                      <a:cubicBezTo>
                        <a:pt x="21526" y="26956"/>
                        <a:pt x="22098" y="27432"/>
                        <a:pt x="22479" y="27813"/>
                      </a:cubicBezTo>
                      <a:lnTo>
                        <a:pt x="21526" y="26956"/>
                      </a:lnTo>
                      <a:cubicBezTo>
                        <a:pt x="21526" y="26289"/>
                        <a:pt x="21241" y="25241"/>
                        <a:pt x="20669" y="23813"/>
                      </a:cubicBezTo>
                      <a:cubicBezTo>
                        <a:pt x="20098" y="24194"/>
                        <a:pt x="19812" y="24670"/>
                        <a:pt x="19812" y="25146"/>
                      </a:cubicBezTo>
                      <a:cubicBezTo>
                        <a:pt x="19812" y="25718"/>
                        <a:pt x="20383" y="26289"/>
                        <a:pt x="21526" y="26956"/>
                      </a:cubicBezTo>
                      <a:close/>
                      <a:moveTo>
                        <a:pt x="22003" y="31718"/>
                      </a:moveTo>
                      <a:lnTo>
                        <a:pt x="25241" y="31718"/>
                      </a:lnTo>
                      <a:lnTo>
                        <a:pt x="23050" y="29813"/>
                      </a:lnTo>
                      <a:lnTo>
                        <a:pt x="22003" y="31718"/>
                      </a:lnTo>
                      <a:close/>
                      <a:moveTo>
                        <a:pt x="53054" y="135255"/>
                      </a:moveTo>
                      <a:cubicBezTo>
                        <a:pt x="53816" y="135065"/>
                        <a:pt x="54673" y="135255"/>
                        <a:pt x="55626" y="135827"/>
                      </a:cubicBezTo>
                      <a:lnTo>
                        <a:pt x="53626" y="137255"/>
                      </a:lnTo>
                      <a:lnTo>
                        <a:pt x="53054" y="135255"/>
                      </a:lnTo>
                      <a:close/>
                      <a:moveTo>
                        <a:pt x="66675" y="142494"/>
                      </a:moveTo>
                      <a:lnTo>
                        <a:pt x="66675" y="139922"/>
                      </a:lnTo>
                      <a:lnTo>
                        <a:pt x="67342" y="139922"/>
                      </a:lnTo>
                      <a:cubicBezTo>
                        <a:pt x="67437" y="140589"/>
                        <a:pt x="67342" y="141446"/>
                        <a:pt x="66675" y="142494"/>
                      </a:cubicBezTo>
                      <a:close/>
                      <a:moveTo>
                        <a:pt x="73057" y="114586"/>
                      </a:moveTo>
                      <a:cubicBezTo>
                        <a:pt x="71818" y="115253"/>
                        <a:pt x="71152" y="115919"/>
                        <a:pt x="71152" y="116586"/>
                      </a:cubicBezTo>
                      <a:cubicBezTo>
                        <a:pt x="71152" y="117062"/>
                        <a:pt x="71438" y="117729"/>
                        <a:pt x="72199" y="118682"/>
                      </a:cubicBezTo>
                      <a:cubicBezTo>
                        <a:pt x="72961" y="119634"/>
                        <a:pt x="73247" y="120301"/>
                        <a:pt x="73247" y="120777"/>
                      </a:cubicBezTo>
                      <a:lnTo>
                        <a:pt x="73247" y="121158"/>
                      </a:lnTo>
                      <a:cubicBezTo>
                        <a:pt x="73247" y="121158"/>
                        <a:pt x="73057" y="121539"/>
                        <a:pt x="73057" y="121634"/>
                      </a:cubicBezTo>
                      <a:cubicBezTo>
                        <a:pt x="73057" y="121444"/>
                        <a:pt x="73247" y="121158"/>
                        <a:pt x="73247" y="120777"/>
                      </a:cubicBezTo>
                      <a:cubicBezTo>
                        <a:pt x="73247" y="120396"/>
                        <a:pt x="73533" y="119825"/>
                        <a:pt x="73819" y="118967"/>
                      </a:cubicBezTo>
                      <a:cubicBezTo>
                        <a:pt x="74104" y="118205"/>
                        <a:pt x="74390" y="117538"/>
                        <a:pt x="74390" y="117158"/>
                      </a:cubicBezTo>
                      <a:cubicBezTo>
                        <a:pt x="74390" y="116396"/>
                        <a:pt x="73914" y="115538"/>
                        <a:pt x="73057" y="114681"/>
                      </a:cubicBezTo>
                      <a:close/>
                      <a:moveTo>
                        <a:pt x="73057" y="129350"/>
                      </a:moveTo>
                      <a:cubicBezTo>
                        <a:pt x="74200" y="128492"/>
                        <a:pt x="74581" y="127635"/>
                        <a:pt x="74390" y="126968"/>
                      </a:cubicBezTo>
                      <a:cubicBezTo>
                        <a:pt x="74104" y="126206"/>
                        <a:pt x="73723" y="125921"/>
                        <a:pt x="73057" y="126111"/>
                      </a:cubicBezTo>
                      <a:cubicBezTo>
                        <a:pt x="72295" y="126778"/>
                        <a:pt x="72104" y="127445"/>
                        <a:pt x="72295" y="128111"/>
                      </a:cubicBezTo>
                      <a:cubicBezTo>
                        <a:pt x="72771" y="129254"/>
                        <a:pt x="73057" y="129731"/>
                        <a:pt x="73057" y="129445"/>
                      </a:cubicBezTo>
                      <a:lnTo>
                        <a:pt x="73533" y="129921"/>
                      </a:lnTo>
                      <a:cubicBezTo>
                        <a:pt x="74104" y="130493"/>
                        <a:pt x="74390" y="130969"/>
                        <a:pt x="74390" y="131254"/>
                      </a:cubicBezTo>
                      <a:cubicBezTo>
                        <a:pt x="74390" y="130874"/>
                        <a:pt x="74390" y="130493"/>
                        <a:pt x="73819" y="130112"/>
                      </a:cubicBezTo>
                      <a:cubicBezTo>
                        <a:pt x="73438" y="129731"/>
                        <a:pt x="73057" y="129445"/>
                        <a:pt x="72961" y="129159"/>
                      </a:cubicBezTo>
                      <a:close/>
                      <a:moveTo>
                        <a:pt x="87344" y="43244"/>
                      </a:moveTo>
                      <a:lnTo>
                        <a:pt x="90678" y="45053"/>
                      </a:lnTo>
                      <a:lnTo>
                        <a:pt x="88868" y="42767"/>
                      </a:lnTo>
                      <a:lnTo>
                        <a:pt x="89916" y="41434"/>
                      </a:lnTo>
                      <a:lnTo>
                        <a:pt x="83344" y="38767"/>
                      </a:lnTo>
                      <a:cubicBezTo>
                        <a:pt x="84201" y="39148"/>
                        <a:pt x="84677" y="39624"/>
                        <a:pt x="84677" y="40291"/>
                      </a:cubicBezTo>
                      <a:cubicBezTo>
                        <a:pt x="84677" y="40958"/>
                        <a:pt x="84201" y="41529"/>
                        <a:pt x="83344" y="42005"/>
                      </a:cubicBezTo>
                      <a:cubicBezTo>
                        <a:pt x="82963" y="41243"/>
                        <a:pt x="82582" y="40862"/>
                        <a:pt x="82010" y="40862"/>
                      </a:cubicBezTo>
                      <a:cubicBezTo>
                        <a:pt x="81724" y="40862"/>
                        <a:pt x="81153" y="40958"/>
                        <a:pt x="80486" y="41243"/>
                      </a:cubicBezTo>
                      <a:cubicBezTo>
                        <a:pt x="79819" y="41529"/>
                        <a:pt x="79343" y="41624"/>
                        <a:pt x="78962" y="41624"/>
                      </a:cubicBezTo>
                      <a:cubicBezTo>
                        <a:pt x="78486" y="41624"/>
                        <a:pt x="78105" y="41434"/>
                        <a:pt x="77819" y="41148"/>
                      </a:cubicBezTo>
                      <a:lnTo>
                        <a:pt x="78296" y="40291"/>
                      </a:lnTo>
                      <a:lnTo>
                        <a:pt x="72580" y="41624"/>
                      </a:lnTo>
                      <a:lnTo>
                        <a:pt x="75724" y="41624"/>
                      </a:lnTo>
                      <a:cubicBezTo>
                        <a:pt x="76867" y="41529"/>
                        <a:pt x="77724" y="42005"/>
                        <a:pt x="78486" y="43053"/>
                      </a:cubicBezTo>
                      <a:cubicBezTo>
                        <a:pt x="79248" y="44101"/>
                        <a:pt x="79629" y="45053"/>
                        <a:pt x="79629" y="45911"/>
                      </a:cubicBezTo>
                      <a:lnTo>
                        <a:pt x="80105" y="45244"/>
                      </a:lnTo>
                      <a:cubicBezTo>
                        <a:pt x="80105" y="45244"/>
                        <a:pt x="80963" y="45244"/>
                        <a:pt x="81248" y="45625"/>
                      </a:cubicBezTo>
                      <a:cubicBezTo>
                        <a:pt x="81820" y="46292"/>
                        <a:pt x="82105" y="46673"/>
                        <a:pt x="82296" y="46673"/>
                      </a:cubicBezTo>
                      <a:lnTo>
                        <a:pt x="82296" y="44101"/>
                      </a:lnTo>
                      <a:cubicBezTo>
                        <a:pt x="82201" y="43148"/>
                        <a:pt x="82486" y="42386"/>
                        <a:pt x="83248" y="42101"/>
                      </a:cubicBezTo>
                      <a:cubicBezTo>
                        <a:pt x="84010" y="42672"/>
                        <a:pt x="84487" y="42958"/>
                        <a:pt x="84582" y="42958"/>
                      </a:cubicBezTo>
                      <a:cubicBezTo>
                        <a:pt x="84582" y="41815"/>
                        <a:pt x="84867" y="41243"/>
                        <a:pt x="85439" y="41148"/>
                      </a:cubicBezTo>
                      <a:cubicBezTo>
                        <a:pt x="85915" y="40958"/>
                        <a:pt x="86677" y="41243"/>
                        <a:pt x="87916" y="42196"/>
                      </a:cubicBezTo>
                      <a:cubicBezTo>
                        <a:pt x="88011" y="42482"/>
                        <a:pt x="87916" y="42958"/>
                        <a:pt x="87249" y="43529"/>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 name="Google Shape;1448;p99"/>
                <p:cNvSpPr/>
                <p:nvPr/>
              </p:nvSpPr>
              <p:spPr>
                <a:xfrm>
                  <a:off x="6063519" y="4067079"/>
                  <a:ext cx="105917" cy="143256"/>
                </a:xfrm>
                <a:custGeom>
                  <a:avLst/>
                  <a:gdLst/>
                  <a:ahLst/>
                  <a:cxnLst/>
                  <a:rect l="l" t="t" r="r" b="b"/>
                  <a:pathLst>
                    <a:path w="105917" h="143256" extrusionOk="0">
                      <a:moveTo>
                        <a:pt x="2000" y="143256"/>
                      </a:moveTo>
                      <a:lnTo>
                        <a:pt x="0" y="141923"/>
                      </a:lnTo>
                      <a:lnTo>
                        <a:pt x="2000" y="142399"/>
                      </a:lnTo>
                      <a:lnTo>
                        <a:pt x="2000" y="143256"/>
                      </a:lnTo>
                      <a:close/>
                      <a:moveTo>
                        <a:pt x="103346" y="54959"/>
                      </a:moveTo>
                      <a:cubicBezTo>
                        <a:pt x="102965" y="56198"/>
                        <a:pt x="103346" y="57436"/>
                        <a:pt x="104299" y="58769"/>
                      </a:cubicBezTo>
                      <a:cubicBezTo>
                        <a:pt x="105251" y="60103"/>
                        <a:pt x="105728" y="61055"/>
                        <a:pt x="105728" y="61436"/>
                      </a:cubicBezTo>
                      <a:cubicBezTo>
                        <a:pt x="105728" y="62198"/>
                        <a:pt x="105251" y="63151"/>
                        <a:pt x="104394" y="64199"/>
                      </a:cubicBezTo>
                      <a:cubicBezTo>
                        <a:pt x="104965" y="68675"/>
                        <a:pt x="105251" y="73438"/>
                        <a:pt x="105251" y="78581"/>
                      </a:cubicBezTo>
                      <a:cubicBezTo>
                        <a:pt x="105251" y="83725"/>
                        <a:pt x="104965" y="88487"/>
                        <a:pt x="104394" y="93154"/>
                      </a:cubicBezTo>
                      <a:cubicBezTo>
                        <a:pt x="102203" y="93821"/>
                        <a:pt x="101251" y="94869"/>
                        <a:pt x="101251" y="96298"/>
                      </a:cubicBezTo>
                      <a:cubicBezTo>
                        <a:pt x="101251" y="96774"/>
                        <a:pt x="101346" y="97536"/>
                        <a:pt x="101727" y="98679"/>
                      </a:cubicBezTo>
                      <a:cubicBezTo>
                        <a:pt x="102013" y="99822"/>
                        <a:pt x="102203" y="100679"/>
                        <a:pt x="102203" y="101346"/>
                      </a:cubicBezTo>
                      <a:cubicBezTo>
                        <a:pt x="102203" y="101918"/>
                        <a:pt x="102108" y="102394"/>
                        <a:pt x="101918" y="102870"/>
                      </a:cubicBezTo>
                      <a:lnTo>
                        <a:pt x="102584" y="107537"/>
                      </a:lnTo>
                      <a:cubicBezTo>
                        <a:pt x="101155" y="108299"/>
                        <a:pt x="100013" y="109823"/>
                        <a:pt x="99155" y="112014"/>
                      </a:cubicBezTo>
                      <a:cubicBezTo>
                        <a:pt x="98298" y="114205"/>
                        <a:pt x="97631" y="116300"/>
                        <a:pt x="96964" y="118301"/>
                      </a:cubicBezTo>
                      <a:cubicBezTo>
                        <a:pt x="94774" y="119253"/>
                        <a:pt x="91345" y="121634"/>
                        <a:pt x="86392" y="125730"/>
                      </a:cubicBezTo>
                      <a:lnTo>
                        <a:pt x="88297" y="127540"/>
                      </a:lnTo>
                      <a:cubicBezTo>
                        <a:pt x="82105" y="127826"/>
                        <a:pt x="77629" y="129254"/>
                        <a:pt x="74867" y="132112"/>
                      </a:cubicBezTo>
                      <a:cubicBezTo>
                        <a:pt x="74390" y="132112"/>
                        <a:pt x="74009" y="131921"/>
                        <a:pt x="73533" y="131921"/>
                      </a:cubicBezTo>
                      <a:cubicBezTo>
                        <a:pt x="72485" y="131921"/>
                        <a:pt x="71533" y="132398"/>
                        <a:pt x="70771" y="133160"/>
                      </a:cubicBezTo>
                      <a:cubicBezTo>
                        <a:pt x="69913" y="134017"/>
                        <a:pt x="69533" y="134874"/>
                        <a:pt x="69628" y="135922"/>
                      </a:cubicBezTo>
                      <a:cubicBezTo>
                        <a:pt x="68199" y="135065"/>
                        <a:pt x="66580" y="134588"/>
                        <a:pt x="64770" y="134588"/>
                      </a:cubicBezTo>
                      <a:lnTo>
                        <a:pt x="59436" y="134588"/>
                      </a:lnTo>
                      <a:cubicBezTo>
                        <a:pt x="59722" y="133826"/>
                        <a:pt x="59246" y="133160"/>
                        <a:pt x="58388" y="132683"/>
                      </a:cubicBezTo>
                      <a:cubicBezTo>
                        <a:pt x="57436" y="132207"/>
                        <a:pt x="56864" y="131731"/>
                        <a:pt x="56769" y="131159"/>
                      </a:cubicBezTo>
                      <a:cubicBezTo>
                        <a:pt x="55436" y="133255"/>
                        <a:pt x="53435" y="134493"/>
                        <a:pt x="50863" y="134684"/>
                      </a:cubicBezTo>
                      <a:cubicBezTo>
                        <a:pt x="50387" y="134779"/>
                        <a:pt x="48196" y="134684"/>
                        <a:pt x="44291" y="134493"/>
                      </a:cubicBezTo>
                      <a:cubicBezTo>
                        <a:pt x="41434" y="133350"/>
                        <a:pt x="38576" y="132207"/>
                        <a:pt x="35719" y="130969"/>
                      </a:cubicBezTo>
                      <a:cubicBezTo>
                        <a:pt x="32385" y="129540"/>
                        <a:pt x="29813" y="127921"/>
                        <a:pt x="28004" y="126111"/>
                      </a:cubicBezTo>
                      <a:cubicBezTo>
                        <a:pt x="27337" y="126873"/>
                        <a:pt x="25908" y="126683"/>
                        <a:pt x="23813" y="125635"/>
                      </a:cubicBezTo>
                      <a:cubicBezTo>
                        <a:pt x="21146" y="122301"/>
                        <a:pt x="18383" y="118872"/>
                        <a:pt x="15621" y="115348"/>
                      </a:cubicBezTo>
                      <a:cubicBezTo>
                        <a:pt x="12668" y="111347"/>
                        <a:pt x="11049" y="107633"/>
                        <a:pt x="10763" y="104108"/>
                      </a:cubicBezTo>
                      <a:cubicBezTo>
                        <a:pt x="9239" y="102203"/>
                        <a:pt x="8477" y="99441"/>
                        <a:pt x="8572" y="95821"/>
                      </a:cubicBezTo>
                      <a:cubicBezTo>
                        <a:pt x="8668" y="90583"/>
                        <a:pt x="8668" y="87630"/>
                        <a:pt x="8572" y="87154"/>
                      </a:cubicBezTo>
                      <a:cubicBezTo>
                        <a:pt x="8477" y="86392"/>
                        <a:pt x="8382" y="85535"/>
                        <a:pt x="8382" y="84677"/>
                      </a:cubicBezTo>
                      <a:cubicBezTo>
                        <a:pt x="8382" y="83439"/>
                        <a:pt x="8572" y="81534"/>
                        <a:pt x="8858" y="79058"/>
                      </a:cubicBezTo>
                      <a:cubicBezTo>
                        <a:pt x="9239" y="76581"/>
                        <a:pt x="9335" y="74581"/>
                        <a:pt x="9335" y="73247"/>
                      </a:cubicBezTo>
                      <a:cubicBezTo>
                        <a:pt x="9335" y="70866"/>
                        <a:pt x="8858" y="68866"/>
                        <a:pt x="8001" y="67246"/>
                      </a:cubicBezTo>
                      <a:cubicBezTo>
                        <a:pt x="9144" y="66770"/>
                        <a:pt x="9430" y="65913"/>
                        <a:pt x="8954" y="64770"/>
                      </a:cubicBezTo>
                      <a:cubicBezTo>
                        <a:pt x="8477" y="63532"/>
                        <a:pt x="8572" y="62675"/>
                        <a:pt x="9335" y="62103"/>
                      </a:cubicBezTo>
                      <a:cubicBezTo>
                        <a:pt x="8668" y="56579"/>
                        <a:pt x="8287" y="52007"/>
                        <a:pt x="8287" y="48387"/>
                      </a:cubicBezTo>
                      <a:cubicBezTo>
                        <a:pt x="8287" y="41720"/>
                        <a:pt x="9239" y="36195"/>
                        <a:pt x="11144" y="31623"/>
                      </a:cubicBezTo>
                      <a:cubicBezTo>
                        <a:pt x="12002" y="27813"/>
                        <a:pt x="12763" y="25337"/>
                        <a:pt x="13335" y="24098"/>
                      </a:cubicBezTo>
                      <a:cubicBezTo>
                        <a:pt x="14669" y="21431"/>
                        <a:pt x="16573" y="19812"/>
                        <a:pt x="19050" y="19241"/>
                      </a:cubicBezTo>
                      <a:cubicBezTo>
                        <a:pt x="20479" y="15335"/>
                        <a:pt x="23717" y="11906"/>
                        <a:pt x="28765" y="9049"/>
                      </a:cubicBezTo>
                      <a:lnTo>
                        <a:pt x="27908" y="8573"/>
                      </a:lnTo>
                      <a:cubicBezTo>
                        <a:pt x="29432" y="8192"/>
                        <a:pt x="31718" y="7049"/>
                        <a:pt x="34576" y="4858"/>
                      </a:cubicBezTo>
                      <a:cubicBezTo>
                        <a:pt x="37052" y="3048"/>
                        <a:pt x="39434" y="2286"/>
                        <a:pt x="41624" y="2477"/>
                      </a:cubicBezTo>
                      <a:cubicBezTo>
                        <a:pt x="41624" y="762"/>
                        <a:pt x="42291" y="0"/>
                        <a:pt x="43625" y="0"/>
                      </a:cubicBezTo>
                      <a:cubicBezTo>
                        <a:pt x="44101" y="0"/>
                        <a:pt x="44863" y="95"/>
                        <a:pt x="46101" y="476"/>
                      </a:cubicBezTo>
                      <a:cubicBezTo>
                        <a:pt x="47339" y="762"/>
                        <a:pt x="48196" y="857"/>
                        <a:pt x="48673" y="762"/>
                      </a:cubicBezTo>
                      <a:cubicBezTo>
                        <a:pt x="50483" y="3334"/>
                        <a:pt x="52769" y="4572"/>
                        <a:pt x="55721" y="4572"/>
                      </a:cubicBezTo>
                      <a:cubicBezTo>
                        <a:pt x="57055" y="4572"/>
                        <a:pt x="59341" y="4096"/>
                        <a:pt x="62484" y="3238"/>
                      </a:cubicBezTo>
                      <a:cubicBezTo>
                        <a:pt x="64865" y="3905"/>
                        <a:pt x="67723" y="3905"/>
                        <a:pt x="71342" y="3238"/>
                      </a:cubicBezTo>
                      <a:lnTo>
                        <a:pt x="71342" y="3905"/>
                      </a:lnTo>
                      <a:cubicBezTo>
                        <a:pt x="72295" y="3429"/>
                        <a:pt x="73343" y="3238"/>
                        <a:pt x="74390" y="3238"/>
                      </a:cubicBezTo>
                      <a:cubicBezTo>
                        <a:pt x="75819" y="3238"/>
                        <a:pt x="77724" y="4191"/>
                        <a:pt x="79915" y="6001"/>
                      </a:cubicBezTo>
                      <a:cubicBezTo>
                        <a:pt x="82105" y="7906"/>
                        <a:pt x="84106" y="8858"/>
                        <a:pt x="85725" y="9144"/>
                      </a:cubicBezTo>
                      <a:cubicBezTo>
                        <a:pt x="86201" y="10954"/>
                        <a:pt x="87630" y="12763"/>
                        <a:pt x="90011" y="14478"/>
                      </a:cubicBezTo>
                      <a:cubicBezTo>
                        <a:pt x="92393" y="16288"/>
                        <a:pt x="93821" y="17526"/>
                        <a:pt x="94107" y="18383"/>
                      </a:cubicBezTo>
                      <a:cubicBezTo>
                        <a:pt x="95821" y="18383"/>
                        <a:pt x="96869" y="19526"/>
                        <a:pt x="97155" y="21908"/>
                      </a:cubicBezTo>
                      <a:cubicBezTo>
                        <a:pt x="97536" y="24289"/>
                        <a:pt x="98488" y="25432"/>
                        <a:pt x="100013" y="25432"/>
                      </a:cubicBezTo>
                      <a:cubicBezTo>
                        <a:pt x="101251" y="26861"/>
                        <a:pt x="101918" y="28956"/>
                        <a:pt x="101918" y="31623"/>
                      </a:cubicBezTo>
                      <a:lnTo>
                        <a:pt x="101918" y="34004"/>
                      </a:lnTo>
                      <a:cubicBezTo>
                        <a:pt x="101727" y="35147"/>
                        <a:pt x="101727" y="35909"/>
                        <a:pt x="101727" y="36386"/>
                      </a:cubicBezTo>
                      <a:cubicBezTo>
                        <a:pt x="101727" y="39624"/>
                        <a:pt x="102870" y="42005"/>
                        <a:pt x="105251" y="43434"/>
                      </a:cubicBezTo>
                      <a:cubicBezTo>
                        <a:pt x="104775" y="44196"/>
                        <a:pt x="104585" y="45149"/>
                        <a:pt x="104585" y="46101"/>
                      </a:cubicBezTo>
                      <a:cubicBezTo>
                        <a:pt x="104585" y="47054"/>
                        <a:pt x="104775" y="48196"/>
                        <a:pt x="105251" y="49625"/>
                      </a:cubicBezTo>
                      <a:cubicBezTo>
                        <a:pt x="105728" y="51054"/>
                        <a:pt x="105918" y="52102"/>
                        <a:pt x="105918" y="52673"/>
                      </a:cubicBezTo>
                      <a:cubicBezTo>
                        <a:pt x="105918" y="54007"/>
                        <a:pt x="105061" y="54864"/>
                        <a:pt x="103442" y="55150"/>
                      </a:cubicBezTo>
                      <a:close/>
                      <a:moveTo>
                        <a:pt x="85725" y="64199"/>
                      </a:moveTo>
                      <a:cubicBezTo>
                        <a:pt x="86296" y="64199"/>
                        <a:pt x="88868" y="64961"/>
                        <a:pt x="93440" y="66485"/>
                      </a:cubicBezTo>
                      <a:lnTo>
                        <a:pt x="93440" y="62770"/>
                      </a:lnTo>
                      <a:cubicBezTo>
                        <a:pt x="89726" y="61436"/>
                        <a:pt x="88106" y="60770"/>
                        <a:pt x="88392" y="60770"/>
                      </a:cubicBezTo>
                      <a:cubicBezTo>
                        <a:pt x="87630" y="60770"/>
                        <a:pt x="87344" y="61436"/>
                        <a:pt x="87535" y="62770"/>
                      </a:cubicBezTo>
                      <a:lnTo>
                        <a:pt x="85725" y="60770"/>
                      </a:lnTo>
                      <a:lnTo>
                        <a:pt x="84963" y="61246"/>
                      </a:lnTo>
                      <a:cubicBezTo>
                        <a:pt x="84201" y="60008"/>
                        <a:pt x="83058" y="59055"/>
                        <a:pt x="81629" y="58388"/>
                      </a:cubicBezTo>
                      <a:cubicBezTo>
                        <a:pt x="79153" y="57531"/>
                        <a:pt x="77724" y="56960"/>
                        <a:pt x="77438" y="56769"/>
                      </a:cubicBezTo>
                      <a:cubicBezTo>
                        <a:pt x="77914" y="56198"/>
                        <a:pt x="78010" y="55340"/>
                        <a:pt x="77914" y="54102"/>
                      </a:cubicBezTo>
                      <a:lnTo>
                        <a:pt x="77914" y="51054"/>
                      </a:lnTo>
                      <a:cubicBezTo>
                        <a:pt x="77534" y="50483"/>
                        <a:pt x="76295" y="47625"/>
                        <a:pt x="74009" y="42291"/>
                      </a:cubicBezTo>
                      <a:cubicBezTo>
                        <a:pt x="72580" y="38671"/>
                        <a:pt x="71247" y="36386"/>
                        <a:pt x="70009" y="35433"/>
                      </a:cubicBezTo>
                      <a:lnTo>
                        <a:pt x="70866" y="34957"/>
                      </a:lnTo>
                      <a:cubicBezTo>
                        <a:pt x="69628" y="33338"/>
                        <a:pt x="67913" y="32290"/>
                        <a:pt x="65818" y="31623"/>
                      </a:cubicBezTo>
                      <a:cubicBezTo>
                        <a:pt x="63722" y="30956"/>
                        <a:pt x="61722" y="30385"/>
                        <a:pt x="59817" y="29813"/>
                      </a:cubicBezTo>
                      <a:cubicBezTo>
                        <a:pt x="59912" y="28004"/>
                        <a:pt x="59150" y="27146"/>
                        <a:pt x="57626" y="27146"/>
                      </a:cubicBezTo>
                      <a:cubicBezTo>
                        <a:pt x="55531" y="27146"/>
                        <a:pt x="54102" y="28099"/>
                        <a:pt x="53435" y="29813"/>
                      </a:cubicBezTo>
                      <a:cubicBezTo>
                        <a:pt x="52197" y="29909"/>
                        <a:pt x="50578" y="30671"/>
                        <a:pt x="48482" y="32004"/>
                      </a:cubicBezTo>
                      <a:cubicBezTo>
                        <a:pt x="46387" y="33338"/>
                        <a:pt x="44863" y="33909"/>
                        <a:pt x="43720" y="33719"/>
                      </a:cubicBezTo>
                      <a:cubicBezTo>
                        <a:pt x="41529" y="34385"/>
                        <a:pt x="39910" y="36195"/>
                        <a:pt x="39053" y="39243"/>
                      </a:cubicBezTo>
                      <a:cubicBezTo>
                        <a:pt x="38195" y="42577"/>
                        <a:pt x="37052" y="44577"/>
                        <a:pt x="35814" y="45244"/>
                      </a:cubicBezTo>
                      <a:cubicBezTo>
                        <a:pt x="35909" y="46958"/>
                        <a:pt x="35814" y="49149"/>
                        <a:pt x="35433" y="52007"/>
                      </a:cubicBezTo>
                      <a:cubicBezTo>
                        <a:pt x="35052" y="54769"/>
                        <a:pt x="34862" y="56769"/>
                        <a:pt x="34862" y="57912"/>
                      </a:cubicBezTo>
                      <a:cubicBezTo>
                        <a:pt x="34862" y="59817"/>
                        <a:pt x="35243" y="61532"/>
                        <a:pt x="35909" y="62960"/>
                      </a:cubicBezTo>
                      <a:cubicBezTo>
                        <a:pt x="34671" y="63818"/>
                        <a:pt x="34480" y="65627"/>
                        <a:pt x="35433" y="68294"/>
                      </a:cubicBezTo>
                      <a:cubicBezTo>
                        <a:pt x="36195" y="70485"/>
                        <a:pt x="35814" y="71723"/>
                        <a:pt x="34100" y="72009"/>
                      </a:cubicBezTo>
                      <a:cubicBezTo>
                        <a:pt x="35338" y="77343"/>
                        <a:pt x="35909" y="81439"/>
                        <a:pt x="35909" y="84296"/>
                      </a:cubicBezTo>
                      <a:cubicBezTo>
                        <a:pt x="35909" y="86296"/>
                        <a:pt x="35719" y="88297"/>
                        <a:pt x="35433" y="90202"/>
                      </a:cubicBezTo>
                      <a:cubicBezTo>
                        <a:pt x="36195" y="90869"/>
                        <a:pt x="37814" y="94107"/>
                        <a:pt x="40100" y="99917"/>
                      </a:cubicBezTo>
                      <a:cubicBezTo>
                        <a:pt x="41815" y="104204"/>
                        <a:pt x="44482" y="106109"/>
                        <a:pt x="48292" y="105632"/>
                      </a:cubicBezTo>
                      <a:cubicBezTo>
                        <a:pt x="48578" y="105728"/>
                        <a:pt x="48959" y="105632"/>
                        <a:pt x="49435" y="105156"/>
                      </a:cubicBezTo>
                      <a:cubicBezTo>
                        <a:pt x="49911" y="104680"/>
                        <a:pt x="50197" y="104489"/>
                        <a:pt x="50483" y="104489"/>
                      </a:cubicBezTo>
                      <a:cubicBezTo>
                        <a:pt x="50863" y="104489"/>
                        <a:pt x="51149" y="104680"/>
                        <a:pt x="51435" y="105156"/>
                      </a:cubicBezTo>
                      <a:lnTo>
                        <a:pt x="50768" y="105632"/>
                      </a:lnTo>
                      <a:cubicBezTo>
                        <a:pt x="50768" y="106204"/>
                        <a:pt x="51054" y="106680"/>
                        <a:pt x="51626" y="107156"/>
                      </a:cubicBezTo>
                      <a:lnTo>
                        <a:pt x="52769" y="108299"/>
                      </a:lnTo>
                      <a:cubicBezTo>
                        <a:pt x="53530" y="109347"/>
                        <a:pt x="54578" y="109823"/>
                        <a:pt x="55817" y="109823"/>
                      </a:cubicBezTo>
                      <a:cubicBezTo>
                        <a:pt x="57531" y="109823"/>
                        <a:pt x="58388" y="109157"/>
                        <a:pt x="58484" y="107823"/>
                      </a:cubicBezTo>
                      <a:cubicBezTo>
                        <a:pt x="59246" y="108490"/>
                        <a:pt x="60008" y="108776"/>
                        <a:pt x="60674" y="108776"/>
                      </a:cubicBezTo>
                      <a:cubicBezTo>
                        <a:pt x="61341" y="108776"/>
                        <a:pt x="62103" y="108013"/>
                        <a:pt x="62960" y="106585"/>
                      </a:cubicBezTo>
                      <a:cubicBezTo>
                        <a:pt x="63818" y="105156"/>
                        <a:pt x="64579" y="104394"/>
                        <a:pt x="65246" y="104394"/>
                      </a:cubicBezTo>
                      <a:cubicBezTo>
                        <a:pt x="65913" y="104394"/>
                        <a:pt x="66770" y="104775"/>
                        <a:pt x="67723" y="105537"/>
                      </a:cubicBezTo>
                      <a:cubicBezTo>
                        <a:pt x="67913" y="105061"/>
                        <a:pt x="68961" y="104394"/>
                        <a:pt x="70866" y="103537"/>
                      </a:cubicBezTo>
                      <a:cubicBezTo>
                        <a:pt x="72485" y="102870"/>
                        <a:pt x="73247" y="101918"/>
                        <a:pt x="73247" y="100679"/>
                      </a:cubicBezTo>
                      <a:cubicBezTo>
                        <a:pt x="73247" y="100298"/>
                        <a:pt x="73152" y="99727"/>
                        <a:pt x="72962" y="99060"/>
                      </a:cubicBezTo>
                      <a:cubicBezTo>
                        <a:pt x="74486" y="98298"/>
                        <a:pt x="75438" y="96488"/>
                        <a:pt x="75819" y="93821"/>
                      </a:cubicBezTo>
                      <a:cubicBezTo>
                        <a:pt x="76105" y="91154"/>
                        <a:pt x="76867" y="89440"/>
                        <a:pt x="78010" y="88773"/>
                      </a:cubicBezTo>
                      <a:lnTo>
                        <a:pt x="78010" y="77724"/>
                      </a:lnTo>
                      <a:cubicBezTo>
                        <a:pt x="78200" y="76962"/>
                        <a:pt x="78391" y="76010"/>
                        <a:pt x="78391" y="75057"/>
                      </a:cubicBezTo>
                      <a:cubicBezTo>
                        <a:pt x="78391" y="74104"/>
                        <a:pt x="78200" y="72580"/>
                        <a:pt x="77914" y="70676"/>
                      </a:cubicBezTo>
                      <a:cubicBezTo>
                        <a:pt x="77534" y="68771"/>
                        <a:pt x="77438" y="67437"/>
                        <a:pt x="77438" y="66675"/>
                      </a:cubicBezTo>
                      <a:cubicBezTo>
                        <a:pt x="77438" y="65437"/>
                        <a:pt x="77629" y="64389"/>
                        <a:pt x="78105" y="63532"/>
                      </a:cubicBezTo>
                      <a:cubicBezTo>
                        <a:pt x="78010" y="62294"/>
                        <a:pt x="78296" y="61532"/>
                        <a:pt x="79153" y="61341"/>
                      </a:cubicBezTo>
                      <a:cubicBezTo>
                        <a:pt x="79534" y="61341"/>
                        <a:pt x="80391" y="61436"/>
                        <a:pt x="82010" y="61627"/>
                      </a:cubicBezTo>
                      <a:cubicBezTo>
                        <a:pt x="83248" y="61913"/>
                        <a:pt x="84106" y="61817"/>
                        <a:pt x="84677" y="61436"/>
                      </a:cubicBezTo>
                      <a:cubicBezTo>
                        <a:pt x="85725" y="62389"/>
                        <a:pt x="86106" y="63437"/>
                        <a:pt x="86011" y="64294"/>
                      </a:cubicBezTo>
                      <a:close/>
                      <a:moveTo>
                        <a:pt x="100013" y="54959"/>
                      </a:moveTo>
                      <a:cubicBezTo>
                        <a:pt x="99155" y="54483"/>
                        <a:pt x="98203" y="54293"/>
                        <a:pt x="97346" y="54293"/>
                      </a:cubicBezTo>
                      <a:cubicBezTo>
                        <a:pt x="96774" y="54293"/>
                        <a:pt x="95821" y="54483"/>
                        <a:pt x="94679" y="54674"/>
                      </a:cubicBezTo>
                      <a:cubicBezTo>
                        <a:pt x="93440" y="54959"/>
                        <a:pt x="92393" y="55054"/>
                        <a:pt x="91440" y="54959"/>
                      </a:cubicBezTo>
                      <a:lnTo>
                        <a:pt x="95440" y="57626"/>
                      </a:lnTo>
                      <a:lnTo>
                        <a:pt x="95917" y="54959"/>
                      </a:lnTo>
                      <a:cubicBezTo>
                        <a:pt x="95917" y="54959"/>
                        <a:pt x="97536" y="55436"/>
                        <a:pt x="99917" y="56293"/>
                      </a:cubicBezTo>
                      <a:lnTo>
                        <a:pt x="99917" y="54959"/>
                      </a:lnTo>
                      <a:close/>
                      <a:moveTo>
                        <a:pt x="96012" y="97060"/>
                      </a:moveTo>
                      <a:cubicBezTo>
                        <a:pt x="96012" y="97060"/>
                        <a:pt x="96393" y="96869"/>
                        <a:pt x="96393" y="96679"/>
                      </a:cubicBezTo>
                      <a:cubicBezTo>
                        <a:pt x="96393" y="96488"/>
                        <a:pt x="96107" y="96393"/>
                        <a:pt x="95536" y="96107"/>
                      </a:cubicBezTo>
                      <a:cubicBezTo>
                        <a:pt x="94964" y="95821"/>
                        <a:pt x="94679" y="95631"/>
                        <a:pt x="94679" y="95345"/>
                      </a:cubicBezTo>
                      <a:cubicBezTo>
                        <a:pt x="94679" y="95155"/>
                        <a:pt x="94964" y="94869"/>
                        <a:pt x="95536" y="94583"/>
                      </a:cubicBezTo>
                      <a:cubicBezTo>
                        <a:pt x="94869" y="94298"/>
                        <a:pt x="94202" y="94393"/>
                        <a:pt x="93536" y="94679"/>
                      </a:cubicBezTo>
                      <a:cubicBezTo>
                        <a:pt x="92583" y="95345"/>
                        <a:pt x="91916" y="95726"/>
                        <a:pt x="91821" y="95726"/>
                      </a:cubicBezTo>
                      <a:cubicBezTo>
                        <a:pt x="92202" y="95726"/>
                        <a:pt x="93536" y="96203"/>
                        <a:pt x="96012" y="97060"/>
                      </a:cubicBezTo>
                      <a:close/>
                      <a:moveTo>
                        <a:pt x="100584" y="62865"/>
                      </a:moveTo>
                      <a:lnTo>
                        <a:pt x="102584" y="62865"/>
                      </a:lnTo>
                      <a:cubicBezTo>
                        <a:pt x="101537" y="62198"/>
                        <a:pt x="100870" y="62103"/>
                        <a:pt x="100584" y="62675"/>
                      </a:cubicBezTo>
                      <a:cubicBezTo>
                        <a:pt x="99346" y="62294"/>
                        <a:pt x="97631" y="61817"/>
                        <a:pt x="95345" y="61151"/>
                      </a:cubicBezTo>
                      <a:cubicBezTo>
                        <a:pt x="95155" y="60388"/>
                        <a:pt x="94488" y="60008"/>
                        <a:pt x="93536" y="60008"/>
                      </a:cubicBezTo>
                      <a:cubicBezTo>
                        <a:pt x="94012" y="60198"/>
                        <a:pt x="94583" y="60674"/>
                        <a:pt x="95345" y="61151"/>
                      </a:cubicBezTo>
                      <a:cubicBezTo>
                        <a:pt x="95440" y="61532"/>
                        <a:pt x="95536" y="62198"/>
                        <a:pt x="95536" y="62865"/>
                      </a:cubicBezTo>
                      <a:cubicBezTo>
                        <a:pt x="95440" y="63722"/>
                        <a:pt x="95440" y="64294"/>
                        <a:pt x="95536" y="64389"/>
                      </a:cubicBezTo>
                      <a:cubicBezTo>
                        <a:pt x="95536" y="64770"/>
                        <a:pt x="95726" y="64770"/>
                        <a:pt x="96012" y="64770"/>
                      </a:cubicBezTo>
                      <a:lnTo>
                        <a:pt x="97822" y="62960"/>
                      </a:lnTo>
                      <a:lnTo>
                        <a:pt x="98679" y="63437"/>
                      </a:lnTo>
                      <a:cubicBezTo>
                        <a:pt x="98679" y="63437"/>
                        <a:pt x="98679" y="64389"/>
                        <a:pt x="98298" y="64865"/>
                      </a:cubicBezTo>
                      <a:cubicBezTo>
                        <a:pt x="97917" y="65342"/>
                        <a:pt x="97822" y="65818"/>
                        <a:pt x="97822" y="66104"/>
                      </a:cubicBezTo>
                      <a:cubicBezTo>
                        <a:pt x="98870" y="66294"/>
                        <a:pt x="99536" y="66104"/>
                        <a:pt x="99822" y="65151"/>
                      </a:cubicBezTo>
                      <a:cubicBezTo>
                        <a:pt x="100108" y="64294"/>
                        <a:pt x="100298" y="63532"/>
                        <a:pt x="100584" y="62675"/>
                      </a:cubicBezTo>
                      <a:lnTo>
                        <a:pt x="100584" y="62865"/>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 name="Google Shape;1449;p99"/>
                <p:cNvSpPr/>
                <p:nvPr/>
              </p:nvSpPr>
              <p:spPr>
                <a:xfrm>
                  <a:off x="6137623" y="4066222"/>
                  <a:ext cx="140684" cy="136969"/>
                </a:xfrm>
                <a:custGeom>
                  <a:avLst/>
                  <a:gdLst/>
                  <a:ahLst/>
                  <a:cxnLst/>
                  <a:rect l="l" t="t" r="r" b="b"/>
                  <a:pathLst>
                    <a:path w="140684" h="136969" extrusionOk="0">
                      <a:moveTo>
                        <a:pt x="1334" y="73152"/>
                      </a:moveTo>
                      <a:cubicBezTo>
                        <a:pt x="1334" y="73152"/>
                        <a:pt x="1524" y="73533"/>
                        <a:pt x="2096" y="73914"/>
                      </a:cubicBezTo>
                      <a:cubicBezTo>
                        <a:pt x="2572" y="74295"/>
                        <a:pt x="2762" y="74676"/>
                        <a:pt x="2667" y="75057"/>
                      </a:cubicBezTo>
                      <a:lnTo>
                        <a:pt x="0" y="75057"/>
                      </a:lnTo>
                      <a:lnTo>
                        <a:pt x="1334" y="73152"/>
                      </a:lnTo>
                      <a:close/>
                      <a:moveTo>
                        <a:pt x="0" y="82868"/>
                      </a:moveTo>
                      <a:cubicBezTo>
                        <a:pt x="571" y="83820"/>
                        <a:pt x="1334" y="84392"/>
                        <a:pt x="2381" y="84772"/>
                      </a:cubicBezTo>
                      <a:lnTo>
                        <a:pt x="0" y="84772"/>
                      </a:lnTo>
                      <a:lnTo>
                        <a:pt x="0" y="82868"/>
                      </a:lnTo>
                      <a:close/>
                      <a:moveTo>
                        <a:pt x="476" y="91916"/>
                      </a:moveTo>
                      <a:lnTo>
                        <a:pt x="0" y="89916"/>
                      </a:lnTo>
                      <a:cubicBezTo>
                        <a:pt x="571" y="90011"/>
                        <a:pt x="1524" y="90488"/>
                        <a:pt x="2667" y="91250"/>
                      </a:cubicBezTo>
                      <a:lnTo>
                        <a:pt x="476" y="91916"/>
                      </a:lnTo>
                      <a:close/>
                      <a:moveTo>
                        <a:pt x="4477" y="84677"/>
                      </a:moveTo>
                      <a:cubicBezTo>
                        <a:pt x="3715" y="84677"/>
                        <a:pt x="2953" y="84677"/>
                        <a:pt x="2286" y="84677"/>
                      </a:cubicBezTo>
                      <a:lnTo>
                        <a:pt x="4477" y="84677"/>
                      </a:lnTo>
                      <a:close/>
                      <a:moveTo>
                        <a:pt x="3143" y="95250"/>
                      </a:moveTo>
                      <a:cubicBezTo>
                        <a:pt x="3143" y="95250"/>
                        <a:pt x="4096" y="95441"/>
                        <a:pt x="4953" y="96298"/>
                      </a:cubicBezTo>
                      <a:lnTo>
                        <a:pt x="4953" y="97155"/>
                      </a:lnTo>
                      <a:lnTo>
                        <a:pt x="3143" y="97155"/>
                      </a:lnTo>
                      <a:lnTo>
                        <a:pt x="3143" y="95250"/>
                      </a:lnTo>
                      <a:close/>
                      <a:moveTo>
                        <a:pt x="7715" y="71247"/>
                      </a:moveTo>
                      <a:cubicBezTo>
                        <a:pt x="7715" y="71247"/>
                        <a:pt x="8287" y="72485"/>
                        <a:pt x="8382" y="73628"/>
                      </a:cubicBezTo>
                      <a:cubicBezTo>
                        <a:pt x="7144" y="73628"/>
                        <a:pt x="6477" y="73438"/>
                        <a:pt x="6382" y="73152"/>
                      </a:cubicBezTo>
                      <a:lnTo>
                        <a:pt x="7715" y="71342"/>
                      </a:lnTo>
                      <a:close/>
                      <a:moveTo>
                        <a:pt x="6382" y="115157"/>
                      </a:moveTo>
                      <a:cubicBezTo>
                        <a:pt x="6382" y="115157"/>
                        <a:pt x="7144" y="114681"/>
                        <a:pt x="8382" y="114681"/>
                      </a:cubicBezTo>
                      <a:lnTo>
                        <a:pt x="8382" y="115729"/>
                      </a:lnTo>
                      <a:lnTo>
                        <a:pt x="6382" y="115253"/>
                      </a:lnTo>
                      <a:close/>
                      <a:moveTo>
                        <a:pt x="14288" y="93059"/>
                      </a:moveTo>
                      <a:cubicBezTo>
                        <a:pt x="15050" y="92774"/>
                        <a:pt x="15812" y="92488"/>
                        <a:pt x="16478" y="92202"/>
                      </a:cubicBezTo>
                      <a:cubicBezTo>
                        <a:pt x="17526" y="91821"/>
                        <a:pt x="18288" y="92012"/>
                        <a:pt x="18860" y="92583"/>
                      </a:cubicBezTo>
                      <a:lnTo>
                        <a:pt x="14383" y="93059"/>
                      </a:lnTo>
                      <a:close/>
                      <a:moveTo>
                        <a:pt x="17431" y="76295"/>
                      </a:moveTo>
                      <a:cubicBezTo>
                        <a:pt x="16002" y="72771"/>
                        <a:pt x="16383" y="70485"/>
                        <a:pt x="18764" y="69247"/>
                      </a:cubicBezTo>
                      <a:lnTo>
                        <a:pt x="19431" y="69913"/>
                      </a:lnTo>
                      <a:cubicBezTo>
                        <a:pt x="18097" y="69913"/>
                        <a:pt x="17336" y="70676"/>
                        <a:pt x="17240" y="72295"/>
                      </a:cubicBezTo>
                      <a:cubicBezTo>
                        <a:pt x="17336" y="73628"/>
                        <a:pt x="17431" y="74962"/>
                        <a:pt x="17431" y="76295"/>
                      </a:cubicBezTo>
                      <a:close/>
                      <a:moveTo>
                        <a:pt x="33719" y="84677"/>
                      </a:moveTo>
                      <a:cubicBezTo>
                        <a:pt x="33719" y="84677"/>
                        <a:pt x="32766" y="84582"/>
                        <a:pt x="32290" y="84011"/>
                      </a:cubicBezTo>
                      <a:cubicBezTo>
                        <a:pt x="31813" y="83439"/>
                        <a:pt x="31433" y="83153"/>
                        <a:pt x="31052" y="83153"/>
                      </a:cubicBezTo>
                      <a:cubicBezTo>
                        <a:pt x="30956" y="83153"/>
                        <a:pt x="30766" y="83153"/>
                        <a:pt x="30480" y="83344"/>
                      </a:cubicBezTo>
                      <a:cubicBezTo>
                        <a:pt x="32290" y="82010"/>
                        <a:pt x="33814" y="81820"/>
                        <a:pt x="35052" y="82868"/>
                      </a:cubicBezTo>
                      <a:cubicBezTo>
                        <a:pt x="35147" y="83344"/>
                        <a:pt x="35052" y="83725"/>
                        <a:pt x="34671" y="83915"/>
                      </a:cubicBezTo>
                      <a:cubicBezTo>
                        <a:pt x="34290" y="84201"/>
                        <a:pt x="34004" y="84487"/>
                        <a:pt x="33623" y="84677"/>
                      </a:cubicBezTo>
                      <a:close/>
                      <a:moveTo>
                        <a:pt x="32385" y="49721"/>
                      </a:moveTo>
                      <a:lnTo>
                        <a:pt x="32385" y="51721"/>
                      </a:lnTo>
                      <a:lnTo>
                        <a:pt x="31909" y="49721"/>
                      </a:lnTo>
                      <a:lnTo>
                        <a:pt x="32385" y="49721"/>
                      </a:lnTo>
                      <a:close/>
                      <a:moveTo>
                        <a:pt x="33242" y="65151"/>
                      </a:moveTo>
                      <a:cubicBezTo>
                        <a:pt x="34004" y="65056"/>
                        <a:pt x="34671" y="65342"/>
                        <a:pt x="35052" y="66008"/>
                      </a:cubicBezTo>
                      <a:cubicBezTo>
                        <a:pt x="34766" y="66485"/>
                        <a:pt x="34385" y="66580"/>
                        <a:pt x="33909" y="66485"/>
                      </a:cubicBezTo>
                      <a:lnTo>
                        <a:pt x="32385" y="66485"/>
                      </a:lnTo>
                      <a:cubicBezTo>
                        <a:pt x="32290" y="65722"/>
                        <a:pt x="32576" y="65246"/>
                        <a:pt x="33242" y="65151"/>
                      </a:cubicBezTo>
                      <a:close/>
                      <a:moveTo>
                        <a:pt x="32861" y="100870"/>
                      </a:moveTo>
                      <a:lnTo>
                        <a:pt x="32861" y="100203"/>
                      </a:lnTo>
                      <a:lnTo>
                        <a:pt x="35052" y="100203"/>
                      </a:lnTo>
                      <a:lnTo>
                        <a:pt x="32861" y="100870"/>
                      </a:lnTo>
                      <a:close/>
                      <a:moveTo>
                        <a:pt x="33719" y="91821"/>
                      </a:moveTo>
                      <a:lnTo>
                        <a:pt x="33719" y="89821"/>
                      </a:lnTo>
                      <a:lnTo>
                        <a:pt x="35623" y="91821"/>
                      </a:lnTo>
                      <a:lnTo>
                        <a:pt x="33719" y="91821"/>
                      </a:lnTo>
                      <a:close/>
                      <a:moveTo>
                        <a:pt x="35052" y="79438"/>
                      </a:moveTo>
                      <a:cubicBezTo>
                        <a:pt x="36004" y="79438"/>
                        <a:pt x="36671" y="79629"/>
                        <a:pt x="36862" y="80105"/>
                      </a:cubicBezTo>
                      <a:lnTo>
                        <a:pt x="35052" y="81439"/>
                      </a:lnTo>
                      <a:lnTo>
                        <a:pt x="35052" y="79438"/>
                      </a:lnTo>
                      <a:close/>
                      <a:moveTo>
                        <a:pt x="36862" y="73533"/>
                      </a:moveTo>
                      <a:cubicBezTo>
                        <a:pt x="37814" y="75343"/>
                        <a:pt x="37910" y="76391"/>
                        <a:pt x="37338" y="76676"/>
                      </a:cubicBezTo>
                      <a:lnTo>
                        <a:pt x="36862" y="76676"/>
                      </a:lnTo>
                      <a:lnTo>
                        <a:pt x="36862" y="73533"/>
                      </a:lnTo>
                      <a:close/>
                      <a:moveTo>
                        <a:pt x="37338" y="110585"/>
                      </a:moveTo>
                      <a:cubicBezTo>
                        <a:pt x="39814" y="111157"/>
                        <a:pt x="41148" y="110490"/>
                        <a:pt x="41338" y="108585"/>
                      </a:cubicBezTo>
                      <a:cubicBezTo>
                        <a:pt x="41434" y="109156"/>
                        <a:pt x="41053" y="110109"/>
                        <a:pt x="40005" y="111443"/>
                      </a:cubicBezTo>
                      <a:cubicBezTo>
                        <a:pt x="39338" y="111538"/>
                        <a:pt x="38386" y="111252"/>
                        <a:pt x="37338" y="110585"/>
                      </a:cubicBezTo>
                      <a:close/>
                      <a:moveTo>
                        <a:pt x="38195" y="70295"/>
                      </a:moveTo>
                      <a:cubicBezTo>
                        <a:pt x="38957" y="70104"/>
                        <a:pt x="40005" y="70295"/>
                        <a:pt x="41338" y="71152"/>
                      </a:cubicBezTo>
                      <a:lnTo>
                        <a:pt x="38195" y="71152"/>
                      </a:lnTo>
                      <a:lnTo>
                        <a:pt x="38195" y="70295"/>
                      </a:lnTo>
                      <a:close/>
                      <a:moveTo>
                        <a:pt x="41053" y="75819"/>
                      </a:moveTo>
                      <a:cubicBezTo>
                        <a:pt x="41053" y="75819"/>
                        <a:pt x="40577" y="75152"/>
                        <a:pt x="40767" y="74867"/>
                      </a:cubicBezTo>
                      <a:lnTo>
                        <a:pt x="41053" y="75819"/>
                      </a:lnTo>
                      <a:close/>
                      <a:moveTo>
                        <a:pt x="41053" y="75819"/>
                      </a:moveTo>
                      <a:lnTo>
                        <a:pt x="42672" y="77819"/>
                      </a:lnTo>
                      <a:cubicBezTo>
                        <a:pt x="42672" y="77819"/>
                        <a:pt x="42481" y="78486"/>
                        <a:pt x="42005" y="78867"/>
                      </a:cubicBezTo>
                      <a:lnTo>
                        <a:pt x="40958" y="75819"/>
                      </a:lnTo>
                      <a:close/>
                      <a:moveTo>
                        <a:pt x="117920" y="109252"/>
                      </a:moveTo>
                      <a:cubicBezTo>
                        <a:pt x="118777" y="109538"/>
                        <a:pt x="119920" y="109633"/>
                        <a:pt x="121158" y="109633"/>
                      </a:cubicBezTo>
                      <a:cubicBezTo>
                        <a:pt x="122015" y="109633"/>
                        <a:pt x="123539" y="109633"/>
                        <a:pt x="125635" y="109347"/>
                      </a:cubicBezTo>
                      <a:cubicBezTo>
                        <a:pt x="127730" y="109156"/>
                        <a:pt x="129254" y="109061"/>
                        <a:pt x="130302" y="109061"/>
                      </a:cubicBezTo>
                      <a:cubicBezTo>
                        <a:pt x="135446" y="109061"/>
                        <a:pt x="138875" y="110585"/>
                        <a:pt x="140684" y="113729"/>
                      </a:cubicBezTo>
                      <a:cubicBezTo>
                        <a:pt x="140398" y="117634"/>
                        <a:pt x="140208" y="121539"/>
                        <a:pt x="140018" y="125349"/>
                      </a:cubicBezTo>
                      <a:cubicBezTo>
                        <a:pt x="139541" y="129921"/>
                        <a:pt x="138303" y="133445"/>
                        <a:pt x="136112" y="135922"/>
                      </a:cubicBezTo>
                      <a:cubicBezTo>
                        <a:pt x="135255" y="136588"/>
                        <a:pt x="134303" y="136970"/>
                        <a:pt x="133445" y="136970"/>
                      </a:cubicBezTo>
                      <a:cubicBezTo>
                        <a:pt x="132588" y="136970"/>
                        <a:pt x="131350" y="136588"/>
                        <a:pt x="129826" y="135827"/>
                      </a:cubicBezTo>
                      <a:cubicBezTo>
                        <a:pt x="128302" y="135064"/>
                        <a:pt x="127063" y="134684"/>
                        <a:pt x="126206" y="134684"/>
                      </a:cubicBezTo>
                      <a:cubicBezTo>
                        <a:pt x="125159" y="134684"/>
                        <a:pt x="124206" y="135160"/>
                        <a:pt x="123158" y="136017"/>
                      </a:cubicBezTo>
                      <a:cubicBezTo>
                        <a:pt x="119063" y="136493"/>
                        <a:pt x="113538" y="136493"/>
                        <a:pt x="106775" y="136208"/>
                      </a:cubicBezTo>
                      <a:cubicBezTo>
                        <a:pt x="100013" y="135827"/>
                        <a:pt x="94679" y="136017"/>
                        <a:pt x="90773" y="136588"/>
                      </a:cubicBezTo>
                      <a:lnTo>
                        <a:pt x="90773" y="136208"/>
                      </a:lnTo>
                      <a:cubicBezTo>
                        <a:pt x="86296" y="136017"/>
                        <a:pt x="79820" y="136208"/>
                        <a:pt x="71342" y="136588"/>
                      </a:cubicBezTo>
                      <a:cubicBezTo>
                        <a:pt x="68389" y="135922"/>
                        <a:pt x="64484" y="135827"/>
                        <a:pt x="59531" y="136208"/>
                      </a:cubicBezTo>
                      <a:lnTo>
                        <a:pt x="45720" y="136208"/>
                      </a:lnTo>
                      <a:lnTo>
                        <a:pt x="45720" y="97727"/>
                      </a:lnTo>
                      <a:lnTo>
                        <a:pt x="47911" y="96393"/>
                      </a:lnTo>
                      <a:lnTo>
                        <a:pt x="43434" y="95917"/>
                      </a:lnTo>
                      <a:cubicBezTo>
                        <a:pt x="44958" y="95155"/>
                        <a:pt x="45815" y="93821"/>
                        <a:pt x="45815" y="92012"/>
                      </a:cubicBezTo>
                      <a:cubicBezTo>
                        <a:pt x="45815" y="91440"/>
                        <a:pt x="45720" y="90488"/>
                        <a:pt x="45529" y="89249"/>
                      </a:cubicBezTo>
                      <a:cubicBezTo>
                        <a:pt x="45339" y="87916"/>
                        <a:pt x="45148" y="87059"/>
                        <a:pt x="45148" y="86487"/>
                      </a:cubicBezTo>
                      <a:cubicBezTo>
                        <a:pt x="45148" y="85820"/>
                        <a:pt x="45148" y="85249"/>
                        <a:pt x="45244" y="84868"/>
                      </a:cubicBezTo>
                      <a:lnTo>
                        <a:pt x="43434" y="84868"/>
                      </a:lnTo>
                      <a:cubicBezTo>
                        <a:pt x="44482" y="84487"/>
                        <a:pt x="45625" y="83439"/>
                        <a:pt x="47149" y="81629"/>
                      </a:cubicBezTo>
                      <a:cubicBezTo>
                        <a:pt x="45625" y="80391"/>
                        <a:pt x="44768" y="78772"/>
                        <a:pt x="44768" y="76771"/>
                      </a:cubicBezTo>
                      <a:cubicBezTo>
                        <a:pt x="44768" y="75629"/>
                        <a:pt x="45148" y="73914"/>
                        <a:pt x="45911" y="71438"/>
                      </a:cubicBezTo>
                      <a:cubicBezTo>
                        <a:pt x="46672" y="68961"/>
                        <a:pt x="47054" y="67246"/>
                        <a:pt x="47054" y="66199"/>
                      </a:cubicBezTo>
                      <a:cubicBezTo>
                        <a:pt x="47435" y="66199"/>
                        <a:pt x="47625" y="66485"/>
                        <a:pt x="47720" y="67151"/>
                      </a:cubicBezTo>
                      <a:cubicBezTo>
                        <a:pt x="47720" y="67723"/>
                        <a:pt x="47816" y="68104"/>
                        <a:pt x="47911" y="68104"/>
                      </a:cubicBezTo>
                      <a:cubicBezTo>
                        <a:pt x="48292" y="68104"/>
                        <a:pt x="48673" y="67818"/>
                        <a:pt x="49054" y="67246"/>
                      </a:cubicBezTo>
                      <a:lnTo>
                        <a:pt x="51721" y="71914"/>
                      </a:lnTo>
                      <a:cubicBezTo>
                        <a:pt x="52483" y="70485"/>
                        <a:pt x="52673" y="68104"/>
                        <a:pt x="52292" y="64865"/>
                      </a:cubicBezTo>
                      <a:cubicBezTo>
                        <a:pt x="51721" y="64294"/>
                        <a:pt x="50863" y="64008"/>
                        <a:pt x="49625" y="64008"/>
                      </a:cubicBezTo>
                      <a:lnTo>
                        <a:pt x="47339" y="64008"/>
                      </a:lnTo>
                      <a:cubicBezTo>
                        <a:pt x="47339" y="63341"/>
                        <a:pt x="47054" y="62960"/>
                        <a:pt x="46672" y="62960"/>
                      </a:cubicBezTo>
                      <a:lnTo>
                        <a:pt x="50578" y="62103"/>
                      </a:lnTo>
                      <a:cubicBezTo>
                        <a:pt x="48578" y="61341"/>
                        <a:pt x="47339" y="59912"/>
                        <a:pt x="46863" y="57912"/>
                      </a:cubicBezTo>
                      <a:cubicBezTo>
                        <a:pt x="46863" y="56102"/>
                        <a:pt x="46863" y="54293"/>
                        <a:pt x="46672" y="52388"/>
                      </a:cubicBezTo>
                      <a:lnTo>
                        <a:pt x="48006" y="51054"/>
                      </a:lnTo>
                      <a:lnTo>
                        <a:pt x="44768" y="46672"/>
                      </a:lnTo>
                      <a:cubicBezTo>
                        <a:pt x="46101" y="40291"/>
                        <a:pt x="46768" y="36862"/>
                        <a:pt x="46768" y="36290"/>
                      </a:cubicBezTo>
                      <a:cubicBezTo>
                        <a:pt x="46768" y="34195"/>
                        <a:pt x="46292" y="32385"/>
                        <a:pt x="45244" y="31147"/>
                      </a:cubicBezTo>
                      <a:cubicBezTo>
                        <a:pt x="45339" y="30671"/>
                        <a:pt x="45625" y="25622"/>
                        <a:pt x="46101" y="15716"/>
                      </a:cubicBezTo>
                      <a:cubicBezTo>
                        <a:pt x="46387" y="9525"/>
                        <a:pt x="47720" y="4953"/>
                        <a:pt x="49911" y="2000"/>
                      </a:cubicBezTo>
                      <a:cubicBezTo>
                        <a:pt x="49339" y="2000"/>
                        <a:pt x="52388" y="2000"/>
                        <a:pt x="58960" y="2000"/>
                      </a:cubicBezTo>
                      <a:cubicBezTo>
                        <a:pt x="62484" y="2096"/>
                        <a:pt x="65342" y="1429"/>
                        <a:pt x="67342" y="0"/>
                      </a:cubicBezTo>
                      <a:cubicBezTo>
                        <a:pt x="70485" y="3620"/>
                        <a:pt x="72009" y="9430"/>
                        <a:pt x="72009" y="17621"/>
                      </a:cubicBezTo>
                      <a:lnTo>
                        <a:pt x="72009" y="30861"/>
                      </a:lnTo>
                      <a:cubicBezTo>
                        <a:pt x="72009" y="34576"/>
                        <a:pt x="72295" y="37624"/>
                        <a:pt x="72676" y="40100"/>
                      </a:cubicBezTo>
                      <a:cubicBezTo>
                        <a:pt x="71819" y="40672"/>
                        <a:pt x="71342" y="41529"/>
                        <a:pt x="71342" y="42767"/>
                      </a:cubicBezTo>
                      <a:cubicBezTo>
                        <a:pt x="71342" y="43339"/>
                        <a:pt x="71438" y="44196"/>
                        <a:pt x="71628" y="45244"/>
                      </a:cubicBezTo>
                      <a:cubicBezTo>
                        <a:pt x="71819" y="46387"/>
                        <a:pt x="72009" y="47149"/>
                        <a:pt x="72009" y="47625"/>
                      </a:cubicBezTo>
                      <a:cubicBezTo>
                        <a:pt x="72009" y="48196"/>
                        <a:pt x="72009" y="48673"/>
                        <a:pt x="71819" y="48959"/>
                      </a:cubicBezTo>
                      <a:lnTo>
                        <a:pt x="71342" y="48482"/>
                      </a:lnTo>
                      <a:cubicBezTo>
                        <a:pt x="71342" y="49149"/>
                        <a:pt x="71533" y="50387"/>
                        <a:pt x="71914" y="52197"/>
                      </a:cubicBezTo>
                      <a:cubicBezTo>
                        <a:pt x="72295" y="54007"/>
                        <a:pt x="72485" y="55340"/>
                        <a:pt x="72485" y="56197"/>
                      </a:cubicBezTo>
                      <a:cubicBezTo>
                        <a:pt x="72485" y="57436"/>
                        <a:pt x="72295" y="58579"/>
                        <a:pt x="72009" y="59531"/>
                      </a:cubicBezTo>
                      <a:lnTo>
                        <a:pt x="73152" y="62008"/>
                      </a:lnTo>
                      <a:lnTo>
                        <a:pt x="72676" y="62008"/>
                      </a:lnTo>
                      <a:cubicBezTo>
                        <a:pt x="72200" y="62770"/>
                        <a:pt x="72009" y="64770"/>
                        <a:pt x="72009" y="67913"/>
                      </a:cubicBezTo>
                      <a:cubicBezTo>
                        <a:pt x="72009" y="70390"/>
                        <a:pt x="71342" y="72104"/>
                        <a:pt x="70009" y="73057"/>
                      </a:cubicBezTo>
                      <a:cubicBezTo>
                        <a:pt x="70199" y="73438"/>
                        <a:pt x="70866" y="73533"/>
                        <a:pt x="72009" y="73533"/>
                      </a:cubicBezTo>
                      <a:cubicBezTo>
                        <a:pt x="72676" y="86392"/>
                        <a:pt x="72676" y="96869"/>
                        <a:pt x="72009" y="104870"/>
                      </a:cubicBezTo>
                      <a:cubicBezTo>
                        <a:pt x="71914" y="104299"/>
                        <a:pt x="71533" y="104013"/>
                        <a:pt x="70961" y="104013"/>
                      </a:cubicBezTo>
                      <a:lnTo>
                        <a:pt x="69342" y="104013"/>
                      </a:lnTo>
                      <a:cubicBezTo>
                        <a:pt x="69342" y="104013"/>
                        <a:pt x="69723" y="104680"/>
                        <a:pt x="69723" y="104966"/>
                      </a:cubicBezTo>
                      <a:cubicBezTo>
                        <a:pt x="69723" y="105537"/>
                        <a:pt x="69342" y="106204"/>
                        <a:pt x="68675" y="106966"/>
                      </a:cubicBezTo>
                      <a:cubicBezTo>
                        <a:pt x="68009" y="107728"/>
                        <a:pt x="67628" y="108395"/>
                        <a:pt x="67628" y="108871"/>
                      </a:cubicBezTo>
                      <a:cubicBezTo>
                        <a:pt x="67628" y="109442"/>
                        <a:pt x="67913" y="110014"/>
                        <a:pt x="68485" y="110585"/>
                      </a:cubicBezTo>
                      <a:cubicBezTo>
                        <a:pt x="69247" y="108395"/>
                        <a:pt x="70390" y="107252"/>
                        <a:pt x="71819" y="107252"/>
                      </a:cubicBezTo>
                      <a:cubicBezTo>
                        <a:pt x="72676" y="107252"/>
                        <a:pt x="74867" y="108395"/>
                        <a:pt x="78391" y="110585"/>
                      </a:cubicBezTo>
                      <a:cubicBezTo>
                        <a:pt x="78772" y="110680"/>
                        <a:pt x="79153" y="110490"/>
                        <a:pt x="79724" y="109919"/>
                      </a:cubicBezTo>
                      <a:lnTo>
                        <a:pt x="79724" y="108585"/>
                      </a:lnTo>
                      <a:cubicBezTo>
                        <a:pt x="80296" y="108966"/>
                        <a:pt x="82010" y="109252"/>
                        <a:pt x="84772" y="109252"/>
                      </a:cubicBezTo>
                      <a:lnTo>
                        <a:pt x="84296" y="109919"/>
                      </a:lnTo>
                      <a:cubicBezTo>
                        <a:pt x="84963" y="110204"/>
                        <a:pt x="85630" y="110395"/>
                        <a:pt x="86296" y="110395"/>
                      </a:cubicBezTo>
                      <a:cubicBezTo>
                        <a:pt x="86963" y="110395"/>
                        <a:pt x="87916" y="110109"/>
                        <a:pt x="89154" y="109442"/>
                      </a:cubicBezTo>
                      <a:cubicBezTo>
                        <a:pt x="90392" y="108871"/>
                        <a:pt x="91250" y="108490"/>
                        <a:pt x="91821" y="108490"/>
                      </a:cubicBezTo>
                      <a:cubicBezTo>
                        <a:pt x="92678" y="108490"/>
                        <a:pt x="93631" y="108871"/>
                        <a:pt x="94488" y="109823"/>
                      </a:cubicBezTo>
                      <a:cubicBezTo>
                        <a:pt x="96774" y="108966"/>
                        <a:pt x="99251" y="108490"/>
                        <a:pt x="101918" y="108490"/>
                      </a:cubicBezTo>
                      <a:cubicBezTo>
                        <a:pt x="103251" y="108490"/>
                        <a:pt x="105251" y="108585"/>
                        <a:pt x="107918" y="108966"/>
                      </a:cubicBezTo>
                      <a:cubicBezTo>
                        <a:pt x="110585" y="109347"/>
                        <a:pt x="112681" y="109442"/>
                        <a:pt x="114110" y="109442"/>
                      </a:cubicBezTo>
                      <a:cubicBezTo>
                        <a:pt x="115443" y="109442"/>
                        <a:pt x="116777" y="109442"/>
                        <a:pt x="117920" y="109061"/>
                      </a:cubicBezTo>
                      <a:close/>
                      <a:moveTo>
                        <a:pt x="45244" y="58103"/>
                      </a:moveTo>
                      <a:lnTo>
                        <a:pt x="45244" y="59436"/>
                      </a:lnTo>
                      <a:lnTo>
                        <a:pt x="43434" y="57436"/>
                      </a:lnTo>
                      <a:cubicBezTo>
                        <a:pt x="43434" y="57436"/>
                        <a:pt x="44482" y="57721"/>
                        <a:pt x="45244" y="58103"/>
                      </a:cubicBezTo>
                      <a:close/>
                      <a:moveTo>
                        <a:pt x="47244" y="63818"/>
                      </a:moveTo>
                      <a:cubicBezTo>
                        <a:pt x="47244" y="63818"/>
                        <a:pt x="47054" y="64199"/>
                        <a:pt x="47054" y="63818"/>
                      </a:cubicBezTo>
                      <a:lnTo>
                        <a:pt x="47244" y="63818"/>
                      </a:lnTo>
                      <a:close/>
                      <a:moveTo>
                        <a:pt x="49054" y="101537"/>
                      </a:moveTo>
                      <a:lnTo>
                        <a:pt x="47911" y="100203"/>
                      </a:lnTo>
                      <a:lnTo>
                        <a:pt x="49911" y="98298"/>
                      </a:lnTo>
                      <a:lnTo>
                        <a:pt x="48387" y="98298"/>
                      </a:lnTo>
                      <a:lnTo>
                        <a:pt x="49054" y="96107"/>
                      </a:lnTo>
                      <a:lnTo>
                        <a:pt x="47054" y="99441"/>
                      </a:lnTo>
                      <a:lnTo>
                        <a:pt x="47720" y="100965"/>
                      </a:lnTo>
                      <a:cubicBezTo>
                        <a:pt x="47911" y="101537"/>
                        <a:pt x="48387" y="101727"/>
                        <a:pt x="49054" y="101441"/>
                      </a:cubicBezTo>
                      <a:close/>
                      <a:moveTo>
                        <a:pt x="53626" y="104870"/>
                      </a:moveTo>
                      <a:lnTo>
                        <a:pt x="56293" y="104013"/>
                      </a:lnTo>
                      <a:lnTo>
                        <a:pt x="54388" y="104013"/>
                      </a:lnTo>
                      <a:lnTo>
                        <a:pt x="53530" y="104870"/>
                      </a:lnTo>
                      <a:close/>
                      <a:moveTo>
                        <a:pt x="62008" y="70295"/>
                      </a:moveTo>
                      <a:lnTo>
                        <a:pt x="64198" y="69152"/>
                      </a:lnTo>
                      <a:lnTo>
                        <a:pt x="62865" y="69152"/>
                      </a:lnTo>
                      <a:lnTo>
                        <a:pt x="62008" y="70295"/>
                      </a:lnTo>
                      <a:close/>
                      <a:moveTo>
                        <a:pt x="64198" y="48292"/>
                      </a:moveTo>
                      <a:lnTo>
                        <a:pt x="64675" y="46482"/>
                      </a:lnTo>
                      <a:lnTo>
                        <a:pt x="62865" y="45625"/>
                      </a:lnTo>
                      <a:lnTo>
                        <a:pt x="64198" y="48292"/>
                      </a:lnTo>
                      <a:close/>
                      <a:moveTo>
                        <a:pt x="87344" y="31718"/>
                      </a:moveTo>
                      <a:lnTo>
                        <a:pt x="87344" y="34100"/>
                      </a:lnTo>
                      <a:lnTo>
                        <a:pt x="86868" y="34100"/>
                      </a:lnTo>
                      <a:lnTo>
                        <a:pt x="86868" y="31718"/>
                      </a:lnTo>
                      <a:lnTo>
                        <a:pt x="87344" y="31718"/>
                      </a:lnTo>
                      <a:close/>
                      <a:moveTo>
                        <a:pt x="119063" y="115062"/>
                      </a:moveTo>
                      <a:lnTo>
                        <a:pt x="119063" y="113252"/>
                      </a:lnTo>
                      <a:lnTo>
                        <a:pt x="118396" y="111919"/>
                      </a:lnTo>
                      <a:lnTo>
                        <a:pt x="119063" y="115062"/>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 name="Google Shape;1450;p99"/>
                <p:cNvSpPr/>
                <p:nvPr/>
              </p:nvSpPr>
              <p:spPr>
                <a:xfrm>
                  <a:off x="6274021" y="4067079"/>
                  <a:ext cx="105917" cy="143256"/>
                </a:xfrm>
                <a:custGeom>
                  <a:avLst/>
                  <a:gdLst/>
                  <a:ahLst/>
                  <a:cxnLst/>
                  <a:rect l="l" t="t" r="r" b="b"/>
                  <a:pathLst>
                    <a:path w="105917" h="143256" extrusionOk="0">
                      <a:moveTo>
                        <a:pt x="2000" y="143256"/>
                      </a:moveTo>
                      <a:lnTo>
                        <a:pt x="0" y="141923"/>
                      </a:lnTo>
                      <a:lnTo>
                        <a:pt x="2000" y="142399"/>
                      </a:lnTo>
                      <a:lnTo>
                        <a:pt x="2000" y="143256"/>
                      </a:lnTo>
                      <a:close/>
                      <a:moveTo>
                        <a:pt x="103346" y="54959"/>
                      </a:moveTo>
                      <a:cubicBezTo>
                        <a:pt x="102965" y="56198"/>
                        <a:pt x="103346" y="57436"/>
                        <a:pt x="104299" y="58769"/>
                      </a:cubicBezTo>
                      <a:cubicBezTo>
                        <a:pt x="105251" y="60103"/>
                        <a:pt x="105728" y="61055"/>
                        <a:pt x="105728" y="61436"/>
                      </a:cubicBezTo>
                      <a:cubicBezTo>
                        <a:pt x="105728" y="62198"/>
                        <a:pt x="105251" y="63151"/>
                        <a:pt x="104394" y="64199"/>
                      </a:cubicBezTo>
                      <a:cubicBezTo>
                        <a:pt x="104965" y="68675"/>
                        <a:pt x="105251" y="73438"/>
                        <a:pt x="105251" y="78581"/>
                      </a:cubicBezTo>
                      <a:cubicBezTo>
                        <a:pt x="105251" y="83725"/>
                        <a:pt x="104965" y="88487"/>
                        <a:pt x="104394" y="93154"/>
                      </a:cubicBezTo>
                      <a:cubicBezTo>
                        <a:pt x="102298" y="93821"/>
                        <a:pt x="101155" y="94869"/>
                        <a:pt x="101155" y="96298"/>
                      </a:cubicBezTo>
                      <a:cubicBezTo>
                        <a:pt x="101155" y="96774"/>
                        <a:pt x="101346" y="97536"/>
                        <a:pt x="101632" y="98679"/>
                      </a:cubicBezTo>
                      <a:cubicBezTo>
                        <a:pt x="102013" y="99822"/>
                        <a:pt x="102203" y="100679"/>
                        <a:pt x="102203" y="101346"/>
                      </a:cubicBezTo>
                      <a:cubicBezTo>
                        <a:pt x="102203" y="101918"/>
                        <a:pt x="102108" y="102394"/>
                        <a:pt x="101822" y="102870"/>
                      </a:cubicBezTo>
                      <a:lnTo>
                        <a:pt x="102489" y="107537"/>
                      </a:lnTo>
                      <a:cubicBezTo>
                        <a:pt x="100965" y="108299"/>
                        <a:pt x="99917" y="109823"/>
                        <a:pt x="99060" y="112014"/>
                      </a:cubicBezTo>
                      <a:cubicBezTo>
                        <a:pt x="98203" y="114205"/>
                        <a:pt x="97441" y="116300"/>
                        <a:pt x="96774" y="118301"/>
                      </a:cubicBezTo>
                      <a:cubicBezTo>
                        <a:pt x="94679" y="119253"/>
                        <a:pt x="91059" y="121634"/>
                        <a:pt x="86201" y="125730"/>
                      </a:cubicBezTo>
                      <a:lnTo>
                        <a:pt x="88011" y="127540"/>
                      </a:lnTo>
                      <a:cubicBezTo>
                        <a:pt x="81820" y="127826"/>
                        <a:pt x="77343" y="129254"/>
                        <a:pt x="74581" y="132112"/>
                      </a:cubicBezTo>
                      <a:cubicBezTo>
                        <a:pt x="74104" y="132112"/>
                        <a:pt x="73723" y="131921"/>
                        <a:pt x="73247" y="131921"/>
                      </a:cubicBezTo>
                      <a:cubicBezTo>
                        <a:pt x="72199" y="131921"/>
                        <a:pt x="71342" y="132398"/>
                        <a:pt x="70485" y="133160"/>
                      </a:cubicBezTo>
                      <a:cubicBezTo>
                        <a:pt x="69628" y="134017"/>
                        <a:pt x="69342" y="134874"/>
                        <a:pt x="69437" y="135922"/>
                      </a:cubicBezTo>
                      <a:cubicBezTo>
                        <a:pt x="68008" y="135065"/>
                        <a:pt x="66389" y="134588"/>
                        <a:pt x="64579" y="134588"/>
                      </a:cubicBezTo>
                      <a:lnTo>
                        <a:pt x="59246" y="134588"/>
                      </a:lnTo>
                      <a:cubicBezTo>
                        <a:pt x="59436" y="133826"/>
                        <a:pt x="59055" y="133160"/>
                        <a:pt x="58198" y="132683"/>
                      </a:cubicBezTo>
                      <a:cubicBezTo>
                        <a:pt x="57245" y="132207"/>
                        <a:pt x="56674" y="131731"/>
                        <a:pt x="56579" y="131159"/>
                      </a:cubicBezTo>
                      <a:cubicBezTo>
                        <a:pt x="55245" y="133255"/>
                        <a:pt x="53245" y="134493"/>
                        <a:pt x="50673" y="134684"/>
                      </a:cubicBezTo>
                      <a:cubicBezTo>
                        <a:pt x="50197" y="134779"/>
                        <a:pt x="48006" y="134684"/>
                        <a:pt x="44101" y="134493"/>
                      </a:cubicBezTo>
                      <a:cubicBezTo>
                        <a:pt x="41338" y="133350"/>
                        <a:pt x="38481" y="132207"/>
                        <a:pt x="35528" y="130969"/>
                      </a:cubicBezTo>
                      <a:cubicBezTo>
                        <a:pt x="32195" y="129540"/>
                        <a:pt x="29623" y="127921"/>
                        <a:pt x="27813" y="126111"/>
                      </a:cubicBezTo>
                      <a:cubicBezTo>
                        <a:pt x="27146" y="126873"/>
                        <a:pt x="25718" y="126683"/>
                        <a:pt x="23622" y="125635"/>
                      </a:cubicBezTo>
                      <a:cubicBezTo>
                        <a:pt x="20955" y="122301"/>
                        <a:pt x="18193" y="118872"/>
                        <a:pt x="15430" y="115348"/>
                      </a:cubicBezTo>
                      <a:cubicBezTo>
                        <a:pt x="12573" y="111347"/>
                        <a:pt x="10954" y="107633"/>
                        <a:pt x="10573" y="104108"/>
                      </a:cubicBezTo>
                      <a:cubicBezTo>
                        <a:pt x="9049" y="102203"/>
                        <a:pt x="8287" y="99441"/>
                        <a:pt x="8382" y="95821"/>
                      </a:cubicBezTo>
                      <a:cubicBezTo>
                        <a:pt x="8477" y="90583"/>
                        <a:pt x="8477" y="87630"/>
                        <a:pt x="8382" y="87154"/>
                      </a:cubicBezTo>
                      <a:cubicBezTo>
                        <a:pt x="8287" y="86392"/>
                        <a:pt x="8191" y="85535"/>
                        <a:pt x="8191" y="84677"/>
                      </a:cubicBezTo>
                      <a:cubicBezTo>
                        <a:pt x="8191" y="83439"/>
                        <a:pt x="8382" y="81534"/>
                        <a:pt x="8668" y="79058"/>
                      </a:cubicBezTo>
                      <a:cubicBezTo>
                        <a:pt x="9049" y="76581"/>
                        <a:pt x="9144" y="74581"/>
                        <a:pt x="9144" y="73247"/>
                      </a:cubicBezTo>
                      <a:cubicBezTo>
                        <a:pt x="9144" y="70866"/>
                        <a:pt x="8668" y="68866"/>
                        <a:pt x="7811" y="67246"/>
                      </a:cubicBezTo>
                      <a:cubicBezTo>
                        <a:pt x="8954" y="66770"/>
                        <a:pt x="9239" y="65913"/>
                        <a:pt x="8668" y="64770"/>
                      </a:cubicBezTo>
                      <a:cubicBezTo>
                        <a:pt x="8191" y="63532"/>
                        <a:pt x="8287" y="62675"/>
                        <a:pt x="9144" y="62103"/>
                      </a:cubicBezTo>
                      <a:cubicBezTo>
                        <a:pt x="8477" y="56579"/>
                        <a:pt x="8096" y="52007"/>
                        <a:pt x="8096" y="48387"/>
                      </a:cubicBezTo>
                      <a:cubicBezTo>
                        <a:pt x="8096" y="41720"/>
                        <a:pt x="9049" y="36195"/>
                        <a:pt x="10954" y="31623"/>
                      </a:cubicBezTo>
                      <a:cubicBezTo>
                        <a:pt x="11811" y="27813"/>
                        <a:pt x="12573" y="25337"/>
                        <a:pt x="13145" y="24098"/>
                      </a:cubicBezTo>
                      <a:cubicBezTo>
                        <a:pt x="14478" y="21431"/>
                        <a:pt x="16383" y="19812"/>
                        <a:pt x="18860" y="19241"/>
                      </a:cubicBezTo>
                      <a:cubicBezTo>
                        <a:pt x="20288" y="15335"/>
                        <a:pt x="23527" y="11906"/>
                        <a:pt x="28575" y="9049"/>
                      </a:cubicBezTo>
                      <a:lnTo>
                        <a:pt x="27718" y="8573"/>
                      </a:lnTo>
                      <a:cubicBezTo>
                        <a:pt x="29242" y="8192"/>
                        <a:pt x="31528" y="7049"/>
                        <a:pt x="34480" y="4858"/>
                      </a:cubicBezTo>
                      <a:cubicBezTo>
                        <a:pt x="36957" y="3048"/>
                        <a:pt x="39338" y="2286"/>
                        <a:pt x="41529" y="2477"/>
                      </a:cubicBezTo>
                      <a:cubicBezTo>
                        <a:pt x="41529" y="762"/>
                        <a:pt x="42196" y="0"/>
                        <a:pt x="43529" y="0"/>
                      </a:cubicBezTo>
                      <a:cubicBezTo>
                        <a:pt x="44005" y="0"/>
                        <a:pt x="44863" y="95"/>
                        <a:pt x="46101" y="476"/>
                      </a:cubicBezTo>
                      <a:cubicBezTo>
                        <a:pt x="47339" y="762"/>
                        <a:pt x="48196" y="857"/>
                        <a:pt x="48578" y="762"/>
                      </a:cubicBezTo>
                      <a:cubicBezTo>
                        <a:pt x="50387" y="3334"/>
                        <a:pt x="52769" y="4572"/>
                        <a:pt x="55626" y="4572"/>
                      </a:cubicBezTo>
                      <a:cubicBezTo>
                        <a:pt x="56960" y="4572"/>
                        <a:pt x="59150" y="4096"/>
                        <a:pt x="62294" y="3238"/>
                      </a:cubicBezTo>
                      <a:cubicBezTo>
                        <a:pt x="64675" y="3905"/>
                        <a:pt x="67628" y="3905"/>
                        <a:pt x="71247" y="3238"/>
                      </a:cubicBezTo>
                      <a:lnTo>
                        <a:pt x="71247" y="3905"/>
                      </a:lnTo>
                      <a:cubicBezTo>
                        <a:pt x="72295" y="3429"/>
                        <a:pt x="73247" y="3238"/>
                        <a:pt x="74295" y="3238"/>
                      </a:cubicBezTo>
                      <a:cubicBezTo>
                        <a:pt x="75724" y="3238"/>
                        <a:pt x="77629" y="4191"/>
                        <a:pt x="79820" y="6001"/>
                      </a:cubicBezTo>
                      <a:cubicBezTo>
                        <a:pt x="82010" y="7906"/>
                        <a:pt x="84011" y="8858"/>
                        <a:pt x="85725" y="9144"/>
                      </a:cubicBezTo>
                      <a:cubicBezTo>
                        <a:pt x="86201" y="10954"/>
                        <a:pt x="87630" y="12763"/>
                        <a:pt x="90011" y="14478"/>
                      </a:cubicBezTo>
                      <a:cubicBezTo>
                        <a:pt x="92393" y="16288"/>
                        <a:pt x="93726" y="17526"/>
                        <a:pt x="94107" y="18383"/>
                      </a:cubicBezTo>
                      <a:cubicBezTo>
                        <a:pt x="95821" y="18383"/>
                        <a:pt x="96774" y="19526"/>
                        <a:pt x="97155" y="21908"/>
                      </a:cubicBezTo>
                      <a:cubicBezTo>
                        <a:pt x="97536" y="24289"/>
                        <a:pt x="98488" y="25432"/>
                        <a:pt x="100013" y="25432"/>
                      </a:cubicBezTo>
                      <a:cubicBezTo>
                        <a:pt x="101251" y="26861"/>
                        <a:pt x="101918" y="28956"/>
                        <a:pt x="101918" y="31623"/>
                      </a:cubicBezTo>
                      <a:lnTo>
                        <a:pt x="101918" y="34004"/>
                      </a:lnTo>
                      <a:cubicBezTo>
                        <a:pt x="101822" y="35147"/>
                        <a:pt x="101727" y="35909"/>
                        <a:pt x="101727" y="36386"/>
                      </a:cubicBezTo>
                      <a:cubicBezTo>
                        <a:pt x="101727" y="39624"/>
                        <a:pt x="102965" y="42005"/>
                        <a:pt x="105251" y="43434"/>
                      </a:cubicBezTo>
                      <a:cubicBezTo>
                        <a:pt x="104775" y="44196"/>
                        <a:pt x="104585" y="45149"/>
                        <a:pt x="104585" y="46101"/>
                      </a:cubicBezTo>
                      <a:cubicBezTo>
                        <a:pt x="104585" y="47054"/>
                        <a:pt x="104775" y="48196"/>
                        <a:pt x="105251" y="49625"/>
                      </a:cubicBezTo>
                      <a:cubicBezTo>
                        <a:pt x="105632" y="51054"/>
                        <a:pt x="105918" y="52102"/>
                        <a:pt x="105918" y="52673"/>
                      </a:cubicBezTo>
                      <a:cubicBezTo>
                        <a:pt x="105918" y="54007"/>
                        <a:pt x="105061" y="54864"/>
                        <a:pt x="103441" y="55150"/>
                      </a:cubicBezTo>
                      <a:close/>
                      <a:moveTo>
                        <a:pt x="85725" y="64199"/>
                      </a:moveTo>
                      <a:cubicBezTo>
                        <a:pt x="86296" y="64199"/>
                        <a:pt x="88868" y="64961"/>
                        <a:pt x="93440" y="66485"/>
                      </a:cubicBezTo>
                      <a:lnTo>
                        <a:pt x="93440" y="62770"/>
                      </a:lnTo>
                      <a:cubicBezTo>
                        <a:pt x="89725" y="61436"/>
                        <a:pt x="88106" y="60770"/>
                        <a:pt x="88392" y="60770"/>
                      </a:cubicBezTo>
                      <a:cubicBezTo>
                        <a:pt x="87630" y="60770"/>
                        <a:pt x="87344" y="61436"/>
                        <a:pt x="87535" y="62770"/>
                      </a:cubicBezTo>
                      <a:lnTo>
                        <a:pt x="85725" y="60770"/>
                      </a:lnTo>
                      <a:lnTo>
                        <a:pt x="84868" y="61246"/>
                      </a:lnTo>
                      <a:cubicBezTo>
                        <a:pt x="84106" y="60008"/>
                        <a:pt x="82963" y="59055"/>
                        <a:pt x="81534" y="58388"/>
                      </a:cubicBezTo>
                      <a:cubicBezTo>
                        <a:pt x="79057" y="57531"/>
                        <a:pt x="77629" y="56960"/>
                        <a:pt x="77343" y="56769"/>
                      </a:cubicBezTo>
                      <a:cubicBezTo>
                        <a:pt x="77819" y="56198"/>
                        <a:pt x="77914" y="55340"/>
                        <a:pt x="77819" y="54102"/>
                      </a:cubicBezTo>
                      <a:lnTo>
                        <a:pt x="77819" y="51054"/>
                      </a:lnTo>
                      <a:cubicBezTo>
                        <a:pt x="77533" y="50483"/>
                        <a:pt x="76200" y="47625"/>
                        <a:pt x="73914" y="42291"/>
                      </a:cubicBezTo>
                      <a:cubicBezTo>
                        <a:pt x="72485" y="38671"/>
                        <a:pt x="71152" y="36386"/>
                        <a:pt x="69913" y="35433"/>
                      </a:cubicBezTo>
                      <a:lnTo>
                        <a:pt x="70771" y="34957"/>
                      </a:lnTo>
                      <a:cubicBezTo>
                        <a:pt x="69532" y="33338"/>
                        <a:pt x="67818" y="32290"/>
                        <a:pt x="65722" y="31623"/>
                      </a:cubicBezTo>
                      <a:cubicBezTo>
                        <a:pt x="63627" y="30956"/>
                        <a:pt x="61627" y="30385"/>
                        <a:pt x="59722" y="29813"/>
                      </a:cubicBezTo>
                      <a:cubicBezTo>
                        <a:pt x="59817" y="28004"/>
                        <a:pt x="59150" y="27146"/>
                        <a:pt x="57531" y="27146"/>
                      </a:cubicBezTo>
                      <a:cubicBezTo>
                        <a:pt x="55436" y="27146"/>
                        <a:pt x="54007" y="28099"/>
                        <a:pt x="53340" y="29813"/>
                      </a:cubicBezTo>
                      <a:cubicBezTo>
                        <a:pt x="52102" y="29909"/>
                        <a:pt x="50482" y="30671"/>
                        <a:pt x="48387" y="32004"/>
                      </a:cubicBezTo>
                      <a:cubicBezTo>
                        <a:pt x="46291" y="33338"/>
                        <a:pt x="44768" y="33909"/>
                        <a:pt x="43624" y="33719"/>
                      </a:cubicBezTo>
                      <a:cubicBezTo>
                        <a:pt x="41434" y="34385"/>
                        <a:pt x="39814" y="36195"/>
                        <a:pt x="38957" y="39243"/>
                      </a:cubicBezTo>
                      <a:cubicBezTo>
                        <a:pt x="38005" y="42577"/>
                        <a:pt x="36957" y="44577"/>
                        <a:pt x="35719" y="45244"/>
                      </a:cubicBezTo>
                      <a:cubicBezTo>
                        <a:pt x="35814" y="46958"/>
                        <a:pt x="35719" y="49149"/>
                        <a:pt x="35338" y="52007"/>
                      </a:cubicBezTo>
                      <a:cubicBezTo>
                        <a:pt x="34957" y="54769"/>
                        <a:pt x="34766" y="56769"/>
                        <a:pt x="34766" y="57912"/>
                      </a:cubicBezTo>
                      <a:cubicBezTo>
                        <a:pt x="34766" y="59817"/>
                        <a:pt x="35147" y="61532"/>
                        <a:pt x="35814" y="62960"/>
                      </a:cubicBezTo>
                      <a:cubicBezTo>
                        <a:pt x="34576" y="63818"/>
                        <a:pt x="34385" y="65627"/>
                        <a:pt x="35338" y="68294"/>
                      </a:cubicBezTo>
                      <a:cubicBezTo>
                        <a:pt x="36100" y="70485"/>
                        <a:pt x="35623" y="71723"/>
                        <a:pt x="34004" y="72009"/>
                      </a:cubicBezTo>
                      <a:cubicBezTo>
                        <a:pt x="35243" y="77343"/>
                        <a:pt x="35909" y="81439"/>
                        <a:pt x="35909" y="84296"/>
                      </a:cubicBezTo>
                      <a:cubicBezTo>
                        <a:pt x="35909" y="86296"/>
                        <a:pt x="35719" y="88297"/>
                        <a:pt x="35433" y="90202"/>
                      </a:cubicBezTo>
                      <a:cubicBezTo>
                        <a:pt x="36195" y="90869"/>
                        <a:pt x="37719" y="94107"/>
                        <a:pt x="40100" y="99917"/>
                      </a:cubicBezTo>
                      <a:cubicBezTo>
                        <a:pt x="41815" y="104204"/>
                        <a:pt x="44482" y="106109"/>
                        <a:pt x="48292" y="105632"/>
                      </a:cubicBezTo>
                      <a:cubicBezTo>
                        <a:pt x="48673" y="105728"/>
                        <a:pt x="49054" y="105632"/>
                        <a:pt x="49530" y="105156"/>
                      </a:cubicBezTo>
                      <a:cubicBezTo>
                        <a:pt x="50006" y="104680"/>
                        <a:pt x="50292" y="104489"/>
                        <a:pt x="50578" y="104489"/>
                      </a:cubicBezTo>
                      <a:cubicBezTo>
                        <a:pt x="50959" y="104489"/>
                        <a:pt x="51245" y="104680"/>
                        <a:pt x="51530" y="105156"/>
                      </a:cubicBezTo>
                      <a:lnTo>
                        <a:pt x="50863" y="105632"/>
                      </a:lnTo>
                      <a:cubicBezTo>
                        <a:pt x="50863" y="106204"/>
                        <a:pt x="51149" y="106680"/>
                        <a:pt x="51721" y="107156"/>
                      </a:cubicBezTo>
                      <a:lnTo>
                        <a:pt x="52864" y="108299"/>
                      </a:lnTo>
                      <a:cubicBezTo>
                        <a:pt x="53626" y="109347"/>
                        <a:pt x="54673" y="109823"/>
                        <a:pt x="55912" y="109823"/>
                      </a:cubicBezTo>
                      <a:cubicBezTo>
                        <a:pt x="57531" y="109823"/>
                        <a:pt x="58483" y="109157"/>
                        <a:pt x="58579" y="107823"/>
                      </a:cubicBezTo>
                      <a:cubicBezTo>
                        <a:pt x="59341" y="108490"/>
                        <a:pt x="60103" y="108776"/>
                        <a:pt x="60770" y="108776"/>
                      </a:cubicBezTo>
                      <a:cubicBezTo>
                        <a:pt x="61436" y="108776"/>
                        <a:pt x="62198" y="108013"/>
                        <a:pt x="63055" y="106585"/>
                      </a:cubicBezTo>
                      <a:cubicBezTo>
                        <a:pt x="63913" y="105156"/>
                        <a:pt x="64675" y="104394"/>
                        <a:pt x="65341" y="104394"/>
                      </a:cubicBezTo>
                      <a:cubicBezTo>
                        <a:pt x="66008" y="104394"/>
                        <a:pt x="66865" y="104775"/>
                        <a:pt x="67913" y="105537"/>
                      </a:cubicBezTo>
                      <a:cubicBezTo>
                        <a:pt x="68104" y="105061"/>
                        <a:pt x="69247" y="104394"/>
                        <a:pt x="71152" y="103537"/>
                      </a:cubicBezTo>
                      <a:cubicBezTo>
                        <a:pt x="72676" y="102870"/>
                        <a:pt x="73533" y="101918"/>
                        <a:pt x="73533" y="100679"/>
                      </a:cubicBezTo>
                      <a:cubicBezTo>
                        <a:pt x="73533" y="100298"/>
                        <a:pt x="73438" y="99727"/>
                        <a:pt x="73247" y="99060"/>
                      </a:cubicBezTo>
                      <a:cubicBezTo>
                        <a:pt x="74771" y="98298"/>
                        <a:pt x="75724" y="96488"/>
                        <a:pt x="76105" y="93821"/>
                      </a:cubicBezTo>
                      <a:cubicBezTo>
                        <a:pt x="76390" y="91154"/>
                        <a:pt x="77153" y="89440"/>
                        <a:pt x="78296" y="88773"/>
                      </a:cubicBezTo>
                      <a:lnTo>
                        <a:pt x="78296" y="77724"/>
                      </a:lnTo>
                      <a:cubicBezTo>
                        <a:pt x="78486" y="76962"/>
                        <a:pt x="78581" y="76010"/>
                        <a:pt x="78581" y="75057"/>
                      </a:cubicBezTo>
                      <a:cubicBezTo>
                        <a:pt x="78581" y="74104"/>
                        <a:pt x="78391" y="72580"/>
                        <a:pt x="78105" y="70676"/>
                      </a:cubicBezTo>
                      <a:cubicBezTo>
                        <a:pt x="77819" y="68771"/>
                        <a:pt x="77629" y="67437"/>
                        <a:pt x="77629" y="66675"/>
                      </a:cubicBezTo>
                      <a:cubicBezTo>
                        <a:pt x="77629" y="65437"/>
                        <a:pt x="77819" y="64389"/>
                        <a:pt x="78296" y="63532"/>
                      </a:cubicBezTo>
                      <a:cubicBezTo>
                        <a:pt x="78200" y="62294"/>
                        <a:pt x="78486" y="61532"/>
                        <a:pt x="79343" y="61341"/>
                      </a:cubicBezTo>
                      <a:cubicBezTo>
                        <a:pt x="79629" y="61341"/>
                        <a:pt x="80581" y="61436"/>
                        <a:pt x="82201" y="61627"/>
                      </a:cubicBezTo>
                      <a:cubicBezTo>
                        <a:pt x="83439" y="61913"/>
                        <a:pt x="84296" y="61817"/>
                        <a:pt x="84868" y="61436"/>
                      </a:cubicBezTo>
                      <a:cubicBezTo>
                        <a:pt x="85820" y="62389"/>
                        <a:pt x="86296" y="63437"/>
                        <a:pt x="86201" y="64294"/>
                      </a:cubicBezTo>
                      <a:close/>
                      <a:moveTo>
                        <a:pt x="100013" y="54959"/>
                      </a:moveTo>
                      <a:cubicBezTo>
                        <a:pt x="99155" y="54483"/>
                        <a:pt x="98203" y="54293"/>
                        <a:pt x="97346" y="54293"/>
                      </a:cubicBezTo>
                      <a:cubicBezTo>
                        <a:pt x="96774" y="54293"/>
                        <a:pt x="95917" y="54483"/>
                        <a:pt x="94679" y="54674"/>
                      </a:cubicBezTo>
                      <a:cubicBezTo>
                        <a:pt x="93440" y="54959"/>
                        <a:pt x="92393" y="55054"/>
                        <a:pt x="91440" y="54959"/>
                      </a:cubicBezTo>
                      <a:lnTo>
                        <a:pt x="95536" y="57626"/>
                      </a:lnTo>
                      <a:lnTo>
                        <a:pt x="96012" y="54959"/>
                      </a:lnTo>
                      <a:cubicBezTo>
                        <a:pt x="96012" y="54959"/>
                        <a:pt x="97631" y="55436"/>
                        <a:pt x="100013" y="56293"/>
                      </a:cubicBezTo>
                      <a:lnTo>
                        <a:pt x="100013" y="54959"/>
                      </a:lnTo>
                      <a:close/>
                      <a:moveTo>
                        <a:pt x="96012" y="97060"/>
                      </a:moveTo>
                      <a:cubicBezTo>
                        <a:pt x="96012" y="97060"/>
                        <a:pt x="96393" y="96869"/>
                        <a:pt x="96393" y="96679"/>
                      </a:cubicBezTo>
                      <a:cubicBezTo>
                        <a:pt x="96393" y="96488"/>
                        <a:pt x="96107" y="96393"/>
                        <a:pt x="95536" y="96107"/>
                      </a:cubicBezTo>
                      <a:cubicBezTo>
                        <a:pt x="94964" y="95821"/>
                        <a:pt x="94679" y="95631"/>
                        <a:pt x="94679" y="95345"/>
                      </a:cubicBezTo>
                      <a:cubicBezTo>
                        <a:pt x="94679" y="95155"/>
                        <a:pt x="94964" y="94869"/>
                        <a:pt x="95536" y="94583"/>
                      </a:cubicBezTo>
                      <a:cubicBezTo>
                        <a:pt x="94869" y="94298"/>
                        <a:pt x="94202" y="94393"/>
                        <a:pt x="93536" y="94679"/>
                      </a:cubicBezTo>
                      <a:cubicBezTo>
                        <a:pt x="92488" y="95345"/>
                        <a:pt x="91916" y="95726"/>
                        <a:pt x="91916" y="95726"/>
                      </a:cubicBezTo>
                      <a:cubicBezTo>
                        <a:pt x="92297" y="95726"/>
                        <a:pt x="93631" y="96203"/>
                        <a:pt x="96107" y="97060"/>
                      </a:cubicBezTo>
                      <a:close/>
                      <a:moveTo>
                        <a:pt x="100584" y="62865"/>
                      </a:moveTo>
                      <a:lnTo>
                        <a:pt x="102584" y="62865"/>
                      </a:lnTo>
                      <a:cubicBezTo>
                        <a:pt x="101537" y="62198"/>
                        <a:pt x="100965" y="62103"/>
                        <a:pt x="100584" y="62675"/>
                      </a:cubicBezTo>
                      <a:cubicBezTo>
                        <a:pt x="99346" y="62294"/>
                        <a:pt x="97631" y="61817"/>
                        <a:pt x="95345" y="61151"/>
                      </a:cubicBezTo>
                      <a:cubicBezTo>
                        <a:pt x="95155" y="60388"/>
                        <a:pt x="94488" y="60008"/>
                        <a:pt x="93440" y="60008"/>
                      </a:cubicBezTo>
                      <a:cubicBezTo>
                        <a:pt x="93916" y="60198"/>
                        <a:pt x="94488" y="60674"/>
                        <a:pt x="95345" y="61151"/>
                      </a:cubicBezTo>
                      <a:cubicBezTo>
                        <a:pt x="95440" y="61532"/>
                        <a:pt x="95536" y="62198"/>
                        <a:pt x="95536" y="62865"/>
                      </a:cubicBezTo>
                      <a:cubicBezTo>
                        <a:pt x="95440" y="63722"/>
                        <a:pt x="95440" y="64294"/>
                        <a:pt x="95536" y="64389"/>
                      </a:cubicBezTo>
                      <a:cubicBezTo>
                        <a:pt x="95536" y="64770"/>
                        <a:pt x="95726" y="64770"/>
                        <a:pt x="96012" y="64770"/>
                      </a:cubicBezTo>
                      <a:lnTo>
                        <a:pt x="97822" y="62960"/>
                      </a:lnTo>
                      <a:lnTo>
                        <a:pt x="98679" y="63437"/>
                      </a:lnTo>
                      <a:cubicBezTo>
                        <a:pt x="98679" y="63437"/>
                        <a:pt x="98679" y="64389"/>
                        <a:pt x="98393" y="64865"/>
                      </a:cubicBezTo>
                      <a:cubicBezTo>
                        <a:pt x="98012" y="65342"/>
                        <a:pt x="97917" y="65818"/>
                        <a:pt x="97917" y="66104"/>
                      </a:cubicBezTo>
                      <a:cubicBezTo>
                        <a:pt x="98965" y="66294"/>
                        <a:pt x="99631" y="66104"/>
                        <a:pt x="99822" y="65151"/>
                      </a:cubicBezTo>
                      <a:cubicBezTo>
                        <a:pt x="100108" y="64294"/>
                        <a:pt x="100394" y="63532"/>
                        <a:pt x="100584" y="62675"/>
                      </a:cubicBezTo>
                      <a:lnTo>
                        <a:pt x="100584" y="62865"/>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 name="Google Shape;1451;p99"/>
                <p:cNvSpPr/>
                <p:nvPr/>
              </p:nvSpPr>
              <p:spPr>
                <a:xfrm>
                  <a:off x="6393550" y="4053077"/>
                  <a:ext cx="102880" cy="162306"/>
                </a:xfrm>
                <a:custGeom>
                  <a:avLst/>
                  <a:gdLst/>
                  <a:ahLst/>
                  <a:cxnLst/>
                  <a:rect l="l" t="t" r="r" b="b"/>
                  <a:pathLst>
                    <a:path w="102880" h="162306" extrusionOk="0">
                      <a:moveTo>
                        <a:pt x="93069" y="48863"/>
                      </a:moveTo>
                      <a:cubicBezTo>
                        <a:pt x="95736" y="50197"/>
                        <a:pt x="97355" y="50863"/>
                        <a:pt x="97737" y="50863"/>
                      </a:cubicBezTo>
                      <a:cubicBezTo>
                        <a:pt x="95451" y="53340"/>
                        <a:pt x="94498" y="55054"/>
                        <a:pt x="94879" y="56198"/>
                      </a:cubicBezTo>
                      <a:cubicBezTo>
                        <a:pt x="94593" y="56102"/>
                        <a:pt x="94308" y="56007"/>
                        <a:pt x="93831" y="56007"/>
                      </a:cubicBezTo>
                      <a:cubicBezTo>
                        <a:pt x="93355" y="56007"/>
                        <a:pt x="92593" y="56198"/>
                        <a:pt x="91450" y="56674"/>
                      </a:cubicBezTo>
                      <a:cubicBezTo>
                        <a:pt x="90307" y="57150"/>
                        <a:pt x="89450" y="57341"/>
                        <a:pt x="88878" y="57341"/>
                      </a:cubicBezTo>
                      <a:cubicBezTo>
                        <a:pt x="87830" y="57341"/>
                        <a:pt x="87164" y="56674"/>
                        <a:pt x="86687" y="55340"/>
                      </a:cubicBezTo>
                      <a:cubicBezTo>
                        <a:pt x="86497" y="55721"/>
                        <a:pt x="86211" y="56674"/>
                        <a:pt x="86021" y="58484"/>
                      </a:cubicBezTo>
                      <a:cubicBezTo>
                        <a:pt x="85830" y="59722"/>
                        <a:pt x="85163" y="60579"/>
                        <a:pt x="84021" y="61151"/>
                      </a:cubicBezTo>
                      <a:lnTo>
                        <a:pt x="78782" y="61627"/>
                      </a:lnTo>
                      <a:lnTo>
                        <a:pt x="79639" y="62484"/>
                      </a:lnTo>
                      <a:cubicBezTo>
                        <a:pt x="77258" y="63246"/>
                        <a:pt x="74686" y="63627"/>
                        <a:pt x="71733" y="63627"/>
                      </a:cubicBezTo>
                      <a:lnTo>
                        <a:pt x="72400" y="62960"/>
                      </a:lnTo>
                      <a:cubicBezTo>
                        <a:pt x="72590" y="61722"/>
                        <a:pt x="72210" y="61151"/>
                        <a:pt x="71067" y="61151"/>
                      </a:cubicBezTo>
                      <a:cubicBezTo>
                        <a:pt x="69638" y="61055"/>
                        <a:pt x="68780" y="60770"/>
                        <a:pt x="68495" y="60293"/>
                      </a:cubicBezTo>
                      <a:lnTo>
                        <a:pt x="65828" y="60293"/>
                      </a:lnTo>
                      <a:cubicBezTo>
                        <a:pt x="67161" y="59912"/>
                        <a:pt x="67828" y="59150"/>
                        <a:pt x="67828" y="58293"/>
                      </a:cubicBezTo>
                      <a:cubicBezTo>
                        <a:pt x="67828" y="57912"/>
                        <a:pt x="67637" y="57341"/>
                        <a:pt x="67352" y="56579"/>
                      </a:cubicBezTo>
                      <a:cubicBezTo>
                        <a:pt x="67066" y="55721"/>
                        <a:pt x="66876" y="55150"/>
                        <a:pt x="66876" y="54769"/>
                      </a:cubicBezTo>
                      <a:cubicBezTo>
                        <a:pt x="66876" y="54483"/>
                        <a:pt x="66971" y="54197"/>
                        <a:pt x="67256" y="53912"/>
                      </a:cubicBezTo>
                      <a:lnTo>
                        <a:pt x="64589" y="52959"/>
                      </a:lnTo>
                      <a:cubicBezTo>
                        <a:pt x="64780" y="52388"/>
                        <a:pt x="64875" y="51816"/>
                        <a:pt x="64875" y="51245"/>
                      </a:cubicBezTo>
                      <a:cubicBezTo>
                        <a:pt x="64875" y="50102"/>
                        <a:pt x="64018" y="49054"/>
                        <a:pt x="62399" y="47911"/>
                      </a:cubicBezTo>
                      <a:cubicBezTo>
                        <a:pt x="60398" y="46577"/>
                        <a:pt x="59255" y="45625"/>
                        <a:pt x="58875" y="45053"/>
                      </a:cubicBezTo>
                      <a:cubicBezTo>
                        <a:pt x="58112" y="45434"/>
                        <a:pt x="57446" y="45529"/>
                        <a:pt x="56874" y="45529"/>
                      </a:cubicBezTo>
                      <a:cubicBezTo>
                        <a:pt x="55731" y="45529"/>
                        <a:pt x="54588" y="44768"/>
                        <a:pt x="53636" y="43244"/>
                      </a:cubicBezTo>
                      <a:cubicBezTo>
                        <a:pt x="52493" y="41720"/>
                        <a:pt x="51731" y="40958"/>
                        <a:pt x="50969" y="40958"/>
                      </a:cubicBezTo>
                      <a:cubicBezTo>
                        <a:pt x="50207" y="40958"/>
                        <a:pt x="49540" y="41434"/>
                        <a:pt x="48683" y="42291"/>
                      </a:cubicBezTo>
                      <a:lnTo>
                        <a:pt x="46492" y="40291"/>
                      </a:lnTo>
                      <a:cubicBezTo>
                        <a:pt x="45444" y="41434"/>
                        <a:pt x="43730" y="42577"/>
                        <a:pt x="41253" y="43720"/>
                      </a:cubicBezTo>
                      <a:cubicBezTo>
                        <a:pt x="38777" y="44863"/>
                        <a:pt x="36872" y="46387"/>
                        <a:pt x="35824" y="48196"/>
                      </a:cubicBezTo>
                      <a:cubicBezTo>
                        <a:pt x="35634" y="47625"/>
                        <a:pt x="35157" y="47339"/>
                        <a:pt x="34681" y="47339"/>
                      </a:cubicBezTo>
                      <a:lnTo>
                        <a:pt x="33157" y="47339"/>
                      </a:lnTo>
                      <a:cubicBezTo>
                        <a:pt x="32014" y="48482"/>
                        <a:pt x="30490" y="52578"/>
                        <a:pt x="28490" y="59627"/>
                      </a:cubicBezTo>
                      <a:cubicBezTo>
                        <a:pt x="26966" y="64770"/>
                        <a:pt x="24204" y="67342"/>
                        <a:pt x="20298" y="67342"/>
                      </a:cubicBezTo>
                      <a:cubicBezTo>
                        <a:pt x="19441" y="67342"/>
                        <a:pt x="18393" y="67246"/>
                        <a:pt x="17250" y="67056"/>
                      </a:cubicBezTo>
                      <a:cubicBezTo>
                        <a:pt x="18584" y="67246"/>
                        <a:pt x="20584" y="67628"/>
                        <a:pt x="23156" y="68199"/>
                      </a:cubicBezTo>
                      <a:lnTo>
                        <a:pt x="23061" y="68199"/>
                      </a:lnTo>
                      <a:cubicBezTo>
                        <a:pt x="22584" y="69437"/>
                        <a:pt x="21346" y="70104"/>
                        <a:pt x="19346" y="70199"/>
                      </a:cubicBezTo>
                      <a:lnTo>
                        <a:pt x="14679" y="70199"/>
                      </a:lnTo>
                      <a:cubicBezTo>
                        <a:pt x="13821" y="70295"/>
                        <a:pt x="13059" y="70580"/>
                        <a:pt x="12488" y="70866"/>
                      </a:cubicBezTo>
                      <a:cubicBezTo>
                        <a:pt x="12393" y="71438"/>
                        <a:pt x="12297" y="71914"/>
                        <a:pt x="12297" y="72390"/>
                      </a:cubicBezTo>
                      <a:cubicBezTo>
                        <a:pt x="12297" y="73628"/>
                        <a:pt x="13059" y="74295"/>
                        <a:pt x="14393" y="74295"/>
                      </a:cubicBezTo>
                      <a:cubicBezTo>
                        <a:pt x="14679" y="74295"/>
                        <a:pt x="15060" y="74295"/>
                        <a:pt x="15536" y="74104"/>
                      </a:cubicBezTo>
                      <a:lnTo>
                        <a:pt x="16869" y="74104"/>
                      </a:lnTo>
                      <a:cubicBezTo>
                        <a:pt x="17917" y="74104"/>
                        <a:pt x="18584" y="74295"/>
                        <a:pt x="18870" y="74771"/>
                      </a:cubicBezTo>
                      <a:lnTo>
                        <a:pt x="18870" y="73247"/>
                      </a:lnTo>
                      <a:lnTo>
                        <a:pt x="22870" y="77248"/>
                      </a:lnTo>
                      <a:lnTo>
                        <a:pt x="23822" y="75248"/>
                      </a:lnTo>
                      <a:lnTo>
                        <a:pt x="23346" y="74771"/>
                      </a:lnTo>
                      <a:lnTo>
                        <a:pt x="23822" y="74104"/>
                      </a:lnTo>
                      <a:lnTo>
                        <a:pt x="25346" y="77248"/>
                      </a:lnTo>
                      <a:cubicBezTo>
                        <a:pt x="26680" y="75724"/>
                        <a:pt x="26489" y="73914"/>
                        <a:pt x="24680" y="71914"/>
                      </a:cubicBezTo>
                      <a:cubicBezTo>
                        <a:pt x="25442" y="71914"/>
                        <a:pt x="26299" y="72104"/>
                        <a:pt x="27156" y="72771"/>
                      </a:cubicBezTo>
                      <a:cubicBezTo>
                        <a:pt x="26013" y="73438"/>
                        <a:pt x="26013" y="75819"/>
                        <a:pt x="27156" y="79820"/>
                      </a:cubicBezTo>
                      <a:lnTo>
                        <a:pt x="26680" y="103823"/>
                      </a:lnTo>
                      <a:cubicBezTo>
                        <a:pt x="27537" y="105156"/>
                        <a:pt x="28680" y="108013"/>
                        <a:pt x="29823" y="112204"/>
                      </a:cubicBezTo>
                      <a:cubicBezTo>
                        <a:pt x="34967" y="117158"/>
                        <a:pt x="42968" y="120777"/>
                        <a:pt x="53826" y="123254"/>
                      </a:cubicBezTo>
                      <a:cubicBezTo>
                        <a:pt x="54779" y="120872"/>
                        <a:pt x="56970" y="119539"/>
                        <a:pt x="60589" y="119158"/>
                      </a:cubicBezTo>
                      <a:cubicBezTo>
                        <a:pt x="64113" y="118777"/>
                        <a:pt x="66209" y="117348"/>
                        <a:pt x="66780" y="114871"/>
                      </a:cubicBezTo>
                      <a:cubicBezTo>
                        <a:pt x="67447" y="114491"/>
                        <a:pt x="68209" y="113919"/>
                        <a:pt x="69162" y="113062"/>
                      </a:cubicBezTo>
                      <a:lnTo>
                        <a:pt x="67828" y="110871"/>
                      </a:lnTo>
                      <a:cubicBezTo>
                        <a:pt x="67828" y="110871"/>
                        <a:pt x="68971" y="110204"/>
                        <a:pt x="70495" y="109061"/>
                      </a:cubicBezTo>
                      <a:cubicBezTo>
                        <a:pt x="69733" y="105061"/>
                        <a:pt x="67637" y="103061"/>
                        <a:pt x="64304" y="103061"/>
                      </a:cubicBezTo>
                      <a:cubicBezTo>
                        <a:pt x="63256" y="103061"/>
                        <a:pt x="61637" y="103346"/>
                        <a:pt x="59255" y="103823"/>
                      </a:cubicBezTo>
                      <a:cubicBezTo>
                        <a:pt x="56970" y="104299"/>
                        <a:pt x="55160" y="104585"/>
                        <a:pt x="54112" y="104585"/>
                      </a:cubicBezTo>
                      <a:cubicBezTo>
                        <a:pt x="53064" y="104585"/>
                        <a:pt x="52017" y="104299"/>
                        <a:pt x="51254" y="103918"/>
                      </a:cubicBezTo>
                      <a:lnTo>
                        <a:pt x="46016" y="103918"/>
                      </a:lnTo>
                      <a:cubicBezTo>
                        <a:pt x="46016" y="103918"/>
                        <a:pt x="45730" y="103061"/>
                        <a:pt x="44682" y="102108"/>
                      </a:cubicBezTo>
                      <a:cubicBezTo>
                        <a:pt x="43920" y="102870"/>
                        <a:pt x="43349" y="103251"/>
                        <a:pt x="42968" y="103251"/>
                      </a:cubicBezTo>
                      <a:cubicBezTo>
                        <a:pt x="42682" y="103251"/>
                        <a:pt x="42396" y="103061"/>
                        <a:pt x="42301" y="102584"/>
                      </a:cubicBezTo>
                      <a:cubicBezTo>
                        <a:pt x="41063" y="101727"/>
                        <a:pt x="40777" y="100108"/>
                        <a:pt x="41253" y="97822"/>
                      </a:cubicBezTo>
                      <a:cubicBezTo>
                        <a:pt x="41729" y="95536"/>
                        <a:pt x="41634" y="93917"/>
                        <a:pt x="40968" y="92869"/>
                      </a:cubicBezTo>
                      <a:cubicBezTo>
                        <a:pt x="40968" y="89249"/>
                        <a:pt x="40968" y="87249"/>
                        <a:pt x="41158" y="86868"/>
                      </a:cubicBezTo>
                      <a:cubicBezTo>
                        <a:pt x="41539" y="84392"/>
                        <a:pt x="42492" y="82677"/>
                        <a:pt x="44111" y="81820"/>
                      </a:cubicBezTo>
                      <a:cubicBezTo>
                        <a:pt x="48397" y="80582"/>
                        <a:pt x="53255" y="80010"/>
                        <a:pt x="58875" y="80010"/>
                      </a:cubicBezTo>
                      <a:cubicBezTo>
                        <a:pt x="61542" y="80010"/>
                        <a:pt x="65637" y="80201"/>
                        <a:pt x="71162" y="80486"/>
                      </a:cubicBezTo>
                      <a:cubicBezTo>
                        <a:pt x="76686" y="80867"/>
                        <a:pt x="80972" y="80963"/>
                        <a:pt x="83830" y="80963"/>
                      </a:cubicBezTo>
                      <a:cubicBezTo>
                        <a:pt x="86211" y="80963"/>
                        <a:pt x="88307" y="80963"/>
                        <a:pt x="90402" y="80772"/>
                      </a:cubicBezTo>
                      <a:lnTo>
                        <a:pt x="96403" y="81248"/>
                      </a:lnTo>
                      <a:lnTo>
                        <a:pt x="96403" y="116777"/>
                      </a:lnTo>
                      <a:cubicBezTo>
                        <a:pt x="94593" y="118396"/>
                        <a:pt x="93736" y="119539"/>
                        <a:pt x="93736" y="120491"/>
                      </a:cubicBezTo>
                      <a:cubicBezTo>
                        <a:pt x="93736" y="121063"/>
                        <a:pt x="93927" y="121539"/>
                        <a:pt x="94403" y="122015"/>
                      </a:cubicBezTo>
                      <a:cubicBezTo>
                        <a:pt x="92974" y="125159"/>
                        <a:pt x="89640" y="128969"/>
                        <a:pt x="84687" y="133445"/>
                      </a:cubicBezTo>
                      <a:cubicBezTo>
                        <a:pt x="79163" y="138398"/>
                        <a:pt x="75734" y="141923"/>
                        <a:pt x="74305" y="144018"/>
                      </a:cubicBezTo>
                      <a:cubicBezTo>
                        <a:pt x="73829" y="143732"/>
                        <a:pt x="73353" y="143542"/>
                        <a:pt x="72971" y="143542"/>
                      </a:cubicBezTo>
                      <a:cubicBezTo>
                        <a:pt x="72400" y="143542"/>
                        <a:pt x="71543" y="144018"/>
                        <a:pt x="70304" y="145066"/>
                      </a:cubicBezTo>
                      <a:cubicBezTo>
                        <a:pt x="69066" y="146018"/>
                        <a:pt x="68114" y="146590"/>
                        <a:pt x="67352" y="146590"/>
                      </a:cubicBezTo>
                      <a:cubicBezTo>
                        <a:pt x="61161" y="148495"/>
                        <a:pt x="56684" y="149447"/>
                        <a:pt x="53731" y="149447"/>
                      </a:cubicBezTo>
                      <a:cubicBezTo>
                        <a:pt x="52683" y="149447"/>
                        <a:pt x="51731" y="149447"/>
                        <a:pt x="50683" y="149257"/>
                      </a:cubicBezTo>
                      <a:cubicBezTo>
                        <a:pt x="50493" y="148400"/>
                        <a:pt x="50112" y="147923"/>
                        <a:pt x="49635" y="147923"/>
                      </a:cubicBezTo>
                      <a:cubicBezTo>
                        <a:pt x="49350" y="147923"/>
                        <a:pt x="48969" y="148209"/>
                        <a:pt x="48397" y="148685"/>
                      </a:cubicBezTo>
                      <a:cubicBezTo>
                        <a:pt x="47826" y="149162"/>
                        <a:pt x="47254" y="149447"/>
                        <a:pt x="46778" y="149447"/>
                      </a:cubicBezTo>
                      <a:lnTo>
                        <a:pt x="43730" y="149447"/>
                      </a:lnTo>
                      <a:cubicBezTo>
                        <a:pt x="42587" y="149447"/>
                        <a:pt x="40968" y="149066"/>
                        <a:pt x="38872" y="148209"/>
                      </a:cubicBezTo>
                      <a:cubicBezTo>
                        <a:pt x="36777" y="147352"/>
                        <a:pt x="35157" y="146971"/>
                        <a:pt x="34110" y="146971"/>
                      </a:cubicBezTo>
                      <a:cubicBezTo>
                        <a:pt x="33252" y="146971"/>
                        <a:pt x="32395" y="147161"/>
                        <a:pt x="31538" y="147447"/>
                      </a:cubicBezTo>
                      <a:cubicBezTo>
                        <a:pt x="31252" y="145733"/>
                        <a:pt x="29728" y="144780"/>
                        <a:pt x="27061" y="144494"/>
                      </a:cubicBezTo>
                      <a:cubicBezTo>
                        <a:pt x="24394" y="144209"/>
                        <a:pt x="22965" y="143161"/>
                        <a:pt x="22679" y="141351"/>
                      </a:cubicBezTo>
                      <a:cubicBezTo>
                        <a:pt x="20965" y="139827"/>
                        <a:pt x="19060" y="139160"/>
                        <a:pt x="16774" y="139541"/>
                      </a:cubicBezTo>
                      <a:cubicBezTo>
                        <a:pt x="16869" y="139160"/>
                        <a:pt x="16964" y="138970"/>
                        <a:pt x="16964" y="138684"/>
                      </a:cubicBezTo>
                      <a:cubicBezTo>
                        <a:pt x="16964" y="137732"/>
                        <a:pt x="16012" y="136684"/>
                        <a:pt x="14107" y="135350"/>
                      </a:cubicBezTo>
                      <a:cubicBezTo>
                        <a:pt x="12202" y="134017"/>
                        <a:pt x="11250" y="132683"/>
                        <a:pt x="11250" y="131445"/>
                      </a:cubicBezTo>
                      <a:cubicBezTo>
                        <a:pt x="11250" y="130874"/>
                        <a:pt x="11345" y="130302"/>
                        <a:pt x="11630" y="129731"/>
                      </a:cubicBezTo>
                      <a:cubicBezTo>
                        <a:pt x="5725" y="125921"/>
                        <a:pt x="2772" y="120682"/>
                        <a:pt x="2772" y="114110"/>
                      </a:cubicBezTo>
                      <a:cubicBezTo>
                        <a:pt x="2772" y="112776"/>
                        <a:pt x="2963" y="111443"/>
                        <a:pt x="3248" y="110300"/>
                      </a:cubicBezTo>
                      <a:cubicBezTo>
                        <a:pt x="3534" y="109061"/>
                        <a:pt x="3248" y="107728"/>
                        <a:pt x="2201" y="106299"/>
                      </a:cubicBezTo>
                      <a:cubicBezTo>
                        <a:pt x="867" y="104680"/>
                        <a:pt x="105" y="103442"/>
                        <a:pt x="10" y="102584"/>
                      </a:cubicBezTo>
                      <a:cubicBezTo>
                        <a:pt x="581" y="98584"/>
                        <a:pt x="581" y="91726"/>
                        <a:pt x="201" y="82106"/>
                      </a:cubicBezTo>
                      <a:cubicBezTo>
                        <a:pt x="-276" y="73343"/>
                        <a:pt x="105" y="66580"/>
                        <a:pt x="1248" y="61817"/>
                      </a:cubicBezTo>
                      <a:cubicBezTo>
                        <a:pt x="2391" y="60388"/>
                        <a:pt x="3058" y="56674"/>
                        <a:pt x="3248" y="50959"/>
                      </a:cubicBezTo>
                      <a:cubicBezTo>
                        <a:pt x="3248" y="46101"/>
                        <a:pt x="5058" y="42863"/>
                        <a:pt x="8487" y="41148"/>
                      </a:cubicBezTo>
                      <a:cubicBezTo>
                        <a:pt x="8868" y="38386"/>
                        <a:pt x="10869" y="35243"/>
                        <a:pt x="14297" y="31909"/>
                      </a:cubicBezTo>
                      <a:cubicBezTo>
                        <a:pt x="15060" y="31147"/>
                        <a:pt x="18203" y="28480"/>
                        <a:pt x="23727" y="23908"/>
                      </a:cubicBezTo>
                      <a:cubicBezTo>
                        <a:pt x="24299" y="24289"/>
                        <a:pt x="24870" y="24384"/>
                        <a:pt x="25442" y="24384"/>
                      </a:cubicBezTo>
                      <a:cubicBezTo>
                        <a:pt x="26204" y="24384"/>
                        <a:pt x="27252" y="23717"/>
                        <a:pt x="28490" y="22479"/>
                      </a:cubicBezTo>
                      <a:cubicBezTo>
                        <a:pt x="29728" y="21241"/>
                        <a:pt x="30871" y="20574"/>
                        <a:pt x="31823" y="20574"/>
                      </a:cubicBezTo>
                      <a:cubicBezTo>
                        <a:pt x="32204" y="20574"/>
                        <a:pt x="32586" y="20574"/>
                        <a:pt x="32967" y="20765"/>
                      </a:cubicBezTo>
                      <a:cubicBezTo>
                        <a:pt x="32776" y="19621"/>
                        <a:pt x="33062" y="18955"/>
                        <a:pt x="34014" y="18764"/>
                      </a:cubicBezTo>
                      <a:cubicBezTo>
                        <a:pt x="34967" y="18479"/>
                        <a:pt x="35824" y="18288"/>
                        <a:pt x="36681" y="18098"/>
                      </a:cubicBezTo>
                      <a:lnTo>
                        <a:pt x="38015" y="19907"/>
                      </a:lnTo>
                      <a:cubicBezTo>
                        <a:pt x="41063" y="17145"/>
                        <a:pt x="44492" y="15716"/>
                        <a:pt x="48302" y="15716"/>
                      </a:cubicBezTo>
                      <a:cubicBezTo>
                        <a:pt x="52112" y="15716"/>
                        <a:pt x="55255" y="17431"/>
                        <a:pt x="57541" y="20765"/>
                      </a:cubicBezTo>
                      <a:lnTo>
                        <a:pt x="58875" y="18098"/>
                      </a:lnTo>
                      <a:cubicBezTo>
                        <a:pt x="61351" y="18669"/>
                        <a:pt x="63923" y="19241"/>
                        <a:pt x="66685" y="19907"/>
                      </a:cubicBezTo>
                      <a:cubicBezTo>
                        <a:pt x="69447" y="20574"/>
                        <a:pt x="71829" y="21717"/>
                        <a:pt x="73829" y="23146"/>
                      </a:cubicBezTo>
                      <a:cubicBezTo>
                        <a:pt x="73543" y="23432"/>
                        <a:pt x="73067" y="23622"/>
                        <a:pt x="72305" y="23813"/>
                      </a:cubicBezTo>
                      <a:cubicBezTo>
                        <a:pt x="71543" y="24098"/>
                        <a:pt x="71162" y="24384"/>
                        <a:pt x="71162" y="24956"/>
                      </a:cubicBezTo>
                      <a:lnTo>
                        <a:pt x="73829" y="24956"/>
                      </a:lnTo>
                      <a:cubicBezTo>
                        <a:pt x="75067" y="24860"/>
                        <a:pt x="75638" y="24194"/>
                        <a:pt x="75638" y="23146"/>
                      </a:cubicBezTo>
                      <a:lnTo>
                        <a:pt x="81449" y="26289"/>
                      </a:lnTo>
                      <a:cubicBezTo>
                        <a:pt x="81449" y="26289"/>
                        <a:pt x="81163" y="27242"/>
                        <a:pt x="81163" y="27623"/>
                      </a:cubicBezTo>
                      <a:cubicBezTo>
                        <a:pt x="81163" y="28670"/>
                        <a:pt x="81925" y="29623"/>
                        <a:pt x="83544" y="30671"/>
                      </a:cubicBezTo>
                      <a:cubicBezTo>
                        <a:pt x="85545" y="32004"/>
                        <a:pt x="86592" y="32671"/>
                        <a:pt x="86783" y="32861"/>
                      </a:cubicBezTo>
                      <a:cubicBezTo>
                        <a:pt x="86306" y="33052"/>
                        <a:pt x="86116" y="33719"/>
                        <a:pt x="86116" y="34671"/>
                      </a:cubicBezTo>
                      <a:lnTo>
                        <a:pt x="88593" y="36004"/>
                      </a:lnTo>
                      <a:cubicBezTo>
                        <a:pt x="88973" y="36767"/>
                        <a:pt x="88593" y="37814"/>
                        <a:pt x="87450" y="38957"/>
                      </a:cubicBezTo>
                      <a:cubicBezTo>
                        <a:pt x="86402" y="40196"/>
                        <a:pt x="85830" y="40958"/>
                        <a:pt x="85830" y="41148"/>
                      </a:cubicBezTo>
                      <a:cubicBezTo>
                        <a:pt x="85830" y="41624"/>
                        <a:pt x="86687" y="41910"/>
                        <a:pt x="88497" y="42005"/>
                      </a:cubicBezTo>
                      <a:lnTo>
                        <a:pt x="89354" y="39148"/>
                      </a:lnTo>
                      <a:cubicBezTo>
                        <a:pt x="89450" y="39815"/>
                        <a:pt x="90021" y="40196"/>
                        <a:pt x="91069" y="40291"/>
                      </a:cubicBezTo>
                      <a:cubicBezTo>
                        <a:pt x="92021" y="40291"/>
                        <a:pt x="92593" y="40958"/>
                        <a:pt x="92593" y="42005"/>
                      </a:cubicBezTo>
                      <a:lnTo>
                        <a:pt x="89354" y="43339"/>
                      </a:lnTo>
                      <a:cubicBezTo>
                        <a:pt x="89640" y="44006"/>
                        <a:pt x="90974" y="44387"/>
                        <a:pt x="93069" y="44387"/>
                      </a:cubicBezTo>
                      <a:lnTo>
                        <a:pt x="93546" y="43910"/>
                      </a:lnTo>
                      <a:cubicBezTo>
                        <a:pt x="93546" y="46958"/>
                        <a:pt x="93450" y="48578"/>
                        <a:pt x="93069" y="48959"/>
                      </a:cubicBezTo>
                      <a:close/>
                      <a:moveTo>
                        <a:pt x="22870" y="68390"/>
                      </a:moveTo>
                      <a:cubicBezTo>
                        <a:pt x="23442" y="68199"/>
                        <a:pt x="23822" y="68199"/>
                        <a:pt x="23918" y="68580"/>
                      </a:cubicBezTo>
                      <a:cubicBezTo>
                        <a:pt x="23632" y="68485"/>
                        <a:pt x="23346" y="68390"/>
                        <a:pt x="22870" y="68390"/>
                      </a:cubicBezTo>
                      <a:close/>
                      <a:moveTo>
                        <a:pt x="26585" y="68866"/>
                      </a:moveTo>
                      <a:cubicBezTo>
                        <a:pt x="26013" y="69437"/>
                        <a:pt x="25537" y="69723"/>
                        <a:pt x="25251" y="69723"/>
                      </a:cubicBezTo>
                      <a:cubicBezTo>
                        <a:pt x="25728" y="69723"/>
                        <a:pt x="25251" y="69342"/>
                        <a:pt x="23918" y="68580"/>
                      </a:cubicBezTo>
                      <a:cubicBezTo>
                        <a:pt x="24585" y="68580"/>
                        <a:pt x="25442" y="68675"/>
                        <a:pt x="26585" y="68866"/>
                      </a:cubicBezTo>
                      <a:close/>
                      <a:moveTo>
                        <a:pt x="52397" y="28289"/>
                      </a:moveTo>
                      <a:lnTo>
                        <a:pt x="54207" y="28289"/>
                      </a:lnTo>
                      <a:cubicBezTo>
                        <a:pt x="54207" y="28289"/>
                        <a:pt x="53540" y="27813"/>
                        <a:pt x="53160" y="27432"/>
                      </a:cubicBezTo>
                      <a:cubicBezTo>
                        <a:pt x="52874" y="27051"/>
                        <a:pt x="52683" y="26670"/>
                        <a:pt x="52874" y="26289"/>
                      </a:cubicBezTo>
                      <a:lnTo>
                        <a:pt x="52397" y="26289"/>
                      </a:lnTo>
                      <a:lnTo>
                        <a:pt x="52397" y="28289"/>
                      </a:lnTo>
                      <a:close/>
                      <a:moveTo>
                        <a:pt x="58303" y="34195"/>
                      </a:moveTo>
                      <a:lnTo>
                        <a:pt x="58303" y="31528"/>
                      </a:lnTo>
                      <a:lnTo>
                        <a:pt x="56970" y="31528"/>
                      </a:lnTo>
                      <a:lnTo>
                        <a:pt x="58303" y="34195"/>
                      </a:lnTo>
                      <a:close/>
                      <a:moveTo>
                        <a:pt x="64018" y="54197"/>
                      </a:moveTo>
                      <a:lnTo>
                        <a:pt x="64494" y="53054"/>
                      </a:lnTo>
                      <a:lnTo>
                        <a:pt x="64494" y="53245"/>
                      </a:lnTo>
                      <a:lnTo>
                        <a:pt x="64018" y="54197"/>
                      </a:lnTo>
                      <a:close/>
                      <a:moveTo>
                        <a:pt x="69923" y="10287"/>
                      </a:moveTo>
                      <a:lnTo>
                        <a:pt x="71067" y="11621"/>
                      </a:lnTo>
                      <a:lnTo>
                        <a:pt x="67161" y="9811"/>
                      </a:lnTo>
                      <a:lnTo>
                        <a:pt x="69828" y="10287"/>
                      </a:lnTo>
                      <a:close/>
                      <a:moveTo>
                        <a:pt x="73067" y="0"/>
                      </a:moveTo>
                      <a:lnTo>
                        <a:pt x="74210" y="0"/>
                      </a:lnTo>
                      <a:lnTo>
                        <a:pt x="72400" y="1810"/>
                      </a:lnTo>
                      <a:lnTo>
                        <a:pt x="73067" y="0"/>
                      </a:lnTo>
                      <a:close/>
                      <a:moveTo>
                        <a:pt x="75638" y="20860"/>
                      </a:moveTo>
                      <a:lnTo>
                        <a:pt x="74305" y="20860"/>
                      </a:lnTo>
                      <a:lnTo>
                        <a:pt x="77448" y="19526"/>
                      </a:lnTo>
                      <a:lnTo>
                        <a:pt x="75638" y="20860"/>
                      </a:lnTo>
                      <a:close/>
                      <a:moveTo>
                        <a:pt x="76972" y="47244"/>
                      </a:moveTo>
                      <a:lnTo>
                        <a:pt x="78305" y="46768"/>
                      </a:lnTo>
                      <a:cubicBezTo>
                        <a:pt x="78020" y="46196"/>
                        <a:pt x="77353" y="45911"/>
                        <a:pt x="76496" y="45911"/>
                      </a:cubicBezTo>
                      <a:lnTo>
                        <a:pt x="76972" y="47244"/>
                      </a:lnTo>
                      <a:close/>
                      <a:moveTo>
                        <a:pt x="83735" y="38862"/>
                      </a:moveTo>
                      <a:cubicBezTo>
                        <a:pt x="84402" y="38862"/>
                        <a:pt x="85163" y="38862"/>
                        <a:pt x="85926" y="38386"/>
                      </a:cubicBezTo>
                      <a:cubicBezTo>
                        <a:pt x="86687" y="37910"/>
                        <a:pt x="86973" y="37624"/>
                        <a:pt x="86783" y="37529"/>
                      </a:cubicBezTo>
                      <a:cubicBezTo>
                        <a:pt x="86116" y="37910"/>
                        <a:pt x="85068" y="38291"/>
                        <a:pt x="83735" y="38862"/>
                      </a:cubicBezTo>
                      <a:cubicBezTo>
                        <a:pt x="83163" y="38862"/>
                        <a:pt x="82592" y="38576"/>
                        <a:pt x="82020" y="38005"/>
                      </a:cubicBezTo>
                      <a:cubicBezTo>
                        <a:pt x="82592" y="38576"/>
                        <a:pt x="83163" y="38862"/>
                        <a:pt x="83735" y="38862"/>
                      </a:cubicBezTo>
                      <a:close/>
                      <a:moveTo>
                        <a:pt x="84116" y="44006"/>
                      </a:moveTo>
                      <a:lnTo>
                        <a:pt x="84116" y="42196"/>
                      </a:lnTo>
                      <a:lnTo>
                        <a:pt x="83639" y="41338"/>
                      </a:lnTo>
                      <a:lnTo>
                        <a:pt x="84116" y="44006"/>
                      </a:lnTo>
                      <a:close/>
                      <a:moveTo>
                        <a:pt x="85449" y="162306"/>
                      </a:moveTo>
                      <a:lnTo>
                        <a:pt x="84783" y="160496"/>
                      </a:lnTo>
                      <a:lnTo>
                        <a:pt x="85449" y="160496"/>
                      </a:lnTo>
                      <a:lnTo>
                        <a:pt x="85449" y="162306"/>
                      </a:lnTo>
                      <a:close/>
                      <a:moveTo>
                        <a:pt x="101546" y="48578"/>
                      </a:moveTo>
                      <a:lnTo>
                        <a:pt x="102880" y="49911"/>
                      </a:lnTo>
                      <a:lnTo>
                        <a:pt x="99642" y="48578"/>
                      </a:lnTo>
                      <a:lnTo>
                        <a:pt x="101451" y="48578"/>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 name="Google Shape;1452;p99"/>
                <p:cNvSpPr/>
                <p:nvPr/>
              </p:nvSpPr>
              <p:spPr>
                <a:xfrm>
                  <a:off x="6500812" y="4067079"/>
                  <a:ext cx="29908" cy="135636"/>
                </a:xfrm>
                <a:custGeom>
                  <a:avLst/>
                  <a:gdLst/>
                  <a:ahLst/>
                  <a:cxnLst/>
                  <a:rect l="l" t="t" r="r" b="b"/>
                  <a:pathLst>
                    <a:path w="29908" h="135636" extrusionOk="0">
                      <a:moveTo>
                        <a:pt x="27813" y="117920"/>
                      </a:moveTo>
                      <a:cubicBezTo>
                        <a:pt x="27908" y="121158"/>
                        <a:pt x="27813" y="123158"/>
                        <a:pt x="27337" y="123920"/>
                      </a:cubicBezTo>
                      <a:cubicBezTo>
                        <a:pt x="28480" y="128492"/>
                        <a:pt x="28194" y="131921"/>
                        <a:pt x="26670" y="134112"/>
                      </a:cubicBezTo>
                      <a:cubicBezTo>
                        <a:pt x="25718" y="134684"/>
                        <a:pt x="24384" y="134969"/>
                        <a:pt x="22860" y="134969"/>
                      </a:cubicBezTo>
                      <a:lnTo>
                        <a:pt x="18002" y="134969"/>
                      </a:lnTo>
                      <a:cubicBezTo>
                        <a:pt x="18002" y="133255"/>
                        <a:pt x="17812" y="132398"/>
                        <a:pt x="17526" y="132302"/>
                      </a:cubicBezTo>
                      <a:cubicBezTo>
                        <a:pt x="17526" y="134493"/>
                        <a:pt x="16669" y="135636"/>
                        <a:pt x="15049" y="135636"/>
                      </a:cubicBezTo>
                      <a:cubicBezTo>
                        <a:pt x="14478" y="135636"/>
                        <a:pt x="13526" y="135446"/>
                        <a:pt x="12192" y="135160"/>
                      </a:cubicBezTo>
                      <a:cubicBezTo>
                        <a:pt x="10859" y="134779"/>
                        <a:pt x="9906" y="134684"/>
                        <a:pt x="9335" y="134684"/>
                      </a:cubicBezTo>
                      <a:cubicBezTo>
                        <a:pt x="8668" y="134684"/>
                        <a:pt x="8191" y="134684"/>
                        <a:pt x="7811" y="134969"/>
                      </a:cubicBezTo>
                      <a:cubicBezTo>
                        <a:pt x="7334" y="134493"/>
                        <a:pt x="6953" y="134303"/>
                        <a:pt x="6477" y="134303"/>
                      </a:cubicBezTo>
                      <a:cubicBezTo>
                        <a:pt x="6096" y="134303"/>
                        <a:pt x="5715" y="134303"/>
                        <a:pt x="5239" y="134588"/>
                      </a:cubicBezTo>
                      <a:cubicBezTo>
                        <a:pt x="4763" y="134779"/>
                        <a:pt x="4381" y="134874"/>
                        <a:pt x="4096" y="134874"/>
                      </a:cubicBezTo>
                      <a:cubicBezTo>
                        <a:pt x="3524" y="134874"/>
                        <a:pt x="3048" y="134684"/>
                        <a:pt x="2572" y="134207"/>
                      </a:cubicBezTo>
                      <a:cubicBezTo>
                        <a:pt x="1429" y="128969"/>
                        <a:pt x="857" y="123444"/>
                        <a:pt x="857" y="117443"/>
                      </a:cubicBezTo>
                      <a:cubicBezTo>
                        <a:pt x="857" y="112776"/>
                        <a:pt x="1429" y="105156"/>
                        <a:pt x="2572" y="94679"/>
                      </a:cubicBezTo>
                      <a:cubicBezTo>
                        <a:pt x="1238" y="86868"/>
                        <a:pt x="953" y="74009"/>
                        <a:pt x="1714" y="56198"/>
                      </a:cubicBezTo>
                      <a:cubicBezTo>
                        <a:pt x="571" y="55054"/>
                        <a:pt x="0" y="54197"/>
                        <a:pt x="0" y="53530"/>
                      </a:cubicBezTo>
                      <a:cubicBezTo>
                        <a:pt x="0" y="53150"/>
                        <a:pt x="286" y="52769"/>
                        <a:pt x="762" y="52102"/>
                      </a:cubicBezTo>
                      <a:cubicBezTo>
                        <a:pt x="1238" y="51530"/>
                        <a:pt x="1524" y="50959"/>
                        <a:pt x="1524" y="50387"/>
                      </a:cubicBezTo>
                      <a:cubicBezTo>
                        <a:pt x="1524" y="49721"/>
                        <a:pt x="1238" y="48863"/>
                        <a:pt x="667" y="47911"/>
                      </a:cubicBezTo>
                      <a:cubicBezTo>
                        <a:pt x="1334" y="47149"/>
                        <a:pt x="1334" y="45053"/>
                        <a:pt x="667" y="41720"/>
                      </a:cubicBezTo>
                      <a:cubicBezTo>
                        <a:pt x="95" y="38862"/>
                        <a:pt x="953" y="37148"/>
                        <a:pt x="3238" y="36671"/>
                      </a:cubicBezTo>
                      <a:lnTo>
                        <a:pt x="667" y="32480"/>
                      </a:lnTo>
                      <a:cubicBezTo>
                        <a:pt x="1524" y="31909"/>
                        <a:pt x="2000" y="30956"/>
                        <a:pt x="2000" y="29623"/>
                      </a:cubicBezTo>
                      <a:cubicBezTo>
                        <a:pt x="2000" y="28766"/>
                        <a:pt x="1714" y="27146"/>
                        <a:pt x="1143" y="24955"/>
                      </a:cubicBezTo>
                      <a:cubicBezTo>
                        <a:pt x="571" y="22670"/>
                        <a:pt x="286" y="21050"/>
                        <a:pt x="286" y="19907"/>
                      </a:cubicBezTo>
                      <a:cubicBezTo>
                        <a:pt x="286" y="18383"/>
                        <a:pt x="762" y="17050"/>
                        <a:pt x="1619" y="16097"/>
                      </a:cubicBezTo>
                      <a:cubicBezTo>
                        <a:pt x="1334" y="12287"/>
                        <a:pt x="1143" y="10192"/>
                        <a:pt x="1143" y="9525"/>
                      </a:cubicBezTo>
                      <a:cubicBezTo>
                        <a:pt x="1143" y="5239"/>
                        <a:pt x="2667" y="2381"/>
                        <a:pt x="5810" y="1143"/>
                      </a:cubicBezTo>
                      <a:lnTo>
                        <a:pt x="8858" y="1143"/>
                      </a:lnTo>
                      <a:cubicBezTo>
                        <a:pt x="10001" y="1143"/>
                        <a:pt x="11811" y="953"/>
                        <a:pt x="14192" y="571"/>
                      </a:cubicBezTo>
                      <a:cubicBezTo>
                        <a:pt x="16669" y="191"/>
                        <a:pt x="18479" y="0"/>
                        <a:pt x="19717" y="0"/>
                      </a:cubicBezTo>
                      <a:cubicBezTo>
                        <a:pt x="23146" y="0"/>
                        <a:pt x="25718" y="1429"/>
                        <a:pt x="27241" y="4191"/>
                      </a:cubicBezTo>
                      <a:cubicBezTo>
                        <a:pt x="27432" y="14097"/>
                        <a:pt x="27432" y="28861"/>
                        <a:pt x="27241" y="48482"/>
                      </a:cubicBezTo>
                      <a:cubicBezTo>
                        <a:pt x="27146" y="48387"/>
                        <a:pt x="26575" y="48482"/>
                        <a:pt x="25718" y="48959"/>
                      </a:cubicBezTo>
                      <a:cubicBezTo>
                        <a:pt x="25527" y="49721"/>
                        <a:pt x="25908" y="50483"/>
                        <a:pt x="26956" y="51149"/>
                      </a:cubicBezTo>
                      <a:cubicBezTo>
                        <a:pt x="28004" y="51816"/>
                        <a:pt x="28575" y="52292"/>
                        <a:pt x="28575" y="52673"/>
                      </a:cubicBezTo>
                      <a:cubicBezTo>
                        <a:pt x="28575" y="53150"/>
                        <a:pt x="28099" y="53626"/>
                        <a:pt x="27241" y="54197"/>
                      </a:cubicBezTo>
                      <a:lnTo>
                        <a:pt x="25718" y="55531"/>
                      </a:lnTo>
                      <a:cubicBezTo>
                        <a:pt x="27051" y="57341"/>
                        <a:pt x="27718" y="59436"/>
                        <a:pt x="27718" y="61913"/>
                      </a:cubicBezTo>
                      <a:cubicBezTo>
                        <a:pt x="27718" y="63055"/>
                        <a:pt x="27527" y="64770"/>
                        <a:pt x="27146" y="67151"/>
                      </a:cubicBezTo>
                      <a:cubicBezTo>
                        <a:pt x="26765" y="69533"/>
                        <a:pt x="26575" y="71342"/>
                        <a:pt x="26575" y="72580"/>
                      </a:cubicBezTo>
                      <a:cubicBezTo>
                        <a:pt x="26575" y="74104"/>
                        <a:pt x="26765" y="75629"/>
                        <a:pt x="27241" y="76962"/>
                      </a:cubicBezTo>
                      <a:cubicBezTo>
                        <a:pt x="27432" y="85154"/>
                        <a:pt x="27241" y="96869"/>
                        <a:pt x="26575" y="112204"/>
                      </a:cubicBezTo>
                      <a:cubicBezTo>
                        <a:pt x="26765" y="112586"/>
                        <a:pt x="27337" y="112776"/>
                        <a:pt x="28099" y="112681"/>
                      </a:cubicBezTo>
                      <a:lnTo>
                        <a:pt x="29909" y="112681"/>
                      </a:lnTo>
                      <a:cubicBezTo>
                        <a:pt x="28480" y="113443"/>
                        <a:pt x="27718" y="115253"/>
                        <a:pt x="27718" y="117920"/>
                      </a:cubicBezTo>
                      <a:close/>
                      <a:moveTo>
                        <a:pt x="5810" y="33528"/>
                      </a:moveTo>
                      <a:cubicBezTo>
                        <a:pt x="5810" y="33528"/>
                        <a:pt x="5334" y="33814"/>
                        <a:pt x="5334" y="34004"/>
                      </a:cubicBezTo>
                      <a:cubicBezTo>
                        <a:pt x="5334" y="34480"/>
                        <a:pt x="5620" y="34862"/>
                        <a:pt x="6191" y="35147"/>
                      </a:cubicBezTo>
                      <a:cubicBezTo>
                        <a:pt x="6763" y="35528"/>
                        <a:pt x="7239" y="35528"/>
                        <a:pt x="7715" y="35338"/>
                      </a:cubicBezTo>
                      <a:cubicBezTo>
                        <a:pt x="7144" y="34576"/>
                        <a:pt x="6572" y="33909"/>
                        <a:pt x="5905" y="33433"/>
                      </a:cubicBezTo>
                      <a:close/>
                      <a:moveTo>
                        <a:pt x="6287" y="30671"/>
                      </a:moveTo>
                      <a:lnTo>
                        <a:pt x="8096" y="28004"/>
                      </a:lnTo>
                      <a:lnTo>
                        <a:pt x="5715" y="28861"/>
                      </a:lnTo>
                      <a:cubicBezTo>
                        <a:pt x="5715" y="28861"/>
                        <a:pt x="6191" y="29623"/>
                        <a:pt x="6191" y="30766"/>
                      </a:cubicBezTo>
                      <a:close/>
                      <a:moveTo>
                        <a:pt x="5810" y="120587"/>
                      </a:moveTo>
                      <a:lnTo>
                        <a:pt x="8191" y="120587"/>
                      </a:lnTo>
                      <a:cubicBezTo>
                        <a:pt x="8096" y="120015"/>
                        <a:pt x="7715" y="119729"/>
                        <a:pt x="7048" y="119729"/>
                      </a:cubicBezTo>
                      <a:cubicBezTo>
                        <a:pt x="6382" y="119729"/>
                        <a:pt x="6001" y="120015"/>
                        <a:pt x="5905" y="120587"/>
                      </a:cubicBezTo>
                      <a:close/>
                      <a:moveTo>
                        <a:pt x="25432" y="52959"/>
                      </a:moveTo>
                      <a:cubicBezTo>
                        <a:pt x="24860" y="53816"/>
                        <a:pt x="24955" y="54483"/>
                        <a:pt x="25718" y="54769"/>
                      </a:cubicBezTo>
                      <a:cubicBezTo>
                        <a:pt x="26765" y="54007"/>
                        <a:pt x="27241" y="53340"/>
                        <a:pt x="27241" y="52769"/>
                      </a:cubicBezTo>
                      <a:cubicBezTo>
                        <a:pt x="27241" y="52388"/>
                        <a:pt x="26575" y="51721"/>
                        <a:pt x="25241" y="50863"/>
                      </a:cubicBezTo>
                      <a:cubicBezTo>
                        <a:pt x="23908" y="50006"/>
                        <a:pt x="23241" y="49244"/>
                        <a:pt x="23431" y="48482"/>
                      </a:cubicBezTo>
                      <a:lnTo>
                        <a:pt x="22574" y="48959"/>
                      </a:lnTo>
                      <a:lnTo>
                        <a:pt x="23908" y="50292"/>
                      </a:lnTo>
                      <a:lnTo>
                        <a:pt x="22574" y="51626"/>
                      </a:lnTo>
                      <a:cubicBezTo>
                        <a:pt x="22574" y="51626"/>
                        <a:pt x="21717" y="50578"/>
                        <a:pt x="21241" y="49625"/>
                      </a:cubicBezTo>
                      <a:cubicBezTo>
                        <a:pt x="20764" y="48578"/>
                        <a:pt x="20193" y="48101"/>
                        <a:pt x="19431" y="48101"/>
                      </a:cubicBezTo>
                      <a:cubicBezTo>
                        <a:pt x="19145" y="48101"/>
                        <a:pt x="18574" y="48196"/>
                        <a:pt x="17907" y="48482"/>
                      </a:cubicBezTo>
                      <a:lnTo>
                        <a:pt x="20098" y="50863"/>
                      </a:lnTo>
                      <a:cubicBezTo>
                        <a:pt x="19526" y="51626"/>
                        <a:pt x="18574" y="52197"/>
                        <a:pt x="17240" y="52578"/>
                      </a:cubicBezTo>
                      <a:cubicBezTo>
                        <a:pt x="15430" y="53150"/>
                        <a:pt x="14478" y="53435"/>
                        <a:pt x="14192" y="53530"/>
                      </a:cubicBezTo>
                      <a:cubicBezTo>
                        <a:pt x="18669" y="54864"/>
                        <a:pt x="21336" y="54293"/>
                        <a:pt x="22098" y="51721"/>
                      </a:cubicBezTo>
                      <a:cubicBezTo>
                        <a:pt x="22765" y="53054"/>
                        <a:pt x="23146" y="53721"/>
                        <a:pt x="23431" y="53530"/>
                      </a:cubicBezTo>
                      <a:cubicBezTo>
                        <a:pt x="23336" y="53150"/>
                        <a:pt x="23622" y="52483"/>
                        <a:pt x="24479" y="51721"/>
                      </a:cubicBezTo>
                      <a:cubicBezTo>
                        <a:pt x="25718" y="51721"/>
                        <a:pt x="26003" y="52197"/>
                        <a:pt x="25527" y="53054"/>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 name="Google Shape;1453;p99"/>
                <p:cNvSpPr/>
                <p:nvPr/>
              </p:nvSpPr>
              <p:spPr>
                <a:xfrm>
                  <a:off x="6541769" y="4067365"/>
                  <a:ext cx="104203" cy="136493"/>
                </a:xfrm>
                <a:custGeom>
                  <a:avLst/>
                  <a:gdLst/>
                  <a:ahLst/>
                  <a:cxnLst/>
                  <a:rect l="l" t="t" r="r" b="b"/>
                  <a:pathLst>
                    <a:path w="104203" h="136493" extrusionOk="0">
                      <a:moveTo>
                        <a:pt x="92012" y="109157"/>
                      </a:moveTo>
                      <a:cubicBezTo>
                        <a:pt x="94202" y="110585"/>
                        <a:pt x="95441" y="113062"/>
                        <a:pt x="95726" y="116396"/>
                      </a:cubicBezTo>
                      <a:cubicBezTo>
                        <a:pt x="95821" y="119253"/>
                        <a:pt x="95917" y="122111"/>
                        <a:pt x="95917" y="124968"/>
                      </a:cubicBezTo>
                      <a:cubicBezTo>
                        <a:pt x="96012" y="126492"/>
                        <a:pt x="96203" y="127921"/>
                        <a:pt x="96584" y="128969"/>
                      </a:cubicBezTo>
                      <a:cubicBezTo>
                        <a:pt x="93440" y="134017"/>
                        <a:pt x="88202" y="136493"/>
                        <a:pt x="80772" y="136493"/>
                      </a:cubicBezTo>
                      <a:cubicBezTo>
                        <a:pt x="78677" y="136493"/>
                        <a:pt x="75343" y="136303"/>
                        <a:pt x="70771" y="135827"/>
                      </a:cubicBezTo>
                      <a:cubicBezTo>
                        <a:pt x="66199" y="135446"/>
                        <a:pt x="62865" y="135160"/>
                        <a:pt x="60674" y="135160"/>
                      </a:cubicBezTo>
                      <a:cubicBezTo>
                        <a:pt x="58293" y="135160"/>
                        <a:pt x="56198" y="135255"/>
                        <a:pt x="54483" y="135541"/>
                      </a:cubicBezTo>
                      <a:lnTo>
                        <a:pt x="16193" y="135541"/>
                      </a:lnTo>
                      <a:lnTo>
                        <a:pt x="16193" y="135065"/>
                      </a:lnTo>
                      <a:cubicBezTo>
                        <a:pt x="14859" y="134303"/>
                        <a:pt x="12478" y="134207"/>
                        <a:pt x="9144" y="134684"/>
                      </a:cubicBezTo>
                      <a:cubicBezTo>
                        <a:pt x="5810" y="135255"/>
                        <a:pt x="3143" y="134874"/>
                        <a:pt x="1429" y="133636"/>
                      </a:cubicBezTo>
                      <a:cubicBezTo>
                        <a:pt x="2000" y="117634"/>
                        <a:pt x="2286" y="101822"/>
                        <a:pt x="2286" y="86201"/>
                      </a:cubicBezTo>
                      <a:cubicBezTo>
                        <a:pt x="2286" y="70580"/>
                        <a:pt x="2000" y="54674"/>
                        <a:pt x="1429" y="38671"/>
                      </a:cubicBezTo>
                      <a:cubicBezTo>
                        <a:pt x="2096" y="39148"/>
                        <a:pt x="2572" y="39243"/>
                        <a:pt x="2762" y="39148"/>
                      </a:cubicBezTo>
                      <a:lnTo>
                        <a:pt x="3239" y="38671"/>
                      </a:lnTo>
                      <a:cubicBezTo>
                        <a:pt x="3334" y="38005"/>
                        <a:pt x="3048" y="37529"/>
                        <a:pt x="2381" y="37243"/>
                      </a:cubicBezTo>
                      <a:cubicBezTo>
                        <a:pt x="1715" y="36957"/>
                        <a:pt x="1334" y="36767"/>
                        <a:pt x="1334" y="36671"/>
                      </a:cubicBezTo>
                      <a:cubicBezTo>
                        <a:pt x="1334" y="36386"/>
                        <a:pt x="1619" y="36004"/>
                        <a:pt x="2191" y="35528"/>
                      </a:cubicBezTo>
                      <a:cubicBezTo>
                        <a:pt x="2191" y="36576"/>
                        <a:pt x="2381" y="37148"/>
                        <a:pt x="2667" y="37338"/>
                      </a:cubicBezTo>
                      <a:cubicBezTo>
                        <a:pt x="3810" y="37243"/>
                        <a:pt x="4096" y="36576"/>
                        <a:pt x="3620" y="35433"/>
                      </a:cubicBezTo>
                      <a:cubicBezTo>
                        <a:pt x="3143" y="34290"/>
                        <a:pt x="3239" y="33528"/>
                        <a:pt x="4001" y="33338"/>
                      </a:cubicBezTo>
                      <a:cubicBezTo>
                        <a:pt x="4001" y="33528"/>
                        <a:pt x="3810" y="33814"/>
                        <a:pt x="3810" y="34004"/>
                      </a:cubicBezTo>
                      <a:cubicBezTo>
                        <a:pt x="3810" y="34481"/>
                        <a:pt x="4096" y="34957"/>
                        <a:pt x="4763" y="35433"/>
                      </a:cubicBezTo>
                      <a:cubicBezTo>
                        <a:pt x="5429" y="35909"/>
                        <a:pt x="5810" y="36290"/>
                        <a:pt x="5906" y="36481"/>
                      </a:cubicBezTo>
                      <a:lnTo>
                        <a:pt x="8573" y="36004"/>
                      </a:lnTo>
                      <a:lnTo>
                        <a:pt x="5906" y="34195"/>
                      </a:lnTo>
                      <a:lnTo>
                        <a:pt x="8573" y="32861"/>
                      </a:lnTo>
                      <a:cubicBezTo>
                        <a:pt x="8573" y="32861"/>
                        <a:pt x="7811" y="32099"/>
                        <a:pt x="6572" y="30861"/>
                      </a:cubicBezTo>
                      <a:cubicBezTo>
                        <a:pt x="5715" y="30099"/>
                        <a:pt x="4953" y="29718"/>
                        <a:pt x="4382" y="29718"/>
                      </a:cubicBezTo>
                      <a:cubicBezTo>
                        <a:pt x="3715" y="29718"/>
                        <a:pt x="3143" y="30194"/>
                        <a:pt x="2667" y="31052"/>
                      </a:cubicBezTo>
                      <a:cubicBezTo>
                        <a:pt x="1905" y="30575"/>
                        <a:pt x="1524" y="30194"/>
                        <a:pt x="1524" y="29718"/>
                      </a:cubicBezTo>
                      <a:cubicBezTo>
                        <a:pt x="1524" y="29528"/>
                        <a:pt x="2000" y="29051"/>
                        <a:pt x="2858" y="28289"/>
                      </a:cubicBezTo>
                      <a:cubicBezTo>
                        <a:pt x="3715" y="27527"/>
                        <a:pt x="4191" y="26956"/>
                        <a:pt x="4001" y="26289"/>
                      </a:cubicBezTo>
                      <a:lnTo>
                        <a:pt x="5429" y="27623"/>
                      </a:lnTo>
                      <a:lnTo>
                        <a:pt x="6287" y="26575"/>
                      </a:lnTo>
                      <a:cubicBezTo>
                        <a:pt x="6287" y="26575"/>
                        <a:pt x="6953" y="27051"/>
                        <a:pt x="7429" y="27051"/>
                      </a:cubicBezTo>
                      <a:cubicBezTo>
                        <a:pt x="8001" y="27051"/>
                        <a:pt x="8858" y="26765"/>
                        <a:pt x="10001" y="26194"/>
                      </a:cubicBezTo>
                      <a:cubicBezTo>
                        <a:pt x="11144" y="25622"/>
                        <a:pt x="12002" y="25337"/>
                        <a:pt x="12573" y="25337"/>
                      </a:cubicBezTo>
                      <a:cubicBezTo>
                        <a:pt x="13240" y="25337"/>
                        <a:pt x="13811" y="25622"/>
                        <a:pt x="14288" y="26194"/>
                      </a:cubicBezTo>
                      <a:lnTo>
                        <a:pt x="15145" y="25718"/>
                      </a:lnTo>
                      <a:cubicBezTo>
                        <a:pt x="15050" y="24670"/>
                        <a:pt x="14383" y="24003"/>
                        <a:pt x="13240" y="23622"/>
                      </a:cubicBezTo>
                      <a:cubicBezTo>
                        <a:pt x="12002" y="23241"/>
                        <a:pt x="11335" y="22860"/>
                        <a:pt x="11144" y="22479"/>
                      </a:cubicBezTo>
                      <a:cubicBezTo>
                        <a:pt x="9335" y="22384"/>
                        <a:pt x="7144" y="22384"/>
                        <a:pt x="4572" y="22479"/>
                      </a:cubicBezTo>
                      <a:cubicBezTo>
                        <a:pt x="4286" y="23051"/>
                        <a:pt x="4096" y="23336"/>
                        <a:pt x="3905" y="23336"/>
                      </a:cubicBezTo>
                      <a:cubicBezTo>
                        <a:pt x="3429" y="22955"/>
                        <a:pt x="3143" y="22860"/>
                        <a:pt x="2858" y="22860"/>
                      </a:cubicBezTo>
                      <a:cubicBezTo>
                        <a:pt x="2667" y="22860"/>
                        <a:pt x="2381" y="22860"/>
                        <a:pt x="2191" y="23051"/>
                      </a:cubicBezTo>
                      <a:lnTo>
                        <a:pt x="858" y="18002"/>
                      </a:lnTo>
                      <a:cubicBezTo>
                        <a:pt x="1715" y="18002"/>
                        <a:pt x="2381" y="17717"/>
                        <a:pt x="2667" y="17145"/>
                      </a:cubicBezTo>
                      <a:cubicBezTo>
                        <a:pt x="2667" y="16097"/>
                        <a:pt x="2286" y="15812"/>
                        <a:pt x="1429" y="16288"/>
                      </a:cubicBezTo>
                      <a:cubicBezTo>
                        <a:pt x="571" y="16669"/>
                        <a:pt x="95" y="16669"/>
                        <a:pt x="0" y="15907"/>
                      </a:cubicBezTo>
                      <a:lnTo>
                        <a:pt x="1334" y="14573"/>
                      </a:lnTo>
                      <a:lnTo>
                        <a:pt x="2667" y="15907"/>
                      </a:lnTo>
                      <a:cubicBezTo>
                        <a:pt x="2667" y="15907"/>
                        <a:pt x="3143" y="14573"/>
                        <a:pt x="3143" y="12763"/>
                      </a:cubicBezTo>
                      <a:cubicBezTo>
                        <a:pt x="3143" y="13240"/>
                        <a:pt x="3429" y="13526"/>
                        <a:pt x="4001" y="13716"/>
                      </a:cubicBezTo>
                      <a:cubicBezTo>
                        <a:pt x="4953" y="13049"/>
                        <a:pt x="5429" y="12478"/>
                        <a:pt x="5429" y="12097"/>
                      </a:cubicBezTo>
                      <a:cubicBezTo>
                        <a:pt x="5429" y="11525"/>
                        <a:pt x="4667" y="10763"/>
                        <a:pt x="3143" y="9620"/>
                      </a:cubicBezTo>
                      <a:cubicBezTo>
                        <a:pt x="1619" y="8573"/>
                        <a:pt x="858" y="7620"/>
                        <a:pt x="858" y="6668"/>
                      </a:cubicBezTo>
                      <a:cubicBezTo>
                        <a:pt x="858" y="5906"/>
                        <a:pt x="1334" y="5048"/>
                        <a:pt x="2191" y="4191"/>
                      </a:cubicBezTo>
                      <a:lnTo>
                        <a:pt x="5429" y="857"/>
                      </a:lnTo>
                      <a:cubicBezTo>
                        <a:pt x="11144" y="286"/>
                        <a:pt x="17240" y="0"/>
                        <a:pt x="23717" y="0"/>
                      </a:cubicBezTo>
                      <a:cubicBezTo>
                        <a:pt x="30194" y="0"/>
                        <a:pt x="39148" y="381"/>
                        <a:pt x="51435" y="1048"/>
                      </a:cubicBezTo>
                      <a:cubicBezTo>
                        <a:pt x="63722" y="1715"/>
                        <a:pt x="73057" y="2096"/>
                        <a:pt x="79248" y="2096"/>
                      </a:cubicBezTo>
                      <a:cubicBezTo>
                        <a:pt x="83725" y="2096"/>
                        <a:pt x="88011" y="2000"/>
                        <a:pt x="92012" y="1715"/>
                      </a:cubicBezTo>
                      <a:cubicBezTo>
                        <a:pt x="94583" y="3715"/>
                        <a:pt x="95821" y="6382"/>
                        <a:pt x="95821" y="9811"/>
                      </a:cubicBezTo>
                      <a:cubicBezTo>
                        <a:pt x="95821" y="10859"/>
                        <a:pt x="95631" y="12573"/>
                        <a:pt x="95345" y="15050"/>
                      </a:cubicBezTo>
                      <a:cubicBezTo>
                        <a:pt x="95060" y="17526"/>
                        <a:pt x="94869" y="19431"/>
                        <a:pt x="94869" y="20765"/>
                      </a:cubicBezTo>
                      <a:cubicBezTo>
                        <a:pt x="94869" y="22098"/>
                        <a:pt x="94964" y="23336"/>
                        <a:pt x="95250" y="24479"/>
                      </a:cubicBezTo>
                      <a:cubicBezTo>
                        <a:pt x="95250" y="26289"/>
                        <a:pt x="94107" y="27146"/>
                        <a:pt x="91916" y="27146"/>
                      </a:cubicBezTo>
                      <a:cubicBezTo>
                        <a:pt x="91631" y="27146"/>
                        <a:pt x="91059" y="27146"/>
                        <a:pt x="90297" y="26956"/>
                      </a:cubicBezTo>
                      <a:lnTo>
                        <a:pt x="88583" y="26956"/>
                      </a:lnTo>
                      <a:cubicBezTo>
                        <a:pt x="87249" y="26956"/>
                        <a:pt x="86201" y="27146"/>
                        <a:pt x="85535" y="27623"/>
                      </a:cubicBezTo>
                      <a:lnTo>
                        <a:pt x="81820" y="27623"/>
                      </a:lnTo>
                      <a:lnTo>
                        <a:pt x="81820" y="26956"/>
                      </a:lnTo>
                      <a:cubicBezTo>
                        <a:pt x="76676" y="27432"/>
                        <a:pt x="70866" y="27623"/>
                        <a:pt x="64389" y="27623"/>
                      </a:cubicBezTo>
                      <a:cubicBezTo>
                        <a:pt x="60389" y="27623"/>
                        <a:pt x="54483" y="27623"/>
                        <a:pt x="46768" y="27623"/>
                      </a:cubicBezTo>
                      <a:lnTo>
                        <a:pt x="29146" y="27623"/>
                      </a:lnTo>
                      <a:cubicBezTo>
                        <a:pt x="28385" y="29623"/>
                        <a:pt x="28004" y="31909"/>
                        <a:pt x="28004" y="34481"/>
                      </a:cubicBezTo>
                      <a:cubicBezTo>
                        <a:pt x="28004" y="35243"/>
                        <a:pt x="28004" y="36481"/>
                        <a:pt x="28194" y="38005"/>
                      </a:cubicBezTo>
                      <a:lnTo>
                        <a:pt x="28194" y="41720"/>
                      </a:lnTo>
                      <a:cubicBezTo>
                        <a:pt x="28194" y="44196"/>
                        <a:pt x="27908" y="46387"/>
                        <a:pt x="27337" y="48482"/>
                      </a:cubicBezTo>
                      <a:cubicBezTo>
                        <a:pt x="27718" y="50102"/>
                        <a:pt x="28004" y="51626"/>
                        <a:pt x="28194" y="53150"/>
                      </a:cubicBezTo>
                      <a:cubicBezTo>
                        <a:pt x="28766" y="55150"/>
                        <a:pt x="29718" y="56198"/>
                        <a:pt x="31147" y="56198"/>
                      </a:cubicBezTo>
                      <a:cubicBezTo>
                        <a:pt x="31623" y="56198"/>
                        <a:pt x="32004" y="56198"/>
                        <a:pt x="32480" y="56007"/>
                      </a:cubicBezTo>
                      <a:cubicBezTo>
                        <a:pt x="32861" y="56007"/>
                        <a:pt x="33242" y="56198"/>
                        <a:pt x="33623" y="56198"/>
                      </a:cubicBezTo>
                      <a:cubicBezTo>
                        <a:pt x="34004" y="56198"/>
                        <a:pt x="34766" y="56102"/>
                        <a:pt x="35624" y="55912"/>
                      </a:cubicBezTo>
                      <a:cubicBezTo>
                        <a:pt x="36481" y="55626"/>
                        <a:pt x="37148" y="55531"/>
                        <a:pt x="37433" y="55531"/>
                      </a:cubicBezTo>
                      <a:cubicBezTo>
                        <a:pt x="38291" y="55531"/>
                        <a:pt x="39053" y="56007"/>
                        <a:pt x="39624" y="56864"/>
                      </a:cubicBezTo>
                      <a:cubicBezTo>
                        <a:pt x="42577" y="56007"/>
                        <a:pt x="46101" y="55531"/>
                        <a:pt x="50197" y="55531"/>
                      </a:cubicBezTo>
                      <a:cubicBezTo>
                        <a:pt x="52197" y="55531"/>
                        <a:pt x="55150" y="55721"/>
                        <a:pt x="59055" y="55912"/>
                      </a:cubicBezTo>
                      <a:cubicBezTo>
                        <a:pt x="62865" y="56198"/>
                        <a:pt x="65818" y="56293"/>
                        <a:pt x="67723" y="56293"/>
                      </a:cubicBezTo>
                      <a:cubicBezTo>
                        <a:pt x="69628" y="56293"/>
                        <a:pt x="71438" y="56198"/>
                        <a:pt x="73057" y="55912"/>
                      </a:cubicBezTo>
                      <a:cubicBezTo>
                        <a:pt x="73819" y="58674"/>
                        <a:pt x="74200" y="62579"/>
                        <a:pt x="74104" y="67628"/>
                      </a:cubicBezTo>
                      <a:cubicBezTo>
                        <a:pt x="74104" y="73343"/>
                        <a:pt x="74104" y="77248"/>
                        <a:pt x="74486" y="79343"/>
                      </a:cubicBezTo>
                      <a:cubicBezTo>
                        <a:pt x="72104" y="81058"/>
                        <a:pt x="68961" y="81915"/>
                        <a:pt x="64865" y="81915"/>
                      </a:cubicBezTo>
                      <a:cubicBezTo>
                        <a:pt x="63246" y="81915"/>
                        <a:pt x="60674" y="81725"/>
                        <a:pt x="57245" y="81439"/>
                      </a:cubicBezTo>
                      <a:cubicBezTo>
                        <a:pt x="53816" y="81058"/>
                        <a:pt x="51245" y="80963"/>
                        <a:pt x="49435" y="80963"/>
                      </a:cubicBezTo>
                      <a:cubicBezTo>
                        <a:pt x="47720" y="80963"/>
                        <a:pt x="46196" y="80963"/>
                        <a:pt x="44768" y="81344"/>
                      </a:cubicBezTo>
                      <a:lnTo>
                        <a:pt x="44768" y="80486"/>
                      </a:lnTo>
                      <a:cubicBezTo>
                        <a:pt x="44006" y="80486"/>
                        <a:pt x="42291" y="80677"/>
                        <a:pt x="39529" y="80677"/>
                      </a:cubicBezTo>
                      <a:cubicBezTo>
                        <a:pt x="37719" y="80677"/>
                        <a:pt x="36004" y="81058"/>
                        <a:pt x="34481" y="81820"/>
                      </a:cubicBezTo>
                      <a:cubicBezTo>
                        <a:pt x="33909" y="81534"/>
                        <a:pt x="33242" y="81344"/>
                        <a:pt x="32290" y="81344"/>
                      </a:cubicBezTo>
                      <a:cubicBezTo>
                        <a:pt x="30956" y="81439"/>
                        <a:pt x="30194" y="81439"/>
                        <a:pt x="29909" y="81344"/>
                      </a:cubicBezTo>
                      <a:cubicBezTo>
                        <a:pt x="28099" y="81915"/>
                        <a:pt x="27242" y="83344"/>
                        <a:pt x="27242" y="85535"/>
                      </a:cubicBezTo>
                      <a:cubicBezTo>
                        <a:pt x="27242" y="87154"/>
                        <a:pt x="27527" y="88392"/>
                        <a:pt x="28099" y="89249"/>
                      </a:cubicBezTo>
                      <a:cubicBezTo>
                        <a:pt x="25622" y="88583"/>
                        <a:pt x="23432" y="89249"/>
                        <a:pt x="21527" y="91059"/>
                      </a:cubicBezTo>
                      <a:lnTo>
                        <a:pt x="25908" y="90202"/>
                      </a:lnTo>
                      <a:lnTo>
                        <a:pt x="25432" y="91059"/>
                      </a:lnTo>
                      <a:cubicBezTo>
                        <a:pt x="25432" y="91059"/>
                        <a:pt x="25908" y="91726"/>
                        <a:pt x="26289" y="91726"/>
                      </a:cubicBezTo>
                      <a:cubicBezTo>
                        <a:pt x="26099" y="91726"/>
                        <a:pt x="26670" y="91250"/>
                        <a:pt x="28194" y="90202"/>
                      </a:cubicBezTo>
                      <a:cubicBezTo>
                        <a:pt x="28194" y="89726"/>
                        <a:pt x="28194" y="92964"/>
                        <a:pt x="28004" y="99917"/>
                      </a:cubicBezTo>
                      <a:cubicBezTo>
                        <a:pt x="27908" y="103918"/>
                        <a:pt x="28575" y="106966"/>
                        <a:pt x="30004" y="109157"/>
                      </a:cubicBezTo>
                      <a:cubicBezTo>
                        <a:pt x="34100" y="109728"/>
                        <a:pt x="38481" y="110014"/>
                        <a:pt x="43053" y="110014"/>
                      </a:cubicBezTo>
                      <a:cubicBezTo>
                        <a:pt x="46482" y="110014"/>
                        <a:pt x="51626" y="109823"/>
                        <a:pt x="58198" y="109347"/>
                      </a:cubicBezTo>
                      <a:cubicBezTo>
                        <a:pt x="64865" y="108966"/>
                        <a:pt x="69818" y="108680"/>
                        <a:pt x="73247" y="108680"/>
                      </a:cubicBezTo>
                      <a:cubicBezTo>
                        <a:pt x="78296" y="108680"/>
                        <a:pt x="82963" y="109061"/>
                        <a:pt x="87344" y="109728"/>
                      </a:cubicBezTo>
                      <a:cubicBezTo>
                        <a:pt x="88106" y="107918"/>
                        <a:pt x="89726" y="107823"/>
                        <a:pt x="92012" y="109252"/>
                      </a:cubicBezTo>
                      <a:close/>
                      <a:moveTo>
                        <a:pt x="5429" y="24956"/>
                      </a:moveTo>
                      <a:lnTo>
                        <a:pt x="6382" y="26289"/>
                      </a:lnTo>
                      <a:lnTo>
                        <a:pt x="6191" y="26670"/>
                      </a:lnTo>
                      <a:cubicBezTo>
                        <a:pt x="6191" y="26670"/>
                        <a:pt x="5429" y="25718"/>
                        <a:pt x="5334" y="25051"/>
                      </a:cubicBezTo>
                      <a:close/>
                      <a:moveTo>
                        <a:pt x="39815" y="72962"/>
                      </a:moveTo>
                      <a:lnTo>
                        <a:pt x="37814" y="72962"/>
                      </a:lnTo>
                      <a:cubicBezTo>
                        <a:pt x="38195" y="73724"/>
                        <a:pt x="38862" y="73724"/>
                        <a:pt x="39815" y="72962"/>
                      </a:cubicBezTo>
                      <a:lnTo>
                        <a:pt x="40672" y="72962"/>
                      </a:lnTo>
                      <a:cubicBezTo>
                        <a:pt x="40672" y="72962"/>
                        <a:pt x="41053" y="73628"/>
                        <a:pt x="41053" y="74104"/>
                      </a:cubicBezTo>
                      <a:lnTo>
                        <a:pt x="43434" y="72962"/>
                      </a:lnTo>
                      <a:cubicBezTo>
                        <a:pt x="44006" y="73533"/>
                        <a:pt x="44291" y="73914"/>
                        <a:pt x="44291" y="74104"/>
                      </a:cubicBezTo>
                      <a:lnTo>
                        <a:pt x="46768" y="74104"/>
                      </a:lnTo>
                      <a:lnTo>
                        <a:pt x="46768" y="72962"/>
                      </a:lnTo>
                      <a:lnTo>
                        <a:pt x="40767" y="72962"/>
                      </a:lnTo>
                      <a:cubicBezTo>
                        <a:pt x="40767" y="72962"/>
                        <a:pt x="40291" y="72771"/>
                        <a:pt x="39910" y="72962"/>
                      </a:cubicBezTo>
                      <a:close/>
                      <a:moveTo>
                        <a:pt x="72485" y="9716"/>
                      </a:moveTo>
                      <a:lnTo>
                        <a:pt x="71152" y="8858"/>
                      </a:lnTo>
                      <a:lnTo>
                        <a:pt x="72485" y="11525"/>
                      </a:lnTo>
                      <a:lnTo>
                        <a:pt x="72485" y="9716"/>
                      </a:lnTo>
                      <a:close/>
                      <a:moveTo>
                        <a:pt x="103537" y="118301"/>
                      </a:moveTo>
                      <a:lnTo>
                        <a:pt x="104204" y="118301"/>
                      </a:lnTo>
                      <a:lnTo>
                        <a:pt x="102203" y="119444"/>
                      </a:lnTo>
                      <a:lnTo>
                        <a:pt x="103537" y="118301"/>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 name="Google Shape;1454;p99"/>
                <p:cNvSpPr/>
                <p:nvPr/>
              </p:nvSpPr>
              <p:spPr>
                <a:xfrm>
                  <a:off x="6615778" y="4067175"/>
                  <a:ext cx="125825" cy="135159"/>
                </a:xfrm>
                <a:custGeom>
                  <a:avLst/>
                  <a:gdLst/>
                  <a:ahLst/>
                  <a:cxnLst/>
                  <a:rect l="l" t="t" r="r" b="b"/>
                  <a:pathLst>
                    <a:path w="125825" h="135159" extrusionOk="0">
                      <a:moveTo>
                        <a:pt x="1905" y="93821"/>
                      </a:moveTo>
                      <a:cubicBezTo>
                        <a:pt x="1905" y="94964"/>
                        <a:pt x="1905" y="95536"/>
                        <a:pt x="2381" y="95536"/>
                      </a:cubicBezTo>
                      <a:cubicBezTo>
                        <a:pt x="2476" y="95536"/>
                        <a:pt x="2667" y="95536"/>
                        <a:pt x="3048" y="95345"/>
                      </a:cubicBezTo>
                      <a:cubicBezTo>
                        <a:pt x="3334" y="95250"/>
                        <a:pt x="3620" y="95155"/>
                        <a:pt x="3905" y="95155"/>
                      </a:cubicBezTo>
                      <a:cubicBezTo>
                        <a:pt x="4286" y="95155"/>
                        <a:pt x="4477" y="95345"/>
                        <a:pt x="4572" y="95821"/>
                      </a:cubicBezTo>
                      <a:cubicBezTo>
                        <a:pt x="1905" y="95821"/>
                        <a:pt x="381" y="95631"/>
                        <a:pt x="0" y="95155"/>
                      </a:cubicBezTo>
                      <a:lnTo>
                        <a:pt x="1810" y="93821"/>
                      </a:lnTo>
                      <a:close/>
                      <a:moveTo>
                        <a:pt x="4572" y="110966"/>
                      </a:moveTo>
                      <a:cubicBezTo>
                        <a:pt x="4763" y="110395"/>
                        <a:pt x="5239" y="110109"/>
                        <a:pt x="5905" y="110109"/>
                      </a:cubicBezTo>
                      <a:lnTo>
                        <a:pt x="7715" y="110109"/>
                      </a:lnTo>
                      <a:cubicBezTo>
                        <a:pt x="7620" y="110680"/>
                        <a:pt x="7144" y="110966"/>
                        <a:pt x="6382" y="110966"/>
                      </a:cubicBezTo>
                      <a:lnTo>
                        <a:pt x="4572" y="110966"/>
                      </a:lnTo>
                      <a:close/>
                      <a:moveTo>
                        <a:pt x="10287" y="119824"/>
                      </a:moveTo>
                      <a:lnTo>
                        <a:pt x="10287" y="118015"/>
                      </a:lnTo>
                      <a:lnTo>
                        <a:pt x="11621" y="118015"/>
                      </a:lnTo>
                      <a:lnTo>
                        <a:pt x="10287" y="119824"/>
                      </a:lnTo>
                      <a:close/>
                      <a:moveTo>
                        <a:pt x="17526" y="108776"/>
                      </a:moveTo>
                      <a:cubicBezTo>
                        <a:pt x="18097" y="108585"/>
                        <a:pt x="18955" y="108966"/>
                        <a:pt x="20003" y="110109"/>
                      </a:cubicBezTo>
                      <a:lnTo>
                        <a:pt x="19526" y="110966"/>
                      </a:lnTo>
                      <a:lnTo>
                        <a:pt x="17526" y="108776"/>
                      </a:lnTo>
                      <a:close/>
                      <a:moveTo>
                        <a:pt x="20003" y="119824"/>
                      </a:moveTo>
                      <a:cubicBezTo>
                        <a:pt x="20003" y="119824"/>
                        <a:pt x="20764" y="119348"/>
                        <a:pt x="21146" y="118777"/>
                      </a:cubicBezTo>
                      <a:cubicBezTo>
                        <a:pt x="21526" y="118205"/>
                        <a:pt x="21907" y="117920"/>
                        <a:pt x="22193" y="117920"/>
                      </a:cubicBezTo>
                      <a:cubicBezTo>
                        <a:pt x="22193" y="118396"/>
                        <a:pt x="21907" y="118967"/>
                        <a:pt x="21336" y="119729"/>
                      </a:cubicBezTo>
                      <a:lnTo>
                        <a:pt x="20003" y="119729"/>
                      </a:lnTo>
                      <a:close/>
                      <a:moveTo>
                        <a:pt x="23241" y="104870"/>
                      </a:moveTo>
                      <a:lnTo>
                        <a:pt x="22670" y="106204"/>
                      </a:lnTo>
                      <a:lnTo>
                        <a:pt x="20860" y="106204"/>
                      </a:lnTo>
                      <a:cubicBezTo>
                        <a:pt x="21336" y="104870"/>
                        <a:pt x="21812" y="104204"/>
                        <a:pt x="22193" y="104204"/>
                      </a:cubicBezTo>
                      <a:cubicBezTo>
                        <a:pt x="22574" y="104204"/>
                        <a:pt x="22860" y="104394"/>
                        <a:pt x="23241" y="104870"/>
                      </a:cubicBezTo>
                      <a:close/>
                      <a:moveTo>
                        <a:pt x="25908" y="93345"/>
                      </a:moveTo>
                      <a:lnTo>
                        <a:pt x="25908" y="94679"/>
                      </a:lnTo>
                      <a:lnTo>
                        <a:pt x="23241" y="92488"/>
                      </a:lnTo>
                      <a:cubicBezTo>
                        <a:pt x="23908" y="92297"/>
                        <a:pt x="24765" y="92488"/>
                        <a:pt x="25908" y="93345"/>
                      </a:cubicBezTo>
                      <a:close/>
                      <a:moveTo>
                        <a:pt x="23241" y="112776"/>
                      </a:moveTo>
                      <a:cubicBezTo>
                        <a:pt x="24098" y="112776"/>
                        <a:pt x="24574" y="113347"/>
                        <a:pt x="24574" y="114586"/>
                      </a:cubicBezTo>
                      <a:lnTo>
                        <a:pt x="23241" y="114586"/>
                      </a:lnTo>
                      <a:lnTo>
                        <a:pt x="23241" y="112776"/>
                      </a:lnTo>
                      <a:close/>
                      <a:moveTo>
                        <a:pt x="26384" y="127063"/>
                      </a:moveTo>
                      <a:lnTo>
                        <a:pt x="25908" y="126397"/>
                      </a:lnTo>
                      <a:lnTo>
                        <a:pt x="28575" y="124873"/>
                      </a:lnTo>
                      <a:lnTo>
                        <a:pt x="26384" y="127063"/>
                      </a:lnTo>
                      <a:close/>
                      <a:moveTo>
                        <a:pt x="125063" y="100394"/>
                      </a:moveTo>
                      <a:lnTo>
                        <a:pt x="119158" y="101251"/>
                      </a:lnTo>
                      <a:cubicBezTo>
                        <a:pt x="119158" y="101251"/>
                        <a:pt x="118967" y="101632"/>
                        <a:pt x="118967" y="101727"/>
                      </a:cubicBezTo>
                      <a:cubicBezTo>
                        <a:pt x="118967" y="102108"/>
                        <a:pt x="119443" y="102489"/>
                        <a:pt x="120396" y="103061"/>
                      </a:cubicBezTo>
                      <a:cubicBezTo>
                        <a:pt x="121348" y="103632"/>
                        <a:pt x="121825" y="104204"/>
                        <a:pt x="121825" y="104965"/>
                      </a:cubicBezTo>
                      <a:lnTo>
                        <a:pt x="123158" y="104965"/>
                      </a:lnTo>
                      <a:cubicBezTo>
                        <a:pt x="122491" y="108490"/>
                        <a:pt x="121920" y="111919"/>
                        <a:pt x="121348" y="115348"/>
                      </a:cubicBezTo>
                      <a:cubicBezTo>
                        <a:pt x="120396" y="119063"/>
                        <a:pt x="118205" y="121444"/>
                        <a:pt x="114776" y="122587"/>
                      </a:cubicBezTo>
                      <a:cubicBezTo>
                        <a:pt x="114205" y="120587"/>
                        <a:pt x="112871" y="119920"/>
                        <a:pt x="110776" y="120682"/>
                      </a:cubicBezTo>
                      <a:lnTo>
                        <a:pt x="110109" y="121158"/>
                      </a:lnTo>
                      <a:lnTo>
                        <a:pt x="112586" y="123825"/>
                      </a:lnTo>
                      <a:cubicBezTo>
                        <a:pt x="111633" y="123635"/>
                        <a:pt x="110490" y="122968"/>
                        <a:pt x="109252" y="121920"/>
                      </a:cubicBezTo>
                      <a:cubicBezTo>
                        <a:pt x="108013" y="120872"/>
                        <a:pt x="107061" y="120301"/>
                        <a:pt x="106394" y="120301"/>
                      </a:cubicBezTo>
                      <a:cubicBezTo>
                        <a:pt x="105632" y="120301"/>
                        <a:pt x="104680" y="120777"/>
                        <a:pt x="103727" y="121634"/>
                      </a:cubicBezTo>
                      <a:lnTo>
                        <a:pt x="106108" y="121634"/>
                      </a:lnTo>
                      <a:lnTo>
                        <a:pt x="105632" y="122491"/>
                      </a:lnTo>
                      <a:cubicBezTo>
                        <a:pt x="106966" y="122872"/>
                        <a:pt x="108680" y="124015"/>
                        <a:pt x="110776" y="125635"/>
                      </a:cubicBezTo>
                      <a:lnTo>
                        <a:pt x="106108" y="127635"/>
                      </a:lnTo>
                      <a:lnTo>
                        <a:pt x="106966" y="128111"/>
                      </a:lnTo>
                      <a:cubicBezTo>
                        <a:pt x="106966" y="128111"/>
                        <a:pt x="104965" y="129064"/>
                        <a:pt x="101632" y="130493"/>
                      </a:cubicBezTo>
                      <a:cubicBezTo>
                        <a:pt x="99822" y="131159"/>
                        <a:pt x="98203" y="131540"/>
                        <a:pt x="96583" y="131540"/>
                      </a:cubicBezTo>
                      <a:cubicBezTo>
                        <a:pt x="95821" y="131540"/>
                        <a:pt x="94964" y="131540"/>
                        <a:pt x="94107" y="131350"/>
                      </a:cubicBezTo>
                      <a:cubicBezTo>
                        <a:pt x="93536" y="132874"/>
                        <a:pt x="93345" y="133826"/>
                        <a:pt x="93631" y="134398"/>
                      </a:cubicBezTo>
                      <a:lnTo>
                        <a:pt x="68104" y="135160"/>
                      </a:lnTo>
                      <a:cubicBezTo>
                        <a:pt x="66104" y="133255"/>
                        <a:pt x="62865" y="131731"/>
                        <a:pt x="58579" y="130302"/>
                      </a:cubicBezTo>
                      <a:cubicBezTo>
                        <a:pt x="53721" y="128873"/>
                        <a:pt x="50673" y="127730"/>
                        <a:pt x="49339" y="126778"/>
                      </a:cubicBezTo>
                      <a:cubicBezTo>
                        <a:pt x="48768" y="126016"/>
                        <a:pt x="47815" y="125444"/>
                        <a:pt x="46387" y="125159"/>
                      </a:cubicBezTo>
                      <a:cubicBezTo>
                        <a:pt x="44958" y="124778"/>
                        <a:pt x="43624" y="124492"/>
                        <a:pt x="42291" y="124111"/>
                      </a:cubicBezTo>
                      <a:lnTo>
                        <a:pt x="44101" y="122301"/>
                      </a:lnTo>
                      <a:lnTo>
                        <a:pt x="41624" y="119634"/>
                      </a:lnTo>
                      <a:lnTo>
                        <a:pt x="40957" y="121444"/>
                      </a:lnTo>
                      <a:cubicBezTo>
                        <a:pt x="38671" y="120872"/>
                        <a:pt x="37529" y="119063"/>
                        <a:pt x="37243" y="115919"/>
                      </a:cubicBezTo>
                      <a:cubicBezTo>
                        <a:pt x="37147" y="113157"/>
                        <a:pt x="35528" y="111728"/>
                        <a:pt x="32480" y="111728"/>
                      </a:cubicBezTo>
                      <a:lnTo>
                        <a:pt x="30385" y="111728"/>
                      </a:lnTo>
                      <a:cubicBezTo>
                        <a:pt x="32290" y="111728"/>
                        <a:pt x="33242" y="110585"/>
                        <a:pt x="33242" y="108585"/>
                      </a:cubicBezTo>
                      <a:cubicBezTo>
                        <a:pt x="33242" y="107918"/>
                        <a:pt x="33052" y="107347"/>
                        <a:pt x="32766" y="106775"/>
                      </a:cubicBezTo>
                      <a:cubicBezTo>
                        <a:pt x="32385" y="106204"/>
                        <a:pt x="31242" y="105537"/>
                        <a:pt x="29242" y="104775"/>
                      </a:cubicBezTo>
                      <a:lnTo>
                        <a:pt x="28765" y="105251"/>
                      </a:lnTo>
                      <a:cubicBezTo>
                        <a:pt x="28765" y="105251"/>
                        <a:pt x="28480" y="105632"/>
                        <a:pt x="28289" y="105632"/>
                      </a:cubicBezTo>
                      <a:cubicBezTo>
                        <a:pt x="28004" y="105632"/>
                        <a:pt x="27718" y="105156"/>
                        <a:pt x="27432" y="104299"/>
                      </a:cubicBezTo>
                      <a:cubicBezTo>
                        <a:pt x="27241" y="103537"/>
                        <a:pt x="27241" y="102775"/>
                        <a:pt x="27432" y="102108"/>
                      </a:cubicBezTo>
                      <a:cubicBezTo>
                        <a:pt x="28575" y="101918"/>
                        <a:pt x="30194" y="100679"/>
                        <a:pt x="32480" y="98584"/>
                      </a:cubicBezTo>
                      <a:cubicBezTo>
                        <a:pt x="34480" y="96774"/>
                        <a:pt x="36195" y="95917"/>
                        <a:pt x="37529" y="95917"/>
                      </a:cubicBezTo>
                      <a:cubicBezTo>
                        <a:pt x="38195" y="95917"/>
                        <a:pt x="38957" y="96107"/>
                        <a:pt x="39719" y="96393"/>
                      </a:cubicBezTo>
                      <a:cubicBezTo>
                        <a:pt x="39243" y="95631"/>
                        <a:pt x="39243" y="94964"/>
                        <a:pt x="39719" y="94393"/>
                      </a:cubicBezTo>
                      <a:cubicBezTo>
                        <a:pt x="40100" y="93821"/>
                        <a:pt x="39719" y="92964"/>
                        <a:pt x="38671" y="91821"/>
                      </a:cubicBezTo>
                      <a:lnTo>
                        <a:pt x="44387" y="89154"/>
                      </a:lnTo>
                      <a:lnTo>
                        <a:pt x="43053" y="87249"/>
                      </a:lnTo>
                      <a:cubicBezTo>
                        <a:pt x="43910" y="87249"/>
                        <a:pt x="45339" y="86773"/>
                        <a:pt x="47434" y="85725"/>
                      </a:cubicBezTo>
                      <a:cubicBezTo>
                        <a:pt x="49435" y="84677"/>
                        <a:pt x="50768" y="84106"/>
                        <a:pt x="51435" y="84106"/>
                      </a:cubicBezTo>
                      <a:cubicBezTo>
                        <a:pt x="52578" y="84106"/>
                        <a:pt x="53340" y="84963"/>
                        <a:pt x="53626" y="86582"/>
                      </a:cubicBezTo>
                      <a:cubicBezTo>
                        <a:pt x="53340" y="90297"/>
                        <a:pt x="54578" y="94012"/>
                        <a:pt x="57626" y="97631"/>
                      </a:cubicBezTo>
                      <a:cubicBezTo>
                        <a:pt x="59055" y="99441"/>
                        <a:pt x="62008" y="102203"/>
                        <a:pt x="66484" y="106013"/>
                      </a:cubicBezTo>
                      <a:cubicBezTo>
                        <a:pt x="67151" y="107632"/>
                        <a:pt x="68294" y="108395"/>
                        <a:pt x="69818" y="108395"/>
                      </a:cubicBezTo>
                      <a:cubicBezTo>
                        <a:pt x="70295" y="108395"/>
                        <a:pt x="70961" y="108395"/>
                        <a:pt x="71914" y="108109"/>
                      </a:cubicBezTo>
                      <a:cubicBezTo>
                        <a:pt x="72866" y="107918"/>
                        <a:pt x="73533" y="107823"/>
                        <a:pt x="74009" y="107823"/>
                      </a:cubicBezTo>
                      <a:cubicBezTo>
                        <a:pt x="75057" y="107823"/>
                        <a:pt x="76009" y="108109"/>
                        <a:pt x="76867" y="108490"/>
                      </a:cubicBezTo>
                      <a:cubicBezTo>
                        <a:pt x="77724" y="108966"/>
                        <a:pt x="78772" y="109156"/>
                        <a:pt x="79915" y="109156"/>
                      </a:cubicBezTo>
                      <a:cubicBezTo>
                        <a:pt x="81915" y="109156"/>
                        <a:pt x="84296" y="108204"/>
                        <a:pt x="86963" y="106299"/>
                      </a:cubicBezTo>
                      <a:cubicBezTo>
                        <a:pt x="90964" y="103632"/>
                        <a:pt x="93250" y="102108"/>
                        <a:pt x="93821" y="101918"/>
                      </a:cubicBezTo>
                      <a:cubicBezTo>
                        <a:pt x="94393" y="100965"/>
                        <a:pt x="94679" y="100108"/>
                        <a:pt x="94679" y="99251"/>
                      </a:cubicBezTo>
                      <a:cubicBezTo>
                        <a:pt x="94679" y="97917"/>
                        <a:pt x="93916" y="96107"/>
                        <a:pt x="92392" y="93916"/>
                      </a:cubicBezTo>
                      <a:cubicBezTo>
                        <a:pt x="90868" y="91726"/>
                        <a:pt x="90011" y="90106"/>
                        <a:pt x="89821" y="88963"/>
                      </a:cubicBezTo>
                      <a:cubicBezTo>
                        <a:pt x="87058" y="88582"/>
                        <a:pt x="85439" y="87439"/>
                        <a:pt x="85154" y="85820"/>
                      </a:cubicBezTo>
                      <a:lnTo>
                        <a:pt x="86011" y="85154"/>
                      </a:lnTo>
                      <a:cubicBezTo>
                        <a:pt x="82391" y="83534"/>
                        <a:pt x="77438" y="80867"/>
                        <a:pt x="71056" y="77438"/>
                      </a:cubicBezTo>
                      <a:cubicBezTo>
                        <a:pt x="70390" y="78010"/>
                        <a:pt x="69723" y="78296"/>
                        <a:pt x="69056" y="78296"/>
                      </a:cubicBezTo>
                      <a:cubicBezTo>
                        <a:pt x="68199" y="78296"/>
                        <a:pt x="67056" y="77724"/>
                        <a:pt x="65722" y="76390"/>
                      </a:cubicBezTo>
                      <a:cubicBezTo>
                        <a:pt x="64389" y="75152"/>
                        <a:pt x="63341" y="74581"/>
                        <a:pt x="62484" y="74581"/>
                      </a:cubicBezTo>
                      <a:cubicBezTo>
                        <a:pt x="62198" y="74581"/>
                        <a:pt x="61817" y="74676"/>
                        <a:pt x="61436" y="74962"/>
                      </a:cubicBezTo>
                      <a:cubicBezTo>
                        <a:pt x="58674" y="74200"/>
                        <a:pt x="55816" y="71914"/>
                        <a:pt x="53054" y="68104"/>
                      </a:cubicBezTo>
                      <a:cubicBezTo>
                        <a:pt x="49911" y="63818"/>
                        <a:pt x="47339" y="61055"/>
                        <a:pt x="45148" y="59912"/>
                      </a:cubicBezTo>
                      <a:cubicBezTo>
                        <a:pt x="45339" y="58674"/>
                        <a:pt x="44767" y="57150"/>
                        <a:pt x="43434" y="55340"/>
                      </a:cubicBezTo>
                      <a:cubicBezTo>
                        <a:pt x="42100" y="53435"/>
                        <a:pt x="41529" y="52102"/>
                        <a:pt x="41720" y="51054"/>
                      </a:cubicBezTo>
                      <a:cubicBezTo>
                        <a:pt x="40957" y="49625"/>
                        <a:pt x="40386" y="46768"/>
                        <a:pt x="40196" y="42672"/>
                      </a:cubicBezTo>
                      <a:cubicBezTo>
                        <a:pt x="40005" y="38957"/>
                        <a:pt x="39814" y="35243"/>
                        <a:pt x="39719" y="31623"/>
                      </a:cubicBezTo>
                      <a:cubicBezTo>
                        <a:pt x="40576" y="31242"/>
                        <a:pt x="41053" y="30861"/>
                        <a:pt x="41053" y="30289"/>
                      </a:cubicBezTo>
                      <a:cubicBezTo>
                        <a:pt x="41053" y="29909"/>
                        <a:pt x="40862" y="29432"/>
                        <a:pt x="40386" y="28670"/>
                      </a:cubicBezTo>
                      <a:cubicBezTo>
                        <a:pt x="39910" y="27908"/>
                        <a:pt x="39719" y="27432"/>
                        <a:pt x="39719" y="27051"/>
                      </a:cubicBezTo>
                      <a:cubicBezTo>
                        <a:pt x="40291" y="25432"/>
                        <a:pt x="42196" y="23336"/>
                        <a:pt x="45434" y="20669"/>
                      </a:cubicBezTo>
                      <a:cubicBezTo>
                        <a:pt x="48101" y="18288"/>
                        <a:pt x="49435" y="16097"/>
                        <a:pt x="49435" y="14002"/>
                      </a:cubicBezTo>
                      <a:cubicBezTo>
                        <a:pt x="49816" y="13906"/>
                        <a:pt x="50673" y="13430"/>
                        <a:pt x="51721" y="12668"/>
                      </a:cubicBezTo>
                      <a:cubicBezTo>
                        <a:pt x="52768" y="11906"/>
                        <a:pt x="53530" y="11525"/>
                        <a:pt x="54007" y="11525"/>
                      </a:cubicBezTo>
                      <a:cubicBezTo>
                        <a:pt x="54388" y="11525"/>
                        <a:pt x="54673" y="11716"/>
                        <a:pt x="54864" y="12192"/>
                      </a:cubicBezTo>
                      <a:cubicBezTo>
                        <a:pt x="56959" y="8954"/>
                        <a:pt x="60388" y="6382"/>
                        <a:pt x="65151" y="4667"/>
                      </a:cubicBezTo>
                      <a:cubicBezTo>
                        <a:pt x="69247" y="3334"/>
                        <a:pt x="73438" y="2000"/>
                        <a:pt x="77533" y="667"/>
                      </a:cubicBezTo>
                      <a:cubicBezTo>
                        <a:pt x="78772" y="286"/>
                        <a:pt x="80010" y="0"/>
                        <a:pt x="81248" y="0"/>
                      </a:cubicBezTo>
                      <a:cubicBezTo>
                        <a:pt x="83058" y="0"/>
                        <a:pt x="85439" y="667"/>
                        <a:pt x="88487" y="2096"/>
                      </a:cubicBezTo>
                      <a:cubicBezTo>
                        <a:pt x="91535" y="3524"/>
                        <a:pt x="93916" y="4191"/>
                        <a:pt x="95726" y="4191"/>
                      </a:cubicBezTo>
                      <a:cubicBezTo>
                        <a:pt x="96488" y="4191"/>
                        <a:pt x="97250" y="4096"/>
                        <a:pt x="98012" y="3810"/>
                      </a:cubicBezTo>
                      <a:cubicBezTo>
                        <a:pt x="98774" y="5334"/>
                        <a:pt x="100203" y="6477"/>
                        <a:pt x="102203" y="6953"/>
                      </a:cubicBezTo>
                      <a:cubicBezTo>
                        <a:pt x="104775" y="7715"/>
                        <a:pt x="106489" y="8382"/>
                        <a:pt x="107251" y="8954"/>
                      </a:cubicBezTo>
                      <a:cubicBezTo>
                        <a:pt x="111062" y="9239"/>
                        <a:pt x="114490" y="14192"/>
                        <a:pt x="117538" y="23717"/>
                      </a:cubicBezTo>
                      <a:cubicBezTo>
                        <a:pt x="117443" y="25051"/>
                        <a:pt x="116396" y="26861"/>
                        <a:pt x="114586" y="29051"/>
                      </a:cubicBezTo>
                      <a:cubicBezTo>
                        <a:pt x="112776" y="31337"/>
                        <a:pt x="111823" y="33147"/>
                        <a:pt x="112014" y="34766"/>
                      </a:cubicBezTo>
                      <a:cubicBezTo>
                        <a:pt x="110776" y="34480"/>
                        <a:pt x="110109" y="34957"/>
                        <a:pt x="110014" y="36100"/>
                      </a:cubicBezTo>
                      <a:cubicBezTo>
                        <a:pt x="109918" y="37529"/>
                        <a:pt x="109633" y="38386"/>
                        <a:pt x="109156" y="38671"/>
                      </a:cubicBezTo>
                      <a:cubicBezTo>
                        <a:pt x="106013" y="40100"/>
                        <a:pt x="103822" y="40862"/>
                        <a:pt x="102584" y="40862"/>
                      </a:cubicBezTo>
                      <a:cubicBezTo>
                        <a:pt x="100774" y="40862"/>
                        <a:pt x="99155" y="39719"/>
                        <a:pt x="97536" y="37529"/>
                      </a:cubicBezTo>
                      <a:cubicBezTo>
                        <a:pt x="97441" y="35719"/>
                        <a:pt x="96298" y="34385"/>
                        <a:pt x="94202" y="33528"/>
                      </a:cubicBezTo>
                      <a:cubicBezTo>
                        <a:pt x="91726" y="32576"/>
                        <a:pt x="90297" y="31528"/>
                        <a:pt x="89821" y="30289"/>
                      </a:cubicBezTo>
                      <a:cubicBezTo>
                        <a:pt x="89154" y="30194"/>
                        <a:pt x="87439" y="29623"/>
                        <a:pt x="84582" y="28480"/>
                      </a:cubicBezTo>
                      <a:cubicBezTo>
                        <a:pt x="82391" y="27527"/>
                        <a:pt x="80581" y="27146"/>
                        <a:pt x="79248" y="27146"/>
                      </a:cubicBezTo>
                      <a:cubicBezTo>
                        <a:pt x="77343" y="27146"/>
                        <a:pt x="75724" y="28004"/>
                        <a:pt x="74390" y="29813"/>
                      </a:cubicBezTo>
                      <a:cubicBezTo>
                        <a:pt x="73914" y="29718"/>
                        <a:pt x="73533" y="29623"/>
                        <a:pt x="73247" y="29623"/>
                      </a:cubicBezTo>
                      <a:cubicBezTo>
                        <a:pt x="72390" y="29623"/>
                        <a:pt x="70961" y="30480"/>
                        <a:pt x="69056" y="32195"/>
                      </a:cubicBezTo>
                      <a:cubicBezTo>
                        <a:pt x="69628" y="33242"/>
                        <a:pt x="69913" y="34099"/>
                        <a:pt x="69913" y="34862"/>
                      </a:cubicBezTo>
                      <a:cubicBezTo>
                        <a:pt x="69913" y="35909"/>
                        <a:pt x="69151" y="36766"/>
                        <a:pt x="67628" y="37624"/>
                      </a:cubicBezTo>
                      <a:cubicBezTo>
                        <a:pt x="66104" y="38481"/>
                        <a:pt x="65341" y="39243"/>
                        <a:pt x="65341" y="40100"/>
                      </a:cubicBezTo>
                      <a:cubicBezTo>
                        <a:pt x="65341" y="40767"/>
                        <a:pt x="65722" y="41624"/>
                        <a:pt x="66484" y="42767"/>
                      </a:cubicBezTo>
                      <a:cubicBezTo>
                        <a:pt x="71152" y="49625"/>
                        <a:pt x="78296" y="54769"/>
                        <a:pt x="87821" y="58198"/>
                      </a:cubicBezTo>
                      <a:cubicBezTo>
                        <a:pt x="89059" y="58579"/>
                        <a:pt x="90773" y="59627"/>
                        <a:pt x="93059" y="61531"/>
                      </a:cubicBezTo>
                      <a:cubicBezTo>
                        <a:pt x="95440" y="63341"/>
                        <a:pt x="97250" y="64389"/>
                        <a:pt x="98870" y="64484"/>
                      </a:cubicBezTo>
                      <a:cubicBezTo>
                        <a:pt x="100489" y="64675"/>
                        <a:pt x="102584" y="65913"/>
                        <a:pt x="105442" y="68294"/>
                      </a:cubicBezTo>
                      <a:cubicBezTo>
                        <a:pt x="107918" y="70485"/>
                        <a:pt x="110204" y="71438"/>
                        <a:pt x="112490" y="71152"/>
                      </a:cubicBezTo>
                      <a:cubicBezTo>
                        <a:pt x="112490" y="72295"/>
                        <a:pt x="112681" y="72866"/>
                        <a:pt x="112966" y="73057"/>
                      </a:cubicBezTo>
                      <a:cubicBezTo>
                        <a:pt x="114014" y="73057"/>
                        <a:pt x="114776" y="73819"/>
                        <a:pt x="115253" y="75343"/>
                      </a:cubicBezTo>
                      <a:cubicBezTo>
                        <a:pt x="115729" y="76867"/>
                        <a:pt x="116491" y="77438"/>
                        <a:pt x="117538" y="77057"/>
                      </a:cubicBezTo>
                      <a:cubicBezTo>
                        <a:pt x="117729" y="77819"/>
                        <a:pt x="119158" y="80105"/>
                        <a:pt x="121920" y="83915"/>
                      </a:cubicBezTo>
                      <a:cubicBezTo>
                        <a:pt x="123920" y="87059"/>
                        <a:pt x="124968" y="89916"/>
                        <a:pt x="124968" y="92488"/>
                      </a:cubicBezTo>
                      <a:cubicBezTo>
                        <a:pt x="125539" y="93154"/>
                        <a:pt x="125825" y="93821"/>
                        <a:pt x="125825" y="94488"/>
                      </a:cubicBezTo>
                      <a:cubicBezTo>
                        <a:pt x="125825" y="94964"/>
                        <a:pt x="125539" y="95726"/>
                        <a:pt x="124968" y="96584"/>
                      </a:cubicBezTo>
                      <a:cubicBezTo>
                        <a:pt x="124396" y="97441"/>
                        <a:pt x="124111" y="98012"/>
                        <a:pt x="124111" y="98298"/>
                      </a:cubicBezTo>
                      <a:cubicBezTo>
                        <a:pt x="124111" y="98965"/>
                        <a:pt x="124587" y="99631"/>
                        <a:pt x="125444" y="100298"/>
                      </a:cubicBezTo>
                      <a:close/>
                      <a:moveTo>
                        <a:pt x="28575" y="104394"/>
                      </a:moveTo>
                      <a:lnTo>
                        <a:pt x="32385" y="103061"/>
                      </a:lnTo>
                      <a:lnTo>
                        <a:pt x="30575" y="103061"/>
                      </a:lnTo>
                      <a:lnTo>
                        <a:pt x="28575" y="104394"/>
                      </a:lnTo>
                      <a:close/>
                      <a:moveTo>
                        <a:pt x="29718" y="120682"/>
                      </a:moveTo>
                      <a:lnTo>
                        <a:pt x="30575" y="120682"/>
                      </a:lnTo>
                      <a:lnTo>
                        <a:pt x="31909" y="121729"/>
                      </a:lnTo>
                      <a:lnTo>
                        <a:pt x="29718" y="120682"/>
                      </a:lnTo>
                      <a:close/>
                      <a:moveTo>
                        <a:pt x="35052" y="129635"/>
                      </a:moveTo>
                      <a:cubicBezTo>
                        <a:pt x="34862" y="128397"/>
                        <a:pt x="35242" y="127254"/>
                        <a:pt x="36195" y="126302"/>
                      </a:cubicBezTo>
                      <a:lnTo>
                        <a:pt x="36004" y="126492"/>
                      </a:lnTo>
                      <a:cubicBezTo>
                        <a:pt x="36004" y="126492"/>
                        <a:pt x="36290" y="127254"/>
                        <a:pt x="36766" y="127730"/>
                      </a:cubicBezTo>
                      <a:cubicBezTo>
                        <a:pt x="37243" y="128206"/>
                        <a:pt x="37529" y="128588"/>
                        <a:pt x="37529" y="128778"/>
                      </a:cubicBezTo>
                      <a:cubicBezTo>
                        <a:pt x="37529" y="129159"/>
                        <a:pt x="37243" y="129349"/>
                        <a:pt x="36862" y="129635"/>
                      </a:cubicBezTo>
                      <a:lnTo>
                        <a:pt x="34957" y="129635"/>
                      </a:lnTo>
                      <a:close/>
                      <a:moveTo>
                        <a:pt x="36576" y="125730"/>
                      </a:moveTo>
                      <a:cubicBezTo>
                        <a:pt x="36576" y="125730"/>
                        <a:pt x="36195" y="126111"/>
                        <a:pt x="36195" y="126206"/>
                      </a:cubicBezTo>
                      <a:cubicBezTo>
                        <a:pt x="36195" y="126111"/>
                        <a:pt x="36290" y="125921"/>
                        <a:pt x="36576" y="125730"/>
                      </a:cubicBezTo>
                      <a:close/>
                      <a:moveTo>
                        <a:pt x="36957" y="122587"/>
                      </a:moveTo>
                      <a:cubicBezTo>
                        <a:pt x="36957" y="122587"/>
                        <a:pt x="37909" y="122872"/>
                        <a:pt x="38481" y="123444"/>
                      </a:cubicBezTo>
                      <a:cubicBezTo>
                        <a:pt x="39053" y="124015"/>
                        <a:pt x="39338" y="124301"/>
                        <a:pt x="39433" y="124492"/>
                      </a:cubicBezTo>
                      <a:cubicBezTo>
                        <a:pt x="38767" y="124587"/>
                        <a:pt x="37814" y="125063"/>
                        <a:pt x="36576" y="125825"/>
                      </a:cubicBezTo>
                      <a:cubicBezTo>
                        <a:pt x="37529" y="124682"/>
                        <a:pt x="37624" y="123635"/>
                        <a:pt x="36957" y="122682"/>
                      </a:cubicBezTo>
                      <a:close/>
                      <a:moveTo>
                        <a:pt x="40862" y="108299"/>
                      </a:moveTo>
                      <a:lnTo>
                        <a:pt x="40862" y="106966"/>
                      </a:lnTo>
                      <a:lnTo>
                        <a:pt x="36957" y="104965"/>
                      </a:lnTo>
                      <a:lnTo>
                        <a:pt x="40862" y="108299"/>
                      </a:lnTo>
                      <a:close/>
                      <a:moveTo>
                        <a:pt x="44005" y="113538"/>
                      </a:moveTo>
                      <a:cubicBezTo>
                        <a:pt x="44005" y="113538"/>
                        <a:pt x="44482" y="113633"/>
                        <a:pt x="45720" y="113919"/>
                      </a:cubicBezTo>
                      <a:cubicBezTo>
                        <a:pt x="46387" y="114014"/>
                        <a:pt x="46863" y="113729"/>
                        <a:pt x="47244" y="112871"/>
                      </a:cubicBezTo>
                      <a:cubicBezTo>
                        <a:pt x="45911" y="112490"/>
                        <a:pt x="44863" y="112586"/>
                        <a:pt x="44101" y="113538"/>
                      </a:cubicBezTo>
                      <a:cubicBezTo>
                        <a:pt x="43720" y="113538"/>
                        <a:pt x="43624" y="113729"/>
                        <a:pt x="43624" y="114014"/>
                      </a:cubicBezTo>
                      <a:lnTo>
                        <a:pt x="42291" y="115348"/>
                      </a:lnTo>
                      <a:lnTo>
                        <a:pt x="43624" y="115348"/>
                      </a:lnTo>
                      <a:cubicBezTo>
                        <a:pt x="43529" y="114776"/>
                        <a:pt x="43529" y="114300"/>
                        <a:pt x="43624" y="114014"/>
                      </a:cubicBezTo>
                      <a:lnTo>
                        <a:pt x="44101" y="113538"/>
                      </a:lnTo>
                      <a:close/>
                      <a:moveTo>
                        <a:pt x="44863" y="49911"/>
                      </a:moveTo>
                      <a:cubicBezTo>
                        <a:pt x="45434" y="49339"/>
                        <a:pt x="45625" y="48863"/>
                        <a:pt x="45339" y="48387"/>
                      </a:cubicBezTo>
                      <a:lnTo>
                        <a:pt x="45815" y="47244"/>
                      </a:lnTo>
                      <a:cubicBezTo>
                        <a:pt x="45339" y="46672"/>
                        <a:pt x="44767" y="46196"/>
                        <a:pt x="44005" y="45911"/>
                      </a:cubicBezTo>
                      <a:cubicBezTo>
                        <a:pt x="43243" y="45529"/>
                        <a:pt x="42863" y="45434"/>
                        <a:pt x="42577" y="45434"/>
                      </a:cubicBezTo>
                      <a:cubicBezTo>
                        <a:pt x="44387" y="46291"/>
                        <a:pt x="45244" y="47339"/>
                        <a:pt x="45244" y="48482"/>
                      </a:cubicBezTo>
                      <a:lnTo>
                        <a:pt x="44767" y="50006"/>
                      </a:lnTo>
                      <a:close/>
                      <a:moveTo>
                        <a:pt x="56388" y="40196"/>
                      </a:moveTo>
                      <a:lnTo>
                        <a:pt x="56388" y="39719"/>
                      </a:lnTo>
                      <a:cubicBezTo>
                        <a:pt x="56007" y="36766"/>
                        <a:pt x="53912" y="35338"/>
                        <a:pt x="50387" y="35338"/>
                      </a:cubicBezTo>
                      <a:cubicBezTo>
                        <a:pt x="47625" y="35338"/>
                        <a:pt x="45244" y="36100"/>
                        <a:pt x="43529" y="37719"/>
                      </a:cubicBezTo>
                      <a:cubicBezTo>
                        <a:pt x="44101" y="37910"/>
                        <a:pt x="44672" y="39053"/>
                        <a:pt x="45244" y="40957"/>
                      </a:cubicBezTo>
                      <a:cubicBezTo>
                        <a:pt x="45815" y="42958"/>
                        <a:pt x="46958" y="43720"/>
                        <a:pt x="48482" y="43434"/>
                      </a:cubicBezTo>
                      <a:lnTo>
                        <a:pt x="48482" y="42958"/>
                      </a:lnTo>
                      <a:cubicBezTo>
                        <a:pt x="48482" y="42958"/>
                        <a:pt x="49244" y="41434"/>
                        <a:pt x="49625" y="39243"/>
                      </a:cubicBezTo>
                      <a:cubicBezTo>
                        <a:pt x="50006" y="37433"/>
                        <a:pt x="50673" y="36576"/>
                        <a:pt x="51625" y="36576"/>
                      </a:cubicBezTo>
                      <a:cubicBezTo>
                        <a:pt x="52102" y="36576"/>
                        <a:pt x="52578" y="36766"/>
                        <a:pt x="53149" y="37052"/>
                      </a:cubicBezTo>
                      <a:lnTo>
                        <a:pt x="53149" y="38386"/>
                      </a:lnTo>
                      <a:cubicBezTo>
                        <a:pt x="53149" y="38386"/>
                        <a:pt x="53626" y="38195"/>
                        <a:pt x="54007" y="38195"/>
                      </a:cubicBezTo>
                      <a:cubicBezTo>
                        <a:pt x="54197" y="38195"/>
                        <a:pt x="55054" y="38862"/>
                        <a:pt x="56388" y="40196"/>
                      </a:cubicBezTo>
                      <a:close/>
                      <a:moveTo>
                        <a:pt x="45815" y="93916"/>
                      </a:moveTo>
                      <a:cubicBezTo>
                        <a:pt x="44767" y="93916"/>
                        <a:pt x="44196" y="93726"/>
                        <a:pt x="44005" y="93440"/>
                      </a:cubicBezTo>
                      <a:lnTo>
                        <a:pt x="45339" y="95250"/>
                      </a:lnTo>
                      <a:cubicBezTo>
                        <a:pt x="45911" y="94869"/>
                        <a:pt x="46101" y="94488"/>
                        <a:pt x="45815" y="93916"/>
                      </a:cubicBezTo>
                      <a:close/>
                      <a:moveTo>
                        <a:pt x="47149" y="42101"/>
                      </a:moveTo>
                      <a:lnTo>
                        <a:pt x="46672" y="41624"/>
                      </a:lnTo>
                      <a:lnTo>
                        <a:pt x="48006" y="41624"/>
                      </a:lnTo>
                      <a:cubicBezTo>
                        <a:pt x="48006" y="41624"/>
                        <a:pt x="47625" y="41910"/>
                        <a:pt x="47149" y="42101"/>
                      </a:cubicBezTo>
                      <a:close/>
                      <a:moveTo>
                        <a:pt x="48006" y="41624"/>
                      </a:moveTo>
                      <a:cubicBezTo>
                        <a:pt x="48006" y="41624"/>
                        <a:pt x="48387" y="41434"/>
                        <a:pt x="48578" y="41624"/>
                      </a:cubicBezTo>
                      <a:lnTo>
                        <a:pt x="48006" y="41624"/>
                      </a:lnTo>
                      <a:close/>
                      <a:moveTo>
                        <a:pt x="49244" y="124015"/>
                      </a:moveTo>
                      <a:lnTo>
                        <a:pt x="50578" y="122682"/>
                      </a:lnTo>
                      <a:cubicBezTo>
                        <a:pt x="50006" y="122111"/>
                        <a:pt x="49625" y="121825"/>
                        <a:pt x="49244" y="121825"/>
                      </a:cubicBezTo>
                      <a:lnTo>
                        <a:pt x="49244" y="124015"/>
                      </a:lnTo>
                      <a:close/>
                      <a:moveTo>
                        <a:pt x="51245" y="44005"/>
                      </a:moveTo>
                      <a:cubicBezTo>
                        <a:pt x="51435" y="43339"/>
                        <a:pt x="51245" y="42577"/>
                        <a:pt x="50578" y="41720"/>
                      </a:cubicBezTo>
                      <a:lnTo>
                        <a:pt x="50578" y="44863"/>
                      </a:lnTo>
                      <a:lnTo>
                        <a:pt x="51245" y="44005"/>
                      </a:lnTo>
                      <a:close/>
                      <a:moveTo>
                        <a:pt x="53721" y="134779"/>
                      </a:moveTo>
                      <a:lnTo>
                        <a:pt x="53245" y="134303"/>
                      </a:lnTo>
                      <a:lnTo>
                        <a:pt x="54578" y="134303"/>
                      </a:lnTo>
                      <a:cubicBezTo>
                        <a:pt x="53912" y="134684"/>
                        <a:pt x="53626" y="134779"/>
                        <a:pt x="53721" y="134779"/>
                      </a:cubicBezTo>
                      <a:close/>
                      <a:moveTo>
                        <a:pt x="70009" y="120872"/>
                      </a:moveTo>
                      <a:lnTo>
                        <a:pt x="70675" y="120015"/>
                      </a:lnTo>
                      <a:lnTo>
                        <a:pt x="70009" y="118205"/>
                      </a:lnTo>
                      <a:lnTo>
                        <a:pt x="70009" y="120872"/>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55" name="Google Shape;1455;p99"/>
              <p:cNvGrpSpPr/>
              <p:nvPr/>
            </p:nvGrpSpPr>
            <p:grpSpPr>
              <a:xfrm>
                <a:off x="11615446" y="6742653"/>
                <a:ext cx="699610" cy="208596"/>
                <a:chOff x="6362128" y="4460748"/>
                <a:chExt cx="699610" cy="208596"/>
              </a:xfrm>
            </p:grpSpPr>
            <p:sp>
              <p:nvSpPr>
                <p:cNvPr id="1456" name="Google Shape;1456;p99"/>
                <p:cNvSpPr/>
                <p:nvPr/>
              </p:nvSpPr>
              <p:spPr>
                <a:xfrm>
                  <a:off x="6362128" y="4485036"/>
                  <a:ext cx="125634" cy="156019"/>
                </a:xfrm>
                <a:custGeom>
                  <a:avLst/>
                  <a:gdLst/>
                  <a:ahLst/>
                  <a:cxnLst/>
                  <a:rect l="l" t="t" r="r" b="b"/>
                  <a:pathLst>
                    <a:path w="125634" h="156019" extrusionOk="0">
                      <a:moveTo>
                        <a:pt x="95060" y="2572"/>
                      </a:moveTo>
                      <a:cubicBezTo>
                        <a:pt x="96583" y="2572"/>
                        <a:pt x="98203" y="4096"/>
                        <a:pt x="99822" y="7048"/>
                      </a:cubicBezTo>
                      <a:cubicBezTo>
                        <a:pt x="101441" y="10096"/>
                        <a:pt x="102965" y="11525"/>
                        <a:pt x="104394" y="11525"/>
                      </a:cubicBezTo>
                      <a:cubicBezTo>
                        <a:pt x="105537" y="11525"/>
                        <a:pt x="106871" y="10954"/>
                        <a:pt x="108204" y="9811"/>
                      </a:cubicBezTo>
                      <a:cubicBezTo>
                        <a:pt x="109156" y="12383"/>
                        <a:pt x="111538" y="15240"/>
                        <a:pt x="115443" y="18574"/>
                      </a:cubicBezTo>
                      <a:cubicBezTo>
                        <a:pt x="119348" y="21908"/>
                        <a:pt x="121920" y="24670"/>
                        <a:pt x="123063" y="27051"/>
                      </a:cubicBezTo>
                      <a:cubicBezTo>
                        <a:pt x="122301" y="28766"/>
                        <a:pt x="121920" y="32004"/>
                        <a:pt x="121920" y="36481"/>
                      </a:cubicBezTo>
                      <a:cubicBezTo>
                        <a:pt x="121920" y="40958"/>
                        <a:pt x="121539" y="44101"/>
                        <a:pt x="120682" y="45720"/>
                      </a:cubicBezTo>
                      <a:cubicBezTo>
                        <a:pt x="119348" y="48292"/>
                        <a:pt x="116586" y="49339"/>
                        <a:pt x="112586" y="48959"/>
                      </a:cubicBezTo>
                      <a:cubicBezTo>
                        <a:pt x="110109" y="48578"/>
                        <a:pt x="107061" y="49721"/>
                        <a:pt x="103441" y="52483"/>
                      </a:cubicBezTo>
                      <a:cubicBezTo>
                        <a:pt x="99822" y="55245"/>
                        <a:pt x="96964" y="56579"/>
                        <a:pt x="94774" y="56579"/>
                      </a:cubicBezTo>
                      <a:cubicBezTo>
                        <a:pt x="93631" y="56579"/>
                        <a:pt x="92393" y="56293"/>
                        <a:pt x="90964" y="55721"/>
                      </a:cubicBezTo>
                      <a:cubicBezTo>
                        <a:pt x="92107" y="49244"/>
                        <a:pt x="87630" y="41624"/>
                        <a:pt x="77248" y="32671"/>
                      </a:cubicBezTo>
                      <a:cubicBezTo>
                        <a:pt x="74581" y="29337"/>
                        <a:pt x="71819" y="27718"/>
                        <a:pt x="69056" y="27718"/>
                      </a:cubicBezTo>
                      <a:cubicBezTo>
                        <a:pt x="67342" y="27718"/>
                        <a:pt x="64579" y="28766"/>
                        <a:pt x="60865" y="30671"/>
                      </a:cubicBezTo>
                      <a:cubicBezTo>
                        <a:pt x="57150" y="32671"/>
                        <a:pt x="54197" y="33623"/>
                        <a:pt x="51816" y="33623"/>
                      </a:cubicBezTo>
                      <a:cubicBezTo>
                        <a:pt x="50292" y="33623"/>
                        <a:pt x="48768" y="33338"/>
                        <a:pt x="47435" y="32766"/>
                      </a:cubicBezTo>
                      <a:cubicBezTo>
                        <a:pt x="45720" y="34766"/>
                        <a:pt x="43910" y="36576"/>
                        <a:pt x="42196" y="38291"/>
                      </a:cubicBezTo>
                      <a:cubicBezTo>
                        <a:pt x="40291" y="40862"/>
                        <a:pt x="39433" y="43244"/>
                        <a:pt x="39814" y="45625"/>
                      </a:cubicBezTo>
                      <a:lnTo>
                        <a:pt x="37529" y="45625"/>
                      </a:lnTo>
                      <a:cubicBezTo>
                        <a:pt x="36386" y="49339"/>
                        <a:pt x="36290" y="56483"/>
                        <a:pt x="37243" y="67246"/>
                      </a:cubicBezTo>
                      <a:cubicBezTo>
                        <a:pt x="38005" y="76771"/>
                        <a:pt x="36957" y="83629"/>
                        <a:pt x="34004" y="88011"/>
                      </a:cubicBezTo>
                      <a:lnTo>
                        <a:pt x="34004" y="86582"/>
                      </a:lnTo>
                      <a:cubicBezTo>
                        <a:pt x="33623" y="85820"/>
                        <a:pt x="33147" y="85439"/>
                        <a:pt x="32575" y="85439"/>
                      </a:cubicBezTo>
                      <a:cubicBezTo>
                        <a:pt x="32195" y="85439"/>
                        <a:pt x="31528" y="85820"/>
                        <a:pt x="30575" y="86678"/>
                      </a:cubicBezTo>
                      <a:cubicBezTo>
                        <a:pt x="29623" y="87535"/>
                        <a:pt x="28956" y="88011"/>
                        <a:pt x="28575" y="88011"/>
                      </a:cubicBezTo>
                      <a:cubicBezTo>
                        <a:pt x="28575" y="89154"/>
                        <a:pt x="29051" y="89726"/>
                        <a:pt x="30099" y="89726"/>
                      </a:cubicBezTo>
                      <a:cubicBezTo>
                        <a:pt x="32861" y="90106"/>
                        <a:pt x="34480" y="90678"/>
                        <a:pt x="35052" y="91440"/>
                      </a:cubicBezTo>
                      <a:lnTo>
                        <a:pt x="32671" y="93726"/>
                      </a:lnTo>
                      <a:cubicBezTo>
                        <a:pt x="38481" y="99155"/>
                        <a:pt x="41434" y="104108"/>
                        <a:pt x="41434" y="108585"/>
                      </a:cubicBezTo>
                      <a:cubicBezTo>
                        <a:pt x="41434" y="109728"/>
                        <a:pt x="41243" y="110871"/>
                        <a:pt x="40862" y="111823"/>
                      </a:cubicBezTo>
                      <a:lnTo>
                        <a:pt x="45529" y="115919"/>
                      </a:lnTo>
                      <a:lnTo>
                        <a:pt x="44101" y="117348"/>
                      </a:lnTo>
                      <a:cubicBezTo>
                        <a:pt x="45434" y="118491"/>
                        <a:pt x="49625" y="119253"/>
                        <a:pt x="56674" y="119634"/>
                      </a:cubicBezTo>
                      <a:cubicBezTo>
                        <a:pt x="62294" y="119920"/>
                        <a:pt x="65437" y="122111"/>
                        <a:pt x="66008" y="126397"/>
                      </a:cubicBezTo>
                      <a:cubicBezTo>
                        <a:pt x="67532" y="123635"/>
                        <a:pt x="71342" y="121158"/>
                        <a:pt x="77343" y="118777"/>
                      </a:cubicBezTo>
                      <a:cubicBezTo>
                        <a:pt x="82582" y="116681"/>
                        <a:pt x="85630" y="113538"/>
                        <a:pt x="86392" y="109442"/>
                      </a:cubicBezTo>
                      <a:cubicBezTo>
                        <a:pt x="87725" y="109061"/>
                        <a:pt x="89821" y="107442"/>
                        <a:pt x="92488" y="104489"/>
                      </a:cubicBezTo>
                      <a:cubicBezTo>
                        <a:pt x="95250" y="101632"/>
                        <a:pt x="97822" y="100108"/>
                        <a:pt x="100394" y="100108"/>
                      </a:cubicBezTo>
                      <a:cubicBezTo>
                        <a:pt x="101155" y="100108"/>
                        <a:pt x="101918" y="100108"/>
                        <a:pt x="102775" y="100394"/>
                      </a:cubicBezTo>
                      <a:lnTo>
                        <a:pt x="106871" y="105918"/>
                      </a:lnTo>
                      <a:cubicBezTo>
                        <a:pt x="108013" y="104299"/>
                        <a:pt x="109442" y="103537"/>
                        <a:pt x="110966" y="103537"/>
                      </a:cubicBezTo>
                      <a:cubicBezTo>
                        <a:pt x="112109" y="103537"/>
                        <a:pt x="113824" y="103918"/>
                        <a:pt x="115919" y="104680"/>
                      </a:cubicBezTo>
                      <a:cubicBezTo>
                        <a:pt x="118015" y="105442"/>
                        <a:pt x="119634" y="105823"/>
                        <a:pt x="120587" y="105823"/>
                      </a:cubicBezTo>
                      <a:cubicBezTo>
                        <a:pt x="121158" y="106394"/>
                        <a:pt x="121634" y="108013"/>
                        <a:pt x="122111" y="110776"/>
                      </a:cubicBezTo>
                      <a:cubicBezTo>
                        <a:pt x="122491" y="113538"/>
                        <a:pt x="123635" y="115157"/>
                        <a:pt x="125635" y="115729"/>
                      </a:cubicBezTo>
                      <a:cubicBezTo>
                        <a:pt x="124682" y="120777"/>
                        <a:pt x="122491" y="125159"/>
                        <a:pt x="119253" y="128873"/>
                      </a:cubicBezTo>
                      <a:cubicBezTo>
                        <a:pt x="117920" y="130493"/>
                        <a:pt x="114300" y="133636"/>
                        <a:pt x="108490" y="138494"/>
                      </a:cubicBezTo>
                      <a:cubicBezTo>
                        <a:pt x="109061" y="139446"/>
                        <a:pt x="109347" y="140303"/>
                        <a:pt x="109347" y="140779"/>
                      </a:cubicBezTo>
                      <a:cubicBezTo>
                        <a:pt x="109347" y="141161"/>
                        <a:pt x="108680" y="141351"/>
                        <a:pt x="107347" y="141256"/>
                      </a:cubicBezTo>
                      <a:cubicBezTo>
                        <a:pt x="106013" y="141161"/>
                        <a:pt x="105156" y="141446"/>
                        <a:pt x="104680" y="142304"/>
                      </a:cubicBezTo>
                      <a:cubicBezTo>
                        <a:pt x="102298" y="146780"/>
                        <a:pt x="98203" y="149066"/>
                        <a:pt x="92107" y="149066"/>
                      </a:cubicBezTo>
                      <a:lnTo>
                        <a:pt x="86011" y="149066"/>
                      </a:lnTo>
                      <a:cubicBezTo>
                        <a:pt x="79820" y="149066"/>
                        <a:pt x="75343" y="151257"/>
                        <a:pt x="72866" y="155734"/>
                      </a:cubicBezTo>
                      <a:cubicBezTo>
                        <a:pt x="71247" y="155924"/>
                        <a:pt x="69628" y="156020"/>
                        <a:pt x="67913" y="156020"/>
                      </a:cubicBezTo>
                      <a:cubicBezTo>
                        <a:pt x="64675" y="156020"/>
                        <a:pt x="59912" y="155448"/>
                        <a:pt x="53626" y="154114"/>
                      </a:cubicBezTo>
                      <a:cubicBezTo>
                        <a:pt x="47435" y="152876"/>
                        <a:pt x="42577" y="152210"/>
                        <a:pt x="39338" y="152210"/>
                      </a:cubicBezTo>
                      <a:cubicBezTo>
                        <a:pt x="37624" y="152210"/>
                        <a:pt x="35909" y="152210"/>
                        <a:pt x="34385" y="152495"/>
                      </a:cubicBezTo>
                      <a:cubicBezTo>
                        <a:pt x="34004" y="149352"/>
                        <a:pt x="31909" y="147066"/>
                        <a:pt x="28289" y="145447"/>
                      </a:cubicBezTo>
                      <a:cubicBezTo>
                        <a:pt x="23813" y="143732"/>
                        <a:pt x="20955" y="141922"/>
                        <a:pt x="19812" y="139922"/>
                      </a:cubicBezTo>
                      <a:lnTo>
                        <a:pt x="8382" y="128492"/>
                      </a:lnTo>
                      <a:cubicBezTo>
                        <a:pt x="9144" y="127730"/>
                        <a:pt x="9525" y="127063"/>
                        <a:pt x="9525" y="126492"/>
                      </a:cubicBezTo>
                      <a:cubicBezTo>
                        <a:pt x="9525" y="125730"/>
                        <a:pt x="8668" y="124492"/>
                        <a:pt x="6858" y="122872"/>
                      </a:cubicBezTo>
                      <a:cubicBezTo>
                        <a:pt x="5144" y="121253"/>
                        <a:pt x="4381" y="119634"/>
                        <a:pt x="4572" y="118015"/>
                      </a:cubicBezTo>
                      <a:cubicBezTo>
                        <a:pt x="5715" y="112586"/>
                        <a:pt x="4572" y="107442"/>
                        <a:pt x="1048" y="102584"/>
                      </a:cubicBezTo>
                      <a:lnTo>
                        <a:pt x="4572" y="100203"/>
                      </a:lnTo>
                      <a:cubicBezTo>
                        <a:pt x="4191" y="99441"/>
                        <a:pt x="3048" y="99060"/>
                        <a:pt x="1048" y="99060"/>
                      </a:cubicBezTo>
                      <a:cubicBezTo>
                        <a:pt x="2572" y="98298"/>
                        <a:pt x="3334" y="97441"/>
                        <a:pt x="3334" y="96488"/>
                      </a:cubicBezTo>
                      <a:cubicBezTo>
                        <a:pt x="3334" y="95536"/>
                        <a:pt x="2762" y="94297"/>
                        <a:pt x="1714" y="92678"/>
                      </a:cubicBezTo>
                      <a:cubicBezTo>
                        <a:pt x="667" y="91154"/>
                        <a:pt x="95" y="90106"/>
                        <a:pt x="95" y="89726"/>
                      </a:cubicBezTo>
                      <a:cubicBezTo>
                        <a:pt x="-95" y="91059"/>
                        <a:pt x="571" y="92012"/>
                        <a:pt x="2096" y="92678"/>
                      </a:cubicBezTo>
                      <a:cubicBezTo>
                        <a:pt x="3715" y="93250"/>
                        <a:pt x="5239" y="93821"/>
                        <a:pt x="6763" y="94393"/>
                      </a:cubicBezTo>
                      <a:cubicBezTo>
                        <a:pt x="8382" y="91916"/>
                        <a:pt x="8858" y="90297"/>
                        <a:pt x="8191" y="89726"/>
                      </a:cubicBezTo>
                      <a:lnTo>
                        <a:pt x="4381" y="89726"/>
                      </a:lnTo>
                      <a:lnTo>
                        <a:pt x="5524" y="86201"/>
                      </a:lnTo>
                      <a:lnTo>
                        <a:pt x="6668" y="87630"/>
                      </a:lnTo>
                      <a:lnTo>
                        <a:pt x="11335" y="82963"/>
                      </a:lnTo>
                      <a:cubicBezTo>
                        <a:pt x="7620" y="79629"/>
                        <a:pt x="4953" y="77438"/>
                        <a:pt x="3143" y="76295"/>
                      </a:cubicBezTo>
                      <a:cubicBezTo>
                        <a:pt x="1619" y="77819"/>
                        <a:pt x="857" y="79058"/>
                        <a:pt x="857" y="79820"/>
                      </a:cubicBezTo>
                      <a:lnTo>
                        <a:pt x="0" y="79820"/>
                      </a:lnTo>
                      <a:cubicBezTo>
                        <a:pt x="2953" y="74581"/>
                        <a:pt x="4572" y="67437"/>
                        <a:pt x="4953" y="58484"/>
                      </a:cubicBezTo>
                      <a:cubicBezTo>
                        <a:pt x="5144" y="51054"/>
                        <a:pt x="5334" y="43720"/>
                        <a:pt x="5524" y="36386"/>
                      </a:cubicBezTo>
                      <a:cubicBezTo>
                        <a:pt x="9430" y="36386"/>
                        <a:pt x="11335" y="35052"/>
                        <a:pt x="11335" y="32290"/>
                      </a:cubicBezTo>
                      <a:cubicBezTo>
                        <a:pt x="11335" y="31718"/>
                        <a:pt x="11144" y="30575"/>
                        <a:pt x="10763" y="28956"/>
                      </a:cubicBezTo>
                      <a:cubicBezTo>
                        <a:pt x="10382" y="27242"/>
                        <a:pt x="10192" y="26098"/>
                        <a:pt x="10192" y="25337"/>
                      </a:cubicBezTo>
                      <a:cubicBezTo>
                        <a:pt x="10192" y="22955"/>
                        <a:pt x="11335" y="21336"/>
                        <a:pt x="13716" y="20384"/>
                      </a:cubicBezTo>
                      <a:cubicBezTo>
                        <a:pt x="14669" y="19812"/>
                        <a:pt x="18097" y="16859"/>
                        <a:pt x="23908" y="11621"/>
                      </a:cubicBezTo>
                      <a:cubicBezTo>
                        <a:pt x="27622" y="8096"/>
                        <a:pt x="31718" y="6477"/>
                        <a:pt x="36195" y="6668"/>
                      </a:cubicBezTo>
                      <a:cubicBezTo>
                        <a:pt x="36766" y="2762"/>
                        <a:pt x="39433" y="857"/>
                        <a:pt x="44101" y="857"/>
                      </a:cubicBezTo>
                      <a:cubicBezTo>
                        <a:pt x="44672" y="857"/>
                        <a:pt x="45529" y="857"/>
                        <a:pt x="46672" y="1143"/>
                      </a:cubicBezTo>
                      <a:lnTo>
                        <a:pt x="49054" y="1143"/>
                      </a:lnTo>
                      <a:cubicBezTo>
                        <a:pt x="50959" y="1143"/>
                        <a:pt x="52388" y="762"/>
                        <a:pt x="53149" y="0"/>
                      </a:cubicBezTo>
                      <a:cubicBezTo>
                        <a:pt x="55626" y="762"/>
                        <a:pt x="59246" y="1143"/>
                        <a:pt x="63627" y="1143"/>
                      </a:cubicBezTo>
                      <a:lnTo>
                        <a:pt x="69723" y="1143"/>
                      </a:lnTo>
                      <a:cubicBezTo>
                        <a:pt x="72676" y="953"/>
                        <a:pt x="74771" y="857"/>
                        <a:pt x="76200" y="857"/>
                      </a:cubicBezTo>
                      <a:cubicBezTo>
                        <a:pt x="83344" y="857"/>
                        <a:pt x="88297" y="2000"/>
                        <a:pt x="91059" y="4381"/>
                      </a:cubicBezTo>
                      <a:cubicBezTo>
                        <a:pt x="92678" y="3238"/>
                        <a:pt x="94012" y="2667"/>
                        <a:pt x="95155" y="2667"/>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 name="Google Shape;1457;p99"/>
                <p:cNvSpPr/>
                <p:nvPr/>
              </p:nvSpPr>
              <p:spPr>
                <a:xfrm>
                  <a:off x="6471189" y="4460748"/>
                  <a:ext cx="153542" cy="191261"/>
                </a:xfrm>
                <a:custGeom>
                  <a:avLst/>
                  <a:gdLst/>
                  <a:ahLst/>
                  <a:cxnLst/>
                  <a:rect l="l" t="t" r="r" b="b"/>
                  <a:pathLst>
                    <a:path w="153542" h="191261" extrusionOk="0">
                      <a:moveTo>
                        <a:pt x="0" y="46958"/>
                      </a:moveTo>
                      <a:lnTo>
                        <a:pt x="3810" y="48387"/>
                      </a:lnTo>
                      <a:lnTo>
                        <a:pt x="4667" y="49244"/>
                      </a:lnTo>
                      <a:lnTo>
                        <a:pt x="0" y="46958"/>
                      </a:lnTo>
                      <a:close/>
                      <a:moveTo>
                        <a:pt x="21526" y="82296"/>
                      </a:moveTo>
                      <a:cubicBezTo>
                        <a:pt x="22860" y="82867"/>
                        <a:pt x="23717" y="83153"/>
                        <a:pt x="23908" y="83153"/>
                      </a:cubicBezTo>
                      <a:cubicBezTo>
                        <a:pt x="23908" y="84106"/>
                        <a:pt x="23431" y="84868"/>
                        <a:pt x="22384" y="85439"/>
                      </a:cubicBezTo>
                      <a:lnTo>
                        <a:pt x="21526" y="85439"/>
                      </a:lnTo>
                      <a:lnTo>
                        <a:pt x="21526" y="82201"/>
                      </a:lnTo>
                      <a:close/>
                      <a:moveTo>
                        <a:pt x="153352" y="162782"/>
                      </a:moveTo>
                      <a:cubicBezTo>
                        <a:pt x="150781" y="164687"/>
                        <a:pt x="149542" y="167640"/>
                        <a:pt x="149542" y="171545"/>
                      </a:cubicBezTo>
                      <a:cubicBezTo>
                        <a:pt x="149733" y="177737"/>
                        <a:pt x="149828" y="180975"/>
                        <a:pt x="149828" y="181165"/>
                      </a:cubicBezTo>
                      <a:cubicBezTo>
                        <a:pt x="149066" y="181546"/>
                        <a:pt x="148018" y="181737"/>
                        <a:pt x="146685" y="181737"/>
                      </a:cubicBezTo>
                      <a:cubicBezTo>
                        <a:pt x="145542" y="181737"/>
                        <a:pt x="143637" y="181546"/>
                        <a:pt x="141160" y="181165"/>
                      </a:cubicBezTo>
                      <a:cubicBezTo>
                        <a:pt x="138589" y="180784"/>
                        <a:pt x="136684" y="180594"/>
                        <a:pt x="135255" y="180594"/>
                      </a:cubicBezTo>
                      <a:cubicBezTo>
                        <a:pt x="131159" y="180594"/>
                        <a:pt x="128968" y="182785"/>
                        <a:pt x="128588" y="186976"/>
                      </a:cubicBezTo>
                      <a:cubicBezTo>
                        <a:pt x="128016" y="183737"/>
                        <a:pt x="126111" y="180975"/>
                        <a:pt x="123063" y="178784"/>
                      </a:cubicBezTo>
                      <a:cubicBezTo>
                        <a:pt x="120872" y="180689"/>
                        <a:pt x="118396" y="181356"/>
                        <a:pt x="115443" y="180499"/>
                      </a:cubicBezTo>
                      <a:cubicBezTo>
                        <a:pt x="111157" y="178784"/>
                        <a:pt x="108871" y="177832"/>
                        <a:pt x="108394" y="177832"/>
                      </a:cubicBezTo>
                      <a:cubicBezTo>
                        <a:pt x="106680" y="177832"/>
                        <a:pt x="105061" y="178689"/>
                        <a:pt x="103727" y="180499"/>
                      </a:cubicBezTo>
                      <a:cubicBezTo>
                        <a:pt x="102584" y="178975"/>
                        <a:pt x="101060" y="178213"/>
                        <a:pt x="99346" y="178213"/>
                      </a:cubicBezTo>
                      <a:cubicBezTo>
                        <a:pt x="98393" y="178213"/>
                        <a:pt x="96393" y="178689"/>
                        <a:pt x="93535" y="179641"/>
                      </a:cubicBezTo>
                      <a:cubicBezTo>
                        <a:pt x="90678" y="180594"/>
                        <a:pt x="88392" y="180880"/>
                        <a:pt x="86868" y="180499"/>
                      </a:cubicBezTo>
                      <a:cubicBezTo>
                        <a:pt x="83534" y="179546"/>
                        <a:pt x="80391" y="179070"/>
                        <a:pt x="77248" y="179070"/>
                      </a:cubicBezTo>
                      <a:cubicBezTo>
                        <a:pt x="73342" y="179070"/>
                        <a:pt x="66103" y="180118"/>
                        <a:pt x="55340" y="182308"/>
                      </a:cubicBezTo>
                      <a:lnTo>
                        <a:pt x="55340" y="184595"/>
                      </a:lnTo>
                      <a:cubicBezTo>
                        <a:pt x="53721" y="181832"/>
                        <a:pt x="50387" y="180499"/>
                        <a:pt x="45148" y="180499"/>
                      </a:cubicBezTo>
                      <a:lnTo>
                        <a:pt x="38195" y="180499"/>
                      </a:lnTo>
                      <a:cubicBezTo>
                        <a:pt x="34290" y="180499"/>
                        <a:pt x="31432" y="179737"/>
                        <a:pt x="29718" y="178213"/>
                      </a:cubicBezTo>
                      <a:cubicBezTo>
                        <a:pt x="29718" y="173164"/>
                        <a:pt x="29623" y="163163"/>
                        <a:pt x="29432" y="148399"/>
                      </a:cubicBezTo>
                      <a:cubicBezTo>
                        <a:pt x="29242" y="135922"/>
                        <a:pt x="29242" y="126111"/>
                        <a:pt x="29432" y="118872"/>
                      </a:cubicBezTo>
                      <a:cubicBezTo>
                        <a:pt x="29813" y="108109"/>
                        <a:pt x="30670" y="98870"/>
                        <a:pt x="32004" y="91059"/>
                      </a:cubicBezTo>
                      <a:cubicBezTo>
                        <a:pt x="30384" y="90106"/>
                        <a:pt x="29432" y="88201"/>
                        <a:pt x="28765" y="85344"/>
                      </a:cubicBezTo>
                      <a:cubicBezTo>
                        <a:pt x="28194" y="82487"/>
                        <a:pt x="27337" y="80677"/>
                        <a:pt x="26194" y="79915"/>
                      </a:cubicBezTo>
                      <a:lnTo>
                        <a:pt x="25908" y="79915"/>
                      </a:lnTo>
                      <a:cubicBezTo>
                        <a:pt x="27813" y="79343"/>
                        <a:pt x="28765" y="78581"/>
                        <a:pt x="28765" y="77533"/>
                      </a:cubicBezTo>
                      <a:cubicBezTo>
                        <a:pt x="28765" y="77153"/>
                        <a:pt x="28575" y="76771"/>
                        <a:pt x="28194" y="76390"/>
                      </a:cubicBezTo>
                      <a:lnTo>
                        <a:pt x="26194" y="74009"/>
                      </a:lnTo>
                      <a:cubicBezTo>
                        <a:pt x="28480" y="74009"/>
                        <a:pt x="29718" y="73247"/>
                        <a:pt x="29718" y="71723"/>
                      </a:cubicBezTo>
                      <a:lnTo>
                        <a:pt x="28289" y="60674"/>
                      </a:lnTo>
                      <a:lnTo>
                        <a:pt x="27146" y="60674"/>
                      </a:lnTo>
                      <a:lnTo>
                        <a:pt x="29813" y="53912"/>
                      </a:lnTo>
                      <a:cubicBezTo>
                        <a:pt x="28480" y="54102"/>
                        <a:pt x="26765" y="53626"/>
                        <a:pt x="24860" y="52483"/>
                      </a:cubicBezTo>
                      <a:cubicBezTo>
                        <a:pt x="28765" y="50959"/>
                        <a:pt x="30384" y="49054"/>
                        <a:pt x="29813" y="46958"/>
                      </a:cubicBezTo>
                      <a:lnTo>
                        <a:pt x="22479" y="46101"/>
                      </a:lnTo>
                      <a:cubicBezTo>
                        <a:pt x="26575" y="46101"/>
                        <a:pt x="28956" y="45339"/>
                        <a:pt x="29813" y="43815"/>
                      </a:cubicBezTo>
                      <a:cubicBezTo>
                        <a:pt x="27051" y="42005"/>
                        <a:pt x="26384" y="40386"/>
                        <a:pt x="27813" y="38862"/>
                      </a:cubicBezTo>
                      <a:lnTo>
                        <a:pt x="31051" y="35052"/>
                      </a:lnTo>
                      <a:cubicBezTo>
                        <a:pt x="31051" y="33909"/>
                        <a:pt x="29813" y="32671"/>
                        <a:pt x="27241" y="31528"/>
                      </a:cubicBezTo>
                      <a:cubicBezTo>
                        <a:pt x="27622" y="28480"/>
                        <a:pt x="29623" y="26575"/>
                        <a:pt x="33051" y="25908"/>
                      </a:cubicBezTo>
                      <a:cubicBezTo>
                        <a:pt x="36576" y="25241"/>
                        <a:pt x="38481" y="24479"/>
                        <a:pt x="38862" y="23717"/>
                      </a:cubicBezTo>
                      <a:lnTo>
                        <a:pt x="38576" y="25813"/>
                      </a:lnTo>
                      <a:cubicBezTo>
                        <a:pt x="40767" y="25432"/>
                        <a:pt x="42863" y="25908"/>
                        <a:pt x="45053" y="27241"/>
                      </a:cubicBezTo>
                      <a:cubicBezTo>
                        <a:pt x="47149" y="28575"/>
                        <a:pt x="48577" y="29242"/>
                        <a:pt x="49149" y="29242"/>
                      </a:cubicBezTo>
                      <a:cubicBezTo>
                        <a:pt x="50292" y="29242"/>
                        <a:pt x="51721" y="28099"/>
                        <a:pt x="53245" y="25717"/>
                      </a:cubicBezTo>
                      <a:cubicBezTo>
                        <a:pt x="56007" y="26670"/>
                        <a:pt x="57817" y="27051"/>
                        <a:pt x="58769" y="26861"/>
                      </a:cubicBezTo>
                      <a:lnTo>
                        <a:pt x="59626" y="23336"/>
                      </a:lnTo>
                      <a:lnTo>
                        <a:pt x="59626" y="26861"/>
                      </a:lnTo>
                      <a:lnTo>
                        <a:pt x="66961" y="28004"/>
                      </a:lnTo>
                      <a:cubicBezTo>
                        <a:pt x="66961" y="35814"/>
                        <a:pt x="67723" y="40291"/>
                        <a:pt x="69247" y="41434"/>
                      </a:cubicBezTo>
                      <a:cubicBezTo>
                        <a:pt x="68675" y="42767"/>
                        <a:pt x="67437" y="43815"/>
                        <a:pt x="65437" y="44291"/>
                      </a:cubicBezTo>
                      <a:cubicBezTo>
                        <a:pt x="63532" y="44863"/>
                        <a:pt x="61531" y="45434"/>
                        <a:pt x="59626" y="46006"/>
                      </a:cubicBezTo>
                      <a:lnTo>
                        <a:pt x="66961" y="49244"/>
                      </a:lnTo>
                      <a:cubicBezTo>
                        <a:pt x="65627" y="50387"/>
                        <a:pt x="64865" y="52006"/>
                        <a:pt x="64865" y="53912"/>
                      </a:cubicBezTo>
                      <a:cubicBezTo>
                        <a:pt x="64865" y="55054"/>
                        <a:pt x="65341" y="57245"/>
                        <a:pt x="66199" y="60293"/>
                      </a:cubicBezTo>
                      <a:cubicBezTo>
                        <a:pt x="67056" y="63437"/>
                        <a:pt x="67532" y="65722"/>
                        <a:pt x="67532" y="67342"/>
                      </a:cubicBezTo>
                      <a:cubicBezTo>
                        <a:pt x="67532" y="68675"/>
                        <a:pt x="67342" y="69818"/>
                        <a:pt x="66961" y="70866"/>
                      </a:cubicBezTo>
                      <a:lnTo>
                        <a:pt x="64579" y="70866"/>
                      </a:lnTo>
                      <a:cubicBezTo>
                        <a:pt x="64960" y="72199"/>
                        <a:pt x="65341" y="73438"/>
                        <a:pt x="65722" y="74676"/>
                      </a:cubicBezTo>
                      <a:cubicBezTo>
                        <a:pt x="66484" y="77057"/>
                        <a:pt x="68008" y="78010"/>
                        <a:pt x="70104" y="77629"/>
                      </a:cubicBezTo>
                      <a:cubicBezTo>
                        <a:pt x="66770" y="82867"/>
                        <a:pt x="65151" y="87249"/>
                        <a:pt x="65151" y="90773"/>
                      </a:cubicBezTo>
                      <a:cubicBezTo>
                        <a:pt x="65151" y="92964"/>
                        <a:pt x="65722" y="94869"/>
                        <a:pt x="66865" y="96583"/>
                      </a:cubicBezTo>
                      <a:cubicBezTo>
                        <a:pt x="65722" y="97155"/>
                        <a:pt x="65151" y="97822"/>
                        <a:pt x="65151" y="98584"/>
                      </a:cubicBezTo>
                      <a:cubicBezTo>
                        <a:pt x="65151" y="98965"/>
                        <a:pt x="65437" y="99631"/>
                        <a:pt x="65913" y="100489"/>
                      </a:cubicBezTo>
                      <a:cubicBezTo>
                        <a:pt x="66389" y="101346"/>
                        <a:pt x="66770" y="102013"/>
                        <a:pt x="66961" y="102394"/>
                      </a:cubicBezTo>
                      <a:cubicBezTo>
                        <a:pt x="66199" y="105918"/>
                        <a:pt x="65817" y="109918"/>
                        <a:pt x="65817" y="114395"/>
                      </a:cubicBezTo>
                      <a:cubicBezTo>
                        <a:pt x="65817" y="117157"/>
                        <a:pt x="66103" y="122587"/>
                        <a:pt x="66675" y="130683"/>
                      </a:cubicBezTo>
                      <a:cubicBezTo>
                        <a:pt x="67246" y="137350"/>
                        <a:pt x="67342" y="142494"/>
                        <a:pt x="66961" y="146113"/>
                      </a:cubicBezTo>
                      <a:cubicBezTo>
                        <a:pt x="64960" y="146113"/>
                        <a:pt x="63817" y="145732"/>
                        <a:pt x="63436" y="144971"/>
                      </a:cubicBezTo>
                      <a:cubicBezTo>
                        <a:pt x="62674" y="145542"/>
                        <a:pt x="62293" y="146304"/>
                        <a:pt x="62293" y="147352"/>
                      </a:cubicBezTo>
                      <a:cubicBezTo>
                        <a:pt x="62865" y="148685"/>
                        <a:pt x="63532" y="149352"/>
                        <a:pt x="64389" y="149352"/>
                      </a:cubicBezTo>
                      <a:cubicBezTo>
                        <a:pt x="64770" y="149352"/>
                        <a:pt x="65627" y="149066"/>
                        <a:pt x="67056" y="148495"/>
                      </a:cubicBezTo>
                      <a:cubicBezTo>
                        <a:pt x="68008" y="148114"/>
                        <a:pt x="68770" y="148114"/>
                        <a:pt x="69342" y="148495"/>
                      </a:cubicBezTo>
                      <a:lnTo>
                        <a:pt x="70199" y="151733"/>
                      </a:lnTo>
                      <a:lnTo>
                        <a:pt x="75724" y="148495"/>
                      </a:lnTo>
                      <a:lnTo>
                        <a:pt x="136969" y="148495"/>
                      </a:lnTo>
                      <a:lnTo>
                        <a:pt x="137826" y="146209"/>
                      </a:lnTo>
                      <a:cubicBezTo>
                        <a:pt x="138398" y="147542"/>
                        <a:pt x="139351" y="148209"/>
                        <a:pt x="140398" y="148209"/>
                      </a:cubicBezTo>
                      <a:cubicBezTo>
                        <a:pt x="140970" y="148209"/>
                        <a:pt x="142018" y="147923"/>
                        <a:pt x="143446" y="147352"/>
                      </a:cubicBezTo>
                      <a:cubicBezTo>
                        <a:pt x="144875" y="146780"/>
                        <a:pt x="146018" y="146495"/>
                        <a:pt x="146780" y="146495"/>
                      </a:cubicBezTo>
                      <a:cubicBezTo>
                        <a:pt x="148685" y="146495"/>
                        <a:pt x="150209" y="147923"/>
                        <a:pt x="151162" y="150876"/>
                      </a:cubicBezTo>
                      <a:cubicBezTo>
                        <a:pt x="150400" y="152019"/>
                        <a:pt x="150019" y="153353"/>
                        <a:pt x="150019" y="154686"/>
                      </a:cubicBezTo>
                      <a:cubicBezTo>
                        <a:pt x="150019" y="157258"/>
                        <a:pt x="151162" y="159925"/>
                        <a:pt x="153543" y="162878"/>
                      </a:cubicBezTo>
                      <a:close/>
                      <a:moveTo>
                        <a:pt x="37528" y="87821"/>
                      </a:moveTo>
                      <a:lnTo>
                        <a:pt x="37528" y="84582"/>
                      </a:lnTo>
                      <a:lnTo>
                        <a:pt x="33718" y="83153"/>
                      </a:lnTo>
                      <a:lnTo>
                        <a:pt x="37528" y="87821"/>
                      </a:lnTo>
                      <a:close/>
                      <a:moveTo>
                        <a:pt x="39243" y="20193"/>
                      </a:moveTo>
                      <a:cubicBezTo>
                        <a:pt x="39433" y="21526"/>
                        <a:pt x="39243" y="22670"/>
                        <a:pt x="38671" y="23717"/>
                      </a:cubicBezTo>
                      <a:lnTo>
                        <a:pt x="39243" y="20193"/>
                      </a:lnTo>
                      <a:close/>
                      <a:moveTo>
                        <a:pt x="46291" y="17812"/>
                      </a:moveTo>
                      <a:cubicBezTo>
                        <a:pt x="45244" y="17431"/>
                        <a:pt x="44672" y="16002"/>
                        <a:pt x="44196" y="13430"/>
                      </a:cubicBezTo>
                      <a:cubicBezTo>
                        <a:pt x="44005" y="11144"/>
                        <a:pt x="44196" y="9906"/>
                        <a:pt x="44482" y="9906"/>
                      </a:cubicBezTo>
                      <a:cubicBezTo>
                        <a:pt x="45053" y="10287"/>
                        <a:pt x="45625" y="11906"/>
                        <a:pt x="46196" y="14573"/>
                      </a:cubicBezTo>
                      <a:lnTo>
                        <a:pt x="46196" y="17812"/>
                      </a:lnTo>
                      <a:close/>
                      <a:moveTo>
                        <a:pt x="56197" y="151733"/>
                      </a:moveTo>
                      <a:lnTo>
                        <a:pt x="59341" y="148495"/>
                      </a:lnTo>
                      <a:cubicBezTo>
                        <a:pt x="57245" y="148685"/>
                        <a:pt x="54292" y="148304"/>
                        <a:pt x="50578" y="147352"/>
                      </a:cubicBezTo>
                      <a:lnTo>
                        <a:pt x="50578" y="150876"/>
                      </a:lnTo>
                      <a:cubicBezTo>
                        <a:pt x="50006" y="151066"/>
                        <a:pt x="49434" y="150686"/>
                        <a:pt x="48863" y="149733"/>
                      </a:cubicBezTo>
                      <a:lnTo>
                        <a:pt x="46291" y="153257"/>
                      </a:lnTo>
                      <a:lnTo>
                        <a:pt x="52101" y="153257"/>
                      </a:lnTo>
                      <a:lnTo>
                        <a:pt x="52101" y="151829"/>
                      </a:lnTo>
                      <a:lnTo>
                        <a:pt x="55340" y="149733"/>
                      </a:lnTo>
                      <a:cubicBezTo>
                        <a:pt x="56292" y="150686"/>
                        <a:pt x="56578" y="151447"/>
                        <a:pt x="56197" y="151829"/>
                      </a:cubicBezTo>
                      <a:close/>
                      <a:moveTo>
                        <a:pt x="53816" y="85534"/>
                      </a:moveTo>
                      <a:lnTo>
                        <a:pt x="49720" y="90202"/>
                      </a:lnTo>
                      <a:cubicBezTo>
                        <a:pt x="50292" y="89821"/>
                        <a:pt x="50768" y="89630"/>
                        <a:pt x="51149" y="89630"/>
                      </a:cubicBezTo>
                      <a:lnTo>
                        <a:pt x="51435" y="89630"/>
                      </a:lnTo>
                      <a:lnTo>
                        <a:pt x="51721" y="94583"/>
                      </a:lnTo>
                      <a:lnTo>
                        <a:pt x="52006" y="94297"/>
                      </a:lnTo>
                      <a:lnTo>
                        <a:pt x="52864" y="94297"/>
                      </a:lnTo>
                      <a:lnTo>
                        <a:pt x="53721" y="85534"/>
                      </a:lnTo>
                      <a:close/>
                      <a:moveTo>
                        <a:pt x="56197" y="21050"/>
                      </a:moveTo>
                      <a:cubicBezTo>
                        <a:pt x="56007" y="22003"/>
                        <a:pt x="55150" y="22670"/>
                        <a:pt x="53816" y="23050"/>
                      </a:cubicBezTo>
                      <a:cubicBezTo>
                        <a:pt x="52483" y="23622"/>
                        <a:pt x="51435" y="23431"/>
                        <a:pt x="50673" y="22479"/>
                      </a:cubicBezTo>
                      <a:cubicBezTo>
                        <a:pt x="51054" y="20193"/>
                        <a:pt x="52101" y="18955"/>
                        <a:pt x="53816" y="18955"/>
                      </a:cubicBezTo>
                      <a:cubicBezTo>
                        <a:pt x="54864" y="18955"/>
                        <a:pt x="55626" y="19621"/>
                        <a:pt x="56197" y="20955"/>
                      </a:cubicBezTo>
                      <a:close/>
                      <a:moveTo>
                        <a:pt x="57626" y="40386"/>
                      </a:moveTo>
                      <a:cubicBezTo>
                        <a:pt x="57626" y="40386"/>
                        <a:pt x="56864" y="40672"/>
                        <a:pt x="56483" y="40672"/>
                      </a:cubicBezTo>
                      <a:cubicBezTo>
                        <a:pt x="55912" y="40672"/>
                        <a:pt x="55245" y="40196"/>
                        <a:pt x="54483" y="39338"/>
                      </a:cubicBezTo>
                      <a:cubicBezTo>
                        <a:pt x="53721" y="38481"/>
                        <a:pt x="52959" y="38005"/>
                        <a:pt x="52101" y="38005"/>
                      </a:cubicBezTo>
                      <a:lnTo>
                        <a:pt x="52959" y="41529"/>
                      </a:lnTo>
                      <a:cubicBezTo>
                        <a:pt x="56102" y="41529"/>
                        <a:pt x="57626" y="41148"/>
                        <a:pt x="57626" y="40386"/>
                      </a:cubicBezTo>
                      <a:close/>
                      <a:moveTo>
                        <a:pt x="58483" y="58388"/>
                      </a:moveTo>
                      <a:cubicBezTo>
                        <a:pt x="57150" y="58007"/>
                        <a:pt x="55245" y="58388"/>
                        <a:pt x="52959" y="59531"/>
                      </a:cubicBezTo>
                      <a:cubicBezTo>
                        <a:pt x="54292" y="59912"/>
                        <a:pt x="56197" y="59531"/>
                        <a:pt x="58483" y="58388"/>
                      </a:cubicBezTo>
                      <a:close/>
                      <a:moveTo>
                        <a:pt x="56197" y="29242"/>
                      </a:moveTo>
                      <a:lnTo>
                        <a:pt x="56197" y="32480"/>
                      </a:lnTo>
                      <a:lnTo>
                        <a:pt x="57626" y="32480"/>
                      </a:lnTo>
                      <a:lnTo>
                        <a:pt x="57626" y="29242"/>
                      </a:lnTo>
                      <a:lnTo>
                        <a:pt x="56197" y="29242"/>
                      </a:lnTo>
                      <a:close/>
                      <a:moveTo>
                        <a:pt x="63151" y="151733"/>
                      </a:moveTo>
                      <a:lnTo>
                        <a:pt x="63151" y="149638"/>
                      </a:lnTo>
                      <a:lnTo>
                        <a:pt x="62008" y="150781"/>
                      </a:lnTo>
                      <a:lnTo>
                        <a:pt x="63151" y="151638"/>
                      </a:lnTo>
                      <a:close/>
                      <a:moveTo>
                        <a:pt x="70771" y="95726"/>
                      </a:moveTo>
                      <a:lnTo>
                        <a:pt x="67532" y="90202"/>
                      </a:lnTo>
                      <a:lnTo>
                        <a:pt x="73057" y="93440"/>
                      </a:lnTo>
                      <a:lnTo>
                        <a:pt x="70771" y="95726"/>
                      </a:lnTo>
                      <a:close/>
                      <a:moveTo>
                        <a:pt x="75438" y="953"/>
                      </a:moveTo>
                      <a:lnTo>
                        <a:pt x="73057" y="4096"/>
                      </a:lnTo>
                      <a:lnTo>
                        <a:pt x="70771" y="0"/>
                      </a:lnTo>
                      <a:lnTo>
                        <a:pt x="75438" y="857"/>
                      </a:lnTo>
                      <a:close/>
                      <a:moveTo>
                        <a:pt x="73057" y="23431"/>
                      </a:moveTo>
                      <a:cubicBezTo>
                        <a:pt x="74009" y="23813"/>
                        <a:pt x="74771" y="23431"/>
                        <a:pt x="75438" y="22574"/>
                      </a:cubicBezTo>
                      <a:lnTo>
                        <a:pt x="73057" y="20288"/>
                      </a:lnTo>
                      <a:cubicBezTo>
                        <a:pt x="75819" y="19526"/>
                        <a:pt x="77152" y="19812"/>
                        <a:pt x="77152" y="21146"/>
                      </a:cubicBezTo>
                      <a:cubicBezTo>
                        <a:pt x="77152" y="20764"/>
                        <a:pt x="76581" y="22288"/>
                        <a:pt x="75342" y="25813"/>
                      </a:cubicBezTo>
                      <a:lnTo>
                        <a:pt x="72961" y="23431"/>
                      </a:lnTo>
                      <a:close/>
                      <a:moveTo>
                        <a:pt x="76581" y="69532"/>
                      </a:moveTo>
                      <a:lnTo>
                        <a:pt x="73057" y="67818"/>
                      </a:lnTo>
                      <a:cubicBezTo>
                        <a:pt x="74771" y="64675"/>
                        <a:pt x="76581" y="63151"/>
                        <a:pt x="78295" y="63151"/>
                      </a:cubicBezTo>
                      <a:cubicBezTo>
                        <a:pt x="78962" y="63151"/>
                        <a:pt x="79438" y="63437"/>
                        <a:pt x="80105" y="64008"/>
                      </a:cubicBezTo>
                      <a:cubicBezTo>
                        <a:pt x="80486" y="65341"/>
                        <a:pt x="80296" y="66484"/>
                        <a:pt x="79343" y="67246"/>
                      </a:cubicBezTo>
                      <a:cubicBezTo>
                        <a:pt x="78486" y="68008"/>
                        <a:pt x="77533" y="68866"/>
                        <a:pt x="76581" y="69532"/>
                      </a:cubicBezTo>
                      <a:close/>
                      <a:moveTo>
                        <a:pt x="76581" y="104870"/>
                      </a:moveTo>
                      <a:lnTo>
                        <a:pt x="81248" y="104870"/>
                      </a:lnTo>
                      <a:lnTo>
                        <a:pt x="75438" y="105728"/>
                      </a:lnTo>
                      <a:lnTo>
                        <a:pt x="76581" y="104870"/>
                      </a:lnTo>
                      <a:close/>
                      <a:moveTo>
                        <a:pt x="77724" y="7715"/>
                      </a:moveTo>
                      <a:lnTo>
                        <a:pt x="77724" y="11525"/>
                      </a:lnTo>
                      <a:lnTo>
                        <a:pt x="76581" y="11525"/>
                      </a:lnTo>
                      <a:lnTo>
                        <a:pt x="77724" y="7715"/>
                      </a:lnTo>
                      <a:close/>
                      <a:moveTo>
                        <a:pt x="82105" y="48578"/>
                      </a:moveTo>
                      <a:cubicBezTo>
                        <a:pt x="81915" y="50006"/>
                        <a:pt x="81820" y="51435"/>
                        <a:pt x="81820" y="52959"/>
                      </a:cubicBezTo>
                      <a:cubicBezTo>
                        <a:pt x="81629" y="53721"/>
                        <a:pt x="81439" y="54388"/>
                        <a:pt x="81248" y="54959"/>
                      </a:cubicBezTo>
                      <a:lnTo>
                        <a:pt x="77819" y="50863"/>
                      </a:lnTo>
                      <a:lnTo>
                        <a:pt x="82201" y="48482"/>
                      </a:lnTo>
                      <a:close/>
                      <a:moveTo>
                        <a:pt x="78962" y="85630"/>
                      </a:moveTo>
                      <a:lnTo>
                        <a:pt x="81248" y="85630"/>
                      </a:lnTo>
                      <a:lnTo>
                        <a:pt x="77819" y="88011"/>
                      </a:lnTo>
                      <a:lnTo>
                        <a:pt x="78962" y="85630"/>
                      </a:lnTo>
                      <a:close/>
                      <a:moveTo>
                        <a:pt x="92392" y="23527"/>
                      </a:moveTo>
                      <a:cubicBezTo>
                        <a:pt x="89630" y="24479"/>
                        <a:pt x="87820" y="24860"/>
                        <a:pt x="86868" y="24670"/>
                      </a:cubicBezTo>
                      <a:lnTo>
                        <a:pt x="90106" y="20288"/>
                      </a:lnTo>
                      <a:lnTo>
                        <a:pt x="92488" y="23527"/>
                      </a:lnTo>
                      <a:close/>
                      <a:moveTo>
                        <a:pt x="100584" y="64103"/>
                      </a:moveTo>
                      <a:lnTo>
                        <a:pt x="100584" y="71152"/>
                      </a:lnTo>
                      <a:lnTo>
                        <a:pt x="99155" y="71152"/>
                      </a:lnTo>
                      <a:lnTo>
                        <a:pt x="99155" y="64103"/>
                      </a:lnTo>
                      <a:lnTo>
                        <a:pt x="100584" y="64103"/>
                      </a:lnTo>
                      <a:close/>
                      <a:moveTo>
                        <a:pt x="128588" y="187166"/>
                      </a:moveTo>
                      <a:cubicBezTo>
                        <a:pt x="128968" y="188309"/>
                        <a:pt x="128968" y="189738"/>
                        <a:pt x="128588" y="191262"/>
                      </a:cubicBezTo>
                      <a:lnTo>
                        <a:pt x="128588" y="187166"/>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 name="Google Shape;1458;p99"/>
                <p:cNvSpPr/>
                <p:nvPr/>
              </p:nvSpPr>
              <p:spPr>
                <a:xfrm>
                  <a:off x="6590442" y="4485036"/>
                  <a:ext cx="175259" cy="155569"/>
                </a:xfrm>
                <a:custGeom>
                  <a:avLst/>
                  <a:gdLst/>
                  <a:ahLst/>
                  <a:cxnLst/>
                  <a:rect l="l" t="t" r="r" b="b"/>
                  <a:pathLst>
                    <a:path w="175259" h="155569" extrusionOk="0">
                      <a:moveTo>
                        <a:pt x="0" y="84772"/>
                      </a:moveTo>
                      <a:cubicBezTo>
                        <a:pt x="1714" y="84772"/>
                        <a:pt x="2857" y="85058"/>
                        <a:pt x="3238" y="85630"/>
                      </a:cubicBezTo>
                      <a:cubicBezTo>
                        <a:pt x="2857" y="86582"/>
                        <a:pt x="1810" y="87059"/>
                        <a:pt x="0" y="87059"/>
                      </a:cubicBezTo>
                      <a:lnTo>
                        <a:pt x="0" y="84772"/>
                      </a:lnTo>
                      <a:close/>
                      <a:moveTo>
                        <a:pt x="857" y="48292"/>
                      </a:moveTo>
                      <a:lnTo>
                        <a:pt x="857" y="46006"/>
                      </a:lnTo>
                      <a:lnTo>
                        <a:pt x="3143" y="46006"/>
                      </a:lnTo>
                      <a:lnTo>
                        <a:pt x="3143" y="48292"/>
                      </a:lnTo>
                      <a:lnTo>
                        <a:pt x="857" y="48292"/>
                      </a:lnTo>
                      <a:close/>
                      <a:moveTo>
                        <a:pt x="5524" y="98488"/>
                      </a:moveTo>
                      <a:cubicBezTo>
                        <a:pt x="5524" y="98488"/>
                        <a:pt x="5239" y="97727"/>
                        <a:pt x="5239" y="97346"/>
                      </a:cubicBezTo>
                      <a:cubicBezTo>
                        <a:pt x="5239" y="96584"/>
                        <a:pt x="5810" y="95726"/>
                        <a:pt x="6953" y="94679"/>
                      </a:cubicBezTo>
                      <a:cubicBezTo>
                        <a:pt x="8763" y="92869"/>
                        <a:pt x="9811" y="91916"/>
                        <a:pt x="10192" y="91440"/>
                      </a:cubicBezTo>
                      <a:cubicBezTo>
                        <a:pt x="10763" y="93345"/>
                        <a:pt x="9525" y="95726"/>
                        <a:pt x="6382" y="98393"/>
                      </a:cubicBezTo>
                      <a:lnTo>
                        <a:pt x="5524" y="98393"/>
                      </a:lnTo>
                      <a:close/>
                      <a:moveTo>
                        <a:pt x="5524" y="80105"/>
                      </a:moveTo>
                      <a:cubicBezTo>
                        <a:pt x="6667" y="78105"/>
                        <a:pt x="7906" y="77153"/>
                        <a:pt x="9049" y="77153"/>
                      </a:cubicBezTo>
                      <a:cubicBezTo>
                        <a:pt x="10192" y="77153"/>
                        <a:pt x="11525" y="78010"/>
                        <a:pt x="13145" y="79820"/>
                      </a:cubicBezTo>
                      <a:cubicBezTo>
                        <a:pt x="15335" y="82391"/>
                        <a:pt x="16573" y="83725"/>
                        <a:pt x="16954" y="83915"/>
                      </a:cubicBezTo>
                      <a:cubicBezTo>
                        <a:pt x="16192" y="84677"/>
                        <a:pt x="15526" y="85058"/>
                        <a:pt x="14859" y="85058"/>
                      </a:cubicBezTo>
                      <a:cubicBezTo>
                        <a:pt x="14288" y="85058"/>
                        <a:pt x="13621" y="84582"/>
                        <a:pt x="12954" y="83725"/>
                      </a:cubicBezTo>
                      <a:cubicBezTo>
                        <a:pt x="12287" y="82868"/>
                        <a:pt x="11716" y="82391"/>
                        <a:pt x="11335" y="82391"/>
                      </a:cubicBezTo>
                      <a:cubicBezTo>
                        <a:pt x="10573" y="82391"/>
                        <a:pt x="9715" y="82868"/>
                        <a:pt x="8763" y="83820"/>
                      </a:cubicBezTo>
                      <a:lnTo>
                        <a:pt x="11049" y="81534"/>
                      </a:lnTo>
                      <a:lnTo>
                        <a:pt x="8763" y="79153"/>
                      </a:lnTo>
                      <a:cubicBezTo>
                        <a:pt x="8572" y="79724"/>
                        <a:pt x="7429" y="80010"/>
                        <a:pt x="5524" y="80010"/>
                      </a:cubicBezTo>
                      <a:close/>
                      <a:moveTo>
                        <a:pt x="10192" y="73343"/>
                      </a:moveTo>
                      <a:lnTo>
                        <a:pt x="12192" y="70104"/>
                      </a:lnTo>
                      <a:lnTo>
                        <a:pt x="7811" y="66866"/>
                      </a:lnTo>
                      <a:cubicBezTo>
                        <a:pt x="8954" y="67246"/>
                        <a:pt x="10192" y="67723"/>
                        <a:pt x="11430" y="68009"/>
                      </a:cubicBezTo>
                      <a:cubicBezTo>
                        <a:pt x="12668" y="68389"/>
                        <a:pt x="13430" y="69342"/>
                        <a:pt x="13621" y="70866"/>
                      </a:cubicBezTo>
                      <a:lnTo>
                        <a:pt x="10096" y="73247"/>
                      </a:lnTo>
                      <a:close/>
                      <a:moveTo>
                        <a:pt x="16859" y="102870"/>
                      </a:moveTo>
                      <a:cubicBezTo>
                        <a:pt x="15240" y="102489"/>
                        <a:pt x="14478" y="101918"/>
                        <a:pt x="14478" y="101441"/>
                      </a:cubicBezTo>
                      <a:cubicBezTo>
                        <a:pt x="14478" y="100870"/>
                        <a:pt x="15240" y="100203"/>
                        <a:pt x="16859" y="99346"/>
                      </a:cubicBezTo>
                      <a:lnTo>
                        <a:pt x="16859" y="102870"/>
                      </a:lnTo>
                      <a:close/>
                      <a:moveTo>
                        <a:pt x="31432" y="89440"/>
                      </a:moveTo>
                      <a:lnTo>
                        <a:pt x="29146" y="91440"/>
                      </a:lnTo>
                      <a:cubicBezTo>
                        <a:pt x="29146" y="92012"/>
                        <a:pt x="29432" y="92583"/>
                        <a:pt x="30004" y="93154"/>
                      </a:cubicBezTo>
                      <a:cubicBezTo>
                        <a:pt x="26479" y="93726"/>
                        <a:pt x="24860" y="94012"/>
                        <a:pt x="25051" y="94012"/>
                      </a:cubicBezTo>
                      <a:cubicBezTo>
                        <a:pt x="22574" y="94012"/>
                        <a:pt x="21431" y="91916"/>
                        <a:pt x="21527" y="87916"/>
                      </a:cubicBezTo>
                      <a:lnTo>
                        <a:pt x="25908" y="83820"/>
                      </a:lnTo>
                      <a:lnTo>
                        <a:pt x="23622" y="81534"/>
                      </a:lnTo>
                      <a:lnTo>
                        <a:pt x="29146" y="82391"/>
                      </a:lnTo>
                      <a:lnTo>
                        <a:pt x="27051" y="84772"/>
                      </a:lnTo>
                      <a:lnTo>
                        <a:pt x="31432" y="89440"/>
                      </a:lnTo>
                      <a:close/>
                      <a:moveTo>
                        <a:pt x="28289" y="74581"/>
                      </a:moveTo>
                      <a:lnTo>
                        <a:pt x="23622" y="76962"/>
                      </a:lnTo>
                      <a:lnTo>
                        <a:pt x="21527" y="71152"/>
                      </a:lnTo>
                      <a:cubicBezTo>
                        <a:pt x="22098" y="72485"/>
                        <a:pt x="23146" y="73152"/>
                        <a:pt x="24765" y="73152"/>
                      </a:cubicBezTo>
                      <a:cubicBezTo>
                        <a:pt x="25908" y="73152"/>
                        <a:pt x="26765" y="72485"/>
                        <a:pt x="27146" y="71152"/>
                      </a:cubicBezTo>
                      <a:lnTo>
                        <a:pt x="28289" y="74676"/>
                      </a:lnTo>
                      <a:close/>
                      <a:moveTo>
                        <a:pt x="30575" y="67913"/>
                      </a:moveTo>
                      <a:cubicBezTo>
                        <a:pt x="30575" y="68485"/>
                        <a:pt x="29051" y="68771"/>
                        <a:pt x="25908" y="68771"/>
                      </a:cubicBezTo>
                      <a:lnTo>
                        <a:pt x="27051" y="67056"/>
                      </a:lnTo>
                      <a:lnTo>
                        <a:pt x="30575" y="67913"/>
                      </a:lnTo>
                      <a:close/>
                      <a:moveTo>
                        <a:pt x="30004" y="93250"/>
                      </a:moveTo>
                      <a:cubicBezTo>
                        <a:pt x="32290" y="92869"/>
                        <a:pt x="34004" y="93536"/>
                        <a:pt x="34957" y="95250"/>
                      </a:cubicBezTo>
                      <a:cubicBezTo>
                        <a:pt x="32766" y="95250"/>
                        <a:pt x="31147" y="94583"/>
                        <a:pt x="30004" y="93250"/>
                      </a:cubicBezTo>
                      <a:close/>
                      <a:moveTo>
                        <a:pt x="32956" y="42767"/>
                      </a:moveTo>
                      <a:lnTo>
                        <a:pt x="33814" y="47435"/>
                      </a:lnTo>
                      <a:lnTo>
                        <a:pt x="30575" y="47435"/>
                      </a:lnTo>
                      <a:lnTo>
                        <a:pt x="32956" y="42767"/>
                      </a:lnTo>
                      <a:close/>
                      <a:moveTo>
                        <a:pt x="44291" y="59722"/>
                      </a:moveTo>
                      <a:cubicBezTo>
                        <a:pt x="44101" y="58769"/>
                        <a:pt x="43053" y="57912"/>
                        <a:pt x="41243" y="57341"/>
                      </a:cubicBezTo>
                      <a:cubicBezTo>
                        <a:pt x="39433" y="56769"/>
                        <a:pt x="38481" y="56293"/>
                        <a:pt x="38481" y="55817"/>
                      </a:cubicBezTo>
                      <a:cubicBezTo>
                        <a:pt x="38481" y="55436"/>
                        <a:pt x="38862" y="54864"/>
                        <a:pt x="39624" y="54102"/>
                      </a:cubicBezTo>
                      <a:lnTo>
                        <a:pt x="46006" y="56388"/>
                      </a:lnTo>
                      <a:lnTo>
                        <a:pt x="41910" y="64198"/>
                      </a:lnTo>
                      <a:cubicBezTo>
                        <a:pt x="41910" y="63055"/>
                        <a:pt x="42672" y="61531"/>
                        <a:pt x="44291" y="59531"/>
                      </a:cubicBezTo>
                      <a:close/>
                      <a:moveTo>
                        <a:pt x="39624" y="134684"/>
                      </a:moveTo>
                      <a:cubicBezTo>
                        <a:pt x="39053" y="134303"/>
                        <a:pt x="38767" y="133921"/>
                        <a:pt x="38767" y="133541"/>
                      </a:cubicBezTo>
                      <a:lnTo>
                        <a:pt x="39624" y="134684"/>
                      </a:lnTo>
                      <a:close/>
                      <a:moveTo>
                        <a:pt x="40481" y="121253"/>
                      </a:moveTo>
                      <a:cubicBezTo>
                        <a:pt x="40481" y="124016"/>
                        <a:pt x="40196" y="125444"/>
                        <a:pt x="39624" y="125635"/>
                      </a:cubicBezTo>
                      <a:lnTo>
                        <a:pt x="39624" y="121253"/>
                      </a:lnTo>
                      <a:lnTo>
                        <a:pt x="40481" y="121253"/>
                      </a:lnTo>
                      <a:close/>
                      <a:moveTo>
                        <a:pt x="39624" y="134684"/>
                      </a:moveTo>
                      <a:cubicBezTo>
                        <a:pt x="39624" y="134684"/>
                        <a:pt x="41338" y="135255"/>
                        <a:pt x="43434" y="135827"/>
                      </a:cubicBezTo>
                      <a:cubicBezTo>
                        <a:pt x="44958" y="136398"/>
                        <a:pt x="45720" y="136970"/>
                        <a:pt x="45720" y="137636"/>
                      </a:cubicBezTo>
                      <a:cubicBezTo>
                        <a:pt x="45720" y="138398"/>
                        <a:pt x="45244" y="139255"/>
                        <a:pt x="44291" y="140303"/>
                      </a:cubicBezTo>
                      <a:lnTo>
                        <a:pt x="39624" y="134779"/>
                      </a:lnTo>
                      <a:close/>
                      <a:moveTo>
                        <a:pt x="172307" y="46006"/>
                      </a:moveTo>
                      <a:cubicBezTo>
                        <a:pt x="174212" y="48101"/>
                        <a:pt x="175260" y="50197"/>
                        <a:pt x="175260" y="52102"/>
                      </a:cubicBezTo>
                      <a:cubicBezTo>
                        <a:pt x="175260" y="53626"/>
                        <a:pt x="174307" y="55721"/>
                        <a:pt x="172498" y="58198"/>
                      </a:cubicBezTo>
                      <a:cubicBezTo>
                        <a:pt x="170688" y="60770"/>
                        <a:pt x="169736" y="62770"/>
                        <a:pt x="169736" y="64294"/>
                      </a:cubicBezTo>
                      <a:cubicBezTo>
                        <a:pt x="169736" y="66294"/>
                        <a:pt x="170593" y="68199"/>
                        <a:pt x="172403" y="70199"/>
                      </a:cubicBezTo>
                      <a:cubicBezTo>
                        <a:pt x="171450" y="79343"/>
                        <a:pt x="170974" y="93631"/>
                        <a:pt x="170974" y="113062"/>
                      </a:cubicBezTo>
                      <a:cubicBezTo>
                        <a:pt x="168402" y="113824"/>
                        <a:pt x="167354" y="115729"/>
                        <a:pt x="167449" y="118872"/>
                      </a:cubicBezTo>
                      <a:cubicBezTo>
                        <a:pt x="167640" y="122587"/>
                        <a:pt x="167449" y="124778"/>
                        <a:pt x="166878" y="125539"/>
                      </a:cubicBezTo>
                      <a:cubicBezTo>
                        <a:pt x="155638" y="139732"/>
                        <a:pt x="144208" y="148400"/>
                        <a:pt x="132779" y="151543"/>
                      </a:cubicBezTo>
                      <a:lnTo>
                        <a:pt x="131350" y="150400"/>
                      </a:lnTo>
                      <a:cubicBezTo>
                        <a:pt x="131159" y="153924"/>
                        <a:pt x="128969" y="155543"/>
                        <a:pt x="124968" y="155353"/>
                      </a:cubicBezTo>
                      <a:cubicBezTo>
                        <a:pt x="119253" y="155162"/>
                        <a:pt x="116300" y="155162"/>
                        <a:pt x="115919" y="155353"/>
                      </a:cubicBezTo>
                      <a:lnTo>
                        <a:pt x="112109" y="155353"/>
                      </a:lnTo>
                      <a:cubicBezTo>
                        <a:pt x="112109" y="156115"/>
                        <a:pt x="112109" y="154877"/>
                        <a:pt x="112109" y="151543"/>
                      </a:cubicBezTo>
                      <a:cubicBezTo>
                        <a:pt x="112109" y="150019"/>
                        <a:pt x="112586" y="148780"/>
                        <a:pt x="113538" y="148019"/>
                      </a:cubicBezTo>
                      <a:cubicBezTo>
                        <a:pt x="112109" y="147066"/>
                        <a:pt x="110966" y="146590"/>
                        <a:pt x="110014" y="146590"/>
                      </a:cubicBezTo>
                      <a:cubicBezTo>
                        <a:pt x="109061" y="146590"/>
                        <a:pt x="107823" y="147066"/>
                        <a:pt x="106204" y="148019"/>
                      </a:cubicBezTo>
                      <a:cubicBezTo>
                        <a:pt x="106585" y="149162"/>
                        <a:pt x="106775" y="150209"/>
                        <a:pt x="106775" y="150971"/>
                      </a:cubicBezTo>
                      <a:cubicBezTo>
                        <a:pt x="106775" y="153734"/>
                        <a:pt x="104775" y="155067"/>
                        <a:pt x="100679" y="155067"/>
                      </a:cubicBezTo>
                      <a:cubicBezTo>
                        <a:pt x="97727" y="155258"/>
                        <a:pt x="94774" y="155353"/>
                        <a:pt x="91630" y="155353"/>
                      </a:cubicBezTo>
                      <a:cubicBezTo>
                        <a:pt x="85630" y="149733"/>
                        <a:pt x="78010" y="146495"/>
                        <a:pt x="68866" y="145733"/>
                      </a:cubicBezTo>
                      <a:cubicBezTo>
                        <a:pt x="68675" y="145352"/>
                        <a:pt x="68580" y="144971"/>
                        <a:pt x="68580" y="144589"/>
                      </a:cubicBezTo>
                      <a:cubicBezTo>
                        <a:pt x="68580" y="144018"/>
                        <a:pt x="68866" y="143256"/>
                        <a:pt x="69342" y="142304"/>
                      </a:cubicBezTo>
                      <a:cubicBezTo>
                        <a:pt x="69818" y="141351"/>
                        <a:pt x="70104" y="140684"/>
                        <a:pt x="70104" y="140303"/>
                      </a:cubicBezTo>
                      <a:cubicBezTo>
                        <a:pt x="70104" y="139541"/>
                        <a:pt x="69437" y="138875"/>
                        <a:pt x="68008" y="138303"/>
                      </a:cubicBezTo>
                      <a:cubicBezTo>
                        <a:pt x="67246" y="139065"/>
                        <a:pt x="66485" y="139446"/>
                        <a:pt x="66008" y="139446"/>
                      </a:cubicBezTo>
                      <a:cubicBezTo>
                        <a:pt x="65627" y="139446"/>
                        <a:pt x="64961" y="138875"/>
                        <a:pt x="64008" y="137731"/>
                      </a:cubicBezTo>
                      <a:cubicBezTo>
                        <a:pt x="63055" y="136588"/>
                        <a:pt x="62198" y="135922"/>
                        <a:pt x="61341" y="135922"/>
                      </a:cubicBezTo>
                      <a:cubicBezTo>
                        <a:pt x="61913" y="135160"/>
                        <a:pt x="62198" y="134303"/>
                        <a:pt x="62198" y="133255"/>
                      </a:cubicBezTo>
                      <a:cubicBezTo>
                        <a:pt x="62198" y="130493"/>
                        <a:pt x="60674" y="128778"/>
                        <a:pt x="57531" y="128016"/>
                      </a:cubicBezTo>
                      <a:cubicBezTo>
                        <a:pt x="56960" y="128778"/>
                        <a:pt x="56197" y="129159"/>
                        <a:pt x="55150" y="129159"/>
                      </a:cubicBezTo>
                      <a:cubicBezTo>
                        <a:pt x="53626" y="129159"/>
                        <a:pt x="51816" y="128016"/>
                        <a:pt x="49911" y="125635"/>
                      </a:cubicBezTo>
                      <a:cubicBezTo>
                        <a:pt x="50673" y="124873"/>
                        <a:pt x="51054" y="124111"/>
                        <a:pt x="51054" y="123254"/>
                      </a:cubicBezTo>
                      <a:cubicBezTo>
                        <a:pt x="51054" y="122301"/>
                        <a:pt x="50673" y="121063"/>
                        <a:pt x="49911" y="119634"/>
                      </a:cubicBezTo>
                      <a:cubicBezTo>
                        <a:pt x="49149" y="118205"/>
                        <a:pt x="48673" y="117158"/>
                        <a:pt x="48482" y="116586"/>
                      </a:cubicBezTo>
                      <a:lnTo>
                        <a:pt x="42958" y="118872"/>
                      </a:lnTo>
                      <a:lnTo>
                        <a:pt x="50006" y="114205"/>
                      </a:lnTo>
                      <a:cubicBezTo>
                        <a:pt x="49625" y="112204"/>
                        <a:pt x="48387" y="110300"/>
                        <a:pt x="46387" y="108299"/>
                      </a:cubicBezTo>
                      <a:cubicBezTo>
                        <a:pt x="44387" y="106394"/>
                        <a:pt x="42386" y="104489"/>
                        <a:pt x="40672" y="102775"/>
                      </a:cubicBezTo>
                      <a:cubicBezTo>
                        <a:pt x="41624" y="101727"/>
                        <a:pt x="42672" y="101346"/>
                        <a:pt x="43624" y="101346"/>
                      </a:cubicBezTo>
                      <a:cubicBezTo>
                        <a:pt x="44387" y="101346"/>
                        <a:pt x="45625" y="101918"/>
                        <a:pt x="47149" y="103061"/>
                      </a:cubicBezTo>
                      <a:cubicBezTo>
                        <a:pt x="48673" y="104204"/>
                        <a:pt x="49816" y="104775"/>
                        <a:pt x="50673" y="104775"/>
                      </a:cubicBezTo>
                      <a:cubicBezTo>
                        <a:pt x="51245" y="104775"/>
                        <a:pt x="51721" y="104585"/>
                        <a:pt x="52102" y="104204"/>
                      </a:cubicBezTo>
                      <a:lnTo>
                        <a:pt x="48578" y="96964"/>
                      </a:lnTo>
                      <a:lnTo>
                        <a:pt x="54388" y="96964"/>
                      </a:lnTo>
                      <a:cubicBezTo>
                        <a:pt x="54007" y="98108"/>
                        <a:pt x="54388" y="98870"/>
                        <a:pt x="55816" y="99251"/>
                      </a:cubicBezTo>
                      <a:cubicBezTo>
                        <a:pt x="56579" y="98488"/>
                        <a:pt x="56864" y="97060"/>
                        <a:pt x="56674" y="94869"/>
                      </a:cubicBezTo>
                      <a:lnTo>
                        <a:pt x="56674" y="90773"/>
                      </a:lnTo>
                      <a:cubicBezTo>
                        <a:pt x="55912" y="94488"/>
                        <a:pt x="52388" y="95441"/>
                        <a:pt x="46196" y="93726"/>
                      </a:cubicBezTo>
                      <a:lnTo>
                        <a:pt x="45339" y="78296"/>
                      </a:lnTo>
                      <a:lnTo>
                        <a:pt x="46196" y="78296"/>
                      </a:lnTo>
                      <a:cubicBezTo>
                        <a:pt x="47149" y="77153"/>
                        <a:pt x="47625" y="76010"/>
                        <a:pt x="47625" y="74771"/>
                      </a:cubicBezTo>
                      <a:cubicBezTo>
                        <a:pt x="47625" y="72771"/>
                        <a:pt x="46577" y="70771"/>
                        <a:pt x="44482" y="68675"/>
                      </a:cubicBezTo>
                      <a:lnTo>
                        <a:pt x="47625" y="66961"/>
                      </a:lnTo>
                      <a:cubicBezTo>
                        <a:pt x="46101" y="66580"/>
                        <a:pt x="45339" y="66008"/>
                        <a:pt x="45339" y="65246"/>
                      </a:cubicBezTo>
                      <a:cubicBezTo>
                        <a:pt x="45339" y="64865"/>
                        <a:pt x="45529" y="64198"/>
                        <a:pt x="46006" y="63341"/>
                      </a:cubicBezTo>
                      <a:cubicBezTo>
                        <a:pt x="46482" y="62484"/>
                        <a:pt x="46768" y="61722"/>
                        <a:pt x="46768" y="61151"/>
                      </a:cubicBezTo>
                      <a:cubicBezTo>
                        <a:pt x="46768" y="60579"/>
                        <a:pt x="46577" y="60103"/>
                        <a:pt x="46196" y="59722"/>
                      </a:cubicBezTo>
                      <a:cubicBezTo>
                        <a:pt x="46958" y="59531"/>
                        <a:pt x="47625" y="59722"/>
                        <a:pt x="48196" y="60293"/>
                      </a:cubicBezTo>
                      <a:cubicBezTo>
                        <a:pt x="49149" y="61436"/>
                        <a:pt x="49721" y="62103"/>
                        <a:pt x="49911" y="62103"/>
                      </a:cubicBezTo>
                      <a:lnTo>
                        <a:pt x="54292" y="57436"/>
                      </a:lnTo>
                      <a:cubicBezTo>
                        <a:pt x="52578" y="57626"/>
                        <a:pt x="51054" y="56293"/>
                        <a:pt x="49911" y="53340"/>
                      </a:cubicBezTo>
                      <a:cubicBezTo>
                        <a:pt x="48768" y="50387"/>
                        <a:pt x="47149" y="49244"/>
                        <a:pt x="45244" y="49816"/>
                      </a:cubicBezTo>
                      <a:lnTo>
                        <a:pt x="48387" y="42863"/>
                      </a:lnTo>
                      <a:lnTo>
                        <a:pt x="42863" y="39624"/>
                      </a:lnTo>
                      <a:lnTo>
                        <a:pt x="53340" y="38481"/>
                      </a:lnTo>
                      <a:cubicBezTo>
                        <a:pt x="53530" y="37338"/>
                        <a:pt x="53149" y="36100"/>
                        <a:pt x="52006" y="34957"/>
                      </a:cubicBezTo>
                      <a:cubicBezTo>
                        <a:pt x="50959" y="33814"/>
                        <a:pt x="50387" y="32861"/>
                        <a:pt x="50387" y="32385"/>
                      </a:cubicBezTo>
                      <a:cubicBezTo>
                        <a:pt x="50387" y="31813"/>
                        <a:pt x="50578" y="31242"/>
                        <a:pt x="50959" y="30575"/>
                      </a:cubicBezTo>
                      <a:cubicBezTo>
                        <a:pt x="51721" y="30766"/>
                        <a:pt x="52578" y="30861"/>
                        <a:pt x="53340" y="30861"/>
                      </a:cubicBezTo>
                      <a:cubicBezTo>
                        <a:pt x="54673" y="30861"/>
                        <a:pt x="55531" y="30004"/>
                        <a:pt x="55721" y="28194"/>
                      </a:cubicBezTo>
                      <a:lnTo>
                        <a:pt x="55721" y="24098"/>
                      </a:lnTo>
                      <a:cubicBezTo>
                        <a:pt x="55721" y="22955"/>
                        <a:pt x="56007" y="22098"/>
                        <a:pt x="56579" y="21527"/>
                      </a:cubicBezTo>
                      <a:cubicBezTo>
                        <a:pt x="59341" y="16478"/>
                        <a:pt x="63722" y="12097"/>
                        <a:pt x="70009" y="8382"/>
                      </a:cubicBezTo>
                      <a:cubicBezTo>
                        <a:pt x="75438" y="5620"/>
                        <a:pt x="80772" y="2858"/>
                        <a:pt x="86011" y="0"/>
                      </a:cubicBezTo>
                      <a:cubicBezTo>
                        <a:pt x="87725" y="1524"/>
                        <a:pt x="89916" y="2286"/>
                        <a:pt x="92392" y="2286"/>
                      </a:cubicBezTo>
                      <a:cubicBezTo>
                        <a:pt x="93536" y="2286"/>
                        <a:pt x="95345" y="2000"/>
                        <a:pt x="97631" y="1524"/>
                      </a:cubicBezTo>
                      <a:cubicBezTo>
                        <a:pt x="100013" y="1048"/>
                        <a:pt x="101727" y="762"/>
                        <a:pt x="102870" y="762"/>
                      </a:cubicBezTo>
                      <a:cubicBezTo>
                        <a:pt x="106108" y="762"/>
                        <a:pt x="108775" y="2000"/>
                        <a:pt x="110776" y="4572"/>
                      </a:cubicBezTo>
                      <a:cubicBezTo>
                        <a:pt x="114300" y="2572"/>
                        <a:pt x="118967" y="1714"/>
                        <a:pt x="124778" y="1905"/>
                      </a:cubicBezTo>
                      <a:cubicBezTo>
                        <a:pt x="134112" y="2096"/>
                        <a:pt x="138970" y="2191"/>
                        <a:pt x="139351" y="2191"/>
                      </a:cubicBezTo>
                      <a:cubicBezTo>
                        <a:pt x="140494" y="4286"/>
                        <a:pt x="145161" y="7906"/>
                        <a:pt x="153353" y="12954"/>
                      </a:cubicBezTo>
                      <a:cubicBezTo>
                        <a:pt x="159734" y="17050"/>
                        <a:pt x="162592" y="21812"/>
                        <a:pt x="161830" y="27242"/>
                      </a:cubicBezTo>
                      <a:cubicBezTo>
                        <a:pt x="161639" y="27051"/>
                        <a:pt x="160877" y="27242"/>
                        <a:pt x="159448" y="28099"/>
                      </a:cubicBezTo>
                      <a:cubicBezTo>
                        <a:pt x="163735" y="28289"/>
                        <a:pt x="166783" y="30766"/>
                        <a:pt x="168497" y="35433"/>
                      </a:cubicBezTo>
                      <a:cubicBezTo>
                        <a:pt x="169831" y="38957"/>
                        <a:pt x="171069" y="42386"/>
                        <a:pt x="172307" y="45911"/>
                      </a:cubicBezTo>
                      <a:close/>
                      <a:moveTo>
                        <a:pt x="41910" y="144875"/>
                      </a:moveTo>
                      <a:cubicBezTo>
                        <a:pt x="45625" y="144875"/>
                        <a:pt x="47720" y="145637"/>
                        <a:pt x="48292" y="147256"/>
                      </a:cubicBezTo>
                      <a:lnTo>
                        <a:pt x="48292" y="149543"/>
                      </a:lnTo>
                      <a:lnTo>
                        <a:pt x="41910" y="144875"/>
                      </a:lnTo>
                      <a:close/>
                      <a:moveTo>
                        <a:pt x="42767" y="126778"/>
                      </a:moveTo>
                      <a:cubicBezTo>
                        <a:pt x="42958" y="125825"/>
                        <a:pt x="43529" y="125349"/>
                        <a:pt x="44482" y="125349"/>
                      </a:cubicBezTo>
                      <a:cubicBezTo>
                        <a:pt x="45244" y="125349"/>
                        <a:pt x="45720" y="125825"/>
                        <a:pt x="45911" y="126778"/>
                      </a:cubicBezTo>
                      <a:lnTo>
                        <a:pt x="42672" y="126778"/>
                      </a:lnTo>
                      <a:close/>
                      <a:moveTo>
                        <a:pt x="56483" y="79248"/>
                      </a:moveTo>
                      <a:lnTo>
                        <a:pt x="56483" y="75724"/>
                      </a:lnTo>
                      <a:cubicBezTo>
                        <a:pt x="56293" y="77248"/>
                        <a:pt x="55150" y="78010"/>
                        <a:pt x="52959" y="78010"/>
                      </a:cubicBezTo>
                      <a:cubicBezTo>
                        <a:pt x="51625" y="78010"/>
                        <a:pt x="50578" y="77534"/>
                        <a:pt x="50006" y="76581"/>
                      </a:cubicBezTo>
                      <a:lnTo>
                        <a:pt x="49721" y="75724"/>
                      </a:lnTo>
                      <a:cubicBezTo>
                        <a:pt x="49721" y="75724"/>
                        <a:pt x="50006" y="76200"/>
                        <a:pt x="50006" y="76581"/>
                      </a:cubicBezTo>
                      <a:lnTo>
                        <a:pt x="51721" y="81534"/>
                      </a:lnTo>
                      <a:cubicBezTo>
                        <a:pt x="53626" y="79629"/>
                        <a:pt x="55245" y="78772"/>
                        <a:pt x="56388" y="79153"/>
                      </a:cubicBezTo>
                      <a:close/>
                      <a:moveTo>
                        <a:pt x="54102" y="62103"/>
                      </a:moveTo>
                      <a:lnTo>
                        <a:pt x="61150" y="62103"/>
                      </a:lnTo>
                      <a:lnTo>
                        <a:pt x="61150" y="59817"/>
                      </a:lnTo>
                      <a:cubicBezTo>
                        <a:pt x="60579" y="60579"/>
                        <a:pt x="59246" y="60960"/>
                        <a:pt x="57245" y="60960"/>
                      </a:cubicBezTo>
                      <a:cubicBezTo>
                        <a:pt x="55245" y="60960"/>
                        <a:pt x="54197" y="61341"/>
                        <a:pt x="54197" y="62103"/>
                      </a:cubicBezTo>
                      <a:close/>
                      <a:moveTo>
                        <a:pt x="58769" y="113157"/>
                      </a:moveTo>
                      <a:cubicBezTo>
                        <a:pt x="58960" y="112204"/>
                        <a:pt x="60007" y="111347"/>
                        <a:pt x="62008" y="110776"/>
                      </a:cubicBezTo>
                      <a:cubicBezTo>
                        <a:pt x="63341" y="110204"/>
                        <a:pt x="63817" y="109156"/>
                        <a:pt x="63151" y="107537"/>
                      </a:cubicBezTo>
                      <a:lnTo>
                        <a:pt x="55626" y="109823"/>
                      </a:lnTo>
                      <a:lnTo>
                        <a:pt x="58769" y="113062"/>
                      </a:lnTo>
                      <a:close/>
                      <a:moveTo>
                        <a:pt x="63151" y="85725"/>
                      </a:moveTo>
                      <a:cubicBezTo>
                        <a:pt x="63151" y="85725"/>
                        <a:pt x="62294" y="85154"/>
                        <a:pt x="61722" y="84582"/>
                      </a:cubicBezTo>
                      <a:lnTo>
                        <a:pt x="59722" y="82582"/>
                      </a:lnTo>
                      <a:lnTo>
                        <a:pt x="58864" y="84011"/>
                      </a:lnTo>
                      <a:cubicBezTo>
                        <a:pt x="59817" y="83439"/>
                        <a:pt x="60770" y="83629"/>
                        <a:pt x="61817" y="84582"/>
                      </a:cubicBezTo>
                      <a:lnTo>
                        <a:pt x="63246" y="85725"/>
                      </a:lnTo>
                      <a:close/>
                      <a:moveTo>
                        <a:pt x="61150" y="20098"/>
                      </a:moveTo>
                      <a:lnTo>
                        <a:pt x="61150" y="26003"/>
                      </a:lnTo>
                      <a:cubicBezTo>
                        <a:pt x="61150" y="26003"/>
                        <a:pt x="61722" y="24003"/>
                        <a:pt x="62294" y="20098"/>
                      </a:cubicBezTo>
                      <a:lnTo>
                        <a:pt x="64675" y="20098"/>
                      </a:lnTo>
                      <a:cubicBezTo>
                        <a:pt x="63532" y="19717"/>
                        <a:pt x="62674" y="19717"/>
                        <a:pt x="62294" y="20098"/>
                      </a:cubicBezTo>
                      <a:lnTo>
                        <a:pt x="61150" y="20098"/>
                      </a:lnTo>
                      <a:close/>
                      <a:moveTo>
                        <a:pt x="67913" y="58864"/>
                      </a:moveTo>
                      <a:lnTo>
                        <a:pt x="67913" y="56579"/>
                      </a:lnTo>
                      <a:cubicBezTo>
                        <a:pt x="67532" y="56007"/>
                        <a:pt x="66389" y="55721"/>
                        <a:pt x="64675" y="55721"/>
                      </a:cubicBezTo>
                      <a:cubicBezTo>
                        <a:pt x="64865" y="55912"/>
                        <a:pt x="65056" y="56579"/>
                        <a:pt x="65246" y="57626"/>
                      </a:cubicBezTo>
                      <a:cubicBezTo>
                        <a:pt x="65437" y="58674"/>
                        <a:pt x="65913" y="59246"/>
                        <a:pt x="66675" y="59246"/>
                      </a:cubicBezTo>
                      <a:cubicBezTo>
                        <a:pt x="67056" y="59246"/>
                        <a:pt x="67437" y="59246"/>
                        <a:pt x="67818" y="58960"/>
                      </a:cubicBezTo>
                      <a:close/>
                      <a:moveTo>
                        <a:pt x="73152" y="123349"/>
                      </a:moveTo>
                      <a:lnTo>
                        <a:pt x="72866" y="121634"/>
                      </a:lnTo>
                      <a:cubicBezTo>
                        <a:pt x="73438" y="121063"/>
                        <a:pt x="74104" y="120968"/>
                        <a:pt x="74866" y="121348"/>
                      </a:cubicBezTo>
                      <a:lnTo>
                        <a:pt x="76676" y="121634"/>
                      </a:lnTo>
                      <a:cubicBezTo>
                        <a:pt x="76676" y="121634"/>
                        <a:pt x="77153" y="120587"/>
                        <a:pt x="76962" y="118967"/>
                      </a:cubicBezTo>
                      <a:lnTo>
                        <a:pt x="72580" y="118967"/>
                      </a:lnTo>
                      <a:lnTo>
                        <a:pt x="72866" y="121634"/>
                      </a:lnTo>
                      <a:cubicBezTo>
                        <a:pt x="72866" y="121634"/>
                        <a:pt x="72771" y="122015"/>
                        <a:pt x="72580" y="122206"/>
                      </a:cubicBezTo>
                      <a:cubicBezTo>
                        <a:pt x="72962" y="122587"/>
                        <a:pt x="73152" y="122968"/>
                        <a:pt x="73152" y="123349"/>
                      </a:cubicBezTo>
                      <a:lnTo>
                        <a:pt x="73438" y="125730"/>
                      </a:lnTo>
                      <a:cubicBezTo>
                        <a:pt x="73438" y="124587"/>
                        <a:pt x="73342" y="123825"/>
                        <a:pt x="73152" y="123349"/>
                      </a:cubicBezTo>
                      <a:close/>
                      <a:moveTo>
                        <a:pt x="77819" y="128873"/>
                      </a:moveTo>
                      <a:cubicBezTo>
                        <a:pt x="77819" y="128111"/>
                        <a:pt x="78296" y="127063"/>
                        <a:pt x="79343" y="125635"/>
                      </a:cubicBezTo>
                      <a:cubicBezTo>
                        <a:pt x="77819" y="125254"/>
                        <a:pt x="76200" y="126016"/>
                        <a:pt x="74676" y="128016"/>
                      </a:cubicBezTo>
                      <a:cubicBezTo>
                        <a:pt x="76581" y="128016"/>
                        <a:pt x="77724" y="128302"/>
                        <a:pt x="77914" y="128873"/>
                      </a:cubicBezTo>
                      <a:close/>
                      <a:moveTo>
                        <a:pt x="79343" y="56579"/>
                      </a:moveTo>
                      <a:cubicBezTo>
                        <a:pt x="80105" y="55245"/>
                        <a:pt x="80391" y="54483"/>
                        <a:pt x="80200" y="54293"/>
                      </a:cubicBezTo>
                      <a:lnTo>
                        <a:pt x="79343" y="54293"/>
                      </a:lnTo>
                      <a:cubicBezTo>
                        <a:pt x="79343" y="54293"/>
                        <a:pt x="78772" y="53912"/>
                        <a:pt x="78200" y="53721"/>
                      </a:cubicBezTo>
                      <a:lnTo>
                        <a:pt x="77914" y="53150"/>
                      </a:lnTo>
                      <a:cubicBezTo>
                        <a:pt x="77914" y="53150"/>
                        <a:pt x="78200" y="52483"/>
                        <a:pt x="78677" y="51721"/>
                      </a:cubicBezTo>
                      <a:cubicBezTo>
                        <a:pt x="79153" y="50959"/>
                        <a:pt x="79438" y="50387"/>
                        <a:pt x="79438" y="49911"/>
                      </a:cubicBezTo>
                      <a:lnTo>
                        <a:pt x="77057" y="49911"/>
                      </a:lnTo>
                      <a:lnTo>
                        <a:pt x="77914" y="53150"/>
                      </a:lnTo>
                      <a:cubicBezTo>
                        <a:pt x="77914" y="53150"/>
                        <a:pt x="78200" y="53340"/>
                        <a:pt x="78200" y="53721"/>
                      </a:cubicBezTo>
                      <a:lnTo>
                        <a:pt x="79343" y="56674"/>
                      </a:lnTo>
                      <a:close/>
                      <a:moveTo>
                        <a:pt x="77819" y="92964"/>
                      </a:moveTo>
                      <a:cubicBezTo>
                        <a:pt x="79438" y="92964"/>
                        <a:pt x="80010" y="92488"/>
                        <a:pt x="79724" y="91535"/>
                      </a:cubicBezTo>
                      <a:cubicBezTo>
                        <a:pt x="79438" y="90583"/>
                        <a:pt x="79629" y="89916"/>
                        <a:pt x="80200" y="89535"/>
                      </a:cubicBezTo>
                      <a:lnTo>
                        <a:pt x="77819" y="89535"/>
                      </a:lnTo>
                      <a:lnTo>
                        <a:pt x="77819" y="92964"/>
                      </a:lnTo>
                      <a:close/>
                      <a:moveTo>
                        <a:pt x="133540" y="107633"/>
                      </a:moveTo>
                      <a:lnTo>
                        <a:pt x="134683" y="48387"/>
                      </a:lnTo>
                      <a:lnTo>
                        <a:pt x="130302" y="45148"/>
                      </a:lnTo>
                      <a:cubicBezTo>
                        <a:pt x="129540" y="41815"/>
                        <a:pt x="127159" y="39434"/>
                        <a:pt x="123349" y="37814"/>
                      </a:cubicBezTo>
                      <a:cubicBezTo>
                        <a:pt x="115919" y="35052"/>
                        <a:pt x="112109" y="33719"/>
                        <a:pt x="112014" y="33719"/>
                      </a:cubicBezTo>
                      <a:lnTo>
                        <a:pt x="109919" y="24670"/>
                      </a:lnTo>
                      <a:cubicBezTo>
                        <a:pt x="108585" y="25051"/>
                        <a:pt x="107156" y="26765"/>
                        <a:pt x="105728" y="29813"/>
                      </a:cubicBezTo>
                      <a:cubicBezTo>
                        <a:pt x="104204" y="32861"/>
                        <a:pt x="102679" y="34290"/>
                        <a:pt x="100965" y="34290"/>
                      </a:cubicBezTo>
                      <a:cubicBezTo>
                        <a:pt x="100394" y="34290"/>
                        <a:pt x="99631" y="34100"/>
                        <a:pt x="98584" y="33719"/>
                      </a:cubicBezTo>
                      <a:lnTo>
                        <a:pt x="99441" y="31433"/>
                      </a:lnTo>
                      <a:lnTo>
                        <a:pt x="97060" y="31433"/>
                      </a:lnTo>
                      <a:lnTo>
                        <a:pt x="98488" y="34671"/>
                      </a:lnTo>
                      <a:cubicBezTo>
                        <a:pt x="97917" y="35052"/>
                        <a:pt x="96869" y="36195"/>
                        <a:pt x="95250" y="38005"/>
                      </a:cubicBezTo>
                      <a:cubicBezTo>
                        <a:pt x="93726" y="39910"/>
                        <a:pt x="92297" y="40767"/>
                        <a:pt x="90964" y="40767"/>
                      </a:cubicBezTo>
                      <a:cubicBezTo>
                        <a:pt x="90297" y="40767"/>
                        <a:pt x="89725" y="40767"/>
                        <a:pt x="89154" y="40481"/>
                      </a:cubicBezTo>
                      <a:cubicBezTo>
                        <a:pt x="88963" y="42958"/>
                        <a:pt x="88297" y="46768"/>
                        <a:pt x="87058" y="51816"/>
                      </a:cubicBezTo>
                      <a:cubicBezTo>
                        <a:pt x="86296" y="51245"/>
                        <a:pt x="85915" y="50578"/>
                        <a:pt x="85915" y="49816"/>
                      </a:cubicBezTo>
                      <a:lnTo>
                        <a:pt x="83344" y="49816"/>
                      </a:lnTo>
                      <a:cubicBezTo>
                        <a:pt x="82582" y="50578"/>
                        <a:pt x="82201" y="51340"/>
                        <a:pt x="82201" y="52197"/>
                      </a:cubicBezTo>
                      <a:cubicBezTo>
                        <a:pt x="82201" y="52769"/>
                        <a:pt x="82487" y="53626"/>
                        <a:pt x="82963" y="54864"/>
                      </a:cubicBezTo>
                      <a:cubicBezTo>
                        <a:pt x="83439" y="56007"/>
                        <a:pt x="83725" y="56864"/>
                        <a:pt x="83725" y="57436"/>
                      </a:cubicBezTo>
                      <a:cubicBezTo>
                        <a:pt x="83725" y="58388"/>
                        <a:pt x="83344" y="59150"/>
                        <a:pt x="82582" y="59817"/>
                      </a:cubicBezTo>
                      <a:cubicBezTo>
                        <a:pt x="83344" y="61341"/>
                        <a:pt x="84296" y="62103"/>
                        <a:pt x="85535" y="62103"/>
                      </a:cubicBezTo>
                      <a:cubicBezTo>
                        <a:pt x="86106" y="62103"/>
                        <a:pt x="86868" y="61913"/>
                        <a:pt x="87821" y="61531"/>
                      </a:cubicBezTo>
                      <a:cubicBezTo>
                        <a:pt x="88773" y="61151"/>
                        <a:pt x="89630" y="60960"/>
                        <a:pt x="90202" y="60960"/>
                      </a:cubicBezTo>
                      <a:cubicBezTo>
                        <a:pt x="91345" y="60960"/>
                        <a:pt x="92297" y="61722"/>
                        <a:pt x="93154" y="63246"/>
                      </a:cubicBezTo>
                      <a:cubicBezTo>
                        <a:pt x="92202" y="65151"/>
                        <a:pt x="91154" y="66199"/>
                        <a:pt x="89916" y="66199"/>
                      </a:cubicBezTo>
                      <a:cubicBezTo>
                        <a:pt x="89345" y="66199"/>
                        <a:pt x="88582" y="66008"/>
                        <a:pt x="87630" y="65627"/>
                      </a:cubicBezTo>
                      <a:cubicBezTo>
                        <a:pt x="86678" y="65246"/>
                        <a:pt x="85915" y="65056"/>
                        <a:pt x="85344" y="65056"/>
                      </a:cubicBezTo>
                      <a:cubicBezTo>
                        <a:pt x="84772" y="65056"/>
                        <a:pt x="84201" y="65246"/>
                        <a:pt x="83629" y="65627"/>
                      </a:cubicBezTo>
                      <a:cubicBezTo>
                        <a:pt x="84011" y="66199"/>
                        <a:pt x="84201" y="66770"/>
                        <a:pt x="84201" y="67437"/>
                      </a:cubicBezTo>
                      <a:cubicBezTo>
                        <a:pt x="84201" y="68104"/>
                        <a:pt x="84011" y="68771"/>
                        <a:pt x="83629" y="69628"/>
                      </a:cubicBezTo>
                      <a:cubicBezTo>
                        <a:pt x="83248" y="70485"/>
                        <a:pt x="83058" y="71152"/>
                        <a:pt x="83058" y="71533"/>
                      </a:cubicBezTo>
                      <a:cubicBezTo>
                        <a:pt x="83058" y="72485"/>
                        <a:pt x="83725" y="73152"/>
                        <a:pt x="85058" y="73533"/>
                      </a:cubicBezTo>
                      <a:lnTo>
                        <a:pt x="82772" y="75914"/>
                      </a:lnTo>
                      <a:cubicBezTo>
                        <a:pt x="83534" y="77057"/>
                        <a:pt x="83915" y="79248"/>
                        <a:pt x="83915" y="82296"/>
                      </a:cubicBezTo>
                      <a:lnTo>
                        <a:pt x="83915" y="91630"/>
                      </a:lnTo>
                      <a:cubicBezTo>
                        <a:pt x="83915" y="99060"/>
                        <a:pt x="85439" y="104013"/>
                        <a:pt x="88582" y="106775"/>
                      </a:cubicBezTo>
                      <a:cubicBezTo>
                        <a:pt x="88963" y="107728"/>
                        <a:pt x="88773" y="108776"/>
                        <a:pt x="88011" y="109919"/>
                      </a:cubicBezTo>
                      <a:lnTo>
                        <a:pt x="86296" y="113157"/>
                      </a:lnTo>
                      <a:cubicBezTo>
                        <a:pt x="88011" y="113157"/>
                        <a:pt x="89154" y="113538"/>
                        <a:pt x="89535" y="114300"/>
                      </a:cubicBezTo>
                      <a:cubicBezTo>
                        <a:pt x="89725" y="115443"/>
                        <a:pt x="89059" y="116205"/>
                        <a:pt x="87630" y="116491"/>
                      </a:cubicBezTo>
                      <a:cubicBezTo>
                        <a:pt x="86201" y="116777"/>
                        <a:pt x="85344" y="117158"/>
                        <a:pt x="85154" y="117538"/>
                      </a:cubicBezTo>
                      <a:cubicBezTo>
                        <a:pt x="85725" y="118681"/>
                        <a:pt x="86392" y="119253"/>
                        <a:pt x="87154" y="119253"/>
                      </a:cubicBezTo>
                      <a:cubicBezTo>
                        <a:pt x="87725" y="119253"/>
                        <a:pt x="88582" y="118586"/>
                        <a:pt x="89630" y="117253"/>
                      </a:cubicBezTo>
                      <a:cubicBezTo>
                        <a:pt x="90678" y="115919"/>
                        <a:pt x="91440" y="115157"/>
                        <a:pt x="91821" y="115157"/>
                      </a:cubicBezTo>
                      <a:cubicBezTo>
                        <a:pt x="92583" y="115157"/>
                        <a:pt x="93345" y="116396"/>
                        <a:pt x="94107" y="118967"/>
                      </a:cubicBezTo>
                      <a:lnTo>
                        <a:pt x="96488" y="116681"/>
                      </a:lnTo>
                      <a:cubicBezTo>
                        <a:pt x="98774" y="117443"/>
                        <a:pt x="100870" y="119348"/>
                        <a:pt x="102584" y="122492"/>
                      </a:cubicBezTo>
                      <a:cubicBezTo>
                        <a:pt x="103537" y="124587"/>
                        <a:pt x="104585" y="126778"/>
                        <a:pt x="105537" y="128873"/>
                      </a:cubicBezTo>
                      <a:cubicBezTo>
                        <a:pt x="108013" y="129064"/>
                        <a:pt x="110014" y="128397"/>
                        <a:pt x="111347" y="126873"/>
                      </a:cubicBezTo>
                      <a:cubicBezTo>
                        <a:pt x="112681" y="125349"/>
                        <a:pt x="114586" y="124492"/>
                        <a:pt x="116872" y="124492"/>
                      </a:cubicBezTo>
                      <a:cubicBezTo>
                        <a:pt x="117634" y="125825"/>
                        <a:pt x="117920" y="126683"/>
                        <a:pt x="117729" y="126873"/>
                      </a:cubicBezTo>
                      <a:cubicBezTo>
                        <a:pt x="120491" y="125921"/>
                        <a:pt x="122968" y="122682"/>
                        <a:pt x="125254" y="117253"/>
                      </a:cubicBezTo>
                      <a:cubicBezTo>
                        <a:pt x="127445" y="111823"/>
                        <a:pt x="130302" y="108585"/>
                        <a:pt x="133826" y="107633"/>
                      </a:cubicBezTo>
                      <a:close/>
                      <a:moveTo>
                        <a:pt x="96203" y="67056"/>
                      </a:moveTo>
                      <a:lnTo>
                        <a:pt x="92964" y="64389"/>
                      </a:lnTo>
                      <a:lnTo>
                        <a:pt x="96203" y="64389"/>
                      </a:lnTo>
                      <a:lnTo>
                        <a:pt x="96203" y="67056"/>
                      </a:lnTo>
                      <a:close/>
                      <a:moveTo>
                        <a:pt x="93821" y="128016"/>
                      </a:moveTo>
                      <a:cubicBezTo>
                        <a:pt x="94583" y="128778"/>
                        <a:pt x="95250" y="129159"/>
                        <a:pt x="95821" y="129159"/>
                      </a:cubicBezTo>
                      <a:cubicBezTo>
                        <a:pt x="96393" y="129159"/>
                        <a:pt x="97060" y="128588"/>
                        <a:pt x="97917" y="127445"/>
                      </a:cubicBezTo>
                      <a:cubicBezTo>
                        <a:pt x="98679" y="126302"/>
                        <a:pt x="99536" y="125635"/>
                        <a:pt x="100489" y="125635"/>
                      </a:cubicBezTo>
                      <a:cubicBezTo>
                        <a:pt x="96964" y="124873"/>
                        <a:pt x="94774" y="125635"/>
                        <a:pt x="93726" y="128016"/>
                      </a:cubicBezTo>
                      <a:close/>
                      <a:moveTo>
                        <a:pt x="115729" y="119825"/>
                      </a:moveTo>
                      <a:lnTo>
                        <a:pt x="116586" y="118967"/>
                      </a:lnTo>
                      <a:lnTo>
                        <a:pt x="119824" y="119825"/>
                      </a:lnTo>
                      <a:lnTo>
                        <a:pt x="115729" y="119825"/>
                      </a:lnTo>
                      <a:close/>
                      <a:moveTo>
                        <a:pt x="130302" y="13430"/>
                      </a:moveTo>
                      <a:cubicBezTo>
                        <a:pt x="130873" y="14192"/>
                        <a:pt x="131540" y="14573"/>
                        <a:pt x="132302" y="14573"/>
                      </a:cubicBezTo>
                      <a:cubicBezTo>
                        <a:pt x="133255" y="14573"/>
                        <a:pt x="134493" y="14192"/>
                        <a:pt x="135827" y="13430"/>
                      </a:cubicBezTo>
                      <a:cubicBezTo>
                        <a:pt x="137160" y="12668"/>
                        <a:pt x="137922" y="12287"/>
                        <a:pt x="138113" y="12287"/>
                      </a:cubicBezTo>
                      <a:cubicBezTo>
                        <a:pt x="137541" y="11525"/>
                        <a:pt x="136779" y="11144"/>
                        <a:pt x="135827" y="11144"/>
                      </a:cubicBezTo>
                      <a:cubicBezTo>
                        <a:pt x="135255" y="11144"/>
                        <a:pt x="134303" y="11621"/>
                        <a:pt x="133064" y="12287"/>
                      </a:cubicBezTo>
                      <a:cubicBezTo>
                        <a:pt x="131731" y="13049"/>
                        <a:pt x="130873" y="13430"/>
                        <a:pt x="130302" y="13430"/>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 name="Google Shape;1459;p99"/>
                <p:cNvSpPr/>
                <p:nvPr/>
              </p:nvSpPr>
              <p:spPr>
                <a:xfrm>
                  <a:off x="6782466" y="4485036"/>
                  <a:ext cx="168306" cy="184308"/>
                </a:xfrm>
                <a:custGeom>
                  <a:avLst/>
                  <a:gdLst/>
                  <a:ahLst/>
                  <a:cxnLst/>
                  <a:rect l="l" t="t" r="r" b="b"/>
                  <a:pathLst>
                    <a:path w="168306" h="184308" extrusionOk="0">
                      <a:moveTo>
                        <a:pt x="131445" y="101727"/>
                      </a:moveTo>
                      <a:cubicBezTo>
                        <a:pt x="129445" y="104204"/>
                        <a:pt x="128968" y="107537"/>
                        <a:pt x="129826" y="111538"/>
                      </a:cubicBezTo>
                      <a:cubicBezTo>
                        <a:pt x="130683" y="115443"/>
                        <a:pt x="130492" y="118681"/>
                        <a:pt x="129159" y="120968"/>
                      </a:cubicBezTo>
                      <a:cubicBezTo>
                        <a:pt x="128588" y="125063"/>
                        <a:pt x="125825" y="129159"/>
                        <a:pt x="120777" y="133064"/>
                      </a:cubicBezTo>
                      <a:cubicBezTo>
                        <a:pt x="115824" y="137065"/>
                        <a:pt x="113347" y="140398"/>
                        <a:pt x="113347" y="143161"/>
                      </a:cubicBezTo>
                      <a:cubicBezTo>
                        <a:pt x="113347" y="144494"/>
                        <a:pt x="113633" y="145923"/>
                        <a:pt x="114205" y="147256"/>
                      </a:cubicBezTo>
                      <a:lnTo>
                        <a:pt x="115348" y="147256"/>
                      </a:lnTo>
                      <a:lnTo>
                        <a:pt x="115348" y="148685"/>
                      </a:lnTo>
                      <a:cubicBezTo>
                        <a:pt x="113252" y="147352"/>
                        <a:pt x="109252" y="146876"/>
                        <a:pt x="103632" y="147256"/>
                      </a:cubicBezTo>
                      <a:cubicBezTo>
                        <a:pt x="101822" y="151352"/>
                        <a:pt x="98965" y="153353"/>
                        <a:pt x="94869" y="153353"/>
                      </a:cubicBezTo>
                      <a:cubicBezTo>
                        <a:pt x="93726" y="153353"/>
                        <a:pt x="92107" y="153162"/>
                        <a:pt x="90202" y="152781"/>
                      </a:cubicBezTo>
                      <a:cubicBezTo>
                        <a:pt x="87630" y="152400"/>
                        <a:pt x="86106" y="152210"/>
                        <a:pt x="85534" y="152210"/>
                      </a:cubicBezTo>
                      <a:cubicBezTo>
                        <a:pt x="85534" y="151447"/>
                        <a:pt x="85058" y="150495"/>
                        <a:pt x="83915" y="149543"/>
                      </a:cubicBezTo>
                      <a:cubicBezTo>
                        <a:pt x="82867" y="148590"/>
                        <a:pt x="82201" y="147828"/>
                        <a:pt x="82010" y="147256"/>
                      </a:cubicBezTo>
                      <a:cubicBezTo>
                        <a:pt x="82582" y="152114"/>
                        <a:pt x="79820" y="156496"/>
                        <a:pt x="73914" y="160401"/>
                      </a:cubicBezTo>
                      <a:lnTo>
                        <a:pt x="70675" y="156877"/>
                      </a:lnTo>
                      <a:cubicBezTo>
                        <a:pt x="70104" y="157639"/>
                        <a:pt x="68866" y="158020"/>
                        <a:pt x="66865" y="158020"/>
                      </a:cubicBezTo>
                      <a:lnTo>
                        <a:pt x="68294" y="156877"/>
                      </a:lnTo>
                      <a:cubicBezTo>
                        <a:pt x="67532" y="156115"/>
                        <a:pt x="66675" y="155734"/>
                        <a:pt x="65913" y="155734"/>
                      </a:cubicBezTo>
                      <a:cubicBezTo>
                        <a:pt x="65341" y="155734"/>
                        <a:pt x="64484" y="156115"/>
                        <a:pt x="63341" y="156686"/>
                      </a:cubicBezTo>
                      <a:cubicBezTo>
                        <a:pt x="62198" y="157353"/>
                        <a:pt x="61436" y="157829"/>
                        <a:pt x="60960" y="158020"/>
                      </a:cubicBezTo>
                      <a:lnTo>
                        <a:pt x="62389" y="156877"/>
                      </a:lnTo>
                      <a:cubicBezTo>
                        <a:pt x="60674" y="156115"/>
                        <a:pt x="57340" y="155734"/>
                        <a:pt x="52483" y="156020"/>
                      </a:cubicBezTo>
                      <a:cubicBezTo>
                        <a:pt x="48578" y="156020"/>
                        <a:pt x="45339" y="154781"/>
                        <a:pt x="42577" y="152210"/>
                      </a:cubicBezTo>
                      <a:cubicBezTo>
                        <a:pt x="35052" y="149447"/>
                        <a:pt x="26003" y="143732"/>
                        <a:pt x="15430" y="134969"/>
                      </a:cubicBezTo>
                      <a:cubicBezTo>
                        <a:pt x="16002" y="134779"/>
                        <a:pt x="16288" y="133636"/>
                        <a:pt x="16288" y="131445"/>
                      </a:cubicBezTo>
                      <a:cubicBezTo>
                        <a:pt x="12954" y="129730"/>
                        <a:pt x="10192" y="126206"/>
                        <a:pt x="7811" y="120968"/>
                      </a:cubicBezTo>
                      <a:cubicBezTo>
                        <a:pt x="5048" y="114586"/>
                        <a:pt x="2953" y="110490"/>
                        <a:pt x="1429" y="108680"/>
                      </a:cubicBezTo>
                      <a:lnTo>
                        <a:pt x="0" y="4858"/>
                      </a:lnTo>
                      <a:lnTo>
                        <a:pt x="3810" y="191"/>
                      </a:lnTo>
                      <a:cubicBezTo>
                        <a:pt x="9620" y="1334"/>
                        <a:pt x="20479" y="1334"/>
                        <a:pt x="36195" y="191"/>
                      </a:cubicBezTo>
                      <a:cubicBezTo>
                        <a:pt x="34480" y="1143"/>
                        <a:pt x="33528" y="2191"/>
                        <a:pt x="33528" y="3429"/>
                      </a:cubicBezTo>
                      <a:cubicBezTo>
                        <a:pt x="33528" y="4191"/>
                        <a:pt x="34195" y="5525"/>
                        <a:pt x="35433" y="7334"/>
                      </a:cubicBezTo>
                      <a:cubicBezTo>
                        <a:pt x="36671" y="9144"/>
                        <a:pt x="37243" y="10668"/>
                        <a:pt x="37052" y="11811"/>
                      </a:cubicBezTo>
                      <a:cubicBezTo>
                        <a:pt x="41148" y="13526"/>
                        <a:pt x="43148" y="17240"/>
                        <a:pt x="43148" y="22860"/>
                      </a:cubicBezTo>
                      <a:cubicBezTo>
                        <a:pt x="43148" y="24575"/>
                        <a:pt x="42863" y="27432"/>
                        <a:pt x="42386" y="31147"/>
                      </a:cubicBezTo>
                      <a:cubicBezTo>
                        <a:pt x="41910" y="34957"/>
                        <a:pt x="41624" y="37719"/>
                        <a:pt x="41624" y="39434"/>
                      </a:cubicBezTo>
                      <a:lnTo>
                        <a:pt x="39243" y="41815"/>
                      </a:lnTo>
                      <a:lnTo>
                        <a:pt x="42481" y="44196"/>
                      </a:lnTo>
                      <a:lnTo>
                        <a:pt x="43624" y="87916"/>
                      </a:lnTo>
                      <a:lnTo>
                        <a:pt x="40196" y="90202"/>
                      </a:lnTo>
                      <a:cubicBezTo>
                        <a:pt x="41148" y="92202"/>
                        <a:pt x="42100" y="97060"/>
                        <a:pt x="43148" y="104775"/>
                      </a:cubicBezTo>
                      <a:cubicBezTo>
                        <a:pt x="44101" y="111443"/>
                        <a:pt x="45815" y="116014"/>
                        <a:pt x="48387" y="118491"/>
                      </a:cubicBezTo>
                      <a:cubicBezTo>
                        <a:pt x="49149" y="119444"/>
                        <a:pt x="50387" y="119920"/>
                        <a:pt x="52197" y="119920"/>
                      </a:cubicBezTo>
                      <a:lnTo>
                        <a:pt x="56579" y="119920"/>
                      </a:lnTo>
                      <a:cubicBezTo>
                        <a:pt x="60484" y="124587"/>
                        <a:pt x="62674" y="129540"/>
                        <a:pt x="63341" y="134779"/>
                      </a:cubicBezTo>
                      <a:cubicBezTo>
                        <a:pt x="62579" y="129540"/>
                        <a:pt x="64294" y="126302"/>
                        <a:pt x="68580" y="125159"/>
                      </a:cubicBezTo>
                      <a:cubicBezTo>
                        <a:pt x="74009" y="123825"/>
                        <a:pt x="77248" y="122015"/>
                        <a:pt x="78200" y="119920"/>
                      </a:cubicBezTo>
                      <a:cubicBezTo>
                        <a:pt x="81153" y="120110"/>
                        <a:pt x="83058" y="119063"/>
                        <a:pt x="84011" y="116681"/>
                      </a:cubicBezTo>
                      <a:cubicBezTo>
                        <a:pt x="85344" y="113633"/>
                        <a:pt x="86582" y="111633"/>
                        <a:pt x="87821" y="110871"/>
                      </a:cubicBezTo>
                      <a:lnTo>
                        <a:pt x="95345" y="108490"/>
                      </a:lnTo>
                      <a:lnTo>
                        <a:pt x="91249" y="105823"/>
                      </a:lnTo>
                      <a:cubicBezTo>
                        <a:pt x="91821" y="83248"/>
                        <a:pt x="92107" y="49911"/>
                        <a:pt x="92107" y="5810"/>
                      </a:cubicBezTo>
                      <a:cubicBezTo>
                        <a:pt x="96203" y="1905"/>
                        <a:pt x="102394" y="0"/>
                        <a:pt x="110776" y="0"/>
                      </a:cubicBezTo>
                      <a:cubicBezTo>
                        <a:pt x="111347" y="0"/>
                        <a:pt x="117062" y="476"/>
                        <a:pt x="128016" y="1429"/>
                      </a:cubicBezTo>
                      <a:cubicBezTo>
                        <a:pt x="128016" y="5525"/>
                        <a:pt x="128397" y="11144"/>
                        <a:pt x="129064" y="18193"/>
                      </a:cubicBezTo>
                      <a:cubicBezTo>
                        <a:pt x="129730" y="25241"/>
                        <a:pt x="130112" y="30480"/>
                        <a:pt x="130112" y="33814"/>
                      </a:cubicBezTo>
                      <a:cubicBezTo>
                        <a:pt x="130112" y="38291"/>
                        <a:pt x="129730" y="42386"/>
                        <a:pt x="128968" y="46101"/>
                      </a:cubicBezTo>
                      <a:cubicBezTo>
                        <a:pt x="130873" y="47244"/>
                        <a:pt x="131826" y="48673"/>
                        <a:pt x="131826" y="50197"/>
                      </a:cubicBezTo>
                      <a:cubicBezTo>
                        <a:pt x="131826" y="51340"/>
                        <a:pt x="130873" y="53150"/>
                        <a:pt x="128968" y="55436"/>
                      </a:cubicBezTo>
                      <a:cubicBezTo>
                        <a:pt x="126968" y="57721"/>
                        <a:pt x="126016" y="59627"/>
                        <a:pt x="126016" y="60960"/>
                      </a:cubicBezTo>
                      <a:cubicBezTo>
                        <a:pt x="126016" y="62484"/>
                        <a:pt x="127349" y="64103"/>
                        <a:pt x="130112" y="65627"/>
                      </a:cubicBezTo>
                      <a:cubicBezTo>
                        <a:pt x="129349" y="67628"/>
                        <a:pt x="128968" y="69628"/>
                        <a:pt x="128968" y="71723"/>
                      </a:cubicBezTo>
                      <a:cubicBezTo>
                        <a:pt x="128968" y="73438"/>
                        <a:pt x="129254" y="76010"/>
                        <a:pt x="129921" y="79438"/>
                      </a:cubicBezTo>
                      <a:cubicBezTo>
                        <a:pt x="130588" y="82868"/>
                        <a:pt x="130969" y="85344"/>
                        <a:pt x="130969" y="86868"/>
                      </a:cubicBezTo>
                      <a:cubicBezTo>
                        <a:pt x="130969" y="90202"/>
                        <a:pt x="130016" y="93154"/>
                        <a:pt x="128111" y="95917"/>
                      </a:cubicBezTo>
                      <a:cubicBezTo>
                        <a:pt x="128111" y="99060"/>
                        <a:pt x="128397" y="100870"/>
                        <a:pt x="128968" y="101441"/>
                      </a:cubicBezTo>
                      <a:lnTo>
                        <a:pt x="131254" y="101441"/>
                      </a:lnTo>
                      <a:close/>
                      <a:moveTo>
                        <a:pt x="17431" y="71723"/>
                      </a:moveTo>
                      <a:lnTo>
                        <a:pt x="17431" y="62675"/>
                      </a:lnTo>
                      <a:lnTo>
                        <a:pt x="15716" y="62675"/>
                      </a:lnTo>
                      <a:cubicBezTo>
                        <a:pt x="14954" y="62675"/>
                        <a:pt x="14478" y="62294"/>
                        <a:pt x="14288" y="61531"/>
                      </a:cubicBezTo>
                      <a:cubicBezTo>
                        <a:pt x="13906" y="62484"/>
                        <a:pt x="13335" y="63437"/>
                        <a:pt x="12573" y="64389"/>
                      </a:cubicBezTo>
                      <a:cubicBezTo>
                        <a:pt x="11811" y="65437"/>
                        <a:pt x="11430" y="66104"/>
                        <a:pt x="11430" y="66485"/>
                      </a:cubicBezTo>
                      <a:cubicBezTo>
                        <a:pt x="11430" y="67246"/>
                        <a:pt x="12097" y="68199"/>
                        <a:pt x="13430" y="69342"/>
                      </a:cubicBezTo>
                      <a:cubicBezTo>
                        <a:pt x="13811" y="68961"/>
                        <a:pt x="14097" y="68580"/>
                        <a:pt x="14288" y="68199"/>
                      </a:cubicBezTo>
                      <a:cubicBezTo>
                        <a:pt x="13716" y="66294"/>
                        <a:pt x="13430" y="65151"/>
                        <a:pt x="13430" y="64961"/>
                      </a:cubicBezTo>
                      <a:cubicBezTo>
                        <a:pt x="13430" y="63627"/>
                        <a:pt x="14192" y="62865"/>
                        <a:pt x="15812" y="62675"/>
                      </a:cubicBezTo>
                      <a:lnTo>
                        <a:pt x="16669" y="62675"/>
                      </a:lnTo>
                      <a:lnTo>
                        <a:pt x="17526" y="71723"/>
                      </a:lnTo>
                      <a:close/>
                      <a:moveTo>
                        <a:pt x="31432" y="68199"/>
                      </a:moveTo>
                      <a:cubicBezTo>
                        <a:pt x="31432" y="68199"/>
                        <a:pt x="31528" y="67913"/>
                        <a:pt x="30575" y="67342"/>
                      </a:cubicBezTo>
                      <a:cubicBezTo>
                        <a:pt x="29623" y="66770"/>
                        <a:pt x="29146" y="64770"/>
                        <a:pt x="29146" y="61531"/>
                      </a:cubicBezTo>
                      <a:lnTo>
                        <a:pt x="30575" y="61531"/>
                      </a:lnTo>
                      <a:lnTo>
                        <a:pt x="30575" y="59246"/>
                      </a:lnTo>
                      <a:lnTo>
                        <a:pt x="24765" y="62770"/>
                      </a:lnTo>
                      <a:cubicBezTo>
                        <a:pt x="26670" y="63722"/>
                        <a:pt x="27241" y="65246"/>
                        <a:pt x="26479" y="67437"/>
                      </a:cubicBezTo>
                      <a:cubicBezTo>
                        <a:pt x="25908" y="67437"/>
                        <a:pt x="25622" y="67723"/>
                        <a:pt x="25622" y="68294"/>
                      </a:cubicBezTo>
                      <a:lnTo>
                        <a:pt x="26479" y="67437"/>
                      </a:lnTo>
                      <a:cubicBezTo>
                        <a:pt x="27051" y="67246"/>
                        <a:pt x="28480" y="67437"/>
                        <a:pt x="30575" y="67723"/>
                      </a:cubicBezTo>
                      <a:cubicBezTo>
                        <a:pt x="30956" y="68104"/>
                        <a:pt x="31242" y="68294"/>
                        <a:pt x="31432" y="68294"/>
                      </a:cubicBezTo>
                      <a:close/>
                      <a:moveTo>
                        <a:pt x="80677" y="141732"/>
                      </a:moveTo>
                      <a:lnTo>
                        <a:pt x="84201" y="146399"/>
                      </a:lnTo>
                      <a:lnTo>
                        <a:pt x="83058" y="141732"/>
                      </a:lnTo>
                      <a:lnTo>
                        <a:pt x="80677" y="141732"/>
                      </a:lnTo>
                      <a:close/>
                      <a:moveTo>
                        <a:pt x="87916" y="131540"/>
                      </a:moveTo>
                      <a:lnTo>
                        <a:pt x="87916" y="129254"/>
                      </a:lnTo>
                      <a:lnTo>
                        <a:pt x="86487" y="128397"/>
                      </a:lnTo>
                      <a:lnTo>
                        <a:pt x="87916" y="131636"/>
                      </a:lnTo>
                      <a:close/>
                      <a:moveTo>
                        <a:pt x="95250" y="166878"/>
                      </a:moveTo>
                      <a:cubicBezTo>
                        <a:pt x="95250" y="166878"/>
                        <a:pt x="94583" y="166688"/>
                        <a:pt x="94583" y="166306"/>
                      </a:cubicBezTo>
                      <a:lnTo>
                        <a:pt x="95250" y="166878"/>
                      </a:lnTo>
                      <a:close/>
                      <a:moveTo>
                        <a:pt x="95250" y="166878"/>
                      </a:moveTo>
                      <a:cubicBezTo>
                        <a:pt x="95250" y="166878"/>
                        <a:pt x="96774" y="167450"/>
                        <a:pt x="98774" y="168021"/>
                      </a:cubicBezTo>
                      <a:cubicBezTo>
                        <a:pt x="100108" y="168212"/>
                        <a:pt x="100774" y="168688"/>
                        <a:pt x="100774" y="169450"/>
                      </a:cubicBezTo>
                      <a:cubicBezTo>
                        <a:pt x="100774" y="170021"/>
                        <a:pt x="100298" y="170783"/>
                        <a:pt x="99346" y="171736"/>
                      </a:cubicBezTo>
                      <a:lnTo>
                        <a:pt x="95250" y="166783"/>
                      </a:lnTo>
                      <a:close/>
                      <a:moveTo>
                        <a:pt x="97822" y="133921"/>
                      </a:moveTo>
                      <a:lnTo>
                        <a:pt x="101346" y="133921"/>
                      </a:lnTo>
                      <a:cubicBezTo>
                        <a:pt x="100584" y="132779"/>
                        <a:pt x="100298" y="131921"/>
                        <a:pt x="100489" y="131540"/>
                      </a:cubicBezTo>
                      <a:lnTo>
                        <a:pt x="97822" y="131540"/>
                      </a:lnTo>
                      <a:lnTo>
                        <a:pt x="97822" y="133921"/>
                      </a:lnTo>
                      <a:close/>
                      <a:moveTo>
                        <a:pt x="99250" y="175355"/>
                      </a:moveTo>
                      <a:cubicBezTo>
                        <a:pt x="100393" y="174974"/>
                        <a:pt x="102013" y="175641"/>
                        <a:pt x="103918" y="177355"/>
                      </a:cubicBezTo>
                      <a:cubicBezTo>
                        <a:pt x="104870" y="178118"/>
                        <a:pt x="105823" y="179070"/>
                        <a:pt x="106775" y="180022"/>
                      </a:cubicBezTo>
                      <a:cubicBezTo>
                        <a:pt x="105251" y="180022"/>
                        <a:pt x="103632" y="179261"/>
                        <a:pt x="102013" y="177737"/>
                      </a:cubicBezTo>
                      <a:cubicBezTo>
                        <a:pt x="100393" y="176117"/>
                        <a:pt x="99441" y="175355"/>
                        <a:pt x="99250" y="175355"/>
                      </a:cubicBezTo>
                      <a:close/>
                      <a:moveTo>
                        <a:pt x="118491" y="22574"/>
                      </a:moveTo>
                      <a:cubicBezTo>
                        <a:pt x="117729" y="22193"/>
                        <a:pt x="116872" y="22288"/>
                        <a:pt x="116014" y="22860"/>
                      </a:cubicBezTo>
                      <a:cubicBezTo>
                        <a:pt x="115157" y="23431"/>
                        <a:pt x="114490" y="23622"/>
                        <a:pt x="114109" y="23431"/>
                      </a:cubicBezTo>
                      <a:cubicBezTo>
                        <a:pt x="115062" y="23813"/>
                        <a:pt x="116110" y="24003"/>
                        <a:pt x="117062" y="24003"/>
                      </a:cubicBezTo>
                      <a:cubicBezTo>
                        <a:pt x="118967" y="24003"/>
                        <a:pt x="119443" y="23527"/>
                        <a:pt x="118491" y="22574"/>
                      </a:cubicBezTo>
                      <a:close/>
                      <a:moveTo>
                        <a:pt x="118491" y="160496"/>
                      </a:moveTo>
                      <a:lnTo>
                        <a:pt x="118491" y="162782"/>
                      </a:lnTo>
                      <a:lnTo>
                        <a:pt x="114109" y="162782"/>
                      </a:lnTo>
                      <a:cubicBezTo>
                        <a:pt x="114490" y="162211"/>
                        <a:pt x="115919" y="161449"/>
                        <a:pt x="118491" y="160496"/>
                      </a:cubicBezTo>
                      <a:close/>
                      <a:moveTo>
                        <a:pt x="115348" y="117920"/>
                      </a:moveTo>
                      <a:cubicBezTo>
                        <a:pt x="117634" y="117920"/>
                        <a:pt x="120015" y="116777"/>
                        <a:pt x="122301" y="114395"/>
                      </a:cubicBezTo>
                      <a:cubicBezTo>
                        <a:pt x="121158" y="113824"/>
                        <a:pt x="119920" y="114205"/>
                        <a:pt x="118491" y="115634"/>
                      </a:cubicBezTo>
                      <a:cubicBezTo>
                        <a:pt x="117157" y="117062"/>
                        <a:pt x="116110" y="117824"/>
                        <a:pt x="115348" y="117824"/>
                      </a:cubicBezTo>
                      <a:close/>
                      <a:moveTo>
                        <a:pt x="118491" y="167164"/>
                      </a:moveTo>
                      <a:lnTo>
                        <a:pt x="120015" y="170307"/>
                      </a:lnTo>
                      <a:lnTo>
                        <a:pt x="116491" y="167164"/>
                      </a:lnTo>
                      <a:lnTo>
                        <a:pt x="118491" y="167164"/>
                      </a:lnTo>
                      <a:close/>
                      <a:moveTo>
                        <a:pt x="120015" y="180880"/>
                      </a:moveTo>
                      <a:cubicBezTo>
                        <a:pt x="119824" y="181451"/>
                        <a:pt x="120587" y="182594"/>
                        <a:pt x="122301" y="184309"/>
                      </a:cubicBezTo>
                      <a:lnTo>
                        <a:pt x="118491" y="184309"/>
                      </a:lnTo>
                      <a:lnTo>
                        <a:pt x="118491" y="180880"/>
                      </a:lnTo>
                      <a:lnTo>
                        <a:pt x="120015" y="180880"/>
                      </a:lnTo>
                      <a:close/>
                      <a:moveTo>
                        <a:pt x="123539" y="167164"/>
                      </a:moveTo>
                      <a:cubicBezTo>
                        <a:pt x="123920" y="168116"/>
                        <a:pt x="124682" y="168593"/>
                        <a:pt x="125921" y="168593"/>
                      </a:cubicBezTo>
                      <a:lnTo>
                        <a:pt x="125921" y="169450"/>
                      </a:lnTo>
                      <a:lnTo>
                        <a:pt x="122396" y="169450"/>
                      </a:lnTo>
                      <a:lnTo>
                        <a:pt x="123539" y="167164"/>
                      </a:lnTo>
                      <a:close/>
                      <a:moveTo>
                        <a:pt x="123539" y="154591"/>
                      </a:moveTo>
                      <a:cubicBezTo>
                        <a:pt x="125921" y="153448"/>
                        <a:pt x="127159" y="152781"/>
                        <a:pt x="127349" y="152781"/>
                      </a:cubicBezTo>
                      <a:cubicBezTo>
                        <a:pt x="128111" y="152781"/>
                        <a:pt x="128397" y="153638"/>
                        <a:pt x="128206" y="155448"/>
                      </a:cubicBezTo>
                      <a:cubicBezTo>
                        <a:pt x="127445" y="156401"/>
                        <a:pt x="126587" y="156877"/>
                        <a:pt x="125921" y="156877"/>
                      </a:cubicBezTo>
                      <a:lnTo>
                        <a:pt x="123539" y="154591"/>
                      </a:lnTo>
                      <a:close/>
                      <a:moveTo>
                        <a:pt x="124396" y="140875"/>
                      </a:moveTo>
                      <a:cubicBezTo>
                        <a:pt x="124396" y="140875"/>
                        <a:pt x="124111" y="140494"/>
                        <a:pt x="124111" y="140303"/>
                      </a:cubicBezTo>
                      <a:cubicBezTo>
                        <a:pt x="124111" y="138303"/>
                        <a:pt x="125158" y="137351"/>
                        <a:pt x="127254" y="137351"/>
                      </a:cubicBezTo>
                      <a:cubicBezTo>
                        <a:pt x="127825" y="137351"/>
                        <a:pt x="128397" y="137636"/>
                        <a:pt x="129064" y="138208"/>
                      </a:cubicBezTo>
                      <a:lnTo>
                        <a:pt x="124396" y="140779"/>
                      </a:lnTo>
                      <a:close/>
                      <a:moveTo>
                        <a:pt x="130207" y="132683"/>
                      </a:moveTo>
                      <a:cubicBezTo>
                        <a:pt x="132112" y="131921"/>
                        <a:pt x="133731" y="132969"/>
                        <a:pt x="134874" y="135922"/>
                      </a:cubicBezTo>
                      <a:cubicBezTo>
                        <a:pt x="132683" y="134588"/>
                        <a:pt x="131540" y="133921"/>
                        <a:pt x="131350" y="133921"/>
                      </a:cubicBezTo>
                      <a:lnTo>
                        <a:pt x="130207" y="135064"/>
                      </a:lnTo>
                      <a:lnTo>
                        <a:pt x="130207" y="132779"/>
                      </a:lnTo>
                      <a:close/>
                      <a:moveTo>
                        <a:pt x="143923" y="124492"/>
                      </a:moveTo>
                      <a:cubicBezTo>
                        <a:pt x="143732" y="125254"/>
                        <a:pt x="144208" y="126016"/>
                        <a:pt x="145351" y="126873"/>
                      </a:cubicBezTo>
                      <a:cubicBezTo>
                        <a:pt x="144780" y="127826"/>
                        <a:pt x="143542" y="128302"/>
                        <a:pt x="141541" y="128302"/>
                      </a:cubicBezTo>
                      <a:lnTo>
                        <a:pt x="143923" y="124492"/>
                      </a:lnTo>
                      <a:close/>
                      <a:moveTo>
                        <a:pt x="148876" y="141732"/>
                      </a:moveTo>
                      <a:lnTo>
                        <a:pt x="149733" y="139732"/>
                      </a:lnTo>
                      <a:lnTo>
                        <a:pt x="152971" y="139732"/>
                      </a:lnTo>
                      <a:lnTo>
                        <a:pt x="148876" y="141732"/>
                      </a:lnTo>
                      <a:close/>
                      <a:moveTo>
                        <a:pt x="154400" y="161258"/>
                      </a:moveTo>
                      <a:lnTo>
                        <a:pt x="157067" y="161258"/>
                      </a:lnTo>
                      <a:cubicBezTo>
                        <a:pt x="155924" y="163639"/>
                        <a:pt x="155353" y="165354"/>
                        <a:pt x="155353" y="166497"/>
                      </a:cubicBezTo>
                      <a:lnTo>
                        <a:pt x="154496" y="161258"/>
                      </a:lnTo>
                      <a:close/>
                      <a:moveTo>
                        <a:pt x="155257" y="166497"/>
                      </a:moveTo>
                      <a:lnTo>
                        <a:pt x="155543" y="167069"/>
                      </a:lnTo>
                      <a:cubicBezTo>
                        <a:pt x="155543" y="167069"/>
                        <a:pt x="155257" y="166688"/>
                        <a:pt x="155257" y="166497"/>
                      </a:cubicBezTo>
                      <a:close/>
                      <a:moveTo>
                        <a:pt x="155543" y="112871"/>
                      </a:moveTo>
                      <a:lnTo>
                        <a:pt x="155543" y="109633"/>
                      </a:lnTo>
                      <a:lnTo>
                        <a:pt x="156972" y="109633"/>
                      </a:lnTo>
                      <a:lnTo>
                        <a:pt x="156972" y="112871"/>
                      </a:lnTo>
                      <a:lnTo>
                        <a:pt x="155543" y="112871"/>
                      </a:lnTo>
                      <a:close/>
                      <a:moveTo>
                        <a:pt x="157829" y="171736"/>
                      </a:moveTo>
                      <a:lnTo>
                        <a:pt x="157829" y="168497"/>
                      </a:lnTo>
                      <a:lnTo>
                        <a:pt x="158687" y="168497"/>
                      </a:lnTo>
                      <a:lnTo>
                        <a:pt x="158687" y="171736"/>
                      </a:lnTo>
                      <a:lnTo>
                        <a:pt x="157829" y="171736"/>
                      </a:lnTo>
                      <a:close/>
                      <a:moveTo>
                        <a:pt x="162496" y="145447"/>
                      </a:moveTo>
                      <a:lnTo>
                        <a:pt x="168307" y="141732"/>
                      </a:lnTo>
                      <a:lnTo>
                        <a:pt x="168307" y="143161"/>
                      </a:lnTo>
                      <a:lnTo>
                        <a:pt x="162496" y="145447"/>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 name="Google Shape;1460;p99"/>
                <p:cNvSpPr/>
                <p:nvPr/>
              </p:nvSpPr>
              <p:spPr>
                <a:xfrm>
                  <a:off x="6934580" y="4485036"/>
                  <a:ext cx="127158" cy="156114"/>
                </a:xfrm>
                <a:custGeom>
                  <a:avLst/>
                  <a:gdLst/>
                  <a:ahLst/>
                  <a:cxnLst/>
                  <a:rect l="l" t="t" r="r" b="b"/>
                  <a:pathLst>
                    <a:path w="127158" h="156114" extrusionOk="0">
                      <a:moveTo>
                        <a:pt x="110299" y="5429"/>
                      </a:moveTo>
                      <a:cubicBezTo>
                        <a:pt x="115919" y="5429"/>
                        <a:pt x="119634" y="8668"/>
                        <a:pt x="121349" y="15050"/>
                      </a:cubicBezTo>
                      <a:cubicBezTo>
                        <a:pt x="123635" y="23813"/>
                        <a:pt x="125634" y="28861"/>
                        <a:pt x="127159" y="30194"/>
                      </a:cubicBezTo>
                      <a:lnTo>
                        <a:pt x="126301" y="126778"/>
                      </a:lnTo>
                      <a:cubicBezTo>
                        <a:pt x="124206" y="128588"/>
                        <a:pt x="122110" y="132017"/>
                        <a:pt x="120301" y="137255"/>
                      </a:cubicBezTo>
                      <a:cubicBezTo>
                        <a:pt x="118491" y="142494"/>
                        <a:pt x="115824" y="146113"/>
                        <a:pt x="112585" y="148304"/>
                      </a:cubicBezTo>
                      <a:cubicBezTo>
                        <a:pt x="108490" y="148304"/>
                        <a:pt x="104775" y="150495"/>
                        <a:pt x="101251" y="154972"/>
                      </a:cubicBezTo>
                      <a:cubicBezTo>
                        <a:pt x="98774" y="154781"/>
                        <a:pt x="94869" y="154972"/>
                        <a:pt x="89535" y="155258"/>
                      </a:cubicBezTo>
                      <a:cubicBezTo>
                        <a:pt x="83343" y="155829"/>
                        <a:pt x="79058" y="156115"/>
                        <a:pt x="76676" y="156115"/>
                      </a:cubicBezTo>
                      <a:cubicBezTo>
                        <a:pt x="67913" y="156115"/>
                        <a:pt x="61436" y="153924"/>
                        <a:pt x="57150" y="149447"/>
                      </a:cubicBezTo>
                      <a:cubicBezTo>
                        <a:pt x="55626" y="152971"/>
                        <a:pt x="52864" y="154686"/>
                        <a:pt x="49054" y="154686"/>
                      </a:cubicBezTo>
                      <a:cubicBezTo>
                        <a:pt x="47720" y="154686"/>
                        <a:pt x="45434" y="154305"/>
                        <a:pt x="42196" y="153638"/>
                      </a:cubicBezTo>
                      <a:cubicBezTo>
                        <a:pt x="38957" y="152971"/>
                        <a:pt x="36671" y="152591"/>
                        <a:pt x="35052" y="152591"/>
                      </a:cubicBezTo>
                      <a:cubicBezTo>
                        <a:pt x="33718" y="152591"/>
                        <a:pt x="32575" y="152781"/>
                        <a:pt x="31528" y="153162"/>
                      </a:cubicBezTo>
                      <a:lnTo>
                        <a:pt x="32671" y="151733"/>
                      </a:lnTo>
                      <a:cubicBezTo>
                        <a:pt x="31718" y="150400"/>
                        <a:pt x="30385" y="149733"/>
                        <a:pt x="28861" y="149733"/>
                      </a:cubicBezTo>
                      <a:cubicBezTo>
                        <a:pt x="27908" y="149733"/>
                        <a:pt x="26479" y="150209"/>
                        <a:pt x="24670" y="151067"/>
                      </a:cubicBezTo>
                      <a:cubicBezTo>
                        <a:pt x="22765" y="151924"/>
                        <a:pt x="21431" y="152400"/>
                        <a:pt x="20669" y="152400"/>
                      </a:cubicBezTo>
                      <a:cubicBezTo>
                        <a:pt x="19717" y="152400"/>
                        <a:pt x="18859" y="151924"/>
                        <a:pt x="18097" y="150971"/>
                      </a:cubicBezTo>
                      <a:cubicBezTo>
                        <a:pt x="17145" y="152114"/>
                        <a:pt x="16097" y="152686"/>
                        <a:pt x="15145" y="152686"/>
                      </a:cubicBezTo>
                      <a:cubicBezTo>
                        <a:pt x="14002" y="152686"/>
                        <a:pt x="12859" y="151733"/>
                        <a:pt x="11621" y="149923"/>
                      </a:cubicBezTo>
                      <a:cubicBezTo>
                        <a:pt x="10478" y="148019"/>
                        <a:pt x="9811" y="147161"/>
                        <a:pt x="9620" y="147161"/>
                      </a:cubicBezTo>
                      <a:cubicBezTo>
                        <a:pt x="9239" y="147161"/>
                        <a:pt x="8954" y="148400"/>
                        <a:pt x="8763" y="150971"/>
                      </a:cubicBezTo>
                      <a:cubicBezTo>
                        <a:pt x="8191" y="148876"/>
                        <a:pt x="7239" y="147447"/>
                        <a:pt x="5810" y="146876"/>
                      </a:cubicBezTo>
                      <a:cubicBezTo>
                        <a:pt x="3905" y="146113"/>
                        <a:pt x="2476" y="144875"/>
                        <a:pt x="1429" y="143066"/>
                      </a:cubicBezTo>
                      <a:lnTo>
                        <a:pt x="2286" y="103727"/>
                      </a:lnTo>
                      <a:cubicBezTo>
                        <a:pt x="953" y="102394"/>
                        <a:pt x="667" y="99536"/>
                        <a:pt x="1714" y="95155"/>
                      </a:cubicBezTo>
                      <a:cubicBezTo>
                        <a:pt x="2762" y="90773"/>
                        <a:pt x="2096" y="87630"/>
                        <a:pt x="0" y="85725"/>
                      </a:cubicBezTo>
                      <a:cubicBezTo>
                        <a:pt x="1143" y="83439"/>
                        <a:pt x="1333" y="79153"/>
                        <a:pt x="571" y="73152"/>
                      </a:cubicBezTo>
                      <a:cubicBezTo>
                        <a:pt x="-191" y="67151"/>
                        <a:pt x="381" y="62770"/>
                        <a:pt x="2381" y="60008"/>
                      </a:cubicBezTo>
                      <a:cubicBezTo>
                        <a:pt x="1429" y="54197"/>
                        <a:pt x="857" y="51340"/>
                        <a:pt x="857" y="51530"/>
                      </a:cubicBezTo>
                      <a:cubicBezTo>
                        <a:pt x="857" y="48768"/>
                        <a:pt x="2096" y="47054"/>
                        <a:pt x="4667" y="46292"/>
                      </a:cubicBezTo>
                      <a:cubicBezTo>
                        <a:pt x="2762" y="45339"/>
                        <a:pt x="1714" y="43720"/>
                        <a:pt x="1714" y="41624"/>
                      </a:cubicBezTo>
                      <a:cubicBezTo>
                        <a:pt x="1714" y="41053"/>
                        <a:pt x="1714" y="40196"/>
                        <a:pt x="2000" y="39148"/>
                      </a:cubicBezTo>
                      <a:cubicBezTo>
                        <a:pt x="2191" y="38100"/>
                        <a:pt x="2286" y="37338"/>
                        <a:pt x="2286" y="36957"/>
                      </a:cubicBezTo>
                      <a:cubicBezTo>
                        <a:pt x="2286" y="36004"/>
                        <a:pt x="2000" y="35338"/>
                        <a:pt x="1429" y="34957"/>
                      </a:cubicBezTo>
                      <a:cubicBezTo>
                        <a:pt x="2953" y="34004"/>
                        <a:pt x="4096" y="32576"/>
                        <a:pt x="4667" y="30861"/>
                      </a:cubicBezTo>
                      <a:cubicBezTo>
                        <a:pt x="5810" y="28099"/>
                        <a:pt x="6858" y="26098"/>
                        <a:pt x="7906" y="24765"/>
                      </a:cubicBezTo>
                      <a:cubicBezTo>
                        <a:pt x="4000" y="24194"/>
                        <a:pt x="2096" y="22003"/>
                        <a:pt x="2096" y="18383"/>
                      </a:cubicBezTo>
                      <a:lnTo>
                        <a:pt x="2096" y="15145"/>
                      </a:lnTo>
                      <a:cubicBezTo>
                        <a:pt x="2286" y="13621"/>
                        <a:pt x="2381" y="12383"/>
                        <a:pt x="2381" y="11335"/>
                      </a:cubicBezTo>
                      <a:cubicBezTo>
                        <a:pt x="2381" y="9620"/>
                        <a:pt x="2096" y="8096"/>
                        <a:pt x="1524" y="6953"/>
                      </a:cubicBezTo>
                      <a:cubicBezTo>
                        <a:pt x="3620" y="3810"/>
                        <a:pt x="7144" y="2286"/>
                        <a:pt x="12001" y="2286"/>
                      </a:cubicBezTo>
                      <a:lnTo>
                        <a:pt x="18764" y="2286"/>
                      </a:lnTo>
                      <a:cubicBezTo>
                        <a:pt x="22670" y="2286"/>
                        <a:pt x="25717" y="1524"/>
                        <a:pt x="28099" y="0"/>
                      </a:cubicBezTo>
                      <a:cubicBezTo>
                        <a:pt x="33909" y="1524"/>
                        <a:pt x="40672" y="2286"/>
                        <a:pt x="48482" y="2286"/>
                      </a:cubicBezTo>
                      <a:cubicBezTo>
                        <a:pt x="52006" y="2286"/>
                        <a:pt x="57340" y="2000"/>
                        <a:pt x="64484" y="1524"/>
                      </a:cubicBezTo>
                      <a:cubicBezTo>
                        <a:pt x="71628" y="1048"/>
                        <a:pt x="77057" y="762"/>
                        <a:pt x="80486" y="762"/>
                      </a:cubicBezTo>
                      <a:cubicBezTo>
                        <a:pt x="84392" y="762"/>
                        <a:pt x="87916" y="953"/>
                        <a:pt x="90964" y="1334"/>
                      </a:cubicBezTo>
                      <a:cubicBezTo>
                        <a:pt x="92107" y="1714"/>
                        <a:pt x="94678" y="2858"/>
                        <a:pt x="98584" y="4858"/>
                      </a:cubicBezTo>
                      <a:cubicBezTo>
                        <a:pt x="101346" y="6191"/>
                        <a:pt x="103536" y="6858"/>
                        <a:pt x="105251" y="6858"/>
                      </a:cubicBezTo>
                      <a:cubicBezTo>
                        <a:pt x="106775" y="6858"/>
                        <a:pt x="108394" y="6382"/>
                        <a:pt x="110204" y="5429"/>
                      </a:cubicBezTo>
                      <a:close/>
                      <a:moveTo>
                        <a:pt x="4763" y="108395"/>
                      </a:moveTo>
                      <a:cubicBezTo>
                        <a:pt x="6477" y="108585"/>
                        <a:pt x="8382" y="108109"/>
                        <a:pt x="10287" y="106966"/>
                      </a:cubicBezTo>
                      <a:lnTo>
                        <a:pt x="7620" y="105537"/>
                      </a:lnTo>
                      <a:cubicBezTo>
                        <a:pt x="6667" y="104775"/>
                        <a:pt x="5715" y="104585"/>
                        <a:pt x="4667" y="104966"/>
                      </a:cubicBezTo>
                      <a:lnTo>
                        <a:pt x="4667" y="108490"/>
                      </a:lnTo>
                      <a:close/>
                      <a:moveTo>
                        <a:pt x="14668" y="20574"/>
                      </a:moveTo>
                      <a:cubicBezTo>
                        <a:pt x="12954" y="18860"/>
                        <a:pt x="11716" y="18097"/>
                        <a:pt x="11144" y="18288"/>
                      </a:cubicBezTo>
                      <a:lnTo>
                        <a:pt x="13525" y="22384"/>
                      </a:lnTo>
                      <a:cubicBezTo>
                        <a:pt x="13335" y="21812"/>
                        <a:pt x="13716" y="21241"/>
                        <a:pt x="14668" y="20574"/>
                      </a:cubicBezTo>
                      <a:close/>
                      <a:moveTo>
                        <a:pt x="11144" y="41529"/>
                      </a:moveTo>
                      <a:cubicBezTo>
                        <a:pt x="12287" y="41720"/>
                        <a:pt x="13525" y="41148"/>
                        <a:pt x="14668" y="39910"/>
                      </a:cubicBezTo>
                      <a:cubicBezTo>
                        <a:pt x="15812" y="38671"/>
                        <a:pt x="16192" y="37338"/>
                        <a:pt x="15812" y="36004"/>
                      </a:cubicBezTo>
                      <a:cubicBezTo>
                        <a:pt x="14859" y="35623"/>
                        <a:pt x="14192" y="35433"/>
                        <a:pt x="13811" y="35433"/>
                      </a:cubicBezTo>
                      <a:cubicBezTo>
                        <a:pt x="13049" y="35433"/>
                        <a:pt x="12478" y="36767"/>
                        <a:pt x="12287" y="39529"/>
                      </a:cubicBezTo>
                      <a:cubicBezTo>
                        <a:pt x="12097" y="40481"/>
                        <a:pt x="11716" y="41148"/>
                        <a:pt x="11144" y="41529"/>
                      </a:cubicBezTo>
                      <a:close/>
                      <a:moveTo>
                        <a:pt x="90202" y="71247"/>
                      </a:moveTo>
                      <a:cubicBezTo>
                        <a:pt x="87821" y="63532"/>
                        <a:pt x="87821" y="52102"/>
                        <a:pt x="90202" y="37147"/>
                      </a:cubicBezTo>
                      <a:cubicBezTo>
                        <a:pt x="87249" y="34004"/>
                        <a:pt x="81344" y="32480"/>
                        <a:pt x="72390" y="32480"/>
                      </a:cubicBezTo>
                      <a:lnTo>
                        <a:pt x="75628" y="26956"/>
                      </a:lnTo>
                      <a:cubicBezTo>
                        <a:pt x="74867" y="28480"/>
                        <a:pt x="72580" y="29242"/>
                        <a:pt x="68961" y="29242"/>
                      </a:cubicBezTo>
                      <a:cubicBezTo>
                        <a:pt x="68389" y="29242"/>
                        <a:pt x="67246" y="29242"/>
                        <a:pt x="65722" y="28956"/>
                      </a:cubicBezTo>
                      <a:lnTo>
                        <a:pt x="61912" y="28956"/>
                      </a:lnTo>
                      <a:cubicBezTo>
                        <a:pt x="56102" y="28956"/>
                        <a:pt x="52387" y="30480"/>
                        <a:pt x="50863" y="33623"/>
                      </a:cubicBezTo>
                      <a:cubicBezTo>
                        <a:pt x="49721" y="33242"/>
                        <a:pt x="48578" y="33052"/>
                        <a:pt x="47625" y="33052"/>
                      </a:cubicBezTo>
                      <a:cubicBezTo>
                        <a:pt x="45815" y="33052"/>
                        <a:pt x="43720" y="33814"/>
                        <a:pt x="41148" y="35338"/>
                      </a:cubicBezTo>
                      <a:cubicBezTo>
                        <a:pt x="38576" y="36862"/>
                        <a:pt x="36671" y="37624"/>
                        <a:pt x="35338" y="37624"/>
                      </a:cubicBezTo>
                      <a:cubicBezTo>
                        <a:pt x="34576" y="37624"/>
                        <a:pt x="33718" y="37433"/>
                        <a:pt x="32671" y="37052"/>
                      </a:cubicBezTo>
                      <a:cubicBezTo>
                        <a:pt x="33433" y="37814"/>
                        <a:pt x="33814" y="38481"/>
                        <a:pt x="33814" y="39053"/>
                      </a:cubicBezTo>
                      <a:cubicBezTo>
                        <a:pt x="33814" y="39624"/>
                        <a:pt x="32861" y="40100"/>
                        <a:pt x="31051" y="40386"/>
                      </a:cubicBezTo>
                      <a:cubicBezTo>
                        <a:pt x="29242" y="40672"/>
                        <a:pt x="28194" y="40958"/>
                        <a:pt x="28004" y="41434"/>
                      </a:cubicBezTo>
                      <a:cubicBezTo>
                        <a:pt x="26384" y="42577"/>
                        <a:pt x="25622" y="43529"/>
                        <a:pt x="25622" y="44291"/>
                      </a:cubicBezTo>
                      <a:cubicBezTo>
                        <a:pt x="25622" y="44863"/>
                        <a:pt x="26384" y="45815"/>
                        <a:pt x="28004" y="47054"/>
                      </a:cubicBezTo>
                      <a:cubicBezTo>
                        <a:pt x="29528" y="48292"/>
                        <a:pt x="30289" y="49435"/>
                        <a:pt x="30289" y="50387"/>
                      </a:cubicBezTo>
                      <a:lnTo>
                        <a:pt x="23908" y="52769"/>
                      </a:lnTo>
                      <a:cubicBezTo>
                        <a:pt x="24479" y="52578"/>
                        <a:pt x="25051" y="52483"/>
                        <a:pt x="25622" y="52483"/>
                      </a:cubicBezTo>
                      <a:cubicBezTo>
                        <a:pt x="26956" y="52483"/>
                        <a:pt x="28289" y="53626"/>
                        <a:pt x="29432" y="55817"/>
                      </a:cubicBezTo>
                      <a:cubicBezTo>
                        <a:pt x="30575" y="58007"/>
                        <a:pt x="31623" y="59341"/>
                        <a:pt x="32671" y="59722"/>
                      </a:cubicBezTo>
                      <a:cubicBezTo>
                        <a:pt x="36576" y="60293"/>
                        <a:pt x="38576" y="64008"/>
                        <a:pt x="38767" y="70771"/>
                      </a:cubicBezTo>
                      <a:cubicBezTo>
                        <a:pt x="38576" y="76486"/>
                        <a:pt x="38481" y="82105"/>
                        <a:pt x="38481" y="87725"/>
                      </a:cubicBezTo>
                      <a:cubicBezTo>
                        <a:pt x="38100" y="88297"/>
                        <a:pt x="37909" y="88868"/>
                        <a:pt x="37909" y="89440"/>
                      </a:cubicBezTo>
                      <a:cubicBezTo>
                        <a:pt x="37909" y="90011"/>
                        <a:pt x="38386" y="90773"/>
                        <a:pt x="39243" y="91726"/>
                      </a:cubicBezTo>
                      <a:cubicBezTo>
                        <a:pt x="40100" y="92773"/>
                        <a:pt x="40576" y="93440"/>
                        <a:pt x="40576" y="93821"/>
                      </a:cubicBezTo>
                      <a:cubicBezTo>
                        <a:pt x="40576" y="94202"/>
                        <a:pt x="40196" y="94679"/>
                        <a:pt x="39433" y="95250"/>
                      </a:cubicBezTo>
                      <a:cubicBezTo>
                        <a:pt x="36671" y="101632"/>
                        <a:pt x="36957" y="105442"/>
                        <a:pt x="40291" y="106585"/>
                      </a:cubicBezTo>
                      <a:lnTo>
                        <a:pt x="37052" y="108871"/>
                      </a:lnTo>
                      <a:cubicBezTo>
                        <a:pt x="38005" y="110014"/>
                        <a:pt x="38576" y="111443"/>
                        <a:pt x="38576" y="112967"/>
                      </a:cubicBezTo>
                      <a:lnTo>
                        <a:pt x="38576" y="115348"/>
                      </a:lnTo>
                      <a:cubicBezTo>
                        <a:pt x="38386" y="116300"/>
                        <a:pt x="38290" y="116967"/>
                        <a:pt x="38290" y="117348"/>
                      </a:cubicBezTo>
                      <a:cubicBezTo>
                        <a:pt x="38290" y="119634"/>
                        <a:pt x="39433" y="121444"/>
                        <a:pt x="41720" y="122587"/>
                      </a:cubicBezTo>
                      <a:cubicBezTo>
                        <a:pt x="44482" y="122777"/>
                        <a:pt x="48292" y="122301"/>
                        <a:pt x="53149" y="121158"/>
                      </a:cubicBezTo>
                      <a:cubicBezTo>
                        <a:pt x="55245" y="125254"/>
                        <a:pt x="57817" y="127254"/>
                        <a:pt x="60674" y="127254"/>
                      </a:cubicBezTo>
                      <a:cubicBezTo>
                        <a:pt x="62674" y="127254"/>
                        <a:pt x="65722" y="125921"/>
                        <a:pt x="69913" y="123158"/>
                      </a:cubicBezTo>
                      <a:cubicBezTo>
                        <a:pt x="74104" y="120396"/>
                        <a:pt x="77248" y="119063"/>
                        <a:pt x="79438" y="119063"/>
                      </a:cubicBezTo>
                      <a:cubicBezTo>
                        <a:pt x="81153" y="119063"/>
                        <a:pt x="82867" y="119825"/>
                        <a:pt x="84392" y="121158"/>
                      </a:cubicBezTo>
                      <a:cubicBezTo>
                        <a:pt x="87725" y="117634"/>
                        <a:pt x="89344" y="112871"/>
                        <a:pt x="89344" y="106871"/>
                      </a:cubicBezTo>
                      <a:cubicBezTo>
                        <a:pt x="89344" y="102203"/>
                        <a:pt x="88487" y="97727"/>
                        <a:pt x="86678" y="93440"/>
                      </a:cubicBezTo>
                      <a:cubicBezTo>
                        <a:pt x="89344" y="91535"/>
                        <a:pt x="90392" y="87725"/>
                        <a:pt x="89630" y="82010"/>
                      </a:cubicBezTo>
                      <a:cubicBezTo>
                        <a:pt x="88868" y="76391"/>
                        <a:pt x="89059" y="72676"/>
                        <a:pt x="90202" y="70961"/>
                      </a:cubicBezTo>
                      <a:close/>
                      <a:moveTo>
                        <a:pt x="24860" y="65437"/>
                      </a:moveTo>
                      <a:lnTo>
                        <a:pt x="29242" y="66294"/>
                      </a:lnTo>
                      <a:lnTo>
                        <a:pt x="28099" y="65437"/>
                      </a:lnTo>
                      <a:lnTo>
                        <a:pt x="24860" y="65437"/>
                      </a:lnTo>
                      <a:close/>
                      <a:moveTo>
                        <a:pt x="33909" y="47054"/>
                      </a:moveTo>
                      <a:cubicBezTo>
                        <a:pt x="34290" y="46482"/>
                        <a:pt x="35433" y="46196"/>
                        <a:pt x="37147" y="46196"/>
                      </a:cubicBezTo>
                      <a:cubicBezTo>
                        <a:pt x="36576" y="46958"/>
                        <a:pt x="35623" y="47339"/>
                        <a:pt x="34195" y="47339"/>
                      </a:cubicBezTo>
                      <a:lnTo>
                        <a:pt x="30385" y="47054"/>
                      </a:lnTo>
                      <a:lnTo>
                        <a:pt x="30385" y="44768"/>
                      </a:lnTo>
                      <a:cubicBezTo>
                        <a:pt x="30956" y="44577"/>
                        <a:pt x="31623" y="44863"/>
                        <a:pt x="32290" y="45815"/>
                      </a:cubicBezTo>
                      <a:cubicBezTo>
                        <a:pt x="32956" y="46672"/>
                        <a:pt x="33528" y="47149"/>
                        <a:pt x="33909" y="47149"/>
                      </a:cubicBezTo>
                      <a:close/>
                      <a:moveTo>
                        <a:pt x="68580" y="19050"/>
                      </a:moveTo>
                      <a:cubicBezTo>
                        <a:pt x="68389" y="18479"/>
                        <a:pt x="67246" y="18193"/>
                        <a:pt x="65056" y="18193"/>
                      </a:cubicBezTo>
                      <a:lnTo>
                        <a:pt x="66485" y="21431"/>
                      </a:lnTo>
                      <a:lnTo>
                        <a:pt x="68484" y="19050"/>
                      </a:lnTo>
                      <a:close/>
                      <a:moveTo>
                        <a:pt x="70961" y="6763"/>
                      </a:moveTo>
                      <a:lnTo>
                        <a:pt x="70104" y="5334"/>
                      </a:lnTo>
                      <a:lnTo>
                        <a:pt x="70961" y="10001"/>
                      </a:lnTo>
                      <a:lnTo>
                        <a:pt x="70961" y="6763"/>
                      </a:lnTo>
                      <a:close/>
                      <a:moveTo>
                        <a:pt x="78867" y="10859"/>
                      </a:moveTo>
                      <a:cubicBezTo>
                        <a:pt x="77914" y="10668"/>
                        <a:pt x="77248" y="10954"/>
                        <a:pt x="76867" y="11716"/>
                      </a:cubicBezTo>
                      <a:cubicBezTo>
                        <a:pt x="76486" y="12478"/>
                        <a:pt x="76105" y="12954"/>
                        <a:pt x="75724" y="13145"/>
                      </a:cubicBezTo>
                      <a:lnTo>
                        <a:pt x="78962" y="13145"/>
                      </a:lnTo>
                      <a:lnTo>
                        <a:pt x="78962" y="10763"/>
                      </a:lnTo>
                      <a:close/>
                      <a:moveTo>
                        <a:pt x="84392" y="29242"/>
                      </a:moveTo>
                      <a:cubicBezTo>
                        <a:pt x="84392" y="27146"/>
                        <a:pt x="85344" y="26479"/>
                        <a:pt x="87154" y="27527"/>
                      </a:cubicBezTo>
                      <a:cubicBezTo>
                        <a:pt x="89059" y="28575"/>
                        <a:pt x="90011" y="28289"/>
                        <a:pt x="90202" y="26956"/>
                      </a:cubicBezTo>
                      <a:cubicBezTo>
                        <a:pt x="89630" y="27337"/>
                        <a:pt x="89059" y="27527"/>
                        <a:pt x="88487" y="27527"/>
                      </a:cubicBezTo>
                      <a:cubicBezTo>
                        <a:pt x="87916" y="27527"/>
                        <a:pt x="86963" y="27051"/>
                        <a:pt x="85725" y="25908"/>
                      </a:cubicBezTo>
                      <a:cubicBezTo>
                        <a:pt x="84392" y="24860"/>
                        <a:pt x="83249" y="24384"/>
                        <a:pt x="82010" y="24575"/>
                      </a:cubicBezTo>
                      <a:lnTo>
                        <a:pt x="82010" y="29242"/>
                      </a:lnTo>
                      <a:lnTo>
                        <a:pt x="84392" y="29242"/>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61" name="Google Shape;1461;p99"/>
              <p:cNvGrpSpPr/>
              <p:nvPr/>
            </p:nvGrpSpPr>
            <p:grpSpPr>
              <a:xfrm>
                <a:off x="11596586" y="6936546"/>
                <a:ext cx="788955" cy="155673"/>
                <a:chOff x="6343268" y="4654641"/>
                <a:chExt cx="788955" cy="155673"/>
              </a:xfrm>
            </p:grpSpPr>
            <p:sp>
              <p:nvSpPr>
                <p:cNvPr id="1462" name="Google Shape;1462;p99"/>
                <p:cNvSpPr/>
                <p:nvPr/>
              </p:nvSpPr>
              <p:spPr>
                <a:xfrm>
                  <a:off x="6343268" y="4667535"/>
                  <a:ext cx="130873" cy="141541"/>
                </a:xfrm>
                <a:custGeom>
                  <a:avLst/>
                  <a:gdLst/>
                  <a:ahLst/>
                  <a:cxnLst/>
                  <a:rect l="l" t="t" r="r" b="b"/>
                  <a:pathLst>
                    <a:path w="130873" h="141541" extrusionOk="0">
                      <a:moveTo>
                        <a:pt x="2096" y="98107"/>
                      </a:moveTo>
                      <a:cubicBezTo>
                        <a:pt x="1905" y="99251"/>
                        <a:pt x="2096" y="99917"/>
                        <a:pt x="2572" y="99917"/>
                      </a:cubicBezTo>
                      <a:cubicBezTo>
                        <a:pt x="2572" y="99917"/>
                        <a:pt x="2953" y="99822"/>
                        <a:pt x="3238" y="99631"/>
                      </a:cubicBezTo>
                      <a:cubicBezTo>
                        <a:pt x="3620" y="99536"/>
                        <a:pt x="3905" y="99536"/>
                        <a:pt x="4096" y="99536"/>
                      </a:cubicBezTo>
                      <a:cubicBezTo>
                        <a:pt x="4382" y="99536"/>
                        <a:pt x="4667" y="99727"/>
                        <a:pt x="4763" y="100203"/>
                      </a:cubicBezTo>
                      <a:cubicBezTo>
                        <a:pt x="2000" y="100203"/>
                        <a:pt x="381" y="100013"/>
                        <a:pt x="0" y="99536"/>
                      </a:cubicBezTo>
                      <a:lnTo>
                        <a:pt x="2000" y="98107"/>
                      </a:lnTo>
                      <a:close/>
                      <a:moveTo>
                        <a:pt x="4858" y="116014"/>
                      </a:moveTo>
                      <a:cubicBezTo>
                        <a:pt x="5144" y="115443"/>
                        <a:pt x="5620" y="115157"/>
                        <a:pt x="6287" y="115157"/>
                      </a:cubicBezTo>
                      <a:lnTo>
                        <a:pt x="8192" y="115157"/>
                      </a:lnTo>
                      <a:cubicBezTo>
                        <a:pt x="8192" y="115729"/>
                        <a:pt x="7620" y="116014"/>
                        <a:pt x="6858" y="116014"/>
                      </a:cubicBezTo>
                      <a:lnTo>
                        <a:pt x="4858" y="116014"/>
                      </a:lnTo>
                      <a:close/>
                      <a:moveTo>
                        <a:pt x="10859" y="125349"/>
                      </a:moveTo>
                      <a:lnTo>
                        <a:pt x="10859" y="123349"/>
                      </a:lnTo>
                      <a:lnTo>
                        <a:pt x="12287" y="123349"/>
                      </a:lnTo>
                      <a:lnTo>
                        <a:pt x="10859" y="125349"/>
                      </a:lnTo>
                      <a:close/>
                      <a:moveTo>
                        <a:pt x="18383" y="113729"/>
                      </a:moveTo>
                      <a:cubicBezTo>
                        <a:pt x="18955" y="113538"/>
                        <a:pt x="19907" y="114014"/>
                        <a:pt x="20955" y="115157"/>
                      </a:cubicBezTo>
                      <a:lnTo>
                        <a:pt x="20384" y="116014"/>
                      </a:lnTo>
                      <a:lnTo>
                        <a:pt x="18288" y="113729"/>
                      </a:lnTo>
                      <a:close/>
                      <a:moveTo>
                        <a:pt x="20955" y="125349"/>
                      </a:moveTo>
                      <a:cubicBezTo>
                        <a:pt x="20955" y="125349"/>
                        <a:pt x="21717" y="124778"/>
                        <a:pt x="22098" y="124301"/>
                      </a:cubicBezTo>
                      <a:cubicBezTo>
                        <a:pt x="22479" y="123730"/>
                        <a:pt x="22860" y="123444"/>
                        <a:pt x="23241" y="123444"/>
                      </a:cubicBezTo>
                      <a:cubicBezTo>
                        <a:pt x="23241" y="123825"/>
                        <a:pt x="22955" y="124492"/>
                        <a:pt x="22288" y="125444"/>
                      </a:cubicBezTo>
                      <a:lnTo>
                        <a:pt x="20860" y="125444"/>
                      </a:lnTo>
                      <a:close/>
                      <a:moveTo>
                        <a:pt x="24289" y="109728"/>
                      </a:moveTo>
                      <a:lnTo>
                        <a:pt x="23717" y="111062"/>
                      </a:lnTo>
                      <a:lnTo>
                        <a:pt x="21812" y="111062"/>
                      </a:lnTo>
                      <a:cubicBezTo>
                        <a:pt x="22288" y="109728"/>
                        <a:pt x="22765" y="108966"/>
                        <a:pt x="23241" y="108966"/>
                      </a:cubicBezTo>
                      <a:cubicBezTo>
                        <a:pt x="23527" y="108966"/>
                        <a:pt x="23908" y="109156"/>
                        <a:pt x="24289" y="109633"/>
                      </a:cubicBezTo>
                      <a:close/>
                      <a:moveTo>
                        <a:pt x="27146" y="97631"/>
                      </a:moveTo>
                      <a:lnTo>
                        <a:pt x="27146" y="99060"/>
                      </a:lnTo>
                      <a:lnTo>
                        <a:pt x="24289" y="96774"/>
                      </a:lnTo>
                      <a:cubicBezTo>
                        <a:pt x="24955" y="96584"/>
                        <a:pt x="25908" y="96774"/>
                        <a:pt x="27146" y="97631"/>
                      </a:cubicBezTo>
                      <a:close/>
                      <a:moveTo>
                        <a:pt x="24289" y="118015"/>
                      </a:moveTo>
                      <a:cubicBezTo>
                        <a:pt x="25146" y="118015"/>
                        <a:pt x="25622" y="118681"/>
                        <a:pt x="25622" y="119920"/>
                      </a:cubicBezTo>
                      <a:lnTo>
                        <a:pt x="24289" y="119920"/>
                      </a:lnTo>
                      <a:lnTo>
                        <a:pt x="24289" y="118015"/>
                      </a:lnTo>
                      <a:close/>
                      <a:moveTo>
                        <a:pt x="27622" y="132874"/>
                      </a:moveTo>
                      <a:lnTo>
                        <a:pt x="27146" y="132112"/>
                      </a:lnTo>
                      <a:lnTo>
                        <a:pt x="29909" y="130588"/>
                      </a:lnTo>
                      <a:lnTo>
                        <a:pt x="27622" y="132874"/>
                      </a:lnTo>
                      <a:close/>
                      <a:moveTo>
                        <a:pt x="130683" y="105061"/>
                      </a:moveTo>
                      <a:lnTo>
                        <a:pt x="124492" y="105918"/>
                      </a:lnTo>
                      <a:cubicBezTo>
                        <a:pt x="124492" y="105918"/>
                        <a:pt x="124301" y="106394"/>
                        <a:pt x="124301" y="106489"/>
                      </a:cubicBezTo>
                      <a:cubicBezTo>
                        <a:pt x="124301" y="106871"/>
                        <a:pt x="124778" y="107347"/>
                        <a:pt x="125825" y="107918"/>
                      </a:cubicBezTo>
                      <a:cubicBezTo>
                        <a:pt x="126873" y="108490"/>
                        <a:pt x="127349" y="109156"/>
                        <a:pt x="127349" y="109823"/>
                      </a:cubicBezTo>
                      <a:lnTo>
                        <a:pt x="128683" y="109823"/>
                      </a:lnTo>
                      <a:cubicBezTo>
                        <a:pt x="128016" y="113443"/>
                        <a:pt x="127349" y="117062"/>
                        <a:pt x="126778" y="120682"/>
                      </a:cubicBezTo>
                      <a:cubicBezTo>
                        <a:pt x="125825" y="124492"/>
                        <a:pt x="123539" y="127063"/>
                        <a:pt x="119920" y="128206"/>
                      </a:cubicBezTo>
                      <a:cubicBezTo>
                        <a:pt x="119348" y="126111"/>
                        <a:pt x="118015" y="125444"/>
                        <a:pt x="115729" y="126206"/>
                      </a:cubicBezTo>
                      <a:lnTo>
                        <a:pt x="114967" y="126778"/>
                      </a:lnTo>
                      <a:lnTo>
                        <a:pt x="117634" y="129635"/>
                      </a:lnTo>
                      <a:cubicBezTo>
                        <a:pt x="116586" y="129349"/>
                        <a:pt x="115348" y="128683"/>
                        <a:pt x="114110" y="127635"/>
                      </a:cubicBezTo>
                      <a:cubicBezTo>
                        <a:pt x="112871" y="126492"/>
                        <a:pt x="111824" y="125921"/>
                        <a:pt x="111157" y="125921"/>
                      </a:cubicBezTo>
                      <a:cubicBezTo>
                        <a:pt x="110300" y="125921"/>
                        <a:pt x="109347" y="126397"/>
                        <a:pt x="108395" y="127349"/>
                      </a:cubicBezTo>
                      <a:lnTo>
                        <a:pt x="110871" y="127349"/>
                      </a:lnTo>
                      <a:lnTo>
                        <a:pt x="110395" y="128206"/>
                      </a:lnTo>
                      <a:cubicBezTo>
                        <a:pt x="111824" y="128683"/>
                        <a:pt x="113633" y="129730"/>
                        <a:pt x="115824" y="131636"/>
                      </a:cubicBezTo>
                      <a:lnTo>
                        <a:pt x="110871" y="133731"/>
                      </a:lnTo>
                      <a:lnTo>
                        <a:pt x="111728" y="134207"/>
                      </a:lnTo>
                      <a:cubicBezTo>
                        <a:pt x="111728" y="134207"/>
                        <a:pt x="109633" y="135160"/>
                        <a:pt x="106109" y="136684"/>
                      </a:cubicBezTo>
                      <a:cubicBezTo>
                        <a:pt x="104299" y="137351"/>
                        <a:pt x="102489" y="137731"/>
                        <a:pt x="100870" y="137731"/>
                      </a:cubicBezTo>
                      <a:cubicBezTo>
                        <a:pt x="100013" y="137731"/>
                        <a:pt x="99155" y="137731"/>
                        <a:pt x="98203" y="137541"/>
                      </a:cubicBezTo>
                      <a:cubicBezTo>
                        <a:pt x="97631" y="139065"/>
                        <a:pt x="97441" y="140208"/>
                        <a:pt x="97631" y="140684"/>
                      </a:cubicBezTo>
                      <a:lnTo>
                        <a:pt x="70961" y="141542"/>
                      </a:lnTo>
                      <a:cubicBezTo>
                        <a:pt x="68866" y="139637"/>
                        <a:pt x="65532" y="137922"/>
                        <a:pt x="60960" y="136493"/>
                      </a:cubicBezTo>
                      <a:cubicBezTo>
                        <a:pt x="55912" y="134969"/>
                        <a:pt x="52769" y="133731"/>
                        <a:pt x="51340" y="132874"/>
                      </a:cubicBezTo>
                      <a:cubicBezTo>
                        <a:pt x="50673" y="132017"/>
                        <a:pt x="49721" y="131445"/>
                        <a:pt x="48292" y="131064"/>
                      </a:cubicBezTo>
                      <a:cubicBezTo>
                        <a:pt x="46863" y="130683"/>
                        <a:pt x="45339" y="130397"/>
                        <a:pt x="44005" y="130016"/>
                      </a:cubicBezTo>
                      <a:lnTo>
                        <a:pt x="45911" y="128111"/>
                      </a:lnTo>
                      <a:lnTo>
                        <a:pt x="43339" y="125444"/>
                      </a:lnTo>
                      <a:lnTo>
                        <a:pt x="42577" y="127349"/>
                      </a:lnTo>
                      <a:cubicBezTo>
                        <a:pt x="40196" y="126778"/>
                        <a:pt x="38957" y="124778"/>
                        <a:pt x="38671" y="121634"/>
                      </a:cubicBezTo>
                      <a:cubicBezTo>
                        <a:pt x="38671" y="118681"/>
                        <a:pt x="36957" y="117253"/>
                        <a:pt x="33814" y="117253"/>
                      </a:cubicBezTo>
                      <a:lnTo>
                        <a:pt x="31528" y="117253"/>
                      </a:lnTo>
                      <a:cubicBezTo>
                        <a:pt x="33528" y="117157"/>
                        <a:pt x="34576" y="116014"/>
                        <a:pt x="34576" y="113919"/>
                      </a:cubicBezTo>
                      <a:cubicBezTo>
                        <a:pt x="34576" y="113252"/>
                        <a:pt x="34385" y="112681"/>
                        <a:pt x="34004" y="112014"/>
                      </a:cubicBezTo>
                      <a:cubicBezTo>
                        <a:pt x="33623" y="111443"/>
                        <a:pt x="32480" y="110776"/>
                        <a:pt x="30290" y="109919"/>
                      </a:cubicBezTo>
                      <a:lnTo>
                        <a:pt x="29718" y="110395"/>
                      </a:lnTo>
                      <a:cubicBezTo>
                        <a:pt x="29718" y="110395"/>
                        <a:pt x="29432" y="110776"/>
                        <a:pt x="29146" y="110776"/>
                      </a:cubicBezTo>
                      <a:cubicBezTo>
                        <a:pt x="28861" y="110776"/>
                        <a:pt x="28480" y="110204"/>
                        <a:pt x="28194" y="109347"/>
                      </a:cubicBezTo>
                      <a:cubicBezTo>
                        <a:pt x="28004" y="108490"/>
                        <a:pt x="28004" y="107728"/>
                        <a:pt x="28194" y="107061"/>
                      </a:cubicBezTo>
                      <a:cubicBezTo>
                        <a:pt x="29337" y="106775"/>
                        <a:pt x="31147" y="105632"/>
                        <a:pt x="33433" y="103346"/>
                      </a:cubicBezTo>
                      <a:cubicBezTo>
                        <a:pt x="35528" y="101537"/>
                        <a:pt x="37338" y="100584"/>
                        <a:pt x="38671" y="100584"/>
                      </a:cubicBezTo>
                      <a:cubicBezTo>
                        <a:pt x="39338" y="100584"/>
                        <a:pt x="40100" y="100584"/>
                        <a:pt x="40958" y="101060"/>
                      </a:cubicBezTo>
                      <a:cubicBezTo>
                        <a:pt x="40481" y="100203"/>
                        <a:pt x="40481" y="99536"/>
                        <a:pt x="40958" y="98965"/>
                      </a:cubicBezTo>
                      <a:cubicBezTo>
                        <a:pt x="41338" y="98393"/>
                        <a:pt x="40958" y="97441"/>
                        <a:pt x="39815" y="96298"/>
                      </a:cubicBezTo>
                      <a:lnTo>
                        <a:pt x="45720" y="93536"/>
                      </a:lnTo>
                      <a:lnTo>
                        <a:pt x="44291" y="91630"/>
                      </a:lnTo>
                      <a:cubicBezTo>
                        <a:pt x="45244" y="91630"/>
                        <a:pt x="46768" y="91059"/>
                        <a:pt x="48863" y="89916"/>
                      </a:cubicBezTo>
                      <a:cubicBezTo>
                        <a:pt x="51054" y="88868"/>
                        <a:pt x="52388" y="88297"/>
                        <a:pt x="53150" y="88297"/>
                      </a:cubicBezTo>
                      <a:cubicBezTo>
                        <a:pt x="54293" y="88297"/>
                        <a:pt x="55054" y="89154"/>
                        <a:pt x="55436" y="90869"/>
                      </a:cubicBezTo>
                      <a:cubicBezTo>
                        <a:pt x="55054" y="94774"/>
                        <a:pt x="56483" y="98584"/>
                        <a:pt x="59627" y="102489"/>
                      </a:cubicBezTo>
                      <a:cubicBezTo>
                        <a:pt x="61151" y="104299"/>
                        <a:pt x="64294" y="107252"/>
                        <a:pt x="68961" y="111252"/>
                      </a:cubicBezTo>
                      <a:cubicBezTo>
                        <a:pt x="69628" y="112967"/>
                        <a:pt x="70866" y="113729"/>
                        <a:pt x="72485" y="113729"/>
                      </a:cubicBezTo>
                      <a:cubicBezTo>
                        <a:pt x="72962" y="113729"/>
                        <a:pt x="73724" y="113729"/>
                        <a:pt x="74676" y="113443"/>
                      </a:cubicBezTo>
                      <a:cubicBezTo>
                        <a:pt x="75629" y="113347"/>
                        <a:pt x="76391" y="113157"/>
                        <a:pt x="76867" y="113157"/>
                      </a:cubicBezTo>
                      <a:cubicBezTo>
                        <a:pt x="77915" y="113157"/>
                        <a:pt x="78867" y="113443"/>
                        <a:pt x="79820" y="113824"/>
                      </a:cubicBezTo>
                      <a:cubicBezTo>
                        <a:pt x="80772" y="114300"/>
                        <a:pt x="81820" y="114586"/>
                        <a:pt x="82963" y="114586"/>
                      </a:cubicBezTo>
                      <a:cubicBezTo>
                        <a:pt x="85058" y="114586"/>
                        <a:pt x="87630" y="113633"/>
                        <a:pt x="90392" y="111633"/>
                      </a:cubicBezTo>
                      <a:cubicBezTo>
                        <a:pt x="94583" y="108871"/>
                        <a:pt x="96965" y="107252"/>
                        <a:pt x="97536" y="107061"/>
                      </a:cubicBezTo>
                      <a:cubicBezTo>
                        <a:pt x="98108" y="106109"/>
                        <a:pt x="98393" y="105156"/>
                        <a:pt x="98393" y="104299"/>
                      </a:cubicBezTo>
                      <a:cubicBezTo>
                        <a:pt x="98393" y="102870"/>
                        <a:pt x="97631" y="100965"/>
                        <a:pt x="96107" y="98679"/>
                      </a:cubicBezTo>
                      <a:cubicBezTo>
                        <a:pt x="94488" y="96393"/>
                        <a:pt x="93631" y="94679"/>
                        <a:pt x="93345" y="93536"/>
                      </a:cubicBezTo>
                      <a:cubicBezTo>
                        <a:pt x="90488" y="93059"/>
                        <a:pt x="88773" y="91916"/>
                        <a:pt x="88487" y="90202"/>
                      </a:cubicBezTo>
                      <a:lnTo>
                        <a:pt x="89345" y="89440"/>
                      </a:lnTo>
                      <a:cubicBezTo>
                        <a:pt x="85630" y="87725"/>
                        <a:pt x="80486" y="84963"/>
                        <a:pt x="73724" y="81344"/>
                      </a:cubicBezTo>
                      <a:cubicBezTo>
                        <a:pt x="72962" y="81915"/>
                        <a:pt x="72295" y="82201"/>
                        <a:pt x="71533" y="82201"/>
                      </a:cubicBezTo>
                      <a:cubicBezTo>
                        <a:pt x="70676" y="82201"/>
                        <a:pt x="69533" y="81629"/>
                        <a:pt x="68104" y="80296"/>
                      </a:cubicBezTo>
                      <a:cubicBezTo>
                        <a:pt x="66770" y="78962"/>
                        <a:pt x="65627" y="78391"/>
                        <a:pt x="64770" y="78391"/>
                      </a:cubicBezTo>
                      <a:cubicBezTo>
                        <a:pt x="64389" y="78391"/>
                        <a:pt x="64103" y="78391"/>
                        <a:pt x="63722" y="78677"/>
                      </a:cubicBezTo>
                      <a:cubicBezTo>
                        <a:pt x="60770" y="77914"/>
                        <a:pt x="57817" y="75438"/>
                        <a:pt x="54959" y="71533"/>
                      </a:cubicBezTo>
                      <a:cubicBezTo>
                        <a:pt x="51626" y="67056"/>
                        <a:pt x="48863" y="64198"/>
                        <a:pt x="46672" y="62960"/>
                      </a:cubicBezTo>
                      <a:cubicBezTo>
                        <a:pt x="46958" y="61722"/>
                        <a:pt x="46292" y="60103"/>
                        <a:pt x="44958" y="58103"/>
                      </a:cubicBezTo>
                      <a:cubicBezTo>
                        <a:pt x="43529" y="56102"/>
                        <a:pt x="42958" y="54673"/>
                        <a:pt x="43244" y="53626"/>
                      </a:cubicBezTo>
                      <a:cubicBezTo>
                        <a:pt x="42386" y="52197"/>
                        <a:pt x="41910" y="49244"/>
                        <a:pt x="41624" y="44958"/>
                      </a:cubicBezTo>
                      <a:cubicBezTo>
                        <a:pt x="41434" y="41053"/>
                        <a:pt x="41243" y="37147"/>
                        <a:pt x="41053" y="33338"/>
                      </a:cubicBezTo>
                      <a:cubicBezTo>
                        <a:pt x="42005" y="32956"/>
                        <a:pt x="42482" y="32576"/>
                        <a:pt x="42482" y="32004"/>
                      </a:cubicBezTo>
                      <a:cubicBezTo>
                        <a:pt x="42482" y="31623"/>
                        <a:pt x="42196" y="31052"/>
                        <a:pt x="41720" y="30289"/>
                      </a:cubicBezTo>
                      <a:cubicBezTo>
                        <a:pt x="41338" y="29528"/>
                        <a:pt x="41053" y="29051"/>
                        <a:pt x="41053" y="28575"/>
                      </a:cubicBezTo>
                      <a:cubicBezTo>
                        <a:pt x="41624" y="26956"/>
                        <a:pt x="43625" y="24670"/>
                        <a:pt x="47054" y="21907"/>
                      </a:cubicBezTo>
                      <a:cubicBezTo>
                        <a:pt x="49911" y="19431"/>
                        <a:pt x="51340" y="17050"/>
                        <a:pt x="51340" y="14859"/>
                      </a:cubicBezTo>
                      <a:cubicBezTo>
                        <a:pt x="51721" y="14669"/>
                        <a:pt x="52578" y="14288"/>
                        <a:pt x="53721" y="13430"/>
                      </a:cubicBezTo>
                      <a:cubicBezTo>
                        <a:pt x="54864" y="12668"/>
                        <a:pt x="55531" y="12192"/>
                        <a:pt x="56102" y="12192"/>
                      </a:cubicBezTo>
                      <a:cubicBezTo>
                        <a:pt x="56483" y="12192"/>
                        <a:pt x="56769" y="12478"/>
                        <a:pt x="56960" y="12859"/>
                      </a:cubicBezTo>
                      <a:cubicBezTo>
                        <a:pt x="59150" y="9525"/>
                        <a:pt x="62770" y="6858"/>
                        <a:pt x="67628" y="4953"/>
                      </a:cubicBezTo>
                      <a:cubicBezTo>
                        <a:pt x="72009" y="3620"/>
                        <a:pt x="76295" y="2191"/>
                        <a:pt x="80582" y="762"/>
                      </a:cubicBezTo>
                      <a:cubicBezTo>
                        <a:pt x="81915" y="286"/>
                        <a:pt x="83249" y="0"/>
                        <a:pt x="84487" y="0"/>
                      </a:cubicBezTo>
                      <a:cubicBezTo>
                        <a:pt x="86296" y="0"/>
                        <a:pt x="88868" y="762"/>
                        <a:pt x="92012" y="2191"/>
                      </a:cubicBezTo>
                      <a:cubicBezTo>
                        <a:pt x="95250" y="3620"/>
                        <a:pt x="97631" y="4381"/>
                        <a:pt x="99536" y="4381"/>
                      </a:cubicBezTo>
                      <a:cubicBezTo>
                        <a:pt x="100394" y="4381"/>
                        <a:pt x="101155" y="4191"/>
                        <a:pt x="102013" y="4001"/>
                      </a:cubicBezTo>
                      <a:cubicBezTo>
                        <a:pt x="102870" y="5715"/>
                        <a:pt x="104299" y="6763"/>
                        <a:pt x="106394" y="7334"/>
                      </a:cubicBezTo>
                      <a:cubicBezTo>
                        <a:pt x="109061" y="8192"/>
                        <a:pt x="110776" y="8954"/>
                        <a:pt x="111633" y="9430"/>
                      </a:cubicBezTo>
                      <a:cubicBezTo>
                        <a:pt x="115634" y="9811"/>
                        <a:pt x="119158" y="14954"/>
                        <a:pt x="122301" y="24860"/>
                      </a:cubicBezTo>
                      <a:cubicBezTo>
                        <a:pt x="122206" y="26289"/>
                        <a:pt x="121158" y="28099"/>
                        <a:pt x="119253" y="30480"/>
                      </a:cubicBezTo>
                      <a:cubicBezTo>
                        <a:pt x="117348" y="32766"/>
                        <a:pt x="116396" y="34766"/>
                        <a:pt x="116586" y="36386"/>
                      </a:cubicBezTo>
                      <a:cubicBezTo>
                        <a:pt x="115253" y="36100"/>
                        <a:pt x="114586" y="36576"/>
                        <a:pt x="114395" y="37719"/>
                      </a:cubicBezTo>
                      <a:cubicBezTo>
                        <a:pt x="114395" y="39243"/>
                        <a:pt x="114014" y="40196"/>
                        <a:pt x="113538" y="40386"/>
                      </a:cubicBezTo>
                      <a:cubicBezTo>
                        <a:pt x="110300" y="41910"/>
                        <a:pt x="107918" y="42672"/>
                        <a:pt x="106680" y="42672"/>
                      </a:cubicBezTo>
                      <a:cubicBezTo>
                        <a:pt x="104870" y="42672"/>
                        <a:pt x="103061" y="41529"/>
                        <a:pt x="101441" y="39053"/>
                      </a:cubicBezTo>
                      <a:cubicBezTo>
                        <a:pt x="101251" y="37147"/>
                        <a:pt x="100108" y="35814"/>
                        <a:pt x="97917" y="34862"/>
                      </a:cubicBezTo>
                      <a:cubicBezTo>
                        <a:pt x="95345" y="34004"/>
                        <a:pt x="93821" y="32861"/>
                        <a:pt x="93345" y="31623"/>
                      </a:cubicBezTo>
                      <a:cubicBezTo>
                        <a:pt x="92678" y="31432"/>
                        <a:pt x="90869" y="30766"/>
                        <a:pt x="87916" y="29623"/>
                      </a:cubicBezTo>
                      <a:cubicBezTo>
                        <a:pt x="85535" y="28670"/>
                        <a:pt x="83725" y="28194"/>
                        <a:pt x="82296" y="28194"/>
                      </a:cubicBezTo>
                      <a:cubicBezTo>
                        <a:pt x="80296" y="28194"/>
                        <a:pt x="78581" y="29146"/>
                        <a:pt x="77153" y="31052"/>
                      </a:cubicBezTo>
                      <a:cubicBezTo>
                        <a:pt x="76771" y="30861"/>
                        <a:pt x="76295" y="30861"/>
                        <a:pt x="75914" y="30861"/>
                      </a:cubicBezTo>
                      <a:cubicBezTo>
                        <a:pt x="74962" y="30861"/>
                        <a:pt x="73533" y="31718"/>
                        <a:pt x="71533" y="33433"/>
                      </a:cubicBezTo>
                      <a:cubicBezTo>
                        <a:pt x="72104" y="34480"/>
                        <a:pt x="72485" y="35433"/>
                        <a:pt x="72485" y="36290"/>
                      </a:cubicBezTo>
                      <a:cubicBezTo>
                        <a:pt x="72485" y="37338"/>
                        <a:pt x="71723" y="38290"/>
                        <a:pt x="70104" y="39148"/>
                      </a:cubicBezTo>
                      <a:cubicBezTo>
                        <a:pt x="68580" y="40100"/>
                        <a:pt x="67723" y="40862"/>
                        <a:pt x="67723" y="41720"/>
                      </a:cubicBezTo>
                      <a:cubicBezTo>
                        <a:pt x="67723" y="42481"/>
                        <a:pt x="68199" y="43434"/>
                        <a:pt x="68961" y="44577"/>
                      </a:cubicBezTo>
                      <a:cubicBezTo>
                        <a:pt x="73914" y="51626"/>
                        <a:pt x="81344" y="57055"/>
                        <a:pt x="91250" y="60674"/>
                      </a:cubicBezTo>
                      <a:cubicBezTo>
                        <a:pt x="92488" y="61055"/>
                        <a:pt x="94393" y="62198"/>
                        <a:pt x="96774" y="64103"/>
                      </a:cubicBezTo>
                      <a:cubicBezTo>
                        <a:pt x="99155" y="66104"/>
                        <a:pt x="101155" y="67056"/>
                        <a:pt x="102775" y="67246"/>
                      </a:cubicBezTo>
                      <a:cubicBezTo>
                        <a:pt x="104394" y="67437"/>
                        <a:pt x="106680" y="68771"/>
                        <a:pt x="109633" y="71247"/>
                      </a:cubicBezTo>
                      <a:cubicBezTo>
                        <a:pt x="112204" y="73628"/>
                        <a:pt x="114681" y="74581"/>
                        <a:pt x="116967" y="74200"/>
                      </a:cubicBezTo>
                      <a:cubicBezTo>
                        <a:pt x="116967" y="75343"/>
                        <a:pt x="117158" y="76105"/>
                        <a:pt x="117538" y="76200"/>
                      </a:cubicBezTo>
                      <a:cubicBezTo>
                        <a:pt x="118586" y="76200"/>
                        <a:pt x="119348" y="76962"/>
                        <a:pt x="119920" y="78581"/>
                      </a:cubicBezTo>
                      <a:cubicBezTo>
                        <a:pt x="120491" y="80105"/>
                        <a:pt x="121253" y="80677"/>
                        <a:pt x="122301" y="80391"/>
                      </a:cubicBezTo>
                      <a:cubicBezTo>
                        <a:pt x="122492" y="81248"/>
                        <a:pt x="124111" y="83629"/>
                        <a:pt x="126873" y="87630"/>
                      </a:cubicBezTo>
                      <a:cubicBezTo>
                        <a:pt x="128969" y="90964"/>
                        <a:pt x="130016" y="93917"/>
                        <a:pt x="130016" y="96584"/>
                      </a:cubicBezTo>
                      <a:cubicBezTo>
                        <a:pt x="130588" y="97250"/>
                        <a:pt x="130874" y="97917"/>
                        <a:pt x="130874" y="98679"/>
                      </a:cubicBezTo>
                      <a:cubicBezTo>
                        <a:pt x="130874" y="99251"/>
                        <a:pt x="130588" y="99917"/>
                        <a:pt x="130016" y="100870"/>
                      </a:cubicBezTo>
                      <a:cubicBezTo>
                        <a:pt x="129445" y="101727"/>
                        <a:pt x="129159" y="102394"/>
                        <a:pt x="129159" y="102679"/>
                      </a:cubicBezTo>
                      <a:cubicBezTo>
                        <a:pt x="129159" y="103346"/>
                        <a:pt x="129635" y="104013"/>
                        <a:pt x="130493" y="104775"/>
                      </a:cubicBezTo>
                      <a:close/>
                      <a:moveTo>
                        <a:pt x="29909" y="109252"/>
                      </a:moveTo>
                      <a:lnTo>
                        <a:pt x="33909" y="107823"/>
                      </a:lnTo>
                      <a:lnTo>
                        <a:pt x="32004" y="107823"/>
                      </a:lnTo>
                      <a:lnTo>
                        <a:pt x="29909" y="109252"/>
                      </a:lnTo>
                      <a:close/>
                      <a:moveTo>
                        <a:pt x="31147" y="126206"/>
                      </a:moveTo>
                      <a:lnTo>
                        <a:pt x="32004" y="126206"/>
                      </a:lnTo>
                      <a:lnTo>
                        <a:pt x="33433" y="127254"/>
                      </a:lnTo>
                      <a:lnTo>
                        <a:pt x="31147" y="126206"/>
                      </a:lnTo>
                      <a:close/>
                      <a:moveTo>
                        <a:pt x="36767" y="135541"/>
                      </a:moveTo>
                      <a:cubicBezTo>
                        <a:pt x="36481" y="134207"/>
                        <a:pt x="36862" y="133064"/>
                        <a:pt x="38005" y="132017"/>
                      </a:cubicBezTo>
                      <a:lnTo>
                        <a:pt x="37814" y="132207"/>
                      </a:lnTo>
                      <a:cubicBezTo>
                        <a:pt x="37814" y="132207"/>
                        <a:pt x="38100" y="133064"/>
                        <a:pt x="38576" y="133540"/>
                      </a:cubicBezTo>
                      <a:cubicBezTo>
                        <a:pt x="39148" y="134112"/>
                        <a:pt x="39434" y="134398"/>
                        <a:pt x="39434" y="134684"/>
                      </a:cubicBezTo>
                      <a:cubicBezTo>
                        <a:pt x="39434" y="135064"/>
                        <a:pt x="39243" y="135350"/>
                        <a:pt x="38767" y="135541"/>
                      </a:cubicBezTo>
                      <a:lnTo>
                        <a:pt x="36767" y="135541"/>
                      </a:lnTo>
                      <a:close/>
                      <a:moveTo>
                        <a:pt x="38386" y="131540"/>
                      </a:moveTo>
                      <a:cubicBezTo>
                        <a:pt x="38386" y="131540"/>
                        <a:pt x="38005" y="131921"/>
                        <a:pt x="38005" y="132017"/>
                      </a:cubicBezTo>
                      <a:cubicBezTo>
                        <a:pt x="38005" y="132017"/>
                        <a:pt x="38195" y="131731"/>
                        <a:pt x="38386" y="131540"/>
                      </a:cubicBezTo>
                      <a:close/>
                      <a:moveTo>
                        <a:pt x="38767" y="128111"/>
                      </a:moveTo>
                      <a:cubicBezTo>
                        <a:pt x="38767" y="128111"/>
                        <a:pt x="39719" y="128397"/>
                        <a:pt x="40291" y="128969"/>
                      </a:cubicBezTo>
                      <a:cubicBezTo>
                        <a:pt x="40862" y="129540"/>
                        <a:pt x="41243" y="129921"/>
                        <a:pt x="41338" y="130016"/>
                      </a:cubicBezTo>
                      <a:cubicBezTo>
                        <a:pt x="40672" y="130112"/>
                        <a:pt x="39624" y="130588"/>
                        <a:pt x="38386" y="131445"/>
                      </a:cubicBezTo>
                      <a:cubicBezTo>
                        <a:pt x="39338" y="130302"/>
                        <a:pt x="39434" y="129159"/>
                        <a:pt x="38767" y="128016"/>
                      </a:cubicBezTo>
                      <a:close/>
                      <a:moveTo>
                        <a:pt x="42767" y="113252"/>
                      </a:moveTo>
                      <a:lnTo>
                        <a:pt x="42767" y="111823"/>
                      </a:lnTo>
                      <a:lnTo>
                        <a:pt x="38767" y="109728"/>
                      </a:lnTo>
                      <a:lnTo>
                        <a:pt x="42767" y="113252"/>
                      </a:lnTo>
                      <a:close/>
                      <a:moveTo>
                        <a:pt x="46101" y="118681"/>
                      </a:moveTo>
                      <a:cubicBezTo>
                        <a:pt x="46101" y="118681"/>
                        <a:pt x="46577" y="118777"/>
                        <a:pt x="47911" y="119063"/>
                      </a:cubicBezTo>
                      <a:cubicBezTo>
                        <a:pt x="48673" y="119158"/>
                        <a:pt x="49149" y="118777"/>
                        <a:pt x="49530" y="118015"/>
                      </a:cubicBezTo>
                      <a:cubicBezTo>
                        <a:pt x="48101" y="117538"/>
                        <a:pt x="47054" y="117729"/>
                        <a:pt x="46196" y="118681"/>
                      </a:cubicBezTo>
                      <a:cubicBezTo>
                        <a:pt x="45911" y="118681"/>
                        <a:pt x="45720" y="118872"/>
                        <a:pt x="45720" y="119253"/>
                      </a:cubicBezTo>
                      <a:lnTo>
                        <a:pt x="44291" y="120682"/>
                      </a:lnTo>
                      <a:lnTo>
                        <a:pt x="45720" y="120682"/>
                      </a:lnTo>
                      <a:cubicBezTo>
                        <a:pt x="45625" y="120015"/>
                        <a:pt x="45625" y="119634"/>
                        <a:pt x="45720" y="119253"/>
                      </a:cubicBezTo>
                      <a:lnTo>
                        <a:pt x="46196" y="118681"/>
                      </a:lnTo>
                      <a:close/>
                      <a:moveTo>
                        <a:pt x="47054" y="52197"/>
                      </a:moveTo>
                      <a:cubicBezTo>
                        <a:pt x="47625" y="51626"/>
                        <a:pt x="47816" y="51054"/>
                        <a:pt x="47530" y="50578"/>
                      </a:cubicBezTo>
                      <a:lnTo>
                        <a:pt x="48101" y="49435"/>
                      </a:lnTo>
                      <a:cubicBezTo>
                        <a:pt x="47625" y="48863"/>
                        <a:pt x="47054" y="48482"/>
                        <a:pt x="46292" y="48006"/>
                      </a:cubicBezTo>
                      <a:cubicBezTo>
                        <a:pt x="45529" y="47720"/>
                        <a:pt x="45053" y="47625"/>
                        <a:pt x="44768" y="47625"/>
                      </a:cubicBezTo>
                      <a:cubicBezTo>
                        <a:pt x="46672" y="48578"/>
                        <a:pt x="47625" y="49530"/>
                        <a:pt x="47625" y="50673"/>
                      </a:cubicBezTo>
                      <a:lnTo>
                        <a:pt x="47149" y="52292"/>
                      </a:lnTo>
                      <a:close/>
                      <a:moveTo>
                        <a:pt x="59150" y="42005"/>
                      </a:moveTo>
                      <a:lnTo>
                        <a:pt x="59150" y="41434"/>
                      </a:lnTo>
                      <a:cubicBezTo>
                        <a:pt x="58674" y="38481"/>
                        <a:pt x="56579" y="36957"/>
                        <a:pt x="52864" y="36957"/>
                      </a:cubicBezTo>
                      <a:cubicBezTo>
                        <a:pt x="49911" y="36957"/>
                        <a:pt x="47530" y="37719"/>
                        <a:pt x="45625" y="39338"/>
                      </a:cubicBezTo>
                      <a:cubicBezTo>
                        <a:pt x="46196" y="39624"/>
                        <a:pt x="46863" y="40767"/>
                        <a:pt x="47435" y="42767"/>
                      </a:cubicBezTo>
                      <a:cubicBezTo>
                        <a:pt x="48101" y="44863"/>
                        <a:pt x="49149" y="45625"/>
                        <a:pt x="50863" y="45339"/>
                      </a:cubicBezTo>
                      <a:lnTo>
                        <a:pt x="50863" y="44768"/>
                      </a:lnTo>
                      <a:cubicBezTo>
                        <a:pt x="50863" y="44768"/>
                        <a:pt x="51626" y="43053"/>
                        <a:pt x="52102" y="40862"/>
                      </a:cubicBezTo>
                      <a:cubicBezTo>
                        <a:pt x="52483" y="38957"/>
                        <a:pt x="53150" y="38005"/>
                        <a:pt x="54197" y="38005"/>
                      </a:cubicBezTo>
                      <a:cubicBezTo>
                        <a:pt x="54674" y="38005"/>
                        <a:pt x="55245" y="38195"/>
                        <a:pt x="55721" y="38576"/>
                      </a:cubicBezTo>
                      <a:lnTo>
                        <a:pt x="55721" y="40005"/>
                      </a:lnTo>
                      <a:cubicBezTo>
                        <a:pt x="55721" y="40005"/>
                        <a:pt x="56293" y="39814"/>
                        <a:pt x="56579" y="39814"/>
                      </a:cubicBezTo>
                      <a:cubicBezTo>
                        <a:pt x="56769" y="39814"/>
                        <a:pt x="57626" y="40577"/>
                        <a:pt x="59055" y="41910"/>
                      </a:cubicBezTo>
                      <a:close/>
                      <a:moveTo>
                        <a:pt x="48101" y="98107"/>
                      </a:moveTo>
                      <a:cubicBezTo>
                        <a:pt x="47054" y="98107"/>
                        <a:pt x="46387" y="97917"/>
                        <a:pt x="46101" y="97631"/>
                      </a:cubicBezTo>
                      <a:lnTo>
                        <a:pt x="47530" y="99631"/>
                      </a:lnTo>
                      <a:cubicBezTo>
                        <a:pt x="48101" y="99251"/>
                        <a:pt x="48292" y="98774"/>
                        <a:pt x="48101" y="98203"/>
                      </a:cubicBezTo>
                      <a:close/>
                      <a:moveTo>
                        <a:pt x="49530" y="43910"/>
                      </a:moveTo>
                      <a:lnTo>
                        <a:pt x="48959" y="43434"/>
                      </a:lnTo>
                      <a:lnTo>
                        <a:pt x="50387" y="43434"/>
                      </a:lnTo>
                      <a:cubicBezTo>
                        <a:pt x="50387" y="43434"/>
                        <a:pt x="50006" y="43720"/>
                        <a:pt x="49530" y="43910"/>
                      </a:cubicBezTo>
                      <a:close/>
                      <a:moveTo>
                        <a:pt x="50387" y="43434"/>
                      </a:moveTo>
                      <a:cubicBezTo>
                        <a:pt x="50387" y="43434"/>
                        <a:pt x="50863" y="43148"/>
                        <a:pt x="50959" y="43434"/>
                      </a:cubicBezTo>
                      <a:lnTo>
                        <a:pt x="50387" y="43434"/>
                      </a:lnTo>
                      <a:close/>
                      <a:moveTo>
                        <a:pt x="51626" y="129445"/>
                      </a:moveTo>
                      <a:lnTo>
                        <a:pt x="52959" y="128016"/>
                      </a:lnTo>
                      <a:cubicBezTo>
                        <a:pt x="52388" y="127445"/>
                        <a:pt x="51911" y="127159"/>
                        <a:pt x="51626" y="127159"/>
                      </a:cubicBezTo>
                      <a:lnTo>
                        <a:pt x="51626" y="129445"/>
                      </a:lnTo>
                      <a:close/>
                      <a:moveTo>
                        <a:pt x="53721" y="45815"/>
                      </a:moveTo>
                      <a:cubicBezTo>
                        <a:pt x="53912" y="45148"/>
                        <a:pt x="53721" y="44291"/>
                        <a:pt x="52959" y="43434"/>
                      </a:cubicBezTo>
                      <a:lnTo>
                        <a:pt x="52959" y="46768"/>
                      </a:lnTo>
                      <a:lnTo>
                        <a:pt x="53721" y="45815"/>
                      </a:lnTo>
                      <a:close/>
                      <a:moveTo>
                        <a:pt x="56293" y="140779"/>
                      </a:moveTo>
                      <a:lnTo>
                        <a:pt x="55721" y="140208"/>
                      </a:lnTo>
                      <a:lnTo>
                        <a:pt x="57150" y="140208"/>
                      </a:lnTo>
                      <a:cubicBezTo>
                        <a:pt x="56483" y="140589"/>
                        <a:pt x="56197" y="140779"/>
                        <a:pt x="56293" y="140779"/>
                      </a:cubicBezTo>
                      <a:close/>
                      <a:moveTo>
                        <a:pt x="73247" y="126111"/>
                      </a:moveTo>
                      <a:lnTo>
                        <a:pt x="74009" y="125349"/>
                      </a:lnTo>
                      <a:lnTo>
                        <a:pt x="73247" y="123349"/>
                      </a:lnTo>
                      <a:lnTo>
                        <a:pt x="73247" y="12611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 name="Google Shape;1463;p99"/>
                <p:cNvSpPr/>
                <p:nvPr/>
              </p:nvSpPr>
              <p:spPr>
                <a:xfrm>
                  <a:off x="6479952" y="4668678"/>
                  <a:ext cx="103060" cy="141160"/>
                </a:xfrm>
                <a:custGeom>
                  <a:avLst/>
                  <a:gdLst/>
                  <a:ahLst/>
                  <a:cxnLst/>
                  <a:rect l="l" t="t" r="r" b="b"/>
                  <a:pathLst>
                    <a:path w="103060" h="141160" extrusionOk="0">
                      <a:moveTo>
                        <a:pt x="99822" y="0"/>
                      </a:moveTo>
                      <a:cubicBezTo>
                        <a:pt x="99727" y="1143"/>
                        <a:pt x="100203" y="2381"/>
                        <a:pt x="101346" y="3524"/>
                      </a:cubicBezTo>
                      <a:cubicBezTo>
                        <a:pt x="102489" y="4667"/>
                        <a:pt x="103061" y="5525"/>
                        <a:pt x="103061" y="6001"/>
                      </a:cubicBezTo>
                      <a:cubicBezTo>
                        <a:pt x="103061" y="6668"/>
                        <a:pt x="102203" y="7620"/>
                        <a:pt x="100394" y="8858"/>
                      </a:cubicBezTo>
                      <a:cubicBezTo>
                        <a:pt x="100679" y="9335"/>
                        <a:pt x="100775" y="9811"/>
                        <a:pt x="100775" y="10382"/>
                      </a:cubicBezTo>
                      <a:cubicBezTo>
                        <a:pt x="100775" y="11906"/>
                        <a:pt x="99441" y="14097"/>
                        <a:pt x="96584" y="16859"/>
                      </a:cubicBezTo>
                      <a:lnTo>
                        <a:pt x="98012" y="18288"/>
                      </a:lnTo>
                      <a:cubicBezTo>
                        <a:pt x="93821" y="23051"/>
                        <a:pt x="91726" y="26861"/>
                        <a:pt x="91726" y="29718"/>
                      </a:cubicBezTo>
                      <a:cubicBezTo>
                        <a:pt x="90678" y="31433"/>
                        <a:pt x="89154" y="32290"/>
                        <a:pt x="86963" y="31909"/>
                      </a:cubicBezTo>
                      <a:cubicBezTo>
                        <a:pt x="87059" y="32385"/>
                        <a:pt x="87154" y="30480"/>
                        <a:pt x="87154" y="26003"/>
                      </a:cubicBezTo>
                      <a:cubicBezTo>
                        <a:pt x="87154" y="24003"/>
                        <a:pt x="86296" y="23051"/>
                        <a:pt x="84296" y="22860"/>
                      </a:cubicBezTo>
                      <a:lnTo>
                        <a:pt x="84296" y="28480"/>
                      </a:lnTo>
                      <a:cubicBezTo>
                        <a:pt x="84296" y="28480"/>
                        <a:pt x="83534" y="28670"/>
                        <a:pt x="82963" y="29146"/>
                      </a:cubicBezTo>
                      <a:cubicBezTo>
                        <a:pt x="82963" y="29813"/>
                        <a:pt x="83058" y="30194"/>
                        <a:pt x="83344" y="30194"/>
                      </a:cubicBezTo>
                      <a:cubicBezTo>
                        <a:pt x="83439" y="30194"/>
                        <a:pt x="83725" y="30099"/>
                        <a:pt x="84011" y="30004"/>
                      </a:cubicBezTo>
                      <a:cubicBezTo>
                        <a:pt x="84296" y="30004"/>
                        <a:pt x="84487" y="29813"/>
                        <a:pt x="84582" y="29813"/>
                      </a:cubicBezTo>
                      <a:cubicBezTo>
                        <a:pt x="84868" y="29813"/>
                        <a:pt x="85058" y="30004"/>
                        <a:pt x="85154" y="30480"/>
                      </a:cubicBezTo>
                      <a:lnTo>
                        <a:pt x="81153" y="32385"/>
                      </a:lnTo>
                      <a:lnTo>
                        <a:pt x="79724" y="30480"/>
                      </a:lnTo>
                      <a:lnTo>
                        <a:pt x="77819" y="32956"/>
                      </a:lnTo>
                      <a:cubicBezTo>
                        <a:pt x="77819" y="32956"/>
                        <a:pt x="78010" y="32576"/>
                        <a:pt x="78010" y="32385"/>
                      </a:cubicBezTo>
                      <a:cubicBezTo>
                        <a:pt x="78010" y="32004"/>
                        <a:pt x="77724" y="31623"/>
                        <a:pt x="77153" y="31433"/>
                      </a:cubicBezTo>
                      <a:cubicBezTo>
                        <a:pt x="76581" y="31242"/>
                        <a:pt x="76295" y="31052"/>
                        <a:pt x="76486" y="30956"/>
                      </a:cubicBezTo>
                      <a:cubicBezTo>
                        <a:pt x="78200" y="30289"/>
                        <a:pt x="79438" y="29432"/>
                        <a:pt x="80296" y="28289"/>
                      </a:cubicBezTo>
                      <a:cubicBezTo>
                        <a:pt x="80010" y="27622"/>
                        <a:pt x="79534" y="27337"/>
                        <a:pt x="78867" y="27622"/>
                      </a:cubicBezTo>
                      <a:lnTo>
                        <a:pt x="77819" y="28956"/>
                      </a:lnTo>
                      <a:cubicBezTo>
                        <a:pt x="77248" y="28575"/>
                        <a:pt x="76962" y="28099"/>
                        <a:pt x="76962" y="27622"/>
                      </a:cubicBezTo>
                      <a:cubicBezTo>
                        <a:pt x="77724" y="27242"/>
                        <a:pt x="78200" y="26765"/>
                        <a:pt x="78200" y="26194"/>
                      </a:cubicBezTo>
                      <a:cubicBezTo>
                        <a:pt x="78200" y="25813"/>
                        <a:pt x="77819" y="25241"/>
                        <a:pt x="77248" y="24194"/>
                      </a:cubicBezTo>
                      <a:cubicBezTo>
                        <a:pt x="76581" y="23241"/>
                        <a:pt x="76390" y="22574"/>
                        <a:pt x="76486" y="22098"/>
                      </a:cubicBezTo>
                      <a:cubicBezTo>
                        <a:pt x="76010" y="22098"/>
                        <a:pt x="75629" y="22098"/>
                        <a:pt x="75247" y="22479"/>
                      </a:cubicBezTo>
                      <a:cubicBezTo>
                        <a:pt x="74867" y="22860"/>
                        <a:pt x="74581" y="23146"/>
                        <a:pt x="74390" y="23527"/>
                      </a:cubicBezTo>
                      <a:cubicBezTo>
                        <a:pt x="74200" y="24098"/>
                        <a:pt x="74581" y="24955"/>
                        <a:pt x="75629" y="26003"/>
                      </a:cubicBezTo>
                      <a:lnTo>
                        <a:pt x="75057" y="26003"/>
                      </a:lnTo>
                      <a:cubicBezTo>
                        <a:pt x="75057" y="26003"/>
                        <a:pt x="74867" y="27718"/>
                        <a:pt x="74867" y="30099"/>
                      </a:cubicBezTo>
                      <a:cubicBezTo>
                        <a:pt x="74962" y="31813"/>
                        <a:pt x="74581" y="33052"/>
                        <a:pt x="73628" y="33719"/>
                      </a:cubicBezTo>
                      <a:cubicBezTo>
                        <a:pt x="74104" y="33719"/>
                        <a:pt x="74771" y="34100"/>
                        <a:pt x="75533" y="34957"/>
                      </a:cubicBezTo>
                      <a:cubicBezTo>
                        <a:pt x="76390" y="35719"/>
                        <a:pt x="77153" y="36004"/>
                        <a:pt x="77819" y="35719"/>
                      </a:cubicBezTo>
                      <a:lnTo>
                        <a:pt x="78867" y="34290"/>
                      </a:lnTo>
                      <a:cubicBezTo>
                        <a:pt x="78391" y="34957"/>
                        <a:pt x="78296" y="35433"/>
                        <a:pt x="78677" y="36100"/>
                      </a:cubicBezTo>
                      <a:cubicBezTo>
                        <a:pt x="78962" y="36671"/>
                        <a:pt x="79343" y="37147"/>
                        <a:pt x="79724" y="37624"/>
                      </a:cubicBezTo>
                      <a:cubicBezTo>
                        <a:pt x="80391" y="37624"/>
                        <a:pt x="80963" y="37243"/>
                        <a:pt x="81344" y="36195"/>
                      </a:cubicBezTo>
                      <a:cubicBezTo>
                        <a:pt x="81725" y="35147"/>
                        <a:pt x="82296" y="34766"/>
                        <a:pt x="83058" y="35147"/>
                      </a:cubicBezTo>
                      <a:cubicBezTo>
                        <a:pt x="83153" y="35624"/>
                        <a:pt x="83725" y="35814"/>
                        <a:pt x="84582" y="35814"/>
                      </a:cubicBezTo>
                      <a:cubicBezTo>
                        <a:pt x="84963" y="35814"/>
                        <a:pt x="85439" y="35814"/>
                        <a:pt x="86011" y="35814"/>
                      </a:cubicBezTo>
                      <a:lnTo>
                        <a:pt x="87439" y="35814"/>
                      </a:lnTo>
                      <a:cubicBezTo>
                        <a:pt x="88582" y="35814"/>
                        <a:pt x="89249" y="36100"/>
                        <a:pt x="89249" y="36671"/>
                      </a:cubicBezTo>
                      <a:cubicBezTo>
                        <a:pt x="89249" y="37147"/>
                        <a:pt x="88963" y="37719"/>
                        <a:pt x="88582" y="38576"/>
                      </a:cubicBezTo>
                      <a:lnTo>
                        <a:pt x="86678" y="36290"/>
                      </a:lnTo>
                      <a:cubicBezTo>
                        <a:pt x="87154" y="36957"/>
                        <a:pt x="87344" y="37814"/>
                        <a:pt x="87344" y="38767"/>
                      </a:cubicBezTo>
                      <a:cubicBezTo>
                        <a:pt x="87344" y="40862"/>
                        <a:pt x="86011" y="43434"/>
                        <a:pt x="83153" y="46482"/>
                      </a:cubicBezTo>
                      <a:lnTo>
                        <a:pt x="81248" y="46006"/>
                      </a:lnTo>
                      <a:cubicBezTo>
                        <a:pt x="81248" y="46006"/>
                        <a:pt x="80867" y="47339"/>
                        <a:pt x="80486" y="48768"/>
                      </a:cubicBezTo>
                      <a:cubicBezTo>
                        <a:pt x="80105" y="50197"/>
                        <a:pt x="79915" y="51245"/>
                        <a:pt x="79915" y="51911"/>
                      </a:cubicBezTo>
                      <a:cubicBezTo>
                        <a:pt x="79915" y="52864"/>
                        <a:pt x="80105" y="53530"/>
                        <a:pt x="80486" y="54293"/>
                      </a:cubicBezTo>
                      <a:cubicBezTo>
                        <a:pt x="80010" y="54293"/>
                        <a:pt x="79343" y="53816"/>
                        <a:pt x="78486" y="52864"/>
                      </a:cubicBezTo>
                      <a:cubicBezTo>
                        <a:pt x="77629" y="51911"/>
                        <a:pt x="77057" y="51435"/>
                        <a:pt x="76581" y="51435"/>
                      </a:cubicBezTo>
                      <a:cubicBezTo>
                        <a:pt x="76105" y="51435"/>
                        <a:pt x="75629" y="51911"/>
                        <a:pt x="75152" y="52864"/>
                      </a:cubicBezTo>
                      <a:cubicBezTo>
                        <a:pt x="75629" y="53912"/>
                        <a:pt x="75819" y="55054"/>
                        <a:pt x="75819" y="56197"/>
                      </a:cubicBezTo>
                      <a:cubicBezTo>
                        <a:pt x="75819" y="57436"/>
                        <a:pt x="75438" y="59436"/>
                        <a:pt x="74581" y="61913"/>
                      </a:cubicBezTo>
                      <a:cubicBezTo>
                        <a:pt x="73723" y="64579"/>
                        <a:pt x="73438" y="66485"/>
                        <a:pt x="73723" y="67818"/>
                      </a:cubicBezTo>
                      <a:cubicBezTo>
                        <a:pt x="73247" y="67437"/>
                        <a:pt x="72771" y="67342"/>
                        <a:pt x="72295" y="67342"/>
                      </a:cubicBezTo>
                      <a:cubicBezTo>
                        <a:pt x="71723" y="67342"/>
                        <a:pt x="70961" y="67532"/>
                        <a:pt x="69818" y="68009"/>
                      </a:cubicBezTo>
                      <a:cubicBezTo>
                        <a:pt x="68771" y="68485"/>
                        <a:pt x="68009" y="68675"/>
                        <a:pt x="67342" y="68675"/>
                      </a:cubicBezTo>
                      <a:cubicBezTo>
                        <a:pt x="66961" y="68675"/>
                        <a:pt x="66675" y="68675"/>
                        <a:pt x="66294" y="68389"/>
                      </a:cubicBezTo>
                      <a:cubicBezTo>
                        <a:pt x="66294" y="68866"/>
                        <a:pt x="66961" y="70009"/>
                        <a:pt x="68199" y="71819"/>
                      </a:cubicBezTo>
                      <a:cubicBezTo>
                        <a:pt x="69342" y="73533"/>
                        <a:pt x="70104" y="74771"/>
                        <a:pt x="70104" y="75819"/>
                      </a:cubicBezTo>
                      <a:cubicBezTo>
                        <a:pt x="70104" y="76676"/>
                        <a:pt x="69818" y="77343"/>
                        <a:pt x="69247" y="78010"/>
                      </a:cubicBezTo>
                      <a:lnTo>
                        <a:pt x="66389" y="80677"/>
                      </a:lnTo>
                      <a:cubicBezTo>
                        <a:pt x="66961" y="88963"/>
                        <a:pt x="67246" y="98203"/>
                        <a:pt x="67246" y="108204"/>
                      </a:cubicBezTo>
                      <a:cubicBezTo>
                        <a:pt x="67246" y="118205"/>
                        <a:pt x="66961" y="127730"/>
                        <a:pt x="66389" y="136779"/>
                      </a:cubicBezTo>
                      <a:cubicBezTo>
                        <a:pt x="63818" y="139637"/>
                        <a:pt x="60007" y="141161"/>
                        <a:pt x="54864" y="141161"/>
                      </a:cubicBezTo>
                      <a:cubicBezTo>
                        <a:pt x="53245" y="141161"/>
                        <a:pt x="50768" y="141065"/>
                        <a:pt x="47625" y="140684"/>
                      </a:cubicBezTo>
                      <a:cubicBezTo>
                        <a:pt x="44387" y="140303"/>
                        <a:pt x="42101" y="140113"/>
                        <a:pt x="40672" y="140113"/>
                      </a:cubicBezTo>
                      <a:cubicBezTo>
                        <a:pt x="38576" y="139255"/>
                        <a:pt x="37243" y="137446"/>
                        <a:pt x="36767" y="134874"/>
                      </a:cubicBezTo>
                      <a:cubicBezTo>
                        <a:pt x="36481" y="132588"/>
                        <a:pt x="36100" y="130397"/>
                        <a:pt x="35909" y="128016"/>
                      </a:cubicBezTo>
                      <a:cubicBezTo>
                        <a:pt x="36671" y="125921"/>
                        <a:pt x="36862" y="122587"/>
                        <a:pt x="36576" y="117920"/>
                      </a:cubicBezTo>
                      <a:cubicBezTo>
                        <a:pt x="36290" y="113347"/>
                        <a:pt x="36576" y="109919"/>
                        <a:pt x="37338" y="107728"/>
                      </a:cubicBezTo>
                      <a:cubicBezTo>
                        <a:pt x="38100" y="108680"/>
                        <a:pt x="38862" y="109156"/>
                        <a:pt x="39719" y="109156"/>
                      </a:cubicBezTo>
                      <a:cubicBezTo>
                        <a:pt x="40005" y="109156"/>
                        <a:pt x="40767" y="108776"/>
                        <a:pt x="42196" y="108109"/>
                      </a:cubicBezTo>
                      <a:cubicBezTo>
                        <a:pt x="43148" y="107633"/>
                        <a:pt x="44005" y="107823"/>
                        <a:pt x="44863" y="108585"/>
                      </a:cubicBezTo>
                      <a:lnTo>
                        <a:pt x="42767" y="106299"/>
                      </a:lnTo>
                      <a:lnTo>
                        <a:pt x="44387" y="105251"/>
                      </a:lnTo>
                      <a:lnTo>
                        <a:pt x="42291" y="103061"/>
                      </a:lnTo>
                      <a:lnTo>
                        <a:pt x="44387" y="103918"/>
                      </a:lnTo>
                      <a:lnTo>
                        <a:pt x="44387" y="100394"/>
                      </a:lnTo>
                      <a:lnTo>
                        <a:pt x="40386" y="100394"/>
                      </a:lnTo>
                      <a:cubicBezTo>
                        <a:pt x="41910" y="99441"/>
                        <a:pt x="42863" y="99060"/>
                        <a:pt x="43148" y="99060"/>
                      </a:cubicBezTo>
                      <a:cubicBezTo>
                        <a:pt x="44101" y="99060"/>
                        <a:pt x="44958" y="99727"/>
                        <a:pt x="45720" y="101155"/>
                      </a:cubicBezTo>
                      <a:cubicBezTo>
                        <a:pt x="46101" y="100965"/>
                        <a:pt x="46292" y="100679"/>
                        <a:pt x="46292" y="100108"/>
                      </a:cubicBezTo>
                      <a:cubicBezTo>
                        <a:pt x="46292" y="99251"/>
                        <a:pt x="46292" y="98774"/>
                        <a:pt x="46292" y="98584"/>
                      </a:cubicBezTo>
                      <a:lnTo>
                        <a:pt x="49625" y="99155"/>
                      </a:lnTo>
                      <a:cubicBezTo>
                        <a:pt x="49816" y="97441"/>
                        <a:pt x="49911" y="96584"/>
                        <a:pt x="49816" y="96488"/>
                      </a:cubicBezTo>
                      <a:cubicBezTo>
                        <a:pt x="49721" y="96298"/>
                        <a:pt x="50102" y="96107"/>
                        <a:pt x="51054" y="95726"/>
                      </a:cubicBezTo>
                      <a:cubicBezTo>
                        <a:pt x="49244" y="92964"/>
                        <a:pt x="46768" y="92393"/>
                        <a:pt x="43815" y="94012"/>
                      </a:cubicBezTo>
                      <a:cubicBezTo>
                        <a:pt x="40767" y="95726"/>
                        <a:pt x="38386" y="95250"/>
                        <a:pt x="36671" y="92964"/>
                      </a:cubicBezTo>
                      <a:cubicBezTo>
                        <a:pt x="36671" y="86963"/>
                        <a:pt x="36957" y="82677"/>
                        <a:pt x="37529" y="80105"/>
                      </a:cubicBezTo>
                      <a:cubicBezTo>
                        <a:pt x="34766" y="80296"/>
                        <a:pt x="33242" y="78200"/>
                        <a:pt x="32956" y="73914"/>
                      </a:cubicBezTo>
                      <a:cubicBezTo>
                        <a:pt x="32766" y="69628"/>
                        <a:pt x="31337" y="67246"/>
                        <a:pt x="28765" y="66675"/>
                      </a:cubicBezTo>
                      <a:cubicBezTo>
                        <a:pt x="23431" y="54483"/>
                        <a:pt x="15050" y="36671"/>
                        <a:pt x="3715" y="13049"/>
                      </a:cubicBezTo>
                      <a:cubicBezTo>
                        <a:pt x="3620" y="12668"/>
                        <a:pt x="3715" y="12287"/>
                        <a:pt x="4286" y="12002"/>
                      </a:cubicBezTo>
                      <a:cubicBezTo>
                        <a:pt x="4763" y="11621"/>
                        <a:pt x="5048" y="11335"/>
                        <a:pt x="5144" y="11144"/>
                      </a:cubicBezTo>
                      <a:cubicBezTo>
                        <a:pt x="4096" y="10287"/>
                        <a:pt x="2953" y="9430"/>
                        <a:pt x="1714" y="8382"/>
                      </a:cubicBezTo>
                      <a:cubicBezTo>
                        <a:pt x="571" y="7429"/>
                        <a:pt x="0" y="6382"/>
                        <a:pt x="0" y="5144"/>
                      </a:cubicBezTo>
                      <a:cubicBezTo>
                        <a:pt x="0" y="4477"/>
                        <a:pt x="286" y="3620"/>
                        <a:pt x="857" y="2858"/>
                      </a:cubicBezTo>
                      <a:cubicBezTo>
                        <a:pt x="3810" y="1048"/>
                        <a:pt x="7620" y="95"/>
                        <a:pt x="12478" y="95"/>
                      </a:cubicBezTo>
                      <a:cubicBezTo>
                        <a:pt x="14097" y="95"/>
                        <a:pt x="16478" y="286"/>
                        <a:pt x="19526" y="571"/>
                      </a:cubicBezTo>
                      <a:cubicBezTo>
                        <a:pt x="22574" y="762"/>
                        <a:pt x="24765" y="857"/>
                        <a:pt x="26003" y="857"/>
                      </a:cubicBezTo>
                      <a:lnTo>
                        <a:pt x="27908" y="857"/>
                      </a:lnTo>
                      <a:cubicBezTo>
                        <a:pt x="30480" y="2477"/>
                        <a:pt x="32576" y="5429"/>
                        <a:pt x="34100" y="9620"/>
                      </a:cubicBezTo>
                      <a:cubicBezTo>
                        <a:pt x="35719" y="13906"/>
                        <a:pt x="37529" y="16574"/>
                        <a:pt x="39434" y="17907"/>
                      </a:cubicBezTo>
                      <a:cubicBezTo>
                        <a:pt x="39053" y="20479"/>
                        <a:pt x="39719" y="23336"/>
                        <a:pt x="41338" y="26479"/>
                      </a:cubicBezTo>
                      <a:cubicBezTo>
                        <a:pt x="42481" y="28766"/>
                        <a:pt x="43625" y="30956"/>
                        <a:pt x="44863" y="33338"/>
                      </a:cubicBezTo>
                      <a:cubicBezTo>
                        <a:pt x="44291" y="36004"/>
                        <a:pt x="44863" y="37433"/>
                        <a:pt x="46768" y="37529"/>
                      </a:cubicBezTo>
                      <a:cubicBezTo>
                        <a:pt x="46577" y="38576"/>
                        <a:pt x="47244" y="39910"/>
                        <a:pt x="48768" y="41434"/>
                      </a:cubicBezTo>
                      <a:cubicBezTo>
                        <a:pt x="50292" y="42958"/>
                        <a:pt x="51245" y="44101"/>
                        <a:pt x="51435" y="44958"/>
                      </a:cubicBezTo>
                      <a:cubicBezTo>
                        <a:pt x="56864" y="40291"/>
                        <a:pt x="60484" y="33338"/>
                        <a:pt x="62484" y="24098"/>
                      </a:cubicBezTo>
                      <a:cubicBezTo>
                        <a:pt x="66580" y="17812"/>
                        <a:pt x="69247" y="12097"/>
                        <a:pt x="70390" y="7049"/>
                      </a:cubicBezTo>
                      <a:cubicBezTo>
                        <a:pt x="73057" y="2477"/>
                        <a:pt x="78391" y="191"/>
                        <a:pt x="86392" y="191"/>
                      </a:cubicBezTo>
                      <a:cubicBezTo>
                        <a:pt x="96869" y="191"/>
                        <a:pt x="101441" y="286"/>
                        <a:pt x="100489" y="381"/>
                      </a:cubicBezTo>
                      <a:close/>
                      <a:moveTo>
                        <a:pt x="39719" y="100108"/>
                      </a:moveTo>
                      <a:cubicBezTo>
                        <a:pt x="38386" y="101251"/>
                        <a:pt x="37147" y="101251"/>
                        <a:pt x="36004" y="100108"/>
                      </a:cubicBezTo>
                      <a:lnTo>
                        <a:pt x="39719" y="100108"/>
                      </a:lnTo>
                      <a:close/>
                      <a:moveTo>
                        <a:pt x="45625" y="102775"/>
                      </a:moveTo>
                      <a:lnTo>
                        <a:pt x="49530" y="102775"/>
                      </a:lnTo>
                      <a:lnTo>
                        <a:pt x="45625" y="102203"/>
                      </a:lnTo>
                      <a:lnTo>
                        <a:pt x="45625" y="102775"/>
                      </a:lnTo>
                      <a:close/>
                      <a:moveTo>
                        <a:pt x="50387" y="97346"/>
                      </a:moveTo>
                      <a:lnTo>
                        <a:pt x="52292" y="96774"/>
                      </a:lnTo>
                      <a:lnTo>
                        <a:pt x="50387" y="96774"/>
                      </a:lnTo>
                      <a:lnTo>
                        <a:pt x="50387" y="97346"/>
                      </a:lnTo>
                      <a:close/>
                      <a:moveTo>
                        <a:pt x="55912" y="86678"/>
                      </a:moveTo>
                      <a:cubicBezTo>
                        <a:pt x="56483" y="86201"/>
                        <a:pt x="56579" y="85439"/>
                        <a:pt x="56388" y="84487"/>
                      </a:cubicBezTo>
                      <a:cubicBezTo>
                        <a:pt x="56102" y="83534"/>
                        <a:pt x="55817" y="82868"/>
                        <a:pt x="55340" y="82487"/>
                      </a:cubicBezTo>
                      <a:lnTo>
                        <a:pt x="55340" y="87249"/>
                      </a:lnTo>
                      <a:lnTo>
                        <a:pt x="55912" y="86773"/>
                      </a:lnTo>
                      <a:close/>
                      <a:moveTo>
                        <a:pt x="76771" y="36386"/>
                      </a:moveTo>
                      <a:lnTo>
                        <a:pt x="76295" y="37814"/>
                      </a:lnTo>
                      <a:cubicBezTo>
                        <a:pt x="77057" y="38957"/>
                        <a:pt x="77724" y="39434"/>
                        <a:pt x="78200" y="39243"/>
                      </a:cubicBezTo>
                      <a:cubicBezTo>
                        <a:pt x="78105" y="38481"/>
                        <a:pt x="77629" y="37529"/>
                        <a:pt x="76771" y="36386"/>
                      </a:cubicBezTo>
                      <a:close/>
                      <a:moveTo>
                        <a:pt x="79629" y="25146"/>
                      </a:moveTo>
                      <a:lnTo>
                        <a:pt x="81058" y="25146"/>
                      </a:lnTo>
                      <a:cubicBezTo>
                        <a:pt x="80296" y="24384"/>
                        <a:pt x="79915" y="24098"/>
                        <a:pt x="79629" y="24194"/>
                      </a:cubicBezTo>
                      <a:cubicBezTo>
                        <a:pt x="79057" y="24860"/>
                        <a:pt x="78772" y="25527"/>
                        <a:pt x="78772" y="26099"/>
                      </a:cubicBezTo>
                      <a:lnTo>
                        <a:pt x="78962" y="26479"/>
                      </a:lnTo>
                      <a:cubicBezTo>
                        <a:pt x="78962" y="26479"/>
                        <a:pt x="79438" y="25908"/>
                        <a:pt x="79724" y="25146"/>
                      </a:cubicBezTo>
                      <a:close/>
                      <a:moveTo>
                        <a:pt x="81629" y="38576"/>
                      </a:moveTo>
                      <a:cubicBezTo>
                        <a:pt x="80391" y="38671"/>
                        <a:pt x="79915" y="39148"/>
                        <a:pt x="80010" y="40005"/>
                      </a:cubicBezTo>
                      <a:cubicBezTo>
                        <a:pt x="80105" y="41338"/>
                        <a:pt x="80201" y="42005"/>
                        <a:pt x="80201" y="42101"/>
                      </a:cubicBezTo>
                      <a:cubicBezTo>
                        <a:pt x="81629" y="41338"/>
                        <a:pt x="82010" y="40100"/>
                        <a:pt x="81629" y="38576"/>
                      </a:cubicBezTo>
                      <a:close/>
                      <a:moveTo>
                        <a:pt x="80201" y="45053"/>
                      </a:moveTo>
                      <a:lnTo>
                        <a:pt x="81629" y="43148"/>
                      </a:lnTo>
                      <a:lnTo>
                        <a:pt x="80201" y="43148"/>
                      </a:lnTo>
                      <a:lnTo>
                        <a:pt x="80201" y="45053"/>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 name="Google Shape;1464;p99"/>
                <p:cNvSpPr/>
                <p:nvPr/>
              </p:nvSpPr>
              <p:spPr>
                <a:xfrm>
                  <a:off x="6557866" y="4667535"/>
                  <a:ext cx="131159" cy="141541"/>
                </a:xfrm>
                <a:custGeom>
                  <a:avLst/>
                  <a:gdLst/>
                  <a:ahLst/>
                  <a:cxnLst/>
                  <a:rect l="l" t="t" r="r" b="b"/>
                  <a:pathLst>
                    <a:path w="131159" h="141541" extrusionOk="0">
                      <a:moveTo>
                        <a:pt x="1905" y="98107"/>
                      </a:moveTo>
                      <a:cubicBezTo>
                        <a:pt x="1810" y="99251"/>
                        <a:pt x="1905" y="99917"/>
                        <a:pt x="2477" y="99917"/>
                      </a:cubicBezTo>
                      <a:cubicBezTo>
                        <a:pt x="2572" y="99917"/>
                        <a:pt x="2858" y="99822"/>
                        <a:pt x="3238" y="99631"/>
                      </a:cubicBezTo>
                      <a:cubicBezTo>
                        <a:pt x="3620" y="99536"/>
                        <a:pt x="3905" y="99536"/>
                        <a:pt x="4096" y="99536"/>
                      </a:cubicBezTo>
                      <a:cubicBezTo>
                        <a:pt x="4477" y="99536"/>
                        <a:pt x="4667" y="99727"/>
                        <a:pt x="4763" y="100203"/>
                      </a:cubicBezTo>
                      <a:cubicBezTo>
                        <a:pt x="2000" y="100203"/>
                        <a:pt x="381" y="100013"/>
                        <a:pt x="0" y="99536"/>
                      </a:cubicBezTo>
                      <a:lnTo>
                        <a:pt x="1905" y="98107"/>
                      </a:lnTo>
                      <a:close/>
                      <a:moveTo>
                        <a:pt x="4667" y="116014"/>
                      </a:moveTo>
                      <a:cubicBezTo>
                        <a:pt x="4953" y="115443"/>
                        <a:pt x="5429" y="115157"/>
                        <a:pt x="6096" y="115157"/>
                      </a:cubicBezTo>
                      <a:lnTo>
                        <a:pt x="8001" y="115157"/>
                      </a:lnTo>
                      <a:cubicBezTo>
                        <a:pt x="7906" y="115729"/>
                        <a:pt x="7429" y="116014"/>
                        <a:pt x="6572" y="116014"/>
                      </a:cubicBezTo>
                      <a:lnTo>
                        <a:pt x="4572" y="116014"/>
                      </a:lnTo>
                      <a:close/>
                      <a:moveTo>
                        <a:pt x="10668" y="125349"/>
                      </a:moveTo>
                      <a:lnTo>
                        <a:pt x="10668" y="123349"/>
                      </a:lnTo>
                      <a:lnTo>
                        <a:pt x="12097" y="123349"/>
                      </a:lnTo>
                      <a:lnTo>
                        <a:pt x="10668" y="125349"/>
                      </a:lnTo>
                      <a:close/>
                      <a:moveTo>
                        <a:pt x="18193" y="113729"/>
                      </a:moveTo>
                      <a:cubicBezTo>
                        <a:pt x="18764" y="113538"/>
                        <a:pt x="19717" y="114014"/>
                        <a:pt x="20860" y="115157"/>
                      </a:cubicBezTo>
                      <a:lnTo>
                        <a:pt x="20288" y="116014"/>
                      </a:lnTo>
                      <a:lnTo>
                        <a:pt x="18193" y="113729"/>
                      </a:lnTo>
                      <a:close/>
                      <a:moveTo>
                        <a:pt x="20860" y="125349"/>
                      </a:moveTo>
                      <a:cubicBezTo>
                        <a:pt x="20860" y="125349"/>
                        <a:pt x="21622" y="124778"/>
                        <a:pt x="22003" y="124301"/>
                      </a:cubicBezTo>
                      <a:cubicBezTo>
                        <a:pt x="22384" y="123730"/>
                        <a:pt x="22765" y="123444"/>
                        <a:pt x="23146" y="123444"/>
                      </a:cubicBezTo>
                      <a:cubicBezTo>
                        <a:pt x="23146" y="123825"/>
                        <a:pt x="22860" y="124492"/>
                        <a:pt x="22288" y="125444"/>
                      </a:cubicBezTo>
                      <a:lnTo>
                        <a:pt x="20860" y="125444"/>
                      </a:lnTo>
                      <a:close/>
                      <a:moveTo>
                        <a:pt x="24194" y="109728"/>
                      </a:moveTo>
                      <a:lnTo>
                        <a:pt x="23622" y="111062"/>
                      </a:lnTo>
                      <a:lnTo>
                        <a:pt x="21717" y="111062"/>
                      </a:lnTo>
                      <a:cubicBezTo>
                        <a:pt x="22193" y="109728"/>
                        <a:pt x="22670" y="108966"/>
                        <a:pt x="23146" y="108966"/>
                      </a:cubicBezTo>
                      <a:cubicBezTo>
                        <a:pt x="23527" y="108966"/>
                        <a:pt x="23813" y="109156"/>
                        <a:pt x="24194" y="109633"/>
                      </a:cubicBezTo>
                      <a:close/>
                      <a:moveTo>
                        <a:pt x="26956" y="97631"/>
                      </a:moveTo>
                      <a:lnTo>
                        <a:pt x="26956" y="99060"/>
                      </a:lnTo>
                      <a:lnTo>
                        <a:pt x="24194" y="96774"/>
                      </a:lnTo>
                      <a:cubicBezTo>
                        <a:pt x="24860" y="96584"/>
                        <a:pt x="25813" y="96774"/>
                        <a:pt x="26956" y="97631"/>
                      </a:cubicBezTo>
                      <a:close/>
                      <a:moveTo>
                        <a:pt x="24194" y="118015"/>
                      </a:moveTo>
                      <a:cubicBezTo>
                        <a:pt x="25146" y="118015"/>
                        <a:pt x="25527" y="118681"/>
                        <a:pt x="25527" y="119920"/>
                      </a:cubicBezTo>
                      <a:lnTo>
                        <a:pt x="24194" y="119920"/>
                      </a:lnTo>
                      <a:lnTo>
                        <a:pt x="24194" y="118015"/>
                      </a:lnTo>
                      <a:close/>
                      <a:moveTo>
                        <a:pt x="27527" y="132874"/>
                      </a:moveTo>
                      <a:lnTo>
                        <a:pt x="27051" y="132112"/>
                      </a:lnTo>
                      <a:lnTo>
                        <a:pt x="29813" y="130588"/>
                      </a:lnTo>
                      <a:lnTo>
                        <a:pt x="27527" y="132874"/>
                      </a:lnTo>
                      <a:close/>
                      <a:moveTo>
                        <a:pt x="130683" y="105061"/>
                      </a:moveTo>
                      <a:lnTo>
                        <a:pt x="124492" y="105918"/>
                      </a:lnTo>
                      <a:cubicBezTo>
                        <a:pt x="124492" y="105918"/>
                        <a:pt x="124301" y="106394"/>
                        <a:pt x="124301" y="106489"/>
                      </a:cubicBezTo>
                      <a:cubicBezTo>
                        <a:pt x="124301" y="106871"/>
                        <a:pt x="124873" y="107347"/>
                        <a:pt x="125825" y="107918"/>
                      </a:cubicBezTo>
                      <a:cubicBezTo>
                        <a:pt x="126873" y="108490"/>
                        <a:pt x="127349" y="109156"/>
                        <a:pt x="127349" y="109823"/>
                      </a:cubicBezTo>
                      <a:lnTo>
                        <a:pt x="128778" y="109823"/>
                      </a:lnTo>
                      <a:cubicBezTo>
                        <a:pt x="128111" y="113443"/>
                        <a:pt x="127445" y="117062"/>
                        <a:pt x="126873" y="120682"/>
                      </a:cubicBezTo>
                      <a:cubicBezTo>
                        <a:pt x="125921" y="124492"/>
                        <a:pt x="123730" y="127063"/>
                        <a:pt x="120015" y="128206"/>
                      </a:cubicBezTo>
                      <a:cubicBezTo>
                        <a:pt x="119444" y="126111"/>
                        <a:pt x="118015" y="125444"/>
                        <a:pt x="115729" y="126206"/>
                      </a:cubicBezTo>
                      <a:lnTo>
                        <a:pt x="115062" y="126778"/>
                      </a:lnTo>
                      <a:lnTo>
                        <a:pt x="117634" y="129635"/>
                      </a:lnTo>
                      <a:cubicBezTo>
                        <a:pt x="116586" y="129349"/>
                        <a:pt x="115443" y="128683"/>
                        <a:pt x="114110" y="127635"/>
                      </a:cubicBezTo>
                      <a:cubicBezTo>
                        <a:pt x="112776" y="126492"/>
                        <a:pt x="111824" y="125921"/>
                        <a:pt x="111157" y="125921"/>
                      </a:cubicBezTo>
                      <a:cubicBezTo>
                        <a:pt x="110395" y="125921"/>
                        <a:pt x="109442" y="126397"/>
                        <a:pt x="108299" y="127349"/>
                      </a:cubicBezTo>
                      <a:lnTo>
                        <a:pt x="110776" y="127349"/>
                      </a:lnTo>
                      <a:lnTo>
                        <a:pt x="110204" y="128206"/>
                      </a:lnTo>
                      <a:cubicBezTo>
                        <a:pt x="111633" y="128683"/>
                        <a:pt x="113443" y="129730"/>
                        <a:pt x="115634" y="131636"/>
                      </a:cubicBezTo>
                      <a:lnTo>
                        <a:pt x="110776" y="133731"/>
                      </a:lnTo>
                      <a:lnTo>
                        <a:pt x="111633" y="134207"/>
                      </a:lnTo>
                      <a:cubicBezTo>
                        <a:pt x="111633" y="134207"/>
                        <a:pt x="109442" y="135160"/>
                        <a:pt x="106013" y="136684"/>
                      </a:cubicBezTo>
                      <a:cubicBezTo>
                        <a:pt x="104108" y="137351"/>
                        <a:pt x="102394" y="137731"/>
                        <a:pt x="100775" y="137731"/>
                      </a:cubicBezTo>
                      <a:cubicBezTo>
                        <a:pt x="99917" y="137731"/>
                        <a:pt x="99060" y="137731"/>
                        <a:pt x="98108" y="137541"/>
                      </a:cubicBezTo>
                      <a:cubicBezTo>
                        <a:pt x="97536" y="139065"/>
                        <a:pt x="97346" y="140208"/>
                        <a:pt x="97631" y="140684"/>
                      </a:cubicBezTo>
                      <a:lnTo>
                        <a:pt x="70961" y="141542"/>
                      </a:lnTo>
                      <a:cubicBezTo>
                        <a:pt x="68866" y="139637"/>
                        <a:pt x="65532" y="137922"/>
                        <a:pt x="60960" y="136493"/>
                      </a:cubicBezTo>
                      <a:cubicBezTo>
                        <a:pt x="55912" y="134969"/>
                        <a:pt x="52673" y="133731"/>
                        <a:pt x="51340" y="132874"/>
                      </a:cubicBezTo>
                      <a:cubicBezTo>
                        <a:pt x="50768" y="132017"/>
                        <a:pt x="49721" y="131445"/>
                        <a:pt x="48292" y="131064"/>
                      </a:cubicBezTo>
                      <a:cubicBezTo>
                        <a:pt x="46863" y="130683"/>
                        <a:pt x="45434" y="130397"/>
                        <a:pt x="44005" y="130016"/>
                      </a:cubicBezTo>
                      <a:lnTo>
                        <a:pt x="45911" y="128111"/>
                      </a:lnTo>
                      <a:lnTo>
                        <a:pt x="43339" y="125444"/>
                      </a:lnTo>
                      <a:lnTo>
                        <a:pt x="42672" y="127349"/>
                      </a:lnTo>
                      <a:cubicBezTo>
                        <a:pt x="40386" y="126778"/>
                        <a:pt x="39053" y="124778"/>
                        <a:pt x="38767" y="121634"/>
                      </a:cubicBezTo>
                      <a:cubicBezTo>
                        <a:pt x="38767" y="118681"/>
                        <a:pt x="37052" y="117253"/>
                        <a:pt x="33909" y="117253"/>
                      </a:cubicBezTo>
                      <a:lnTo>
                        <a:pt x="31623" y="117253"/>
                      </a:lnTo>
                      <a:cubicBezTo>
                        <a:pt x="33623" y="117157"/>
                        <a:pt x="34576" y="116014"/>
                        <a:pt x="34576" y="113919"/>
                      </a:cubicBezTo>
                      <a:cubicBezTo>
                        <a:pt x="34576" y="113252"/>
                        <a:pt x="34385" y="112681"/>
                        <a:pt x="34100" y="112014"/>
                      </a:cubicBezTo>
                      <a:cubicBezTo>
                        <a:pt x="33719" y="111443"/>
                        <a:pt x="32480" y="110776"/>
                        <a:pt x="30385" y="109919"/>
                      </a:cubicBezTo>
                      <a:lnTo>
                        <a:pt x="29813" y="110395"/>
                      </a:lnTo>
                      <a:cubicBezTo>
                        <a:pt x="29813" y="110395"/>
                        <a:pt x="29528" y="110776"/>
                        <a:pt x="29337" y="110776"/>
                      </a:cubicBezTo>
                      <a:cubicBezTo>
                        <a:pt x="29051" y="110776"/>
                        <a:pt x="28670" y="110204"/>
                        <a:pt x="28480" y="109347"/>
                      </a:cubicBezTo>
                      <a:cubicBezTo>
                        <a:pt x="28194" y="108490"/>
                        <a:pt x="28194" y="107728"/>
                        <a:pt x="28480" y="107061"/>
                      </a:cubicBezTo>
                      <a:cubicBezTo>
                        <a:pt x="29623" y="106775"/>
                        <a:pt x="31433" y="105632"/>
                        <a:pt x="33719" y="103346"/>
                      </a:cubicBezTo>
                      <a:cubicBezTo>
                        <a:pt x="35814" y="101537"/>
                        <a:pt x="37624" y="100584"/>
                        <a:pt x="38957" y="100584"/>
                      </a:cubicBezTo>
                      <a:cubicBezTo>
                        <a:pt x="39719" y="100584"/>
                        <a:pt x="40386" y="100584"/>
                        <a:pt x="41243" y="101060"/>
                      </a:cubicBezTo>
                      <a:cubicBezTo>
                        <a:pt x="40767" y="100203"/>
                        <a:pt x="40767" y="99536"/>
                        <a:pt x="41243" y="98965"/>
                      </a:cubicBezTo>
                      <a:cubicBezTo>
                        <a:pt x="41720" y="98393"/>
                        <a:pt x="41243" y="97441"/>
                        <a:pt x="40100" y="96298"/>
                      </a:cubicBezTo>
                      <a:lnTo>
                        <a:pt x="46006" y="93536"/>
                      </a:lnTo>
                      <a:lnTo>
                        <a:pt x="44672" y="91630"/>
                      </a:lnTo>
                      <a:cubicBezTo>
                        <a:pt x="45625" y="91630"/>
                        <a:pt x="47149" y="91059"/>
                        <a:pt x="49244" y="89916"/>
                      </a:cubicBezTo>
                      <a:cubicBezTo>
                        <a:pt x="51340" y="88868"/>
                        <a:pt x="52769" y="88297"/>
                        <a:pt x="53435" y="88297"/>
                      </a:cubicBezTo>
                      <a:cubicBezTo>
                        <a:pt x="54578" y="88297"/>
                        <a:pt x="55340" y="89154"/>
                        <a:pt x="55721" y="90869"/>
                      </a:cubicBezTo>
                      <a:cubicBezTo>
                        <a:pt x="55340" y="94774"/>
                        <a:pt x="56769" y="98584"/>
                        <a:pt x="59912" y="102489"/>
                      </a:cubicBezTo>
                      <a:cubicBezTo>
                        <a:pt x="61436" y="104299"/>
                        <a:pt x="64579" y="107252"/>
                        <a:pt x="69247" y="111252"/>
                      </a:cubicBezTo>
                      <a:cubicBezTo>
                        <a:pt x="69913" y="112967"/>
                        <a:pt x="71057" y="113729"/>
                        <a:pt x="72771" y="113729"/>
                      </a:cubicBezTo>
                      <a:cubicBezTo>
                        <a:pt x="73247" y="113729"/>
                        <a:pt x="73914" y="113729"/>
                        <a:pt x="74962" y="113443"/>
                      </a:cubicBezTo>
                      <a:cubicBezTo>
                        <a:pt x="75914" y="113347"/>
                        <a:pt x="76676" y="113157"/>
                        <a:pt x="77153" y="113157"/>
                      </a:cubicBezTo>
                      <a:cubicBezTo>
                        <a:pt x="78200" y="113157"/>
                        <a:pt x="79248" y="113443"/>
                        <a:pt x="80105" y="113824"/>
                      </a:cubicBezTo>
                      <a:cubicBezTo>
                        <a:pt x="80963" y="114300"/>
                        <a:pt x="82105" y="114586"/>
                        <a:pt x="83249" y="114586"/>
                      </a:cubicBezTo>
                      <a:cubicBezTo>
                        <a:pt x="85344" y="114586"/>
                        <a:pt x="87916" y="113633"/>
                        <a:pt x="90678" y="111633"/>
                      </a:cubicBezTo>
                      <a:cubicBezTo>
                        <a:pt x="94869" y="108871"/>
                        <a:pt x="97250" y="107252"/>
                        <a:pt x="97917" y="107061"/>
                      </a:cubicBezTo>
                      <a:cubicBezTo>
                        <a:pt x="98488" y="106109"/>
                        <a:pt x="98774" y="105156"/>
                        <a:pt x="98774" y="104299"/>
                      </a:cubicBezTo>
                      <a:cubicBezTo>
                        <a:pt x="98774" y="102870"/>
                        <a:pt x="98012" y="100965"/>
                        <a:pt x="96393" y="98679"/>
                      </a:cubicBezTo>
                      <a:cubicBezTo>
                        <a:pt x="94774" y="96393"/>
                        <a:pt x="93821" y="94679"/>
                        <a:pt x="93631" y="93536"/>
                      </a:cubicBezTo>
                      <a:cubicBezTo>
                        <a:pt x="90773" y="93059"/>
                        <a:pt x="89059" y="91916"/>
                        <a:pt x="88773" y="90202"/>
                      </a:cubicBezTo>
                      <a:lnTo>
                        <a:pt x="89630" y="89440"/>
                      </a:lnTo>
                      <a:cubicBezTo>
                        <a:pt x="85916" y="87725"/>
                        <a:pt x="80677" y="84963"/>
                        <a:pt x="74009" y="81344"/>
                      </a:cubicBezTo>
                      <a:cubicBezTo>
                        <a:pt x="73247" y="81915"/>
                        <a:pt x="72580" y="82201"/>
                        <a:pt x="71914" y="82201"/>
                      </a:cubicBezTo>
                      <a:cubicBezTo>
                        <a:pt x="70961" y="82201"/>
                        <a:pt x="69818" y="81629"/>
                        <a:pt x="68390" y="80296"/>
                      </a:cubicBezTo>
                      <a:cubicBezTo>
                        <a:pt x="66961" y="78962"/>
                        <a:pt x="65913" y="78391"/>
                        <a:pt x="65056" y="78391"/>
                      </a:cubicBezTo>
                      <a:cubicBezTo>
                        <a:pt x="64675" y="78391"/>
                        <a:pt x="64389" y="78391"/>
                        <a:pt x="64008" y="78677"/>
                      </a:cubicBezTo>
                      <a:cubicBezTo>
                        <a:pt x="61151" y="77914"/>
                        <a:pt x="58198" y="75438"/>
                        <a:pt x="55245" y="71533"/>
                      </a:cubicBezTo>
                      <a:cubicBezTo>
                        <a:pt x="52007" y="67056"/>
                        <a:pt x="49149" y="64198"/>
                        <a:pt x="46958" y="62960"/>
                      </a:cubicBezTo>
                      <a:cubicBezTo>
                        <a:pt x="47149" y="61722"/>
                        <a:pt x="46577" y="60103"/>
                        <a:pt x="45244" y="58103"/>
                      </a:cubicBezTo>
                      <a:cubicBezTo>
                        <a:pt x="43815" y="56102"/>
                        <a:pt x="43244" y="54673"/>
                        <a:pt x="43434" y="53626"/>
                      </a:cubicBezTo>
                      <a:cubicBezTo>
                        <a:pt x="42672" y="52197"/>
                        <a:pt x="42196" y="49244"/>
                        <a:pt x="41910" y="44958"/>
                      </a:cubicBezTo>
                      <a:cubicBezTo>
                        <a:pt x="41720" y="41053"/>
                        <a:pt x="41434" y="37147"/>
                        <a:pt x="41338" y="33338"/>
                      </a:cubicBezTo>
                      <a:cubicBezTo>
                        <a:pt x="42291" y="32956"/>
                        <a:pt x="42767" y="32576"/>
                        <a:pt x="42767" y="32004"/>
                      </a:cubicBezTo>
                      <a:cubicBezTo>
                        <a:pt x="42767" y="31623"/>
                        <a:pt x="42577" y="31052"/>
                        <a:pt x="42101" y="30289"/>
                      </a:cubicBezTo>
                      <a:cubicBezTo>
                        <a:pt x="41624" y="29528"/>
                        <a:pt x="41338" y="29051"/>
                        <a:pt x="41338" y="28575"/>
                      </a:cubicBezTo>
                      <a:cubicBezTo>
                        <a:pt x="41910" y="26956"/>
                        <a:pt x="43910" y="24670"/>
                        <a:pt x="47244" y="21907"/>
                      </a:cubicBezTo>
                      <a:cubicBezTo>
                        <a:pt x="50102" y="19431"/>
                        <a:pt x="51435" y="17050"/>
                        <a:pt x="51435" y="14859"/>
                      </a:cubicBezTo>
                      <a:cubicBezTo>
                        <a:pt x="51911" y="14669"/>
                        <a:pt x="52673" y="14288"/>
                        <a:pt x="53816" y="13430"/>
                      </a:cubicBezTo>
                      <a:cubicBezTo>
                        <a:pt x="54959" y="12668"/>
                        <a:pt x="55721" y="12192"/>
                        <a:pt x="56293" y="12192"/>
                      </a:cubicBezTo>
                      <a:cubicBezTo>
                        <a:pt x="56579" y="12192"/>
                        <a:pt x="56960" y="12478"/>
                        <a:pt x="57150" y="12859"/>
                      </a:cubicBezTo>
                      <a:cubicBezTo>
                        <a:pt x="59436" y="9525"/>
                        <a:pt x="62960" y="6858"/>
                        <a:pt x="67818" y="4953"/>
                      </a:cubicBezTo>
                      <a:cubicBezTo>
                        <a:pt x="72104" y="3620"/>
                        <a:pt x="76486" y="2191"/>
                        <a:pt x="80772" y="762"/>
                      </a:cubicBezTo>
                      <a:cubicBezTo>
                        <a:pt x="82105" y="286"/>
                        <a:pt x="83344" y="0"/>
                        <a:pt x="84677" y="0"/>
                      </a:cubicBezTo>
                      <a:cubicBezTo>
                        <a:pt x="86582" y="0"/>
                        <a:pt x="89059" y="762"/>
                        <a:pt x="92202" y="2191"/>
                      </a:cubicBezTo>
                      <a:cubicBezTo>
                        <a:pt x="95345" y="3620"/>
                        <a:pt x="97822" y="4381"/>
                        <a:pt x="99727" y="4381"/>
                      </a:cubicBezTo>
                      <a:cubicBezTo>
                        <a:pt x="100584" y="4381"/>
                        <a:pt x="101346" y="4191"/>
                        <a:pt x="102203" y="4001"/>
                      </a:cubicBezTo>
                      <a:cubicBezTo>
                        <a:pt x="103061" y="5715"/>
                        <a:pt x="104489" y="6763"/>
                        <a:pt x="106585" y="7334"/>
                      </a:cubicBezTo>
                      <a:cubicBezTo>
                        <a:pt x="109252" y="8192"/>
                        <a:pt x="111062" y="8954"/>
                        <a:pt x="111824" y="9430"/>
                      </a:cubicBezTo>
                      <a:cubicBezTo>
                        <a:pt x="115824" y="9811"/>
                        <a:pt x="119348" y="14954"/>
                        <a:pt x="122492" y="24860"/>
                      </a:cubicBezTo>
                      <a:cubicBezTo>
                        <a:pt x="122492" y="26289"/>
                        <a:pt x="121349" y="28099"/>
                        <a:pt x="119444" y="30480"/>
                      </a:cubicBezTo>
                      <a:cubicBezTo>
                        <a:pt x="117538" y="32766"/>
                        <a:pt x="116586" y="34766"/>
                        <a:pt x="116777" y="36386"/>
                      </a:cubicBezTo>
                      <a:cubicBezTo>
                        <a:pt x="115443" y="36100"/>
                        <a:pt x="114776" y="36576"/>
                        <a:pt x="114681" y="37719"/>
                      </a:cubicBezTo>
                      <a:cubicBezTo>
                        <a:pt x="114586" y="39243"/>
                        <a:pt x="114300" y="40196"/>
                        <a:pt x="113824" y="40386"/>
                      </a:cubicBezTo>
                      <a:cubicBezTo>
                        <a:pt x="110490" y="41910"/>
                        <a:pt x="108204" y="42672"/>
                        <a:pt x="106966" y="42672"/>
                      </a:cubicBezTo>
                      <a:cubicBezTo>
                        <a:pt x="105156" y="42672"/>
                        <a:pt x="103346" y="41529"/>
                        <a:pt x="101727" y="39053"/>
                      </a:cubicBezTo>
                      <a:cubicBezTo>
                        <a:pt x="101632" y="37147"/>
                        <a:pt x="100394" y="35814"/>
                        <a:pt x="98203" y="34862"/>
                      </a:cubicBezTo>
                      <a:cubicBezTo>
                        <a:pt x="95631" y="34004"/>
                        <a:pt x="94107" y="32861"/>
                        <a:pt x="93631" y="31623"/>
                      </a:cubicBezTo>
                      <a:cubicBezTo>
                        <a:pt x="92964" y="31432"/>
                        <a:pt x="91154" y="30766"/>
                        <a:pt x="88202" y="29623"/>
                      </a:cubicBezTo>
                      <a:cubicBezTo>
                        <a:pt x="85820" y="28670"/>
                        <a:pt x="84011" y="28194"/>
                        <a:pt x="82582" y="28194"/>
                      </a:cubicBezTo>
                      <a:cubicBezTo>
                        <a:pt x="80582" y="28194"/>
                        <a:pt x="78867" y="29146"/>
                        <a:pt x="77534" y="31052"/>
                      </a:cubicBezTo>
                      <a:cubicBezTo>
                        <a:pt x="77057" y="30861"/>
                        <a:pt x="76676" y="30861"/>
                        <a:pt x="76295" y="30861"/>
                      </a:cubicBezTo>
                      <a:cubicBezTo>
                        <a:pt x="75438" y="30861"/>
                        <a:pt x="73914" y="31718"/>
                        <a:pt x="71914" y="33433"/>
                      </a:cubicBezTo>
                      <a:cubicBezTo>
                        <a:pt x="72485" y="34480"/>
                        <a:pt x="72771" y="35433"/>
                        <a:pt x="72771" y="36290"/>
                      </a:cubicBezTo>
                      <a:cubicBezTo>
                        <a:pt x="72771" y="37338"/>
                        <a:pt x="72009" y="38290"/>
                        <a:pt x="70390" y="39148"/>
                      </a:cubicBezTo>
                      <a:cubicBezTo>
                        <a:pt x="68866" y="40100"/>
                        <a:pt x="68009" y="40862"/>
                        <a:pt x="68009" y="41720"/>
                      </a:cubicBezTo>
                      <a:cubicBezTo>
                        <a:pt x="68009" y="42481"/>
                        <a:pt x="68390" y="43434"/>
                        <a:pt x="69247" y="44577"/>
                      </a:cubicBezTo>
                      <a:cubicBezTo>
                        <a:pt x="74104" y="51626"/>
                        <a:pt x="81534" y="57055"/>
                        <a:pt x="91440" y="60674"/>
                      </a:cubicBezTo>
                      <a:cubicBezTo>
                        <a:pt x="92678" y="61055"/>
                        <a:pt x="94583" y="62198"/>
                        <a:pt x="96965" y="64103"/>
                      </a:cubicBezTo>
                      <a:cubicBezTo>
                        <a:pt x="99346" y="66104"/>
                        <a:pt x="101441" y="67056"/>
                        <a:pt x="102965" y="67246"/>
                      </a:cubicBezTo>
                      <a:cubicBezTo>
                        <a:pt x="104585" y="67437"/>
                        <a:pt x="106966" y="68771"/>
                        <a:pt x="109823" y="71247"/>
                      </a:cubicBezTo>
                      <a:cubicBezTo>
                        <a:pt x="112395" y="73628"/>
                        <a:pt x="114871" y="74581"/>
                        <a:pt x="117158" y="74200"/>
                      </a:cubicBezTo>
                      <a:cubicBezTo>
                        <a:pt x="117158" y="75343"/>
                        <a:pt x="117348" y="76105"/>
                        <a:pt x="117729" y="76200"/>
                      </a:cubicBezTo>
                      <a:cubicBezTo>
                        <a:pt x="118872" y="76200"/>
                        <a:pt x="119539" y="76962"/>
                        <a:pt x="120110" y="78581"/>
                      </a:cubicBezTo>
                      <a:cubicBezTo>
                        <a:pt x="120682" y="80105"/>
                        <a:pt x="121444" y="80677"/>
                        <a:pt x="122492" y="80391"/>
                      </a:cubicBezTo>
                      <a:cubicBezTo>
                        <a:pt x="122777" y="81248"/>
                        <a:pt x="124301" y="83629"/>
                        <a:pt x="127159" y="87630"/>
                      </a:cubicBezTo>
                      <a:cubicBezTo>
                        <a:pt x="129159" y="90964"/>
                        <a:pt x="130302" y="93917"/>
                        <a:pt x="130302" y="96584"/>
                      </a:cubicBezTo>
                      <a:cubicBezTo>
                        <a:pt x="130874" y="97250"/>
                        <a:pt x="131159" y="97917"/>
                        <a:pt x="131159" y="98679"/>
                      </a:cubicBezTo>
                      <a:cubicBezTo>
                        <a:pt x="131159" y="99251"/>
                        <a:pt x="130874" y="99917"/>
                        <a:pt x="130302" y="100870"/>
                      </a:cubicBezTo>
                      <a:cubicBezTo>
                        <a:pt x="129730" y="101727"/>
                        <a:pt x="129445" y="102394"/>
                        <a:pt x="129445" y="102679"/>
                      </a:cubicBezTo>
                      <a:cubicBezTo>
                        <a:pt x="129445" y="103346"/>
                        <a:pt x="129921" y="104013"/>
                        <a:pt x="130874" y="104775"/>
                      </a:cubicBezTo>
                      <a:close/>
                      <a:moveTo>
                        <a:pt x="29813" y="109252"/>
                      </a:moveTo>
                      <a:lnTo>
                        <a:pt x="33814" y="107823"/>
                      </a:lnTo>
                      <a:lnTo>
                        <a:pt x="31909" y="107823"/>
                      </a:lnTo>
                      <a:lnTo>
                        <a:pt x="29718" y="109252"/>
                      </a:lnTo>
                      <a:close/>
                      <a:moveTo>
                        <a:pt x="31052" y="126206"/>
                      </a:moveTo>
                      <a:lnTo>
                        <a:pt x="32004" y="126206"/>
                      </a:lnTo>
                      <a:lnTo>
                        <a:pt x="33338" y="127254"/>
                      </a:lnTo>
                      <a:lnTo>
                        <a:pt x="31052" y="126206"/>
                      </a:lnTo>
                      <a:close/>
                      <a:moveTo>
                        <a:pt x="36671" y="135541"/>
                      </a:moveTo>
                      <a:cubicBezTo>
                        <a:pt x="36386" y="134207"/>
                        <a:pt x="36862" y="133064"/>
                        <a:pt x="37910" y="132017"/>
                      </a:cubicBezTo>
                      <a:lnTo>
                        <a:pt x="37910" y="132207"/>
                      </a:lnTo>
                      <a:cubicBezTo>
                        <a:pt x="37910" y="132207"/>
                        <a:pt x="38005" y="133064"/>
                        <a:pt x="38576" y="133540"/>
                      </a:cubicBezTo>
                      <a:cubicBezTo>
                        <a:pt x="39148" y="134112"/>
                        <a:pt x="39338" y="134398"/>
                        <a:pt x="39338" y="134684"/>
                      </a:cubicBezTo>
                      <a:cubicBezTo>
                        <a:pt x="39338" y="135064"/>
                        <a:pt x="39053" y="135350"/>
                        <a:pt x="38576" y="135541"/>
                      </a:cubicBezTo>
                      <a:lnTo>
                        <a:pt x="36671" y="135541"/>
                      </a:lnTo>
                      <a:close/>
                      <a:moveTo>
                        <a:pt x="38291" y="131540"/>
                      </a:moveTo>
                      <a:cubicBezTo>
                        <a:pt x="38291" y="131540"/>
                        <a:pt x="37910" y="131921"/>
                        <a:pt x="37910" y="132017"/>
                      </a:cubicBezTo>
                      <a:cubicBezTo>
                        <a:pt x="37910" y="132017"/>
                        <a:pt x="38100" y="131731"/>
                        <a:pt x="38291" y="131540"/>
                      </a:cubicBezTo>
                      <a:close/>
                      <a:moveTo>
                        <a:pt x="38671" y="128111"/>
                      </a:moveTo>
                      <a:cubicBezTo>
                        <a:pt x="38671" y="128111"/>
                        <a:pt x="39719" y="128397"/>
                        <a:pt x="40291" y="128969"/>
                      </a:cubicBezTo>
                      <a:cubicBezTo>
                        <a:pt x="40862" y="129540"/>
                        <a:pt x="41243" y="129921"/>
                        <a:pt x="41338" y="130016"/>
                      </a:cubicBezTo>
                      <a:cubicBezTo>
                        <a:pt x="40672" y="130112"/>
                        <a:pt x="39624" y="130588"/>
                        <a:pt x="38386" y="131445"/>
                      </a:cubicBezTo>
                      <a:cubicBezTo>
                        <a:pt x="39338" y="130302"/>
                        <a:pt x="39434" y="129159"/>
                        <a:pt x="38767" y="128016"/>
                      </a:cubicBezTo>
                      <a:close/>
                      <a:moveTo>
                        <a:pt x="42672" y="113252"/>
                      </a:moveTo>
                      <a:lnTo>
                        <a:pt x="42672" y="111823"/>
                      </a:lnTo>
                      <a:lnTo>
                        <a:pt x="38671" y="109728"/>
                      </a:lnTo>
                      <a:lnTo>
                        <a:pt x="42672" y="113252"/>
                      </a:lnTo>
                      <a:close/>
                      <a:moveTo>
                        <a:pt x="46006" y="118681"/>
                      </a:moveTo>
                      <a:cubicBezTo>
                        <a:pt x="46006" y="118681"/>
                        <a:pt x="46482" y="118777"/>
                        <a:pt x="47816" y="119063"/>
                      </a:cubicBezTo>
                      <a:cubicBezTo>
                        <a:pt x="48482" y="119158"/>
                        <a:pt x="49054" y="118777"/>
                        <a:pt x="49435" y="118015"/>
                      </a:cubicBezTo>
                      <a:cubicBezTo>
                        <a:pt x="48006" y="117538"/>
                        <a:pt x="46863" y="117729"/>
                        <a:pt x="46006" y="118681"/>
                      </a:cubicBezTo>
                      <a:cubicBezTo>
                        <a:pt x="45720" y="118681"/>
                        <a:pt x="45529" y="118872"/>
                        <a:pt x="45529" y="119253"/>
                      </a:cubicBezTo>
                      <a:lnTo>
                        <a:pt x="44101" y="120682"/>
                      </a:lnTo>
                      <a:lnTo>
                        <a:pt x="45529" y="120682"/>
                      </a:lnTo>
                      <a:cubicBezTo>
                        <a:pt x="45339" y="120015"/>
                        <a:pt x="45339" y="119634"/>
                        <a:pt x="45529" y="119253"/>
                      </a:cubicBezTo>
                      <a:lnTo>
                        <a:pt x="46006" y="118681"/>
                      </a:lnTo>
                      <a:close/>
                      <a:moveTo>
                        <a:pt x="46958" y="52197"/>
                      </a:moveTo>
                      <a:cubicBezTo>
                        <a:pt x="47530" y="51626"/>
                        <a:pt x="47720" y="51054"/>
                        <a:pt x="47530" y="50578"/>
                      </a:cubicBezTo>
                      <a:lnTo>
                        <a:pt x="48006" y="49435"/>
                      </a:lnTo>
                      <a:cubicBezTo>
                        <a:pt x="47530" y="48863"/>
                        <a:pt x="46958" y="48482"/>
                        <a:pt x="46196" y="48006"/>
                      </a:cubicBezTo>
                      <a:cubicBezTo>
                        <a:pt x="45434" y="47720"/>
                        <a:pt x="44958" y="47625"/>
                        <a:pt x="44672" y="47625"/>
                      </a:cubicBezTo>
                      <a:cubicBezTo>
                        <a:pt x="46577" y="48578"/>
                        <a:pt x="47530" y="49530"/>
                        <a:pt x="47530" y="50673"/>
                      </a:cubicBezTo>
                      <a:lnTo>
                        <a:pt x="46958" y="52292"/>
                      </a:lnTo>
                      <a:close/>
                      <a:moveTo>
                        <a:pt x="59055" y="42005"/>
                      </a:moveTo>
                      <a:lnTo>
                        <a:pt x="59055" y="41434"/>
                      </a:lnTo>
                      <a:cubicBezTo>
                        <a:pt x="58579" y="38481"/>
                        <a:pt x="56483" y="36957"/>
                        <a:pt x="52769" y="36957"/>
                      </a:cubicBezTo>
                      <a:cubicBezTo>
                        <a:pt x="49816" y="36957"/>
                        <a:pt x="47435" y="37719"/>
                        <a:pt x="45625" y="39338"/>
                      </a:cubicBezTo>
                      <a:cubicBezTo>
                        <a:pt x="46196" y="39624"/>
                        <a:pt x="46768" y="40767"/>
                        <a:pt x="47435" y="42767"/>
                      </a:cubicBezTo>
                      <a:cubicBezTo>
                        <a:pt x="48101" y="44863"/>
                        <a:pt x="49244" y="45625"/>
                        <a:pt x="50863" y="45339"/>
                      </a:cubicBezTo>
                      <a:lnTo>
                        <a:pt x="50863" y="44768"/>
                      </a:lnTo>
                      <a:cubicBezTo>
                        <a:pt x="50863" y="44768"/>
                        <a:pt x="51626" y="43053"/>
                        <a:pt x="52102" y="40862"/>
                      </a:cubicBezTo>
                      <a:cubicBezTo>
                        <a:pt x="52388" y="38957"/>
                        <a:pt x="53150" y="38005"/>
                        <a:pt x="54197" y="38005"/>
                      </a:cubicBezTo>
                      <a:cubicBezTo>
                        <a:pt x="54674" y="38005"/>
                        <a:pt x="55150" y="38195"/>
                        <a:pt x="55817" y="38576"/>
                      </a:cubicBezTo>
                      <a:lnTo>
                        <a:pt x="55817" y="40005"/>
                      </a:lnTo>
                      <a:cubicBezTo>
                        <a:pt x="55817" y="40005"/>
                        <a:pt x="56388" y="39814"/>
                        <a:pt x="56674" y="39814"/>
                      </a:cubicBezTo>
                      <a:cubicBezTo>
                        <a:pt x="56960" y="39814"/>
                        <a:pt x="57721" y="40577"/>
                        <a:pt x="59150" y="41910"/>
                      </a:cubicBezTo>
                      <a:close/>
                      <a:moveTo>
                        <a:pt x="48006" y="98107"/>
                      </a:moveTo>
                      <a:cubicBezTo>
                        <a:pt x="46958" y="98107"/>
                        <a:pt x="46292" y="97917"/>
                        <a:pt x="46101" y="97631"/>
                      </a:cubicBezTo>
                      <a:lnTo>
                        <a:pt x="47530" y="99631"/>
                      </a:lnTo>
                      <a:cubicBezTo>
                        <a:pt x="48101" y="99251"/>
                        <a:pt x="48292" y="98774"/>
                        <a:pt x="48006" y="98203"/>
                      </a:cubicBezTo>
                      <a:close/>
                      <a:moveTo>
                        <a:pt x="49435" y="43910"/>
                      </a:moveTo>
                      <a:lnTo>
                        <a:pt x="48863" y="43434"/>
                      </a:lnTo>
                      <a:lnTo>
                        <a:pt x="50292" y="43434"/>
                      </a:lnTo>
                      <a:cubicBezTo>
                        <a:pt x="50292" y="43434"/>
                        <a:pt x="49816" y="43720"/>
                        <a:pt x="49435" y="43910"/>
                      </a:cubicBezTo>
                      <a:close/>
                      <a:moveTo>
                        <a:pt x="50292" y="43434"/>
                      </a:moveTo>
                      <a:cubicBezTo>
                        <a:pt x="50292" y="43434"/>
                        <a:pt x="50673" y="43148"/>
                        <a:pt x="50768" y="43434"/>
                      </a:cubicBezTo>
                      <a:lnTo>
                        <a:pt x="50292" y="43434"/>
                      </a:lnTo>
                      <a:close/>
                      <a:moveTo>
                        <a:pt x="51530" y="129445"/>
                      </a:moveTo>
                      <a:lnTo>
                        <a:pt x="52959" y="128016"/>
                      </a:lnTo>
                      <a:cubicBezTo>
                        <a:pt x="52388" y="127445"/>
                        <a:pt x="51911" y="127159"/>
                        <a:pt x="51530" y="127159"/>
                      </a:cubicBezTo>
                      <a:lnTo>
                        <a:pt x="51530" y="129445"/>
                      </a:lnTo>
                      <a:close/>
                      <a:moveTo>
                        <a:pt x="53626" y="45815"/>
                      </a:moveTo>
                      <a:cubicBezTo>
                        <a:pt x="53816" y="45148"/>
                        <a:pt x="53626" y="44291"/>
                        <a:pt x="52864" y="43434"/>
                      </a:cubicBezTo>
                      <a:lnTo>
                        <a:pt x="52864" y="46768"/>
                      </a:lnTo>
                      <a:lnTo>
                        <a:pt x="53626" y="45815"/>
                      </a:lnTo>
                      <a:close/>
                      <a:moveTo>
                        <a:pt x="56293" y="140779"/>
                      </a:moveTo>
                      <a:lnTo>
                        <a:pt x="55721" y="140208"/>
                      </a:lnTo>
                      <a:lnTo>
                        <a:pt x="57150" y="140208"/>
                      </a:lnTo>
                      <a:cubicBezTo>
                        <a:pt x="56388" y="140589"/>
                        <a:pt x="56102" y="140779"/>
                        <a:pt x="56293" y="140779"/>
                      </a:cubicBezTo>
                      <a:close/>
                      <a:moveTo>
                        <a:pt x="73247" y="126111"/>
                      </a:moveTo>
                      <a:lnTo>
                        <a:pt x="74009" y="125349"/>
                      </a:lnTo>
                      <a:lnTo>
                        <a:pt x="73247" y="123349"/>
                      </a:lnTo>
                      <a:lnTo>
                        <a:pt x="73247" y="12611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 name="Google Shape;1465;p99"/>
                <p:cNvSpPr/>
                <p:nvPr/>
              </p:nvSpPr>
              <p:spPr>
                <a:xfrm>
                  <a:off x="6695884" y="4668757"/>
                  <a:ext cx="94868" cy="141463"/>
                </a:xfrm>
                <a:custGeom>
                  <a:avLst/>
                  <a:gdLst/>
                  <a:ahLst/>
                  <a:cxnLst/>
                  <a:rect l="l" t="t" r="r" b="b"/>
                  <a:pathLst>
                    <a:path w="94868" h="141463" extrusionOk="0">
                      <a:moveTo>
                        <a:pt x="93440" y="4970"/>
                      </a:moveTo>
                      <a:lnTo>
                        <a:pt x="94869" y="29830"/>
                      </a:lnTo>
                      <a:cubicBezTo>
                        <a:pt x="91916" y="30687"/>
                        <a:pt x="88011" y="30973"/>
                        <a:pt x="82963" y="30592"/>
                      </a:cubicBezTo>
                      <a:cubicBezTo>
                        <a:pt x="76962" y="29925"/>
                        <a:pt x="73057" y="29735"/>
                        <a:pt x="71247" y="30020"/>
                      </a:cubicBezTo>
                      <a:cubicBezTo>
                        <a:pt x="66961" y="30592"/>
                        <a:pt x="63627" y="32592"/>
                        <a:pt x="61055" y="36021"/>
                      </a:cubicBezTo>
                      <a:cubicBezTo>
                        <a:pt x="61341" y="36783"/>
                        <a:pt x="61341" y="37640"/>
                        <a:pt x="61341" y="38593"/>
                      </a:cubicBezTo>
                      <a:cubicBezTo>
                        <a:pt x="61341" y="39545"/>
                        <a:pt x="61150" y="40879"/>
                        <a:pt x="60769" y="42784"/>
                      </a:cubicBezTo>
                      <a:cubicBezTo>
                        <a:pt x="60484" y="44594"/>
                        <a:pt x="60293" y="45927"/>
                        <a:pt x="60293" y="46880"/>
                      </a:cubicBezTo>
                      <a:cubicBezTo>
                        <a:pt x="60293" y="48309"/>
                        <a:pt x="60484" y="49642"/>
                        <a:pt x="61055" y="50976"/>
                      </a:cubicBezTo>
                      <a:cubicBezTo>
                        <a:pt x="61341" y="51737"/>
                        <a:pt x="61531" y="52309"/>
                        <a:pt x="61531" y="52880"/>
                      </a:cubicBezTo>
                      <a:cubicBezTo>
                        <a:pt x="61531" y="53738"/>
                        <a:pt x="61246" y="54690"/>
                        <a:pt x="60769" y="55738"/>
                      </a:cubicBezTo>
                      <a:cubicBezTo>
                        <a:pt x="60293" y="56786"/>
                        <a:pt x="60103" y="57548"/>
                        <a:pt x="60103" y="58024"/>
                      </a:cubicBezTo>
                      <a:cubicBezTo>
                        <a:pt x="60103" y="58786"/>
                        <a:pt x="60388" y="59358"/>
                        <a:pt x="61055" y="60024"/>
                      </a:cubicBezTo>
                      <a:lnTo>
                        <a:pt x="60484" y="67930"/>
                      </a:lnTo>
                      <a:cubicBezTo>
                        <a:pt x="60388" y="66978"/>
                        <a:pt x="59722" y="66406"/>
                        <a:pt x="58483" y="66120"/>
                      </a:cubicBezTo>
                      <a:cubicBezTo>
                        <a:pt x="56864" y="65644"/>
                        <a:pt x="56007" y="65358"/>
                        <a:pt x="55721" y="65263"/>
                      </a:cubicBezTo>
                      <a:cubicBezTo>
                        <a:pt x="55245" y="65644"/>
                        <a:pt x="55150" y="66025"/>
                        <a:pt x="55245" y="66596"/>
                      </a:cubicBezTo>
                      <a:cubicBezTo>
                        <a:pt x="55245" y="67168"/>
                        <a:pt x="55245" y="67644"/>
                        <a:pt x="55054" y="68025"/>
                      </a:cubicBezTo>
                      <a:cubicBezTo>
                        <a:pt x="55721" y="67739"/>
                        <a:pt x="56293" y="67454"/>
                        <a:pt x="56769" y="67454"/>
                      </a:cubicBezTo>
                      <a:cubicBezTo>
                        <a:pt x="57626" y="67454"/>
                        <a:pt x="58198" y="68311"/>
                        <a:pt x="58769" y="70121"/>
                      </a:cubicBezTo>
                      <a:cubicBezTo>
                        <a:pt x="59246" y="72311"/>
                        <a:pt x="59626" y="73645"/>
                        <a:pt x="60007" y="73931"/>
                      </a:cubicBezTo>
                      <a:lnTo>
                        <a:pt x="59055" y="73931"/>
                      </a:lnTo>
                      <a:cubicBezTo>
                        <a:pt x="60484" y="77741"/>
                        <a:pt x="61246" y="83170"/>
                        <a:pt x="61341" y="90028"/>
                      </a:cubicBezTo>
                      <a:cubicBezTo>
                        <a:pt x="61341" y="95648"/>
                        <a:pt x="61150" y="101172"/>
                        <a:pt x="61150" y="106697"/>
                      </a:cubicBezTo>
                      <a:cubicBezTo>
                        <a:pt x="61150" y="110030"/>
                        <a:pt x="61531" y="112888"/>
                        <a:pt x="61817" y="115460"/>
                      </a:cubicBezTo>
                      <a:cubicBezTo>
                        <a:pt x="61817" y="115460"/>
                        <a:pt x="62389" y="115745"/>
                        <a:pt x="63151" y="116222"/>
                      </a:cubicBezTo>
                      <a:cubicBezTo>
                        <a:pt x="63913" y="116603"/>
                        <a:pt x="64484" y="116793"/>
                        <a:pt x="65151" y="116508"/>
                      </a:cubicBezTo>
                      <a:cubicBezTo>
                        <a:pt x="64294" y="118317"/>
                        <a:pt x="63817" y="122794"/>
                        <a:pt x="63627" y="129938"/>
                      </a:cubicBezTo>
                      <a:cubicBezTo>
                        <a:pt x="63532" y="133938"/>
                        <a:pt x="62293" y="136701"/>
                        <a:pt x="59912" y="138225"/>
                      </a:cubicBezTo>
                      <a:cubicBezTo>
                        <a:pt x="60293" y="138510"/>
                        <a:pt x="60388" y="139082"/>
                        <a:pt x="60388" y="140129"/>
                      </a:cubicBezTo>
                      <a:cubicBezTo>
                        <a:pt x="59150" y="140225"/>
                        <a:pt x="55150" y="140225"/>
                        <a:pt x="48482" y="140129"/>
                      </a:cubicBezTo>
                      <a:cubicBezTo>
                        <a:pt x="43624" y="140034"/>
                        <a:pt x="39624" y="140415"/>
                        <a:pt x="36766" y="141463"/>
                      </a:cubicBezTo>
                      <a:cubicBezTo>
                        <a:pt x="34290" y="139463"/>
                        <a:pt x="33147" y="136224"/>
                        <a:pt x="33147" y="132033"/>
                      </a:cubicBezTo>
                      <a:cubicBezTo>
                        <a:pt x="33242" y="128414"/>
                        <a:pt x="33242" y="124699"/>
                        <a:pt x="33242" y="121175"/>
                      </a:cubicBezTo>
                      <a:cubicBezTo>
                        <a:pt x="33909" y="107745"/>
                        <a:pt x="34195" y="93743"/>
                        <a:pt x="34195" y="79074"/>
                      </a:cubicBezTo>
                      <a:cubicBezTo>
                        <a:pt x="34195" y="64406"/>
                        <a:pt x="33909" y="49547"/>
                        <a:pt x="33242" y="34021"/>
                      </a:cubicBezTo>
                      <a:cubicBezTo>
                        <a:pt x="32575" y="31544"/>
                        <a:pt x="30671" y="30402"/>
                        <a:pt x="27718" y="30402"/>
                      </a:cubicBezTo>
                      <a:cubicBezTo>
                        <a:pt x="27146" y="30402"/>
                        <a:pt x="26289" y="30402"/>
                        <a:pt x="25241" y="30592"/>
                      </a:cubicBezTo>
                      <a:lnTo>
                        <a:pt x="22860" y="30592"/>
                      </a:lnTo>
                      <a:cubicBezTo>
                        <a:pt x="21336" y="30592"/>
                        <a:pt x="20098" y="30306"/>
                        <a:pt x="19240" y="29830"/>
                      </a:cubicBezTo>
                      <a:cubicBezTo>
                        <a:pt x="20288" y="29830"/>
                        <a:pt x="16764" y="30020"/>
                        <a:pt x="8763" y="30020"/>
                      </a:cubicBezTo>
                      <a:cubicBezTo>
                        <a:pt x="5143" y="30020"/>
                        <a:pt x="2191" y="29068"/>
                        <a:pt x="0" y="27163"/>
                      </a:cubicBezTo>
                      <a:lnTo>
                        <a:pt x="0" y="2684"/>
                      </a:lnTo>
                      <a:cubicBezTo>
                        <a:pt x="571" y="3255"/>
                        <a:pt x="1238" y="3541"/>
                        <a:pt x="2096" y="3541"/>
                      </a:cubicBezTo>
                      <a:cubicBezTo>
                        <a:pt x="3429" y="3541"/>
                        <a:pt x="4858" y="2588"/>
                        <a:pt x="6287" y="684"/>
                      </a:cubicBezTo>
                      <a:cubicBezTo>
                        <a:pt x="13335" y="303"/>
                        <a:pt x="24003" y="112"/>
                        <a:pt x="37909" y="493"/>
                      </a:cubicBezTo>
                      <a:cubicBezTo>
                        <a:pt x="51816" y="874"/>
                        <a:pt x="62579" y="779"/>
                        <a:pt x="70104" y="112"/>
                      </a:cubicBezTo>
                      <a:cubicBezTo>
                        <a:pt x="70485" y="874"/>
                        <a:pt x="70961" y="1160"/>
                        <a:pt x="71723" y="1160"/>
                      </a:cubicBezTo>
                      <a:cubicBezTo>
                        <a:pt x="72104" y="1160"/>
                        <a:pt x="72866" y="969"/>
                        <a:pt x="73628" y="684"/>
                      </a:cubicBezTo>
                      <a:cubicBezTo>
                        <a:pt x="74485" y="303"/>
                        <a:pt x="74962" y="112"/>
                        <a:pt x="75438" y="112"/>
                      </a:cubicBezTo>
                      <a:cubicBezTo>
                        <a:pt x="76867" y="969"/>
                        <a:pt x="80486" y="969"/>
                        <a:pt x="86487" y="112"/>
                      </a:cubicBezTo>
                      <a:cubicBezTo>
                        <a:pt x="90964" y="-460"/>
                        <a:pt x="93250" y="1160"/>
                        <a:pt x="93535" y="4875"/>
                      </a:cubicBezTo>
                      <a:close/>
                      <a:moveTo>
                        <a:pt x="15049" y="10399"/>
                      </a:moveTo>
                      <a:cubicBezTo>
                        <a:pt x="16192" y="8494"/>
                        <a:pt x="17716" y="7637"/>
                        <a:pt x="19621" y="7637"/>
                      </a:cubicBezTo>
                      <a:cubicBezTo>
                        <a:pt x="20288" y="7637"/>
                        <a:pt x="21431" y="7827"/>
                        <a:pt x="23050" y="8208"/>
                      </a:cubicBezTo>
                      <a:cubicBezTo>
                        <a:pt x="24670" y="8589"/>
                        <a:pt x="25908" y="8780"/>
                        <a:pt x="26860" y="8780"/>
                      </a:cubicBezTo>
                      <a:cubicBezTo>
                        <a:pt x="27813" y="8780"/>
                        <a:pt x="28670" y="8589"/>
                        <a:pt x="29432" y="8399"/>
                      </a:cubicBezTo>
                      <a:lnTo>
                        <a:pt x="26670" y="5636"/>
                      </a:lnTo>
                      <a:cubicBezTo>
                        <a:pt x="25622" y="5636"/>
                        <a:pt x="25146" y="5160"/>
                        <a:pt x="25337" y="4303"/>
                      </a:cubicBezTo>
                      <a:cubicBezTo>
                        <a:pt x="25527" y="3160"/>
                        <a:pt x="25527" y="2493"/>
                        <a:pt x="25337" y="2303"/>
                      </a:cubicBezTo>
                      <a:cubicBezTo>
                        <a:pt x="24955" y="2969"/>
                        <a:pt x="24574" y="3446"/>
                        <a:pt x="24098" y="3541"/>
                      </a:cubicBezTo>
                      <a:cubicBezTo>
                        <a:pt x="23813" y="3541"/>
                        <a:pt x="23527" y="3446"/>
                        <a:pt x="23146" y="3446"/>
                      </a:cubicBezTo>
                      <a:cubicBezTo>
                        <a:pt x="23146" y="3446"/>
                        <a:pt x="23146" y="4112"/>
                        <a:pt x="23146" y="5160"/>
                      </a:cubicBezTo>
                      <a:cubicBezTo>
                        <a:pt x="21812" y="6113"/>
                        <a:pt x="19907" y="6684"/>
                        <a:pt x="17716" y="6875"/>
                      </a:cubicBezTo>
                      <a:cubicBezTo>
                        <a:pt x="15049" y="7161"/>
                        <a:pt x="13240" y="7446"/>
                        <a:pt x="12478" y="7732"/>
                      </a:cubicBezTo>
                      <a:lnTo>
                        <a:pt x="16002" y="7732"/>
                      </a:lnTo>
                      <a:cubicBezTo>
                        <a:pt x="15240" y="8780"/>
                        <a:pt x="14573" y="9542"/>
                        <a:pt x="13906" y="9828"/>
                      </a:cubicBezTo>
                      <a:cubicBezTo>
                        <a:pt x="13811" y="9828"/>
                        <a:pt x="13716" y="9828"/>
                        <a:pt x="13716" y="9732"/>
                      </a:cubicBezTo>
                      <a:cubicBezTo>
                        <a:pt x="13430" y="9732"/>
                        <a:pt x="13240" y="10018"/>
                        <a:pt x="13049" y="10304"/>
                      </a:cubicBezTo>
                      <a:cubicBezTo>
                        <a:pt x="12382" y="10494"/>
                        <a:pt x="11811" y="10589"/>
                        <a:pt x="11525" y="10589"/>
                      </a:cubicBezTo>
                      <a:cubicBezTo>
                        <a:pt x="11049" y="10399"/>
                        <a:pt x="10382" y="10399"/>
                        <a:pt x="9620" y="10589"/>
                      </a:cubicBezTo>
                      <a:cubicBezTo>
                        <a:pt x="7144" y="10399"/>
                        <a:pt x="5429" y="10399"/>
                        <a:pt x="4477" y="10589"/>
                      </a:cubicBezTo>
                      <a:lnTo>
                        <a:pt x="4477" y="9732"/>
                      </a:lnTo>
                      <a:lnTo>
                        <a:pt x="2381" y="12018"/>
                      </a:lnTo>
                      <a:cubicBezTo>
                        <a:pt x="2953" y="12304"/>
                        <a:pt x="3524" y="12399"/>
                        <a:pt x="4286" y="12399"/>
                      </a:cubicBezTo>
                      <a:cubicBezTo>
                        <a:pt x="4572" y="12399"/>
                        <a:pt x="6287" y="11828"/>
                        <a:pt x="9620" y="10589"/>
                      </a:cubicBezTo>
                      <a:lnTo>
                        <a:pt x="11525" y="10589"/>
                      </a:lnTo>
                      <a:cubicBezTo>
                        <a:pt x="11525" y="10589"/>
                        <a:pt x="12192" y="11161"/>
                        <a:pt x="12382" y="11542"/>
                      </a:cubicBezTo>
                      <a:cubicBezTo>
                        <a:pt x="12573" y="12018"/>
                        <a:pt x="12859" y="12494"/>
                        <a:pt x="13049" y="13066"/>
                      </a:cubicBezTo>
                      <a:cubicBezTo>
                        <a:pt x="12954" y="12685"/>
                        <a:pt x="12763" y="12304"/>
                        <a:pt x="12478" y="11828"/>
                      </a:cubicBezTo>
                      <a:cubicBezTo>
                        <a:pt x="12478" y="11161"/>
                        <a:pt x="12668" y="10589"/>
                        <a:pt x="13049" y="10304"/>
                      </a:cubicBezTo>
                      <a:cubicBezTo>
                        <a:pt x="13335" y="10304"/>
                        <a:pt x="13525" y="10113"/>
                        <a:pt x="13906" y="9923"/>
                      </a:cubicBezTo>
                      <a:cubicBezTo>
                        <a:pt x="14764" y="11066"/>
                        <a:pt x="15145" y="11828"/>
                        <a:pt x="15145" y="12018"/>
                      </a:cubicBezTo>
                      <a:lnTo>
                        <a:pt x="19907" y="11161"/>
                      </a:lnTo>
                      <a:lnTo>
                        <a:pt x="15145" y="10589"/>
                      </a:lnTo>
                      <a:close/>
                      <a:moveTo>
                        <a:pt x="11525" y="18495"/>
                      </a:moveTo>
                      <a:lnTo>
                        <a:pt x="14288" y="17067"/>
                      </a:lnTo>
                      <a:lnTo>
                        <a:pt x="12859" y="17067"/>
                      </a:lnTo>
                      <a:lnTo>
                        <a:pt x="11430" y="18495"/>
                      </a:lnTo>
                      <a:close/>
                      <a:moveTo>
                        <a:pt x="33242" y="5065"/>
                      </a:moveTo>
                      <a:lnTo>
                        <a:pt x="35338" y="2779"/>
                      </a:lnTo>
                      <a:cubicBezTo>
                        <a:pt x="34576" y="2588"/>
                        <a:pt x="33718" y="2303"/>
                        <a:pt x="32671" y="1731"/>
                      </a:cubicBezTo>
                      <a:lnTo>
                        <a:pt x="30385" y="5065"/>
                      </a:lnTo>
                      <a:lnTo>
                        <a:pt x="27908" y="3636"/>
                      </a:lnTo>
                      <a:lnTo>
                        <a:pt x="31242" y="6970"/>
                      </a:lnTo>
                      <a:cubicBezTo>
                        <a:pt x="31242" y="4589"/>
                        <a:pt x="31718" y="3160"/>
                        <a:pt x="32671" y="2779"/>
                      </a:cubicBezTo>
                      <a:cubicBezTo>
                        <a:pt x="33052" y="2969"/>
                        <a:pt x="33147" y="3731"/>
                        <a:pt x="33147" y="5065"/>
                      </a:cubicBezTo>
                      <a:close/>
                      <a:moveTo>
                        <a:pt x="40100" y="75360"/>
                      </a:moveTo>
                      <a:cubicBezTo>
                        <a:pt x="42196" y="75645"/>
                        <a:pt x="43148" y="75360"/>
                        <a:pt x="42958" y="74883"/>
                      </a:cubicBezTo>
                      <a:cubicBezTo>
                        <a:pt x="42481" y="74597"/>
                        <a:pt x="41529" y="74883"/>
                        <a:pt x="40100" y="75360"/>
                      </a:cubicBezTo>
                      <a:cubicBezTo>
                        <a:pt x="39433" y="75074"/>
                        <a:pt x="39052" y="75074"/>
                        <a:pt x="38671" y="75360"/>
                      </a:cubicBezTo>
                      <a:cubicBezTo>
                        <a:pt x="39243" y="75645"/>
                        <a:pt x="39719" y="75645"/>
                        <a:pt x="40100" y="75360"/>
                      </a:cubicBezTo>
                      <a:close/>
                      <a:moveTo>
                        <a:pt x="58483" y="72597"/>
                      </a:moveTo>
                      <a:cubicBezTo>
                        <a:pt x="57245" y="71645"/>
                        <a:pt x="55340" y="71169"/>
                        <a:pt x="52959" y="71169"/>
                      </a:cubicBezTo>
                      <a:cubicBezTo>
                        <a:pt x="50006" y="71169"/>
                        <a:pt x="48006" y="70978"/>
                        <a:pt x="46958" y="70692"/>
                      </a:cubicBezTo>
                      <a:lnTo>
                        <a:pt x="51721" y="73454"/>
                      </a:lnTo>
                      <a:cubicBezTo>
                        <a:pt x="51149" y="73740"/>
                        <a:pt x="50863" y="74121"/>
                        <a:pt x="50863" y="74883"/>
                      </a:cubicBezTo>
                      <a:lnTo>
                        <a:pt x="52292" y="74883"/>
                      </a:lnTo>
                      <a:cubicBezTo>
                        <a:pt x="52292" y="74883"/>
                        <a:pt x="52959" y="75360"/>
                        <a:pt x="52959" y="75550"/>
                      </a:cubicBezTo>
                      <a:cubicBezTo>
                        <a:pt x="52959" y="75550"/>
                        <a:pt x="52768" y="75931"/>
                        <a:pt x="52388" y="76598"/>
                      </a:cubicBezTo>
                      <a:cubicBezTo>
                        <a:pt x="52102" y="77169"/>
                        <a:pt x="52006" y="77741"/>
                        <a:pt x="52197" y="78217"/>
                      </a:cubicBezTo>
                      <a:lnTo>
                        <a:pt x="54959" y="78217"/>
                      </a:lnTo>
                      <a:cubicBezTo>
                        <a:pt x="53530" y="76788"/>
                        <a:pt x="52864" y="75740"/>
                        <a:pt x="52864" y="75264"/>
                      </a:cubicBezTo>
                      <a:cubicBezTo>
                        <a:pt x="52864" y="74788"/>
                        <a:pt x="53245" y="74407"/>
                        <a:pt x="53816" y="74121"/>
                      </a:cubicBezTo>
                      <a:cubicBezTo>
                        <a:pt x="54483" y="73836"/>
                        <a:pt x="55245" y="73454"/>
                        <a:pt x="56197" y="73169"/>
                      </a:cubicBezTo>
                      <a:cubicBezTo>
                        <a:pt x="57055" y="73169"/>
                        <a:pt x="57817" y="73359"/>
                        <a:pt x="58483" y="74026"/>
                      </a:cubicBezTo>
                      <a:lnTo>
                        <a:pt x="58483" y="72693"/>
                      </a:lnTo>
                      <a:close/>
                      <a:moveTo>
                        <a:pt x="51721" y="60501"/>
                      </a:moveTo>
                      <a:cubicBezTo>
                        <a:pt x="52388" y="61453"/>
                        <a:pt x="53340" y="61834"/>
                        <a:pt x="54483" y="61834"/>
                      </a:cubicBezTo>
                      <a:cubicBezTo>
                        <a:pt x="56197" y="61834"/>
                        <a:pt x="57817" y="61262"/>
                        <a:pt x="59055" y="59929"/>
                      </a:cubicBezTo>
                      <a:lnTo>
                        <a:pt x="56388" y="59072"/>
                      </a:lnTo>
                      <a:cubicBezTo>
                        <a:pt x="56388" y="60501"/>
                        <a:pt x="56007" y="61167"/>
                        <a:pt x="55531" y="61167"/>
                      </a:cubicBezTo>
                      <a:cubicBezTo>
                        <a:pt x="55435" y="61167"/>
                        <a:pt x="54864" y="60786"/>
                        <a:pt x="54007" y="59929"/>
                      </a:cubicBezTo>
                      <a:cubicBezTo>
                        <a:pt x="53054" y="59167"/>
                        <a:pt x="52292" y="58786"/>
                        <a:pt x="51625" y="59072"/>
                      </a:cubicBezTo>
                      <a:lnTo>
                        <a:pt x="51625" y="60501"/>
                      </a:lnTo>
                      <a:close/>
                      <a:moveTo>
                        <a:pt x="58198" y="77169"/>
                      </a:moveTo>
                      <a:lnTo>
                        <a:pt x="58483" y="77360"/>
                      </a:lnTo>
                      <a:lnTo>
                        <a:pt x="58198" y="77169"/>
                      </a:lnTo>
                      <a:lnTo>
                        <a:pt x="55054" y="74883"/>
                      </a:lnTo>
                      <a:cubicBezTo>
                        <a:pt x="54673" y="75931"/>
                        <a:pt x="55054" y="76503"/>
                        <a:pt x="56102" y="76788"/>
                      </a:cubicBezTo>
                      <a:cubicBezTo>
                        <a:pt x="56864" y="76979"/>
                        <a:pt x="57531" y="76979"/>
                        <a:pt x="58198" y="77169"/>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 name="Google Shape;1466;p99"/>
                <p:cNvSpPr/>
                <p:nvPr/>
              </p:nvSpPr>
              <p:spPr>
                <a:xfrm>
                  <a:off x="6798277" y="4667821"/>
                  <a:ext cx="108775" cy="142493"/>
                </a:xfrm>
                <a:custGeom>
                  <a:avLst/>
                  <a:gdLst/>
                  <a:ahLst/>
                  <a:cxnLst/>
                  <a:rect l="l" t="t" r="r" b="b"/>
                  <a:pathLst>
                    <a:path w="108775" h="142493" extrusionOk="0">
                      <a:moveTo>
                        <a:pt x="96012" y="113919"/>
                      </a:moveTo>
                      <a:cubicBezTo>
                        <a:pt x="98298" y="115443"/>
                        <a:pt x="99631" y="118015"/>
                        <a:pt x="99917" y="121444"/>
                      </a:cubicBezTo>
                      <a:cubicBezTo>
                        <a:pt x="99917" y="124492"/>
                        <a:pt x="100108" y="127540"/>
                        <a:pt x="100108" y="130397"/>
                      </a:cubicBezTo>
                      <a:cubicBezTo>
                        <a:pt x="100298" y="132017"/>
                        <a:pt x="100393" y="133445"/>
                        <a:pt x="100870" y="134588"/>
                      </a:cubicBezTo>
                      <a:cubicBezTo>
                        <a:pt x="97631" y="139922"/>
                        <a:pt x="92107" y="142494"/>
                        <a:pt x="84391" y="142494"/>
                      </a:cubicBezTo>
                      <a:cubicBezTo>
                        <a:pt x="82201" y="142494"/>
                        <a:pt x="78772" y="142304"/>
                        <a:pt x="74009" y="141827"/>
                      </a:cubicBezTo>
                      <a:cubicBezTo>
                        <a:pt x="69247" y="141446"/>
                        <a:pt x="65722" y="141161"/>
                        <a:pt x="63437" y="141161"/>
                      </a:cubicBezTo>
                      <a:cubicBezTo>
                        <a:pt x="60960" y="141161"/>
                        <a:pt x="58769" y="141256"/>
                        <a:pt x="56959" y="141446"/>
                      </a:cubicBezTo>
                      <a:lnTo>
                        <a:pt x="16954" y="141446"/>
                      </a:lnTo>
                      <a:lnTo>
                        <a:pt x="16954" y="140970"/>
                      </a:lnTo>
                      <a:cubicBezTo>
                        <a:pt x="15526" y="140113"/>
                        <a:pt x="13144" y="139922"/>
                        <a:pt x="9525" y="140589"/>
                      </a:cubicBezTo>
                      <a:cubicBezTo>
                        <a:pt x="6001" y="141161"/>
                        <a:pt x="3334" y="140875"/>
                        <a:pt x="1429" y="139446"/>
                      </a:cubicBezTo>
                      <a:cubicBezTo>
                        <a:pt x="2000" y="122777"/>
                        <a:pt x="2286" y="106204"/>
                        <a:pt x="2286" y="89821"/>
                      </a:cubicBezTo>
                      <a:cubicBezTo>
                        <a:pt x="2286" y="73438"/>
                        <a:pt x="2000" y="56960"/>
                        <a:pt x="1429" y="40291"/>
                      </a:cubicBezTo>
                      <a:cubicBezTo>
                        <a:pt x="2096" y="40767"/>
                        <a:pt x="2572" y="40862"/>
                        <a:pt x="2857" y="40767"/>
                      </a:cubicBezTo>
                      <a:lnTo>
                        <a:pt x="3429" y="40291"/>
                      </a:lnTo>
                      <a:cubicBezTo>
                        <a:pt x="3429" y="39529"/>
                        <a:pt x="3238" y="39053"/>
                        <a:pt x="2572" y="38767"/>
                      </a:cubicBezTo>
                      <a:cubicBezTo>
                        <a:pt x="1810" y="38481"/>
                        <a:pt x="1524" y="38290"/>
                        <a:pt x="1524" y="38195"/>
                      </a:cubicBezTo>
                      <a:cubicBezTo>
                        <a:pt x="1524" y="38005"/>
                        <a:pt x="1810" y="37529"/>
                        <a:pt x="2381" y="37052"/>
                      </a:cubicBezTo>
                      <a:cubicBezTo>
                        <a:pt x="2381" y="38100"/>
                        <a:pt x="2572" y="38671"/>
                        <a:pt x="2857" y="38957"/>
                      </a:cubicBezTo>
                      <a:cubicBezTo>
                        <a:pt x="4000" y="38862"/>
                        <a:pt x="4381" y="38195"/>
                        <a:pt x="3810" y="36957"/>
                      </a:cubicBezTo>
                      <a:cubicBezTo>
                        <a:pt x="3334" y="35719"/>
                        <a:pt x="3429" y="34957"/>
                        <a:pt x="4191" y="34766"/>
                      </a:cubicBezTo>
                      <a:cubicBezTo>
                        <a:pt x="4191" y="34957"/>
                        <a:pt x="4000" y="35243"/>
                        <a:pt x="4000" y="35433"/>
                      </a:cubicBezTo>
                      <a:cubicBezTo>
                        <a:pt x="4000" y="35909"/>
                        <a:pt x="4381" y="36386"/>
                        <a:pt x="4953" y="36957"/>
                      </a:cubicBezTo>
                      <a:cubicBezTo>
                        <a:pt x="5620" y="37433"/>
                        <a:pt x="6001" y="37814"/>
                        <a:pt x="6096" y="38100"/>
                      </a:cubicBezTo>
                      <a:lnTo>
                        <a:pt x="8954" y="37624"/>
                      </a:lnTo>
                      <a:lnTo>
                        <a:pt x="6096" y="35623"/>
                      </a:lnTo>
                      <a:lnTo>
                        <a:pt x="8954" y="34195"/>
                      </a:lnTo>
                      <a:cubicBezTo>
                        <a:pt x="8954" y="34195"/>
                        <a:pt x="8096" y="33433"/>
                        <a:pt x="6858" y="32195"/>
                      </a:cubicBezTo>
                      <a:cubicBezTo>
                        <a:pt x="5905" y="31337"/>
                        <a:pt x="5143" y="30956"/>
                        <a:pt x="4572" y="30956"/>
                      </a:cubicBezTo>
                      <a:cubicBezTo>
                        <a:pt x="3810" y="30956"/>
                        <a:pt x="3238" y="31337"/>
                        <a:pt x="2762" y="32290"/>
                      </a:cubicBezTo>
                      <a:cubicBezTo>
                        <a:pt x="2000" y="31813"/>
                        <a:pt x="1524" y="31337"/>
                        <a:pt x="1524" y="30956"/>
                      </a:cubicBezTo>
                      <a:cubicBezTo>
                        <a:pt x="1524" y="30671"/>
                        <a:pt x="2000" y="30194"/>
                        <a:pt x="2953" y="29432"/>
                      </a:cubicBezTo>
                      <a:cubicBezTo>
                        <a:pt x="3810" y="28765"/>
                        <a:pt x="4286" y="28099"/>
                        <a:pt x="4096" y="27432"/>
                      </a:cubicBezTo>
                      <a:lnTo>
                        <a:pt x="5524" y="28861"/>
                      </a:lnTo>
                      <a:lnTo>
                        <a:pt x="6382" y="27813"/>
                      </a:lnTo>
                      <a:cubicBezTo>
                        <a:pt x="6382" y="27813"/>
                        <a:pt x="7144" y="28385"/>
                        <a:pt x="7525" y="28385"/>
                      </a:cubicBezTo>
                      <a:cubicBezTo>
                        <a:pt x="8191" y="28385"/>
                        <a:pt x="9049" y="28099"/>
                        <a:pt x="10287" y="27527"/>
                      </a:cubicBezTo>
                      <a:cubicBezTo>
                        <a:pt x="11430" y="26956"/>
                        <a:pt x="12382" y="26670"/>
                        <a:pt x="13049" y="26670"/>
                      </a:cubicBezTo>
                      <a:cubicBezTo>
                        <a:pt x="13716" y="26670"/>
                        <a:pt x="14383" y="26956"/>
                        <a:pt x="14764" y="27527"/>
                      </a:cubicBezTo>
                      <a:lnTo>
                        <a:pt x="15716" y="26956"/>
                      </a:lnTo>
                      <a:cubicBezTo>
                        <a:pt x="15526" y="25908"/>
                        <a:pt x="14859" y="25241"/>
                        <a:pt x="13716" y="24765"/>
                      </a:cubicBezTo>
                      <a:cubicBezTo>
                        <a:pt x="12478" y="24384"/>
                        <a:pt x="11716" y="24003"/>
                        <a:pt x="11525" y="23622"/>
                      </a:cubicBezTo>
                      <a:cubicBezTo>
                        <a:pt x="9620" y="23527"/>
                        <a:pt x="7334" y="23527"/>
                        <a:pt x="4667" y="23622"/>
                      </a:cubicBezTo>
                      <a:cubicBezTo>
                        <a:pt x="4381" y="24194"/>
                        <a:pt x="4191" y="24479"/>
                        <a:pt x="4000" y="24479"/>
                      </a:cubicBezTo>
                      <a:cubicBezTo>
                        <a:pt x="3524" y="24194"/>
                        <a:pt x="3143" y="24003"/>
                        <a:pt x="2953" y="24003"/>
                      </a:cubicBezTo>
                      <a:cubicBezTo>
                        <a:pt x="2667" y="24003"/>
                        <a:pt x="2476" y="24003"/>
                        <a:pt x="2191" y="24194"/>
                      </a:cubicBezTo>
                      <a:lnTo>
                        <a:pt x="762" y="18955"/>
                      </a:lnTo>
                      <a:cubicBezTo>
                        <a:pt x="1714" y="18955"/>
                        <a:pt x="2381" y="18669"/>
                        <a:pt x="2762" y="18002"/>
                      </a:cubicBezTo>
                      <a:cubicBezTo>
                        <a:pt x="2762" y="16954"/>
                        <a:pt x="2381" y="16669"/>
                        <a:pt x="1524" y="17145"/>
                      </a:cubicBezTo>
                      <a:cubicBezTo>
                        <a:pt x="667" y="17621"/>
                        <a:pt x="95" y="17431"/>
                        <a:pt x="0" y="16764"/>
                      </a:cubicBezTo>
                      <a:lnTo>
                        <a:pt x="1429" y="15430"/>
                      </a:lnTo>
                      <a:lnTo>
                        <a:pt x="2857" y="16764"/>
                      </a:lnTo>
                      <a:cubicBezTo>
                        <a:pt x="2857" y="16764"/>
                        <a:pt x="3429" y="15430"/>
                        <a:pt x="3429" y="13430"/>
                      </a:cubicBezTo>
                      <a:cubicBezTo>
                        <a:pt x="3429" y="13906"/>
                        <a:pt x="3715" y="14288"/>
                        <a:pt x="4286" y="14478"/>
                      </a:cubicBezTo>
                      <a:cubicBezTo>
                        <a:pt x="5239" y="13716"/>
                        <a:pt x="5715" y="13145"/>
                        <a:pt x="5715" y="12668"/>
                      </a:cubicBezTo>
                      <a:cubicBezTo>
                        <a:pt x="5715" y="12097"/>
                        <a:pt x="4953" y="11239"/>
                        <a:pt x="3334" y="10192"/>
                      </a:cubicBezTo>
                      <a:cubicBezTo>
                        <a:pt x="1714" y="9049"/>
                        <a:pt x="952" y="8001"/>
                        <a:pt x="952" y="7048"/>
                      </a:cubicBezTo>
                      <a:cubicBezTo>
                        <a:pt x="952" y="6191"/>
                        <a:pt x="1429" y="5334"/>
                        <a:pt x="2381" y="4381"/>
                      </a:cubicBezTo>
                      <a:lnTo>
                        <a:pt x="5715" y="857"/>
                      </a:lnTo>
                      <a:cubicBezTo>
                        <a:pt x="11621" y="286"/>
                        <a:pt x="18002" y="0"/>
                        <a:pt x="24765" y="0"/>
                      </a:cubicBezTo>
                      <a:cubicBezTo>
                        <a:pt x="31528" y="0"/>
                        <a:pt x="40862" y="381"/>
                        <a:pt x="53721" y="1048"/>
                      </a:cubicBezTo>
                      <a:cubicBezTo>
                        <a:pt x="66675" y="1714"/>
                        <a:pt x="76295" y="2000"/>
                        <a:pt x="82867" y="2000"/>
                      </a:cubicBezTo>
                      <a:cubicBezTo>
                        <a:pt x="87439" y="2000"/>
                        <a:pt x="92012" y="2000"/>
                        <a:pt x="96202" y="1619"/>
                      </a:cubicBezTo>
                      <a:cubicBezTo>
                        <a:pt x="98869" y="3715"/>
                        <a:pt x="100203" y="6477"/>
                        <a:pt x="100203" y="10001"/>
                      </a:cubicBezTo>
                      <a:cubicBezTo>
                        <a:pt x="100203" y="11049"/>
                        <a:pt x="100013" y="12859"/>
                        <a:pt x="99727" y="15430"/>
                      </a:cubicBezTo>
                      <a:cubicBezTo>
                        <a:pt x="99346" y="18002"/>
                        <a:pt x="99155" y="20003"/>
                        <a:pt x="99155" y="21336"/>
                      </a:cubicBezTo>
                      <a:cubicBezTo>
                        <a:pt x="99155" y="22670"/>
                        <a:pt x="99250" y="24003"/>
                        <a:pt x="99536" y="25146"/>
                      </a:cubicBezTo>
                      <a:cubicBezTo>
                        <a:pt x="99536" y="26956"/>
                        <a:pt x="98393" y="27908"/>
                        <a:pt x="96012" y="27908"/>
                      </a:cubicBezTo>
                      <a:cubicBezTo>
                        <a:pt x="95631" y="27908"/>
                        <a:pt x="95059" y="27908"/>
                        <a:pt x="94202" y="27718"/>
                      </a:cubicBezTo>
                      <a:lnTo>
                        <a:pt x="92488" y="27718"/>
                      </a:lnTo>
                      <a:cubicBezTo>
                        <a:pt x="91059" y="27718"/>
                        <a:pt x="90011" y="28004"/>
                        <a:pt x="89344" y="28385"/>
                      </a:cubicBezTo>
                      <a:lnTo>
                        <a:pt x="85439" y="28385"/>
                      </a:lnTo>
                      <a:lnTo>
                        <a:pt x="85439" y="27718"/>
                      </a:lnTo>
                      <a:cubicBezTo>
                        <a:pt x="80105" y="28194"/>
                        <a:pt x="74009" y="28385"/>
                        <a:pt x="67246" y="28385"/>
                      </a:cubicBezTo>
                      <a:cubicBezTo>
                        <a:pt x="62960" y="28575"/>
                        <a:pt x="56864" y="28575"/>
                        <a:pt x="48863" y="28385"/>
                      </a:cubicBezTo>
                      <a:lnTo>
                        <a:pt x="30385" y="28385"/>
                      </a:lnTo>
                      <a:cubicBezTo>
                        <a:pt x="29623" y="30480"/>
                        <a:pt x="29242" y="32861"/>
                        <a:pt x="29242" y="35623"/>
                      </a:cubicBezTo>
                      <a:cubicBezTo>
                        <a:pt x="29242" y="36386"/>
                        <a:pt x="29242" y="37719"/>
                        <a:pt x="29432" y="39243"/>
                      </a:cubicBezTo>
                      <a:lnTo>
                        <a:pt x="29432" y="43148"/>
                      </a:lnTo>
                      <a:cubicBezTo>
                        <a:pt x="29432" y="45720"/>
                        <a:pt x="29146" y="48006"/>
                        <a:pt x="28575" y="50102"/>
                      </a:cubicBezTo>
                      <a:cubicBezTo>
                        <a:pt x="28956" y="51816"/>
                        <a:pt x="29242" y="53340"/>
                        <a:pt x="29432" y="54959"/>
                      </a:cubicBezTo>
                      <a:cubicBezTo>
                        <a:pt x="30004" y="57055"/>
                        <a:pt x="31147" y="58198"/>
                        <a:pt x="32575" y="58198"/>
                      </a:cubicBezTo>
                      <a:cubicBezTo>
                        <a:pt x="33052" y="58198"/>
                        <a:pt x="33433" y="58103"/>
                        <a:pt x="34004" y="57912"/>
                      </a:cubicBezTo>
                      <a:cubicBezTo>
                        <a:pt x="34385" y="58007"/>
                        <a:pt x="34766" y="58198"/>
                        <a:pt x="35242" y="58198"/>
                      </a:cubicBezTo>
                      <a:cubicBezTo>
                        <a:pt x="35719" y="58198"/>
                        <a:pt x="36385" y="58007"/>
                        <a:pt x="37338" y="57817"/>
                      </a:cubicBezTo>
                      <a:cubicBezTo>
                        <a:pt x="38290" y="57531"/>
                        <a:pt x="38862" y="57436"/>
                        <a:pt x="39243" y="57436"/>
                      </a:cubicBezTo>
                      <a:cubicBezTo>
                        <a:pt x="40100" y="57436"/>
                        <a:pt x="40862" y="57817"/>
                        <a:pt x="41529" y="58864"/>
                      </a:cubicBezTo>
                      <a:cubicBezTo>
                        <a:pt x="44672" y="57912"/>
                        <a:pt x="48387" y="57436"/>
                        <a:pt x="52578" y="57436"/>
                      </a:cubicBezTo>
                      <a:cubicBezTo>
                        <a:pt x="54673" y="57436"/>
                        <a:pt x="57721" y="57531"/>
                        <a:pt x="61722" y="57817"/>
                      </a:cubicBezTo>
                      <a:cubicBezTo>
                        <a:pt x="65722" y="58103"/>
                        <a:pt x="68771" y="58293"/>
                        <a:pt x="70771" y="58293"/>
                      </a:cubicBezTo>
                      <a:cubicBezTo>
                        <a:pt x="72771" y="58293"/>
                        <a:pt x="74581" y="58198"/>
                        <a:pt x="76390" y="57912"/>
                      </a:cubicBezTo>
                      <a:cubicBezTo>
                        <a:pt x="77152" y="60865"/>
                        <a:pt x="77533" y="64961"/>
                        <a:pt x="77438" y="70199"/>
                      </a:cubicBezTo>
                      <a:cubicBezTo>
                        <a:pt x="77343" y="76105"/>
                        <a:pt x="77438" y="80201"/>
                        <a:pt x="77819" y="82487"/>
                      </a:cubicBezTo>
                      <a:cubicBezTo>
                        <a:pt x="75343" y="84296"/>
                        <a:pt x="72009" y="85154"/>
                        <a:pt x="67818" y="85154"/>
                      </a:cubicBezTo>
                      <a:cubicBezTo>
                        <a:pt x="66104" y="85154"/>
                        <a:pt x="63437" y="84963"/>
                        <a:pt x="59817" y="84677"/>
                      </a:cubicBezTo>
                      <a:cubicBezTo>
                        <a:pt x="56293" y="84392"/>
                        <a:pt x="53530" y="84106"/>
                        <a:pt x="51721" y="84106"/>
                      </a:cubicBezTo>
                      <a:cubicBezTo>
                        <a:pt x="50006" y="84106"/>
                        <a:pt x="48387" y="84201"/>
                        <a:pt x="46768" y="84392"/>
                      </a:cubicBezTo>
                      <a:lnTo>
                        <a:pt x="46768" y="83534"/>
                      </a:lnTo>
                      <a:cubicBezTo>
                        <a:pt x="46006" y="83534"/>
                        <a:pt x="44101" y="83725"/>
                        <a:pt x="41338" y="83725"/>
                      </a:cubicBezTo>
                      <a:cubicBezTo>
                        <a:pt x="39433" y="83725"/>
                        <a:pt x="37719" y="84106"/>
                        <a:pt x="36100" y="84868"/>
                      </a:cubicBezTo>
                      <a:cubicBezTo>
                        <a:pt x="35528" y="84487"/>
                        <a:pt x="34766" y="84296"/>
                        <a:pt x="33814" y="84296"/>
                      </a:cubicBezTo>
                      <a:cubicBezTo>
                        <a:pt x="32480" y="84487"/>
                        <a:pt x="31623" y="84487"/>
                        <a:pt x="31337" y="84296"/>
                      </a:cubicBezTo>
                      <a:cubicBezTo>
                        <a:pt x="29432" y="84963"/>
                        <a:pt x="28480" y="86392"/>
                        <a:pt x="28480" y="88773"/>
                      </a:cubicBezTo>
                      <a:cubicBezTo>
                        <a:pt x="28480" y="90392"/>
                        <a:pt x="28765" y="91630"/>
                        <a:pt x="29337" y="92583"/>
                      </a:cubicBezTo>
                      <a:cubicBezTo>
                        <a:pt x="26765" y="91916"/>
                        <a:pt x="24479" y="92488"/>
                        <a:pt x="22479" y="94488"/>
                      </a:cubicBezTo>
                      <a:lnTo>
                        <a:pt x="27051" y="93631"/>
                      </a:lnTo>
                      <a:lnTo>
                        <a:pt x="26479" y="94488"/>
                      </a:lnTo>
                      <a:cubicBezTo>
                        <a:pt x="26765" y="94964"/>
                        <a:pt x="27051" y="95155"/>
                        <a:pt x="27337" y="95155"/>
                      </a:cubicBezTo>
                      <a:cubicBezTo>
                        <a:pt x="27146" y="95155"/>
                        <a:pt x="27718" y="94583"/>
                        <a:pt x="29242" y="93631"/>
                      </a:cubicBezTo>
                      <a:cubicBezTo>
                        <a:pt x="29242" y="93154"/>
                        <a:pt x="29242" y="96488"/>
                        <a:pt x="29051" y="103822"/>
                      </a:cubicBezTo>
                      <a:cubicBezTo>
                        <a:pt x="28956" y="108013"/>
                        <a:pt x="29623" y="111157"/>
                        <a:pt x="31147" y="113443"/>
                      </a:cubicBezTo>
                      <a:cubicBezTo>
                        <a:pt x="35433" y="114014"/>
                        <a:pt x="40005" y="114300"/>
                        <a:pt x="44767" y="114300"/>
                      </a:cubicBezTo>
                      <a:cubicBezTo>
                        <a:pt x="48387" y="114300"/>
                        <a:pt x="53721" y="114014"/>
                        <a:pt x="60674" y="113633"/>
                      </a:cubicBezTo>
                      <a:cubicBezTo>
                        <a:pt x="67532" y="113157"/>
                        <a:pt x="72866" y="112871"/>
                        <a:pt x="76295" y="112871"/>
                      </a:cubicBezTo>
                      <a:cubicBezTo>
                        <a:pt x="81534" y="112871"/>
                        <a:pt x="86487" y="113252"/>
                        <a:pt x="91059" y="113919"/>
                      </a:cubicBezTo>
                      <a:cubicBezTo>
                        <a:pt x="91821" y="112014"/>
                        <a:pt x="93535" y="111919"/>
                        <a:pt x="95917" y="113347"/>
                      </a:cubicBezTo>
                      <a:close/>
                      <a:moveTo>
                        <a:pt x="5524" y="25908"/>
                      </a:moveTo>
                      <a:lnTo>
                        <a:pt x="6572" y="27242"/>
                      </a:lnTo>
                      <a:lnTo>
                        <a:pt x="6572" y="27622"/>
                      </a:lnTo>
                      <a:cubicBezTo>
                        <a:pt x="5905" y="27146"/>
                        <a:pt x="5715" y="26670"/>
                        <a:pt x="5524" y="25908"/>
                      </a:cubicBezTo>
                      <a:close/>
                      <a:moveTo>
                        <a:pt x="41434" y="76010"/>
                      </a:moveTo>
                      <a:lnTo>
                        <a:pt x="39338" y="76010"/>
                      </a:lnTo>
                      <a:cubicBezTo>
                        <a:pt x="39624" y="76771"/>
                        <a:pt x="40386" y="76771"/>
                        <a:pt x="41434" y="76010"/>
                      </a:cubicBezTo>
                      <a:lnTo>
                        <a:pt x="42291" y="76010"/>
                      </a:lnTo>
                      <a:cubicBezTo>
                        <a:pt x="42291" y="76010"/>
                        <a:pt x="42577" y="76676"/>
                        <a:pt x="42577" y="77248"/>
                      </a:cubicBezTo>
                      <a:lnTo>
                        <a:pt x="45053" y="76010"/>
                      </a:lnTo>
                      <a:cubicBezTo>
                        <a:pt x="45625" y="76581"/>
                        <a:pt x="45910" y="76962"/>
                        <a:pt x="45910" y="77248"/>
                      </a:cubicBezTo>
                      <a:lnTo>
                        <a:pt x="48577" y="77248"/>
                      </a:lnTo>
                      <a:lnTo>
                        <a:pt x="48577" y="76010"/>
                      </a:lnTo>
                      <a:lnTo>
                        <a:pt x="42291" y="76010"/>
                      </a:lnTo>
                      <a:cubicBezTo>
                        <a:pt x="42291" y="76010"/>
                        <a:pt x="41815" y="75724"/>
                        <a:pt x="41434" y="76010"/>
                      </a:cubicBezTo>
                      <a:close/>
                      <a:moveTo>
                        <a:pt x="75629" y="9906"/>
                      </a:moveTo>
                      <a:lnTo>
                        <a:pt x="74200" y="9049"/>
                      </a:lnTo>
                      <a:lnTo>
                        <a:pt x="75629" y="11811"/>
                      </a:lnTo>
                      <a:lnTo>
                        <a:pt x="75629" y="9906"/>
                      </a:lnTo>
                      <a:close/>
                      <a:moveTo>
                        <a:pt x="108109" y="123349"/>
                      </a:moveTo>
                      <a:lnTo>
                        <a:pt x="108775" y="123349"/>
                      </a:lnTo>
                      <a:lnTo>
                        <a:pt x="106680" y="124587"/>
                      </a:lnTo>
                      <a:lnTo>
                        <a:pt x="108013" y="123349"/>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 name="Google Shape;1467;p99"/>
                <p:cNvSpPr/>
                <p:nvPr/>
              </p:nvSpPr>
              <p:spPr>
                <a:xfrm>
                  <a:off x="6880478" y="4654641"/>
                  <a:ext cx="136588" cy="155102"/>
                </a:xfrm>
                <a:custGeom>
                  <a:avLst/>
                  <a:gdLst/>
                  <a:ahLst/>
                  <a:cxnLst/>
                  <a:rect l="l" t="t" r="r" b="b"/>
                  <a:pathLst>
                    <a:path w="136588" h="155102" extrusionOk="0">
                      <a:moveTo>
                        <a:pt x="572" y="66044"/>
                      </a:moveTo>
                      <a:lnTo>
                        <a:pt x="0" y="63377"/>
                      </a:lnTo>
                      <a:lnTo>
                        <a:pt x="1429" y="65377"/>
                      </a:lnTo>
                      <a:lnTo>
                        <a:pt x="572" y="66044"/>
                      </a:lnTo>
                      <a:close/>
                      <a:moveTo>
                        <a:pt x="10763" y="86237"/>
                      </a:moveTo>
                      <a:cubicBezTo>
                        <a:pt x="10763" y="86237"/>
                        <a:pt x="11906" y="86523"/>
                        <a:pt x="12859" y="87094"/>
                      </a:cubicBezTo>
                      <a:lnTo>
                        <a:pt x="10763" y="88523"/>
                      </a:lnTo>
                      <a:lnTo>
                        <a:pt x="10763" y="86237"/>
                      </a:lnTo>
                      <a:close/>
                      <a:moveTo>
                        <a:pt x="15526" y="38517"/>
                      </a:moveTo>
                      <a:cubicBezTo>
                        <a:pt x="14954" y="39088"/>
                        <a:pt x="14478" y="39374"/>
                        <a:pt x="14192" y="39374"/>
                      </a:cubicBezTo>
                      <a:cubicBezTo>
                        <a:pt x="13811" y="39374"/>
                        <a:pt x="13526" y="38898"/>
                        <a:pt x="13240" y="37945"/>
                      </a:cubicBezTo>
                      <a:lnTo>
                        <a:pt x="12859" y="35850"/>
                      </a:lnTo>
                      <a:lnTo>
                        <a:pt x="15526" y="38517"/>
                      </a:lnTo>
                      <a:close/>
                      <a:moveTo>
                        <a:pt x="18288" y="42708"/>
                      </a:moveTo>
                      <a:lnTo>
                        <a:pt x="18860" y="39374"/>
                      </a:lnTo>
                      <a:lnTo>
                        <a:pt x="20860" y="42708"/>
                      </a:lnTo>
                      <a:lnTo>
                        <a:pt x="18383" y="42708"/>
                      </a:lnTo>
                      <a:close/>
                      <a:moveTo>
                        <a:pt x="23051" y="34516"/>
                      </a:moveTo>
                      <a:cubicBezTo>
                        <a:pt x="22955" y="33564"/>
                        <a:pt x="22193" y="32802"/>
                        <a:pt x="20765" y="32326"/>
                      </a:cubicBezTo>
                      <a:cubicBezTo>
                        <a:pt x="19336" y="31944"/>
                        <a:pt x="18669" y="31183"/>
                        <a:pt x="18764" y="30230"/>
                      </a:cubicBezTo>
                      <a:cubicBezTo>
                        <a:pt x="19622" y="30039"/>
                        <a:pt x="20288" y="30325"/>
                        <a:pt x="21050" y="31087"/>
                      </a:cubicBezTo>
                      <a:cubicBezTo>
                        <a:pt x="22193" y="32421"/>
                        <a:pt x="22860" y="33087"/>
                        <a:pt x="22955" y="33087"/>
                      </a:cubicBezTo>
                      <a:lnTo>
                        <a:pt x="22955" y="34516"/>
                      </a:lnTo>
                      <a:close/>
                      <a:moveTo>
                        <a:pt x="24099" y="41279"/>
                      </a:moveTo>
                      <a:lnTo>
                        <a:pt x="22193" y="41279"/>
                      </a:lnTo>
                      <a:cubicBezTo>
                        <a:pt x="22098" y="40708"/>
                        <a:pt x="22384" y="40231"/>
                        <a:pt x="23051" y="39850"/>
                      </a:cubicBezTo>
                      <a:cubicBezTo>
                        <a:pt x="23717" y="39564"/>
                        <a:pt x="24003" y="39755"/>
                        <a:pt x="24099" y="40422"/>
                      </a:cubicBezTo>
                      <a:lnTo>
                        <a:pt x="24099" y="41279"/>
                      </a:lnTo>
                      <a:close/>
                      <a:moveTo>
                        <a:pt x="22193" y="101096"/>
                      </a:moveTo>
                      <a:lnTo>
                        <a:pt x="23527" y="99191"/>
                      </a:lnTo>
                      <a:cubicBezTo>
                        <a:pt x="23527" y="100334"/>
                        <a:pt x="23336" y="101001"/>
                        <a:pt x="23051" y="101096"/>
                      </a:cubicBezTo>
                      <a:lnTo>
                        <a:pt x="22193" y="101096"/>
                      </a:lnTo>
                      <a:close/>
                      <a:moveTo>
                        <a:pt x="23051" y="92333"/>
                      </a:moveTo>
                      <a:cubicBezTo>
                        <a:pt x="22765" y="91476"/>
                        <a:pt x="23717" y="91000"/>
                        <a:pt x="25527" y="91000"/>
                      </a:cubicBezTo>
                      <a:cubicBezTo>
                        <a:pt x="25718" y="91571"/>
                        <a:pt x="25527" y="92047"/>
                        <a:pt x="25051" y="92333"/>
                      </a:cubicBezTo>
                      <a:lnTo>
                        <a:pt x="23051" y="92333"/>
                      </a:lnTo>
                      <a:close/>
                      <a:moveTo>
                        <a:pt x="135446" y="134814"/>
                      </a:moveTo>
                      <a:cubicBezTo>
                        <a:pt x="134588" y="137291"/>
                        <a:pt x="134970" y="143292"/>
                        <a:pt x="136303" y="153102"/>
                      </a:cubicBezTo>
                      <a:cubicBezTo>
                        <a:pt x="135636" y="154531"/>
                        <a:pt x="134779" y="155103"/>
                        <a:pt x="133445" y="155103"/>
                      </a:cubicBezTo>
                      <a:cubicBezTo>
                        <a:pt x="132779" y="155103"/>
                        <a:pt x="131731" y="154912"/>
                        <a:pt x="130302" y="154436"/>
                      </a:cubicBezTo>
                      <a:cubicBezTo>
                        <a:pt x="128874" y="153960"/>
                        <a:pt x="127826" y="153674"/>
                        <a:pt x="127159" y="153674"/>
                      </a:cubicBezTo>
                      <a:cubicBezTo>
                        <a:pt x="124873" y="154245"/>
                        <a:pt x="121920" y="154531"/>
                        <a:pt x="118586" y="154531"/>
                      </a:cubicBezTo>
                      <a:cubicBezTo>
                        <a:pt x="115253" y="154531"/>
                        <a:pt x="112109" y="154245"/>
                        <a:pt x="109252" y="153674"/>
                      </a:cubicBezTo>
                      <a:cubicBezTo>
                        <a:pt x="106585" y="148150"/>
                        <a:pt x="105251" y="143006"/>
                        <a:pt x="105251" y="138339"/>
                      </a:cubicBezTo>
                      <a:cubicBezTo>
                        <a:pt x="105251" y="135767"/>
                        <a:pt x="105633" y="133481"/>
                        <a:pt x="106489" y="131385"/>
                      </a:cubicBezTo>
                      <a:lnTo>
                        <a:pt x="106966" y="131385"/>
                      </a:lnTo>
                      <a:cubicBezTo>
                        <a:pt x="105251" y="130052"/>
                        <a:pt x="104775" y="127290"/>
                        <a:pt x="105633" y="122813"/>
                      </a:cubicBezTo>
                      <a:cubicBezTo>
                        <a:pt x="106489" y="118336"/>
                        <a:pt x="106299" y="115384"/>
                        <a:pt x="105061" y="114050"/>
                      </a:cubicBezTo>
                      <a:cubicBezTo>
                        <a:pt x="105633" y="111764"/>
                        <a:pt x="105918" y="108430"/>
                        <a:pt x="105728" y="103858"/>
                      </a:cubicBezTo>
                      <a:cubicBezTo>
                        <a:pt x="105537" y="99191"/>
                        <a:pt x="105823" y="95857"/>
                        <a:pt x="106395" y="93762"/>
                      </a:cubicBezTo>
                      <a:cubicBezTo>
                        <a:pt x="105346" y="93285"/>
                        <a:pt x="104394" y="93095"/>
                        <a:pt x="103537" y="93095"/>
                      </a:cubicBezTo>
                      <a:cubicBezTo>
                        <a:pt x="101060" y="93095"/>
                        <a:pt x="98870" y="95476"/>
                        <a:pt x="96870" y="100239"/>
                      </a:cubicBezTo>
                      <a:cubicBezTo>
                        <a:pt x="94298" y="106049"/>
                        <a:pt x="92297" y="109573"/>
                        <a:pt x="90869" y="110716"/>
                      </a:cubicBezTo>
                      <a:cubicBezTo>
                        <a:pt x="90678" y="111193"/>
                        <a:pt x="90583" y="111669"/>
                        <a:pt x="90583" y="112145"/>
                      </a:cubicBezTo>
                      <a:cubicBezTo>
                        <a:pt x="90583" y="112526"/>
                        <a:pt x="90774" y="113193"/>
                        <a:pt x="91250" y="113955"/>
                      </a:cubicBezTo>
                      <a:cubicBezTo>
                        <a:pt x="91726" y="114717"/>
                        <a:pt x="91916" y="115288"/>
                        <a:pt x="91916" y="115669"/>
                      </a:cubicBezTo>
                      <a:cubicBezTo>
                        <a:pt x="91916" y="116145"/>
                        <a:pt x="91535" y="116717"/>
                        <a:pt x="90869" y="117479"/>
                      </a:cubicBezTo>
                      <a:cubicBezTo>
                        <a:pt x="88583" y="118622"/>
                        <a:pt x="86963" y="119765"/>
                        <a:pt x="86011" y="120718"/>
                      </a:cubicBezTo>
                      <a:cubicBezTo>
                        <a:pt x="86773" y="121194"/>
                        <a:pt x="87249" y="121384"/>
                        <a:pt x="87440" y="121289"/>
                      </a:cubicBezTo>
                      <a:cubicBezTo>
                        <a:pt x="86963" y="122337"/>
                        <a:pt x="85725" y="123670"/>
                        <a:pt x="83725" y="125289"/>
                      </a:cubicBezTo>
                      <a:cubicBezTo>
                        <a:pt x="81439" y="127480"/>
                        <a:pt x="79915" y="128814"/>
                        <a:pt x="79343" y="129480"/>
                      </a:cubicBezTo>
                      <a:cubicBezTo>
                        <a:pt x="77534" y="128718"/>
                        <a:pt x="76105" y="126528"/>
                        <a:pt x="74771" y="123099"/>
                      </a:cubicBezTo>
                      <a:cubicBezTo>
                        <a:pt x="73533" y="119670"/>
                        <a:pt x="71628" y="117479"/>
                        <a:pt x="69152" y="116526"/>
                      </a:cubicBezTo>
                      <a:cubicBezTo>
                        <a:pt x="69533" y="115669"/>
                        <a:pt x="69723" y="114907"/>
                        <a:pt x="69723" y="114050"/>
                      </a:cubicBezTo>
                      <a:cubicBezTo>
                        <a:pt x="69723" y="112526"/>
                        <a:pt x="68961" y="110526"/>
                        <a:pt x="67247" y="108240"/>
                      </a:cubicBezTo>
                      <a:cubicBezTo>
                        <a:pt x="65437" y="105382"/>
                        <a:pt x="64294" y="103477"/>
                        <a:pt x="63913" y="102429"/>
                      </a:cubicBezTo>
                      <a:lnTo>
                        <a:pt x="65342" y="99667"/>
                      </a:lnTo>
                      <a:lnTo>
                        <a:pt x="58484" y="97191"/>
                      </a:lnTo>
                      <a:cubicBezTo>
                        <a:pt x="58865" y="96619"/>
                        <a:pt x="59246" y="96429"/>
                        <a:pt x="59722" y="96429"/>
                      </a:cubicBezTo>
                      <a:cubicBezTo>
                        <a:pt x="60484" y="96429"/>
                        <a:pt x="61341" y="97191"/>
                        <a:pt x="62484" y="98524"/>
                      </a:cubicBezTo>
                      <a:cubicBezTo>
                        <a:pt x="62484" y="93952"/>
                        <a:pt x="60579" y="90333"/>
                        <a:pt x="56483" y="87475"/>
                      </a:cubicBezTo>
                      <a:cubicBezTo>
                        <a:pt x="55341" y="88618"/>
                        <a:pt x="54864" y="90809"/>
                        <a:pt x="54864" y="94143"/>
                      </a:cubicBezTo>
                      <a:cubicBezTo>
                        <a:pt x="54864" y="97476"/>
                        <a:pt x="54388" y="99572"/>
                        <a:pt x="53245" y="100429"/>
                      </a:cubicBezTo>
                      <a:lnTo>
                        <a:pt x="52388" y="99572"/>
                      </a:lnTo>
                      <a:lnTo>
                        <a:pt x="51816" y="100429"/>
                      </a:lnTo>
                      <a:cubicBezTo>
                        <a:pt x="53721" y="101763"/>
                        <a:pt x="54674" y="103953"/>
                        <a:pt x="54674" y="106906"/>
                      </a:cubicBezTo>
                      <a:cubicBezTo>
                        <a:pt x="54674" y="107383"/>
                        <a:pt x="54674" y="108240"/>
                        <a:pt x="54483" y="109383"/>
                      </a:cubicBezTo>
                      <a:lnTo>
                        <a:pt x="54483" y="111669"/>
                      </a:lnTo>
                      <a:cubicBezTo>
                        <a:pt x="54483" y="113383"/>
                        <a:pt x="54769" y="114812"/>
                        <a:pt x="55245" y="115860"/>
                      </a:cubicBezTo>
                      <a:cubicBezTo>
                        <a:pt x="54769" y="117384"/>
                        <a:pt x="54483" y="119765"/>
                        <a:pt x="54483" y="122908"/>
                      </a:cubicBezTo>
                      <a:cubicBezTo>
                        <a:pt x="54483" y="126051"/>
                        <a:pt x="54197" y="128433"/>
                        <a:pt x="53816" y="129957"/>
                      </a:cubicBezTo>
                      <a:cubicBezTo>
                        <a:pt x="53912" y="130814"/>
                        <a:pt x="54102" y="132147"/>
                        <a:pt x="54483" y="134243"/>
                      </a:cubicBezTo>
                      <a:cubicBezTo>
                        <a:pt x="54864" y="136243"/>
                        <a:pt x="55055" y="137672"/>
                        <a:pt x="55055" y="138529"/>
                      </a:cubicBezTo>
                      <a:cubicBezTo>
                        <a:pt x="55055" y="139672"/>
                        <a:pt x="54769" y="140625"/>
                        <a:pt x="54388" y="141482"/>
                      </a:cubicBezTo>
                      <a:lnTo>
                        <a:pt x="55817" y="142911"/>
                      </a:lnTo>
                      <a:lnTo>
                        <a:pt x="54388" y="142911"/>
                      </a:lnTo>
                      <a:cubicBezTo>
                        <a:pt x="54483" y="143768"/>
                        <a:pt x="54578" y="144625"/>
                        <a:pt x="54578" y="145578"/>
                      </a:cubicBezTo>
                      <a:cubicBezTo>
                        <a:pt x="54578" y="150340"/>
                        <a:pt x="52769" y="153484"/>
                        <a:pt x="49149" y="155008"/>
                      </a:cubicBezTo>
                      <a:cubicBezTo>
                        <a:pt x="45244" y="154722"/>
                        <a:pt x="41434" y="154436"/>
                        <a:pt x="37529" y="154150"/>
                      </a:cubicBezTo>
                      <a:cubicBezTo>
                        <a:pt x="32576" y="153674"/>
                        <a:pt x="29051" y="152341"/>
                        <a:pt x="26861" y="150150"/>
                      </a:cubicBezTo>
                      <a:cubicBezTo>
                        <a:pt x="27051" y="142053"/>
                        <a:pt x="26861" y="129385"/>
                        <a:pt x="26384" y="111954"/>
                      </a:cubicBezTo>
                      <a:lnTo>
                        <a:pt x="28385" y="109859"/>
                      </a:lnTo>
                      <a:cubicBezTo>
                        <a:pt x="27432" y="109097"/>
                        <a:pt x="26956" y="107859"/>
                        <a:pt x="26956" y="106525"/>
                      </a:cubicBezTo>
                      <a:cubicBezTo>
                        <a:pt x="26956" y="105954"/>
                        <a:pt x="27146" y="104906"/>
                        <a:pt x="27432" y="103477"/>
                      </a:cubicBezTo>
                      <a:cubicBezTo>
                        <a:pt x="27718" y="102144"/>
                        <a:pt x="27908" y="101096"/>
                        <a:pt x="27908" y="100525"/>
                      </a:cubicBezTo>
                      <a:cubicBezTo>
                        <a:pt x="27908" y="99191"/>
                        <a:pt x="27432" y="98048"/>
                        <a:pt x="26480" y="97286"/>
                      </a:cubicBezTo>
                      <a:lnTo>
                        <a:pt x="26956" y="81855"/>
                      </a:lnTo>
                      <a:cubicBezTo>
                        <a:pt x="27813" y="81284"/>
                        <a:pt x="28194" y="80427"/>
                        <a:pt x="28194" y="79379"/>
                      </a:cubicBezTo>
                      <a:cubicBezTo>
                        <a:pt x="28194" y="78617"/>
                        <a:pt x="27813" y="77284"/>
                        <a:pt x="26956" y="75474"/>
                      </a:cubicBezTo>
                      <a:cubicBezTo>
                        <a:pt x="26194" y="73664"/>
                        <a:pt x="25718" y="72426"/>
                        <a:pt x="25527" y="71759"/>
                      </a:cubicBezTo>
                      <a:cubicBezTo>
                        <a:pt x="26575" y="69854"/>
                        <a:pt x="27146" y="67568"/>
                        <a:pt x="27146" y="64806"/>
                      </a:cubicBezTo>
                      <a:cubicBezTo>
                        <a:pt x="27051" y="60138"/>
                        <a:pt x="26956" y="57662"/>
                        <a:pt x="26956" y="57281"/>
                      </a:cubicBezTo>
                      <a:cubicBezTo>
                        <a:pt x="28289" y="57281"/>
                        <a:pt x="28956" y="57091"/>
                        <a:pt x="29051" y="56710"/>
                      </a:cubicBezTo>
                      <a:cubicBezTo>
                        <a:pt x="29051" y="56043"/>
                        <a:pt x="28861" y="55662"/>
                        <a:pt x="28480" y="55567"/>
                      </a:cubicBezTo>
                      <a:lnTo>
                        <a:pt x="27242" y="55757"/>
                      </a:lnTo>
                      <a:cubicBezTo>
                        <a:pt x="27242" y="55757"/>
                        <a:pt x="26480" y="55757"/>
                        <a:pt x="26384" y="55376"/>
                      </a:cubicBezTo>
                      <a:cubicBezTo>
                        <a:pt x="26384" y="54233"/>
                        <a:pt x="27051" y="53852"/>
                        <a:pt x="28194" y="54328"/>
                      </a:cubicBezTo>
                      <a:cubicBezTo>
                        <a:pt x="29147" y="54900"/>
                        <a:pt x="30004" y="54709"/>
                        <a:pt x="30385" y="53947"/>
                      </a:cubicBezTo>
                      <a:lnTo>
                        <a:pt x="30956" y="56233"/>
                      </a:lnTo>
                      <a:cubicBezTo>
                        <a:pt x="31337" y="55662"/>
                        <a:pt x="31718" y="55471"/>
                        <a:pt x="32004" y="55471"/>
                      </a:cubicBezTo>
                      <a:cubicBezTo>
                        <a:pt x="32004" y="55471"/>
                        <a:pt x="32385" y="55471"/>
                        <a:pt x="32576" y="55757"/>
                      </a:cubicBezTo>
                      <a:cubicBezTo>
                        <a:pt x="32861" y="55947"/>
                        <a:pt x="33052" y="55947"/>
                        <a:pt x="33147" y="55947"/>
                      </a:cubicBezTo>
                      <a:cubicBezTo>
                        <a:pt x="33338" y="55947"/>
                        <a:pt x="33528" y="55567"/>
                        <a:pt x="33719" y="54709"/>
                      </a:cubicBezTo>
                      <a:lnTo>
                        <a:pt x="32290" y="53376"/>
                      </a:lnTo>
                      <a:cubicBezTo>
                        <a:pt x="32861" y="53376"/>
                        <a:pt x="33624" y="53947"/>
                        <a:pt x="34385" y="54709"/>
                      </a:cubicBezTo>
                      <a:cubicBezTo>
                        <a:pt x="35147" y="55567"/>
                        <a:pt x="35909" y="56043"/>
                        <a:pt x="36481" y="56138"/>
                      </a:cubicBezTo>
                      <a:cubicBezTo>
                        <a:pt x="36481" y="55852"/>
                        <a:pt x="36671" y="55471"/>
                        <a:pt x="37148" y="55090"/>
                      </a:cubicBezTo>
                      <a:cubicBezTo>
                        <a:pt x="37529" y="54614"/>
                        <a:pt x="37719" y="54138"/>
                        <a:pt x="37624" y="53852"/>
                      </a:cubicBezTo>
                      <a:lnTo>
                        <a:pt x="36957" y="53661"/>
                      </a:lnTo>
                      <a:cubicBezTo>
                        <a:pt x="36957" y="53661"/>
                        <a:pt x="38005" y="53090"/>
                        <a:pt x="38767" y="52137"/>
                      </a:cubicBezTo>
                      <a:cubicBezTo>
                        <a:pt x="39434" y="51280"/>
                        <a:pt x="40100" y="50804"/>
                        <a:pt x="40672" y="50804"/>
                      </a:cubicBezTo>
                      <a:cubicBezTo>
                        <a:pt x="41053" y="50804"/>
                        <a:pt x="41434" y="50994"/>
                        <a:pt x="41910" y="51376"/>
                      </a:cubicBezTo>
                      <a:lnTo>
                        <a:pt x="40577" y="49756"/>
                      </a:lnTo>
                      <a:cubicBezTo>
                        <a:pt x="41243" y="49470"/>
                        <a:pt x="41434" y="48994"/>
                        <a:pt x="41148" y="48423"/>
                      </a:cubicBezTo>
                      <a:cubicBezTo>
                        <a:pt x="40196" y="48423"/>
                        <a:pt x="39243" y="48613"/>
                        <a:pt x="38291" y="48613"/>
                      </a:cubicBezTo>
                      <a:cubicBezTo>
                        <a:pt x="37052" y="48613"/>
                        <a:pt x="35528" y="48327"/>
                        <a:pt x="33719" y="47851"/>
                      </a:cubicBezTo>
                      <a:cubicBezTo>
                        <a:pt x="31337" y="47185"/>
                        <a:pt x="29623" y="46708"/>
                        <a:pt x="28480" y="46422"/>
                      </a:cubicBezTo>
                      <a:lnTo>
                        <a:pt x="29813" y="49756"/>
                      </a:lnTo>
                      <a:lnTo>
                        <a:pt x="26480" y="49756"/>
                      </a:lnTo>
                      <a:lnTo>
                        <a:pt x="28480" y="49280"/>
                      </a:lnTo>
                      <a:cubicBezTo>
                        <a:pt x="28004" y="48042"/>
                        <a:pt x="27718" y="46232"/>
                        <a:pt x="27623" y="44232"/>
                      </a:cubicBezTo>
                      <a:cubicBezTo>
                        <a:pt x="27623" y="42136"/>
                        <a:pt x="27337" y="40612"/>
                        <a:pt x="26956" y="39755"/>
                      </a:cubicBezTo>
                      <a:cubicBezTo>
                        <a:pt x="26384" y="37850"/>
                        <a:pt x="26956" y="36802"/>
                        <a:pt x="29051" y="36326"/>
                      </a:cubicBezTo>
                      <a:cubicBezTo>
                        <a:pt x="27337" y="34421"/>
                        <a:pt x="26384" y="32040"/>
                        <a:pt x="26384" y="29182"/>
                      </a:cubicBezTo>
                      <a:cubicBezTo>
                        <a:pt x="26384" y="27849"/>
                        <a:pt x="26670" y="25753"/>
                        <a:pt x="27051" y="22801"/>
                      </a:cubicBezTo>
                      <a:cubicBezTo>
                        <a:pt x="27527" y="19943"/>
                        <a:pt x="27718" y="17657"/>
                        <a:pt x="27527" y="16133"/>
                      </a:cubicBezTo>
                      <a:cubicBezTo>
                        <a:pt x="32195" y="14895"/>
                        <a:pt x="37529" y="14133"/>
                        <a:pt x="43625" y="14133"/>
                      </a:cubicBezTo>
                      <a:cubicBezTo>
                        <a:pt x="46292" y="14133"/>
                        <a:pt x="48578" y="14323"/>
                        <a:pt x="50483" y="14704"/>
                      </a:cubicBezTo>
                      <a:lnTo>
                        <a:pt x="55721" y="18991"/>
                      </a:lnTo>
                      <a:lnTo>
                        <a:pt x="55150" y="19467"/>
                      </a:lnTo>
                      <a:cubicBezTo>
                        <a:pt x="56674" y="20134"/>
                        <a:pt x="57817" y="21753"/>
                        <a:pt x="58579" y="24229"/>
                      </a:cubicBezTo>
                      <a:lnTo>
                        <a:pt x="60484" y="30135"/>
                      </a:lnTo>
                      <a:cubicBezTo>
                        <a:pt x="62960" y="31849"/>
                        <a:pt x="64866" y="35659"/>
                        <a:pt x="66199" y="41565"/>
                      </a:cubicBezTo>
                      <a:cubicBezTo>
                        <a:pt x="67533" y="47470"/>
                        <a:pt x="69723" y="51376"/>
                        <a:pt x="72581" y="53280"/>
                      </a:cubicBezTo>
                      <a:cubicBezTo>
                        <a:pt x="73724" y="55947"/>
                        <a:pt x="75152" y="60138"/>
                        <a:pt x="76867" y="65853"/>
                      </a:cubicBezTo>
                      <a:cubicBezTo>
                        <a:pt x="77629" y="65853"/>
                        <a:pt x="78105" y="66044"/>
                        <a:pt x="78105" y="66330"/>
                      </a:cubicBezTo>
                      <a:cubicBezTo>
                        <a:pt x="78105" y="66616"/>
                        <a:pt x="77915" y="66901"/>
                        <a:pt x="77629" y="67377"/>
                      </a:cubicBezTo>
                      <a:cubicBezTo>
                        <a:pt x="77343" y="67759"/>
                        <a:pt x="77153" y="68139"/>
                        <a:pt x="77153" y="68330"/>
                      </a:cubicBezTo>
                      <a:cubicBezTo>
                        <a:pt x="77153" y="68711"/>
                        <a:pt x="77438" y="68997"/>
                        <a:pt x="77915" y="69283"/>
                      </a:cubicBezTo>
                      <a:cubicBezTo>
                        <a:pt x="81153" y="66616"/>
                        <a:pt x="83153" y="64901"/>
                        <a:pt x="83725" y="64329"/>
                      </a:cubicBezTo>
                      <a:cubicBezTo>
                        <a:pt x="85439" y="62710"/>
                        <a:pt x="86963" y="60805"/>
                        <a:pt x="88106" y="58519"/>
                      </a:cubicBezTo>
                      <a:lnTo>
                        <a:pt x="85439" y="57091"/>
                      </a:lnTo>
                      <a:cubicBezTo>
                        <a:pt x="85439" y="56519"/>
                        <a:pt x="86392" y="56043"/>
                        <a:pt x="88297" y="55567"/>
                      </a:cubicBezTo>
                      <a:cubicBezTo>
                        <a:pt x="90297" y="55090"/>
                        <a:pt x="91250" y="54043"/>
                        <a:pt x="91345" y="52518"/>
                      </a:cubicBezTo>
                      <a:cubicBezTo>
                        <a:pt x="90774" y="51852"/>
                        <a:pt x="90488" y="51090"/>
                        <a:pt x="90488" y="50518"/>
                      </a:cubicBezTo>
                      <a:cubicBezTo>
                        <a:pt x="90488" y="49661"/>
                        <a:pt x="91250" y="48423"/>
                        <a:pt x="92869" y="46899"/>
                      </a:cubicBezTo>
                      <a:cubicBezTo>
                        <a:pt x="94583" y="45279"/>
                        <a:pt x="95441" y="44041"/>
                        <a:pt x="95536" y="43089"/>
                      </a:cubicBezTo>
                      <a:lnTo>
                        <a:pt x="94679" y="42612"/>
                      </a:lnTo>
                      <a:cubicBezTo>
                        <a:pt x="95536" y="41851"/>
                        <a:pt x="96584" y="40422"/>
                        <a:pt x="97441" y="38421"/>
                      </a:cubicBezTo>
                      <a:cubicBezTo>
                        <a:pt x="96774" y="38041"/>
                        <a:pt x="96393" y="37564"/>
                        <a:pt x="96393" y="36993"/>
                      </a:cubicBezTo>
                      <a:cubicBezTo>
                        <a:pt x="96393" y="36707"/>
                        <a:pt x="96584" y="36326"/>
                        <a:pt x="96870" y="35659"/>
                      </a:cubicBezTo>
                      <a:cubicBezTo>
                        <a:pt x="97250" y="34993"/>
                        <a:pt x="97346" y="34516"/>
                        <a:pt x="97346" y="34421"/>
                      </a:cubicBezTo>
                      <a:cubicBezTo>
                        <a:pt x="97822" y="34611"/>
                        <a:pt x="98298" y="34802"/>
                        <a:pt x="98679" y="34802"/>
                      </a:cubicBezTo>
                      <a:cubicBezTo>
                        <a:pt x="99346" y="34802"/>
                        <a:pt x="99917" y="33945"/>
                        <a:pt x="100394" y="32135"/>
                      </a:cubicBezTo>
                      <a:cubicBezTo>
                        <a:pt x="100775" y="30325"/>
                        <a:pt x="101632" y="29373"/>
                        <a:pt x="102870" y="29182"/>
                      </a:cubicBezTo>
                      <a:cubicBezTo>
                        <a:pt x="102680" y="28611"/>
                        <a:pt x="102489" y="28135"/>
                        <a:pt x="102489" y="27563"/>
                      </a:cubicBezTo>
                      <a:cubicBezTo>
                        <a:pt x="102489" y="26134"/>
                        <a:pt x="103537" y="24134"/>
                        <a:pt x="105728" y="21562"/>
                      </a:cubicBezTo>
                      <a:lnTo>
                        <a:pt x="104299" y="20134"/>
                      </a:lnTo>
                      <a:cubicBezTo>
                        <a:pt x="104680" y="19467"/>
                        <a:pt x="104870" y="19086"/>
                        <a:pt x="104870" y="18991"/>
                      </a:cubicBezTo>
                      <a:cubicBezTo>
                        <a:pt x="105537" y="19752"/>
                        <a:pt x="106299" y="20134"/>
                        <a:pt x="106966" y="20134"/>
                      </a:cubicBezTo>
                      <a:cubicBezTo>
                        <a:pt x="107632" y="20134"/>
                        <a:pt x="108776" y="19181"/>
                        <a:pt x="110204" y="17085"/>
                      </a:cubicBezTo>
                      <a:cubicBezTo>
                        <a:pt x="111633" y="15085"/>
                        <a:pt x="113062" y="14133"/>
                        <a:pt x="114300" y="14228"/>
                      </a:cubicBezTo>
                      <a:cubicBezTo>
                        <a:pt x="123349" y="13847"/>
                        <a:pt x="130112" y="14609"/>
                        <a:pt x="134684" y="16704"/>
                      </a:cubicBezTo>
                      <a:cubicBezTo>
                        <a:pt x="135446" y="22705"/>
                        <a:pt x="135827" y="26801"/>
                        <a:pt x="135827" y="29182"/>
                      </a:cubicBezTo>
                      <a:cubicBezTo>
                        <a:pt x="135827" y="32421"/>
                        <a:pt x="135350" y="35469"/>
                        <a:pt x="134684" y="38421"/>
                      </a:cubicBezTo>
                      <a:lnTo>
                        <a:pt x="136589" y="39755"/>
                      </a:lnTo>
                      <a:cubicBezTo>
                        <a:pt x="135541" y="52042"/>
                        <a:pt x="135064" y="67663"/>
                        <a:pt x="135160" y="86618"/>
                      </a:cubicBezTo>
                      <a:lnTo>
                        <a:pt x="135160" y="134624"/>
                      </a:lnTo>
                      <a:close/>
                      <a:moveTo>
                        <a:pt x="33719" y="64806"/>
                      </a:moveTo>
                      <a:lnTo>
                        <a:pt x="33719" y="63377"/>
                      </a:lnTo>
                      <a:lnTo>
                        <a:pt x="30861" y="64806"/>
                      </a:lnTo>
                      <a:lnTo>
                        <a:pt x="33719" y="64806"/>
                      </a:lnTo>
                      <a:close/>
                      <a:moveTo>
                        <a:pt x="36862" y="53757"/>
                      </a:moveTo>
                      <a:cubicBezTo>
                        <a:pt x="36862" y="53757"/>
                        <a:pt x="36005" y="53661"/>
                        <a:pt x="35624" y="53376"/>
                      </a:cubicBezTo>
                      <a:lnTo>
                        <a:pt x="36862" y="53757"/>
                      </a:lnTo>
                      <a:close/>
                      <a:moveTo>
                        <a:pt x="37529" y="19086"/>
                      </a:moveTo>
                      <a:lnTo>
                        <a:pt x="37052" y="21658"/>
                      </a:lnTo>
                      <a:lnTo>
                        <a:pt x="38386" y="21658"/>
                      </a:lnTo>
                      <a:lnTo>
                        <a:pt x="37529" y="19086"/>
                      </a:lnTo>
                      <a:close/>
                      <a:moveTo>
                        <a:pt x="42291" y="27658"/>
                      </a:moveTo>
                      <a:cubicBezTo>
                        <a:pt x="42291" y="27658"/>
                        <a:pt x="42863" y="27468"/>
                        <a:pt x="43149" y="26992"/>
                      </a:cubicBezTo>
                      <a:cubicBezTo>
                        <a:pt x="42767" y="27372"/>
                        <a:pt x="42482" y="27563"/>
                        <a:pt x="42291" y="27658"/>
                      </a:cubicBezTo>
                      <a:cubicBezTo>
                        <a:pt x="41910" y="27658"/>
                        <a:pt x="41434" y="27468"/>
                        <a:pt x="40767" y="27087"/>
                      </a:cubicBezTo>
                      <a:cubicBezTo>
                        <a:pt x="40100" y="26610"/>
                        <a:pt x="39624" y="26420"/>
                        <a:pt x="39243" y="26420"/>
                      </a:cubicBezTo>
                      <a:cubicBezTo>
                        <a:pt x="38862" y="26420"/>
                        <a:pt x="38576" y="26610"/>
                        <a:pt x="38386" y="26992"/>
                      </a:cubicBezTo>
                      <a:cubicBezTo>
                        <a:pt x="39719" y="28039"/>
                        <a:pt x="40958" y="28230"/>
                        <a:pt x="42291" y="27658"/>
                      </a:cubicBezTo>
                      <a:close/>
                      <a:moveTo>
                        <a:pt x="51911" y="57281"/>
                      </a:moveTo>
                      <a:cubicBezTo>
                        <a:pt x="51911" y="57281"/>
                        <a:pt x="52483" y="56519"/>
                        <a:pt x="52483" y="55376"/>
                      </a:cubicBezTo>
                      <a:cubicBezTo>
                        <a:pt x="51435" y="54233"/>
                        <a:pt x="50768" y="53852"/>
                        <a:pt x="50578" y="53947"/>
                      </a:cubicBezTo>
                      <a:cubicBezTo>
                        <a:pt x="50102" y="54233"/>
                        <a:pt x="49816" y="54709"/>
                        <a:pt x="49816" y="55185"/>
                      </a:cubicBezTo>
                      <a:cubicBezTo>
                        <a:pt x="49816" y="56519"/>
                        <a:pt x="50578" y="57281"/>
                        <a:pt x="51911" y="57281"/>
                      </a:cubicBezTo>
                      <a:close/>
                      <a:moveTo>
                        <a:pt x="51911" y="23658"/>
                      </a:moveTo>
                      <a:cubicBezTo>
                        <a:pt x="51245" y="23848"/>
                        <a:pt x="50768" y="24325"/>
                        <a:pt x="50483" y="25182"/>
                      </a:cubicBezTo>
                      <a:cubicBezTo>
                        <a:pt x="50102" y="26039"/>
                        <a:pt x="50102" y="26610"/>
                        <a:pt x="50483" y="26992"/>
                      </a:cubicBezTo>
                      <a:lnTo>
                        <a:pt x="51911" y="23658"/>
                      </a:lnTo>
                      <a:close/>
                      <a:moveTo>
                        <a:pt x="52483" y="35850"/>
                      </a:moveTo>
                      <a:cubicBezTo>
                        <a:pt x="53435" y="34611"/>
                        <a:pt x="53912" y="33850"/>
                        <a:pt x="53912" y="33754"/>
                      </a:cubicBezTo>
                      <a:lnTo>
                        <a:pt x="52483" y="33754"/>
                      </a:lnTo>
                      <a:lnTo>
                        <a:pt x="52483" y="35850"/>
                      </a:lnTo>
                      <a:close/>
                      <a:moveTo>
                        <a:pt x="57055" y="16228"/>
                      </a:moveTo>
                      <a:cubicBezTo>
                        <a:pt x="57055" y="16228"/>
                        <a:pt x="56293" y="16419"/>
                        <a:pt x="55912" y="16228"/>
                      </a:cubicBezTo>
                      <a:lnTo>
                        <a:pt x="57055" y="16228"/>
                      </a:lnTo>
                      <a:close/>
                      <a:moveTo>
                        <a:pt x="57055" y="16228"/>
                      </a:moveTo>
                      <a:lnTo>
                        <a:pt x="58674" y="15752"/>
                      </a:lnTo>
                      <a:cubicBezTo>
                        <a:pt x="58674" y="15752"/>
                        <a:pt x="58103" y="16228"/>
                        <a:pt x="57055" y="16228"/>
                      </a:cubicBezTo>
                      <a:close/>
                      <a:moveTo>
                        <a:pt x="60008" y="85094"/>
                      </a:moveTo>
                      <a:lnTo>
                        <a:pt x="64008" y="83665"/>
                      </a:lnTo>
                      <a:lnTo>
                        <a:pt x="60674" y="83665"/>
                      </a:lnTo>
                      <a:lnTo>
                        <a:pt x="60008" y="85094"/>
                      </a:lnTo>
                      <a:close/>
                      <a:moveTo>
                        <a:pt x="61722" y="798"/>
                      </a:moveTo>
                      <a:cubicBezTo>
                        <a:pt x="61722" y="798"/>
                        <a:pt x="61055" y="893"/>
                        <a:pt x="60674" y="798"/>
                      </a:cubicBezTo>
                      <a:lnTo>
                        <a:pt x="61722" y="798"/>
                      </a:lnTo>
                      <a:close/>
                      <a:moveTo>
                        <a:pt x="61722" y="798"/>
                      </a:moveTo>
                      <a:cubicBezTo>
                        <a:pt x="61722" y="798"/>
                        <a:pt x="62199" y="607"/>
                        <a:pt x="62579" y="321"/>
                      </a:cubicBezTo>
                      <a:cubicBezTo>
                        <a:pt x="63056" y="36"/>
                        <a:pt x="63437" y="-59"/>
                        <a:pt x="63627" y="36"/>
                      </a:cubicBezTo>
                      <a:cubicBezTo>
                        <a:pt x="64008" y="36"/>
                        <a:pt x="64294" y="321"/>
                        <a:pt x="64484" y="798"/>
                      </a:cubicBezTo>
                      <a:lnTo>
                        <a:pt x="61627" y="798"/>
                      </a:lnTo>
                      <a:close/>
                      <a:moveTo>
                        <a:pt x="66866" y="98619"/>
                      </a:moveTo>
                      <a:lnTo>
                        <a:pt x="66866" y="96334"/>
                      </a:lnTo>
                      <a:lnTo>
                        <a:pt x="65437" y="96334"/>
                      </a:lnTo>
                      <a:lnTo>
                        <a:pt x="66866" y="98619"/>
                      </a:lnTo>
                      <a:close/>
                      <a:moveTo>
                        <a:pt x="69342" y="99191"/>
                      </a:moveTo>
                      <a:cubicBezTo>
                        <a:pt x="70771" y="99667"/>
                        <a:pt x="71724" y="99191"/>
                        <a:pt x="72200" y="97858"/>
                      </a:cubicBezTo>
                      <a:cubicBezTo>
                        <a:pt x="71152" y="97858"/>
                        <a:pt x="70485" y="97572"/>
                        <a:pt x="70295" y="97286"/>
                      </a:cubicBezTo>
                      <a:lnTo>
                        <a:pt x="70866" y="96334"/>
                      </a:lnTo>
                      <a:lnTo>
                        <a:pt x="69437" y="96334"/>
                      </a:lnTo>
                      <a:lnTo>
                        <a:pt x="69437" y="99191"/>
                      </a:lnTo>
                      <a:close/>
                      <a:moveTo>
                        <a:pt x="76200" y="48518"/>
                      </a:moveTo>
                      <a:cubicBezTo>
                        <a:pt x="75629" y="48518"/>
                        <a:pt x="74962" y="48137"/>
                        <a:pt x="74200" y="47280"/>
                      </a:cubicBezTo>
                      <a:cubicBezTo>
                        <a:pt x="73438" y="46518"/>
                        <a:pt x="72771" y="46042"/>
                        <a:pt x="72200" y="46042"/>
                      </a:cubicBezTo>
                      <a:lnTo>
                        <a:pt x="76295" y="44708"/>
                      </a:lnTo>
                      <a:lnTo>
                        <a:pt x="76295" y="48518"/>
                      </a:lnTo>
                      <a:close/>
                      <a:moveTo>
                        <a:pt x="74771" y="86237"/>
                      </a:moveTo>
                      <a:cubicBezTo>
                        <a:pt x="74771" y="86237"/>
                        <a:pt x="74200" y="85666"/>
                        <a:pt x="74009" y="85666"/>
                      </a:cubicBezTo>
                      <a:cubicBezTo>
                        <a:pt x="73914" y="85189"/>
                        <a:pt x="74391" y="84332"/>
                        <a:pt x="75343" y="83189"/>
                      </a:cubicBezTo>
                      <a:cubicBezTo>
                        <a:pt x="76295" y="82046"/>
                        <a:pt x="76867" y="81189"/>
                        <a:pt x="77058" y="80903"/>
                      </a:cubicBezTo>
                      <a:cubicBezTo>
                        <a:pt x="75819" y="80903"/>
                        <a:pt x="74771" y="81379"/>
                        <a:pt x="74105" y="82427"/>
                      </a:cubicBezTo>
                      <a:cubicBezTo>
                        <a:pt x="73438" y="83475"/>
                        <a:pt x="73247" y="84522"/>
                        <a:pt x="73438" y="85666"/>
                      </a:cubicBezTo>
                      <a:cubicBezTo>
                        <a:pt x="73724" y="85380"/>
                        <a:pt x="73819" y="85380"/>
                        <a:pt x="73914" y="85666"/>
                      </a:cubicBezTo>
                      <a:cubicBezTo>
                        <a:pt x="73914" y="85951"/>
                        <a:pt x="74200" y="86142"/>
                        <a:pt x="74676" y="86237"/>
                      </a:cubicBezTo>
                      <a:close/>
                      <a:moveTo>
                        <a:pt x="76200" y="41279"/>
                      </a:moveTo>
                      <a:cubicBezTo>
                        <a:pt x="75629" y="41565"/>
                        <a:pt x="75057" y="41279"/>
                        <a:pt x="74581" y="40898"/>
                      </a:cubicBezTo>
                      <a:cubicBezTo>
                        <a:pt x="74009" y="40326"/>
                        <a:pt x="74009" y="39850"/>
                        <a:pt x="74295" y="39374"/>
                      </a:cubicBezTo>
                      <a:lnTo>
                        <a:pt x="76295" y="39374"/>
                      </a:lnTo>
                      <a:lnTo>
                        <a:pt x="76295" y="41279"/>
                      </a:lnTo>
                      <a:close/>
                      <a:moveTo>
                        <a:pt x="82296" y="51947"/>
                      </a:moveTo>
                      <a:cubicBezTo>
                        <a:pt x="80010" y="52804"/>
                        <a:pt x="78391" y="52804"/>
                        <a:pt x="77629" y="51947"/>
                      </a:cubicBezTo>
                      <a:lnTo>
                        <a:pt x="79058" y="49756"/>
                      </a:lnTo>
                      <a:lnTo>
                        <a:pt x="82391" y="51947"/>
                      </a:lnTo>
                      <a:close/>
                      <a:moveTo>
                        <a:pt x="80391" y="37945"/>
                      </a:moveTo>
                      <a:cubicBezTo>
                        <a:pt x="80391" y="37945"/>
                        <a:pt x="79439" y="38517"/>
                        <a:pt x="78200" y="38517"/>
                      </a:cubicBezTo>
                      <a:lnTo>
                        <a:pt x="78200" y="35850"/>
                      </a:lnTo>
                      <a:lnTo>
                        <a:pt x="80391" y="37945"/>
                      </a:lnTo>
                      <a:close/>
                      <a:moveTo>
                        <a:pt x="80105" y="76902"/>
                      </a:moveTo>
                      <a:lnTo>
                        <a:pt x="83820" y="76902"/>
                      </a:lnTo>
                      <a:cubicBezTo>
                        <a:pt x="83820" y="75760"/>
                        <a:pt x="83630" y="75188"/>
                        <a:pt x="83153" y="75188"/>
                      </a:cubicBezTo>
                      <a:cubicBezTo>
                        <a:pt x="83249" y="75188"/>
                        <a:pt x="82296" y="75760"/>
                        <a:pt x="80105" y="76902"/>
                      </a:cubicBezTo>
                      <a:lnTo>
                        <a:pt x="79058" y="76902"/>
                      </a:lnTo>
                      <a:cubicBezTo>
                        <a:pt x="79343" y="77379"/>
                        <a:pt x="79629" y="77379"/>
                        <a:pt x="80105" y="76902"/>
                      </a:cubicBezTo>
                      <a:close/>
                      <a:moveTo>
                        <a:pt x="79058" y="97858"/>
                      </a:moveTo>
                      <a:cubicBezTo>
                        <a:pt x="79820" y="97858"/>
                        <a:pt x="80391" y="97381"/>
                        <a:pt x="80963" y="96334"/>
                      </a:cubicBezTo>
                      <a:cubicBezTo>
                        <a:pt x="81534" y="95191"/>
                        <a:pt x="81725" y="94333"/>
                        <a:pt x="81534" y="93762"/>
                      </a:cubicBezTo>
                      <a:cubicBezTo>
                        <a:pt x="80867" y="93952"/>
                        <a:pt x="80391" y="94524"/>
                        <a:pt x="80010" y="95667"/>
                      </a:cubicBezTo>
                      <a:cubicBezTo>
                        <a:pt x="79724" y="96810"/>
                        <a:pt x="79439" y="97476"/>
                        <a:pt x="79058" y="97953"/>
                      </a:cubicBezTo>
                      <a:close/>
                      <a:moveTo>
                        <a:pt x="82391" y="32516"/>
                      </a:moveTo>
                      <a:lnTo>
                        <a:pt x="80486" y="33754"/>
                      </a:lnTo>
                      <a:lnTo>
                        <a:pt x="79629" y="32516"/>
                      </a:lnTo>
                      <a:lnTo>
                        <a:pt x="82391" y="32516"/>
                      </a:lnTo>
                      <a:close/>
                      <a:moveTo>
                        <a:pt x="84392" y="23086"/>
                      </a:moveTo>
                      <a:lnTo>
                        <a:pt x="84392" y="23658"/>
                      </a:lnTo>
                      <a:lnTo>
                        <a:pt x="82391" y="20991"/>
                      </a:lnTo>
                      <a:lnTo>
                        <a:pt x="84392" y="23086"/>
                      </a:lnTo>
                      <a:close/>
                      <a:moveTo>
                        <a:pt x="84392" y="72711"/>
                      </a:moveTo>
                      <a:lnTo>
                        <a:pt x="84392" y="71664"/>
                      </a:lnTo>
                      <a:cubicBezTo>
                        <a:pt x="84011" y="70997"/>
                        <a:pt x="83344" y="70711"/>
                        <a:pt x="82391" y="70711"/>
                      </a:cubicBezTo>
                      <a:lnTo>
                        <a:pt x="84392" y="72616"/>
                      </a:lnTo>
                      <a:close/>
                      <a:moveTo>
                        <a:pt x="89821" y="47946"/>
                      </a:moveTo>
                      <a:lnTo>
                        <a:pt x="89059" y="48518"/>
                      </a:lnTo>
                      <a:lnTo>
                        <a:pt x="87725" y="45279"/>
                      </a:lnTo>
                      <a:lnTo>
                        <a:pt x="89821" y="48042"/>
                      </a:lnTo>
                      <a:close/>
                      <a:moveTo>
                        <a:pt x="89821" y="72711"/>
                      </a:moveTo>
                      <a:cubicBezTo>
                        <a:pt x="89821" y="72711"/>
                        <a:pt x="91440" y="72997"/>
                        <a:pt x="93155" y="73569"/>
                      </a:cubicBezTo>
                      <a:lnTo>
                        <a:pt x="92583" y="71664"/>
                      </a:lnTo>
                      <a:lnTo>
                        <a:pt x="89726" y="72711"/>
                      </a:lnTo>
                      <a:close/>
                      <a:moveTo>
                        <a:pt x="94583" y="39374"/>
                      </a:moveTo>
                      <a:lnTo>
                        <a:pt x="94107" y="39850"/>
                      </a:lnTo>
                      <a:lnTo>
                        <a:pt x="91821" y="37945"/>
                      </a:lnTo>
                      <a:cubicBezTo>
                        <a:pt x="92583" y="37945"/>
                        <a:pt x="93441" y="38421"/>
                        <a:pt x="94583" y="39374"/>
                      </a:cubicBezTo>
                      <a:close/>
                      <a:moveTo>
                        <a:pt x="95155" y="64139"/>
                      </a:moveTo>
                      <a:lnTo>
                        <a:pt x="95155" y="63377"/>
                      </a:lnTo>
                      <a:lnTo>
                        <a:pt x="93250" y="66044"/>
                      </a:lnTo>
                      <a:lnTo>
                        <a:pt x="95155" y="64139"/>
                      </a:lnTo>
                      <a:close/>
                      <a:moveTo>
                        <a:pt x="98489" y="44708"/>
                      </a:moveTo>
                      <a:lnTo>
                        <a:pt x="98489" y="43279"/>
                      </a:lnTo>
                      <a:lnTo>
                        <a:pt x="97441" y="46137"/>
                      </a:lnTo>
                      <a:lnTo>
                        <a:pt x="98489" y="44803"/>
                      </a:lnTo>
                      <a:close/>
                      <a:moveTo>
                        <a:pt x="104870" y="40422"/>
                      </a:moveTo>
                      <a:lnTo>
                        <a:pt x="106299" y="40422"/>
                      </a:lnTo>
                      <a:cubicBezTo>
                        <a:pt x="105537" y="38898"/>
                        <a:pt x="104394" y="37850"/>
                        <a:pt x="102775" y="37088"/>
                      </a:cubicBezTo>
                      <a:lnTo>
                        <a:pt x="105442" y="39850"/>
                      </a:lnTo>
                      <a:lnTo>
                        <a:pt x="104870" y="40422"/>
                      </a:lnTo>
                      <a:close/>
                      <a:moveTo>
                        <a:pt x="102775" y="72711"/>
                      </a:moveTo>
                      <a:lnTo>
                        <a:pt x="104870" y="70806"/>
                      </a:lnTo>
                      <a:lnTo>
                        <a:pt x="102775" y="70806"/>
                      </a:lnTo>
                      <a:lnTo>
                        <a:pt x="102775" y="72711"/>
                      </a:lnTo>
                      <a:close/>
                      <a:moveTo>
                        <a:pt x="110204" y="54804"/>
                      </a:moveTo>
                      <a:cubicBezTo>
                        <a:pt x="111252" y="54804"/>
                        <a:pt x="112300" y="54519"/>
                        <a:pt x="113252" y="54519"/>
                      </a:cubicBezTo>
                      <a:cubicBezTo>
                        <a:pt x="114205" y="54424"/>
                        <a:pt x="114967" y="53566"/>
                        <a:pt x="115443" y="52042"/>
                      </a:cubicBezTo>
                      <a:cubicBezTo>
                        <a:pt x="115253" y="52233"/>
                        <a:pt x="113443" y="53185"/>
                        <a:pt x="110204" y="54804"/>
                      </a:cubicBezTo>
                      <a:close/>
                      <a:moveTo>
                        <a:pt x="116300" y="20991"/>
                      </a:moveTo>
                      <a:lnTo>
                        <a:pt x="118967" y="21658"/>
                      </a:lnTo>
                      <a:cubicBezTo>
                        <a:pt x="118015" y="20038"/>
                        <a:pt x="117539" y="19181"/>
                        <a:pt x="117539" y="19086"/>
                      </a:cubicBezTo>
                      <a:lnTo>
                        <a:pt x="116300" y="20991"/>
                      </a:lnTo>
                      <a:close/>
                      <a:moveTo>
                        <a:pt x="116872" y="6227"/>
                      </a:moveTo>
                      <a:lnTo>
                        <a:pt x="118396" y="5465"/>
                      </a:lnTo>
                      <a:cubicBezTo>
                        <a:pt x="118967" y="5275"/>
                        <a:pt x="119444" y="5465"/>
                        <a:pt x="119825" y="6227"/>
                      </a:cubicBezTo>
                      <a:lnTo>
                        <a:pt x="116872" y="6227"/>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 name="Google Shape;1468;p99"/>
                <p:cNvSpPr/>
                <p:nvPr/>
              </p:nvSpPr>
              <p:spPr>
                <a:xfrm>
                  <a:off x="7001541" y="4667535"/>
                  <a:ext cx="130682" cy="141541"/>
                </a:xfrm>
                <a:custGeom>
                  <a:avLst/>
                  <a:gdLst/>
                  <a:ahLst/>
                  <a:cxnLst/>
                  <a:rect l="l" t="t" r="r" b="b"/>
                  <a:pathLst>
                    <a:path w="130682" h="141541" extrusionOk="0">
                      <a:moveTo>
                        <a:pt x="1905" y="98107"/>
                      </a:moveTo>
                      <a:cubicBezTo>
                        <a:pt x="1810" y="99251"/>
                        <a:pt x="1905" y="99917"/>
                        <a:pt x="2381" y="99917"/>
                      </a:cubicBezTo>
                      <a:cubicBezTo>
                        <a:pt x="2477" y="99917"/>
                        <a:pt x="2762" y="99822"/>
                        <a:pt x="3143" y="99631"/>
                      </a:cubicBezTo>
                      <a:cubicBezTo>
                        <a:pt x="3429" y="99536"/>
                        <a:pt x="3810" y="99536"/>
                        <a:pt x="4000" y="99536"/>
                      </a:cubicBezTo>
                      <a:cubicBezTo>
                        <a:pt x="4382" y="99536"/>
                        <a:pt x="4667" y="99727"/>
                        <a:pt x="4763" y="100203"/>
                      </a:cubicBezTo>
                      <a:cubicBezTo>
                        <a:pt x="2000" y="100203"/>
                        <a:pt x="381" y="100013"/>
                        <a:pt x="0" y="99536"/>
                      </a:cubicBezTo>
                      <a:lnTo>
                        <a:pt x="1905" y="98107"/>
                      </a:lnTo>
                      <a:close/>
                      <a:moveTo>
                        <a:pt x="4667" y="116014"/>
                      </a:moveTo>
                      <a:cubicBezTo>
                        <a:pt x="4858" y="115443"/>
                        <a:pt x="5429" y="115157"/>
                        <a:pt x="6096" y="115157"/>
                      </a:cubicBezTo>
                      <a:lnTo>
                        <a:pt x="8096" y="115157"/>
                      </a:lnTo>
                      <a:cubicBezTo>
                        <a:pt x="7906" y="115729"/>
                        <a:pt x="7429" y="116014"/>
                        <a:pt x="6668" y="116014"/>
                      </a:cubicBezTo>
                      <a:lnTo>
                        <a:pt x="4763" y="116014"/>
                      </a:lnTo>
                      <a:close/>
                      <a:moveTo>
                        <a:pt x="10668" y="125349"/>
                      </a:moveTo>
                      <a:lnTo>
                        <a:pt x="10668" y="123349"/>
                      </a:lnTo>
                      <a:lnTo>
                        <a:pt x="12097" y="123349"/>
                      </a:lnTo>
                      <a:lnTo>
                        <a:pt x="10668" y="125349"/>
                      </a:lnTo>
                      <a:close/>
                      <a:moveTo>
                        <a:pt x="18192" y="113729"/>
                      </a:moveTo>
                      <a:cubicBezTo>
                        <a:pt x="18764" y="113538"/>
                        <a:pt x="19621" y="114014"/>
                        <a:pt x="20764" y="115157"/>
                      </a:cubicBezTo>
                      <a:lnTo>
                        <a:pt x="20193" y="116014"/>
                      </a:lnTo>
                      <a:lnTo>
                        <a:pt x="18097" y="113729"/>
                      </a:lnTo>
                      <a:close/>
                      <a:moveTo>
                        <a:pt x="20764" y="125349"/>
                      </a:moveTo>
                      <a:cubicBezTo>
                        <a:pt x="20764" y="125349"/>
                        <a:pt x="21527" y="124778"/>
                        <a:pt x="21907" y="124301"/>
                      </a:cubicBezTo>
                      <a:cubicBezTo>
                        <a:pt x="22384" y="123730"/>
                        <a:pt x="22670" y="123444"/>
                        <a:pt x="23050" y="123444"/>
                      </a:cubicBezTo>
                      <a:cubicBezTo>
                        <a:pt x="23050" y="123825"/>
                        <a:pt x="22765" y="124492"/>
                        <a:pt x="22098" y="125444"/>
                      </a:cubicBezTo>
                      <a:lnTo>
                        <a:pt x="20764" y="125444"/>
                      </a:lnTo>
                      <a:close/>
                      <a:moveTo>
                        <a:pt x="24098" y="109728"/>
                      </a:moveTo>
                      <a:lnTo>
                        <a:pt x="23526" y="111062"/>
                      </a:lnTo>
                      <a:lnTo>
                        <a:pt x="21622" y="111062"/>
                      </a:lnTo>
                      <a:cubicBezTo>
                        <a:pt x="22098" y="109728"/>
                        <a:pt x="22479" y="108966"/>
                        <a:pt x="23050" y="108966"/>
                      </a:cubicBezTo>
                      <a:cubicBezTo>
                        <a:pt x="23432" y="108966"/>
                        <a:pt x="23717" y="109156"/>
                        <a:pt x="24098" y="109633"/>
                      </a:cubicBezTo>
                      <a:close/>
                      <a:moveTo>
                        <a:pt x="26956" y="97631"/>
                      </a:moveTo>
                      <a:lnTo>
                        <a:pt x="26956" y="99060"/>
                      </a:lnTo>
                      <a:lnTo>
                        <a:pt x="24098" y="96774"/>
                      </a:lnTo>
                      <a:cubicBezTo>
                        <a:pt x="24860" y="96584"/>
                        <a:pt x="25813" y="96774"/>
                        <a:pt x="26956" y="97631"/>
                      </a:cubicBezTo>
                      <a:close/>
                      <a:moveTo>
                        <a:pt x="24098" y="118015"/>
                      </a:moveTo>
                      <a:cubicBezTo>
                        <a:pt x="25051" y="118015"/>
                        <a:pt x="25527" y="118681"/>
                        <a:pt x="25527" y="119920"/>
                      </a:cubicBezTo>
                      <a:lnTo>
                        <a:pt x="24098" y="119920"/>
                      </a:lnTo>
                      <a:lnTo>
                        <a:pt x="24098" y="118015"/>
                      </a:lnTo>
                      <a:close/>
                      <a:moveTo>
                        <a:pt x="27432" y="132874"/>
                      </a:moveTo>
                      <a:lnTo>
                        <a:pt x="26956" y="132112"/>
                      </a:lnTo>
                      <a:lnTo>
                        <a:pt x="29718" y="130588"/>
                      </a:lnTo>
                      <a:lnTo>
                        <a:pt x="27432" y="132874"/>
                      </a:lnTo>
                      <a:close/>
                      <a:moveTo>
                        <a:pt x="130493" y="105061"/>
                      </a:moveTo>
                      <a:lnTo>
                        <a:pt x="124396" y="105918"/>
                      </a:lnTo>
                      <a:cubicBezTo>
                        <a:pt x="124396" y="105918"/>
                        <a:pt x="124206" y="106394"/>
                        <a:pt x="124206" y="106489"/>
                      </a:cubicBezTo>
                      <a:cubicBezTo>
                        <a:pt x="124206" y="106871"/>
                        <a:pt x="124682" y="107347"/>
                        <a:pt x="125730" y="107918"/>
                      </a:cubicBezTo>
                      <a:cubicBezTo>
                        <a:pt x="126682" y="108490"/>
                        <a:pt x="127159" y="109156"/>
                        <a:pt x="127159" y="109823"/>
                      </a:cubicBezTo>
                      <a:lnTo>
                        <a:pt x="128588" y="109823"/>
                      </a:lnTo>
                      <a:cubicBezTo>
                        <a:pt x="127921" y="113443"/>
                        <a:pt x="127159" y="117062"/>
                        <a:pt x="126587" y="120682"/>
                      </a:cubicBezTo>
                      <a:cubicBezTo>
                        <a:pt x="125635" y="124492"/>
                        <a:pt x="123444" y="127063"/>
                        <a:pt x="119825" y="128206"/>
                      </a:cubicBezTo>
                      <a:cubicBezTo>
                        <a:pt x="119158" y="126111"/>
                        <a:pt x="117824" y="125444"/>
                        <a:pt x="115538" y="126206"/>
                      </a:cubicBezTo>
                      <a:lnTo>
                        <a:pt x="114776" y="126778"/>
                      </a:lnTo>
                      <a:lnTo>
                        <a:pt x="117443" y="129635"/>
                      </a:lnTo>
                      <a:cubicBezTo>
                        <a:pt x="116395" y="129349"/>
                        <a:pt x="115252" y="128683"/>
                        <a:pt x="113919" y="127635"/>
                      </a:cubicBezTo>
                      <a:cubicBezTo>
                        <a:pt x="112681" y="126492"/>
                        <a:pt x="111633" y="125921"/>
                        <a:pt x="110966" y="125921"/>
                      </a:cubicBezTo>
                      <a:cubicBezTo>
                        <a:pt x="110109" y="125921"/>
                        <a:pt x="109251" y="126397"/>
                        <a:pt x="108109" y="127349"/>
                      </a:cubicBezTo>
                      <a:lnTo>
                        <a:pt x="110585" y="127349"/>
                      </a:lnTo>
                      <a:lnTo>
                        <a:pt x="110014" y="128206"/>
                      </a:lnTo>
                      <a:cubicBezTo>
                        <a:pt x="111443" y="128683"/>
                        <a:pt x="113252" y="129730"/>
                        <a:pt x="115443" y="131636"/>
                      </a:cubicBezTo>
                      <a:lnTo>
                        <a:pt x="110585" y="133731"/>
                      </a:lnTo>
                      <a:lnTo>
                        <a:pt x="111443" y="134207"/>
                      </a:lnTo>
                      <a:cubicBezTo>
                        <a:pt x="111443" y="134207"/>
                        <a:pt x="109347" y="135160"/>
                        <a:pt x="105823" y="136684"/>
                      </a:cubicBezTo>
                      <a:cubicBezTo>
                        <a:pt x="104013" y="137351"/>
                        <a:pt x="102203" y="137731"/>
                        <a:pt x="100584" y="137731"/>
                      </a:cubicBezTo>
                      <a:cubicBezTo>
                        <a:pt x="99726" y="137731"/>
                        <a:pt x="98870" y="137731"/>
                        <a:pt x="97917" y="137541"/>
                      </a:cubicBezTo>
                      <a:cubicBezTo>
                        <a:pt x="97345" y="139065"/>
                        <a:pt x="97155" y="140208"/>
                        <a:pt x="97345" y="140684"/>
                      </a:cubicBezTo>
                      <a:lnTo>
                        <a:pt x="70675" y="141542"/>
                      </a:lnTo>
                      <a:cubicBezTo>
                        <a:pt x="68580" y="139637"/>
                        <a:pt x="65246" y="137922"/>
                        <a:pt x="60674" y="136493"/>
                      </a:cubicBezTo>
                      <a:cubicBezTo>
                        <a:pt x="55626" y="134969"/>
                        <a:pt x="52483" y="133731"/>
                        <a:pt x="51054" y="132874"/>
                      </a:cubicBezTo>
                      <a:cubicBezTo>
                        <a:pt x="50482" y="132017"/>
                        <a:pt x="49435" y="131445"/>
                        <a:pt x="47910" y="131064"/>
                      </a:cubicBezTo>
                      <a:cubicBezTo>
                        <a:pt x="46482" y="130683"/>
                        <a:pt x="45053" y="130397"/>
                        <a:pt x="43625" y="130016"/>
                      </a:cubicBezTo>
                      <a:lnTo>
                        <a:pt x="45529" y="128111"/>
                      </a:lnTo>
                      <a:lnTo>
                        <a:pt x="42958" y="125444"/>
                      </a:lnTo>
                      <a:lnTo>
                        <a:pt x="42196" y="127349"/>
                      </a:lnTo>
                      <a:cubicBezTo>
                        <a:pt x="39814" y="126778"/>
                        <a:pt x="38576" y="124778"/>
                        <a:pt x="38385" y="121634"/>
                      </a:cubicBezTo>
                      <a:cubicBezTo>
                        <a:pt x="38385" y="118681"/>
                        <a:pt x="36671" y="117253"/>
                        <a:pt x="33528" y="117253"/>
                      </a:cubicBezTo>
                      <a:lnTo>
                        <a:pt x="31242" y="117253"/>
                      </a:lnTo>
                      <a:cubicBezTo>
                        <a:pt x="33242" y="117157"/>
                        <a:pt x="34194" y="116014"/>
                        <a:pt x="34194" y="113919"/>
                      </a:cubicBezTo>
                      <a:cubicBezTo>
                        <a:pt x="34194" y="113252"/>
                        <a:pt x="34004" y="112681"/>
                        <a:pt x="33623" y="112014"/>
                      </a:cubicBezTo>
                      <a:cubicBezTo>
                        <a:pt x="33338" y="111443"/>
                        <a:pt x="32195" y="110776"/>
                        <a:pt x="30003" y="109919"/>
                      </a:cubicBezTo>
                      <a:lnTo>
                        <a:pt x="29432" y="110395"/>
                      </a:lnTo>
                      <a:cubicBezTo>
                        <a:pt x="29432" y="110395"/>
                        <a:pt x="29146" y="110776"/>
                        <a:pt x="28956" y="110776"/>
                      </a:cubicBezTo>
                      <a:cubicBezTo>
                        <a:pt x="28575" y="110776"/>
                        <a:pt x="28289" y="110204"/>
                        <a:pt x="28004" y="109347"/>
                      </a:cubicBezTo>
                      <a:cubicBezTo>
                        <a:pt x="27717" y="108490"/>
                        <a:pt x="27717" y="107728"/>
                        <a:pt x="28004" y="107061"/>
                      </a:cubicBezTo>
                      <a:cubicBezTo>
                        <a:pt x="29146" y="106775"/>
                        <a:pt x="30956" y="105632"/>
                        <a:pt x="33242" y="103346"/>
                      </a:cubicBezTo>
                      <a:cubicBezTo>
                        <a:pt x="35338" y="101537"/>
                        <a:pt x="37052" y="100584"/>
                        <a:pt x="38576" y="100584"/>
                      </a:cubicBezTo>
                      <a:cubicBezTo>
                        <a:pt x="39243" y="100584"/>
                        <a:pt x="40005" y="100584"/>
                        <a:pt x="40862" y="101060"/>
                      </a:cubicBezTo>
                      <a:cubicBezTo>
                        <a:pt x="40386" y="100203"/>
                        <a:pt x="40291" y="99536"/>
                        <a:pt x="40862" y="98965"/>
                      </a:cubicBezTo>
                      <a:cubicBezTo>
                        <a:pt x="41243" y="98393"/>
                        <a:pt x="40862" y="97441"/>
                        <a:pt x="39719" y="96298"/>
                      </a:cubicBezTo>
                      <a:lnTo>
                        <a:pt x="45625" y="93536"/>
                      </a:lnTo>
                      <a:lnTo>
                        <a:pt x="44291" y="91630"/>
                      </a:lnTo>
                      <a:cubicBezTo>
                        <a:pt x="45244" y="91630"/>
                        <a:pt x="46767" y="91059"/>
                        <a:pt x="48863" y="89916"/>
                      </a:cubicBezTo>
                      <a:cubicBezTo>
                        <a:pt x="50959" y="88868"/>
                        <a:pt x="52292" y="88297"/>
                        <a:pt x="53054" y="88297"/>
                      </a:cubicBezTo>
                      <a:cubicBezTo>
                        <a:pt x="54197" y="88297"/>
                        <a:pt x="55054" y="89154"/>
                        <a:pt x="55340" y="90869"/>
                      </a:cubicBezTo>
                      <a:cubicBezTo>
                        <a:pt x="54959" y="94774"/>
                        <a:pt x="56388" y="98584"/>
                        <a:pt x="59531" y="102489"/>
                      </a:cubicBezTo>
                      <a:cubicBezTo>
                        <a:pt x="61055" y="104299"/>
                        <a:pt x="64198" y="107252"/>
                        <a:pt x="68770" y="111252"/>
                      </a:cubicBezTo>
                      <a:cubicBezTo>
                        <a:pt x="69532" y="112967"/>
                        <a:pt x="70675" y="113729"/>
                        <a:pt x="72294" y="113729"/>
                      </a:cubicBezTo>
                      <a:cubicBezTo>
                        <a:pt x="72771" y="113729"/>
                        <a:pt x="73533" y="113729"/>
                        <a:pt x="74486" y="113443"/>
                      </a:cubicBezTo>
                      <a:cubicBezTo>
                        <a:pt x="75438" y="113347"/>
                        <a:pt x="76200" y="113157"/>
                        <a:pt x="76676" y="113157"/>
                      </a:cubicBezTo>
                      <a:cubicBezTo>
                        <a:pt x="77724" y="113157"/>
                        <a:pt x="78772" y="113443"/>
                        <a:pt x="79629" y="113824"/>
                      </a:cubicBezTo>
                      <a:cubicBezTo>
                        <a:pt x="80582" y="114300"/>
                        <a:pt x="81629" y="114586"/>
                        <a:pt x="82772" y="114586"/>
                      </a:cubicBezTo>
                      <a:cubicBezTo>
                        <a:pt x="84867" y="114586"/>
                        <a:pt x="87344" y="113633"/>
                        <a:pt x="90201" y="111633"/>
                      </a:cubicBezTo>
                      <a:cubicBezTo>
                        <a:pt x="94392" y="108871"/>
                        <a:pt x="96774" y="107252"/>
                        <a:pt x="97345" y="107061"/>
                      </a:cubicBezTo>
                      <a:cubicBezTo>
                        <a:pt x="97917" y="106109"/>
                        <a:pt x="98203" y="105156"/>
                        <a:pt x="98203" y="104299"/>
                      </a:cubicBezTo>
                      <a:cubicBezTo>
                        <a:pt x="98203" y="102870"/>
                        <a:pt x="97345" y="100965"/>
                        <a:pt x="95821" y="98679"/>
                      </a:cubicBezTo>
                      <a:cubicBezTo>
                        <a:pt x="94202" y="96393"/>
                        <a:pt x="93345" y="94679"/>
                        <a:pt x="93154" y="93536"/>
                      </a:cubicBezTo>
                      <a:cubicBezTo>
                        <a:pt x="90201" y="93059"/>
                        <a:pt x="88582" y="91916"/>
                        <a:pt x="88202" y="90202"/>
                      </a:cubicBezTo>
                      <a:lnTo>
                        <a:pt x="89059" y="89440"/>
                      </a:lnTo>
                      <a:cubicBezTo>
                        <a:pt x="85344" y="87725"/>
                        <a:pt x="80105" y="84963"/>
                        <a:pt x="73438" y="81344"/>
                      </a:cubicBezTo>
                      <a:cubicBezTo>
                        <a:pt x="72676" y="81915"/>
                        <a:pt x="72009" y="82201"/>
                        <a:pt x="71342" y="82201"/>
                      </a:cubicBezTo>
                      <a:cubicBezTo>
                        <a:pt x="70390" y="82201"/>
                        <a:pt x="69247" y="81629"/>
                        <a:pt x="67818" y="80296"/>
                      </a:cubicBezTo>
                      <a:cubicBezTo>
                        <a:pt x="66484" y="78962"/>
                        <a:pt x="65341" y="78391"/>
                        <a:pt x="64484" y="78391"/>
                      </a:cubicBezTo>
                      <a:cubicBezTo>
                        <a:pt x="64103" y="78391"/>
                        <a:pt x="63818" y="78391"/>
                        <a:pt x="63436" y="78677"/>
                      </a:cubicBezTo>
                      <a:cubicBezTo>
                        <a:pt x="60484" y="77914"/>
                        <a:pt x="57626" y="75438"/>
                        <a:pt x="54769" y="71533"/>
                      </a:cubicBezTo>
                      <a:cubicBezTo>
                        <a:pt x="51530" y="67056"/>
                        <a:pt x="48768" y="64198"/>
                        <a:pt x="46482" y="62960"/>
                      </a:cubicBezTo>
                      <a:cubicBezTo>
                        <a:pt x="46672" y="61722"/>
                        <a:pt x="46101" y="60103"/>
                        <a:pt x="44768" y="58103"/>
                      </a:cubicBezTo>
                      <a:cubicBezTo>
                        <a:pt x="43339" y="56102"/>
                        <a:pt x="42767" y="54673"/>
                        <a:pt x="43053" y="53626"/>
                      </a:cubicBezTo>
                      <a:cubicBezTo>
                        <a:pt x="42196" y="52197"/>
                        <a:pt x="41720" y="49244"/>
                        <a:pt x="41434" y="44958"/>
                      </a:cubicBezTo>
                      <a:cubicBezTo>
                        <a:pt x="41148" y="41053"/>
                        <a:pt x="41053" y="37147"/>
                        <a:pt x="40862" y="33338"/>
                      </a:cubicBezTo>
                      <a:cubicBezTo>
                        <a:pt x="41815" y="32956"/>
                        <a:pt x="42291" y="32576"/>
                        <a:pt x="42291" y="32004"/>
                      </a:cubicBezTo>
                      <a:cubicBezTo>
                        <a:pt x="42291" y="31623"/>
                        <a:pt x="42100" y="31052"/>
                        <a:pt x="41624" y="30289"/>
                      </a:cubicBezTo>
                      <a:cubicBezTo>
                        <a:pt x="41148" y="29528"/>
                        <a:pt x="40957" y="29051"/>
                        <a:pt x="40957" y="28575"/>
                      </a:cubicBezTo>
                      <a:cubicBezTo>
                        <a:pt x="41529" y="26956"/>
                        <a:pt x="43529" y="24670"/>
                        <a:pt x="46958" y="21907"/>
                      </a:cubicBezTo>
                      <a:cubicBezTo>
                        <a:pt x="49816" y="19431"/>
                        <a:pt x="51149" y="17050"/>
                        <a:pt x="51149" y="14859"/>
                      </a:cubicBezTo>
                      <a:cubicBezTo>
                        <a:pt x="51625" y="14669"/>
                        <a:pt x="52388" y="14288"/>
                        <a:pt x="53530" y="13430"/>
                      </a:cubicBezTo>
                      <a:cubicBezTo>
                        <a:pt x="54673" y="12668"/>
                        <a:pt x="55436" y="12192"/>
                        <a:pt x="55912" y="12192"/>
                      </a:cubicBezTo>
                      <a:cubicBezTo>
                        <a:pt x="56292" y="12192"/>
                        <a:pt x="56579" y="12478"/>
                        <a:pt x="56769" y="12859"/>
                      </a:cubicBezTo>
                      <a:cubicBezTo>
                        <a:pt x="58960" y="9525"/>
                        <a:pt x="62579" y="6858"/>
                        <a:pt x="67437" y="4953"/>
                      </a:cubicBezTo>
                      <a:cubicBezTo>
                        <a:pt x="71818" y="3620"/>
                        <a:pt x="76105" y="2191"/>
                        <a:pt x="80391" y="762"/>
                      </a:cubicBezTo>
                      <a:cubicBezTo>
                        <a:pt x="81725" y="286"/>
                        <a:pt x="82963" y="0"/>
                        <a:pt x="84201" y="0"/>
                      </a:cubicBezTo>
                      <a:cubicBezTo>
                        <a:pt x="86106" y="0"/>
                        <a:pt x="88582" y="762"/>
                        <a:pt x="91726" y="2191"/>
                      </a:cubicBezTo>
                      <a:cubicBezTo>
                        <a:pt x="94869" y="3620"/>
                        <a:pt x="97441" y="4381"/>
                        <a:pt x="99250" y="4381"/>
                      </a:cubicBezTo>
                      <a:cubicBezTo>
                        <a:pt x="100108" y="4381"/>
                        <a:pt x="100869" y="4191"/>
                        <a:pt x="101727" y="4001"/>
                      </a:cubicBezTo>
                      <a:cubicBezTo>
                        <a:pt x="102584" y="5715"/>
                        <a:pt x="104013" y="6763"/>
                        <a:pt x="106109" y="7334"/>
                      </a:cubicBezTo>
                      <a:cubicBezTo>
                        <a:pt x="108871" y="8192"/>
                        <a:pt x="110585" y="8954"/>
                        <a:pt x="111347" y="9430"/>
                      </a:cubicBezTo>
                      <a:cubicBezTo>
                        <a:pt x="115348" y="9811"/>
                        <a:pt x="118872" y="14954"/>
                        <a:pt x="122015" y="24860"/>
                      </a:cubicBezTo>
                      <a:cubicBezTo>
                        <a:pt x="122015" y="26289"/>
                        <a:pt x="120872" y="28099"/>
                        <a:pt x="118872" y="30480"/>
                      </a:cubicBezTo>
                      <a:cubicBezTo>
                        <a:pt x="116967" y="32766"/>
                        <a:pt x="116110" y="34766"/>
                        <a:pt x="116205" y="36386"/>
                      </a:cubicBezTo>
                      <a:cubicBezTo>
                        <a:pt x="114967" y="36100"/>
                        <a:pt x="114205" y="36576"/>
                        <a:pt x="114109" y="37719"/>
                      </a:cubicBezTo>
                      <a:cubicBezTo>
                        <a:pt x="114014" y="39243"/>
                        <a:pt x="113729" y="40196"/>
                        <a:pt x="113252" y="40386"/>
                      </a:cubicBezTo>
                      <a:cubicBezTo>
                        <a:pt x="110014" y="41910"/>
                        <a:pt x="107728" y="42672"/>
                        <a:pt x="106394" y="42672"/>
                      </a:cubicBezTo>
                      <a:cubicBezTo>
                        <a:pt x="104489" y="42672"/>
                        <a:pt x="102775" y="41529"/>
                        <a:pt x="101155" y="39053"/>
                      </a:cubicBezTo>
                      <a:cubicBezTo>
                        <a:pt x="101155" y="37147"/>
                        <a:pt x="99917" y="35814"/>
                        <a:pt x="97631" y="34862"/>
                      </a:cubicBezTo>
                      <a:cubicBezTo>
                        <a:pt x="95059" y="34004"/>
                        <a:pt x="93536" y="32861"/>
                        <a:pt x="93059" y="31623"/>
                      </a:cubicBezTo>
                      <a:cubicBezTo>
                        <a:pt x="92297" y="31432"/>
                        <a:pt x="90583" y="30766"/>
                        <a:pt x="87630" y="29623"/>
                      </a:cubicBezTo>
                      <a:cubicBezTo>
                        <a:pt x="85249" y="28670"/>
                        <a:pt x="83439" y="28194"/>
                        <a:pt x="82010" y="28194"/>
                      </a:cubicBezTo>
                      <a:cubicBezTo>
                        <a:pt x="80010" y="28194"/>
                        <a:pt x="78391" y="29146"/>
                        <a:pt x="76962" y="31052"/>
                      </a:cubicBezTo>
                      <a:cubicBezTo>
                        <a:pt x="76485" y="30861"/>
                        <a:pt x="76105" y="30861"/>
                        <a:pt x="75819" y="30861"/>
                      </a:cubicBezTo>
                      <a:cubicBezTo>
                        <a:pt x="74866" y="30861"/>
                        <a:pt x="73438" y="31718"/>
                        <a:pt x="71438" y="33433"/>
                      </a:cubicBezTo>
                      <a:cubicBezTo>
                        <a:pt x="72009" y="34480"/>
                        <a:pt x="72294" y="35433"/>
                        <a:pt x="72294" y="36290"/>
                      </a:cubicBezTo>
                      <a:cubicBezTo>
                        <a:pt x="72294" y="37338"/>
                        <a:pt x="71533" y="38290"/>
                        <a:pt x="69913" y="39148"/>
                      </a:cubicBezTo>
                      <a:cubicBezTo>
                        <a:pt x="68294" y="40100"/>
                        <a:pt x="67532" y="40862"/>
                        <a:pt x="67532" y="41720"/>
                      </a:cubicBezTo>
                      <a:cubicBezTo>
                        <a:pt x="67532" y="42481"/>
                        <a:pt x="67913" y="43434"/>
                        <a:pt x="68770" y="44577"/>
                      </a:cubicBezTo>
                      <a:cubicBezTo>
                        <a:pt x="73723" y="51626"/>
                        <a:pt x="81153" y="57055"/>
                        <a:pt x="91059" y="60674"/>
                      </a:cubicBezTo>
                      <a:cubicBezTo>
                        <a:pt x="92393" y="61055"/>
                        <a:pt x="94202" y="62198"/>
                        <a:pt x="96584" y="64103"/>
                      </a:cubicBezTo>
                      <a:cubicBezTo>
                        <a:pt x="98965" y="66104"/>
                        <a:pt x="100965" y="67056"/>
                        <a:pt x="102584" y="67246"/>
                      </a:cubicBezTo>
                      <a:cubicBezTo>
                        <a:pt x="104299" y="67437"/>
                        <a:pt x="106489" y="68771"/>
                        <a:pt x="109442" y="71247"/>
                      </a:cubicBezTo>
                      <a:cubicBezTo>
                        <a:pt x="112014" y="73628"/>
                        <a:pt x="114491" y="74581"/>
                        <a:pt x="116777" y="74200"/>
                      </a:cubicBezTo>
                      <a:cubicBezTo>
                        <a:pt x="116777" y="75343"/>
                        <a:pt x="116967" y="76105"/>
                        <a:pt x="117348" y="76200"/>
                      </a:cubicBezTo>
                      <a:cubicBezTo>
                        <a:pt x="118396" y="76200"/>
                        <a:pt x="119158" y="76962"/>
                        <a:pt x="119729" y="78581"/>
                      </a:cubicBezTo>
                      <a:cubicBezTo>
                        <a:pt x="120205" y="80105"/>
                        <a:pt x="121063" y="80677"/>
                        <a:pt x="122111" y="80391"/>
                      </a:cubicBezTo>
                      <a:cubicBezTo>
                        <a:pt x="122301" y="81248"/>
                        <a:pt x="123825" y="83629"/>
                        <a:pt x="126682" y="87630"/>
                      </a:cubicBezTo>
                      <a:cubicBezTo>
                        <a:pt x="128873" y="90964"/>
                        <a:pt x="129826" y="93917"/>
                        <a:pt x="129826" y="96584"/>
                      </a:cubicBezTo>
                      <a:cubicBezTo>
                        <a:pt x="130397" y="97250"/>
                        <a:pt x="130683" y="97917"/>
                        <a:pt x="130683" y="98679"/>
                      </a:cubicBezTo>
                      <a:cubicBezTo>
                        <a:pt x="130683" y="99251"/>
                        <a:pt x="130397" y="99917"/>
                        <a:pt x="129826" y="100870"/>
                      </a:cubicBezTo>
                      <a:cubicBezTo>
                        <a:pt x="129254" y="101727"/>
                        <a:pt x="128968" y="102394"/>
                        <a:pt x="128968" y="102679"/>
                      </a:cubicBezTo>
                      <a:cubicBezTo>
                        <a:pt x="128968" y="103346"/>
                        <a:pt x="129444" y="104013"/>
                        <a:pt x="130302" y="104775"/>
                      </a:cubicBezTo>
                      <a:close/>
                      <a:moveTo>
                        <a:pt x="29718" y="109252"/>
                      </a:moveTo>
                      <a:lnTo>
                        <a:pt x="33814" y="107823"/>
                      </a:lnTo>
                      <a:lnTo>
                        <a:pt x="31813" y="107823"/>
                      </a:lnTo>
                      <a:lnTo>
                        <a:pt x="29718" y="109252"/>
                      </a:lnTo>
                      <a:close/>
                      <a:moveTo>
                        <a:pt x="30956" y="126206"/>
                      </a:moveTo>
                      <a:lnTo>
                        <a:pt x="31813" y="126206"/>
                      </a:lnTo>
                      <a:lnTo>
                        <a:pt x="33242" y="127254"/>
                      </a:lnTo>
                      <a:lnTo>
                        <a:pt x="30956" y="126206"/>
                      </a:lnTo>
                      <a:close/>
                      <a:moveTo>
                        <a:pt x="36576" y="135541"/>
                      </a:moveTo>
                      <a:cubicBezTo>
                        <a:pt x="36290" y="134207"/>
                        <a:pt x="36766" y="133064"/>
                        <a:pt x="37814" y="132017"/>
                      </a:cubicBezTo>
                      <a:lnTo>
                        <a:pt x="37624" y="132207"/>
                      </a:lnTo>
                      <a:cubicBezTo>
                        <a:pt x="37624" y="132207"/>
                        <a:pt x="37909" y="133064"/>
                        <a:pt x="38481" y="133540"/>
                      </a:cubicBezTo>
                      <a:cubicBezTo>
                        <a:pt x="38957" y="134112"/>
                        <a:pt x="39243" y="134398"/>
                        <a:pt x="39243" y="134684"/>
                      </a:cubicBezTo>
                      <a:cubicBezTo>
                        <a:pt x="39243" y="135064"/>
                        <a:pt x="38957" y="135350"/>
                        <a:pt x="38481" y="135541"/>
                      </a:cubicBezTo>
                      <a:lnTo>
                        <a:pt x="36576" y="135541"/>
                      </a:lnTo>
                      <a:close/>
                      <a:moveTo>
                        <a:pt x="38195" y="131540"/>
                      </a:moveTo>
                      <a:cubicBezTo>
                        <a:pt x="38195" y="131540"/>
                        <a:pt x="37814" y="131921"/>
                        <a:pt x="37814" y="132017"/>
                      </a:cubicBezTo>
                      <a:cubicBezTo>
                        <a:pt x="37814" y="132017"/>
                        <a:pt x="37814" y="131731"/>
                        <a:pt x="38195" y="131540"/>
                      </a:cubicBezTo>
                      <a:close/>
                      <a:moveTo>
                        <a:pt x="38576" y="128111"/>
                      </a:moveTo>
                      <a:cubicBezTo>
                        <a:pt x="38576" y="128111"/>
                        <a:pt x="39624" y="128397"/>
                        <a:pt x="40195" y="128969"/>
                      </a:cubicBezTo>
                      <a:cubicBezTo>
                        <a:pt x="40862" y="129540"/>
                        <a:pt x="41148" y="129921"/>
                        <a:pt x="41243" y="130016"/>
                      </a:cubicBezTo>
                      <a:cubicBezTo>
                        <a:pt x="40481" y="130112"/>
                        <a:pt x="39528" y="130588"/>
                        <a:pt x="38291" y="131445"/>
                      </a:cubicBezTo>
                      <a:cubicBezTo>
                        <a:pt x="39243" y="130302"/>
                        <a:pt x="39338" y="129159"/>
                        <a:pt x="38671" y="128016"/>
                      </a:cubicBezTo>
                      <a:close/>
                      <a:moveTo>
                        <a:pt x="42576" y="113252"/>
                      </a:moveTo>
                      <a:lnTo>
                        <a:pt x="42576" y="111823"/>
                      </a:lnTo>
                      <a:lnTo>
                        <a:pt x="38576" y="109728"/>
                      </a:lnTo>
                      <a:lnTo>
                        <a:pt x="42576" y="113252"/>
                      </a:lnTo>
                      <a:close/>
                      <a:moveTo>
                        <a:pt x="45911" y="118681"/>
                      </a:moveTo>
                      <a:cubicBezTo>
                        <a:pt x="45911" y="118681"/>
                        <a:pt x="46387" y="118777"/>
                        <a:pt x="47625" y="119063"/>
                      </a:cubicBezTo>
                      <a:cubicBezTo>
                        <a:pt x="48292" y="119158"/>
                        <a:pt x="48863" y="118777"/>
                        <a:pt x="49244" y="118015"/>
                      </a:cubicBezTo>
                      <a:cubicBezTo>
                        <a:pt x="47910" y="117538"/>
                        <a:pt x="46672" y="117729"/>
                        <a:pt x="45911" y="118681"/>
                      </a:cubicBezTo>
                      <a:cubicBezTo>
                        <a:pt x="45625" y="118681"/>
                        <a:pt x="45434" y="118872"/>
                        <a:pt x="45434" y="119253"/>
                      </a:cubicBezTo>
                      <a:lnTo>
                        <a:pt x="44005" y="120682"/>
                      </a:lnTo>
                      <a:lnTo>
                        <a:pt x="45434" y="120682"/>
                      </a:lnTo>
                      <a:cubicBezTo>
                        <a:pt x="45339" y="120015"/>
                        <a:pt x="45339" y="119634"/>
                        <a:pt x="45434" y="119253"/>
                      </a:cubicBezTo>
                      <a:lnTo>
                        <a:pt x="45911" y="118681"/>
                      </a:lnTo>
                      <a:close/>
                      <a:moveTo>
                        <a:pt x="46767" y="52197"/>
                      </a:moveTo>
                      <a:cubicBezTo>
                        <a:pt x="47339" y="51626"/>
                        <a:pt x="47530" y="51054"/>
                        <a:pt x="47339" y="50578"/>
                      </a:cubicBezTo>
                      <a:lnTo>
                        <a:pt x="47816" y="49435"/>
                      </a:lnTo>
                      <a:cubicBezTo>
                        <a:pt x="47339" y="48863"/>
                        <a:pt x="46767" y="48482"/>
                        <a:pt x="46006" y="48006"/>
                      </a:cubicBezTo>
                      <a:cubicBezTo>
                        <a:pt x="45244" y="47720"/>
                        <a:pt x="44768" y="47625"/>
                        <a:pt x="44482" y="47625"/>
                      </a:cubicBezTo>
                      <a:cubicBezTo>
                        <a:pt x="46291" y="48578"/>
                        <a:pt x="47339" y="49530"/>
                        <a:pt x="47339" y="50673"/>
                      </a:cubicBezTo>
                      <a:lnTo>
                        <a:pt x="46767" y="52292"/>
                      </a:lnTo>
                      <a:close/>
                      <a:moveTo>
                        <a:pt x="58864" y="42005"/>
                      </a:moveTo>
                      <a:lnTo>
                        <a:pt x="58864" y="41434"/>
                      </a:lnTo>
                      <a:cubicBezTo>
                        <a:pt x="58388" y="38481"/>
                        <a:pt x="56292" y="36957"/>
                        <a:pt x="52483" y="36957"/>
                      </a:cubicBezTo>
                      <a:cubicBezTo>
                        <a:pt x="49625" y="36957"/>
                        <a:pt x="47244" y="37719"/>
                        <a:pt x="45339" y="39338"/>
                      </a:cubicBezTo>
                      <a:cubicBezTo>
                        <a:pt x="45911" y="39624"/>
                        <a:pt x="46577" y="40767"/>
                        <a:pt x="47244" y="42767"/>
                      </a:cubicBezTo>
                      <a:cubicBezTo>
                        <a:pt x="47910" y="44863"/>
                        <a:pt x="49053" y="45625"/>
                        <a:pt x="50673" y="45339"/>
                      </a:cubicBezTo>
                      <a:lnTo>
                        <a:pt x="50673" y="44768"/>
                      </a:lnTo>
                      <a:cubicBezTo>
                        <a:pt x="50673" y="44768"/>
                        <a:pt x="51435" y="43053"/>
                        <a:pt x="51911" y="40862"/>
                      </a:cubicBezTo>
                      <a:cubicBezTo>
                        <a:pt x="52292" y="38957"/>
                        <a:pt x="52864" y="38005"/>
                        <a:pt x="53911" y="38005"/>
                      </a:cubicBezTo>
                      <a:cubicBezTo>
                        <a:pt x="54388" y="38005"/>
                        <a:pt x="54959" y="38195"/>
                        <a:pt x="55531" y="38576"/>
                      </a:cubicBezTo>
                      <a:lnTo>
                        <a:pt x="55531" y="40005"/>
                      </a:lnTo>
                      <a:cubicBezTo>
                        <a:pt x="55531" y="40005"/>
                        <a:pt x="56007" y="39814"/>
                        <a:pt x="56388" y="39814"/>
                      </a:cubicBezTo>
                      <a:cubicBezTo>
                        <a:pt x="56579" y="39814"/>
                        <a:pt x="57435" y="40577"/>
                        <a:pt x="58864" y="41910"/>
                      </a:cubicBezTo>
                      <a:close/>
                      <a:moveTo>
                        <a:pt x="47816" y="98107"/>
                      </a:moveTo>
                      <a:cubicBezTo>
                        <a:pt x="46767" y="98107"/>
                        <a:pt x="46101" y="97917"/>
                        <a:pt x="45815" y="97631"/>
                      </a:cubicBezTo>
                      <a:lnTo>
                        <a:pt x="47244" y="99631"/>
                      </a:lnTo>
                      <a:cubicBezTo>
                        <a:pt x="47816" y="99251"/>
                        <a:pt x="48006" y="98774"/>
                        <a:pt x="47720" y="98203"/>
                      </a:cubicBezTo>
                      <a:close/>
                      <a:moveTo>
                        <a:pt x="49149" y="43910"/>
                      </a:moveTo>
                      <a:lnTo>
                        <a:pt x="48577" y="43434"/>
                      </a:lnTo>
                      <a:lnTo>
                        <a:pt x="50006" y="43434"/>
                      </a:lnTo>
                      <a:cubicBezTo>
                        <a:pt x="50006" y="43434"/>
                        <a:pt x="49625" y="43720"/>
                        <a:pt x="49149" y="43910"/>
                      </a:cubicBezTo>
                      <a:close/>
                      <a:moveTo>
                        <a:pt x="50006" y="43434"/>
                      </a:moveTo>
                      <a:cubicBezTo>
                        <a:pt x="50006" y="43434"/>
                        <a:pt x="50387" y="43148"/>
                        <a:pt x="50578" y="43434"/>
                      </a:cubicBezTo>
                      <a:lnTo>
                        <a:pt x="50006" y="43434"/>
                      </a:lnTo>
                      <a:close/>
                      <a:moveTo>
                        <a:pt x="51245" y="129445"/>
                      </a:moveTo>
                      <a:lnTo>
                        <a:pt x="52673" y="128016"/>
                      </a:lnTo>
                      <a:cubicBezTo>
                        <a:pt x="52101" y="127445"/>
                        <a:pt x="51625" y="127159"/>
                        <a:pt x="51245" y="127159"/>
                      </a:cubicBezTo>
                      <a:lnTo>
                        <a:pt x="51245" y="129445"/>
                      </a:lnTo>
                      <a:close/>
                      <a:moveTo>
                        <a:pt x="53340" y="45815"/>
                      </a:moveTo>
                      <a:cubicBezTo>
                        <a:pt x="53626" y="45148"/>
                        <a:pt x="53340" y="44291"/>
                        <a:pt x="52673" y="43434"/>
                      </a:cubicBezTo>
                      <a:lnTo>
                        <a:pt x="52673" y="46768"/>
                      </a:lnTo>
                      <a:lnTo>
                        <a:pt x="53340" y="45815"/>
                      </a:lnTo>
                      <a:close/>
                      <a:moveTo>
                        <a:pt x="56007" y="140779"/>
                      </a:moveTo>
                      <a:lnTo>
                        <a:pt x="55531" y="140208"/>
                      </a:lnTo>
                      <a:lnTo>
                        <a:pt x="56864" y="140208"/>
                      </a:lnTo>
                      <a:cubicBezTo>
                        <a:pt x="56102" y="140589"/>
                        <a:pt x="55912" y="140779"/>
                        <a:pt x="56007" y="140779"/>
                      </a:cubicBezTo>
                      <a:close/>
                      <a:moveTo>
                        <a:pt x="72961" y="126111"/>
                      </a:moveTo>
                      <a:lnTo>
                        <a:pt x="73723" y="125349"/>
                      </a:lnTo>
                      <a:lnTo>
                        <a:pt x="72961" y="123349"/>
                      </a:lnTo>
                      <a:lnTo>
                        <a:pt x="72961" y="12611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69" name="Google Shape;1469;p99"/>
              <p:cNvGrpSpPr/>
              <p:nvPr/>
            </p:nvGrpSpPr>
            <p:grpSpPr>
              <a:xfrm>
                <a:off x="11701706" y="7089839"/>
                <a:ext cx="803469" cy="168782"/>
                <a:chOff x="6448388" y="4807934"/>
                <a:chExt cx="803469" cy="168782"/>
              </a:xfrm>
            </p:grpSpPr>
            <p:sp>
              <p:nvSpPr>
                <p:cNvPr id="1470" name="Google Shape;1470;p99"/>
                <p:cNvSpPr/>
                <p:nvPr/>
              </p:nvSpPr>
              <p:spPr>
                <a:xfrm>
                  <a:off x="6448388" y="4827460"/>
                  <a:ext cx="102143" cy="126873"/>
                </a:xfrm>
                <a:custGeom>
                  <a:avLst/>
                  <a:gdLst/>
                  <a:ahLst/>
                  <a:cxnLst/>
                  <a:rect l="l" t="t" r="r" b="b"/>
                  <a:pathLst>
                    <a:path w="102143" h="126873" extrusionOk="0">
                      <a:moveTo>
                        <a:pt x="77474" y="2286"/>
                      </a:moveTo>
                      <a:cubicBezTo>
                        <a:pt x="78712" y="2286"/>
                        <a:pt x="80046" y="3429"/>
                        <a:pt x="81379" y="5905"/>
                      </a:cubicBezTo>
                      <a:cubicBezTo>
                        <a:pt x="82713" y="8382"/>
                        <a:pt x="83951" y="9620"/>
                        <a:pt x="85094" y="9620"/>
                      </a:cubicBezTo>
                      <a:cubicBezTo>
                        <a:pt x="86046" y="9620"/>
                        <a:pt x="87094" y="9144"/>
                        <a:pt x="88142" y="8191"/>
                      </a:cubicBezTo>
                      <a:cubicBezTo>
                        <a:pt x="88999" y="10192"/>
                        <a:pt x="90904" y="12573"/>
                        <a:pt x="94047" y="15335"/>
                      </a:cubicBezTo>
                      <a:cubicBezTo>
                        <a:pt x="97191" y="18002"/>
                        <a:pt x="99286" y="20383"/>
                        <a:pt x="100239" y="22193"/>
                      </a:cubicBezTo>
                      <a:cubicBezTo>
                        <a:pt x="99572" y="23622"/>
                        <a:pt x="99191" y="26194"/>
                        <a:pt x="99191" y="29908"/>
                      </a:cubicBezTo>
                      <a:cubicBezTo>
                        <a:pt x="99191" y="33623"/>
                        <a:pt x="98905" y="36100"/>
                        <a:pt x="98334" y="37338"/>
                      </a:cubicBezTo>
                      <a:cubicBezTo>
                        <a:pt x="97191" y="39433"/>
                        <a:pt x="95000" y="40291"/>
                        <a:pt x="91666" y="40005"/>
                      </a:cubicBezTo>
                      <a:cubicBezTo>
                        <a:pt x="89571" y="39624"/>
                        <a:pt x="87094" y="40672"/>
                        <a:pt x="84141" y="42863"/>
                      </a:cubicBezTo>
                      <a:cubicBezTo>
                        <a:pt x="81189" y="45053"/>
                        <a:pt x="78807" y="46196"/>
                        <a:pt x="77093" y="46196"/>
                      </a:cubicBezTo>
                      <a:cubicBezTo>
                        <a:pt x="76140" y="46196"/>
                        <a:pt x="75093" y="46006"/>
                        <a:pt x="74045" y="45529"/>
                      </a:cubicBezTo>
                      <a:cubicBezTo>
                        <a:pt x="74997" y="40291"/>
                        <a:pt x="71283" y="34099"/>
                        <a:pt x="62901" y="26765"/>
                      </a:cubicBezTo>
                      <a:cubicBezTo>
                        <a:pt x="60615" y="24098"/>
                        <a:pt x="58424" y="22670"/>
                        <a:pt x="56233" y="22670"/>
                      </a:cubicBezTo>
                      <a:cubicBezTo>
                        <a:pt x="54804" y="22670"/>
                        <a:pt x="52614" y="23527"/>
                        <a:pt x="49566" y="25051"/>
                      </a:cubicBezTo>
                      <a:cubicBezTo>
                        <a:pt x="46613" y="26575"/>
                        <a:pt x="44041" y="27432"/>
                        <a:pt x="42231" y="27432"/>
                      </a:cubicBezTo>
                      <a:cubicBezTo>
                        <a:pt x="40993" y="27432"/>
                        <a:pt x="39755" y="27146"/>
                        <a:pt x="38707" y="26765"/>
                      </a:cubicBezTo>
                      <a:cubicBezTo>
                        <a:pt x="37278" y="28384"/>
                        <a:pt x="35850" y="29813"/>
                        <a:pt x="34516" y="31242"/>
                      </a:cubicBezTo>
                      <a:cubicBezTo>
                        <a:pt x="32897" y="33242"/>
                        <a:pt x="32326" y="35242"/>
                        <a:pt x="32611" y="37147"/>
                      </a:cubicBezTo>
                      <a:lnTo>
                        <a:pt x="30706" y="37147"/>
                      </a:lnTo>
                      <a:cubicBezTo>
                        <a:pt x="29754" y="40196"/>
                        <a:pt x="29658" y="46006"/>
                        <a:pt x="30420" y="54769"/>
                      </a:cubicBezTo>
                      <a:cubicBezTo>
                        <a:pt x="30992" y="62484"/>
                        <a:pt x="30230" y="68104"/>
                        <a:pt x="27753" y="71628"/>
                      </a:cubicBezTo>
                      <a:lnTo>
                        <a:pt x="27753" y="70390"/>
                      </a:lnTo>
                      <a:cubicBezTo>
                        <a:pt x="27468" y="69723"/>
                        <a:pt x="26991" y="69437"/>
                        <a:pt x="26611" y="69437"/>
                      </a:cubicBezTo>
                      <a:cubicBezTo>
                        <a:pt x="26325" y="69437"/>
                        <a:pt x="25658" y="69818"/>
                        <a:pt x="24991" y="70580"/>
                      </a:cubicBezTo>
                      <a:cubicBezTo>
                        <a:pt x="24229" y="71247"/>
                        <a:pt x="23658" y="71628"/>
                        <a:pt x="23372" y="71628"/>
                      </a:cubicBezTo>
                      <a:cubicBezTo>
                        <a:pt x="23372" y="72580"/>
                        <a:pt x="23753" y="73057"/>
                        <a:pt x="24515" y="73057"/>
                      </a:cubicBezTo>
                      <a:cubicBezTo>
                        <a:pt x="26801" y="73342"/>
                        <a:pt x="28135" y="73819"/>
                        <a:pt x="28611" y="74486"/>
                      </a:cubicBezTo>
                      <a:lnTo>
                        <a:pt x="26706" y="76390"/>
                      </a:lnTo>
                      <a:cubicBezTo>
                        <a:pt x="31468" y="80772"/>
                        <a:pt x="33849" y="84868"/>
                        <a:pt x="33849" y="88487"/>
                      </a:cubicBezTo>
                      <a:cubicBezTo>
                        <a:pt x="33849" y="89440"/>
                        <a:pt x="33659" y="90297"/>
                        <a:pt x="33373" y="91059"/>
                      </a:cubicBezTo>
                      <a:lnTo>
                        <a:pt x="37183" y="94393"/>
                      </a:lnTo>
                      <a:lnTo>
                        <a:pt x="36040" y="95536"/>
                      </a:lnTo>
                      <a:cubicBezTo>
                        <a:pt x="37183" y="96488"/>
                        <a:pt x="40612" y="97155"/>
                        <a:pt x="46232" y="97441"/>
                      </a:cubicBezTo>
                      <a:cubicBezTo>
                        <a:pt x="50804" y="97631"/>
                        <a:pt x="53376" y="99536"/>
                        <a:pt x="53852" y="102965"/>
                      </a:cubicBezTo>
                      <a:cubicBezTo>
                        <a:pt x="55090" y="100774"/>
                        <a:pt x="58138" y="98679"/>
                        <a:pt x="63091" y="96774"/>
                      </a:cubicBezTo>
                      <a:cubicBezTo>
                        <a:pt x="67282" y="94964"/>
                        <a:pt x="69759" y="92488"/>
                        <a:pt x="70426" y="89154"/>
                      </a:cubicBezTo>
                      <a:cubicBezTo>
                        <a:pt x="71569" y="88773"/>
                        <a:pt x="73283" y="87439"/>
                        <a:pt x="75378" y="85058"/>
                      </a:cubicBezTo>
                      <a:cubicBezTo>
                        <a:pt x="77569" y="82677"/>
                        <a:pt x="79665" y="81534"/>
                        <a:pt x="81760" y="81534"/>
                      </a:cubicBezTo>
                      <a:cubicBezTo>
                        <a:pt x="82427" y="81534"/>
                        <a:pt x="83094" y="81534"/>
                        <a:pt x="83665" y="81724"/>
                      </a:cubicBezTo>
                      <a:lnTo>
                        <a:pt x="86999" y="86296"/>
                      </a:lnTo>
                      <a:cubicBezTo>
                        <a:pt x="87952" y="85058"/>
                        <a:pt x="88999" y="84391"/>
                        <a:pt x="90333" y="84391"/>
                      </a:cubicBezTo>
                      <a:cubicBezTo>
                        <a:pt x="91285" y="84391"/>
                        <a:pt x="92619" y="84772"/>
                        <a:pt x="94333" y="85344"/>
                      </a:cubicBezTo>
                      <a:cubicBezTo>
                        <a:pt x="96048" y="86011"/>
                        <a:pt x="97381" y="86296"/>
                        <a:pt x="98143" y="86296"/>
                      </a:cubicBezTo>
                      <a:cubicBezTo>
                        <a:pt x="98619" y="86773"/>
                        <a:pt x="99001" y="88106"/>
                        <a:pt x="99286" y="90297"/>
                      </a:cubicBezTo>
                      <a:cubicBezTo>
                        <a:pt x="99572" y="92488"/>
                        <a:pt x="100524" y="93821"/>
                        <a:pt x="102144" y="94297"/>
                      </a:cubicBezTo>
                      <a:cubicBezTo>
                        <a:pt x="101286" y="98488"/>
                        <a:pt x="99572" y="102013"/>
                        <a:pt x="96905" y="104965"/>
                      </a:cubicBezTo>
                      <a:cubicBezTo>
                        <a:pt x="95762" y="106204"/>
                        <a:pt x="92904" y="108871"/>
                        <a:pt x="88047" y="112776"/>
                      </a:cubicBezTo>
                      <a:cubicBezTo>
                        <a:pt x="88523" y="113538"/>
                        <a:pt x="88809" y="114205"/>
                        <a:pt x="88809" y="114681"/>
                      </a:cubicBezTo>
                      <a:cubicBezTo>
                        <a:pt x="88809" y="115062"/>
                        <a:pt x="88237" y="115157"/>
                        <a:pt x="87094" y="115062"/>
                      </a:cubicBezTo>
                      <a:cubicBezTo>
                        <a:pt x="86046" y="114967"/>
                        <a:pt x="85285" y="115253"/>
                        <a:pt x="84999" y="115824"/>
                      </a:cubicBezTo>
                      <a:cubicBezTo>
                        <a:pt x="83094" y="119539"/>
                        <a:pt x="79665" y="121253"/>
                        <a:pt x="74807" y="121253"/>
                      </a:cubicBezTo>
                      <a:lnTo>
                        <a:pt x="69759" y="121253"/>
                      </a:lnTo>
                      <a:cubicBezTo>
                        <a:pt x="64711" y="121253"/>
                        <a:pt x="61091" y="123063"/>
                        <a:pt x="59091" y="126682"/>
                      </a:cubicBezTo>
                      <a:cubicBezTo>
                        <a:pt x="57853" y="126873"/>
                        <a:pt x="56519" y="126873"/>
                        <a:pt x="55090" y="126873"/>
                      </a:cubicBezTo>
                      <a:cubicBezTo>
                        <a:pt x="52328" y="126873"/>
                        <a:pt x="48518" y="126397"/>
                        <a:pt x="43470" y="125349"/>
                      </a:cubicBezTo>
                      <a:cubicBezTo>
                        <a:pt x="38421" y="124301"/>
                        <a:pt x="34516" y="123825"/>
                        <a:pt x="31849" y="123825"/>
                      </a:cubicBezTo>
                      <a:cubicBezTo>
                        <a:pt x="30516" y="123825"/>
                        <a:pt x="29087" y="123825"/>
                        <a:pt x="27849" y="124111"/>
                      </a:cubicBezTo>
                      <a:cubicBezTo>
                        <a:pt x="27563" y="121539"/>
                        <a:pt x="25848" y="119634"/>
                        <a:pt x="22801" y="118396"/>
                      </a:cubicBezTo>
                      <a:cubicBezTo>
                        <a:pt x="19181" y="116967"/>
                        <a:pt x="16895" y="115443"/>
                        <a:pt x="15943" y="113919"/>
                      </a:cubicBezTo>
                      <a:lnTo>
                        <a:pt x="6703" y="104680"/>
                      </a:lnTo>
                      <a:cubicBezTo>
                        <a:pt x="7370" y="104013"/>
                        <a:pt x="7656" y="103441"/>
                        <a:pt x="7656" y="102965"/>
                      </a:cubicBezTo>
                      <a:cubicBezTo>
                        <a:pt x="7656" y="102394"/>
                        <a:pt x="6894" y="101346"/>
                        <a:pt x="5560" y="100013"/>
                      </a:cubicBezTo>
                      <a:cubicBezTo>
                        <a:pt x="4131" y="98679"/>
                        <a:pt x="3465" y="97346"/>
                        <a:pt x="3560" y="96012"/>
                      </a:cubicBezTo>
                      <a:cubicBezTo>
                        <a:pt x="4608" y="91630"/>
                        <a:pt x="3560" y="87439"/>
                        <a:pt x="703" y="83439"/>
                      </a:cubicBezTo>
                      <a:lnTo>
                        <a:pt x="3560" y="81534"/>
                      </a:lnTo>
                      <a:cubicBezTo>
                        <a:pt x="3274" y="80963"/>
                        <a:pt x="2322" y="80581"/>
                        <a:pt x="703" y="80581"/>
                      </a:cubicBezTo>
                      <a:cubicBezTo>
                        <a:pt x="2036" y="80010"/>
                        <a:pt x="2703" y="79343"/>
                        <a:pt x="2703" y="78486"/>
                      </a:cubicBezTo>
                      <a:cubicBezTo>
                        <a:pt x="2703" y="77724"/>
                        <a:pt x="2227" y="76676"/>
                        <a:pt x="1369" y="75438"/>
                      </a:cubicBezTo>
                      <a:cubicBezTo>
                        <a:pt x="512" y="74104"/>
                        <a:pt x="36" y="73438"/>
                        <a:pt x="36" y="73057"/>
                      </a:cubicBezTo>
                      <a:cubicBezTo>
                        <a:pt x="-155" y="74104"/>
                        <a:pt x="417" y="74962"/>
                        <a:pt x="1750" y="75438"/>
                      </a:cubicBezTo>
                      <a:cubicBezTo>
                        <a:pt x="2893" y="75914"/>
                        <a:pt x="4227" y="76390"/>
                        <a:pt x="5560" y="76867"/>
                      </a:cubicBezTo>
                      <a:cubicBezTo>
                        <a:pt x="6798" y="74866"/>
                        <a:pt x="7179" y="73533"/>
                        <a:pt x="6703" y="73057"/>
                      </a:cubicBezTo>
                      <a:lnTo>
                        <a:pt x="3560" y="73057"/>
                      </a:lnTo>
                      <a:lnTo>
                        <a:pt x="4608" y="70199"/>
                      </a:lnTo>
                      <a:lnTo>
                        <a:pt x="5560" y="71438"/>
                      </a:lnTo>
                      <a:lnTo>
                        <a:pt x="9275" y="67628"/>
                      </a:lnTo>
                      <a:cubicBezTo>
                        <a:pt x="6322" y="64961"/>
                        <a:pt x="4131" y="63151"/>
                        <a:pt x="2703" y="62103"/>
                      </a:cubicBezTo>
                      <a:cubicBezTo>
                        <a:pt x="1369" y="63341"/>
                        <a:pt x="703" y="64389"/>
                        <a:pt x="703" y="64961"/>
                      </a:cubicBezTo>
                      <a:lnTo>
                        <a:pt x="36" y="64961"/>
                      </a:lnTo>
                      <a:cubicBezTo>
                        <a:pt x="2417" y="60674"/>
                        <a:pt x="3751" y="54959"/>
                        <a:pt x="4036" y="47625"/>
                      </a:cubicBezTo>
                      <a:cubicBezTo>
                        <a:pt x="4131" y="41624"/>
                        <a:pt x="4322" y="35623"/>
                        <a:pt x="4512" y="29623"/>
                      </a:cubicBezTo>
                      <a:cubicBezTo>
                        <a:pt x="7656" y="29623"/>
                        <a:pt x="9180" y="28575"/>
                        <a:pt x="9180" y="26289"/>
                      </a:cubicBezTo>
                      <a:cubicBezTo>
                        <a:pt x="9180" y="25813"/>
                        <a:pt x="9085" y="24860"/>
                        <a:pt x="8703" y="23527"/>
                      </a:cubicBezTo>
                      <a:cubicBezTo>
                        <a:pt x="8418" y="22193"/>
                        <a:pt x="8227" y="21146"/>
                        <a:pt x="8227" y="20574"/>
                      </a:cubicBezTo>
                      <a:cubicBezTo>
                        <a:pt x="8227" y="18669"/>
                        <a:pt x="9085" y="17336"/>
                        <a:pt x="11085" y="16573"/>
                      </a:cubicBezTo>
                      <a:cubicBezTo>
                        <a:pt x="11847" y="16097"/>
                        <a:pt x="14609" y="13811"/>
                        <a:pt x="19371" y="9430"/>
                      </a:cubicBezTo>
                      <a:cubicBezTo>
                        <a:pt x="22419" y="6667"/>
                        <a:pt x="25753" y="5239"/>
                        <a:pt x="29373" y="5429"/>
                      </a:cubicBezTo>
                      <a:cubicBezTo>
                        <a:pt x="29849" y="2286"/>
                        <a:pt x="31944" y="667"/>
                        <a:pt x="35754" y="667"/>
                      </a:cubicBezTo>
                      <a:cubicBezTo>
                        <a:pt x="36231" y="667"/>
                        <a:pt x="36897" y="667"/>
                        <a:pt x="37945" y="953"/>
                      </a:cubicBezTo>
                      <a:lnTo>
                        <a:pt x="39850" y="953"/>
                      </a:lnTo>
                      <a:cubicBezTo>
                        <a:pt x="41469" y="953"/>
                        <a:pt x="42517" y="667"/>
                        <a:pt x="43184" y="0"/>
                      </a:cubicBezTo>
                      <a:cubicBezTo>
                        <a:pt x="45184" y="667"/>
                        <a:pt x="48137" y="953"/>
                        <a:pt x="51756" y="953"/>
                      </a:cubicBezTo>
                      <a:lnTo>
                        <a:pt x="56805" y="953"/>
                      </a:lnTo>
                      <a:cubicBezTo>
                        <a:pt x="59186" y="762"/>
                        <a:pt x="60901" y="667"/>
                        <a:pt x="61948" y="667"/>
                      </a:cubicBezTo>
                      <a:cubicBezTo>
                        <a:pt x="67854" y="667"/>
                        <a:pt x="71854" y="1619"/>
                        <a:pt x="74140" y="3620"/>
                      </a:cubicBezTo>
                      <a:cubicBezTo>
                        <a:pt x="75378" y="2667"/>
                        <a:pt x="76521" y="2191"/>
                        <a:pt x="77474" y="2191"/>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 name="Google Shape;1471;p99"/>
                <p:cNvSpPr/>
                <p:nvPr/>
              </p:nvSpPr>
              <p:spPr>
                <a:xfrm>
                  <a:off x="6523957" y="4827365"/>
                  <a:ext cx="142779" cy="126936"/>
                </a:xfrm>
                <a:custGeom>
                  <a:avLst/>
                  <a:gdLst/>
                  <a:ahLst/>
                  <a:cxnLst/>
                  <a:rect l="l" t="t" r="r" b="b"/>
                  <a:pathLst>
                    <a:path w="142779" h="126936" extrusionOk="0">
                      <a:moveTo>
                        <a:pt x="0" y="69342"/>
                      </a:moveTo>
                      <a:cubicBezTo>
                        <a:pt x="1429" y="69342"/>
                        <a:pt x="2286" y="69532"/>
                        <a:pt x="2572" y="70009"/>
                      </a:cubicBezTo>
                      <a:cubicBezTo>
                        <a:pt x="2286" y="70771"/>
                        <a:pt x="1429" y="71152"/>
                        <a:pt x="0" y="71152"/>
                      </a:cubicBezTo>
                      <a:lnTo>
                        <a:pt x="0" y="69247"/>
                      </a:lnTo>
                      <a:close/>
                      <a:moveTo>
                        <a:pt x="762" y="39624"/>
                      </a:moveTo>
                      <a:lnTo>
                        <a:pt x="762" y="37719"/>
                      </a:lnTo>
                      <a:lnTo>
                        <a:pt x="2667" y="37719"/>
                      </a:lnTo>
                      <a:lnTo>
                        <a:pt x="2667" y="39624"/>
                      </a:lnTo>
                      <a:lnTo>
                        <a:pt x="762" y="39624"/>
                      </a:lnTo>
                      <a:close/>
                      <a:moveTo>
                        <a:pt x="4572" y="80391"/>
                      </a:moveTo>
                      <a:cubicBezTo>
                        <a:pt x="4572" y="80391"/>
                        <a:pt x="4382" y="79820"/>
                        <a:pt x="4382" y="79534"/>
                      </a:cubicBezTo>
                      <a:cubicBezTo>
                        <a:pt x="4382" y="78867"/>
                        <a:pt x="4858" y="78105"/>
                        <a:pt x="5810" y="77343"/>
                      </a:cubicBezTo>
                      <a:cubicBezTo>
                        <a:pt x="7144" y="75914"/>
                        <a:pt x="8096" y="75057"/>
                        <a:pt x="8382" y="74676"/>
                      </a:cubicBezTo>
                      <a:cubicBezTo>
                        <a:pt x="8858" y="76295"/>
                        <a:pt x="7906" y="78200"/>
                        <a:pt x="5334" y="80391"/>
                      </a:cubicBezTo>
                      <a:lnTo>
                        <a:pt x="4572" y="80391"/>
                      </a:lnTo>
                      <a:close/>
                      <a:moveTo>
                        <a:pt x="4572" y="65532"/>
                      </a:moveTo>
                      <a:cubicBezTo>
                        <a:pt x="5525" y="63913"/>
                        <a:pt x="6477" y="63151"/>
                        <a:pt x="7429" y="63151"/>
                      </a:cubicBezTo>
                      <a:cubicBezTo>
                        <a:pt x="8382" y="63151"/>
                        <a:pt x="9525" y="63913"/>
                        <a:pt x="10763" y="65342"/>
                      </a:cubicBezTo>
                      <a:cubicBezTo>
                        <a:pt x="12478" y="67437"/>
                        <a:pt x="13526" y="68580"/>
                        <a:pt x="13811" y="68675"/>
                      </a:cubicBezTo>
                      <a:cubicBezTo>
                        <a:pt x="13145" y="69342"/>
                        <a:pt x="12668" y="69628"/>
                        <a:pt x="12192" y="69628"/>
                      </a:cubicBezTo>
                      <a:cubicBezTo>
                        <a:pt x="11716" y="69628"/>
                        <a:pt x="11144" y="69247"/>
                        <a:pt x="10573" y="68580"/>
                      </a:cubicBezTo>
                      <a:cubicBezTo>
                        <a:pt x="10001" y="67913"/>
                        <a:pt x="9620" y="67437"/>
                        <a:pt x="9335" y="67437"/>
                      </a:cubicBezTo>
                      <a:cubicBezTo>
                        <a:pt x="8668" y="67437"/>
                        <a:pt x="7906" y="67818"/>
                        <a:pt x="7144" y="68580"/>
                      </a:cubicBezTo>
                      <a:lnTo>
                        <a:pt x="9049" y="66675"/>
                      </a:lnTo>
                      <a:lnTo>
                        <a:pt x="7144" y="64770"/>
                      </a:lnTo>
                      <a:cubicBezTo>
                        <a:pt x="7144" y="64770"/>
                        <a:pt x="6096" y="65532"/>
                        <a:pt x="4572" y="65532"/>
                      </a:cubicBezTo>
                      <a:close/>
                      <a:moveTo>
                        <a:pt x="8382" y="60103"/>
                      </a:moveTo>
                      <a:lnTo>
                        <a:pt x="10001" y="57436"/>
                      </a:lnTo>
                      <a:lnTo>
                        <a:pt x="6477" y="54864"/>
                      </a:lnTo>
                      <a:cubicBezTo>
                        <a:pt x="7429" y="55245"/>
                        <a:pt x="8477" y="55436"/>
                        <a:pt x="9525" y="55817"/>
                      </a:cubicBezTo>
                      <a:cubicBezTo>
                        <a:pt x="10478" y="56197"/>
                        <a:pt x="11144" y="56960"/>
                        <a:pt x="11335" y="58198"/>
                      </a:cubicBezTo>
                      <a:lnTo>
                        <a:pt x="8382" y="60103"/>
                      </a:lnTo>
                      <a:close/>
                      <a:moveTo>
                        <a:pt x="13907" y="84011"/>
                      </a:moveTo>
                      <a:cubicBezTo>
                        <a:pt x="12668" y="83725"/>
                        <a:pt x="12002" y="83344"/>
                        <a:pt x="12002" y="82868"/>
                      </a:cubicBezTo>
                      <a:cubicBezTo>
                        <a:pt x="12002" y="82391"/>
                        <a:pt x="12668" y="81820"/>
                        <a:pt x="13907" y="81153"/>
                      </a:cubicBezTo>
                      <a:lnTo>
                        <a:pt x="13907" y="84011"/>
                      </a:lnTo>
                      <a:close/>
                      <a:moveTo>
                        <a:pt x="25813" y="73152"/>
                      </a:moveTo>
                      <a:lnTo>
                        <a:pt x="23908" y="74771"/>
                      </a:lnTo>
                      <a:cubicBezTo>
                        <a:pt x="23908" y="75247"/>
                        <a:pt x="24194" y="75724"/>
                        <a:pt x="24670" y="76200"/>
                      </a:cubicBezTo>
                      <a:cubicBezTo>
                        <a:pt x="21812" y="76676"/>
                        <a:pt x="20479" y="76962"/>
                        <a:pt x="20669" y="76962"/>
                      </a:cubicBezTo>
                      <a:cubicBezTo>
                        <a:pt x="18574" y="76962"/>
                        <a:pt x="17621" y="75343"/>
                        <a:pt x="17812" y="72009"/>
                      </a:cubicBezTo>
                      <a:lnTo>
                        <a:pt x="21336" y="68675"/>
                      </a:lnTo>
                      <a:lnTo>
                        <a:pt x="19431" y="66770"/>
                      </a:lnTo>
                      <a:lnTo>
                        <a:pt x="23908" y="67437"/>
                      </a:lnTo>
                      <a:lnTo>
                        <a:pt x="22288" y="69342"/>
                      </a:lnTo>
                      <a:lnTo>
                        <a:pt x="25813" y="73152"/>
                      </a:lnTo>
                      <a:close/>
                      <a:moveTo>
                        <a:pt x="23241" y="60960"/>
                      </a:moveTo>
                      <a:lnTo>
                        <a:pt x="19431" y="62865"/>
                      </a:lnTo>
                      <a:lnTo>
                        <a:pt x="17812" y="58103"/>
                      </a:lnTo>
                      <a:cubicBezTo>
                        <a:pt x="18288" y="59246"/>
                        <a:pt x="19145" y="59722"/>
                        <a:pt x="20384" y="59722"/>
                      </a:cubicBezTo>
                      <a:cubicBezTo>
                        <a:pt x="21336" y="59722"/>
                        <a:pt x="22003" y="59246"/>
                        <a:pt x="22288" y="58103"/>
                      </a:cubicBezTo>
                      <a:lnTo>
                        <a:pt x="23241" y="60865"/>
                      </a:lnTo>
                      <a:close/>
                      <a:moveTo>
                        <a:pt x="25146" y="55531"/>
                      </a:moveTo>
                      <a:cubicBezTo>
                        <a:pt x="25146" y="55531"/>
                        <a:pt x="23908" y="56197"/>
                        <a:pt x="21336" y="56197"/>
                      </a:cubicBezTo>
                      <a:lnTo>
                        <a:pt x="22288" y="54769"/>
                      </a:lnTo>
                      <a:lnTo>
                        <a:pt x="25146" y="55436"/>
                      </a:lnTo>
                      <a:close/>
                      <a:moveTo>
                        <a:pt x="24670" y="76200"/>
                      </a:moveTo>
                      <a:cubicBezTo>
                        <a:pt x="26575" y="75914"/>
                        <a:pt x="27908" y="76486"/>
                        <a:pt x="28670" y="77914"/>
                      </a:cubicBezTo>
                      <a:cubicBezTo>
                        <a:pt x="26956" y="77914"/>
                        <a:pt x="25622" y="77343"/>
                        <a:pt x="24670" y="76200"/>
                      </a:cubicBezTo>
                      <a:close/>
                      <a:moveTo>
                        <a:pt x="27051" y="35147"/>
                      </a:moveTo>
                      <a:lnTo>
                        <a:pt x="27718" y="38957"/>
                      </a:lnTo>
                      <a:lnTo>
                        <a:pt x="25051" y="38957"/>
                      </a:lnTo>
                      <a:lnTo>
                        <a:pt x="26956" y="35147"/>
                      </a:lnTo>
                      <a:close/>
                      <a:moveTo>
                        <a:pt x="36195" y="48863"/>
                      </a:moveTo>
                      <a:cubicBezTo>
                        <a:pt x="36100" y="48196"/>
                        <a:pt x="35243" y="47435"/>
                        <a:pt x="33719" y="46958"/>
                      </a:cubicBezTo>
                      <a:cubicBezTo>
                        <a:pt x="32195" y="46482"/>
                        <a:pt x="31433" y="46101"/>
                        <a:pt x="31433" y="45815"/>
                      </a:cubicBezTo>
                      <a:cubicBezTo>
                        <a:pt x="31433" y="45529"/>
                        <a:pt x="31718" y="45053"/>
                        <a:pt x="32385" y="44387"/>
                      </a:cubicBezTo>
                      <a:lnTo>
                        <a:pt x="37624" y="46292"/>
                      </a:lnTo>
                      <a:lnTo>
                        <a:pt x="34290" y="52673"/>
                      </a:lnTo>
                      <a:cubicBezTo>
                        <a:pt x="34290" y="51721"/>
                        <a:pt x="34862" y="50482"/>
                        <a:pt x="36100" y="48863"/>
                      </a:cubicBezTo>
                      <a:close/>
                      <a:moveTo>
                        <a:pt x="32385" y="110014"/>
                      </a:moveTo>
                      <a:cubicBezTo>
                        <a:pt x="32385" y="110014"/>
                        <a:pt x="31718" y="109347"/>
                        <a:pt x="31718" y="109061"/>
                      </a:cubicBezTo>
                      <a:lnTo>
                        <a:pt x="32385" y="110014"/>
                      </a:lnTo>
                      <a:close/>
                      <a:moveTo>
                        <a:pt x="33052" y="99060"/>
                      </a:moveTo>
                      <a:cubicBezTo>
                        <a:pt x="33052" y="101251"/>
                        <a:pt x="32766" y="102489"/>
                        <a:pt x="32385" y="102584"/>
                      </a:cubicBezTo>
                      <a:lnTo>
                        <a:pt x="32385" y="99060"/>
                      </a:lnTo>
                      <a:lnTo>
                        <a:pt x="33052" y="99060"/>
                      </a:lnTo>
                      <a:close/>
                      <a:moveTo>
                        <a:pt x="32385" y="110014"/>
                      </a:moveTo>
                      <a:cubicBezTo>
                        <a:pt x="32385" y="110014"/>
                        <a:pt x="33719" y="110395"/>
                        <a:pt x="35433" y="110966"/>
                      </a:cubicBezTo>
                      <a:cubicBezTo>
                        <a:pt x="36671" y="111443"/>
                        <a:pt x="37433" y="111919"/>
                        <a:pt x="37433" y="112395"/>
                      </a:cubicBezTo>
                      <a:cubicBezTo>
                        <a:pt x="37433" y="112967"/>
                        <a:pt x="37052" y="113729"/>
                        <a:pt x="36195" y="114586"/>
                      </a:cubicBezTo>
                      <a:lnTo>
                        <a:pt x="32385" y="110109"/>
                      </a:lnTo>
                      <a:close/>
                      <a:moveTo>
                        <a:pt x="140399" y="37814"/>
                      </a:moveTo>
                      <a:cubicBezTo>
                        <a:pt x="142018" y="39529"/>
                        <a:pt x="142780" y="41243"/>
                        <a:pt x="142780" y="42863"/>
                      </a:cubicBezTo>
                      <a:cubicBezTo>
                        <a:pt x="142780" y="44101"/>
                        <a:pt x="142018" y="45815"/>
                        <a:pt x="140494" y="47815"/>
                      </a:cubicBezTo>
                      <a:cubicBezTo>
                        <a:pt x="139065" y="49911"/>
                        <a:pt x="138303" y="51530"/>
                        <a:pt x="138303" y="52769"/>
                      </a:cubicBezTo>
                      <a:cubicBezTo>
                        <a:pt x="138303" y="54388"/>
                        <a:pt x="138970" y="56007"/>
                        <a:pt x="140399" y="57531"/>
                      </a:cubicBezTo>
                      <a:cubicBezTo>
                        <a:pt x="139637" y="65056"/>
                        <a:pt x="139255" y="76676"/>
                        <a:pt x="139255" y="92393"/>
                      </a:cubicBezTo>
                      <a:cubicBezTo>
                        <a:pt x="137255" y="93059"/>
                        <a:pt x="136208" y="94679"/>
                        <a:pt x="136398" y="97155"/>
                      </a:cubicBezTo>
                      <a:cubicBezTo>
                        <a:pt x="136588" y="100108"/>
                        <a:pt x="136398" y="102013"/>
                        <a:pt x="135922" y="102584"/>
                      </a:cubicBezTo>
                      <a:cubicBezTo>
                        <a:pt x="126778" y="114110"/>
                        <a:pt x="117538" y="121158"/>
                        <a:pt x="108109" y="123730"/>
                      </a:cubicBezTo>
                      <a:lnTo>
                        <a:pt x="106871" y="122777"/>
                      </a:lnTo>
                      <a:cubicBezTo>
                        <a:pt x="106680" y="125635"/>
                        <a:pt x="104966" y="126968"/>
                        <a:pt x="101727" y="126778"/>
                      </a:cubicBezTo>
                      <a:cubicBezTo>
                        <a:pt x="97155" y="126587"/>
                        <a:pt x="94679" y="126587"/>
                        <a:pt x="94393" y="126778"/>
                      </a:cubicBezTo>
                      <a:lnTo>
                        <a:pt x="91345" y="126778"/>
                      </a:lnTo>
                      <a:cubicBezTo>
                        <a:pt x="91345" y="127349"/>
                        <a:pt x="91345" y="126397"/>
                        <a:pt x="91345" y="123635"/>
                      </a:cubicBezTo>
                      <a:cubicBezTo>
                        <a:pt x="91345" y="122396"/>
                        <a:pt x="91726" y="121444"/>
                        <a:pt x="92488" y="120777"/>
                      </a:cubicBezTo>
                      <a:cubicBezTo>
                        <a:pt x="91440" y="120015"/>
                        <a:pt x="90488" y="119634"/>
                        <a:pt x="89630" y="119634"/>
                      </a:cubicBezTo>
                      <a:cubicBezTo>
                        <a:pt x="88868" y="119634"/>
                        <a:pt x="87821" y="120015"/>
                        <a:pt x="86582" y="120777"/>
                      </a:cubicBezTo>
                      <a:cubicBezTo>
                        <a:pt x="86868" y="121729"/>
                        <a:pt x="87059" y="122587"/>
                        <a:pt x="87059" y="123158"/>
                      </a:cubicBezTo>
                      <a:cubicBezTo>
                        <a:pt x="87059" y="125349"/>
                        <a:pt x="85344" y="126492"/>
                        <a:pt x="82010" y="126492"/>
                      </a:cubicBezTo>
                      <a:cubicBezTo>
                        <a:pt x="79629" y="126587"/>
                        <a:pt x="77153" y="126682"/>
                        <a:pt x="74676" y="126682"/>
                      </a:cubicBezTo>
                      <a:cubicBezTo>
                        <a:pt x="69818" y="122111"/>
                        <a:pt x="63627" y="119444"/>
                        <a:pt x="56197" y="118872"/>
                      </a:cubicBezTo>
                      <a:cubicBezTo>
                        <a:pt x="56007" y="118586"/>
                        <a:pt x="55912" y="118301"/>
                        <a:pt x="55912" y="117920"/>
                      </a:cubicBezTo>
                      <a:cubicBezTo>
                        <a:pt x="55912" y="117443"/>
                        <a:pt x="56102" y="116872"/>
                        <a:pt x="56483" y="116014"/>
                      </a:cubicBezTo>
                      <a:cubicBezTo>
                        <a:pt x="56864" y="115253"/>
                        <a:pt x="57055" y="114681"/>
                        <a:pt x="57055" y="114395"/>
                      </a:cubicBezTo>
                      <a:cubicBezTo>
                        <a:pt x="57055" y="113729"/>
                        <a:pt x="56483" y="113157"/>
                        <a:pt x="55340" y="112776"/>
                      </a:cubicBezTo>
                      <a:cubicBezTo>
                        <a:pt x="54769" y="113347"/>
                        <a:pt x="54197" y="113633"/>
                        <a:pt x="53721" y="113633"/>
                      </a:cubicBezTo>
                      <a:cubicBezTo>
                        <a:pt x="53435" y="113633"/>
                        <a:pt x="52864" y="113157"/>
                        <a:pt x="52007" y="112204"/>
                      </a:cubicBezTo>
                      <a:cubicBezTo>
                        <a:pt x="51245" y="111252"/>
                        <a:pt x="50578" y="110776"/>
                        <a:pt x="49911" y="110776"/>
                      </a:cubicBezTo>
                      <a:cubicBezTo>
                        <a:pt x="50387" y="110204"/>
                        <a:pt x="50673" y="109442"/>
                        <a:pt x="50673" y="108585"/>
                      </a:cubicBezTo>
                      <a:cubicBezTo>
                        <a:pt x="50673" y="106394"/>
                        <a:pt x="49435" y="104965"/>
                        <a:pt x="46863" y="104299"/>
                      </a:cubicBezTo>
                      <a:cubicBezTo>
                        <a:pt x="46387" y="104870"/>
                        <a:pt x="45815" y="105251"/>
                        <a:pt x="44958" y="105251"/>
                      </a:cubicBezTo>
                      <a:cubicBezTo>
                        <a:pt x="43720" y="105251"/>
                        <a:pt x="42196" y="104299"/>
                        <a:pt x="40672" y="102394"/>
                      </a:cubicBezTo>
                      <a:cubicBezTo>
                        <a:pt x="41338" y="101822"/>
                        <a:pt x="41624" y="101155"/>
                        <a:pt x="41624" y="100489"/>
                      </a:cubicBezTo>
                      <a:cubicBezTo>
                        <a:pt x="41624" y="99727"/>
                        <a:pt x="41338" y="98774"/>
                        <a:pt x="40672" y="97536"/>
                      </a:cubicBezTo>
                      <a:cubicBezTo>
                        <a:pt x="40005" y="96393"/>
                        <a:pt x="39624" y="95536"/>
                        <a:pt x="39434" y="95060"/>
                      </a:cubicBezTo>
                      <a:lnTo>
                        <a:pt x="34957" y="96964"/>
                      </a:lnTo>
                      <a:lnTo>
                        <a:pt x="40577" y="93154"/>
                      </a:lnTo>
                      <a:cubicBezTo>
                        <a:pt x="40291" y="91535"/>
                        <a:pt x="39243" y="90011"/>
                        <a:pt x="37624" y="88392"/>
                      </a:cubicBezTo>
                      <a:cubicBezTo>
                        <a:pt x="36004" y="86773"/>
                        <a:pt x="34480" y="85344"/>
                        <a:pt x="33052" y="83820"/>
                      </a:cubicBezTo>
                      <a:cubicBezTo>
                        <a:pt x="33814" y="83058"/>
                        <a:pt x="34671" y="82677"/>
                        <a:pt x="35433" y="82677"/>
                      </a:cubicBezTo>
                      <a:cubicBezTo>
                        <a:pt x="36100" y="82677"/>
                        <a:pt x="37052" y="83153"/>
                        <a:pt x="38291" y="84106"/>
                      </a:cubicBezTo>
                      <a:cubicBezTo>
                        <a:pt x="39529" y="85058"/>
                        <a:pt x="40481" y="85535"/>
                        <a:pt x="41148" y="85535"/>
                      </a:cubicBezTo>
                      <a:cubicBezTo>
                        <a:pt x="41624" y="85535"/>
                        <a:pt x="42005" y="85344"/>
                        <a:pt x="42386" y="85058"/>
                      </a:cubicBezTo>
                      <a:lnTo>
                        <a:pt x="39434" y="79153"/>
                      </a:lnTo>
                      <a:lnTo>
                        <a:pt x="44196" y="79153"/>
                      </a:lnTo>
                      <a:cubicBezTo>
                        <a:pt x="43910" y="80105"/>
                        <a:pt x="44196" y="80772"/>
                        <a:pt x="45339" y="81058"/>
                      </a:cubicBezTo>
                      <a:cubicBezTo>
                        <a:pt x="46006" y="80486"/>
                        <a:pt x="46292" y="79248"/>
                        <a:pt x="46101" y="77438"/>
                      </a:cubicBezTo>
                      <a:lnTo>
                        <a:pt x="46101" y="74200"/>
                      </a:lnTo>
                      <a:cubicBezTo>
                        <a:pt x="45434" y="77153"/>
                        <a:pt x="42672" y="78010"/>
                        <a:pt x="37529" y="76581"/>
                      </a:cubicBezTo>
                      <a:lnTo>
                        <a:pt x="36862" y="63913"/>
                      </a:lnTo>
                      <a:lnTo>
                        <a:pt x="37529" y="63913"/>
                      </a:lnTo>
                      <a:cubicBezTo>
                        <a:pt x="38291" y="62960"/>
                        <a:pt x="38671" y="62103"/>
                        <a:pt x="38671" y="61055"/>
                      </a:cubicBezTo>
                      <a:cubicBezTo>
                        <a:pt x="38671" y="59531"/>
                        <a:pt x="37814" y="57817"/>
                        <a:pt x="36004" y="56102"/>
                      </a:cubicBezTo>
                      <a:lnTo>
                        <a:pt x="38671" y="54673"/>
                      </a:lnTo>
                      <a:cubicBezTo>
                        <a:pt x="37433" y="54388"/>
                        <a:pt x="36767" y="53912"/>
                        <a:pt x="36767" y="53245"/>
                      </a:cubicBezTo>
                      <a:cubicBezTo>
                        <a:pt x="36767" y="52959"/>
                        <a:pt x="36957" y="52483"/>
                        <a:pt x="37338" y="51721"/>
                      </a:cubicBezTo>
                      <a:cubicBezTo>
                        <a:pt x="37719" y="51054"/>
                        <a:pt x="37910" y="50387"/>
                        <a:pt x="37910" y="49911"/>
                      </a:cubicBezTo>
                      <a:cubicBezTo>
                        <a:pt x="37910" y="49435"/>
                        <a:pt x="37719" y="49054"/>
                        <a:pt x="37433" y="48673"/>
                      </a:cubicBezTo>
                      <a:cubicBezTo>
                        <a:pt x="38005" y="48578"/>
                        <a:pt x="38576" y="48673"/>
                        <a:pt x="39053" y="49149"/>
                      </a:cubicBezTo>
                      <a:cubicBezTo>
                        <a:pt x="39814" y="50102"/>
                        <a:pt x="40291" y="50578"/>
                        <a:pt x="40481" y="50578"/>
                      </a:cubicBezTo>
                      <a:lnTo>
                        <a:pt x="44101" y="46768"/>
                      </a:lnTo>
                      <a:cubicBezTo>
                        <a:pt x="42672" y="46958"/>
                        <a:pt x="41434" y="45815"/>
                        <a:pt x="40481" y="43434"/>
                      </a:cubicBezTo>
                      <a:cubicBezTo>
                        <a:pt x="39529" y="41053"/>
                        <a:pt x="38291" y="40100"/>
                        <a:pt x="36767" y="40577"/>
                      </a:cubicBezTo>
                      <a:lnTo>
                        <a:pt x="39338" y="34862"/>
                      </a:lnTo>
                      <a:lnTo>
                        <a:pt x="34862" y="32195"/>
                      </a:lnTo>
                      <a:lnTo>
                        <a:pt x="43434" y="31242"/>
                      </a:lnTo>
                      <a:cubicBezTo>
                        <a:pt x="43625" y="30289"/>
                        <a:pt x="43244" y="29337"/>
                        <a:pt x="42386" y="28385"/>
                      </a:cubicBezTo>
                      <a:cubicBezTo>
                        <a:pt x="41529" y="27432"/>
                        <a:pt x="41053" y="26765"/>
                        <a:pt x="41053" y="26289"/>
                      </a:cubicBezTo>
                      <a:cubicBezTo>
                        <a:pt x="41053" y="25813"/>
                        <a:pt x="41243" y="25337"/>
                        <a:pt x="41529" y="24860"/>
                      </a:cubicBezTo>
                      <a:cubicBezTo>
                        <a:pt x="42101" y="24955"/>
                        <a:pt x="42863" y="25146"/>
                        <a:pt x="43434" y="25146"/>
                      </a:cubicBezTo>
                      <a:cubicBezTo>
                        <a:pt x="44482" y="25146"/>
                        <a:pt x="45149" y="24479"/>
                        <a:pt x="45339" y="23051"/>
                      </a:cubicBezTo>
                      <a:lnTo>
                        <a:pt x="45339" y="19717"/>
                      </a:lnTo>
                      <a:cubicBezTo>
                        <a:pt x="45339" y="18764"/>
                        <a:pt x="45625" y="18097"/>
                        <a:pt x="46101" y="17526"/>
                      </a:cubicBezTo>
                      <a:cubicBezTo>
                        <a:pt x="48292" y="13430"/>
                        <a:pt x="52007" y="9811"/>
                        <a:pt x="57055" y="6858"/>
                      </a:cubicBezTo>
                      <a:cubicBezTo>
                        <a:pt x="61436" y="4667"/>
                        <a:pt x="65818" y="2381"/>
                        <a:pt x="70104" y="0"/>
                      </a:cubicBezTo>
                      <a:cubicBezTo>
                        <a:pt x="71438" y="1238"/>
                        <a:pt x="73247" y="1905"/>
                        <a:pt x="75343" y="1905"/>
                      </a:cubicBezTo>
                      <a:cubicBezTo>
                        <a:pt x="76295" y="1905"/>
                        <a:pt x="77724" y="1714"/>
                        <a:pt x="79629" y="1334"/>
                      </a:cubicBezTo>
                      <a:cubicBezTo>
                        <a:pt x="81534" y="953"/>
                        <a:pt x="82963" y="667"/>
                        <a:pt x="83915" y="667"/>
                      </a:cubicBezTo>
                      <a:cubicBezTo>
                        <a:pt x="86678" y="667"/>
                        <a:pt x="88773" y="1714"/>
                        <a:pt x="90297" y="3810"/>
                      </a:cubicBezTo>
                      <a:cubicBezTo>
                        <a:pt x="93154" y="2191"/>
                        <a:pt x="96869" y="1524"/>
                        <a:pt x="101727" y="1714"/>
                      </a:cubicBezTo>
                      <a:cubicBezTo>
                        <a:pt x="109347" y="1810"/>
                        <a:pt x="113252" y="2000"/>
                        <a:pt x="113633" y="2000"/>
                      </a:cubicBezTo>
                      <a:cubicBezTo>
                        <a:pt x="114586" y="3715"/>
                        <a:pt x="118396" y="6572"/>
                        <a:pt x="125063" y="10763"/>
                      </a:cubicBezTo>
                      <a:cubicBezTo>
                        <a:pt x="130302" y="14097"/>
                        <a:pt x="132588" y="17907"/>
                        <a:pt x="131921" y="22288"/>
                      </a:cubicBezTo>
                      <a:cubicBezTo>
                        <a:pt x="131731" y="22288"/>
                        <a:pt x="131064" y="22479"/>
                        <a:pt x="130016" y="23051"/>
                      </a:cubicBezTo>
                      <a:cubicBezTo>
                        <a:pt x="133445" y="23146"/>
                        <a:pt x="135922" y="25146"/>
                        <a:pt x="137351" y="28956"/>
                      </a:cubicBezTo>
                      <a:cubicBezTo>
                        <a:pt x="138494" y="31813"/>
                        <a:pt x="139446" y="34671"/>
                        <a:pt x="140494" y="37529"/>
                      </a:cubicBezTo>
                      <a:close/>
                      <a:moveTo>
                        <a:pt x="34290" y="118301"/>
                      </a:moveTo>
                      <a:cubicBezTo>
                        <a:pt x="37338" y="118301"/>
                        <a:pt x="39053" y="118967"/>
                        <a:pt x="39434" y="120205"/>
                      </a:cubicBezTo>
                      <a:lnTo>
                        <a:pt x="39434" y="122111"/>
                      </a:lnTo>
                      <a:lnTo>
                        <a:pt x="34290" y="118301"/>
                      </a:lnTo>
                      <a:close/>
                      <a:moveTo>
                        <a:pt x="35052" y="103632"/>
                      </a:moveTo>
                      <a:cubicBezTo>
                        <a:pt x="35147" y="102775"/>
                        <a:pt x="35719" y="102489"/>
                        <a:pt x="36386" y="102489"/>
                      </a:cubicBezTo>
                      <a:cubicBezTo>
                        <a:pt x="37052" y="102489"/>
                        <a:pt x="37433" y="102870"/>
                        <a:pt x="37624" y="103632"/>
                      </a:cubicBezTo>
                      <a:lnTo>
                        <a:pt x="35052" y="103632"/>
                      </a:lnTo>
                      <a:close/>
                      <a:moveTo>
                        <a:pt x="46196" y="64961"/>
                      </a:moveTo>
                      <a:lnTo>
                        <a:pt x="46196" y="62103"/>
                      </a:lnTo>
                      <a:cubicBezTo>
                        <a:pt x="46006" y="63341"/>
                        <a:pt x="45053" y="64008"/>
                        <a:pt x="43339" y="64008"/>
                      </a:cubicBezTo>
                      <a:cubicBezTo>
                        <a:pt x="42196" y="64008"/>
                        <a:pt x="41434" y="63627"/>
                        <a:pt x="40958" y="62865"/>
                      </a:cubicBezTo>
                      <a:lnTo>
                        <a:pt x="40767" y="62198"/>
                      </a:lnTo>
                      <a:cubicBezTo>
                        <a:pt x="40767" y="62198"/>
                        <a:pt x="40958" y="62579"/>
                        <a:pt x="40958" y="62865"/>
                      </a:cubicBezTo>
                      <a:lnTo>
                        <a:pt x="42386" y="66961"/>
                      </a:lnTo>
                      <a:cubicBezTo>
                        <a:pt x="44005" y="65437"/>
                        <a:pt x="45244" y="64770"/>
                        <a:pt x="46196" y="65056"/>
                      </a:cubicBezTo>
                      <a:close/>
                      <a:moveTo>
                        <a:pt x="44291" y="50959"/>
                      </a:moveTo>
                      <a:lnTo>
                        <a:pt x="50006" y="50959"/>
                      </a:lnTo>
                      <a:lnTo>
                        <a:pt x="50006" y="49054"/>
                      </a:lnTo>
                      <a:cubicBezTo>
                        <a:pt x="49530" y="49721"/>
                        <a:pt x="48482" y="50006"/>
                        <a:pt x="46768" y="50006"/>
                      </a:cubicBezTo>
                      <a:cubicBezTo>
                        <a:pt x="45053" y="50006"/>
                        <a:pt x="44291" y="50292"/>
                        <a:pt x="44291" y="50959"/>
                      </a:cubicBezTo>
                      <a:close/>
                      <a:moveTo>
                        <a:pt x="48101" y="92488"/>
                      </a:moveTo>
                      <a:cubicBezTo>
                        <a:pt x="48196" y="91726"/>
                        <a:pt x="49149" y="91059"/>
                        <a:pt x="50768" y="90583"/>
                      </a:cubicBezTo>
                      <a:cubicBezTo>
                        <a:pt x="51816" y="90106"/>
                        <a:pt x="52102" y="89249"/>
                        <a:pt x="51721" y="88011"/>
                      </a:cubicBezTo>
                      <a:lnTo>
                        <a:pt x="45529" y="89916"/>
                      </a:lnTo>
                      <a:lnTo>
                        <a:pt x="48196" y="92488"/>
                      </a:lnTo>
                      <a:close/>
                      <a:moveTo>
                        <a:pt x="51721" y="70199"/>
                      </a:moveTo>
                      <a:cubicBezTo>
                        <a:pt x="51721" y="70199"/>
                        <a:pt x="51054" y="69723"/>
                        <a:pt x="50578" y="69247"/>
                      </a:cubicBezTo>
                      <a:lnTo>
                        <a:pt x="48959" y="67628"/>
                      </a:lnTo>
                      <a:lnTo>
                        <a:pt x="48196" y="68771"/>
                      </a:lnTo>
                      <a:cubicBezTo>
                        <a:pt x="48959" y="68294"/>
                        <a:pt x="49721" y="68485"/>
                        <a:pt x="50578" y="69247"/>
                      </a:cubicBezTo>
                      <a:lnTo>
                        <a:pt x="51721" y="70199"/>
                      </a:lnTo>
                      <a:close/>
                      <a:moveTo>
                        <a:pt x="50006" y="16764"/>
                      </a:moveTo>
                      <a:lnTo>
                        <a:pt x="50006" y="21527"/>
                      </a:lnTo>
                      <a:cubicBezTo>
                        <a:pt x="50006" y="21527"/>
                        <a:pt x="50483" y="19907"/>
                        <a:pt x="50959" y="16764"/>
                      </a:cubicBezTo>
                      <a:lnTo>
                        <a:pt x="52864" y="16764"/>
                      </a:lnTo>
                      <a:cubicBezTo>
                        <a:pt x="51911" y="16383"/>
                        <a:pt x="51340" y="16383"/>
                        <a:pt x="50959" y="16764"/>
                      </a:cubicBezTo>
                      <a:lnTo>
                        <a:pt x="50006" y="16764"/>
                      </a:lnTo>
                      <a:close/>
                      <a:moveTo>
                        <a:pt x="55436" y="48292"/>
                      </a:moveTo>
                      <a:lnTo>
                        <a:pt x="55436" y="46387"/>
                      </a:lnTo>
                      <a:cubicBezTo>
                        <a:pt x="55436" y="46387"/>
                        <a:pt x="54293" y="45720"/>
                        <a:pt x="52864" y="45720"/>
                      </a:cubicBezTo>
                      <a:cubicBezTo>
                        <a:pt x="52959" y="45911"/>
                        <a:pt x="53245" y="46387"/>
                        <a:pt x="53340" y="47244"/>
                      </a:cubicBezTo>
                      <a:cubicBezTo>
                        <a:pt x="53530" y="48101"/>
                        <a:pt x="53912" y="48578"/>
                        <a:pt x="54483" y="48578"/>
                      </a:cubicBezTo>
                      <a:cubicBezTo>
                        <a:pt x="54864" y="48578"/>
                        <a:pt x="55150" y="48578"/>
                        <a:pt x="55436" y="48292"/>
                      </a:cubicBezTo>
                      <a:close/>
                      <a:moveTo>
                        <a:pt x="59722" y="100775"/>
                      </a:moveTo>
                      <a:lnTo>
                        <a:pt x="59436" y="99346"/>
                      </a:lnTo>
                      <a:cubicBezTo>
                        <a:pt x="59912" y="98870"/>
                        <a:pt x="60484" y="98774"/>
                        <a:pt x="61055" y="99155"/>
                      </a:cubicBezTo>
                      <a:lnTo>
                        <a:pt x="62484" y="99346"/>
                      </a:lnTo>
                      <a:cubicBezTo>
                        <a:pt x="62484" y="99346"/>
                        <a:pt x="62865" y="98488"/>
                        <a:pt x="62675" y="97250"/>
                      </a:cubicBezTo>
                      <a:lnTo>
                        <a:pt x="59150" y="97250"/>
                      </a:lnTo>
                      <a:lnTo>
                        <a:pt x="59341" y="99346"/>
                      </a:lnTo>
                      <a:cubicBezTo>
                        <a:pt x="59341" y="99346"/>
                        <a:pt x="59341" y="99727"/>
                        <a:pt x="59150" y="99822"/>
                      </a:cubicBezTo>
                      <a:cubicBezTo>
                        <a:pt x="59436" y="100108"/>
                        <a:pt x="59627" y="100489"/>
                        <a:pt x="59627" y="100775"/>
                      </a:cubicBezTo>
                      <a:lnTo>
                        <a:pt x="59817" y="102679"/>
                      </a:lnTo>
                      <a:cubicBezTo>
                        <a:pt x="59817" y="101727"/>
                        <a:pt x="59817" y="101155"/>
                        <a:pt x="59627" y="100775"/>
                      </a:cubicBezTo>
                      <a:close/>
                      <a:moveTo>
                        <a:pt x="63532" y="105346"/>
                      </a:moveTo>
                      <a:cubicBezTo>
                        <a:pt x="63532" y="104775"/>
                        <a:pt x="63913" y="103822"/>
                        <a:pt x="64675" y="102679"/>
                      </a:cubicBezTo>
                      <a:cubicBezTo>
                        <a:pt x="63437" y="102394"/>
                        <a:pt x="62103" y="103061"/>
                        <a:pt x="60865" y="104585"/>
                      </a:cubicBezTo>
                      <a:cubicBezTo>
                        <a:pt x="62484" y="104585"/>
                        <a:pt x="63341" y="104775"/>
                        <a:pt x="63532" y="105346"/>
                      </a:cubicBezTo>
                      <a:close/>
                      <a:moveTo>
                        <a:pt x="64675" y="46387"/>
                      </a:moveTo>
                      <a:cubicBezTo>
                        <a:pt x="65246" y="45339"/>
                        <a:pt x="65532" y="44577"/>
                        <a:pt x="65437" y="44482"/>
                      </a:cubicBezTo>
                      <a:lnTo>
                        <a:pt x="64675" y="44482"/>
                      </a:lnTo>
                      <a:cubicBezTo>
                        <a:pt x="64675" y="44482"/>
                        <a:pt x="64199" y="44196"/>
                        <a:pt x="63722" y="44005"/>
                      </a:cubicBezTo>
                      <a:lnTo>
                        <a:pt x="63532" y="43529"/>
                      </a:lnTo>
                      <a:cubicBezTo>
                        <a:pt x="63532" y="43529"/>
                        <a:pt x="63722" y="43053"/>
                        <a:pt x="64103" y="42386"/>
                      </a:cubicBezTo>
                      <a:cubicBezTo>
                        <a:pt x="64484" y="41720"/>
                        <a:pt x="64675" y="41243"/>
                        <a:pt x="64675" y="40957"/>
                      </a:cubicBezTo>
                      <a:lnTo>
                        <a:pt x="62770" y="40957"/>
                      </a:lnTo>
                      <a:lnTo>
                        <a:pt x="63532" y="43529"/>
                      </a:lnTo>
                      <a:cubicBezTo>
                        <a:pt x="63532" y="43529"/>
                        <a:pt x="63722" y="43720"/>
                        <a:pt x="63722" y="44005"/>
                      </a:cubicBezTo>
                      <a:lnTo>
                        <a:pt x="64675" y="46387"/>
                      </a:lnTo>
                      <a:close/>
                      <a:moveTo>
                        <a:pt x="63532" y="76105"/>
                      </a:moveTo>
                      <a:cubicBezTo>
                        <a:pt x="64770" y="76105"/>
                        <a:pt x="65246" y="75724"/>
                        <a:pt x="65056" y="74867"/>
                      </a:cubicBezTo>
                      <a:cubicBezTo>
                        <a:pt x="64865" y="74104"/>
                        <a:pt x="65056" y="73533"/>
                        <a:pt x="65437" y="73247"/>
                      </a:cubicBezTo>
                      <a:lnTo>
                        <a:pt x="63532" y="73247"/>
                      </a:lnTo>
                      <a:lnTo>
                        <a:pt x="63532" y="76105"/>
                      </a:lnTo>
                      <a:close/>
                      <a:moveTo>
                        <a:pt x="108871" y="88011"/>
                      </a:moveTo>
                      <a:lnTo>
                        <a:pt x="109823" y="39814"/>
                      </a:lnTo>
                      <a:lnTo>
                        <a:pt x="106299" y="37243"/>
                      </a:lnTo>
                      <a:cubicBezTo>
                        <a:pt x="105632" y="34576"/>
                        <a:pt x="103727" y="32576"/>
                        <a:pt x="100584" y="31242"/>
                      </a:cubicBezTo>
                      <a:cubicBezTo>
                        <a:pt x="94583" y="29051"/>
                        <a:pt x="91440" y="27908"/>
                        <a:pt x="91345" y="27908"/>
                      </a:cubicBezTo>
                      <a:lnTo>
                        <a:pt x="89630" y="20574"/>
                      </a:lnTo>
                      <a:cubicBezTo>
                        <a:pt x="88583" y="20860"/>
                        <a:pt x="87439" y="22288"/>
                        <a:pt x="86201" y="24670"/>
                      </a:cubicBezTo>
                      <a:cubicBezTo>
                        <a:pt x="85058" y="27146"/>
                        <a:pt x="83725" y="28385"/>
                        <a:pt x="82296" y="28385"/>
                      </a:cubicBezTo>
                      <a:cubicBezTo>
                        <a:pt x="81820" y="28385"/>
                        <a:pt x="81248" y="28194"/>
                        <a:pt x="80391" y="27908"/>
                      </a:cubicBezTo>
                      <a:lnTo>
                        <a:pt x="81153" y="26003"/>
                      </a:lnTo>
                      <a:lnTo>
                        <a:pt x="79248" y="26003"/>
                      </a:lnTo>
                      <a:lnTo>
                        <a:pt x="80391" y="28575"/>
                      </a:lnTo>
                      <a:cubicBezTo>
                        <a:pt x="80391" y="28575"/>
                        <a:pt x="79153" y="29813"/>
                        <a:pt x="77819" y="31337"/>
                      </a:cubicBezTo>
                      <a:cubicBezTo>
                        <a:pt x="76581" y="32861"/>
                        <a:pt x="75343" y="33623"/>
                        <a:pt x="74200" y="33623"/>
                      </a:cubicBezTo>
                      <a:cubicBezTo>
                        <a:pt x="73724" y="33623"/>
                        <a:pt x="73247" y="33528"/>
                        <a:pt x="72771" y="33338"/>
                      </a:cubicBezTo>
                      <a:cubicBezTo>
                        <a:pt x="72676" y="35433"/>
                        <a:pt x="72009" y="38481"/>
                        <a:pt x="71057" y="42577"/>
                      </a:cubicBezTo>
                      <a:cubicBezTo>
                        <a:pt x="70390" y="42101"/>
                        <a:pt x="70104" y="41529"/>
                        <a:pt x="70104" y="40957"/>
                      </a:cubicBezTo>
                      <a:lnTo>
                        <a:pt x="67913" y="40957"/>
                      </a:lnTo>
                      <a:cubicBezTo>
                        <a:pt x="67246" y="41624"/>
                        <a:pt x="66961" y="42196"/>
                        <a:pt x="66961" y="42863"/>
                      </a:cubicBezTo>
                      <a:cubicBezTo>
                        <a:pt x="66961" y="43339"/>
                        <a:pt x="67151" y="44005"/>
                        <a:pt x="67532" y="44958"/>
                      </a:cubicBezTo>
                      <a:cubicBezTo>
                        <a:pt x="67913" y="45911"/>
                        <a:pt x="68104" y="46577"/>
                        <a:pt x="68104" y="47054"/>
                      </a:cubicBezTo>
                      <a:cubicBezTo>
                        <a:pt x="68104" y="47815"/>
                        <a:pt x="67818" y="48482"/>
                        <a:pt x="67151" y="48959"/>
                      </a:cubicBezTo>
                      <a:cubicBezTo>
                        <a:pt x="67723" y="50292"/>
                        <a:pt x="68485" y="50863"/>
                        <a:pt x="69533" y="50863"/>
                      </a:cubicBezTo>
                      <a:cubicBezTo>
                        <a:pt x="70009" y="50863"/>
                        <a:pt x="70580" y="50768"/>
                        <a:pt x="71342" y="50387"/>
                      </a:cubicBezTo>
                      <a:cubicBezTo>
                        <a:pt x="72200" y="50102"/>
                        <a:pt x="72771" y="49911"/>
                        <a:pt x="73247" y="49911"/>
                      </a:cubicBezTo>
                      <a:cubicBezTo>
                        <a:pt x="74104" y="49911"/>
                        <a:pt x="74962" y="50578"/>
                        <a:pt x="75629" y="51816"/>
                      </a:cubicBezTo>
                      <a:cubicBezTo>
                        <a:pt x="74867" y="53435"/>
                        <a:pt x="73914" y="54197"/>
                        <a:pt x="72962" y="54197"/>
                      </a:cubicBezTo>
                      <a:cubicBezTo>
                        <a:pt x="72580" y="54197"/>
                        <a:pt x="71914" y="54102"/>
                        <a:pt x="71057" y="53721"/>
                      </a:cubicBezTo>
                      <a:cubicBezTo>
                        <a:pt x="70295" y="53435"/>
                        <a:pt x="69723" y="53245"/>
                        <a:pt x="69152" y="53245"/>
                      </a:cubicBezTo>
                      <a:cubicBezTo>
                        <a:pt x="68580" y="53245"/>
                        <a:pt x="68199" y="53435"/>
                        <a:pt x="67723" y="53721"/>
                      </a:cubicBezTo>
                      <a:cubicBezTo>
                        <a:pt x="68009" y="54197"/>
                        <a:pt x="68199" y="54673"/>
                        <a:pt x="68199" y="55150"/>
                      </a:cubicBezTo>
                      <a:cubicBezTo>
                        <a:pt x="68199" y="55626"/>
                        <a:pt x="68009" y="56197"/>
                        <a:pt x="67723" y="56960"/>
                      </a:cubicBezTo>
                      <a:cubicBezTo>
                        <a:pt x="67437" y="57721"/>
                        <a:pt x="67246" y="58198"/>
                        <a:pt x="67246" y="58484"/>
                      </a:cubicBezTo>
                      <a:cubicBezTo>
                        <a:pt x="67246" y="59341"/>
                        <a:pt x="67723" y="59817"/>
                        <a:pt x="68866" y="60103"/>
                      </a:cubicBezTo>
                      <a:lnTo>
                        <a:pt x="66961" y="62008"/>
                      </a:lnTo>
                      <a:cubicBezTo>
                        <a:pt x="67532" y="62960"/>
                        <a:pt x="67913" y="64675"/>
                        <a:pt x="67913" y="67246"/>
                      </a:cubicBezTo>
                      <a:lnTo>
                        <a:pt x="67913" y="74867"/>
                      </a:lnTo>
                      <a:cubicBezTo>
                        <a:pt x="67913" y="80867"/>
                        <a:pt x="69152" y="85058"/>
                        <a:pt x="71723" y="87249"/>
                      </a:cubicBezTo>
                      <a:cubicBezTo>
                        <a:pt x="72009" y="88011"/>
                        <a:pt x="71914" y="88963"/>
                        <a:pt x="71247" y="89916"/>
                      </a:cubicBezTo>
                      <a:lnTo>
                        <a:pt x="69913" y="92488"/>
                      </a:lnTo>
                      <a:cubicBezTo>
                        <a:pt x="71247" y="92488"/>
                        <a:pt x="72200" y="92869"/>
                        <a:pt x="72485" y="93536"/>
                      </a:cubicBezTo>
                      <a:cubicBezTo>
                        <a:pt x="72676" y="94488"/>
                        <a:pt x="72104" y="95060"/>
                        <a:pt x="70961" y="95250"/>
                      </a:cubicBezTo>
                      <a:cubicBezTo>
                        <a:pt x="69818" y="95536"/>
                        <a:pt x="69152" y="95821"/>
                        <a:pt x="68961" y="96107"/>
                      </a:cubicBezTo>
                      <a:cubicBezTo>
                        <a:pt x="69437" y="97060"/>
                        <a:pt x="70009" y="97536"/>
                        <a:pt x="70580" y="97536"/>
                      </a:cubicBezTo>
                      <a:cubicBezTo>
                        <a:pt x="71057" y="97536"/>
                        <a:pt x="71723" y="97060"/>
                        <a:pt x="72580" y="95917"/>
                      </a:cubicBezTo>
                      <a:cubicBezTo>
                        <a:pt x="73438" y="94774"/>
                        <a:pt x="74104" y="94202"/>
                        <a:pt x="74390" y="94202"/>
                      </a:cubicBezTo>
                      <a:cubicBezTo>
                        <a:pt x="75057" y="94202"/>
                        <a:pt x="75629" y="95250"/>
                        <a:pt x="76295" y="97346"/>
                      </a:cubicBezTo>
                      <a:lnTo>
                        <a:pt x="78200" y="95440"/>
                      </a:lnTo>
                      <a:cubicBezTo>
                        <a:pt x="80105" y="96107"/>
                        <a:pt x="81820" y="97727"/>
                        <a:pt x="83249" y="100203"/>
                      </a:cubicBezTo>
                      <a:cubicBezTo>
                        <a:pt x="84011" y="102013"/>
                        <a:pt x="84772" y="103727"/>
                        <a:pt x="85630" y="105442"/>
                      </a:cubicBezTo>
                      <a:cubicBezTo>
                        <a:pt x="87725" y="105537"/>
                        <a:pt x="89345" y="105061"/>
                        <a:pt x="90392" y="103727"/>
                      </a:cubicBezTo>
                      <a:cubicBezTo>
                        <a:pt x="91535" y="102489"/>
                        <a:pt x="92964" y="101822"/>
                        <a:pt x="94869" y="101822"/>
                      </a:cubicBezTo>
                      <a:cubicBezTo>
                        <a:pt x="95536" y="102870"/>
                        <a:pt x="95821" y="103537"/>
                        <a:pt x="95631" y="103727"/>
                      </a:cubicBezTo>
                      <a:cubicBezTo>
                        <a:pt x="97822" y="102870"/>
                        <a:pt x="99822" y="100298"/>
                        <a:pt x="101727" y="95917"/>
                      </a:cubicBezTo>
                      <a:cubicBezTo>
                        <a:pt x="103537" y="91535"/>
                        <a:pt x="105918" y="88868"/>
                        <a:pt x="108776" y="88106"/>
                      </a:cubicBezTo>
                      <a:close/>
                      <a:moveTo>
                        <a:pt x="78391" y="54959"/>
                      </a:moveTo>
                      <a:lnTo>
                        <a:pt x="75819" y="52769"/>
                      </a:lnTo>
                      <a:lnTo>
                        <a:pt x="78391" y="52769"/>
                      </a:lnTo>
                      <a:lnTo>
                        <a:pt x="78391" y="54959"/>
                      </a:lnTo>
                      <a:close/>
                      <a:moveTo>
                        <a:pt x="76486" y="104585"/>
                      </a:moveTo>
                      <a:cubicBezTo>
                        <a:pt x="77153" y="105156"/>
                        <a:pt x="77724" y="105537"/>
                        <a:pt x="78200" y="105537"/>
                      </a:cubicBezTo>
                      <a:cubicBezTo>
                        <a:pt x="78677" y="105537"/>
                        <a:pt x="79248" y="105061"/>
                        <a:pt x="79915" y="104108"/>
                      </a:cubicBezTo>
                      <a:cubicBezTo>
                        <a:pt x="80582" y="103156"/>
                        <a:pt x="81248" y="102679"/>
                        <a:pt x="82010" y="102679"/>
                      </a:cubicBezTo>
                      <a:cubicBezTo>
                        <a:pt x="79153" y="102108"/>
                        <a:pt x="77343" y="102679"/>
                        <a:pt x="76581" y="104585"/>
                      </a:cubicBezTo>
                      <a:close/>
                      <a:moveTo>
                        <a:pt x="94297" y="97917"/>
                      </a:moveTo>
                      <a:lnTo>
                        <a:pt x="94964" y="97155"/>
                      </a:lnTo>
                      <a:lnTo>
                        <a:pt x="97631" y="97917"/>
                      </a:lnTo>
                      <a:lnTo>
                        <a:pt x="94297" y="97917"/>
                      </a:lnTo>
                      <a:close/>
                      <a:moveTo>
                        <a:pt x="106204" y="11239"/>
                      </a:moveTo>
                      <a:cubicBezTo>
                        <a:pt x="106680" y="11811"/>
                        <a:pt x="107252" y="12192"/>
                        <a:pt x="107823" y="12192"/>
                      </a:cubicBezTo>
                      <a:cubicBezTo>
                        <a:pt x="108585" y="12192"/>
                        <a:pt x="109538" y="11811"/>
                        <a:pt x="110680" y="11239"/>
                      </a:cubicBezTo>
                      <a:cubicBezTo>
                        <a:pt x="111728" y="10573"/>
                        <a:pt x="112395" y="10287"/>
                        <a:pt x="112586" y="10287"/>
                      </a:cubicBezTo>
                      <a:cubicBezTo>
                        <a:pt x="112109" y="9715"/>
                        <a:pt x="111443" y="9335"/>
                        <a:pt x="110680" y="9335"/>
                      </a:cubicBezTo>
                      <a:cubicBezTo>
                        <a:pt x="110204" y="9335"/>
                        <a:pt x="109442" y="9715"/>
                        <a:pt x="108395" y="10287"/>
                      </a:cubicBezTo>
                      <a:cubicBezTo>
                        <a:pt x="107347" y="10954"/>
                        <a:pt x="106585" y="11239"/>
                        <a:pt x="106204" y="11239"/>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 name="Google Shape;1472;p99"/>
                <p:cNvSpPr/>
                <p:nvPr/>
              </p:nvSpPr>
              <p:spPr>
                <a:xfrm>
                  <a:off x="6681215" y="4827936"/>
                  <a:ext cx="132587" cy="148780"/>
                </a:xfrm>
                <a:custGeom>
                  <a:avLst/>
                  <a:gdLst/>
                  <a:ahLst/>
                  <a:cxnLst/>
                  <a:rect l="l" t="t" r="r" b="b"/>
                  <a:pathLst>
                    <a:path w="132587" h="148780" extrusionOk="0">
                      <a:moveTo>
                        <a:pt x="124873" y="103442"/>
                      </a:moveTo>
                      <a:lnTo>
                        <a:pt x="126302" y="105346"/>
                      </a:lnTo>
                      <a:cubicBezTo>
                        <a:pt x="122872" y="103918"/>
                        <a:pt x="120110" y="103727"/>
                        <a:pt x="118205" y="104680"/>
                      </a:cubicBezTo>
                      <a:cubicBezTo>
                        <a:pt x="117729" y="105346"/>
                        <a:pt x="117443" y="106871"/>
                        <a:pt x="117253" y="109252"/>
                      </a:cubicBezTo>
                      <a:cubicBezTo>
                        <a:pt x="117062" y="111728"/>
                        <a:pt x="116110" y="113157"/>
                        <a:pt x="114395" y="113633"/>
                      </a:cubicBezTo>
                      <a:cubicBezTo>
                        <a:pt x="117062" y="115729"/>
                        <a:pt x="117729" y="118396"/>
                        <a:pt x="116300" y="121729"/>
                      </a:cubicBezTo>
                      <a:cubicBezTo>
                        <a:pt x="115062" y="121539"/>
                        <a:pt x="113919" y="122111"/>
                        <a:pt x="112871" y="123158"/>
                      </a:cubicBezTo>
                      <a:cubicBezTo>
                        <a:pt x="111823" y="124301"/>
                        <a:pt x="110871" y="125444"/>
                        <a:pt x="109919" y="126492"/>
                      </a:cubicBezTo>
                      <a:cubicBezTo>
                        <a:pt x="109442" y="126111"/>
                        <a:pt x="108775" y="125254"/>
                        <a:pt x="107823" y="123730"/>
                      </a:cubicBezTo>
                      <a:cubicBezTo>
                        <a:pt x="106871" y="122301"/>
                        <a:pt x="105823" y="121444"/>
                        <a:pt x="104775" y="121444"/>
                      </a:cubicBezTo>
                      <a:cubicBezTo>
                        <a:pt x="104299" y="121444"/>
                        <a:pt x="103822" y="121444"/>
                        <a:pt x="103346" y="121729"/>
                      </a:cubicBezTo>
                      <a:lnTo>
                        <a:pt x="100679" y="124873"/>
                      </a:lnTo>
                      <a:cubicBezTo>
                        <a:pt x="100679" y="124873"/>
                        <a:pt x="101155" y="125635"/>
                        <a:pt x="101441" y="125635"/>
                      </a:cubicBezTo>
                      <a:cubicBezTo>
                        <a:pt x="100965" y="126111"/>
                        <a:pt x="100489" y="127540"/>
                        <a:pt x="100013" y="129921"/>
                      </a:cubicBezTo>
                      <a:cubicBezTo>
                        <a:pt x="99536" y="132302"/>
                        <a:pt x="98870" y="133921"/>
                        <a:pt x="98107" y="134874"/>
                      </a:cubicBezTo>
                      <a:cubicBezTo>
                        <a:pt x="97727" y="133921"/>
                        <a:pt x="97917" y="132969"/>
                        <a:pt x="98488" y="132017"/>
                      </a:cubicBezTo>
                      <a:cubicBezTo>
                        <a:pt x="99060" y="131064"/>
                        <a:pt x="99536" y="130207"/>
                        <a:pt x="100013" y="129350"/>
                      </a:cubicBezTo>
                      <a:cubicBezTo>
                        <a:pt x="99060" y="128588"/>
                        <a:pt x="96488" y="127730"/>
                        <a:pt x="92202" y="127063"/>
                      </a:cubicBezTo>
                      <a:cubicBezTo>
                        <a:pt x="89345" y="126587"/>
                        <a:pt x="88011" y="125159"/>
                        <a:pt x="88106" y="122968"/>
                      </a:cubicBezTo>
                      <a:lnTo>
                        <a:pt x="81724" y="116586"/>
                      </a:lnTo>
                      <a:cubicBezTo>
                        <a:pt x="83439" y="116110"/>
                        <a:pt x="84296" y="115253"/>
                        <a:pt x="84296" y="114205"/>
                      </a:cubicBezTo>
                      <a:cubicBezTo>
                        <a:pt x="84296" y="113633"/>
                        <a:pt x="83915" y="112586"/>
                        <a:pt x="83248" y="111157"/>
                      </a:cubicBezTo>
                      <a:cubicBezTo>
                        <a:pt x="82487" y="109919"/>
                        <a:pt x="82201" y="108871"/>
                        <a:pt x="82201" y="108204"/>
                      </a:cubicBezTo>
                      <a:cubicBezTo>
                        <a:pt x="82201" y="107918"/>
                        <a:pt x="82201" y="107537"/>
                        <a:pt x="82391" y="107252"/>
                      </a:cubicBezTo>
                      <a:cubicBezTo>
                        <a:pt x="82105" y="107347"/>
                        <a:pt x="81820" y="107537"/>
                        <a:pt x="81724" y="107728"/>
                      </a:cubicBezTo>
                      <a:cubicBezTo>
                        <a:pt x="83629" y="105346"/>
                        <a:pt x="84487" y="103727"/>
                        <a:pt x="84296" y="102775"/>
                      </a:cubicBezTo>
                      <a:lnTo>
                        <a:pt x="85058" y="106585"/>
                      </a:lnTo>
                      <a:cubicBezTo>
                        <a:pt x="86106" y="106109"/>
                        <a:pt x="87439" y="105061"/>
                        <a:pt x="88868" y="103537"/>
                      </a:cubicBezTo>
                      <a:cubicBezTo>
                        <a:pt x="88392" y="101918"/>
                        <a:pt x="87535" y="100965"/>
                        <a:pt x="86201" y="100584"/>
                      </a:cubicBezTo>
                      <a:cubicBezTo>
                        <a:pt x="84963" y="100108"/>
                        <a:pt x="84296" y="99060"/>
                        <a:pt x="84296" y="97346"/>
                      </a:cubicBezTo>
                      <a:lnTo>
                        <a:pt x="86201" y="98012"/>
                      </a:lnTo>
                      <a:lnTo>
                        <a:pt x="86963" y="97346"/>
                      </a:lnTo>
                      <a:cubicBezTo>
                        <a:pt x="84487" y="91821"/>
                        <a:pt x="83153" y="87630"/>
                        <a:pt x="83153" y="84772"/>
                      </a:cubicBezTo>
                      <a:cubicBezTo>
                        <a:pt x="83153" y="83725"/>
                        <a:pt x="83344" y="82677"/>
                        <a:pt x="83629" y="81725"/>
                      </a:cubicBezTo>
                      <a:cubicBezTo>
                        <a:pt x="82963" y="81915"/>
                        <a:pt x="82391" y="82296"/>
                        <a:pt x="81724" y="82677"/>
                      </a:cubicBezTo>
                      <a:cubicBezTo>
                        <a:pt x="81153" y="83153"/>
                        <a:pt x="80677" y="83344"/>
                        <a:pt x="80296" y="83344"/>
                      </a:cubicBezTo>
                      <a:cubicBezTo>
                        <a:pt x="80010" y="83344"/>
                        <a:pt x="79629" y="82868"/>
                        <a:pt x="79057" y="82201"/>
                      </a:cubicBezTo>
                      <a:lnTo>
                        <a:pt x="82391" y="81629"/>
                      </a:lnTo>
                      <a:lnTo>
                        <a:pt x="81724" y="80963"/>
                      </a:lnTo>
                      <a:cubicBezTo>
                        <a:pt x="83248" y="78867"/>
                        <a:pt x="85058" y="78486"/>
                        <a:pt x="86963" y="79724"/>
                      </a:cubicBezTo>
                      <a:lnTo>
                        <a:pt x="88106" y="79724"/>
                      </a:lnTo>
                      <a:cubicBezTo>
                        <a:pt x="88582" y="78010"/>
                        <a:pt x="88202" y="76962"/>
                        <a:pt x="87058" y="76391"/>
                      </a:cubicBezTo>
                      <a:cubicBezTo>
                        <a:pt x="85915" y="75914"/>
                        <a:pt x="84772" y="75533"/>
                        <a:pt x="83629" y="75247"/>
                      </a:cubicBezTo>
                      <a:cubicBezTo>
                        <a:pt x="84011" y="72676"/>
                        <a:pt x="83629" y="69342"/>
                        <a:pt x="82487" y="65246"/>
                      </a:cubicBezTo>
                      <a:cubicBezTo>
                        <a:pt x="80772" y="65437"/>
                        <a:pt x="79724" y="66866"/>
                        <a:pt x="79724" y="69723"/>
                      </a:cubicBezTo>
                      <a:cubicBezTo>
                        <a:pt x="79534" y="72580"/>
                        <a:pt x="78867" y="74009"/>
                        <a:pt x="77819" y="74009"/>
                      </a:cubicBezTo>
                      <a:cubicBezTo>
                        <a:pt x="77153" y="74009"/>
                        <a:pt x="76295" y="73819"/>
                        <a:pt x="75247" y="73247"/>
                      </a:cubicBezTo>
                      <a:cubicBezTo>
                        <a:pt x="75057" y="74867"/>
                        <a:pt x="75247" y="76962"/>
                        <a:pt x="76010" y="79629"/>
                      </a:cubicBezTo>
                      <a:cubicBezTo>
                        <a:pt x="73819" y="79629"/>
                        <a:pt x="71723" y="81534"/>
                        <a:pt x="69628" y="85725"/>
                      </a:cubicBezTo>
                      <a:cubicBezTo>
                        <a:pt x="67532" y="90011"/>
                        <a:pt x="65151" y="91630"/>
                        <a:pt x="62484" y="90869"/>
                      </a:cubicBezTo>
                      <a:lnTo>
                        <a:pt x="62484" y="93440"/>
                      </a:lnTo>
                      <a:lnTo>
                        <a:pt x="65341" y="92773"/>
                      </a:lnTo>
                      <a:cubicBezTo>
                        <a:pt x="65341" y="93345"/>
                        <a:pt x="65056" y="94297"/>
                        <a:pt x="64389" y="95536"/>
                      </a:cubicBezTo>
                      <a:cubicBezTo>
                        <a:pt x="63818" y="96869"/>
                        <a:pt x="63437" y="97727"/>
                        <a:pt x="63437" y="98393"/>
                      </a:cubicBezTo>
                      <a:cubicBezTo>
                        <a:pt x="63437" y="99251"/>
                        <a:pt x="63818" y="100013"/>
                        <a:pt x="64389" y="100775"/>
                      </a:cubicBezTo>
                      <a:cubicBezTo>
                        <a:pt x="63913" y="100394"/>
                        <a:pt x="63437" y="100203"/>
                        <a:pt x="62960" y="100203"/>
                      </a:cubicBezTo>
                      <a:cubicBezTo>
                        <a:pt x="62008" y="100203"/>
                        <a:pt x="61055" y="100870"/>
                        <a:pt x="60103" y="102108"/>
                      </a:cubicBezTo>
                      <a:cubicBezTo>
                        <a:pt x="58674" y="103632"/>
                        <a:pt x="57626" y="104775"/>
                        <a:pt x="57055" y="105156"/>
                      </a:cubicBezTo>
                      <a:cubicBezTo>
                        <a:pt x="52388" y="101537"/>
                        <a:pt x="47625" y="95441"/>
                        <a:pt x="42577" y="86868"/>
                      </a:cubicBezTo>
                      <a:cubicBezTo>
                        <a:pt x="42672" y="86296"/>
                        <a:pt x="42863" y="85630"/>
                        <a:pt x="42863" y="84963"/>
                      </a:cubicBezTo>
                      <a:cubicBezTo>
                        <a:pt x="42863" y="83248"/>
                        <a:pt x="42291" y="81629"/>
                        <a:pt x="41338" y="80296"/>
                      </a:cubicBezTo>
                      <a:cubicBezTo>
                        <a:pt x="40196" y="78962"/>
                        <a:pt x="39243" y="78486"/>
                        <a:pt x="38100" y="78772"/>
                      </a:cubicBezTo>
                      <a:cubicBezTo>
                        <a:pt x="37052" y="75724"/>
                        <a:pt x="36004" y="73533"/>
                        <a:pt x="35243" y="72104"/>
                      </a:cubicBezTo>
                      <a:cubicBezTo>
                        <a:pt x="34099" y="69723"/>
                        <a:pt x="32861" y="68009"/>
                        <a:pt x="31432" y="66866"/>
                      </a:cubicBezTo>
                      <a:cubicBezTo>
                        <a:pt x="30194" y="71438"/>
                        <a:pt x="29528" y="76676"/>
                        <a:pt x="29528" y="82296"/>
                      </a:cubicBezTo>
                      <a:cubicBezTo>
                        <a:pt x="29528" y="84963"/>
                        <a:pt x="29718" y="88963"/>
                        <a:pt x="30099" y="94202"/>
                      </a:cubicBezTo>
                      <a:cubicBezTo>
                        <a:pt x="30480" y="99441"/>
                        <a:pt x="30671" y="103346"/>
                        <a:pt x="30671" y="106013"/>
                      </a:cubicBezTo>
                      <a:cubicBezTo>
                        <a:pt x="30671" y="111728"/>
                        <a:pt x="30004" y="116872"/>
                        <a:pt x="28765" y="121444"/>
                      </a:cubicBezTo>
                      <a:cubicBezTo>
                        <a:pt x="25432" y="124016"/>
                        <a:pt x="21431" y="125349"/>
                        <a:pt x="16764" y="125539"/>
                      </a:cubicBezTo>
                      <a:cubicBezTo>
                        <a:pt x="12097" y="125825"/>
                        <a:pt x="7525" y="126016"/>
                        <a:pt x="3143" y="126206"/>
                      </a:cubicBezTo>
                      <a:lnTo>
                        <a:pt x="0" y="123349"/>
                      </a:lnTo>
                      <a:lnTo>
                        <a:pt x="0" y="2667"/>
                      </a:lnTo>
                      <a:cubicBezTo>
                        <a:pt x="11525" y="953"/>
                        <a:pt x="17621" y="0"/>
                        <a:pt x="18097" y="0"/>
                      </a:cubicBezTo>
                      <a:cubicBezTo>
                        <a:pt x="21431" y="0"/>
                        <a:pt x="24574" y="571"/>
                        <a:pt x="27527" y="1619"/>
                      </a:cubicBezTo>
                      <a:lnTo>
                        <a:pt x="34004" y="8668"/>
                      </a:lnTo>
                      <a:cubicBezTo>
                        <a:pt x="33814" y="9620"/>
                        <a:pt x="34099" y="10859"/>
                        <a:pt x="34957" y="12383"/>
                      </a:cubicBezTo>
                      <a:lnTo>
                        <a:pt x="36862" y="12383"/>
                      </a:lnTo>
                      <a:cubicBezTo>
                        <a:pt x="37052" y="17621"/>
                        <a:pt x="40957" y="25051"/>
                        <a:pt x="48768" y="34766"/>
                      </a:cubicBezTo>
                      <a:cubicBezTo>
                        <a:pt x="48482" y="36290"/>
                        <a:pt x="49149" y="37814"/>
                        <a:pt x="50768" y="39243"/>
                      </a:cubicBezTo>
                      <a:cubicBezTo>
                        <a:pt x="52483" y="40672"/>
                        <a:pt x="53245" y="41720"/>
                        <a:pt x="53245" y="42481"/>
                      </a:cubicBezTo>
                      <a:cubicBezTo>
                        <a:pt x="53245" y="43148"/>
                        <a:pt x="52959" y="43910"/>
                        <a:pt x="52578" y="44672"/>
                      </a:cubicBezTo>
                      <a:lnTo>
                        <a:pt x="47054" y="48482"/>
                      </a:lnTo>
                      <a:lnTo>
                        <a:pt x="47054" y="45339"/>
                      </a:lnTo>
                      <a:cubicBezTo>
                        <a:pt x="45911" y="45339"/>
                        <a:pt x="44863" y="45434"/>
                        <a:pt x="43720" y="45529"/>
                      </a:cubicBezTo>
                      <a:cubicBezTo>
                        <a:pt x="42672" y="45720"/>
                        <a:pt x="41815" y="46292"/>
                        <a:pt x="41338" y="47244"/>
                      </a:cubicBezTo>
                      <a:cubicBezTo>
                        <a:pt x="41720" y="49054"/>
                        <a:pt x="42958" y="50102"/>
                        <a:pt x="45244" y="50578"/>
                      </a:cubicBezTo>
                      <a:cubicBezTo>
                        <a:pt x="47625" y="51054"/>
                        <a:pt x="49054" y="51816"/>
                        <a:pt x="49625" y="52864"/>
                      </a:cubicBezTo>
                      <a:cubicBezTo>
                        <a:pt x="50673" y="53245"/>
                        <a:pt x="51721" y="52673"/>
                        <a:pt x="52578" y="51245"/>
                      </a:cubicBezTo>
                      <a:cubicBezTo>
                        <a:pt x="53435" y="49816"/>
                        <a:pt x="54197" y="49149"/>
                        <a:pt x="54578" y="49149"/>
                      </a:cubicBezTo>
                      <a:cubicBezTo>
                        <a:pt x="55054" y="49149"/>
                        <a:pt x="55626" y="49435"/>
                        <a:pt x="56293" y="49816"/>
                      </a:cubicBezTo>
                      <a:cubicBezTo>
                        <a:pt x="56769" y="49721"/>
                        <a:pt x="57055" y="48768"/>
                        <a:pt x="57055" y="47244"/>
                      </a:cubicBezTo>
                      <a:lnTo>
                        <a:pt x="59627" y="51721"/>
                      </a:lnTo>
                      <a:lnTo>
                        <a:pt x="64389" y="48387"/>
                      </a:lnTo>
                      <a:cubicBezTo>
                        <a:pt x="63151" y="46292"/>
                        <a:pt x="61531" y="45911"/>
                        <a:pt x="59627" y="47244"/>
                      </a:cubicBezTo>
                      <a:cubicBezTo>
                        <a:pt x="59912" y="39053"/>
                        <a:pt x="65437" y="30671"/>
                        <a:pt x="76010" y="22288"/>
                      </a:cubicBezTo>
                      <a:cubicBezTo>
                        <a:pt x="77057" y="21622"/>
                        <a:pt x="77629" y="20669"/>
                        <a:pt x="77629" y="19431"/>
                      </a:cubicBezTo>
                      <a:cubicBezTo>
                        <a:pt x="77629" y="18955"/>
                        <a:pt x="77533" y="18193"/>
                        <a:pt x="77343" y="17145"/>
                      </a:cubicBezTo>
                      <a:cubicBezTo>
                        <a:pt x="77248" y="16097"/>
                        <a:pt x="77153" y="15335"/>
                        <a:pt x="77153" y="14859"/>
                      </a:cubicBezTo>
                      <a:cubicBezTo>
                        <a:pt x="77153" y="13811"/>
                        <a:pt x="77438" y="12859"/>
                        <a:pt x="78200" y="12287"/>
                      </a:cubicBezTo>
                      <a:cubicBezTo>
                        <a:pt x="81439" y="5334"/>
                        <a:pt x="86582" y="1905"/>
                        <a:pt x="93631" y="1905"/>
                      </a:cubicBezTo>
                      <a:cubicBezTo>
                        <a:pt x="94869" y="1905"/>
                        <a:pt x="96203" y="2096"/>
                        <a:pt x="97631" y="2381"/>
                      </a:cubicBezTo>
                      <a:lnTo>
                        <a:pt x="97631" y="1429"/>
                      </a:lnTo>
                      <a:lnTo>
                        <a:pt x="116586" y="2381"/>
                      </a:lnTo>
                      <a:cubicBezTo>
                        <a:pt x="117443" y="15240"/>
                        <a:pt x="117824" y="29051"/>
                        <a:pt x="117824" y="43910"/>
                      </a:cubicBezTo>
                      <a:cubicBezTo>
                        <a:pt x="117824" y="58769"/>
                        <a:pt x="117443" y="72295"/>
                        <a:pt x="116586" y="84963"/>
                      </a:cubicBezTo>
                      <a:cubicBezTo>
                        <a:pt x="117729" y="86678"/>
                        <a:pt x="119253" y="87059"/>
                        <a:pt x="121348" y="85916"/>
                      </a:cubicBezTo>
                      <a:lnTo>
                        <a:pt x="115919" y="91154"/>
                      </a:lnTo>
                      <a:cubicBezTo>
                        <a:pt x="117062" y="91630"/>
                        <a:pt x="117634" y="92393"/>
                        <a:pt x="117634" y="93345"/>
                      </a:cubicBezTo>
                      <a:cubicBezTo>
                        <a:pt x="117634" y="92964"/>
                        <a:pt x="117062" y="94488"/>
                        <a:pt x="115919" y="97631"/>
                      </a:cubicBezTo>
                      <a:lnTo>
                        <a:pt x="120396" y="102394"/>
                      </a:lnTo>
                      <a:cubicBezTo>
                        <a:pt x="120872" y="101822"/>
                        <a:pt x="121348" y="101441"/>
                        <a:pt x="121634" y="101441"/>
                      </a:cubicBezTo>
                      <a:cubicBezTo>
                        <a:pt x="121920" y="101441"/>
                        <a:pt x="122491" y="101822"/>
                        <a:pt x="123254" y="102394"/>
                      </a:cubicBezTo>
                      <a:cubicBezTo>
                        <a:pt x="124015" y="102965"/>
                        <a:pt x="124682" y="103251"/>
                        <a:pt x="125158" y="103156"/>
                      </a:cubicBezTo>
                      <a:close/>
                      <a:moveTo>
                        <a:pt x="26575" y="40291"/>
                      </a:moveTo>
                      <a:lnTo>
                        <a:pt x="31813" y="36481"/>
                      </a:lnTo>
                      <a:cubicBezTo>
                        <a:pt x="30861" y="36004"/>
                        <a:pt x="29623" y="35719"/>
                        <a:pt x="28194" y="35719"/>
                      </a:cubicBezTo>
                      <a:cubicBezTo>
                        <a:pt x="26765" y="35719"/>
                        <a:pt x="24194" y="36100"/>
                        <a:pt x="20383" y="36862"/>
                      </a:cubicBezTo>
                      <a:cubicBezTo>
                        <a:pt x="16573" y="37719"/>
                        <a:pt x="13621" y="38100"/>
                        <a:pt x="11716" y="38100"/>
                      </a:cubicBezTo>
                      <a:cubicBezTo>
                        <a:pt x="10478" y="38100"/>
                        <a:pt x="9335" y="37910"/>
                        <a:pt x="8191" y="37624"/>
                      </a:cubicBezTo>
                      <a:cubicBezTo>
                        <a:pt x="10287" y="38862"/>
                        <a:pt x="13335" y="39529"/>
                        <a:pt x="17431" y="39529"/>
                      </a:cubicBezTo>
                      <a:lnTo>
                        <a:pt x="26479" y="39529"/>
                      </a:lnTo>
                      <a:lnTo>
                        <a:pt x="26479" y="40196"/>
                      </a:lnTo>
                      <a:close/>
                      <a:moveTo>
                        <a:pt x="52959" y="54769"/>
                      </a:moveTo>
                      <a:lnTo>
                        <a:pt x="57436" y="54769"/>
                      </a:lnTo>
                      <a:lnTo>
                        <a:pt x="56102" y="53340"/>
                      </a:lnTo>
                      <a:lnTo>
                        <a:pt x="52959" y="54769"/>
                      </a:lnTo>
                      <a:close/>
                      <a:moveTo>
                        <a:pt x="54864" y="97250"/>
                      </a:moveTo>
                      <a:cubicBezTo>
                        <a:pt x="54864" y="97250"/>
                        <a:pt x="55340" y="96107"/>
                        <a:pt x="56293" y="94107"/>
                      </a:cubicBezTo>
                      <a:cubicBezTo>
                        <a:pt x="56960" y="93059"/>
                        <a:pt x="57150" y="91916"/>
                        <a:pt x="56864" y="90773"/>
                      </a:cubicBezTo>
                      <a:lnTo>
                        <a:pt x="54959" y="90773"/>
                      </a:lnTo>
                      <a:lnTo>
                        <a:pt x="54959" y="97155"/>
                      </a:lnTo>
                      <a:close/>
                      <a:moveTo>
                        <a:pt x="62389" y="84392"/>
                      </a:moveTo>
                      <a:cubicBezTo>
                        <a:pt x="63151" y="84582"/>
                        <a:pt x="64389" y="84868"/>
                        <a:pt x="66008" y="85344"/>
                      </a:cubicBezTo>
                      <a:cubicBezTo>
                        <a:pt x="64389" y="84772"/>
                        <a:pt x="63246" y="84392"/>
                        <a:pt x="62389" y="84392"/>
                      </a:cubicBezTo>
                      <a:cubicBezTo>
                        <a:pt x="60388" y="83915"/>
                        <a:pt x="58674" y="84582"/>
                        <a:pt x="57436" y="86296"/>
                      </a:cubicBezTo>
                      <a:cubicBezTo>
                        <a:pt x="58960" y="84868"/>
                        <a:pt x="60579" y="84296"/>
                        <a:pt x="62389" y="84392"/>
                      </a:cubicBezTo>
                      <a:close/>
                      <a:moveTo>
                        <a:pt x="57436" y="115538"/>
                      </a:moveTo>
                      <a:lnTo>
                        <a:pt x="58674" y="112490"/>
                      </a:lnTo>
                      <a:lnTo>
                        <a:pt x="60579" y="112490"/>
                      </a:lnTo>
                      <a:lnTo>
                        <a:pt x="57436" y="115538"/>
                      </a:lnTo>
                      <a:close/>
                      <a:moveTo>
                        <a:pt x="72390" y="91535"/>
                      </a:moveTo>
                      <a:cubicBezTo>
                        <a:pt x="72295" y="92202"/>
                        <a:pt x="71914" y="93059"/>
                        <a:pt x="71247" y="94107"/>
                      </a:cubicBezTo>
                      <a:lnTo>
                        <a:pt x="69818" y="94107"/>
                      </a:lnTo>
                      <a:cubicBezTo>
                        <a:pt x="69342" y="93345"/>
                        <a:pt x="69437" y="92678"/>
                        <a:pt x="70009" y="92012"/>
                      </a:cubicBezTo>
                      <a:cubicBezTo>
                        <a:pt x="70580" y="91345"/>
                        <a:pt x="71438" y="91250"/>
                        <a:pt x="72390" y="91535"/>
                      </a:cubicBezTo>
                      <a:close/>
                      <a:moveTo>
                        <a:pt x="71247" y="100870"/>
                      </a:moveTo>
                      <a:lnTo>
                        <a:pt x="74295" y="101822"/>
                      </a:lnTo>
                      <a:lnTo>
                        <a:pt x="70485" y="101822"/>
                      </a:lnTo>
                      <a:lnTo>
                        <a:pt x="71247" y="100870"/>
                      </a:lnTo>
                      <a:close/>
                      <a:moveTo>
                        <a:pt x="71247" y="123635"/>
                      </a:moveTo>
                      <a:cubicBezTo>
                        <a:pt x="73247" y="123254"/>
                        <a:pt x="75152" y="123635"/>
                        <a:pt x="76771" y="124396"/>
                      </a:cubicBezTo>
                      <a:cubicBezTo>
                        <a:pt x="78391" y="125349"/>
                        <a:pt x="79438" y="126302"/>
                        <a:pt x="79724" y="127445"/>
                      </a:cubicBezTo>
                      <a:lnTo>
                        <a:pt x="76867" y="128302"/>
                      </a:lnTo>
                      <a:cubicBezTo>
                        <a:pt x="78296" y="126968"/>
                        <a:pt x="78296" y="126016"/>
                        <a:pt x="76867" y="125539"/>
                      </a:cubicBezTo>
                      <a:lnTo>
                        <a:pt x="72390" y="127445"/>
                      </a:lnTo>
                      <a:lnTo>
                        <a:pt x="71247" y="123635"/>
                      </a:lnTo>
                      <a:close/>
                      <a:moveTo>
                        <a:pt x="75057" y="109823"/>
                      </a:moveTo>
                      <a:lnTo>
                        <a:pt x="76962" y="109823"/>
                      </a:lnTo>
                      <a:lnTo>
                        <a:pt x="76962" y="112490"/>
                      </a:lnTo>
                      <a:lnTo>
                        <a:pt x="75057" y="109823"/>
                      </a:lnTo>
                      <a:close/>
                      <a:moveTo>
                        <a:pt x="78105" y="82296"/>
                      </a:moveTo>
                      <a:cubicBezTo>
                        <a:pt x="78105" y="82296"/>
                        <a:pt x="77438" y="82487"/>
                        <a:pt x="76962" y="82296"/>
                      </a:cubicBezTo>
                      <a:lnTo>
                        <a:pt x="78105" y="82296"/>
                      </a:lnTo>
                      <a:close/>
                      <a:moveTo>
                        <a:pt x="78105" y="82296"/>
                      </a:moveTo>
                      <a:lnTo>
                        <a:pt x="78772" y="81534"/>
                      </a:lnTo>
                      <a:cubicBezTo>
                        <a:pt x="78772" y="81534"/>
                        <a:pt x="78962" y="81915"/>
                        <a:pt x="78962" y="82105"/>
                      </a:cubicBezTo>
                      <a:lnTo>
                        <a:pt x="78010" y="82296"/>
                      </a:lnTo>
                      <a:close/>
                      <a:moveTo>
                        <a:pt x="81724" y="137446"/>
                      </a:moveTo>
                      <a:cubicBezTo>
                        <a:pt x="82677" y="137255"/>
                        <a:pt x="84011" y="137636"/>
                        <a:pt x="85725" y="138589"/>
                      </a:cubicBezTo>
                      <a:cubicBezTo>
                        <a:pt x="87439" y="139446"/>
                        <a:pt x="88582" y="140018"/>
                        <a:pt x="89345" y="140208"/>
                      </a:cubicBezTo>
                      <a:cubicBezTo>
                        <a:pt x="84772" y="140779"/>
                        <a:pt x="82201" y="139827"/>
                        <a:pt x="81724" y="137351"/>
                      </a:cubicBezTo>
                      <a:close/>
                      <a:moveTo>
                        <a:pt x="92678" y="139351"/>
                      </a:moveTo>
                      <a:cubicBezTo>
                        <a:pt x="91630" y="140113"/>
                        <a:pt x="90392" y="140494"/>
                        <a:pt x="89345" y="140303"/>
                      </a:cubicBezTo>
                      <a:cubicBezTo>
                        <a:pt x="90011" y="140113"/>
                        <a:pt x="91059" y="139827"/>
                        <a:pt x="92678" y="139351"/>
                      </a:cubicBezTo>
                      <a:close/>
                      <a:moveTo>
                        <a:pt x="98774" y="93536"/>
                      </a:moveTo>
                      <a:cubicBezTo>
                        <a:pt x="99727" y="92964"/>
                        <a:pt x="100203" y="92297"/>
                        <a:pt x="99917" y="91630"/>
                      </a:cubicBezTo>
                      <a:cubicBezTo>
                        <a:pt x="99155" y="91345"/>
                        <a:pt x="98488" y="91440"/>
                        <a:pt x="97917" y="91821"/>
                      </a:cubicBezTo>
                      <a:cubicBezTo>
                        <a:pt x="97346" y="92393"/>
                        <a:pt x="97155" y="92964"/>
                        <a:pt x="97346" y="93440"/>
                      </a:cubicBezTo>
                      <a:lnTo>
                        <a:pt x="98774" y="93440"/>
                      </a:lnTo>
                      <a:close/>
                      <a:moveTo>
                        <a:pt x="102584" y="66008"/>
                      </a:moveTo>
                      <a:lnTo>
                        <a:pt x="100679" y="68580"/>
                      </a:lnTo>
                      <a:cubicBezTo>
                        <a:pt x="102108" y="68104"/>
                        <a:pt x="102679" y="67913"/>
                        <a:pt x="102584" y="67913"/>
                      </a:cubicBezTo>
                      <a:lnTo>
                        <a:pt x="102584" y="66008"/>
                      </a:lnTo>
                      <a:close/>
                      <a:moveTo>
                        <a:pt x="100679" y="99060"/>
                      </a:moveTo>
                      <a:lnTo>
                        <a:pt x="105251" y="99060"/>
                      </a:lnTo>
                      <a:lnTo>
                        <a:pt x="102679" y="96203"/>
                      </a:lnTo>
                      <a:lnTo>
                        <a:pt x="100774" y="99060"/>
                      </a:lnTo>
                      <a:close/>
                      <a:moveTo>
                        <a:pt x="103537" y="125159"/>
                      </a:moveTo>
                      <a:cubicBezTo>
                        <a:pt x="102584" y="125825"/>
                        <a:pt x="101822" y="125921"/>
                        <a:pt x="101441" y="125635"/>
                      </a:cubicBezTo>
                      <a:cubicBezTo>
                        <a:pt x="102108" y="125254"/>
                        <a:pt x="102775" y="125159"/>
                        <a:pt x="103537" y="125159"/>
                      </a:cubicBezTo>
                      <a:close/>
                      <a:moveTo>
                        <a:pt x="103537" y="125159"/>
                      </a:moveTo>
                      <a:cubicBezTo>
                        <a:pt x="103537" y="125159"/>
                        <a:pt x="104585" y="124968"/>
                        <a:pt x="105156" y="125635"/>
                      </a:cubicBezTo>
                      <a:cubicBezTo>
                        <a:pt x="104204" y="125254"/>
                        <a:pt x="103632" y="125159"/>
                        <a:pt x="103537" y="125159"/>
                      </a:cubicBezTo>
                      <a:close/>
                      <a:moveTo>
                        <a:pt x="110966" y="115538"/>
                      </a:moveTo>
                      <a:cubicBezTo>
                        <a:pt x="111538" y="115348"/>
                        <a:pt x="111823" y="115157"/>
                        <a:pt x="111823" y="115157"/>
                      </a:cubicBezTo>
                      <a:lnTo>
                        <a:pt x="111823" y="112586"/>
                      </a:lnTo>
                      <a:cubicBezTo>
                        <a:pt x="111252" y="111919"/>
                        <a:pt x="110299" y="111633"/>
                        <a:pt x="109156" y="111823"/>
                      </a:cubicBezTo>
                      <a:lnTo>
                        <a:pt x="105632" y="111823"/>
                      </a:lnTo>
                      <a:cubicBezTo>
                        <a:pt x="106966" y="112014"/>
                        <a:pt x="107632" y="112776"/>
                        <a:pt x="107918" y="114014"/>
                      </a:cubicBezTo>
                      <a:cubicBezTo>
                        <a:pt x="108204" y="115348"/>
                        <a:pt x="108680" y="115919"/>
                        <a:pt x="109538" y="115919"/>
                      </a:cubicBezTo>
                      <a:cubicBezTo>
                        <a:pt x="110014" y="115919"/>
                        <a:pt x="110490" y="115729"/>
                        <a:pt x="111062" y="115538"/>
                      </a:cubicBezTo>
                      <a:close/>
                      <a:moveTo>
                        <a:pt x="112490" y="105442"/>
                      </a:moveTo>
                      <a:lnTo>
                        <a:pt x="112490" y="101918"/>
                      </a:lnTo>
                      <a:lnTo>
                        <a:pt x="111157" y="101918"/>
                      </a:lnTo>
                      <a:lnTo>
                        <a:pt x="111157" y="104775"/>
                      </a:lnTo>
                      <a:cubicBezTo>
                        <a:pt x="111157" y="104775"/>
                        <a:pt x="111919" y="104775"/>
                        <a:pt x="112490" y="105442"/>
                      </a:cubicBezTo>
                      <a:close/>
                      <a:moveTo>
                        <a:pt x="115538" y="131159"/>
                      </a:moveTo>
                      <a:lnTo>
                        <a:pt x="118205" y="131159"/>
                      </a:lnTo>
                      <a:lnTo>
                        <a:pt x="119158" y="132302"/>
                      </a:lnTo>
                      <a:lnTo>
                        <a:pt x="115633" y="131159"/>
                      </a:lnTo>
                      <a:close/>
                      <a:moveTo>
                        <a:pt x="126968" y="77914"/>
                      </a:moveTo>
                      <a:cubicBezTo>
                        <a:pt x="125063" y="78581"/>
                        <a:pt x="123730" y="80010"/>
                        <a:pt x="122968" y="82391"/>
                      </a:cubicBezTo>
                      <a:cubicBezTo>
                        <a:pt x="122491" y="81439"/>
                        <a:pt x="122206" y="80677"/>
                        <a:pt x="122206" y="80010"/>
                      </a:cubicBezTo>
                      <a:cubicBezTo>
                        <a:pt x="122206" y="79438"/>
                        <a:pt x="123825" y="78677"/>
                        <a:pt x="126968" y="77914"/>
                      </a:cubicBezTo>
                      <a:close/>
                      <a:moveTo>
                        <a:pt x="123635" y="90297"/>
                      </a:moveTo>
                      <a:lnTo>
                        <a:pt x="123635" y="87154"/>
                      </a:lnTo>
                      <a:lnTo>
                        <a:pt x="126302" y="87154"/>
                      </a:lnTo>
                      <a:lnTo>
                        <a:pt x="123635" y="90297"/>
                      </a:lnTo>
                      <a:close/>
                      <a:moveTo>
                        <a:pt x="131921" y="121920"/>
                      </a:moveTo>
                      <a:cubicBezTo>
                        <a:pt x="131445" y="122396"/>
                        <a:pt x="130969" y="122682"/>
                        <a:pt x="130588" y="122682"/>
                      </a:cubicBezTo>
                      <a:cubicBezTo>
                        <a:pt x="130112" y="122682"/>
                        <a:pt x="129445" y="122492"/>
                        <a:pt x="128683" y="122111"/>
                      </a:cubicBezTo>
                      <a:cubicBezTo>
                        <a:pt x="127921" y="121729"/>
                        <a:pt x="127254" y="121539"/>
                        <a:pt x="126778" y="121539"/>
                      </a:cubicBezTo>
                      <a:cubicBezTo>
                        <a:pt x="126111" y="121539"/>
                        <a:pt x="125539" y="122111"/>
                        <a:pt x="124873" y="123254"/>
                      </a:cubicBezTo>
                      <a:lnTo>
                        <a:pt x="126302" y="117538"/>
                      </a:lnTo>
                      <a:lnTo>
                        <a:pt x="128206" y="120587"/>
                      </a:lnTo>
                      <a:lnTo>
                        <a:pt x="129349" y="119444"/>
                      </a:lnTo>
                      <a:lnTo>
                        <a:pt x="131921" y="122015"/>
                      </a:lnTo>
                      <a:close/>
                      <a:moveTo>
                        <a:pt x="128111" y="148780"/>
                      </a:moveTo>
                      <a:lnTo>
                        <a:pt x="126206" y="148780"/>
                      </a:lnTo>
                      <a:lnTo>
                        <a:pt x="129254" y="146876"/>
                      </a:lnTo>
                      <a:lnTo>
                        <a:pt x="128111" y="148780"/>
                      </a:lnTo>
                      <a:close/>
                      <a:moveTo>
                        <a:pt x="129254" y="78010"/>
                      </a:moveTo>
                      <a:cubicBezTo>
                        <a:pt x="128492" y="77724"/>
                        <a:pt x="127825" y="77724"/>
                        <a:pt x="127349" y="78010"/>
                      </a:cubicBezTo>
                      <a:cubicBezTo>
                        <a:pt x="128111" y="77724"/>
                        <a:pt x="128778" y="77153"/>
                        <a:pt x="129254" y="76391"/>
                      </a:cubicBezTo>
                      <a:lnTo>
                        <a:pt x="129254" y="78010"/>
                      </a:lnTo>
                      <a:close/>
                      <a:moveTo>
                        <a:pt x="132588" y="136874"/>
                      </a:moveTo>
                      <a:cubicBezTo>
                        <a:pt x="131350" y="136493"/>
                        <a:pt x="130683" y="137255"/>
                        <a:pt x="130683" y="139541"/>
                      </a:cubicBezTo>
                      <a:lnTo>
                        <a:pt x="131826" y="139541"/>
                      </a:lnTo>
                      <a:lnTo>
                        <a:pt x="131826" y="142399"/>
                      </a:lnTo>
                      <a:lnTo>
                        <a:pt x="130683" y="142399"/>
                      </a:lnTo>
                      <a:lnTo>
                        <a:pt x="130683" y="136874"/>
                      </a:lnTo>
                      <a:cubicBezTo>
                        <a:pt x="130493" y="134969"/>
                        <a:pt x="129635" y="134112"/>
                        <a:pt x="128016" y="134303"/>
                      </a:cubicBezTo>
                      <a:cubicBezTo>
                        <a:pt x="130683" y="133255"/>
                        <a:pt x="132207" y="134112"/>
                        <a:pt x="132493" y="136874"/>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 name="Google Shape;1473;p99"/>
                <p:cNvSpPr/>
                <p:nvPr/>
              </p:nvSpPr>
              <p:spPr>
                <a:xfrm>
                  <a:off x="6816565" y="4828190"/>
                  <a:ext cx="105346" cy="126642"/>
                </a:xfrm>
                <a:custGeom>
                  <a:avLst/>
                  <a:gdLst/>
                  <a:ahLst/>
                  <a:cxnLst/>
                  <a:rect l="l" t="t" r="r" b="b"/>
                  <a:pathLst>
                    <a:path w="105346" h="126642" extrusionOk="0">
                      <a:moveTo>
                        <a:pt x="101060" y="24321"/>
                      </a:moveTo>
                      <a:cubicBezTo>
                        <a:pt x="103918" y="26416"/>
                        <a:pt x="105346" y="30131"/>
                        <a:pt x="105346" y="35369"/>
                      </a:cubicBezTo>
                      <a:cubicBezTo>
                        <a:pt x="105346" y="35941"/>
                        <a:pt x="104775" y="40704"/>
                        <a:pt x="103632" y="49562"/>
                      </a:cubicBezTo>
                      <a:cubicBezTo>
                        <a:pt x="103346" y="50514"/>
                        <a:pt x="102013" y="52610"/>
                        <a:pt x="99822" y="55753"/>
                      </a:cubicBezTo>
                      <a:cubicBezTo>
                        <a:pt x="97917" y="58325"/>
                        <a:pt x="96964" y="60420"/>
                        <a:pt x="96964" y="62230"/>
                      </a:cubicBezTo>
                      <a:cubicBezTo>
                        <a:pt x="96964" y="63087"/>
                        <a:pt x="97155" y="63944"/>
                        <a:pt x="97631" y="64897"/>
                      </a:cubicBezTo>
                      <a:cubicBezTo>
                        <a:pt x="96584" y="64516"/>
                        <a:pt x="95631" y="64421"/>
                        <a:pt x="94774" y="64421"/>
                      </a:cubicBezTo>
                      <a:cubicBezTo>
                        <a:pt x="92869" y="64421"/>
                        <a:pt x="90964" y="65468"/>
                        <a:pt x="89059" y="67278"/>
                      </a:cubicBezTo>
                      <a:cubicBezTo>
                        <a:pt x="87059" y="69850"/>
                        <a:pt x="85535" y="71279"/>
                        <a:pt x="84582" y="71565"/>
                      </a:cubicBezTo>
                      <a:lnTo>
                        <a:pt x="83820" y="69659"/>
                      </a:lnTo>
                      <a:cubicBezTo>
                        <a:pt x="81629" y="74517"/>
                        <a:pt x="76676" y="76803"/>
                        <a:pt x="68866" y="76803"/>
                      </a:cubicBezTo>
                      <a:cubicBezTo>
                        <a:pt x="70961" y="76803"/>
                        <a:pt x="65722" y="76327"/>
                        <a:pt x="53245" y="75375"/>
                      </a:cubicBezTo>
                      <a:lnTo>
                        <a:pt x="50578" y="72708"/>
                      </a:lnTo>
                      <a:cubicBezTo>
                        <a:pt x="50292" y="75756"/>
                        <a:pt x="49149" y="77280"/>
                        <a:pt x="47244" y="77280"/>
                      </a:cubicBezTo>
                      <a:cubicBezTo>
                        <a:pt x="46482" y="77280"/>
                        <a:pt x="45053" y="76899"/>
                        <a:pt x="42863" y="76232"/>
                      </a:cubicBezTo>
                      <a:cubicBezTo>
                        <a:pt x="40672" y="75470"/>
                        <a:pt x="39053" y="75089"/>
                        <a:pt x="38005" y="75089"/>
                      </a:cubicBezTo>
                      <a:cubicBezTo>
                        <a:pt x="36004" y="75089"/>
                        <a:pt x="34480" y="75946"/>
                        <a:pt x="33623" y="77851"/>
                      </a:cubicBezTo>
                      <a:cubicBezTo>
                        <a:pt x="32766" y="79661"/>
                        <a:pt x="32385" y="83185"/>
                        <a:pt x="32576" y="88424"/>
                      </a:cubicBezTo>
                      <a:cubicBezTo>
                        <a:pt x="32766" y="92710"/>
                        <a:pt x="31909" y="95949"/>
                        <a:pt x="30194" y="98139"/>
                      </a:cubicBezTo>
                      <a:cubicBezTo>
                        <a:pt x="31337" y="98139"/>
                        <a:pt x="31718" y="99187"/>
                        <a:pt x="31528" y="101283"/>
                      </a:cubicBezTo>
                      <a:cubicBezTo>
                        <a:pt x="31242" y="103473"/>
                        <a:pt x="31528" y="104807"/>
                        <a:pt x="32099" y="105474"/>
                      </a:cubicBezTo>
                      <a:lnTo>
                        <a:pt x="33242" y="105474"/>
                      </a:lnTo>
                      <a:lnTo>
                        <a:pt x="33242" y="109950"/>
                      </a:lnTo>
                      <a:lnTo>
                        <a:pt x="34195" y="109950"/>
                      </a:lnTo>
                      <a:cubicBezTo>
                        <a:pt x="34671" y="110903"/>
                        <a:pt x="34862" y="111855"/>
                        <a:pt x="34862" y="112713"/>
                      </a:cubicBezTo>
                      <a:cubicBezTo>
                        <a:pt x="34862" y="114332"/>
                        <a:pt x="33528" y="116332"/>
                        <a:pt x="30766" y="118904"/>
                      </a:cubicBezTo>
                      <a:cubicBezTo>
                        <a:pt x="28004" y="121380"/>
                        <a:pt x="26670" y="123571"/>
                        <a:pt x="26861" y="125571"/>
                      </a:cubicBezTo>
                      <a:cubicBezTo>
                        <a:pt x="21336" y="127000"/>
                        <a:pt x="13621" y="127000"/>
                        <a:pt x="3810" y="125571"/>
                      </a:cubicBezTo>
                      <a:cubicBezTo>
                        <a:pt x="4001" y="121857"/>
                        <a:pt x="3715" y="116523"/>
                        <a:pt x="2953" y="109283"/>
                      </a:cubicBezTo>
                      <a:cubicBezTo>
                        <a:pt x="2286" y="102044"/>
                        <a:pt x="1905" y="96806"/>
                        <a:pt x="1905" y="93472"/>
                      </a:cubicBezTo>
                      <a:cubicBezTo>
                        <a:pt x="1905" y="87185"/>
                        <a:pt x="2762" y="81661"/>
                        <a:pt x="4477" y="77089"/>
                      </a:cubicBezTo>
                      <a:lnTo>
                        <a:pt x="1905" y="71374"/>
                      </a:lnTo>
                      <a:cubicBezTo>
                        <a:pt x="1810" y="69469"/>
                        <a:pt x="1714" y="67564"/>
                        <a:pt x="1714" y="65468"/>
                      </a:cubicBezTo>
                      <a:cubicBezTo>
                        <a:pt x="1714" y="63087"/>
                        <a:pt x="1905" y="59754"/>
                        <a:pt x="2191" y="55467"/>
                      </a:cubicBezTo>
                      <a:cubicBezTo>
                        <a:pt x="2477" y="51086"/>
                        <a:pt x="2572" y="47847"/>
                        <a:pt x="2572" y="45847"/>
                      </a:cubicBezTo>
                      <a:cubicBezTo>
                        <a:pt x="2572" y="40513"/>
                        <a:pt x="1714" y="35846"/>
                        <a:pt x="0" y="32036"/>
                      </a:cubicBezTo>
                      <a:cubicBezTo>
                        <a:pt x="1429" y="31559"/>
                        <a:pt x="2191" y="30988"/>
                        <a:pt x="2191" y="30131"/>
                      </a:cubicBezTo>
                      <a:cubicBezTo>
                        <a:pt x="2191" y="29845"/>
                        <a:pt x="2000" y="29274"/>
                        <a:pt x="1714" y="28607"/>
                      </a:cubicBezTo>
                      <a:cubicBezTo>
                        <a:pt x="1429" y="27940"/>
                        <a:pt x="1238" y="27368"/>
                        <a:pt x="1238" y="27083"/>
                      </a:cubicBezTo>
                      <a:cubicBezTo>
                        <a:pt x="1238" y="26511"/>
                        <a:pt x="1905" y="25940"/>
                        <a:pt x="3143" y="25464"/>
                      </a:cubicBezTo>
                      <a:lnTo>
                        <a:pt x="3143" y="2604"/>
                      </a:lnTo>
                      <a:cubicBezTo>
                        <a:pt x="5144" y="1460"/>
                        <a:pt x="7429" y="984"/>
                        <a:pt x="10001" y="984"/>
                      </a:cubicBezTo>
                      <a:cubicBezTo>
                        <a:pt x="11430" y="984"/>
                        <a:pt x="13526" y="1175"/>
                        <a:pt x="16097" y="1556"/>
                      </a:cubicBezTo>
                      <a:cubicBezTo>
                        <a:pt x="18764" y="1937"/>
                        <a:pt x="20669" y="2127"/>
                        <a:pt x="21908" y="2127"/>
                      </a:cubicBezTo>
                      <a:cubicBezTo>
                        <a:pt x="23051" y="2127"/>
                        <a:pt x="24003" y="2127"/>
                        <a:pt x="24955" y="1841"/>
                      </a:cubicBezTo>
                      <a:cubicBezTo>
                        <a:pt x="27718" y="603"/>
                        <a:pt x="32195" y="32"/>
                        <a:pt x="38481" y="32"/>
                      </a:cubicBezTo>
                      <a:lnTo>
                        <a:pt x="53245" y="32"/>
                      </a:lnTo>
                      <a:lnTo>
                        <a:pt x="52483" y="2032"/>
                      </a:lnTo>
                      <a:cubicBezTo>
                        <a:pt x="54102" y="889"/>
                        <a:pt x="56388" y="317"/>
                        <a:pt x="59150" y="32"/>
                      </a:cubicBezTo>
                      <a:cubicBezTo>
                        <a:pt x="62484" y="-159"/>
                        <a:pt x="65151" y="508"/>
                        <a:pt x="66961" y="2032"/>
                      </a:cubicBezTo>
                      <a:cubicBezTo>
                        <a:pt x="68104" y="413"/>
                        <a:pt x="69723" y="32"/>
                        <a:pt x="72104" y="889"/>
                      </a:cubicBezTo>
                      <a:cubicBezTo>
                        <a:pt x="74390" y="1746"/>
                        <a:pt x="76105" y="1556"/>
                        <a:pt x="77248" y="32"/>
                      </a:cubicBezTo>
                      <a:cubicBezTo>
                        <a:pt x="77914" y="1651"/>
                        <a:pt x="79629" y="2984"/>
                        <a:pt x="82391" y="4127"/>
                      </a:cubicBezTo>
                      <a:cubicBezTo>
                        <a:pt x="85916" y="5556"/>
                        <a:pt x="88106" y="6794"/>
                        <a:pt x="89059" y="7747"/>
                      </a:cubicBezTo>
                      <a:cubicBezTo>
                        <a:pt x="92869" y="8033"/>
                        <a:pt x="95726" y="10414"/>
                        <a:pt x="97631" y="14700"/>
                      </a:cubicBezTo>
                      <a:cubicBezTo>
                        <a:pt x="98774" y="17939"/>
                        <a:pt x="99822" y="21082"/>
                        <a:pt x="100965" y="24321"/>
                      </a:cubicBezTo>
                      <a:close/>
                      <a:moveTo>
                        <a:pt x="23146" y="49752"/>
                      </a:moveTo>
                      <a:lnTo>
                        <a:pt x="26956" y="47847"/>
                      </a:lnTo>
                      <a:lnTo>
                        <a:pt x="25718" y="45942"/>
                      </a:lnTo>
                      <a:lnTo>
                        <a:pt x="23051" y="49752"/>
                      </a:lnTo>
                      <a:close/>
                      <a:moveTo>
                        <a:pt x="72771" y="48609"/>
                      </a:moveTo>
                      <a:lnTo>
                        <a:pt x="75343" y="31559"/>
                      </a:lnTo>
                      <a:lnTo>
                        <a:pt x="71533" y="31559"/>
                      </a:lnTo>
                      <a:cubicBezTo>
                        <a:pt x="69152" y="28797"/>
                        <a:pt x="67723" y="26225"/>
                        <a:pt x="67056" y="23749"/>
                      </a:cubicBezTo>
                      <a:cubicBezTo>
                        <a:pt x="67056" y="26130"/>
                        <a:pt x="66866" y="27464"/>
                        <a:pt x="66294" y="27750"/>
                      </a:cubicBezTo>
                      <a:cubicBezTo>
                        <a:pt x="64865" y="26321"/>
                        <a:pt x="64294" y="25368"/>
                        <a:pt x="64389" y="24892"/>
                      </a:cubicBezTo>
                      <a:cubicBezTo>
                        <a:pt x="62008" y="23749"/>
                        <a:pt x="59531" y="23273"/>
                        <a:pt x="56864" y="23273"/>
                      </a:cubicBezTo>
                      <a:cubicBezTo>
                        <a:pt x="57912" y="23273"/>
                        <a:pt x="53626" y="23749"/>
                        <a:pt x="44005" y="24892"/>
                      </a:cubicBezTo>
                      <a:cubicBezTo>
                        <a:pt x="44005" y="25273"/>
                        <a:pt x="44387" y="24511"/>
                        <a:pt x="45244" y="22987"/>
                      </a:cubicBezTo>
                      <a:cubicBezTo>
                        <a:pt x="44005" y="23558"/>
                        <a:pt x="43339" y="24130"/>
                        <a:pt x="43339" y="24416"/>
                      </a:cubicBezTo>
                      <a:cubicBezTo>
                        <a:pt x="43339" y="24701"/>
                        <a:pt x="43720" y="25083"/>
                        <a:pt x="44577" y="25464"/>
                      </a:cubicBezTo>
                      <a:cubicBezTo>
                        <a:pt x="45434" y="25940"/>
                        <a:pt x="45720" y="26321"/>
                        <a:pt x="45720" y="26797"/>
                      </a:cubicBezTo>
                      <a:cubicBezTo>
                        <a:pt x="45720" y="27178"/>
                        <a:pt x="45625" y="27464"/>
                        <a:pt x="45244" y="27750"/>
                      </a:cubicBezTo>
                      <a:lnTo>
                        <a:pt x="40767" y="28512"/>
                      </a:lnTo>
                      <a:cubicBezTo>
                        <a:pt x="40100" y="27368"/>
                        <a:pt x="40005" y="25940"/>
                        <a:pt x="40386" y="24130"/>
                      </a:cubicBezTo>
                      <a:cubicBezTo>
                        <a:pt x="40767" y="22320"/>
                        <a:pt x="40577" y="20701"/>
                        <a:pt x="39529" y="19272"/>
                      </a:cubicBezTo>
                      <a:cubicBezTo>
                        <a:pt x="40100" y="22892"/>
                        <a:pt x="39243" y="24797"/>
                        <a:pt x="36862" y="24987"/>
                      </a:cubicBezTo>
                      <a:cubicBezTo>
                        <a:pt x="35814" y="24416"/>
                        <a:pt x="35243" y="23368"/>
                        <a:pt x="35243" y="22130"/>
                      </a:cubicBezTo>
                      <a:cubicBezTo>
                        <a:pt x="35719" y="21654"/>
                        <a:pt x="36004" y="21177"/>
                        <a:pt x="36195" y="20510"/>
                      </a:cubicBezTo>
                      <a:cubicBezTo>
                        <a:pt x="35147" y="22416"/>
                        <a:pt x="33528" y="24511"/>
                        <a:pt x="31528" y="26892"/>
                      </a:cubicBezTo>
                      <a:cubicBezTo>
                        <a:pt x="30004" y="28607"/>
                        <a:pt x="29146" y="30035"/>
                        <a:pt x="29146" y="31179"/>
                      </a:cubicBezTo>
                      <a:cubicBezTo>
                        <a:pt x="29146" y="32417"/>
                        <a:pt x="30004" y="33750"/>
                        <a:pt x="31528" y="34989"/>
                      </a:cubicBezTo>
                      <a:lnTo>
                        <a:pt x="25051" y="37560"/>
                      </a:lnTo>
                      <a:lnTo>
                        <a:pt x="29528" y="37560"/>
                      </a:lnTo>
                      <a:lnTo>
                        <a:pt x="30289" y="48038"/>
                      </a:lnTo>
                      <a:cubicBezTo>
                        <a:pt x="32385" y="48038"/>
                        <a:pt x="35433" y="48514"/>
                        <a:pt x="39719" y="49466"/>
                      </a:cubicBezTo>
                      <a:cubicBezTo>
                        <a:pt x="43910" y="50419"/>
                        <a:pt x="47054" y="50895"/>
                        <a:pt x="49054" y="50895"/>
                      </a:cubicBezTo>
                      <a:cubicBezTo>
                        <a:pt x="51054" y="50895"/>
                        <a:pt x="52959" y="50609"/>
                        <a:pt x="54578" y="49943"/>
                      </a:cubicBezTo>
                      <a:cubicBezTo>
                        <a:pt x="55531" y="50705"/>
                        <a:pt x="56674" y="51086"/>
                        <a:pt x="58103" y="51086"/>
                      </a:cubicBezTo>
                      <a:cubicBezTo>
                        <a:pt x="59341" y="51086"/>
                        <a:pt x="61341" y="50514"/>
                        <a:pt x="63913" y="49466"/>
                      </a:cubicBezTo>
                      <a:cubicBezTo>
                        <a:pt x="66580" y="48324"/>
                        <a:pt x="68485" y="47847"/>
                        <a:pt x="69723" y="47847"/>
                      </a:cubicBezTo>
                      <a:cubicBezTo>
                        <a:pt x="70771" y="47847"/>
                        <a:pt x="71819" y="48133"/>
                        <a:pt x="72771" y="48800"/>
                      </a:cubicBezTo>
                      <a:close/>
                      <a:moveTo>
                        <a:pt x="33338" y="13938"/>
                      </a:moveTo>
                      <a:lnTo>
                        <a:pt x="30289" y="16510"/>
                      </a:lnTo>
                      <a:lnTo>
                        <a:pt x="34290" y="16510"/>
                      </a:lnTo>
                      <a:cubicBezTo>
                        <a:pt x="33623" y="16224"/>
                        <a:pt x="33338" y="15367"/>
                        <a:pt x="33338" y="13938"/>
                      </a:cubicBezTo>
                      <a:close/>
                      <a:moveTo>
                        <a:pt x="32195" y="34893"/>
                      </a:moveTo>
                      <a:lnTo>
                        <a:pt x="35052" y="34893"/>
                      </a:lnTo>
                      <a:cubicBezTo>
                        <a:pt x="35243" y="35465"/>
                        <a:pt x="35052" y="36132"/>
                        <a:pt x="34385" y="36703"/>
                      </a:cubicBezTo>
                      <a:lnTo>
                        <a:pt x="32195" y="36703"/>
                      </a:lnTo>
                      <a:lnTo>
                        <a:pt x="32195" y="34893"/>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 name="Google Shape;1474;p99"/>
                <p:cNvSpPr/>
                <p:nvPr/>
              </p:nvSpPr>
              <p:spPr>
                <a:xfrm>
                  <a:off x="6911148" y="4807934"/>
                  <a:ext cx="125158" cy="155257"/>
                </a:xfrm>
                <a:custGeom>
                  <a:avLst/>
                  <a:gdLst/>
                  <a:ahLst/>
                  <a:cxnLst/>
                  <a:rect l="l" t="t" r="r" b="b"/>
                  <a:pathLst>
                    <a:path w="125158" h="155257" extrusionOk="0">
                      <a:moveTo>
                        <a:pt x="95" y="38195"/>
                      </a:moveTo>
                      <a:lnTo>
                        <a:pt x="3143" y="39338"/>
                      </a:lnTo>
                      <a:lnTo>
                        <a:pt x="3810" y="40005"/>
                      </a:lnTo>
                      <a:lnTo>
                        <a:pt x="0" y="38100"/>
                      </a:lnTo>
                      <a:close/>
                      <a:moveTo>
                        <a:pt x="17621" y="66866"/>
                      </a:moveTo>
                      <a:cubicBezTo>
                        <a:pt x="18764" y="67342"/>
                        <a:pt x="19431" y="67628"/>
                        <a:pt x="19526" y="67628"/>
                      </a:cubicBezTo>
                      <a:cubicBezTo>
                        <a:pt x="19526" y="68390"/>
                        <a:pt x="19145" y="69056"/>
                        <a:pt x="18383" y="69533"/>
                      </a:cubicBezTo>
                      <a:lnTo>
                        <a:pt x="17621" y="69533"/>
                      </a:lnTo>
                      <a:lnTo>
                        <a:pt x="17621" y="66866"/>
                      </a:lnTo>
                      <a:close/>
                      <a:moveTo>
                        <a:pt x="124968" y="132398"/>
                      </a:moveTo>
                      <a:cubicBezTo>
                        <a:pt x="122872" y="134017"/>
                        <a:pt x="121825" y="136398"/>
                        <a:pt x="121825" y="139541"/>
                      </a:cubicBezTo>
                      <a:cubicBezTo>
                        <a:pt x="122016" y="144590"/>
                        <a:pt x="122016" y="147161"/>
                        <a:pt x="122016" y="147352"/>
                      </a:cubicBezTo>
                      <a:cubicBezTo>
                        <a:pt x="121349" y="147638"/>
                        <a:pt x="120491" y="147828"/>
                        <a:pt x="119444" y="147828"/>
                      </a:cubicBezTo>
                      <a:cubicBezTo>
                        <a:pt x="118491" y="147828"/>
                        <a:pt x="116967" y="147638"/>
                        <a:pt x="114872" y="147352"/>
                      </a:cubicBezTo>
                      <a:cubicBezTo>
                        <a:pt x="112871" y="146971"/>
                        <a:pt x="111252" y="146876"/>
                        <a:pt x="110205" y="146876"/>
                      </a:cubicBezTo>
                      <a:cubicBezTo>
                        <a:pt x="106871" y="146876"/>
                        <a:pt x="105061" y="148590"/>
                        <a:pt x="104680" y="152114"/>
                      </a:cubicBezTo>
                      <a:cubicBezTo>
                        <a:pt x="104204" y="149352"/>
                        <a:pt x="102775" y="147161"/>
                        <a:pt x="100203" y="145447"/>
                      </a:cubicBezTo>
                      <a:cubicBezTo>
                        <a:pt x="98488" y="146971"/>
                        <a:pt x="96489" y="147447"/>
                        <a:pt x="94107" y="146876"/>
                      </a:cubicBezTo>
                      <a:cubicBezTo>
                        <a:pt x="90583" y="145447"/>
                        <a:pt x="88678" y="144685"/>
                        <a:pt x="88392" y="144685"/>
                      </a:cubicBezTo>
                      <a:cubicBezTo>
                        <a:pt x="87058" y="144685"/>
                        <a:pt x="85725" y="145447"/>
                        <a:pt x="84582" y="146876"/>
                      </a:cubicBezTo>
                      <a:cubicBezTo>
                        <a:pt x="83629" y="145542"/>
                        <a:pt x="82487" y="144875"/>
                        <a:pt x="81058" y="144875"/>
                      </a:cubicBezTo>
                      <a:cubicBezTo>
                        <a:pt x="80296" y="144875"/>
                        <a:pt x="78677" y="145256"/>
                        <a:pt x="76296" y="146113"/>
                      </a:cubicBezTo>
                      <a:cubicBezTo>
                        <a:pt x="73914" y="146876"/>
                        <a:pt x="72105" y="147161"/>
                        <a:pt x="70866" y="146876"/>
                      </a:cubicBezTo>
                      <a:cubicBezTo>
                        <a:pt x="68199" y="146018"/>
                        <a:pt x="65532" y="145733"/>
                        <a:pt x="63056" y="145733"/>
                      </a:cubicBezTo>
                      <a:cubicBezTo>
                        <a:pt x="59817" y="145733"/>
                        <a:pt x="53912" y="146590"/>
                        <a:pt x="45244" y="148304"/>
                      </a:cubicBezTo>
                      <a:lnTo>
                        <a:pt x="45244" y="150209"/>
                      </a:lnTo>
                      <a:cubicBezTo>
                        <a:pt x="44006" y="148019"/>
                        <a:pt x="41243" y="146971"/>
                        <a:pt x="36957" y="146971"/>
                      </a:cubicBezTo>
                      <a:lnTo>
                        <a:pt x="31242" y="146971"/>
                      </a:lnTo>
                      <a:cubicBezTo>
                        <a:pt x="28099" y="146971"/>
                        <a:pt x="25813" y="146304"/>
                        <a:pt x="24384" y="144971"/>
                      </a:cubicBezTo>
                      <a:cubicBezTo>
                        <a:pt x="24384" y="140875"/>
                        <a:pt x="24384" y="132779"/>
                        <a:pt x="24194" y="120777"/>
                      </a:cubicBezTo>
                      <a:cubicBezTo>
                        <a:pt x="24003" y="110585"/>
                        <a:pt x="24003" y="102584"/>
                        <a:pt x="24194" y="96679"/>
                      </a:cubicBezTo>
                      <a:cubicBezTo>
                        <a:pt x="24575" y="87916"/>
                        <a:pt x="25241" y="80391"/>
                        <a:pt x="26289" y="74104"/>
                      </a:cubicBezTo>
                      <a:cubicBezTo>
                        <a:pt x="25051" y="73247"/>
                        <a:pt x="24194" y="71723"/>
                        <a:pt x="23717" y="69437"/>
                      </a:cubicBezTo>
                      <a:cubicBezTo>
                        <a:pt x="23241" y="67151"/>
                        <a:pt x="22479" y="65627"/>
                        <a:pt x="21527" y="65056"/>
                      </a:cubicBezTo>
                      <a:lnTo>
                        <a:pt x="21241" y="65056"/>
                      </a:lnTo>
                      <a:cubicBezTo>
                        <a:pt x="22860" y="64579"/>
                        <a:pt x="23622" y="63913"/>
                        <a:pt x="23622" y="63151"/>
                      </a:cubicBezTo>
                      <a:cubicBezTo>
                        <a:pt x="23622" y="62865"/>
                        <a:pt x="23432" y="62579"/>
                        <a:pt x="23146" y="62198"/>
                      </a:cubicBezTo>
                      <a:lnTo>
                        <a:pt x="21527" y="60293"/>
                      </a:lnTo>
                      <a:cubicBezTo>
                        <a:pt x="23432" y="60293"/>
                        <a:pt x="24384" y="59722"/>
                        <a:pt x="24384" y="58388"/>
                      </a:cubicBezTo>
                      <a:lnTo>
                        <a:pt x="23241" y="49340"/>
                      </a:lnTo>
                      <a:lnTo>
                        <a:pt x="22289" y="49340"/>
                      </a:lnTo>
                      <a:lnTo>
                        <a:pt x="24384" y="43910"/>
                      </a:lnTo>
                      <a:cubicBezTo>
                        <a:pt x="23336" y="44101"/>
                        <a:pt x="22003" y="43720"/>
                        <a:pt x="20384" y="42767"/>
                      </a:cubicBezTo>
                      <a:cubicBezTo>
                        <a:pt x="23527" y="41529"/>
                        <a:pt x="24860" y="40005"/>
                        <a:pt x="24384" y="38291"/>
                      </a:cubicBezTo>
                      <a:lnTo>
                        <a:pt x="18479" y="37529"/>
                      </a:lnTo>
                      <a:cubicBezTo>
                        <a:pt x="21812" y="37529"/>
                        <a:pt x="23717" y="36957"/>
                        <a:pt x="24384" y="35624"/>
                      </a:cubicBezTo>
                      <a:cubicBezTo>
                        <a:pt x="22289" y="34195"/>
                        <a:pt x="21622" y="32861"/>
                        <a:pt x="22765" y="31623"/>
                      </a:cubicBezTo>
                      <a:lnTo>
                        <a:pt x="25337" y="28575"/>
                      </a:lnTo>
                      <a:cubicBezTo>
                        <a:pt x="25337" y="27623"/>
                        <a:pt x="24289" y="26670"/>
                        <a:pt x="22289" y="25718"/>
                      </a:cubicBezTo>
                      <a:cubicBezTo>
                        <a:pt x="22574" y="23241"/>
                        <a:pt x="24194" y="21622"/>
                        <a:pt x="27051" y="21146"/>
                      </a:cubicBezTo>
                      <a:cubicBezTo>
                        <a:pt x="29909" y="20574"/>
                        <a:pt x="31528" y="20003"/>
                        <a:pt x="31814" y="19336"/>
                      </a:cubicBezTo>
                      <a:lnTo>
                        <a:pt x="31528" y="20955"/>
                      </a:lnTo>
                      <a:cubicBezTo>
                        <a:pt x="33242" y="20669"/>
                        <a:pt x="35052" y="21050"/>
                        <a:pt x="36767" y="22193"/>
                      </a:cubicBezTo>
                      <a:cubicBezTo>
                        <a:pt x="38576" y="23241"/>
                        <a:pt x="39624" y="23813"/>
                        <a:pt x="40196" y="23813"/>
                      </a:cubicBezTo>
                      <a:cubicBezTo>
                        <a:pt x="41148" y="23813"/>
                        <a:pt x="42196" y="22860"/>
                        <a:pt x="43434" y="20955"/>
                      </a:cubicBezTo>
                      <a:cubicBezTo>
                        <a:pt x="45625" y="21717"/>
                        <a:pt x="47149" y="22098"/>
                        <a:pt x="47911" y="22003"/>
                      </a:cubicBezTo>
                      <a:lnTo>
                        <a:pt x="48673" y="19145"/>
                      </a:lnTo>
                      <a:lnTo>
                        <a:pt x="48673" y="22003"/>
                      </a:lnTo>
                      <a:lnTo>
                        <a:pt x="54674" y="22955"/>
                      </a:lnTo>
                      <a:cubicBezTo>
                        <a:pt x="54674" y="29337"/>
                        <a:pt x="55245" y="32957"/>
                        <a:pt x="56579" y="33909"/>
                      </a:cubicBezTo>
                      <a:cubicBezTo>
                        <a:pt x="56102" y="35052"/>
                        <a:pt x="55054" y="35814"/>
                        <a:pt x="53435" y="36290"/>
                      </a:cubicBezTo>
                      <a:cubicBezTo>
                        <a:pt x="51911" y="36767"/>
                        <a:pt x="50292" y="37243"/>
                        <a:pt x="48673" y="37719"/>
                      </a:cubicBezTo>
                      <a:lnTo>
                        <a:pt x="54674" y="40291"/>
                      </a:lnTo>
                      <a:cubicBezTo>
                        <a:pt x="53531" y="41243"/>
                        <a:pt x="52959" y="42482"/>
                        <a:pt x="52959" y="44101"/>
                      </a:cubicBezTo>
                      <a:cubicBezTo>
                        <a:pt x="52959" y="45053"/>
                        <a:pt x="53340" y="46768"/>
                        <a:pt x="54102" y="49340"/>
                      </a:cubicBezTo>
                      <a:cubicBezTo>
                        <a:pt x="54769" y="51911"/>
                        <a:pt x="55150" y="53816"/>
                        <a:pt x="55150" y="55054"/>
                      </a:cubicBezTo>
                      <a:cubicBezTo>
                        <a:pt x="55150" y="56198"/>
                        <a:pt x="55054" y="57150"/>
                        <a:pt x="54674" y="57912"/>
                      </a:cubicBezTo>
                      <a:lnTo>
                        <a:pt x="52769" y="57912"/>
                      </a:lnTo>
                      <a:cubicBezTo>
                        <a:pt x="53054" y="59055"/>
                        <a:pt x="53340" y="60103"/>
                        <a:pt x="53721" y="61055"/>
                      </a:cubicBezTo>
                      <a:cubicBezTo>
                        <a:pt x="54388" y="62960"/>
                        <a:pt x="55531" y="63722"/>
                        <a:pt x="57245" y="63437"/>
                      </a:cubicBezTo>
                      <a:cubicBezTo>
                        <a:pt x="54578" y="67723"/>
                        <a:pt x="53150" y="71342"/>
                        <a:pt x="53150" y="74104"/>
                      </a:cubicBezTo>
                      <a:cubicBezTo>
                        <a:pt x="53150" y="75914"/>
                        <a:pt x="53721" y="77438"/>
                        <a:pt x="54674" y="78772"/>
                      </a:cubicBezTo>
                      <a:cubicBezTo>
                        <a:pt x="53721" y="79248"/>
                        <a:pt x="53150" y="79820"/>
                        <a:pt x="53150" y="80486"/>
                      </a:cubicBezTo>
                      <a:cubicBezTo>
                        <a:pt x="53150" y="80867"/>
                        <a:pt x="53435" y="81248"/>
                        <a:pt x="53721" y="82010"/>
                      </a:cubicBezTo>
                      <a:cubicBezTo>
                        <a:pt x="54102" y="82677"/>
                        <a:pt x="54483" y="83249"/>
                        <a:pt x="54578" y="83534"/>
                      </a:cubicBezTo>
                      <a:cubicBezTo>
                        <a:pt x="53912" y="86392"/>
                        <a:pt x="53626" y="89630"/>
                        <a:pt x="53626" y="93250"/>
                      </a:cubicBezTo>
                      <a:cubicBezTo>
                        <a:pt x="53626" y="95536"/>
                        <a:pt x="53816" y="99917"/>
                        <a:pt x="54293" y="106585"/>
                      </a:cubicBezTo>
                      <a:cubicBezTo>
                        <a:pt x="54769" y="111919"/>
                        <a:pt x="54864" y="116205"/>
                        <a:pt x="54578" y="119158"/>
                      </a:cubicBezTo>
                      <a:cubicBezTo>
                        <a:pt x="52959" y="119158"/>
                        <a:pt x="52007" y="118777"/>
                        <a:pt x="51721" y="118205"/>
                      </a:cubicBezTo>
                      <a:cubicBezTo>
                        <a:pt x="51054" y="118682"/>
                        <a:pt x="50673" y="119348"/>
                        <a:pt x="50673" y="120110"/>
                      </a:cubicBezTo>
                      <a:cubicBezTo>
                        <a:pt x="51245" y="121158"/>
                        <a:pt x="51721" y="121729"/>
                        <a:pt x="52388" y="121729"/>
                      </a:cubicBezTo>
                      <a:cubicBezTo>
                        <a:pt x="52673" y="121729"/>
                        <a:pt x="53435" y="121444"/>
                        <a:pt x="54578" y="121063"/>
                      </a:cubicBezTo>
                      <a:cubicBezTo>
                        <a:pt x="55341" y="120682"/>
                        <a:pt x="55912" y="120682"/>
                        <a:pt x="56483" y="121063"/>
                      </a:cubicBezTo>
                      <a:lnTo>
                        <a:pt x="57150" y="123635"/>
                      </a:lnTo>
                      <a:lnTo>
                        <a:pt x="61627" y="121063"/>
                      </a:lnTo>
                      <a:lnTo>
                        <a:pt x="111538" y="121063"/>
                      </a:lnTo>
                      <a:lnTo>
                        <a:pt x="112204" y="119158"/>
                      </a:lnTo>
                      <a:cubicBezTo>
                        <a:pt x="112681" y="120301"/>
                        <a:pt x="113443" y="120777"/>
                        <a:pt x="114396" y="120777"/>
                      </a:cubicBezTo>
                      <a:cubicBezTo>
                        <a:pt x="114872" y="120777"/>
                        <a:pt x="115729" y="120491"/>
                        <a:pt x="116872" y="120110"/>
                      </a:cubicBezTo>
                      <a:cubicBezTo>
                        <a:pt x="118015" y="119634"/>
                        <a:pt x="118967" y="119348"/>
                        <a:pt x="119634" y="119348"/>
                      </a:cubicBezTo>
                      <a:cubicBezTo>
                        <a:pt x="121158" y="119348"/>
                        <a:pt x="122396" y="120491"/>
                        <a:pt x="123254" y="122968"/>
                      </a:cubicBezTo>
                      <a:cubicBezTo>
                        <a:pt x="122682" y="123920"/>
                        <a:pt x="122301" y="124968"/>
                        <a:pt x="122301" y="126111"/>
                      </a:cubicBezTo>
                      <a:cubicBezTo>
                        <a:pt x="122301" y="128111"/>
                        <a:pt x="123254" y="130397"/>
                        <a:pt x="125158" y="132779"/>
                      </a:cubicBezTo>
                      <a:close/>
                      <a:moveTo>
                        <a:pt x="30766" y="71342"/>
                      </a:moveTo>
                      <a:lnTo>
                        <a:pt x="30766" y="68771"/>
                      </a:lnTo>
                      <a:lnTo>
                        <a:pt x="27623" y="67628"/>
                      </a:lnTo>
                      <a:lnTo>
                        <a:pt x="30766" y="71438"/>
                      </a:lnTo>
                      <a:close/>
                      <a:moveTo>
                        <a:pt x="32099" y="16288"/>
                      </a:moveTo>
                      <a:cubicBezTo>
                        <a:pt x="32290" y="17336"/>
                        <a:pt x="32099" y="18383"/>
                        <a:pt x="31623" y="19145"/>
                      </a:cubicBezTo>
                      <a:lnTo>
                        <a:pt x="32099" y="16288"/>
                      </a:lnTo>
                      <a:close/>
                      <a:moveTo>
                        <a:pt x="37814" y="14383"/>
                      </a:moveTo>
                      <a:cubicBezTo>
                        <a:pt x="37052" y="14097"/>
                        <a:pt x="36386" y="12954"/>
                        <a:pt x="36100" y="10859"/>
                      </a:cubicBezTo>
                      <a:cubicBezTo>
                        <a:pt x="36004" y="8954"/>
                        <a:pt x="36100" y="8001"/>
                        <a:pt x="36291" y="8001"/>
                      </a:cubicBezTo>
                      <a:cubicBezTo>
                        <a:pt x="36767" y="8382"/>
                        <a:pt x="37243" y="9620"/>
                        <a:pt x="37719" y="11811"/>
                      </a:cubicBezTo>
                      <a:lnTo>
                        <a:pt x="37719" y="14478"/>
                      </a:lnTo>
                      <a:close/>
                      <a:moveTo>
                        <a:pt x="45911" y="123444"/>
                      </a:moveTo>
                      <a:lnTo>
                        <a:pt x="48483" y="120872"/>
                      </a:lnTo>
                      <a:cubicBezTo>
                        <a:pt x="46768" y="120872"/>
                        <a:pt x="44387" y="120682"/>
                        <a:pt x="41434" y="119920"/>
                      </a:cubicBezTo>
                      <a:lnTo>
                        <a:pt x="41434" y="122777"/>
                      </a:lnTo>
                      <a:cubicBezTo>
                        <a:pt x="41434" y="122777"/>
                        <a:pt x="40481" y="122587"/>
                        <a:pt x="40005" y="121825"/>
                      </a:cubicBezTo>
                      <a:lnTo>
                        <a:pt x="37814" y="124682"/>
                      </a:lnTo>
                      <a:lnTo>
                        <a:pt x="42577" y="124682"/>
                      </a:lnTo>
                      <a:lnTo>
                        <a:pt x="42577" y="123539"/>
                      </a:lnTo>
                      <a:lnTo>
                        <a:pt x="45244" y="121825"/>
                      </a:lnTo>
                      <a:cubicBezTo>
                        <a:pt x="46006" y="122587"/>
                        <a:pt x="46292" y="123158"/>
                        <a:pt x="45911" y="123539"/>
                      </a:cubicBezTo>
                      <a:close/>
                      <a:moveTo>
                        <a:pt x="44006" y="69533"/>
                      </a:moveTo>
                      <a:lnTo>
                        <a:pt x="40672" y="73247"/>
                      </a:lnTo>
                      <a:cubicBezTo>
                        <a:pt x="41243" y="72962"/>
                        <a:pt x="41624" y="72866"/>
                        <a:pt x="41910" y="72866"/>
                      </a:cubicBezTo>
                      <a:lnTo>
                        <a:pt x="42101" y="72866"/>
                      </a:lnTo>
                      <a:lnTo>
                        <a:pt x="42291" y="76867"/>
                      </a:lnTo>
                      <a:lnTo>
                        <a:pt x="42577" y="76676"/>
                      </a:lnTo>
                      <a:lnTo>
                        <a:pt x="43339" y="76676"/>
                      </a:lnTo>
                      <a:lnTo>
                        <a:pt x="44006" y="69533"/>
                      </a:lnTo>
                      <a:close/>
                      <a:moveTo>
                        <a:pt x="45911" y="17145"/>
                      </a:moveTo>
                      <a:cubicBezTo>
                        <a:pt x="45720" y="17907"/>
                        <a:pt x="45149" y="18479"/>
                        <a:pt x="44006" y="18764"/>
                      </a:cubicBezTo>
                      <a:cubicBezTo>
                        <a:pt x="42863" y="19241"/>
                        <a:pt x="42005" y="19050"/>
                        <a:pt x="41434" y="18288"/>
                      </a:cubicBezTo>
                      <a:cubicBezTo>
                        <a:pt x="41720" y="16383"/>
                        <a:pt x="42577" y="15431"/>
                        <a:pt x="44006" y="15431"/>
                      </a:cubicBezTo>
                      <a:cubicBezTo>
                        <a:pt x="44768" y="15431"/>
                        <a:pt x="45434" y="16002"/>
                        <a:pt x="45911" y="17145"/>
                      </a:cubicBezTo>
                      <a:close/>
                      <a:moveTo>
                        <a:pt x="47054" y="32766"/>
                      </a:moveTo>
                      <a:cubicBezTo>
                        <a:pt x="47054" y="32766"/>
                        <a:pt x="46482" y="33052"/>
                        <a:pt x="46101" y="33052"/>
                      </a:cubicBezTo>
                      <a:cubicBezTo>
                        <a:pt x="45625" y="33052"/>
                        <a:pt x="45149" y="32671"/>
                        <a:pt x="44482" y="31909"/>
                      </a:cubicBezTo>
                      <a:cubicBezTo>
                        <a:pt x="43815" y="31242"/>
                        <a:pt x="43148" y="30861"/>
                        <a:pt x="42482" y="30861"/>
                      </a:cubicBezTo>
                      <a:lnTo>
                        <a:pt x="43244" y="33719"/>
                      </a:lnTo>
                      <a:cubicBezTo>
                        <a:pt x="45720" y="33719"/>
                        <a:pt x="46958" y="33433"/>
                        <a:pt x="46958" y="32766"/>
                      </a:cubicBezTo>
                      <a:close/>
                      <a:moveTo>
                        <a:pt x="47816" y="47435"/>
                      </a:moveTo>
                      <a:cubicBezTo>
                        <a:pt x="46673" y="47149"/>
                        <a:pt x="45244" y="47435"/>
                        <a:pt x="43339" y="48387"/>
                      </a:cubicBezTo>
                      <a:cubicBezTo>
                        <a:pt x="44482" y="48673"/>
                        <a:pt x="45911" y="48387"/>
                        <a:pt x="47816" y="47435"/>
                      </a:cubicBezTo>
                      <a:close/>
                      <a:moveTo>
                        <a:pt x="45911" y="23717"/>
                      </a:moveTo>
                      <a:lnTo>
                        <a:pt x="45911" y="26384"/>
                      </a:lnTo>
                      <a:lnTo>
                        <a:pt x="47054" y="26384"/>
                      </a:lnTo>
                      <a:lnTo>
                        <a:pt x="47054" y="23717"/>
                      </a:lnTo>
                      <a:lnTo>
                        <a:pt x="45911" y="23717"/>
                      </a:lnTo>
                      <a:close/>
                      <a:moveTo>
                        <a:pt x="51626" y="123444"/>
                      </a:moveTo>
                      <a:lnTo>
                        <a:pt x="51626" y="121729"/>
                      </a:lnTo>
                      <a:lnTo>
                        <a:pt x="50578" y="122682"/>
                      </a:lnTo>
                      <a:lnTo>
                        <a:pt x="51626" y="123444"/>
                      </a:lnTo>
                      <a:close/>
                      <a:moveTo>
                        <a:pt x="57817" y="77819"/>
                      </a:moveTo>
                      <a:lnTo>
                        <a:pt x="55150" y="73247"/>
                      </a:lnTo>
                      <a:lnTo>
                        <a:pt x="59722" y="75914"/>
                      </a:lnTo>
                      <a:lnTo>
                        <a:pt x="57817" y="77819"/>
                      </a:lnTo>
                      <a:close/>
                      <a:moveTo>
                        <a:pt x="61627" y="667"/>
                      </a:moveTo>
                      <a:lnTo>
                        <a:pt x="59722" y="3334"/>
                      </a:lnTo>
                      <a:lnTo>
                        <a:pt x="57817" y="0"/>
                      </a:lnTo>
                      <a:lnTo>
                        <a:pt x="61627" y="667"/>
                      </a:lnTo>
                      <a:close/>
                      <a:moveTo>
                        <a:pt x="59722" y="18955"/>
                      </a:moveTo>
                      <a:cubicBezTo>
                        <a:pt x="60484" y="19241"/>
                        <a:pt x="61151" y="18955"/>
                        <a:pt x="61627" y="18288"/>
                      </a:cubicBezTo>
                      <a:lnTo>
                        <a:pt x="59722" y="16383"/>
                      </a:lnTo>
                      <a:cubicBezTo>
                        <a:pt x="61913" y="15716"/>
                        <a:pt x="63056" y="16002"/>
                        <a:pt x="63056" y="17145"/>
                      </a:cubicBezTo>
                      <a:cubicBezTo>
                        <a:pt x="63056" y="16764"/>
                        <a:pt x="62484" y="18098"/>
                        <a:pt x="61532" y="20860"/>
                      </a:cubicBezTo>
                      <a:lnTo>
                        <a:pt x="59627" y="18955"/>
                      </a:lnTo>
                      <a:close/>
                      <a:moveTo>
                        <a:pt x="62579" y="56483"/>
                      </a:moveTo>
                      <a:lnTo>
                        <a:pt x="59722" y="55054"/>
                      </a:lnTo>
                      <a:cubicBezTo>
                        <a:pt x="61151" y="52483"/>
                        <a:pt x="62579" y="51245"/>
                        <a:pt x="64008" y="51245"/>
                      </a:cubicBezTo>
                      <a:cubicBezTo>
                        <a:pt x="64484" y="51245"/>
                        <a:pt x="64961" y="51435"/>
                        <a:pt x="65342" y="51911"/>
                      </a:cubicBezTo>
                      <a:cubicBezTo>
                        <a:pt x="65723" y="53054"/>
                        <a:pt x="65532" y="53912"/>
                        <a:pt x="64770" y="54578"/>
                      </a:cubicBezTo>
                      <a:cubicBezTo>
                        <a:pt x="64008" y="55150"/>
                        <a:pt x="63341" y="55817"/>
                        <a:pt x="62484" y="56483"/>
                      </a:cubicBezTo>
                      <a:close/>
                      <a:moveTo>
                        <a:pt x="62579" y="85154"/>
                      </a:moveTo>
                      <a:lnTo>
                        <a:pt x="66389" y="85154"/>
                      </a:lnTo>
                      <a:lnTo>
                        <a:pt x="61627" y="85820"/>
                      </a:lnTo>
                      <a:lnTo>
                        <a:pt x="62579" y="85154"/>
                      </a:lnTo>
                      <a:close/>
                      <a:moveTo>
                        <a:pt x="63532" y="6096"/>
                      </a:moveTo>
                      <a:lnTo>
                        <a:pt x="63532" y="9144"/>
                      </a:lnTo>
                      <a:lnTo>
                        <a:pt x="62579" y="9144"/>
                      </a:lnTo>
                      <a:lnTo>
                        <a:pt x="63532" y="6096"/>
                      </a:lnTo>
                      <a:close/>
                      <a:moveTo>
                        <a:pt x="67151" y="39338"/>
                      </a:moveTo>
                      <a:cubicBezTo>
                        <a:pt x="66961" y="40481"/>
                        <a:pt x="66961" y="41624"/>
                        <a:pt x="66961" y="42863"/>
                      </a:cubicBezTo>
                      <a:cubicBezTo>
                        <a:pt x="66771" y="43529"/>
                        <a:pt x="66580" y="44101"/>
                        <a:pt x="66485" y="44577"/>
                      </a:cubicBezTo>
                      <a:lnTo>
                        <a:pt x="63627" y="41243"/>
                      </a:lnTo>
                      <a:lnTo>
                        <a:pt x="67247" y="39338"/>
                      </a:lnTo>
                      <a:close/>
                      <a:moveTo>
                        <a:pt x="64484" y="69437"/>
                      </a:moveTo>
                      <a:lnTo>
                        <a:pt x="66389" y="69437"/>
                      </a:lnTo>
                      <a:lnTo>
                        <a:pt x="63532" y="71342"/>
                      </a:lnTo>
                      <a:lnTo>
                        <a:pt x="64484" y="69437"/>
                      </a:lnTo>
                      <a:close/>
                      <a:moveTo>
                        <a:pt x="75438" y="18860"/>
                      </a:moveTo>
                      <a:cubicBezTo>
                        <a:pt x="73248" y="19621"/>
                        <a:pt x="71723" y="20003"/>
                        <a:pt x="70962" y="19812"/>
                      </a:cubicBezTo>
                      <a:lnTo>
                        <a:pt x="73533" y="16193"/>
                      </a:lnTo>
                      <a:lnTo>
                        <a:pt x="75438" y="18764"/>
                      </a:lnTo>
                      <a:close/>
                      <a:moveTo>
                        <a:pt x="82106" y="51816"/>
                      </a:moveTo>
                      <a:lnTo>
                        <a:pt x="82106" y="57531"/>
                      </a:lnTo>
                      <a:lnTo>
                        <a:pt x="80963" y="57531"/>
                      </a:lnTo>
                      <a:lnTo>
                        <a:pt x="80963" y="51816"/>
                      </a:lnTo>
                      <a:lnTo>
                        <a:pt x="82106" y="51816"/>
                      </a:lnTo>
                      <a:close/>
                      <a:moveTo>
                        <a:pt x="104871" y="152019"/>
                      </a:moveTo>
                      <a:cubicBezTo>
                        <a:pt x="105251" y="152971"/>
                        <a:pt x="105251" y="154019"/>
                        <a:pt x="104871" y="155258"/>
                      </a:cubicBezTo>
                      <a:lnTo>
                        <a:pt x="104871" y="152019"/>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 name="Google Shape;1475;p99"/>
                <p:cNvSpPr/>
                <p:nvPr/>
              </p:nvSpPr>
              <p:spPr>
                <a:xfrm>
                  <a:off x="7040498" y="4828222"/>
                  <a:ext cx="115443" cy="127634"/>
                </a:xfrm>
                <a:custGeom>
                  <a:avLst/>
                  <a:gdLst/>
                  <a:ahLst/>
                  <a:cxnLst/>
                  <a:rect l="l" t="t" r="r" b="b"/>
                  <a:pathLst>
                    <a:path w="115443" h="127634" extrusionOk="0">
                      <a:moveTo>
                        <a:pt x="102680" y="2000"/>
                      </a:moveTo>
                      <a:cubicBezTo>
                        <a:pt x="103918" y="7334"/>
                        <a:pt x="104585" y="10859"/>
                        <a:pt x="104585" y="12383"/>
                      </a:cubicBezTo>
                      <a:cubicBezTo>
                        <a:pt x="104585" y="15812"/>
                        <a:pt x="103251" y="18860"/>
                        <a:pt x="100775" y="21431"/>
                      </a:cubicBezTo>
                      <a:lnTo>
                        <a:pt x="104109" y="22193"/>
                      </a:lnTo>
                      <a:cubicBezTo>
                        <a:pt x="101251" y="23908"/>
                        <a:pt x="99251" y="24765"/>
                        <a:pt x="98203" y="24765"/>
                      </a:cubicBezTo>
                      <a:cubicBezTo>
                        <a:pt x="96965" y="24765"/>
                        <a:pt x="95917" y="24194"/>
                        <a:pt x="95155" y="22860"/>
                      </a:cubicBezTo>
                      <a:lnTo>
                        <a:pt x="35338" y="24003"/>
                      </a:lnTo>
                      <a:cubicBezTo>
                        <a:pt x="35624" y="25241"/>
                        <a:pt x="35909" y="26575"/>
                        <a:pt x="35909" y="28004"/>
                      </a:cubicBezTo>
                      <a:cubicBezTo>
                        <a:pt x="35909" y="29623"/>
                        <a:pt x="35529" y="32099"/>
                        <a:pt x="34862" y="35528"/>
                      </a:cubicBezTo>
                      <a:cubicBezTo>
                        <a:pt x="34100" y="38862"/>
                        <a:pt x="33719" y="41434"/>
                        <a:pt x="33719" y="43244"/>
                      </a:cubicBezTo>
                      <a:cubicBezTo>
                        <a:pt x="33719" y="45149"/>
                        <a:pt x="34004" y="46958"/>
                        <a:pt x="34766" y="48673"/>
                      </a:cubicBezTo>
                      <a:cubicBezTo>
                        <a:pt x="37624" y="50578"/>
                        <a:pt x="41529" y="51530"/>
                        <a:pt x="46577" y="51530"/>
                      </a:cubicBezTo>
                      <a:cubicBezTo>
                        <a:pt x="50864" y="51530"/>
                        <a:pt x="55245" y="50959"/>
                        <a:pt x="59722" y="49625"/>
                      </a:cubicBezTo>
                      <a:lnTo>
                        <a:pt x="58484" y="49625"/>
                      </a:lnTo>
                      <a:lnTo>
                        <a:pt x="58484" y="46768"/>
                      </a:lnTo>
                      <a:lnTo>
                        <a:pt x="59722" y="46768"/>
                      </a:lnTo>
                      <a:cubicBezTo>
                        <a:pt x="59531" y="47244"/>
                        <a:pt x="59531" y="47625"/>
                        <a:pt x="59531" y="47911"/>
                      </a:cubicBezTo>
                      <a:cubicBezTo>
                        <a:pt x="59531" y="48768"/>
                        <a:pt x="59913" y="49435"/>
                        <a:pt x="60675" y="50006"/>
                      </a:cubicBezTo>
                      <a:cubicBezTo>
                        <a:pt x="61436" y="50483"/>
                        <a:pt x="62199" y="51054"/>
                        <a:pt x="63056" y="51530"/>
                      </a:cubicBezTo>
                      <a:cubicBezTo>
                        <a:pt x="63151" y="51530"/>
                        <a:pt x="65532" y="51530"/>
                        <a:pt x="69914" y="51245"/>
                      </a:cubicBezTo>
                      <a:cubicBezTo>
                        <a:pt x="72771" y="51054"/>
                        <a:pt x="75152" y="51245"/>
                        <a:pt x="77058" y="51530"/>
                      </a:cubicBezTo>
                      <a:cubicBezTo>
                        <a:pt x="79534" y="51911"/>
                        <a:pt x="81725" y="52769"/>
                        <a:pt x="83534" y="54388"/>
                      </a:cubicBezTo>
                      <a:cubicBezTo>
                        <a:pt x="85440" y="56007"/>
                        <a:pt x="86296" y="57912"/>
                        <a:pt x="86296" y="60293"/>
                      </a:cubicBezTo>
                      <a:cubicBezTo>
                        <a:pt x="86296" y="61436"/>
                        <a:pt x="86011" y="63341"/>
                        <a:pt x="85344" y="66008"/>
                      </a:cubicBezTo>
                      <a:cubicBezTo>
                        <a:pt x="84677" y="68771"/>
                        <a:pt x="84392" y="70866"/>
                        <a:pt x="84392" y="72390"/>
                      </a:cubicBezTo>
                      <a:cubicBezTo>
                        <a:pt x="81820" y="75533"/>
                        <a:pt x="77915" y="77153"/>
                        <a:pt x="72486" y="77153"/>
                      </a:cubicBezTo>
                      <a:cubicBezTo>
                        <a:pt x="70771" y="77153"/>
                        <a:pt x="67819" y="76867"/>
                        <a:pt x="63913" y="76486"/>
                      </a:cubicBezTo>
                      <a:cubicBezTo>
                        <a:pt x="60008" y="76010"/>
                        <a:pt x="57150" y="75819"/>
                        <a:pt x="55340" y="75819"/>
                      </a:cubicBezTo>
                      <a:cubicBezTo>
                        <a:pt x="53436" y="75819"/>
                        <a:pt x="51816" y="76010"/>
                        <a:pt x="50292" y="76295"/>
                      </a:cubicBezTo>
                      <a:cubicBezTo>
                        <a:pt x="49054" y="75533"/>
                        <a:pt x="47720" y="75152"/>
                        <a:pt x="46197" y="75152"/>
                      </a:cubicBezTo>
                      <a:cubicBezTo>
                        <a:pt x="44482" y="75152"/>
                        <a:pt x="42006" y="76295"/>
                        <a:pt x="38862" y="78486"/>
                      </a:cubicBezTo>
                      <a:cubicBezTo>
                        <a:pt x="35624" y="80677"/>
                        <a:pt x="33338" y="81915"/>
                        <a:pt x="31718" y="81915"/>
                      </a:cubicBezTo>
                      <a:cubicBezTo>
                        <a:pt x="29813" y="81915"/>
                        <a:pt x="27909" y="80963"/>
                        <a:pt x="26289" y="79248"/>
                      </a:cubicBezTo>
                      <a:lnTo>
                        <a:pt x="25337" y="82582"/>
                      </a:lnTo>
                      <a:cubicBezTo>
                        <a:pt x="24670" y="82582"/>
                        <a:pt x="23622" y="82296"/>
                        <a:pt x="22289" y="81725"/>
                      </a:cubicBezTo>
                      <a:cubicBezTo>
                        <a:pt x="20860" y="81248"/>
                        <a:pt x="19812" y="80867"/>
                        <a:pt x="19145" y="80867"/>
                      </a:cubicBezTo>
                      <a:cubicBezTo>
                        <a:pt x="18002" y="80867"/>
                        <a:pt x="17050" y="81439"/>
                        <a:pt x="16288" y="82487"/>
                      </a:cubicBezTo>
                      <a:cubicBezTo>
                        <a:pt x="19621" y="85058"/>
                        <a:pt x="23241" y="86106"/>
                        <a:pt x="27432" y="85630"/>
                      </a:cubicBezTo>
                      <a:lnTo>
                        <a:pt x="25241" y="87059"/>
                      </a:lnTo>
                      <a:cubicBezTo>
                        <a:pt x="27147" y="87154"/>
                        <a:pt x="29052" y="87344"/>
                        <a:pt x="30861" y="87535"/>
                      </a:cubicBezTo>
                      <a:cubicBezTo>
                        <a:pt x="33243" y="88106"/>
                        <a:pt x="34671" y="89345"/>
                        <a:pt x="35147" y="91154"/>
                      </a:cubicBezTo>
                      <a:cubicBezTo>
                        <a:pt x="35338" y="93345"/>
                        <a:pt x="35529" y="95441"/>
                        <a:pt x="35909" y="97441"/>
                      </a:cubicBezTo>
                      <a:cubicBezTo>
                        <a:pt x="36195" y="99441"/>
                        <a:pt x="37529" y="100584"/>
                        <a:pt x="39910" y="100870"/>
                      </a:cubicBezTo>
                      <a:cubicBezTo>
                        <a:pt x="43434" y="100679"/>
                        <a:pt x="49245" y="100775"/>
                        <a:pt x="57341" y="101060"/>
                      </a:cubicBezTo>
                      <a:cubicBezTo>
                        <a:pt x="64675" y="101251"/>
                        <a:pt x="70390" y="101251"/>
                        <a:pt x="74390" y="101060"/>
                      </a:cubicBezTo>
                      <a:cubicBezTo>
                        <a:pt x="80868" y="100679"/>
                        <a:pt x="86583" y="99631"/>
                        <a:pt x="91536" y="98203"/>
                      </a:cubicBezTo>
                      <a:cubicBezTo>
                        <a:pt x="91059" y="99441"/>
                        <a:pt x="91726" y="100203"/>
                        <a:pt x="93345" y="100298"/>
                      </a:cubicBezTo>
                      <a:lnTo>
                        <a:pt x="97346" y="100298"/>
                      </a:lnTo>
                      <a:cubicBezTo>
                        <a:pt x="98298" y="100298"/>
                        <a:pt x="99060" y="100489"/>
                        <a:pt x="99536" y="100775"/>
                      </a:cubicBezTo>
                      <a:lnTo>
                        <a:pt x="102584" y="100775"/>
                      </a:lnTo>
                      <a:cubicBezTo>
                        <a:pt x="103537" y="112014"/>
                        <a:pt x="104013" y="116777"/>
                        <a:pt x="104013" y="115253"/>
                      </a:cubicBezTo>
                      <a:cubicBezTo>
                        <a:pt x="104013" y="119539"/>
                        <a:pt x="103156" y="122968"/>
                        <a:pt x="101441" y="125730"/>
                      </a:cubicBezTo>
                      <a:cubicBezTo>
                        <a:pt x="97822" y="126397"/>
                        <a:pt x="93822" y="126683"/>
                        <a:pt x="89345" y="126683"/>
                      </a:cubicBezTo>
                      <a:lnTo>
                        <a:pt x="70295" y="126683"/>
                      </a:lnTo>
                      <a:cubicBezTo>
                        <a:pt x="65342" y="126683"/>
                        <a:pt x="61056" y="126968"/>
                        <a:pt x="57531" y="127635"/>
                      </a:cubicBezTo>
                      <a:cubicBezTo>
                        <a:pt x="55245" y="126968"/>
                        <a:pt x="50673" y="126778"/>
                        <a:pt x="43720" y="126968"/>
                      </a:cubicBezTo>
                      <a:cubicBezTo>
                        <a:pt x="38195" y="126968"/>
                        <a:pt x="33814" y="125921"/>
                        <a:pt x="30671" y="123825"/>
                      </a:cubicBezTo>
                      <a:cubicBezTo>
                        <a:pt x="28670" y="125730"/>
                        <a:pt x="25337" y="126683"/>
                        <a:pt x="20765" y="126683"/>
                      </a:cubicBezTo>
                      <a:cubicBezTo>
                        <a:pt x="19336" y="126683"/>
                        <a:pt x="15621" y="126302"/>
                        <a:pt x="9620" y="125539"/>
                      </a:cubicBezTo>
                      <a:cubicBezTo>
                        <a:pt x="6287" y="123444"/>
                        <a:pt x="4572" y="119539"/>
                        <a:pt x="4572" y="113633"/>
                      </a:cubicBezTo>
                      <a:cubicBezTo>
                        <a:pt x="4572" y="112395"/>
                        <a:pt x="4668" y="110585"/>
                        <a:pt x="4858" y="108299"/>
                      </a:cubicBezTo>
                      <a:cubicBezTo>
                        <a:pt x="5049" y="106013"/>
                        <a:pt x="5144" y="104394"/>
                        <a:pt x="5144" y="103442"/>
                      </a:cubicBezTo>
                      <a:lnTo>
                        <a:pt x="6287" y="56769"/>
                      </a:lnTo>
                      <a:cubicBezTo>
                        <a:pt x="5525" y="55054"/>
                        <a:pt x="5144" y="52673"/>
                        <a:pt x="5144" y="49625"/>
                      </a:cubicBezTo>
                      <a:cubicBezTo>
                        <a:pt x="5144" y="48482"/>
                        <a:pt x="5144" y="46863"/>
                        <a:pt x="5429" y="44482"/>
                      </a:cubicBezTo>
                      <a:cubicBezTo>
                        <a:pt x="5620" y="42196"/>
                        <a:pt x="5715" y="40577"/>
                        <a:pt x="5715" y="39624"/>
                      </a:cubicBezTo>
                      <a:cubicBezTo>
                        <a:pt x="5715" y="33623"/>
                        <a:pt x="3810" y="30480"/>
                        <a:pt x="0" y="30385"/>
                      </a:cubicBezTo>
                      <a:cubicBezTo>
                        <a:pt x="4763" y="29146"/>
                        <a:pt x="6954" y="25241"/>
                        <a:pt x="6668" y="18764"/>
                      </a:cubicBezTo>
                      <a:cubicBezTo>
                        <a:pt x="6191" y="9144"/>
                        <a:pt x="6096" y="3810"/>
                        <a:pt x="6382" y="2953"/>
                      </a:cubicBezTo>
                      <a:lnTo>
                        <a:pt x="5239" y="2000"/>
                      </a:lnTo>
                      <a:cubicBezTo>
                        <a:pt x="6954" y="1048"/>
                        <a:pt x="9049" y="476"/>
                        <a:pt x="11430" y="476"/>
                      </a:cubicBezTo>
                      <a:cubicBezTo>
                        <a:pt x="12859" y="476"/>
                        <a:pt x="15336" y="857"/>
                        <a:pt x="19050" y="1334"/>
                      </a:cubicBezTo>
                      <a:cubicBezTo>
                        <a:pt x="22670" y="1905"/>
                        <a:pt x="25528" y="2096"/>
                        <a:pt x="27623" y="2000"/>
                      </a:cubicBezTo>
                      <a:cubicBezTo>
                        <a:pt x="38100" y="2000"/>
                        <a:pt x="44768" y="1334"/>
                        <a:pt x="47816" y="0"/>
                      </a:cubicBezTo>
                      <a:cubicBezTo>
                        <a:pt x="48292" y="1619"/>
                        <a:pt x="49245" y="2381"/>
                        <a:pt x="50673" y="2381"/>
                      </a:cubicBezTo>
                      <a:cubicBezTo>
                        <a:pt x="51531" y="2381"/>
                        <a:pt x="52674" y="2096"/>
                        <a:pt x="54388" y="1429"/>
                      </a:cubicBezTo>
                      <a:cubicBezTo>
                        <a:pt x="56102" y="762"/>
                        <a:pt x="57245" y="381"/>
                        <a:pt x="58103" y="381"/>
                      </a:cubicBezTo>
                      <a:cubicBezTo>
                        <a:pt x="58770" y="381"/>
                        <a:pt x="59341" y="476"/>
                        <a:pt x="60008" y="667"/>
                      </a:cubicBezTo>
                      <a:cubicBezTo>
                        <a:pt x="60675" y="762"/>
                        <a:pt x="63628" y="1429"/>
                        <a:pt x="69056" y="2286"/>
                      </a:cubicBezTo>
                      <a:cubicBezTo>
                        <a:pt x="72866" y="2953"/>
                        <a:pt x="75819" y="3048"/>
                        <a:pt x="78105" y="2762"/>
                      </a:cubicBezTo>
                      <a:lnTo>
                        <a:pt x="80677" y="5620"/>
                      </a:lnTo>
                      <a:cubicBezTo>
                        <a:pt x="82391" y="2191"/>
                        <a:pt x="89821" y="857"/>
                        <a:pt x="102965" y="1810"/>
                      </a:cubicBezTo>
                      <a:close/>
                      <a:moveTo>
                        <a:pt x="8192" y="80963"/>
                      </a:moveTo>
                      <a:cubicBezTo>
                        <a:pt x="8668" y="82391"/>
                        <a:pt x="10287" y="83058"/>
                        <a:pt x="12954" y="83058"/>
                      </a:cubicBezTo>
                      <a:cubicBezTo>
                        <a:pt x="14193" y="83058"/>
                        <a:pt x="15050" y="82868"/>
                        <a:pt x="15526" y="82391"/>
                      </a:cubicBezTo>
                      <a:lnTo>
                        <a:pt x="8097" y="80963"/>
                      </a:lnTo>
                      <a:close/>
                      <a:moveTo>
                        <a:pt x="23432" y="80963"/>
                      </a:moveTo>
                      <a:lnTo>
                        <a:pt x="23432" y="79058"/>
                      </a:lnTo>
                      <a:cubicBezTo>
                        <a:pt x="23336" y="78296"/>
                        <a:pt x="22479" y="77914"/>
                        <a:pt x="20860" y="77914"/>
                      </a:cubicBezTo>
                      <a:lnTo>
                        <a:pt x="23432" y="80963"/>
                      </a:lnTo>
                      <a:close/>
                      <a:moveTo>
                        <a:pt x="29433" y="41053"/>
                      </a:moveTo>
                      <a:lnTo>
                        <a:pt x="29433" y="39624"/>
                      </a:lnTo>
                      <a:lnTo>
                        <a:pt x="27527" y="39624"/>
                      </a:lnTo>
                      <a:lnTo>
                        <a:pt x="27527" y="41053"/>
                      </a:lnTo>
                      <a:lnTo>
                        <a:pt x="29433" y="41053"/>
                      </a:lnTo>
                      <a:close/>
                      <a:moveTo>
                        <a:pt x="69533" y="40386"/>
                      </a:moveTo>
                      <a:cubicBezTo>
                        <a:pt x="68295" y="39624"/>
                        <a:pt x="67628" y="38862"/>
                        <a:pt x="67628" y="38005"/>
                      </a:cubicBezTo>
                      <a:cubicBezTo>
                        <a:pt x="67628" y="36862"/>
                        <a:pt x="68580" y="36290"/>
                        <a:pt x="70485" y="36290"/>
                      </a:cubicBezTo>
                      <a:cubicBezTo>
                        <a:pt x="72390" y="36290"/>
                        <a:pt x="73533" y="36957"/>
                        <a:pt x="74009" y="38386"/>
                      </a:cubicBezTo>
                      <a:cubicBezTo>
                        <a:pt x="72486" y="40005"/>
                        <a:pt x="70961" y="40577"/>
                        <a:pt x="69533" y="40291"/>
                      </a:cubicBezTo>
                      <a:close/>
                      <a:moveTo>
                        <a:pt x="84297" y="41053"/>
                      </a:moveTo>
                      <a:cubicBezTo>
                        <a:pt x="85249" y="40767"/>
                        <a:pt x="85725" y="40386"/>
                        <a:pt x="85725" y="39910"/>
                      </a:cubicBezTo>
                      <a:cubicBezTo>
                        <a:pt x="85725" y="39624"/>
                        <a:pt x="85535" y="39148"/>
                        <a:pt x="85154" y="38671"/>
                      </a:cubicBezTo>
                      <a:cubicBezTo>
                        <a:pt x="84773" y="38100"/>
                        <a:pt x="84582" y="37719"/>
                        <a:pt x="84582" y="37624"/>
                      </a:cubicBezTo>
                      <a:cubicBezTo>
                        <a:pt x="84773" y="37147"/>
                        <a:pt x="84963" y="36862"/>
                        <a:pt x="85249" y="36671"/>
                      </a:cubicBezTo>
                      <a:cubicBezTo>
                        <a:pt x="86296" y="36386"/>
                        <a:pt x="87630" y="36767"/>
                        <a:pt x="89059" y="37910"/>
                      </a:cubicBezTo>
                      <a:lnTo>
                        <a:pt x="87154" y="41243"/>
                      </a:lnTo>
                      <a:lnTo>
                        <a:pt x="89726" y="43148"/>
                      </a:lnTo>
                      <a:lnTo>
                        <a:pt x="84297" y="41243"/>
                      </a:lnTo>
                      <a:close/>
                      <a:moveTo>
                        <a:pt x="89726" y="12287"/>
                      </a:moveTo>
                      <a:cubicBezTo>
                        <a:pt x="89726" y="12287"/>
                        <a:pt x="90202" y="12763"/>
                        <a:pt x="90393" y="12763"/>
                      </a:cubicBezTo>
                      <a:lnTo>
                        <a:pt x="89726" y="12287"/>
                      </a:lnTo>
                      <a:lnTo>
                        <a:pt x="89726" y="10192"/>
                      </a:lnTo>
                      <a:lnTo>
                        <a:pt x="87154" y="10192"/>
                      </a:lnTo>
                      <a:lnTo>
                        <a:pt x="89726" y="12287"/>
                      </a:lnTo>
                      <a:close/>
                      <a:moveTo>
                        <a:pt x="115348" y="3810"/>
                      </a:moveTo>
                      <a:cubicBezTo>
                        <a:pt x="115348" y="3810"/>
                        <a:pt x="114967" y="4953"/>
                        <a:pt x="114205" y="5715"/>
                      </a:cubicBezTo>
                      <a:cubicBezTo>
                        <a:pt x="113443" y="6477"/>
                        <a:pt x="112967" y="7144"/>
                        <a:pt x="112776" y="7620"/>
                      </a:cubicBezTo>
                      <a:lnTo>
                        <a:pt x="114681" y="9049"/>
                      </a:lnTo>
                      <a:lnTo>
                        <a:pt x="110871" y="7620"/>
                      </a:lnTo>
                      <a:cubicBezTo>
                        <a:pt x="111729" y="7620"/>
                        <a:pt x="112205" y="6953"/>
                        <a:pt x="112490" y="5525"/>
                      </a:cubicBezTo>
                      <a:cubicBezTo>
                        <a:pt x="112681" y="4096"/>
                        <a:pt x="113252" y="3429"/>
                        <a:pt x="114110" y="3429"/>
                      </a:cubicBezTo>
                      <a:cubicBezTo>
                        <a:pt x="114395" y="3429"/>
                        <a:pt x="114871" y="3620"/>
                        <a:pt x="115444" y="3905"/>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 name="Google Shape;1476;p99"/>
                <p:cNvSpPr/>
                <p:nvPr/>
              </p:nvSpPr>
              <p:spPr>
                <a:xfrm>
                  <a:off x="7161085" y="4828508"/>
                  <a:ext cx="90772" cy="127063"/>
                </a:xfrm>
                <a:custGeom>
                  <a:avLst/>
                  <a:gdLst/>
                  <a:ahLst/>
                  <a:cxnLst/>
                  <a:rect l="l" t="t" r="r" b="b"/>
                  <a:pathLst>
                    <a:path w="90772" h="127063" extrusionOk="0">
                      <a:moveTo>
                        <a:pt x="85154" y="113252"/>
                      </a:moveTo>
                      <a:cubicBezTo>
                        <a:pt x="88297" y="115443"/>
                        <a:pt x="89916" y="118015"/>
                        <a:pt x="89916" y="120872"/>
                      </a:cubicBezTo>
                      <a:cubicBezTo>
                        <a:pt x="89916" y="122111"/>
                        <a:pt x="89630" y="123349"/>
                        <a:pt x="88963" y="124396"/>
                      </a:cubicBezTo>
                      <a:cubicBezTo>
                        <a:pt x="86963" y="126206"/>
                        <a:pt x="84487" y="127063"/>
                        <a:pt x="81629" y="127063"/>
                      </a:cubicBezTo>
                      <a:cubicBezTo>
                        <a:pt x="80296" y="127063"/>
                        <a:pt x="78295" y="126873"/>
                        <a:pt x="75533" y="126683"/>
                      </a:cubicBezTo>
                      <a:cubicBezTo>
                        <a:pt x="72771" y="126492"/>
                        <a:pt x="70675" y="126397"/>
                        <a:pt x="69247" y="126397"/>
                      </a:cubicBezTo>
                      <a:lnTo>
                        <a:pt x="65056" y="126397"/>
                      </a:lnTo>
                      <a:cubicBezTo>
                        <a:pt x="64103" y="122872"/>
                        <a:pt x="61055" y="117920"/>
                        <a:pt x="56007" y="111633"/>
                      </a:cubicBezTo>
                      <a:cubicBezTo>
                        <a:pt x="51530" y="106394"/>
                        <a:pt x="49435" y="101537"/>
                        <a:pt x="49530" y="96869"/>
                      </a:cubicBezTo>
                      <a:cubicBezTo>
                        <a:pt x="51149" y="97727"/>
                        <a:pt x="53435" y="97727"/>
                        <a:pt x="56674" y="97155"/>
                      </a:cubicBezTo>
                      <a:cubicBezTo>
                        <a:pt x="59817" y="96488"/>
                        <a:pt x="62579" y="96679"/>
                        <a:pt x="65056" y="97536"/>
                      </a:cubicBezTo>
                      <a:lnTo>
                        <a:pt x="65056" y="99441"/>
                      </a:lnTo>
                      <a:lnTo>
                        <a:pt x="68770" y="99441"/>
                      </a:lnTo>
                      <a:lnTo>
                        <a:pt x="68103" y="96869"/>
                      </a:lnTo>
                      <a:cubicBezTo>
                        <a:pt x="68103" y="96869"/>
                        <a:pt x="69247" y="96869"/>
                        <a:pt x="70199" y="97250"/>
                      </a:cubicBezTo>
                      <a:cubicBezTo>
                        <a:pt x="71151" y="97631"/>
                        <a:pt x="71723" y="97822"/>
                        <a:pt x="71818" y="97822"/>
                      </a:cubicBezTo>
                      <a:cubicBezTo>
                        <a:pt x="72485" y="97822"/>
                        <a:pt x="72961" y="97441"/>
                        <a:pt x="73343" y="96869"/>
                      </a:cubicBezTo>
                      <a:cubicBezTo>
                        <a:pt x="73152" y="96679"/>
                        <a:pt x="71342" y="95345"/>
                        <a:pt x="67818" y="92583"/>
                      </a:cubicBezTo>
                      <a:cubicBezTo>
                        <a:pt x="65341" y="90869"/>
                        <a:pt x="64008" y="89059"/>
                        <a:pt x="64008" y="87344"/>
                      </a:cubicBezTo>
                      <a:cubicBezTo>
                        <a:pt x="64008" y="86678"/>
                        <a:pt x="64008" y="86201"/>
                        <a:pt x="64198" y="85725"/>
                      </a:cubicBezTo>
                      <a:lnTo>
                        <a:pt x="66866" y="83820"/>
                      </a:lnTo>
                      <a:cubicBezTo>
                        <a:pt x="66866" y="83820"/>
                        <a:pt x="65817" y="83153"/>
                        <a:pt x="64198" y="83153"/>
                      </a:cubicBezTo>
                      <a:cubicBezTo>
                        <a:pt x="64198" y="81534"/>
                        <a:pt x="63913" y="80677"/>
                        <a:pt x="63246" y="80486"/>
                      </a:cubicBezTo>
                      <a:cubicBezTo>
                        <a:pt x="63055" y="80486"/>
                        <a:pt x="62198" y="81153"/>
                        <a:pt x="60388" y="82391"/>
                      </a:cubicBezTo>
                      <a:cubicBezTo>
                        <a:pt x="61626" y="83725"/>
                        <a:pt x="62293" y="84582"/>
                        <a:pt x="62293" y="84963"/>
                      </a:cubicBezTo>
                      <a:lnTo>
                        <a:pt x="61341" y="85725"/>
                      </a:lnTo>
                      <a:cubicBezTo>
                        <a:pt x="61341" y="84296"/>
                        <a:pt x="60960" y="83344"/>
                        <a:pt x="60388" y="83058"/>
                      </a:cubicBezTo>
                      <a:lnTo>
                        <a:pt x="57531" y="87535"/>
                      </a:lnTo>
                      <a:cubicBezTo>
                        <a:pt x="56769" y="87630"/>
                        <a:pt x="55531" y="86582"/>
                        <a:pt x="53816" y="84106"/>
                      </a:cubicBezTo>
                      <a:cubicBezTo>
                        <a:pt x="52101" y="81629"/>
                        <a:pt x="50387" y="80677"/>
                        <a:pt x="48482" y="81153"/>
                      </a:cubicBezTo>
                      <a:cubicBezTo>
                        <a:pt x="48673" y="82296"/>
                        <a:pt x="48196" y="83629"/>
                        <a:pt x="46958" y="85154"/>
                      </a:cubicBezTo>
                      <a:cubicBezTo>
                        <a:pt x="45720" y="86773"/>
                        <a:pt x="45053" y="88106"/>
                        <a:pt x="44863" y="89440"/>
                      </a:cubicBezTo>
                      <a:cubicBezTo>
                        <a:pt x="47054" y="91630"/>
                        <a:pt x="48006" y="93440"/>
                        <a:pt x="47530" y="94869"/>
                      </a:cubicBezTo>
                      <a:cubicBezTo>
                        <a:pt x="46387" y="94107"/>
                        <a:pt x="45339" y="93726"/>
                        <a:pt x="44482" y="93726"/>
                      </a:cubicBezTo>
                      <a:cubicBezTo>
                        <a:pt x="43243" y="93726"/>
                        <a:pt x="41720" y="94774"/>
                        <a:pt x="40005" y="96774"/>
                      </a:cubicBezTo>
                      <a:cubicBezTo>
                        <a:pt x="38100" y="99346"/>
                        <a:pt x="36766" y="100775"/>
                        <a:pt x="35909" y="101251"/>
                      </a:cubicBezTo>
                      <a:cubicBezTo>
                        <a:pt x="36100" y="101918"/>
                        <a:pt x="36195" y="102584"/>
                        <a:pt x="36195" y="103346"/>
                      </a:cubicBezTo>
                      <a:cubicBezTo>
                        <a:pt x="36195" y="105632"/>
                        <a:pt x="34576" y="108204"/>
                        <a:pt x="31242" y="111252"/>
                      </a:cubicBezTo>
                      <a:lnTo>
                        <a:pt x="29337" y="109347"/>
                      </a:lnTo>
                      <a:lnTo>
                        <a:pt x="28194" y="110490"/>
                      </a:lnTo>
                      <a:lnTo>
                        <a:pt x="31909" y="114967"/>
                      </a:lnTo>
                      <a:cubicBezTo>
                        <a:pt x="31337" y="116396"/>
                        <a:pt x="30003" y="118110"/>
                        <a:pt x="27908" y="120110"/>
                      </a:cubicBezTo>
                      <a:cubicBezTo>
                        <a:pt x="25813" y="122111"/>
                        <a:pt x="24479" y="124111"/>
                        <a:pt x="23717" y="126206"/>
                      </a:cubicBezTo>
                      <a:lnTo>
                        <a:pt x="0" y="126206"/>
                      </a:lnTo>
                      <a:cubicBezTo>
                        <a:pt x="762" y="125254"/>
                        <a:pt x="952" y="123730"/>
                        <a:pt x="667" y="121634"/>
                      </a:cubicBezTo>
                      <a:cubicBezTo>
                        <a:pt x="667" y="120205"/>
                        <a:pt x="1714" y="119158"/>
                        <a:pt x="3810" y="118586"/>
                      </a:cubicBezTo>
                      <a:cubicBezTo>
                        <a:pt x="1334" y="117634"/>
                        <a:pt x="0" y="116681"/>
                        <a:pt x="0" y="115729"/>
                      </a:cubicBezTo>
                      <a:cubicBezTo>
                        <a:pt x="0" y="114967"/>
                        <a:pt x="857" y="113538"/>
                        <a:pt x="2572" y="111728"/>
                      </a:cubicBezTo>
                      <a:cubicBezTo>
                        <a:pt x="4286" y="109823"/>
                        <a:pt x="5143" y="108109"/>
                        <a:pt x="5143" y="106775"/>
                      </a:cubicBezTo>
                      <a:cubicBezTo>
                        <a:pt x="5143" y="106109"/>
                        <a:pt x="4953" y="105537"/>
                        <a:pt x="4667" y="104870"/>
                      </a:cubicBezTo>
                      <a:cubicBezTo>
                        <a:pt x="6763" y="105156"/>
                        <a:pt x="8287" y="104585"/>
                        <a:pt x="9144" y="103156"/>
                      </a:cubicBezTo>
                      <a:cubicBezTo>
                        <a:pt x="8954" y="101727"/>
                        <a:pt x="9716" y="99346"/>
                        <a:pt x="11239" y="96012"/>
                      </a:cubicBezTo>
                      <a:cubicBezTo>
                        <a:pt x="12859" y="92678"/>
                        <a:pt x="13335" y="90202"/>
                        <a:pt x="12859" y="88392"/>
                      </a:cubicBezTo>
                      <a:cubicBezTo>
                        <a:pt x="14764" y="86011"/>
                        <a:pt x="19812" y="76867"/>
                        <a:pt x="28099" y="60865"/>
                      </a:cubicBezTo>
                      <a:cubicBezTo>
                        <a:pt x="28384" y="58484"/>
                        <a:pt x="27527" y="55912"/>
                        <a:pt x="25241" y="53150"/>
                      </a:cubicBezTo>
                      <a:cubicBezTo>
                        <a:pt x="23146" y="50387"/>
                        <a:pt x="21907" y="48292"/>
                        <a:pt x="21907" y="46863"/>
                      </a:cubicBezTo>
                      <a:cubicBezTo>
                        <a:pt x="21907" y="45720"/>
                        <a:pt x="22193" y="44672"/>
                        <a:pt x="22860" y="43529"/>
                      </a:cubicBezTo>
                      <a:cubicBezTo>
                        <a:pt x="19717" y="41910"/>
                        <a:pt x="16954" y="39148"/>
                        <a:pt x="14573" y="35147"/>
                      </a:cubicBezTo>
                      <a:cubicBezTo>
                        <a:pt x="12668" y="31718"/>
                        <a:pt x="11430" y="28385"/>
                        <a:pt x="10953" y="25241"/>
                      </a:cubicBezTo>
                      <a:cubicBezTo>
                        <a:pt x="9049" y="24765"/>
                        <a:pt x="8001" y="23622"/>
                        <a:pt x="7620" y="21908"/>
                      </a:cubicBezTo>
                      <a:cubicBezTo>
                        <a:pt x="6953" y="18764"/>
                        <a:pt x="6572" y="16954"/>
                        <a:pt x="6477" y="16669"/>
                      </a:cubicBezTo>
                      <a:cubicBezTo>
                        <a:pt x="7429" y="16954"/>
                        <a:pt x="8667" y="16669"/>
                        <a:pt x="10287" y="15907"/>
                      </a:cubicBezTo>
                      <a:cubicBezTo>
                        <a:pt x="7429" y="16383"/>
                        <a:pt x="5239" y="15335"/>
                        <a:pt x="3905" y="12668"/>
                      </a:cubicBezTo>
                      <a:cubicBezTo>
                        <a:pt x="2953" y="10382"/>
                        <a:pt x="2000" y="8096"/>
                        <a:pt x="1048" y="5715"/>
                      </a:cubicBezTo>
                      <a:cubicBezTo>
                        <a:pt x="1048" y="5334"/>
                        <a:pt x="857" y="4858"/>
                        <a:pt x="571" y="4096"/>
                      </a:cubicBezTo>
                      <a:cubicBezTo>
                        <a:pt x="476" y="3429"/>
                        <a:pt x="571" y="2858"/>
                        <a:pt x="762" y="2286"/>
                      </a:cubicBezTo>
                      <a:cubicBezTo>
                        <a:pt x="952" y="1714"/>
                        <a:pt x="1619" y="1048"/>
                        <a:pt x="2762" y="286"/>
                      </a:cubicBezTo>
                      <a:cubicBezTo>
                        <a:pt x="5143" y="95"/>
                        <a:pt x="7144" y="0"/>
                        <a:pt x="8858" y="0"/>
                      </a:cubicBezTo>
                      <a:cubicBezTo>
                        <a:pt x="17716" y="0"/>
                        <a:pt x="25432" y="3810"/>
                        <a:pt x="31909" y="11430"/>
                      </a:cubicBezTo>
                      <a:cubicBezTo>
                        <a:pt x="32385" y="11716"/>
                        <a:pt x="34385" y="15145"/>
                        <a:pt x="38100" y="21622"/>
                      </a:cubicBezTo>
                      <a:cubicBezTo>
                        <a:pt x="40291" y="25908"/>
                        <a:pt x="43529" y="28004"/>
                        <a:pt x="47625" y="27813"/>
                      </a:cubicBezTo>
                      <a:cubicBezTo>
                        <a:pt x="49149" y="23717"/>
                        <a:pt x="52292" y="17907"/>
                        <a:pt x="56864" y="10287"/>
                      </a:cubicBezTo>
                      <a:cubicBezTo>
                        <a:pt x="56579" y="9620"/>
                        <a:pt x="56388" y="9049"/>
                        <a:pt x="56388" y="8382"/>
                      </a:cubicBezTo>
                      <a:cubicBezTo>
                        <a:pt x="56388" y="5620"/>
                        <a:pt x="58674" y="3620"/>
                        <a:pt x="63246" y="2191"/>
                      </a:cubicBezTo>
                      <a:cubicBezTo>
                        <a:pt x="64579" y="2572"/>
                        <a:pt x="66008" y="2667"/>
                        <a:pt x="67532" y="2667"/>
                      </a:cubicBezTo>
                      <a:cubicBezTo>
                        <a:pt x="69247" y="2667"/>
                        <a:pt x="71914" y="2286"/>
                        <a:pt x="75438" y="1714"/>
                      </a:cubicBezTo>
                      <a:cubicBezTo>
                        <a:pt x="78962" y="1048"/>
                        <a:pt x="81534" y="762"/>
                        <a:pt x="82963" y="762"/>
                      </a:cubicBezTo>
                      <a:cubicBezTo>
                        <a:pt x="86296" y="762"/>
                        <a:pt x="88868" y="1905"/>
                        <a:pt x="90773" y="4096"/>
                      </a:cubicBezTo>
                      <a:cubicBezTo>
                        <a:pt x="89821" y="5525"/>
                        <a:pt x="88773" y="7049"/>
                        <a:pt x="87535" y="8572"/>
                      </a:cubicBezTo>
                      <a:cubicBezTo>
                        <a:pt x="86392" y="10096"/>
                        <a:pt x="85820" y="11716"/>
                        <a:pt x="85820" y="13335"/>
                      </a:cubicBezTo>
                      <a:cubicBezTo>
                        <a:pt x="85820" y="14288"/>
                        <a:pt x="86010" y="15145"/>
                        <a:pt x="86296" y="15907"/>
                      </a:cubicBezTo>
                      <a:cubicBezTo>
                        <a:pt x="81915" y="20669"/>
                        <a:pt x="76676" y="29242"/>
                        <a:pt x="70675" y="41624"/>
                      </a:cubicBezTo>
                      <a:cubicBezTo>
                        <a:pt x="68103" y="41815"/>
                        <a:pt x="66866" y="42767"/>
                        <a:pt x="66866" y="44672"/>
                      </a:cubicBezTo>
                      <a:cubicBezTo>
                        <a:pt x="66866" y="45053"/>
                        <a:pt x="66866" y="45529"/>
                        <a:pt x="67056" y="46292"/>
                      </a:cubicBezTo>
                      <a:lnTo>
                        <a:pt x="67056" y="48006"/>
                      </a:lnTo>
                      <a:cubicBezTo>
                        <a:pt x="67056" y="50006"/>
                        <a:pt x="65817" y="51245"/>
                        <a:pt x="63246" y="51530"/>
                      </a:cubicBezTo>
                      <a:lnTo>
                        <a:pt x="63246" y="55817"/>
                      </a:lnTo>
                      <a:cubicBezTo>
                        <a:pt x="63246" y="57436"/>
                        <a:pt x="62293" y="58103"/>
                        <a:pt x="60388" y="57912"/>
                      </a:cubicBezTo>
                      <a:cubicBezTo>
                        <a:pt x="59245" y="58388"/>
                        <a:pt x="58769" y="60388"/>
                        <a:pt x="58769" y="63818"/>
                      </a:cubicBezTo>
                      <a:cubicBezTo>
                        <a:pt x="63722" y="65913"/>
                        <a:pt x="67151" y="69342"/>
                        <a:pt x="68675" y="74104"/>
                      </a:cubicBezTo>
                      <a:cubicBezTo>
                        <a:pt x="69913" y="78200"/>
                        <a:pt x="71247" y="82391"/>
                        <a:pt x="72485" y="86678"/>
                      </a:cubicBezTo>
                      <a:cubicBezTo>
                        <a:pt x="73057" y="90297"/>
                        <a:pt x="76200" y="93631"/>
                        <a:pt x="81819" y="96679"/>
                      </a:cubicBezTo>
                      <a:lnTo>
                        <a:pt x="79820" y="98584"/>
                      </a:lnTo>
                      <a:cubicBezTo>
                        <a:pt x="80200" y="99251"/>
                        <a:pt x="81439" y="101060"/>
                        <a:pt x="83439" y="104108"/>
                      </a:cubicBezTo>
                      <a:cubicBezTo>
                        <a:pt x="85058" y="106489"/>
                        <a:pt x="85820" y="108490"/>
                        <a:pt x="85820" y="110014"/>
                      </a:cubicBezTo>
                      <a:cubicBezTo>
                        <a:pt x="85820" y="111157"/>
                        <a:pt x="85534" y="112109"/>
                        <a:pt x="85058" y="113062"/>
                      </a:cubicBezTo>
                      <a:close/>
                      <a:moveTo>
                        <a:pt x="53150" y="88583"/>
                      </a:moveTo>
                      <a:lnTo>
                        <a:pt x="54388" y="88583"/>
                      </a:lnTo>
                      <a:lnTo>
                        <a:pt x="54388" y="92393"/>
                      </a:lnTo>
                      <a:lnTo>
                        <a:pt x="53150" y="92393"/>
                      </a:lnTo>
                      <a:lnTo>
                        <a:pt x="53150" y="88583"/>
                      </a:lnTo>
                      <a:close/>
                      <a:moveTo>
                        <a:pt x="62008" y="92869"/>
                      </a:moveTo>
                      <a:cubicBezTo>
                        <a:pt x="62008" y="92869"/>
                        <a:pt x="61532" y="92678"/>
                        <a:pt x="60960" y="92678"/>
                      </a:cubicBezTo>
                      <a:cubicBezTo>
                        <a:pt x="60674" y="92678"/>
                        <a:pt x="60198" y="92678"/>
                        <a:pt x="59627" y="92869"/>
                      </a:cubicBezTo>
                      <a:cubicBezTo>
                        <a:pt x="58960" y="93059"/>
                        <a:pt x="58484" y="93154"/>
                        <a:pt x="58198" y="93154"/>
                      </a:cubicBezTo>
                      <a:cubicBezTo>
                        <a:pt x="57055" y="93154"/>
                        <a:pt x="56674" y="92297"/>
                        <a:pt x="56959" y="90488"/>
                      </a:cubicBezTo>
                      <a:cubicBezTo>
                        <a:pt x="58578" y="89916"/>
                        <a:pt x="60198" y="90678"/>
                        <a:pt x="62008" y="92869"/>
                      </a:cubicBezTo>
                      <a:close/>
                      <a:moveTo>
                        <a:pt x="62008" y="92869"/>
                      </a:moveTo>
                      <a:cubicBezTo>
                        <a:pt x="62008" y="92869"/>
                        <a:pt x="62293" y="92964"/>
                        <a:pt x="62484" y="93154"/>
                      </a:cubicBezTo>
                      <a:cubicBezTo>
                        <a:pt x="62389" y="93154"/>
                        <a:pt x="62293" y="93059"/>
                        <a:pt x="62293" y="92869"/>
                      </a:cubicBezTo>
                      <a:lnTo>
                        <a:pt x="62103" y="92869"/>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77" name="Google Shape;1477;p99"/>
              <p:cNvGrpSpPr/>
              <p:nvPr/>
            </p:nvGrpSpPr>
            <p:grpSpPr>
              <a:xfrm>
                <a:off x="12051310" y="7269290"/>
                <a:ext cx="506062" cy="108407"/>
                <a:chOff x="6797992" y="4987385"/>
                <a:chExt cx="506062" cy="108407"/>
              </a:xfrm>
            </p:grpSpPr>
            <p:sp>
              <p:nvSpPr>
                <p:cNvPr id="1478" name="Google Shape;1478;p99"/>
                <p:cNvSpPr/>
                <p:nvPr/>
              </p:nvSpPr>
              <p:spPr>
                <a:xfrm>
                  <a:off x="6797992" y="4987956"/>
                  <a:ext cx="81343" cy="107836"/>
                </a:xfrm>
                <a:custGeom>
                  <a:avLst/>
                  <a:gdLst/>
                  <a:ahLst/>
                  <a:cxnLst/>
                  <a:rect l="l" t="t" r="r" b="b"/>
                  <a:pathLst>
                    <a:path w="81343" h="107836" extrusionOk="0">
                      <a:moveTo>
                        <a:pt x="68389" y="50197"/>
                      </a:moveTo>
                      <a:cubicBezTo>
                        <a:pt x="68771" y="51244"/>
                        <a:pt x="69818" y="53054"/>
                        <a:pt x="71533" y="55531"/>
                      </a:cubicBezTo>
                      <a:cubicBezTo>
                        <a:pt x="72771" y="57721"/>
                        <a:pt x="73438" y="59531"/>
                        <a:pt x="73438" y="61055"/>
                      </a:cubicBezTo>
                      <a:cubicBezTo>
                        <a:pt x="73438" y="62293"/>
                        <a:pt x="73152" y="63627"/>
                        <a:pt x="72580" y="64865"/>
                      </a:cubicBezTo>
                      <a:cubicBezTo>
                        <a:pt x="72961" y="66389"/>
                        <a:pt x="73247" y="68008"/>
                        <a:pt x="73247" y="69913"/>
                      </a:cubicBezTo>
                      <a:cubicBezTo>
                        <a:pt x="73247" y="74485"/>
                        <a:pt x="72104" y="77724"/>
                        <a:pt x="69818" y="79629"/>
                      </a:cubicBezTo>
                      <a:cubicBezTo>
                        <a:pt x="70009" y="79153"/>
                        <a:pt x="70104" y="78676"/>
                        <a:pt x="70104" y="78296"/>
                      </a:cubicBezTo>
                      <a:cubicBezTo>
                        <a:pt x="70104" y="76486"/>
                        <a:pt x="69056" y="75533"/>
                        <a:pt x="66961" y="75533"/>
                      </a:cubicBezTo>
                      <a:cubicBezTo>
                        <a:pt x="66104" y="75533"/>
                        <a:pt x="65246" y="75724"/>
                        <a:pt x="64389" y="76200"/>
                      </a:cubicBezTo>
                      <a:lnTo>
                        <a:pt x="65722" y="77629"/>
                      </a:lnTo>
                      <a:cubicBezTo>
                        <a:pt x="65151" y="77343"/>
                        <a:pt x="64579" y="77152"/>
                        <a:pt x="64198" y="77152"/>
                      </a:cubicBezTo>
                      <a:cubicBezTo>
                        <a:pt x="63436" y="77152"/>
                        <a:pt x="62579" y="77819"/>
                        <a:pt x="61913" y="79153"/>
                      </a:cubicBezTo>
                      <a:cubicBezTo>
                        <a:pt x="61150" y="80486"/>
                        <a:pt x="60388" y="81724"/>
                        <a:pt x="59722" y="83058"/>
                      </a:cubicBezTo>
                      <a:lnTo>
                        <a:pt x="60388" y="83915"/>
                      </a:lnTo>
                      <a:cubicBezTo>
                        <a:pt x="59531" y="83629"/>
                        <a:pt x="58388" y="83915"/>
                        <a:pt x="57150" y="84391"/>
                      </a:cubicBezTo>
                      <a:lnTo>
                        <a:pt x="57150" y="85820"/>
                      </a:lnTo>
                      <a:cubicBezTo>
                        <a:pt x="57150" y="85820"/>
                        <a:pt x="56197" y="85058"/>
                        <a:pt x="55626" y="84677"/>
                      </a:cubicBezTo>
                      <a:cubicBezTo>
                        <a:pt x="55054" y="84201"/>
                        <a:pt x="54483" y="84106"/>
                        <a:pt x="53911" y="84391"/>
                      </a:cubicBezTo>
                      <a:cubicBezTo>
                        <a:pt x="54673" y="85725"/>
                        <a:pt x="56007" y="88201"/>
                        <a:pt x="57626" y="92011"/>
                      </a:cubicBezTo>
                      <a:cubicBezTo>
                        <a:pt x="51625" y="92488"/>
                        <a:pt x="46672" y="92678"/>
                        <a:pt x="42481" y="92678"/>
                      </a:cubicBezTo>
                      <a:cubicBezTo>
                        <a:pt x="38290" y="92678"/>
                        <a:pt x="33338" y="92392"/>
                        <a:pt x="27622" y="92011"/>
                      </a:cubicBezTo>
                      <a:cubicBezTo>
                        <a:pt x="27622" y="91154"/>
                        <a:pt x="27051" y="90392"/>
                        <a:pt x="25717" y="89916"/>
                      </a:cubicBezTo>
                      <a:cubicBezTo>
                        <a:pt x="24574" y="89440"/>
                        <a:pt x="23908" y="88963"/>
                        <a:pt x="23908" y="88201"/>
                      </a:cubicBezTo>
                      <a:cubicBezTo>
                        <a:pt x="23908" y="87916"/>
                        <a:pt x="23908" y="87630"/>
                        <a:pt x="24098" y="87154"/>
                      </a:cubicBezTo>
                      <a:cubicBezTo>
                        <a:pt x="23050" y="87725"/>
                        <a:pt x="21907" y="88011"/>
                        <a:pt x="20669" y="88011"/>
                      </a:cubicBezTo>
                      <a:cubicBezTo>
                        <a:pt x="18574" y="88011"/>
                        <a:pt x="14097" y="86392"/>
                        <a:pt x="7334" y="83058"/>
                      </a:cubicBezTo>
                      <a:lnTo>
                        <a:pt x="5905" y="79724"/>
                      </a:lnTo>
                      <a:lnTo>
                        <a:pt x="4000" y="80391"/>
                      </a:lnTo>
                      <a:lnTo>
                        <a:pt x="0" y="68389"/>
                      </a:lnTo>
                      <a:cubicBezTo>
                        <a:pt x="1429" y="66865"/>
                        <a:pt x="6001" y="62579"/>
                        <a:pt x="14002" y="55340"/>
                      </a:cubicBezTo>
                      <a:cubicBezTo>
                        <a:pt x="15049" y="55340"/>
                        <a:pt x="15907" y="55816"/>
                        <a:pt x="16573" y="56959"/>
                      </a:cubicBezTo>
                      <a:cubicBezTo>
                        <a:pt x="17431" y="58388"/>
                        <a:pt x="18097" y="59341"/>
                        <a:pt x="18669" y="59722"/>
                      </a:cubicBezTo>
                      <a:cubicBezTo>
                        <a:pt x="18859" y="61055"/>
                        <a:pt x="20860" y="64770"/>
                        <a:pt x="24574" y="70866"/>
                      </a:cubicBezTo>
                      <a:cubicBezTo>
                        <a:pt x="25527" y="70485"/>
                        <a:pt x="26289" y="70294"/>
                        <a:pt x="26956" y="70294"/>
                      </a:cubicBezTo>
                      <a:cubicBezTo>
                        <a:pt x="28004" y="70294"/>
                        <a:pt x="29146" y="70961"/>
                        <a:pt x="30385" y="72295"/>
                      </a:cubicBezTo>
                      <a:cubicBezTo>
                        <a:pt x="31623" y="73628"/>
                        <a:pt x="32766" y="74295"/>
                        <a:pt x="33718" y="74295"/>
                      </a:cubicBezTo>
                      <a:cubicBezTo>
                        <a:pt x="34195" y="74295"/>
                        <a:pt x="34766" y="74104"/>
                        <a:pt x="35433" y="73819"/>
                      </a:cubicBezTo>
                      <a:cubicBezTo>
                        <a:pt x="35052" y="74485"/>
                        <a:pt x="35433" y="75247"/>
                        <a:pt x="36766" y="76200"/>
                      </a:cubicBezTo>
                      <a:cubicBezTo>
                        <a:pt x="37052" y="73057"/>
                        <a:pt x="39624" y="71342"/>
                        <a:pt x="44196" y="70866"/>
                      </a:cubicBezTo>
                      <a:lnTo>
                        <a:pt x="46958" y="70866"/>
                      </a:lnTo>
                      <a:cubicBezTo>
                        <a:pt x="46767" y="71438"/>
                        <a:pt x="46958" y="71914"/>
                        <a:pt x="47530" y="72199"/>
                      </a:cubicBezTo>
                      <a:cubicBezTo>
                        <a:pt x="48292" y="71628"/>
                        <a:pt x="48768" y="70866"/>
                        <a:pt x="48768" y="69913"/>
                      </a:cubicBezTo>
                      <a:cubicBezTo>
                        <a:pt x="48768" y="69628"/>
                        <a:pt x="48768" y="69056"/>
                        <a:pt x="48482" y="68294"/>
                      </a:cubicBezTo>
                      <a:cubicBezTo>
                        <a:pt x="48292" y="67627"/>
                        <a:pt x="48196" y="67151"/>
                        <a:pt x="48196" y="66770"/>
                      </a:cubicBezTo>
                      <a:cubicBezTo>
                        <a:pt x="48196" y="66008"/>
                        <a:pt x="48387" y="65341"/>
                        <a:pt x="48863" y="64865"/>
                      </a:cubicBezTo>
                      <a:cubicBezTo>
                        <a:pt x="49339" y="63817"/>
                        <a:pt x="48292" y="61817"/>
                        <a:pt x="45625" y="58769"/>
                      </a:cubicBezTo>
                      <a:cubicBezTo>
                        <a:pt x="44863" y="59150"/>
                        <a:pt x="44101" y="59341"/>
                        <a:pt x="43529" y="59341"/>
                      </a:cubicBezTo>
                      <a:cubicBezTo>
                        <a:pt x="42481" y="59341"/>
                        <a:pt x="41529" y="58483"/>
                        <a:pt x="40576" y="56578"/>
                      </a:cubicBezTo>
                      <a:cubicBezTo>
                        <a:pt x="39624" y="54864"/>
                        <a:pt x="38767" y="53911"/>
                        <a:pt x="37814" y="53911"/>
                      </a:cubicBezTo>
                      <a:cubicBezTo>
                        <a:pt x="37052" y="53911"/>
                        <a:pt x="36290" y="54102"/>
                        <a:pt x="35433" y="54769"/>
                      </a:cubicBezTo>
                      <a:cubicBezTo>
                        <a:pt x="34290" y="53626"/>
                        <a:pt x="32385" y="52768"/>
                        <a:pt x="29908" y="52197"/>
                      </a:cubicBezTo>
                      <a:lnTo>
                        <a:pt x="23527" y="50673"/>
                      </a:lnTo>
                      <a:cubicBezTo>
                        <a:pt x="22669" y="48577"/>
                        <a:pt x="21050" y="47339"/>
                        <a:pt x="18669" y="47053"/>
                      </a:cubicBezTo>
                      <a:cubicBezTo>
                        <a:pt x="15811" y="46577"/>
                        <a:pt x="14002" y="45910"/>
                        <a:pt x="13335" y="44767"/>
                      </a:cubicBezTo>
                      <a:lnTo>
                        <a:pt x="12001" y="46196"/>
                      </a:lnTo>
                      <a:cubicBezTo>
                        <a:pt x="12001" y="46196"/>
                        <a:pt x="11811" y="45434"/>
                        <a:pt x="11811" y="44958"/>
                      </a:cubicBezTo>
                      <a:cubicBezTo>
                        <a:pt x="11811" y="44482"/>
                        <a:pt x="11811" y="43720"/>
                        <a:pt x="12001" y="42672"/>
                      </a:cubicBezTo>
                      <a:cubicBezTo>
                        <a:pt x="12287" y="41624"/>
                        <a:pt x="12287" y="40767"/>
                        <a:pt x="12287" y="40291"/>
                      </a:cubicBezTo>
                      <a:cubicBezTo>
                        <a:pt x="12287" y="38767"/>
                        <a:pt x="11716" y="37624"/>
                        <a:pt x="10573" y="36862"/>
                      </a:cubicBezTo>
                      <a:cubicBezTo>
                        <a:pt x="10763" y="36385"/>
                        <a:pt x="11049" y="35909"/>
                        <a:pt x="11335" y="35433"/>
                      </a:cubicBezTo>
                      <a:cubicBezTo>
                        <a:pt x="11621" y="34861"/>
                        <a:pt x="12097" y="34671"/>
                        <a:pt x="12668" y="34766"/>
                      </a:cubicBezTo>
                      <a:cubicBezTo>
                        <a:pt x="13335" y="35242"/>
                        <a:pt x="13525" y="35909"/>
                        <a:pt x="13144" y="36766"/>
                      </a:cubicBezTo>
                      <a:cubicBezTo>
                        <a:pt x="12763" y="37624"/>
                        <a:pt x="13049" y="38195"/>
                        <a:pt x="14097" y="38576"/>
                      </a:cubicBezTo>
                      <a:cubicBezTo>
                        <a:pt x="15526" y="37338"/>
                        <a:pt x="16288" y="36100"/>
                        <a:pt x="16288" y="34766"/>
                      </a:cubicBezTo>
                      <a:cubicBezTo>
                        <a:pt x="16288" y="34195"/>
                        <a:pt x="16002" y="33623"/>
                        <a:pt x="15430" y="33242"/>
                      </a:cubicBezTo>
                      <a:cubicBezTo>
                        <a:pt x="16097" y="33052"/>
                        <a:pt x="16954" y="32385"/>
                        <a:pt x="17812" y="31337"/>
                      </a:cubicBezTo>
                      <a:cubicBezTo>
                        <a:pt x="17621" y="30861"/>
                        <a:pt x="17240" y="30671"/>
                        <a:pt x="16764" y="30671"/>
                      </a:cubicBezTo>
                      <a:cubicBezTo>
                        <a:pt x="16478" y="30671"/>
                        <a:pt x="16097" y="30861"/>
                        <a:pt x="15526" y="31242"/>
                      </a:cubicBezTo>
                      <a:cubicBezTo>
                        <a:pt x="14859" y="31623"/>
                        <a:pt x="14383" y="31813"/>
                        <a:pt x="14097" y="31813"/>
                      </a:cubicBezTo>
                      <a:cubicBezTo>
                        <a:pt x="14097" y="31528"/>
                        <a:pt x="14288" y="31147"/>
                        <a:pt x="14478" y="30384"/>
                      </a:cubicBezTo>
                      <a:cubicBezTo>
                        <a:pt x="14764" y="29718"/>
                        <a:pt x="14859" y="29051"/>
                        <a:pt x="14859" y="28480"/>
                      </a:cubicBezTo>
                      <a:cubicBezTo>
                        <a:pt x="14383" y="28765"/>
                        <a:pt x="14002" y="28861"/>
                        <a:pt x="13525" y="28861"/>
                      </a:cubicBezTo>
                      <a:cubicBezTo>
                        <a:pt x="12573" y="28861"/>
                        <a:pt x="11716" y="28099"/>
                        <a:pt x="10763" y="26670"/>
                      </a:cubicBezTo>
                      <a:cubicBezTo>
                        <a:pt x="9525" y="25051"/>
                        <a:pt x="8667" y="24003"/>
                        <a:pt x="8191" y="23527"/>
                      </a:cubicBezTo>
                      <a:lnTo>
                        <a:pt x="8191" y="17716"/>
                      </a:lnTo>
                      <a:cubicBezTo>
                        <a:pt x="8954" y="16954"/>
                        <a:pt x="9906" y="15430"/>
                        <a:pt x="11049" y="13335"/>
                      </a:cubicBezTo>
                      <a:cubicBezTo>
                        <a:pt x="12097" y="11144"/>
                        <a:pt x="12954" y="9811"/>
                        <a:pt x="13430" y="9049"/>
                      </a:cubicBezTo>
                      <a:cubicBezTo>
                        <a:pt x="14954" y="8572"/>
                        <a:pt x="16669" y="7048"/>
                        <a:pt x="18669" y="4381"/>
                      </a:cubicBezTo>
                      <a:cubicBezTo>
                        <a:pt x="20098" y="2286"/>
                        <a:pt x="22003" y="1333"/>
                        <a:pt x="24193" y="1619"/>
                      </a:cubicBezTo>
                      <a:cubicBezTo>
                        <a:pt x="26194" y="476"/>
                        <a:pt x="28765" y="95"/>
                        <a:pt x="32099" y="190"/>
                      </a:cubicBezTo>
                      <a:cubicBezTo>
                        <a:pt x="36385" y="190"/>
                        <a:pt x="39148" y="190"/>
                        <a:pt x="40481" y="0"/>
                      </a:cubicBezTo>
                      <a:lnTo>
                        <a:pt x="57245" y="857"/>
                      </a:lnTo>
                      <a:cubicBezTo>
                        <a:pt x="60388" y="2476"/>
                        <a:pt x="62293" y="3524"/>
                        <a:pt x="62960" y="4096"/>
                      </a:cubicBezTo>
                      <a:cubicBezTo>
                        <a:pt x="64770" y="5429"/>
                        <a:pt x="66008" y="7239"/>
                        <a:pt x="66580" y="9430"/>
                      </a:cubicBezTo>
                      <a:cubicBezTo>
                        <a:pt x="67151" y="9144"/>
                        <a:pt x="67723" y="9430"/>
                        <a:pt x="68294" y="9811"/>
                      </a:cubicBezTo>
                      <a:cubicBezTo>
                        <a:pt x="68866" y="10382"/>
                        <a:pt x="69437" y="10954"/>
                        <a:pt x="69913" y="11525"/>
                      </a:cubicBezTo>
                      <a:cubicBezTo>
                        <a:pt x="68389" y="11525"/>
                        <a:pt x="67627" y="11811"/>
                        <a:pt x="67627" y="12382"/>
                      </a:cubicBezTo>
                      <a:cubicBezTo>
                        <a:pt x="67627" y="12668"/>
                        <a:pt x="67913" y="13049"/>
                        <a:pt x="68199" y="13811"/>
                      </a:cubicBezTo>
                      <a:cubicBezTo>
                        <a:pt x="68675" y="14478"/>
                        <a:pt x="68866" y="15049"/>
                        <a:pt x="68866" y="15526"/>
                      </a:cubicBezTo>
                      <a:cubicBezTo>
                        <a:pt x="68866" y="16002"/>
                        <a:pt x="68580" y="16478"/>
                        <a:pt x="68008" y="16954"/>
                      </a:cubicBezTo>
                      <a:cubicBezTo>
                        <a:pt x="67437" y="16669"/>
                        <a:pt x="67056" y="16573"/>
                        <a:pt x="66675" y="16573"/>
                      </a:cubicBezTo>
                      <a:cubicBezTo>
                        <a:pt x="66008" y="16573"/>
                        <a:pt x="65532" y="17335"/>
                        <a:pt x="65437" y="18859"/>
                      </a:cubicBezTo>
                      <a:cubicBezTo>
                        <a:pt x="65437" y="20383"/>
                        <a:pt x="65056" y="21241"/>
                        <a:pt x="64484" y="21526"/>
                      </a:cubicBezTo>
                      <a:cubicBezTo>
                        <a:pt x="63913" y="21812"/>
                        <a:pt x="62960" y="23050"/>
                        <a:pt x="61627" y="25336"/>
                      </a:cubicBezTo>
                      <a:cubicBezTo>
                        <a:pt x="60293" y="27622"/>
                        <a:pt x="59055" y="28765"/>
                        <a:pt x="58007" y="28765"/>
                      </a:cubicBezTo>
                      <a:cubicBezTo>
                        <a:pt x="57055" y="28765"/>
                        <a:pt x="56102" y="28003"/>
                        <a:pt x="55054" y="26479"/>
                      </a:cubicBezTo>
                      <a:cubicBezTo>
                        <a:pt x="52292" y="22765"/>
                        <a:pt x="49435" y="20288"/>
                        <a:pt x="46387" y="19240"/>
                      </a:cubicBezTo>
                      <a:lnTo>
                        <a:pt x="44958" y="16954"/>
                      </a:lnTo>
                      <a:cubicBezTo>
                        <a:pt x="42100" y="17431"/>
                        <a:pt x="39148" y="17812"/>
                        <a:pt x="36290" y="18192"/>
                      </a:cubicBezTo>
                      <a:cubicBezTo>
                        <a:pt x="32956" y="18859"/>
                        <a:pt x="30575" y="20669"/>
                        <a:pt x="29051" y="23527"/>
                      </a:cubicBezTo>
                      <a:cubicBezTo>
                        <a:pt x="28765" y="26289"/>
                        <a:pt x="29242" y="28480"/>
                        <a:pt x="30766" y="30194"/>
                      </a:cubicBezTo>
                      <a:cubicBezTo>
                        <a:pt x="31718" y="31242"/>
                        <a:pt x="33433" y="32385"/>
                        <a:pt x="36004" y="33718"/>
                      </a:cubicBezTo>
                      <a:cubicBezTo>
                        <a:pt x="38576" y="34957"/>
                        <a:pt x="40481" y="36100"/>
                        <a:pt x="41434" y="37147"/>
                      </a:cubicBezTo>
                      <a:lnTo>
                        <a:pt x="45815" y="37147"/>
                      </a:lnTo>
                      <a:cubicBezTo>
                        <a:pt x="47530" y="38767"/>
                        <a:pt x="50292" y="40672"/>
                        <a:pt x="53911" y="42863"/>
                      </a:cubicBezTo>
                      <a:cubicBezTo>
                        <a:pt x="54578" y="42481"/>
                        <a:pt x="55245" y="42291"/>
                        <a:pt x="55816" y="42291"/>
                      </a:cubicBezTo>
                      <a:cubicBezTo>
                        <a:pt x="56864" y="42291"/>
                        <a:pt x="58102" y="42863"/>
                        <a:pt x="59626" y="44196"/>
                      </a:cubicBezTo>
                      <a:cubicBezTo>
                        <a:pt x="61150" y="45339"/>
                        <a:pt x="62293" y="46006"/>
                        <a:pt x="63055" y="46101"/>
                      </a:cubicBezTo>
                      <a:cubicBezTo>
                        <a:pt x="62960" y="46101"/>
                        <a:pt x="62865" y="46387"/>
                        <a:pt x="62865" y="46577"/>
                      </a:cubicBezTo>
                      <a:cubicBezTo>
                        <a:pt x="62865" y="47149"/>
                        <a:pt x="63246" y="47911"/>
                        <a:pt x="64008" y="48768"/>
                      </a:cubicBezTo>
                      <a:cubicBezTo>
                        <a:pt x="64675" y="49625"/>
                        <a:pt x="65532" y="50006"/>
                        <a:pt x="66484" y="50006"/>
                      </a:cubicBezTo>
                      <a:lnTo>
                        <a:pt x="68389" y="50006"/>
                      </a:lnTo>
                      <a:close/>
                      <a:moveTo>
                        <a:pt x="9334" y="29432"/>
                      </a:moveTo>
                      <a:lnTo>
                        <a:pt x="8287" y="27241"/>
                      </a:lnTo>
                      <a:lnTo>
                        <a:pt x="10096" y="28575"/>
                      </a:lnTo>
                      <a:lnTo>
                        <a:pt x="9334" y="29432"/>
                      </a:lnTo>
                      <a:close/>
                      <a:moveTo>
                        <a:pt x="9334" y="34766"/>
                      </a:moveTo>
                      <a:lnTo>
                        <a:pt x="8763" y="33909"/>
                      </a:lnTo>
                      <a:cubicBezTo>
                        <a:pt x="8763" y="33909"/>
                        <a:pt x="9811" y="33623"/>
                        <a:pt x="10477" y="33147"/>
                      </a:cubicBezTo>
                      <a:cubicBezTo>
                        <a:pt x="11144" y="32575"/>
                        <a:pt x="11525" y="32385"/>
                        <a:pt x="11716" y="32385"/>
                      </a:cubicBezTo>
                      <a:cubicBezTo>
                        <a:pt x="11906" y="32385"/>
                        <a:pt x="12097" y="32575"/>
                        <a:pt x="12097" y="32766"/>
                      </a:cubicBezTo>
                      <a:cubicBezTo>
                        <a:pt x="11716" y="33242"/>
                        <a:pt x="11335" y="33718"/>
                        <a:pt x="10858" y="34195"/>
                      </a:cubicBezTo>
                      <a:cubicBezTo>
                        <a:pt x="10477" y="34671"/>
                        <a:pt x="9906" y="34861"/>
                        <a:pt x="9334" y="34861"/>
                      </a:cubicBezTo>
                      <a:close/>
                      <a:moveTo>
                        <a:pt x="10096" y="25336"/>
                      </a:moveTo>
                      <a:lnTo>
                        <a:pt x="12097" y="25336"/>
                      </a:lnTo>
                      <a:cubicBezTo>
                        <a:pt x="11716" y="24574"/>
                        <a:pt x="11525" y="24003"/>
                        <a:pt x="11525" y="23717"/>
                      </a:cubicBezTo>
                      <a:lnTo>
                        <a:pt x="10096" y="25336"/>
                      </a:lnTo>
                      <a:close/>
                      <a:moveTo>
                        <a:pt x="10668" y="36957"/>
                      </a:moveTo>
                      <a:cubicBezTo>
                        <a:pt x="10668" y="36957"/>
                        <a:pt x="10287" y="37147"/>
                        <a:pt x="10096" y="36766"/>
                      </a:cubicBezTo>
                      <a:lnTo>
                        <a:pt x="10477" y="36766"/>
                      </a:lnTo>
                      <a:cubicBezTo>
                        <a:pt x="10477" y="36766"/>
                        <a:pt x="10477" y="36957"/>
                        <a:pt x="10668" y="36957"/>
                      </a:cubicBezTo>
                      <a:close/>
                      <a:moveTo>
                        <a:pt x="43053" y="68389"/>
                      </a:moveTo>
                      <a:lnTo>
                        <a:pt x="43053" y="69437"/>
                      </a:lnTo>
                      <a:lnTo>
                        <a:pt x="38195" y="70294"/>
                      </a:lnTo>
                      <a:cubicBezTo>
                        <a:pt x="38386" y="69628"/>
                        <a:pt x="39148" y="69151"/>
                        <a:pt x="40100" y="68866"/>
                      </a:cubicBezTo>
                      <a:cubicBezTo>
                        <a:pt x="41148" y="68675"/>
                        <a:pt x="42100" y="68484"/>
                        <a:pt x="43053" y="68389"/>
                      </a:cubicBezTo>
                      <a:close/>
                      <a:moveTo>
                        <a:pt x="44482" y="98679"/>
                      </a:moveTo>
                      <a:cubicBezTo>
                        <a:pt x="44482" y="98679"/>
                        <a:pt x="44958" y="100013"/>
                        <a:pt x="44958" y="102013"/>
                      </a:cubicBezTo>
                      <a:lnTo>
                        <a:pt x="43053" y="102013"/>
                      </a:lnTo>
                      <a:lnTo>
                        <a:pt x="44482" y="98679"/>
                      </a:lnTo>
                      <a:close/>
                      <a:moveTo>
                        <a:pt x="46387" y="95726"/>
                      </a:moveTo>
                      <a:lnTo>
                        <a:pt x="46387" y="94297"/>
                      </a:lnTo>
                      <a:lnTo>
                        <a:pt x="48292" y="94297"/>
                      </a:lnTo>
                      <a:lnTo>
                        <a:pt x="48292" y="95726"/>
                      </a:lnTo>
                      <a:lnTo>
                        <a:pt x="46387" y="95726"/>
                      </a:lnTo>
                      <a:close/>
                      <a:moveTo>
                        <a:pt x="53149" y="64198"/>
                      </a:moveTo>
                      <a:cubicBezTo>
                        <a:pt x="53435" y="63151"/>
                        <a:pt x="53149" y="62008"/>
                        <a:pt x="52673" y="60674"/>
                      </a:cubicBezTo>
                      <a:lnTo>
                        <a:pt x="50578" y="64198"/>
                      </a:lnTo>
                      <a:lnTo>
                        <a:pt x="53149" y="64198"/>
                      </a:lnTo>
                      <a:close/>
                      <a:moveTo>
                        <a:pt x="55054" y="56292"/>
                      </a:moveTo>
                      <a:cubicBezTo>
                        <a:pt x="55245" y="57436"/>
                        <a:pt x="57055" y="58293"/>
                        <a:pt x="60579" y="58864"/>
                      </a:cubicBezTo>
                      <a:lnTo>
                        <a:pt x="55054" y="56292"/>
                      </a:lnTo>
                      <a:close/>
                      <a:moveTo>
                        <a:pt x="60579" y="105346"/>
                      </a:moveTo>
                      <a:cubicBezTo>
                        <a:pt x="60579" y="105823"/>
                        <a:pt x="60388" y="106299"/>
                        <a:pt x="60293" y="106584"/>
                      </a:cubicBezTo>
                      <a:cubicBezTo>
                        <a:pt x="59722" y="107537"/>
                        <a:pt x="59055" y="107918"/>
                        <a:pt x="58388" y="107823"/>
                      </a:cubicBezTo>
                      <a:cubicBezTo>
                        <a:pt x="57340" y="107823"/>
                        <a:pt x="56769" y="107632"/>
                        <a:pt x="56483" y="107251"/>
                      </a:cubicBezTo>
                      <a:lnTo>
                        <a:pt x="60674" y="105346"/>
                      </a:lnTo>
                      <a:close/>
                      <a:moveTo>
                        <a:pt x="59246" y="94297"/>
                      </a:moveTo>
                      <a:cubicBezTo>
                        <a:pt x="59531" y="94869"/>
                        <a:pt x="60198" y="95250"/>
                        <a:pt x="61341" y="95250"/>
                      </a:cubicBezTo>
                      <a:lnTo>
                        <a:pt x="57817" y="95726"/>
                      </a:lnTo>
                      <a:lnTo>
                        <a:pt x="59246" y="94297"/>
                      </a:lnTo>
                      <a:close/>
                      <a:moveTo>
                        <a:pt x="61341" y="63532"/>
                      </a:moveTo>
                      <a:cubicBezTo>
                        <a:pt x="62579" y="63913"/>
                        <a:pt x="63722" y="63436"/>
                        <a:pt x="64675" y="62103"/>
                      </a:cubicBezTo>
                      <a:cubicBezTo>
                        <a:pt x="64198" y="61531"/>
                        <a:pt x="63436" y="61341"/>
                        <a:pt x="62484" y="61627"/>
                      </a:cubicBezTo>
                      <a:cubicBezTo>
                        <a:pt x="61436" y="61817"/>
                        <a:pt x="61055" y="62484"/>
                        <a:pt x="61436" y="63532"/>
                      </a:cubicBezTo>
                      <a:close/>
                      <a:moveTo>
                        <a:pt x="64675" y="85725"/>
                      </a:moveTo>
                      <a:cubicBezTo>
                        <a:pt x="64294" y="84582"/>
                        <a:pt x="64675" y="83820"/>
                        <a:pt x="65817" y="83725"/>
                      </a:cubicBezTo>
                      <a:cubicBezTo>
                        <a:pt x="65341" y="83725"/>
                        <a:pt x="66104" y="83915"/>
                        <a:pt x="68008" y="83915"/>
                      </a:cubicBezTo>
                      <a:cubicBezTo>
                        <a:pt x="68008" y="83915"/>
                        <a:pt x="67532" y="84296"/>
                        <a:pt x="66865" y="84867"/>
                      </a:cubicBezTo>
                      <a:cubicBezTo>
                        <a:pt x="66199" y="85534"/>
                        <a:pt x="65722" y="85915"/>
                        <a:pt x="65246" y="85915"/>
                      </a:cubicBezTo>
                      <a:cubicBezTo>
                        <a:pt x="65056" y="85915"/>
                        <a:pt x="64865" y="85915"/>
                        <a:pt x="64579" y="85725"/>
                      </a:cubicBezTo>
                      <a:close/>
                      <a:moveTo>
                        <a:pt x="66675" y="52959"/>
                      </a:moveTo>
                      <a:cubicBezTo>
                        <a:pt x="66294" y="52292"/>
                        <a:pt x="65913" y="52102"/>
                        <a:pt x="65246" y="52292"/>
                      </a:cubicBezTo>
                      <a:cubicBezTo>
                        <a:pt x="64675" y="52483"/>
                        <a:pt x="64389" y="52864"/>
                        <a:pt x="64579" y="53530"/>
                      </a:cubicBezTo>
                      <a:lnTo>
                        <a:pt x="66580" y="54007"/>
                      </a:lnTo>
                      <a:lnTo>
                        <a:pt x="66580" y="52959"/>
                      </a:lnTo>
                      <a:close/>
                      <a:moveTo>
                        <a:pt x="66199" y="71342"/>
                      </a:moveTo>
                      <a:cubicBezTo>
                        <a:pt x="67437" y="70294"/>
                        <a:pt x="68104" y="69723"/>
                        <a:pt x="68104" y="69628"/>
                      </a:cubicBezTo>
                      <a:cubicBezTo>
                        <a:pt x="68104" y="69151"/>
                        <a:pt x="67627" y="68675"/>
                        <a:pt x="66770" y="68389"/>
                      </a:cubicBezTo>
                      <a:lnTo>
                        <a:pt x="66294" y="71342"/>
                      </a:lnTo>
                      <a:cubicBezTo>
                        <a:pt x="65817" y="71914"/>
                        <a:pt x="65817" y="72485"/>
                        <a:pt x="66104" y="72866"/>
                      </a:cubicBezTo>
                      <a:lnTo>
                        <a:pt x="66294" y="71342"/>
                      </a:lnTo>
                      <a:close/>
                      <a:moveTo>
                        <a:pt x="70866" y="58293"/>
                      </a:moveTo>
                      <a:cubicBezTo>
                        <a:pt x="71152" y="57150"/>
                        <a:pt x="71342" y="56674"/>
                        <a:pt x="71342" y="56769"/>
                      </a:cubicBezTo>
                      <a:cubicBezTo>
                        <a:pt x="71247" y="56388"/>
                        <a:pt x="70294" y="56292"/>
                        <a:pt x="68580" y="56292"/>
                      </a:cubicBezTo>
                      <a:lnTo>
                        <a:pt x="70866" y="58293"/>
                      </a:lnTo>
                      <a:close/>
                      <a:moveTo>
                        <a:pt x="77629" y="70199"/>
                      </a:moveTo>
                      <a:lnTo>
                        <a:pt x="80105" y="71628"/>
                      </a:lnTo>
                      <a:lnTo>
                        <a:pt x="75438" y="72104"/>
                      </a:lnTo>
                      <a:lnTo>
                        <a:pt x="77629" y="70199"/>
                      </a:lnTo>
                      <a:close/>
                      <a:moveTo>
                        <a:pt x="78105" y="82296"/>
                      </a:moveTo>
                      <a:cubicBezTo>
                        <a:pt x="78105" y="82296"/>
                        <a:pt x="79248" y="82867"/>
                        <a:pt x="80963" y="82867"/>
                      </a:cubicBezTo>
                      <a:lnTo>
                        <a:pt x="78105" y="85058"/>
                      </a:lnTo>
                      <a:lnTo>
                        <a:pt x="78105" y="82296"/>
                      </a:lnTo>
                      <a:close/>
                      <a:moveTo>
                        <a:pt x="79438" y="103060"/>
                      </a:moveTo>
                      <a:cubicBezTo>
                        <a:pt x="79438" y="103060"/>
                        <a:pt x="79534" y="102584"/>
                        <a:pt x="79819" y="102394"/>
                      </a:cubicBezTo>
                      <a:lnTo>
                        <a:pt x="79438" y="103060"/>
                      </a:lnTo>
                      <a:close/>
                      <a:moveTo>
                        <a:pt x="79819" y="102394"/>
                      </a:moveTo>
                      <a:lnTo>
                        <a:pt x="80867" y="100965"/>
                      </a:lnTo>
                      <a:lnTo>
                        <a:pt x="81343" y="101822"/>
                      </a:lnTo>
                      <a:cubicBezTo>
                        <a:pt x="81343" y="101822"/>
                        <a:pt x="80391" y="102013"/>
                        <a:pt x="79819" y="102298"/>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 name="Google Shape;1479;p99"/>
                <p:cNvSpPr/>
                <p:nvPr/>
              </p:nvSpPr>
              <p:spPr>
                <a:xfrm>
                  <a:off x="6882002" y="4989385"/>
                  <a:ext cx="83820" cy="92963"/>
                </a:xfrm>
                <a:custGeom>
                  <a:avLst/>
                  <a:gdLst/>
                  <a:ahLst/>
                  <a:cxnLst/>
                  <a:rect l="l" t="t" r="r" b="b"/>
                  <a:pathLst>
                    <a:path w="83820" h="92963" extrusionOk="0">
                      <a:moveTo>
                        <a:pt x="74581" y="953"/>
                      </a:moveTo>
                      <a:cubicBezTo>
                        <a:pt x="75533" y="4858"/>
                        <a:pt x="76010" y="7334"/>
                        <a:pt x="76010" y="8572"/>
                      </a:cubicBezTo>
                      <a:cubicBezTo>
                        <a:pt x="76010" y="11144"/>
                        <a:pt x="75057" y="13335"/>
                        <a:pt x="73247" y="15145"/>
                      </a:cubicBezTo>
                      <a:lnTo>
                        <a:pt x="75629" y="15716"/>
                      </a:lnTo>
                      <a:cubicBezTo>
                        <a:pt x="73533" y="16954"/>
                        <a:pt x="72104" y="17526"/>
                        <a:pt x="71342" y="17526"/>
                      </a:cubicBezTo>
                      <a:cubicBezTo>
                        <a:pt x="70390" y="17526"/>
                        <a:pt x="69628" y="17145"/>
                        <a:pt x="69056" y="16192"/>
                      </a:cubicBezTo>
                      <a:lnTo>
                        <a:pt x="25432" y="17050"/>
                      </a:lnTo>
                      <a:cubicBezTo>
                        <a:pt x="25718" y="17907"/>
                        <a:pt x="25718" y="18955"/>
                        <a:pt x="25718" y="20003"/>
                      </a:cubicBezTo>
                      <a:cubicBezTo>
                        <a:pt x="25718" y="21146"/>
                        <a:pt x="25432" y="22955"/>
                        <a:pt x="24956" y="25432"/>
                      </a:cubicBezTo>
                      <a:cubicBezTo>
                        <a:pt x="24384" y="27908"/>
                        <a:pt x="24194" y="29813"/>
                        <a:pt x="24194" y="31051"/>
                      </a:cubicBezTo>
                      <a:cubicBezTo>
                        <a:pt x="24194" y="32480"/>
                        <a:pt x="24384" y="33814"/>
                        <a:pt x="24860" y="35052"/>
                      </a:cubicBezTo>
                      <a:cubicBezTo>
                        <a:pt x="26956" y="36481"/>
                        <a:pt x="29813" y="37147"/>
                        <a:pt x="33528" y="37147"/>
                      </a:cubicBezTo>
                      <a:cubicBezTo>
                        <a:pt x="36576" y="37147"/>
                        <a:pt x="39815" y="36766"/>
                        <a:pt x="43053" y="35719"/>
                      </a:cubicBezTo>
                      <a:lnTo>
                        <a:pt x="42196" y="35719"/>
                      </a:lnTo>
                      <a:lnTo>
                        <a:pt x="42196" y="33718"/>
                      </a:lnTo>
                      <a:lnTo>
                        <a:pt x="43053" y="33718"/>
                      </a:lnTo>
                      <a:cubicBezTo>
                        <a:pt x="43053" y="33718"/>
                        <a:pt x="42863" y="34385"/>
                        <a:pt x="42863" y="34576"/>
                      </a:cubicBezTo>
                      <a:cubicBezTo>
                        <a:pt x="42863" y="35147"/>
                        <a:pt x="43148" y="35623"/>
                        <a:pt x="43720" y="36004"/>
                      </a:cubicBezTo>
                      <a:cubicBezTo>
                        <a:pt x="44291" y="36386"/>
                        <a:pt x="44863" y="36862"/>
                        <a:pt x="45529" y="37147"/>
                      </a:cubicBezTo>
                      <a:cubicBezTo>
                        <a:pt x="45529" y="37147"/>
                        <a:pt x="47244" y="37147"/>
                        <a:pt x="50578" y="36957"/>
                      </a:cubicBezTo>
                      <a:cubicBezTo>
                        <a:pt x="52673" y="36862"/>
                        <a:pt x="54388" y="36957"/>
                        <a:pt x="55817" y="37147"/>
                      </a:cubicBezTo>
                      <a:cubicBezTo>
                        <a:pt x="57626" y="37433"/>
                        <a:pt x="59246" y="38100"/>
                        <a:pt x="60579" y="39243"/>
                      </a:cubicBezTo>
                      <a:cubicBezTo>
                        <a:pt x="61913" y="40386"/>
                        <a:pt x="62579" y="41910"/>
                        <a:pt x="62579" y="43529"/>
                      </a:cubicBezTo>
                      <a:cubicBezTo>
                        <a:pt x="62579" y="44387"/>
                        <a:pt x="62389" y="45720"/>
                        <a:pt x="61913" y="47720"/>
                      </a:cubicBezTo>
                      <a:cubicBezTo>
                        <a:pt x="61436" y="49721"/>
                        <a:pt x="61246" y="51245"/>
                        <a:pt x="61246" y="52388"/>
                      </a:cubicBezTo>
                      <a:cubicBezTo>
                        <a:pt x="59436" y="54673"/>
                        <a:pt x="56579" y="55912"/>
                        <a:pt x="52578" y="55912"/>
                      </a:cubicBezTo>
                      <a:cubicBezTo>
                        <a:pt x="51340" y="55912"/>
                        <a:pt x="49244" y="55721"/>
                        <a:pt x="46387" y="55436"/>
                      </a:cubicBezTo>
                      <a:cubicBezTo>
                        <a:pt x="43529" y="55054"/>
                        <a:pt x="41434" y="54864"/>
                        <a:pt x="40196" y="54864"/>
                      </a:cubicBezTo>
                      <a:cubicBezTo>
                        <a:pt x="38767" y="54864"/>
                        <a:pt x="37624" y="55054"/>
                        <a:pt x="36576" y="55245"/>
                      </a:cubicBezTo>
                      <a:cubicBezTo>
                        <a:pt x="35624" y="54673"/>
                        <a:pt x="34671" y="54388"/>
                        <a:pt x="33623" y="54388"/>
                      </a:cubicBezTo>
                      <a:cubicBezTo>
                        <a:pt x="32385" y="54388"/>
                        <a:pt x="30575" y="55245"/>
                        <a:pt x="28289" y="56769"/>
                      </a:cubicBezTo>
                      <a:cubicBezTo>
                        <a:pt x="26003" y="58388"/>
                        <a:pt x="24289" y="59150"/>
                        <a:pt x="23146" y="59150"/>
                      </a:cubicBezTo>
                      <a:cubicBezTo>
                        <a:pt x="21812" y="59150"/>
                        <a:pt x="20479" y="58579"/>
                        <a:pt x="19145" y="57245"/>
                      </a:cubicBezTo>
                      <a:lnTo>
                        <a:pt x="18383" y="59722"/>
                      </a:lnTo>
                      <a:cubicBezTo>
                        <a:pt x="18383" y="59722"/>
                        <a:pt x="17240" y="59531"/>
                        <a:pt x="16193" y="59150"/>
                      </a:cubicBezTo>
                      <a:cubicBezTo>
                        <a:pt x="15145" y="58769"/>
                        <a:pt x="14383" y="58579"/>
                        <a:pt x="14002" y="58579"/>
                      </a:cubicBezTo>
                      <a:cubicBezTo>
                        <a:pt x="13145" y="58579"/>
                        <a:pt x="12478" y="58960"/>
                        <a:pt x="11906" y="59817"/>
                      </a:cubicBezTo>
                      <a:cubicBezTo>
                        <a:pt x="14288" y="61627"/>
                        <a:pt x="17050" y="62389"/>
                        <a:pt x="20003" y="62103"/>
                      </a:cubicBezTo>
                      <a:lnTo>
                        <a:pt x="18383" y="63151"/>
                      </a:lnTo>
                      <a:cubicBezTo>
                        <a:pt x="19812" y="63341"/>
                        <a:pt x="21146" y="63437"/>
                        <a:pt x="22574" y="63532"/>
                      </a:cubicBezTo>
                      <a:cubicBezTo>
                        <a:pt x="24289" y="64008"/>
                        <a:pt x="25337" y="64865"/>
                        <a:pt x="25718" y="66199"/>
                      </a:cubicBezTo>
                      <a:cubicBezTo>
                        <a:pt x="25813" y="67818"/>
                        <a:pt x="26003" y="69342"/>
                        <a:pt x="26289" y="70771"/>
                      </a:cubicBezTo>
                      <a:cubicBezTo>
                        <a:pt x="26575" y="72199"/>
                        <a:pt x="27527" y="73057"/>
                        <a:pt x="29242" y="73342"/>
                      </a:cubicBezTo>
                      <a:cubicBezTo>
                        <a:pt x="31718" y="73247"/>
                        <a:pt x="36004" y="73342"/>
                        <a:pt x="41815" y="73533"/>
                      </a:cubicBezTo>
                      <a:cubicBezTo>
                        <a:pt x="47339" y="73628"/>
                        <a:pt x="51340" y="73628"/>
                        <a:pt x="54293" y="73533"/>
                      </a:cubicBezTo>
                      <a:cubicBezTo>
                        <a:pt x="59055" y="73152"/>
                        <a:pt x="63151" y="72485"/>
                        <a:pt x="66675" y="71438"/>
                      </a:cubicBezTo>
                      <a:cubicBezTo>
                        <a:pt x="66294" y="72390"/>
                        <a:pt x="66866" y="72866"/>
                        <a:pt x="68009" y="72962"/>
                      </a:cubicBezTo>
                      <a:lnTo>
                        <a:pt x="70961" y="72962"/>
                      </a:lnTo>
                      <a:cubicBezTo>
                        <a:pt x="71628" y="72962"/>
                        <a:pt x="72200" y="73057"/>
                        <a:pt x="72581" y="73342"/>
                      </a:cubicBezTo>
                      <a:lnTo>
                        <a:pt x="74771" y="73342"/>
                      </a:lnTo>
                      <a:cubicBezTo>
                        <a:pt x="75438" y="81629"/>
                        <a:pt x="75819" y="85058"/>
                        <a:pt x="75819" y="83915"/>
                      </a:cubicBezTo>
                      <a:cubicBezTo>
                        <a:pt x="75819" y="87058"/>
                        <a:pt x="75248" y="89630"/>
                        <a:pt x="73914" y="91535"/>
                      </a:cubicBezTo>
                      <a:cubicBezTo>
                        <a:pt x="71247" y="92012"/>
                        <a:pt x="68294" y="92202"/>
                        <a:pt x="65056" y="92202"/>
                      </a:cubicBezTo>
                      <a:lnTo>
                        <a:pt x="51245" y="92202"/>
                      </a:lnTo>
                      <a:cubicBezTo>
                        <a:pt x="47625" y="92202"/>
                        <a:pt x="44482" y="92488"/>
                        <a:pt x="41910" y="92964"/>
                      </a:cubicBezTo>
                      <a:cubicBezTo>
                        <a:pt x="40291" y="92488"/>
                        <a:pt x="36957" y="92297"/>
                        <a:pt x="31909" y="92392"/>
                      </a:cubicBezTo>
                      <a:cubicBezTo>
                        <a:pt x="27908" y="92392"/>
                        <a:pt x="24765" y="91630"/>
                        <a:pt x="22384" y="90106"/>
                      </a:cubicBezTo>
                      <a:cubicBezTo>
                        <a:pt x="20860" y="91535"/>
                        <a:pt x="18479" y="92202"/>
                        <a:pt x="15145" y="92202"/>
                      </a:cubicBezTo>
                      <a:cubicBezTo>
                        <a:pt x="14097" y="92202"/>
                        <a:pt x="11430" y="91916"/>
                        <a:pt x="7049" y="91345"/>
                      </a:cubicBezTo>
                      <a:cubicBezTo>
                        <a:pt x="4572" y="89821"/>
                        <a:pt x="3429" y="86963"/>
                        <a:pt x="3429" y="82677"/>
                      </a:cubicBezTo>
                      <a:cubicBezTo>
                        <a:pt x="3429" y="81724"/>
                        <a:pt x="3429" y="80486"/>
                        <a:pt x="3715" y="78772"/>
                      </a:cubicBezTo>
                      <a:cubicBezTo>
                        <a:pt x="3715" y="77153"/>
                        <a:pt x="3810" y="75914"/>
                        <a:pt x="3810" y="75247"/>
                      </a:cubicBezTo>
                      <a:lnTo>
                        <a:pt x="4667" y="41243"/>
                      </a:lnTo>
                      <a:cubicBezTo>
                        <a:pt x="4096" y="40005"/>
                        <a:pt x="3810" y="38195"/>
                        <a:pt x="3810" y="36100"/>
                      </a:cubicBezTo>
                      <a:cubicBezTo>
                        <a:pt x="3810" y="35338"/>
                        <a:pt x="3810" y="34004"/>
                        <a:pt x="4001" y="32385"/>
                      </a:cubicBezTo>
                      <a:cubicBezTo>
                        <a:pt x="4001" y="30671"/>
                        <a:pt x="4191" y="29528"/>
                        <a:pt x="4191" y="28861"/>
                      </a:cubicBezTo>
                      <a:cubicBezTo>
                        <a:pt x="4191" y="24479"/>
                        <a:pt x="2762" y="22193"/>
                        <a:pt x="0" y="22098"/>
                      </a:cubicBezTo>
                      <a:cubicBezTo>
                        <a:pt x="3429" y="21146"/>
                        <a:pt x="5144" y="18383"/>
                        <a:pt x="4858" y="13621"/>
                      </a:cubicBezTo>
                      <a:cubicBezTo>
                        <a:pt x="4477" y="6667"/>
                        <a:pt x="4477" y="2762"/>
                        <a:pt x="4572" y="2096"/>
                      </a:cubicBezTo>
                      <a:lnTo>
                        <a:pt x="3715" y="1429"/>
                      </a:lnTo>
                      <a:cubicBezTo>
                        <a:pt x="5048" y="667"/>
                        <a:pt x="6572" y="381"/>
                        <a:pt x="8287" y="381"/>
                      </a:cubicBezTo>
                      <a:cubicBezTo>
                        <a:pt x="9335" y="381"/>
                        <a:pt x="11144" y="571"/>
                        <a:pt x="13811" y="953"/>
                      </a:cubicBezTo>
                      <a:cubicBezTo>
                        <a:pt x="16478" y="1333"/>
                        <a:pt x="18574" y="1429"/>
                        <a:pt x="20003" y="1429"/>
                      </a:cubicBezTo>
                      <a:cubicBezTo>
                        <a:pt x="27623" y="1429"/>
                        <a:pt x="32576" y="953"/>
                        <a:pt x="34766" y="0"/>
                      </a:cubicBezTo>
                      <a:cubicBezTo>
                        <a:pt x="35147" y="1143"/>
                        <a:pt x="35814" y="1714"/>
                        <a:pt x="36862" y="1714"/>
                      </a:cubicBezTo>
                      <a:cubicBezTo>
                        <a:pt x="37433" y="1714"/>
                        <a:pt x="38291" y="1429"/>
                        <a:pt x="39529" y="953"/>
                      </a:cubicBezTo>
                      <a:cubicBezTo>
                        <a:pt x="40767" y="476"/>
                        <a:pt x="41624" y="286"/>
                        <a:pt x="42196" y="286"/>
                      </a:cubicBezTo>
                      <a:cubicBezTo>
                        <a:pt x="42672" y="286"/>
                        <a:pt x="43148" y="286"/>
                        <a:pt x="43625" y="476"/>
                      </a:cubicBezTo>
                      <a:cubicBezTo>
                        <a:pt x="44101" y="571"/>
                        <a:pt x="46292" y="953"/>
                        <a:pt x="50197" y="1714"/>
                      </a:cubicBezTo>
                      <a:cubicBezTo>
                        <a:pt x="52959" y="2096"/>
                        <a:pt x="55150" y="2286"/>
                        <a:pt x="56769" y="2000"/>
                      </a:cubicBezTo>
                      <a:lnTo>
                        <a:pt x="58674" y="4096"/>
                      </a:lnTo>
                      <a:cubicBezTo>
                        <a:pt x="59912" y="1524"/>
                        <a:pt x="65342" y="571"/>
                        <a:pt x="74962" y="1333"/>
                      </a:cubicBezTo>
                      <a:close/>
                      <a:moveTo>
                        <a:pt x="5715" y="58483"/>
                      </a:moveTo>
                      <a:cubicBezTo>
                        <a:pt x="6096" y="59531"/>
                        <a:pt x="7239" y="60007"/>
                        <a:pt x="9239" y="60007"/>
                      </a:cubicBezTo>
                      <a:cubicBezTo>
                        <a:pt x="10096" y="60007"/>
                        <a:pt x="10763" y="59817"/>
                        <a:pt x="11144" y="59531"/>
                      </a:cubicBezTo>
                      <a:lnTo>
                        <a:pt x="5810" y="58483"/>
                      </a:lnTo>
                      <a:close/>
                      <a:moveTo>
                        <a:pt x="16764" y="58483"/>
                      </a:moveTo>
                      <a:lnTo>
                        <a:pt x="16764" y="57150"/>
                      </a:lnTo>
                      <a:cubicBezTo>
                        <a:pt x="16669" y="56579"/>
                        <a:pt x="16002" y="56293"/>
                        <a:pt x="14859" y="56293"/>
                      </a:cubicBezTo>
                      <a:lnTo>
                        <a:pt x="16764" y="58579"/>
                      </a:lnTo>
                      <a:close/>
                      <a:moveTo>
                        <a:pt x="21146" y="29432"/>
                      </a:moveTo>
                      <a:lnTo>
                        <a:pt x="21146" y="28289"/>
                      </a:lnTo>
                      <a:lnTo>
                        <a:pt x="19717" y="28289"/>
                      </a:lnTo>
                      <a:lnTo>
                        <a:pt x="19717" y="29432"/>
                      </a:lnTo>
                      <a:lnTo>
                        <a:pt x="21146" y="29432"/>
                      </a:lnTo>
                      <a:close/>
                      <a:moveTo>
                        <a:pt x="50387" y="28861"/>
                      </a:moveTo>
                      <a:cubicBezTo>
                        <a:pt x="49435" y="28289"/>
                        <a:pt x="48959" y="27718"/>
                        <a:pt x="48959" y="27146"/>
                      </a:cubicBezTo>
                      <a:cubicBezTo>
                        <a:pt x="48959" y="26384"/>
                        <a:pt x="49625" y="26003"/>
                        <a:pt x="51054" y="26003"/>
                      </a:cubicBezTo>
                      <a:cubicBezTo>
                        <a:pt x="52483" y="26003"/>
                        <a:pt x="53245" y="26575"/>
                        <a:pt x="53626" y="27622"/>
                      </a:cubicBezTo>
                      <a:cubicBezTo>
                        <a:pt x="52483" y="28765"/>
                        <a:pt x="51340" y="29146"/>
                        <a:pt x="50292" y="28956"/>
                      </a:cubicBezTo>
                      <a:close/>
                      <a:moveTo>
                        <a:pt x="61151" y="29432"/>
                      </a:moveTo>
                      <a:cubicBezTo>
                        <a:pt x="61817" y="29146"/>
                        <a:pt x="62198" y="28861"/>
                        <a:pt x="62198" y="28480"/>
                      </a:cubicBezTo>
                      <a:cubicBezTo>
                        <a:pt x="62198" y="28289"/>
                        <a:pt x="62103" y="27908"/>
                        <a:pt x="61817" y="27527"/>
                      </a:cubicBezTo>
                      <a:cubicBezTo>
                        <a:pt x="61532" y="27146"/>
                        <a:pt x="61436" y="26861"/>
                        <a:pt x="61436" y="26765"/>
                      </a:cubicBezTo>
                      <a:cubicBezTo>
                        <a:pt x="61532" y="26479"/>
                        <a:pt x="61722" y="26289"/>
                        <a:pt x="62008" y="26098"/>
                      </a:cubicBezTo>
                      <a:cubicBezTo>
                        <a:pt x="62770" y="25813"/>
                        <a:pt x="63818" y="26098"/>
                        <a:pt x="64770" y="26956"/>
                      </a:cubicBezTo>
                      <a:lnTo>
                        <a:pt x="63341" y="29432"/>
                      </a:lnTo>
                      <a:lnTo>
                        <a:pt x="65246" y="30766"/>
                      </a:lnTo>
                      <a:lnTo>
                        <a:pt x="61246" y="29432"/>
                      </a:lnTo>
                      <a:close/>
                      <a:moveTo>
                        <a:pt x="65151" y="8477"/>
                      </a:moveTo>
                      <a:cubicBezTo>
                        <a:pt x="65151" y="8477"/>
                        <a:pt x="65532" y="8858"/>
                        <a:pt x="65723" y="8858"/>
                      </a:cubicBezTo>
                      <a:lnTo>
                        <a:pt x="65151" y="8477"/>
                      </a:lnTo>
                      <a:lnTo>
                        <a:pt x="65151" y="6953"/>
                      </a:lnTo>
                      <a:lnTo>
                        <a:pt x="63246" y="6953"/>
                      </a:lnTo>
                      <a:lnTo>
                        <a:pt x="65151" y="8477"/>
                      </a:lnTo>
                      <a:close/>
                      <a:moveTo>
                        <a:pt x="83820" y="2191"/>
                      </a:moveTo>
                      <a:cubicBezTo>
                        <a:pt x="83820" y="2191"/>
                        <a:pt x="83534" y="3048"/>
                        <a:pt x="82963" y="3620"/>
                      </a:cubicBezTo>
                      <a:cubicBezTo>
                        <a:pt x="82391" y="4191"/>
                        <a:pt x="82010" y="4572"/>
                        <a:pt x="81820" y="4953"/>
                      </a:cubicBezTo>
                      <a:lnTo>
                        <a:pt x="83249" y="6001"/>
                      </a:lnTo>
                      <a:lnTo>
                        <a:pt x="80486" y="4953"/>
                      </a:lnTo>
                      <a:cubicBezTo>
                        <a:pt x="81058" y="4953"/>
                        <a:pt x="81439" y="4477"/>
                        <a:pt x="81629" y="3429"/>
                      </a:cubicBezTo>
                      <a:cubicBezTo>
                        <a:pt x="81820" y="2381"/>
                        <a:pt x="82201" y="1905"/>
                        <a:pt x="82772" y="1905"/>
                      </a:cubicBezTo>
                      <a:cubicBezTo>
                        <a:pt x="82963" y="1905"/>
                        <a:pt x="83344" y="2000"/>
                        <a:pt x="83820" y="2286"/>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 name="Google Shape;1480;p99"/>
                <p:cNvSpPr/>
                <p:nvPr/>
              </p:nvSpPr>
              <p:spPr>
                <a:xfrm>
                  <a:off x="6953344" y="4988147"/>
                  <a:ext cx="92106" cy="94392"/>
                </a:xfrm>
                <a:custGeom>
                  <a:avLst/>
                  <a:gdLst/>
                  <a:ahLst/>
                  <a:cxnLst/>
                  <a:rect l="l" t="t" r="r" b="b"/>
                  <a:pathLst>
                    <a:path w="92106" h="94392" extrusionOk="0">
                      <a:moveTo>
                        <a:pt x="3238" y="55912"/>
                      </a:moveTo>
                      <a:lnTo>
                        <a:pt x="0" y="57340"/>
                      </a:lnTo>
                      <a:lnTo>
                        <a:pt x="4477" y="53530"/>
                      </a:lnTo>
                      <a:lnTo>
                        <a:pt x="3238" y="55912"/>
                      </a:lnTo>
                      <a:close/>
                      <a:moveTo>
                        <a:pt x="2381" y="78105"/>
                      </a:moveTo>
                      <a:lnTo>
                        <a:pt x="476" y="74104"/>
                      </a:lnTo>
                      <a:lnTo>
                        <a:pt x="2381" y="76676"/>
                      </a:lnTo>
                      <a:lnTo>
                        <a:pt x="2381" y="78105"/>
                      </a:lnTo>
                      <a:close/>
                      <a:moveTo>
                        <a:pt x="7239" y="76105"/>
                      </a:moveTo>
                      <a:lnTo>
                        <a:pt x="5239" y="74771"/>
                      </a:lnTo>
                      <a:lnTo>
                        <a:pt x="7239" y="74771"/>
                      </a:lnTo>
                      <a:lnTo>
                        <a:pt x="7239" y="76105"/>
                      </a:lnTo>
                      <a:close/>
                      <a:moveTo>
                        <a:pt x="7810" y="43434"/>
                      </a:moveTo>
                      <a:lnTo>
                        <a:pt x="9144" y="44482"/>
                      </a:lnTo>
                      <a:lnTo>
                        <a:pt x="7239" y="44482"/>
                      </a:lnTo>
                      <a:lnTo>
                        <a:pt x="7810" y="43434"/>
                      </a:lnTo>
                      <a:close/>
                      <a:moveTo>
                        <a:pt x="7810" y="58674"/>
                      </a:moveTo>
                      <a:lnTo>
                        <a:pt x="8668" y="57340"/>
                      </a:lnTo>
                      <a:lnTo>
                        <a:pt x="10477" y="57340"/>
                      </a:lnTo>
                      <a:lnTo>
                        <a:pt x="7715" y="58674"/>
                      </a:lnTo>
                      <a:close/>
                      <a:moveTo>
                        <a:pt x="12668" y="85725"/>
                      </a:moveTo>
                      <a:lnTo>
                        <a:pt x="11144" y="83534"/>
                      </a:lnTo>
                      <a:lnTo>
                        <a:pt x="14097" y="83534"/>
                      </a:lnTo>
                      <a:lnTo>
                        <a:pt x="12668" y="85725"/>
                      </a:lnTo>
                      <a:close/>
                      <a:moveTo>
                        <a:pt x="83153" y="70009"/>
                      </a:moveTo>
                      <a:cubicBezTo>
                        <a:pt x="83153" y="72485"/>
                        <a:pt x="84772" y="75533"/>
                        <a:pt x="87725" y="79343"/>
                      </a:cubicBezTo>
                      <a:cubicBezTo>
                        <a:pt x="90678" y="83248"/>
                        <a:pt x="92107" y="86201"/>
                        <a:pt x="92107" y="88487"/>
                      </a:cubicBezTo>
                      <a:cubicBezTo>
                        <a:pt x="92107" y="89821"/>
                        <a:pt x="91821" y="91154"/>
                        <a:pt x="91250" y="92488"/>
                      </a:cubicBezTo>
                      <a:cubicBezTo>
                        <a:pt x="91440" y="92488"/>
                        <a:pt x="88678" y="92488"/>
                        <a:pt x="82772" y="92297"/>
                      </a:cubicBezTo>
                      <a:cubicBezTo>
                        <a:pt x="79343" y="92297"/>
                        <a:pt x="76771" y="92869"/>
                        <a:pt x="74962" y="94393"/>
                      </a:cubicBezTo>
                      <a:lnTo>
                        <a:pt x="72580" y="91059"/>
                      </a:lnTo>
                      <a:cubicBezTo>
                        <a:pt x="70771" y="91345"/>
                        <a:pt x="69247" y="90488"/>
                        <a:pt x="67818" y="88392"/>
                      </a:cubicBezTo>
                      <a:cubicBezTo>
                        <a:pt x="65817" y="85249"/>
                        <a:pt x="64770" y="83629"/>
                        <a:pt x="64389" y="83439"/>
                      </a:cubicBezTo>
                      <a:cubicBezTo>
                        <a:pt x="64579" y="82868"/>
                        <a:pt x="64770" y="82296"/>
                        <a:pt x="64770" y="81820"/>
                      </a:cubicBezTo>
                      <a:cubicBezTo>
                        <a:pt x="64770" y="80772"/>
                        <a:pt x="64294" y="79534"/>
                        <a:pt x="63151" y="78010"/>
                      </a:cubicBezTo>
                      <a:cubicBezTo>
                        <a:pt x="62103" y="76486"/>
                        <a:pt x="61626" y="75152"/>
                        <a:pt x="61626" y="74104"/>
                      </a:cubicBezTo>
                      <a:cubicBezTo>
                        <a:pt x="60007" y="72676"/>
                        <a:pt x="58578" y="70485"/>
                        <a:pt x="57245" y="67723"/>
                      </a:cubicBezTo>
                      <a:cubicBezTo>
                        <a:pt x="55721" y="64389"/>
                        <a:pt x="54483" y="62008"/>
                        <a:pt x="53340" y="60770"/>
                      </a:cubicBezTo>
                      <a:cubicBezTo>
                        <a:pt x="52959" y="59246"/>
                        <a:pt x="52483" y="57721"/>
                        <a:pt x="52197" y="56293"/>
                      </a:cubicBezTo>
                      <a:cubicBezTo>
                        <a:pt x="51530" y="54483"/>
                        <a:pt x="50673" y="53530"/>
                        <a:pt x="49911" y="53530"/>
                      </a:cubicBezTo>
                      <a:cubicBezTo>
                        <a:pt x="49339" y="53530"/>
                        <a:pt x="48768" y="53912"/>
                        <a:pt x="48006" y="54578"/>
                      </a:cubicBezTo>
                      <a:lnTo>
                        <a:pt x="47530" y="54007"/>
                      </a:lnTo>
                      <a:cubicBezTo>
                        <a:pt x="46767" y="55436"/>
                        <a:pt x="44672" y="55912"/>
                        <a:pt x="41243" y="55436"/>
                      </a:cubicBezTo>
                      <a:lnTo>
                        <a:pt x="38005" y="54007"/>
                      </a:lnTo>
                      <a:cubicBezTo>
                        <a:pt x="37624" y="55150"/>
                        <a:pt x="37529" y="56579"/>
                        <a:pt x="37529" y="58198"/>
                      </a:cubicBezTo>
                      <a:cubicBezTo>
                        <a:pt x="37529" y="61055"/>
                        <a:pt x="38100" y="64675"/>
                        <a:pt x="39434" y="68961"/>
                      </a:cubicBezTo>
                      <a:lnTo>
                        <a:pt x="38100" y="68961"/>
                      </a:lnTo>
                      <a:lnTo>
                        <a:pt x="37338" y="80010"/>
                      </a:lnTo>
                      <a:cubicBezTo>
                        <a:pt x="37338" y="80010"/>
                        <a:pt x="36290" y="80296"/>
                        <a:pt x="35433" y="80867"/>
                      </a:cubicBezTo>
                      <a:lnTo>
                        <a:pt x="38005" y="82296"/>
                      </a:lnTo>
                      <a:cubicBezTo>
                        <a:pt x="38005" y="82296"/>
                        <a:pt x="37242" y="83534"/>
                        <a:pt x="37242" y="84582"/>
                      </a:cubicBezTo>
                      <a:cubicBezTo>
                        <a:pt x="37242" y="84963"/>
                        <a:pt x="37242" y="85535"/>
                        <a:pt x="37529" y="86296"/>
                      </a:cubicBezTo>
                      <a:cubicBezTo>
                        <a:pt x="37529" y="87058"/>
                        <a:pt x="37719" y="87630"/>
                        <a:pt x="37719" y="88011"/>
                      </a:cubicBezTo>
                      <a:cubicBezTo>
                        <a:pt x="37719" y="90297"/>
                        <a:pt x="36290" y="91345"/>
                        <a:pt x="33242" y="91154"/>
                      </a:cubicBezTo>
                      <a:lnTo>
                        <a:pt x="34100" y="91726"/>
                      </a:lnTo>
                      <a:cubicBezTo>
                        <a:pt x="34100" y="91726"/>
                        <a:pt x="32385" y="91916"/>
                        <a:pt x="30099" y="92393"/>
                      </a:cubicBezTo>
                      <a:cubicBezTo>
                        <a:pt x="27717" y="92869"/>
                        <a:pt x="25812" y="93059"/>
                        <a:pt x="24289" y="93059"/>
                      </a:cubicBezTo>
                      <a:cubicBezTo>
                        <a:pt x="22860" y="93059"/>
                        <a:pt x="21717" y="92869"/>
                        <a:pt x="20669" y="92583"/>
                      </a:cubicBezTo>
                      <a:cubicBezTo>
                        <a:pt x="20479" y="92012"/>
                        <a:pt x="20764" y="91535"/>
                        <a:pt x="21336" y="91154"/>
                      </a:cubicBezTo>
                      <a:cubicBezTo>
                        <a:pt x="17716" y="90106"/>
                        <a:pt x="16002" y="87821"/>
                        <a:pt x="16002" y="84391"/>
                      </a:cubicBezTo>
                      <a:cubicBezTo>
                        <a:pt x="15907" y="83725"/>
                        <a:pt x="15907" y="82868"/>
                        <a:pt x="16002" y="81820"/>
                      </a:cubicBezTo>
                      <a:cubicBezTo>
                        <a:pt x="16097" y="80772"/>
                        <a:pt x="16097" y="80105"/>
                        <a:pt x="16002" y="79724"/>
                      </a:cubicBezTo>
                      <a:cubicBezTo>
                        <a:pt x="15907" y="79248"/>
                        <a:pt x="15430" y="79057"/>
                        <a:pt x="14573" y="79057"/>
                      </a:cubicBezTo>
                      <a:cubicBezTo>
                        <a:pt x="14954" y="78677"/>
                        <a:pt x="15430" y="78200"/>
                        <a:pt x="16002" y="77724"/>
                      </a:cubicBezTo>
                      <a:cubicBezTo>
                        <a:pt x="16097" y="78486"/>
                        <a:pt x="16383" y="78962"/>
                        <a:pt x="16859" y="78962"/>
                      </a:cubicBezTo>
                      <a:cubicBezTo>
                        <a:pt x="17240" y="78962"/>
                        <a:pt x="17716" y="78772"/>
                        <a:pt x="18288" y="78581"/>
                      </a:cubicBezTo>
                      <a:cubicBezTo>
                        <a:pt x="18859" y="78296"/>
                        <a:pt x="19336" y="78105"/>
                        <a:pt x="19621" y="78105"/>
                      </a:cubicBezTo>
                      <a:cubicBezTo>
                        <a:pt x="19812" y="78105"/>
                        <a:pt x="20002" y="78105"/>
                        <a:pt x="20193" y="78296"/>
                      </a:cubicBezTo>
                      <a:lnTo>
                        <a:pt x="15430" y="72962"/>
                      </a:lnTo>
                      <a:cubicBezTo>
                        <a:pt x="15430" y="72962"/>
                        <a:pt x="16288" y="72580"/>
                        <a:pt x="17431" y="71533"/>
                      </a:cubicBezTo>
                      <a:lnTo>
                        <a:pt x="16859" y="65627"/>
                      </a:lnTo>
                      <a:cubicBezTo>
                        <a:pt x="17431" y="65627"/>
                        <a:pt x="17812" y="65341"/>
                        <a:pt x="17907" y="64770"/>
                      </a:cubicBezTo>
                      <a:cubicBezTo>
                        <a:pt x="17907" y="64484"/>
                        <a:pt x="17621" y="63913"/>
                        <a:pt x="17050" y="62865"/>
                      </a:cubicBezTo>
                      <a:cubicBezTo>
                        <a:pt x="16573" y="62103"/>
                        <a:pt x="16573" y="61531"/>
                        <a:pt x="16859" y="60960"/>
                      </a:cubicBezTo>
                      <a:cubicBezTo>
                        <a:pt x="17526" y="61246"/>
                        <a:pt x="18288" y="60960"/>
                        <a:pt x="18955" y="60103"/>
                      </a:cubicBezTo>
                      <a:lnTo>
                        <a:pt x="20669" y="58198"/>
                      </a:lnTo>
                      <a:lnTo>
                        <a:pt x="20669" y="56960"/>
                      </a:lnTo>
                      <a:lnTo>
                        <a:pt x="17431" y="58198"/>
                      </a:lnTo>
                      <a:cubicBezTo>
                        <a:pt x="16764" y="57150"/>
                        <a:pt x="16669" y="54578"/>
                        <a:pt x="17240" y="50768"/>
                      </a:cubicBezTo>
                      <a:cubicBezTo>
                        <a:pt x="17812" y="47435"/>
                        <a:pt x="16954" y="45053"/>
                        <a:pt x="14573" y="43624"/>
                      </a:cubicBezTo>
                      <a:lnTo>
                        <a:pt x="12001" y="44672"/>
                      </a:lnTo>
                      <a:lnTo>
                        <a:pt x="12763" y="42196"/>
                      </a:lnTo>
                      <a:cubicBezTo>
                        <a:pt x="12763" y="42196"/>
                        <a:pt x="13716" y="42767"/>
                        <a:pt x="15049" y="43434"/>
                      </a:cubicBezTo>
                      <a:cubicBezTo>
                        <a:pt x="16002" y="43815"/>
                        <a:pt x="16764" y="44101"/>
                        <a:pt x="17526" y="44101"/>
                      </a:cubicBezTo>
                      <a:lnTo>
                        <a:pt x="18859" y="42672"/>
                      </a:lnTo>
                      <a:cubicBezTo>
                        <a:pt x="17907" y="42291"/>
                        <a:pt x="17240" y="41529"/>
                        <a:pt x="16669" y="40386"/>
                      </a:cubicBezTo>
                      <a:cubicBezTo>
                        <a:pt x="16288" y="39814"/>
                        <a:pt x="16002" y="39243"/>
                        <a:pt x="15621" y="38671"/>
                      </a:cubicBezTo>
                      <a:cubicBezTo>
                        <a:pt x="16669" y="35623"/>
                        <a:pt x="17240" y="32004"/>
                        <a:pt x="17240" y="27622"/>
                      </a:cubicBezTo>
                      <a:cubicBezTo>
                        <a:pt x="17240" y="26194"/>
                        <a:pt x="17240" y="24098"/>
                        <a:pt x="17050" y="21241"/>
                      </a:cubicBezTo>
                      <a:cubicBezTo>
                        <a:pt x="16954" y="18383"/>
                        <a:pt x="16859" y="16193"/>
                        <a:pt x="16859" y="14764"/>
                      </a:cubicBezTo>
                      <a:cubicBezTo>
                        <a:pt x="16859" y="11811"/>
                        <a:pt x="17050" y="9049"/>
                        <a:pt x="17526" y="6763"/>
                      </a:cubicBezTo>
                      <a:cubicBezTo>
                        <a:pt x="17431" y="6572"/>
                        <a:pt x="17145" y="6096"/>
                        <a:pt x="16764" y="5429"/>
                      </a:cubicBezTo>
                      <a:cubicBezTo>
                        <a:pt x="16288" y="4763"/>
                        <a:pt x="16192" y="4286"/>
                        <a:pt x="16192" y="4000"/>
                      </a:cubicBezTo>
                      <a:cubicBezTo>
                        <a:pt x="16192" y="3524"/>
                        <a:pt x="16573" y="3238"/>
                        <a:pt x="17050" y="2953"/>
                      </a:cubicBezTo>
                      <a:cubicBezTo>
                        <a:pt x="19145" y="1429"/>
                        <a:pt x="21717" y="667"/>
                        <a:pt x="25051" y="667"/>
                      </a:cubicBezTo>
                      <a:cubicBezTo>
                        <a:pt x="26098" y="667"/>
                        <a:pt x="27717" y="762"/>
                        <a:pt x="29813" y="1048"/>
                      </a:cubicBezTo>
                      <a:cubicBezTo>
                        <a:pt x="31909" y="1429"/>
                        <a:pt x="33623" y="1524"/>
                        <a:pt x="34766" y="1524"/>
                      </a:cubicBezTo>
                      <a:cubicBezTo>
                        <a:pt x="36004" y="1524"/>
                        <a:pt x="37529" y="1238"/>
                        <a:pt x="39434" y="762"/>
                      </a:cubicBezTo>
                      <a:cubicBezTo>
                        <a:pt x="41243" y="286"/>
                        <a:pt x="42576" y="0"/>
                        <a:pt x="43243" y="0"/>
                      </a:cubicBezTo>
                      <a:cubicBezTo>
                        <a:pt x="44386" y="0"/>
                        <a:pt x="46006" y="476"/>
                        <a:pt x="48196" y="1619"/>
                      </a:cubicBezTo>
                      <a:cubicBezTo>
                        <a:pt x="50292" y="2667"/>
                        <a:pt x="51911" y="3143"/>
                        <a:pt x="52959" y="3143"/>
                      </a:cubicBezTo>
                      <a:cubicBezTo>
                        <a:pt x="54102" y="3143"/>
                        <a:pt x="55150" y="2762"/>
                        <a:pt x="56102" y="1714"/>
                      </a:cubicBezTo>
                      <a:cubicBezTo>
                        <a:pt x="56388" y="2000"/>
                        <a:pt x="56769" y="2096"/>
                        <a:pt x="57150" y="2096"/>
                      </a:cubicBezTo>
                      <a:cubicBezTo>
                        <a:pt x="57626" y="2096"/>
                        <a:pt x="58293" y="1810"/>
                        <a:pt x="59245" y="1333"/>
                      </a:cubicBezTo>
                      <a:cubicBezTo>
                        <a:pt x="60198" y="953"/>
                        <a:pt x="60770" y="667"/>
                        <a:pt x="61150" y="667"/>
                      </a:cubicBezTo>
                      <a:cubicBezTo>
                        <a:pt x="61913" y="667"/>
                        <a:pt x="62484" y="1429"/>
                        <a:pt x="62675" y="3048"/>
                      </a:cubicBezTo>
                      <a:cubicBezTo>
                        <a:pt x="68580" y="2381"/>
                        <a:pt x="70961" y="2096"/>
                        <a:pt x="69913" y="2096"/>
                      </a:cubicBezTo>
                      <a:cubicBezTo>
                        <a:pt x="72009" y="2096"/>
                        <a:pt x="73628" y="2762"/>
                        <a:pt x="74771" y="4096"/>
                      </a:cubicBezTo>
                      <a:lnTo>
                        <a:pt x="77152" y="3524"/>
                      </a:lnTo>
                      <a:cubicBezTo>
                        <a:pt x="77152" y="5524"/>
                        <a:pt x="78391" y="6953"/>
                        <a:pt x="80772" y="7715"/>
                      </a:cubicBezTo>
                      <a:cubicBezTo>
                        <a:pt x="83820" y="8572"/>
                        <a:pt x="85534" y="9430"/>
                        <a:pt x="86106" y="10287"/>
                      </a:cubicBezTo>
                      <a:cubicBezTo>
                        <a:pt x="89249" y="12192"/>
                        <a:pt x="91059" y="14954"/>
                        <a:pt x="91535" y="18764"/>
                      </a:cubicBezTo>
                      <a:cubicBezTo>
                        <a:pt x="91630" y="20288"/>
                        <a:pt x="91344" y="23813"/>
                        <a:pt x="90678" y="29432"/>
                      </a:cubicBezTo>
                      <a:cubicBezTo>
                        <a:pt x="90201" y="34099"/>
                        <a:pt x="90488" y="37529"/>
                        <a:pt x="91535" y="39814"/>
                      </a:cubicBezTo>
                      <a:cubicBezTo>
                        <a:pt x="89725" y="41815"/>
                        <a:pt x="87820" y="44005"/>
                        <a:pt x="86010" y="46006"/>
                      </a:cubicBezTo>
                      <a:cubicBezTo>
                        <a:pt x="83725" y="48482"/>
                        <a:pt x="81439" y="49911"/>
                        <a:pt x="79343" y="50482"/>
                      </a:cubicBezTo>
                      <a:lnTo>
                        <a:pt x="75152" y="54293"/>
                      </a:lnTo>
                      <a:cubicBezTo>
                        <a:pt x="77057" y="54673"/>
                        <a:pt x="78010" y="56197"/>
                        <a:pt x="78010" y="59246"/>
                      </a:cubicBezTo>
                      <a:cubicBezTo>
                        <a:pt x="78010" y="62198"/>
                        <a:pt x="78867" y="63913"/>
                        <a:pt x="80581" y="64389"/>
                      </a:cubicBezTo>
                      <a:cubicBezTo>
                        <a:pt x="80010" y="65151"/>
                        <a:pt x="79724" y="65818"/>
                        <a:pt x="79724" y="66294"/>
                      </a:cubicBezTo>
                      <a:cubicBezTo>
                        <a:pt x="79724" y="66770"/>
                        <a:pt x="80391" y="67151"/>
                        <a:pt x="81534" y="67628"/>
                      </a:cubicBezTo>
                      <a:cubicBezTo>
                        <a:pt x="82772" y="68104"/>
                        <a:pt x="83344" y="68771"/>
                        <a:pt x="83344" y="69723"/>
                      </a:cubicBezTo>
                      <a:close/>
                      <a:moveTo>
                        <a:pt x="61722" y="35909"/>
                      </a:moveTo>
                      <a:cubicBezTo>
                        <a:pt x="62293" y="34957"/>
                        <a:pt x="64008" y="33528"/>
                        <a:pt x="66770" y="32004"/>
                      </a:cubicBezTo>
                      <a:cubicBezTo>
                        <a:pt x="69152" y="30766"/>
                        <a:pt x="70390" y="29337"/>
                        <a:pt x="70390" y="27908"/>
                      </a:cubicBezTo>
                      <a:cubicBezTo>
                        <a:pt x="70390" y="26956"/>
                        <a:pt x="70009" y="25908"/>
                        <a:pt x="69152" y="24574"/>
                      </a:cubicBezTo>
                      <a:cubicBezTo>
                        <a:pt x="64579" y="19526"/>
                        <a:pt x="58484" y="16954"/>
                        <a:pt x="50863" y="16954"/>
                      </a:cubicBezTo>
                      <a:cubicBezTo>
                        <a:pt x="47434" y="16954"/>
                        <a:pt x="43815" y="17526"/>
                        <a:pt x="40100" y="18669"/>
                      </a:cubicBezTo>
                      <a:cubicBezTo>
                        <a:pt x="40386" y="19336"/>
                        <a:pt x="39910" y="20288"/>
                        <a:pt x="38576" y="21527"/>
                      </a:cubicBezTo>
                      <a:cubicBezTo>
                        <a:pt x="37338" y="22765"/>
                        <a:pt x="36766" y="23622"/>
                        <a:pt x="36766" y="24194"/>
                      </a:cubicBezTo>
                      <a:cubicBezTo>
                        <a:pt x="36766" y="25051"/>
                        <a:pt x="37719" y="25813"/>
                        <a:pt x="39528" y="26575"/>
                      </a:cubicBezTo>
                      <a:cubicBezTo>
                        <a:pt x="38195" y="29528"/>
                        <a:pt x="37909" y="32575"/>
                        <a:pt x="38862" y="35909"/>
                      </a:cubicBezTo>
                      <a:cubicBezTo>
                        <a:pt x="40291" y="35909"/>
                        <a:pt x="42767" y="36195"/>
                        <a:pt x="46482" y="36671"/>
                      </a:cubicBezTo>
                      <a:cubicBezTo>
                        <a:pt x="50102" y="37147"/>
                        <a:pt x="52768" y="37338"/>
                        <a:pt x="54483" y="37338"/>
                      </a:cubicBezTo>
                      <a:cubicBezTo>
                        <a:pt x="57531" y="37338"/>
                        <a:pt x="59912" y="36862"/>
                        <a:pt x="61817" y="35909"/>
                      </a:cubicBezTo>
                      <a:close/>
                      <a:moveTo>
                        <a:pt x="58198" y="44577"/>
                      </a:moveTo>
                      <a:cubicBezTo>
                        <a:pt x="60007" y="44863"/>
                        <a:pt x="62008" y="44577"/>
                        <a:pt x="64389" y="44101"/>
                      </a:cubicBezTo>
                      <a:lnTo>
                        <a:pt x="63532" y="43529"/>
                      </a:lnTo>
                      <a:lnTo>
                        <a:pt x="62389" y="44577"/>
                      </a:lnTo>
                      <a:cubicBezTo>
                        <a:pt x="61913" y="44768"/>
                        <a:pt x="61055" y="44101"/>
                        <a:pt x="59627" y="42672"/>
                      </a:cubicBezTo>
                      <a:lnTo>
                        <a:pt x="58198" y="44577"/>
                      </a:lnTo>
                      <a:close/>
                      <a:moveTo>
                        <a:pt x="69628" y="42672"/>
                      </a:moveTo>
                      <a:lnTo>
                        <a:pt x="66866" y="42672"/>
                      </a:lnTo>
                      <a:lnTo>
                        <a:pt x="66866" y="44577"/>
                      </a:lnTo>
                      <a:lnTo>
                        <a:pt x="69628" y="42672"/>
                      </a:lnTo>
                      <a:close/>
                      <a:moveTo>
                        <a:pt x="72771" y="47339"/>
                      </a:moveTo>
                      <a:cubicBezTo>
                        <a:pt x="72771" y="47339"/>
                        <a:pt x="71723" y="46958"/>
                        <a:pt x="71247" y="46672"/>
                      </a:cubicBezTo>
                      <a:cubicBezTo>
                        <a:pt x="70295" y="46291"/>
                        <a:pt x="69532" y="46196"/>
                        <a:pt x="68961" y="46196"/>
                      </a:cubicBezTo>
                      <a:cubicBezTo>
                        <a:pt x="68009" y="46196"/>
                        <a:pt x="67342" y="46577"/>
                        <a:pt x="66866" y="47339"/>
                      </a:cubicBezTo>
                      <a:lnTo>
                        <a:pt x="72771" y="47339"/>
                      </a:lnTo>
                      <a:close/>
                      <a:moveTo>
                        <a:pt x="78391" y="46006"/>
                      </a:moveTo>
                      <a:lnTo>
                        <a:pt x="76485" y="45529"/>
                      </a:lnTo>
                      <a:lnTo>
                        <a:pt x="80486" y="47911"/>
                      </a:lnTo>
                      <a:lnTo>
                        <a:pt x="78391" y="46006"/>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 name="Google Shape;1481;p99"/>
                <p:cNvSpPr/>
                <p:nvPr/>
              </p:nvSpPr>
              <p:spPr>
                <a:xfrm>
                  <a:off x="7055357" y="4987385"/>
                  <a:ext cx="83058" cy="95631"/>
                </a:xfrm>
                <a:custGeom>
                  <a:avLst/>
                  <a:gdLst/>
                  <a:ahLst/>
                  <a:cxnLst/>
                  <a:rect l="l" t="t" r="r" b="b"/>
                  <a:pathLst>
                    <a:path w="83058" h="95631" extrusionOk="0">
                      <a:moveTo>
                        <a:pt x="75629" y="1905"/>
                      </a:moveTo>
                      <a:cubicBezTo>
                        <a:pt x="76295" y="3143"/>
                        <a:pt x="76677" y="4572"/>
                        <a:pt x="76677" y="6096"/>
                      </a:cubicBezTo>
                      <a:cubicBezTo>
                        <a:pt x="76677" y="7620"/>
                        <a:pt x="76010" y="9906"/>
                        <a:pt x="74676" y="12954"/>
                      </a:cubicBezTo>
                      <a:cubicBezTo>
                        <a:pt x="73343" y="16002"/>
                        <a:pt x="72676" y="18383"/>
                        <a:pt x="72676" y="20098"/>
                      </a:cubicBezTo>
                      <a:cubicBezTo>
                        <a:pt x="72676" y="21050"/>
                        <a:pt x="72771" y="22003"/>
                        <a:pt x="73057" y="22860"/>
                      </a:cubicBezTo>
                      <a:cubicBezTo>
                        <a:pt x="71343" y="23146"/>
                        <a:pt x="70295" y="24670"/>
                        <a:pt x="69914" y="27432"/>
                      </a:cubicBezTo>
                      <a:cubicBezTo>
                        <a:pt x="69438" y="30861"/>
                        <a:pt x="68675" y="32861"/>
                        <a:pt x="67628" y="33719"/>
                      </a:cubicBezTo>
                      <a:cubicBezTo>
                        <a:pt x="68485" y="34671"/>
                        <a:pt x="69056" y="35528"/>
                        <a:pt x="69056" y="36481"/>
                      </a:cubicBezTo>
                      <a:cubicBezTo>
                        <a:pt x="69056" y="37529"/>
                        <a:pt x="68295" y="38958"/>
                        <a:pt x="66770" y="40767"/>
                      </a:cubicBezTo>
                      <a:cubicBezTo>
                        <a:pt x="65247" y="42577"/>
                        <a:pt x="64580" y="44196"/>
                        <a:pt x="64580" y="45434"/>
                      </a:cubicBezTo>
                      <a:cubicBezTo>
                        <a:pt x="64580" y="46006"/>
                        <a:pt x="64580" y="46673"/>
                        <a:pt x="64866" y="47339"/>
                      </a:cubicBezTo>
                      <a:cubicBezTo>
                        <a:pt x="62103" y="47339"/>
                        <a:pt x="60484" y="47530"/>
                        <a:pt x="60008" y="47816"/>
                      </a:cubicBezTo>
                      <a:cubicBezTo>
                        <a:pt x="60008" y="49244"/>
                        <a:pt x="60579" y="49816"/>
                        <a:pt x="61532" y="49816"/>
                      </a:cubicBezTo>
                      <a:cubicBezTo>
                        <a:pt x="62579" y="49816"/>
                        <a:pt x="63056" y="50102"/>
                        <a:pt x="63056" y="50768"/>
                      </a:cubicBezTo>
                      <a:cubicBezTo>
                        <a:pt x="63056" y="51245"/>
                        <a:pt x="63056" y="51911"/>
                        <a:pt x="62675" y="52674"/>
                      </a:cubicBezTo>
                      <a:lnTo>
                        <a:pt x="59913" y="52674"/>
                      </a:lnTo>
                      <a:cubicBezTo>
                        <a:pt x="59341" y="53721"/>
                        <a:pt x="59722" y="54578"/>
                        <a:pt x="61151" y="55341"/>
                      </a:cubicBezTo>
                      <a:lnTo>
                        <a:pt x="52674" y="56007"/>
                      </a:lnTo>
                      <a:cubicBezTo>
                        <a:pt x="53721" y="56864"/>
                        <a:pt x="54293" y="58103"/>
                        <a:pt x="54293" y="59722"/>
                      </a:cubicBezTo>
                      <a:cubicBezTo>
                        <a:pt x="54293" y="60198"/>
                        <a:pt x="54293" y="60865"/>
                        <a:pt x="54103" y="61722"/>
                      </a:cubicBezTo>
                      <a:cubicBezTo>
                        <a:pt x="54103" y="62675"/>
                        <a:pt x="53912" y="63341"/>
                        <a:pt x="53912" y="63627"/>
                      </a:cubicBezTo>
                      <a:cubicBezTo>
                        <a:pt x="53912" y="64961"/>
                        <a:pt x="54579" y="65437"/>
                        <a:pt x="55912" y="65437"/>
                      </a:cubicBezTo>
                      <a:lnTo>
                        <a:pt x="52674" y="68199"/>
                      </a:lnTo>
                      <a:cubicBezTo>
                        <a:pt x="53054" y="69056"/>
                        <a:pt x="53912" y="69628"/>
                        <a:pt x="55436" y="69628"/>
                      </a:cubicBezTo>
                      <a:cubicBezTo>
                        <a:pt x="56960" y="69723"/>
                        <a:pt x="57817" y="70390"/>
                        <a:pt x="58008" y="71628"/>
                      </a:cubicBezTo>
                      <a:lnTo>
                        <a:pt x="54579" y="77438"/>
                      </a:lnTo>
                      <a:cubicBezTo>
                        <a:pt x="53912" y="75533"/>
                        <a:pt x="53054" y="74676"/>
                        <a:pt x="52102" y="74676"/>
                      </a:cubicBezTo>
                      <a:cubicBezTo>
                        <a:pt x="51531" y="74676"/>
                        <a:pt x="50864" y="75057"/>
                        <a:pt x="50102" y="75914"/>
                      </a:cubicBezTo>
                      <a:cubicBezTo>
                        <a:pt x="49340" y="76676"/>
                        <a:pt x="48769" y="77153"/>
                        <a:pt x="48387" y="77438"/>
                      </a:cubicBezTo>
                      <a:cubicBezTo>
                        <a:pt x="50102" y="78867"/>
                        <a:pt x="52864" y="80486"/>
                        <a:pt x="56674" y="82391"/>
                      </a:cubicBezTo>
                      <a:cubicBezTo>
                        <a:pt x="56674" y="83153"/>
                        <a:pt x="55912" y="83820"/>
                        <a:pt x="54579" y="84392"/>
                      </a:cubicBezTo>
                      <a:cubicBezTo>
                        <a:pt x="53245" y="84773"/>
                        <a:pt x="52293" y="85344"/>
                        <a:pt x="51816" y="85916"/>
                      </a:cubicBezTo>
                      <a:cubicBezTo>
                        <a:pt x="51816" y="87059"/>
                        <a:pt x="51435" y="88678"/>
                        <a:pt x="50578" y="90678"/>
                      </a:cubicBezTo>
                      <a:cubicBezTo>
                        <a:pt x="49816" y="92678"/>
                        <a:pt x="49340" y="94298"/>
                        <a:pt x="49149" y="95631"/>
                      </a:cubicBezTo>
                      <a:lnTo>
                        <a:pt x="47720" y="92488"/>
                      </a:lnTo>
                      <a:cubicBezTo>
                        <a:pt x="46387" y="92107"/>
                        <a:pt x="44672" y="92583"/>
                        <a:pt x="42672" y="93821"/>
                      </a:cubicBezTo>
                      <a:cubicBezTo>
                        <a:pt x="40672" y="95060"/>
                        <a:pt x="39338" y="95631"/>
                        <a:pt x="38577" y="95631"/>
                      </a:cubicBezTo>
                      <a:cubicBezTo>
                        <a:pt x="38100" y="95631"/>
                        <a:pt x="37529" y="95441"/>
                        <a:pt x="36957" y="95250"/>
                      </a:cubicBezTo>
                      <a:cubicBezTo>
                        <a:pt x="37338" y="95060"/>
                        <a:pt x="37434" y="94393"/>
                        <a:pt x="37434" y="93345"/>
                      </a:cubicBezTo>
                      <a:cubicBezTo>
                        <a:pt x="35433" y="93345"/>
                        <a:pt x="32766" y="93155"/>
                        <a:pt x="29337" y="92488"/>
                      </a:cubicBezTo>
                      <a:cubicBezTo>
                        <a:pt x="29719" y="90964"/>
                        <a:pt x="29052" y="89726"/>
                        <a:pt x="27527" y="88773"/>
                      </a:cubicBezTo>
                      <a:cubicBezTo>
                        <a:pt x="25908" y="87725"/>
                        <a:pt x="25146" y="87344"/>
                        <a:pt x="25146" y="87440"/>
                      </a:cubicBezTo>
                      <a:cubicBezTo>
                        <a:pt x="25146" y="87440"/>
                        <a:pt x="25337" y="87154"/>
                        <a:pt x="25813" y="87059"/>
                      </a:cubicBezTo>
                      <a:cubicBezTo>
                        <a:pt x="25528" y="85820"/>
                        <a:pt x="24861" y="84392"/>
                        <a:pt x="23813" y="82963"/>
                      </a:cubicBezTo>
                      <a:cubicBezTo>
                        <a:pt x="22670" y="81534"/>
                        <a:pt x="22193" y="80391"/>
                        <a:pt x="22193" y="79534"/>
                      </a:cubicBezTo>
                      <a:cubicBezTo>
                        <a:pt x="22193" y="78677"/>
                        <a:pt x="22765" y="77534"/>
                        <a:pt x="24003" y="76391"/>
                      </a:cubicBezTo>
                      <a:cubicBezTo>
                        <a:pt x="25241" y="75152"/>
                        <a:pt x="25813" y="73628"/>
                        <a:pt x="25813" y="72009"/>
                      </a:cubicBezTo>
                      <a:cubicBezTo>
                        <a:pt x="25146" y="71819"/>
                        <a:pt x="24003" y="71342"/>
                        <a:pt x="22479" y="70580"/>
                      </a:cubicBezTo>
                      <a:lnTo>
                        <a:pt x="22003" y="74009"/>
                      </a:lnTo>
                      <a:lnTo>
                        <a:pt x="19050" y="73343"/>
                      </a:lnTo>
                      <a:lnTo>
                        <a:pt x="22003" y="67247"/>
                      </a:lnTo>
                      <a:cubicBezTo>
                        <a:pt x="20670" y="67247"/>
                        <a:pt x="19717" y="66866"/>
                        <a:pt x="19050" y="66008"/>
                      </a:cubicBezTo>
                      <a:cubicBezTo>
                        <a:pt x="18384" y="65151"/>
                        <a:pt x="17717" y="64199"/>
                        <a:pt x="17145" y="63341"/>
                      </a:cubicBezTo>
                      <a:cubicBezTo>
                        <a:pt x="17526" y="63246"/>
                        <a:pt x="17622" y="62484"/>
                        <a:pt x="17622" y="61246"/>
                      </a:cubicBezTo>
                      <a:lnTo>
                        <a:pt x="18955" y="64770"/>
                      </a:lnTo>
                      <a:lnTo>
                        <a:pt x="21050" y="62675"/>
                      </a:lnTo>
                      <a:lnTo>
                        <a:pt x="16574" y="58008"/>
                      </a:lnTo>
                      <a:cubicBezTo>
                        <a:pt x="17431" y="58008"/>
                        <a:pt x="18193" y="58008"/>
                        <a:pt x="18955" y="57531"/>
                      </a:cubicBezTo>
                      <a:cubicBezTo>
                        <a:pt x="18955" y="56102"/>
                        <a:pt x="18765" y="55341"/>
                        <a:pt x="18479" y="55055"/>
                      </a:cubicBezTo>
                      <a:cubicBezTo>
                        <a:pt x="17907" y="54769"/>
                        <a:pt x="17050" y="55055"/>
                        <a:pt x="15907" y="55626"/>
                      </a:cubicBezTo>
                      <a:cubicBezTo>
                        <a:pt x="14764" y="56198"/>
                        <a:pt x="14002" y="56483"/>
                        <a:pt x="13716" y="56483"/>
                      </a:cubicBezTo>
                      <a:cubicBezTo>
                        <a:pt x="13050" y="56483"/>
                        <a:pt x="12573" y="55817"/>
                        <a:pt x="12383" y="54578"/>
                      </a:cubicBezTo>
                      <a:cubicBezTo>
                        <a:pt x="13240" y="54959"/>
                        <a:pt x="14193" y="54388"/>
                        <a:pt x="15336" y="52864"/>
                      </a:cubicBezTo>
                      <a:cubicBezTo>
                        <a:pt x="16574" y="51340"/>
                        <a:pt x="17812" y="50864"/>
                        <a:pt x="19050" y="51340"/>
                      </a:cubicBezTo>
                      <a:cubicBezTo>
                        <a:pt x="18574" y="50578"/>
                        <a:pt x="17241" y="49721"/>
                        <a:pt x="14954" y="48959"/>
                      </a:cubicBezTo>
                      <a:cubicBezTo>
                        <a:pt x="12668" y="48292"/>
                        <a:pt x="11430" y="47435"/>
                        <a:pt x="11430" y="46482"/>
                      </a:cubicBezTo>
                      <a:cubicBezTo>
                        <a:pt x="11430" y="45816"/>
                        <a:pt x="11716" y="45244"/>
                        <a:pt x="12288" y="44387"/>
                      </a:cubicBezTo>
                      <a:cubicBezTo>
                        <a:pt x="11335" y="43720"/>
                        <a:pt x="11240" y="42005"/>
                        <a:pt x="11906" y="39434"/>
                      </a:cubicBezTo>
                      <a:cubicBezTo>
                        <a:pt x="12478" y="37052"/>
                        <a:pt x="11716" y="35624"/>
                        <a:pt x="9620" y="34957"/>
                      </a:cubicBezTo>
                      <a:lnTo>
                        <a:pt x="10287" y="34481"/>
                      </a:lnTo>
                      <a:cubicBezTo>
                        <a:pt x="7525" y="32004"/>
                        <a:pt x="5906" y="27718"/>
                        <a:pt x="5429" y="21527"/>
                      </a:cubicBezTo>
                      <a:cubicBezTo>
                        <a:pt x="3906" y="20288"/>
                        <a:pt x="3239" y="18860"/>
                        <a:pt x="3525" y="16955"/>
                      </a:cubicBezTo>
                      <a:cubicBezTo>
                        <a:pt x="4001" y="17050"/>
                        <a:pt x="4668" y="16574"/>
                        <a:pt x="5429" y="15431"/>
                      </a:cubicBezTo>
                      <a:cubicBezTo>
                        <a:pt x="3334" y="13716"/>
                        <a:pt x="2000" y="12097"/>
                        <a:pt x="1238" y="10573"/>
                      </a:cubicBezTo>
                      <a:cubicBezTo>
                        <a:pt x="667" y="9430"/>
                        <a:pt x="286" y="7430"/>
                        <a:pt x="0" y="4477"/>
                      </a:cubicBezTo>
                      <a:cubicBezTo>
                        <a:pt x="2381" y="4667"/>
                        <a:pt x="5049" y="3143"/>
                        <a:pt x="8097" y="0"/>
                      </a:cubicBezTo>
                      <a:cubicBezTo>
                        <a:pt x="9049" y="1238"/>
                        <a:pt x="10383" y="1905"/>
                        <a:pt x="12288" y="1905"/>
                      </a:cubicBezTo>
                      <a:cubicBezTo>
                        <a:pt x="13050" y="1905"/>
                        <a:pt x="14193" y="1905"/>
                        <a:pt x="15621" y="1524"/>
                      </a:cubicBezTo>
                      <a:cubicBezTo>
                        <a:pt x="17050" y="1238"/>
                        <a:pt x="18098" y="1143"/>
                        <a:pt x="18860" y="1143"/>
                      </a:cubicBezTo>
                      <a:cubicBezTo>
                        <a:pt x="20860" y="1143"/>
                        <a:pt x="22003" y="2286"/>
                        <a:pt x="22384" y="4382"/>
                      </a:cubicBezTo>
                      <a:cubicBezTo>
                        <a:pt x="23908" y="4858"/>
                        <a:pt x="24765" y="5906"/>
                        <a:pt x="24956" y="7334"/>
                      </a:cubicBezTo>
                      <a:cubicBezTo>
                        <a:pt x="24956" y="7334"/>
                        <a:pt x="24956" y="8858"/>
                        <a:pt x="25146" y="11525"/>
                      </a:cubicBezTo>
                      <a:cubicBezTo>
                        <a:pt x="25241" y="14288"/>
                        <a:pt x="26099" y="16193"/>
                        <a:pt x="27718" y="17336"/>
                      </a:cubicBezTo>
                      <a:cubicBezTo>
                        <a:pt x="29719" y="22860"/>
                        <a:pt x="30671" y="26670"/>
                        <a:pt x="30671" y="28766"/>
                      </a:cubicBezTo>
                      <a:cubicBezTo>
                        <a:pt x="30671" y="30290"/>
                        <a:pt x="30480" y="31623"/>
                        <a:pt x="30004" y="32957"/>
                      </a:cubicBezTo>
                      <a:cubicBezTo>
                        <a:pt x="30671" y="33814"/>
                        <a:pt x="31242" y="34385"/>
                        <a:pt x="31718" y="34385"/>
                      </a:cubicBezTo>
                      <a:cubicBezTo>
                        <a:pt x="32100" y="34385"/>
                        <a:pt x="32385" y="34100"/>
                        <a:pt x="32576" y="33719"/>
                      </a:cubicBezTo>
                      <a:lnTo>
                        <a:pt x="34481" y="31623"/>
                      </a:lnTo>
                      <a:cubicBezTo>
                        <a:pt x="33910" y="33909"/>
                        <a:pt x="33528" y="35909"/>
                        <a:pt x="33528" y="37624"/>
                      </a:cubicBezTo>
                      <a:cubicBezTo>
                        <a:pt x="33528" y="40481"/>
                        <a:pt x="34290" y="42863"/>
                        <a:pt x="35814" y="45053"/>
                      </a:cubicBezTo>
                      <a:cubicBezTo>
                        <a:pt x="36672" y="44863"/>
                        <a:pt x="37434" y="45339"/>
                        <a:pt x="38291" y="46482"/>
                      </a:cubicBezTo>
                      <a:cubicBezTo>
                        <a:pt x="39053" y="47625"/>
                        <a:pt x="39720" y="48197"/>
                        <a:pt x="40196" y="48197"/>
                      </a:cubicBezTo>
                      <a:cubicBezTo>
                        <a:pt x="40577" y="48197"/>
                        <a:pt x="40863" y="48006"/>
                        <a:pt x="41053" y="47816"/>
                      </a:cubicBezTo>
                      <a:cubicBezTo>
                        <a:pt x="41243" y="47530"/>
                        <a:pt x="41434" y="47244"/>
                        <a:pt x="41434" y="47054"/>
                      </a:cubicBezTo>
                      <a:cubicBezTo>
                        <a:pt x="41434" y="46673"/>
                        <a:pt x="41243" y="46292"/>
                        <a:pt x="40767" y="45911"/>
                      </a:cubicBezTo>
                      <a:cubicBezTo>
                        <a:pt x="40291" y="45530"/>
                        <a:pt x="40005" y="45244"/>
                        <a:pt x="40005" y="45053"/>
                      </a:cubicBezTo>
                      <a:cubicBezTo>
                        <a:pt x="40005" y="44768"/>
                        <a:pt x="40196" y="44482"/>
                        <a:pt x="40767" y="44006"/>
                      </a:cubicBezTo>
                      <a:lnTo>
                        <a:pt x="44006" y="44006"/>
                      </a:lnTo>
                      <a:cubicBezTo>
                        <a:pt x="43053" y="43149"/>
                        <a:pt x="42672" y="41910"/>
                        <a:pt x="42672" y="40196"/>
                      </a:cubicBezTo>
                      <a:lnTo>
                        <a:pt x="42672" y="35814"/>
                      </a:lnTo>
                      <a:cubicBezTo>
                        <a:pt x="44578" y="34957"/>
                        <a:pt x="45530" y="33242"/>
                        <a:pt x="45816" y="30385"/>
                      </a:cubicBezTo>
                      <a:cubicBezTo>
                        <a:pt x="46006" y="27527"/>
                        <a:pt x="46768" y="26003"/>
                        <a:pt x="48102" y="25622"/>
                      </a:cubicBezTo>
                      <a:cubicBezTo>
                        <a:pt x="47816" y="24860"/>
                        <a:pt x="47720" y="24003"/>
                        <a:pt x="47720" y="23146"/>
                      </a:cubicBezTo>
                      <a:cubicBezTo>
                        <a:pt x="47720" y="21527"/>
                        <a:pt x="48387" y="19145"/>
                        <a:pt x="49816" y="16193"/>
                      </a:cubicBezTo>
                      <a:cubicBezTo>
                        <a:pt x="51245" y="13335"/>
                        <a:pt x="51816" y="10954"/>
                        <a:pt x="51816" y="9335"/>
                      </a:cubicBezTo>
                      <a:cubicBezTo>
                        <a:pt x="51816" y="8668"/>
                        <a:pt x="51816" y="8001"/>
                        <a:pt x="51531" y="7334"/>
                      </a:cubicBezTo>
                      <a:cubicBezTo>
                        <a:pt x="52293" y="6953"/>
                        <a:pt x="53150" y="6668"/>
                        <a:pt x="54197" y="6287"/>
                      </a:cubicBezTo>
                      <a:cubicBezTo>
                        <a:pt x="55055" y="5906"/>
                        <a:pt x="55626" y="5334"/>
                        <a:pt x="55722" y="4477"/>
                      </a:cubicBezTo>
                      <a:lnTo>
                        <a:pt x="54864" y="1905"/>
                      </a:lnTo>
                      <a:cubicBezTo>
                        <a:pt x="58579" y="1334"/>
                        <a:pt x="62008" y="1048"/>
                        <a:pt x="65247" y="1048"/>
                      </a:cubicBezTo>
                      <a:cubicBezTo>
                        <a:pt x="68485" y="1048"/>
                        <a:pt x="71724" y="1334"/>
                        <a:pt x="75343" y="1905"/>
                      </a:cubicBezTo>
                      <a:close/>
                      <a:moveTo>
                        <a:pt x="18860" y="39053"/>
                      </a:moveTo>
                      <a:cubicBezTo>
                        <a:pt x="19431" y="36576"/>
                        <a:pt x="18860" y="35243"/>
                        <a:pt x="16955" y="34862"/>
                      </a:cubicBezTo>
                      <a:lnTo>
                        <a:pt x="18860" y="32957"/>
                      </a:lnTo>
                      <a:cubicBezTo>
                        <a:pt x="17241" y="32480"/>
                        <a:pt x="16097" y="32957"/>
                        <a:pt x="15431" y="34385"/>
                      </a:cubicBezTo>
                      <a:lnTo>
                        <a:pt x="18860" y="39053"/>
                      </a:lnTo>
                      <a:close/>
                      <a:moveTo>
                        <a:pt x="22860" y="43910"/>
                      </a:moveTo>
                      <a:lnTo>
                        <a:pt x="22860" y="42577"/>
                      </a:lnTo>
                      <a:cubicBezTo>
                        <a:pt x="22670" y="41815"/>
                        <a:pt x="22384" y="41720"/>
                        <a:pt x="21622" y="41815"/>
                      </a:cubicBezTo>
                      <a:cubicBezTo>
                        <a:pt x="20860" y="42005"/>
                        <a:pt x="20574" y="42482"/>
                        <a:pt x="20765" y="43053"/>
                      </a:cubicBezTo>
                      <a:lnTo>
                        <a:pt x="22860" y="43910"/>
                      </a:lnTo>
                      <a:close/>
                      <a:moveTo>
                        <a:pt x="27051" y="56007"/>
                      </a:moveTo>
                      <a:lnTo>
                        <a:pt x="27051" y="55150"/>
                      </a:lnTo>
                      <a:cubicBezTo>
                        <a:pt x="27051" y="55150"/>
                        <a:pt x="26480" y="54959"/>
                        <a:pt x="26099" y="54578"/>
                      </a:cubicBezTo>
                      <a:cubicBezTo>
                        <a:pt x="25718" y="54197"/>
                        <a:pt x="25241" y="54102"/>
                        <a:pt x="24861" y="54197"/>
                      </a:cubicBezTo>
                      <a:lnTo>
                        <a:pt x="24861" y="56007"/>
                      </a:lnTo>
                      <a:lnTo>
                        <a:pt x="27051" y="56007"/>
                      </a:lnTo>
                      <a:close/>
                      <a:moveTo>
                        <a:pt x="27718" y="50673"/>
                      </a:moveTo>
                      <a:lnTo>
                        <a:pt x="28194" y="47339"/>
                      </a:lnTo>
                      <a:lnTo>
                        <a:pt x="27718" y="49244"/>
                      </a:lnTo>
                      <a:lnTo>
                        <a:pt x="27718" y="50673"/>
                      </a:lnTo>
                      <a:close/>
                      <a:moveTo>
                        <a:pt x="30956" y="55150"/>
                      </a:moveTo>
                      <a:cubicBezTo>
                        <a:pt x="31147" y="56198"/>
                        <a:pt x="31909" y="57245"/>
                        <a:pt x="33052" y="58388"/>
                      </a:cubicBezTo>
                      <a:cubicBezTo>
                        <a:pt x="34195" y="59531"/>
                        <a:pt x="35243" y="60484"/>
                        <a:pt x="36291" y="61341"/>
                      </a:cubicBezTo>
                      <a:lnTo>
                        <a:pt x="35814" y="56674"/>
                      </a:lnTo>
                      <a:cubicBezTo>
                        <a:pt x="34671" y="56674"/>
                        <a:pt x="34004" y="56960"/>
                        <a:pt x="33814" y="57626"/>
                      </a:cubicBezTo>
                      <a:cubicBezTo>
                        <a:pt x="33528" y="57055"/>
                        <a:pt x="33243" y="56483"/>
                        <a:pt x="32861" y="55912"/>
                      </a:cubicBezTo>
                      <a:cubicBezTo>
                        <a:pt x="32576" y="55341"/>
                        <a:pt x="32100" y="55055"/>
                        <a:pt x="31623" y="55055"/>
                      </a:cubicBezTo>
                      <a:cubicBezTo>
                        <a:pt x="31433" y="55055"/>
                        <a:pt x="31147" y="55055"/>
                        <a:pt x="30956" y="55245"/>
                      </a:cubicBezTo>
                      <a:close/>
                      <a:moveTo>
                        <a:pt x="33052" y="76391"/>
                      </a:moveTo>
                      <a:cubicBezTo>
                        <a:pt x="33052" y="76391"/>
                        <a:pt x="33528" y="75533"/>
                        <a:pt x="34195" y="75152"/>
                      </a:cubicBezTo>
                      <a:cubicBezTo>
                        <a:pt x="34957" y="74771"/>
                        <a:pt x="35243" y="74391"/>
                        <a:pt x="35243" y="74009"/>
                      </a:cubicBezTo>
                      <a:cubicBezTo>
                        <a:pt x="35243" y="73628"/>
                        <a:pt x="35243" y="73343"/>
                        <a:pt x="35243" y="72866"/>
                      </a:cubicBezTo>
                      <a:cubicBezTo>
                        <a:pt x="35243" y="72485"/>
                        <a:pt x="35053" y="72104"/>
                        <a:pt x="34766" y="71724"/>
                      </a:cubicBezTo>
                      <a:cubicBezTo>
                        <a:pt x="34481" y="71438"/>
                        <a:pt x="34100" y="71342"/>
                        <a:pt x="33814" y="71628"/>
                      </a:cubicBezTo>
                      <a:lnTo>
                        <a:pt x="33052" y="76391"/>
                      </a:lnTo>
                      <a:close/>
                      <a:moveTo>
                        <a:pt x="33052" y="91821"/>
                      </a:moveTo>
                      <a:cubicBezTo>
                        <a:pt x="33052" y="91821"/>
                        <a:pt x="33814" y="90869"/>
                        <a:pt x="33814" y="89916"/>
                      </a:cubicBezTo>
                      <a:lnTo>
                        <a:pt x="33052" y="89916"/>
                      </a:lnTo>
                      <a:lnTo>
                        <a:pt x="33052" y="91821"/>
                      </a:lnTo>
                      <a:close/>
                      <a:moveTo>
                        <a:pt x="38195" y="76867"/>
                      </a:moveTo>
                      <a:cubicBezTo>
                        <a:pt x="38767" y="76676"/>
                        <a:pt x="39053" y="76105"/>
                        <a:pt x="39053" y="74962"/>
                      </a:cubicBezTo>
                      <a:cubicBezTo>
                        <a:pt x="37719" y="74962"/>
                        <a:pt x="37052" y="75438"/>
                        <a:pt x="37052" y="76295"/>
                      </a:cubicBezTo>
                      <a:cubicBezTo>
                        <a:pt x="37148" y="76581"/>
                        <a:pt x="37434" y="76772"/>
                        <a:pt x="37719" y="76772"/>
                      </a:cubicBezTo>
                      <a:lnTo>
                        <a:pt x="38291" y="76772"/>
                      </a:lnTo>
                      <a:close/>
                      <a:moveTo>
                        <a:pt x="46482" y="87630"/>
                      </a:moveTo>
                      <a:cubicBezTo>
                        <a:pt x="46482" y="87059"/>
                        <a:pt x="46387" y="86678"/>
                        <a:pt x="45720" y="86392"/>
                      </a:cubicBezTo>
                      <a:cubicBezTo>
                        <a:pt x="45149" y="86201"/>
                        <a:pt x="44578" y="85916"/>
                        <a:pt x="44006" y="85725"/>
                      </a:cubicBezTo>
                      <a:lnTo>
                        <a:pt x="46482" y="87630"/>
                      </a:lnTo>
                      <a:close/>
                      <a:moveTo>
                        <a:pt x="49245" y="83153"/>
                      </a:moveTo>
                      <a:cubicBezTo>
                        <a:pt x="49625" y="82106"/>
                        <a:pt x="48959" y="81249"/>
                        <a:pt x="47340" y="80391"/>
                      </a:cubicBezTo>
                      <a:cubicBezTo>
                        <a:pt x="47530" y="80391"/>
                        <a:pt x="47625" y="81153"/>
                        <a:pt x="47720" y="82487"/>
                      </a:cubicBezTo>
                      <a:cubicBezTo>
                        <a:pt x="47720" y="83249"/>
                        <a:pt x="48387" y="83534"/>
                        <a:pt x="49245" y="83153"/>
                      </a:cubicBezTo>
                      <a:close/>
                      <a:moveTo>
                        <a:pt x="51816" y="37624"/>
                      </a:moveTo>
                      <a:lnTo>
                        <a:pt x="51340" y="41624"/>
                      </a:lnTo>
                      <a:lnTo>
                        <a:pt x="51816" y="41053"/>
                      </a:lnTo>
                      <a:lnTo>
                        <a:pt x="51816" y="37624"/>
                      </a:lnTo>
                      <a:close/>
                      <a:moveTo>
                        <a:pt x="51816" y="46006"/>
                      </a:moveTo>
                      <a:cubicBezTo>
                        <a:pt x="53054" y="46006"/>
                        <a:pt x="54293" y="45816"/>
                        <a:pt x="55912" y="45053"/>
                      </a:cubicBezTo>
                      <a:cubicBezTo>
                        <a:pt x="55626" y="44387"/>
                        <a:pt x="54864" y="44101"/>
                        <a:pt x="53912" y="44101"/>
                      </a:cubicBezTo>
                      <a:cubicBezTo>
                        <a:pt x="51816" y="44101"/>
                        <a:pt x="51150" y="44672"/>
                        <a:pt x="51816" y="46006"/>
                      </a:cubicBezTo>
                      <a:close/>
                      <a:moveTo>
                        <a:pt x="62008" y="55150"/>
                      </a:moveTo>
                      <a:cubicBezTo>
                        <a:pt x="62008" y="55150"/>
                        <a:pt x="61532" y="55341"/>
                        <a:pt x="61056" y="55341"/>
                      </a:cubicBezTo>
                      <a:lnTo>
                        <a:pt x="62008" y="55150"/>
                      </a:lnTo>
                      <a:close/>
                      <a:moveTo>
                        <a:pt x="63341" y="43053"/>
                      </a:moveTo>
                      <a:cubicBezTo>
                        <a:pt x="63151" y="42196"/>
                        <a:pt x="63341" y="41434"/>
                        <a:pt x="64008" y="40672"/>
                      </a:cubicBezTo>
                      <a:lnTo>
                        <a:pt x="62008" y="40672"/>
                      </a:lnTo>
                      <a:lnTo>
                        <a:pt x="63341" y="43053"/>
                      </a:lnTo>
                      <a:close/>
                      <a:moveTo>
                        <a:pt x="69914" y="74200"/>
                      </a:moveTo>
                      <a:lnTo>
                        <a:pt x="71914" y="73533"/>
                      </a:lnTo>
                      <a:cubicBezTo>
                        <a:pt x="71914" y="73533"/>
                        <a:pt x="71152" y="74200"/>
                        <a:pt x="69914" y="74200"/>
                      </a:cubicBezTo>
                      <a:close/>
                      <a:moveTo>
                        <a:pt x="80963" y="72866"/>
                      </a:moveTo>
                      <a:cubicBezTo>
                        <a:pt x="79820" y="72866"/>
                        <a:pt x="79153" y="72581"/>
                        <a:pt x="78772" y="72200"/>
                      </a:cubicBezTo>
                      <a:lnTo>
                        <a:pt x="80963" y="72866"/>
                      </a:lnTo>
                      <a:close/>
                      <a:moveTo>
                        <a:pt x="80963" y="72866"/>
                      </a:moveTo>
                      <a:cubicBezTo>
                        <a:pt x="82011" y="72866"/>
                        <a:pt x="82772" y="73152"/>
                        <a:pt x="83058" y="73533"/>
                      </a:cubicBezTo>
                      <a:lnTo>
                        <a:pt x="80963" y="72866"/>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 name="Google Shape;1482;p99"/>
                <p:cNvSpPr/>
                <p:nvPr/>
              </p:nvSpPr>
              <p:spPr>
                <a:xfrm>
                  <a:off x="7140701" y="4989385"/>
                  <a:ext cx="83724" cy="92963"/>
                </a:xfrm>
                <a:custGeom>
                  <a:avLst/>
                  <a:gdLst/>
                  <a:ahLst/>
                  <a:cxnLst/>
                  <a:rect l="l" t="t" r="r" b="b"/>
                  <a:pathLst>
                    <a:path w="83724" h="92963" extrusionOk="0">
                      <a:moveTo>
                        <a:pt x="74581" y="953"/>
                      </a:moveTo>
                      <a:cubicBezTo>
                        <a:pt x="75533" y="4858"/>
                        <a:pt x="76009" y="7334"/>
                        <a:pt x="76009" y="8572"/>
                      </a:cubicBezTo>
                      <a:cubicBezTo>
                        <a:pt x="76009" y="11144"/>
                        <a:pt x="75057" y="13335"/>
                        <a:pt x="73247" y="15145"/>
                      </a:cubicBezTo>
                      <a:lnTo>
                        <a:pt x="75724" y="15716"/>
                      </a:lnTo>
                      <a:cubicBezTo>
                        <a:pt x="73628" y="16954"/>
                        <a:pt x="72200" y="17526"/>
                        <a:pt x="71438" y="17526"/>
                      </a:cubicBezTo>
                      <a:cubicBezTo>
                        <a:pt x="70581" y="17526"/>
                        <a:pt x="69818" y="17145"/>
                        <a:pt x="69247" y="16192"/>
                      </a:cubicBezTo>
                      <a:lnTo>
                        <a:pt x="25622" y="17050"/>
                      </a:lnTo>
                      <a:cubicBezTo>
                        <a:pt x="25908" y="17907"/>
                        <a:pt x="26003" y="18955"/>
                        <a:pt x="26003" y="20003"/>
                      </a:cubicBezTo>
                      <a:cubicBezTo>
                        <a:pt x="26003" y="21146"/>
                        <a:pt x="25718" y="22955"/>
                        <a:pt x="25241" y="25432"/>
                      </a:cubicBezTo>
                      <a:cubicBezTo>
                        <a:pt x="24765" y="27908"/>
                        <a:pt x="24479" y="29813"/>
                        <a:pt x="24479" y="31051"/>
                      </a:cubicBezTo>
                      <a:cubicBezTo>
                        <a:pt x="24479" y="32480"/>
                        <a:pt x="24765" y="33814"/>
                        <a:pt x="25241" y="35052"/>
                      </a:cubicBezTo>
                      <a:cubicBezTo>
                        <a:pt x="27337" y="36481"/>
                        <a:pt x="30194" y="37147"/>
                        <a:pt x="33909" y="37147"/>
                      </a:cubicBezTo>
                      <a:cubicBezTo>
                        <a:pt x="37052" y="37147"/>
                        <a:pt x="40196" y="36766"/>
                        <a:pt x="43434" y="35719"/>
                      </a:cubicBezTo>
                      <a:lnTo>
                        <a:pt x="42577" y="35719"/>
                      </a:lnTo>
                      <a:lnTo>
                        <a:pt x="42577" y="33718"/>
                      </a:lnTo>
                      <a:lnTo>
                        <a:pt x="43434" y="33718"/>
                      </a:lnTo>
                      <a:cubicBezTo>
                        <a:pt x="43434" y="33718"/>
                        <a:pt x="43243" y="34385"/>
                        <a:pt x="43243" y="34576"/>
                      </a:cubicBezTo>
                      <a:cubicBezTo>
                        <a:pt x="43243" y="35147"/>
                        <a:pt x="43529" y="35623"/>
                        <a:pt x="44101" y="36004"/>
                      </a:cubicBezTo>
                      <a:cubicBezTo>
                        <a:pt x="44768" y="36386"/>
                        <a:pt x="45244" y="36862"/>
                        <a:pt x="45815" y="37147"/>
                      </a:cubicBezTo>
                      <a:cubicBezTo>
                        <a:pt x="45815" y="37147"/>
                        <a:pt x="47625" y="37147"/>
                        <a:pt x="50864" y="36957"/>
                      </a:cubicBezTo>
                      <a:cubicBezTo>
                        <a:pt x="52959" y="36862"/>
                        <a:pt x="54673" y="36957"/>
                        <a:pt x="56007" y="37147"/>
                      </a:cubicBezTo>
                      <a:cubicBezTo>
                        <a:pt x="57817" y="37433"/>
                        <a:pt x="59436" y="38100"/>
                        <a:pt x="60770" y="39243"/>
                      </a:cubicBezTo>
                      <a:cubicBezTo>
                        <a:pt x="62103" y="40386"/>
                        <a:pt x="62770" y="41910"/>
                        <a:pt x="62770" y="43529"/>
                      </a:cubicBezTo>
                      <a:cubicBezTo>
                        <a:pt x="62770" y="44387"/>
                        <a:pt x="62579" y="45720"/>
                        <a:pt x="62008" y="47720"/>
                      </a:cubicBezTo>
                      <a:cubicBezTo>
                        <a:pt x="61627" y="49721"/>
                        <a:pt x="61341" y="51245"/>
                        <a:pt x="61341" y="52388"/>
                      </a:cubicBezTo>
                      <a:cubicBezTo>
                        <a:pt x="59436" y="54673"/>
                        <a:pt x="56674" y="55912"/>
                        <a:pt x="52674" y="55912"/>
                      </a:cubicBezTo>
                      <a:cubicBezTo>
                        <a:pt x="51435" y="55912"/>
                        <a:pt x="49435" y="55721"/>
                        <a:pt x="46387" y="55436"/>
                      </a:cubicBezTo>
                      <a:cubicBezTo>
                        <a:pt x="43529" y="55054"/>
                        <a:pt x="41434" y="54864"/>
                        <a:pt x="40196" y="54864"/>
                      </a:cubicBezTo>
                      <a:cubicBezTo>
                        <a:pt x="38862" y="54864"/>
                        <a:pt x="37624" y="55054"/>
                        <a:pt x="36576" y="55245"/>
                      </a:cubicBezTo>
                      <a:cubicBezTo>
                        <a:pt x="35623" y="54673"/>
                        <a:pt x="34671" y="54388"/>
                        <a:pt x="33624" y="54388"/>
                      </a:cubicBezTo>
                      <a:cubicBezTo>
                        <a:pt x="32385" y="54388"/>
                        <a:pt x="30480" y="55245"/>
                        <a:pt x="28194" y="56769"/>
                      </a:cubicBezTo>
                      <a:cubicBezTo>
                        <a:pt x="25908" y="58388"/>
                        <a:pt x="24193" y="59150"/>
                        <a:pt x="22956" y="59150"/>
                      </a:cubicBezTo>
                      <a:cubicBezTo>
                        <a:pt x="21622" y="59150"/>
                        <a:pt x="20288" y="58579"/>
                        <a:pt x="18955" y="57245"/>
                      </a:cubicBezTo>
                      <a:lnTo>
                        <a:pt x="18288" y="59722"/>
                      </a:lnTo>
                      <a:cubicBezTo>
                        <a:pt x="18288" y="59722"/>
                        <a:pt x="17050" y="59531"/>
                        <a:pt x="16002" y="59150"/>
                      </a:cubicBezTo>
                      <a:cubicBezTo>
                        <a:pt x="14954" y="58769"/>
                        <a:pt x="14192" y="58579"/>
                        <a:pt x="13811" y="58579"/>
                      </a:cubicBezTo>
                      <a:cubicBezTo>
                        <a:pt x="12954" y="58579"/>
                        <a:pt x="12287" y="58960"/>
                        <a:pt x="11716" y="59817"/>
                      </a:cubicBezTo>
                      <a:cubicBezTo>
                        <a:pt x="14097" y="61627"/>
                        <a:pt x="16859" y="62389"/>
                        <a:pt x="19908" y="62103"/>
                      </a:cubicBezTo>
                      <a:lnTo>
                        <a:pt x="18383" y="63151"/>
                      </a:lnTo>
                      <a:cubicBezTo>
                        <a:pt x="19717" y="63341"/>
                        <a:pt x="21146" y="63437"/>
                        <a:pt x="22574" y="63532"/>
                      </a:cubicBezTo>
                      <a:cubicBezTo>
                        <a:pt x="24289" y="64008"/>
                        <a:pt x="25337" y="64865"/>
                        <a:pt x="25622" y="66199"/>
                      </a:cubicBezTo>
                      <a:cubicBezTo>
                        <a:pt x="25622" y="67818"/>
                        <a:pt x="25908" y="69342"/>
                        <a:pt x="26194" y="70771"/>
                      </a:cubicBezTo>
                      <a:cubicBezTo>
                        <a:pt x="26384" y="72199"/>
                        <a:pt x="27337" y="73057"/>
                        <a:pt x="29146" y="73342"/>
                      </a:cubicBezTo>
                      <a:cubicBezTo>
                        <a:pt x="31718" y="73247"/>
                        <a:pt x="35909" y="73342"/>
                        <a:pt x="41815" y="73533"/>
                      </a:cubicBezTo>
                      <a:cubicBezTo>
                        <a:pt x="47244" y="73628"/>
                        <a:pt x="51435" y="73628"/>
                        <a:pt x="54293" y="73533"/>
                      </a:cubicBezTo>
                      <a:cubicBezTo>
                        <a:pt x="59055" y="73152"/>
                        <a:pt x="63151" y="72485"/>
                        <a:pt x="66770" y="71438"/>
                      </a:cubicBezTo>
                      <a:cubicBezTo>
                        <a:pt x="66390" y="72390"/>
                        <a:pt x="66866" y="72866"/>
                        <a:pt x="68104" y="72962"/>
                      </a:cubicBezTo>
                      <a:lnTo>
                        <a:pt x="71057" y="72962"/>
                      </a:lnTo>
                      <a:cubicBezTo>
                        <a:pt x="71818" y="72962"/>
                        <a:pt x="72295" y="73057"/>
                        <a:pt x="72676" y="73342"/>
                      </a:cubicBezTo>
                      <a:lnTo>
                        <a:pt x="74866" y="73342"/>
                      </a:lnTo>
                      <a:cubicBezTo>
                        <a:pt x="75629" y="81629"/>
                        <a:pt x="75915" y="85058"/>
                        <a:pt x="75915" y="83915"/>
                      </a:cubicBezTo>
                      <a:cubicBezTo>
                        <a:pt x="75915" y="87058"/>
                        <a:pt x="75248" y="89630"/>
                        <a:pt x="74009" y="91535"/>
                      </a:cubicBezTo>
                      <a:cubicBezTo>
                        <a:pt x="71342" y="92012"/>
                        <a:pt x="68389" y="92202"/>
                        <a:pt x="65151" y="92202"/>
                      </a:cubicBezTo>
                      <a:lnTo>
                        <a:pt x="51340" y="92202"/>
                      </a:lnTo>
                      <a:cubicBezTo>
                        <a:pt x="47720" y="92202"/>
                        <a:pt x="44672" y="92488"/>
                        <a:pt x="42006" y="92964"/>
                      </a:cubicBezTo>
                      <a:cubicBezTo>
                        <a:pt x="40386" y="92488"/>
                        <a:pt x="37052" y="92297"/>
                        <a:pt x="32004" y="92392"/>
                      </a:cubicBezTo>
                      <a:cubicBezTo>
                        <a:pt x="28004" y="92392"/>
                        <a:pt x="24860" y="91630"/>
                        <a:pt x="22479" y="90106"/>
                      </a:cubicBezTo>
                      <a:cubicBezTo>
                        <a:pt x="20955" y="91535"/>
                        <a:pt x="18574" y="92202"/>
                        <a:pt x="15240" y="92202"/>
                      </a:cubicBezTo>
                      <a:cubicBezTo>
                        <a:pt x="14192" y="92202"/>
                        <a:pt x="11525" y="91916"/>
                        <a:pt x="7048" y="91345"/>
                      </a:cubicBezTo>
                      <a:cubicBezTo>
                        <a:pt x="4667" y="89821"/>
                        <a:pt x="3429" y="86963"/>
                        <a:pt x="3429" y="82677"/>
                      </a:cubicBezTo>
                      <a:cubicBezTo>
                        <a:pt x="3429" y="81724"/>
                        <a:pt x="3429" y="80486"/>
                        <a:pt x="3620" y="78772"/>
                      </a:cubicBezTo>
                      <a:cubicBezTo>
                        <a:pt x="3620" y="77153"/>
                        <a:pt x="3810" y="75914"/>
                        <a:pt x="3810" y="75247"/>
                      </a:cubicBezTo>
                      <a:lnTo>
                        <a:pt x="4667" y="41243"/>
                      </a:lnTo>
                      <a:cubicBezTo>
                        <a:pt x="4096" y="40005"/>
                        <a:pt x="3810" y="38195"/>
                        <a:pt x="3810" y="36100"/>
                      </a:cubicBezTo>
                      <a:cubicBezTo>
                        <a:pt x="3810" y="35338"/>
                        <a:pt x="3906" y="34004"/>
                        <a:pt x="4000" y="32385"/>
                      </a:cubicBezTo>
                      <a:cubicBezTo>
                        <a:pt x="4000" y="30671"/>
                        <a:pt x="4191" y="29528"/>
                        <a:pt x="4191" y="28861"/>
                      </a:cubicBezTo>
                      <a:cubicBezTo>
                        <a:pt x="4191" y="24479"/>
                        <a:pt x="2857" y="22193"/>
                        <a:pt x="0" y="22098"/>
                      </a:cubicBezTo>
                      <a:cubicBezTo>
                        <a:pt x="3524" y="21146"/>
                        <a:pt x="5143" y="18383"/>
                        <a:pt x="4858" y="13621"/>
                      </a:cubicBezTo>
                      <a:cubicBezTo>
                        <a:pt x="4477" y="6667"/>
                        <a:pt x="4477" y="2762"/>
                        <a:pt x="4667" y="2096"/>
                      </a:cubicBezTo>
                      <a:lnTo>
                        <a:pt x="3810" y="1429"/>
                      </a:lnTo>
                      <a:cubicBezTo>
                        <a:pt x="5049" y="667"/>
                        <a:pt x="6668" y="381"/>
                        <a:pt x="8287" y="381"/>
                      </a:cubicBezTo>
                      <a:cubicBezTo>
                        <a:pt x="9334" y="381"/>
                        <a:pt x="11144" y="571"/>
                        <a:pt x="13811" y="953"/>
                      </a:cubicBezTo>
                      <a:cubicBezTo>
                        <a:pt x="16478" y="1333"/>
                        <a:pt x="18574" y="1429"/>
                        <a:pt x="20003" y="1429"/>
                      </a:cubicBezTo>
                      <a:cubicBezTo>
                        <a:pt x="27623" y="1429"/>
                        <a:pt x="32575" y="953"/>
                        <a:pt x="34671" y="0"/>
                      </a:cubicBezTo>
                      <a:cubicBezTo>
                        <a:pt x="34957" y="1143"/>
                        <a:pt x="35719" y="1714"/>
                        <a:pt x="36766" y="1714"/>
                      </a:cubicBezTo>
                      <a:cubicBezTo>
                        <a:pt x="37338" y="1714"/>
                        <a:pt x="38195" y="1429"/>
                        <a:pt x="39434" y="953"/>
                      </a:cubicBezTo>
                      <a:cubicBezTo>
                        <a:pt x="40672" y="476"/>
                        <a:pt x="41529" y="286"/>
                        <a:pt x="42100" y="286"/>
                      </a:cubicBezTo>
                      <a:cubicBezTo>
                        <a:pt x="42482" y="286"/>
                        <a:pt x="43053" y="286"/>
                        <a:pt x="43529" y="476"/>
                      </a:cubicBezTo>
                      <a:cubicBezTo>
                        <a:pt x="44005" y="571"/>
                        <a:pt x="46197" y="953"/>
                        <a:pt x="50006" y="1714"/>
                      </a:cubicBezTo>
                      <a:cubicBezTo>
                        <a:pt x="52768" y="2096"/>
                        <a:pt x="54959" y="2286"/>
                        <a:pt x="56579" y="2000"/>
                      </a:cubicBezTo>
                      <a:lnTo>
                        <a:pt x="58484" y="4096"/>
                      </a:lnTo>
                      <a:cubicBezTo>
                        <a:pt x="59722" y="1524"/>
                        <a:pt x="65151" y="571"/>
                        <a:pt x="74676" y="1333"/>
                      </a:cubicBezTo>
                      <a:close/>
                      <a:moveTo>
                        <a:pt x="5715" y="58483"/>
                      </a:moveTo>
                      <a:cubicBezTo>
                        <a:pt x="6096" y="59531"/>
                        <a:pt x="7239" y="60007"/>
                        <a:pt x="9144" y="60007"/>
                      </a:cubicBezTo>
                      <a:cubicBezTo>
                        <a:pt x="10096" y="60007"/>
                        <a:pt x="10763" y="59817"/>
                        <a:pt x="11049" y="59531"/>
                      </a:cubicBezTo>
                      <a:lnTo>
                        <a:pt x="5715" y="58483"/>
                      </a:lnTo>
                      <a:close/>
                      <a:moveTo>
                        <a:pt x="16764" y="58483"/>
                      </a:moveTo>
                      <a:lnTo>
                        <a:pt x="16764" y="57150"/>
                      </a:lnTo>
                      <a:cubicBezTo>
                        <a:pt x="16764" y="56579"/>
                        <a:pt x="16002" y="56293"/>
                        <a:pt x="14859" y="56293"/>
                      </a:cubicBezTo>
                      <a:lnTo>
                        <a:pt x="16764" y="58579"/>
                      </a:lnTo>
                      <a:close/>
                      <a:moveTo>
                        <a:pt x="21050" y="29432"/>
                      </a:moveTo>
                      <a:lnTo>
                        <a:pt x="21050" y="28289"/>
                      </a:lnTo>
                      <a:lnTo>
                        <a:pt x="19717" y="28289"/>
                      </a:lnTo>
                      <a:lnTo>
                        <a:pt x="19717" y="29432"/>
                      </a:lnTo>
                      <a:lnTo>
                        <a:pt x="21050" y="29432"/>
                      </a:lnTo>
                      <a:close/>
                      <a:moveTo>
                        <a:pt x="50292" y="28861"/>
                      </a:moveTo>
                      <a:cubicBezTo>
                        <a:pt x="49339" y="28289"/>
                        <a:pt x="48863" y="27718"/>
                        <a:pt x="48863" y="27146"/>
                      </a:cubicBezTo>
                      <a:cubicBezTo>
                        <a:pt x="48863" y="26384"/>
                        <a:pt x="49530" y="26003"/>
                        <a:pt x="50959" y="26003"/>
                      </a:cubicBezTo>
                      <a:cubicBezTo>
                        <a:pt x="52292" y="26003"/>
                        <a:pt x="53150" y="26575"/>
                        <a:pt x="53435" y="27622"/>
                      </a:cubicBezTo>
                      <a:cubicBezTo>
                        <a:pt x="52292" y="28765"/>
                        <a:pt x="51245" y="29146"/>
                        <a:pt x="50197" y="28956"/>
                      </a:cubicBezTo>
                      <a:close/>
                      <a:moveTo>
                        <a:pt x="61056" y="29432"/>
                      </a:moveTo>
                      <a:cubicBezTo>
                        <a:pt x="61722" y="29146"/>
                        <a:pt x="62103" y="28861"/>
                        <a:pt x="62103" y="28480"/>
                      </a:cubicBezTo>
                      <a:cubicBezTo>
                        <a:pt x="62103" y="28289"/>
                        <a:pt x="62008" y="27908"/>
                        <a:pt x="61722" y="27527"/>
                      </a:cubicBezTo>
                      <a:cubicBezTo>
                        <a:pt x="61341" y="27146"/>
                        <a:pt x="61246" y="26861"/>
                        <a:pt x="61246" y="26765"/>
                      </a:cubicBezTo>
                      <a:cubicBezTo>
                        <a:pt x="61341" y="26479"/>
                        <a:pt x="61532" y="26289"/>
                        <a:pt x="61722" y="26098"/>
                      </a:cubicBezTo>
                      <a:cubicBezTo>
                        <a:pt x="62579" y="25813"/>
                        <a:pt x="63532" y="26098"/>
                        <a:pt x="64580" y="26956"/>
                      </a:cubicBezTo>
                      <a:lnTo>
                        <a:pt x="63151" y="29432"/>
                      </a:lnTo>
                      <a:lnTo>
                        <a:pt x="65056" y="30766"/>
                      </a:lnTo>
                      <a:lnTo>
                        <a:pt x="61056" y="29432"/>
                      </a:lnTo>
                      <a:close/>
                      <a:moveTo>
                        <a:pt x="65056" y="8477"/>
                      </a:moveTo>
                      <a:cubicBezTo>
                        <a:pt x="65056" y="8477"/>
                        <a:pt x="65437" y="8858"/>
                        <a:pt x="65532" y="8858"/>
                      </a:cubicBezTo>
                      <a:lnTo>
                        <a:pt x="65056" y="8477"/>
                      </a:lnTo>
                      <a:lnTo>
                        <a:pt x="65056" y="6953"/>
                      </a:lnTo>
                      <a:lnTo>
                        <a:pt x="63151" y="6953"/>
                      </a:lnTo>
                      <a:lnTo>
                        <a:pt x="65056" y="8477"/>
                      </a:lnTo>
                      <a:close/>
                      <a:moveTo>
                        <a:pt x="83725" y="2191"/>
                      </a:moveTo>
                      <a:cubicBezTo>
                        <a:pt x="83725" y="2191"/>
                        <a:pt x="83439" y="3048"/>
                        <a:pt x="82772" y="3620"/>
                      </a:cubicBezTo>
                      <a:cubicBezTo>
                        <a:pt x="82201" y="4191"/>
                        <a:pt x="81915" y="4572"/>
                        <a:pt x="81725" y="4953"/>
                      </a:cubicBezTo>
                      <a:lnTo>
                        <a:pt x="83153" y="6001"/>
                      </a:lnTo>
                      <a:lnTo>
                        <a:pt x="80391" y="4953"/>
                      </a:lnTo>
                      <a:cubicBezTo>
                        <a:pt x="80963" y="4953"/>
                        <a:pt x="81343" y="4477"/>
                        <a:pt x="81534" y="3429"/>
                      </a:cubicBezTo>
                      <a:cubicBezTo>
                        <a:pt x="81725" y="2381"/>
                        <a:pt x="82010" y="1905"/>
                        <a:pt x="82582" y="1905"/>
                      </a:cubicBezTo>
                      <a:cubicBezTo>
                        <a:pt x="82868" y="1905"/>
                        <a:pt x="83153" y="2000"/>
                        <a:pt x="83725" y="2286"/>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 name="Google Shape;1483;p99"/>
                <p:cNvSpPr/>
                <p:nvPr/>
              </p:nvSpPr>
              <p:spPr>
                <a:xfrm>
                  <a:off x="7212043" y="4988147"/>
                  <a:ext cx="92011" cy="94392"/>
                </a:xfrm>
                <a:custGeom>
                  <a:avLst/>
                  <a:gdLst/>
                  <a:ahLst/>
                  <a:cxnLst/>
                  <a:rect l="l" t="t" r="r" b="b"/>
                  <a:pathLst>
                    <a:path w="92011" h="94392" extrusionOk="0">
                      <a:moveTo>
                        <a:pt x="3239" y="55912"/>
                      </a:moveTo>
                      <a:lnTo>
                        <a:pt x="0" y="57340"/>
                      </a:lnTo>
                      <a:lnTo>
                        <a:pt x="4477" y="53530"/>
                      </a:lnTo>
                      <a:lnTo>
                        <a:pt x="3239" y="55912"/>
                      </a:lnTo>
                      <a:close/>
                      <a:moveTo>
                        <a:pt x="2381" y="78105"/>
                      </a:moveTo>
                      <a:lnTo>
                        <a:pt x="476" y="74104"/>
                      </a:lnTo>
                      <a:lnTo>
                        <a:pt x="2381" y="76676"/>
                      </a:lnTo>
                      <a:lnTo>
                        <a:pt x="2381" y="78105"/>
                      </a:lnTo>
                      <a:close/>
                      <a:moveTo>
                        <a:pt x="7239" y="76105"/>
                      </a:moveTo>
                      <a:lnTo>
                        <a:pt x="5144" y="74771"/>
                      </a:lnTo>
                      <a:lnTo>
                        <a:pt x="7239" y="74771"/>
                      </a:lnTo>
                      <a:lnTo>
                        <a:pt x="7239" y="76105"/>
                      </a:lnTo>
                      <a:close/>
                      <a:moveTo>
                        <a:pt x="7811" y="43434"/>
                      </a:moveTo>
                      <a:lnTo>
                        <a:pt x="9144" y="44482"/>
                      </a:lnTo>
                      <a:lnTo>
                        <a:pt x="7239" y="44482"/>
                      </a:lnTo>
                      <a:lnTo>
                        <a:pt x="7811" y="43434"/>
                      </a:lnTo>
                      <a:close/>
                      <a:moveTo>
                        <a:pt x="7811" y="58674"/>
                      </a:moveTo>
                      <a:lnTo>
                        <a:pt x="8668" y="57340"/>
                      </a:lnTo>
                      <a:lnTo>
                        <a:pt x="10573" y="57340"/>
                      </a:lnTo>
                      <a:lnTo>
                        <a:pt x="7811" y="58674"/>
                      </a:lnTo>
                      <a:close/>
                      <a:moveTo>
                        <a:pt x="12668" y="85725"/>
                      </a:moveTo>
                      <a:lnTo>
                        <a:pt x="11145" y="83534"/>
                      </a:lnTo>
                      <a:lnTo>
                        <a:pt x="14097" y="83534"/>
                      </a:lnTo>
                      <a:lnTo>
                        <a:pt x="12764" y="85725"/>
                      </a:lnTo>
                      <a:close/>
                      <a:moveTo>
                        <a:pt x="83058" y="70009"/>
                      </a:moveTo>
                      <a:cubicBezTo>
                        <a:pt x="83058" y="72485"/>
                        <a:pt x="84677" y="75533"/>
                        <a:pt x="87630" y="79343"/>
                      </a:cubicBezTo>
                      <a:cubicBezTo>
                        <a:pt x="90583" y="83248"/>
                        <a:pt x="92012" y="86201"/>
                        <a:pt x="92012" y="88487"/>
                      </a:cubicBezTo>
                      <a:cubicBezTo>
                        <a:pt x="92012" y="89821"/>
                        <a:pt x="91726" y="91154"/>
                        <a:pt x="91154" y="92488"/>
                      </a:cubicBezTo>
                      <a:cubicBezTo>
                        <a:pt x="91345" y="92488"/>
                        <a:pt x="88488" y="92488"/>
                        <a:pt x="82677" y="92297"/>
                      </a:cubicBezTo>
                      <a:cubicBezTo>
                        <a:pt x="79248" y="92297"/>
                        <a:pt x="76676" y="92869"/>
                        <a:pt x="74867" y="94393"/>
                      </a:cubicBezTo>
                      <a:lnTo>
                        <a:pt x="72486" y="91059"/>
                      </a:lnTo>
                      <a:cubicBezTo>
                        <a:pt x="70771" y="91345"/>
                        <a:pt x="69152" y="90488"/>
                        <a:pt x="67818" y="88392"/>
                      </a:cubicBezTo>
                      <a:cubicBezTo>
                        <a:pt x="65818" y="85249"/>
                        <a:pt x="64675" y="83629"/>
                        <a:pt x="64294" y="83439"/>
                      </a:cubicBezTo>
                      <a:cubicBezTo>
                        <a:pt x="64580" y="82868"/>
                        <a:pt x="64675" y="82296"/>
                        <a:pt x="64675" y="81820"/>
                      </a:cubicBezTo>
                      <a:cubicBezTo>
                        <a:pt x="64675" y="80772"/>
                        <a:pt x="64198" y="79534"/>
                        <a:pt x="63151" y="78010"/>
                      </a:cubicBezTo>
                      <a:cubicBezTo>
                        <a:pt x="62103" y="76486"/>
                        <a:pt x="61532" y="75152"/>
                        <a:pt x="61532" y="74104"/>
                      </a:cubicBezTo>
                      <a:cubicBezTo>
                        <a:pt x="59913" y="72676"/>
                        <a:pt x="58484" y="70485"/>
                        <a:pt x="57245" y="67723"/>
                      </a:cubicBezTo>
                      <a:cubicBezTo>
                        <a:pt x="55722" y="64389"/>
                        <a:pt x="54483" y="62008"/>
                        <a:pt x="53340" y="60770"/>
                      </a:cubicBezTo>
                      <a:cubicBezTo>
                        <a:pt x="52864" y="59246"/>
                        <a:pt x="52483" y="57721"/>
                        <a:pt x="52197" y="56293"/>
                      </a:cubicBezTo>
                      <a:cubicBezTo>
                        <a:pt x="51531" y="54483"/>
                        <a:pt x="50768" y="53530"/>
                        <a:pt x="49911" y="53530"/>
                      </a:cubicBezTo>
                      <a:cubicBezTo>
                        <a:pt x="49339" y="53530"/>
                        <a:pt x="48673" y="53912"/>
                        <a:pt x="48006" y="54578"/>
                      </a:cubicBezTo>
                      <a:lnTo>
                        <a:pt x="47530" y="54007"/>
                      </a:lnTo>
                      <a:cubicBezTo>
                        <a:pt x="46768" y="55436"/>
                        <a:pt x="44768" y="55912"/>
                        <a:pt x="41339" y="55436"/>
                      </a:cubicBezTo>
                      <a:lnTo>
                        <a:pt x="38005" y="54007"/>
                      </a:lnTo>
                      <a:cubicBezTo>
                        <a:pt x="37624" y="55150"/>
                        <a:pt x="37529" y="56579"/>
                        <a:pt x="37529" y="58198"/>
                      </a:cubicBezTo>
                      <a:cubicBezTo>
                        <a:pt x="37529" y="61055"/>
                        <a:pt x="38100" y="64675"/>
                        <a:pt x="39338" y="68961"/>
                      </a:cubicBezTo>
                      <a:lnTo>
                        <a:pt x="38005" y="68961"/>
                      </a:lnTo>
                      <a:lnTo>
                        <a:pt x="37243" y="80010"/>
                      </a:lnTo>
                      <a:cubicBezTo>
                        <a:pt x="37243" y="80010"/>
                        <a:pt x="36100" y="80296"/>
                        <a:pt x="35338" y="80867"/>
                      </a:cubicBezTo>
                      <a:lnTo>
                        <a:pt x="37910" y="82296"/>
                      </a:lnTo>
                      <a:cubicBezTo>
                        <a:pt x="37910" y="82296"/>
                        <a:pt x="37148" y="83534"/>
                        <a:pt x="37148" y="84582"/>
                      </a:cubicBezTo>
                      <a:cubicBezTo>
                        <a:pt x="37148" y="84963"/>
                        <a:pt x="37148" y="85535"/>
                        <a:pt x="37338" y="86296"/>
                      </a:cubicBezTo>
                      <a:cubicBezTo>
                        <a:pt x="37433" y="87058"/>
                        <a:pt x="37529" y="87630"/>
                        <a:pt x="37529" y="88011"/>
                      </a:cubicBezTo>
                      <a:cubicBezTo>
                        <a:pt x="37529" y="90297"/>
                        <a:pt x="36005" y="91345"/>
                        <a:pt x="33052" y="91154"/>
                      </a:cubicBezTo>
                      <a:lnTo>
                        <a:pt x="33909" y="91726"/>
                      </a:lnTo>
                      <a:cubicBezTo>
                        <a:pt x="33909" y="91726"/>
                        <a:pt x="32195" y="91916"/>
                        <a:pt x="29909" y="92393"/>
                      </a:cubicBezTo>
                      <a:cubicBezTo>
                        <a:pt x="27527" y="92869"/>
                        <a:pt x="25622" y="93059"/>
                        <a:pt x="24099" y="93059"/>
                      </a:cubicBezTo>
                      <a:cubicBezTo>
                        <a:pt x="22670" y="93059"/>
                        <a:pt x="21527" y="92869"/>
                        <a:pt x="20479" y="92583"/>
                      </a:cubicBezTo>
                      <a:cubicBezTo>
                        <a:pt x="20384" y="92012"/>
                        <a:pt x="20574" y="91535"/>
                        <a:pt x="21146" y="91154"/>
                      </a:cubicBezTo>
                      <a:cubicBezTo>
                        <a:pt x="17526" y="90106"/>
                        <a:pt x="15812" y="87821"/>
                        <a:pt x="15812" y="84391"/>
                      </a:cubicBezTo>
                      <a:cubicBezTo>
                        <a:pt x="15716" y="83725"/>
                        <a:pt x="15716" y="82868"/>
                        <a:pt x="15812" y="81820"/>
                      </a:cubicBezTo>
                      <a:cubicBezTo>
                        <a:pt x="15907" y="80772"/>
                        <a:pt x="15907" y="80105"/>
                        <a:pt x="15812" y="79724"/>
                      </a:cubicBezTo>
                      <a:cubicBezTo>
                        <a:pt x="15716" y="79248"/>
                        <a:pt x="15240" y="79057"/>
                        <a:pt x="14478" y="79057"/>
                      </a:cubicBezTo>
                      <a:cubicBezTo>
                        <a:pt x="14859" y="78677"/>
                        <a:pt x="15240" y="78200"/>
                        <a:pt x="15812" y="77724"/>
                      </a:cubicBezTo>
                      <a:cubicBezTo>
                        <a:pt x="15907" y="78486"/>
                        <a:pt x="16193" y="78962"/>
                        <a:pt x="16669" y="78962"/>
                      </a:cubicBezTo>
                      <a:cubicBezTo>
                        <a:pt x="17050" y="78962"/>
                        <a:pt x="17526" y="78772"/>
                        <a:pt x="18098" y="78581"/>
                      </a:cubicBezTo>
                      <a:cubicBezTo>
                        <a:pt x="18765" y="78296"/>
                        <a:pt x="19145" y="78105"/>
                        <a:pt x="19431" y="78105"/>
                      </a:cubicBezTo>
                      <a:cubicBezTo>
                        <a:pt x="19621" y="78105"/>
                        <a:pt x="19812" y="78105"/>
                        <a:pt x="19908" y="78296"/>
                      </a:cubicBezTo>
                      <a:lnTo>
                        <a:pt x="15240" y="72962"/>
                      </a:lnTo>
                      <a:cubicBezTo>
                        <a:pt x="15240" y="72962"/>
                        <a:pt x="16097" y="72580"/>
                        <a:pt x="17145" y="71533"/>
                      </a:cubicBezTo>
                      <a:lnTo>
                        <a:pt x="16573" y="65627"/>
                      </a:lnTo>
                      <a:cubicBezTo>
                        <a:pt x="17145" y="65627"/>
                        <a:pt x="17431" y="65341"/>
                        <a:pt x="17622" y="64770"/>
                      </a:cubicBezTo>
                      <a:cubicBezTo>
                        <a:pt x="17622" y="64484"/>
                        <a:pt x="17336" y="63913"/>
                        <a:pt x="16764" y="62865"/>
                      </a:cubicBezTo>
                      <a:cubicBezTo>
                        <a:pt x="16288" y="62103"/>
                        <a:pt x="16288" y="61531"/>
                        <a:pt x="16573" y="60960"/>
                      </a:cubicBezTo>
                      <a:cubicBezTo>
                        <a:pt x="17240" y="61246"/>
                        <a:pt x="17907" y="60960"/>
                        <a:pt x="18669" y="60103"/>
                      </a:cubicBezTo>
                      <a:lnTo>
                        <a:pt x="20384" y="58198"/>
                      </a:lnTo>
                      <a:lnTo>
                        <a:pt x="20384" y="56960"/>
                      </a:lnTo>
                      <a:lnTo>
                        <a:pt x="17145" y="58198"/>
                      </a:lnTo>
                      <a:cubicBezTo>
                        <a:pt x="16479" y="57150"/>
                        <a:pt x="16383" y="54578"/>
                        <a:pt x="16955" y="50768"/>
                      </a:cubicBezTo>
                      <a:cubicBezTo>
                        <a:pt x="17526" y="47435"/>
                        <a:pt x="16669" y="45053"/>
                        <a:pt x="14383" y="43624"/>
                      </a:cubicBezTo>
                      <a:lnTo>
                        <a:pt x="11811" y="44672"/>
                      </a:lnTo>
                      <a:lnTo>
                        <a:pt x="12573" y="42196"/>
                      </a:lnTo>
                      <a:cubicBezTo>
                        <a:pt x="12573" y="42196"/>
                        <a:pt x="13526" y="42767"/>
                        <a:pt x="14764" y="43434"/>
                      </a:cubicBezTo>
                      <a:cubicBezTo>
                        <a:pt x="15716" y="43815"/>
                        <a:pt x="16479" y="44101"/>
                        <a:pt x="17145" y="44101"/>
                      </a:cubicBezTo>
                      <a:lnTo>
                        <a:pt x="18479" y="42672"/>
                      </a:lnTo>
                      <a:cubicBezTo>
                        <a:pt x="17622" y="42291"/>
                        <a:pt x="16859" y="41529"/>
                        <a:pt x="16288" y="40386"/>
                      </a:cubicBezTo>
                      <a:cubicBezTo>
                        <a:pt x="15907" y="39814"/>
                        <a:pt x="15526" y="39243"/>
                        <a:pt x="15240" y="38671"/>
                      </a:cubicBezTo>
                      <a:cubicBezTo>
                        <a:pt x="16288" y="35623"/>
                        <a:pt x="16859" y="32004"/>
                        <a:pt x="16859" y="27622"/>
                      </a:cubicBezTo>
                      <a:cubicBezTo>
                        <a:pt x="16859" y="26194"/>
                        <a:pt x="16859" y="24098"/>
                        <a:pt x="16669" y="21241"/>
                      </a:cubicBezTo>
                      <a:cubicBezTo>
                        <a:pt x="16669" y="18383"/>
                        <a:pt x="16573" y="16193"/>
                        <a:pt x="16573" y="14764"/>
                      </a:cubicBezTo>
                      <a:cubicBezTo>
                        <a:pt x="16573" y="11811"/>
                        <a:pt x="16764" y="9049"/>
                        <a:pt x="17240" y="6763"/>
                      </a:cubicBezTo>
                      <a:cubicBezTo>
                        <a:pt x="17050" y="6572"/>
                        <a:pt x="16859" y="6096"/>
                        <a:pt x="16479" y="5429"/>
                      </a:cubicBezTo>
                      <a:cubicBezTo>
                        <a:pt x="16097" y="4763"/>
                        <a:pt x="15907" y="4286"/>
                        <a:pt x="15907" y="4000"/>
                      </a:cubicBezTo>
                      <a:cubicBezTo>
                        <a:pt x="15907" y="3524"/>
                        <a:pt x="16193" y="3238"/>
                        <a:pt x="16764" y="2953"/>
                      </a:cubicBezTo>
                      <a:cubicBezTo>
                        <a:pt x="18860" y="1429"/>
                        <a:pt x="21527" y="667"/>
                        <a:pt x="24765" y="667"/>
                      </a:cubicBezTo>
                      <a:cubicBezTo>
                        <a:pt x="25813" y="667"/>
                        <a:pt x="27432" y="762"/>
                        <a:pt x="29528" y="1048"/>
                      </a:cubicBezTo>
                      <a:cubicBezTo>
                        <a:pt x="31623" y="1429"/>
                        <a:pt x="33242" y="1524"/>
                        <a:pt x="34386" y="1524"/>
                      </a:cubicBezTo>
                      <a:cubicBezTo>
                        <a:pt x="35623" y="1524"/>
                        <a:pt x="37148" y="1238"/>
                        <a:pt x="39053" y="762"/>
                      </a:cubicBezTo>
                      <a:cubicBezTo>
                        <a:pt x="40863" y="286"/>
                        <a:pt x="42196" y="0"/>
                        <a:pt x="42863" y="0"/>
                      </a:cubicBezTo>
                      <a:cubicBezTo>
                        <a:pt x="44005" y="0"/>
                        <a:pt x="45625" y="476"/>
                        <a:pt x="47816" y="1619"/>
                      </a:cubicBezTo>
                      <a:cubicBezTo>
                        <a:pt x="49911" y="2667"/>
                        <a:pt x="51531" y="3143"/>
                        <a:pt x="52578" y="3143"/>
                      </a:cubicBezTo>
                      <a:cubicBezTo>
                        <a:pt x="53721" y="3143"/>
                        <a:pt x="54769" y="2762"/>
                        <a:pt x="55722" y="1714"/>
                      </a:cubicBezTo>
                      <a:cubicBezTo>
                        <a:pt x="56007" y="2000"/>
                        <a:pt x="56388" y="2096"/>
                        <a:pt x="56769" y="2096"/>
                      </a:cubicBezTo>
                      <a:cubicBezTo>
                        <a:pt x="57150" y="2096"/>
                        <a:pt x="57912" y="1810"/>
                        <a:pt x="58864" y="1333"/>
                      </a:cubicBezTo>
                      <a:cubicBezTo>
                        <a:pt x="59817" y="953"/>
                        <a:pt x="60389" y="667"/>
                        <a:pt x="60770" y="667"/>
                      </a:cubicBezTo>
                      <a:cubicBezTo>
                        <a:pt x="61627" y="667"/>
                        <a:pt x="62103" y="1429"/>
                        <a:pt x="62389" y="3048"/>
                      </a:cubicBezTo>
                      <a:cubicBezTo>
                        <a:pt x="68199" y="2381"/>
                        <a:pt x="70676" y="2096"/>
                        <a:pt x="69628" y="2096"/>
                      </a:cubicBezTo>
                      <a:cubicBezTo>
                        <a:pt x="71724" y="2096"/>
                        <a:pt x="73343" y="2762"/>
                        <a:pt x="74486" y="4096"/>
                      </a:cubicBezTo>
                      <a:lnTo>
                        <a:pt x="76867" y="3524"/>
                      </a:lnTo>
                      <a:cubicBezTo>
                        <a:pt x="76867" y="5524"/>
                        <a:pt x="78105" y="6953"/>
                        <a:pt x="80582" y="7715"/>
                      </a:cubicBezTo>
                      <a:cubicBezTo>
                        <a:pt x="83534" y="8572"/>
                        <a:pt x="85344" y="9430"/>
                        <a:pt x="85916" y="10287"/>
                      </a:cubicBezTo>
                      <a:cubicBezTo>
                        <a:pt x="89059" y="12192"/>
                        <a:pt x="90774" y="14954"/>
                        <a:pt x="91250" y="18764"/>
                      </a:cubicBezTo>
                      <a:cubicBezTo>
                        <a:pt x="91250" y="20288"/>
                        <a:pt x="91059" y="23813"/>
                        <a:pt x="90392" y="29432"/>
                      </a:cubicBezTo>
                      <a:cubicBezTo>
                        <a:pt x="90011" y="34099"/>
                        <a:pt x="90202" y="37529"/>
                        <a:pt x="91250" y="39814"/>
                      </a:cubicBezTo>
                      <a:cubicBezTo>
                        <a:pt x="89345" y="41815"/>
                        <a:pt x="87535" y="44005"/>
                        <a:pt x="85725" y="46006"/>
                      </a:cubicBezTo>
                      <a:cubicBezTo>
                        <a:pt x="83439" y="48482"/>
                        <a:pt x="81249" y="49911"/>
                        <a:pt x="79153" y="50482"/>
                      </a:cubicBezTo>
                      <a:lnTo>
                        <a:pt x="74962" y="54293"/>
                      </a:lnTo>
                      <a:cubicBezTo>
                        <a:pt x="76867" y="54673"/>
                        <a:pt x="77724" y="56197"/>
                        <a:pt x="77914" y="59246"/>
                      </a:cubicBezTo>
                      <a:cubicBezTo>
                        <a:pt x="77914" y="62198"/>
                        <a:pt x="78772" y="63913"/>
                        <a:pt x="80391" y="64389"/>
                      </a:cubicBezTo>
                      <a:cubicBezTo>
                        <a:pt x="79820" y="65151"/>
                        <a:pt x="79534" y="65818"/>
                        <a:pt x="79534" y="66294"/>
                      </a:cubicBezTo>
                      <a:cubicBezTo>
                        <a:pt x="79534" y="66770"/>
                        <a:pt x="80106" y="67151"/>
                        <a:pt x="81344" y="67628"/>
                      </a:cubicBezTo>
                      <a:cubicBezTo>
                        <a:pt x="82582" y="68104"/>
                        <a:pt x="83154" y="68771"/>
                        <a:pt x="83154" y="69723"/>
                      </a:cubicBezTo>
                      <a:close/>
                      <a:moveTo>
                        <a:pt x="61627" y="35909"/>
                      </a:moveTo>
                      <a:cubicBezTo>
                        <a:pt x="62199" y="34957"/>
                        <a:pt x="63913" y="33528"/>
                        <a:pt x="66675" y="32004"/>
                      </a:cubicBezTo>
                      <a:cubicBezTo>
                        <a:pt x="69056" y="30766"/>
                        <a:pt x="70295" y="29337"/>
                        <a:pt x="70295" y="27908"/>
                      </a:cubicBezTo>
                      <a:cubicBezTo>
                        <a:pt x="70295" y="26956"/>
                        <a:pt x="69914" y="25908"/>
                        <a:pt x="69152" y="24574"/>
                      </a:cubicBezTo>
                      <a:cubicBezTo>
                        <a:pt x="64484" y="19526"/>
                        <a:pt x="58388" y="16954"/>
                        <a:pt x="50768" y="16954"/>
                      </a:cubicBezTo>
                      <a:cubicBezTo>
                        <a:pt x="47340" y="16954"/>
                        <a:pt x="43720" y="17526"/>
                        <a:pt x="40005" y="18669"/>
                      </a:cubicBezTo>
                      <a:cubicBezTo>
                        <a:pt x="40291" y="19336"/>
                        <a:pt x="39814" y="20288"/>
                        <a:pt x="38576" y="21527"/>
                      </a:cubicBezTo>
                      <a:cubicBezTo>
                        <a:pt x="37338" y="22765"/>
                        <a:pt x="36767" y="23622"/>
                        <a:pt x="36767" y="24194"/>
                      </a:cubicBezTo>
                      <a:cubicBezTo>
                        <a:pt x="36767" y="25051"/>
                        <a:pt x="37719" y="25813"/>
                        <a:pt x="39529" y="26575"/>
                      </a:cubicBezTo>
                      <a:cubicBezTo>
                        <a:pt x="38195" y="29528"/>
                        <a:pt x="37910" y="32575"/>
                        <a:pt x="38862" y="35909"/>
                      </a:cubicBezTo>
                      <a:cubicBezTo>
                        <a:pt x="40196" y="35909"/>
                        <a:pt x="42767" y="36195"/>
                        <a:pt x="46387" y="36671"/>
                      </a:cubicBezTo>
                      <a:cubicBezTo>
                        <a:pt x="50006" y="37147"/>
                        <a:pt x="52674" y="37338"/>
                        <a:pt x="54483" y="37338"/>
                      </a:cubicBezTo>
                      <a:cubicBezTo>
                        <a:pt x="57531" y="37338"/>
                        <a:pt x="59913" y="36862"/>
                        <a:pt x="61722" y="35909"/>
                      </a:cubicBezTo>
                      <a:close/>
                      <a:moveTo>
                        <a:pt x="58198" y="44577"/>
                      </a:moveTo>
                      <a:cubicBezTo>
                        <a:pt x="59913" y="44863"/>
                        <a:pt x="62008" y="44577"/>
                        <a:pt x="64389" y="44101"/>
                      </a:cubicBezTo>
                      <a:lnTo>
                        <a:pt x="63532" y="43529"/>
                      </a:lnTo>
                      <a:lnTo>
                        <a:pt x="62389" y="44577"/>
                      </a:lnTo>
                      <a:cubicBezTo>
                        <a:pt x="62389" y="44577"/>
                        <a:pt x="60960" y="44101"/>
                        <a:pt x="59627" y="42672"/>
                      </a:cubicBezTo>
                      <a:lnTo>
                        <a:pt x="58198" y="44577"/>
                      </a:lnTo>
                      <a:close/>
                      <a:moveTo>
                        <a:pt x="69628" y="42672"/>
                      </a:moveTo>
                      <a:lnTo>
                        <a:pt x="66866" y="42672"/>
                      </a:lnTo>
                      <a:lnTo>
                        <a:pt x="66866" y="44577"/>
                      </a:lnTo>
                      <a:lnTo>
                        <a:pt x="69628" y="42672"/>
                      </a:lnTo>
                      <a:close/>
                      <a:moveTo>
                        <a:pt x="72771" y="47339"/>
                      </a:moveTo>
                      <a:cubicBezTo>
                        <a:pt x="72295" y="47149"/>
                        <a:pt x="71724" y="46958"/>
                        <a:pt x="71152" y="46672"/>
                      </a:cubicBezTo>
                      <a:cubicBezTo>
                        <a:pt x="70295" y="46291"/>
                        <a:pt x="69532" y="46196"/>
                        <a:pt x="68866" y="46196"/>
                      </a:cubicBezTo>
                      <a:cubicBezTo>
                        <a:pt x="68009" y="46196"/>
                        <a:pt x="67246" y="46577"/>
                        <a:pt x="66770" y="47339"/>
                      </a:cubicBezTo>
                      <a:lnTo>
                        <a:pt x="72676" y="47339"/>
                      </a:lnTo>
                      <a:close/>
                      <a:moveTo>
                        <a:pt x="78296" y="46006"/>
                      </a:moveTo>
                      <a:lnTo>
                        <a:pt x="76391" y="45529"/>
                      </a:lnTo>
                      <a:lnTo>
                        <a:pt x="80391" y="47911"/>
                      </a:lnTo>
                      <a:lnTo>
                        <a:pt x="78296" y="46006"/>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84" name="Google Shape;1484;p99"/>
              <p:cNvGrpSpPr/>
              <p:nvPr/>
            </p:nvGrpSpPr>
            <p:grpSpPr>
              <a:xfrm>
                <a:off x="10700283" y="6938487"/>
                <a:ext cx="619792" cy="125729"/>
                <a:chOff x="5446965" y="4656582"/>
                <a:chExt cx="619792" cy="125729"/>
              </a:xfrm>
            </p:grpSpPr>
            <p:sp>
              <p:nvSpPr>
                <p:cNvPr id="1485" name="Google Shape;1485;p99"/>
                <p:cNvSpPr/>
                <p:nvPr/>
              </p:nvSpPr>
              <p:spPr>
                <a:xfrm>
                  <a:off x="5446965" y="4671536"/>
                  <a:ext cx="104489" cy="102012"/>
                </a:xfrm>
                <a:custGeom>
                  <a:avLst/>
                  <a:gdLst/>
                  <a:ahLst/>
                  <a:cxnLst/>
                  <a:rect l="l" t="t" r="r" b="b"/>
                  <a:pathLst>
                    <a:path w="104489" h="102012" extrusionOk="0">
                      <a:moveTo>
                        <a:pt x="1048" y="54483"/>
                      </a:moveTo>
                      <a:cubicBezTo>
                        <a:pt x="1048" y="54483"/>
                        <a:pt x="1238" y="54769"/>
                        <a:pt x="1619" y="55054"/>
                      </a:cubicBezTo>
                      <a:cubicBezTo>
                        <a:pt x="2000" y="55340"/>
                        <a:pt x="2096" y="55626"/>
                        <a:pt x="2000" y="55912"/>
                      </a:cubicBezTo>
                      <a:lnTo>
                        <a:pt x="0" y="55912"/>
                      </a:lnTo>
                      <a:lnTo>
                        <a:pt x="1048" y="54578"/>
                      </a:lnTo>
                      <a:close/>
                      <a:moveTo>
                        <a:pt x="0" y="61722"/>
                      </a:moveTo>
                      <a:cubicBezTo>
                        <a:pt x="476" y="62389"/>
                        <a:pt x="1048" y="62865"/>
                        <a:pt x="1715" y="63055"/>
                      </a:cubicBezTo>
                      <a:lnTo>
                        <a:pt x="0" y="63055"/>
                      </a:lnTo>
                      <a:lnTo>
                        <a:pt x="0" y="61722"/>
                      </a:lnTo>
                      <a:close/>
                      <a:moveTo>
                        <a:pt x="381" y="68485"/>
                      </a:moveTo>
                      <a:lnTo>
                        <a:pt x="0" y="66961"/>
                      </a:lnTo>
                      <a:cubicBezTo>
                        <a:pt x="0" y="66961"/>
                        <a:pt x="1048" y="67342"/>
                        <a:pt x="2000" y="67913"/>
                      </a:cubicBezTo>
                      <a:lnTo>
                        <a:pt x="381" y="68389"/>
                      </a:lnTo>
                      <a:close/>
                      <a:moveTo>
                        <a:pt x="3334" y="63055"/>
                      </a:moveTo>
                      <a:cubicBezTo>
                        <a:pt x="2762" y="63246"/>
                        <a:pt x="2191" y="63246"/>
                        <a:pt x="1715" y="63055"/>
                      </a:cubicBezTo>
                      <a:lnTo>
                        <a:pt x="3334" y="63055"/>
                      </a:lnTo>
                      <a:close/>
                      <a:moveTo>
                        <a:pt x="2381" y="70961"/>
                      </a:moveTo>
                      <a:cubicBezTo>
                        <a:pt x="2381" y="70961"/>
                        <a:pt x="3143" y="71152"/>
                        <a:pt x="3715" y="71723"/>
                      </a:cubicBezTo>
                      <a:lnTo>
                        <a:pt x="3715" y="72295"/>
                      </a:lnTo>
                      <a:lnTo>
                        <a:pt x="2381" y="72295"/>
                      </a:lnTo>
                      <a:lnTo>
                        <a:pt x="2381" y="70961"/>
                      </a:lnTo>
                      <a:close/>
                      <a:moveTo>
                        <a:pt x="5715" y="53054"/>
                      </a:moveTo>
                      <a:cubicBezTo>
                        <a:pt x="5715" y="53054"/>
                        <a:pt x="6096" y="54007"/>
                        <a:pt x="6191" y="54864"/>
                      </a:cubicBezTo>
                      <a:cubicBezTo>
                        <a:pt x="5334" y="54864"/>
                        <a:pt x="4763" y="54673"/>
                        <a:pt x="4763" y="54483"/>
                      </a:cubicBezTo>
                      <a:lnTo>
                        <a:pt x="5715" y="53054"/>
                      </a:lnTo>
                      <a:close/>
                      <a:moveTo>
                        <a:pt x="4763" y="85725"/>
                      </a:moveTo>
                      <a:cubicBezTo>
                        <a:pt x="4763" y="85725"/>
                        <a:pt x="5334" y="85344"/>
                        <a:pt x="6191" y="85344"/>
                      </a:cubicBezTo>
                      <a:lnTo>
                        <a:pt x="6191" y="86011"/>
                      </a:lnTo>
                      <a:lnTo>
                        <a:pt x="4763" y="85630"/>
                      </a:lnTo>
                      <a:close/>
                      <a:moveTo>
                        <a:pt x="10573" y="69247"/>
                      </a:moveTo>
                      <a:cubicBezTo>
                        <a:pt x="11144" y="69056"/>
                        <a:pt x="11621" y="68771"/>
                        <a:pt x="12097" y="68580"/>
                      </a:cubicBezTo>
                      <a:cubicBezTo>
                        <a:pt x="12859" y="68389"/>
                        <a:pt x="13526" y="68485"/>
                        <a:pt x="13907" y="68771"/>
                      </a:cubicBezTo>
                      <a:lnTo>
                        <a:pt x="10573" y="69151"/>
                      </a:lnTo>
                      <a:close/>
                      <a:moveTo>
                        <a:pt x="12954" y="56769"/>
                      </a:moveTo>
                      <a:cubicBezTo>
                        <a:pt x="11906" y="54197"/>
                        <a:pt x="12192" y="52388"/>
                        <a:pt x="14002" y="51530"/>
                      </a:cubicBezTo>
                      <a:lnTo>
                        <a:pt x="14478" y="52006"/>
                      </a:lnTo>
                      <a:cubicBezTo>
                        <a:pt x="13430" y="52006"/>
                        <a:pt x="12954" y="52578"/>
                        <a:pt x="12859" y="53721"/>
                      </a:cubicBezTo>
                      <a:cubicBezTo>
                        <a:pt x="12954" y="54769"/>
                        <a:pt x="12954" y="55721"/>
                        <a:pt x="12954" y="56769"/>
                      </a:cubicBezTo>
                      <a:close/>
                      <a:moveTo>
                        <a:pt x="25051" y="62960"/>
                      </a:moveTo>
                      <a:cubicBezTo>
                        <a:pt x="25051" y="62960"/>
                        <a:pt x="24384" y="62960"/>
                        <a:pt x="24003" y="62484"/>
                      </a:cubicBezTo>
                      <a:cubicBezTo>
                        <a:pt x="23622" y="62103"/>
                        <a:pt x="23336" y="61913"/>
                        <a:pt x="23051" y="61913"/>
                      </a:cubicBezTo>
                      <a:cubicBezTo>
                        <a:pt x="23051" y="61913"/>
                        <a:pt x="22860" y="61913"/>
                        <a:pt x="22670" y="62008"/>
                      </a:cubicBezTo>
                      <a:cubicBezTo>
                        <a:pt x="24003" y="61055"/>
                        <a:pt x="25146" y="60865"/>
                        <a:pt x="26003" y="61627"/>
                      </a:cubicBezTo>
                      <a:cubicBezTo>
                        <a:pt x="26099" y="61913"/>
                        <a:pt x="26003" y="62198"/>
                        <a:pt x="25718" y="62389"/>
                      </a:cubicBezTo>
                      <a:cubicBezTo>
                        <a:pt x="25432" y="62674"/>
                        <a:pt x="25241" y="62770"/>
                        <a:pt x="24956" y="62960"/>
                      </a:cubicBezTo>
                      <a:close/>
                      <a:moveTo>
                        <a:pt x="24099" y="37052"/>
                      </a:moveTo>
                      <a:lnTo>
                        <a:pt x="24099" y="38576"/>
                      </a:lnTo>
                      <a:lnTo>
                        <a:pt x="23717" y="37052"/>
                      </a:lnTo>
                      <a:lnTo>
                        <a:pt x="24099" y="37052"/>
                      </a:lnTo>
                      <a:close/>
                      <a:moveTo>
                        <a:pt x="24765" y="48577"/>
                      </a:moveTo>
                      <a:cubicBezTo>
                        <a:pt x="25337" y="48387"/>
                        <a:pt x="25813" y="48577"/>
                        <a:pt x="26099" y="49149"/>
                      </a:cubicBezTo>
                      <a:cubicBezTo>
                        <a:pt x="25908" y="49435"/>
                        <a:pt x="25718" y="49530"/>
                        <a:pt x="25241" y="49530"/>
                      </a:cubicBezTo>
                      <a:lnTo>
                        <a:pt x="24099" y="49530"/>
                      </a:lnTo>
                      <a:cubicBezTo>
                        <a:pt x="24099" y="48958"/>
                        <a:pt x="24194" y="48577"/>
                        <a:pt x="24765" y="48577"/>
                      </a:cubicBezTo>
                      <a:close/>
                      <a:moveTo>
                        <a:pt x="24479" y="75152"/>
                      </a:moveTo>
                      <a:lnTo>
                        <a:pt x="24479" y="74676"/>
                      </a:lnTo>
                      <a:lnTo>
                        <a:pt x="26099" y="74676"/>
                      </a:lnTo>
                      <a:lnTo>
                        <a:pt x="24479" y="75152"/>
                      </a:lnTo>
                      <a:close/>
                      <a:moveTo>
                        <a:pt x="25051" y="68389"/>
                      </a:moveTo>
                      <a:lnTo>
                        <a:pt x="25051" y="66865"/>
                      </a:lnTo>
                      <a:lnTo>
                        <a:pt x="26384" y="68389"/>
                      </a:lnTo>
                      <a:lnTo>
                        <a:pt x="25051" y="68389"/>
                      </a:lnTo>
                      <a:close/>
                      <a:moveTo>
                        <a:pt x="26003" y="59150"/>
                      </a:moveTo>
                      <a:cubicBezTo>
                        <a:pt x="26766" y="59150"/>
                        <a:pt x="27242" y="59246"/>
                        <a:pt x="27432" y="59626"/>
                      </a:cubicBezTo>
                      <a:lnTo>
                        <a:pt x="26003" y="60579"/>
                      </a:lnTo>
                      <a:lnTo>
                        <a:pt x="26003" y="59150"/>
                      </a:lnTo>
                      <a:close/>
                      <a:moveTo>
                        <a:pt x="27432" y="54769"/>
                      </a:moveTo>
                      <a:cubicBezTo>
                        <a:pt x="28099" y="56102"/>
                        <a:pt x="28194" y="56864"/>
                        <a:pt x="27813" y="57150"/>
                      </a:cubicBezTo>
                      <a:lnTo>
                        <a:pt x="27432" y="57150"/>
                      </a:lnTo>
                      <a:lnTo>
                        <a:pt x="27432" y="54769"/>
                      </a:lnTo>
                      <a:close/>
                      <a:moveTo>
                        <a:pt x="27813" y="82296"/>
                      </a:moveTo>
                      <a:cubicBezTo>
                        <a:pt x="29623" y="82677"/>
                        <a:pt x="30671" y="82296"/>
                        <a:pt x="30861" y="80772"/>
                      </a:cubicBezTo>
                      <a:cubicBezTo>
                        <a:pt x="30861" y="81153"/>
                        <a:pt x="30575" y="81915"/>
                        <a:pt x="29909" y="82867"/>
                      </a:cubicBezTo>
                      <a:cubicBezTo>
                        <a:pt x="29433" y="82867"/>
                        <a:pt x="28670" y="82867"/>
                        <a:pt x="27908" y="82296"/>
                      </a:cubicBezTo>
                      <a:close/>
                      <a:moveTo>
                        <a:pt x="28480" y="52388"/>
                      </a:moveTo>
                      <a:cubicBezTo>
                        <a:pt x="29051" y="52197"/>
                        <a:pt x="29813" y="52388"/>
                        <a:pt x="30861" y="52959"/>
                      </a:cubicBezTo>
                      <a:lnTo>
                        <a:pt x="28480" y="52959"/>
                      </a:lnTo>
                      <a:lnTo>
                        <a:pt x="28480" y="52388"/>
                      </a:lnTo>
                      <a:close/>
                      <a:moveTo>
                        <a:pt x="30575" y="56483"/>
                      </a:moveTo>
                      <a:cubicBezTo>
                        <a:pt x="30575" y="56483"/>
                        <a:pt x="30194" y="56007"/>
                        <a:pt x="30290" y="55721"/>
                      </a:cubicBezTo>
                      <a:lnTo>
                        <a:pt x="30575" y="56483"/>
                      </a:lnTo>
                      <a:close/>
                      <a:moveTo>
                        <a:pt x="30575" y="56483"/>
                      </a:moveTo>
                      <a:lnTo>
                        <a:pt x="31814" y="57912"/>
                      </a:lnTo>
                      <a:cubicBezTo>
                        <a:pt x="31814" y="57912"/>
                        <a:pt x="31623" y="58388"/>
                        <a:pt x="31337" y="58674"/>
                      </a:cubicBezTo>
                      <a:lnTo>
                        <a:pt x="30575" y="56483"/>
                      </a:lnTo>
                      <a:close/>
                      <a:moveTo>
                        <a:pt x="87725" y="81343"/>
                      </a:moveTo>
                      <a:cubicBezTo>
                        <a:pt x="88392" y="81534"/>
                        <a:pt x="89154" y="81629"/>
                        <a:pt x="90107" y="81629"/>
                      </a:cubicBezTo>
                      <a:cubicBezTo>
                        <a:pt x="90678" y="81629"/>
                        <a:pt x="91821" y="81629"/>
                        <a:pt x="93345" y="81439"/>
                      </a:cubicBezTo>
                      <a:cubicBezTo>
                        <a:pt x="94869" y="81343"/>
                        <a:pt x="96012" y="81248"/>
                        <a:pt x="96774" y="81248"/>
                      </a:cubicBezTo>
                      <a:cubicBezTo>
                        <a:pt x="100584" y="81248"/>
                        <a:pt x="103156" y="82391"/>
                        <a:pt x="104489" y="84772"/>
                      </a:cubicBezTo>
                      <a:cubicBezTo>
                        <a:pt x="104299" y="87725"/>
                        <a:pt x="104108" y="90583"/>
                        <a:pt x="104013" y="93440"/>
                      </a:cubicBezTo>
                      <a:cubicBezTo>
                        <a:pt x="103632" y="96869"/>
                        <a:pt x="102775" y="99441"/>
                        <a:pt x="101156" y="101251"/>
                      </a:cubicBezTo>
                      <a:cubicBezTo>
                        <a:pt x="100489" y="101727"/>
                        <a:pt x="99822" y="102013"/>
                        <a:pt x="99155" y="102013"/>
                      </a:cubicBezTo>
                      <a:cubicBezTo>
                        <a:pt x="98489" y="102013"/>
                        <a:pt x="97536" y="101727"/>
                        <a:pt x="96488" y="101155"/>
                      </a:cubicBezTo>
                      <a:cubicBezTo>
                        <a:pt x="95345" y="100584"/>
                        <a:pt x="94488" y="100298"/>
                        <a:pt x="93821" y="100298"/>
                      </a:cubicBezTo>
                      <a:cubicBezTo>
                        <a:pt x="93059" y="100298"/>
                        <a:pt x="92393" y="100584"/>
                        <a:pt x="91631" y="101251"/>
                      </a:cubicBezTo>
                      <a:cubicBezTo>
                        <a:pt x="88487" y="101632"/>
                        <a:pt x="84487" y="101632"/>
                        <a:pt x="79439" y="101346"/>
                      </a:cubicBezTo>
                      <a:cubicBezTo>
                        <a:pt x="74391" y="101060"/>
                        <a:pt x="70390" y="101155"/>
                        <a:pt x="67533" y="101632"/>
                      </a:cubicBezTo>
                      <a:lnTo>
                        <a:pt x="67533" y="101346"/>
                      </a:lnTo>
                      <a:cubicBezTo>
                        <a:pt x="64199" y="101155"/>
                        <a:pt x="59341" y="101346"/>
                        <a:pt x="53054" y="101632"/>
                      </a:cubicBezTo>
                      <a:cubicBezTo>
                        <a:pt x="50864" y="101155"/>
                        <a:pt x="48006" y="101060"/>
                        <a:pt x="44291" y="101346"/>
                      </a:cubicBezTo>
                      <a:lnTo>
                        <a:pt x="34100" y="101346"/>
                      </a:lnTo>
                      <a:lnTo>
                        <a:pt x="34100" y="72676"/>
                      </a:lnTo>
                      <a:lnTo>
                        <a:pt x="35719" y="71723"/>
                      </a:lnTo>
                      <a:lnTo>
                        <a:pt x="32385" y="71342"/>
                      </a:lnTo>
                      <a:cubicBezTo>
                        <a:pt x="33528" y="70866"/>
                        <a:pt x="34100" y="69818"/>
                        <a:pt x="34100" y="68485"/>
                      </a:cubicBezTo>
                      <a:cubicBezTo>
                        <a:pt x="34100" y="68104"/>
                        <a:pt x="34100" y="67342"/>
                        <a:pt x="33814" y="66389"/>
                      </a:cubicBezTo>
                      <a:cubicBezTo>
                        <a:pt x="33624" y="65437"/>
                        <a:pt x="33528" y="64675"/>
                        <a:pt x="33528" y="64294"/>
                      </a:cubicBezTo>
                      <a:cubicBezTo>
                        <a:pt x="33528" y="63817"/>
                        <a:pt x="33528" y="63341"/>
                        <a:pt x="33719" y="62960"/>
                      </a:cubicBezTo>
                      <a:lnTo>
                        <a:pt x="32385" y="62960"/>
                      </a:lnTo>
                      <a:cubicBezTo>
                        <a:pt x="33147" y="62770"/>
                        <a:pt x="34004" y="61913"/>
                        <a:pt x="35147" y="60674"/>
                      </a:cubicBezTo>
                      <a:cubicBezTo>
                        <a:pt x="34004" y="59722"/>
                        <a:pt x="33433" y="58579"/>
                        <a:pt x="33433" y="57055"/>
                      </a:cubicBezTo>
                      <a:cubicBezTo>
                        <a:pt x="33433" y="56197"/>
                        <a:pt x="33719" y="54959"/>
                        <a:pt x="34290" y="53054"/>
                      </a:cubicBezTo>
                      <a:cubicBezTo>
                        <a:pt x="34862" y="51244"/>
                        <a:pt x="35147" y="49911"/>
                        <a:pt x="35147" y="49244"/>
                      </a:cubicBezTo>
                      <a:cubicBezTo>
                        <a:pt x="35338" y="49244"/>
                        <a:pt x="35624" y="49435"/>
                        <a:pt x="35624" y="49911"/>
                      </a:cubicBezTo>
                      <a:cubicBezTo>
                        <a:pt x="35624" y="50387"/>
                        <a:pt x="35624" y="50578"/>
                        <a:pt x="35814" y="50578"/>
                      </a:cubicBezTo>
                      <a:cubicBezTo>
                        <a:pt x="36100" y="50578"/>
                        <a:pt x="36386" y="50387"/>
                        <a:pt x="36671" y="49911"/>
                      </a:cubicBezTo>
                      <a:lnTo>
                        <a:pt x="38672" y="53435"/>
                      </a:lnTo>
                      <a:cubicBezTo>
                        <a:pt x="39243" y="52388"/>
                        <a:pt x="39338" y="50578"/>
                        <a:pt x="39053" y="48196"/>
                      </a:cubicBezTo>
                      <a:cubicBezTo>
                        <a:pt x="38576" y="47815"/>
                        <a:pt x="37910" y="47625"/>
                        <a:pt x="37052" y="47625"/>
                      </a:cubicBezTo>
                      <a:lnTo>
                        <a:pt x="35338" y="47625"/>
                      </a:lnTo>
                      <a:cubicBezTo>
                        <a:pt x="35338" y="47149"/>
                        <a:pt x="35147" y="46863"/>
                        <a:pt x="34862" y="46863"/>
                      </a:cubicBezTo>
                      <a:lnTo>
                        <a:pt x="37719" y="46196"/>
                      </a:lnTo>
                      <a:cubicBezTo>
                        <a:pt x="36195" y="45625"/>
                        <a:pt x="35338" y="44577"/>
                        <a:pt x="34957" y="43053"/>
                      </a:cubicBezTo>
                      <a:cubicBezTo>
                        <a:pt x="34957" y="41719"/>
                        <a:pt x="34957" y="40386"/>
                        <a:pt x="34862" y="38957"/>
                      </a:cubicBezTo>
                      <a:lnTo>
                        <a:pt x="35814" y="37909"/>
                      </a:lnTo>
                      <a:lnTo>
                        <a:pt x="33433" y="34671"/>
                      </a:lnTo>
                      <a:cubicBezTo>
                        <a:pt x="34385" y="29908"/>
                        <a:pt x="34862" y="27337"/>
                        <a:pt x="34862" y="27051"/>
                      </a:cubicBezTo>
                      <a:cubicBezTo>
                        <a:pt x="34862" y="25432"/>
                        <a:pt x="34481" y="24193"/>
                        <a:pt x="33719" y="23146"/>
                      </a:cubicBezTo>
                      <a:cubicBezTo>
                        <a:pt x="33719" y="22765"/>
                        <a:pt x="34004" y="18955"/>
                        <a:pt x="34290" y="11716"/>
                      </a:cubicBezTo>
                      <a:cubicBezTo>
                        <a:pt x="34576" y="7144"/>
                        <a:pt x="35528" y="3715"/>
                        <a:pt x="37148" y="1524"/>
                      </a:cubicBezTo>
                      <a:cubicBezTo>
                        <a:pt x="36767" y="1524"/>
                        <a:pt x="38958" y="1524"/>
                        <a:pt x="43815" y="1524"/>
                      </a:cubicBezTo>
                      <a:cubicBezTo>
                        <a:pt x="46482" y="1524"/>
                        <a:pt x="48578" y="1143"/>
                        <a:pt x="50006" y="0"/>
                      </a:cubicBezTo>
                      <a:cubicBezTo>
                        <a:pt x="52292" y="2667"/>
                        <a:pt x="53435" y="7048"/>
                        <a:pt x="53435" y="13144"/>
                      </a:cubicBezTo>
                      <a:lnTo>
                        <a:pt x="53435" y="23050"/>
                      </a:lnTo>
                      <a:cubicBezTo>
                        <a:pt x="53435" y="25813"/>
                        <a:pt x="53531" y="28099"/>
                        <a:pt x="54007" y="29908"/>
                      </a:cubicBezTo>
                      <a:cubicBezTo>
                        <a:pt x="53340" y="30289"/>
                        <a:pt x="52959" y="31051"/>
                        <a:pt x="52959" y="31909"/>
                      </a:cubicBezTo>
                      <a:cubicBezTo>
                        <a:pt x="52959" y="32385"/>
                        <a:pt x="52959" y="32956"/>
                        <a:pt x="53245" y="33814"/>
                      </a:cubicBezTo>
                      <a:cubicBezTo>
                        <a:pt x="53435" y="34671"/>
                        <a:pt x="53531" y="35242"/>
                        <a:pt x="53531" y="35528"/>
                      </a:cubicBezTo>
                      <a:cubicBezTo>
                        <a:pt x="53531" y="35909"/>
                        <a:pt x="53531" y="36290"/>
                        <a:pt x="53435" y="36576"/>
                      </a:cubicBezTo>
                      <a:lnTo>
                        <a:pt x="53054" y="36195"/>
                      </a:lnTo>
                      <a:cubicBezTo>
                        <a:pt x="53054" y="36671"/>
                        <a:pt x="53150" y="37624"/>
                        <a:pt x="53531" y="38957"/>
                      </a:cubicBezTo>
                      <a:cubicBezTo>
                        <a:pt x="53816" y="40291"/>
                        <a:pt x="54007" y="41338"/>
                        <a:pt x="54007" y="42005"/>
                      </a:cubicBezTo>
                      <a:cubicBezTo>
                        <a:pt x="54007" y="42958"/>
                        <a:pt x="53912" y="43720"/>
                        <a:pt x="53626" y="44577"/>
                      </a:cubicBezTo>
                      <a:lnTo>
                        <a:pt x="54483" y="46387"/>
                      </a:lnTo>
                      <a:lnTo>
                        <a:pt x="54102" y="46387"/>
                      </a:lnTo>
                      <a:cubicBezTo>
                        <a:pt x="53721" y="46958"/>
                        <a:pt x="53531" y="48387"/>
                        <a:pt x="53531" y="50768"/>
                      </a:cubicBezTo>
                      <a:cubicBezTo>
                        <a:pt x="53531" y="52578"/>
                        <a:pt x="53054" y="53911"/>
                        <a:pt x="52007" y="54673"/>
                      </a:cubicBezTo>
                      <a:cubicBezTo>
                        <a:pt x="52197" y="54864"/>
                        <a:pt x="52674" y="55054"/>
                        <a:pt x="53531" y="55054"/>
                      </a:cubicBezTo>
                      <a:cubicBezTo>
                        <a:pt x="54102" y="64579"/>
                        <a:pt x="54102" y="72390"/>
                        <a:pt x="53531" y="78391"/>
                      </a:cubicBezTo>
                      <a:cubicBezTo>
                        <a:pt x="53435" y="78010"/>
                        <a:pt x="53150" y="77819"/>
                        <a:pt x="52769" y="77819"/>
                      </a:cubicBezTo>
                      <a:lnTo>
                        <a:pt x="51530" y="77819"/>
                      </a:lnTo>
                      <a:cubicBezTo>
                        <a:pt x="51530" y="77819"/>
                        <a:pt x="51816" y="78296"/>
                        <a:pt x="51816" y="78581"/>
                      </a:cubicBezTo>
                      <a:cubicBezTo>
                        <a:pt x="51816" y="79057"/>
                        <a:pt x="51530" y="79534"/>
                        <a:pt x="51054" y="80010"/>
                      </a:cubicBezTo>
                      <a:cubicBezTo>
                        <a:pt x="50578" y="80581"/>
                        <a:pt x="50292" y="81058"/>
                        <a:pt x="50292" y="81439"/>
                      </a:cubicBezTo>
                      <a:cubicBezTo>
                        <a:pt x="50292" y="81820"/>
                        <a:pt x="50483" y="82296"/>
                        <a:pt x="50959" y="82677"/>
                      </a:cubicBezTo>
                      <a:cubicBezTo>
                        <a:pt x="51530" y="80963"/>
                        <a:pt x="52388" y="80200"/>
                        <a:pt x="53435" y="80200"/>
                      </a:cubicBezTo>
                      <a:cubicBezTo>
                        <a:pt x="54102" y="80200"/>
                        <a:pt x="55721" y="80963"/>
                        <a:pt x="58293" y="82677"/>
                      </a:cubicBezTo>
                      <a:cubicBezTo>
                        <a:pt x="58579" y="82677"/>
                        <a:pt x="58865" y="82677"/>
                        <a:pt x="59246" y="82201"/>
                      </a:cubicBezTo>
                      <a:lnTo>
                        <a:pt x="59246" y="81153"/>
                      </a:lnTo>
                      <a:cubicBezTo>
                        <a:pt x="59246" y="81153"/>
                        <a:pt x="60960" y="81629"/>
                        <a:pt x="62960" y="81629"/>
                      </a:cubicBezTo>
                      <a:lnTo>
                        <a:pt x="62579" y="82105"/>
                      </a:lnTo>
                      <a:cubicBezTo>
                        <a:pt x="63056" y="82296"/>
                        <a:pt x="63532" y="82486"/>
                        <a:pt x="64103" y="82486"/>
                      </a:cubicBezTo>
                      <a:cubicBezTo>
                        <a:pt x="64580" y="82486"/>
                        <a:pt x="65246" y="82296"/>
                        <a:pt x="66199" y="81820"/>
                      </a:cubicBezTo>
                      <a:cubicBezTo>
                        <a:pt x="67056" y="81343"/>
                        <a:pt x="67818" y="81153"/>
                        <a:pt x="68199" y="81153"/>
                      </a:cubicBezTo>
                      <a:cubicBezTo>
                        <a:pt x="68866" y="81153"/>
                        <a:pt x="69533" y="81534"/>
                        <a:pt x="70104" y="82201"/>
                      </a:cubicBezTo>
                      <a:cubicBezTo>
                        <a:pt x="71819" y="81534"/>
                        <a:pt x="73628" y="81153"/>
                        <a:pt x="75629" y="81153"/>
                      </a:cubicBezTo>
                      <a:cubicBezTo>
                        <a:pt x="76676" y="81153"/>
                        <a:pt x="78105" y="81248"/>
                        <a:pt x="80105" y="81534"/>
                      </a:cubicBezTo>
                      <a:cubicBezTo>
                        <a:pt x="82106" y="81724"/>
                        <a:pt x="83630" y="81915"/>
                        <a:pt x="84677" y="81915"/>
                      </a:cubicBezTo>
                      <a:cubicBezTo>
                        <a:pt x="85725" y="81915"/>
                        <a:pt x="86678" y="81820"/>
                        <a:pt x="87535" y="81629"/>
                      </a:cubicBezTo>
                      <a:close/>
                      <a:moveTo>
                        <a:pt x="33719" y="43243"/>
                      </a:moveTo>
                      <a:lnTo>
                        <a:pt x="33719" y="44291"/>
                      </a:lnTo>
                      <a:lnTo>
                        <a:pt x="32385" y="42672"/>
                      </a:lnTo>
                      <a:cubicBezTo>
                        <a:pt x="32385" y="42672"/>
                        <a:pt x="33147" y="42958"/>
                        <a:pt x="33719" y="43148"/>
                      </a:cubicBezTo>
                      <a:close/>
                      <a:moveTo>
                        <a:pt x="35243" y="47530"/>
                      </a:moveTo>
                      <a:cubicBezTo>
                        <a:pt x="35243" y="47530"/>
                        <a:pt x="35147" y="47720"/>
                        <a:pt x="35147" y="47530"/>
                      </a:cubicBezTo>
                      <a:lnTo>
                        <a:pt x="35243" y="47530"/>
                      </a:lnTo>
                      <a:close/>
                      <a:moveTo>
                        <a:pt x="36576" y="75629"/>
                      </a:moveTo>
                      <a:lnTo>
                        <a:pt x="35719" y="74676"/>
                      </a:lnTo>
                      <a:lnTo>
                        <a:pt x="37243" y="73247"/>
                      </a:lnTo>
                      <a:lnTo>
                        <a:pt x="36100" y="73247"/>
                      </a:lnTo>
                      <a:lnTo>
                        <a:pt x="36576" y="71628"/>
                      </a:lnTo>
                      <a:lnTo>
                        <a:pt x="35052" y="74104"/>
                      </a:lnTo>
                      <a:lnTo>
                        <a:pt x="35528" y="75152"/>
                      </a:lnTo>
                      <a:cubicBezTo>
                        <a:pt x="35528" y="75152"/>
                        <a:pt x="36005" y="75724"/>
                        <a:pt x="36481" y="75533"/>
                      </a:cubicBezTo>
                      <a:close/>
                      <a:moveTo>
                        <a:pt x="39910" y="78105"/>
                      </a:moveTo>
                      <a:lnTo>
                        <a:pt x="41910" y="77533"/>
                      </a:lnTo>
                      <a:lnTo>
                        <a:pt x="40481" y="77533"/>
                      </a:lnTo>
                      <a:lnTo>
                        <a:pt x="39815" y="78105"/>
                      </a:lnTo>
                      <a:close/>
                      <a:moveTo>
                        <a:pt x="46196" y="52388"/>
                      </a:moveTo>
                      <a:lnTo>
                        <a:pt x="47816" y="51530"/>
                      </a:lnTo>
                      <a:lnTo>
                        <a:pt x="46863" y="51530"/>
                      </a:lnTo>
                      <a:lnTo>
                        <a:pt x="46292" y="52388"/>
                      </a:lnTo>
                      <a:close/>
                      <a:moveTo>
                        <a:pt x="47816" y="36004"/>
                      </a:moveTo>
                      <a:lnTo>
                        <a:pt x="48197" y="34671"/>
                      </a:lnTo>
                      <a:lnTo>
                        <a:pt x="46863" y="34004"/>
                      </a:lnTo>
                      <a:lnTo>
                        <a:pt x="47816" y="36004"/>
                      </a:lnTo>
                      <a:close/>
                      <a:moveTo>
                        <a:pt x="65056" y="23717"/>
                      </a:moveTo>
                      <a:lnTo>
                        <a:pt x="65056" y="25432"/>
                      </a:lnTo>
                      <a:lnTo>
                        <a:pt x="64675" y="25432"/>
                      </a:lnTo>
                      <a:lnTo>
                        <a:pt x="64675" y="23717"/>
                      </a:lnTo>
                      <a:lnTo>
                        <a:pt x="65056" y="23717"/>
                      </a:lnTo>
                      <a:close/>
                      <a:moveTo>
                        <a:pt x="88678" y="85725"/>
                      </a:moveTo>
                      <a:lnTo>
                        <a:pt x="88678" y="84391"/>
                      </a:lnTo>
                      <a:lnTo>
                        <a:pt x="88202" y="83344"/>
                      </a:lnTo>
                      <a:lnTo>
                        <a:pt x="88678" y="85725"/>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 name="Google Shape;1486;p99"/>
                <p:cNvSpPr/>
                <p:nvPr/>
              </p:nvSpPr>
              <p:spPr>
                <a:xfrm>
                  <a:off x="5554122" y="4672583"/>
                  <a:ext cx="77343" cy="101346"/>
                </a:xfrm>
                <a:custGeom>
                  <a:avLst/>
                  <a:gdLst/>
                  <a:ahLst/>
                  <a:cxnLst/>
                  <a:rect l="l" t="t" r="r" b="b"/>
                  <a:pathLst>
                    <a:path w="77343" h="101346" extrusionOk="0">
                      <a:moveTo>
                        <a:pt x="68294" y="81058"/>
                      </a:moveTo>
                      <a:cubicBezTo>
                        <a:pt x="69914" y="82105"/>
                        <a:pt x="70866" y="83820"/>
                        <a:pt x="70961" y="86392"/>
                      </a:cubicBezTo>
                      <a:cubicBezTo>
                        <a:pt x="70961" y="88582"/>
                        <a:pt x="71057" y="90678"/>
                        <a:pt x="71057" y="92773"/>
                      </a:cubicBezTo>
                      <a:cubicBezTo>
                        <a:pt x="71057" y="93917"/>
                        <a:pt x="71342" y="94869"/>
                        <a:pt x="71533" y="95726"/>
                      </a:cubicBezTo>
                      <a:cubicBezTo>
                        <a:pt x="69247" y="99441"/>
                        <a:pt x="65246" y="101346"/>
                        <a:pt x="59817" y="101346"/>
                      </a:cubicBezTo>
                      <a:cubicBezTo>
                        <a:pt x="58198" y="101346"/>
                        <a:pt x="55721" y="101251"/>
                        <a:pt x="52388" y="100870"/>
                      </a:cubicBezTo>
                      <a:cubicBezTo>
                        <a:pt x="49054" y="100584"/>
                        <a:pt x="46482" y="100394"/>
                        <a:pt x="44863" y="100394"/>
                      </a:cubicBezTo>
                      <a:cubicBezTo>
                        <a:pt x="43244" y="100394"/>
                        <a:pt x="41624" y="100394"/>
                        <a:pt x="40291" y="100679"/>
                      </a:cubicBezTo>
                      <a:lnTo>
                        <a:pt x="11811" y="100679"/>
                      </a:lnTo>
                      <a:lnTo>
                        <a:pt x="11811" y="100298"/>
                      </a:lnTo>
                      <a:cubicBezTo>
                        <a:pt x="10859" y="99727"/>
                        <a:pt x="9049" y="99631"/>
                        <a:pt x="6572" y="100108"/>
                      </a:cubicBezTo>
                      <a:cubicBezTo>
                        <a:pt x="4096" y="100489"/>
                        <a:pt x="2191" y="100298"/>
                        <a:pt x="858" y="99346"/>
                      </a:cubicBezTo>
                      <a:cubicBezTo>
                        <a:pt x="1238" y="87439"/>
                        <a:pt x="1524" y="75724"/>
                        <a:pt x="1524" y="64008"/>
                      </a:cubicBezTo>
                      <a:cubicBezTo>
                        <a:pt x="1524" y="52292"/>
                        <a:pt x="1334" y="40672"/>
                        <a:pt x="858" y="28765"/>
                      </a:cubicBezTo>
                      <a:cubicBezTo>
                        <a:pt x="1334" y="29146"/>
                        <a:pt x="1715" y="29242"/>
                        <a:pt x="1905" y="29146"/>
                      </a:cubicBezTo>
                      <a:lnTo>
                        <a:pt x="2286" y="28765"/>
                      </a:lnTo>
                      <a:cubicBezTo>
                        <a:pt x="2286" y="28289"/>
                        <a:pt x="2191" y="27908"/>
                        <a:pt x="1715" y="27622"/>
                      </a:cubicBezTo>
                      <a:cubicBezTo>
                        <a:pt x="1143" y="27432"/>
                        <a:pt x="953" y="27242"/>
                        <a:pt x="953" y="27242"/>
                      </a:cubicBezTo>
                      <a:cubicBezTo>
                        <a:pt x="953" y="27051"/>
                        <a:pt x="1143" y="26765"/>
                        <a:pt x="1619" y="26384"/>
                      </a:cubicBezTo>
                      <a:cubicBezTo>
                        <a:pt x="1619" y="27051"/>
                        <a:pt x="1715" y="27527"/>
                        <a:pt x="2000" y="27718"/>
                      </a:cubicBezTo>
                      <a:cubicBezTo>
                        <a:pt x="2858" y="27622"/>
                        <a:pt x="3048" y="27146"/>
                        <a:pt x="2667" y="26289"/>
                      </a:cubicBezTo>
                      <a:cubicBezTo>
                        <a:pt x="2286" y="25432"/>
                        <a:pt x="2381" y="24860"/>
                        <a:pt x="2953" y="24670"/>
                      </a:cubicBezTo>
                      <a:cubicBezTo>
                        <a:pt x="2953" y="24860"/>
                        <a:pt x="2858" y="25051"/>
                        <a:pt x="2858" y="25146"/>
                      </a:cubicBezTo>
                      <a:cubicBezTo>
                        <a:pt x="2858" y="25527"/>
                        <a:pt x="3143" y="25813"/>
                        <a:pt x="3524" y="26194"/>
                      </a:cubicBezTo>
                      <a:cubicBezTo>
                        <a:pt x="4001" y="26575"/>
                        <a:pt x="4286" y="26765"/>
                        <a:pt x="4382" y="26956"/>
                      </a:cubicBezTo>
                      <a:lnTo>
                        <a:pt x="6382" y="26575"/>
                      </a:lnTo>
                      <a:lnTo>
                        <a:pt x="4382" y="25241"/>
                      </a:lnTo>
                      <a:lnTo>
                        <a:pt x="6382" y="24194"/>
                      </a:lnTo>
                      <a:cubicBezTo>
                        <a:pt x="6382" y="24194"/>
                        <a:pt x="5810" y="23717"/>
                        <a:pt x="4858" y="22765"/>
                      </a:cubicBezTo>
                      <a:cubicBezTo>
                        <a:pt x="4191" y="22098"/>
                        <a:pt x="3620" y="21907"/>
                        <a:pt x="3239" y="21907"/>
                      </a:cubicBezTo>
                      <a:cubicBezTo>
                        <a:pt x="2762" y="21907"/>
                        <a:pt x="2286" y="22193"/>
                        <a:pt x="2000" y="22860"/>
                      </a:cubicBezTo>
                      <a:cubicBezTo>
                        <a:pt x="1429" y="22574"/>
                        <a:pt x="1143" y="22193"/>
                        <a:pt x="1143" y="21907"/>
                      </a:cubicBezTo>
                      <a:cubicBezTo>
                        <a:pt x="1143" y="21717"/>
                        <a:pt x="1524" y="21336"/>
                        <a:pt x="2191" y="20860"/>
                      </a:cubicBezTo>
                      <a:cubicBezTo>
                        <a:pt x="2858" y="20384"/>
                        <a:pt x="3143" y="19907"/>
                        <a:pt x="3048" y="19431"/>
                      </a:cubicBezTo>
                      <a:lnTo>
                        <a:pt x="4001" y="20384"/>
                      </a:lnTo>
                      <a:lnTo>
                        <a:pt x="4572" y="19717"/>
                      </a:lnTo>
                      <a:cubicBezTo>
                        <a:pt x="4572" y="19717"/>
                        <a:pt x="5144" y="20098"/>
                        <a:pt x="5429" y="20098"/>
                      </a:cubicBezTo>
                      <a:cubicBezTo>
                        <a:pt x="5810" y="20098"/>
                        <a:pt x="6477" y="19907"/>
                        <a:pt x="7334" y="19526"/>
                      </a:cubicBezTo>
                      <a:cubicBezTo>
                        <a:pt x="8287" y="19145"/>
                        <a:pt x="8858" y="18860"/>
                        <a:pt x="9239" y="18860"/>
                      </a:cubicBezTo>
                      <a:cubicBezTo>
                        <a:pt x="9716" y="18860"/>
                        <a:pt x="10192" y="19050"/>
                        <a:pt x="10478" y="19526"/>
                      </a:cubicBezTo>
                      <a:lnTo>
                        <a:pt x="11144" y="19145"/>
                      </a:lnTo>
                      <a:cubicBezTo>
                        <a:pt x="11049" y="18383"/>
                        <a:pt x="10573" y="17907"/>
                        <a:pt x="9716" y="17526"/>
                      </a:cubicBezTo>
                      <a:cubicBezTo>
                        <a:pt x="8858" y="17240"/>
                        <a:pt x="8287" y="16954"/>
                        <a:pt x="8192" y="16764"/>
                      </a:cubicBezTo>
                      <a:cubicBezTo>
                        <a:pt x="6858" y="16669"/>
                        <a:pt x="5239" y="16669"/>
                        <a:pt x="3334" y="16764"/>
                      </a:cubicBezTo>
                      <a:cubicBezTo>
                        <a:pt x="3239" y="17145"/>
                        <a:pt x="3048" y="17336"/>
                        <a:pt x="2858" y="17336"/>
                      </a:cubicBezTo>
                      <a:cubicBezTo>
                        <a:pt x="2477" y="17145"/>
                        <a:pt x="2286" y="16954"/>
                        <a:pt x="2096" y="16954"/>
                      </a:cubicBezTo>
                      <a:cubicBezTo>
                        <a:pt x="1905" y="16954"/>
                        <a:pt x="1715" y="16954"/>
                        <a:pt x="1619" y="17050"/>
                      </a:cubicBezTo>
                      <a:lnTo>
                        <a:pt x="572" y="13335"/>
                      </a:lnTo>
                      <a:cubicBezTo>
                        <a:pt x="1334" y="13335"/>
                        <a:pt x="1715" y="13145"/>
                        <a:pt x="2000" y="12763"/>
                      </a:cubicBezTo>
                      <a:cubicBezTo>
                        <a:pt x="2000" y="12002"/>
                        <a:pt x="1715" y="11811"/>
                        <a:pt x="1048" y="12192"/>
                      </a:cubicBezTo>
                      <a:cubicBezTo>
                        <a:pt x="381" y="12573"/>
                        <a:pt x="95" y="12478"/>
                        <a:pt x="0" y="12002"/>
                      </a:cubicBezTo>
                      <a:lnTo>
                        <a:pt x="1048" y="11049"/>
                      </a:lnTo>
                      <a:lnTo>
                        <a:pt x="2096" y="12002"/>
                      </a:lnTo>
                      <a:cubicBezTo>
                        <a:pt x="2096" y="12002"/>
                        <a:pt x="2477" y="10859"/>
                        <a:pt x="2477" y="9525"/>
                      </a:cubicBezTo>
                      <a:cubicBezTo>
                        <a:pt x="2477" y="9906"/>
                        <a:pt x="2667" y="10192"/>
                        <a:pt x="3048" y="10287"/>
                      </a:cubicBezTo>
                      <a:cubicBezTo>
                        <a:pt x="3715" y="9811"/>
                        <a:pt x="4001" y="9430"/>
                        <a:pt x="4001" y="9049"/>
                      </a:cubicBezTo>
                      <a:cubicBezTo>
                        <a:pt x="4001" y="8668"/>
                        <a:pt x="3429" y="8096"/>
                        <a:pt x="2381" y="7239"/>
                      </a:cubicBezTo>
                      <a:cubicBezTo>
                        <a:pt x="1238" y="6477"/>
                        <a:pt x="667" y="5715"/>
                        <a:pt x="667" y="5048"/>
                      </a:cubicBezTo>
                      <a:cubicBezTo>
                        <a:pt x="667" y="4477"/>
                        <a:pt x="1048" y="3810"/>
                        <a:pt x="1715" y="3238"/>
                      </a:cubicBezTo>
                      <a:lnTo>
                        <a:pt x="4096" y="667"/>
                      </a:lnTo>
                      <a:cubicBezTo>
                        <a:pt x="8382" y="286"/>
                        <a:pt x="12859" y="0"/>
                        <a:pt x="17717" y="0"/>
                      </a:cubicBezTo>
                      <a:cubicBezTo>
                        <a:pt x="22574" y="0"/>
                        <a:pt x="29147" y="190"/>
                        <a:pt x="38291" y="762"/>
                      </a:cubicBezTo>
                      <a:cubicBezTo>
                        <a:pt x="47435" y="1238"/>
                        <a:pt x="54293" y="1524"/>
                        <a:pt x="58960" y="1524"/>
                      </a:cubicBezTo>
                      <a:cubicBezTo>
                        <a:pt x="62294" y="1524"/>
                        <a:pt x="65437" y="1334"/>
                        <a:pt x="68485" y="1238"/>
                      </a:cubicBezTo>
                      <a:cubicBezTo>
                        <a:pt x="70390" y="2762"/>
                        <a:pt x="71342" y="4763"/>
                        <a:pt x="71342" y="7239"/>
                      </a:cubicBezTo>
                      <a:cubicBezTo>
                        <a:pt x="71342" y="8001"/>
                        <a:pt x="71247" y="9335"/>
                        <a:pt x="70961" y="11144"/>
                      </a:cubicBezTo>
                      <a:cubicBezTo>
                        <a:pt x="70676" y="12954"/>
                        <a:pt x="70580" y="14383"/>
                        <a:pt x="70580" y="15430"/>
                      </a:cubicBezTo>
                      <a:cubicBezTo>
                        <a:pt x="70580" y="16383"/>
                        <a:pt x="70676" y="17336"/>
                        <a:pt x="70866" y="18097"/>
                      </a:cubicBezTo>
                      <a:cubicBezTo>
                        <a:pt x="70866" y="19431"/>
                        <a:pt x="70009" y="20098"/>
                        <a:pt x="68390" y="20098"/>
                      </a:cubicBezTo>
                      <a:cubicBezTo>
                        <a:pt x="68104" y="20098"/>
                        <a:pt x="67628" y="20098"/>
                        <a:pt x="67151" y="20003"/>
                      </a:cubicBezTo>
                      <a:lnTo>
                        <a:pt x="65913" y="20003"/>
                      </a:lnTo>
                      <a:cubicBezTo>
                        <a:pt x="64961" y="20003"/>
                        <a:pt x="64199" y="20193"/>
                        <a:pt x="63722" y="20479"/>
                      </a:cubicBezTo>
                      <a:lnTo>
                        <a:pt x="60960" y="20479"/>
                      </a:lnTo>
                      <a:lnTo>
                        <a:pt x="60960" y="20003"/>
                      </a:lnTo>
                      <a:cubicBezTo>
                        <a:pt x="57150" y="20384"/>
                        <a:pt x="52864" y="20479"/>
                        <a:pt x="48006" y="20479"/>
                      </a:cubicBezTo>
                      <a:cubicBezTo>
                        <a:pt x="45053" y="20479"/>
                        <a:pt x="40672" y="20479"/>
                        <a:pt x="34957" y="20479"/>
                      </a:cubicBezTo>
                      <a:lnTo>
                        <a:pt x="21812" y="20479"/>
                      </a:lnTo>
                      <a:cubicBezTo>
                        <a:pt x="21241" y="22003"/>
                        <a:pt x="20955" y="23717"/>
                        <a:pt x="20955" y="25622"/>
                      </a:cubicBezTo>
                      <a:cubicBezTo>
                        <a:pt x="20955" y="26194"/>
                        <a:pt x="20955" y="27051"/>
                        <a:pt x="21050" y="28194"/>
                      </a:cubicBezTo>
                      <a:lnTo>
                        <a:pt x="21050" y="30956"/>
                      </a:lnTo>
                      <a:cubicBezTo>
                        <a:pt x="21050" y="32766"/>
                        <a:pt x="20860" y="34385"/>
                        <a:pt x="20479" y="36004"/>
                      </a:cubicBezTo>
                      <a:cubicBezTo>
                        <a:pt x="20669" y="37147"/>
                        <a:pt x="20860" y="38290"/>
                        <a:pt x="21050" y="39529"/>
                      </a:cubicBezTo>
                      <a:cubicBezTo>
                        <a:pt x="21431" y="41053"/>
                        <a:pt x="22193" y="41720"/>
                        <a:pt x="23336" y="41720"/>
                      </a:cubicBezTo>
                      <a:cubicBezTo>
                        <a:pt x="23622" y="41720"/>
                        <a:pt x="24003" y="41720"/>
                        <a:pt x="24289" y="41624"/>
                      </a:cubicBezTo>
                      <a:cubicBezTo>
                        <a:pt x="24575" y="41624"/>
                        <a:pt x="24860" y="41720"/>
                        <a:pt x="25146" y="41720"/>
                      </a:cubicBezTo>
                      <a:cubicBezTo>
                        <a:pt x="25527" y="41720"/>
                        <a:pt x="26003" y="41624"/>
                        <a:pt x="26670" y="41529"/>
                      </a:cubicBezTo>
                      <a:cubicBezTo>
                        <a:pt x="27337" y="41338"/>
                        <a:pt x="27813" y="41243"/>
                        <a:pt x="28004" y="41243"/>
                      </a:cubicBezTo>
                      <a:cubicBezTo>
                        <a:pt x="28670" y="41243"/>
                        <a:pt x="29242" y="41529"/>
                        <a:pt x="29623" y="42196"/>
                      </a:cubicBezTo>
                      <a:cubicBezTo>
                        <a:pt x="31909" y="41529"/>
                        <a:pt x="34481" y="41243"/>
                        <a:pt x="37529" y="41243"/>
                      </a:cubicBezTo>
                      <a:cubicBezTo>
                        <a:pt x="39053" y="41243"/>
                        <a:pt x="41148" y="41434"/>
                        <a:pt x="44101" y="41529"/>
                      </a:cubicBezTo>
                      <a:cubicBezTo>
                        <a:pt x="46958" y="41720"/>
                        <a:pt x="49054" y="41910"/>
                        <a:pt x="50483" y="41910"/>
                      </a:cubicBezTo>
                      <a:cubicBezTo>
                        <a:pt x="51911" y="41910"/>
                        <a:pt x="53245" y="41815"/>
                        <a:pt x="54483" y="41624"/>
                      </a:cubicBezTo>
                      <a:cubicBezTo>
                        <a:pt x="55055" y="43720"/>
                        <a:pt x="55341" y="46577"/>
                        <a:pt x="55245" y="50387"/>
                      </a:cubicBezTo>
                      <a:cubicBezTo>
                        <a:pt x="55150" y="54673"/>
                        <a:pt x="55245" y="57531"/>
                        <a:pt x="55436" y="59150"/>
                      </a:cubicBezTo>
                      <a:cubicBezTo>
                        <a:pt x="53721" y="60388"/>
                        <a:pt x="51340" y="60960"/>
                        <a:pt x="48292" y="60960"/>
                      </a:cubicBezTo>
                      <a:cubicBezTo>
                        <a:pt x="47054" y="60960"/>
                        <a:pt x="45149" y="60865"/>
                        <a:pt x="42672" y="60579"/>
                      </a:cubicBezTo>
                      <a:cubicBezTo>
                        <a:pt x="40100" y="60388"/>
                        <a:pt x="38195" y="60198"/>
                        <a:pt x="36862" y="60198"/>
                      </a:cubicBezTo>
                      <a:cubicBezTo>
                        <a:pt x="35528" y="60198"/>
                        <a:pt x="34385" y="60198"/>
                        <a:pt x="33338" y="60484"/>
                      </a:cubicBezTo>
                      <a:lnTo>
                        <a:pt x="33338" y="59912"/>
                      </a:lnTo>
                      <a:cubicBezTo>
                        <a:pt x="32766" y="59912"/>
                        <a:pt x="31433" y="60007"/>
                        <a:pt x="29433" y="60007"/>
                      </a:cubicBezTo>
                      <a:cubicBezTo>
                        <a:pt x="28099" y="60007"/>
                        <a:pt x="26861" y="60293"/>
                        <a:pt x="25718" y="60865"/>
                      </a:cubicBezTo>
                      <a:cubicBezTo>
                        <a:pt x="25241" y="60579"/>
                        <a:pt x="24765" y="60484"/>
                        <a:pt x="24099" y="60484"/>
                      </a:cubicBezTo>
                      <a:cubicBezTo>
                        <a:pt x="23146" y="60484"/>
                        <a:pt x="22479" y="60484"/>
                        <a:pt x="22384" y="60484"/>
                      </a:cubicBezTo>
                      <a:cubicBezTo>
                        <a:pt x="21050" y="60865"/>
                        <a:pt x="20384" y="62008"/>
                        <a:pt x="20384" y="63627"/>
                      </a:cubicBezTo>
                      <a:cubicBezTo>
                        <a:pt x="20384" y="64770"/>
                        <a:pt x="20574" y="65722"/>
                        <a:pt x="20955" y="66389"/>
                      </a:cubicBezTo>
                      <a:cubicBezTo>
                        <a:pt x="19145" y="65818"/>
                        <a:pt x="17526" y="66389"/>
                        <a:pt x="16097" y="67723"/>
                      </a:cubicBezTo>
                      <a:lnTo>
                        <a:pt x="19336" y="67151"/>
                      </a:lnTo>
                      <a:lnTo>
                        <a:pt x="18955" y="67723"/>
                      </a:lnTo>
                      <a:cubicBezTo>
                        <a:pt x="18955" y="67723"/>
                        <a:pt x="19336" y="68294"/>
                        <a:pt x="19622" y="68294"/>
                      </a:cubicBezTo>
                      <a:cubicBezTo>
                        <a:pt x="19431" y="68294"/>
                        <a:pt x="19908" y="67913"/>
                        <a:pt x="20955" y="67151"/>
                      </a:cubicBezTo>
                      <a:cubicBezTo>
                        <a:pt x="20955" y="66770"/>
                        <a:pt x="20955" y="69247"/>
                        <a:pt x="20860" y="74390"/>
                      </a:cubicBezTo>
                      <a:cubicBezTo>
                        <a:pt x="20860" y="77343"/>
                        <a:pt x="21241" y="79629"/>
                        <a:pt x="22384" y="81248"/>
                      </a:cubicBezTo>
                      <a:cubicBezTo>
                        <a:pt x="25432" y="81629"/>
                        <a:pt x="28670" y="81820"/>
                        <a:pt x="32099" y="81820"/>
                      </a:cubicBezTo>
                      <a:cubicBezTo>
                        <a:pt x="34671" y="81820"/>
                        <a:pt x="38481" y="81629"/>
                        <a:pt x="43434" y="81344"/>
                      </a:cubicBezTo>
                      <a:cubicBezTo>
                        <a:pt x="48387" y="80963"/>
                        <a:pt x="52102" y="80867"/>
                        <a:pt x="54674" y="80867"/>
                      </a:cubicBezTo>
                      <a:cubicBezTo>
                        <a:pt x="58388" y="80867"/>
                        <a:pt x="61817" y="81153"/>
                        <a:pt x="65151" y="81629"/>
                      </a:cubicBezTo>
                      <a:cubicBezTo>
                        <a:pt x="65723" y="80296"/>
                        <a:pt x="66961" y="80201"/>
                        <a:pt x="68675" y="81248"/>
                      </a:cubicBezTo>
                      <a:close/>
                      <a:moveTo>
                        <a:pt x="3810" y="18383"/>
                      </a:moveTo>
                      <a:lnTo>
                        <a:pt x="4572" y="19336"/>
                      </a:lnTo>
                      <a:lnTo>
                        <a:pt x="4382" y="19621"/>
                      </a:lnTo>
                      <a:cubicBezTo>
                        <a:pt x="4382" y="19621"/>
                        <a:pt x="3905" y="18860"/>
                        <a:pt x="3810" y="18383"/>
                      </a:cubicBezTo>
                      <a:close/>
                      <a:moveTo>
                        <a:pt x="29433" y="54102"/>
                      </a:moveTo>
                      <a:lnTo>
                        <a:pt x="27908" y="54102"/>
                      </a:lnTo>
                      <a:cubicBezTo>
                        <a:pt x="28099" y="54673"/>
                        <a:pt x="28670" y="54673"/>
                        <a:pt x="29433" y="54102"/>
                      </a:cubicBezTo>
                      <a:lnTo>
                        <a:pt x="30099" y="54102"/>
                      </a:lnTo>
                      <a:cubicBezTo>
                        <a:pt x="30099" y="54102"/>
                        <a:pt x="30290" y="54578"/>
                        <a:pt x="30290" y="54959"/>
                      </a:cubicBezTo>
                      <a:lnTo>
                        <a:pt x="32004" y="54102"/>
                      </a:lnTo>
                      <a:cubicBezTo>
                        <a:pt x="32004" y="54102"/>
                        <a:pt x="32671" y="54769"/>
                        <a:pt x="32671" y="54959"/>
                      </a:cubicBezTo>
                      <a:lnTo>
                        <a:pt x="34576" y="54959"/>
                      </a:lnTo>
                      <a:lnTo>
                        <a:pt x="34576" y="54102"/>
                      </a:lnTo>
                      <a:lnTo>
                        <a:pt x="30099" y="54102"/>
                      </a:lnTo>
                      <a:cubicBezTo>
                        <a:pt x="30099" y="54102"/>
                        <a:pt x="29718" y="53912"/>
                        <a:pt x="29433" y="54102"/>
                      </a:cubicBezTo>
                      <a:close/>
                      <a:moveTo>
                        <a:pt x="53816" y="7048"/>
                      </a:moveTo>
                      <a:lnTo>
                        <a:pt x="52864" y="6477"/>
                      </a:lnTo>
                      <a:lnTo>
                        <a:pt x="53816" y="8477"/>
                      </a:lnTo>
                      <a:lnTo>
                        <a:pt x="53816" y="7144"/>
                      </a:lnTo>
                      <a:close/>
                      <a:moveTo>
                        <a:pt x="76867" y="87821"/>
                      </a:moveTo>
                      <a:lnTo>
                        <a:pt x="77343" y="87821"/>
                      </a:lnTo>
                      <a:lnTo>
                        <a:pt x="75819" y="88678"/>
                      </a:lnTo>
                      <a:lnTo>
                        <a:pt x="76867" y="87821"/>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 name="Google Shape;1487;p99"/>
                <p:cNvSpPr/>
                <p:nvPr/>
              </p:nvSpPr>
              <p:spPr>
                <a:xfrm>
                  <a:off x="5631465" y="4656582"/>
                  <a:ext cx="97916" cy="117252"/>
                </a:xfrm>
                <a:custGeom>
                  <a:avLst/>
                  <a:gdLst/>
                  <a:ahLst/>
                  <a:cxnLst/>
                  <a:rect l="l" t="t" r="r" b="b"/>
                  <a:pathLst>
                    <a:path w="97916" h="117252" extrusionOk="0">
                      <a:moveTo>
                        <a:pt x="76200" y="95631"/>
                      </a:moveTo>
                      <a:cubicBezTo>
                        <a:pt x="75914" y="96869"/>
                        <a:pt x="75724" y="98012"/>
                        <a:pt x="75724" y="99060"/>
                      </a:cubicBezTo>
                      <a:cubicBezTo>
                        <a:pt x="75724" y="100774"/>
                        <a:pt x="76105" y="102679"/>
                        <a:pt x="76962" y="104870"/>
                      </a:cubicBezTo>
                      <a:cubicBezTo>
                        <a:pt x="78105" y="107537"/>
                        <a:pt x="78772" y="109252"/>
                        <a:pt x="78962" y="110014"/>
                      </a:cubicBezTo>
                      <a:cubicBezTo>
                        <a:pt x="79438" y="110585"/>
                        <a:pt x="79629" y="111062"/>
                        <a:pt x="79629" y="111538"/>
                      </a:cubicBezTo>
                      <a:cubicBezTo>
                        <a:pt x="79629" y="112109"/>
                        <a:pt x="79248" y="112871"/>
                        <a:pt x="78486" y="113633"/>
                      </a:cubicBezTo>
                      <a:cubicBezTo>
                        <a:pt x="77438" y="114871"/>
                        <a:pt x="76771" y="115633"/>
                        <a:pt x="76581" y="115919"/>
                      </a:cubicBezTo>
                      <a:cubicBezTo>
                        <a:pt x="75724" y="115729"/>
                        <a:pt x="74866" y="115633"/>
                        <a:pt x="73819" y="115633"/>
                      </a:cubicBezTo>
                      <a:cubicBezTo>
                        <a:pt x="72771" y="115633"/>
                        <a:pt x="71342" y="115729"/>
                        <a:pt x="69342" y="115919"/>
                      </a:cubicBezTo>
                      <a:cubicBezTo>
                        <a:pt x="67342" y="116110"/>
                        <a:pt x="65818" y="116205"/>
                        <a:pt x="64960" y="116205"/>
                      </a:cubicBezTo>
                      <a:cubicBezTo>
                        <a:pt x="61436" y="116205"/>
                        <a:pt x="58960" y="115062"/>
                        <a:pt x="57340" y="112966"/>
                      </a:cubicBezTo>
                      <a:cubicBezTo>
                        <a:pt x="57817" y="111919"/>
                        <a:pt x="58102" y="110966"/>
                        <a:pt x="58102" y="110014"/>
                      </a:cubicBezTo>
                      <a:cubicBezTo>
                        <a:pt x="58102" y="108775"/>
                        <a:pt x="57340" y="107252"/>
                        <a:pt x="55912" y="105537"/>
                      </a:cubicBezTo>
                      <a:cubicBezTo>
                        <a:pt x="53912" y="103251"/>
                        <a:pt x="52673" y="101822"/>
                        <a:pt x="52388" y="101060"/>
                      </a:cubicBezTo>
                      <a:cubicBezTo>
                        <a:pt x="51911" y="100870"/>
                        <a:pt x="51530" y="100870"/>
                        <a:pt x="51054" y="100870"/>
                      </a:cubicBezTo>
                      <a:cubicBezTo>
                        <a:pt x="50387" y="100870"/>
                        <a:pt x="49244" y="101060"/>
                        <a:pt x="47625" y="101441"/>
                      </a:cubicBezTo>
                      <a:cubicBezTo>
                        <a:pt x="46101" y="101822"/>
                        <a:pt x="44958" y="101917"/>
                        <a:pt x="44291" y="101917"/>
                      </a:cubicBezTo>
                      <a:cubicBezTo>
                        <a:pt x="42672" y="101917"/>
                        <a:pt x="41529" y="101251"/>
                        <a:pt x="41053" y="99727"/>
                      </a:cubicBezTo>
                      <a:lnTo>
                        <a:pt x="40100" y="99727"/>
                      </a:lnTo>
                      <a:cubicBezTo>
                        <a:pt x="40100" y="99155"/>
                        <a:pt x="39910" y="98393"/>
                        <a:pt x="39719" y="97441"/>
                      </a:cubicBezTo>
                      <a:cubicBezTo>
                        <a:pt x="39433" y="96488"/>
                        <a:pt x="39338" y="95917"/>
                        <a:pt x="39338" y="95536"/>
                      </a:cubicBezTo>
                      <a:cubicBezTo>
                        <a:pt x="39338" y="94964"/>
                        <a:pt x="39624" y="94393"/>
                        <a:pt x="40100" y="93916"/>
                      </a:cubicBezTo>
                      <a:cubicBezTo>
                        <a:pt x="39719" y="93345"/>
                        <a:pt x="39433" y="92773"/>
                        <a:pt x="39433" y="92107"/>
                      </a:cubicBezTo>
                      <a:cubicBezTo>
                        <a:pt x="39433" y="91630"/>
                        <a:pt x="39624" y="90869"/>
                        <a:pt x="40100" y="89916"/>
                      </a:cubicBezTo>
                      <a:cubicBezTo>
                        <a:pt x="40481" y="88868"/>
                        <a:pt x="40672" y="88202"/>
                        <a:pt x="40672" y="87725"/>
                      </a:cubicBezTo>
                      <a:cubicBezTo>
                        <a:pt x="40672" y="87439"/>
                        <a:pt x="40672" y="87058"/>
                        <a:pt x="40481" y="86582"/>
                      </a:cubicBezTo>
                      <a:cubicBezTo>
                        <a:pt x="41243" y="85344"/>
                        <a:pt x="43434" y="84677"/>
                        <a:pt x="47054" y="84582"/>
                      </a:cubicBezTo>
                      <a:cubicBezTo>
                        <a:pt x="50387" y="84487"/>
                        <a:pt x="52102" y="83915"/>
                        <a:pt x="52102" y="82772"/>
                      </a:cubicBezTo>
                      <a:cubicBezTo>
                        <a:pt x="52102" y="82105"/>
                        <a:pt x="51625" y="81153"/>
                        <a:pt x="50673" y="79724"/>
                      </a:cubicBezTo>
                      <a:lnTo>
                        <a:pt x="52388" y="79724"/>
                      </a:lnTo>
                      <a:cubicBezTo>
                        <a:pt x="52388" y="80486"/>
                        <a:pt x="52483" y="81248"/>
                        <a:pt x="53054" y="82105"/>
                      </a:cubicBezTo>
                      <a:cubicBezTo>
                        <a:pt x="53245" y="81820"/>
                        <a:pt x="53435" y="81153"/>
                        <a:pt x="53530" y="80105"/>
                      </a:cubicBezTo>
                      <a:cubicBezTo>
                        <a:pt x="53530" y="79248"/>
                        <a:pt x="54102" y="78772"/>
                        <a:pt x="54959" y="78772"/>
                      </a:cubicBezTo>
                      <a:lnTo>
                        <a:pt x="53435" y="77248"/>
                      </a:lnTo>
                      <a:lnTo>
                        <a:pt x="54959" y="76867"/>
                      </a:lnTo>
                      <a:lnTo>
                        <a:pt x="53816" y="75914"/>
                      </a:lnTo>
                      <a:cubicBezTo>
                        <a:pt x="53816" y="75914"/>
                        <a:pt x="54197" y="76200"/>
                        <a:pt x="54483" y="76200"/>
                      </a:cubicBezTo>
                      <a:cubicBezTo>
                        <a:pt x="54864" y="76200"/>
                        <a:pt x="55340" y="76009"/>
                        <a:pt x="55912" y="75629"/>
                      </a:cubicBezTo>
                      <a:cubicBezTo>
                        <a:pt x="56483" y="75247"/>
                        <a:pt x="56959" y="75152"/>
                        <a:pt x="57245" y="75152"/>
                      </a:cubicBezTo>
                      <a:cubicBezTo>
                        <a:pt x="57626" y="75152"/>
                        <a:pt x="57912" y="75533"/>
                        <a:pt x="58007" y="76390"/>
                      </a:cubicBezTo>
                      <a:cubicBezTo>
                        <a:pt x="57721" y="76390"/>
                        <a:pt x="56769" y="76771"/>
                        <a:pt x="54959" y="77343"/>
                      </a:cubicBezTo>
                      <a:cubicBezTo>
                        <a:pt x="54959" y="77438"/>
                        <a:pt x="55721" y="77914"/>
                        <a:pt x="56959" y="78581"/>
                      </a:cubicBezTo>
                      <a:cubicBezTo>
                        <a:pt x="57721" y="79057"/>
                        <a:pt x="58102" y="79629"/>
                        <a:pt x="58102" y="80105"/>
                      </a:cubicBezTo>
                      <a:cubicBezTo>
                        <a:pt x="58102" y="80296"/>
                        <a:pt x="58102" y="80677"/>
                        <a:pt x="58007" y="80867"/>
                      </a:cubicBezTo>
                      <a:cubicBezTo>
                        <a:pt x="58388" y="80677"/>
                        <a:pt x="58674" y="80105"/>
                        <a:pt x="58864" y="79438"/>
                      </a:cubicBezTo>
                      <a:cubicBezTo>
                        <a:pt x="59055" y="78772"/>
                        <a:pt x="58960" y="78296"/>
                        <a:pt x="58769" y="77914"/>
                      </a:cubicBezTo>
                      <a:lnTo>
                        <a:pt x="60388" y="76295"/>
                      </a:lnTo>
                      <a:lnTo>
                        <a:pt x="56959" y="73152"/>
                      </a:lnTo>
                      <a:lnTo>
                        <a:pt x="57340" y="72485"/>
                      </a:lnTo>
                      <a:cubicBezTo>
                        <a:pt x="57340" y="72485"/>
                        <a:pt x="56769" y="72009"/>
                        <a:pt x="56483" y="72009"/>
                      </a:cubicBezTo>
                      <a:cubicBezTo>
                        <a:pt x="56293" y="72009"/>
                        <a:pt x="56007" y="72199"/>
                        <a:pt x="55435" y="72676"/>
                      </a:cubicBezTo>
                      <a:cubicBezTo>
                        <a:pt x="54864" y="73057"/>
                        <a:pt x="54388" y="73247"/>
                        <a:pt x="53816" y="73152"/>
                      </a:cubicBezTo>
                      <a:cubicBezTo>
                        <a:pt x="53626" y="73152"/>
                        <a:pt x="52578" y="73057"/>
                        <a:pt x="50578" y="73057"/>
                      </a:cubicBezTo>
                      <a:cubicBezTo>
                        <a:pt x="49435" y="73057"/>
                        <a:pt x="48768" y="72295"/>
                        <a:pt x="48673" y="70675"/>
                      </a:cubicBezTo>
                      <a:cubicBezTo>
                        <a:pt x="48006" y="70485"/>
                        <a:pt x="47625" y="70009"/>
                        <a:pt x="47625" y="69152"/>
                      </a:cubicBezTo>
                      <a:cubicBezTo>
                        <a:pt x="47625" y="68866"/>
                        <a:pt x="47625" y="68294"/>
                        <a:pt x="47911" y="67532"/>
                      </a:cubicBezTo>
                      <a:cubicBezTo>
                        <a:pt x="48101" y="66865"/>
                        <a:pt x="48101" y="66199"/>
                        <a:pt x="48101" y="65818"/>
                      </a:cubicBezTo>
                      <a:cubicBezTo>
                        <a:pt x="48101" y="64770"/>
                        <a:pt x="47434" y="64198"/>
                        <a:pt x="46101" y="63913"/>
                      </a:cubicBezTo>
                      <a:cubicBezTo>
                        <a:pt x="45815" y="63532"/>
                        <a:pt x="45720" y="63055"/>
                        <a:pt x="45720" y="62484"/>
                      </a:cubicBezTo>
                      <a:cubicBezTo>
                        <a:pt x="45720" y="62198"/>
                        <a:pt x="45720" y="61817"/>
                        <a:pt x="45815" y="61341"/>
                      </a:cubicBezTo>
                      <a:cubicBezTo>
                        <a:pt x="45910" y="60865"/>
                        <a:pt x="46006" y="60388"/>
                        <a:pt x="46006" y="60198"/>
                      </a:cubicBezTo>
                      <a:cubicBezTo>
                        <a:pt x="46006" y="59341"/>
                        <a:pt x="45625" y="58769"/>
                        <a:pt x="44767" y="58198"/>
                      </a:cubicBezTo>
                      <a:lnTo>
                        <a:pt x="43434" y="57817"/>
                      </a:lnTo>
                      <a:cubicBezTo>
                        <a:pt x="44101" y="57055"/>
                        <a:pt x="44482" y="56197"/>
                        <a:pt x="44482" y="55245"/>
                      </a:cubicBezTo>
                      <a:cubicBezTo>
                        <a:pt x="44482" y="54483"/>
                        <a:pt x="44196" y="53435"/>
                        <a:pt x="43624" y="52102"/>
                      </a:cubicBezTo>
                      <a:cubicBezTo>
                        <a:pt x="43148" y="51245"/>
                        <a:pt x="42672" y="50197"/>
                        <a:pt x="42100" y="49244"/>
                      </a:cubicBezTo>
                      <a:cubicBezTo>
                        <a:pt x="42481" y="49054"/>
                        <a:pt x="42767" y="48578"/>
                        <a:pt x="42863" y="48101"/>
                      </a:cubicBezTo>
                      <a:cubicBezTo>
                        <a:pt x="42863" y="47530"/>
                        <a:pt x="42672" y="47149"/>
                        <a:pt x="42100" y="46863"/>
                      </a:cubicBezTo>
                      <a:lnTo>
                        <a:pt x="40100" y="47244"/>
                      </a:lnTo>
                      <a:lnTo>
                        <a:pt x="39529" y="43720"/>
                      </a:lnTo>
                      <a:cubicBezTo>
                        <a:pt x="38862" y="43910"/>
                        <a:pt x="38576" y="44387"/>
                        <a:pt x="38481" y="45244"/>
                      </a:cubicBezTo>
                      <a:cubicBezTo>
                        <a:pt x="38481" y="46101"/>
                        <a:pt x="38005" y="46577"/>
                        <a:pt x="37243" y="46863"/>
                      </a:cubicBezTo>
                      <a:cubicBezTo>
                        <a:pt x="37338" y="47339"/>
                        <a:pt x="37529" y="47815"/>
                        <a:pt x="37529" y="48196"/>
                      </a:cubicBezTo>
                      <a:cubicBezTo>
                        <a:pt x="37529" y="48958"/>
                        <a:pt x="37147" y="50006"/>
                        <a:pt x="36481" y="51245"/>
                      </a:cubicBezTo>
                      <a:cubicBezTo>
                        <a:pt x="35814" y="52578"/>
                        <a:pt x="35528" y="54007"/>
                        <a:pt x="35623" y="55436"/>
                      </a:cubicBezTo>
                      <a:cubicBezTo>
                        <a:pt x="34385" y="56102"/>
                        <a:pt x="33718" y="57245"/>
                        <a:pt x="33528" y="58769"/>
                      </a:cubicBezTo>
                      <a:cubicBezTo>
                        <a:pt x="33242" y="61055"/>
                        <a:pt x="33147" y="62294"/>
                        <a:pt x="32956" y="62579"/>
                      </a:cubicBezTo>
                      <a:cubicBezTo>
                        <a:pt x="32575" y="62579"/>
                        <a:pt x="32004" y="63055"/>
                        <a:pt x="31337" y="64294"/>
                      </a:cubicBezTo>
                      <a:cubicBezTo>
                        <a:pt x="30575" y="65913"/>
                        <a:pt x="29813" y="66961"/>
                        <a:pt x="29146" y="67437"/>
                      </a:cubicBezTo>
                      <a:cubicBezTo>
                        <a:pt x="29146" y="67628"/>
                        <a:pt x="29432" y="68008"/>
                        <a:pt x="30099" y="68771"/>
                      </a:cubicBezTo>
                      <a:lnTo>
                        <a:pt x="30956" y="67818"/>
                      </a:lnTo>
                      <a:cubicBezTo>
                        <a:pt x="30956" y="67818"/>
                        <a:pt x="31242" y="68008"/>
                        <a:pt x="31242" y="68199"/>
                      </a:cubicBezTo>
                      <a:cubicBezTo>
                        <a:pt x="31242" y="68389"/>
                        <a:pt x="31051" y="68961"/>
                        <a:pt x="30671" y="69532"/>
                      </a:cubicBezTo>
                      <a:cubicBezTo>
                        <a:pt x="30289" y="70199"/>
                        <a:pt x="30099" y="70675"/>
                        <a:pt x="30099" y="70771"/>
                      </a:cubicBezTo>
                      <a:cubicBezTo>
                        <a:pt x="29432" y="71628"/>
                        <a:pt x="29146" y="72199"/>
                        <a:pt x="29146" y="72295"/>
                      </a:cubicBezTo>
                      <a:lnTo>
                        <a:pt x="30099" y="73247"/>
                      </a:lnTo>
                      <a:cubicBezTo>
                        <a:pt x="30099" y="73247"/>
                        <a:pt x="30671" y="72580"/>
                        <a:pt x="30956" y="72580"/>
                      </a:cubicBezTo>
                      <a:lnTo>
                        <a:pt x="30956" y="73628"/>
                      </a:lnTo>
                      <a:cubicBezTo>
                        <a:pt x="30956" y="73628"/>
                        <a:pt x="30385" y="73342"/>
                        <a:pt x="30099" y="73342"/>
                      </a:cubicBezTo>
                      <a:cubicBezTo>
                        <a:pt x="29432" y="73342"/>
                        <a:pt x="28956" y="74200"/>
                        <a:pt x="28575" y="75914"/>
                      </a:cubicBezTo>
                      <a:cubicBezTo>
                        <a:pt x="28099" y="77819"/>
                        <a:pt x="27622" y="78962"/>
                        <a:pt x="27051" y="79438"/>
                      </a:cubicBezTo>
                      <a:cubicBezTo>
                        <a:pt x="27527" y="79820"/>
                        <a:pt x="27908" y="80772"/>
                        <a:pt x="28194" y="82105"/>
                      </a:cubicBezTo>
                      <a:cubicBezTo>
                        <a:pt x="28480" y="83439"/>
                        <a:pt x="29051" y="84296"/>
                        <a:pt x="30099" y="84677"/>
                      </a:cubicBezTo>
                      <a:cubicBezTo>
                        <a:pt x="30575" y="84296"/>
                        <a:pt x="31718" y="84201"/>
                        <a:pt x="33528" y="84296"/>
                      </a:cubicBezTo>
                      <a:cubicBezTo>
                        <a:pt x="35147" y="84296"/>
                        <a:pt x="36004" y="84106"/>
                        <a:pt x="36290" y="83629"/>
                      </a:cubicBezTo>
                      <a:cubicBezTo>
                        <a:pt x="36385" y="84582"/>
                        <a:pt x="36671" y="86487"/>
                        <a:pt x="37147" y="89630"/>
                      </a:cubicBezTo>
                      <a:cubicBezTo>
                        <a:pt x="37529" y="92012"/>
                        <a:pt x="37814" y="94012"/>
                        <a:pt x="37814" y="95536"/>
                      </a:cubicBezTo>
                      <a:cubicBezTo>
                        <a:pt x="37814" y="97917"/>
                        <a:pt x="37433" y="100108"/>
                        <a:pt x="36671" y="102108"/>
                      </a:cubicBezTo>
                      <a:cubicBezTo>
                        <a:pt x="35528" y="102489"/>
                        <a:pt x="33528" y="102584"/>
                        <a:pt x="30861" y="102489"/>
                      </a:cubicBezTo>
                      <a:cubicBezTo>
                        <a:pt x="28194" y="102489"/>
                        <a:pt x="26098" y="102775"/>
                        <a:pt x="24670" y="103537"/>
                      </a:cubicBezTo>
                      <a:lnTo>
                        <a:pt x="25337" y="103918"/>
                      </a:lnTo>
                      <a:cubicBezTo>
                        <a:pt x="23336" y="104394"/>
                        <a:pt x="22193" y="105918"/>
                        <a:pt x="21812" y="108299"/>
                      </a:cubicBezTo>
                      <a:cubicBezTo>
                        <a:pt x="21622" y="110299"/>
                        <a:pt x="21431" y="112204"/>
                        <a:pt x="21241" y="114109"/>
                      </a:cubicBezTo>
                      <a:cubicBezTo>
                        <a:pt x="20669" y="116110"/>
                        <a:pt x="18955" y="116872"/>
                        <a:pt x="16097" y="116586"/>
                      </a:cubicBezTo>
                      <a:cubicBezTo>
                        <a:pt x="15812" y="117062"/>
                        <a:pt x="15526" y="117253"/>
                        <a:pt x="15145" y="117253"/>
                      </a:cubicBezTo>
                      <a:cubicBezTo>
                        <a:pt x="14764" y="117253"/>
                        <a:pt x="14192" y="117062"/>
                        <a:pt x="13430" y="116586"/>
                      </a:cubicBezTo>
                      <a:cubicBezTo>
                        <a:pt x="12668" y="116205"/>
                        <a:pt x="12097" y="116014"/>
                        <a:pt x="11716" y="115919"/>
                      </a:cubicBezTo>
                      <a:cubicBezTo>
                        <a:pt x="11335" y="115919"/>
                        <a:pt x="10763" y="115919"/>
                        <a:pt x="10192" y="115919"/>
                      </a:cubicBezTo>
                      <a:cubicBezTo>
                        <a:pt x="9620" y="115919"/>
                        <a:pt x="8763" y="115919"/>
                        <a:pt x="7525" y="116110"/>
                      </a:cubicBezTo>
                      <a:cubicBezTo>
                        <a:pt x="6382" y="116300"/>
                        <a:pt x="5524" y="116396"/>
                        <a:pt x="4953" y="116396"/>
                      </a:cubicBezTo>
                      <a:cubicBezTo>
                        <a:pt x="2381" y="116396"/>
                        <a:pt x="857" y="115538"/>
                        <a:pt x="381" y="113919"/>
                      </a:cubicBezTo>
                      <a:cubicBezTo>
                        <a:pt x="95" y="113157"/>
                        <a:pt x="0" y="112490"/>
                        <a:pt x="0" y="111823"/>
                      </a:cubicBezTo>
                      <a:cubicBezTo>
                        <a:pt x="0" y="110871"/>
                        <a:pt x="381" y="109442"/>
                        <a:pt x="1238" y="107728"/>
                      </a:cubicBezTo>
                      <a:cubicBezTo>
                        <a:pt x="2096" y="106013"/>
                        <a:pt x="2286" y="104394"/>
                        <a:pt x="2096" y="103156"/>
                      </a:cubicBezTo>
                      <a:cubicBezTo>
                        <a:pt x="3524" y="102775"/>
                        <a:pt x="4286" y="101822"/>
                        <a:pt x="4286" y="100298"/>
                      </a:cubicBezTo>
                      <a:cubicBezTo>
                        <a:pt x="4286" y="100013"/>
                        <a:pt x="4286" y="99631"/>
                        <a:pt x="4191" y="99155"/>
                      </a:cubicBezTo>
                      <a:lnTo>
                        <a:pt x="4191" y="97917"/>
                      </a:lnTo>
                      <a:cubicBezTo>
                        <a:pt x="4191" y="97060"/>
                        <a:pt x="4381" y="96393"/>
                        <a:pt x="4667" y="95917"/>
                      </a:cubicBezTo>
                      <a:cubicBezTo>
                        <a:pt x="6001" y="95440"/>
                        <a:pt x="6667" y="94488"/>
                        <a:pt x="6667" y="93154"/>
                      </a:cubicBezTo>
                      <a:cubicBezTo>
                        <a:pt x="6667" y="92678"/>
                        <a:pt x="6667" y="92012"/>
                        <a:pt x="6382" y="91154"/>
                      </a:cubicBezTo>
                      <a:cubicBezTo>
                        <a:pt x="6191" y="90202"/>
                        <a:pt x="6096" y="89535"/>
                        <a:pt x="6096" y="88963"/>
                      </a:cubicBezTo>
                      <a:cubicBezTo>
                        <a:pt x="6096" y="87535"/>
                        <a:pt x="6763" y="86487"/>
                        <a:pt x="8001" y="85820"/>
                      </a:cubicBezTo>
                      <a:cubicBezTo>
                        <a:pt x="7810" y="85249"/>
                        <a:pt x="7715" y="84677"/>
                        <a:pt x="7715" y="84201"/>
                      </a:cubicBezTo>
                      <a:cubicBezTo>
                        <a:pt x="7715" y="83153"/>
                        <a:pt x="8191" y="81820"/>
                        <a:pt x="9239" y="80200"/>
                      </a:cubicBezTo>
                      <a:cubicBezTo>
                        <a:pt x="10287" y="78677"/>
                        <a:pt x="10763" y="77438"/>
                        <a:pt x="10763" y="76581"/>
                      </a:cubicBezTo>
                      <a:cubicBezTo>
                        <a:pt x="10763" y="75914"/>
                        <a:pt x="10477" y="75057"/>
                        <a:pt x="10001" y="74295"/>
                      </a:cubicBezTo>
                      <a:cubicBezTo>
                        <a:pt x="11430" y="72676"/>
                        <a:pt x="12382" y="70199"/>
                        <a:pt x="13049" y="66865"/>
                      </a:cubicBezTo>
                      <a:cubicBezTo>
                        <a:pt x="13335" y="64389"/>
                        <a:pt x="13621" y="61817"/>
                        <a:pt x="13906" y="59341"/>
                      </a:cubicBezTo>
                      <a:cubicBezTo>
                        <a:pt x="15240" y="58769"/>
                        <a:pt x="16097" y="57340"/>
                        <a:pt x="16478" y="54959"/>
                      </a:cubicBezTo>
                      <a:cubicBezTo>
                        <a:pt x="16859" y="52673"/>
                        <a:pt x="17621" y="51054"/>
                        <a:pt x="18669" y="50292"/>
                      </a:cubicBezTo>
                      <a:cubicBezTo>
                        <a:pt x="18288" y="49530"/>
                        <a:pt x="18193" y="48673"/>
                        <a:pt x="18193" y="47720"/>
                      </a:cubicBezTo>
                      <a:cubicBezTo>
                        <a:pt x="18193" y="46958"/>
                        <a:pt x="18288" y="45815"/>
                        <a:pt x="18574" y="44577"/>
                      </a:cubicBezTo>
                      <a:cubicBezTo>
                        <a:pt x="18859" y="43244"/>
                        <a:pt x="18955" y="42386"/>
                        <a:pt x="18955" y="42005"/>
                      </a:cubicBezTo>
                      <a:cubicBezTo>
                        <a:pt x="20002" y="41434"/>
                        <a:pt x="20479" y="40577"/>
                        <a:pt x="20479" y="39719"/>
                      </a:cubicBezTo>
                      <a:lnTo>
                        <a:pt x="20479" y="38195"/>
                      </a:lnTo>
                      <a:cubicBezTo>
                        <a:pt x="20479" y="36957"/>
                        <a:pt x="21146" y="35909"/>
                        <a:pt x="22384" y="35052"/>
                      </a:cubicBezTo>
                      <a:cubicBezTo>
                        <a:pt x="21717" y="33814"/>
                        <a:pt x="21717" y="31813"/>
                        <a:pt x="22384" y="28956"/>
                      </a:cubicBezTo>
                      <a:cubicBezTo>
                        <a:pt x="24289" y="28670"/>
                        <a:pt x="25051" y="27241"/>
                        <a:pt x="24670" y="25051"/>
                      </a:cubicBezTo>
                      <a:cubicBezTo>
                        <a:pt x="24098" y="22384"/>
                        <a:pt x="24193" y="20764"/>
                        <a:pt x="24670" y="20288"/>
                      </a:cubicBezTo>
                      <a:cubicBezTo>
                        <a:pt x="27051" y="17621"/>
                        <a:pt x="28861" y="16288"/>
                        <a:pt x="30289" y="16288"/>
                      </a:cubicBezTo>
                      <a:cubicBezTo>
                        <a:pt x="31242" y="16288"/>
                        <a:pt x="32194" y="16764"/>
                        <a:pt x="32861" y="17716"/>
                      </a:cubicBezTo>
                      <a:cubicBezTo>
                        <a:pt x="33147" y="17526"/>
                        <a:pt x="33242" y="17050"/>
                        <a:pt x="33242" y="16383"/>
                      </a:cubicBezTo>
                      <a:cubicBezTo>
                        <a:pt x="33528" y="16192"/>
                        <a:pt x="33814" y="16097"/>
                        <a:pt x="34099" y="16097"/>
                      </a:cubicBezTo>
                      <a:cubicBezTo>
                        <a:pt x="34385" y="16097"/>
                        <a:pt x="34957" y="16192"/>
                        <a:pt x="35814" y="16478"/>
                      </a:cubicBezTo>
                      <a:cubicBezTo>
                        <a:pt x="36576" y="16669"/>
                        <a:pt x="37147" y="16764"/>
                        <a:pt x="37529" y="16764"/>
                      </a:cubicBezTo>
                      <a:cubicBezTo>
                        <a:pt x="38481" y="16764"/>
                        <a:pt x="39243" y="16288"/>
                        <a:pt x="39624" y="15335"/>
                      </a:cubicBezTo>
                      <a:cubicBezTo>
                        <a:pt x="40005" y="15716"/>
                        <a:pt x="40862" y="16288"/>
                        <a:pt x="42100" y="17050"/>
                      </a:cubicBezTo>
                      <a:cubicBezTo>
                        <a:pt x="42386" y="16383"/>
                        <a:pt x="42958" y="16097"/>
                        <a:pt x="43624" y="16097"/>
                      </a:cubicBezTo>
                      <a:cubicBezTo>
                        <a:pt x="44101" y="16097"/>
                        <a:pt x="44767" y="16288"/>
                        <a:pt x="45720" y="16573"/>
                      </a:cubicBezTo>
                      <a:cubicBezTo>
                        <a:pt x="46672" y="16859"/>
                        <a:pt x="47434" y="17050"/>
                        <a:pt x="48006" y="17050"/>
                      </a:cubicBezTo>
                      <a:cubicBezTo>
                        <a:pt x="48387" y="17050"/>
                        <a:pt x="48768" y="17050"/>
                        <a:pt x="49149" y="16764"/>
                      </a:cubicBezTo>
                      <a:cubicBezTo>
                        <a:pt x="50197" y="17431"/>
                        <a:pt x="51244" y="18097"/>
                        <a:pt x="52388" y="18955"/>
                      </a:cubicBezTo>
                      <a:cubicBezTo>
                        <a:pt x="53530" y="19621"/>
                        <a:pt x="54007" y="20669"/>
                        <a:pt x="54007" y="21907"/>
                      </a:cubicBezTo>
                      <a:cubicBezTo>
                        <a:pt x="54007" y="22193"/>
                        <a:pt x="54007" y="22670"/>
                        <a:pt x="53912" y="23050"/>
                      </a:cubicBezTo>
                      <a:lnTo>
                        <a:pt x="56007" y="22670"/>
                      </a:lnTo>
                      <a:cubicBezTo>
                        <a:pt x="55626" y="23717"/>
                        <a:pt x="55531" y="24860"/>
                        <a:pt x="55531" y="26003"/>
                      </a:cubicBezTo>
                      <a:cubicBezTo>
                        <a:pt x="55531" y="28480"/>
                        <a:pt x="56483" y="31337"/>
                        <a:pt x="58388" y="34576"/>
                      </a:cubicBezTo>
                      <a:lnTo>
                        <a:pt x="56007" y="35623"/>
                      </a:lnTo>
                      <a:lnTo>
                        <a:pt x="58388" y="36481"/>
                      </a:lnTo>
                      <a:cubicBezTo>
                        <a:pt x="58388" y="36481"/>
                        <a:pt x="57340" y="36671"/>
                        <a:pt x="56388" y="37433"/>
                      </a:cubicBezTo>
                      <a:lnTo>
                        <a:pt x="56388" y="37909"/>
                      </a:lnTo>
                      <a:cubicBezTo>
                        <a:pt x="57055" y="37719"/>
                        <a:pt x="58198" y="37909"/>
                        <a:pt x="59722" y="38386"/>
                      </a:cubicBezTo>
                      <a:lnTo>
                        <a:pt x="58007" y="41148"/>
                      </a:lnTo>
                      <a:cubicBezTo>
                        <a:pt x="59912" y="43434"/>
                        <a:pt x="61627" y="44672"/>
                        <a:pt x="63055" y="44672"/>
                      </a:cubicBezTo>
                      <a:lnTo>
                        <a:pt x="63055" y="45720"/>
                      </a:lnTo>
                      <a:cubicBezTo>
                        <a:pt x="62484" y="44863"/>
                        <a:pt x="62008" y="44577"/>
                        <a:pt x="61722" y="44672"/>
                      </a:cubicBezTo>
                      <a:cubicBezTo>
                        <a:pt x="61341" y="45815"/>
                        <a:pt x="61246" y="47149"/>
                        <a:pt x="61246" y="48387"/>
                      </a:cubicBezTo>
                      <a:cubicBezTo>
                        <a:pt x="61246" y="51149"/>
                        <a:pt x="61913" y="53245"/>
                        <a:pt x="63151" y="54578"/>
                      </a:cubicBezTo>
                      <a:cubicBezTo>
                        <a:pt x="62770" y="54959"/>
                        <a:pt x="62674" y="55245"/>
                        <a:pt x="62674" y="55626"/>
                      </a:cubicBezTo>
                      <a:cubicBezTo>
                        <a:pt x="62674" y="56007"/>
                        <a:pt x="63055" y="56483"/>
                        <a:pt x="63627" y="57055"/>
                      </a:cubicBezTo>
                      <a:cubicBezTo>
                        <a:pt x="64198" y="57531"/>
                        <a:pt x="64579" y="58103"/>
                        <a:pt x="64579" y="58579"/>
                      </a:cubicBezTo>
                      <a:cubicBezTo>
                        <a:pt x="64579" y="58769"/>
                        <a:pt x="64389" y="59055"/>
                        <a:pt x="64198" y="59436"/>
                      </a:cubicBezTo>
                      <a:lnTo>
                        <a:pt x="65722" y="60007"/>
                      </a:lnTo>
                      <a:cubicBezTo>
                        <a:pt x="66484" y="64675"/>
                        <a:pt x="67056" y="67628"/>
                        <a:pt x="67342" y="68580"/>
                      </a:cubicBezTo>
                      <a:cubicBezTo>
                        <a:pt x="68104" y="71819"/>
                        <a:pt x="69151" y="74581"/>
                        <a:pt x="70485" y="76771"/>
                      </a:cubicBezTo>
                      <a:cubicBezTo>
                        <a:pt x="69532" y="78391"/>
                        <a:pt x="69818" y="79820"/>
                        <a:pt x="71438" y="80677"/>
                      </a:cubicBezTo>
                      <a:cubicBezTo>
                        <a:pt x="71342" y="84868"/>
                        <a:pt x="71914" y="87725"/>
                        <a:pt x="73342" y="89249"/>
                      </a:cubicBezTo>
                      <a:cubicBezTo>
                        <a:pt x="73342" y="93250"/>
                        <a:pt x="74390" y="95250"/>
                        <a:pt x="76295" y="95345"/>
                      </a:cubicBezTo>
                      <a:close/>
                      <a:moveTo>
                        <a:pt x="4000" y="17907"/>
                      </a:moveTo>
                      <a:lnTo>
                        <a:pt x="2953" y="18859"/>
                      </a:lnTo>
                      <a:lnTo>
                        <a:pt x="1524" y="17240"/>
                      </a:lnTo>
                      <a:lnTo>
                        <a:pt x="3905" y="17907"/>
                      </a:lnTo>
                      <a:close/>
                      <a:moveTo>
                        <a:pt x="6096" y="36671"/>
                      </a:moveTo>
                      <a:lnTo>
                        <a:pt x="6858" y="39053"/>
                      </a:lnTo>
                      <a:lnTo>
                        <a:pt x="4953" y="42005"/>
                      </a:lnTo>
                      <a:lnTo>
                        <a:pt x="6096" y="36671"/>
                      </a:lnTo>
                      <a:close/>
                      <a:moveTo>
                        <a:pt x="7715" y="25527"/>
                      </a:moveTo>
                      <a:cubicBezTo>
                        <a:pt x="7715" y="25527"/>
                        <a:pt x="7144" y="25908"/>
                        <a:pt x="6477" y="26479"/>
                      </a:cubicBezTo>
                      <a:lnTo>
                        <a:pt x="6096" y="25146"/>
                      </a:lnTo>
                      <a:lnTo>
                        <a:pt x="7715" y="25527"/>
                      </a:lnTo>
                      <a:close/>
                      <a:moveTo>
                        <a:pt x="18479" y="28004"/>
                      </a:moveTo>
                      <a:cubicBezTo>
                        <a:pt x="17907" y="26670"/>
                        <a:pt x="16764" y="26194"/>
                        <a:pt x="15145" y="26479"/>
                      </a:cubicBezTo>
                      <a:lnTo>
                        <a:pt x="14764" y="27051"/>
                      </a:lnTo>
                      <a:cubicBezTo>
                        <a:pt x="14764" y="26194"/>
                        <a:pt x="15049" y="25717"/>
                        <a:pt x="15526" y="25717"/>
                      </a:cubicBezTo>
                      <a:cubicBezTo>
                        <a:pt x="15526" y="25717"/>
                        <a:pt x="16097" y="25908"/>
                        <a:pt x="16954" y="26098"/>
                      </a:cubicBezTo>
                      <a:cubicBezTo>
                        <a:pt x="17621" y="26289"/>
                        <a:pt x="18097" y="26289"/>
                        <a:pt x="18574" y="26098"/>
                      </a:cubicBezTo>
                      <a:lnTo>
                        <a:pt x="18574" y="28004"/>
                      </a:lnTo>
                      <a:close/>
                      <a:moveTo>
                        <a:pt x="16478" y="68389"/>
                      </a:moveTo>
                      <a:lnTo>
                        <a:pt x="16478" y="66008"/>
                      </a:lnTo>
                      <a:lnTo>
                        <a:pt x="16097" y="66008"/>
                      </a:lnTo>
                      <a:lnTo>
                        <a:pt x="16097" y="68389"/>
                      </a:lnTo>
                      <a:lnTo>
                        <a:pt x="16478" y="68389"/>
                      </a:lnTo>
                      <a:close/>
                      <a:moveTo>
                        <a:pt x="23336" y="29908"/>
                      </a:moveTo>
                      <a:lnTo>
                        <a:pt x="26098" y="28480"/>
                      </a:lnTo>
                      <a:lnTo>
                        <a:pt x="25717" y="27051"/>
                      </a:lnTo>
                      <a:lnTo>
                        <a:pt x="23336" y="30004"/>
                      </a:lnTo>
                      <a:close/>
                      <a:moveTo>
                        <a:pt x="26098" y="47149"/>
                      </a:moveTo>
                      <a:lnTo>
                        <a:pt x="28480" y="47720"/>
                      </a:lnTo>
                      <a:lnTo>
                        <a:pt x="28099" y="47149"/>
                      </a:lnTo>
                      <a:lnTo>
                        <a:pt x="26098" y="47149"/>
                      </a:lnTo>
                      <a:close/>
                      <a:moveTo>
                        <a:pt x="28099" y="44767"/>
                      </a:moveTo>
                      <a:lnTo>
                        <a:pt x="29146" y="44291"/>
                      </a:lnTo>
                      <a:lnTo>
                        <a:pt x="28099" y="43339"/>
                      </a:lnTo>
                      <a:lnTo>
                        <a:pt x="28099" y="44863"/>
                      </a:lnTo>
                      <a:close/>
                      <a:moveTo>
                        <a:pt x="29146" y="24098"/>
                      </a:moveTo>
                      <a:lnTo>
                        <a:pt x="30671" y="23717"/>
                      </a:lnTo>
                      <a:lnTo>
                        <a:pt x="28575" y="23146"/>
                      </a:lnTo>
                      <a:lnTo>
                        <a:pt x="29242" y="24194"/>
                      </a:lnTo>
                      <a:close/>
                      <a:moveTo>
                        <a:pt x="29527" y="8572"/>
                      </a:moveTo>
                      <a:lnTo>
                        <a:pt x="30099" y="10096"/>
                      </a:lnTo>
                      <a:lnTo>
                        <a:pt x="29146" y="10096"/>
                      </a:lnTo>
                      <a:lnTo>
                        <a:pt x="29527" y="8572"/>
                      </a:lnTo>
                      <a:close/>
                      <a:moveTo>
                        <a:pt x="34004" y="5239"/>
                      </a:moveTo>
                      <a:cubicBezTo>
                        <a:pt x="33338" y="5048"/>
                        <a:pt x="32956" y="4477"/>
                        <a:pt x="32956" y="3715"/>
                      </a:cubicBezTo>
                      <a:lnTo>
                        <a:pt x="32956" y="2000"/>
                      </a:lnTo>
                      <a:lnTo>
                        <a:pt x="36290" y="0"/>
                      </a:lnTo>
                      <a:cubicBezTo>
                        <a:pt x="36290" y="0"/>
                        <a:pt x="35909" y="762"/>
                        <a:pt x="35052" y="1143"/>
                      </a:cubicBezTo>
                      <a:cubicBezTo>
                        <a:pt x="34195" y="1619"/>
                        <a:pt x="33718" y="2000"/>
                        <a:pt x="33718" y="2477"/>
                      </a:cubicBezTo>
                      <a:cubicBezTo>
                        <a:pt x="33718" y="2667"/>
                        <a:pt x="33909" y="2953"/>
                        <a:pt x="34290" y="3429"/>
                      </a:cubicBezTo>
                      <a:cubicBezTo>
                        <a:pt x="34385" y="3905"/>
                        <a:pt x="34290" y="4477"/>
                        <a:pt x="33909" y="5144"/>
                      </a:cubicBezTo>
                      <a:close/>
                      <a:moveTo>
                        <a:pt x="37338" y="11525"/>
                      </a:moveTo>
                      <a:lnTo>
                        <a:pt x="38195" y="11525"/>
                      </a:lnTo>
                      <a:lnTo>
                        <a:pt x="36671" y="14002"/>
                      </a:lnTo>
                      <a:lnTo>
                        <a:pt x="37338" y="11525"/>
                      </a:lnTo>
                      <a:close/>
                      <a:moveTo>
                        <a:pt x="37338" y="28861"/>
                      </a:moveTo>
                      <a:lnTo>
                        <a:pt x="37338" y="27337"/>
                      </a:lnTo>
                      <a:lnTo>
                        <a:pt x="36671" y="27337"/>
                      </a:lnTo>
                      <a:lnTo>
                        <a:pt x="36671" y="28861"/>
                      </a:lnTo>
                      <a:lnTo>
                        <a:pt x="37338" y="28861"/>
                      </a:lnTo>
                      <a:close/>
                      <a:moveTo>
                        <a:pt x="43624" y="9525"/>
                      </a:moveTo>
                      <a:lnTo>
                        <a:pt x="43624" y="11430"/>
                      </a:lnTo>
                      <a:lnTo>
                        <a:pt x="42196" y="8096"/>
                      </a:lnTo>
                      <a:cubicBezTo>
                        <a:pt x="43148" y="8096"/>
                        <a:pt x="43624" y="8477"/>
                        <a:pt x="43624" y="9430"/>
                      </a:cubicBezTo>
                      <a:close/>
                      <a:moveTo>
                        <a:pt x="46006" y="27813"/>
                      </a:moveTo>
                      <a:lnTo>
                        <a:pt x="48958" y="26861"/>
                      </a:lnTo>
                      <a:lnTo>
                        <a:pt x="47434" y="26861"/>
                      </a:lnTo>
                      <a:lnTo>
                        <a:pt x="46006" y="27813"/>
                      </a:lnTo>
                      <a:close/>
                      <a:moveTo>
                        <a:pt x="46006" y="37433"/>
                      </a:moveTo>
                      <a:lnTo>
                        <a:pt x="46387" y="35909"/>
                      </a:lnTo>
                      <a:lnTo>
                        <a:pt x="46006" y="35528"/>
                      </a:lnTo>
                      <a:lnTo>
                        <a:pt x="46006" y="37338"/>
                      </a:lnTo>
                      <a:close/>
                      <a:moveTo>
                        <a:pt x="50292" y="76867"/>
                      </a:moveTo>
                      <a:cubicBezTo>
                        <a:pt x="50292" y="76867"/>
                        <a:pt x="50673" y="77057"/>
                        <a:pt x="51340" y="77248"/>
                      </a:cubicBezTo>
                      <a:lnTo>
                        <a:pt x="51721" y="76867"/>
                      </a:lnTo>
                      <a:lnTo>
                        <a:pt x="50292" y="75533"/>
                      </a:lnTo>
                      <a:lnTo>
                        <a:pt x="52292" y="76295"/>
                      </a:lnTo>
                      <a:cubicBezTo>
                        <a:pt x="51149" y="77438"/>
                        <a:pt x="50578" y="77914"/>
                        <a:pt x="50292" y="77914"/>
                      </a:cubicBezTo>
                      <a:lnTo>
                        <a:pt x="50292" y="76962"/>
                      </a:lnTo>
                      <a:close/>
                      <a:moveTo>
                        <a:pt x="54102" y="52769"/>
                      </a:moveTo>
                      <a:cubicBezTo>
                        <a:pt x="54959" y="52388"/>
                        <a:pt x="55340" y="51530"/>
                        <a:pt x="55245" y="50387"/>
                      </a:cubicBezTo>
                      <a:cubicBezTo>
                        <a:pt x="54007" y="50673"/>
                        <a:pt x="53340" y="51340"/>
                        <a:pt x="53340" y="52388"/>
                      </a:cubicBezTo>
                      <a:cubicBezTo>
                        <a:pt x="53721" y="52673"/>
                        <a:pt x="53912" y="52864"/>
                        <a:pt x="54102" y="52769"/>
                      </a:cubicBezTo>
                      <a:close/>
                      <a:moveTo>
                        <a:pt x="55245" y="33909"/>
                      </a:moveTo>
                      <a:lnTo>
                        <a:pt x="53721" y="33909"/>
                      </a:lnTo>
                      <a:lnTo>
                        <a:pt x="54102" y="37433"/>
                      </a:lnTo>
                      <a:lnTo>
                        <a:pt x="55245" y="33909"/>
                      </a:lnTo>
                      <a:close/>
                      <a:moveTo>
                        <a:pt x="55245" y="46672"/>
                      </a:moveTo>
                      <a:cubicBezTo>
                        <a:pt x="55245" y="46672"/>
                        <a:pt x="54959" y="46101"/>
                        <a:pt x="54959" y="45815"/>
                      </a:cubicBezTo>
                      <a:cubicBezTo>
                        <a:pt x="54959" y="45148"/>
                        <a:pt x="55435" y="44767"/>
                        <a:pt x="56293" y="44767"/>
                      </a:cubicBezTo>
                      <a:lnTo>
                        <a:pt x="57150" y="44577"/>
                      </a:lnTo>
                      <a:lnTo>
                        <a:pt x="57150" y="44101"/>
                      </a:lnTo>
                      <a:cubicBezTo>
                        <a:pt x="57150" y="44101"/>
                        <a:pt x="56674" y="43910"/>
                        <a:pt x="56388" y="43910"/>
                      </a:cubicBezTo>
                      <a:cubicBezTo>
                        <a:pt x="55816" y="43910"/>
                        <a:pt x="55245" y="44196"/>
                        <a:pt x="54769" y="44863"/>
                      </a:cubicBezTo>
                      <a:cubicBezTo>
                        <a:pt x="54292" y="45434"/>
                        <a:pt x="54007" y="46006"/>
                        <a:pt x="54007" y="46577"/>
                      </a:cubicBezTo>
                      <a:lnTo>
                        <a:pt x="55150" y="46577"/>
                      </a:lnTo>
                      <a:close/>
                      <a:moveTo>
                        <a:pt x="55721" y="67628"/>
                      </a:moveTo>
                      <a:cubicBezTo>
                        <a:pt x="55721" y="67628"/>
                        <a:pt x="55912" y="67151"/>
                        <a:pt x="56197" y="66580"/>
                      </a:cubicBezTo>
                      <a:cubicBezTo>
                        <a:pt x="55721" y="66580"/>
                        <a:pt x="55435" y="66580"/>
                        <a:pt x="55340" y="66961"/>
                      </a:cubicBezTo>
                      <a:cubicBezTo>
                        <a:pt x="55245" y="67246"/>
                        <a:pt x="54959" y="67532"/>
                        <a:pt x="54769" y="67532"/>
                      </a:cubicBezTo>
                      <a:lnTo>
                        <a:pt x="55816" y="67532"/>
                      </a:lnTo>
                      <a:close/>
                      <a:moveTo>
                        <a:pt x="56197" y="14288"/>
                      </a:moveTo>
                      <a:lnTo>
                        <a:pt x="57245" y="13335"/>
                      </a:lnTo>
                      <a:lnTo>
                        <a:pt x="55721" y="11906"/>
                      </a:lnTo>
                      <a:lnTo>
                        <a:pt x="56579" y="10858"/>
                      </a:lnTo>
                      <a:lnTo>
                        <a:pt x="58198" y="13811"/>
                      </a:lnTo>
                      <a:lnTo>
                        <a:pt x="56197" y="14192"/>
                      </a:lnTo>
                      <a:close/>
                      <a:moveTo>
                        <a:pt x="62293" y="75438"/>
                      </a:moveTo>
                      <a:lnTo>
                        <a:pt x="62293" y="73819"/>
                      </a:lnTo>
                      <a:cubicBezTo>
                        <a:pt x="62293" y="73819"/>
                        <a:pt x="62103" y="74009"/>
                        <a:pt x="61341" y="74486"/>
                      </a:cubicBezTo>
                      <a:cubicBezTo>
                        <a:pt x="61055" y="74295"/>
                        <a:pt x="60865" y="74009"/>
                        <a:pt x="60484" y="73533"/>
                      </a:cubicBezTo>
                      <a:cubicBezTo>
                        <a:pt x="60103" y="73057"/>
                        <a:pt x="60007" y="72866"/>
                        <a:pt x="59817" y="72866"/>
                      </a:cubicBezTo>
                      <a:cubicBezTo>
                        <a:pt x="59531" y="72866"/>
                        <a:pt x="59341" y="73057"/>
                        <a:pt x="58960" y="73438"/>
                      </a:cubicBezTo>
                      <a:lnTo>
                        <a:pt x="62293" y="75438"/>
                      </a:lnTo>
                      <a:close/>
                      <a:moveTo>
                        <a:pt x="65246" y="74866"/>
                      </a:moveTo>
                      <a:cubicBezTo>
                        <a:pt x="65246" y="74866"/>
                        <a:pt x="65437" y="74866"/>
                        <a:pt x="65246" y="74581"/>
                      </a:cubicBezTo>
                      <a:lnTo>
                        <a:pt x="64770" y="71438"/>
                      </a:lnTo>
                      <a:cubicBezTo>
                        <a:pt x="64770" y="71438"/>
                        <a:pt x="64294" y="72104"/>
                        <a:pt x="64294" y="72390"/>
                      </a:cubicBezTo>
                      <a:cubicBezTo>
                        <a:pt x="64294" y="72104"/>
                        <a:pt x="64675" y="72866"/>
                        <a:pt x="65341" y="74581"/>
                      </a:cubicBezTo>
                      <a:lnTo>
                        <a:pt x="65341" y="74866"/>
                      </a:lnTo>
                      <a:close/>
                      <a:moveTo>
                        <a:pt x="70866" y="190"/>
                      </a:moveTo>
                      <a:lnTo>
                        <a:pt x="70866" y="1238"/>
                      </a:lnTo>
                      <a:lnTo>
                        <a:pt x="69151" y="1238"/>
                      </a:lnTo>
                      <a:lnTo>
                        <a:pt x="70866" y="190"/>
                      </a:lnTo>
                      <a:close/>
                      <a:moveTo>
                        <a:pt x="71914" y="20098"/>
                      </a:moveTo>
                      <a:lnTo>
                        <a:pt x="70485" y="21431"/>
                      </a:lnTo>
                      <a:lnTo>
                        <a:pt x="71914" y="19431"/>
                      </a:lnTo>
                      <a:lnTo>
                        <a:pt x="71914" y="20003"/>
                      </a:lnTo>
                      <a:close/>
                      <a:moveTo>
                        <a:pt x="79057" y="42100"/>
                      </a:moveTo>
                      <a:lnTo>
                        <a:pt x="78105" y="43053"/>
                      </a:lnTo>
                      <a:lnTo>
                        <a:pt x="77343" y="43053"/>
                      </a:lnTo>
                      <a:lnTo>
                        <a:pt x="79057" y="42100"/>
                      </a:lnTo>
                      <a:close/>
                      <a:moveTo>
                        <a:pt x="78676" y="21146"/>
                      </a:moveTo>
                      <a:cubicBezTo>
                        <a:pt x="78676" y="21146"/>
                        <a:pt x="78296" y="21146"/>
                        <a:pt x="78200" y="20479"/>
                      </a:cubicBezTo>
                      <a:cubicBezTo>
                        <a:pt x="78200" y="19907"/>
                        <a:pt x="78200" y="19621"/>
                        <a:pt x="78010" y="19621"/>
                      </a:cubicBezTo>
                      <a:lnTo>
                        <a:pt x="78676" y="19621"/>
                      </a:lnTo>
                      <a:lnTo>
                        <a:pt x="78676" y="21241"/>
                      </a:lnTo>
                      <a:close/>
                      <a:moveTo>
                        <a:pt x="96869" y="10858"/>
                      </a:moveTo>
                      <a:cubicBezTo>
                        <a:pt x="96869" y="10858"/>
                        <a:pt x="96869" y="10192"/>
                        <a:pt x="97060" y="9811"/>
                      </a:cubicBezTo>
                      <a:cubicBezTo>
                        <a:pt x="97346" y="9430"/>
                        <a:pt x="97536" y="9239"/>
                        <a:pt x="97917" y="9430"/>
                      </a:cubicBezTo>
                      <a:lnTo>
                        <a:pt x="97917" y="10858"/>
                      </a:lnTo>
                      <a:lnTo>
                        <a:pt x="96964" y="10858"/>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 name="Google Shape;1488;p99"/>
                <p:cNvSpPr/>
                <p:nvPr/>
              </p:nvSpPr>
              <p:spPr>
                <a:xfrm>
                  <a:off x="5716047" y="4672583"/>
                  <a:ext cx="87725" cy="100869"/>
                </a:xfrm>
                <a:custGeom>
                  <a:avLst/>
                  <a:gdLst/>
                  <a:ahLst/>
                  <a:cxnLst/>
                  <a:rect l="l" t="t" r="r" b="b"/>
                  <a:pathLst>
                    <a:path w="87725" h="100869" extrusionOk="0">
                      <a:moveTo>
                        <a:pt x="70866" y="27146"/>
                      </a:moveTo>
                      <a:cubicBezTo>
                        <a:pt x="70866" y="27146"/>
                        <a:pt x="71342" y="27718"/>
                        <a:pt x="71819" y="27718"/>
                      </a:cubicBezTo>
                      <a:lnTo>
                        <a:pt x="72866" y="27718"/>
                      </a:lnTo>
                      <a:cubicBezTo>
                        <a:pt x="71724" y="30480"/>
                        <a:pt x="71628" y="33909"/>
                        <a:pt x="72485" y="38100"/>
                      </a:cubicBezTo>
                      <a:cubicBezTo>
                        <a:pt x="72200" y="39053"/>
                        <a:pt x="71342" y="40481"/>
                        <a:pt x="69914" y="42481"/>
                      </a:cubicBezTo>
                      <a:lnTo>
                        <a:pt x="70866" y="43434"/>
                      </a:lnTo>
                      <a:cubicBezTo>
                        <a:pt x="70580" y="44101"/>
                        <a:pt x="69723" y="44672"/>
                        <a:pt x="68294" y="45148"/>
                      </a:cubicBezTo>
                      <a:cubicBezTo>
                        <a:pt x="66866" y="45529"/>
                        <a:pt x="65913" y="46101"/>
                        <a:pt x="65532" y="46863"/>
                      </a:cubicBezTo>
                      <a:lnTo>
                        <a:pt x="67913" y="47244"/>
                      </a:lnTo>
                      <a:cubicBezTo>
                        <a:pt x="66008" y="50292"/>
                        <a:pt x="62579" y="54007"/>
                        <a:pt x="57626" y="58293"/>
                      </a:cubicBezTo>
                      <a:lnTo>
                        <a:pt x="55626" y="58293"/>
                      </a:lnTo>
                      <a:lnTo>
                        <a:pt x="55626" y="59627"/>
                      </a:lnTo>
                      <a:cubicBezTo>
                        <a:pt x="55626" y="59627"/>
                        <a:pt x="55245" y="59246"/>
                        <a:pt x="54864" y="59246"/>
                      </a:cubicBezTo>
                      <a:cubicBezTo>
                        <a:pt x="54197" y="59246"/>
                        <a:pt x="53721" y="59246"/>
                        <a:pt x="53626" y="59246"/>
                      </a:cubicBezTo>
                      <a:lnTo>
                        <a:pt x="53245" y="59627"/>
                      </a:lnTo>
                      <a:cubicBezTo>
                        <a:pt x="54388" y="59912"/>
                        <a:pt x="55245" y="61055"/>
                        <a:pt x="55817" y="63055"/>
                      </a:cubicBezTo>
                      <a:cubicBezTo>
                        <a:pt x="56293" y="64961"/>
                        <a:pt x="56960" y="65913"/>
                        <a:pt x="57722" y="66104"/>
                      </a:cubicBezTo>
                      <a:cubicBezTo>
                        <a:pt x="57436" y="67628"/>
                        <a:pt x="58103" y="69342"/>
                        <a:pt x="59627" y="71056"/>
                      </a:cubicBezTo>
                      <a:cubicBezTo>
                        <a:pt x="61341" y="73152"/>
                        <a:pt x="62389" y="74676"/>
                        <a:pt x="62579" y="76105"/>
                      </a:cubicBezTo>
                      <a:cubicBezTo>
                        <a:pt x="62103" y="76962"/>
                        <a:pt x="61055" y="77343"/>
                        <a:pt x="59531" y="76867"/>
                      </a:cubicBezTo>
                      <a:cubicBezTo>
                        <a:pt x="58008" y="76486"/>
                        <a:pt x="57245" y="76581"/>
                        <a:pt x="57245" y="77057"/>
                      </a:cubicBezTo>
                      <a:cubicBezTo>
                        <a:pt x="57245" y="77438"/>
                        <a:pt x="57436" y="78010"/>
                        <a:pt x="57722" y="78772"/>
                      </a:cubicBezTo>
                      <a:lnTo>
                        <a:pt x="59627" y="78391"/>
                      </a:lnTo>
                      <a:cubicBezTo>
                        <a:pt x="59627" y="78391"/>
                        <a:pt x="59436" y="79343"/>
                        <a:pt x="58674" y="80391"/>
                      </a:cubicBezTo>
                      <a:lnTo>
                        <a:pt x="60103" y="81725"/>
                      </a:lnTo>
                      <a:cubicBezTo>
                        <a:pt x="60103" y="81725"/>
                        <a:pt x="60674" y="80772"/>
                        <a:pt x="61055" y="79724"/>
                      </a:cubicBezTo>
                      <a:lnTo>
                        <a:pt x="61627" y="82201"/>
                      </a:lnTo>
                      <a:cubicBezTo>
                        <a:pt x="62675" y="81820"/>
                        <a:pt x="63151" y="80772"/>
                        <a:pt x="62960" y="78772"/>
                      </a:cubicBezTo>
                      <a:cubicBezTo>
                        <a:pt x="64103" y="79438"/>
                        <a:pt x="65056" y="80581"/>
                        <a:pt x="65723" y="82391"/>
                      </a:cubicBezTo>
                      <a:cubicBezTo>
                        <a:pt x="66389" y="84201"/>
                        <a:pt x="67151" y="85249"/>
                        <a:pt x="68104" y="85630"/>
                      </a:cubicBezTo>
                      <a:cubicBezTo>
                        <a:pt x="67913" y="86296"/>
                        <a:pt x="67723" y="86963"/>
                        <a:pt x="67723" y="87630"/>
                      </a:cubicBezTo>
                      <a:cubicBezTo>
                        <a:pt x="67723" y="88963"/>
                        <a:pt x="68390" y="90488"/>
                        <a:pt x="69723" y="92583"/>
                      </a:cubicBezTo>
                      <a:cubicBezTo>
                        <a:pt x="70961" y="94583"/>
                        <a:pt x="71628" y="96107"/>
                        <a:pt x="71628" y="96869"/>
                      </a:cubicBezTo>
                      <a:cubicBezTo>
                        <a:pt x="71628" y="98012"/>
                        <a:pt x="70961" y="99155"/>
                        <a:pt x="69818" y="100108"/>
                      </a:cubicBezTo>
                      <a:cubicBezTo>
                        <a:pt x="68771" y="100108"/>
                        <a:pt x="67151" y="100203"/>
                        <a:pt x="64866" y="100489"/>
                      </a:cubicBezTo>
                      <a:cubicBezTo>
                        <a:pt x="62484" y="100775"/>
                        <a:pt x="60770" y="100870"/>
                        <a:pt x="59627" y="100870"/>
                      </a:cubicBezTo>
                      <a:cubicBezTo>
                        <a:pt x="56007" y="100870"/>
                        <a:pt x="53054" y="99917"/>
                        <a:pt x="51149" y="97917"/>
                      </a:cubicBezTo>
                      <a:lnTo>
                        <a:pt x="50768" y="98584"/>
                      </a:lnTo>
                      <a:cubicBezTo>
                        <a:pt x="50292" y="97346"/>
                        <a:pt x="49816" y="96107"/>
                        <a:pt x="49340" y="94869"/>
                      </a:cubicBezTo>
                      <a:cubicBezTo>
                        <a:pt x="48578" y="93250"/>
                        <a:pt x="47625" y="92202"/>
                        <a:pt x="46292" y="91821"/>
                      </a:cubicBezTo>
                      <a:cubicBezTo>
                        <a:pt x="46577" y="91250"/>
                        <a:pt x="46673" y="90773"/>
                        <a:pt x="46673" y="90392"/>
                      </a:cubicBezTo>
                      <a:cubicBezTo>
                        <a:pt x="46673" y="89440"/>
                        <a:pt x="46101" y="88582"/>
                        <a:pt x="44863" y="87725"/>
                      </a:cubicBezTo>
                      <a:cubicBezTo>
                        <a:pt x="43625" y="86868"/>
                        <a:pt x="43053" y="86011"/>
                        <a:pt x="43053" y="85154"/>
                      </a:cubicBezTo>
                      <a:cubicBezTo>
                        <a:pt x="43053" y="84487"/>
                        <a:pt x="43244" y="83915"/>
                        <a:pt x="43529" y="83248"/>
                      </a:cubicBezTo>
                      <a:cubicBezTo>
                        <a:pt x="42672" y="82105"/>
                        <a:pt x="41720" y="79820"/>
                        <a:pt x="40577" y="76390"/>
                      </a:cubicBezTo>
                      <a:cubicBezTo>
                        <a:pt x="39529" y="73533"/>
                        <a:pt x="38291" y="71342"/>
                        <a:pt x="36862" y="69913"/>
                      </a:cubicBezTo>
                      <a:cubicBezTo>
                        <a:pt x="36862" y="67723"/>
                        <a:pt x="35909" y="65151"/>
                        <a:pt x="34004" y="62103"/>
                      </a:cubicBezTo>
                      <a:lnTo>
                        <a:pt x="30290" y="61627"/>
                      </a:lnTo>
                      <a:lnTo>
                        <a:pt x="30671" y="61246"/>
                      </a:lnTo>
                      <a:cubicBezTo>
                        <a:pt x="30671" y="61246"/>
                        <a:pt x="30099" y="60579"/>
                        <a:pt x="29718" y="60579"/>
                      </a:cubicBezTo>
                      <a:lnTo>
                        <a:pt x="28385" y="62008"/>
                      </a:lnTo>
                      <a:cubicBezTo>
                        <a:pt x="28385" y="62008"/>
                        <a:pt x="26956" y="62198"/>
                        <a:pt x="25527" y="62675"/>
                      </a:cubicBezTo>
                      <a:cubicBezTo>
                        <a:pt x="24099" y="63151"/>
                        <a:pt x="22955" y="63246"/>
                        <a:pt x="22193" y="63246"/>
                      </a:cubicBezTo>
                      <a:cubicBezTo>
                        <a:pt x="21622" y="63246"/>
                        <a:pt x="21146" y="63246"/>
                        <a:pt x="20669" y="62960"/>
                      </a:cubicBezTo>
                      <a:cubicBezTo>
                        <a:pt x="20574" y="63151"/>
                        <a:pt x="20574" y="63246"/>
                        <a:pt x="20574" y="63437"/>
                      </a:cubicBezTo>
                      <a:cubicBezTo>
                        <a:pt x="20574" y="63627"/>
                        <a:pt x="20574" y="63913"/>
                        <a:pt x="20860" y="64103"/>
                      </a:cubicBezTo>
                      <a:cubicBezTo>
                        <a:pt x="21050" y="64294"/>
                        <a:pt x="21146" y="64484"/>
                        <a:pt x="21146" y="64484"/>
                      </a:cubicBezTo>
                      <a:cubicBezTo>
                        <a:pt x="21146" y="64675"/>
                        <a:pt x="20765" y="64961"/>
                        <a:pt x="20003" y="65342"/>
                      </a:cubicBezTo>
                      <a:lnTo>
                        <a:pt x="20669" y="73152"/>
                      </a:lnTo>
                      <a:lnTo>
                        <a:pt x="19622" y="74009"/>
                      </a:lnTo>
                      <a:cubicBezTo>
                        <a:pt x="20288" y="76390"/>
                        <a:pt x="20669" y="79820"/>
                        <a:pt x="20669" y="84106"/>
                      </a:cubicBezTo>
                      <a:cubicBezTo>
                        <a:pt x="20669" y="84487"/>
                        <a:pt x="20479" y="85439"/>
                        <a:pt x="20098" y="86773"/>
                      </a:cubicBezTo>
                      <a:cubicBezTo>
                        <a:pt x="19717" y="88202"/>
                        <a:pt x="19526" y="89249"/>
                        <a:pt x="19526" y="89916"/>
                      </a:cubicBezTo>
                      <a:cubicBezTo>
                        <a:pt x="19526" y="91345"/>
                        <a:pt x="20003" y="92393"/>
                        <a:pt x="21050" y="93059"/>
                      </a:cubicBezTo>
                      <a:cubicBezTo>
                        <a:pt x="20384" y="93536"/>
                        <a:pt x="20193" y="94297"/>
                        <a:pt x="20193" y="95440"/>
                      </a:cubicBezTo>
                      <a:lnTo>
                        <a:pt x="20193" y="96679"/>
                      </a:lnTo>
                      <a:cubicBezTo>
                        <a:pt x="20193" y="97155"/>
                        <a:pt x="20384" y="97536"/>
                        <a:pt x="20384" y="97727"/>
                      </a:cubicBezTo>
                      <a:cubicBezTo>
                        <a:pt x="20384" y="99251"/>
                        <a:pt x="19431" y="99917"/>
                        <a:pt x="17717" y="99727"/>
                      </a:cubicBezTo>
                      <a:lnTo>
                        <a:pt x="18383" y="100203"/>
                      </a:lnTo>
                      <a:cubicBezTo>
                        <a:pt x="17050" y="100775"/>
                        <a:pt x="15335" y="100870"/>
                        <a:pt x="13240" y="100489"/>
                      </a:cubicBezTo>
                      <a:cubicBezTo>
                        <a:pt x="11144" y="100108"/>
                        <a:pt x="9811" y="100203"/>
                        <a:pt x="9144" y="100679"/>
                      </a:cubicBezTo>
                      <a:cubicBezTo>
                        <a:pt x="6382" y="100394"/>
                        <a:pt x="3620" y="99536"/>
                        <a:pt x="1048" y="98298"/>
                      </a:cubicBezTo>
                      <a:cubicBezTo>
                        <a:pt x="1238" y="91821"/>
                        <a:pt x="1048" y="82105"/>
                        <a:pt x="667" y="68961"/>
                      </a:cubicBezTo>
                      <a:lnTo>
                        <a:pt x="0" y="68961"/>
                      </a:lnTo>
                      <a:cubicBezTo>
                        <a:pt x="667" y="68009"/>
                        <a:pt x="1048" y="66865"/>
                        <a:pt x="1048" y="65532"/>
                      </a:cubicBezTo>
                      <a:cubicBezTo>
                        <a:pt x="1048" y="65056"/>
                        <a:pt x="1048" y="64198"/>
                        <a:pt x="762" y="62960"/>
                      </a:cubicBezTo>
                      <a:cubicBezTo>
                        <a:pt x="572" y="61722"/>
                        <a:pt x="476" y="60865"/>
                        <a:pt x="476" y="60103"/>
                      </a:cubicBezTo>
                      <a:cubicBezTo>
                        <a:pt x="476" y="58674"/>
                        <a:pt x="858" y="57245"/>
                        <a:pt x="1619" y="56102"/>
                      </a:cubicBezTo>
                      <a:cubicBezTo>
                        <a:pt x="1238" y="51816"/>
                        <a:pt x="1048" y="45911"/>
                        <a:pt x="1048" y="38386"/>
                      </a:cubicBezTo>
                      <a:lnTo>
                        <a:pt x="1048" y="20193"/>
                      </a:lnTo>
                      <a:cubicBezTo>
                        <a:pt x="572" y="19812"/>
                        <a:pt x="286" y="19526"/>
                        <a:pt x="286" y="19050"/>
                      </a:cubicBezTo>
                      <a:cubicBezTo>
                        <a:pt x="286" y="18860"/>
                        <a:pt x="476" y="18288"/>
                        <a:pt x="953" y="17526"/>
                      </a:cubicBezTo>
                      <a:cubicBezTo>
                        <a:pt x="1429" y="16859"/>
                        <a:pt x="1619" y="16193"/>
                        <a:pt x="1619" y="15812"/>
                      </a:cubicBezTo>
                      <a:cubicBezTo>
                        <a:pt x="667" y="14859"/>
                        <a:pt x="95" y="13811"/>
                        <a:pt x="95" y="12668"/>
                      </a:cubicBezTo>
                      <a:cubicBezTo>
                        <a:pt x="95" y="11906"/>
                        <a:pt x="381" y="10668"/>
                        <a:pt x="953" y="8954"/>
                      </a:cubicBezTo>
                      <a:cubicBezTo>
                        <a:pt x="1524" y="7239"/>
                        <a:pt x="1715" y="5905"/>
                        <a:pt x="1524" y="4858"/>
                      </a:cubicBezTo>
                      <a:lnTo>
                        <a:pt x="6668" y="476"/>
                      </a:lnTo>
                      <a:lnTo>
                        <a:pt x="28575" y="0"/>
                      </a:lnTo>
                      <a:cubicBezTo>
                        <a:pt x="28575" y="0"/>
                        <a:pt x="29909" y="1334"/>
                        <a:pt x="31528" y="2762"/>
                      </a:cubicBezTo>
                      <a:cubicBezTo>
                        <a:pt x="32671" y="3810"/>
                        <a:pt x="33528" y="4953"/>
                        <a:pt x="33909" y="6191"/>
                      </a:cubicBezTo>
                      <a:cubicBezTo>
                        <a:pt x="33909" y="5810"/>
                        <a:pt x="33814" y="5429"/>
                        <a:pt x="33814" y="5048"/>
                      </a:cubicBezTo>
                      <a:cubicBezTo>
                        <a:pt x="33814" y="3905"/>
                        <a:pt x="34481" y="3048"/>
                        <a:pt x="35814" y="2381"/>
                      </a:cubicBezTo>
                      <a:cubicBezTo>
                        <a:pt x="37433" y="1524"/>
                        <a:pt x="38481" y="857"/>
                        <a:pt x="38767" y="381"/>
                      </a:cubicBezTo>
                      <a:cubicBezTo>
                        <a:pt x="39243" y="190"/>
                        <a:pt x="39815" y="571"/>
                        <a:pt x="40481" y="1334"/>
                      </a:cubicBezTo>
                      <a:cubicBezTo>
                        <a:pt x="40767" y="1334"/>
                        <a:pt x="41053" y="1334"/>
                        <a:pt x="41339" y="1334"/>
                      </a:cubicBezTo>
                      <a:cubicBezTo>
                        <a:pt x="41910" y="1334"/>
                        <a:pt x="42863" y="1714"/>
                        <a:pt x="44101" y="2381"/>
                      </a:cubicBezTo>
                      <a:cubicBezTo>
                        <a:pt x="45434" y="3143"/>
                        <a:pt x="46387" y="3524"/>
                        <a:pt x="47149" y="3429"/>
                      </a:cubicBezTo>
                      <a:lnTo>
                        <a:pt x="51435" y="3429"/>
                      </a:lnTo>
                      <a:cubicBezTo>
                        <a:pt x="51149" y="4763"/>
                        <a:pt x="51626" y="5429"/>
                        <a:pt x="52769" y="5429"/>
                      </a:cubicBezTo>
                      <a:cubicBezTo>
                        <a:pt x="52769" y="5429"/>
                        <a:pt x="53054" y="5429"/>
                        <a:pt x="53340" y="5429"/>
                      </a:cubicBezTo>
                      <a:lnTo>
                        <a:pt x="54293" y="5429"/>
                      </a:lnTo>
                      <a:cubicBezTo>
                        <a:pt x="55341" y="5429"/>
                        <a:pt x="56007" y="5905"/>
                        <a:pt x="56198" y="6953"/>
                      </a:cubicBezTo>
                      <a:lnTo>
                        <a:pt x="59246" y="6953"/>
                      </a:lnTo>
                      <a:cubicBezTo>
                        <a:pt x="61055" y="8668"/>
                        <a:pt x="62865" y="10478"/>
                        <a:pt x="64770" y="12192"/>
                      </a:cubicBezTo>
                      <a:cubicBezTo>
                        <a:pt x="66961" y="14383"/>
                        <a:pt x="68104" y="16478"/>
                        <a:pt x="68199" y="18288"/>
                      </a:cubicBezTo>
                      <a:cubicBezTo>
                        <a:pt x="69533" y="18955"/>
                        <a:pt x="70390" y="20098"/>
                        <a:pt x="70676" y="21717"/>
                      </a:cubicBezTo>
                      <a:cubicBezTo>
                        <a:pt x="71247" y="23908"/>
                        <a:pt x="71819" y="25432"/>
                        <a:pt x="72200" y="26098"/>
                      </a:cubicBezTo>
                      <a:lnTo>
                        <a:pt x="71152" y="26956"/>
                      </a:lnTo>
                      <a:close/>
                      <a:moveTo>
                        <a:pt x="11144" y="31813"/>
                      </a:moveTo>
                      <a:lnTo>
                        <a:pt x="11144" y="29051"/>
                      </a:lnTo>
                      <a:lnTo>
                        <a:pt x="10668" y="29051"/>
                      </a:lnTo>
                      <a:lnTo>
                        <a:pt x="10668" y="31813"/>
                      </a:lnTo>
                      <a:lnTo>
                        <a:pt x="11144" y="31813"/>
                      </a:lnTo>
                      <a:close/>
                      <a:moveTo>
                        <a:pt x="14478" y="15145"/>
                      </a:moveTo>
                      <a:cubicBezTo>
                        <a:pt x="14478" y="15145"/>
                        <a:pt x="14478" y="14002"/>
                        <a:pt x="14669" y="13145"/>
                      </a:cubicBezTo>
                      <a:cubicBezTo>
                        <a:pt x="14859" y="12287"/>
                        <a:pt x="14954" y="11811"/>
                        <a:pt x="14954" y="11430"/>
                      </a:cubicBezTo>
                      <a:cubicBezTo>
                        <a:pt x="14954" y="10478"/>
                        <a:pt x="14478" y="9811"/>
                        <a:pt x="13430" y="9430"/>
                      </a:cubicBezTo>
                      <a:lnTo>
                        <a:pt x="14954" y="8001"/>
                      </a:lnTo>
                      <a:cubicBezTo>
                        <a:pt x="14954" y="8001"/>
                        <a:pt x="14954" y="7620"/>
                        <a:pt x="14859" y="7429"/>
                      </a:cubicBezTo>
                      <a:cubicBezTo>
                        <a:pt x="13811" y="8287"/>
                        <a:pt x="13335" y="9144"/>
                        <a:pt x="13335" y="9906"/>
                      </a:cubicBezTo>
                      <a:cubicBezTo>
                        <a:pt x="13335" y="10287"/>
                        <a:pt x="13716" y="11335"/>
                        <a:pt x="14478" y="13145"/>
                      </a:cubicBezTo>
                      <a:cubicBezTo>
                        <a:pt x="14002" y="13145"/>
                        <a:pt x="13716" y="13526"/>
                        <a:pt x="13526" y="14002"/>
                      </a:cubicBezTo>
                      <a:cubicBezTo>
                        <a:pt x="13430" y="14573"/>
                        <a:pt x="13240" y="14859"/>
                        <a:pt x="12954" y="15050"/>
                      </a:cubicBezTo>
                      <a:lnTo>
                        <a:pt x="14478" y="15050"/>
                      </a:lnTo>
                      <a:close/>
                      <a:moveTo>
                        <a:pt x="19526" y="12287"/>
                      </a:moveTo>
                      <a:lnTo>
                        <a:pt x="21527" y="13621"/>
                      </a:lnTo>
                      <a:lnTo>
                        <a:pt x="21527" y="13621"/>
                      </a:lnTo>
                      <a:lnTo>
                        <a:pt x="20574" y="14764"/>
                      </a:lnTo>
                      <a:lnTo>
                        <a:pt x="21527" y="14764"/>
                      </a:lnTo>
                      <a:lnTo>
                        <a:pt x="21527" y="8001"/>
                      </a:lnTo>
                      <a:cubicBezTo>
                        <a:pt x="21527" y="8001"/>
                        <a:pt x="20860" y="8572"/>
                        <a:pt x="20288" y="8954"/>
                      </a:cubicBezTo>
                      <a:cubicBezTo>
                        <a:pt x="20288" y="8763"/>
                        <a:pt x="20003" y="8572"/>
                        <a:pt x="19526" y="8572"/>
                      </a:cubicBezTo>
                      <a:cubicBezTo>
                        <a:pt x="19812" y="8954"/>
                        <a:pt x="20098" y="9049"/>
                        <a:pt x="20288" y="8954"/>
                      </a:cubicBezTo>
                      <a:cubicBezTo>
                        <a:pt x="20384" y="9335"/>
                        <a:pt x="20288" y="9811"/>
                        <a:pt x="20003" y="10573"/>
                      </a:cubicBezTo>
                      <a:cubicBezTo>
                        <a:pt x="20003" y="10573"/>
                        <a:pt x="20003" y="10478"/>
                        <a:pt x="20098" y="10287"/>
                      </a:cubicBezTo>
                      <a:cubicBezTo>
                        <a:pt x="20479" y="10287"/>
                        <a:pt x="20669" y="10573"/>
                        <a:pt x="20955" y="10954"/>
                      </a:cubicBezTo>
                      <a:lnTo>
                        <a:pt x="19431" y="12287"/>
                      </a:lnTo>
                      <a:close/>
                      <a:moveTo>
                        <a:pt x="51149" y="33242"/>
                      </a:moveTo>
                      <a:cubicBezTo>
                        <a:pt x="51149" y="33242"/>
                        <a:pt x="51435" y="32576"/>
                        <a:pt x="51435" y="32290"/>
                      </a:cubicBezTo>
                      <a:cubicBezTo>
                        <a:pt x="51435" y="31718"/>
                        <a:pt x="51054" y="31147"/>
                        <a:pt x="50292" y="30575"/>
                      </a:cubicBezTo>
                      <a:cubicBezTo>
                        <a:pt x="49530" y="29909"/>
                        <a:pt x="49149" y="29528"/>
                        <a:pt x="48959" y="29146"/>
                      </a:cubicBezTo>
                      <a:cubicBezTo>
                        <a:pt x="49244" y="28670"/>
                        <a:pt x="49435" y="28194"/>
                        <a:pt x="49435" y="27813"/>
                      </a:cubicBezTo>
                      <a:cubicBezTo>
                        <a:pt x="49435" y="27146"/>
                        <a:pt x="48863" y="26479"/>
                        <a:pt x="47625" y="25718"/>
                      </a:cubicBezTo>
                      <a:cubicBezTo>
                        <a:pt x="46482" y="24860"/>
                        <a:pt x="45720" y="24384"/>
                        <a:pt x="45625" y="23908"/>
                      </a:cubicBezTo>
                      <a:cubicBezTo>
                        <a:pt x="45149" y="23527"/>
                        <a:pt x="44672" y="23336"/>
                        <a:pt x="44101" y="23336"/>
                      </a:cubicBezTo>
                      <a:cubicBezTo>
                        <a:pt x="43815" y="23336"/>
                        <a:pt x="43434" y="23336"/>
                        <a:pt x="42958" y="23527"/>
                      </a:cubicBezTo>
                      <a:cubicBezTo>
                        <a:pt x="42386" y="23527"/>
                        <a:pt x="42005" y="23717"/>
                        <a:pt x="41720" y="23717"/>
                      </a:cubicBezTo>
                      <a:cubicBezTo>
                        <a:pt x="40958" y="23717"/>
                        <a:pt x="40481" y="23241"/>
                        <a:pt x="40291" y="22384"/>
                      </a:cubicBezTo>
                      <a:lnTo>
                        <a:pt x="41243" y="21527"/>
                      </a:lnTo>
                      <a:cubicBezTo>
                        <a:pt x="39624" y="21431"/>
                        <a:pt x="38672" y="22003"/>
                        <a:pt x="38481" y="23431"/>
                      </a:cubicBezTo>
                      <a:cubicBezTo>
                        <a:pt x="38195" y="25432"/>
                        <a:pt x="37910" y="26670"/>
                        <a:pt x="37433" y="27242"/>
                      </a:cubicBezTo>
                      <a:cubicBezTo>
                        <a:pt x="36957" y="25622"/>
                        <a:pt x="36386" y="24098"/>
                        <a:pt x="35909" y="22384"/>
                      </a:cubicBezTo>
                      <a:cubicBezTo>
                        <a:pt x="35433" y="20764"/>
                        <a:pt x="34290" y="19526"/>
                        <a:pt x="32576" y="18574"/>
                      </a:cubicBezTo>
                      <a:cubicBezTo>
                        <a:pt x="32290" y="20193"/>
                        <a:pt x="31337" y="21050"/>
                        <a:pt x="29623" y="21050"/>
                      </a:cubicBezTo>
                      <a:cubicBezTo>
                        <a:pt x="29147" y="21050"/>
                        <a:pt x="28480" y="21050"/>
                        <a:pt x="27623" y="20955"/>
                      </a:cubicBezTo>
                      <a:cubicBezTo>
                        <a:pt x="26670" y="20955"/>
                        <a:pt x="26003" y="20860"/>
                        <a:pt x="25432" y="20860"/>
                      </a:cubicBezTo>
                      <a:cubicBezTo>
                        <a:pt x="24860" y="20860"/>
                        <a:pt x="24479" y="20860"/>
                        <a:pt x="24099" y="20955"/>
                      </a:cubicBezTo>
                      <a:cubicBezTo>
                        <a:pt x="21717" y="22479"/>
                        <a:pt x="20479" y="25146"/>
                        <a:pt x="20479" y="28765"/>
                      </a:cubicBezTo>
                      <a:cubicBezTo>
                        <a:pt x="20479" y="29432"/>
                        <a:pt x="20479" y="30480"/>
                        <a:pt x="20574" y="32099"/>
                      </a:cubicBezTo>
                      <a:cubicBezTo>
                        <a:pt x="20574" y="33623"/>
                        <a:pt x="20669" y="34766"/>
                        <a:pt x="20669" y="35528"/>
                      </a:cubicBezTo>
                      <a:cubicBezTo>
                        <a:pt x="20669" y="37243"/>
                        <a:pt x="20479" y="38576"/>
                        <a:pt x="20193" y="39814"/>
                      </a:cubicBezTo>
                      <a:cubicBezTo>
                        <a:pt x="20193" y="40767"/>
                        <a:pt x="21050" y="41243"/>
                        <a:pt x="22384" y="41148"/>
                      </a:cubicBezTo>
                      <a:cubicBezTo>
                        <a:pt x="23813" y="41148"/>
                        <a:pt x="24670" y="41624"/>
                        <a:pt x="25051" y="42672"/>
                      </a:cubicBezTo>
                      <a:cubicBezTo>
                        <a:pt x="25622" y="43053"/>
                        <a:pt x="26956" y="43148"/>
                        <a:pt x="29051" y="43053"/>
                      </a:cubicBezTo>
                      <a:cubicBezTo>
                        <a:pt x="30671" y="43053"/>
                        <a:pt x="31909" y="43625"/>
                        <a:pt x="32576" y="44672"/>
                      </a:cubicBezTo>
                      <a:cubicBezTo>
                        <a:pt x="33147" y="43529"/>
                        <a:pt x="34004" y="42863"/>
                        <a:pt x="35052" y="42672"/>
                      </a:cubicBezTo>
                      <a:lnTo>
                        <a:pt x="38195" y="42672"/>
                      </a:lnTo>
                      <a:cubicBezTo>
                        <a:pt x="39148" y="42481"/>
                        <a:pt x="39815" y="42005"/>
                        <a:pt x="40196" y="41338"/>
                      </a:cubicBezTo>
                      <a:cubicBezTo>
                        <a:pt x="43149" y="41624"/>
                        <a:pt x="46577" y="39814"/>
                        <a:pt x="50387" y="35814"/>
                      </a:cubicBezTo>
                      <a:lnTo>
                        <a:pt x="48387" y="35052"/>
                      </a:lnTo>
                      <a:lnTo>
                        <a:pt x="51149" y="33433"/>
                      </a:lnTo>
                      <a:close/>
                      <a:moveTo>
                        <a:pt x="48863" y="13811"/>
                      </a:moveTo>
                      <a:cubicBezTo>
                        <a:pt x="48863" y="13811"/>
                        <a:pt x="48578" y="13335"/>
                        <a:pt x="48292" y="13335"/>
                      </a:cubicBezTo>
                      <a:cubicBezTo>
                        <a:pt x="47530" y="13335"/>
                        <a:pt x="47149" y="13621"/>
                        <a:pt x="47149" y="14192"/>
                      </a:cubicBezTo>
                      <a:cubicBezTo>
                        <a:pt x="47149" y="14192"/>
                        <a:pt x="47149" y="14383"/>
                        <a:pt x="47435" y="14383"/>
                      </a:cubicBezTo>
                      <a:lnTo>
                        <a:pt x="48959" y="13811"/>
                      </a:lnTo>
                      <a:close/>
                      <a:moveTo>
                        <a:pt x="54102" y="8001"/>
                      </a:moveTo>
                      <a:lnTo>
                        <a:pt x="54102" y="7239"/>
                      </a:lnTo>
                      <a:cubicBezTo>
                        <a:pt x="54102" y="7239"/>
                        <a:pt x="52769" y="7620"/>
                        <a:pt x="51149" y="7620"/>
                      </a:cubicBezTo>
                      <a:lnTo>
                        <a:pt x="54102" y="8001"/>
                      </a:lnTo>
                      <a:close/>
                      <a:moveTo>
                        <a:pt x="51149" y="29146"/>
                      </a:moveTo>
                      <a:lnTo>
                        <a:pt x="53054" y="29146"/>
                      </a:lnTo>
                      <a:cubicBezTo>
                        <a:pt x="52292" y="28289"/>
                        <a:pt x="51626" y="28004"/>
                        <a:pt x="51149" y="28194"/>
                      </a:cubicBezTo>
                      <a:lnTo>
                        <a:pt x="51149" y="29146"/>
                      </a:lnTo>
                      <a:close/>
                      <a:moveTo>
                        <a:pt x="55150" y="35243"/>
                      </a:moveTo>
                      <a:lnTo>
                        <a:pt x="56579" y="33814"/>
                      </a:lnTo>
                      <a:lnTo>
                        <a:pt x="55912" y="33814"/>
                      </a:lnTo>
                      <a:lnTo>
                        <a:pt x="55150" y="35243"/>
                      </a:lnTo>
                      <a:close/>
                      <a:moveTo>
                        <a:pt x="58960" y="35528"/>
                      </a:moveTo>
                      <a:cubicBezTo>
                        <a:pt x="58960" y="35528"/>
                        <a:pt x="58579" y="34862"/>
                        <a:pt x="58579" y="34385"/>
                      </a:cubicBezTo>
                      <a:cubicBezTo>
                        <a:pt x="58579" y="33052"/>
                        <a:pt x="59150" y="31909"/>
                        <a:pt x="60389" y="31147"/>
                      </a:cubicBezTo>
                      <a:cubicBezTo>
                        <a:pt x="60103" y="30861"/>
                        <a:pt x="59912" y="30766"/>
                        <a:pt x="59531" y="30766"/>
                      </a:cubicBezTo>
                      <a:cubicBezTo>
                        <a:pt x="59531" y="30766"/>
                        <a:pt x="58484" y="31337"/>
                        <a:pt x="56579" y="32480"/>
                      </a:cubicBezTo>
                      <a:cubicBezTo>
                        <a:pt x="57817" y="32766"/>
                        <a:pt x="58484" y="33433"/>
                        <a:pt x="58484" y="34195"/>
                      </a:cubicBezTo>
                      <a:cubicBezTo>
                        <a:pt x="58484" y="34480"/>
                        <a:pt x="58293" y="34957"/>
                        <a:pt x="58103" y="35623"/>
                      </a:cubicBezTo>
                      <a:cubicBezTo>
                        <a:pt x="57817" y="36290"/>
                        <a:pt x="57626" y="36671"/>
                        <a:pt x="57626" y="36957"/>
                      </a:cubicBezTo>
                      <a:cubicBezTo>
                        <a:pt x="57626" y="37433"/>
                        <a:pt x="58293" y="37624"/>
                        <a:pt x="59531" y="37624"/>
                      </a:cubicBezTo>
                      <a:cubicBezTo>
                        <a:pt x="59531" y="36481"/>
                        <a:pt x="59436" y="35719"/>
                        <a:pt x="59055" y="35528"/>
                      </a:cubicBezTo>
                      <a:close/>
                      <a:moveTo>
                        <a:pt x="62770" y="41434"/>
                      </a:moveTo>
                      <a:lnTo>
                        <a:pt x="63151" y="41053"/>
                      </a:lnTo>
                      <a:lnTo>
                        <a:pt x="62389" y="40005"/>
                      </a:lnTo>
                      <a:lnTo>
                        <a:pt x="62770" y="41338"/>
                      </a:lnTo>
                      <a:close/>
                      <a:moveTo>
                        <a:pt x="65151" y="32861"/>
                      </a:moveTo>
                      <a:lnTo>
                        <a:pt x="66485" y="33814"/>
                      </a:lnTo>
                      <a:cubicBezTo>
                        <a:pt x="66104" y="33242"/>
                        <a:pt x="66008" y="32956"/>
                        <a:pt x="66104" y="32861"/>
                      </a:cubicBezTo>
                      <a:lnTo>
                        <a:pt x="65151" y="32861"/>
                      </a:lnTo>
                      <a:close/>
                      <a:moveTo>
                        <a:pt x="65532" y="17526"/>
                      </a:moveTo>
                      <a:lnTo>
                        <a:pt x="65532" y="18479"/>
                      </a:lnTo>
                      <a:lnTo>
                        <a:pt x="66580" y="17526"/>
                      </a:lnTo>
                      <a:lnTo>
                        <a:pt x="65532" y="17526"/>
                      </a:lnTo>
                      <a:close/>
                      <a:moveTo>
                        <a:pt x="66580" y="28670"/>
                      </a:moveTo>
                      <a:lnTo>
                        <a:pt x="68961" y="26289"/>
                      </a:lnTo>
                      <a:lnTo>
                        <a:pt x="67533" y="26289"/>
                      </a:lnTo>
                      <a:lnTo>
                        <a:pt x="66580" y="28670"/>
                      </a:lnTo>
                      <a:close/>
                      <a:moveTo>
                        <a:pt x="67533" y="39624"/>
                      </a:moveTo>
                      <a:lnTo>
                        <a:pt x="68961" y="39148"/>
                      </a:lnTo>
                      <a:cubicBezTo>
                        <a:pt x="68961" y="39148"/>
                        <a:pt x="68390" y="38671"/>
                        <a:pt x="67533" y="38671"/>
                      </a:cubicBezTo>
                      <a:lnTo>
                        <a:pt x="67533" y="39719"/>
                      </a:lnTo>
                      <a:close/>
                      <a:moveTo>
                        <a:pt x="70390" y="16193"/>
                      </a:moveTo>
                      <a:cubicBezTo>
                        <a:pt x="70390" y="16193"/>
                        <a:pt x="71057" y="16193"/>
                        <a:pt x="71533" y="16764"/>
                      </a:cubicBezTo>
                      <a:lnTo>
                        <a:pt x="70390" y="16193"/>
                      </a:lnTo>
                      <a:close/>
                      <a:moveTo>
                        <a:pt x="72295" y="17240"/>
                      </a:moveTo>
                      <a:cubicBezTo>
                        <a:pt x="72295" y="17240"/>
                        <a:pt x="71914" y="17240"/>
                        <a:pt x="71533" y="16764"/>
                      </a:cubicBezTo>
                      <a:lnTo>
                        <a:pt x="72295" y="17240"/>
                      </a:lnTo>
                      <a:close/>
                      <a:moveTo>
                        <a:pt x="72771" y="17526"/>
                      </a:moveTo>
                      <a:lnTo>
                        <a:pt x="72295" y="17240"/>
                      </a:lnTo>
                      <a:cubicBezTo>
                        <a:pt x="72295" y="17240"/>
                        <a:pt x="72866" y="17240"/>
                        <a:pt x="72771" y="17240"/>
                      </a:cubicBezTo>
                      <a:lnTo>
                        <a:pt x="72771" y="17621"/>
                      </a:lnTo>
                      <a:close/>
                      <a:moveTo>
                        <a:pt x="74486" y="11716"/>
                      </a:moveTo>
                      <a:cubicBezTo>
                        <a:pt x="74486" y="11716"/>
                        <a:pt x="74009" y="11525"/>
                        <a:pt x="73533" y="11525"/>
                      </a:cubicBezTo>
                      <a:cubicBezTo>
                        <a:pt x="73057" y="11525"/>
                        <a:pt x="72771" y="11335"/>
                        <a:pt x="72771" y="11239"/>
                      </a:cubicBezTo>
                      <a:cubicBezTo>
                        <a:pt x="72771" y="10954"/>
                        <a:pt x="72962" y="10668"/>
                        <a:pt x="73247" y="10287"/>
                      </a:cubicBezTo>
                      <a:lnTo>
                        <a:pt x="74486" y="11716"/>
                      </a:lnTo>
                      <a:close/>
                      <a:moveTo>
                        <a:pt x="74771" y="30194"/>
                      </a:moveTo>
                      <a:lnTo>
                        <a:pt x="73247" y="29146"/>
                      </a:lnTo>
                      <a:lnTo>
                        <a:pt x="74771" y="29146"/>
                      </a:lnTo>
                      <a:lnTo>
                        <a:pt x="74771" y="30194"/>
                      </a:lnTo>
                      <a:close/>
                      <a:moveTo>
                        <a:pt x="74486" y="11716"/>
                      </a:moveTo>
                      <a:lnTo>
                        <a:pt x="74771" y="11906"/>
                      </a:lnTo>
                      <a:lnTo>
                        <a:pt x="74486" y="11716"/>
                      </a:lnTo>
                      <a:close/>
                      <a:moveTo>
                        <a:pt x="75724" y="21907"/>
                      </a:moveTo>
                      <a:lnTo>
                        <a:pt x="76105" y="20479"/>
                      </a:lnTo>
                      <a:lnTo>
                        <a:pt x="79058" y="21431"/>
                      </a:lnTo>
                      <a:cubicBezTo>
                        <a:pt x="78391" y="21622"/>
                        <a:pt x="77724" y="22098"/>
                        <a:pt x="77343" y="22955"/>
                      </a:cubicBezTo>
                      <a:cubicBezTo>
                        <a:pt x="77153" y="22955"/>
                        <a:pt x="76676" y="22574"/>
                        <a:pt x="75724" y="21812"/>
                      </a:cubicBezTo>
                      <a:close/>
                      <a:moveTo>
                        <a:pt x="79058" y="8954"/>
                      </a:moveTo>
                      <a:cubicBezTo>
                        <a:pt x="79058" y="8954"/>
                        <a:pt x="78677" y="9525"/>
                        <a:pt x="78105" y="9525"/>
                      </a:cubicBezTo>
                      <a:lnTo>
                        <a:pt x="76676" y="9525"/>
                      </a:lnTo>
                      <a:lnTo>
                        <a:pt x="77058" y="8572"/>
                      </a:lnTo>
                      <a:cubicBezTo>
                        <a:pt x="77058" y="8572"/>
                        <a:pt x="78105" y="8954"/>
                        <a:pt x="79058" y="8954"/>
                      </a:cubicBezTo>
                      <a:close/>
                      <a:moveTo>
                        <a:pt x="78486" y="12668"/>
                      </a:moveTo>
                      <a:lnTo>
                        <a:pt x="78486" y="11906"/>
                      </a:lnTo>
                      <a:cubicBezTo>
                        <a:pt x="80296" y="12287"/>
                        <a:pt x="81629" y="12382"/>
                        <a:pt x="82391" y="12287"/>
                      </a:cubicBezTo>
                      <a:lnTo>
                        <a:pt x="82391" y="13240"/>
                      </a:lnTo>
                      <a:lnTo>
                        <a:pt x="78486" y="12668"/>
                      </a:lnTo>
                      <a:close/>
                      <a:moveTo>
                        <a:pt x="82868" y="31528"/>
                      </a:moveTo>
                      <a:lnTo>
                        <a:pt x="81915" y="31528"/>
                      </a:lnTo>
                      <a:lnTo>
                        <a:pt x="82677" y="30289"/>
                      </a:lnTo>
                      <a:cubicBezTo>
                        <a:pt x="82677" y="30289"/>
                        <a:pt x="82963" y="30861"/>
                        <a:pt x="82963" y="31528"/>
                      </a:cubicBezTo>
                      <a:close/>
                      <a:moveTo>
                        <a:pt x="82391" y="30194"/>
                      </a:moveTo>
                      <a:cubicBezTo>
                        <a:pt x="82391" y="30194"/>
                        <a:pt x="82677" y="29813"/>
                        <a:pt x="82868" y="29528"/>
                      </a:cubicBezTo>
                      <a:lnTo>
                        <a:pt x="82582" y="30289"/>
                      </a:lnTo>
                      <a:cubicBezTo>
                        <a:pt x="82582" y="30289"/>
                        <a:pt x="82391" y="30194"/>
                        <a:pt x="82296" y="30194"/>
                      </a:cubicBezTo>
                      <a:close/>
                      <a:moveTo>
                        <a:pt x="82868" y="29528"/>
                      </a:moveTo>
                      <a:lnTo>
                        <a:pt x="83249" y="28670"/>
                      </a:lnTo>
                      <a:cubicBezTo>
                        <a:pt x="83249" y="28670"/>
                        <a:pt x="83249" y="29146"/>
                        <a:pt x="82868" y="29528"/>
                      </a:cubicBezTo>
                      <a:close/>
                      <a:moveTo>
                        <a:pt x="84677" y="3238"/>
                      </a:moveTo>
                      <a:lnTo>
                        <a:pt x="85725" y="4191"/>
                      </a:lnTo>
                      <a:lnTo>
                        <a:pt x="83820" y="4191"/>
                      </a:lnTo>
                      <a:lnTo>
                        <a:pt x="84677" y="3238"/>
                      </a:lnTo>
                      <a:close/>
                      <a:moveTo>
                        <a:pt x="85344" y="16859"/>
                      </a:moveTo>
                      <a:lnTo>
                        <a:pt x="87725" y="19240"/>
                      </a:lnTo>
                      <a:cubicBezTo>
                        <a:pt x="85916" y="18669"/>
                        <a:pt x="84963" y="18193"/>
                        <a:pt x="84963" y="17812"/>
                      </a:cubicBezTo>
                      <a:cubicBezTo>
                        <a:pt x="84963" y="17526"/>
                        <a:pt x="85058" y="17240"/>
                        <a:pt x="85344" y="16764"/>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 name="Google Shape;1489;p99"/>
                <p:cNvSpPr/>
                <p:nvPr/>
              </p:nvSpPr>
              <p:spPr>
                <a:xfrm>
                  <a:off x="5796819" y="4672107"/>
                  <a:ext cx="70961" cy="106108"/>
                </a:xfrm>
                <a:custGeom>
                  <a:avLst/>
                  <a:gdLst/>
                  <a:ahLst/>
                  <a:cxnLst/>
                  <a:rect l="l" t="t" r="r" b="b"/>
                  <a:pathLst>
                    <a:path w="70961" h="106108" extrusionOk="0">
                      <a:moveTo>
                        <a:pt x="70961" y="72009"/>
                      </a:moveTo>
                      <a:cubicBezTo>
                        <a:pt x="70390" y="72295"/>
                        <a:pt x="70104" y="72676"/>
                        <a:pt x="70104" y="72962"/>
                      </a:cubicBezTo>
                      <a:cubicBezTo>
                        <a:pt x="70104" y="72676"/>
                        <a:pt x="70390" y="73342"/>
                        <a:pt x="70961" y="74866"/>
                      </a:cubicBezTo>
                      <a:cubicBezTo>
                        <a:pt x="70104" y="76486"/>
                        <a:pt x="69723" y="78391"/>
                        <a:pt x="69723" y="80867"/>
                      </a:cubicBezTo>
                      <a:cubicBezTo>
                        <a:pt x="69723" y="82201"/>
                        <a:pt x="69913" y="84296"/>
                        <a:pt x="70295" y="87058"/>
                      </a:cubicBezTo>
                      <a:cubicBezTo>
                        <a:pt x="70676" y="89916"/>
                        <a:pt x="70866" y="91821"/>
                        <a:pt x="70866" y="92964"/>
                      </a:cubicBezTo>
                      <a:cubicBezTo>
                        <a:pt x="70866" y="98298"/>
                        <a:pt x="67913" y="101346"/>
                        <a:pt x="62103" y="102013"/>
                      </a:cubicBezTo>
                      <a:cubicBezTo>
                        <a:pt x="61341" y="101251"/>
                        <a:pt x="60579" y="100870"/>
                        <a:pt x="59722" y="100870"/>
                      </a:cubicBezTo>
                      <a:cubicBezTo>
                        <a:pt x="59246" y="100870"/>
                        <a:pt x="58769" y="100965"/>
                        <a:pt x="58007" y="101251"/>
                      </a:cubicBezTo>
                      <a:cubicBezTo>
                        <a:pt x="57340" y="101537"/>
                        <a:pt x="56769" y="101632"/>
                        <a:pt x="56579" y="101632"/>
                      </a:cubicBezTo>
                      <a:cubicBezTo>
                        <a:pt x="55721" y="101632"/>
                        <a:pt x="55150" y="101251"/>
                        <a:pt x="54864" y="100393"/>
                      </a:cubicBezTo>
                      <a:lnTo>
                        <a:pt x="53530" y="100013"/>
                      </a:lnTo>
                      <a:lnTo>
                        <a:pt x="54197" y="99631"/>
                      </a:lnTo>
                      <a:cubicBezTo>
                        <a:pt x="52864" y="99441"/>
                        <a:pt x="51530" y="98298"/>
                        <a:pt x="50292" y="96202"/>
                      </a:cubicBezTo>
                      <a:cubicBezTo>
                        <a:pt x="49054" y="94202"/>
                        <a:pt x="47720" y="93059"/>
                        <a:pt x="46387" y="92773"/>
                      </a:cubicBezTo>
                      <a:cubicBezTo>
                        <a:pt x="46387" y="92392"/>
                        <a:pt x="46387" y="92012"/>
                        <a:pt x="46387" y="91630"/>
                      </a:cubicBezTo>
                      <a:cubicBezTo>
                        <a:pt x="46196" y="91154"/>
                        <a:pt x="46101" y="90868"/>
                        <a:pt x="46101" y="90773"/>
                      </a:cubicBezTo>
                      <a:cubicBezTo>
                        <a:pt x="46101" y="90392"/>
                        <a:pt x="46387" y="90106"/>
                        <a:pt x="46958" y="89916"/>
                      </a:cubicBezTo>
                      <a:cubicBezTo>
                        <a:pt x="45625" y="88963"/>
                        <a:pt x="44291" y="87058"/>
                        <a:pt x="42958" y="84201"/>
                      </a:cubicBezTo>
                      <a:cubicBezTo>
                        <a:pt x="41624" y="81343"/>
                        <a:pt x="40291" y="79534"/>
                        <a:pt x="39053" y="78676"/>
                      </a:cubicBezTo>
                      <a:cubicBezTo>
                        <a:pt x="38767" y="76295"/>
                        <a:pt x="37624" y="73533"/>
                        <a:pt x="35719" y="70295"/>
                      </a:cubicBezTo>
                      <a:cubicBezTo>
                        <a:pt x="32766" y="65722"/>
                        <a:pt x="31242" y="63151"/>
                        <a:pt x="31052" y="62770"/>
                      </a:cubicBezTo>
                      <a:cubicBezTo>
                        <a:pt x="31147" y="62008"/>
                        <a:pt x="30861" y="61150"/>
                        <a:pt x="30099" y="59912"/>
                      </a:cubicBezTo>
                      <a:cubicBezTo>
                        <a:pt x="29432" y="58674"/>
                        <a:pt x="29051" y="57817"/>
                        <a:pt x="29051" y="57245"/>
                      </a:cubicBezTo>
                      <a:cubicBezTo>
                        <a:pt x="29051" y="56959"/>
                        <a:pt x="29146" y="56483"/>
                        <a:pt x="29432" y="56102"/>
                      </a:cubicBezTo>
                      <a:cubicBezTo>
                        <a:pt x="29051" y="56197"/>
                        <a:pt x="28670" y="56293"/>
                        <a:pt x="28289" y="56293"/>
                      </a:cubicBezTo>
                      <a:cubicBezTo>
                        <a:pt x="27146" y="56293"/>
                        <a:pt x="26098" y="55054"/>
                        <a:pt x="25337" y="52483"/>
                      </a:cubicBezTo>
                      <a:cubicBezTo>
                        <a:pt x="24479" y="49911"/>
                        <a:pt x="23241" y="48673"/>
                        <a:pt x="21622" y="48673"/>
                      </a:cubicBezTo>
                      <a:cubicBezTo>
                        <a:pt x="21336" y="48673"/>
                        <a:pt x="20860" y="48673"/>
                        <a:pt x="20479" y="48768"/>
                      </a:cubicBezTo>
                      <a:cubicBezTo>
                        <a:pt x="20860" y="51054"/>
                        <a:pt x="21050" y="53530"/>
                        <a:pt x="21050" y="56293"/>
                      </a:cubicBezTo>
                      <a:cubicBezTo>
                        <a:pt x="21050" y="58483"/>
                        <a:pt x="20860" y="61913"/>
                        <a:pt x="20479" y="66294"/>
                      </a:cubicBezTo>
                      <a:cubicBezTo>
                        <a:pt x="20098" y="70675"/>
                        <a:pt x="19812" y="74009"/>
                        <a:pt x="19812" y="76200"/>
                      </a:cubicBezTo>
                      <a:cubicBezTo>
                        <a:pt x="19812" y="80296"/>
                        <a:pt x="20288" y="84010"/>
                        <a:pt x="21431" y="87249"/>
                      </a:cubicBezTo>
                      <a:cubicBezTo>
                        <a:pt x="20288" y="87916"/>
                        <a:pt x="19812" y="88868"/>
                        <a:pt x="19812" y="90106"/>
                      </a:cubicBezTo>
                      <a:cubicBezTo>
                        <a:pt x="19812" y="90773"/>
                        <a:pt x="20003" y="91726"/>
                        <a:pt x="20288" y="92964"/>
                      </a:cubicBezTo>
                      <a:cubicBezTo>
                        <a:pt x="20574" y="94202"/>
                        <a:pt x="20860" y="95059"/>
                        <a:pt x="20860" y="95726"/>
                      </a:cubicBezTo>
                      <a:cubicBezTo>
                        <a:pt x="20860" y="96964"/>
                        <a:pt x="20193" y="97822"/>
                        <a:pt x="18955" y="98298"/>
                      </a:cubicBezTo>
                      <a:cubicBezTo>
                        <a:pt x="18955" y="99441"/>
                        <a:pt x="18669" y="100203"/>
                        <a:pt x="17907" y="100679"/>
                      </a:cubicBezTo>
                      <a:lnTo>
                        <a:pt x="4763" y="100203"/>
                      </a:lnTo>
                      <a:cubicBezTo>
                        <a:pt x="4763" y="99631"/>
                        <a:pt x="4667" y="99346"/>
                        <a:pt x="4381" y="99346"/>
                      </a:cubicBezTo>
                      <a:cubicBezTo>
                        <a:pt x="4381" y="99346"/>
                        <a:pt x="4096" y="99346"/>
                        <a:pt x="3715" y="99631"/>
                      </a:cubicBezTo>
                      <a:cubicBezTo>
                        <a:pt x="3429" y="99822"/>
                        <a:pt x="3143" y="99917"/>
                        <a:pt x="2953" y="99917"/>
                      </a:cubicBezTo>
                      <a:cubicBezTo>
                        <a:pt x="2667" y="99917"/>
                        <a:pt x="2477" y="99727"/>
                        <a:pt x="2381" y="99441"/>
                      </a:cubicBezTo>
                      <a:cubicBezTo>
                        <a:pt x="1143" y="98584"/>
                        <a:pt x="476" y="97631"/>
                        <a:pt x="476" y="96393"/>
                      </a:cubicBezTo>
                      <a:cubicBezTo>
                        <a:pt x="476" y="95821"/>
                        <a:pt x="762" y="94774"/>
                        <a:pt x="1143" y="93250"/>
                      </a:cubicBezTo>
                      <a:cubicBezTo>
                        <a:pt x="1619" y="91821"/>
                        <a:pt x="1905" y="90678"/>
                        <a:pt x="1905" y="89821"/>
                      </a:cubicBezTo>
                      <a:cubicBezTo>
                        <a:pt x="1905" y="89059"/>
                        <a:pt x="1714" y="88392"/>
                        <a:pt x="1429" y="87630"/>
                      </a:cubicBezTo>
                      <a:cubicBezTo>
                        <a:pt x="1048" y="85534"/>
                        <a:pt x="953" y="81629"/>
                        <a:pt x="1048" y="76009"/>
                      </a:cubicBezTo>
                      <a:cubicBezTo>
                        <a:pt x="1048" y="71152"/>
                        <a:pt x="762" y="67246"/>
                        <a:pt x="0" y="64579"/>
                      </a:cubicBezTo>
                      <a:cubicBezTo>
                        <a:pt x="667" y="63627"/>
                        <a:pt x="1048" y="62484"/>
                        <a:pt x="1048" y="61055"/>
                      </a:cubicBezTo>
                      <a:cubicBezTo>
                        <a:pt x="1048" y="60484"/>
                        <a:pt x="953" y="59626"/>
                        <a:pt x="762" y="58388"/>
                      </a:cubicBezTo>
                      <a:cubicBezTo>
                        <a:pt x="571" y="57150"/>
                        <a:pt x="476" y="56197"/>
                        <a:pt x="476" y="55626"/>
                      </a:cubicBezTo>
                      <a:cubicBezTo>
                        <a:pt x="476" y="54007"/>
                        <a:pt x="1048" y="52578"/>
                        <a:pt x="2000" y="51530"/>
                      </a:cubicBezTo>
                      <a:cubicBezTo>
                        <a:pt x="762" y="46672"/>
                        <a:pt x="190" y="41148"/>
                        <a:pt x="381" y="34957"/>
                      </a:cubicBezTo>
                      <a:lnTo>
                        <a:pt x="1048" y="34957"/>
                      </a:lnTo>
                      <a:cubicBezTo>
                        <a:pt x="857" y="34290"/>
                        <a:pt x="762" y="33528"/>
                        <a:pt x="762" y="32671"/>
                      </a:cubicBezTo>
                      <a:cubicBezTo>
                        <a:pt x="762" y="31813"/>
                        <a:pt x="857" y="30480"/>
                        <a:pt x="1048" y="28765"/>
                      </a:cubicBezTo>
                      <a:cubicBezTo>
                        <a:pt x="1334" y="27051"/>
                        <a:pt x="1429" y="25717"/>
                        <a:pt x="1429" y="24765"/>
                      </a:cubicBezTo>
                      <a:cubicBezTo>
                        <a:pt x="1429" y="22955"/>
                        <a:pt x="1048" y="21336"/>
                        <a:pt x="381" y="20002"/>
                      </a:cubicBezTo>
                      <a:cubicBezTo>
                        <a:pt x="1429" y="20002"/>
                        <a:pt x="2477" y="19526"/>
                        <a:pt x="3620" y="18764"/>
                      </a:cubicBezTo>
                      <a:cubicBezTo>
                        <a:pt x="3620" y="19050"/>
                        <a:pt x="4096" y="19145"/>
                        <a:pt x="4763" y="19145"/>
                      </a:cubicBezTo>
                      <a:cubicBezTo>
                        <a:pt x="5429" y="19145"/>
                        <a:pt x="5905" y="19336"/>
                        <a:pt x="6287" y="19621"/>
                      </a:cubicBezTo>
                      <a:lnTo>
                        <a:pt x="7239" y="18288"/>
                      </a:lnTo>
                      <a:cubicBezTo>
                        <a:pt x="6953" y="18955"/>
                        <a:pt x="7048" y="19621"/>
                        <a:pt x="7429" y="20288"/>
                      </a:cubicBezTo>
                      <a:cubicBezTo>
                        <a:pt x="7906" y="21050"/>
                        <a:pt x="8477" y="21241"/>
                        <a:pt x="9144" y="20955"/>
                      </a:cubicBezTo>
                      <a:cubicBezTo>
                        <a:pt x="9906" y="20193"/>
                        <a:pt x="10287" y="19336"/>
                        <a:pt x="10287" y="18764"/>
                      </a:cubicBezTo>
                      <a:cubicBezTo>
                        <a:pt x="10287" y="17526"/>
                        <a:pt x="8954" y="16478"/>
                        <a:pt x="6382" y="15430"/>
                      </a:cubicBezTo>
                      <a:cubicBezTo>
                        <a:pt x="3810" y="14383"/>
                        <a:pt x="2381" y="13716"/>
                        <a:pt x="2286" y="13335"/>
                      </a:cubicBezTo>
                      <a:cubicBezTo>
                        <a:pt x="2572" y="13335"/>
                        <a:pt x="2953" y="13430"/>
                        <a:pt x="3238" y="13430"/>
                      </a:cubicBezTo>
                      <a:cubicBezTo>
                        <a:pt x="3905" y="13430"/>
                        <a:pt x="5620" y="12763"/>
                        <a:pt x="8477" y="11430"/>
                      </a:cubicBezTo>
                      <a:cubicBezTo>
                        <a:pt x="8287" y="10954"/>
                        <a:pt x="8001" y="10573"/>
                        <a:pt x="7620" y="10573"/>
                      </a:cubicBezTo>
                      <a:cubicBezTo>
                        <a:pt x="7429" y="10573"/>
                        <a:pt x="7144" y="10763"/>
                        <a:pt x="6763" y="10954"/>
                      </a:cubicBezTo>
                      <a:cubicBezTo>
                        <a:pt x="6382" y="11239"/>
                        <a:pt x="6001" y="11335"/>
                        <a:pt x="5810" y="11335"/>
                      </a:cubicBezTo>
                      <a:cubicBezTo>
                        <a:pt x="6096" y="11144"/>
                        <a:pt x="6191" y="10668"/>
                        <a:pt x="6191" y="9906"/>
                      </a:cubicBezTo>
                      <a:cubicBezTo>
                        <a:pt x="3905" y="8477"/>
                        <a:pt x="2191" y="8096"/>
                        <a:pt x="953" y="8572"/>
                      </a:cubicBezTo>
                      <a:lnTo>
                        <a:pt x="953" y="2762"/>
                      </a:lnTo>
                      <a:lnTo>
                        <a:pt x="22003" y="2096"/>
                      </a:lnTo>
                      <a:cubicBezTo>
                        <a:pt x="23051" y="4191"/>
                        <a:pt x="24194" y="6382"/>
                        <a:pt x="25241" y="8572"/>
                      </a:cubicBezTo>
                      <a:cubicBezTo>
                        <a:pt x="26289" y="10858"/>
                        <a:pt x="26670" y="13240"/>
                        <a:pt x="26384" y="15812"/>
                      </a:cubicBezTo>
                      <a:cubicBezTo>
                        <a:pt x="26956" y="15145"/>
                        <a:pt x="27432" y="14764"/>
                        <a:pt x="27908" y="14764"/>
                      </a:cubicBezTo>
                      <a:cubicBezTo>
                        <a:pt x="28194" y="14764"/>
                        <a:pt x="28575" y="15240"/>
                        <a:pt x="29051" y="16192"/>
                      </a:cubicBezTo>
                      <a:cubicBezTo>
                        <a:pt x="29432" y="17145"/>
                        <a:pt x="29909" y="17812"/>
                        <a:pt x="30289" y="18097"/>
                      </a:cubicBezTo>
                      <a:cubicBezTo>
                        <a:pt x="30099" y="18669"/>
                        <a:pt x="30004" y="19240"/>
                        <a:pt x="30004" y="19717"/>
                      </a:cubicBezTo>
                      <a:cubicBezTo>
                        <a:pt x="30004" y="20764"/>
                        <a:pt x="30766" y="22003"/>
                        <a:pt x="32385" y="23431"/>
                      </a:cubicBezTo>
                      <a:cubicBezTo>
                        <a:pt x="34004" y="24860"/>
                        <a:pt x="34766" y="26384"/>
                        <a:pt x="34671" y="27622"/>
                      </a:cubicBezTo>
                      <a:cubicBezTo>
                        <a:pt x="34957" y="28289"/>
                        <a:pt x="36671" y="31242"/>
                        <a:pt x="39529" y="36671"/>
                      </a:cubicBezTo>
                      <a:cubicBezTo>
                        <a:pt x="39529" y="38957"/>
                        <a:pt x="39910" y="40386"/>
                        <a:pt x="40481" y="41053"/>
                      </a:cubicBezTo>
                      <a:cubicBezTo>
                        <a:pt x="40862" y="40862"/>
                        <a:pt x="41148" y="40767"/>
                        <a:pt x="41338" y="40767"/>
                      </a:cubicBezTo>
                      <a:cubicBezTo>
                        <a:pt x="41815" y="40767"/>
                        <a:pt x="42005" y="41148"/>
                        <a:pt x="42101" y="41815"/>
                      </a:cubicBezTo>
                      <a:cubicBezTo>
                        <a:pt x="42101" y="42767"/>
                        <a:pt x="42291" y="43243"/>
                        <a:pt x="42386" y="43529"/>
                      </a:cubicBezTo>
                      <a:cubicBezTo>
                        <a:pt x="42863" y="43815"/>
                        <a:pt x="43720" y="45053"/>
                        <a:pt x="44958" y="47244"/>
                      </a:cubicBezTo>
                      <a:cubicBezTo>
                        <a:pt x="46006" y="48768"/>
                        <a:pt x="47149" y="49625"/>
                        <a:pt x="48578" y="49721"/>
                      </a:cubicBezTo>
                      <a:cubicBezTo>
                        <a:pt x="48387" y="50292"/>
                        <a:pt x="48768" y="50959"/>
                        <a:pt x="49625" y="51530"/>
                      </a:cubicBezTo>
                      <a:lnTo>
                        <a:pt x="50959" y="50101"/>
                      </a:lnTo>
                      <a:lnTo>
                        <a:pt x="50578" y="32195"/>
                      </a:lnTo>
                      <a:cubicBezTo>
                        <a:pt x="51149" y="31813"/>
                        <a:pt x="51435" y="31337"/>
                        <a:pt x="51435" y="30956"/>
                      </a:cubicBezTo>
                      <a:cubicBezTo>
                        <a:pt x="51435" y="30671"/>
                        <a:pt x="51149" y="30099"/>
                        <a:pt x="50673" y="29337"/>
                      </a:cubicBezTo>
                      <a:cubicBezTo>
                        <a:pt x="50102" y="28480"/>
                        <a:pt x="49911" y="28004"/>
                        <a:pt x="49911" y="27527"/>
                      </a:cubicBezTo>
                      <a:cubicBezTo>
                        <a:pt x="49911" y="26860"/>
                        <a:pt x="50292" y="26479"/>
                        <a:pt x="50959" y="25908"/>
                      </a:cubicBezTo>
                      <a:cubicBezTo>
                        <a:pt x="50292" y="24003"/>
                        <a:pt x="50006" y="22098"/>
                        <a:pt x="50006" y="20002"/>
                      </a:cubicBezTo>
                      <a:cubicBezTo>
                        <a:pt x="50006" y="18479"/>
                        <a:pt x="50197" y="16383"/>
                        <a:pt x="50578" y="13716"/>
                      </a:cubicBezTo>
                      <a:cubicBezTo>
                        <a:pt x="51054" y="10954"/>
                        <a:pt x="51245" y="8954"/>
                        <a:pt x="51245" y="7715"/>
                      </a:cubicBezTo>
                      <a:cubicBezTo>
                        <a:pt x="51245" y="6763"/>
                        <a:pt x="51245" y="5810"/>
                        <a:pt x="50959" y="4858"/>
                      </a:cubicBezTo>
                      <a:cubicBezTo>
                        <a:pt x="51911" y="4858"/>
                        <a:pt x="52769" y="4000"/>
                        <a:pt x="53626" y="2191"/>
                      </a:cubicBezTo>
                      <a:cubicBezTo>
                        <a:pt x="54388" y="762"/>
                        <a:pt x="55340" y="190"/>
                        <a:pt x="56674" y="476"/>
                      </a:cubicBezTo>
                      <a:lnTo>
                        <a:pt x="58769" y="476"/>
                      </a:lnTo>
                      <a:cubicBezTo>
                        <a:pt x="59627" y="476"/>
                        <a:pt x="60770" y="476"/>
                        <a:pt x="62294" y="286"/>
                      </a:cubicBezTo>
                      <a:cubicBezTo>
                        <a:pt x="63818" y="95"/>
                        <a:pt x="64961" y="0"/>
                        <a:pt x="65722" y="0"/>
                      </a:cubicBezTo>
                      <a:cubicBezTo>
                        <a:pt x="67342" y="0"/>
                        <a:pt x="68771" y="571"/>
                        <a:pt x="69818" y="1524"/>
                      </a:cubicBezTo>
                      <a:cubicBezTo>
                        <a:pt x="70295" y="7144"/>
                        <a:pt x="70580" y="14192"/>
                        <a:pt x="70580" y="22288"/>
                      </a:cubicBezTo>
                      <a:cubicBezTo>
                        <a:pt x="70580" y="25622"/>
                        <a:pt x="70580" y="30766"/>
                        <a:pt x="70485" y="37624"/>
                      </a:cubicBezTo>
                      <a:cubicBezTo>
                        <a:pt x="70485" y="44577"/>
                        <a:pt x="70295" y="49721"/>
                        <a:pt x="70295" y="53149"/>
                      </a:cubicBezTo>
                      <a:cubicBezTo>
                        <a:pt x="70295" y="60198"/>
                        <a:pt x="70485" y="66294"/>
                        <a:pt x="70771" y="71342"/>
                      </a:cubicBezTo>
                      <a:close/>
                      <a:moveTo>
                        <a:pt x="1143" y="15240"/>
                      </a:moveTo>
                      <a:lnTo>
                        <a:pt x="2477" y="16669"/>
                      </a:lnTo>
                      <a:lnTo>
                        <a:pt x="2477" y="18002"/>
                      </a:lnTo>
                      <a:lnTo>
                        <a:pt x="1143" y="15240"/>
                      </a:lnTo>
                      <a:close/>
                      <a:moveTo>
                        <a:pt x="3524" y="18002"/>
                      </a:moveTo>
                      <a:cubicBezTo>
                        <a:pt x="3524" y="18002"/>
                        <a:pt x="3810" y="18669"/>
                        <a:pt x="3810" y="19145"/>
                      </a:cubicBezTo>
                      <a:cubicBezTo>
                        <a:pt x="3620" y="18764"/>
                        <a:pt x="3524" y="18383"/>
                        <a:pt x="3524" y="18002"/>
                      </a:cubicBezTo>
                      <a:close/>
                      <a:moveTo>
                        <a:pt x="5429" y="16669"/>
                      </a:moveTo>
                      <a:lnTo>
                        <a:pt x="5429" y="18002"/>
                      </a:lnTo>
                      <a:lnTo>
                        <a:pt x="3905" y="16288"/>
                      </a:lnTo>
                      <a:lnTo>
                        <a:pt x="5429" y="16669"/>
                      </a:lnTo>
                      <a:close/>
                      <a:moveTo>
                        <a:pt x="4572" y="11430"/>
                      </a:moveTo>
                      <a:cubicBezTo>
                        <a:pt x="5429" y="11430"/>
                        <a:pt x="5905" y="11621"/>
                        <a:pt x="6096" y="11811"/>
                      </a:cubicBezTo>
                      <a:lnTo>
                        <a:pt x="5429" y="12192"/>
                      </a:lnTo>
                      <a:lnTo>
                        <a:pt x="4572" y="11430"/>
                      </a:lnTo>
                      <a:close/>
                      <a:moveTo>
                        <a:pt x="10859" y="11811"/>
                      </a:moveTo>
                      <a:lnTo>
                        <a:pt x="10573" y="11525"/>
                      </a:lnTo>
                      <a:lnTo>
                        <a:pt x="9525" y="9811"/>
                      </a:lnTo>
                      <a:cubicBezTo>
                        <a:pt x="9239" y="9334"/>
                        <a:pt x="8668" y="8954"/>
                        <a:pt x="7811" y="8954"/>
                      </a:cubicBezTo>
                      <a:cubicBezTo>
                        <a:pt x="8096" y="9144"/>
                        <a:pt x="9049" y="9906"/>
                        <a:pt x="10573" y="11525"/>
                      </a:cubicBezTo>
                      <a:lnTo>
                        <a:pt x="10859" y="11811"/>
                      </a:lnTo>
                      <a:close/>
                      <a:moveTo>
                        <a:pt x="12383" y="18574"/>
                      </a:moveTo>
                      <a:lnTo>
                        <a:pt x="14288" y="18574"/>
                      </a:lnTo>
                      <a:cubicBezTo>
                        <a:pt x="13811" y="18288"/>
                        <a:pt x="13145" y="18288"/>
                        <a:pt x="12383" y="18574"/>
                      </a:cubicBezTo>
                      <a:lnTo>
                        <a:pt x="11239" y="18574"/>
                      </a:lnTo>
                      <a:lnTo>
                        <a:pt x="11621" y="19621"/>
                      </a:lnTo>
                      <a:cubicBezTo>
                        <a:pt x="11621" y="19621"/>
                        <a:pt x="11621" y="20002"/>
                        <a:pt x="11906" y="20288"/>
                      </a:cubicBezTo>
                      <a:lnTo>
                        <a:pt x="11621" y="19621"/>
                      </a:lnTo>
                      <a:cubicBezTo>
                        <a:pt x="11621" y="19145"/>
                        <a:pt x="11906" y="18764"/>
                        <a:pt x="12383" y="18574"/>
                      </a:cubicBezTo>
                      <a:close/>
                      <a:moveTo>
                        <a:pt x="14288" y="77914"/>
                      </a:moveTo>
                      <a:lnTo>
                        <a:pt x="14288" y="74485"/>
                      </a:lnTo>
                      <a:lnTo>
                        <a:pt x="13811" y="74485"/>
                      </a:lnTo>
                      <a:lnTo>
                        <a:pt x="13811" y="77914"/>
                      </a:lnTo>
                      <a:lnTo>
                        <a:pt x="14288" y="77914"/>
                      </a:lnTo>
                      <a:close/>
                      <a:moveTo>
                        <a:pt x="16383" y="20288"/>
                      </a:moveTo>
                      <a:cubicBezTo>
                        <a:pt x="16383" y="20288"/>
                        <a:pt x="16764" y="20669"/>
                        <a:pt x="17145" y="20955"/>
                      </a:cubicBezTo>
                      <a:lnTo>
                        <a:pt x="16383" y="20288"/>
                      </a:lnTo>
                      <a:cubicBezTo>
                        <a:pt x="16383" y="19812"/>
                        <a:pt x="16193" y="19050"/>
                        <a:pt x="15716" y="17907"/>
                      </a:cubicBezTo>
                      <a:cubicBezTo>
                        <a:pt x="15335" y="18288"/>
                        <a:pt x="15145" y="18574"/>
                        <a:pt x="15145" y="18859"/>
                      </a:cubicBezTo>
                      <a:cubicBezTo>
                        <a:pt x="15145" y="19336"/>
                        <a:pt x="15621" y="19717"/>
                        <a:pt x="16383" y="20193"/>
                      </a:cubicBezTo>
                      <a:close/>
                      <a:moveTo>
                        <a:pt x="16764" y="23813"/>
                      </a:moveTo>
                      <a:lnTo>
                        <a:pt x="19145" y="23813"/>
                      </a:lnTo>
                      <a:lnTo>
                        <a:pt x="17526" y="22479"/>
                      </a:lnTo>
                      <a:lnTo>
                        <a:pt x="16764" y="23813"/>
                      </a:lnTo>
                      <a:close/>
                      <a:moveTo>
                        <a:pt x="39814" y="100774"/>
                      </a:moveTo>
                      <a:cubicBezTo>
                        <a:pt x="40386" y="100584"/>
                        <a:pt x="40958" y="100774"/>
                        <a:pt x="41624" y="101155"/>
                      </a:cubicBezTo>
                      <a:lnTo>
                        <a:pt x="40196" y="102298"/>
                      </a:lnTo>
                      <a:lnTo>
                        <a:pt x="39814" y="100774"/>
                      </a:lnTo>
                      <a:close/>
                      <a:moveTo>
                        <a:pt x="49911" y="106108"/>
                      </a:moveTo>
                      <a:lnTo>
                        <a:pt x="49911" y="104204"/>
                      </a:lnTo>
                      <a:lnTo>
                        <a:pt x="50387" y="104204"/>
                      </a:lnTo>
                      <a:cubicBezTo>
                        <a:pt x="50387" y="104680"/>
                        <a:pt x="50387" y="105346"/>
                        <a:pt x="49911" y="106108"/>
                      </a:cubicBezTo>
                      <a:close/>
                      <a:moveTo>
                        <a:pt x="54673" y="85439"/>
                      </a:moveTo>
                      <a:cubicBezTo>
                        <a:pt x="53816" y="85915"/>
                        <a:pt x="53340" y="86392"/>
                        <a:pt x="53340" y="86868"/>
                      </a:cubicBezTo>
                      <a:cubicBezTo>
                        <a:pt x="53340" y="87249"/>
                        <a:pt x="53530" y="87725"/>
                        <a:pt x="54102" y="88487"/>
                      </a:cubicBezTo>
                      <a:cubicBezTo>
                        <a:pt x="54578" y="89154"/>
                        <a:pt x="54864" y="89725"/>
                        <a:pt x="54864" y="90011"/>
                      </a:cubicBezTo>
                      <a:lnTo>
                        <a:pt x="54864" y="90297"/>
                      </a:lnTo>
                      <a:cubicBezTo>
                        <a:pt x="54864" y="90297"/>
                        <a:pt x="54769" y="90583"/>
                        <a:pt x="54769" y="90678"/>
                      </a:cubicBezTo>
                      <a:cubicBezTo>
                        <a:pt x="54864" y="90488"/>
                        <a:pt x="54864" y="90297"/>
                        <a:pt x="54959" y="90011"/>
                      </a:cubicBezTo>
                      <a:cubicBezTo>
                        <a:pt x="54959" y="89725"/>
                        <a:pt x="55054" y="89249"/>
                        <a:pt x="55340" y="88678"/>
                      </a:cubicBezTo>
                      <a:cubicBezTo>
                        <a:pt x="55626" y="88106"/>
                        <a:pt x="55721" y="87630"/>
                        <a:pt x="55721" y="87249"/>
                      </a:cubicBezTo>
                      <a:cubicBezTo>
                        <a:pt x="55721" y="86677"/>
                        <a:pt x="55436" y="86106"/>
                        <a:pt x="54769" y="85439"/>
                      </a:cubicBezTo>
                      <a:close/>
                      <a:moveTo>
                        <a:pt x="54673" y="96393"/>
                      </a:moveTo>
                      <a:cubicBezTo>
                        <a:pt x="55531" y="95726"/>
                        <a:pt x="55817" y="95155"/>
                        <a:pt x="55626" y="94679"/>
                      </a:cubicBezTo>
                      <a:cubicBezTo>
                        <a:pt x="55436" y="94107"/>
                        <a:pt x="55150" y="93821"/>
                        <a:pt x="54673" y="94012"/>
                      </a:cubicBezTo>
                      <a:cubicBezTo>
                        <a:pt x="54197" y="94488"/>
                        <a:pt x="54007" y="95059"/>
                        <a:pt x="54197" y="95536"/>
                      </a:cubicBezTo>
                      <a:cubicBezTo>
                        <a:pt x="54578" y="96393"/>
                        <a:pt x="54673" y="96774"/>
                        <a:pt x="54673" y="96488"/>
                      </a:cubicBezTo>
                      <a:lnTo>
                        <a:pt x="55054" y="96869"/>
                      </a:lnTo>
                      <a:cubicBezTo>
                        <a:pt x="55054" y="96869"/>
                        <a:pt x="55721" y="97631"/>
                        <a:pt x="55721" y="97822"/>
                      </a:cubicBezTo>
                      <a:cubicBezTo>
                        <a:pt x="55817" y="97631"/>
                        <a:pt x="55721" y="97346"/>
                        <a:pt x="55340" y="97060"/>
                      </a:cubicBezTo>
                      <a:cubicBezTo>
                        <a:pt x="55054" y="96774"/>
                        <a:pt x="54864" y="96583"/>
                        <a:pt x="54769" y="96393"/>
                      </a:cubicBezTo>
                      <a:close/>
                      <a:moveTo>
                        <a:pt x="65246" y="32385"/>
                      </a:moveTo>
                      <a:lnTo>
                        <a:pt x="67723" y="33718"/>
                      </a:lnTo>
                      <a:lnTo>
                        <a:pt x="66389" y="32004"/>
                      </a:lnTo>
                      <a:lnTo>
                        <a:pt x="67151" y="31051"/>
                      </a:lnTo>
                      <a:lnTo>
                        <a:pt x="62294" y="29051"/>
                      </a:lnTo>
                      <a:cubicBezTo>
                        <a:pt x="62960" y="29242"/>
                        <a:pt x="63341" y="29718"/>
                        <a:pt x="63341" y="30194"/>
                      </a:cubicBezTo>
                      <a:cubicBezTo>
                        <a:pt x="63341" y="30671"/>
                        <a:pt x="62960" y="31051"/>
                        <a:pt x="62294" y="31432"/>
                      </a:cubicBezTo>
                      <a:cubicBezTo>
                        <a:pt x="62008" y="30861"/>
                        <a:pt x="61722" y="30575"/>
                        <a:pt x="61341" y="30575"/>
                      </a:cubicBezTo>
                      <a:cubicBezTo>
                        <a:pt x="61055" y="30575"/>
                        <a:pt x="60674" y="30575"/>
                        <a:pt x="60198" y="30766"/>
                      </a:cubicBezTo>
                      <a:cubicBezTo>
                        <a:pt x="59722" y="30956"/>
                        <a:pt x="59341" y="31051"/>
                        <a:pt x="59055" y="31051"/>
                      </a:cubicBezTo>
                      <a:cubicBezTo>
                        <a:pt x="58674" y="31051"/>
                        <a:pt x="58484" y="30956"/>
                        <a:pt x="58198" y="30671"/>
                      </a:cubicBezTo>
                      <a:lnTo>
                        <a:pt x="58579" y="30004"/>
                      </a:lnTo>
                      <a:lnTo>
                        <a:pt x="54388" y="31051"/>
                      </a:lnTo>
                      <a:lnTo>
                        <a:pt x="56769" y="31051"/>
                      </a:lnTo>
                      <a:cubicBezTo>
                        <a:pt x="57626" y="30956"/>
                        <a:pt x="58293" y="31242"/>
                        <a:pt x="58864" y="32099"/>
                      </a:cubicBezTo>
                      <a:cubicBezTo>
                        <a:pt x="59436" y="32956"/>
                        <a:pt x="59722" y="33718"/>
                        <a:pt x="59722" y="34290"/>
                      </a:cubicBezTo>
                      <a:lnTo>
                        <a:pt x="60103" y="33814"/>
                      </a:lnTo>
                      <a:cubicBezTo>
                        <a:pt x="60103" y="33814"/>
                        <a:pt x="60674" y="33814"/>
                        <a:pt x="60960" y="34099"/>
                      </a:cubicBezTo>
                      <a:cubicBezTo>
                        <a:pt x="61341" y="34576"/>
                        <a:pt x="61627" y="34766"/>
                        <a:pt x="61722" y="34766"/>
                      </a:cubicBezTo>
                      <a:lnTo>
                        <a:pt x="61722" y="32956"/>
                      </a:lnTo>
                      <a:cubicBezTo>
                        <a:pt x="61722" y="32195"/>
                        <a:pt x="61913" y="31718"/>
                        <a:pt x="62484" y="31432"/>
                      </a:cubicBezTo>
                      <a:cubicBezTo>
                        <a:pt x="63055" y="31813"/>
                        <a:pt x="63437" y="32099"/>
                        <a:pt x="63532" y="32099"/>
                      </a:cubicBezTo>
                      <a:cubicBezTo>
                        <a:pt x="63532" y="31242"/>
                        <a:pt x="63722" y="30766"/>
                        <a:pt x="64103" y="30766"/>
                      </a:cubicBezTo>
                      <a:cubicBezTo>
                        <a:pt x="64484" y="30575"/>
                        <a:pt x="65056" y="30766"/>
                        <a:pt x="66008" y="31528"/>
                      </a:cubicBezTo>
                      <a:cubicBezTo>
                        <a:pt x="66008" y="31813"/>
                        <a:pt x="66008" y="32195"/>
                        <a:pt x="65532" y="32480"/>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 name="Google Shape;1490;p99"/>
                <p:cNvSpPr/>
                <p:nvPr/>
              </p:nvSpPr>
              <p:spPr>
                <a:xfrm>
                  <a:off x="5877877" y="4672202"/>
                  <a:ext cx="22193" cy="100965"/>
                </a:xfrm>
                <a:custGeom>
                  <a:avLst/>
                  <a:gdLst/>
                  <a:ahLst/>
                  <a:cxnLst/>
                  <a:rect l="l" t="t" r="r" b="b"/>
                  <a:pathLst>
                    <a:path w="22193" h="100965" extrusionOk="0">
                      <a:moveTo>
                        <a:pt x="20860" y="87725"/>
                      </a:moveTo>
                      <a:cubicBezTo>
                        <a:pt x="20860" y="90202"/>
                        <a:pt x="20860" y="91631"/>
                        <a:pt x="20479" y="92297"/>
                      </a:cubicBezTo>
                      <a:cubicBezTo>
                        <a:pt x="21336" y="95726"/>
                        <a:pt x="21146" y="98298"/>
                        <a:pt x="20003" y="99917"/>
                      </a:cubicBezTo>
                      <a:cubicBezTo>
                        <a:pt x="19240" y="100298"/>
                        <a:pt x="18288" y="100489"/>
                        <a:pt x="17050" y="100489"/>
                      </a:cubicBezTo>
                      <a:lnTo>
                        <a:pt x="13430" y="100489"/>
                      </a:lnTo>
                      <a:cubicBezTo>
                        <a:pt x="13430" y="99251"/>
                        <a:pt x="13335" y="98584"/>
                        <a:pt x="13049" y="98488"/>
                      </a:cubicBezTo>
                      <a:cubicBezTo>
                        <a:pt x="13049" y="100203"/>
                        <a:pt x="12478" y="100965"/>
                        <a:pt x="11144" y="100965"/>
                      </a:cubicBezTo>
                      <a:cubicBezTo>
                        <a:pt x="10763" y="100965"/>
                        <a:pt x="10001" y="100870"/>
                        <a:pt x="9049" y="100584"/>
                      </a:cubicBezTo>
                      <a:cubicBezTo>
                        <a:pt x="8001" y="100394"/>
                        <a:pt x="7334" y="100203"/>
                        <a:pt x="6953" y="100203"/>
                      </a:cubicBezTo>
                      <a:cubicBezTo>
                        <a:pt x="6477" y="100203"/>
                        <a:pt x="6096" y="100203"/>
                        <a:pt x="5810" y="100394"/>
                      </a:cubicBezTo>
                      <a:cubicBezTo>
                        <a:pt x="5429" y="100108"/>
                        <a:pt x="5144" y="99917"/>
                        <a:pt x="4763" y="99917"/>
                      </a:cubicBezTo>
                      <a:cubicBezTo>
                        <a:pt x="4477" y="99917"/>
                        <a:pt x="4191" y="99917"/>
                        <a:pt x="3810" y="100108"/>
                      </a:cubicBezTo>
                      <a:cubicBezTo>
                        <a:pt x="3429" y="100108"/>
                        <a:pt x="3143" y="100298"/>
                        <a:pt x="3048" y="100298"/>
                      </a:cubicBezTo>
                      <a:cubicBezTo>
                        <a:pt x="2667" y="100298"/>
                        <a:pt x="2286" y="100108"/>
                        <a:pt x="1905" y="99822"/>
                      </a:cubicBezTo>
                      <a:cubicBezTo>
                        <a:pt x="1048" y="95917"/>
                        <a:pt x="667" y="91726"/>
                        <a:pt x="667" y="87344"/>
                      </a:cubicBezTo>
                      <a:cubicBezTo>
                        <a:pt x="667" y="83820"/>
                        <a:pt x="1048" y="78200"/>
                        <a:pt x="1905" y="70390"/>
                      </a:cubicBezTo>
                      <a:cubicBezTo>
                        <a:pt x="953" y="64579"/>
                        <a:pt x="667" y="54959"/>
                        <a:pt x="1238" y="41720"/>
                      </a:cubicBezTo>
                      <a:cubicBezTo>
                        <a:pt x="381" y="40958"/>
                        <a:pt x="0" y="40291"/>
                        <a:pt x="0" y="39719"/>
                      </a:cubicBezTo>
                      <a:cubicBezTo>
                        <a:pt x="0" y="39529"/>
                        <a:pt x="190" y="39148"/>
                        <a:pt x="571" y="38671"/>
                      </a:cubicBezTo>
                      <a:cubicBezTo>
                        <a:pt x="953" y="38195"/>
                        <a:pt x="1143" y="37814"/>
                        <a:pt x="1143" y="37338"/>
                      </a:cubicBezTo>
                      <a:cubicBezTo>
                        <a:pt x="1143" y="36862"/>
                        <a:pt x="953" y="36195"/>
                        <a:pt x="476" y="35528"/>
                      </a:cubicBezTo>
                      <a:cubicBezTo>
                        <a:pt x="953" y="34957"/>
                        <a:pt x="953" y="33433"/>
                        <a:pt x="476" y="30956"/>
                      </a:cubicBezTo>
                      <a:cubicBezTo>
                        <a:pt x="0" y="28861"/>
                        <a:pt x="667" y="27527"/>
                        <a:pt x="2381" y="27242"/>
                      </a:cubicBezTo>
                      <a:lnTo>
                        <a:pt x="476" y="24098"/>
                      </a:lnTo>
                      <a:cubicBezTo>
                        <a:pt x="1143" y="23717"/>
                        <a:pt x="1429" y="22955"/>
                        <a:pt x="1429" y="22003"/>
                      </a:cubicBezTo>
                      <a:cubicBezTo>
                        <a:pt x="1429" y="21336"/>
                        <a:pt x="1238" y="20193"/>
                        <a:pt x="857" y="18479"/>
                      </a:cubicBezTo>
                      <a:cubicBezTo>
                        <a:pt x="381" y="16859"/>
                        <a:pt x="190" y="15621"/>
                        <a:pt x="190" y="14764"/>
                      </a:cubicBezTo>
                      <a:cubicBezTo>
                        <a:pt x="190" y="13621"/>
                        <a:pt x="476" y="12668"/>
                        <a:pt x="1143" y="11906"/>
                      </a:cubicBezTo>
                      <a:cubicBezTo>
                        <a:pt x="857" y="9049"/>
                        <a:pt x="762" y="7525"/>
                        <a:pt x="762" y="7049"/>
                      </a:cubicBezTo>
                      <a:cubicBezTo>
                        <a:pt x="762" y="3810"/>
                        <a:pt x="1905" y="1715"/>
                        <a:pt x="4191" y="857"/>
                      </a:cubicBezTo>
                      <a:lnTo>
                        <a:pt x="6477" y="857"/>
                      </a:lnTo>
                      <a:cubicBezTo>
                        <a:pt x="7334" y="857"/>
                        <a:pt x="8668" y="667"/>
                        <a:pt x="10478" y="381"/>
                      </a:cubicBezTo>
                      <a:cubicBezTo>
                        <a:pt x="12287" y="95"/>
                        <a:pt x="13621" y="0"/>
                        <a:pt x="14573" y="0"/>
                      </a:cubicBezTo>
                      <a:cubicBezTo>
                        <a:pt x="17145" y="0"/>
                        <a:pt x="19050" y="1048"/>
                        <a:pt x="20193" y="3143"/>
                      </a:cubicBezTo>
                      <a:cubicBezTo>
                        <a:pt x="20288" y="10573"/>
                        <a:pt x="20288" y="21431"/>
                        <a:pt x="20193" y="36100"/>
                      </a:cubicBezTo>
                      <a:cubicBezTo>
                        <a:pt x="20098" y="36100"/>
                        <a:pt x="19717" y="36100"/>
                        <a:pt x="19050" y="36481"/>
                      </a:cubicBezTo>
                      <a:cubicBezTo>
                        <a:pt x="18955" y="37052"/>
                        <a:pt x="19240" y="37624"/>
                        <a:pt x="20003" y="38100"/>
                      </a:cubicBezTo>
                      <a:cubicBezTo>
                        <a:pt x="20764" y="38576"/>
                        <a:pt x="21146" y="38957"/>
                        <a:pt x="21146" y="39148"/>
                      </a:cubicBezTo>
                      <a:cubicBezTo>
                        <a:pt x="21146" y="39529"/>
                        <a:pt x="20860" y="39910"/>
                        <a:pt x="20193" y="40291"/>
                      </a:cubicBezTo>
                      <a:lnTo>
                        <a:pt x="19050" y="41243"/>
                      </a:lnTo>
                      <a:cubicBezTo>
                        <a:pt x="20098" y="42577"/>
                        <a:pt x="20574" y="44196"/>
                        <a:pt x="20574" y="46006"/>
                      </a:cubicBezTo>
                      <a:cubicBezTo>
                        <a:pt x="20574" y="46863"/>
                        <a:pt x="20479" y="48196"/>
                        <a:pt x="20098" y="49911"/>
                      </a:cubicBezTo>
                      <a:cubicBezTo>
                        <a:pt x="19812" y="51626"/>
                        <a:pt x="19717" y="53054"/>
                        <a:pt x="19717" y="53912"/>
                      </a:cubicBezTo>
                      <a:cubicBezTo>
                        <a:pt x="19717" y="55054"/>
                        <a:pt x="19812" y="56198"/>
                        <a:pt x="20193" y="57150"/>
                      </a:cubicBezTo>
                      <a:cubicBezTo>
                        <a:pt x="20288" y="63246"/>
                        <a:pt x="20193" y="72009"/>
                        <a:pt x="19717" y="83344"/>
                      </a:cubicBezTo>
                      <a:cubicBezTo>
                        <a:pt x="19812" y="83725"/>
                        <a:pt x="20193" y="83820"/>
                        <a:pt x="20764" y="83725"/>
                      </a:cubicBezTo>
                      <a:lnTo>
                        <a:pt x="22193" y="83725"/>
                      </a:lnTo>
                      <a:cubicBezTo>
                        <a:pt x="21146" y="84296"/>
                        <a:pt x="20574" y="85535"/>
                        <a:pt x="20574" y="87535"/>
                      </a:cubicBezTo>
                      <a:close/>
                      <a:moveTo>
                        <a:pt x="4477" y="24956"/>
                      </a:moveTo>
                      <a:cubicBezTo>
                        <a:pt x="4477" y="24956"/>
                        <a:pt x="4096" y="25146"/>
                        <a:pt x="4096" y="25337"/>
                      </a:cubicBezTo>
                      <a:cubicBezTo>
                        <a:pt x="4096" y="25622"/>
                        <a:pt x="4381" y="26003"/>
                        <a:pt x="4763" y="26194"/>
                      </a:cubicBezTo>
                      <a:cubicBezTo>
                        <a:pt x="5144" y="26479"/>
                        <a:pt x="5524" y="26479"/>
                        <a:pt x="5905" y="26289"/>
                      </a:cubicBezTo>
                      <a:cubicBezTo>
                        <a:pt x="5524" y="25718"/>
                        <a:pt x="5048" y="25241"/>
                        <a:pt x="4477" y="24860"/>
                      </a:cubicBezTo>
                      <a:close/>
                      <a:moveTo>
                        <a:pt x="4858" y="22860"/>
                      </a:moveTo>
                      <a:lnTo>
                        <a:pt x="6287" y="20860"/>
                      </a:lnTo>
                      <a:lnTo>
                        <a:pt x="4477" y="21527"/>
                      </a:lnTo>
                      <a:cubicBezTo>
                        <a:pt x="4477" y="21527"/>
                        <a:pt x="4858" y="22003"/>
                        <a:pt x="4858" y="22860"/>
                      </a:cubicBezTo>
                      <a:close/>
                      <a:moveTo>
                        <a:pt x="4477" y="89821"/>
                      </a:moveTo>
                      <a:lnTo>
                        <a:pt x="6287" y="89821"/>
                      </a:lnTo>
                      <a:cubicBezTo>
                        <a:pt x="6287" y="89821"/>
                        <a:pt x="5905" y="89154"/>
                        <a:pt x="5429" y="89154"/>
                      </a:cubicBezTo>
                      <a:cubicBezTo>
                        <a:pt x="4953" y="89154"/>
                        <a:pt x="4572" y="89345"/>
                        <a:pt x="4477" y="89821"/>
                      </a:cubicBezTo>
                      <a:close/>
                      <a:moveTo>
                        <a:pt x="19145" y="39529"/>
                      </a:moveTo>
                      <a:cubicBezTo>
                        <a:pt x="18764" y="40196"/>
                        <a:pt x="18859" y="40672"/>
                        <a:pt x="19431" y="40862"/>
                      </a:cubicBezTo>
                      <a:cubicBezTo>
                        <a:pt x="20193" y="40291"/>
                        <a:pt x="20574" y="39815"/>
                        <a:pt x="20574" y="39338"/>
                      </a:cubicBezTo>
                      <a:cubicBezTo>
                        <a:pt x="20574" y="39053"/>
                        <a:pt x="20098" y="38576"/>
                        <a:pt x="19050" y="38005"/>
                      </a:cubicBezTo>
                      <a:cubicBezTo>
                        <a:pt x="18002" y="37338"/>
                        <a:pt x="17526" y="36767"/>
                        <a:pt x="17621" y="36195"/>
                      </a:cubicBezTo>
                      <a:lnTo>
                        <a:pt x="17050" y="36576"/>
                      </a:lnTo>
                      <a:lnTo>
                        <a:pt x="18002" y="37624"/>
                      </a:lnTo>
                      <a:lnTo>
                        <a:pt x="17050" y="38671"/>
                      </a:lnTo>
                      <a:cubicBezTo>
                        <a:pt x="17050" y="38671"/>
                        <a:pt x="16383" y="37910"/>
                        <a:pt x="16097" y="37148"/>
                      </a:cubicBezTo>
                      <a:cubicBezTo>
                        <a:pt x="15812" y="36386"/>
                        <a:pt x="15335" y="36004"/>
                        <a:pt x="14764" y="36004"/>
                      </a:cubicBezTo>
                      <a:cubicBezTo>
                        <a:pt x="14573" y="36004"/>
                        <a:pt x="14097" y="36004"/>
                        <a:pt x="13621" y="36195"/>
                      </a:cubicBezTo>
                      <a:lnTo>
                        <a:pt x="15240" y="37910"/>
                      </a:lnTo>
                      <a:cubicBezTo>
                        <a:pt x="14764" y="38481"/>
                        <a:pt x="14097" y="38862"/>
                        <a:pt x="13145" y="39148"/>
                      </a:cubicBezTo>
                      <a:cubicBezTo>
                        <a:pt x="11811" y="39529"/>
                        <a:pt x="11049" y="39815"/>
                        <a:pt x="10954" y="39910"/>
                      </a:cubicBezTo>
                      <a:cubicBezTo>
                        <a:pt x="14288" y="40862"/>
                        <a:pt x="16192" y="40481"/>
                        <a:pt x="16859" y="38576"/>
                      </a:cubicBezTo>
                      <a:cubicBezTo>
                        <a:pt x="17336" y="39529"/>
                        <a:pt x="17716" y="40005"/>
                        <a:pt x="17812" y="39910"/>
                      </a:cubicBezTo>
                      <a:cubicBezTo>
                        <a:pt x="17812" y="39529"/>
                        <a:pt x="18002" y="39148"/>
                        <a:pt x="18574" y="38576"/>
                      </a:cubicBezTo>
                      <a:cubicBezTo>
                        <a:pt x="19526" y="38576"/>
                        <a:pt x="19717" y="38862"/>
                        <a:pt x="19336" y="39529"/>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 name="Google Shape;1491;p99"/>
                <p:cNvSpPr/>
                <p:nvPr/>
              </p:nvSpPr>
              <p:spPr>
                <a:xfrm>
                  <a:off x="5908833" y="4672107"/>
                  <a:ext cx="70866" cy="106108"/>
                </a:xfrm>
                <a:custGeom>
                  <a:avLst/>
                  <a:gdLst/>
                  <a:ahLst/>
                  <a:cxnLst/>
                  <a:rect l="l" t="t" r="r" b="b"/>
                  <a:pathLst>
                    <a:path w="70866" h="106108" extrusionOk="0">
                      <a:moveTo>
                        <a:pt x="70866" y="72009"/>
                      </a:moveTo>
                      <a:cubicBezTo>
                        <a:pt x="70295" y="72295"/>
                        <a:pt x="70009" y="72676"/>
                        <a:pt x="70009" y="72962"/>
                      </a:cubicBezTo>
                      <a:cubicBezTo>
                        <a:pt x="70009" y="72676"/>
                        <a:pt x="70295" y="73342"/>
                        <a:pt x="70866" y="74866"/>
                      </a:cubicBezTo>
                      <a:cubicBezTo>
                        <a:pt x="70009" y="76486"/>
                        <a:pt x="69628" y="78391"/>
                        <a:pt x="69628" y="80867"/>
                      </a:cubicBezTo>
                      <a:cubicBezTo>
                        <a:pt x="69628" y="82201"/>
                        <a:pt x="69723" y="84296"/>
                        <a:pt x="70199" y="87058"/>
                      </a:cubicBezTo>
                      <a:cubicBezTo>
                        <a:pt x="70580" y="89916"/>
                        <a:pt x="70771" y="91821"/>
                        <a:pt x="70771" y="92964"/>
                      </a:cubicBezTo>
                      <a:cubicBezTo>
                        <a:pt x="70771" y="98298"/>
                        <a:pt x="67818" y="101346"/>
                        <a:pt x="62008" y="102013"/>
                      </a:cubicBezTo>
                      <a:cubicBezTo>
                        <a:pt x="61246" y="101251"/>
                        <a:pt x="60484" y="100870"/>
                        <a:pt x="59626" y="100870"/>
                      </a:cubicBezTo>
                      <a:cubicBezTo>
                        <a:pt x="59246" y="100870"/>
                        <a:pt x="58674" y="100965"/>
                        <a:pt x="57912" y="101251"/>
                      </a:cubicBezTo>
                      <a:cubicBezTo>
                        <a:pt x="57150" y="101537"/>
                        <a:pt x="56769" y="101632"/>
                        <a:pt x="56483" y="101632"/>
                      </a:cubicBezTo>
                      <a:cubicBezTo>
                        <a:pt x="55626" y="101632"/>
                        <a:pt x="55054" y="101251"/>
                        <a:pt x="54769" y="100393"/>
                      </a:cubicBezTo>
                      <a:lnTo>
                        <a:pt x="53340" y="100013"/>
                      </a:lnTo>
                      <a:lnTo>
                        <a:pt x="53912" y="99631"/>
                      </a:lnTo>
                      <a:cubicBezTo>
                        <a:pt x="52578" y="99441"/>
                        <a:pt x="51245" y="98298"/>
                        <a:pt x="50006" y="96202"/>
                      </a:cubicBezTo>
                      <a:cubicBezTo>
                        <a:pt x="48768" y="94202"/>
                        <a:pt x="47434" y="93059"/>
                        <a:pt x="46101" y="92773"/>
                      </a:cubicBezTo>
                      <a:cubicBezTo>
                        <a:pt x="46196" y="92392"/>
                        <a:pt x="46196" y="92012"/>
                        <a:pt x="46101" y="91630"/>
                      </a:cubicBezTo>
                      <a:cubicBezTo>
                        <a:pt x="45911" y="91154"/>
                        <a:pt x="45815" y="90868"/>
                        <a:pt x="45815" y="90773"/>
                      </a:cubicBezTo>
                      <a:cubicBezTo>
                        <a:pt x="45815" y="90392"/>
                        <a:pt x="46101" y="90106"/>
                        <a:pt x="46672" y="89916"/>
                      </a:cubicBezTo>
                      <a:cubicBezTo>
                        <a:pt x="45339" y="88963"/>
                        <a:pt x="44005" y="87058"/>
                        <a:pt x="42672" y="84201"/>
                      </a:cubicBezTo>
                      <a:cubicBezTo>
                        <a:pt x="41338" y="81343"/>
                        <a:pt x="40005" y="79534"/>
                        <a:pt x="38862" y="78676"/>
                      </a:cubicBezTo>
                      <a:cubicBezTo>
                        <a:pt x="38481" y="76295"/>
                        <a:pt x="37338" y="73533"/>
                        <a:pt x="35433" y="70295"/>
                      </a:cubicBezTo>
                      <a:cubicBezTo>
                        <a:pt x="32480" y="65722"/>
                        <a:pt x="30956" y="63151"/>
                        <a:pt x="30766" y="62770"/>
                      </a:cubicBezTo>
                      <a:cubicBezTo>
                        <a:pt x="30766" y="62008"/>
                        <a:pt x="30575" y="61150"/>
                        <a:pt x="29908" y="59912"/>
                      </a:cubicBezTo>
                      <a:cubicBezTo>
                        <a:pt x="29146" y="58674"/>
                        <a:pt x="28861" y="57817"/>
                        <a:pt x="28861" y="57245"/>
                      </a:cubicBezTo>
                      <a:cubicBezTo>
                        <a:pt x="28861" y="56959"/>
                        <a:pt x="28956" y="56483"/>
                        <a:pt x="29242" y="56102"/>
                      </a:cubicBezTo>
                      <a:cubicBezTo>
                        <a:pt x="28861" y="56197"/>
                        <a:pt x="28480" y="56293"/>
                        <a:pt x="28099" y="56293"/>
                      </a:cubicBezTo>
                      <a:cubicBezTo>
                        <a:pt x="26956" y="56293"/>
                        <a:pt x="25908" y="55054"/>
                        <a:pt x="25146" y="52483"/>
                      </a:cubicBezTo>
                      <a:cubicBezTo>
                        <a:pt x="24289" y="49911"/>
                        <a:pt x="23050" y="48673"/>
                        <a:pt x="21431" y="48673"/>
                      </a:cubicBezTo>
                      <a:cubicBezTo>
                        <a:pt x="21050" y="48673"/>
                        <a:pt x="20764" y="48673"/>
                        <a:pt x="20288" y="48768"/>
                      </a:cubicBezTo>
                      <a:cubicBezTo>
                        <a:pt x="20669" y="51054"/>
                        <a:pt x="20860" y="53530"/>
                        <a:pt x="20860" y="56293"/>
                      </a:cubicBezTo>
                      <a:cubicBezTo>
                        <a:pt x="20860" y="58483"/>
                        <a:pt x="20669" y="61913"/>
                        <a:pt x="20288" y="66294"/>
                      </a:cubicBezTo>
                      <a:cubicBezTo>
                        <a:pt x="19907" y="70675"/>
                        <a:pt x="19621" y="74009"/>
                        <a:pt x="19621" y="76200"/>
                      </a:cubicBezTo>
                      <a:cubicBezTo>
                        <a:pt x="19621" y="80296"/>
                        <a:pt x="20193" y="84010"/>
                        <a:pt x="21241" y="87249"/>
                      </a:cubicBezTo>
                      <a:cubicBezTo>
                        <a:pt x="20193" y="87916"/>
                        <a:pt x="19621" y="88868"/>
                        <a:pt x="19621" y="90106"/>
                      </a:cubicBezTo>
                      <a:cubicBezTo>
                        <a:pt x="19621" y="90773"/>
                        <a:pt x="19812" y="91726"/>
                        <a:pt x="20098" y="92964"/>
                      </a:cubicBezTo>
                      <a:cubicBezTo>
                        <a:pt x="20383" y="94202"/>
                        <a:pt x="20574" y="95059"/>
                        <a:pt x="20574" y="95726"/>
                      </a:cubicBezTo>
                      <a:cubicBezTo>
                        <a:pt x="20574" y="96964"/>
                        <a:pt x="20003" y="97822"/>
                        <a:pt x="18764" y="98298"/>
                      </a:cubicBezTo>
                      <a:cubicBezTo>
                        <a:pt x="18764" y="99441"/>
                        <a:pt x="18479" y="100203"/>
                        <a:pt x="17812" y="100679"/>
                      </a:cubicBezTo>
                      <a:lnTo>
                        <a:pt x="4667" y="100203"/>
                      </a:lnTo>
                      <a:cubicBezTo>
                        <a:pt x="4667" y="99631"/>
                        <a:pt x="4572" y="99346"/>
                        <a:pt x="4286" y="99346"/>
                      </a:cubicBezTo>
                      <a:cubicBezTo>
                        <a:pt x="4191" y="99346"/>
                        <a:pt x="4000" y="99346"/>
                        <a:pt x="3715" y="99631"/>
                      </a:cubicBezTo>
                      <a:cubicBezTo>
                        <a:pt x="3334" y="99822"/>
                        <a:pt x="3143" y="99917"/>
                        <a:pt x="2953" y="99917"/>
                      </a:cubicBezTo>
                      <a:cubicBezTo>
                        <a:pt x="2667" y="99917"/>
                        <a:pt x="2476" y="99727"/>
                        <a:pt x="2381" y="99441"/>
                      </a:cubicBezTo>
                      <a:cubicBezTo>
                        <a:pt x="1143" y="98584"/>
                        <a:pt x="476" y="97631"/>
                        <a:pt x="476" y="96393"/>
                      </a:cubicBezTo>
                      <a:cubicBezTo>
                        <a:pt x="476" y="95821"/>
                        <a:pt x="667" y="94774"/>
                        <a:pt x="1143" y="93250"/>
                      </a:cubicBezTo>
                      <a:cubicBezTo>
                        <a:pt x="1524" y="91821"/>
                        <a:pt x="1810" y="90678"/>
                        <a:pt x="1810" y="89821"/>
                      </a:cubicBezTo>
                      <a:cubicBezTo>
                        <a:pt x="1810" y="89059"/>
                        <a:pt x="1619" y="88392"/>
                        <a:pt x="1333" y="87630"/>
                      </a:cubicBezTo>
                      <a:cubicBezTo>
                        <a:pt x="1048" y="85534"/>
                        <a:pt x="857" y="81629"/>
                        <a:pt x="953" y="76009"/>
                      </a:cubicBezTo>
                      <a:cubicBezTo>
                        <a:pt x="953" y="71152"/>
                        <a:pt x="667" y="67246"/>
                        <a:pt x="0" y="64579"/>
                      </a:cubicBezTo>
                      <a:cubicBezTo>
                        <a:pt x="667" y="63627"/>
                        <a:pt x="953" y="62484"/>
                        <a:pt x="953" y="61055"/>
                      </a:cubicBezTo>
                      <a:cubicBezTo>
                        <a:pt x="953" y="60484"/>
                        <a:pt x="953" y="59626"/>
                        <a:pt x="667" y="58388"/>
                      </a:cubicBezTo>
                      <a:cubicBezTo>
                        <a:pt x="476" y="57150"/>
                        <a:pt x="381" y="56197"/>
                        <a:pt x="381" y="55626"/>
                      </a:cubicBezTo>
                      <a:cubicBezTo>
                        <a:pt x="381" y="54007"/>
                        <a:pt x="857" y="52578"/>
                        <a:pt x="1905" y="51530"/>
                      </a:cubicBezTo>
                      <a:cubicBezTo>
                        <a:pt x="667" y="46672"/>
                        <a:pt x="95" y="41148"/>
                        <a:pt x="286" y="34957"/>
                      </a:cubicBezTo>
                      <a:lnTo>
                        <a:pt x="953" y="34957"/>
                      </a:lnTo>
                      <a:cubicBezTo>
                        <a:pt x="762" y="34290"/>
                        <a:pt x="667" y="33528"/>
                        <a:pt x="667" y="32671"/>
                      </a:cubicBezTo>
                      <a:cubicBezTo>
                        <a:pt x="667" y="31813"/>
                        <a:pt x="762" y="30480"/>
                        <a:pt x="1048" y="28765"/>
                      </a:cubicBezTo>
                      <a:cubicBezTo>
                        <a:pt x="1238" y="27051"/>
                        <a:pt x="1333" y="25717"/>
                        <a:pt x="1333" y="24765"/>
                      </a:cubicBezTo>
                      <a:cubicBezTo>
                        <a:pt x="1333" y="22955"/>
                        <a:pt x="1048" y="21336"/>
                        <a:pt x="286" y="20002"/>
                      </a:cubicBezTo>
                      <a:cubicBezTo>
                        <a:pt x="1333" y="20002"/>
                        <a:pt x="2381" y="19526"/>
                        <a:pt x="3524" y="18764"/>
                      </a:cubicBezTo>
                      <a:cubicBezTo>
                        <a:pt x="3524" y="19050"/>
                        <a:pt x="4000" y="19145"/>
                        <a:pt x="4667" y="19145"/>
                      </a:cubicBezTo>
                      <a:cubicBezTo>
                        <a:pt x="5334" y="19145"/>
                        <a:pt x="5810" y="19336"/>
                        <a:pt x="6191" y="19621"/>
                      </a:cubicBezTo>
                      <a:lnTo>
                        <a:pt x="7239" y="18288"/>
                      </a:lnTo>
                      <a:cubicBezTo>
                        <a:pt x="7048" y="18955"/>
                        <a:pt x="7048" y="19621"/>
                        <a:pt x="7525" y="20288"/>
                      </a:cubicBezTo>
                      <a:cubicBezTo>
                        <a:pt x="7906" y="21050"/>
                        <a:pt x="8477" y="21241"/>
                        <a:pt x="9239" y="20955"/>
                      </a:cubicBezTo>
                      <a:cubicBezTo>
                        <a:pt x="10001" y="20193"/>
                        <a:pt x="10287" y="19336"/>
                        <a:pt x="10287" y="18764"/>
                      </a:cubicBezTo>
                      <a:cubicBezTo>
                        <a:pt x="10287" y="17526"/>
                        <a:pt x="9049" y="16478"/>
                        <a:pt x="6477" y="15430"/>
                      </a:cubicBezTo>
                      <a:cubicBezTo>
                        <a:pt x="3905" y="14383"/>
                        <a:pt x="2572" y="13716"/>
                        <a:pt x="2381" y="13335"/>
                      </a:cubicBezTo>
                      <a:cubicBezTo>
                        <a:pt x="2667" y="13335"/>
                        <a:pt x="3048" y="13430"/>
                        <a:pt x="3334" y="13430"/>
                      </a:cubicBezTo>
                      <a:cubicBezTo>
                        <a:pt x="4000" y="13430"/>
                        <a:pt x="5715" y="12763"/>
                        <a:pt x="8572" y="11430"/>
                      </a:cubicBezTo>
                      <a:cubicBezTo>
                        <a:pt x="8287" y="10954"/>
                        <a:pt x="8001" y="10573"/>
                        <a:pt x="7715" y="10573"/>
                      </a:cubicBezTo>
                      <a:cubicBezTo>
                        <a:pt x="7525" y="10573"/>
                        <a:pt x="7239" y="10763"/>
                        <a:pt x="6858" y="10954"/>
                      </a:cubicBezTo>
                      <a:cubicBezTo>
                        <a:pt x="6477" y="11239"/>
                        <a:pt x="6096" y="11335"/>
                        <a:pt x="5810" y="11335"/>
                      </a:cubicBezTo>
                      <a:cubicBezTo>
                        <a:pt x="6096" y="11144"/>
                        <a:pt x="6191" y="10668"/>
                        <a:pt x="6191" y="9906"/>
                      </a:cubicBezTo>
                      <a:cubicBezTo>
                        <a:pt x="3905" y="8477"/>
                        <a:pt x="2191" y="8096"/>
                        <a:pt x="953" y="8572"/>
                      </a:cubicBezTo>
                      <a:lnTo>
                        <a:pt x="953" y="2762"/>
                      </a:lnTo>
                      <a:lnTo>
                        <a:pt x="22098" y="2096"/>
                      </a:lnTo>
                      <a:cubicBezTo>
                        <a:pt x="23146" y="4191"/>
                        <a:pt x="24194" y="6382"/>
                        <a:pt x="25241" y="8572"/>
                      </a:cubicBezTo>
                      <a:cubicBezTo>
                        <a:pt x="26289" y="10858"/>
                        <a:pt x="26670" y="13240"/>
                        <a:pt x="26384" y="15812"/>
                      </a:cubicBezTo>
                      <a:cubicBezTo>
                        <a:pt x="26956" y="15145"/>
                        <a:pt x="27432" y="14764"/>
                        <a:pt x="27908" y="14764"/>
                      </a:cubicBezTo>
                      <a:cubicBezTo>
                        <a:pt x="28194" y="14764"/>
                        <a:pt x="28670" y="15240"/>
                        <a:pt x="29051" y="16192"/>
                      </a:cubicBezTo>
                      <a:cubicBezTo>
                        <a:pt x="29432" y="17145"/>
                        <a:pt x="29908" y="17812"/>
                        <a:pt x="30289" y="18097"/>
                      </a:cubicBezTo>
                      <a:cubicBezTo>
                        <a:pt x="30099" y="18669"/>
                        <a:pt x="30004" y="19240"/>
                        <a:pt x="30004" y="19717"/>
                      </a:cubicBezTo>
                      <a:cubicBezTo>
                        <a:pt x="30004" y="20764"/>
                        <a:pt x="30861" y="22003"/>
                        <a:pt x="32385" y="23431"/>
                      </a:cubicBezTo>
                      <a:cubicBezTo>
                        <a:pt x="34004" y="24860"/>
                        <a:pt x="34766" y="26384"/>
                        <a:pt x="34671" y="27622"/>
                      </a:cubicBezTo>
                      <a:cubicBezTo>
                        <a:pt x="34957" y="28289"/>
                        <a:pt x="36576" y="31242"/>
                        <a:pt x="39529" y="36671"/>
                      </a:cubicBezTo>
                      <a:cubicBezTo>
                        <a:pt x="39529" y="38957"/>
                        <a:pt x="39814" y="40386"/>
                        <a:pt x="40481" y="41053"/>
                      </a:cubicBezTo>
                      <a:cubicBezTo>
                        <a:pt x="40862" y="40862"/>
                        <a:pt x="41148" y="40767"/>
                        <a:pt x="41338" y="40767"/>
                      </a:cubicBezTo>
                      <a:cubicBezTo>
                        <a:pt x="41720" y="40767"/>
                        <a:pt x="42005" y="41148"/>
                        <a:pt x="42100" y="41815"/>
                      </a:cubicBezTo>
                      <a:cubicBezTo>
                        <a:pt x="42100" y="42767"/>
                        <a:pt x="42291" y="43243"/>
                        <a:pt x="42291" y="43529"/>
                      </a:cubicBezTo>
                      <a:cubicBezTo>
                        <a:pt x="42767" y="43815"/>
                        <a:pt x="43624" y="45053"/>
                        <a:pt x="44863" y="47244"/>
                      </a:cubicBezTo>
                      <a:cubicBezTo>
                        <a:pt x="45815" y="48768"/>
                        <a:pt x="47054" y="49625"/>
                        <a:pt x="48482" y="49721"/>
                      </a:cubicBezTo>
                      <a:cubicBezTo>
                        <a:pt x="48292" y="50292"/>
                        <a:pt x="48673" y="50959"/>
                        <a:pt x="49530" y="51530"/>
                      </a:cubicBezTo>
                      <a:lnTo>
                        <a:pt x="50959" y="50101"/>
                      </a:lnTo>
                      <a:lnTo>
                        <a:pt x="50578" y="32195"/>
                      </a:lnTo>
                      <a:cubicBezTo>
                        <a:pt x="51149" y="31813"/>
                        <a:pt x="51435" y="31337"/>
                        <a:pt x="51435" y="30956"/>
                      </a:cubicBezTo>
                      <a:cubicBezTo>
                        <a:pt x="51435" y="30671"/>
                        <a:pt x="51149" y="30099"/>
                        <a:pt x="50673" y="29337"/>
                      </a:cubicBezTo>
                      <a:cubicBezTo>
                        <a:pt x="50101" y="28480"/>
                        <a:pt x="49816" y="28004"/>
                        <a:pt x="49816" y="27527"/>
                      </a:cubicBezTo>
                      <a:cubicBezTo>
                        <a:pt x="49816" y="26860"/>
                        <a:pt x="50197" y="26479"/>
                        <a:pt x="50959" y="25908"/>
                      </a:cubicBezTo>
                      <a:cubicBezTo>
                        <a:pt x="50292" y="24003"/>
                        <a:pt x="49911" y="22098"/>
                        <a:pt x="49911" y="20002"/>
                      </a:cubicBezTo>
                      <a:cubicBezTo>
                        <a:pt x="49911" y="18479"/>
                        <a:pt x="50101" y="16383"/>
                        <a:pt x="50482" y="13716"/>
                      </a:cubicBezTo>
                      <a:cubicBezTo>
                        <a:pt x="50863" y="10954"/>
                        <a:pt x="51149" y="8954"/>
                        <a:pt x="51149" y="7715"/>
                      </a:cubicBezTo>
                      <a:cubicBezTo>
                        <a:pt x="51149" y="6763"/>
                        <a:pt x="51054" y="5810"/>
                        <a:pt x="50863" y="4858"/>
                      </a:cubicBezTo>
                      <a:cubicBezTo>
                        <a:pt x="51721" y="4858"/>
                        <a:pt x="52673" y="4000"/>
                        <a:pt x="53435" y="2191"/>
                      </a:cubicBezTo>
                      <a:cubicBezTo>
                        <a:pt x="54197" y="762"/>
                        <a:pt x="55245" y="190"/>
                        <a:pt x="56579" y="476"/>
                      </a:cubicBezTo>
                      <a:lnTo>
                        <a:pt x="58674" y="476"/>
                      </a:lnTo>
                      <a:cubicBezTo>
                        <a:pt x="59531" y="476"/>
                        <a:pt x="60674" y="476"/>
                        <a:pt x="62198" y="286"/>
                      </a:cubicBezTo>
                      <a:cubicBezTo>
                        <a:pt x="63627" y="95"/>
                        <a:pt x="64865" y="0"/>
                        <a:pt x="65627" y="0"/>
                      </a:cubicBezTo>
                      <a:cubicBezTo>
                        <a:pt x="67246" y="0"/>
                        <a:pt x="68675" y="571"/>
                        <a:pt x="69723" y="1524"/>
                      </a:cubicBezTo>
                      <a:cubicBezTo>
                        <a:pt x="70199" y="7144"/>
                        <a:pt x="70485" y="14192"/>
                        <a:pt x="70485" y="22288"/>
                      </a:cubicBezTo>
                      <a:cubicBezTo>
                        <a:pt x="70485" y="25622"/>
                        <a:pt x="70485" y="30766"/>
                        <a:pt x="70485" y="37624"/>
                      </a:cubicBezTo>
                      <a:cubicBezTo>
                        <a:pt x="70390" y="44577"/>
                        <a:pt x="70390" y="49721"/>
                        <a:pt x="70390" y="53149"/>
                      </a:cubicBezTo>
                      <a:cubicBezTo>
                        <a:pt x="70390" y="60198"/>
                        <a:pt x="70580" y="66294"/>
                        <a:pt x="70866" y="71342"/>
                      </a:cubicBezTo>
                      <a:close/>
                      <a:moveTo>
                        <a:pt x="953" y="15240"/>
                      </a:moveTo>
                      <a:lnTo>
                        <a:pt x="2381" y="16669"/>
                      </a:lnTo>
                      <a:lnTo>
                        <a:pt x="2381" y="18002"/>
                      </a:lnTo>
                      <a:lnTo>
                        <a:pt x="953" y="15240"/>
                      </a:lnTo>
                      <a:close/>
                      <a:moveTo>
                        <a:pt x="3334" y="18002"/>
                      </a:moveTo>
                      <a:cubicBezTo>
                        <a:pt x="3334" y="18002"/>
                        <a:pt x="3524" y="18669"/>
                        <a:pt x="3524" y="19145"/>
                      </a:cubicBezTo>
                      <a:cubicBezTo>
                        <a:pt x="3334" y="18764"/>
                        <a:pt x="3334" y="18383"/>
                        <a:pt x="3334" y="18002"/>
                      </a:cubicBezTo>
                      <a:close/>
                      <a:moveTo>
                        <a:pt x="5144" y="16669"/>
                      </a:moveTo>
                      <a:lnTo>
                        <a:pt x="5144" y="18002"/>
                      </a:lnTo>
                      <a:lnTo>
                        <a:pt x="3715" y="16288"/>
                      </a:lnTo>
                      <a:lnTo>
                        <a:pt x="5144" y="16669"/>
                      </a:lnTo>
                      <a:close/>
                      <a:moveTo>
                        <a:pt x="4286" y="11430"/>
                      </a:moveTo>
                      <a:cubicBezTo>
                        <a:pt x="5144" y="11430"/>
                        <a:pt x="5620" y="11621"/>
                        <a:pt x="5810" y="11811"/>
                      </a:cubicBezTo>
                      <a:lnTo>
                        <a:pt x="5239" y="12192"/>
                      </a:lnTo>
                      <a:lnTo>
                        <a:pt x="4381" y="11430"/>
                      </a:lnTo>
                      <a:close/>
                      <a:moveTo>
                        <a:pt x="10573" y="11811"/>
                      </a:moveTo>
                      <a:lnTo>
                        <a:pt x="10287" y="11525"/>
                      </a:lnTo>
                      <a:lnTo>
                        <a:pt x="9334" y="9811"/>
                      </a:lnTo>
                      <a:cubicBezTo>
                        <a:pt x="8954" y="9334"/>
                        <a:pt x="8382" y="8954"/>
                        <a:pt x="7620" y="8954"/>
                      </a:cubicBezTo>
                      <a:cubicBezTo>
                        <a:pt x="7906" y="9144"/>
                        <a:pt x="8858" y="9906"/>
                        <a:pt x="10287" y="11525"/>
                      </a:cubicBezTo>
                      <a:lnTo>
                        <a:pt x="10573" y="11811"/>
                      </a:lnTo>
                      <a:close/>
                      <a:moveTo>
                        <a:pt x="12097" y="18574"/>
                      </a:moveTo>
                      <a:lnTo>
                        <a:pt x="14002" y="18574"/>
                      </a:lnTo>
                      <a:cubicBezTo>
                        <a:pt x="14002" y="18574"/>
                        <a:pt x="12859" y="18288"/>
                        <a:pt x="12097" y="18574"/>
                      </a:cubicBezTo>
                      <a:lnTo>
                        <a:pt x="10954" y="18574"/>
                      </a:lnTo>
                      <a:lnTo>
                        <a:pt x="11335" y="19621"/>
                      </a:lnTo>
                      <a:cubicBezTo>
                        <a:pt x="11335" y="19621"/>
                        <a:pt x="11430" y="20002"/>
                        <a:pt x="11621" y="20288"/>
                      </a:cubicBezTo>
                      <a:lnTo>
                        <a:pt x="11335" y="19621"/>
                      </a:lnTo>
                      <a:cubicBezTo>
                        <a:pt x="11335" y="19145"/>
                        <a:pt x="11621" y="18764"/>
                        <a:pt x="12097" y="18574"/>
                      </a:cubicBezTo>
                      <a:close/>
                      <a:moveTo>
                        <a:pt x="14002" y="77914"/>
                      </a:moveTo>
                      <a:lnTo>
                        <a:pt x="14002" y="74485"/>
                      </a:lnTo>
                      <a:lnTo>
                        <a:pt x="13525" y="74485"/>
                      </a:lnTo>
                      <a:lnTo>
                        <a:pt x="13525" y="77914"/>
                      </a:lnTo>
                      <a:lnTo>
                        <a:pt x="14002" y="77914"/>
                      </a:lnTo>
                      <a:close/>
                      <a:moveTo>
                        <a:pt x="16097" y="20288"/>
                      </a:moveTo>
                      <a:cubicBezTo>
                        <a:pt x="16097" y="20288"/>
                        <a:pt x="16573" y="20669"/>
                        <a:pt x="16859" y="20955"/>
                      </a:cubicBezTo>
                      <a:lnTo>
                        <a:pt x="16097" y="20288"/>
                      </a:lnTo>
                      <a:cubicBezTo>
                        <a:pt x="16097" y="19812"/>
                        <a:pt x="15907" y="19050"/>
                        <a:pt x="15526" y="17907"/>
                      </a:cubicBezTo>
                      <a:cubicBezTo>
                        <a:pt x="15145" y="18288"/>
                        <a:pt x="14859" y="18574"/>
                        <a:pt x="14859" y="18859"/>
                      </a:cubicBezTo>
                      <a:cubicBezTo>
                        <a:pt x="14859" y="19336"/>
                        <a:pt x="15240" y="19717"/>
                        <a:pt x="16097" y="20193"/>
                      </a:cubicBezTo>
                      <a:close/>
                      <a:moveTo>
                        <a:pt x="16478" y="23813"/>
                      </a:moveTo>
                      <a:lnTo>
                        <a:pt x="18859" y="23813"/>
                      </a:lnTo>
                      <a:lnTo>
                        <a:pt x="17240" y="22479"/>
                      </a:lnTo>
                      <a:lnTo>
                        <a:pt x="16478" y="23813"/>
                      </a:lnTo>
                      <a:close/>
                      <a:moveTo>
                        <a:pt x="39624" y="100774"/>
                      </a:moveTo>
                      <a:cubicBezTo>
                        <a:pt x="40196" y="100584"/>
                        <a:pt x="40767" y="100774"/>
                        <a:pt x="41529" y="101155"/>
                      </a:cubicBezTo>
                      <a:lnTo>
                        <a:pt x="40005" y="102298"/>
                      </a:lnTo>
                      <a:lnTo>
                        <a:pt x="39624" y="100774"/>
                      </a:lnTo>
                      <a:close/>
                      <a:moveTo>
                        <a:pt x="49721" y="106108"/>
                      </a:moveTo>
                      <a:lnTo>
                        <a:pt x="49721" y="104204"/>
                      </a:lnTo>
                      <a:lnTo>
                        <a:pt x="50197" y="104204"/>
                      </a:lnTo>
                      <a:cubicBezTo>
                        <a:pt x="50197" y="104680"/>
                        <a:pt x="50197" y="105346"/>
                        <a:pt x="49721" y="106108"/>
                      </a:cubicBezTo>
                      <a:close/>
                      <a:moveTo>
                        <a:pt x="54483" y="85439"/>
                      </a:moveTo>
                      <a:cubicBezTo>
                        <a:pt x="53530" y="85915"/>
                        <a:pt x="53149" y="86392"/>
                        <a:pt x="53149" y="86868"/>
                      </a:cubicBezTo>
                      <a:cubicBezTo>
                        <a:pt x="53149" y="87249"/>
                        <a:pt x="53435" y="87725"/>
                        <a:pt x="53912" y="88487"/>
                      </a:cubicBezTo>
                      <a:cubicBezTo>
                        <a:pt x="54388" y="89154"/>
                        <a:pt x="54673" y="89725"/>
                        <a:pt x="54673" y="90011"/>
                      </a:cubicBezTo>
                      <a:lnTo>
                        <a:pt x="54673" y="90297"/>
                      </a:lnTo>
                      <a:cubicBezTo>
                        <a:pt x="54673" y="90297"/>
                        <a:pt x="54578" y="90583"/>
                        <a:pt x="54578" y="90678"/>
                      </a:cubicBezTo>
                      <a:cubicBezTo>
                        <a:pt x="54578" y="90488"/>
                        <a:pt x="54769" y="90297"/>
                        <a:pt x="54769" y="90011"/>
                      </a:cubicBezTo>
                      <a:cubicBezTo>
                        <a:pt x="54769" y="89725"/>
                        <a:pt x="54959" y="89249"/>
                        <a:pt x="55245" y="88678"/>
                      </a:cubicBezTo>
                      <a:cubicBezTo>
                        <a:pt x="55531" y="88106"/>
                        <a:pt x="55626" y="87630"/>
                        <a:pt x="55626" y="87249"/>
                      </a:cubicBezTo>
                      <a:cubicBezTo>
                        <a:pt x="55626" y="86677"/>
                        <a:pt x="55340" y="86106"/>
                        <a:pt x="54673" y="85439"/>
                      </a:cubicBezTo>
                      <a:close/>
                      <a:moveTo>
                        <a:pt x="54483" y="96393"/>
                      </a:moveTo>
                      <a:cubicBezTo>
                        <a:pt x="55340" y="95726"/>
                        <a:pt x="55626" y="95155"/>
                        <a:pt x="55436" y="94679"/>
                      </a:cubicBezTo>
                      <a:cubicBezTo>
                        <a:pt x="55340" y="94107"/>
                        <a:pt x="54959" y="93821"/>
                        <a:pt x="54483" y="94012"/>
                      </a:cubicBezTo>
                      <a:cubicBezTo>
                        <a:pt x="54007" y="94488"/>
                        <a:pt x="53816" y="95059"/>
                        <a:pt x="54007" y="95536"/>
                      </a:cubicBezTo>
                      <a:cubicBezTo>
                        <a:pt x="54292" y="96393"/>
                        <a:pt x="54483" y="96774"/>
                        <a:pt x="54483" y="96488"/>
                      </a:cubicBezTo>
                      <a:lnTo>
                        <a:pt x="54864" y="96869"/>
                      </a:lnTo>
                      <a:cubicBezTo>
                        <a:pt x="54864" y="96869"/>
                        <a:pt x="55436" y="97631"/>
                        <a:pt x="55436" y="97822"/>
                      </a:cubicBezTo>
                      <a:cubicBezTo>
                        <a:pt x="55531" y="97631"/>
                        <a:pt x="55436" y="97346"/>
                        <a:pt x="55054" y="97060"/>
                      </a:cubicBezTo>
                      <a:cubicBezTo>
                        <a:pt x="54769" y="96774"/>
                        <a:pt x="54483" y="96583"/>
                        <a:pt x="54388" y="96393"/>
                      </a:cubicBezTo>
                      <a:close/>
                      <a:moveTo>
                        <a:pt x="65151" y="32385"/>
                      </a:moveTo>
                      <a:lnTo>
                        <a:pt x="67628" y="33718"/>
                      </a:lnTo>
                      <a:lnTo>
                        <a:pt x="66294" y="32004"/>
                      </a:lnTo>
                      <a:lnTo>
                        <a:pt x="67056" y="31051"/>
                      </a:lnTo>
                      <a:lnTo>
                        <a:pt x="62198" y="29051"/>
                      </a:lnTo>
                      <a:cubicBezTo>
                        <a:pt x="62865" y="29242"/>
                        <a:pt x="63246" y="29718"/>
                        <a:pt x="63246" y="30194"/>
                      </a:cubicBezTo>
                      <a:cubicBezTo>
                        <a:pt x="63246" y="30671"/>
                        <a:pt x="62865" y="31051"/>
                        <a:pt x="62198" y="31432"/>
                      </a:cubicBezTo>
                      <a:cubicBezTo>
                        <a:pt x="61913" y="30861"/>
                        <a:pt x="61627" y="30575"/>
                        <a:pt x="61246" y="30575"/>
                      </a:cubicBezTo>
                      <a:cubicBezTo>
                        <a:pt x="60960" y="30575"/>
                        <a:pt x="60579" y="30575"/>
                        <a:pt x="60103" y="30766"/>
                      </a:cubicBezTo>
                      <a:cubicBezTo>
                        <a:pt x="59626" y="30956"/>
                        <a:pt x="59246" y="31051"/>
                        <a:pt x="58960" y="31051"/>
                      </a:cubicBezTo>
                      <a:cubicBezTo>
                        <a:pt x="58674" y="31051"/>
                        <a:pt x="58293" y="30956"/>
                        <a:pt x="58103" y="30671"/>
                      </a:cubicBezTo>
                      <a:lnTo>
                        <a:pt x="58483" y="30004"/>
                      </a:lnTo>
                      <a:lnTo>
                        <a:pt x="54197" y="31051"/>
                      </a:lnTo>
                      <a:lnTo>
                        <a:pt x="56579" y="31051"/>
                      </a:lnTo>
                      <a:cubicBezTo>
                        <a:pt x="57340" y="30956"/>
                        <a:pt x="58007" y="31242"/>
                        <a:pt x="58674" y="32099"/>
                      </a:cubicBezTo>
                      <a:cubicBezTo>
                        <a:pt x="59150" y="32956"/>
                        <a:pt x="59436" y="33718"/>
                        <a:pt x="59436" y="34290"/>
                      </a:cubicBezTo>
                      <a:lnTo>
                        <a:pt x="59817" y="33814"/>
                      </a:lnTo>
                      <a:cubicBezTo>
                        <a:pt x="59817" y="33814"/>
                        <a:pt x="60484" y="33814"/>
                        <a:pt x="60674" y="34099"/>
                      </a:cubicBezTo>
                      <a:cubicBezTo>
                        <a:pt x="61055" y="34576"/>
                        <a:pt x="61341" y="34766"/>
                        <a:pt x="61436" y="34766"/>
                      </a:cubicBezTo>
                      <a:lnTo>
                        <a:pt x="61436" y="32956"/>
                      </a:lnTo>
                      <a:cubicBezTo>
                        <a:pt x="61436" y="32195"/>
                        <a:pt x="61627" y="31718"/>
                        <a:pt x="62198" y="31432"/>
                      </a:cubicBezTo>
                      <a:cubicBezTo>
                        <a:pt x="62770" y="31813"/>
                        <a:pt x="63151" y="32099"/>
                        <a:pt x="63246" y="32099"/>
                      </a:cubicBezTo>
                      <a:cubicBezTo>
                        <a:pt x="63246" y="31242"/>
                        <a:pt x="63437" y="30766"/>
                        <a:pt x="63817" y="30766"/>
                      </a:cubicBezTo>
                      <a:cubicBezTo>
                        <a:pt x="64198" y="30575"/>
                        <a:pt x="64770" y="30766"/>
                        <a:pt x="65722" y="31528"/>
                      </a:cubicBezTo>
                      <a:cubicBezTo>
                        <a:pt x="65722" y="31813"/>
                        <a:pt x="65627" y="32195"/>
                        <a:pt x="65246" y="32480"/>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 name="Google Shape;1492;p99"/>
                <p:cNvSpPr/>
                <p:nvPr/>
              </p:nvSpPr>
              <p:spPr>
                <a:xfrm>
                  <a:off x="5990068" y="4661725"/>
                  <a:ext cx="76689" cy="120586"/>
                </a:xfrm>
                <a:custGeom>
                  <a:avLst/>
                  <a:gdLst/>
                  <a:ahLst/>
                  <a:cxnLst/>
                  <a:rect l="l" t="t" r="r" b="b"/>
                  <a:pathLst>
                    <a:path w="76689" h="120586" extrusionOk="0">
                      <a:moveTo>
                        <a:pt x="69260" y="36481"/>
                      </a:moveTo>
                      <a:cubicBezTo>
                        <a:pt x="71260" y="37433"/>
                        <a:pt x="72404" y="38005"/>
                        <a:pt x="72784" y="38005"/>
                      </a:cubicBezTo>
                      <a:cubicBezTo>
                        <a:pt x="71165" y="39814"/>
                        <a:pt x="70403" y="41148"/>
                        <a:pt x="70689" y="42005"/>
                      </a:cubicBezTo>
                      <a:cubicBezTo>
                        <a:pt x="70498" y="42005"/>
                        <a:pt x="70213" y="41910"/>
                        <a:pt x="69927" y="41910"/>
                      </a:cubicBezTo>
                      <a:cubicBezTo>
                        <a:pt x="69641" y="41910"/>
                        <a:pt x="69070" y="42100"/>
                        <a:pt x="68117" y="42386"/>
                      </a:cubicBezTo>
                      <a:cubicBezTo>
                        <a:pt x="67260" y="42767"/>
                        <a:pt x="66593" y="42863"/>
                        <a:pt x="66117" y="42863"/>
                      </a:cubicBezTo>
                      <a:cubicBezTo>
                        <a:pt x="65355" y="42863"/>
                        <a:pt x="64879" y="42386"/>
                        <a:pt x="64593" y="41434"/>
                      </a:cubicBezTo>
                      <a:cubicBezTo>
                        <a:pt x="64403" y="41719"/>
                        <a:pt x="64212" y="42481"/>
                        <a:pt x="64021" y="43815"/>
                      </a:cubicBezTo>
                      <a:cubicBezTo>
                        <a:pt x="63926" y="44767"/>
                        <a:pt x="63355" y="45434"/>
                        <a:pt x="62497" y="45815"/>
                      </a:cubicBezTo>
                      <a:lnTo>
                        <a:pt x="58688" y="46196"/>
                      </a:lnTo>
                      <a:lnTo>
                        <a:pt x="59354" y="46863"/>
                      </a:lnTo>
                      <a:cubicBezTo>
                        <a:pt x="57640" y="47434"/>
                        <a:pt x="55639" y="47720"/>
                        <a:pt x="53449" y="47720"/>
                      </a:cubicBezTo>
                      <a:lnTo>
                        <a:pt x="53925" y="47244"/>
                      </a:lnTo>
                      <a:cubicBezTo>
                        <a:pt x="54115" y="46387"/>
                        <a:pt x="53734" y="45815"/>
                        <a:pt x="52972" y="45815"/>
                      </a:cubicBezTo>
                      <a:cubicBezTo>
                        <a:pt x="51829" y="45815"/>
                        <a:pt x="51258" y="45529"/>
                        <a:pt x="51067" y="45244"/>
                      </a:cubicBezTo>
                      <a:lnTo>
                        <a:pt x="49067" y="45244"/>
                      </a:lnTo>
                      <a:cubicBezTo>
                        <a:pt x="50115" y="44863"/>
                        <a:pt x="50591" y="44386"/>
                        <a:pt x="50591" y="43720"/>
                      </a:cubicBezTo>
                      <a:cubicBezTo>
                        <a:pt x="50591" y="43529"/>
                        <a:pt x="50496" y="42958"/>
                        <a:pt x="50210" y="42386"/>
                      </a:cubicBezTo>
                      <a:cubicBezTo>
                        <a:pt x="50020" y="41815"/>
                        <a:pt x="49829" y="41338"/>
                        <a:pt x="49829" y="41148"/>
                      </a:cubicBezTo>
                      <a:cubicBezTo>
                        <a:pt x="49829" y="40862"/>
                        <a:pt x="49829" y="40672"/>
                        <a:pt x="50115" y="40481"/>
                      </a:cubicBezTo>
                      <a:lnTo>
                        <a:pt x="48020" y="39719"/>
                      </a:lnTo>
                      <a:cubicBezTo>
                        <a:pt x="48020" y="39719"/>
                        <a:pt x="48305" y="38957"/>
                        <a:pt x="48305" y="38576"/>
                      </a:cubicBezTo>
                      <a:cubicBezTo>
                        <a:pt x="48305" y="37814"/>
                        <a:pt x="47734" y="36862"/>
                        <a:pt x="46496" y="36100"/>
                      </a:cubicBezTo>
                      <a:cubicBezTo>
                        <a:pt x="44971" y="35052"/>
                        <a:pt x="44114" y="34385"/>
                        <a:pt x="43924" y="33909"/>
                      </a:cubicBezTo>
                      <a:cubicBezTo>
                        <a:pt x="43352" y="34195"/>
                        <a:pt x="42781" y="34290"/>
                        <a:pt x="42400" y="34290"/>
                      </a:cubicBezTo>
                      <a:cubicBezTo>
                        <a:pt x="41542" y="34290"/>
                        <a:pt x="40780" y="33718"/>
                        <a:pt x="39923" y="32575"/>
                      </a:cubicBezTo>
                      <a:cubicBezTo>
                        <a:pt x="39161" y="31432"/>
                        <a:pt x="38495" y="30861"/>
                        <a:pt x="38018" y="30861"/>
                      </a:cubicBezTo>
                      <a:cubicBezTo>
                        <a:pt x="37542" y="30861"/>
                        <a:pt x="36971" y="31242"/>
                        <a:pt x="36304" y="31813"/>
                      </a:cubicBezTo>
                      <a:lnTo>
                        <a:pt x="34684" y="30384"/>
                      </a:lnTo>
                      <a:cubicBezTo>
                        <a:pt x="33922" y="31242"/>
                        <a:pt x="32684" y="32004"/>
                        <a:pt x="30779" y="32956"/>
                      </a:cubicBezTo>
                      <a:cubicBezTo>
                        <a:pt x="28874" y="33814"/>
                        <a:pt x="27541" y="34957"/>
                        <a:pt x="26683" y="36290"/>
                      </a:cubicBezTo>
                      <a:cubicBezTo>
                        <a:pt x="26493" y="35909"/>
                        <a:pt x="26207" y="35623"/>
                        <a:pt x="25826" y="35623"/>
                      </a:cubicBezTo>
                      <a:lnTo>
                        <a:pt x="24683" y="35623"/>
                      </a:lnTo>
                      <a:cubicBezTo>
                        <a:pt x="23826" y="36481"/>
                        <a:pt x="22683" y="39529"/>
                        <a:pt x="21159" y="44767"/>
                      </a:cubicBezTo>
                      <a:cubicBezTo>
                        <a:pt x="20016" y="48577"/>
                        <a:pt x="17921" y="50482"/>
                        <a:pt x="14968" y="50482"/>
                      </a:cubicBezTo>
                      <a:cubicBezTo>
                        <a:pt x="14301" y="50482"/>
                        <a:pt x="13539" y="50482"/>
                        <a:pt x="12777" y="50197"/>
                      </a:cubicBezTo>
                      <a:cubicBezTo>
                        <a:pt x="13729" y="50387"/>
                        <a:pt x="15158" y="50673"/>
                        <a:pt x="17158" y="51054"/>
                      </a:cubicBezTo>
                      <a:lnTo>
                        <a:pt x="16968" y="51054"/>
                      </a:lnTo>
                      <a:cubicBezTo>
                        <a:pt x="16682" y="52006"/>
                        <a:pt x="15730" y="52388"/>
                        <a:pt x="14206" y="52578"/>
                      </a:cubicBezTo>
                      <a:lnTo>
                        <a:pt x="10681" y="52578"/>
                      </a:lnTo>
                      <a:cubicBezTo>
                        <a:pt x="10015" y="52578"/>
                        <a:pt x="9538" y="52768"/>
                        <a:pt x="9062" y="53054"/>
                      </a:cubicBezTo>
                      <a:cubicBezTo>
                        <a:pt x="9062" y="53530"/>
                        <a:pt x="8967" y="53911"/>
                        <a:pt x="8967" y="54197"/>
                      </a:cubicBezTo>
                      <a:cubicBezTo>
                        <a:pt x="8967" y="55054"/>
                        <a:pt x="9538" y="55531"/>
                        <a:pt x="10586" y="55531"/>
                      </a:cubicBezTo>
                      <a:cubicBezTo>
                        <a:pt x="10777" y="55531"/>
                        <a:pt x="11063" y="55531"/>
                        <a:pt x="11443" y="55340"/>
                      </a:cubicBezTo>
                      <a:lnTo>
                        <a:pt x="12491" y="55340"/>
                      </a:lnTo>
                      <a:cubicBezTo>
                        <a:pt x="13253" y="55340"/>
                        <a:pt x="13729" y="55531"/>
                        <a:pt x="13920" y="55816"/>
                      </a:cubicBezTo>
                      <a:lnTo>
                        <a:pt x="13920" y="54673"/>
                      </a:lnTo>
                      <a:lnTo>
                        <a:pt x="16873" y="57721"/>
                      </a:lnTo>
                      <a:lnTo>
                        <a:pt x="17635" y="56292"/>
                      </a:lnTo>
                      <a:lnTo>
                        <a:pt x="17254" y="55912"/>
                      </a:lnTo>
                      <a:lnTo>
                        <a:pt x="17635" y="55435"/>
                      </a:lnTo>
                      <a:lnTo>
                        <a:pt x="18778" y="57817"/>
                      </a:lnTo>
                      <a:cubicBezTo>
                        <a:pt x="19825" y="56674"/>
                        <a:pt x="19635" y="55435"/>
                        <a:pt x="18301" y="53816"/>
                      </a:cubicBezTo>
                      <a:cubicBezTo>
                        <a:pt x="18873" y="53816"/>
                        <a:pt x="19540" y="54007"/>
                        <a:pt x="20206" y="54483"/>
                      </a:cubicBezTo>
                      <a:cubicBezTo>
                        <a:pt x="19349" y="55054"/>
                        <a:pt x="19349" y="56769"/>
                        <a:pt x="20206" y="59722"/>
                      </a:cubicBezTo>
                      <a:lnTo>
                        <a:pt x="19825" y="77629"/>
                      </a:lnTo>
                      <a:cubicBezTo>
                        <a:pt x="20492" y="78581"/>
                        <a:pt x="21254" y="80677"/>
                        <a:pt x="22112" y="83915"/>
                      </a:cubicBezTo>
                      <a:cubicBezTo>
                        <a:pt x="25921" y="87534"/>
                        <a:pt x="31922" y="90297"/>
                        <a:pt x="40018" y="92202"/>
                      </a:cubicBezTo>
                      <a:cubicBezTo>
                        <a:pt x="40685" y="90392"/>
                        <a:pt x="42400" y="89440"/>
                        <a:pt x="44971" y="89154"/>
                      </a:cubicBezTo>
                      <a:cubicBezTo>
                        <a:pt x="47638" y="88868"/>
                        <a:pt x="49163" y="87821"/>
                        <a:pt x="49639" y="85915"/>
                      </a:cubicBezTo>
                      <a:cubicBezTo>
                        <a:pt x="50115" y="85630"/>
                        <a:pt x="50687" y="85249"/>
                        <a:pt x="51353" y="84582"/>
                      </a:cubicBezTo>
                      <a:lnTo>
                        <a:pt x="50401" y="82963"/>
                      </a:lnTo>
                      <a:cubicBezTo>
                        <a:pt x="50401" y="82963"/>
                        <a:pt x="51258" y="82582"/>
                        <a:pt x="52306" y="81629"/>
                      </a:cubicBezTo>
                      <a:cubicBezTo>
                        <a:pt x="51734" y="78676"/>
                        <a:pt x="50210" y="77152"/>
                        <a:pt x="47638" y="77152"/>
                      </a:cubicBezTo>
                      <a:cubicBezTo>
                        <a:pt x="46972" y="77152"/>
                        <a:pt x="45638" y="77343"/>
                        <a:pt x="43924" y="77724"/>
                      </a:cubicBezTo>
                      <a:cubicBezTo>
                        <a:pt x="42209" y="78105"/>
                        <a:pt x="40876" y="78200"/>
                        <a:pt x="40018" y="78200"/>
                      </a:cubicBezTo>
                      <a:cubicBezTo>
                        <a:pt x="39161" y="78200"/>
                        <a:pt x="38495" y="78009"/>
                        <a:pt x="37923" y="77724"/>
                      </a:cubicBezTo>
                      <a:lnTo>
                        <a:pt x="34113" y="77724"/>
                      </a:lnTo>
                      <a:cubicBezTo>
                        <a:pt x="34113" y="77724"/>
                        <a:pt x="33827" y="77152"/>
                        <a:pt x="33065" y="76390"/>
                      </a:cubicBezTo>
                      <a:cubicBezTo>
                        <a:pt x="32494" y="76962"/>
                        <a:pt x="32113" y="77248"/>
                        <a:pt x="31827" y="77248"/>
                      </a:cubicBezTo>
                      <a:cubicBezTo>
                        <a:pt x="31637" y="77248"/>
                        <a:pt x="31446" y="77057"/>
                        <a:pt x="31351" y="76771"/>
                      </a:cubicBezTo>
                      <a:cubicBezTo>
                        <a:pt x="30493" y="76105"/>
                        <a:pt x="30208" y="74866"/>
                        <a:pt x="30589" y="73152"/>
                      </a:cubicBezTo>
                      <a:cubicBezTo>
                        <a:pt x="30970" y="71438"/>
                        <a:pt x="30874" y="70294"/>
                        <a:pt x="30398" y="69532"/>
                      </a:cubicBezTo>
                      <a:cubicBezTo>
                        <a:pt x="30398" y="66865"/>
                        <a:pt x="30398" y="65341"/>
                        <a:pt x="30493" y="65056"/>
                      </a:cubicBezTo>
                      <a:cubicBezTo>
                        <a:pt x="30779" y="63246"/>
                        <a:pt x="31446" y="62008"/>
                        <a:pt x="32779" y="61341"/>
                      </a:cubicBezTo>
                      <a:cubicBezTo>
                        <a:pt x="35923" y="60388"/>
                        <a:pt x="39542" y="59912"/>
                        <a:pt x="43829" y="59912"/>
                      </a:cubicBezTo>
                      <a:cubicBezTo>
                        <a:pt x="45829" y="59912"/>
                        <a:pt x="48877" y="60103"/>
                        <a:pt x="52972" y="60293"/>
                      </a:cubicBezTo>
                      <a:cubicBezTo>
                        <a:pt x="57068" y="60579"/>
                        <a:pt x="60212" y="60674"/>
                        <a:pt x="62307" y="60674"/>
                      </a:cubicBezTo>
                      <a:cubicBezTo>
                        <a:pt x="64021" y="60674"/>
                        <a:pt x="65736" y="60674"/>
                        <a:pt x="67165" y="60674"/>
                      </a:cubicBezTo>
                      <a:lnTo>
                        <a:pt x="71641" y="61055"/>
                      </a:lnTo>
                      <a:lnTo>
                        <a:pt x="71641" y="87439"/>
                      </a:lnTo>
                      <a:cubicBezTo>
                        <a:pt x="70308" y="88678"/>
                        <a:pt x="69641" y="89535"/>
                        <a:pt x="69641" y="90202"/>
                      </a:cubicBezTo>
                      <a:cubicBezTo>
                        <a:pt x="69641" y="90583"/>
                        <a:pt x="69832" y="90964"/>
                        <a:pt x="70117" y="91345"/>
                      </a:cubicBezTo>
                      <a:cubicBezTo>
                        <a:pt x="69070" y="93631"/>
                        <a:pt x="66593" y="96488"/>
                        <a:pt x="62879" y="99822"/>
                      </a:cubicBezTo>
                      <a:cubicBezTo>
                        <a:pt x="58783" y="103441"/>
                        <a:pt x="56211" y="106013"/>
                        <a:pt x="55163" y="107632"/>
                      </a:cubicBezTo>
                      <a:cubicBezTo>
                        <a:pt x="54878" y="107347"/>
                        <a:pt x="54401" y="107251"/>
                        <a:pt x="54211" y="107251"/>
                      </a:cubicBezTo>
                      <a:cubicBezTo>
                        <a:pt x="53734" y="107251"/>
                        <a:pt x="53068" y="107632"/>
                        <a:pt x="52210" y="108299"/>
                      </a:cubicBezTo>
                      <a:cubicBezTo>
                        <a:pt x="51258" y="109061"/>
                        <a:pt x="50496" y="109442"/>
                        <a:pt x="50020" y="109442"/>
                      </a:cubicBezTo>
                      <a:cubicBezTo>
                        <a:pt x="45448" y="110871"/>
                        <a:pt x="42019" y="111538"/>
                        <a:pt x="39923" y="111538"/>
                      </a:cubicBezTo>
                      <a:cubicBezTo>
                        <a:pt x="39161" y="111538"/>
                        <a:pt x="38399" y="111538"/>
                        <a:pt x="37732" y="111442"/>
                      </a:cubicBezTo>
                      <a:cubicBezTo>
                        <a:pt x="37542" y="110776"/>
                        <a:pt x="37351" y="110490"/>
                        <a:pt x="36971" y="110490"/>
                      </a:cubicBezTo>
                      <a:cubicBezTo>
                        <a:pt x="36780" y="110490"/>
                        <a:pt x="36494" y="110680"/>
                        <a:pt x="36018" y="111061"/>
                      </a:cubicBezTo>
                      <a:cubicBezTo>
                        <a:pt x="35542" y="111442"/>
                        <a:pt x="35161" y="111538"/>
                        <a:pt x="34875" y="111538"/>
                      </a:cubicBezTo>
                      <a:lnTo>
                        <a:pt x="32684" y="111538"/>
                      </a:lnTo>
                      <a:cubicBezTo>
                        <a:pt x="31827" y="111538"/>
                        <a:pt x="30684" y="111252"/>
                        <a:pt x="29065" y="110585"/>
                      </a:cubicBezTo>
                      <a:cubicBezTo>
                        <a:pt x="27446" y="110014"/>
                        <a:pt x="26398" y="109633"/>
                        <a:pt x="25540" y="109633"/>
                      </a:cubicBezTo>
                      <a:cubicBezTo>
                        <a:pt x="24874" y="109633"/>
                        <a:pt x="24302" y="109728"/>
                        <a:pt x="23635" y="110014"/>
                      </a:cubicBezTo>
                      <a:cubicBezTo>
                        <a:pt x="23350" y="108775"/>
                        <a:pt x="22207" y="108013"/>
                        <a:pt x="20206" y="107823"/>
                      </a:cubicBezTo>
                      <a:cubicBezTo>
                        <a:pt x="18206" y="107632"/>
                        <a:pt x="17158" y="106871"/>
                        <a:pt x="16968" y="105537"/>
                      </a:cubicBezTo>
                      <a:cubicBezTo>
                        <a:pt x="15730" y="104394"/>
                        <a:pt x="14301" y="103917"/>
                        <a:pt x="12587" y="104203"/>
                      </a:cubicBezTo>
                      <a:cubicBezTo>
                        <a:pt x="12587" y="103917"/>
                        <a:pt x="12682" y="103727"/>
                        <a:pt x="12682" y="103537"/>
                      </a:cubicBezTo>
                      <a:cubicBezTo>
                        <a:pt x="12682" y="102870"/>
                        <a:pt x="11920" y="102013"/>
                        <a:pt x="10491" y="101060"/>
                      </a:cubicBezTo>
                      <a:cubicBezTo>
                        <a:pt x="9062" y="100108"/>
                        <a:pt x="8396" y="99060"/>
                        <a:pt x="8396" y="98107"/>
                      </a:cubicBezTo>
                      <a:cubicBezTo>
                        <a:pt x="8396" y="97726"/>
                        <a:pt x="8491" y="97346"/>
                        <a:pt x="8681" y="96964"/>
                      </a:cubicBezTo>
                      <a:cubicBezTo>
                        <a:pt x="4300" y="94107"/>
                        <a:pt x="2109" y="90297"/>
                        <a:pt x="2109" y="85344"/>
                      </a:cubicBezTo>
                      <a:cubicBezTo>
                        <a:pt x="2109" y="84391"/>
                        <a:pt x="2204" y="83344"/>
                        <a:pt x="2490" y="82486"/>
                      </a:cubicBezTo>
                      <a:cubicBezTo>
                        <a:pt x="2776" y="81534"/>
                        <a:pt x="2490" y="80581"/>
                        <a:pt x="1728" y="79534"/>
                      </a:cubicBezTo>
                      <a:cubicBezTo>
                        <a:pt x="775" y="78296"/>
                        <a:pt x="204" y="77438"/>
                        <a:pt x="109" y="76771"/>
                      </a:cubicBezTo>
                      <a:cubicBezTo>
                        <a:pt x="490" y="73723"/>
                        <a:pt x="585" y="68675"/>
                        <a:pt x="109" y="61531"/>
                      </a:cubicBezTo>
                      <a:cubicBezTo>
                        <a:pt x="-177" y="54959"/>
                        <a:pt x="109" y="50006"/>
                        <a:pt x="871" y="46387"/>
                      </a:cubicBezTo>
                      <a:cubicBezTo>
                        <a:pt x="1728" y="45339"/>
                        <a:pt x="2204" y="42577"/>
                        <a:pt x="2299" y="38290"/>
                      </a:cubicBezTo>
                      <a:cubicBezTo>
                        <a:pt x="2395" y="34671"/>
                        <a:pt x="3728" y="32290"/>
                        <a:pt x="6205" y="31051"/>
                      </a:cubicBezTo>
                      <a:cubicBezTo>
                        <a:pt x="6490" y="28956"/>
                        <a:pt x="7919" y="26765"/>
                        <a:pt x="10586" y="24193"/>
                      </a:cubicBezTo>
                      <a:cubicBezTo>
                        <a:pt x="11158" y="23622"/>
                        <a:pt x="13539" y="21622"/>
                        <a:pt x="17539" y="18192"/>
                      </a:cubicBezTo>
                      <a:cubicBezTo>
                        <a:pt x="17921" y="18478"/>
                        <a:pt x="18397" y="18574"/>
                        <a:pt x="18778" y="18574"/>
                      </a:cubicBezTo>
                      <a:cubicBezTo>
                        <a:pt x="19349" y="18574"/>
                        <a:pt x="20111" y="18097"/>
                        <a:pt x="21064" y="17050"/>
                      </a:cubicBezTo>
                      <a:cubicBezTo>
                        <a:pt x="21921" y="16192"/>
                        <a:pt x="22778" y="15621"/>
                        <a:pt x="23540" y="15621"/>
                      </a:cubicBezTo>
                      <a:cubicBezTo>
                        <a:pt x="23731" y="15621"/>
                        <a:pt x="24016" y="15621"/>
                        <a:pt x="24397" y="15811"/>
                      </a:cubicBezTo>
                      <a:cubicBezTo>
                        <a:pt x="24207" y="14954"/>
                        <a:pt x="24397" y="14478"/>
                        <a:pt x="25159" y="14288"/>
                      </a:cubicBezTo>
                      <a:cubicBezTo>
                        <a:pt x="25826" y="14192"/>
                        <a:pt x="26493" y="14002"/>
                        <a:pt x="27160" y="13811"/>
                      </a:cubicBezTo>
                      <a:lnTo>
                        <a:pt x="28112" y="15145"/>
                      </a:lnTo>
                      <a:cubicBezTo>
                        <a:pt x="30398" y="13049"/>
                        <a:pt x="32875" y="12001"/>
                        <a:pt x="35732" y="12001"/>
                      </a:cubicBezTo>
                      <a:cubicBezTo>
                        <a:pt x="38590" y="12001"/>
                        <a:pt x="40971" y="13240"/>
                        <a:pt x="42590" y="15716"/>
                      </a:cubicBezTo>
                      <a:lnTo>
                        <a:pt x="43638" y="13716"/>
                      </a:lnTo>
                      <a:cubicBezTo>
                        <a:pt x="45448" y="14097"/>
                        <a:pt x="47353" y="14573"/>
                        <a:pt x="49448" y="15049"/>
                      </a:cubicBezTo>
                      <a:cubicBezTo>
                        <a:pt x="51544" y="15526"/>
                        <a:pt x="53258" y="16288"/>
                        <a:pt x="54782" y="17431"/>
                      </a:cubicBezTo>
                      <a:cubicBezTo>
                        <a:pt x="54592" y="17526"/>
                        <a:pt x="54211" y="17716"/>
                        <a:pt x="53639" y="17907"/>
                      </a:cubicBezTo>
                      <a:cubicBezTo>
                        <a:pt x="53068" y="18097"/>
                        <a:pt x="52782" y="18383"/>
                        <a:pt x="52782" y="18764"/>
                      </a:cubicBezTo>
                      <a:lnTo>
                        <a:pt x="54782" y="18764"/>
                      </a:lnTo>
                      <a:cubicBezTo>
                        <a:pt x="55639" y="18764"/>
                        <a:pt x="56211" y="18192"/>
                        <a:pt x="56211" y="17431"/>
                      </a:cubicBezTo>
                      <a:lnTo>
                        <a:pt x="60497" y="19717"/>
                      </a:lnTo>
                      <a:cubicBezTo>
                        <a:pt x="60497" y="19717"/>
                        <a:pt x="60307" y="20383"/>
                        <a:pt x="60307" y="20669"/>
                      </a:cubicBezTo>
                      <a:cubicBezTo>
                        <a:pt x="60307" y="21431"/>
                        <a:pt x="60878" y="22288"/>
                        <a:pt x="62021" y="22955"/>
                      </a:cubicBezTo>
                      <a:cubicBezTo>
                        <a:pt x="63545" y="23908"/>
                        <a:pt x="64307" y="24479"/>
                        <a:pt x="64403" y="24574"/>
                      </a:cubicBezTo>
                      <a:cubicBezTo>
                        <a:pt x="64021" y="24765"/>
                        <a:pt x="63831" y="25241"/>
                        <a:pt x="63831" y="26003"/>
                      </a:cubicBezTo>
                      <a:lnTo>
                        <a:pt x="65736" y="26956"/>
                      </a:lnTo>
                      <a:cubicBezTo>
                        <a:pt x="65926" y="27622"/>
                        <a:pt x="65736" y="28289"/>
                        <a:pt x="64974" y="29242"/>
                      </a:cubicBezTo>
                      <a:cubicBezTo>
                        <a:pt x="64117" y="30099"/>
                        <a:pt x="63736" y="30671"/>
                        <a:pt x="63736" y="30861"/>
                      </a:cubicBezTo>
                      <a:cubicBezTo>
                        <a:pt x="63736" y="31242"/>
                        <a:pt x="64403" y="31432"/>
                        <a:pt x="65736" y="31528"/>
                      </a:cubicBezTo>
                      <a:lnTo>
                        <a:pt x="66403" y="29432"/>
                      </a:lnTo>
                      <a:cubicBezTo>
                        <a:pt x="66498" y="29908"/>
                        <a:pt x="66974" y="30194"/>
                        <a:pt x="67641" y="30289"/>
                      </a:cubicBezTo>
                      <a:cubicBezTo>
                        <a:pt x="68403" y="30289"/>
                        <a:pt x="68784" y="30766"/>
                        <a:pt x="68784" y="31528"/>
                      </a:cubicBezTo>
                      <a:lnTo>
                        <a:pt x="66403" y="32480"/>
                      </a:lnTo>
                      <a:cubicBezTo>
                        <a:pt x="66688" y="33052"/>
                        <a:pt x="67546" y="33338"/>
                        <a:pt x="69165" y="33338"/>
                      </a:cubicBezTo>
                      <a:lnTo>
                        <a:pt x="69546" y="32956"/>
                      </a:lnTo>
                      <a:cubicBezTo>
                        <a:pt x="69546" y="35147"/>
                        <a:pt x="69451" y="36481"/>
                        <a:pt x="69165" y="36671"/>
                      </a:cubicBezTo>
                      <a:close/>
                      <a:moveTo>
                        <a:pt x="17158" y="50959"/>
                      </a:moveTo>
                      <a:cubicBezTo>
                        <a:pt x="17158" y="50959"/>
                        <a:pt x="17825" y="50959"/>
                        <a:pt x="17921" y="51054"/>
                      </a:cubicBezTo>
                      <a:cubicBezTo>
                        <a:pt x="17730" y="51054"/>
                        <a:pt x="17539" y="50959"/>
                        <a:pt x="17158" y="50959"/>
                      </a:cubicBezTo>
                      <a:close/>
                      <a:moveTo>
                        <a:pt x="19921" y="51340"/>
                      </a:moveTo>
                      <a:cubicBezTo>
                        <a:pt x="19921" y="51340"/>
                        <a:pt x="19159" y="52006"/>
                        <a:pt x="18873" y="52006"/>
                      </a:cubicBezTo>
                      <a:cubicBezTo>
                        <a:pt x="19254" y="52006"/>
                        <a:pt x="18873" y="51721"/>
                        <a:pt x="17921" y="51149"/>
                      </a:cubicBezTo>
                      <a:cubicBezTo>
                        <a:pt x="18397" y="51149"/>
                        <a:pt x="19063" y="51149"/>
                        <a:pt x="19921" y="51435"/>
                      </a:cubicBezTo>
                      <a:close/>
                      <a:moveTo>
                        <a:pt x="39161" y="21146"/>
                      </a:moveTo>
                      <a:lnTo>
                        <a:pt x="40495" y="21146"/>
                      </a:lnTo>
                      <a:cubicBezTo>
                        <a:pt x="40495" y="21146"/>
                        <a:pt x="40018" y="20764"/>
                        <a:pt x="39733" y="20574"/>
                      </a:cubicBezTo>
                      <a:cubicBezTo>
                        <a:pt x="39447" y="20288"/>
                        <a:pt x="39447" y="20002"/>
                        <a:pt x="39447" y="19717"/>
                      </a:cubicBezTo>
                      <a:lnTo>
                        <a:pt x="39066" y="19717"/>
                      </a:lnTo>
                      <a:lnTo>
                        <a:pt x="39066" y="21241"/>
                      </a:lnTo>
                      <a:close/>
                      <a:moveTo>
                        <a:pt x="43543" y="25527"/>
                      </a:moveTo>
                      <a:lnTo>
                        <a:pt x="43543" y="23527"/>
                      </a:lnTo>
                      <a:lnTo>
                        <a:pt x="42495" y="23527"/>
                      </a:lnTo>
                      <a:lnTo>
                        <a:pt x="43543" y="25527"/>
                      </a:lnTo>
                      <a:close/>
                      <a:moveTo>
                        <a:pt x="47734" y="40291"/>
                      </a:moveTo>
                      <a:lnTo>
                        <a:pt x="48115" y="39433"/>
                      </a:lnTo>
                      <a:lnTo>
                        <a:pt x="48115" y="39433"/>
                      </a:lnTo>
                      <a:lnTo>
                        <a:pt x="47734" y="40291"/>
                      </a:lnTo>
                      <a:close/>
                      <a:moveTo>
                        <a:pt x="52115" y="7620"/>
                      </a:moveTo>
                      <a:lnTo>
                        <a:pt x="52972" y="8572"/>
                      </a:lnTo>
                      <a:lnTo>
                        <a:pt x="50115" y="7144"/>
                      </a:lnTo>
                      <a:lnTo>
                        <a:pt x="52115" y="7525"/>
                      </a:lnTo>
                      <a:close/>
                      <a:moveTo>
                        <a:pt x="54496" y="0"/>
                      </a:moveTo>
                      <a:lnTo>
                        <a:pt x="55354" y="0"/>
                      </a:lnTo>
                      <a:lnTo>
                        <a:pt x="54020" y="1333"/>
                      </a:lnTo>
                      <a:lnTo>
                        <a:pt x="54496" y="0"/>
                      </a:lnTo>
                      <a:close/>
                      <a:moveTo>
                        <a:pt x="56401" y="15430"/>
                      </a:moveTo>
                      <a:lnTo>
                        <a:pt x="55354" y="15430"/>
                      </a:lnTo>
                      <a:lnTo>
                        <a:pt x="57735" y="14383"/>
                      </a:lnTo>
                      <a:lnTo>
                        <a:pt x="56401" y="15430"/>
                      </a:lnTo>
                      <a:close/>
                      <a:moveTo>
                        <a:pt x="57449" y="34957"/>
                      </a:moveTo>
                      <a:lnTo>
                        <a:pt x="58402" y="34576"/>
                      </a:lnTo>
                      <a:cubicBezTo>
                        <a:pt x="58402" y="34576"/>
                        <a:pt x="57735" y="34004"/>
                        <a:pt x="57068" y="34004"/>
                      </a:cubicBezTo>
                      <a:lnTo>
                        <a:pt x="57449" y="34957"/>
                      </a:lnTo>
                      <a:close/>
                      <a:moveTo>
                        <a:pt x="62402" y="28765"/>
                      </a:moveTo>
                      <a:cubicBezTo>
                        <a:pt x="62879" y="28956"/>
                        <a:pt x="63450" y="28765"/>
                        <a:pt x="64021" y="28384"/>
                      </a:cubicBezTo>
                      <a:cubicBezTo>
                        <a:pt x="64593" y="28003"/>
                        <a:pt x="64783" y="27908"/>
                        <a:pt x="64688" y="27717"/>
                      </a:cubicBezTo>
                      <a:cubicBezTo>
                        <a:pt x="64117" y="27908"/>
                        <a:pt x="63450" y="28289"/>
                        <a:pt x="62402" y="28670"/>
                      </a:cubicBezTo>
                      <a:cubicBezTo>
                        <a:pt x="62021" y="28670"/>
                        <a:pt x="61545" y="28480"/>
                        <a:pt x="61164" y="28099"/>
                      </a:cubicBezTo>
                      <a:cubicBezTo>
                        <a:pt x="61545" y="28480"/>
                        <a:pt x="62021" y="28670"/>
                        <a:pt x="62402" y="28670"/>
                      </a:cubicBezTo>
                      <a:close/>
                      <a:moveTo>
                        <a:pt x="62688" y="32671"/>
                      </a:moveTo>
                      <a:lnTo>
                        <a:pt x="62688" y="31242"/>
                      </a:lnTo>
                      <a:lnTo>
                        <a:pt x="62307" y="30575"/>
                      </a:lnTo>
                      <a:lnTo>
                        <a:pt x="62688" y="32575"/>
                      </a:lnTo>
                      <a:close/>
                      <a:moveTo>
                        <a:pt x="63640" y="120586"/>
                      </a:moveTo>
                      <a:lnTo>
                        <a:pt x="63164" y="119253"/>
                      </a:lnTo>
                      <a:lnTo>
                        <a:pt x="63640" y="119253"/>
                      </a:lnTo>
                      <a:lnTo>
                        <a:pt x="63640" y="120586"/>
                      </a:lnTo>
                      <a:close/>
                      <a:moveTo>
                        <a:pt x="75642" y="36004"/>
                      </a:moveTo>
                      <a:lnTo>
                        <a:pt x="76690" y="37052"/>
                      </a:lnTo>
                      <a:lnTo>
                        <a:pt x="74308" y="36004"/>
                      </a:lnTo>
                      <a:lnTo>
                        <a:pt x="75642" y="36004"/>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93" name="Google Shape;1493;p99"/>
              <p:cNvGrpSpPr/>
              <p:nvPr/>
            </p:nvGrpSpPr>
            <p:grpSpPr>
              <a:xfrm>
                <a:off x="10705808" y="7058216"/>
                <a:ext cx="581405" cy="105536"/>
                <a:chOff x="5452490" y="4776311"/>
                <a:chExt cx="581405" cy="105536"/>
              </a:xfrm>
            </p:grpSpPr>
            <p:sp>
              <p:nvSpPr>
                <p:cNvPr id="1494" name="Google Shape;1494;p99"/>
                <p:cNvSpPr/>
                <p:nvPr/>
              </p:nvSpPr>
              <p:spPr>
                <a:xfrm>
                  <a:off x="5452490" y="4781835"/>
                  <a:ext cx="81724" cy="92392"/>
                </a:xfrm>
                <a:custGeom>
                  <a:avLst/>
                  <a:gdLst/>
                  <a:ahLst/>
                  <a:cxnLst/>
                  <a:rect l="l" t="t" r="r" b="b"/>
                  <a:pathLst>
                    <a:path w="81724" h="92392" extrusionOk="0">
                      <a:moveTo>
                        <a:pt x="381" y="39434"/>
                      </a:moveTo>
                      <a:lnTo>
                        <a:pt x="0" y="37910"/>
                      </a:lnTo>
                      <a:lnTo>
                        <a:pt x="857" y="39053"/>
                      </a:lnTo>
                      <a:lnTo>
                        <a:pt x="381" y="39434"/>
                      </a:lnTo>
                      <a:close/>
                      <a:moveTo>
                        <a:pt x="6477" y="51435"/>
                      </a:moveTo>
                      <a:cubicBezTo>
                        <a:pt x="6477" y="51435"/>
                        <a:pt x="7144" y="51626"/>
                        <a:pt x="7715" y="52006"/>
                      </a:cubicBezTo>
                      <a:lnTo>
                        <a:pt x="6477" y="52769"/>
                      </a:lnTo>
                      <a:lnTo>
                        <a:pt x="6477" y="51435"/>
                      </a:lnTo>
                      <a:close/>
                      <a:moveTo>
                        <a:pt x="9335" y="23051"/>
                      </a:moveTo>
                      <a:cubicBezTo>
                        <a:pt x="9335" y="23051"/>
                        <a:pt x="8668" y="23527"/>
                        <a:pt x="8477" y="23527"/>
                      </a:cubicBezTo>
                      <a:cubicBezTo>
                        <a:pt x="8287" y="23527"/>
                        <a:pt x="8096" y="23241"/>
                        <a:pt x="7906" y="22765"/>
                      </a:cubicBezTo>
                      <a:lnTo>
                        <a:pt x="7715" y="21527"/>
                      </a:lnTo>
                      <a:lnTo>
                        <a:pt x="9335" y="23051"/>
                      </a:lnTo>
                      <a:close/>
                      <a:moveTo>
                        <a:pt x="10954" y="25527"/>
                      </a:moveTo>
                      <a:lnTo>
                        <a:pt x="11335" y="23527"/>
                      </a:lnTo>
                      <a:lnTo>
                        <a:pt x="12478" y="25527"/>
                      </a:lnTo>
                      <a:lnTo>
                        <a:pt x="10954" y="25527"/>
                      </a:lnTo>
                      <a:close/>
                      <a:moveTo>
                        <a:pt x="13811" y="20574"/>
                      </a:moveTo>
                      <a:cubicBezTo>
                        <a:pt x="13811" y="20003"/>
                        <a:pt x="13240" y="19526"/>
                        <a:pt x="12478" y="19336"/>
                      </a:cubicBezTo>
                      <a:cubicBezTo>
                        <a:pt x="11621" y="19050"/>
                        <a:pt x="11239" y="18574"/>
                        <a:pt x="11335" y="18097"/>
                      </a:cubicBezTo>
                      <a:cubicBezTo>
                        <a:pt x="11811" y="17907"/>
                        <a:pt x="12287" y="18097"/>
                        <a:pt x="12668" y="18574"/>
                      </a:cubicBezTo>
                      <a:cubicBezTo>
                        <a:pt x="13335" y="19431"/>
                        <a:pt x="13716" y="19717"/>
                        <a:pt x="13811" y="19717"/>
                      </a:cubicBezTo>
                      <a:lnTo>
                        <a:pt x="13811" y="20479"/>
                      </a:lnTo>
                      <a:close/>
                      <a:moveTo>
                        <a:pt x="14478" y="24670"/>
                      </a:moveTo>
                      <a:lnTo>
                        <a:pt x="13335" y="24670"/>
                      </a:lnTo>
                      <a:cubicBezTo>
                        <a:pt x="13335" y="24670"/>
                        <a:pt x="13430" y="24003"/>
                        <a:pt x="13906" y="23813"/>
                      </a:cubicBezTo>
                      <a:cubicBezTo>
                        <a:pt x="14192" y="23622"/>
                        <a:pt x="14478" y="23813"/>
                        <a:pt x="14573" y="24194"/>
                      </a:cubicBezTo>
                      <a:lnTo>
                        <a:pt x="14573" y="24670"/>
                      </a:lnTo>
                      <a:close/>
                      <a:moveTo>
                        <a:pt x="13335" y="60293"/>
                      </a:moveTo>
                      <a:lnTo>
                        <a:pt x="14192" y="59150"/>
                      </a:lnTo>
                      <a:cubicBezTo>
                        <a:pt x="14192" y="59817"/>
                        <a:pt x="14097" y="60293"/>
                        <a:pt x="13906" y="60293"/>
                      </a:cubicBezTo>
                      <a:lnTo>
                        <a:pt x="13335" y="60293"/>
                      </a:lnTo>
                      <a:close/>
                      <a:moveTo>
                        <a:pt x="13906" y="55054"/>
                      </a:moveTo>
                      <a:cubicBezTo>
                        <a:pt x="13716" y="54483"/>
                        <a:pt x="14192" y="54197"/>
                        <a:pt x="15430" y="54197"/>
                      </a:cubicBezTo>
                      <a:cubicBezTo>
                        <a:pt x="15526" y="54578"/>
                        <a:pt x="15430" y="54864"/>
                        <a:pt x="15145" y="55054"/>
                      </a:cubicBezTo>
                      <a:lnTo>
                        <a:pt x="14002" y="55054"/>
                      </a:lnTo>
                      <a:close/>
                      <a:moveTo>
                        <a:pt x="80963" y="80296"/>
                      </a:moveTo>
                      <a:cubicBezTo>
                        <a:pt x="80486" y="81724"/>
                        <a:pt x="80677" y="85344"/>
                        <a:pt x="81439" y="91154"/>
                      </a:cubicBezTo>
                      <a:cubicBezTo>
                        <a:pt x="81153" y="92107"/>
                        <a:pt x="80581" y="92393"/>
                        <a:pt x="79724" y="92393"/>
                      </a:cubicBezTo>
                      <a:cubicBezTo>
                        <a:pt x="79248" y="92393"/>
                        <a:pt x="78677" y="92297"/>
                        <a:pt x="77819" y="92012"/>
                      </a:cubicBezTo>
                      <a:cubicBezTo>
                        <a:pt x="76962" y="91726"/>
                        <a:pt x="76390" y="91535"/>
                        <a:pt x="75914" y="91535"/>
                      </a:cubicBezTo>
                      <a:cubicBezTo>
                        <a:pt x="74486" y="91821"/>
                        <a:pt x="72866" y="92012"/>
                        <a:pt x="70866" y="92012"/>
                      </a:cubicBezTo>
                      <a:cubicBezTo>
                        <a:pt x="68866" y="92012"/>
                        <a:pt x="66961" y="91821"/>
                        <a:pt x="65341" y="91535"/>
                      </a:cubicBezTo>
                      <a:cubicBezTo>
                        <a:pt x="63722" y="88202"/>
                        <a:pt x="62960" y="85249"/>
                        <a:pt x="62960" y="82391"/>
                      </a:cubicBezTo>
                      <a:cubicBezTo>
                        <a:pt x="62960" y="80867"/>
                        <a:pt x="63246" y="79438"/>
                        <a:pt x="63722" y="78200"/>
                      </a:cubicBezTo>
                      <a:lnTo>
                        <a:pt x="64008" y="78200"/>
                      </a:lnTo>
                      <a:cubicBezTo>
                        <a:pt x="62960" y="77438"/>
                        <a:pt x="62674" y="75724"/>
                        <a:pt x="63246" y="73057"/>
                      </a:cubicBezTo>
                      <a:cubicBezTo>
                        <a:pt x="63722" y="70390"/>
                        <a:pt x="63627" y="68675"/>
                        <a:pt x="62960" y="67818"/>
                      </a:cubicBezTo>
                      <a:cubicBezTo>
                        <a:pt x="63341" y="66485"/>
                        <a:pt x="63437" y="64484"/>
                        <a:pt x="63437" y="61722"/>
                      </a:cubicBezTo>
                      <a:cubicBezTo>
                        <a:pt x="63437" y="58960"/>
                        <a:pt x="63437" y="56960"/>
                        <a:pt x="63818" y="55721"/>
                      </a:cubicBezTo>
                      <a:cubicBezTo>
                        <a:pt x="63151" y="55436"/>
                        <a:pt x="62674" y="55245"/>
                        <a:pt x="62103" y="55245"/>
                      </a:cubicBezTo>
                      <a:cubicBezTo>
                        <a:pt x="60674" y="55245"/>
                        <a:pt x="59341" y="56674"/>
                        <a:pt x="58198" y="59627"/>
                      </a:cubicBezTo>
                      <a:cubicBezTo>
                        <a:pt x="56674" y="63151"/>
                        <a:pt x="55531" y="65151"/>
                        <a:pt x="54578" y="65818"/>
                      </a:cubicBezTo>
                      <a:cubicBezTo>
                        <a:pt x="54483" y="66104"/>
                        <a:pt x="54388" y="66389"/>
                        <a:pt x="54388" y="66675"/>
                      </a:cubicBezTo>
                      <a:cubicBezTo>
                        <a:pt x="54388" y="66961"/>
                        <a:pt x="54578" y="67246"/>
                        <a:pt x="54769" y="67818"/>
                      </a:cubicBezTo>
                      <a:cubicBezTo>
                        <a:pt x="55054" y="68199"/>
                        <a:pt x="55245" y="68580"/>
                        <a:pt x="55245" y="68771"/>
                      </a:cubicBezTo>
                      <a:cubicBezTo>
                        <a:pt x="55245" y="69056"/>
                        <a:pt x="55054" y="69437"/>
                        <a:pt x="54578" y="69818"/>
                      </a:cubicBezTo>
                      <a:cubicBezTo>
                        <a:pt x="53245" y="70580"/>
                        <a:pt x="52197" y="71247"/>
                        <a:pt x="51625" y="71819"/>
                      </a:cubicBezTo>
                      <a:cubicBezTo>
                        <a:pt x="52102" y="72104"/>
                        <a:pt x="52388" y="72199"/>
                        <a:pt x="52483" y="72104"/>
                      </a:cubicBezTo>
                      <a:cubicBezTo>
                        <a:pt x="52197" y="72771"/>
                        <a:pt x="51435" y="73628"/>
                        <a:pt x="50292" y="74486"/>
                      </a:cubicBezTo>
                      <a:cubicBezTo>
                        <a:pt x="48863" y="75724"/>
                        <a:pt x="48006" y="76486"/>
                        <a:pt x="47720" y="76962"/>
                      </a:cubicBezTo>
                      <a:cubicBezTo>
                        <a:pt x="46672" y="76486"/>
                        <a:pt x="45720" y="75247"/>
                        <a:pt x="44958" y="73247"/>
                      </a:cubicBezTo>
                      <a:cubicBezTo>
                        <a:pt x="44196" y="71152"/>
                        <a:pt x="43148" y="69818"/>
                        <a:pt x="41624" y="69247"/>
                      </a:cubicBezTo>
                      <a:cubicBezTo>
                        <a:pt x="41815" y="68771"/>
                        <a:pt x="41910" y="68294"/>
                        <a:pt x="41910" y="67818"/>
                      </a:cubicBezTo>
                      <a:cubicBezTo>
                        <a:pt x="41910" y="66961"/>
                        <a:pt x="41434" y="65818"/>
                        <a:pt x="40481" y="64389"/>
                      </a:cubicBezTo>
                      <a:cubicBezTo>
                        <a:pt x="39433" y="62674"/>
                        <a:pt x="38767" y="61531"/>
                        <a:pt x="38481" y="60960"/>
                      </a:cubicBezTo>
                      <a:lnTo>
                        <a:pt x="39338" y="59246"/>
                      </a:lnTo>
                      <a:lnTo>
                        <a:pt x="35243" y="57817"/>
                      </a:lnTo>
                      <a:cubicBezTo>
                        <a:pt x="35243" y="57817"/>
                        <a:pt x="35719" y="57436"/>
                        <a:pt x="36004" y="57436"/>
                      </a:cubicBezTo>
                      <a:cubicBezTo>
                        <a:pt x="36481" y="57436"/>
                        <a:pt x="36957" y="57817"/>
                        <a:pt x="37624" y="58579"/>
                      </a:cubicBezTo>
                      <a:cubicBezTo>
                        <a:pt x="37624" y="55912"/>
                        <a:pt x="36386" y="53626"/>
                        <a:pt x="34099" y="52006"/>
                      </a:cubicBezTo>
                      <a:cubicBezTo>
                        <a:pt x="33433" y="52673"/>
                        <a:pt x="33052" y="54007"/>
                        <a:pt x="33052" y="56007"/>
                      </a:cubicBezTo>
                      <a:cubicBezTo>
                        <a:pt x="33052" y="57912"/>
                        <a:pt x="32766" y="59150"/>
                        <a:pt x="32099" y="59722"/>
                      </a:cubicBezTo>
                      <a:lnTo>
                        <a:pt x="31623" y="59246"/>
                      </a:lnTo>
                      <a:lnTo>
                        <a:pt x="31337" y="59722"/>
                      </a:lnTo>
                      <a:cubicBezTo>
                        <a:pt x="32385" y="60579"/>
                        <a:pt x="32956" y="61817"/>
                        <a:pt x="32956" y="63627"/>
                      </a:cubicBezTo>
                      <a:cubicBezTo>
                        <a:pt x="32956" y="64008"/>
                        <a:pt x="32956" y="64389"/>
                        <a:pt x="32956" y="65056"/>
                      </a:cubicBezTo>
                      <a:lnTo>
                        <a:pt x="32956" y="66389"/>
                      </a:lnTo>
                      <a:cubicBezTo>
                        <a:pt x="32956" y="67437"/>
                        <a:pt x="33052" y="68389"/>
                        <a:pt x="33338" y="68866"/>
                      </a:cubicBezTo>
                      <a:cubicBezTo>
                        <a:pt x="33052" y="69818"/>
                        <a:pt x="32956" y="71247"/>
                        <a:pt x="32956" y="73057"/>
                      </a:cubicBezTo>
                      <a:cubicBezTo>
                        <a:pt x="32956" y="74867"/>
                        <a:pt x="32766" y="76390"/>
                        <a:pt x="32480" y="77248"/>
                      </a:cubicBezTo>
                      <a:cubicBezTo>
                        <a:pt x="32480" y="77724"/>
                        <a:pt x="32671" y="78581"/>
                        <a:pt x="32956" y="79724"/>
                      </a:cubicBezTo>
                      <a:cubicBezTo>
                        <a:pt x="33147" y="80867"/>
                        <a:pt x="33242" y="81724"/>
                        <a:pt x="33242" y="82296"/>
                      </a:cubicBezTo>
                      <a:cubicBezTo>
                        <a:pt x="33242" y="82963"/>
                        <a:pt x="33147" y="83534"/>
                        <a:pt x="32766" y="84011"/>
                      </a:cubicBezTo>
                      <a:lnTo>
                        <a:pt x="33623" y="84868"/>
                      </a:lnTo>
                      <a:lnTo>
                        <a:pt x="32766" y="84868"/>
                      </a:lnTo>
                      <a:cubicBezTo>
                        <a:pt x="32766" y="85344"/>
                        <a:pt x="32861" y="85915"/>
                        <a:pt x="32861" y="86487"/>
                      </a:cubicBezTo>
                      <a:cubicBezTo>
                        <a:pt x="32861" y="89345"/>
                        <a:pt x="31718" y="91249"/>
                        <a:pt x="29623" y="92107"/>
                      </a:cubicBezTo>
                      <a:cubicBezTo>
                        <a:pt x="27337" y="91916"/>
                        <a:pt x="25051" y="91726"/>
                        <a:pt x="22670" y="91630"/>
                      </a:cubicBezTo>
                      <a:cubicBezTo>
                        <a:pt x="19812" y="91345"/>
                        <a:pt x="17621" y="90488"/>
                        <a:pt x="16288" y="89154"/>
                      </a:cubicBezTo>
                      <a:cubicBezTo>
                        <a:pt x="16478" y="84392"/>
                        <a:pt x="16288" y="76771"/>
                        <a:pt x="16002" y="66389"/>
                      </a:cubicBezTo>
                      <a:lnTo>
                        <a:pt x="17145" y="65151"/>
                      </a:lnTo>
                      <a:cubicBezTo>
                        <a:pt x="16669" y="64675"/>
                        <a:pt x="16288" y="64008"/>
                        <a:pt x="16288" y="63151"/>
                      </a:cubicBezTo>
                      <a:cubicBezTo>
                        <a:pt x="16288" y="62770"/>
                        <a:pt x="16288" y="62294"/>
                        <a:pt x="16573" y="61436"/>
                      </a:cubicBezTo>
                      <a:cubicBezTo>
                        <a:pt x="16764" y="60579"/>
                        <a:pt x="16859" y="60007"/>
                        <a:pt x="16859" y="59627"/>
                      </a:cubicBezTo>
                      <a:cubicBezTo>
                        <a:pt x="16859" y="58864"/>
                        <a:pt x="16573" y="58198"/>
                        <a:pt x="16002" y="57721"/>
                      </a:cubicBezTo>
                      <a:lnTo>
                        <a:pt x="16288" y="48482"/>
                      </a:lnTo>
                      <a:cubicBezTo>
                        <a:pt x="16764" y="48101"/>
                        <a:pt x="17050" y="47625"/>
                        <a:pt x="17050" y="47054"/>
                      </a:cubicBezTo>
                      <a:cubicBezTo>
                        <a:pt x="17050" y="46577"/>
                        <a:pt x="16859" y="45815"/>
                        <a:pt x="16288" y="44672"/>
                      </a:cubicBezTo>
                      <a:cubicBezTo>
                        <a:pt x="15812" y="43529"/>
                        <a:pt x="15526" y="42767"/>
                        <a:pt x="15430" y="42386"/>
                      </a:cubicBezTo>
                      <a:cubicBezTo>
                        <a:pt x="16097" y="41338"/>
                        <a:pt x="16288" y="39910"/>
                        <a:pt x="16288" y="38290"/>
                      </a:cubicBezTo>
                      <a:cubicBezTo>
                        <a:pt x="16288" y="35528"/>
                        <a:pt x="16288" y="34004"/>
                        <a:pt x="16288" y="33814"/>
                      </a:cubicBezTo>
                      <a:cubicBezTo>
                        <a:pt x="17050" y="33814"/>
                        <a:pt x="17431" y="33719"/>
                        <a:pt x="17526" y="33528"/>
                      </a:cubicBezTo>
                      <a:cubicBezTo>
                        <a:pt x="17526" y="33052"/>
                        <a:pt x="17431" y="32861"/>
                        <a:pt x="17240" y="32766"/>
                      </a:cubicBezTo>
                      <a:lnTo>
                        <a:pt x="16478" y="32766"/>
                      </a:lnTo>
                      <a:cubicBezTo>
                        <a:pt x="16478" y="32766"/>
                        <a:pt x="16002" y="32861"/>
                        <a:pt x="16002" y="32766"/>
                      </a:cubicBezTo>
                      <a:cubicBezTo>
                        <a:pt x="16002" y="32004"/>
                        <a:pt x="16383" y="31909"/>
                        <a:pt x="17050" y="32195"/>
                      </a:cubicBezTo>
                      <a:cubicBezTo>
                        <a:pt x="17716" y="32480"/>
                        <a:pt x="18097" y="32480"/>
                        <a:pt x="18383" y="32004"/>
                      </a:cubicBezTo>
                      <a:lnTo>
                        <a:pt x="18764" y="33338"/>
                      </a:lnTo>
                      <a:cubicBezTo>
                        <a:pt x="18764" y="33338"/>
                        <a:pt x="19145" y="32861"/>
                        <a:pt x="19336" y="32861"/>
                      </a:cubicBezTo>
                      <a:cubicBezTo>
                        <a:pt x="19336" y="32861"/>
                        <a:pt x="19526" y="32861"/>
                        <a:pt x="19717" y="32956"/>
                      </a:cubicBezTo>
                      <a:cubicBezTo>
                        <a:pt x="19907" y="33147"/>
                        <a:pt x="20003" y="33147"/>
                        <a:pt x="20098" y="33147"/>
                      </a:cubicBezTo>
                      <a:cubicBezTo>
                        <a:pt x="20193" y="33147"/>
                        <a:pt x="20383" y="32956"/>
                        <a:pt x="20383" y="32385"/>
                      </a:cubicBezTo>
                      <a:lnTo>
                        <a:pt x="19526" y="31623"/>
                      </a:lnTo>
                      <a:cubicBezTo>
                        <a:pt x="19526" y="31623"/>
                        <a:pt x="20288" y="31909"/>
                        <a:pt x="20764" y="32385"/>
                      </a:cubicBezTo>
                      <a:cubicBezTo>
                        <a:pt x="21241" y="32861"/>
                        <a:pt x="21622" y="33147"/>
                        <a:pt x="22003" y="33242"/>
                      </a:cubicBezTo>
                      <a:cubicBezTo>
                        <a:pt x="22003" y="33147"/>
                        <a:pt x="22193" y="32861"/>
                        <a:pt x="22384" y="32671"/>
                      </a:cubicBezTo>
                      <a:cubicBezTo>
                        <a:pt x="22670" y="32385"/>
                        <a:pt x="22765" y="32099"/>
                        <a:pt x="22670" y="31909"/>
                      </a:cubicBezTo>
                      <a:lnTo>
                        <a:pt x="22288" y="31909"/>
                      </a:lnTo>
                      <a:cubicBezTo>
                        <a:pt x="22288" y="31909"/>
                        <a:pt x="22955" y="31432"/>
                        <a:pt x="23336" y="30861"/>
                      </a:cubicBezTo>
                      <a:cubicBezTo>
                        <a:pt x="23813" y="30289"/>
                        <a:pt x="24194" y="30099"/>
                        <a:pt x="24479" y="30099"/>
                      </a:cubicBezTo>
                      <a:cubicBezTo>
                        <a:pt x="24670" y="30099"/>
                        <a:pt x="24955" y="30099"/>
                        <a:pt x="25241" y="30385"/>
                      </a:cubicBezTo>
                      <a:lnTo>
                        <a:pt x="24384" y="29432"/>
                      </a:lnTo>
                      <a:cubicBezTo>
                        <a:pt x="24384" y="29432"/>
                        <a:pt x="24955" y="28956"/>
                        <a:pt x="24670" y="28575"/>
                      </a:cubicBezTo>
                      <a:cubicBezTo>
                        <a:pt x="24098" y="28575"/>
                        <a:pt x="23527" y="28575"/>
                        <a:pt x="23050" y="28575"/>
                      </a:cubicBezTo>
                      <a:cubicBezTo>
                        <a:pt x="22288" y="28575"/>
                        <a:pt x="21336" y="28385"/>
                        <a:pt x="20288" y="28194"/>
                      </a:cubicBezTo>
                      <a:cubicBezTo>
                        <a:pt x="18860" y="27813"/>
                        <a:pt x="17812" y="27527"/>
                        <a:pt x="17145" y="27337"/>
                      </a:cubicBezTo>
                      <a:lnTo>
                        <a:pt x="18002" y="29337"/>
                      </a:lnTo>
                      <a:lnTo>
                        <a:pt x="16002" y="29337"/>
                      </a:lnTo>
                      <a:lnTo>
                        <a:pt x="17145" y="29051"/>
                      </a:lnTo>
                      <a:cubicBezTo>
                        <a:pt x="16859" y="28289"/>
                        <a:pt x="16764" y="27242"/>
                        <a:pt x="16669" y="26003"/>
                      </a:cubicBezTo>
                      <a:cubicBezTo>
                        <a:pt x="16669" y="24765"/>
                        <a:pt x="16478" y="23908"/>
                        <a:pt x="16288" y="23431"/>
                      </a:cubicBezTo>
                      <a:cubicBezTo>
                        <a:pt x="15907" y="22288"/>
                        <a:pt x="16288" y="21622"/>
                        <a:pt x="17526" y="21336"/>
                      </a:cubicBezTo>
                      <a:cubicBezTo>
                        <a:pt x="16478" y="20193"/>
                        <a:pt x="16002" y="18764"/>
                        <a:pt x="16002" y="17050"/>
                      </a:cubicBezTo>
                      <a:cubicBezTo>
                        <a:pt x="16002" y="16288"/>
                        <a:pt x="16097" y="15049"/>
                        <a:pt x="16383" y="13335"/>
                      </a:cubicBezTo>
                      <a:cubicBezTo>
                        <a:pt x="16669" y="11621"/>
                        <a:pt x="16764" y="10287"/>
                        <a:pt x="16669" y="9335"/>
                      </a:cubicBezTo>
                      <a:cubicBezTo>
                        <a:pt x="19526" y="8572"/>
                        <a:pt x="22670" y="8192"/>
                        <a:pt x="26289" y="8192"/>
                      </a:cubicBezTo>
                      <a:cubicBezTo>
                        <a:pt x="27908" y="8192"/>
                        <a:pt x="29242" y="8192"/>
                        <a:pt x="30385" y="8477"/>
                      </a:cubicBezTo>
                      <a:lnTo>
                        <a:pt x="33528" y="11049"/>
                      </a:lnTo>
                      <a:lnTo>
                        <a:pt x="33242" y="11430"/>
                      </a:lnTo>
                      <a:cubicBezTo>
                        <a:pt x="34099" y="11811"/>
                        <a:pt x="34862" y="12763"/>
                        <a:pt x="35338" y="14288"/>
                      </a:cubicBezTo>
                      <a:lnTo>
                        <a:pt x="36481" y="17907"/>
                      </a:lnTo>
                      <a:cubicBezTo>
                        <a:pt x="37910" y="18860"/>
                        <a:pt x="39053" y="21050"/>
                        <a:pt x="39814" y="24670"/>
                      </a:cubicBezTo>
                      <a:cubicBezTo>
                        <a:pt x="40577" y="28194"/>
                        <a:pt x="41815" y="30575"/>
                        <a:pt x="43624" y="31718"/>
                      </a:cubicBezTo>
                      <a:cubicBezTo>
                        <a:pt x="44291" y="33242"/>
                        <a:pt x="45148" y="35814"/>
                        <a:pt x="46101" y="39243"/>
                      </a:cubicBezTo>
                      <a:cubicBezTo>
                        <a:pt x="46577" y="39243"/>
                        <a:pt x="46863" y="39338"/>
                        <a:pt x="46863" y="39529"/>
                      </a:cubicBezTo>
                      <a:cubicBezTo>
                        <a:pt x="46863" y="39719"/>
                        <a:pt x="46863" y="39910"/>
                        <a:pt x="46577" y="40100"/>
                      </a:cubicBezTo>
                      <a:cubicBezTo>
                        <a:pt x="46387" y="40386"/>
                        <a:pt x="46291" y="40577"/>
                        <a:pt x="46291" y="40672"/>
                      </a:cubicBezTo>
                      <a:cubicBezTo>
                        <a:pt x="46291" y="40862"/>
                        <a:pt x="46482" y="41053"/>
                        <a:pt x="46768" y="41148"/>
                      </a:cubicBezTo>
                      <a:cubicBezTo>
                        <a:pt x="48673" y="39529"/>
                        <a:pt x="49816" y="38576"/>
                        <a:pt x="50197" y="38195"/>
                      </a:cubicBezTo>
                      <a:cubicBezTo>
                        <a:pt x="51245" y="37243"/>
                        <a:pt x="52102" y="36004"/>
                        <a:pt x="52769" y="34766"/>
                      </a:cubicBezTo>
                      <a:lnTo>
                        <a:pt x="51245" y="33909"/>
                      </a:lnTo>
                      <a:cubicBezTo>
                        <a:pt x="51245" y="33909"/>
                        <a:pt x="51816" y="33147"/>
                        <a:pt x="52959" y="32956"/>
                      </a:cubicBezTo>
                      <a:cubicBezTo>
                        <a:pt x="54102" y="32671"/>
                        <a:pt x="54673" y="32004"/>
                        <a:pt x="54769" y="31147"/>
                      </a:cubicBezTo>
                      <a:cubicBezTo>
                        <a:pt x="54388" y="30766"/>
                        <a:pt x="54197" y="30289"/>
                        <a:pt x="54197" y="29909"/>
                      </a:cubicBezTo>
                      <a:cubicBezTo>
                        <a:pt x="54197" y="29432"/>
                        <a:pt x="54673" y="28765"/>
                        <a:pt x="55721" y="27718"/>
                      </a:cubicBezTo>
                      <a:cubicBezTo>
                        <a:pt x="56674" y="26765"/>
                        <a:pt x="57245" y="26098"/>
                        <a:pt x="57245" y="25527"/>
                      </a:cubicBezTo>
                      <a:lnTo>
                        <a:pt x="56674" y="25241"/>
                      </a:lnTo>
                      <a:cubicBezTo>
                        <a:pt x="57245" y="24765"/>
                        <a:pt x="57817" y="23908"/>
                        <a:pt x="58388" y="22765"/>
                      </a:cubicBezTo>
                      <a:cubicBezTo>
                        <a:pt x="58007" y="22574"/>
                        <a:pt x="57817" y="22288"/>
                        <a:pt x="57817" y="21907"/>
                      </a:cubicBezTo>
                      <a:cubicBezTo>
                        <a:pt x="57817" y="21717"/>
                        <a:pt x="57817" y="21527"/>
                        <a:pt x="58103" y="21050"/>
                      </a:cubicBezTo>
                      <a:cubicBezTo>
                        <a:pt x="58293" y="20669"/>
                        <a:pt x="58388" y="20479"/>
                        <a:pt x="58388" y="20288"/>
                      </a:cubicBezTo>
                      <a:cubicBezTo>
                        <a:pt x="58674" y="20479"/>
                        <a:pt x="58960" y="20479"/>
                        <a:pt x="59150" y="20479"/>
                      </a:cubicBezTo>
                      <a:cubicBezTo>
                        <a:pt x="59627" y="20479"/>
                        <a:pt x="59912" y="19907"/>
                        <a:pt x="60103" y="18860"/>
                      </a:cubicBezTo>
                      <a:cubicBezTo>
                        <a:pt x="60388" y="17812"/>
                        <a:pt x="60865" y="17240"/>
                        <a:pt x="61627" y="17145"/>
                      </a:cubicBezTo>
                      <a:cubicBezTo>
                        <a:pt x="61531" y="16859"/>
                        <a:pt x="61436" y="16573"/>
                        <a:pt x="61436" y="16193"/>
                      </a:cubicBezTo>
                      <a:cubicBezTo>
                        <a:pt x="61436" y="15335"/>
                        <a:pt x="62103" y="14192"/>
                        <a:pt x="63341" y="12668"/>
                      </a:cubicBezTo>
                      <a:lnTo>
                        <a:pt x="62484" y="11811"/>
                      </a:lnTo>
                      <a:cubicBezTo>
                        <a:pt x="62484" y="11811"/>
                        <a:pt x="62770" y="11144"/>
                        <a:pt x="62770" y="11049"/>
                      </a:cubicBezTo>
                      <a:cubicBezTo>
                        <a:pt x="63246" y="11525"/>
                        <a:pt x="63627" y="11811"/>
                        <a:pt x="64008" y="11811"/>
                      </a:cubicBezTo>
                      <a:cubicBezTo>
                        <a:pt x="64389" y="11811"/>
                        <a:pt x="65056" y="11239"/>
                        <a:pt x="65913" y="10001"/>
                      </a:cubicBezTo>
                      <a:cubicBezTo>
                        <a:pt x="66770" y="8763"/>
                        <a:pt x="67628" y="8192"/>
                        <a:pt x="68389" y="8287"/>
                      </a:cubicBezTo>
                      <a:cubicBezTo>
                        <a:pt x="73723" y="8001"/>
                        <a:pt x="77819" y="8477"/>
                        <a:pt x="80581" y="9715"/>
                      </a:cubicBezTo>
                      <a:cubicBezTo>
                        <a:pt x="81058" y="13335"/>
                        <a:pt x="81248" y="15812"/>
                        <a:pt x="81248" y="17145"/>
                      </a:cubicBezTo>
                      <a:cubicBezTo>
                        <a:pt x="81248" y="19145"/>
                        <a:pt x="81058" y="20955"/>
                        <a:pt x="80581" y="22670"/>
                      </a:cubicBezTo>
                      <a:lnTo>
                        <a:pt x="81724" y="23527"/>
                      </a:lnTo>
                      <a:cubicBezTo>
                        <a:pt x="81153" y="30861"/>
                        <a:pt x="80772" y="40196"/>
                        <a:pt x="80867" y="51435"/>
                      </a:cubicBezTo>
                      <a:lnTo>
                        <a:pt x="80867" y="80105"/>
                      </a:lnTo>
                      <a:close/>
                      <a:moveTo>
                        <a:pt x="20288" y="38576"/>
                      </a:moveTo>
                      <a:lnTo>
                        <a:pt x="20288" y="37719"/>
                      </a:lnTo>
                      <a:lnTo>
                        <a:pt x="18669" y="38576"/>
                      </a:lnTo>
                      <a:lnTo>
                        <a:pt x="20288" y="38576"/>
                      </a:lnTo>
                      <a:close/>
                      <a:moveTo>
                        <a:pt x="22193" y="32004"/>
                      </a:moveTo>
                      <a:cubicBezTo>
                        <a:pt x="22193" y="32004"/>
                        <a:pt x="21622" y="32004"/>
                        <a:pt x="21431" y="31813"/>
                      </a:cubicBezTo>
                      <a:lnTo>
                        <a:pt x="22193" y="32004"/>
                      </a:lnTo>
                      <a:close/>
                      <a:moveTo>
                        <a:pt x="22574" y="11239"/>
                      </a:moveTo>
                      <a:lnTo>
                        <a:pt x="22288" y="12859"/>
                      </a:lnTo>
                      <a:lnTo>
                        <a:pt x="23050" y="12859"/>
                      </a:lnTo>
                      <a:lnTo>
                        <a:pt x="22574" y="11239"/>
                      </a:lnTo>
                      <a:close/>
                      <a:moveTo>
                        <a:pt x="25432" y="16383"/>
                      </a:moveTo>
                      <a:cubicBezTo>
                        <a:pt x="25432" y="16383"/>
                        <a:pt x="25718" y="16288"/>
                        <a:pt x="25908" y="16002"/>
                      </a:cubicBezTo>
                      <a:cubicBezTo>
                        <a:pt x="25718" y="16193"/>
                        <a:pt x="25527" y="16383"/>
                        <a:pt x="25432" y="16383"/>
                      </a:cubicBezTo>
                      <a:cubicBezTo>
                        <a:pt x="25241" y="16383"/>
                        <a:pt x="24955" y="16288"/>
                        <a:pt x="24574" y="16002"/>
                      </a:cubicBezTo>
                      <a:cubicBezTo>
                        <a:pt x="24194" y="15716"/>
                        <a:pt x="23908" y="15621"/>
                        <a:pt x="23717" y="15621"/>
                      </a:cubicBezTo>
                      <a:cubicBezTo>
                        <a:pt x="23527" y="15621"/>
                        <a:pt x="23336" y="15621"/>
                        <a:pt x="23146" y="15907"/>
                      </a:cubicBezTo>
                      <a:cubicBezTo>
                        <a:pt x="23908" y="16478"/>
                        <a:pt x="24670" y="16669"/>
                        <a:pt x="25527" y="16288"/>
                      </a:cubicBezTo>
                      <a:close/>
                      <a:moveTo>
                        <a:pt x="31147" y="34099"/>
                      </a:moveTo>
                      <a:cubicBezTo>
                        <a:pt x="31147" y="34099"/>
                        <a:pt x="31432" y="33623"/>
                        <a:pt x="31432" y="32956"/>
                      </a:cubicBezTo>
                      <a:cubicBezTo>
                        <a:pt x="30766" y="32290"/>
                        <a:pt x="30385" y="32004"/>
                        <a:pt x="30289" y="32099"/>
                      </a:cubicBezTo>
                      <a:cubicBezTo>
                        <a:pt x="30099" y="32290"/>
                        <a:pt x="29908" y="32480"/>
                        <a:pt x="29908" y="32861"/>
                      </a:cubicBezTo>
                      <a:cubicBezTo>
                        <a:pt x="29908" y="33623"/>
                        <a:pt x="30289" y="34099"/>
                        <a:pt x="31147" y="34099"/>
                      </a:cubicBezTo>
                      <a:close/>
                      <a:moveTo>
                        <a:pt x="31147" y="14002"/>
                      </a:moveTo>
                      <a:cubicBezTo>
                        <a:pt x="31147" y="14002"/>
                        <a:pt x="30480" y="14478"/>
                        <a:pt x="30289" y="14954"/>
                      </a:cubicBezTo>
                      <a:cubicBezTo>
                        <a:pt x="30099" y="15430"/>
                        <a:pt x="30099" y="15812"/>
                        <a:pt x="30289" y="16002"/>
                      </a:cubicBezTo>
                      <a:lnTo>
                        <a:pt x="31147" y="14002"/>
                      </a:lnTo>
                      <a:close/>
                      <a:moveTo>
                        <a:pt x="31432" y="21336"/>
                      </a:moveTo>
                      <a:cubicBezTo>
                        <a:pt x="32004" y="20574"/>
                        <a:pt x="32290" y="20193"/>
                        <a:pt x="32290" y="20098"/>
                      </a:cubicBezTo>
                      <a:lnTo>
                        <a:pt x="31432" y="20098"/>
                      </a:lnTo>
                      <a:lnTo>
                        <a:pt x="31432" y="21336"/>
                      </a:lnTo>
                      <a:close/>
                      <a:moveTo>
                        <a:pt x="34195" y="9620"/>
                      </a:moveTo>
                      <a:cubicBezTo>
                        <a:pt x="34195" y="9620"/>
                        <a:pt x="33719" y="9620"/>
                        <a:pt x="33433" y="9620"/>
                      </a:cubicBezTo>
                      <a:lnTo>
                        <a:pt x="34195" y="9620"/>
                      </a:lnTo>
                      <a:close/>
                      <a:moveTo>
                        <a:pt x="34195" y="9620"/>
                      </a:moveTo>
                      <a:lnTo>
                        <a:pt x="35147" y="9335"/>
                      </a:lnTo>
                      <a:cubicBezTo>
                        <a:pt x="35147" y="9335"/>
                        <a:pt x="34862" y="9620"/>
                        <a:pt x="34195" y="9620"/>
                      </a:cubicBezTo>
                      <a:close/>
                      <a:moveTo>
                        <a:pt x="36004" y="50768"/>
                      </a:moveTo>
                      <a:lnTo>
                        <a:pt x="38386" y="49816"/>
                      </a:lnTo>
                      <a:lnTo>
                        <a:pt x="36481" y="49816"/>
                      </a:lnTo>
                      <a:lnTo>
                        <a:pt x="36004" y="50768"/>
                      </a:lnTo>
                      <a:close/>
                      <a:moveTo>
                        <a:pt x="37052" y="476"/>
                      </a:moveTo>
                      <a:cubicBezTo>
                        <a:pt x="37052" y="476"/>
                        <a:pt x="36576" y="476"/>
                        <a:pt x="36481" y="476"/>
                      </a:cubicBezTo>
                      <a:lnTo>
                        <a:pt x="37052" y="476"/>
                      </a:lnTo>
                      <a:close/>
                      <a:moveTo>
                        <a:pt x="37052" y="476"/>
                      </a:moveTo>
                      <a:cubicBezTo>
                        <a:pt x="37052" y="476"/>
                        <a:pt x="37338" y="476"/>
                        <a:pt x="37529" y="190"/>
                      </a:cubicBezTo>
                      <a:cubicBezTo>
                        <a:pt x="37814" y="0"/>
                        <a:pt x="38005" y="0"/>
                        <a:pt x="38100" y="0"/>
                      </a:cubicBezTo>
                      <a:cubicBezTo>
                        <a:pt x="38386" y="0"/>
                        <a:pt x="38481" y="190"/>
                        <a:pt x="38671" y="476"/>
                      </a:cubicBezTo>
                      <a:lnTo>
                        <a:pt x="37052" y="476"/>
                      </a:lnTo>
                      <a:close/>
                      <a:moveTo>
                        <a:pt x="40100" y="58769"/>
                      </a:moveTo>
                      <a:lnTo>
                        <a:pt x="40100" y="57436"/>
                      </a:lnTo>
                      <a:lnTo>
                        <a:pt x="39243" y="57436"/>
                      </a:lnTo>
                      <a:lnTo>
                        <a:pt x="40100" y="58769"/>
                      </a:lnTo>
                      <a:close/>
                      <a:moveTo>
                        <a:pt x="41529" y="59150"/>
                      </a:moveTo>
                      <a:cubicBezTo>
                        <a:pt x="42386" y="59436"/>
                        <a:pt x="42863" y="59150"/>
                        <a:pt x="43244" y="58293"/>
                      </a:cubicBezTo>
                      <a:cubicBezTo>
                        <a:pt x="42577" y="58293"/>
                        <a:pt x="42196" y="58103"/>
                        <a:pt x="42100" y="58007"/>
                      </a:cubicBezTo>
                      <a:lnTo>
                        <a:pt x="42386" y="57436"/>
                      </a:lnTo>
                      <a:lnTo>
                        <a:pt x="41529" y="57436"/>
                      </a:lnTo>
                      <a:lnTo>
                        <a:pt x="41529" y="59150"/>
                      </a:lnTo>
                      <a:close/>
                      <a:moveTo>
                        <a:pt x="45625" y="28956"/>
                      </a:moveTo>
                      <a:cubicBezTo>
                        <a:pt x="45625" y="28956"/>
                        <a:pt x="44863" y="28670"/>
                        <a:pt x="44387" y="28194"/>
                      </a:cubicBezTo>
                      <a:cubicBezTo>
                        <a:pt x="43910" y="27718"/>
                        <a:pt x="43529" y="27432"/>
                        <a:pt x="43244" y="27432"/>
                      </a:cubicBezTo>
                      <a:lnTo>
                        <a:pt x="45625" y="26575"/>
                      </a:lnTo>
                      <a:lnTo>
                        <a:pt x="45625" y="28861"/>
                      </a:lnTo>
                      <a:close/>
                      <a:moveTo>
                        <a:pt x="44768" y="51435"/>
                      </a:moveTo>
                      <a:cubicBezTo>
                        <a:pt x="44768" y="51435"/>
                        <a:pt x="44387" y="51149"/>
                        <a:pt x="44387" y="51149"/>
                      </a:cubicBezTo>
                      <a:cubicBezTo>
                        <a:pt x="44387" y="50863"/>
                        <a:pt x="44577" y="50387"/>
                        <a:pt x="45148" y="49721"/>
                      </a:cubicBezTo>
                      <a:cubicBezTo>
                        <a:pt x="45720" y="48959"/>
                        <a:pt x="46101" y="48578"/>
                        <a:pt x="46101" y="48292"/>
                      </a:cubicBezTo>
                      <a:cubicBezTo>
                        <a:pt x="45339" y="48292"/>
                        <a:pt x="44768" y="48578"/>
                        <a:pt x="44387" y="49244"/>
                      </a:cubicBezTo>
                      <a:cubicBezTo>
                        <a:pt x="44005" y="49721"/>
                        <a:pt x="43910" y="50387"/>
                        <a:pt x="44005" y="51149"/>
                      </a:cubicBezTo>
                      <a:cubicBezTo>
                        <a:pt x="44196" y="51054"/>
                        <a:pt x="44291" y="51054"/>
                        <a:pt x="44387" y="51149"/>
                      </a:cubicBezTo>
                      <a:cubicBezTo>
                        <a:pt x="44387" y="51149"/>
                        <a:pt x="44482" y="51340"/>
                        <a:pt x="44768" y="51435"/>
                      </a:cubicBezTo>
                      <a:close/>
                      <a:moveTo>
                        <a:pt x="45625" y="24670"/>
                      </a:moveTo>
                      <a:cubicBezTo>
                        <a:pt x="45625" y="24670"/>
                        <a:pt x="44958" y="24670"/>
                        <a:pt x="44577" y="24479"/>
                      </a:cubicBezTo>
                      <a:cubicBezTo>
                        <a:pt x="44291" y="24098"/>
                        <a:pt x="44196" y="23908"/>
                        <a:pt x="44482" y="23527"/>
                      </a:cubicBezTo>
                      <a:lnTo>
                        <a:pt x="45625" y="23527"/>
                      </a:lnTo>
                      <a:lnTo>
                        <a:pt x="45625" y="24670"/>
                      </a:lnTo>
                      <a:close/>
                      <a:moveTo>
                        <a:pt x="49244" y="31052"/>
                      </a:moveTo>
                      <a:cubicBezTo>
                        <a:pt x="47815" y="31528"/>
                        <a:pt x="46863" y="31528"/>
                        <a:pt x="46387" y="31052"/>
                      </a:cubicBezTo>
                      <a:lnTo>
                        <a:pt x="47244" y="29813"/>
                      </a:lnTo>
                      <a:lnTo>
                        <a:pt x="49244" y="31052"/>
                      </a:lnTo>
                      <a:close/>
                      <a:moveTo>
                        <a:pt x="48101" y="22670"/>
                      </a:moveTo>
                      <a:cubicBezTo>
                        <a:pt x="48101" y="22670"/>
                        <a:pt x="47530" y="22955"/>
                        <a:pt x="46768" y="22955"/>
                      </a:cubicBezTo>
                      <a:lnTo>
                        <a:pt x="46768" y="21431"/>
                      </a:lnTo>
                      <a:lnTo>
                        <a:pt x="48101" y="22670"/>
                      </a:lnTo>
                      <a:close/>
                      <a:moveTo>
                        <a:pt x="47815" y="45911"/>
                      </a:moveTo>
                      <a:lnTo>
                        <a:pt x="50006" y="45911"/>
                      </a:lnTo>
                      <a:cubicBezTo>
                        <a:pt x="50006" y="45244"/>
                        <a:pt x="49911" y="44863"/>
                        <a:pt x="49625" y="44863"/>
                      </a:cubicBezTo>
                      <a:cubicBezTo>
                        <a:pt x="49625" y="44863"/>
                        <a:pt x="49054" y="45244"/>
                        <a:pt x="47815" y="45911"/>
                      </a:cubicBezTo>
                      <a:lnTo>
                        <a:pt x="47244" y="45911"/>
                      </a:lnTo>
                      <a:cubicBezTo>
                        <a:pt x="47244" y="45911"/>
                        <a:pt x="47625" y="46292"/>
                        <a:pt x="47815" y="45911"/>
                      </a:cubicBezTo>
                      <a:close/>
                      <a:moveTo>
                        <a:pt x="47244" y="58388"/>
                      </a:moveTo>
                      <a:cubicBezTo>
                        <a:pt x="47244" y="58388"/>
                        <a:pt x="48101" y="58198"/>
                        <a:pt x="48387" y="57531"/>
                      </a:cubicBezTo>
                      <a:cubicBezTo>
                        <a:pt x="48673" y="56864"/>
                        <a:pt x="48863" y="56388"/>
                        <a:pt x="48673" y="56007"/>
                      </a:cubicBezTo>
                      <a:cubicBezTo>
                        <a:pt x="48292" y="56007"/>
                        <a:pt x="47911" y="56388"/>
                        <a:pt x="47720" y="57150"/>
                      </a:cubicBezTo>
                      <a:cubicBezTo>
                        <a:pt x="47530" y="57817"/>
                        <a:pt x="47339" y="58293"/>
                        <a:pt x="47149" y="58484"/>
                      </a:cubicBezTo>
                      <a:close/>
                      <a:moveTo>
                        <a:pt x="49244" y="19526"/>
                      </a:moveTo>
                      <a:lnTo>
                        <a:pt x="48101" y="20193"/>
                      </a:lnTo>
                      <a:lnTo>
                        <a:pt x="47625" y="19526"/>
                      </a:lnTo>
                      <a:lnTo>
                        <a:pt x="49244" y="19526"/>
                      </a:lnTo>
                      <a:close/>
                      <a:moveTo>
                        <a:pt x="50387" y="13811"/>
                      </a:moveTo>
                      <a:lnTo>
                        <a:pt x="50387" y="14192"/>
                      </a:lnTo>
                      <a:lnTo>
                        <a:pt x="49244" y="12573"/>
                      </a:lnTo>
                      <a:lnTo>
                        <a:pt x="50387" y="13811"/>
                      </a:lnTo>
                      <a:close/>
                      <a:moveTo>
                        <a:pt x="50387" y="43434"/>
                      </a:moveTo>
                      <a:lnTo>
                        <a:pt x="50387" y="42767"/>
                      </a:lnTo>
                      <a:cubicBezTo>
                        <a:pt x="50387" y="42767"/>
                        <a:pt x="49816" y="42291"/>
                        <a:pt x="49244" y="42291"/>
                      </a:cubicBezTo>
                      <a:lnTo>
                        <a:pt x="50387" y="43434"/>
                      </a:lnTo>
                      <a:close/>
                      <a:moveTo>
                        <a:pt x="53626" y="28670"/>
                      </a:moveTo>
                      <a:lnTo>
                        <a:pt x="53245" y="29051"/>
                      </a:lnTo>
                      <a:lnTo>
                        <a:pt x="52388" y="27051"/>
                      </a:lnTo>
                      <a:lnTo>
                        <a:pt x="53626" y="28765"/>
                      </a:lnTo>
                      <a:close/>
                      <a:moveTo>
                        <a:pt x="53626" y="43434"/>
                      </a:moveTo>
                      <a:cubicBezTo>
                        <a:pt x="53626" y="43434"/>
                        <a:pt x="54483" y="43624"/>
                        <a:pt x="55626" y="44005"/>
                      </a:cubicBezTo>
                      <a:lnTo>
                        <a:pt x="55340" y="42863"/>
                      </a:lnTo>
                      <a:lnTo>
                        <a:pt x="53626" y="43529"/>
                      </a:lnTo>
                      <a:close/>
                      <a:moveTo>
                        <a:pt x="56388" y="23527"/>
                      </a:moveTo>
                      <a:lnTo>
                        <a:pt x="56102" y="23908"/>
                      </a:lnTo>
                      <a:lnTo>
                        <a:pt x="54769" y="22765"/>
                      </a:lnTo>
                      <a:cubicBezTo>
                        <a:pt x="54769" y="22765"/>
                        <a:pt x="55721" y="23051"/>
                        <a:pt x="56388" y="23527"/>
                      </a:cubicBezTo>
                      <a:close/>
                      <a:moveTo>
                        <a:pt x="56674" y="38290"/>
                      </a:moveTo>
                      <a:lnTo>
                        <a:pt x="56674" y="37910"/>
                      </a:lnTo>
                      <a:lnTo>
                        <a:pt x="55531" y="39434"/>
                      </a:lnTo>
                      <a:lnTo>
                        <a:pt x="56674" y="38290"/>
                      </a:lnTo>
                      <a:close/>
                      <a:moveTo>
                        <a:pt x="58674" y="26670"/>
                      </a:moveTo>
                      <a:lnTo>
                        <a:pt x="58674" y="25813"/>
                      </a:lnTo>
                      <a:lnTo>
                        <a:pt x="58103" y="27432"/>
                      </a:lnTo>
                      <a:lnTo>
                        <a:pt x="58674" y="26575"/>
                      </a:lnTo>
                      <a:close/>
                      <a:moveTo>
                        <a:pt x="62484" y="24194"/>
                      </a:moveTo>
                      <a:lnTo>
                        <a:pt x="63341" y="24194"/>
                      </a:lnTo>
                      <a:cubicBezTo>
                        <a:pt x="62865" y="23241"/>
                        <a:pt x="62198" y="22574"/>
                        <a:pt x="61246" y="22193"/>
                      </a:cubicBezTo>
                      <a:lnTo>
                        <a:pt x="62865" y="23813"/>
                      </a:lnTo>
                      <a:lnTo>
                        <a:pt x="62579" y="24194"/>
                      </a:lnTo>
                      <a:close/>
                      <a:moveTo>
                        <a:pt x="61150" y="43434"/>
                      </a:moveTo>
                      <a:lnTo>
                        <a:pt x="62484" y="42291"/>
                      </a:lnTo>
                      <a:lnTo>
                        <a:pt x="61150" y="42291"/>
                      </a:lnTo>
                      <a:lnTo>
                        <a:pt x="61150" y="43434"/>
                      </a:lnTo>
                      <a:close/>
                      <a:moveTo>
                        <a:pt x="65627" y="32766"/>
                      </a:moveTo>
                      <a:cubicBezTo>
                        <a:pt x="66199" y="32766"/>
                        <a:pt x="66865" y="32671"/>
                        <a:pt x="67437" y="32576"/>
                      </a:cubicBezTo>
                      <a:cubicBezTo>
                        <a:pt x="68008" y="32576"/>
                        <a:pt x="68485" y="32004"/>
                        <a:pt x="68675" y="31147"/>
                      </a:cubicBezTo>
                      <a:cubicBezTo>
                        <a:pt x="68580" y="31337"/>
                        <a:pt x="67532" y="31813"/>
                        <a:pt x="65532" y="32766"/>
                      </a:cubicBezTo>
                      <a:close/>
                      <a:moveTo>
                        <a:pt x="69342" y="12573"/>
                      </a:moveTo>
                      <a:lnTo>
                        <a:pt x="70866" y="12954"/>
                      </a:lnTo>
                      <a:cubicBezTo>
                        <a:pt x="70295" y="12002"/>
                        <a:pt x="70009" y="11430"/>
                        <a:pt x="70009" y="11335"/>
                      </a:cubicBezTo>
                      <a:lnTo>
                        <a:pt x="69342" y="12478"/>
                      </a:lnTo>
                      <a:close/>
                      <a:moveTo>
                        <a:pt x="69628" y="3810"/>
                      </a:moveTo>
                      <a:lnTo>
                        <a:pt x="70580" y="3429"/>
                      </a:lnTo>
                      <a:cubicBezTo>
                        <a:pt x="70580" y="3429"/>
                        <a:pt x="71152" y="3429"/>
                        <a:pt x="71438" y="3810"/>
                      </a:cubicBezTo>
                      <a:lnTo>
                        <a:pt x="69723" y="3810"/>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 name="Google Shape;1495;p99"/>
                <p:cNvSpPr/>
                <p:nvPr/>
              </p:nvSpPr>
              <p:spPr>
                <a:xfrm>
                  <a:off x="5543454" y="4776311"/>
                  <a:ext cx="82296" cy="98393"/>
                </a:xfrm>
                <a:custGeom>
                  <a:avLst/>
                  <a:gdLst/>
                  <a:ahLst/>
                  <a:cxnLst/>
                  <a:rect l="l" t="t" r="r" b="b"/>
                  <a:pathLst>
                    <a:path w="82296" h="98393" extrusionOk="0">
                      <a:moveTo>
                        <a:pt x="64008" y="80200"/>
                      </a:moveTo>
                      <a:cubicBezTo>
                        <a:pt x="63722" y="81248"/>
                        <a:pt x="63627" y="82201"/>
                        <a:pt x="63627" y="83153"/>
                      </a:cubicBezTo>
                      <a:cubicBezTo>
                        <a:pt x="63627" y="84487"/>
                        <a:pt x="64008" y="86106"/>
                        <a:pt x="64675" y="87916"/>
                      </a:cubicBezTo>
                      <a:cubicBezTo>
                        <a:pt x="65627" y="90106"/>
                        <a:pt x="66199" y="91630"/>
                        <a:pt x="66389" y="92297"/>
                      </a:cubicBezTo>
                      <a:cubicBezTo>
                        <a:pt x="66675" y="92678"/>
                        <a:pt x="66866" y="93154"/>
                        <a:pt x="66866" y="93535"/>
                      </a:cubicBezTo>
                      <a:cubicBezTo>
                        <a:pt x="66866" y="94012"/>
                        <a:pt x="66580" y="94583"/>
                        <a:pt x="65913" y="95345"/>
                      </a:cubicBezTo>
                      <a:cubicBezTo>
                        <a:pt x="65056" y="96393"/>
                        <a:pt x="64484" y="97060"/>
                        <a:pt x="64294" y="97250"/>
                      </a:cubicBezTo>
                      <a:cubicBezTo>
                        <a:pt x="63627" y="97060"/>
                        <a:pt x="62865" y="97060"/>
                        <a:pt x="62008" y="97060"/>
                      </a:cubicBezTo>
                      <a:cubicBezTo>
                        <a:pt x="61151" y="97060"/>
                        <a:pt x="59912" y="97060"/>
                        <a:pt x="58198" y="97346"/>
                      </a:cubicBezTo>
                      <a:cubicBezTo>
                        <a:pt x="56579" y="97536"/>
                        <a:pt x="55340" y="97631"/>
                        <a:pt x="54578" y="97631"/>
                      </a:cubicBezTo>
                      <a:cubicBezTo>
                        <a:pt x="51626" y="97631"/>
                        <a:pt x="49530" y="96679"/>
                        <a:pt x="48196" y="94964"/>
                      </a:cubicBezTo>
                      <a:cubicBezTo>
                        <a:pt x="48578" y="94012"/>
                        <a:pt x="48863" y="93154"/>
                        <a:pt x="48863" y="92392"/>
                      </a:cubicBezTo>
                      <a:cubicBezTo>
                        <a:pt x="48863" y="91249"/>
                        <a:pt x="48292" y="90011"/>
                        <a:pt x="47054" y="88678"/>
                      </a:cubicBezTo>
                      <a:cubicBezTo>
                        <a:pt x="45339" y="86773"/>
                        <a:pt x="44387" y="85534"/>
                        <a:pt x="44101" y="84963"/>
                      </a:cubicBezTo>
                      <a:cubicBezTo>
                        <a:pt x="43815" y="84772"/>
                        <a:pt x="43434" y="84772"/>
                        <a:pt x="42958" y="84772"/>
                      </a:cubicBezTo>
                      <a:cubicBezTo>
                        <a:pt x="42386" y="84772"/>
                        <a:pt x="41434" y="84963"/>
                        <a:pt x="40100" y="85249"/>
                      </a:cubicBezTo>
                      <a:cubicBezTo>
                        <a:pt x="38767" y="85534"/>
                        <a:pt x="37814" y="85630"/>
                        <a:pt x="37243" y="85630"/>
                      </a:cubicBezTo>
                      <a:cubicBezTo>
                        <a:pt x="35909" y="85630"/>
                        <a:pt x="34957" y="84963"/>
                        <a:pt x="34576" y="83725"/>
                      </a:cubicBezTo>
                      <a:lnTo>
                        <a:pt x="33719" y="83725"/>
                      </a:lnTo>
                      <a:cubicBezTo>
                        <a:pt x="33719" y="83248"/>
                        <a:pt x="33623" y="82582"/>
                        <a:pt x="33433" y="81724"/>
                      </a:cubicBezTo>
                      <a:cubicBezTo>
                        <a:pt x="33242" y="80867"/>
                        <a:pt x="33052" y="80391"/>
                        <a:pt x="33052" y="80105"/>
                      </a:cubicBezTo>
                      <a:cubicBezTo>
                        <a:pt x="33052" y="79534"/>
                        <a:pt x="33242" y="79057"/>
                        <a:pt x="33719" y="78676"/>
                      </a:cubicBezTo>
                      <a:cubicBezTo>
                        <a:pt x="33338" y="78296"/>
                        <a:pt x="33242" y="77724"/>
                        <a:pt x="33242" y="77248"/>
                      </a:cubicBezTo>
                      <a:cubicBezTo>
                        <a:pt x="33242" y="76771"/>
                        <a:pt x="33433" y="76105"/>
                        <a:pt x="33719" y="75438"/>
                      </a:cubicBezTo>
                      <a:cubicBezTo>
                        <a:pt x="34100" y="74676"/>
                        <a:pt x="34290" y="74009"/>
                        <a:pt x="34290" y="73533"/>
                      </a:cubicBezTo>
                      <a:cubicBezTo>
                        <a:pt x="34290" y="73342"/>
                        <a:pt x="34290" y="72961"/>
                        <a:pt x="34100" y="72676"/>
                      </a:cubicBezTo>
                      <a:cubicBezTo>
                        <a:pt x="34766" y="71628"/>
                        <a:pt x="36576" y="71056"/>
                        <a:pt x="39624" y="70961"/>
                      </a:cubicBezTo>
                      <a:cubicBezTo>
                        <a:pt x="42386" y="70961"/>
                        <a:pt x="43815" y="70390"/>
                        <a:pt x="43815" y="69532"/>
                      </a:cubicBezTo>
                      <a:cubicBezTo>
                        <a:pt x="43815" y="69056"/>
                        <a:pt x="43434" y="68199"/>
                        <a:pt x="42672" y="67056"/>
                      </a:cubicBezTo>
                      <a:lnTo>
                        <a:pt x="44101" y="67056"/>
                      </a:lnTo>
                      <a:cubicBezTo>
                        <a:pt x="44101" y="67627"/>
                        <a:pt x="44196" y="68294"/>
                        <a:pt x="44672" y="69056"/>
                      </a:cubicBezTo>
                      <a:cubicBezTo>
                        <a:pt x="44863" y="68866"/>
                        <a:pt x="45053" y="68294"/>
                        <a:pt x="45053" y="67342"/>
                      </a:cubicBezTo>
                      <a:cubicBezTo>
                        <a:pt x="45053" y="66675"/>
                        <a:pt x="45529" y="66199"/>
                        <a:pt x="46196" y="66199"/>
                      </a:cubicBezTo>
                      <a:lnTo>
                        <a:pt x="44958" y="64960"/>
                      </a:lnTo>
                      <a:lnTo>
                        <a:pt x="46196" y="64675"/>
                      </a:lnTo>
                      <a:lnTo>
                        <a:pt x="45244" y="63722"/>
                      </a:lnTo>
                      <a:cubicBezTo>
                        <a:pt x="45244" y="63722"/>
                        <a:pt x="45529" y="64008"/>
                        <a:pt x="45815" y="64008"/>
                      </a:cubicBezTo>
                      <a:cubicBezTo>
                        <a:pt x="46101" y="64008"/>
                        <a:pt x="46482" y="63817"/>
                        <a:pt x="47054" y="63532"/>
                      </a:cubicBezTo>
                      <a:cubicBezTo>
                        <a:pt x="47530" y="63246"/>
                        <a:pt x="47911" y="63055"/>
                        <a:pt x="48101" y="63055"/>
                      </a:cubicBezTo>
                      <a:cubicBezTo>
                        <a:pt x="48482" y="63055"/>
                        <a:pt x="48673" y="63436"/>
                        <a:pt x="48768" y="64103"/>
                      </a:cubicBezTo>
                      <a:cubicBezTo>
                        <a:pt x="48482" y="64103"/>
                        <a:pt x="47720" y="64389"/>
                        <a:pt x="46196" y="64960"/>
                      </a:cubicBezTo>
                      <a:cubicBezTo>
                        <a:pt x="46292" y="64960"/>
                        <a:pt x="46863" y="65437"/>
                        <a:pt x="47911" y="66008"/>
                      </a:cubicBezTo>
                      <a:cubicBezTo>
                        <a:pt x="48482" y="66389"/>
                        <a:pt x="48863" y="66865"/>
                        <a:pt x="48863" y="67246"/>
                      </a:cubicBezTo>
                      <a:cubicBezTo>
                        <a:pt x="48863" y="67532"/>
                        <a:pt x="48863" y="67723"/>
                        <a:pt x="48863" y="67913"/>
                      </a:cubicBezTo>
                      <a:cubicBezTo>
                        <a:pt x="49149" y="67723"/>
                        <a:pt x="49435" y="67246"/>
                        <a:pt x="49625" y="66770"/>
                      </a:cubicBezTo>
                      <a:cubicBezTo>
                        <a:pt x="49816" y="66199"/>
                        <a:pt x="49625" y="65722"/>
                        <a:pt x="49530" y="65437"/>
                      </a:cubicBezTo>
                      <a:lnTo>
                        <a:pt x="50863" y="64103"/>
                      </a:lnTo>
                      <a:lnTo>
                        <a:pt x="48006" y="61531"/>
                      </a:lnTo>
                      <a:lnTo>
                        <a:pt x="48387" y="60960"/>
                      </a:lnTo>
                      <a:cubicBezTo>
                        <a:pt x="48387" y="60960"/>
                        <a:pt x="47911" y="60579"/>
                        <a:pt x="47625" y="60579"/>
                      </a:cubicBezTo>
                      <a:cubicBezTo>
                        <a:pt x="47530" y="60579"/>
                        <a:pt x="47244" y="60769"/>
                        <a:pt x="46768" y="61055"/>
                      </a:cubicBezTo>
                      <a:cubicBezTo>
                        <a:pt x="46292" y="61436"/>
                        <a:pt x="45815" y="61531"/>
                        <a:pt x="45434" y="61531"/>
                      </a:cubicBezTo>
                      <a:cubicBezTo>
                        <a:pt x="45339" y="61531"/>
                        <a:pt x="44387" y="61531"/>
                        <a:pt x="42767" y="61531"/>
                      </a:cubicBezTo>
                      <a:cubicBezTo>
                        <a:pt x="41815" y="61531"/>
                        <a:pt x="41243" y="60865"/>
                        <a:pt x="41243" y="59531"/>
                      </a:cubicBezTo>
                      <a:cubicBezTo>
                        <a:pt x="40672" y="59341"/>
                        <a:pt x="40386" y="58864"/>
                        <a:pt x="40386" y="58293"/>
                      </a:cubicBezTo>
                      <a:cubicBezTo>
                        <a:pt x="40386" y="58007"/>
                        <a:pt x="40386" y="57531"/>
                        <a:pt x="40577" y="56959"/>
                      </a:cubicBezTo>
                      <a:cubicBezTo>
                        <a:pt x="40672" y="56388"/>
                        <a:pt x="40767" y="55816"/>
                        <a:pt x="40767" y="55531"/>
                      </a:cubicBezTo>
                      <a:cubicBezTo>
                        <a:pt x="40767" y="54578"/>
                        <a:pt x="40196" y="54102"/>
                        <a:pt x="39053" y="54007"/>
                      </a:cubicBezTo>
                      <a:cubicBezTo>
                        <a:pt x="38862" y="53721"/>
                        <a:pt x="38767" y="53245"/>
                        <a:pt x="38767" y="52768"/>
                      </a:cubicBezTo>
                      <a:cubicBezTo>
                        <a:pt x="38767" y="52483"/>
                        <a:pt x="38767" y="52197"/>
                        <a:pt x="38862" y="51721"/>
                      </a:cubicBezTo>
                      <a:cubicBezTo>
                        <a:pt x="38862" y="51244"/>
                        <a:pt x="38862" y="50959"/>
                        <a:pt x="38862" y="50768"/>
                      </a:cubicBezTo>
                      <a:cubicBezTo>
                        <a:pt x="38862" y="50101"/>
                        <a:pt x="38576" y="49530"/>
                        <a:pt x="37910" y="49149"/>
                      </a:cubicBezTo>
                      <a:lnTo>
                        <a:pt x="36767" y="48768"/>
                      </a:lnTo>
                      <a:cubicBezTo>
                        <a:pt x="37338" y="48101"/>
                        <a:pt x="37624" y="47339"/>
                        <a:pt x="37624" y="46672"/>
                      </a:cubicBezTo>
                      <a:cubicBezTo>
                        <a:pt x="37624" y="46006"/>
                        <a:pt x="37338" y="45053"/>
                        <a:pt x="36862" y="44005"/>
                      </a:cubicBezTo>
                      <a:cubicBezTo>
                        <a:pt x="36386" y="43243"/>
                        <a:pt x="36004" y="42481"/>
                        <a:pt x="35624" y="41624"/>
                      </a:cubicBezTo>
                      <a:cubicBezTo>
                        <a:pt x="36004" y="41338"/>
                        <a:pt x="36195" y="41053"/>
                        <a:pt x="36290" y="40672"/>
                      </a:cubicBezTo>
                      <a:cubicBezTo>
                        <a:pt x="36290" y="40196"/>
                        <a:pt x="36100" y="39814"/>
                        <a:pt x="35624" y="39624"/>
                      </a:cubicBezTo>
                      <a:lnTo>
                        <a:pt x="33909" y="40005"/>
                      </a:lnTo>
                      <a:lnTo>
                        <a:pt x="33528" y="37147"/>
                      </a:lnTo>
                      <a:cubicBezTo>
                        <a:pt x="32957" y="37242"/>
                        <a:pt x="32671" y="37719"/>
                        <a:pt x="32671" y="38386"/>
                      </a:cubicBezTo>
                      <a:cubicBezTo>
                        <a:pt x="32671" y="39052"/>
                        <a:pt x="32290" y="39529"/>
                        <a:pt x="31528" y="39719"/>
                      </a:cubicBezTo>
                      <a:cubicBezTo>
                        <a:pt x="31718" y="40196"/>
                        <a:pt x="31718" y="40576"/>
                        <a:pt x="31718" y="40862"/>
                      </a:cubicBezTo>
                      <a:cubicBezTo>
                        <a:pt x="31718" y="41529"/>
                        <a:pt x="31433" y="42386"/>
                        <a:pt x="30861" y="43529"/>
                      </a:cubicBezTo>
                      <a:cubicBezTo>
                        <a:pt x="30290" y="44672"/>
                        <a:pt x="30004" y="45815"/>
                        <a:pt x="30099" y="46958"/>
                      </a:cubicBezTo>
                      <a:cubicBezTo>
                        <a:pt x="29051" y="47530"/>
                        <a:pt x="28480" y="48387"/>
                        <a:pt x="28289" y="49816"/>
                      </a:cubicBezTo>
                      <a:cubicBezTo>
                        <a:pt x="28099" y="51721"/>
                        <a:pt x="27908" y="52673"/>
                        <a:pt x="27813" y="52959"/>
                      </a:cubicBezTo>
                      <a:cubicBezTo>
                        <a:pt x="27432" y="52959"/>
                        <a:pt x="27051" y="53340"/>
                        <a:pt x="26479" y="54388"/>
                      </a:cubicBezTo>
                      <a:cubicBezTo>
                        <a:pt x="25813" y="55721"/>
                        <a:pt x="25146" y="56579"/>
                        <a:pt x="24575" y="56959"/>
                      </a:cubicBezTo>
                      <a:cubicBezTo>
                        <a:pt x="24575" y="57055"/>
                        <a:pt x="24860" y="57531"/>
                        <a:pt x="25337" y="58102"/>
                      </a:cubicBezTo>
                      <a:lnTo>
                        <a:pt x="26099" y="57245"/>
                      </a:lnTo>
                      <a:cubicBezTo>
                        <a:pt x="26099" y="57245"/>
                        <a:pt x="26289" y="57436"/>
                        <a:pt x="26289" y="57531"/>
                      </a:cubicBezTo>
                      <a:cubicBezTo>
                        <a:pt x="26289" y="57817"/>
                        <a:pt x="26099" y="58102"/>
                        <a:pt x="25813" y="58674"/>
                      </a:cubicBezTo>
                      <a:cubicBezTo>
                        <a:pt x="25527" y="59246"/>
                        <a:pt x="25337" y="59531"/>
                        <a:pt x="25337" y="59722"/>
                      </a:cubicBezTo>
                      <a:cubicBezTo>
                        <a:pt x="24765" y="60484"/>
                        <a:pt x="24575" y="60960"/>
                        <a:pt x="24575" y="60960"/>
                      </a:cubicBezTo>
                      <a:lnTo>
                        <a:pt x="25337" y="61817"/>
                      </a:lnTo>
                      <a:cubicBezTo>
                        <a:pt x="25337" y="61817"/>
                        <a:pt x="25813" y="61246"/>
                        <a:pt x="26099" y="61246"/>
                      </a:cubicBezTo>
                      <a:lnTo>
                        <a:pt x="26099" y="62198"/>
                      </a:lnTo>
                      <a:cubicBezTo>
                        <a:pt x="26099" y="62198"/>
                        <a:pt x="25527" y="61913"/>
                        <a:pt x="25337" y="61913"/>
                      </a:cubicBezTo>
                      <a:cubicBezTo>
                        <a:pt x="24765" y="61913"/>
                        <a:pt x="24384" y="62674"/>
                        <a:pt x="24098" y="64008"/>
                      </a:cubicBezTo>
                      <a:cubicBezTo>
                        <a:pt x="23717" y="65627"/>
                        <a:pt x="23336" y="66580"/>
                        <a:pt x="22860" y="66865"/>
                      </a:cubicBezTo>
                      <a:cubicBezTo>
                        <a:pt x="23336" y="67246"/>
                        <a:pt x="23622" y="68008"/>
                        <a:pt x="23813" y="69151"/>
                      </a:cubicBezTo>
                      <a:cubicBezTo>
                        <a:pt x="24003" y="70294"/>
                        <a:pt x="24575" y="70961"/>
                        <a:pt x="25337" y="71247"/>
                      </a:cubicBezTo>
                      <a:cubicBezTo>
                        <a:pt x="25718" y="70961"/>
                        <a:pt x="26765" y="70866"/>
                        <a:pt x="28289" y="70866"/>
                      </a:cubicBezTo>
                      <a:cubicBezTo>
                        <a:pt x="29623" y="70866"/>
                        <a:pt x="30385" y="70675"/>
                        <a:pt x="30575" y="70390"/>
                      </a:cubicBezTo>
                      <a:cubicBezTo>
                        <a:pt x="30575" y="71152"/>
                        <a:pt x="30861" y="72866"/>
                        <a:pt x="31337" y="75438"/>
                      </a:cubicBezTo>
                      <a:cubicBezTo>
                        <a:pt x="31623" y="77438"/>
                        <a:pt x="31813" y="79057"/>
                        <a:pt x="31813" y="80391"/>
                      </a:cubicBezTo>
                      <a:cubicBezTo>
                        <a:pt x="31813" y="82296"/>
                        <a:pt x="31433" y="84201"/>
                        <a:pt x="30861" y="85915"/>
                      </a:cubicBezTo>
                      <a:cubicBezTo>
                        <a:pt x="29909" y="86201"/>
                        <a:pt x="28289" y="86296"/>
                        <a:pt x="26003" y="86201"/>
                      </a:cubicBezTo>
                      <a:cubicBezTo>
                        <a:pt x="23813" y="86201"/>
                        <a:pt x="22003" y="86392"/>
                        <a:pt x="20860" y="87058"/>
                      </a:cubicBezTo>
                      <a:lnTo>
                        <a:pt x="21431" y="87344"/>
                      </a:lnTo>
                      <a:cubicBezTo>
                        <a:pt x="19812" y="87725"/>
                        <a:pt x="18764" y="88963"/>
                        <a:pt x="18479" y="90964"/>
                      </a:cubicBezTo>
                      <a:cubicBezTo>
                        <a:pt x="18383" y="92678"/>
                        <a:pt x="18193" y="94297"/>
                        <a:pt x="18002" y="95821"/>
                      </a:cubicBezTo>
                      <a:cubicBezTo>
                        <a:pt x="17526" y="97441"/>
                        <a:pt x="16097" y="98107"/>
                        <a:pt x="13716" y="97917"/>
                      </a:cubicBezTo>
                      <a:cubicBezTo>
                        <a:pt x="13526" y="98298"/>
                        <a:pt x="13240" y="98393"/>
                        <a:pt x="12859" y="98393"/>
                      </a:cubicBezTo>
                      <a:cubicBezTo>
                        <a:pt x="12573" y="98393"/>
                        <a:pt x="12097" y="98203"/>
                        <a:pt x="11430" y="97917"/>
                      </a:cubicBezTo>
                      <a:cubicBezTo>
                        <a:pt x="10763" y="97536"/>
                        <a:pt x="10287" y="97346"/>
                        <a:pt x="10001" y="97346"/>
                      </a:cubicBezTo>
                      <a:cubicBezTo>
                        <a:pt x="9716" y="97346"/>
                        <a:pt x="9239" y="97346"/>
                        <a:pt x="8668" y="97346"/>
                      </a:cubicBezTo>
                      <a:cubicBezTo>
                        <a:pt x="8192" y="97346"/>
                        <a:pt x="7429" y="97346"/>
                        <a:pt x="6477" y="97536"/>
                      </a:cubicBezTo>
                      <a:cubicBezTo>
                        <a:pt x="5525" y="97726"/>
                        <a:pt x="4763" y="97822"/>
                        <a:pt x="4286" y="97822"/>
                      </a:cubicBezTo>
                      <a:cubicBezTo>
                        <a:pt x="2096" y="97822"/>
                        <a:pt x="762" y="97060"/>
                        <a:pt x="381" y="95726"/>
                      </a:cubicBezTo>
                      <a:cubicBezTo>
                        <a:pt x="191" y="95059"/>
                        <a:pt x="0" y="94488"/>
                        <a:pt x="0" y="93916"/>
                      </a:cubicBezTo>
                      <a:cubicBezTo>
                        <a:pt x="0" y="93154"/>
                        <a:pt x="381" y="91916"/>
                        <a:pt x="1048" y="90488"/>
                      </a:cubicBezTo>
                      <a:cubicBezTo>
                        <a:pt x="1810" y="88963"/>
                        <a:pt x="2000" y="87725"/>
                        <a:pt x="1810" y="86677"/>
                      </a:cubicBezTo>
                      <a:cubicBezTo>
                        <a:pt x="3048" y="86392"/>
                        <a:pt x="3620" y="85534"/>
                        <a:pt x="3620" y="84296"/>
                      </a:cubicBezTo>
                      <a:cubicBezTo>
                        <a:pt x="3620" y="84106"/>
                        <a:pt x="3620" y="83820"/>
                        <a:pt x="3620" y="83439"/>
                      </a:cubicBezTo>
                      <a:lnTo>
                        <a:pt x="3620" y="82391"/>
                      </a:lnTo>
                      <a:cubicBezTo>
                        <a:pt x="3620" y="81629"/>
                        <a:pt x="3715" y="81153"/>
                        <a:pt x="4001" y="80677"/>
                      </a:cubicBezTo>
                      <a:cubicBezTo>
                        <a:pt x="5144" y="80296"/>
                        <a:pt x="5715" y="79534"/>
                        <a:pt x="5715" y="78391"/>
                      </a:cubicBezTo>
                      <a:cubicBezTo>
                        <a:pt x="5715" y="78010"/>
                        <a:pt x="5715" y="77533"/>
                        <a:pt x="5525" y="76676"/>
                      </a:cubicBezTo>
                      <a:cubicBezTo>
                        <a:pt x="5429" y="75914"/>
                        <a:pt x="5334" y="75247"/>
                        <a:pt x="5334" y="74866"/>
                      </a:cubicBezTo>
                      <a:cubicBezTo>
                        <a:pt x="5334" y="73723"/>
                        <a:pt x="5810" y="72771"/>
                        <a:pt x="6858" y="72295"/>
                      </a:cubicBezTo>
                      <a:cubicBezTo>
                        <a:pt x="6763" y="71818"/>
                        <a:pt x="6668" y="71342"/>
                        <a:pt x="6668" y="70866"/>
                      </a:cubicBezTo>
                      <a:cubicBezTo>
                        <a:pt x="6668" y="70009"/>
                        <a:pt x="7049" y="68866"/>
                        <a:pt x="7906" y="67532"/>
                      </a:cubicBezTo>
                      <a:cubicBezTo>
                        <a:pt x="8763" y="66199"/>
                        <a:pt x="9144" y="65246"/>
                        <a:pt x="9144" y="64484"/>
                      </a:cubicBezTo>
                      <a:cubicBezTo>
                        <a:pt x="9144" y="63817"/>
                        <a:pt x="8954" y="63151"/>
                        <a:pt x="8477" y="62484"/>
                      </a:cubicBezTo>
                      <a:cubicBezTo>
                        <a:pt x="9716" y="61055"/>
                        <a:pt x="10478" y="58960"/>
                        <a:pt x="11049" y="56292"/>
                      </a:cubicBezTo>
                      <a:cubicBezTo>
                        <a:pt x="11335" y="54197"/>
                        <a:pt x="11525" y="52006"/>
                        <a:pt x="11716" y="50006"/>
                      </a:cubicBezTo>
                      <a:cubicBezTo>
                        <a:pt x="12859" y="49530"/>
                        <a:pt x="13526" y="48292"/>
                        <a:pt x="13907" y="46387"/>
                      </a:cubicBezTo>
                      <a:cubicBezTo>
                        <a:pt x="14192" y="44386"/>
                        <a:pt x="14764" y="43148"/>
                        <a:pt x="15716" y="42481"/>
                      </a:cubicBezTo>
                      <a:cubicBezTo>
                        <a:pt x="15430" y="41910"/>
                        <a:pt x="15335" y="41243"/>
                        <a:pt x="15335" y="40481"/>
                      </a:cubicBezTo>
                      <a:cubicBezTo>
                        <a:pt x="15335" y="39814"/>
                        <a:pt x="15430" y="38862"/>
                        <a:pt x="15716" y="37814"/>
                      </a:cubicBezTo>
                      <a:cubicBezTo>
                        <a:pt x="15907" y="36671"/>
                        <a:pt x="16097" y="35909"/>
                        <a:pt x="16097" y="35719"/>
                      </a:cubicBezTo>
                      <a:cubicBezTo>
                        <a:pt x="16954" y="35242"/>
                        <a:pt x="17336" y="34576"/>
                        <a:pt x="17336" y="33814"/>
                      </a:cubicBezTo>
                      <a:lnTo>
                        <a:pt x="17336" y="32575"/>
                      </a:lnTo>
                      <a:cubicBezTo>
                        <a:pt x="17336" y="31528"/>
                        <a:pt x="17907" y="30671"/>
                        <a:pt x="18955" y="30004"/>
                      </a:cubicBezTo>
                      <a:cubicBezTo>
                        <a:pt x="18383" y="29051"/>
                        <a:pt x="18383" y="27337"/>
                        <a:pt x="18955" y="24860"/>
                      </a:cubicBezTo>
                      <a:cubicBezTo>
                        <a:pt x="20574" y="24574"/>
                        <a:pt x="21241" y="23527"/>
                        <a:pt x="20860" y="21622"/>
                      </a:cubicBezTo>
                      <a:cubicBezTo>
                        <a:pt x="20384" y="19431"/>
                        <a:pt x="20479" y="18002"/>
                        <a:pt x="20860" y="17621"/>
                      </a:cubicBezTo>
                      <a:cubicBezTo>
                        <a:pt x="22765" y="15430"/>
                        <a:pt x="24384" y="14288"/>
                        <a:pt x="25527" y="14288"/>
                      </a:cubicBezTo>
                      <a:cubicBezTo>
                        <a:pt x="26384" y="14288"/>
                        <a:pt x="27146" y="14668"/>
                        <a:pt x="27718" y="15526"/>
                      </a:cubicBezTo>
                      <a:cubicBezTo>
                        <a:pt x="27908" y="15335"/>
                        <a:pt x="28004" y="14954"/>
                        <a:pt x="28004" y="14383"/>
                      </a:cubicBezTo>
                      <a:cubicBezTo>
                        <a:pt x="28194" y="14192"/>
                        <a:pt x="28480" y="14097"/>
                        <a:pt x="28766" y="14097"/>
                      </a:cubicBezTo>
                      <a:cubicBezTo>
                        <a:pt x="29051" y="14097"/>
                        <a:pt x="29528" y="14097"/>
                        <a:pt x="30194" y="14383"/>
                      </a:cubicBezTo>
                      <a:cubicBezTo>
                        <a:pt x="30861" y="14573"/>
                        <a:pt x="31337" y="14668"/>
                        <a:pt x="31623" y="14668"/>
                      </a:cubicBezTo>
                      <a:cubicBezTo>
                        <a:pt x="32480" y="14668"/>
                        <a:pt x="33052" y="14288"/>
                        <a:pt x="33433" y="13525"/>
                      </a:cubicBezTo>
                      <a:cubicBezTo>
                        <a:pt x="33814" y="13906"/>
                        <a:pt x="34480" y="14383"/>
                        <a:pt x="35528" y="15049"/>
                      </a:cubicBezTo>
                      <a:cubicBezTo>
                        <a:pt x="35814" y="14478"/>
                        <a:pt x="36290" y="14192"/>
                        <a:pt x="36767" y="14192"/>
                      </a:cubicBezTo>
                      <a:cubicBezTo>
                        <a:pt x="37148" y="14192"/>
                        <a:pt x="37719" y="14383"/>
                        <a:pt x="38481" y="14573"/>
                      </a:cubicBezTo>
                      <a:cubicBezTo>
                        <a:pt x="39243" y="14859"/>
                        <a:pt x="39910" y="14954"/>
                        <a:pt x="40386" y="14954"/>
                      </a:cubicBezTo>
                      <a:cubicBezTo>
                        <a:pt x="40767" y="14954"/>
                        <a:pt x="41053" y="14954"/>
                        <a:pt x="41338" y="14764"/>
                      </a:cubicBezTo>
                      <a:cubicBezTo>
                        <a:pt x="42291" y="15335"/>
                        <a:pt x="43148" y="15907"/>
                        <a:pt x="44101" y="16573"/>
                      </a:cubicBezTo>
                      <a:cubicBezTo>
                        <a:pt x="44958" y="17145"/>
                        <a:pt x="45434" y="18002"/>
                        <a:pt x="45434" y="19050"/>
                      </a:cubicBezTo>
                      <a:cubicBezTo>
                        <a:pt x="45434" y="19336"/>
                        <a:pt x="45434" y="19621"/>
                        <a:pt x="45339" y="20002"/>
                      </a:cubicBezTo>
                      <a:lnTo>
                        <a:pt x="47149" y="19717"/>
                      </a:lnTo>
                      <a:cubicBezTo>
                        <a:pt x="46863" y="20574"/>
                        <a:pt x="46768" y="21526"/>
                        <a:pt x="46768" y="22479"/>
                      </a:cubicBezTo>
                      <a:cubicBezTo>
                        <a:pt x="46768" y="24574"/>
                        <a:pt x="47530" y="27051"/>
                        <a:pt x="49149" y="29718"/>
                      </a:cubicBezTo>
                      <a:lnTo>
                        <a:pt x="47149" y="30575"/>
                      </a:lnTo>
                      <a:lnTo>
                        <a:pt x="49149" y="31242"/>
                      </a:lnTo>
                      <a:cubicBezTo>
                        <a:pt x="49149" y="31242"/>
                        <a:pt x="48292" y="31528"/>
                        <a:pt x="47435" y="32099"/>
                      </a:cubicBezTo>
                      <a:lnTo>
                        <a:pt x="47435" y="32480"/>
                      </a:lnTo>
                      <a:cubicBezTo>
                        <a:pt x="48006" y="32290"/>
                        <a:pt x="48959" y="32480"/>
                        <a:pt x="50292" y="32861"/>
                      </a:cubicBezTo>
                      <a:lnTo>
                        <a:pt x="48863" y="35242"/>
                      </a:lnTo>
                      <a:cubicBezTo>
                        <a:pt x="50483" y="37147"/>
                        <a:pt x="51816" y="38100"/>
                        <a:pt x="53150" y="38100"/>
                      </a:cubicBezTo>
                      <a:lnTo>
                        <a:pt x="53150" y="38957"/>
                      </a:lnTo>
                      <a:cubicBezTo>
                        <a:pt x="52673" y="38195"/>
                        <a:pt x="52292" y="38005"/>
                        <a:pt x="52007" y="38100"/>
                      </a:cubicBezTo>
                      <a:cubicBezTo>
                        <a:pt x="51721" y="39052"/>
                        <a:pt x="51530" y="40100"/>
                        <a:pt x="51530" y="41243"/>
                      </a:cubicBezTo>
                      <a:cubicBezTo>
                        <a:pt x="51530" y="43529"/>
                        <a:pt x="52102" y="45244"/>
                        <a:pt x="53150" y="46482"/>
                      </a:cubicBezTo>
                      <a:cubicBezTo>
                        <a:pt x="52864" y="46767"/>
                        <a:pt x="52769" y="46958"/>
                        <a:pt x="52769" y="47244"/>
                      </a:cubicBezTo>
                      <a:cubicBezTo>
                        <a:pt x="52769" y="47530"/>
                        <a:pt x="53054" y="47911"/>
                        <a:pt x="53530" y="48387"/>
                      </a:cubicBezTo>
                      <a:cubicBezTo>
                        <a:pt x="54007" y="48863"/>
                        <a:pt x="54293" y="49339"/>
                        <a:pt x="54293" y="49625"/>
                      </a:cubicBezTo>
                      <a:cubicBezTo>
                        <a:pt x="54293" y="49816"/>
                        <a:pt x="54197" y="50101"/>
                        <a:pt x="54007" y="50387"/>
                      </a:cubicBezTo>
                      <a:lnTo>
                        <a:pt x="55245" y="50863"/>
                      </a:lnTo>
                      <a:cubicBezTo>
                        <a:pt x="55912" y="54864"/>
                        <a:pt x="56388" y="57245"/>
                        <a:pt x="56579" y="58102"/>
                      </a:cubicBezTo>
                      <a:cubicBezTo>
                        <a:pt x="57245" y="60865"/>
                        <a:pt x="58103" y="63151"/>
                        <a:pt x="59246" y="65056"/>
                      </a:cubicBezTo>
                      <a:cubicBezTo>
                        <a:pt x="58388" y="66389"/>
                        <a:pt x="58674" y="67437"/>
                        <a:pt x="60103" y="68294"/>
                      </a:cubicBezTo>
                      <a:cubicBezTo>
                        <a:pt x="59912" y="71723"/>
                        <a:pt x="60484" y="74200"/>
                        <a:pt x="61722" y="75438"/>
                      </a:cubicBezTo>
                      <a:cubicBezTo>
                        <a:pt x="61722" y="78867"/>
                        <a:pt x="62484" y="80581"/>
                        <a:pt x="64199" y="80581"/>
                      </a:cubicBezTo>
                      <a:close/>
                      <a:moveTo>
                        <a:pt x="3429" y="15049"/>
                      </a:moveTo>
                      <a:lnTo>
                        <a:pt x="2572" y="15907"/>
                      </a:lnTo>
                      <a:lnTo>
                        <a:pt x="1429" y="14478"/>
                      </a:lnTo>
                      <a:lnTo>
                        <a:pt x="3429" y="15049"/>
                      </a:lnTo>
                      <a:close/>
                      <a:moveTo>
                        <a:pt x="5239" y="30671"/>
                      </a:moveTo>
                      <a:lnTo>
                        <a:pt x="5905" y="32671"/>
                      </a:lnTo>
                      <a:lnTo>
                        <a:pt x="4286" y="35242"/>
                      </a:lnTo>
                      <a:lnTo>
                        <a:pt x="5239" y="30671"/>
                      </a:lnTo>
                      <a:close/>
                      <a:moveTo>
                        <a:pt x="6668" y="21431"/>
                      </a:moveTo>
                      <a:cubicBezTo>
                        <a:pt x="6668" y="21431"/>
                        <a:pt x="6191" y="21717"/>
                        <a:pt x="5620" y="22288"/>
                      </a:cubicBezTo>
                      <a:lnTo>
                        <a:pt x="5334" y="21146"/>
                      </a:lnTo>
                      <a:lnTo>
                        <a:pt x="6763" y="21431"/>
                      </a:lnTo>
                      <a:close/>
                      <a:moveTo>
                        <a:pt x="15621" y="23431"/>
                      </a:moveTo>
                      <a:cubicBezTo>
                        <a:pt x="15145" y="22384"/>
                        <a:pt x="14192" y="21907"/>
                        <a:pt x="12763" y="22193"/>
                      </a:cubicBezTo>
                      <a:lnTo>
                        <a:pt x="12478" y="22574"/>
                      </a:lnTo>
                      <a:cubicBezTo>
                        <a:pt x="12478" y="21907"/>
                        <a:pt x="12668" y="21526"/>
                        <a:pt x="13049" y="21526"/>
                      </a:cubicBezTo>
                      <a:cubicBezTo>
                        <a:pt x="13049" y="21526"/>
                        <a:pt x="13526" y="21526"/>
                        <a:pt x="14192" y="21812"/>
                      </a:cubicBezTo>
                      <a:cubicBezTo>
                        <a:pt x="14764" y="21907"/>
                        <a:pt x="15240" y="21907"/>
                        <a:pt x="15526" y="21812"/>
                      </a:cubicBezTo>
                      <a:lnTo>
                        <a:pt x="15526" y="23336"/>
                      </a:lnTo>
                      <a:close/>
                      <a:moveTo>
                        <a:pt x="14002" y="57340"/>
                      </a:moveTo>
                      <a:lnTo>
                        <a:pt x="14002" y="55340"/>
                      </a:lnTo>
                      <a:lnTo>
                        <a:pt x="13621" y="55340"/>
                      </a:lnTo>
                      <a:lnTo>
                        <a:pt x="13621" y="57340"/>
                      </a:lnTo>
                      <a:lnTo>
                        <a:pt x="14002" y="57340"/>
                      </a:lnTo>
                      <a:close/>
                      <a:moveTo>
                        <a:pt x="19812" y="25146"/>
                      </a:moveTo>
                      <a:lnTo>
                        <a:pt x="22098" y="23908"/>
                      </a:lnTo>
                      <a:lnTo>
                        <a:pt x="21812" y="22574"/>
                      </a:lnTo>
                      <a:lnTo>
                        <a:pt x="19812" y="25051"/>
                      </a:lnTo>
                      <a:close/>
                      <a:moveTo>
                        <a:pt x="22098" y="39624"/>
                      </a:moveTo>
                      <a:lnTo>
                        <a:pt x="24098" y="40196"/>
                      </a:lnTo>
                      <a:lnTo>
                        <a:pt x="23813" y="39624"/>
                      </a:lnTo>
                      <a:lnTo>
                        <a:pt x="22098" y="39624"/>
                      </a:lnTo>
                      <a:close/>
                      <a:moveTo>
                        <a:pt x="23813" y="37624"/>
                      </a:moveTo>
                      <a:lnTo>
                        <a:pt x="24670" y="37147"/>
                      </a:lnTo>
                      <a:lnTo>
                        <a:pt x="23813" y="36290"/>
                      </a:lnTo>
                      <a:lnTo>
                        <a:pt x="23813" y="37529"/>
                      </a:lnTo>
                      <a:close/>
                      <a:moveTo>
                        <a:pt x="24670" y="20193"/>
                      </a:moveTo>
                      <a:lnTo>
                        <a:pt x="25813" y="19907"/>
                      </a:lnTo>
                      <a:lnTo>
                        <a:pt x="24098" y="19431"/>
                      </a:lnTo>
                      <a:lnTo>
                        <a:pt x="24670" y="20193"/>
                      </a:lnTo>
                      <a:close/>
                      <a:moveTo>
                        <a:pt x="24955" y="7239"/>
                      </a:moveTo>
                      <a:lnTo>
                        <a:pt x="25527" y="8477"/>
                      </a:lnTo>
                      <a:lnTo>
                        <a:pt x="24765" y="8477"/>
                      </a:lnTo>
                      <a:lnTo>
                        <a:pt x="25051" y="7239"/>
                      </a:lnTo>
                      <a:close/>
                      <a:moveTo>
                        <a:pt x="28766" y="4477"/>
                      </a:moveTo>
                      <a:cubicBezTo>
                        <a:pt x="28194" y="4191"/>
                        <a:pt x="27908" y="3810"/>
                        <a:pt x="27908" y="3143"/>
                      </a:cubicBezTo>
                      <a:lnTo>
                        <a:pt x="27908" y="1714"/>
                      </a:lnTo>
                      <a:lnTo>
                        <a:pt x="30766" y="0"/>
                      </a:lnTo>
                      <a:cubicBezTo>
                        <a:pt x="30766" y="0"/>
                        <a:pt x="30385" y="667"/>
                        <a:pt x="29623" y="952"/>
                      </a:cubicBezTo>
                      <a:cubicBezTo>
                        <a:pt x="28861" y="1333"/>
                        <a:pt x="28480" y="1619"/>
                        <a:pt x="28480" y="2000"/>
                      </a:cubicBezTo>
                      <a:cubicBezTo>
                        <a:pt x="28480" y="2286"/>
                        <a:pt x="28670" y="2476"/>
                        <a:pt x="29051" y="2857"/>
                      </a:cubicBezTo>
                      <a:cubicBezTo>
                        <a:pt x="29146" y="3238"/>
                        <a:pt x="29051" y="3810"/>
                        <a:pt x="28670" y="4381"/>
                      </a:cubicBezTo>
                      <a:close/>
                      <a:moveTo>
                        <a:pt x="31623" y="9811"/>
                      </a:moveTo>
                      <a:lnTo>
                        <a:pt x="32385" y="9811"/>
                      </a:lnTo>
                      <a:lnTo>
                        <a:pt x="31147" y="11811"/>
                      </a:lnTo>
                      <a:lnTo>
                        <a:pt x="31623" y="9811"/>
                      </a:lnTo>
                      <a:close/>
                      <a:moveTo>
                        <a:pt x="31623" y="24289"/>
                      </a:moveTo>
                      <a:lnTo>
                        <a:pt x="31623" y="22955"/>
                      </a:lnTo>
                      <a:lnTo>
                        <a:pt x="31147" y="22955"/>
                      </a:lnTo>
                      <a:lnTo>
                        <a:pt x="31147" y="24289"/>
                      </a:lnTo>
                      <a:lnTo>
                        <a:pt x="31623" y="24289"/>
                      </a:lnTo>
                      <a:close/>
                      <a:moveTo>
                        <a:pt x="36862" y="8001"/>
                      </a:moveTo>
                      <a:lnTo>
                        <a:pt x="36862" y="9715"/>
                      </a:lnTo>
                      <a:lnTo>
                        <a:pt x="35719" y="6858"/>
                      </a:lnTo>
                      <a:cubicBezTo>
                        <a:pt x="36481" y="6858"/>
                        <a:pt x="36862" y="7239"/>
                        <a:pt x="36862" y="7906"/>
                      </a:cubicBezTo>
                      <a:close/>
                      <a:moveTo>
                        <a:pt x="38862" y="23336"/>
                      </a:moveTo>
                      <a:lnTo>
                        <a:pt x="41243" y="22479"/>
                      </a:lnTo>
                      <a:lnTo>
                        <a:pt x="40005" y="22479"/>
                      </a:lnTo>
                      <a:lnTo>
                        <a:pt x="38862" y="23336"/>
                      </a:lnTo>
                      <a:close/>
                      <a:moveTo>
                        <a:pt x="38862" y="31432"/>
                      </a:moveTo>
                      <a:lnTo>
                        <a:pt x="39148" y="30194"/>
                      </a:lnTo>
                      <a:lnTo>
                        <a:pt x="38862" y="29813"/>
                      </a:lnTo>
                      <a:lnTo>
                        <a:pt x="38862" y="31337"/>
                      </a:lnTo>
                      <a:close/>
                      <a:moveTo>
                        <a:pt x="42386" y="64484"/>
                      </a:moveTo>
                      <a:cubicBezTo>
                        <a:pt x="42386" y="64484"/>
                        <a:pt x="42767" y="64484"/>
                        <a:pt x="43244" y="64770"/>
                      </a:cubicBezTo>
                      <a:lnTo>
                        <a:pt x="43529" y="64484"/>
                      </a:lnTo>
                      <a:lnTo>
                        <a:pt x="42386" y="63341"/>
                      </a:lnTo>
                      <a:lnTo>
                        <a:pt x="44101" y="63913"/>
                      </a:lnTo>
                      <a:cubicBezTo>
                        <a:pt x="43148" y="64865"/>
                        <a:pt x="42577" y="65246"/>
                        <a:pt x="42386" y="65246"/>
                      </a:cubicBezTo>
                      <a:lnTo>
                        <a:pt x="42386" y="64484"/>
                      </a:lnTo>
                      <a:close/>
                      <a:moveTo>
                        <a:pt x="45529" y="44291"/>
                      </a:moveTo>
                      <a:cubicBezTo>
                        <a:pt x="46387" y="43910"/>
                        <a:pt x="46673" y="43243"/>
                        <a:pt x="46482" y="42291"/>
                      </a:cubicBezTo>
                      <a:cubicBezTo>
                        <a:pt x="45434" y="42672"/>
                        <a:pt x="44958" y="43148"/>
                        <a:pt x="44958" y="43910"/>
                      </a:cubicBezTo>
                      <a:cubicBezTo>
                        <a:pt x="45244" y="44196"/>
                        <a:pt x="45434" y="44291"/>
                        <a:pt x="45529" y="44291"/>
                      </a:cubicBezTo>
                      <a:close/>
                      <a:moveTo>
                        <a:pt x="46482" y="28480"/>
                      </a:moveTo>
                      <a:lnTo>
                        <a:pt x="45244" y="28480"/>
                      </a:lnTo>
                      <a:lnTo>
                        <a:pt x="45625" y="31337"/>
                      </a:lnTo>
                      <a:lnTo>
                        <a:pt x="46577" y="28480"/>
                      </a:lnTo>
                      <a:close/>
                      <a:moveTo>
                        <a:pt x="46482" y="39148"/>
                      </a:moveTo>
                      <a:cubicBezTo>
                        <a:pt x="46482" y="39148"/>
                        <a:pt x="46292" y="38671"/>
                        <a:pt x="46292" y="38481"/>
                      </a:cubicBezTo>
                      <a:cubicBezTo>
                        <a:pt x="46292" y="37909"/>
                        <a:pt x="46673" y="37624"/>
                        <a:pt x="47435" y="37624"/>
                      </a:cubicBezTo>
                      <a:lnTo>
                        <a:pt x="48196" y="37624"/>
                      </a:lnTo>
                      <a:lnTo>
                        <a:pt x="48196" y="37052"/>
                      </a:lnTo>
                      <a:cubicBezTo>
                        <a:pt x="48196" y="37052"/>
                        <a:pt x="47816" y="37052"/>
                        <a:pt x="47625" y="37052"/>
                      </a:cubicBezTo>
                      <a:cubicBezTo>
                        <a:pt x="47149" y="37052"/>
                        <a:pt x="46673" y="37242"/>
                        <a:pt x="46292" y="37719"/>
                      </a:cubicBezTo>
                      <a:cubicBezTo>
                        <a:pt x="45911" y="38195"/>
                        <a:pt x="45625" y="38671"/>
                        <a:pt x="45625" y="39148"/>
                      </a:cubicBezTo>
                      <a:lnTo>
                        <a:pt x="46577" y="39148"/>
                      </a:lnTo>
                      <a:close/>
                      <a:moveTo>
                        <a:pt x="46958" y="56769"/>
                      </a:moveTo>
                      <a:cubicBezTo>
                        <a:pt x="46958" y="56769"/>
                        <a:pt x="47149" y="56483"/>
                        <a:pt x="47339" y="55912"/>
                      </a:cubicBezTo>
                      <a:cubicBezTo>
                        <a:pt x="46958" y="55912"/>
                        <a:pt x="46673" y="55912"/>
                        <a:pt x="46577" y="56292"/>
                      </a:cubicBezTo>
                      <a:cubicBezTo>
                        <a:pt x="46577" y="56579"/>
                        <a:pt x="46292" y="56674"/>
                        <a:pt x="46101" y="56769"/>
                      </a:cubicBezTo>
                      <a:lnTo>
                        <a:pt x="46958" y="56769"/>
                      </a:lnTo>
                      <a:close/>
                      <a:moveTo>
                        <a:pt x="47339" y="12192"/>
                      </a:moveTo>
                      <a:lnTo>
                        <a:pt x="48196" y="11335"/>
                      </a:lnTo>
                      <a:lnTo>
                        <a:pt x="46958" y="10192"/>
                      </a:lnTo>
                      <a:lnTo>
                        <a:pt x="47720" y="9334"/>
                      </a:lnTo>
                      <a:lnTo>
                        <a:pt x="49054" y="11906"/>
                      </a:lnTo>
                      <a:lnTo>
                        <a:pt x="47339" y="12287"/>
                      </a:lnTo>
                      <a:close/>
                      <a:moveTo>
                        <a:pt x="52483" y="63436"/>
                      </a:moveTo>
                      <a:lnTo>
                        <a:pt x="52483" y="62103"/>
                      </a:lnTo>
                      <a:cubicBezTo>
                        <a:pt x="52483" y="62103"/>
                        <a:pt x="52292" y="62293"/>
                        <a:pt x="51626" y="62579"/>
                      </a:cubicBezTo>
                      <a:cubicBezTo>
                        <a:pt x="51435" y="62484"/>
                        <a:pt x="51245" y="62198"/>
                        <a:pt x="50959" y="61817"/>
                      </a:cubicBezTo>
                      <a:cubicBezTo>
                        <a:pt x="50673" y="61436"/>
                        <a:pt x="50483" y="61341"/>
                        <a:pt x="50387" y="61341"/>
                      </a:cubicBezTo>
                      <a:cubicBezTo>
                        <a:pt x="50197" y="61341"/>
                        <a:pt x="49911" y="61436"/>
                        <a:pt x="49625" y="61817"/>
                      </a:cubicBezTo>
                      <a:lnTo>
                        <a:pt x="52483" y="63436"/>
                      </a:lnTo>
                      <a:close/>
                      <a:moveTo>
                        <a:pt x="54959" y="62960"/>
                      </a:moveTo>
                      <a:cubicBezTo>
                        <a:pt x="54959" y="62960"/>
                        <a:pt x="55150" y="62865"/>
                        <a:pt x="54959" y="62674"/>
                      </a:cubicBezTo>
                      <a:lnTo>
                        <a:pt x="54578" y="60103"/>
                      </a:lnTo>
                      <a:cubicBezTo>
                        <a:pt x="54578" y="60103"/>
                        <a:pt x="54102" y="60674"/>
                        <a:pt x="54102" y="60865"/>
                      </a:cubicBezTo>
                      <a:cubicBezTo>
                        <a:pt x="54102" y="60674"/>
                        <a:pt x="54388" y="61246"/>
                        <a:pt x="54959" y="62674"/>
                      </a:cubicBezTo>
                      <a:lnTo>
                        <a:pt x="54959" y="62960"/>
                      </a:lnTo>
                      <a:close/>
                      <a:moveTo>
                        <a:pt x="59627" y="476"/>
                      </a:moveTo>
                      <a:lnTo>
                        <a:pt x="59627" y="1333"/>
                      </a:lnTo>
                      <a:lnTo>
                        <a:pt x="58198" y="1333"/>
                      </a:lnTo>
                      <a:lnTo>
                        <a:pt x="59627" y="476"/>
                      </a:lnTo>
                      <a:close/>
                      <a:moveTo>
                        <a:pt x="60484" y="17240"/>
                      </a:moveTo>
                      <a:lnTo>
                        <a:pt x="59341" y="18383"/>
                      </a:lnTo>
                      <a:lnTo>
                        <a:pt x="60484" y="16669"/>
                      </a:lnTo>
                      <a:lnTo>
                        <a:pt x="60484" y="17240"/>
                      </a:lnTo>
                      <a:close/>
                      <a:moveTo>
                        <a:pt x="66580" y="35623"/>
                      </a:moveTo>
                      <a:lnTo>
                        <a:pt x="65723" y="36481"/>
                      </a:lnTo>
                      <a:lnTo>
                        <a:pt x="65151" y="36481"/>
                      </a:lnTo>
                      <a:lnTo>
                        <a:pt x="66675" y="35623"/>
                      </a:lnTo>
                      <a:close/>
                      <a:moveTo>
                        <a:pt x="66199" y="18097"/>
                      </a:moveTo>
                      <a:cubicBezTo>
                        <a:pt x="66199" y="18097"/>
                        <a:pt x="65913" y="18097"/>
                        <a:pt x="65818" y="17526"/>
                      </a:cubicBezTo>
                      <a:cubicBezTo>
                        <a:pt x="65818" y="17050"/>
                        <a:pt x="65818" y="16764"/>
                        <a:pt x="65627" y="16764"/>
                      </a:cubicBezTo>
                      <a:lnTo>
                        <a:pt x="66104" y="16764"/>
                      </a:lnTo>
                      <a:lnTo>
                        <a:pt x="66104" y="18097"/>
                      </a:lnTo>
                      <a:close/>
                      <a:moveTo>
                        <a:pt x="81439" y="9525"/>
                      </a:moveTo>
                      <a:cubicBezTo>
                        <a:pt x="81439" y="9525"/>
                        <a:pt x="81439" y="8954"/>
                        <a:pt x="81629" y="8667"/>
                      </a:cubicBezTo>
                      <a:cubicBezTo>
                        <a:pt x="81820" y="8382"/>
                        <a:pt x="82010" y="8191"/>
                        <a:pt x="82296" y="8287"/>
                      </a:cubicBezTo>
                      <a:lnTo>
                        <a:pt x="82296" y="9525"/>
                      </a:lnTo>
                      <a:lnTo>
                        <a:pt x="81439" y="9525"/>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 name="Google Shape;1496;p99"/>
                <p:cNvSpPr/>
                <p:nvPr/>
              </p:nvSpPr>
              <p:spPr>
                <a:xfrm>
                  <a:off x="5613844" y="4790217"/>
                  <a:ext cx="74294" cy="84245"/>
                </a:xfrm>
                <a:custGeom>
                  <a:avLst/>
                  <a:gdLst/>
                  <a:ahLst/>
                  <a:cxnLst/>
                  <a:rect l="l" t="t" r="r" b="b"/>
                  <a:pathLst>
                    <a:path w="74294" h="84245" extrusionOk="0">
                      <a:moveTo>
                        <a:pt x="60007" y="22288"/>
                      </a:moveTo>
                      <a:cubicBezTo>
                        <a:pt x="60007" y="22288"/>
                        <a:pt x="60388" y="22860"/>
                        <a:pt x="60770" y="22860"/>
                      </a:cubicBezTo>
                      <a:lnTo>
                        <a:pt x="61627" y="22860"/>
                      </a:lnTo>
                      <a:cubicBezTo>
                        <a:pt x="60770" y="25146"/>
                        <a:pt x="60579" y="28004"/>
                        <a:pt x="61246" y="31528"/>
                      </a:cubicBezTo>
                      <a:cubicBezTo>
                        <a:pt x="61055" y="32290"/>
                        <a:pt x="60388" y="33528"/>
                        <a:pt x="59150" y="35147"/>
                      </a:cubicBezTo>
                      <a:lnTo>
                        <a:pt x="60007" y="35909"/>
                      </a:lnTo>
                      <a:cubicBezTo>
                        <a:pt x="59722" y="36481"/>
                        <a:pt x="58960" y="36957"/>
                        <a:pt x="57817" y="37338"/>
                      </a:cubicBezTo>
                      <a:cubicBezTo>
                        <a:pt x="56674" y="37624"/>
                        <a:pt x="55816" y="38100"/>
                        <a:pt x="55531" y="38862"/>
                      </a:cubicBezTo>
                      <a:lnTo>
                        <a:pt x="57531" y="39053"/>
                      </a:lnTo>
                      <a:cubicBezTo>
                        <a:pt x="55912" y="41720"/>
                        <a:pt x="53054" y="44767"/>
                        <a:pt x="48863" y="48292"/>
                      </a:cubicBezTo>
                      <a:lnTo>
                        <a:pt x="47149" y="48292"/>
                      </a:lnTo>
                      <a:lnTo>
                        <a:pt x="47149" y="49435"/>
                      </a:lnTo>
                      <a:cubicBezTo>
                        <a:pt x="47149" y="49435"/>
                        <a:pt x="46768" y="49149"/>
                        <a:pt x="46482" y="49149"/>
                      </a:cubicBezTo>
                      <a:cubicBezTo>
                        <a:pt x="45911" y="49149"/>
                        <a:pt x="45529" y="49149"/>
                        <a:pt x="45434" y="49149"/>
                      </a:cubicBezTo>
                      <a:lnTo>
                        <a:pt x="45148" y="49435"/>
                      </a:lnTo>
                      <a:cubicBezTo>
                        <a:pt x="46101" y="49816"/>
                        <a:pt x="46768" y="50673"/>
                        <a:pt x="47244" y="52197"/>
                      </a:cubicBezTo>
                      <a:cubicBezTo>
                        <a:pt x="47720" y="53721"/>
                        <a:pt x="48196" y="54673"/>
                        <a:pt x="48863" y="54864"/>
                      </a:cubicBezTo>
                      <a:cubicBezTo>
                        <a:pt x="48673" y="56197"/>
                        <a:pt x="49149" y="57626"/>
                        <a:pt x="50387" y="59055"/>
                      </a:cubicBezTo>
                      <a:cubicBezTo>
                        <a:pt x="51816" y="60674"/>
                        <a:pt x="52673" y="62103"/>
                        <a:pt x="52864" y="63246"/>
                      </a:cubicBezTo>
                      <a:cubicBezTo>
                        <a:pt x="52483" y="64008"/>
                        <a:pt x="51625" y="64198"/>
                        <a:pt x="50292" y="63913"/>
                      </a:cubicBezTo>
                      <a:cubicBezTo>
                        <a:pt x="49054" y="63627"/>
                        <a:pt x="48387" y="63627"/>
                        <a:pt x="48387" y="64103"/>
                      </a:cubicBezTo>
                      <a:cubicBezTo>
                        <a:pt x="48387" y="64484"/>
                        <a:pt x="48482" y="64961"/>
                        <a:pt x="48768" y="65532"/>
                      </a:cubicBezTo>
                      <a:lnTo>
                        <a:pt x="50292" y="65151"/>
                      </a:lnTo>
                      <a:cubicBezTo>
                        <a:pt x="50292" y="65151"/>
                        <a:pt x="50197" y="66008"/>
                        <a:pt x="49435" y="66865"/>
                      </a:cubicBezTo>
                      <a:lnTo>
                        <a:pt x="50673" y="68008"/>
                      </a:lnTo>
                      <a:cubicBezTo>
                        <a:pt x="50673" y="68008"/>
                        <a:pt x="51054" y="67246"/>
                        <a:pt x="51340" y="66294"/>
                      </a:cubicBezTo>
                      <a:lnTo>
                        <a:pt x="51911" y="68294"/>
                      </a:lnTo>
                      <a:cubicBezTo>
                        <a:pt x="52769" y="68008"/>
                        <a:pt x="53149" y="67056"/>
                        <a:pt x="53054" y="65532"/>
                      </a:cubicBezTo>
                      <a:cubicBezTo>
                        <a:pt x="54007" y="66008"/>
                        <a:pt x="54769" y="66961"/>
                        <a:pt x="55340" y="68485"/>
                      </a:cubicBezTo>
                      <a:cubicBezTo>
                        <a:pt x="55912" y="70009"/>
                        <a:pt x="56579" y="70866"/>
                        <a:pt x="57340" y="71152"/>
                      </a:cubicBezTo>
                      <a:cubicBezTo>
                        <a:pt x="57150" y="71723"/>
                        <a:pt x="57055" y="72295"/>
                        <a:pt x="57055" y="72866"/>
                      </a:cubicBezTo>
                      <a:cubicBezTo>
                        <a:pt x="57055" y="73914"/>
                        <a:pt x="57531" y="75343"/>
                        <a:pt x="58674" y="76962"/>
                      </a:cubicBezTo>
                      <a:cubicBezTo>
                        <a:pt x="59817" y="78677"/>
                        <a:pt x="60293" y="79915"/>
                        <a:pt x="60293" y="80581"/>
                      </a:cubicBezTo>
                      <a:cubicBezTo>
                        <a:pt x="60293" y="81534"/>
                        <a:pt x="59722" y="82487"/>
                        <a:pt x="58674" y="83344"/>
                      </a:cubicBezTo>
                      <a:cubicBezTo>
                        <a:pt x="57817" y="83344"/>
                        <a:pt x="56483" y="83534"/>
                        <a:pt x="54483" y="83725"/>
                      </a:cubicBezTo>
                      <a:cubicBezTo>
                        <a:pt x="52578" y="83915"/>
                        <a:pt x="51054" y="83915"/>
                        <a:pt x="50102" y="83915"/>
                      </a:cubicBezTo>
                      <a:cubicBezTo>
                        <a:pt x="46958" y="83915"/>
                        <a:pt x="44672" y="83058"/>
                        <a:pt x="42958" y="81439"/>
                      </a:cubicBezTo>
                      <a:lnTo>
                        <a:pt x="42577" y="81915"/>
                      </a:lnTo>
                      <a:cubicBezTo>
                        <a:pt x="42196" y="80867"/>
                        <a:pt x="41720" y="79915"/>
                        <a:pt x="41338" y="78772"/>
                      </a:cubicBezTo>
                      <a:cubicBezTo>
                        <a:pt x="40672" y="77438"/>
                        <a:pt x="39814" y="76486"/>
                        <a:pt x="38862" y="76295"/>
                      </a:cubicBezTo>
                      <a:cubicBezTo>
                        <a:pt x="39053" y="75819"/>
                        <a:pt x="39148" y="75438"/>
                        <a:pt x="39148" y="75057"/>
                      </a:cubicBezTo>
                      <a:cubicBezTo>
                        <a:pt x="39148" y="74295"/>
                        <a:pt x="38671" y="73533"/>
                        <a:pt x="37624" y="72866"/>
                      </a:cubicBezTo>
                      <a:cubicBezTo>
                        <a:pt x="36576" y="72104"/>
                        <a:pt x="36100" y="71342"/>
                        <a:pt x="36100" y="70675"/>
                      </a:cubicBezTo>
                      <a:cubicBezTo>
                        <a:pt x="36100" y="70199"/>
                        <a:pt x="36195" y="69723"/>
                        <a:pt x="36481" y="69152"/>
                      </a:cubicBezTo>
                      <a:cubicBezTo>
                        <a:pt x="35719" y="68199"/>
                        <a:pt x="34957" y="66199"/>
                        <a:pt x="34004" y="63341"/>
                      </a:cubicBezTo>
                      <a:cubicBezTo>
                        <a:pt x="33147" y="60960"/>
                        <a:pt x="32099" y="59055"/>
                        <a:pt x="30861" y="57912"/>
                      </a:cubicBezTo>
                      <a:cubicBezTo>
                        <a:pt x="30861" y="56197"/>
                        <a:pt x="30099" y="53912"/>
                        <a:pt x="28480" y="51435"/>
                      </a:cubicBezTo>
                      <a:lnTo>
                        <a:pt x="25337" y="51054"/>
                      </a:lnTo>
                      <a:lnTo>
                        <a:pt x="25622" y="50768"/>
                      </a:lnTo>
                      <a:cubicBezTo>
                        <a:pt x="25622" y="50768"/>
                        <a:pt x="25146" y="50292"/>
                        <a:pt x="24765" y="50292"/>
                      </a:cubicBezTo>
                      <a:lnTo>
                        <a:pt x="23622" y="51530"/>
                      </a:lnTo>
                      <a:cubicBezTo>
                        <a:pt x="23622" y="51530"/>
                        <a:pt x="22479" y="51721"/>
                        <a:pt x="21241" y="52102"/>
                      </a:cubicBezTo>
                      <a:cubicBezTo>
                        <a:pt x="20003" y="52483"/>
                        <a:pt x="19050" y="52578"/>
                        <a:pt x="18479" y="52578"/>
                      </a:cubicBezTo>
                      <a:cubicBezTo>
                        <a:pt x="18002" y="52578"/>
                        <a:pt x="17526" y="52578"/>
                        <a:pt x="17240" y="52292"/>
                      </a:cubicBezTo>
                      <a:cubicBezTo>
                        <a:pt x="17145" y="52483"/>
                        <a:pt x="17145" y="52578"/>
                        <a:pt x="17145" y="52769"/>
                      </a:cubicBezTo>
                      <a:cubicBezTo>
                        <a:pt x="17145" y="53054"/>
                        <a:pt x="17240" y="53149"/>
                        <a:pt x="17431" y="53340"/>
                      </a:cubicBezTo>
                      <a:cubicBezTo>
                        <a:pt x="17621" y="53530"/>
                        <a:pt x="17716" y="53626"/>
                        <a:pt x="17716" y="53721"/>
                      </a:cubicBezTo>
                      <a:cubicBezTo>
                        <a:pt x="17716" y="53912"/>
                        <a:pt x="17431" y="54102"/>
                        <a:pt x="16764" y="54483"/>
                      </a:cubicBezTo>
                      <a:lnTo>
                        <a:pt x="17336" y="60960"/>
                      </a:lnTo>
                      <a:lnTo>
                        <a:pt x="16478" y="61722"/>
                      </a:lnTo>
                      <a:cubicBezTo>
                        <a:pt x="17050" y="63722"/>
                        <a:pt x="17336" y="66580"/>
                        <a:pt x="17336" y="70199"/>
                      </a:cubicBezTo>
                      <a:cubicBezTo>
                        <a:pt x="17336" y="70580"/>
                        <a:pt x="17145" y="71342"/>
                        <a:pt x="16859" y="72390"/>
                      </a:cubicBezTo>
                      <a:cubicBezTo>
                        <a:pt x="16573" y="73533"/>
                        <a:pt x="16383" y="74486"/>
                        <a:pt x="16383" y="75057"/>
                      </a:cubicBezTo>
                      <a:cubicBezTo>
                        <a:pt x="16383" y="76200"/>
                        <a:pt x="16764" y="77057"/>
                        <a:pt x="17621" y="77724"/>
                      </a:cubicBezTo>
                      <a:cubicBezTo>
                        <a:pt x="17145" y="78105"/>
                        <a:pt x="16859" y="78677"/>
                        <a:pt x="16859" y="79724"/>
                      </a:cubicBezTo>
                      <a:lnTo>
                        <a:pt x="16859" y="80772"/>
                      </a:lnTo>
                      <a:cubicBezTo>
                        <a:pt x="16859" y="80772"/>
                        <a:pt x="16954" y="81534"/>
                        <a:pt x="16954" y="81724"/>
                      </a:cubicBezTo>
                      <a:cubicBezTo>
                        <a:pt x="16954" y="83058"/>
                        <a:pt x="16192" y="83534"/>
                        <a:pt x="14764" y="83344"/>
                      </a:cubicBezTo>
                      <a:lnTo>
                        <a:pt x="15240" y="83820"/>
                      </a:lnTo>
                      <a:cubicBezTo>
                        <a:pt x="14097" y="84296"/>
                        <a:pt x="12763" y="84391"/>
                        <a:pt x="10954" y="84011"/>
                      </a:cubicBezTo>
                      <a:cubicBezTo>
                        <a:pt x="9239" y="83725"/>
                        <a:pt x="8096" y="83820"/>
                        <a:pt x="7525" y="84201"/>
                      </a:cubicBezTo>
                      <a:cubicBezTo>
                        <a:pt x="5144" y="84011"/>
                        <a:pt x="2953" y="83344"/>
                        <a:pt x="762" y="82201"/>
                      </a:cubicBezTo>
                      <a:cubicBezTo>
                        <a:pt x="953" y="76867"/>
                        <a:pt x="762" y="68675"/>
                        <a:pt x="476" y="57626"/>
                      </a:cubicBezTo>
                      <a:lnTo>
                        <a:pt x="0" y="57626"/>
                      </a:lnTo>
                      <a:cubicBezTo>
                        <a:pt x="571" y="56864"/>
                        <a:pt x="857" y="55912"/>
                        <a:pt x="857" y="54864"/>
                      </a:cubicBezTo>
                      <a:cubicBezTo>
                        <a:pt x="857" y="54388"/>
                        <a:pt x="857" y="53721"/>
                        <a:pt x="667" y="52578"/>
                      </a:cubicBezTo>
                      <a:cubicBezTo>
                        <a:pt x="571" y="51625"/>
                        <a:pt x="476" y="50863"/>
                        <a:pt x="476" y="50292"/>
                      </a:cubicBezTo>
                      <a:cubicBezTo>
                        <a:pt x="476" y="49054"/>
                        <a:pt x="857" y="48006"/>
                        <a:pt x="1429" y="46958"/>
                      </a:cubicBezTo>
                      <a:cubicBezTo>
                        <a:pt x="1048" y="43339"/>
                        <a:pt x="953" y="38386"/>
                        <a:pt x="953" y="32195"/>
                      </a:cubicBezTo>
                      <a:lnTo>
                        <a:pt x="953" y="16859"/>
                      </a:lnTo>
                      <a:cubicBezTo>
                        <a:pt x="953" y="16859"/>
                        <a:pt x="286" y="16192"/>
                        <a:pt x="286" y="15907"/>
                      </a:cubicBezTo>
                      <a:cubicBezTo>
                        <a:pt x="286" y="15716"/>
                        <a:pt x="476" y="15240"/>
                        <a:pt x="857" y="14669"/>
                      </a:cubicBezTo>
                      <a:cubicBezTo>
                        <a:pt x="1238" y="14002"/>
                        <a:pt x="1429" y="13525"/>
                        <a:pt x="1429" y="13240"/>
                      </a:cubicBezTo>
                      <a:cubicBezTo>
                        <a:pt x="571" y="12478"/>
                        <a:pt x="190" y="11621"/>
                        <a:pt x="190" y="10668"/>
                      </a:cubicBezTo>
                      <a:cubicBezTo>
                        <a:pt x="190" y="10001"/>
                        <a:pt x="476" y="8954"/>
                        <a:pt x="953" y="7525"/>
                      </a:cubicBezTo>
                      <a:cubicBezTo>
                        <a:pt x="1429" y="6096"/>
                        <a:pt x="1619" y="4953"/>
                        <a:pt x="1429" y="4096"/>
                      </a:cubicBezTo>
                      <a:lnTo>
                        <a:pt x="5715" y="476"/>
                      </a:lnTo>
                      <a:lnTo>
                        <a:pt x="24098" y="0"/>
                      </a:lnTo>
                      <a:cubicBezTo>
                        <a:pt x="24098" y="0"/>
                        <a:pt x="25241" y="1143"/>
                        <a:pt x="26575" y="2381"/>
                      </a:cubicBezTo>
                      <a:cubicBezTo>
                        <a:pt x="27527" y="3238"/>
                        <a:pt x="28289" y="4286"/>
                        <a:pt x="28575" y="5334"/>
                      </a:cubicBezTo>
                      <a:cubicBezTo>
                        <a:pt x="28575" y="4953"/>
                        <a:pt x="28480" y="4667"/>
                        <a:pt x="28480" y="4381"/>
                      </a:cubicBezTo>
                      <a:cubicBezTo>
                        <a:pt x="28480" y="3524"/>
                        <a:pt x="29051" y="2667"/>
                        <a:pt x="30194" y="2191"/>
                      </a:cubicBezTo>
                      <a:cubicBezTo>
                        <a:pt x="31528" y="1524"/>
                        <a:pt x="32385" y="953"/>
                        <a:pt x="32671" y="571"/>
                      </a:cubicBezTo>
                      <a:cubicBezTo>
                        <a:pt x="33052" y="381"/>
                        <a:pt x="33528" y="667"/>
                        <a:pt x="34195" y="1333"/>
                      </a:cubicBezTo>
                      <a:cubicBezTo>
                        <a:pt x="34385" y="1333"/>
                        <a:pt x="34671" y="1333"/>
                        <a:pt x="34862" y="1333"/>
                      </a:cubicBezTo>
                      <a:cubicBezTo>
                        <a:pt x="35338" y="1333"/>
                        <a:pt x="36100" y="1619"/>
                        <a:pt x="37243" y="2286"/>
                      </a:cubicBezTo>
                      <a:cubicBezTo>
                        <a:pt x="38386" y="2857"/>
                        <a:pt x="39148" y="3143"/>
                        <a:pt x="39814" y="3143"/>
                      </a:cubicBezTo>
                      <a:lnTo>
                        <a:pt x="43339" y="3143"/>
                      </a:lnTo>
                      <a:cubicBezTo>
                        <a:pt x="43148" y="4286"/>
                        <a:pt x="43529" y="4858"/>
                        <a:pt x="44482" y="4858"/>
                      </a:cubicBezTo>
                      <a:cubicBezTo>
                        <a:pt x="44482" y="4858"/>
                        <a:pt x="44767" y="4858"/>
                        <a:pt x="45053" y="4858"/>
                      </a:cubicBezTo>
                      <a:lnTo>
                        <a:pt x="45815" y="4858"/>
                      </a:lnTo>
                      <a:cubicBezTo>
                        <a:pt x="46672" y="4858"/>
                        <a:pt x="47244" y="5239"/>
                        <a:pt x="47339" y="6096"/>
                      </a:cubicBezTo>
                      <a:lnTo>
                        <a:pt x="49816" y="6096"/>
                      </a:lnTo>
                      <a:cubicBezTo>
                        <a:pt x="51435" y="7525"/>
                        <a:pt x="52864" y="8954"/>
                        <a:pt x="54388" y="10478"/>
                      </a:cubicBezTo>
                      <a:cubicBezTo>
                        <a:pt x="56197" y="12287"/>
                        <a:pt x="57150" y="14002"/>
                        <a:pt x="57340" y="15621"/>
                      </a:cubicBezTo>
                      <a:cubicBezTo>
                        <a:pt x="58388" y="16192"/>
                        <a:pt x="59055" y="17145"/>
                        <a:pt x="59436" y="18479"/>
                      </a:cubicBezTo>
                      <a:cubicBezTo>
                        <a:pt x="59912" y="20288"/>
                        <a:pt x="60388" y="21527"/>
                        <a:pt x="60674" y="22098"/>
                      </a:cubicBezTo>
                      <a:lnTo>
                        <a:pt x="59912" y="22860"/>
                      </a:lnTo>
                      <a:close/>
                      <a:moveTo>
                        <a:pt x="9906" y="26289"/>
                      </a:moveTo>
                      <a:lnTo>
                        <a:pt x="9906" y="23908"/>
                      </a:lnTo>
                      <a:lnTo>
                        <a:pt x="9430" y="23908"/>
                      </a:lnTo>
                      <a:lnTo>
                        <a:pt x="9430" y="26289"/>
                      </a:lnTo>
                      <a:lnTo>
                        <a:pt x="9906" y="26289"/>
                      </a:lnTo>
                      <a:close/>
                      <a:moveTo>
                        <a:pt x="12668" y="12287"/>
                      </a:moveTo>
                      <a:cubicBezTo>
                        <a:pt x="12668" y="12287"/>
                        <a:pt x="12668" y="11430"/>
                        <a:pt x="12859" y="10668"/>
                      </a:cubicBezTo>
                      <a:cubicBezTo>
                        <a:pt x="13049" y="9906"/>
                        <a:pt x="13145" y="9430"/>
                        <a:pt x="13145" y="9239"/>
                      </a:cubicBezTo>
                      <a:cubicBezTo>
                        <a:pt x="13145" y="8382"/>
                        <a:pt x="12763" y="7906"/>
                        <a:pt x="11906" y="7620"/>
                      </a:cubicBezTo>
                      <a:lnTo>
                        <a:pt x="13145" y="6382"/>
                      </a:lnTo>
                      <a:cubicBezTo>
                        <a:pt x="13145" y="6382"/>
                        <a:pt x="13145" y="6096"/>
                        <a:pt x="13145" y="6001"/>
                      </a:cubicBezTo>
                      <a:cubicBezTo>
                        <a:pt x="12287" y="6763"/>
                        <a:pt x="11906" y="7429"/>
                        <a:pt x="11906" y="8096"/>
                      </a:cubicBezTo>
                      <a:cubicBezTo>
                        <a:pt x="11906" y="8477"/>
                        <a:pt x="12287" y="9335"/>
                        <a:pt x="12859" y="10858"/>
                      </a:cubicBezTo>
                      <a:cubicBezTo>
                        <a:pt x="12478" y="10858"/>
                        <a:pt x="12192" y="11144"/>
                        <a:pt x="12097" y="11621"/>
                      </a:cubicBezTo>
                      <a:cubicBezTo>
                        <a:pt x="12097" y="12002"/>
                        <a:pt x="11811" y="12287"/>
                        <a:pt x="11621" y="12382"/>
                      </a:cubicBezTo>
                      <a:lnTo>
                        <a:pt x="12859" y="12382"/>
                      </a:lnTo>
                      <a:close/>
                      <a:moveTo>
                        <a:pt x="16954" y="9906"/>
                      </a:moveTo>
                      <a:lnTo>
                        <a:pt x="18574" y="11049"/>
                      </a:lnTo>
                      <a:lnTo>
                        <a:pt x="18574" y="11239"/>
                      </a:lnTo>
                      <a:lnTo>
                        <a:pt x="17716" y="12002"/>
                      </a:lnTo>
                      <a:lnTo>
                        <a:pt x="18574" y="12002"/>
                      </a:lnTo>
                      <a:lnTo>
                        <a:pt x="18574" y="6287"/>
                      </a:lnTo>
                      <a:cubicBezTo>
                        <a:pt x="18574" y="6287"/>
                        <a:pt x="18002" y="6763"/>
                        <a:pt x="17526" y="7048"/>
                      </a:cubicBezTo>
                      <a:cubicBezTo>
                        <a:pt x="17526" y="6858"/>
                        <a:pt x="17336" y="6763"/>
                        <a:pt x="16859" y="6763"/>
                      </a:cubicBezTo>
                      <a:cubicBezTo>
                        <a:pt x="17145" y="6953"/>
                        <a:pt x="17240" y="7144"/>
                        <a:pt x="17526" y="7048"/>
                      </a:cubicBezTo>
                      <a:cubicBezTo>
                        <a:pt x="17716" y="7334"/>
                        <a:pt x="17526" y="7811"/>
                        <a:pt x="17336" y="8382"/>
                      </a:cubicBezTo>
                      <a:cubicBezTo>
                        <a:pt x="17336" y="8382"/>
                        <a:pt x="17336" y="8287"/>
                        <a:pt x="17431" y="8191"/>
                      </a:cubicBezTo>
                      <a:cubicBezTo>
                        <a:pt x="17716" y="8191"/>
                        <a:pt x="17907" y="8382"/>
                        <a:pt x="18193" y="8763"/>
                      </a:cubicBezTo>
                      <a:lnTo>
                        <a:pt x="16859" y="9906"/>
                      </a:lnTo>
                      <a:close/>
                      <a:moveTo>
                        <a:pt x="43434" y="27527"/>
                      </a:moveTo>
                      <a:cubicBezTo>
                        <a:pt x="43434" y="27527"/>
                        <a:pt x="43624" y="26861"/>
                        <a:pt x="43624" y="26670"/>
                      </a:cubicBezTo>
                      <a:cubicBezTo>
                        <a:pt x="43624" y="26194"/>
                        <a:pt x="43339" y="25717"/>
                        <a:pt x="42672" y="25241"/>
                      </a:cubicBezTo>
                      <a:cubicBezTo>
                        <a:pt x="42005" y="24765"/>
                        <a:pt x="41624" y="24384"/>
                        <a:pt x="41529" y="24098"/>
                      </a:cubicBezTo>
                      <a:cubicBezTo>
                        <a:pt x="41815" y="23717"/>
                        <a:pt x="41910" y="23336"/>
                        <a:pt x="41910" y="22955"/>
                      </a:cubicBezTo>
                      <a:cubicBezTo>
                        <a:pt x="41910" y="22384"/>
                        <a:pt x="41338" y="21812"/>
                        <a:pt x="40386" y="21146"/>
                      </a:cubicBezTo>
                      <a:cubicBezTo>
                        <a:pt x="39338" y="20479"/>
                        <a:pt x="38767" y="20003"/>
                        <a:pt x="38671" y="19717"/>
                      </a:cubicBezTo>
                      <a:cubicBezTo>
                        <a:pt x="38290" y="19336"/>
                        <a:pt x="37909" y="19240"/>
                        <a:pt x="37433" y="19240"/>
                      </a:cubicBezTo>
                      <a:cubicBezTo>
                        <a:pt x="37243" y="19240"/>
                        <a:pt x="36862" y="19240"/>
                        <a:pt x="36481" y="19431"/>
                      </a:cubicBezTo>
                      <a:cubicBezTo>
                        <a:pt x="36004" y="19431"/>
                        <a:pt x="35719" y="19526"/>
                        <a:pt x="35528" y="19526"/>
                      </a:cubicBezTo>
                      <a:cubicBezTo>
                        <a:pt x="34862" y="19526"/>
                        <a:pt x="34480" y="19145"/>
                        <a:pt x="34290" y="18383"/>
                      </a:cubicBezTo>
                      <a:lnTo>
                        <a:pt x="35052" y="17716"/>
                      </a:lnTo>
                      <a:cubicBezTo>
                        <a:pt x="33623" y="17621"/>
                        <a:pt x="32861" y="18097"/>
                        <a:pt x="32766" y="19336"/>
                      </a:cubicBezTo>
                      <a:cubicBezTo>
                        <a:pt x="32480" y="21050"/>
                        <a:pt x="32290" y="22098"/>
                        <a:pt x="31909" y="22479"/>
                      </a:cubicBezTo>
                      <a:cubicBezTo>
                        <a:pt x="31528" y="21146"/>
                        <a:pt x="31052" y="19812"/>
                        <a:pt x="30671" y="18479"/>
                      </a:cubicBezTo>
                      <a:cubicBezTo>
                        <a:pt x="30289" y="17145"/>
                        <a:pt x="29337" y="16002"/>
                        <a:pt x="27908" y="15335"/>
                      </a:cubicBezTo>
                      <a:cubicBezTo>
                        <a:pt x="27718" y="16764"/>
                        <a:pt x="26861" y="17431"/>
                        <a:pt x="25337" y="17431"/>
                      </a:cubicBezTo>
                      <a:cubicBezTo>
                        <a:pt x="25051" y="17431"/>
                        <a:pt x="24479" y="17431"/>
                        <a:pt x="23717" y="17431"/>
                      </a:cubicBezTo>
                      <a:cubicBezTo>
                        <a:pt x="22860" y="17431"/>
                        <a:pt x="22288" y="17336"/>
                        <a:pt x="21907" y="17336"/>
                      </a:cubicBezTo>
                      <a:cubicBezTo>
                        <a:pt x="21431" y="17336"/>
                        <a:pt x="21146" y="17336"/>
                        <a:pt x="20764" y="17431"/>
                      </a:cubicBezTo>
                      <a:cubicBezTo>
                        <a:pt x="18764" y="18669"/>
                        <a:pt x="17716" y="20860"/>
                        <a:pt x="17716" y="23908"/>
                      </a:cubicBezTo>
                      <a:cubicBezTo>
                        <a:pt x="17716" y="24479"/>
                        <a:pt x="17716" y="25432"/>
                        <a:pt x="17812" y="26670"/>
                      </a:cubicBezTo>
                      <a:cubicBezTo>
                        <a:pt x="17812" y="27908"/>
                        <a:pt x="17907" y="28861"/>
                        <a:pt x="17907" y="29528"/>
                      </a:cubicBezTo>
                      <a:cubicBezTo>
                        <a:pt x="17907" y="30861"/>
                        <a:pt x="17812" y="32099"/>
                        <a:pt x="17526" y="33147"/>
                      </a:cubicBezTo>
                      <a:cubicBezTo>
                        <a:pt x="17526" y="33909"/>
                        <a:pt x="18193" y="34385"/>
                        <a:pt x="19336" y="34290"/>
                      </a:cubicBezTo>
                      <a:cubicBezTo>
                        <a:pt x="20574" y="34290"/>
                        <a:pt x="21241" y="34576"/>
                        <a:pt x="21527" y="35528"/>
                      </a:cubicBezTo>
                      <a:cubicBezTo>
                        <a:pt x="22003" y="35814"/>
                        <a:pt x="23146" y="35909"/>
                        <a:pt x="24860" y="35814"/>
                      </a:cubicBezTo>
                      <a:cubicBezTo>
                        <a:pt x="26194" y="35814"/>
                        <a:pt x="27241" y="36290"/>
                        <a:pt x="27813" y="37147"/>
                      </a:cubicBezTo>
                      <a:cubicBezTo>
                        <a:pt x="28289" y="36195"/>
                        <a:pt x="28956" y="35623"/>
                        <a:pt x="29908" y="35528"/>
                      </a:cubicBezTo>
                      <a:lnTo>
                        <a:pt x="32480" y="35528"/>
                      </a:lnTo>
                      <a:cubicBezTo>
                        <a:pt x="33242" y="35338"/>
                        <a:pt x="33814" y="34957"/>
                        <a:pt x="34195" y="34385"/>
                      </a:cubicBezTo>
                      <a:cubicBezTo>
                        <a:pt x="36671" y="34671"/>
                        <a:pt x="39529" y="33147"/>
                        <a:pt x="42767" y="29718"/>
                      </a:cubicBezTo>
                      <a:lnTo>
                        <a:pt x="41148" y="29051"/>
                      </a:lnTo>
                      <a:lnTo>
                        <a:pt x="43434" y="27718"/>
                      </a:lnTo>
                      <a:close/>
                      <a:moveTo>
                        <a:pt x="41529" y="11239"/>
                      </a:moveTo>
                      <a:cubicBezTo>
                        <a:pt x="41529" y="11239"/>
                        <a:pt x="41243" y="10763"/>
                        <a:pt x="40957" y="10763"/>
                      </a:cubicBezTo>
                      <a:cubicBezTo>
                        <a:pt x="40291" y="10763"/>
                        <a:pt x="40005" y="11049"/>
                        <a:pt x="40005" y="11525"/>
                      </a:cubicBezTo>
                      <a:cubicBezTo>
                        <a:pt x="40005" y="11525"/>
                        <a:pt x="40005" y="11525"/>
                        <a:pt x="40196" y="11525"/>
                      </a:cubicBezTo>
                      <a:lnTo>
                        <a:pt x="41529" y="11144"/>
                      </a:lnTo>
                      <a:close/>
                      <a:moveTo>
                        <a:pt x="45911" y="6287"/>
                      </a:moveTo>
                      <a:lnTo>
                        <a:pt x="45911" y="5715"/>
                      </a:lnTo>
                      <a:cubicBezTo>
                        <a:pt x="45911" y="5715"/>
                        <a:pt x="44767" y="6001"/>
                        <a:pt x="43434" y="6001"/>
                      </a:cubicBezTo>
                      <a:lnTo>
                        <a:pt x="45911" y="6287"/>
                      </a:lnTo>
                      <a:close/>
                      <a:moveTo>
                        <a:pt x="43434" y="24003"/>
                      </a:moveTo>
                      <a:lnTo>
                        <a:pt x="45148" y="24003"/>
                      </a:lnTo>
                      <a:cubicBezTo>
                        <a:pt x="44482" y="23336"/>
                        <a:pt x="43910" y="23050"/>
                        <a:pt x="43434" y="23241"/>
                      </a:cubicBezTo>
                      <a:lnTo>
                        <a:pt x="43434" y="24003"/>
                      </a:lnTo>
                      <a:close/>
                      <a:moveTo>
                        <a:pt x="46768" y="29146"/>
                      </a:moveTo>
                      <a:lnTo>
                        <a:pt x="47911" y="28004"/>
                      </a:lnTo>
                      <a:lnTo>
                        <a:pt x="47434" y="28004"/>
                      </a:lnTo>
                      <a:lnTo>
                        <a:pt x="46768" y="29146"/>
                      </a:lnTo>
                      <a:close/>
                      <a:moveTo>
                        <a:pt x="50006" y="29337"/>
                      </a:moveTo>
                      <a:cubicBezTo>
                        <a:pt x="50006" y="29337"/>
                        <a:pt x="49625" y="28861"/>
                        <a:pt x="49625" y="28480"/>
                      </a:cubicBezTo>
                      <a:cubicBezTo>
                        <a:pt x="49625" y="27337"/>
                        <a:pt x="50197" y="26384"/>
                        <a:pt x="51149" y="25717"/>
                      </a:cubicBezTo>
                      <a:cubicBezTo>
                        <a:pt x="50959" y="25432"/>
                        <a:pt x="50768" y="25337"/>
                        <a:pt x="50387" y="25337"/>
                      </a:cubicBezTo>
                      <a:cubicBezTo>
                        <a:pt x="50387" y="25337"/>
                        <a:pt x="49530" y="25813"/>
                        <a:pt x="47911" y="26765"/>
                      </a:cubicBezTo>
                      <a:cubicBezTo>
                        <a:pt x="48958" y="27051"/>
                        <a:pt x="49530" y="27527"/>
                        <a:pt x="49530" y="28194"/>
                      </a:cubicBezTo>
                      <a:cubicBezTo>
                        <a:pt x="49530" y="28480"/>
                        <a:pt x="49435" y="28861"/>
                        <a:pt x="49149" y="29432"/>
                      </a:cubicBezTo>
                      <a:cubicBezTo>
                        <a:pt x="48863" y="29908"/>
                        <a:pt x="48768" y="30289"/>
                        <a:pt x="48768" y="30575"/>
                      </a:cubicBezTo>
                      <a:cubicBezTo>
                        <a:pt x="48768" y="30956"/>
                        <a:pt x="49244" y="31147"/>
                        <a:pt x="50292" y="31052"/>
                      </a:cubicBezTo>
                      <a:cubicBezTo>
                        <a:pt x="50292" y="30099"/>
                        <a:pt x="50197" y="29528"/>
                        <a:pt x="49911" y="29242"/>
                      </a:cubicBezTo>
                      <a:close/>
                      <a:moveTo>
                        <a:pt x="53245" y="34385"/>
                      </a:moveTo>
                      <a:lnTo>
                        <a:pt x="53530" y="34099"/>
                      </a:lnTo>
                      <a:lnTo>
                        <a:pt x="52959" y="33242"/>
                      </a:lnTo>
                      <a:lnTo>
                        <a:pt x="53245" y="34385"/>
                      </a:lnTo>
                      <a:close/>
                      <a:moveTo>
                        <a:pt x="55245" y="27146"/>
                      </a:moveTo>
                      <a:lnTo>
                        <a:pt x="56388" y="28004"/>
                      </a:lnTo>
                      <a:cubicBezTo>
                        <a:pt x="56102" y="27527"/>
                        <a:pt x="56007" y="27241"/>
                        <a:pt x="56007" y="27146"/>
                      </a:cubicBezTo>
                      <a:lnTo>
                        <a:pt x="55150" y="27146"/>
                      </a:lnTo>
                      <a:close/>
                      <a:moveTo>
                        <a:pt x="55626" y="14288"/>
                      </a:moveTo>
                      <a:lnTo>
                        <a:pt x="55626" y="15145"/>
                      </a:lnTo>
                      <a:lnTo>
                        <a:pt x="56483" y="14288"/>
                      </a:lnTo>
                      <a:lnTo>
                        <a:pt x="55626" y="14288"/>
                      </a:lnTo>
                      <a:close/>
                      <a:moveTo>
                        <a:pt x="56483" y="23622"/>
                      </a:moveTo>
                      <a:lnTo>
                        <a:pt x="58483" y="21622"/>
                      </a:lnTo>
                      <a:lnTo>
                        <a:pt x="57340" y="21622"/>
                      </a:lnTo>
                      <a:lnTo>
                        <a:pt x="56483" y="23622"/>
                      </a:lnTo>
                      <a:close/>
                      <a:moveTo>
                        <a:pt x="57340" y="32766"/>
                      </a:moveTo>
                      <a:lnTo>
                        <a:pt x="58483" y="32385"/>
                      </a:lnTo>
                      <a:cubicBezTo>
                        <a:pt x="58483" y="32385"/>
                        <a:pt x="58007" y="31909"/>
                        <a:pt x="57340" y="31909"/>
                      </a:cubicBezTo>
                      <a:lnTo>
                        <a:pt x="57340" y="32766"/>
                      </a:lnTo>
                      <a:close/>
                      <a:moveTo>
                        <a:pt x="59722" y="13145"/>
                      </a:moveTo>
                      <a:cubicBezTo>
                        <a:pt x="59722" y="13145"/>
                        <a:pt x="60293" y="13145"/>
                        <a:pt x="60674" y="13621"/>
                      </a:cubicBezTo>
                      <a:lnTo>
                        <a:pt x="59722" y="13145"/>
                      </a:lnTo>
                      <a:close/>
                      <a:moveTo>
                        <a:pt x="61341" y="14097"/>
                      </a:moveTo>
                      <a:cubicBezTo>
                        <a:pt x="61341" y="14097"/>
                        <a:pt x="60960" y="13906"/>
                        <a:pt x="60674" y="13621"/>
                      </a:cubicBezTo>
                      <a:lnTo>
                        <a:pt x="61341" y="14097"/>
                      </a:lnTo>
                      <a:close/>
                      <a:moveTo>
                        <a:pt x="61722" y="14288"/>
                      </a:moveTo>
                      <a:lnTo>
                        <a:pt x="61341" y="14097"/>
                      </a:lnTo>
                      <a:cubicBezTo>
                        <a:pt x="61341" y="14097"/>
                        <a:pt x="61817" y="13906"/>
                        <a:pt x="61722" y="13906"/>
                      </a:cubicBezTo>
                      <a:lnTo>
                        <a:pt x="61722" y="14192"/>
                      </a:lnTo>
                      <a:close/>
                      <a:moveTo>
                        <a:pt x="63151" y="9430"/>
                      </a:moveTo>
                      <a:cubicBezTo>
                        <a:pt x="63151" y="9430"/>
                        <a:pt x="62674" y="9335"/>
                        <a:pt x="62294" y="9239"/>
                      </a:cubicBezTo>
                      <a:cubicBezTo>
                        <a:pt x="61913" y="9239"/>
                        <a:pt x="61627" y="9144"/>
                        <a:pt x="61627" y="9049"/>
                      </a:cubicBezTo>
                      <a:cubicBezTo>
                        <a:pt x="61627" y="8858"/>
                        <a:pt x="61722" y="8572"/>
                        <a:pt x="62008" y="8287"/>
                      </a:cubicBezTo>
                      <a:lnTo>
                        <a:pt x="63055" y="9430"/>
                      </a:lnTo>
                      <a:close/>
                      <a:moveTo>
                        <a:pt x="63341" y="24860"/>
                      </a:moveTo>
                      <a:lnTo>
                        <a:pt x="62103" y="24003"/>
                      </a:lnTo>
                      <a:lnTo>
                        <a:pt x="63341" y="24003"/>
                      </a:lnTo>
                      <a:lnTo>
                        <a:pt x="63341" y="24860"/>
                      </a:lnTo>
                      <a:close/>
                      <a:moveTo>
                        <a:pt x="63151" y="9430"/>
                      </a:moveTo>
                      <a:lnTo>
                        <a:pt x="63341" y="9620"/>
                      </a:lnTo>
                      <a:lnTo>
                        <a:pt x="63151" y="9430"/>
                      </a:lnTo>
                      <a:close/>
                      <a:moveTo>
                        <a:pt x="64198" y="18002"/>
                      </a:moveTo>
                      <a:lnTo>
                        <a:pt x="64484" y="16859"/>
                      </a:lnTo>
                      <a:lnTo>
                        <a:pt x="66961" y="17621"/>
                      </a:lnTo>
                      <a:cubicBezTo>
                        <a:pt x="66294" y="17716"/>
                        <a:pt x="65818" y="18097"/>
                        <a:pt x="65532" y="18860"/>
                      </a:cubicBezTo>
                      <a:cubicBezTo>
                        <a:pt x="65437" y="18860"/>
                        <a:pt x="64865" y="18574"/>
                        <a:pt x="64198" y="18002"/>
                      </a:cubicBezTo>
                      <a:close/>
                      <a:moveTo>
                        <a:pt x="67056" y="7048"/>
                      </a:moveTo>
                      <a:cubicBezTo>
                        <a:pt x="67056" y="7048"/>
                        <a:pt x="66675" y="7620"/>
                        <a:pt x="66199" y="7620"/>
                      </a:cubicBezTo>
                      <a:lnTo>
                        <a:pt x="65056" y="7620"/>
                      </a:lnTo>
                      <a:lnTo>
                        <a:pt x="65341" y="6763"/>
                      </a:lnTo>
                      <a:cubicBezTo>
                        <a:pt x="65341" y="6763"/>
                        <a:pt x="66199" y="7048"/>
                        <a:pt x="67056" y="7048"/>
                      </a:cubicBezTo>
                      <a:close/>
                      <a:moveTo>
                        <a:pt x="66484" y="10192"/>
                      </a:moveTo>
                      <a:lnTo>
                        <a:pt x="66484" y="9525"/>
                      </a:lnTo>
                      <a:cubicBezTo>
                        <a:pt x="68008" y="9811"/>
                        <a:pt x="69056" y="9906"/>
                        <a:pt x="69723" y="9811"/>
                      </a:cubicBezTo>
                      <a:lnTo>
                        <a:pt x="69723" y="10668"/>
                      </a:lnTo>
                      <a:lnTo>
                        <a:pt x="66484" y="10192"/>
                      </a:lnTo>
                      <a:close/>
                      <a:moveTo>
                        <a:pt x="70104" y="26003"/>
                      </a:moveTo>
                      <a:lnTo>
                        <a:pt x="69342" y="26003"/>
                      </a:lnTo>
                      <a:lnTo>
                        <a:pt x="70009" y="24955"/>
                      </a:lnTo>
                      <a:cubicBezTo>
                        <a:pt x="70009" y="24955"/>
                        <a:pt x="70199" y="25432"/>
                        <a:pt x="70199" y="26003"/>
                      </a:cubicBezTo>
                      <a:close/>
                      <a:moveTo>
                        <a:pt x="69723" y="24860"/>
                      </a:moveTo>
                      <a:cubicBezTo>
                        <a:pt x="69723" y="24860"/>
                        <a:pt x="69913" y="24574"/>
                        <a:pt x="70104" y="24289"/>
                      </a:cubicBezTo>
                      <a:lnTo>
                        <a:pt x="69913" y="24955"/>
                      </a:lnTo>
                      <a:cubicBezTo>
                        <a:pt x="69913" y="24955"/>
                        <a:pt x="69818" y="24860"/>
                        <a:pt x="69723" y="24860"/>
                      </a:cubicBezTo>
                      <a:close/>
                      <a:moveTo>
                        <a:pt x="70104" y="24289"/>
                      </a:moveTo>
                      <a:lnTo>
                        <a:pt x="70485" y="23622"/>
                      </a:lnTo>
                      <a:cubicBezTo>
                        <a:pt x="70485" y="23622"/>
                        <a:pt x="70485" y="24003"/>
                        <a:pt x="70104" y="24289"/>
                      </a:cubicBezTo>
                      <a:close/>
                      <a:moveTo>
                        <a:pt x="71723" y="2286"/>
                      </a:moveTo>
                      <a:lnTo>
                        <a:pt x="72580" y="3143"/>
                      </a:lnTo>
                      <a:lnTo>
                        <a:pt x="70961" y="3143"/>
                      </a:lnTo>
                      <a:lnTo>
                        <a:pt x="71723" y="2286"/>
                      </a:lnTo>
                      <a:close/>
                      <a:moveTo>
                        <a:pt x="72295" y="13716"/>
                      </a:moveTo>
                      <a:lnTo>
                        <a:pt x="74295" y="15716"/>
                      </a:lnTo>
                      <a:cubicBezTo>
                        <a:pt x="72771" y="15240"/>
                        <a:pt x="72009" y="14764"/>
                        <a:pt x="72009" y="14573"/>
                      </a:cubicBezTo>
                      <a:cubicBezTo>
                        <a:pt x="72009" y="14383"/>
                        <a:pt x="72104" y="14097"/>
                        <a:pt x="72390" y="13716"/>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 name="Google Shape;1497;p99"/>
                <p:cNvSpPr/>
                <p:nvPr/>
              </p:nvSpPr>
              <p:spPr>
                <a:xfrm>
                  <a:off x="5681185" y="4789550"/>
                  <a:ext cx="62483" cy="84391"/>
                </a:xfrm>
                <a:custGeom>
                  <a:avLst/>
                  <a:gdLst/>
                  <a:ahLst/>
                  <a:cxnLst/>
                  <a:rect l="l" t="t" r="r" b="b"/>
                  <a:pathLst>
                    <a:path w="62483" h="84391" extrusionOk="0">
                      <a:moveTo>
                        <a:pt x="61055" y="79248"/>
                      </a:moveTo>
                      <a:cubicBezTo>
                        <a:pt x="61055" y="79248"/>
                        <a:pt x="61055" y="80105"/>
                        <a:pt x="61246" y="80772"/>
                      </a:cubicBezTo>
                      <a:cubicBezTo>
                        <a:pt x="61436" y="81534"/>
                        <a:pt x="61531" y="82010"/>
                        <a:pt x="61531" y="82296"/>
                      </a:cubicBezTo>
                      <a:cubicBezTo>
                        <a:pt x="61531" y="83248"/>
                        <a:pt x="60960" y="83915"/>
                        <a:pt x="59817" y="84392"/>
                      </a:cubicBezTo>
                      <a:lnTo>
                        <a:pt x="51149" y="83629"/>
                      </a:lnTo>
                      <a:cubicBezTo>
                        <a:pt x="51149" y="83629"/>
                        <a:pt x="50387" y="82963"/>
                        <a:pt x="49625" y="82963"/>
                      </a:cubicBezTo>
                      <a:lnTo>
                        <a:pt x="47625" y="82963"/>
                      </a:lnTo>
                      <a:cubicBezTo>
                        <a:pt x="47054" y="82772"/>
                        <a:pt x="46577" y="82487"/>
                        <a:pt x="46291" y="82105"/>
                      </a:cubicBezTo>
                      <a:cubicBezTo>
                        <a:pt x="45720" y="82391"/>
                        <a:pt x="44958" y="82868"/>
                        <a:pt x="43815" y="83725"/>
                      </a:cubicBezTo>
                      <a:cubicBezTo>
                        <a:pt x="44005" y="82868"/>
                        <a:pt x="43720" y="82487"/>
                        <a:pt x="43053" y="82487"/>
                      </a:cubicBezTo>
                      <a:cubicBezTo>
                        <a:pt x="42958" y="82487"/>
                        <a:pt x="42672" y="82487"/>
                        <a:pt x="42291" y="82487"/>
                      </a:cubicBezTo>
                      <a:lnTo>
                        <a:pt x="41719" y="82487"/>
                      </a:lnTo>
                      <a:cubicBezTo>
                        <a:pt x="41243" y="82487"/>
                        <a:pt x="40862" y="82487"/>
                        <a:pt x="40672" y="82105"/>
                      </a:cubicBezTo>
                      <a:cubicBezTo>
                        <a:pt x="39148" y="77819"/>
                        <a:pt x="37147" y="74676"/>
                        <a:pt x="34480" y="72771"/>
                      </a:cubicBezTo>
                      <a:cubicBezTo>
                        <a:pt x="34480" y="71152"/>
                        <a:pt x="33623" y="69628"/>
                        <a:pt x="31718" y="68009"/>
                      </a:cubicBezTo>
                      <a:cubicBezTo>
                        <a:pt x="29718" y="66389"/>
                        <a:pt x="28765" y="64865"/>
                        <a:pt x="28765" y="63341"/>
                      </a:cubicBezTo>
                      <a:cubicBezTo>
                        <a:pt x="27527" y="62770"/>
                        <a:pt x="26670" y="62008"/>
                        <a:pt x="26098" y="61055"/>
                      </a:cubicBezTo>
                      <a:cubicBezTo>
                        <a:pt x="25622" y="60008"/>
                        <a:pt x="24670" y="59150"/>
                        <a:pt x="23241" y="58579"/>
                      </a:cubicBezTo>
                      <a:lnTo>
                        <a:pt x="24860" y="57245"/>
                      </a:lnTo>
                      <a:cubicBezTo>
                        <a:pt x="24860" y="57245"/>
                        <a:pt x="24193" y="56769"/>
                        <a:pt x="23717" y="56960"/>
                      </a:cubicBezTo>
                      <a:cubicBezTo>
                        <a:pt x="22955" y="57245"/>
                        <a:pt x="22574" y="57340"/>
                        <a:pt x="22479" y="57340"/>
                      </a:cubicBezTo>
                      <a:cubicBezTo>
                        <a:pt x="22193" y="57340"/>
                        <a:pt x="21907" y="57245"/>
                        <a:pt x="21622" y="56960"/>
                      </a:cubicBezTo>
                      <a:cubicBezTo>
                        <a:pt x="21622" y="57340"/>
                        <a:pt x="21622" y="57817"/>
                        <a:pt x="21622" y="58293"/>
                      </a:cubicBezTo>
                      <a:cubicBezTo>
                        <a:pt x="21622" y="59817"/>
                        <a:pt x="20860" y="61817"/>
                        <a:pt x="19240" y="64579"/>
                      </a:cubicBezTo>
                      <a:cubicBezTo>
                        <a:pt x="17621" y="67246"/>
                        <a:pt x="16764" y="69342"/>
                        <a:pt x="16573" y="70866"/>
                      </a:cubicBezTo>
                      <a:cubicBezTo>
                        <a:pt x="15907" y="70295"/>
                        <a:pt x="15621" y="69913"/>
                        <a:pt x="15526" y="69913"/>
                      </a:cubicBezTo>
                      <a:cubicBezTo>
                        <a:pt x="15335" y="69913"/>
                        <a:pt x="15145" y="70009"/>
                        <a:pt x="14954" y="70390"/>
                      </a:cubicBezTo>
                      <a:cubicBezTo>
                        <a:pt x="16097" y="71152"/>
                        <a:pt x="16669" y="72580"/>
                        <a:pt x="16669" y="74390"/>
                      </a:cubicBezTo>
                      <a:cubicBezTo>
                        <a:pt x="16669" y="78105"/>
                        <a:pt x="16669" y="79724"/>
                        <a:pt x="16573" y="79343"/>
                      </a:cubicBezTo>
                      <a:cubicBezTo>
                        <a:pt x="16097" y="79629"/>
                        <a:pt x="15811" y="80010"/>
                        <a:pt x="15811" y="80296"/>
                      </a:cubicBezTo>
                      <a:cubicBezTo>
                        <a:pt x="15811" y="80486"/>
                        <a:pt x="16002" y="80772"/>
                        <a:pt x="16288" y="81344"/>
                      </a:cubicBezTo>
                      <a:cubicBezTo>
                        <a:pt x="16669" y="81820"/>
                        <a:pt x="16764" y="82296"/>
                        <a:pt x="16764" y="82677"/>
                      </a:cubicBezTo>
                      <a:cubicBezTo>
                        <a:pt x="16764" y="82868"/>
                        <a:pt x="16764" y="83153"/>
                        <a:pt x="16573" y="83439"/>
                      </a:cubicBezTo>
                      <a:cubicBezTo>
                        <a:pt x="13430" y="84201"/>
                        <a:pt x="8667" y="84392"/>
                        <a:pt x="2096" y="83725"/>
                      </a:cubicBezTo>
                      <a:cubicBezTo>
                        <a:pt x="1714" y="82868"/>
                        <a:pt x="1524" y="82010"/>
                        <a:pt x="1524" y="80963"/>
                      </a:cubicBezTo>
                      <a:cubicBezTo>
                        <a:pt x="1524" y="80201"/>
                        <a:pt x="1714" y="79153"/>
                        <a:pt x="2000" y="77629"/>
                      </a:cubicBezTo>
                      <a:cubicBezTo>
                        <a:pt x="2286" y="76200"/>
                        <a:pt x="2381" y="75057"/>
                        <a:pt x="2381" y="74390"/>
                      </a:cubicBezTo>
                      <a:cubicBezTo>
                        <a:pt x="2381" y="72962"/>
                        <a:pt x="2000" y="71533"/>
                        <a:pt x="1048" y="70390"/>
                      </a:cubicBezTo>
                      <a:cubicBezTo>
                        <a:pt x="1714" y="70199"/>
                        <a:pt x="2000" y="69818"/>
                        <a:pt x="2000" y="68961"/>
                      </a:cubicBezTo>
                      <a:cubicBezTo>
                        <a:pt x="2000" y="68104"/>
                        <a:pt x="2000" y="67628"/>
                        <a:pt x="2000" y="67532"/>
                      </a:cubicBezTo>
                      <a:cubicBezTo>
                        <a:pt x="2000" y="67532"/>
                        <a:pt x="2096" y="67532"/>
                        <a:pt x="2191" y="67532"/>
                      </a:cubicBezTo>
                      <a:cubicBezTo>
                        <a:pt x="2191" y="67532"/>
                        <a:pt x="2572" y="67723"/>
                        <a:pt x="3048" y="68009"/>
                      </a:cubicBezTo>
                      <a:cubicBezTo>
                        <a:pt x="3619" y="68389"/>
                        <a:pt x="3905" y="68485"/>
                        <a:pt x="4191" y="68485"/>
                      </a:cubicBezTo>
                      <a:cubicBezTo>
                        <a:pt x="4572" y="68485"/>
                        <a:pt x="4858" y="68009"/>
                        <a:pt x="4858" y="67151"/>
                      </a:cubicBezTo>
                      <a:cubicBezTo>
                        <a:pt x="4858" y="66770"/>
                        <a:pt x="4286" y="66675"/>
                        <a:pt x="3238" y="66580"/>
                      </a:cubicBezTo>
                      <a:cubicBezTo>
                        <a:pt x="2286" y="66580"/>
                        <a:pt x="1810" y="65913"/>
                        <a:pt x="2096" y="64865"/>
                      </a:cubicBezTo>
                      <a:cubicBezTo>
                        <a:pt x="2572" y="64865"/>
                        <a:pt x="3238" y="65056"/>
                        <a:pt x="4096" y="65532"/>
                      </a:cubicBezTo>
                      <a:cubicBezTo>
                        <a:pt x="4953" y="66008"/>
                        <a:pt x="5524" y="66294"/>
                        <a:pt x="5715" y="66294"/>
                      </a:cubicBezTo>
                      <a:cubicBezTo>
                        <a:pt x="5905" y="66294"/>
                        <a:pt x="6096" y="66199"/>
                        <a:pt x="6286" y="66104"/>
                      </a:cubicBezTo>
                      <a:lnTo>
                        <a:pt x="4858" y="64961"/>
                      </a:lnTo>
                      <a:lnTo>
                        <a:pt x="6001" y="64198"/>
                      </a:lnTo>
                      <a:lnTo>
                        <a:pt x="1048" y="63341"/>
                      </a:lnTo>
                      <a:cubicBezTo>
                        <a:pt x="2191" y="62484"/>
                        <a:pt x="2667" y="61531"/>
                        <a:pt x="2667" y="60579"/>
                      </a:cubicBezTo>
                      <a:cubicBezTo>
                        <a:pt x="2667" y="60103"/>
                        <a:pt x="2381" y="59341"/>
                        <a:pt x="2000" y="58293"/>
                      </a:cubicBezTo>
                      <a:cubicBezTo>
                        <a:pt x="1524" y="57245"/>
                        <a:pt x="1333" y="56388"/>
                        <a:pt x="1333" y="55817"/>
                      </a:cubicBezTo>
                      <a:cubicBezTo>
                        <a:pt x="1333" y="55054"/>
                        <a:pt x="1524" y="54293"/>
                        <a:pt x="2096" y="53530"/>
                      </a:cubicBezTo>
                      <a:lnTo>
                        <a:pt x="0" y="52864"/>
                      </a:lnTo>
                      <a:cubicBezTo>
                        <a:pt x="952" y="53054"/>
                        <a:pt x="1619" y="52673"/>
                        <a:pt x="1810" y="51626"/>
                      </a:cubicBezTo>
                      <a:cubicBezTo>
                        <a:pt x="2096" y="50483"/>
                        <a:pt x="2572" y="49911"/>
                        <a:pt x="3238" y="49911"/>
                      </a:cubicBezTo>
                      <a:cubicBezTo>
                        <a:pt x="2096" y="50006"/>
                        <a:pt x="1524" y="49530"/>
                        <a:pt x="1524" y="48292"/>
                      </a:cubicBezTo>
                      <a:cubicBezTo>
                        <a:pt x="1524" y="47625"/>
                        <a:pt x="1714" y="46863"/>
                        <a:pt x="2096" y="45911"/>
                      </a:cubicBezTo>
                      <a:lnTo>
                        <a:pt x="286" y="45339"/>
                      </a:lnTo>
                      <a:cubicBezTo>
                        <a:pt x="286" y="45339"/>
                        <a:pt x="667" y="44387"/>
                        <a:pt x="1333" y="43529"/>
                      </a:cubicBezTo>
                      <a:cubicBezTo>
                        <a:pt x="1905" y="42767"/>
                        <a:pt x="2191" y="42101"/>
                        <a:pt x="2191" y="41720"/>
                      </a:cubicBezTo>
                      <a:cubicBezTo>
                        <a:pt x="2191" y="41338"/>
                        <a:pt x="2000" y="40958"/>
                        <a:pt x="1619" y="40672"/>
                      </a:cubicBezTo>
                      <a:cubicBezTo>
                        <a:pt x="2000" y="38671"/>
                        <a:pt x="2000" y="34576"/>
                        <a:pt x="1619" y="28194"/>
                      </a:cubicBezTo>
                      <a:cubicBezTo>
                        <a:pt x="1333" y="22955"/>
                        <a:pt x="1714" y="19050"/>
                        <a:pt x="3143" y="16573"/>
                      </a:cubicBezTo>
                      <a:cubicBezTo>
                        <a:pt x="2000" y="14573"/>
                        <a:pt x="1333" y="12383"/>
                        <a:pt x="1333" y="10001"/>
                      </a:cubicBezTo>
                      <a:cubicBezTo>
                        <a:pt x="1333" y="9049"/>
                        <a:pt x="1429" y="7811"/>
                        <a:pt x="1619" y="6001"/>
                      </a:cubicBezTo>
                      <a:cubicBezTo>
                        <a:pt x="1810" y="4191"/>
                        <a:pt x="2000" y="2858"/>
                        <a:pt x="2000" y="2000"/>
                      </a:cubicBezTo>
                      <a:cubicBezTo>
                        <a:pt x="2286" y="857"/>
                        <a:pt x="2857" y="381"/>
                        <a:pt x="3619" y="381"/>
                      </a:cubicBezTo>
                      <a:cubicBezTo>
                        <a:pt x="3905" y="381"/>
                        <a:pt x="4381" y="381"/>
                        <a:pt x="5048" y="762"/>
                      </a:cubicBezTo>
                      <a:cubicBezTo>
                        <a:pt x="5715" y="953"/>
                        <a:pt x="6286" y="1143"/>
                        <a:pt x="6667" y="1143"/>
                      </a:cubicBezTo>
                      <a:cubicBezTo>
                        <a:pt x="7334" y="1143"/>
                        <a:pt x="8001" y="762"/>
                        <a:pt x="8477" y="0"/>
                      </a:cubicBezTo>
                      <a:lnTo>
                        <a:pt x="9239" y="1143"/>
                      </a:lnTo>
                      <a:cubicBezTo>
                        <a:pt x="9525" y="667"/>
                        <a:pt x="9811" y="381"/>
                        <a:pt x="10382" y="381"/>
                      </a:cubicBezTo>
                      <a:cubicBezTo>
                        <a:pt x="10382" y="571"/>
                        <a:pt x="10287" y="667"/>
                        <a:pt x="10001" y="953"/>
                      </a:cubicBezTo>
                      <a:cubicBezTo>
                        <a:pt x="9715" y="1238"/>
                        <a:pt x="9620" y="1429"/>
                        <a:pt x="9715" y="1619"/>
                      </a:cubicBezTo>
                      <a:cubicBezTo>
                        <a:pt x="9906" y="1619"/>
                        <a:pt x="10096" y="1619"/>
                        <a:pt x="10382" y="1619"/>
                      </a:cubicBezTo>
                      <a:cubicBezTo>
                        <a:pt x="10763" y="1619"/>
                        <a:pt x="11430" y="1429"/>
                        <a:pt x="12287" y="857"/>
                      </a:cubicBezTo>
                      <a:cubicBezTo>
                        <a:pt x="13144" y="286"/>
                        <a:pt x="13811" y="0"/>
                        <a:pt x="14192" y="0"/>
                      </a:cubicBezTo>
                      <a:cubicBezTo>
                        <a:pt x="14764" y="0"/>
                        <a:pt x="15335" y="571"/>
                        <a:pt x="15811" y="1619"/>
                      </a:cubicBezTo>
                      <a:cubicBezTo>
                        <a:pt x="15811" y="2286"/>
                        <a:pt x="16002" y="5144"/>
                        <a:pt x="16288" y="10192"/>
                      </a:cubicBezTo>
                      <a:cubicBezTo>
                        <a:pt x="16573" y="13526"/>
                        <a:pt x="16669" y="16383"/>
                        <a:pt x="16478" y="18764"/>
                      </a:cubicBezTo>
                      <a:cubicBezTo>
                        <a:pt x="16478" y="19050"/>
                        <a:pt x="16383" y="19240"/>
                        <a:pt x="16192" y="19717"/>
                      </a:cubicBezTo>
                      <a:cubicBezTo>
                        <a:pt x="15907" y="20098"/>
                        <a:pt x="15811" y="20479"/>
                        <a:pt x="15811" y="20669"/>
                      </a:cubicBezTo>
                      <a:cubicBezTo>
                        <a:pt x="15811" y="20860"/>
                        <a:pt x="15811" y="21146"/>
                        <a:pt x="16097" y="21241"/>
                      </a:cubicBezTo>
                      <a:cubicBezTo>
                        <a:pt x="15526" y="21241"/>
                        <a:pt x="15049" y="21431"/>
                        <a:pt x="14954" y="21622"/>
                      </a:cubicBezTo>
                      <a:lnTo>
                        <a:pt x="14954" y="22479"/>
                      </a:lnTo>
                      <a:cubicBezTo>
                        <a:pt x="14288" y="22479"/>
                        <a:pt x="13906" y="22479"/>
                        <a:pt x="13811" y="22765"/>
                      </a:cubicBezTo>
                      <a:cubicBezTo>
                        <a:pt x="13906" y="23336"/>
                        <a:pt x="14288" y="23622"/>
                        <a:pt x="14764" y="23622"/>
                      </a:cubicBezTo>
                      <a:cubicBezTo>
                        <a:pt x="15621" y="23622"/>
                        <a:pt x="16002" y="23336"/>
                        <a:pt x="16097" y="22765"/>
                      </a:cubicBezTo>
                      <a:cubicBezTo>
                        <a:pt x="16192" y="23431"/>
                        <a:pt x="15621" y="24289"/>
                        <a:pt x="14192" y="25337"/>
                      </a:cubicBezTo>
                      <a:cubicBezTo>
                        <a:pt x="12763" y="26384"/>
                        <a:pt x="12097" y="27146"/>
                        <a:pt x="12097" y="27432"/>
                      </a:cubicBezTo>
                      <a:cubicBezTo>
                        <a:pt x="12097" y="27813"/>
                        <a:pt x="12763" y="28194"/>
                        <a:pt x="14097" y="28480"/>
                      </a:cubicBezTo>
                      <a:lnTo>
                        <a:pt x="14954" y="27622"/>
                      </a:lnTo>
                      <a:cubicBezTo>
                        <a:pt x="14954" y="28289"/>
                        <a:pt x="14954" y="28765"/>
                        <a:pt x="15240" y="28765"/>
                      </a:cubicBezTo>
                      <a:lnTo>
                        <a:pt x="15811" y="28765"/>
                      </a:lnTo>
                      <a:lnTo>
                        <a:pt x="15811" y="26765"/>
                      </a:lnTo>
                      <a:cubicBezTo>
                        <a:pt x="15811" y="26765"/>
                        <a:pt x="16002" y="28194"/>
                        <a:pt x="16288" y="30385"/>
                      </a:cubicBezTo>
                      <a:cubicBezTo>
                        <a:pt x="16478" y="32099"/>
                        <a:pt x="17050" y="33242"/>
                        <a:pt x="17907" y="33909"/>
                      </a:cubicBezTo>
                      <a:cubicBezTo>
                        <a:pt x="19621" y="33909"/>
                        <a:pt x="20860" y="33433"/>
                        <a:pt x="21431" y="32480"/>
                      </a:cubicBezTo>
                      <a:lnTo>
                        <a:pt x="21050" y="31909"/>
                      </a:lnTo>
                      <a:lnTo>
                        <a:pt x="23146" y="32766"/>
                      </a:lnTo>
                      <a:cubicBezTo>
                        <a:pt x="23431" y="28575"/>
                        <a:pt x="24860" y="25718"/>
                        <a:pt x="27527" y="24289"/>
                      </a:cubicBezTo>
                      <a:cubicBezTo>
                        <a:pt x="27717" y="23051"/>
                        <a:pt x="28480" y="21717"/>
                        <a:pt x="29718" y="20193"/>
                      </a:cubicBezTo>
                      <a:cubicBezTo>
                        <a:pt x="31051" y="18669"/>
                        <a:pt x="31813" y="17336"/>
                        <a:pt x="32099" y="16097"/>
                      </a:cubicBezTo>
                      <a:cubicBezTo>
                        <a:pt x="32290" y="15335"/>
                        <a:pt x="33052" y="14573"/>
                        <a:pt x="34290" y="13906"/>
                      </a:cubicBezTo>
                      <a:cubicBezTo>
                        <a:pt x="35528" y="13335"/>
                        <a:pt x="36100" y="12668"/>
                        <a:pt x="36100" y="12097"/>
                      </a:cubicBezTo>
                      <a:cubicBezTo>
                        <a:pt x="36100" y="11621"/>
                        <a:pt x="35909" y="11144"/>
                        <a:pt x="35623" y="10382"/>
                      </a:cubicBezTo>
                      <a:lnTo>
                        <a:pt x="39243" y="6287"/>
                      </a:lnTo>
                      <a:lnTo>
                        <a:pt x="38481" y="5429"/>
                      </a:lnTo>
                      <a:cubicBezTo>
                        <a:pt x="38481" y="5429"/>
                        <a:pt x="39243" y="4953"/>
                        <a:pt x="40481" y="4477"/>
                      </a:cubicBezTo>
                      <a:cubicBezTo>
                        <a:pt x="41434" y="4096"/>
                        <a:pt x="41910" y="3715"/>
                        <a:pt x="41910" y="3143"/>
                      </a:cubicBezTo>
                      <a:cubicBezTo>
                        <a:pt x="41910" y="2858"/>
                        <a:pt x="41910" y="2572"/>
                        <a:pt x="41719" y="2286"/>
                      </a:cubicBezTo>
                      <a:cubicBezTo>
                        <a:pt x="44101" y="1905"/>
                        <a:pt x="47530" y="1714"/>
                        <a:pt x="52006" y="1810"/>
                      </a:cubicBezTo>
                      <a:cubicBezTo>
                        <a:pt x="58102" y="1810"/>
                        <a:pt x="61436" y="1810"/>
                        <a:pt x="62008" y="1810"/>
                      </a:cubicBezTo>
                      <a:lnTo>
                        <a:pt x="62484" y="4763"/>
                      </a:lnTo>
                      <a:cubicBezTo>
                        <a:pt x="59722" y="7429"/>
                        <a:pt x="57912" y="9239"/>
                        <a:pt x="57150" y="10192"/>
                      </a:cubicBezTo>
                      <a:cubicBezTo>
                        <a:pt x="55340" y="12478"/>
                        <a:pt x="54292" y="14764"/>
                        <a:pt x="54007" y="16859"/>
                      </a:cubicBezTo>
                      <a:cubicBezTo>
                        <a:pt x="50387" y="19621"/>
                        <a:pt x="46958" y="23527"/>
                        <a:pt x="43624" y="28289"/>
                      </a:cubicBezTo>
                      <a:cubicBezTo>
                        <a:pt x="40862" y="32480"/>
                        <a:pt x="38100" y="36576"/>
                        <a:pt x="35433" y="40767"/>
                      </a:cubicBezTo>
                      <a:cubicBezTo>
                        <a:pt x="35242" y="41148"/>
                        <a:pt x="35052" y="41624"/>
                        <a:pt x="35052" y="42005"/>
                      </a:cubicBezTo>
                      <a:cubicBezTo>
                        <a:pt x="35052" y="42672"/>
                        <a:pt x="35433" y="43529"/>
                        <a:pt x="36290" y="44482"/>
                      </a:cubicBezTo>
                      <a:cubicBezTo>
                        <a:pt x="37052" y="45434"/>
                        <a:pt x="37529" y="46292"/>
                        <a:pt x="37719" y="46768"/>
                      </a:cubicBezTo>
                      <a:cubicBezTo>
                        <a:pt x="37529" y="47149"/>
                        <a:pt x="37052" y="47530"/>
                        <a:pt x="36100" y="48006"/>
                      </a:cubicBezTo>
                      <a:cubicBezTo>
                        <a:pt x="35433" y="48387"/>
                        <a:pt x="35242" y="48959"/>
                        <a:pt x="35338" y="49625"/>
                      </a:cubicBezTo>
                      <a:cubicBezTo>
                        <a:pt x="35528" y="49911"/>
                        <a:pt x="37814" y="51245"/>
                        <a:pt x="42100" y="53721"/>
                      </a:cubicBezTo>
                      <a:cubicBezTo>
                        <a:pt x="44482" y="55150"/>
                        <a:pt x="46101" y="57245"/>
                        <a:pt x="46863" y="59817"/>
                      </a:cubicBezTo>
                      <a:cubicBezTo>
                        <a:pt x="47054" y="60008"/>
                        <a:pt x="47434" y="60293"/>
                        <a:pt x="48292" y="60674"/>
                      </a:cubicBezTo>
                      <a:cubicBezTo>
                        <a:pt x="49149" y="61055"/>
                        <a:pt x="49435" y="61341"/>
                        <a:pt x="49435" y="61722"/>
                      </a:cubicBezTo>
                      <a:cubicBezTo>
                        <a:pt x="49435" y="62008"/>
                        <a:pt x="49244" y="62294"/>
                        <a:pt x="48958" y="62675"/>
                      </a:cubicBezTo>
                      <a:cubicBezTo>
                        <a:pt x="48387" y="63055"/>
                        <a:pt x="47434" y="63437"/>
                        <a:pt x="46196" y="63627"/>
                      </a:cubicBezTo>
                      <a:cubicBezTo>
                        <a:pt x="45053" y="63913"/>
                        <a:pt x="44196" y="64198"/>
                        <a:pt x="43529" y="64675"/>
                      </a:cubicBezTo>
                      <a:lnTo>
                        <a:pt x="43529" y="65056"/>
                      </a:lnTo>
                      <a:cubicBezTo>
                        <a:pt x="43529" y="65056"/>
                        <a:pt x="44101" y="65437"/>
                        <a:pt x="44482" y="65437"/>
                      </a:cubicBezTo>
                      <a:cubicBezTo>
                        <a:pt x="44672" y="65437"/>
                        <a:pt x="44958" y="65437"/>
                        <a:pt x="45339" y="65246"/>
                      </a:cubicBezTo>
                      <a:cubicBezTo>
                        <a:pt x="45625" y="65246"/>
                        <a:pt x="45815" y="65151"/>
                        <a:pt x="46006" y="65151"/>
                      </a:cubicBezTo>
                      <a:cubicBezTo>
                        <a:pt x="46387" y="65151"/>
                        <a:pt x="46672" y="65532"/>
                        <a:pt x="46767" y="66199"/>
                      </a:cubicBezTo>
                      <a:lnTo>
                        <a:pt x="49339" y="63913"/>
                      </a:lnTo>
                      <a:lnTo>
                        <a:pt x="49530" y="64103"/>
                      </a:lnTo>
                      <a:cubicBezTo>
                        <a:pt x="49530" y="64103"/>
                        <a:pt x="49435" y="64103"/>
                        <a:pt x="49339" y="64103"/>
                      </a:cubicBezTo>
                      <a:lnTo>
                        <a:pt x="48863" y="64579"/>
                      </a:lnTo>
                      <a:cubicBezTo>
                        <a:pt x="50959" y="64579"/>
                        <a:pt x="52292" y="65818"/>
                        <a:pt x="52959" y="68104"/>
                      </a:cubicBezTo>
                      <a:cubicBezTo>
                        <a:pt x="53626" y="70771"/>
                        <a:pt x="54864" y="72390"/>
                        <a:pt x="56579" y="73057"/>
                      </a:cubicBezTo>
                      <a:cubicBezTo>
                        <a:pt x="55912" y="73723"/>
                        <a:pt x="55626" y="74104"/>
                        <a:pt x="55721" y="74200"/>
                      </a:cubicBezTo>
                      <a:lnTo>
                        <a:pt x="56864" y="74200"/>
                      </a:lnTo>
                      <a:cubicBezTo>
                        <a:pt x="56864" y="74200"/>
                        <a:pt x="56674" y="74676"/>
                        <a:pt x="56674" y="74867"/>
                      </a:cubicBezTo>
                      <a:cubicBezTo>
                        <a:pt x="56674" y="75247"/>
                        <a:pt x="57150" y="75724"/>
                        <a:pt x="58102" y="76105"/>
                      </a:cubicBezTo>
                      <a:cubicBezTo>
                        <a:pt x="59055" y="76581"/>
                        <a:pt x="59436" y="77153"/>
                        <a:pt x="59436" y="78010"/>
                      </a:cubicBezTo>
                      <a:cubicBezTo>
                        <a:pt x="58864" y="78200"/>
                        <a:pt x="57912" y="78677"/>
                        <a:pt x="56769" y="79438"/>
                      </a:cubicBezTo>
                      <a:cubicBezTo>
                        <a:pt x="56674" y="79915"/>
                        <a:pt x="56769" y="80296"/>
                        <a:pt x="57245" y="80772"/>
                      </a:cubicBezTo>
                      <a:cubicBezTo>
                        <a:pt x="57721" y="81153"/>
                        <a:pt x="58007" y="81439"/>
                        <a:pt x="58007" y="81534"/>
                      </a:cubicBezTo>
                      <a:cubicBezTo>
                        <a:pt x="58293" y="81344"/>
                        <a:pt x="58388" y="80963"/>
                        <a:pt x="58483" y="80296"/>
                      </a:cubicBezTo>
                      <a:cubicBezTo>
                        <a:pt x="58483" y="79724"/>
                        <a:pt x="58864" y="79343"/>
                        <a:pt x="59341" y="79153"/>
                      </a:cubicBezTo>
                      <a:lnTo>
                        <a:pt x="60484" y="79153"/>
                      </a:lnTo>
                      <a:close/>
                      <a:moveTo>
                        <a:pt x="7715" y="71723"/>
                      </a:moveTo>
                      <a:cubicBezTo>
                        <a:pt x="7715" y="71723"/>
                        <a:pt x="8287" y="71914"/>
                        <a:pt x="8572" y="71819"/>
                      </a:cubicBezTo>
                      <a:lnTo>
                        <a:pt x="7715" y="71819"/>
                      </a:lnTo>
                      <a:cubicBezTo>
                        <a:pt x="6763" y="71152"/>
                        <a:pt x="6191" y="71056"/>
                        <a:pt x="5810" y="71342"/>
                      </a:cubicBezTo>
                      <a:lnTo>
                        <a:pt x="7715" y="71723"/>
                      </a:lnTo>
                      <a:close/>
                      <a:moveTo>
                        <a:pt x="7810" y="41720"/>
                      </a:moveTo>
                      <a:cubicBezTo>
                        <a:pt x="7810" y="41720"/>
                        <a:pt x="7239" y="41434"/>
                        <a:pt x="6382" y="41434"/>
                      </a:cubicBezTo>
                      <a:lnTo>
                        <a:pt x="6953" y="42577"/>
                      </a:lnTo>
                      <a:lnTo>
                        <a:pt x="7810" y="41815"/>
                      </a:lnTo>
                      <a:close/>
                      <a:moveTo>
                        <a:pt x="9334" y="46577"/>
                      </a:moveTo>
                      <a:cubicBezTo>
                        <a:pt x="9334" y="46577"/>
                        <a:pt x="9144" y="46196"/>
                        <a:pt x="8858" y="45720"/>
                      </a:cubicBezTo>
                      <a:cubicBezTo>
                        <a:pt x="8667" y="45434"/>
                        <a:pt x="8477" y="45339"/>
                        <a:pt x="8191" y="45339"/>
                      </a:cubicBezTo>
                      <a:cubicBezTo>
                        <a:pt x="8096" y="45339"/>
                        <a:pt x="7906" y="45339"/>
                        <a:pt x="7810" y="45339"/>
                      </a:cubicBezTo>
                      <a:cubicBezTo>
                        <a:pt x="8382" y="45625"/>
                        <a:pt x="8667" y="45815"/>
                        <a:pt x="8667" y="46006"/>
                      </a:cubicBezTo>
                      <a:cubicBezTo>
                        <a:pt x="8667" y="46196"/>
                        <a:pt x="8477" y="46387"/>
                        <a:pt x="8001" y="46768"/>
                      </a:cubicBezTo>
                      <a:cubicBezTo>
                        <a:pt x="7525" y="47054"/>
                        <a:pt x="7334" y="47244"/>
                        <a:pt x="7334" y="47435"/>
                      </a:cubicBezTo>
                      <a:cubicBezTo>
                        <a:pt x="7334" y="47530"/>
                        <a:pt x="7334" y="47720"/>
                        <a:pt x="7334" y="47720"/>
                      </a:cubicBezTo>
                      <a:lnTo>
                        <a:pt x="9334" y="46577"/>
                      </a:lnTo>
                      <a:close/>
                      <a:moveTo>
                        <a:pt x="9049" y="67246"/>
                      </a:moveTo>
                      <a:cubicBezTo>
                        <a:pt x="9715" y="67246"/>
                        <a:pt x="10096" y="67151"/>
                        <a:pt x="10192" y="66865"/>
                      </a:cubicBezTo>
                      <a:cubicBezTo>
                        <a:pt x="10096" y="66675"/>
                        <a:pt x="9715" y="66485"/>
                        <a:pt x="9049" y="66485"/>
                      </a:cubicBezTo>
                      <a:lnTo>
                        <a:pt x="9049" y="67246"/>
                      </a:lnTo>
                      <a:close/>
                      <a:moveTo>
                        <a:pt x="15145" y="57912"/>
                      </a:moveTo>
                      <a:cubicBezTo>
                        <a:pt x="15145" y="57912"/>
                        <a:pt x="15430" y="57626"/>
                        <a:pt x="15716" y="57245"/>
                      </a:cubicBezTo>
                      <a:cubicBezTo>
                        <a:pt x="16097" y="56864"/>
                        <a:pt x="16288" y="56579"/>
                        <a:pt x="16288" y="56388"/>
                      </a:cubicBezTo>
                      <a:cubicBezTo>
                        <a:pt x="16002" y="56674"/>
                        <a:pt x="15716" y="56960"/>
                        <a:pt x="15430" y="57245"/>
                      </a:cubicBezTo>
                      <a:cubicBezTo>
                        <a:pt x="14954" y="57721"/>
                        <a:pt x="14859" y="57912"/>
                        <a:pt x="15145" y="57912"/>
                      </a:cubicBezTo>
                      <a:close/>
                      <a:moveTo>
                        <a:pt x="19526" y="53530"/>
                      </a:moveTo>
                      <a:lnTo>
                        <a:pt x="20383" y="51816"/>
                      </a:lnTo>
                      <a:cubicBezTo>
                        <a:pt x="20383" y="51816"/>
                        <a:pt x="19526" y="52006"/>
                        <a:pt x="19050" y="51816"/>
                      </a:cubicBezTo>
                      <a:cubicBezTo>
                        <a:pt x="18479" y="51530"/>
                        <a:pt x="18002" y="51435"/>
                        <a:pt x="17812" y="51435"/>
                      </a:cubicBezTo>
                      <a:cubicBezTo>
                        <a:pt x="18097" y="51435"/>
                        <a:pt x="18383" y="51435"/>
                        <a:pt x="18669" y="51626"/>
                      </a:cubicBezTo>
                      <a:cubicBezTo>
                        <a:pt x="18955" y="51626"/>
                        <a:pt x="19145" y="52483"/>
                        <a:pt x="19240" y="53721"/>
                      </a:cubicBezTo>
                      <a:cubicBezTo>
                        <a:pt x="19336" y="53721"/>
                        <a:pt x="19431" y="53626"/>
                        <a:pt x="19621" y="53435"/>
                      </a:cubicBezTo>
                      <a:close/>
                      <a:moveTo>
                        <a:pt x="22479" y="42863"/>
                      </a:moveTo>
                      <a:lnTo>
                        <a:pt x="22765" y="42481"/>
                      </a:lnTo>
                      <a:cubicBezTo>
                        <a:pt x="22765" y="42481"/>
                        <a:pt x="22384" y="41910"/>
                        <a:pt x="21622" y="42101"/>
                      </a:cubicBezTo>
                      <a:lnTo>
                        <a:pt x="22479" y="42863"/>
                      </a:lnTo>
                      <a:close/>
                      <a:moveTo>
                        <a:pt x="39910" y="49816"/>
                      </a:moveTo>
                      <a:lnTo>
                        <a:pt x="38671" y="50292"/>
                      </a:lnTo>
                      <a:lnTo>
                        <a:pt x="38290" y="49435"/>
                      </a:lnTo>
                      <a:lnTo>
                        <a:pt x="39814" y="49816"/>
                      </a:lnTo>
                      <a:close/>
                      <a:moveTo>
                        <a:pt x="50006" y="63913"/>
                      </a:moveTo>
                      <a:cubicBezTo>
                        <a:pt x="50006" y="63913"/>
                        <a:pt x="50292" y="64198"/>
                        <a:pt x="50482" y="64484"/>
                      </a:cubicBezTo>
                      <a:lnTo>
                        <a:pt x="50006" y="63913"/>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 name="Google Shape;1498;p99"/>
                <p:cNvSpPr/>
                <p:nvPr/>
              </p:nvSpPr>
              <p:spPr>
                <a:xfrm>
                  <a:off x="5749956" y="4789646"/>
                  <a:ext cx="64579" cy="85058"/>
                </a:xfrm>
                <a:custGeom>
                  <a:avLst/>
                  <a:gdLst/>
                  <a:ahLst/>
                  <a:cxnLst/>
                  <a:rect l="l" t="t" r="r" b="b"/>
                  <a:pathLst>
                    <a:path w="64579" h="85058" extrusionOk="0">
                      <a:moveTo>
                        <a:pt x="56959" y="68008"/>
                      </a:moveTo>
                      <a:cubicBezTo>
                        <a:pt x="58293" y="68961"/>
                        <a:pt x="59055" y="70390"/>
                        <a:pt x="59246" y="72485"/>
                      </a:cubicBezTo>
                      <a:cubicBezTo>
                        <a:pt x="59246" y="74295"/>
                        <a:pt x="59341" y="76105"/>
                        <a:pt x="59341" y="77819"/>
                      </a:cubicBezTo>
                      <a:cubicBezTo>
                        <a:pt x="59341" y="78772"/>
                        <a:pt x="59531" y="79629"/>
                        <a:pt x="59817" y="80296"/>
                      </a:cubicBezTo>
                      <a:cubicBezTo>
                        <a:pt x="57817" y="83439"/>
                        <a:pt x="54578" y="85058"/>
                        <a:pt x="50006" y="85058"/>
                      </a:cubicBezTo>
                      <a:cubicBezTo>
                        <a:pt x="48673" y="85058"/>
                        <a:pt x="46577" y="84963"/>
                        <a:pt x="43815" y="84582"/>
                      </a:cubicBezTo>
                      <a:cubicBezTo>
                        <a:pt x="40957" y="84391"/>
                        <a:pt x="38862" y="84201"/>
                        <a:pt x="37528" y="84201"/>
                      </a:cubicBezTo>
                      <a:cubicBezTo>
                        <a:pt x="36100" y="84201"/>
                        <a:pt x="34766" y="84201"/>
                        <a:pt x="33623" y="84391"/>
                      </a:cubicBezTo>
                      <a:lnTo>
                        <a:pt x="9811" y="84391"/>
                      </a:lnTo>
                      <a:lnTo>
                        <a:pt x="9811" y="84106"/>
                      </a:lnTo>
                      <a:cubicBezTo>
                        <a:pt x="8953" y="83629"/>
                        <a:pt x="7525" y="83534"/>
                        <a:pt x="5429" y="83915"/>
                      </a:cubicBezTo>
                      <a:cubicBezTo>
                        <a:pt x="3334" y="84201"/>
                        <a:pt x="1714" y="84011"/>
                        <a:pt x="667" y="83248"/>
                      </a:cubicBezTo>
                      <a:cubicBezTo>
                        <a:pt x="952" y="73247"/>
                        <a:pt x="1143" y="63437"/>
                        <a:pt x="1143" y="53626"/>
                      </a:cubicBezTo>
                      <a:cubicBezTo>
                        <a:pt x="1143" y="43815"/>
                        <a:pt x="952" y="34004"/>
                        <a:pt x="667" y="24098"/>
                      </a:cubicBezTo>
                      <a:cubicBezTo>
                        <a:pt x="1048" y="24384"/>
                        <a:pt x="1333" y="24479"/>
                        <a:pt x="1429" y="24384"/>
                      </a:cubicBezTo>
                      <a:lnTo>
                        <a:pt x="1714" y="24098"/>
                      </a:lnTo>
                      <a:cubicBezTo>
                        <a:pt x="1714" y="24098"/>
                        <a:pt x="1714" y="23336"/>
                        <a:pt x="1143" y="23146"/>
                      </a:cubicBezTo>
                      <a:cubicBezTo>
                        <a:pt x="762" y="22955"/>
                        <a:pt x="571" y="22860"/>
                        <a:pt x="571" y="22765"/>
                      </a:cubicBezTo>
                      <a:cubicBezTo>
                        <a:pt x="571" y="22574"/>
                        <a:pt x="762" y="22384"/>
                        <a:pt x="1048" y="22003"/>
                      </a:cubicBezTo>
                      <a:cubicBezTo>
                        <a:pt x="1048" y="22574"/>
                        <a:pt x="1048" y="23050"/>
                        <a:pt x="1333" y="23146"/>
                      </a:cubicBezTo>
                      <a:cubicBezTo>
                        <a:pt x="2096" y="23146"/>
                        <a:pt x="2191" y="22670"/>
                        <a:pt x="1905" y="21907"/>
                      </a:cubicBezTo>
                      <a:cubicBezTo>
                        <a:pt x="1619" y="21241"/>
                        <a:pt x="1714" y="20764"/>
                        <a:pt x="2191" y="20669"/>
                      </a:cubicBezTo>
                      <a:cubicBezTo>
                        <a:pt x="2191" y="20764"/>
                        <a:pt x="2096" y="20955"/>
                        <a:pt x="2096" y="21050"/>
                      </a:cubicBezTo>
                      <a:cubicBezTo>
                        <a:pt x="2096" y="21336"/>
                        <a:pt x="2286" y="21526"/>
                        <a:pt x="2667" y="21907"/>
                      </a:cubicBezTo>
                      <a:cubicBezTo>
                        <a:pt x="3048" y="22288"/>
                        <a:pt x="3238" y="22479"/>
                        <a:pt x="3334" y="22574"/>
                      </a:cubicBezTo>
                      <a:lnTo>
                        <a:pt x="5048" y="22288"/>
                      </a:lnTo>
                      <a:lnTo>
                        <a:pt x="3334" y="21146"/>
                      </a:lnTo>
                      <a:lnTo>
                        <a:pt x="5048" y="20383"/>
                      </a:lnTo>
                      <a:cubicBezTo>
                        <a:pt x="5048" y="20383"/>
                        <a:pt x="4572" y="19907"/>
                        <a:pt x="3810" y="19050"/>
                      </a:cubicBezTo>
                      <a:cubicBezTo>
                        <a:pt x="3238" y="18669"/>
                        <a:pt x="2762" y="18383"/>
                        <a:pt x="2476" y="18383"/>
                      </a:cubicBezTo>
                      <a:cubicBezTo>
                        <a:pt x="2096" y="18383"/>
                        <a:pt x="1714" y="18574"/>
                        <a:pt x="1429" y="19145"/>
                      </a:cubicBezTo>
                      <a:cubicBezTo>
                        <a:pt x="952" y="18859"/>
                        <a:pt x="667" y="18574"/>
                        <a:pt x="667" y="18383"/>
                      </a:cubicBezTo>
                      <a:cubicBezTo>
                        <a:pt x="667" y="18193"/>
                        <a:pt x="952" y="17907"/>
                        <a:pt x="1524" y="17431"/>
                      </a:cubicBezTo>
                      <a:cubicBezTo>
                        <a:pt x="2096" y="16954"/>
                        <a:pt x="2286" y="16573"/>
                        <a:pt x="2286" y="16288"/>
                      </a:cubicBezTo>
                      <a:lnTo>
                        <a:pt x="3048" y="17050"/>
                      </a:lnTo>
                      <a:lnTo>
                        <a:pt x="3619" y="16478"/>
                      </a:lnTo>
                      <a:cubicBezTo>
                        <a:pt x="3619" y="16478"/>
                        <a:pt x="4000" y="16764"/>
                        <a:pt x="4381" y="16764"/>
                      </a:cubicBezTo>
                      <a:cubicBezTo>
                        <a:pt x="4763" y="16764"/>
                        <a:pt x="5239" y="16573"/>
                        <a:pt x="6001" y="16288"/>
                      </a:cubicBezTo>
                      <a:cubicBezTo>
                        <a:pt x="6763" y="15907"/>
                        <a:pt x="7239" y="15812"/>
                        <a:pt x="7620" y="15812"/>
                      </a:cubicBezTo>
                      <a:cubicBezTo>
                        <a:pt x="8001" y="15812"/>
                        <a:pt x="8382" y="16002"/>
                        <a:pt x="8667" y="16288"/>
                      </a:cubicBezTo>
                      <a:lnTo>
                        <a:pt x="9239" y="15907"/>
                      </a:lnTo>
                      <a:cubicBezTo>
                        <a:pt x="9239" y="15240"/>
                        <a:pt x="8763" y="14859"/>
                        <a:pt x="8096" y="14573"/>
                      </a:cubicBezTo>
                      <a:cubicBezTo>
                        <a:pt x="7334" y="14288"/>
                        <a:pt x="6858" y="14097"/>
                        <a:pt x="6763" y="13906"/>
                      </a:cubicBezTo>
                      <a:cubicBezTo>
                        <a:pt x="5715" y="13906"/>
                        <a:pt x="4381" y="13906"/>
                        <a:pt x="2667" y="13906"/>
                      </a:cubicBezTo>
                      <a:cubicBezTo>
                        <a:pt x="2572" y="14288"/>
                        <a:pt x="2381" y="14478"/>
                        <a:pt x="2286" y="14478"/>
                      </a:cubicBezTo>
                      <a:cubicBezTo>
                        <a:pt x="2000" y="14288"/>
                        <a:pt x="1809" y="14097"/>
                        <a:pt x="1714" y="14097"/>
                      </a:cubicBezTo>
                      <a:cubicBezTo>
                        <a:pt x="1619" y="14097"/>
                        <a:pt x="1429" y="14097"/>
                        <a:pt x="1333" y="14288"/>
                      </a:cubicBezTo>
                      <a:lnTo>
                        <a:pt x="476" y="11144"/>
                      </a:lnTo>
                      <a:cubicBezTo>
                        <a:pt x="1048" y="11144"/>
                        <a:pt x="1429" y="10954"/>
                        <a:pt x="1619" y="10668"/>
                      </a:cubicBezTo>
                      <a:cubicBezTo>
                        <a:pt x="1619" y="10001"/>
                        <a:pt x="1333" y="9811"/>
                        <a:pt x="857" y="10096"/>
                      </a:cubicBezTo>
                      <a:cubicBezTo>
                        <a:pt x="381" y="10382"/>
                        <a:pt x="95" y="10287"/>
                        <a:pt x="0" y="9906"/>
                      </a:cubicBezTo>
                      <a:lnTo>
                        <a:pt x="857" y="9049"/>
                      </a:lnTo>
                      <a:lnTo>
                        <a:pt x="1619" y="9906"/>
                      </a:lnTo>
                      <a:cubicBezTo>
                        <a:pt x="1619" y="9906"/>
                        <a:pt x="1905" y="9049"/>
                        <a:pt x="1905" y="7906"/>
                      </a:cubicBezTo>
                      <a:cubicBezTo>
                        <a:pt x="1905" y="8191"/>
                        <a:pt x="2096" y="8382"/>
                        <a:pt x="2476" y="8477"/>
                      </a:cubicBezTo>
                      <a:cubicBezTo>
                        <a:pt x="3048" y="8096"/>
                        <a:pt x="3238" y="7715"/>
                        <a:pt x="3238" y="7429"/>
                      </a:cubicBezTo>
                      <a:cubicBezTo>
                        <a:pt x="3238" y="7144"/>
                        <a:pt x="2762" y="6667"/>
                        <a:pt x="1809" y="6001"/>
                      </a:cubicBezTo>
                      <a:cubicBezTo>
                        <a:pt x="857" y="5334"/>
                        <a:pt x="381" y="4763"/>
                        <a:pt x="381" y="4191"/>
                      </a:cubicBezTo>
                      <a:cubicBezTo>
                        <a:pt x="381" y="3715"/>
                        <a:pt x="667" y="3143"/>
                        <a:pt x="1238" y="2667"/>
                      </a:cubicBezTo>
                      <a:lnTo>
                        <a:pt x="3238" y="571"/>
                      </a:lnTo>
                      <a:cubicBezTo>
                        <a:pt x="6763" y="190"/>
                        <a:pt x="10573" y="0"/>
                        <a:pt x="14668" y="0"/>
                      </a:cubicBezTo>
                      <a:cubicBezTo>
                        <a:pt x="18478" y="0"/>
                        <a:pt x="24193" y="286"/>
                        <a:pt x="31813" y="571"/>
                      </a:cubicBezTo>
                      <a:cubicBezTo>
                        <a:pt x="39529" y="953"/>
                        <a:pt x="45339" y="1238"/>
                        <a:pt x="49149" y="1238"/>
                      </a:cubicBezTo>
                      <a:cubicBezTo>
                        <a:pt x="52006" y="1238"/>
                        <a:pt x="54578" y="1238"/>
                        <a:pt x="57150" y="1048"/>
                      </a:cubicBezTo>
                      <a:cubicBezTo>
                        <a:pt x="58769" y="2286"/>
                        <a:pt x="59531" y="4000"/>
                        <a:pt x="59531" y="6096"/>
                      </a:cubicBezTo>
                      <a:cubicBezTo>
                        <a:pt x="59531" y="6667"/>
                        <a:pt x="59436" y="7811"/>
                        <a:pt x="59246" y="9334"/>
                      </a:cubicBezTo>
                      <a:cubicBezTo>
                        <a:pt x="59055" y="10858"/>
                        <a:pt x="58864" y="12097"/>
                        <a:pt x="58864" y="12859"/>
                      </a:cubicBezTo>
                      <a:cubicBezTo>
                        <a:pt x="58864" y="13621"/>
                        <a:pt x="58959" y="14478"/>
                        <a:pt x="59150" y="15145"/>
                      </a:cubicBezTo>
                      <a:cubicBezTo>
                        <a:pt x="59150" y="16288"/>
                        <a:pt x="58388" y="16764"/>
                        <a:pt x="57055" y="16764"/>
                      </a:cubicBezTo>
                      <a:cubicBezTo>
                        <a:pt x="56864" y="16764"/>
                        <a:pt x="56483" y="16764"/>
                        <a:pt x="56007" y="16764"/>
                      </a:cubicBezTo>
                      <a:lnTo>
                        <a:pt x="54959" y="16764"/>
                      </a:lnTo>
                      <a:cubicBezTo>
                        <a:pt x="54102" y="16764"/>
                        <a:pt x="53435" y="16859"/>
                        <a:pt x="53054" y="17145"/>
                      </a:cubicBezTo>
                      <a:lnTo>
                        <a:pt x="50768" y="17145"/>
                      </a:lnTo>
                      <a:lnTo>
                        <a:pt x="50768" y="16764"/>
                      </a:lnTo>
                      <a:cubicBezTo>
                        <a:pt x="47530" y="17050"/>
                        <a:pt x="43910" y="17145"/>
                        <a:pt x="39909" y="17145"/>
                      </a:cubicBezTo>
                      <a:cubicBezTo>
                        <a:pt x="37433" y="17240"/>
                        <a:pt x="33718" y="17240"/>
                        <a:pt x="28956" y="17145"/>
                      </a:cubicBezTo>
                      <a:lnTo>
                        <a:pt x="18002" y="17145"/>
                      </a:lnTo>
                      <a:cubicBezTo>
                        <a:pt x="17526" y="18479"/>
                        <a:pt x="17240" y="19812"/>
                        <a:pt x="17240" y="21431"/>
                      </a:cubicBezTo>
                      <a:cubicBezTo>
                        <a:pt x="17240" y="21907"/>
                        <a:pt x="17240" y="22670"/>
                        <a:pt x="17335" y="23622"/>
                      </a:cubicBezTo>
                      <a:lnTo>
                        <a:pt x="17335" y="25908"/>
                      </a:lnTo>
                      <a:cubicBezTo>
                        <a:pt x="17335" y="27432"/>
                        <a:pt x="17145" y="28861"/>
                        <a:pt x="16859" y="30099"/>
                      </a:cubicBezTo>
                      <a:cubicBezTo>
                        <a:pt x="17050" y="31051"/>
                        <a:pt x="17240" y="32099"/>
                        <a:pt x="17335" y="33052"/>
                      </a:cubicBezTo>
                      <a:cubicBezTo>
                        <a:pt x="17716" y="34290"/>
                        <a:pt x="18288" y="34957"/>
                        <a:pt x="19240" y="34957"/>
                      </a:cubicBezTo>
                      <a:cubicBezTo>
                        <a:pt x="19526" y="34957"/>
                        <a:pt x="19812" y="34957"/>
                        <a:pt x="20098" y="34957"/>
                      </a:cubicBezTo>
                      <a:cubicBezTo>
                        <a:pt x="20288" y="34957"/>
                        <a:pt x="20574" y="34957"/>
                        <a:pt x="20859" y="34957"/>
                      </a:cubicBezTo>
                      <a:cubicBezTo>
                        <a:pt x="21146" y="34957"/>
                        <a:pt x="21526" y="34957"/>
                        <a:pt x="22098" y="34766"/>
                      </a:cubicBezTo>
                      <a:cubicBezTo>
                        <a:pt x="22669" y="34671"/>
                        <a:pt x="22955" y="34576"/>
                        <a:pt x="23241" y="34576"/>
                      </a:cubicBezTo>
                      <a:cubicBezTo>
                        <a:pt x="23813" y="34576"/>
                        <a:pt x="24289" y="34862"/>
                        <a:pt x="24574" y="35338"/>
                      </a:cubicBezTo>
                      <a:cubicBezTo>
                        <a:pt x="26479" y="34862"/>
                        <a:pt x="28670" y="34576"/>
                        <a:pt x="31147" y="34576"/>
                      </a:cubicBezTo>
                      <a:cubicBezTo>
                        <a:pt x="32480" y="34576"/>
                        <a:pt x="34290" y="34576"/>
                        <a:pt x="36671" y="34766"/>
                      </a:cubicBezTo>
                      <a:cubicBezTo>
                        <a:pt x="39052" y="34957"/>
                        <a:pt x="40862" y="35052"/>
                        <a:pt x="42100" y="35052"/>
                      </a:cubicBezTo>
                      <a:cubicBezTo>
                        <a:pt x="43339" y="35052"/>
                        <a:pt x="44386" y="35052"/>
                        <a:pt x="45434" y="34862"/>
                      </a:cubicBezTo>
                      <a:cubicBezTo>
                        <a:pt x="45910" y="36576"/>
                        <a:pt x="46101" y="39053"/>
                        <a:pt x="46101" y="42100"/>
                      </a:cubicBezTo>
                      <a:cubicBezTo>
                        <a:pt x="46101" y="45720"/>
                        <a:pt x="46101" y="48101"/>
                        <a:pt x="46291" y="49435"/>
                      </a:cubicBezTo>
                      <a:cubicBezTo>
                        <a:pt x="44863" y="50578"/>
                        <a:pt x="42863" y="51054"/>
                        <a:pt x="40291" y="51054"/>
                      </a:cubicBezTo>
                      <a:cubicBezTo>
                        <a:pt x="39243" y="51054"/>
                        <a:pt x="37624" y="51054"/>
                        <a:pt x="35528" y="50768"/>
                      </a:cubicBezTo>
                      <a:cubicBezTo>
                        <a:pt x="33338" y="50578"/>
                        <a:pt x="31813" y="50482"/>
                        <a:pt x="30671" y="50482"/>
                      </a:cubicBezTo>
                      <a:cubicBezTo>
                        <a:pt x="29623" y="50482"/>
                        <a:pt x="28670" y="50482"/>
                        <a:pt x="27813" y="50768"/>
                      </a:cubicBezTo>
                      <a:lnTo>
                        <a:pt x="27813" y="50292"/>
                      </a:lnTo>
                      <a:cubicBezTo>
                        <a:pt x="27241" y="50292"/>
                        <a:pt x="26194" y="50292"/>
                        <a:pt x="24574" y="50292"/>
                      </a:cubicBezTo>
                      <a:cubicBezTo>
                        <a:pt x="23431" y="50292"/>
                        <a:pt x="22384" y="50578"/>
                        <a:pt x="21431" y="51054"/>
                      </a:cubicBezTo>
                      <a:cubicBezTo>
                        <a:pt x="21146" y="50768"/>
                        <a:pt x="20669" y="50673"/>
                        <a:pt x="20098" y="50673"/>
                      </a:cubicBezTo>
                      <a:cubicBezTo>
                        <a:pt x="19240" y="50673"/>
                        <a:pt x="18764" y="50673"/>
                        <a:pt x="18574" y="50673"/>
                      </a:cubicBezTo>
                      <a:cubicBezTo>
                        <a:pt x="17526" y="51054"/>
                        <a:pt x="16954" y="51816"/>
                        <a:pt x="16954" y="53245"/>
                      </a:cubicBezTo>
                      <a:cubicBezTo>
                        <a:pt x="16954" y="54197"/>
                        <a:pt x="17050" y="55054"/>
                        <a:pt x="17431" y="55531"/>
                      </a:cubicBezTo>
                      <a:cubicBezTo>
                        <a:pt x="15907" y="55150"/>
                        <a:pt x="14573" y="55531"/>
                        <a:pt x="13335" y="56674"/>
                      </a:cubicBezTo>
                      <a:lnTo>
                        <a:pt x="16097" y="56102"/>
                      </a:lnTo>
                      <a:lnTo>
                        <a:pt x="15716" y="56674"/>
                      </a:lnTo>
                      <a:cubicBezTo>
                        <a:pt x="15716" y="56674"/>
                        <a:pt x="16097" y="57055"/>
                        <a:pt x="16288" y="57055"/>
                      </a:cubicBezTo>
                      <a:cubicBezTo>
                        <a:pt x="16192" y="57055"/>
                        <a:pt x="16573" y="56674"/>
                        <a:pt x="17431" y="56102"/>
                      </a:cubicBezTo>
                      <a:cubicBezTo>
                        <a:pt x="17431" y="55816"/>
                        <a:pt x="17431" y="57817"/>
                        <a:pt x="17335" y="62103"/>
                      </a:cubicBezTo>
                      <a:cubicBezTo>
                        <a:pt x="17335" y="64579"/>
                        <a:pt x="17716" y="66580"/>
                        <a:pt x="18574" y="67913"/>
                      </a:cubicBezTo>
                      <a:cubicBezTo>
                        <a:pt x="21146" y="68294"/>
                        <a:pt x="23908" y="68389"/>
                        <a:pt x="26765" y="68389"/>
                      </a:cubicBezTo>
                      <a:cubicBezTo>
                        <a:pt x="28956" y="68389"/>
                        <a:pt x="32099" y="68389"/>
                        <a:pt x="36290" y="68008"/>
                      </a:cubicBezTo>
                      <a:cubicBezTo>
                        <a:pt x="40386" y="67723"/>
                        <a:pt x="43529" y="67532"/>
                        <a:pt x="45625" y="67532"/>
                      </a:cubicBezTo>
                      <a:cubicBezTo>
                        <a:pt x="48768" y="67532"/>
                        <a:pt x="51721" y="67818"/>
                        <a:pt x="54388" y="68199"/>
                      </a:cubicBezTo>
                      <a:cubicBezTo>
                        <a:pt x="54864" y="67056"/>
                        <a:pt x="55912" y="66961"/>
                        <a:pt x="57340" y="67818"/>
                      </a:cubicBezTo>
                      <a:close/>
                      <a:moveTo>
                        <a:pt x="2953" y="15430"/>
                      </a:moveTo>
                      <a:lnTo>
                        <a:pt x="3619" y="16288"/>
                      </a:lnTo>
                      <a:lnTo>
                        <a:pt x="3619" y="16478"/>
                      </a:lnTo>
                      <a:cubicBezTo>
                        <a:pt x="3619" y="16478"/>
                        <a:pt x="3048" y="15812"/>
                        <a:pt x="2953" y="15335"/>
                      </a:cubicBezTo>
                      <a:close/>
                      <a:moveTo>
                        <a:pt x="24479" y="45339"/>
                      </a:moveTo>
                      <a:lnTo>
                        <a:pt x="23146" y="45339"/>
                      </a:lnTo>
                      <a:cubicBezTo>
                        <a:pt x="23336" y="45815"/>
                        <a:pt x="23813" y="45815"/>
                        <a:pt x="24479" y="45339"/>
                      </a:cubicBezTo>
                      <a:lnTo>
                        <a:pt x="24955" y="45339"/>
                      </a:lnTo>
                      <a:cubicBezTo>
                        <a:pt x="24955" y="45339"/>
                        <a:pt x="25241" y="45720"/>
                        <a:pt x="25241" y="46006"/>
                      </a:cubicBezTo>
                      <a:lnTo>
                        <a:pt x="26670" y="45339"/>
                      </a:lnTo>
                      <a:cubicBezTo>
                        <a:pt x="26670" y="45339"/>
                        <a:pt x="27241" y="46006"/>
                        <a:pt x="27241" y="46006"/>
                      </a:cubicBezTo>
                      <a:lnTo>
                        <a:pt x="28765" y="46006"/>
                      </a:lnTo>
                      <a:lnTo>
                        <a:pt x="28765" y="45339"/>
                      </a:lnTo>
                      <a:lnTo>
                        <a:pt x="24955" y="45339"/>
                      </a:lnTo>
                      <a:cubicBezTo>
                        <a:pt x="24955" y="45339"/>
                        <a:pt x="24670" y="45244"/>
                        <a:pt x="24479" y="45339"/>
                      </a:cubicBezTo>
                      <a:close/>
                      <a:moveTo>
                        <a:pt x="44863" y="5905"/>
                      </a:moveTo>
                      <a:lnTo>
                        <a:pt x="44005" y="5429"/>
                      </a:lnTo>
                      <a:lnTo>
                        <a:pt x="44863" y="7144"/>
                      </a:lnTo>
                      <a:lnTo>
                        <a:pt x="44863" y="6001"/>
                      </a:lnTo>
                      <a:close/>
                      <a:moveTo>
                        <a:pt x="64198" y="73628"/>
                      </a:moveTo>
                      <a:lnTo>
                        <a:pt x="64579" y="73628"/>
                      </a:lnTo>
                      <a:lnTo>
                        <a:pt x="63341" y="74295"/>
                      </a:lnTo>
                      <a:lnTo>
                        <a:pt x="64198" y="73628"/>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 name="Google Shape;1499;p99"/>
                <p:cNvSpPr/>
                <p:nvPr/>
              </p:nvSpPr>
              <p:spPr>
                <a:xfrm>
                  <a:off x="5814726" y="4790231"/>
                  <a:ext cx="56388" cy="84282"/>
                </a:xfrm>
                <a:custGeom>
                  <a:avLst/>
                  <a:gdLst/>
                  <a:ahLst/>
                  <a:cxnLst/>
                  <a:rect l="l" t="t" r="r" b="b"/>
                  <a:pathLst>
                    <a:path w="56388" h="84282" extrusionOk="0">
                      <a:moveTo>
                        <a:pt x="55531" y="3035"/>
                      </a:moveTo>
                      <a:lnTo>
                        <a:pt x="56388" y="17894"/>
                      </a:lnTo>
                      <a:cubicBezTo>
                        <a:pt x="54673" y="18465"/>
                        <a:pt x="52197" y="18560"/>
                        <a:pt x="49244" y="18274"/>
                      </a:cubicBezTo>
                      <a:cubicBezTo>
                        <a:pt x="45720" y="17894"/>
                        <a:pt x="43339" y="17894"/>
                        <a:pt x="42291" y="17894"/>
                      </a:cubicBezTo>
                      <a:cubicBezTo>
                        <a:pt x="39814" y="18274"/>
                        <a:pt x="37719" y="19418"/>
                        <a:pt x="36195" y="21513"/>
                      </a:cubicBezTo>
                      <a:cubicBezTo>
                        <a:pt x="36290" y="21989"/>
                        <a:pt x="36386" y="22561"/>
                        <a:pt x="36386" y="23037"/>
                      </a:cubicBezTo>
                      <a:cubicBezTo>
                        <a:pt x="36386" y="23609"/>
                        <a:pt x="36386" y="24371"/>
                        <a:pt x="36004" y="25514"/>
                      </a:cubicBezTo>
                      <a:cubicBezTo>
                        <a:pt x="35814" y="26561"/>
                        <a:pt x="35623" y="27419"/>
                        <a:pt x="35623" y="27990"/>
                      </a:cubicBezTo>
                      <a:cubicBezTo>
                        <a:pt x="35623" y="28847"/>
                        <a:pt x="35814" y="29609"/>
                        <a:pt x="36100" y="30371"/>
                      </a:cubicBezTo>
                      <a:cubicBezTo>
                        <a:pt x="36290" y="30752"/>
                        <a:pt x="36386" y="31133"/>
                        <a:pt x="36386" y="31514"/>
                      </a:cubicBezTo>
                      <a:cubicBezTo>
                        <a:pt x="36386" y="31990"/>
                        <a:pt x="36290" y="32562"/>
                        <a:pt x="36004" y="33134"/>
                      </a:cubicBezTo>
                      <a:cubicBezTo>
                        <a:pt x="35719" y="33800"/>
                        <a:pt x="35623" y="34181"/>
                        <a:pt x="35623" y="34467"/>
                      </a:cubicBezTo>
                      <a:cubicBezTo>
                        <a:pt x="35623" y="34943"/>
                        <a:pt x="35814" y="35324"/>
                        <a:pt x="36195" y="35610"/>
                      </a:cubicBezTo>
                      <a:lnTo>
                        <a:pt x="35909" y="40373"/>
                      </a:lnTo>
                      <a:cubicBezTo>
                        <a:pt x="35909" y="39896"/>
                        <a:pt x="35433" y="39420"/>
                        <a:pt x="34766" y="39325"/>
                      </a:cubicBezTo>
                      <a:cubicBezTo>
                        <a:pt x="33814" y="39039"/>
                        <a:pt x="33242" y="38848"/>
                        <a:pt x="33147" y="38753"/>
                      </a:cubicBezTo>
                      <a:cubicBezTo>
                        <a:pt x="32861" y="38944"/>
                        <a:pt x="32766" y="39230"/>
                        <a:pt x="32766" y="39515"/>
                      </a:cubicBezTo>
                      <a:cubicBezTo>
                        <a:pt x="32861" y="39801"/>
                        <a:pt x="32766" y="40182"/>
                        <a:pt x="32766" y="40373"/>
                      </a:cubicBezTo>
                      <a:cubicBezTo>
                        <a:pt x="33242" y="40182"/>
                        <a:pt x="33528" y="39991"/>
                        <a:pt x="33814" y="39991"/>
                      </a:cubicBezTo>
                      <a:cubicBezTo>
                        <a:pt x="34290" y="39991"/>
                        <a:pt x="34671" y="40563"/>
                        <a:pt x="34957" y="41611"/>
                      </a:cubicBezTo>
                      <a:cubicBezTo>
                        <a:pt x="35243" y="42849"/>
                        <a:pt x="35433" y="43706"/>
                        <a:pt x="35623" y="43897"/>
                      </a:cubicBezTo>
                      <a:lnTo>
                        <a:pt x="35147" y="43897"/>
                      </a:lnTo>
                      <a:cubicBezTo>
                        <a:pt x="36004" y="46278"/>
                        <a:pt x="36481" y="49421"/>
                        <a:pt x="36576" y="53517"/>
                      </a:cubicBezTo>
                      <a:cubicBezTo>
                        <a:pt x="36576" y="56851"/>
                        <a:pt x="36576" y="60185"/>
                        <a:pt x="36576" y="63423"/>
                      </a:cubicBezTo>
                      <a:cubicBezTo>
                        <a:pt x="36576" y="65423"/>
                        <a:pt x="36766" y="67138"/>
                        <a:pt x="36957" y="68662"/>
                      </a:cubicBezTo>
                      <a:cubicBezTo>
                        <a:pt x="36957" y="68662"/>
                        <a:pt x="37338" y="68852"/>
                        <a:pt x="37719" y="69043"/>
                      </a:cubicBezTo>
                      <a:cubicBezTo>
                        <a:pt x="38195" y="69329"/>
                        <a:pt x="38576" y="69424"/>
                        <a:pt x="38862" y="69329"/>
                      </a:cubicBezTo>
                      <a:cubicBezTo>
                        <a:pt x="38386" y="70376"/>
                        <a:pt x="38100" y="73043"/>
                        <a:pt x="37910" y="77330"/>
                      </a:cubicBezTo>
                      <a:cubicBezTo>
                        <a:pt x="37910" y="79711"/>
                        <a:pt x="37147" y="81330"/>
                        <a:pt x="35719" y="82282"/>
                      </a:cubicBezTo>
                      <a:cubicBezTo>
                        <a:pt x="35909" y="82473"/>
                        <a:pt x="36100" y="82854"/>
                        <a:pt x="36100" y="83426"/>
                      </a:cubicBezTo>
                      <a:cubicBezTo>
                        <a:pt x="35338" y="83426"/>
                        <a:pt x="32956" y="83426"/>
                        <a:pt x="28956" y="83426"/>
                      </a:cubicBezTo>
                      <a:cubicBezTo>
                        <a:pt x="26003" y="83426"/>
                        <a:pt x="23622" y="83616"/>
                        <a:pt x="22003" y="84283"/>
                      </a:cubicBezTo>
                      <a:cubicBezTo>
                        <a:pt x="20479" y="83045"/>
                        <a:pt x="19812" y="81140"/>
                        <a:pt x="19812" y="78663"/>
                      </a:cubicBezTo>
                      <a:cubicBezTo>
                        <a:pt x="19812" y="76472"/>
                        <a:pt x="19812" y="74377"/>
                        <a:pt x="19812" y="72186"/>
                      </a:cubicBezTo>
                      <a:cubicBezTo>
                        <a:pt x="20098" y="64185"/>
                        <a:pt x="20288" y="55803"/>
                        <a:pt x="20288" y="47135"/>
                      </a:cubicBezTo>
                      <a:cubicBezTo>
                        <a:pt x="20288" y="38468"/>
                        <a:pt x="20098" y="29514"/>
                        <a:pt x="19812" y="20275"/>
                      </a:cubicBezTo>
                      <a:cubicBezTo>
                        <a:pt x="19336" y="18846"/>
                        <a:pt x="18288" y="18084"/>
                        <a:pt x="16478" y="18084"/>
                      </a:cubicBezTo>
                      <a:cubicBezTo>
                        <a:pt x="16193" y="18084"/>
                        <a:pt x="15621" y="18084"/>
                        <a:pt x="15049" y="18179"/>
                      </a:cubicBezTo>
                      <a:lnTo>
                        <a:pt x="13716" y="18179"/>
                      </a:lnTo>
                      <a:cubicBezTo>
                        <a:pt x="12763" y="18179"/>
                        <a:pt x="12097" y="17989"/>
                        <a:pt x="11525" y="17798"/>
                      </a:cubicBezTo>
                      <a:cubicBezTo>
                        <a:pt x="12097" y="17798"/>
                        <a:pt x="10096" y="17798"/>
                        <a:pt x="5239" y="17798"/>
                      </a:cubicBezTo>
                      <a:cubicBezTo>
                        <a:pt x="3143" y="17798"/>
                        <a:pt x="1333" y="17227"/>
                        <a:pt x="0" y="16084"/>
                      </a:cubicBezTo>
                      <a:lnTo>
                        <a:pt x="0" y="1415"/>
                      </a:lnTo>
                      <a:cubicBezTo>
                        <a:pt x="0" y="1415"/>
                        <a:pt x="857" y="1987"/>
                        <a:pt x="1238" y="1987"/>
                      </a:cubicBezTo>
                      <a:cubicBezTo>
                        <a:pt x="2096" y="1987"/>
                        <a:pt x="2953" y="1415"/>
                        <a:pt x="3715" y="272"/>
                      </a:cubicBezTo>
                      <a:cubicBezTo>
                        <a:pt x="8001" y="82"/>
                        <a:pt x="14288" y="-13"/>
                        <a:pt x="22574" y="272"/>
                      </a:cubicBezTo>
                      <a:cubicBezTo>
                        <a:pt x="30861" y="463"/>
                        <a:pt x="37243" y="272"/>
                        <a:pt x="41720" y="82"/>
                      </a:cubicBezTo>
                      <a:cubicBezTo>
                        <a:pt x="41910" y="463"/>
                        <a:pt x="42196" y="748"/>
                        <a:pt x="42672" y="748"/>
                      </a:cubicBezTo>
                      <a:cubicBezTo>
                        <a:pt x="42958" y="748"/>
                        <a:pt x="43339" y="558"/>
                        <a:pt x="43815" y="368"/>
                      </a:cubicBezTo>
                      <a:cubicBezTo>
                        <a:pt x="44291" y="177"/>
                        <a:pt x="44672" y="82"/>
                        <a:pt x="44863" y="82"/>
                      </a:cubicBezTo>
                      <a:cubicBezTo>
                        <a:pt x="45720" y="558"/>
                        <a:pt x="47815" y="558"/>
                        <a:pt x="51435" y="82"/>
                      </a:cubicBezTo>
                      <a:cubicBezTo>
                        <a:pt x="54102" y="-299"/>
                        <a:pt x="55436" y="653"/>
                        <a:pt x="55626" y="2844"/>
                      </a:cubicBezTo>
                      <a:close/>
                      <a:moveTo>
                        <a:pt x="8763" y="6273"/>
                      </a:moveTo>
                      <a:cubicBezTo>
                        <a:pt x="9430" y="5130"/>
                        <a:pt x="10382" y="4559"/>
                        <a:pt x="11430" y="4559"/>
                      </a:cubicBezTo>
                      <a:cubicBezTo>
                        <a:pt x="11811" y="4559"/>
                        <a:pt x="12573" y="4559"/>
                        <a:pt x="13526" y="4844"/>
                      </a:cubicBezTo>
                      <a:cubicBezTo>
                        <a:pt x="14478" y="5035"/>
                        <a:pt x="15240" y="5225"/>
                        <a:pt x="15812" y="5225"/>
                      </a:cubicBezTo>
                      <a:cubicBezTo>
                        <a:pt x="16288" y="5225"/>
                        <a:pt x="16859" y="5130"/>
                        <a:pt x="17431" y="5035"/>
                      </a:cubicBezTo>
                      <a:lnTo>
                        <a:pt x="15716" y="3320"/>
                      </a:lnTo>
                      <a:cubicBezTo>
                        <a:pt x="15145" y="3320"/>
                        <a:pt x="14859" y="3035"/>
                        <a:pt x="14859" y="2463"/>
                      </a:cubicBezTo>
                      <a:cubicBezTo>
                        <a:pt x="14954" y="1796"/>
                        <a:pt x="14954" y="1415"/>
                        <a:pt x="14859" y="1320"/>
                      </a:cubicBezTo>
                      <a:cubicBezTo>
                        <a:pt x="14669" y="1796"/>
                        <a:pt x="14383" y="1987"/>
                        <a:pt x="14097" y="2082"/>
                      </a:cubicBezTo>
                      <a:cubicBezTo>
                        <a:pt x="13906" y="2082"/>
                        <a:pt x="13716" y="2082"/>
                        <a:pt x="13526" y="2082"/>
                      </a:cubicBezTo>
                      <a:cubicBezTo>
                        <a:pt x="13526" y="2082"/>
                        <a:pt x="13526" y="2463"/>
                        <a:pt x="13526" y="3130"/>
                      </a:cubicBezTo>
                      <a:cubicBezTo>
                        <a:pt x="12668" y="3701"/>
                        <a:pt x="11621" y="4082"/>
                        <a:pt x="10287" y="4178"/>
                      </a:cubicBezTo>
                      <a:cubicBezTo>
                        <a:pt x="8668" y="4368"/>
                        <a:pt x="7715" y="4463"/>
                        <a:pt x="7144" y="4654"/>
                      </a:cubicBezTo>
                      <a:lnTo>
                        <a:pt x="9239" y="4654"/>
                      </a:lnTo>
                      <a:cubicBezTo>
                        <a:pt x="8858" y="5321"/>
                        <a:pt x="8382" y="5702"/>
                        <a:pt x="8001" y="5892"/>
                      </a:cubicBezTo>
                      <a:cubicBezTo>
                        <a:pt x="8001" y="5892"/>
                        <a:pt x="7906" y="5892"/>
                        <a:pt x="7906" y="5892"/>
                      </a:cubicBezTo>
                      <a:cubicBezTo>
                        <a:pt x="7811" y="5892"/>
                        <a:pt x="7620" y="5987"/>
                        <a:pt x="7525" y="6178"/>
                      </a:cubicBezTo>
                      <a:cubicBezTo>
                        <a:pt x="7144" y="6368"/>
                        <a:pt x="6763" y="6368"/>
                        <a:pt x="6572" y="6368"/>
                      </a:cubicBezTo>
                      <a:cubicBezTo>
                        <a:pt x="6287" y="6178"/>
                        <a:pt x="5905" y="6178"/>
                        <a:pt x="5429" y="6368"/>
                      </a:cubicBezTo>
                      <a:cubicBezTo>
                        <a:pt x="4001" y="6178"/>
                        <a:pt x="2953" y="6178"/>
                        <a:pt x="2381" y="6368"/>
                      </a:cubicBezTo>
                      <a:lnTo>
                        <a:pt x="2381" y="5892"/>
                      </a:lnTo>
                      <a:lnTo>
                        <a:pt x="1143" y="7226"/>
                      </a:lnTo>
                      <a:cubicBezTo>
                        <a:pt x="1143" y="7226"/>
                        <a:pt x="1905" y="7416"/>
                        <a:pt x="2286" y="7416"/>
                      </a:cubicBezTo>
                      <a:cubicBezTo>
                        <a:pt x="2381" y="7416"/>
                        <a:pt x="3524" y="7035"/>
                        <a:pt x="5429" y="6368"/>
                      </a:cubicBezTo>
                      <a:lnTo>
                        <a:pt x="6572" y="6368"/>
                      </a:lnTo>
                      <a:cubicBezTo>
                        <a:pt x="6572" y="6368"/>
                        <a:pt x="6953" y="6654"/>
                        <a:pt x="7144" y="6940"/>
                      </a:cubicBezTo>
                      <a:cubicBezTo>
                        <a:pt x="7239" y="7130"/>
                        <a:pt x="7429" y="7416"/>
                        <a:pt x="7525" y="7892"/>
                      </a:cubicBezTo>
                      <a:cubicBezTo>
                        <a:pt x="7525" y="7702"/>
                        <a:pt x="7334" y="7416"/>
                        <a:pt x="7239" y="7130"/>
                      </a:cubicBezTo>
                      <a:cubicBezTo>
                        <a:pt x="7239" y="6749"/>
                        <a:pt x="7334" y="6464"/>
                        <a:pt x="7525" y="6273"/>
                      </a:cubicBezTo>
                      <a:cubicBezTo>
                        <a:pt x="7620" y="6273"/>
                        <a:pt x="7811" y="6273"/>
                        <a:pt x="8001" y="6082"/>
                      </a:cubicBezTo>
                      <a:cubicBezTo>
                        <a:pt x="8477" y="6845"/>
                        <a:pt x="8763" y="7130"/>
                        <a:pt x="8763" y="7321"/>
                      </a:cubicBezTo>
                      <a:lnTo>
                        <a:pt x="11525" y="6845"/>
                      </a:lnTo>
                      <a:lnTo>
                        <a:pt x="8763" y="6559"/>
                      </a:lnTo>
                      <a:close/>
                      <a:moveTo>
                        <a:pt x="6668" y="11131"/>
                      </a:moveTo>
                      <a:lnTo>
                        <a:pt x="8382" y="10273"/>
                      </a:lnTo>
                      <a:lnTo>
                        <a:pt x="7525" y="10273"/>
                      </a:lnTo>
                      <a:lnTo>
                        <a:pt x="6668" y="11131"/>
                      </a:lnTo>
                      <a:close/>
                      <a:moveTo>
                        <a:pt x="19621" y="3035"/>
                      </a:moveTo>
                      <a:lnTo>
                        <a:pt x="20860" y="1701"/>
                      </a:lnTo>
                      <a:cubicBezTo>
                        <a:pt x="20860" y="1701"/>
                        <a:pt x="19907" y="1415"/>
                        <a:pt x="19240" y="1034"/>
                      </a:cubicBezTo>
                      <a:lnTo>
                        <a:pt x="17907" y="3035"/>
                      </a:lnTo>
                      <a:lnTo>
                        <a:pt x="16478" y="2177"/>
                      </a:lnTo>
                      <a:lnTo>
                        <a:pt x="18479" y="4178"/>
                      </a:lnTo>
                      <a:cubicBezTo>
                        <a:pt x="18479" y="2749"/>
                        <a:pt x="18764" y="1987"/>
                        <a:pt x="19336" y="1701"/>
                      </a:cubicBezTo>
                      <a:cubicBezTo>
                        <a:pt x="19621" y="1891"/>
                        <a:pt x="19717" y="2273"/>
                        <a:pt x="19717" y="3035"/>
                      </a:cubicBezTo>
                      <a:close/>
                      <a:moveTo>
                        <a:pt x="23717" y="44945"/>
                      </a:moveTo>
                      <a:cubicBezTo>
                        <a:pt x="24955" y="45135"/>
                        <a:pt x="25527" y="44945"/>
                        <a:pt x="25432" y="44659"/>
                      </a:cubicBezTo>
                      <a:cubicBezTo>
                        <a:pt x="25146" y="44564"/>
                        <a:pt x="24574" y="44659"/>
                        <a:pt x="23717" y="44945"/>
                      </a:cubicBezTo>
                      <a:cubicBezTo>
                        <a:pt x="23336" y="44754"/>
                        <a:pt x="23051" y="44754"/>
                        <a:pt x="22860" y="44945"/>
                      </a:cubicBezTo>
                      <a:cubicBezTo>
                        <a:pt x="23146" y="45135"/>
                        <a:pt x="23431" y="45135"/>
                        <a:pt x="23717" y="44945"/>
                      </a:cubicBezTo>
                      <a:close/>
                      <a:moveTo>
                        <a:pt x="34671" y="43230"/>
                      </a:moveTo>
                      <a:cubicBezTo>
                        <a:pt x="33909" y="42754"/>
                        <a:pt x="32766" y="42468"/>
                        <a:pt x="31337" y="42468"/>
                      </a:cubicBezTo>
                      <a:cubicBezTo>
                        <a:pt x="29623" y="42468"/>
                        <a:pt x="28385" y="42278"/>
                        <a:pt x="27813" y="42087"/>
                      </a:cubicBezTo>
                      <a:lnTo>
                        <a:pt x="30671" y="43706"/>
                      </a:lnTo>
                      <a:cubicBezTo>
                        <a:pt x="30671" y="43706"/>
                        <a:pt x="30194" y="44087"/>
                        <a:pt x="30194" y="44564"/>
                      </a:cubicBezTo>
                      <a:lnTo>
                        <a:pt x="31052" y="44564"/>
                      </a:lnTo>
                      <a:cubicBezTo>
                        <a:pt x="31052" y="44564"/>
                        <a:pt x="31432" y="44849"/>
                        <a:pt x="31432" y="45040"/>
                      </a:cubicBezTo>
                      <a:cubicBezTo>
                        <a:pt x="31432" y="45040"/>
                        <a:pt x="31337" y="45230"/>
                        <a:pt x="31147" y="45611"/>
                      </a:cubicBezTo>
                      <a:cubicBezTo>
                        <a:pt x="30956" y="45992"/>
                        <a:pt x="30861" y="46278"/>
                        <a:pt x="31052" y="46564"/>
                      </a:cubicBezTo>
                      <a:lnTo>
                        <a:pt x="32766" y="46564"/>
                      </a:lnTo>
                      <a:cubicBezTo>
                        <a:pt x="31909" y="45706"/>
                        <a:pt x="31528" y="45135"/>
                        <a:pt x="31528" y="44754"/>
                      </a:cubicBezTo>
                      <a:cubicBezTo>
                        <a:pt x="31528" y="44564"/>
                        <a:pt x="31718" y="44278"/>
                        <a:pt x="32099" y="44087"/>
                      </a:cubicBezTo>
                      <a:cubicBezTo>
                        <a:pt x="32480" y="43897"/>
                        <a:pt x="33052" y="43706"/>
                        <a:pt x="33528" y="43516"/>
                      </a:cubicBezTo>
                      <a:cubicBezTo>
                        <a:pt x="34004" y="43516"/>
                        <a:pt x="34480" y="43516"/>
                        <a:pt x="34862" y="43992"/>
                      </a:cubicBezTo>
                      <a:lnTo>
                        <a:pt x="34862" y="43135"/>
                      </a:lnTo>
                      <a:close/>
                      <a:moveTo>
                        <a:pt x="30575" y="35991"/>
                      </a:moveTo>
                      <a:cubicBezTo>
                        <a:pt x="30956" y="36563"/>
                        <a:pt x="31528" y="36848"/>
                        <a:pt x="32290" y="36848"/>
                      </a:cubicBezTo>
                      <a:cubicBezTo>
                        <a:pt x="33338" y="36848"/>
                        <a:pt x="34195" y="36467"/>
                        <a:pt x="34957" y="35705"/>
                      </a:cubicBezTo>
                      <a:lnTo>
                        <a:pt x="33433" y="35229"/>
                      </a:lnTo>
                      <a:cubicBezTo>
                        <a:pt x="33433" y="35991"/>
                        <a:pt x="33147" y="36467"/>
                        <a:pt x="32861" y="36467"/>
                      </a:cubicBezTo>
                      <a:cubicBezTo>
                        <a:pt x="32861" y="36467"/>
                        <a:pt x="32480" y="36181"/>
                        <a:pt x="32004" y="35705"/>
                      </a:cubicBezTo>
                      <a:cubicBezTo>
                        <a:pt x="31528" y="35229"/>
                        <a:pt x="31052" y="35039"/>
                        <a:pt x="30575" y="35229"/>
                      </a:cubicBezTo>
                      <a:lnTo>
                        <a:pt x="30575" y="35991"/>
                      </a:lnTo>
                      <a:close/>
                      <a:moveTo>
                        <a:pt x="34480" y="45897"/>
                      </a:moveTo>
                      <a:lnTo>
                        <a:pt x="34671" y="46088"/>
                      </a:lnTo>
                      <a:lnTo>
                        <a:pt x="34480" y="45897"/>
                      </a:lnTo>
                      <a:lnTo>
                        <a:pt x="32576" y="44564"/>
                      </a:lnTo>
                      <a:cubicBezTo>
                        <a:pt x="32385" y="45135"/>
                        <a:pt x="32576" y="45516"/>
                        <a:pt x="33242" y="45706"/>
                      </a:cubicBezTo>
                      <a:cubicBezTo>
                        <a:pt x="33623" y="45706"/>
                        <a:pt x="34099" y="45897"/>
                        <a:pt x="34480" y="45897"/>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 name="Google Shape;1500;p99"/>
                <p:cNvSpPr/>
                <p:nvPr/>
              </p:nvSpPr>
              <p:spPr>
                <a:xfrm>
                  <a:off x="5875876" y="4789455"/>
                  <a:ext cx="18954" cy="84677"/>
                </a:xfrm>
                <a:custGeom>
                  <a:avLst/>
                  <a:gdLst/>
                  <a:ahLst/>
                  <a:cxnLst/>
                  <a:rect l="l" t="t" r="r" b="b"/>
                  <a:pathLst>
                    <a:path w="18954" h="84677" extrusionOk="0">
                      <a:moveTo>
                        <a:pt x="17240" y="73533"/>
                      </a:moveTo>
                      <a:cubicBezTo>
                        <a:pt x="17335" y="75533"/>
                        <a:pt x="17240" y="76772"/>
                        <a:pt x="16954" y="77343"/>
                      </a:cubicBezTo>
                      <a:cubicBezTo>
                        <a:pt x="17716" y="80201"/>
                        <a:pt x="17526" y="82296"/>
                        <a:pt x="16573" y="83725"/>
                      </a:cubicBezTo>
                      <a:cubicBezTo>
                        <a:pt x="16002" y="84106"/>
                        <a:pt x="15145" y="84201"/>
                        <a:pt x="14192" y="84201"/>
                      </a:cubicBezTo>
                      <a:lnTo>
                        <a:pt x="11144" y="84201"/>
                      </a:lnTo>
                      <a:cubicBezTo>
                        <a:pt x="11144" y="83153"/>
                        <a:pt x="11049" y="82582"/>
                        <a:pt x="10858" y="82582"/>
                      </a:cubicBezTo>
                      <a:cubicBezTo>
                        <a:pt x="10858" y="84011"/>
                        <a:pt x="10287" y="84677"/>
                        <a:pt x="9334" y="84677"/>
                      </a:cubicBezTo>
                      <a:cubicBezTo>
                        <a:pt x="8953" y="84677"/>
                        <a:pt x="8382" y="84677"/>
                        <a:pt x="7525" y="84392"/>
                      </a:cubicBezTo>
                      <a:cubicBezTo>
                        <a:pt x="6667" y="84201"/>
                        <a:pt x="6001" y="84011"/>
                        <a:pt x="5715" y="84011"/>
                      </a:cubicBezTo>
                      <a:cubicBezTo>
                        <a:pt x="5239" y="84011"/>
                        <a:pt x="4953" y="84011"/>
                        <a:pt x="4763" y="84201"/>
                      </a:cubicBezTo>
                      <a:cubicBezTo>
                        <a:pt x="4476" y="84011"/>
                        <a:pt x="4191" y="83820"/>
                        <a:pt x="3905" y="83820"/>
                      </a:cubicBezTo>
                      <a:cubicBezTo>
                        <a:pt x="3715" y="83820"/>
                        <a:pt x="3429" y="83820"/>
                        <a:pt x="3143" y="83916"/>
                      </a:cubicBezTo>
                      <a:cubicBezTo>
                        <a:pt x="2762" y="84011"/>
                        <a:pt x="2572" y="84106"/>
                        <a:pt x="2476" y="84106"/>
                      </a:cubicBezTo>
                      <a:cubicBezTo>
                        <a:pt x="2095" y="84106"/>
                        <a:pt x="1809" y="83916"/>
                        <a:pt x="1524" y="83629"/>
                      </a:cubicBezTo>
                      <a:cubicBezTo>
                        <a:pt x="857" y="80391"/>
                        <a:pt x="476" y="76962"/>
                        <a:pt x="476" y="73247"/>
                      </a:cubicBezTo>
                      <a:cubicBezTo>
                        <a:pt x="476" y="70295"/>
                        <a:pt x="857" y="65532"/>
                        <a:pt x="1524" y="59055"/>
                      </a:cubicBezTo>
                      <a:cubicBezTo>
                        <a:pt x="667" y="54197"/>
                        <a:pt x="571" y="46292"/>
                        <a:pt x="1048" y="35052"/>
                      </a:cubicBezTo>
                      <a:cubicBezTo>
                        <a:pt x="381" y="34290"/>
                        <a:pt x="0" y="33814"/>
                        <a:pt x="0" y="33338"/>
                      </a:cubicBezTo>
                      <a:cubicBezTo>
                        <a:pt x="0" y="33147"/>
                        <a:pt x="190" y="32861"/>
                        <a:pt x="476" y="32480"/>
                      </a:cubicBezTo>
                      <a:cubicBezTo>
                        <a:pt x="762" y="32099"/>
                        <a:pt x="952" y="31718"/>
                        <a:pt x="952" y="31433"/>
                      </a:cubicBezTo>
                      <a:cubicBezTo>
                        <a:pt x="952" y="30956"/>
                        <a:pt x="762" y="30480"/>
                        <a:pt x="476" y="29813"/>
                      </a:cubicBezTo>
                      <a:cubicBezTo>
                        <a:pt x="952" y="29337"/>
                        <a:pt x="952" y="28004"/>
                        <a:pt x="476" y="25908"/>
                      </a:cubicBezTo>
                      <a:cubicBezTo>
                        <a:pt x="95" y="24098"/>
                        <a:pt x="667" y="23051"/>
                        <a:pt x="2000" y="22860"/>
                      </a:cubicBezTo>
                      <a:lnTo>
                        <a:pt x="476" y="20288"/>
                      </a:lnTo>
                      <a:cubicBezTo>
                        <a:pt x="1048" y="19908"/>
                        <a:pt x="1333" y="19336"/>
                        <a:pt x="1333" y="18479"/>
                      </a:cubicBezTo>
                      <a:cubicBezTo>
                        <a:pt x="1333" y="17907"/>
                        <a:pt x="1143" y="16954"/>
                        <a:pt x="857" y="15526"/>
                      </a:cubicBezTo>
                      <a:cubicBezTo>
                        <a:pt x="476" y="14097"/>
                        <a:pt x="381" y="13145"/>
                        <a:pt x="381" y="12383"/>
                      </a:cubicBezTo>
                      <a:cubicBezTo>
                        <a:pt x="381" y="11430"/>
                        <a:pt x="667" y="10668"/>
                        <a:pt x="1238" y="10001"/>
                      </a:cubicBezTo>
                      <a:cubicBezTo>
                        <a:pt x="1048" y="7716"/>
                        <a:pt x="952" y="6382"/>
                        <a:pt x="952" y="5906"/>
                      </a:cubicBezTo>
                      <a:cubicBezTo>
                        <a:pt x="952" y="3239"/>
                        <a:pt x="1905" y="1524"/>
                        <a:pt x="3905" y="762"/>
                      </a:cubicBezTo>
                      <a:lnTo>
                        <a:pt x="5810" y="762"/>
                      </a:lnTo>
                      <a:cubicBezTo>
                        <a:pt x="6477" y="762"/>
                        <a:pt x="7620" y="572"/>
                        <a:pt x="9144" y="381"/>
                      </a:cubicBezTo>
                      <a:cubicBezTo>
                        <a:pt x="10668" y="95"/>
                        <a:pt x="11906" y="0"/>
                        <a:pt x="12668" y="0"/>
                      </a:cubicBezTo>
                      <a:cubicBezTo>
                        <a:pt x="14764" y="0"/>
                        <a:pt x="16383" y="858"/>
                        <a:pt x="17335" y="2572"/>
                      </a:cubicBezTo>
                      <a:cubicBezTo>
                        <a:pt x="17526" y="8668"/>
                        <a:pt x="17526" y="17907"/>
                        <a:pt x="17335" y="30194"/>
                      </a:cubicBezTo>
                      <a:cubicBezTo>
                        <a:pt x="17335" y="30194"/>
                        <a:pt x="16954" y="30194"/>
                        <a:pt x="16383" y="30480"/>
                      </a:cubicBezTo>
                      <a:cubicBezTo>
                        <a:pt x="16288" y="31052"/>
                        <a:pt x="16478" y="31433"/>
                        <a:pt x="17145" y="31909"/>
                      </a:cubicBezTo>
                      <a:cubicBezTo>
                        <a:pt x="17812" y="32290"/>
                        <a:pt x="18192" y="32671"/>
                        <a:pt x="18192" y="32861"/>
                      </a:cubicBezTo>
                      <a:cubicBezTo>
                        <a:pt x="18192" y="33147"/>
                        <a:pt x="17907" y="33433"/>
                        <a:pt x="17335" y="33814"/>
                      </a:cubicBezTo>
                      <a:lnTo>
                        <a:pt x="16383" y="34671"/>
                      </a:lnTo>
                      <a:cubicBezTo>
                        <a:pt x="17240" y="35814"/>
                        <a:pt x="17621" y="37052"/>
                        <a:pt x="17621" y="38672"/>
                      </a:cubicBezTo>
                      <a:cubicBezTo>
                        <a:pt x="17621" y="39338"/>
                        <a:pt x="17621" y="40481"/>
                        <a:pt x="17240" y="42005"/>
                      </a:cubicBezTo>
                      <a:cubicBezTo>
                        <a:pt x="16954" y="43529"/>
                        <a:pt x="16859" y="44577"/>
                        <a:pt x="16859" y="45339"/>
                      </a:cubicBezTo>
                      <a:cubicBezTo>
                        <a:pt x="16859" y="46292"/>
                        <a:pt x="16954" y="47244"/>
                        <a:pt x="17240" y="48101"/>
                      </a:cubicBezTo>
                      <a:cubicBezTo>
                        <a:pt x="17431" y="53150"/>
                        <a:pt x="17240" y="60484"/>
                        <a:pt x="16859" y="70104"/>
                      </a:cubicBezTo>
                      <a:cubicBezTo>
                        <a:pt x="16954" y="70390"/>
                        <a:pt x="17335" y="70485"/>
                        <a:pt x="17812" y="70390"/>
                      </a:cubicBezTo>
                      <a:lnTo>
                        <a:pt x="18955" y="70390"/>
                      </a:lnTo>
                      <a:cubicBezTo>
                        <a:pt x="18097" y="70866"/>
                        <a:pt x="17621" y="71914"/>
                        <a:pt x="17621" y="73628"/>
                      </a:cubicBezTo>
                      <a:close/>
                      <a:moveTo>
                        <a:pt x="3524" y="20955"/>
                      </a:moveTo>
                      <a:cubicBezTo>
                        <a:pt x="3524" y="20955"/>
                        <a:pt x="3238" y="21146"/>
                        <a:pt x="3238" y="21241"/>
                      </a:cubicBezTo>
                      <a:cubicBezTo>
                        <a:pt x="3238" y="21527"/>
                        <a:pt x="3429" y="21812"/>
                        <a:pt x="3810" y="22003"/>
                      </a:cubicBezTo>
                      <a:cubicBezTo>
                        <a:pt x="4096" y="22193"/>
                        <a:pt x="4476" y="22193"/>
                        <a:pt x="4763" y="22098"/>
                      </a:cubicBezTo>
                      <a:cubicBezTo>
                        <a:pt x="4381" y="21622"/>
                        <a:pt x="4000" y="21241"/>
                        <a:pt x="3619" y="20955"/>
                      </a:cubicBezTo>
                      <a:close/>
                      <a:moveTo>
                        <a:pt x="3810" y="19145"/>
                      </a:moveTo>
                      <a:lnTo>
                        <a:pt x="4953" y="17431"/>
                      </a:lnTo>
                      <a:lnTo>
                        <a:pt x="3524" y="17907"/>
                      </a:lnTo>
                      <a:cubicBezTo>
                        <a:pt x="3524" y="17907"/>
                        <a:pt x="3810" y="18383"/>
                        <a:pt x="3810" y="19050"/>
                      </a:cubicBezTo>
                      <a:close/>
                      <a:moveTo>
                        <a:pt x="3524" y="75152"/>
                      </a:moveTo>
                      <a:lnTo>
                        <a:pt x="4953" y="75152"/>
                      </a:lnTo>
                      <a:cubicBezTo>
                        <a:pt x="4953" y="75152"/>
                        <a:pt x="4667" y="74676"/>
                        <a:pt x="4286" y="74676"/>
                      </a:cubicBezTo>
                      <a:cubicBezTo>
                        <a:pt x="3905" y="74676"/>
                        <a:pt x="3619" y="74867"/>
                        <a:pt x="3524" y="75152"/>
                      </a:cubicBezTo>
                      <a:close/>
                      <a:moveTo>
                        <a:pt x="15716" y="33052"/>
                      </a:moveTo>
                      <a:cubicBezTo>
                        <a:pt x="15335" y="33623"/>
                        <a:pt x="15430" y="33909"/>
                        <a:pt x="15907" y="34195"/>
                      </a:cubicBezTo>
                      <a:cubicBezTo>
                        <a:pt x="16573" y="33719"/>
                        <a:pt x="16859" y="33242"/>
                        <a:pt x="16859" y="32957"/>
                      </a:cubicBezTo>
                      <a:cubicBezTo>
                        <a:pt x="16859" y="32671"/>
                        <a:pt x="16478" y="32290"/>
                        <a:pt x="15621" y="31718"/>
                      </a:cubicBezTo>
                      <a:cubicBezTo>
                        <a:pt x="14764" y="31242"/>
                        <a:pt x="14478" y="30671"/>
                        <a:pt x="14478" y="30290"/>
                      </a:cubicBezTo>
                      <a:lnTo>
                        <a:pt x="13906" y="30575"/>
                      </a:lnTo>
                      <a:lnTo>
                        <a:pt x="14764" y="31433"/>
                      </a:lnTo>
                      <a:lnTo>
                        <a:pt x="13906" y="32290"/>
                      </a:lnTo>
                      <a:cubicBezTo>
                        <a:pt x="13906" y="32290"/>
                        <a:pt x="13335" y="31623"/>
                        <a:pt x="13049" y="30956"/>
                      </a:cubicBezTo>
                      <a:cubicBezTo>
                        <a:pt x="12763" y="30385"/>
                        <a:pt x="12382" y="30004"/>
                        <a:pt x="11906" y="30004"/>
                      </a:cubicBezTo>
                      <a:cubicBezTo>
                        <a:pt x="11716" y="30004"/>
                        <a:pt x="11430" y="30004"/>
                        <a:pt x="10954" y="30290"/>
                      </a:cubicBezTo>
                      <a:lnTo>
                        <a:pt x="12287" y="31718"/>
                      </a:lnTo>
                      <a:cubicBezTo>
                        <a:pt x="11906" y="32195"/>
                        <a:pt x="11334" y="32576"/>
                        <a:pt x="10477" y="32861"/>
                      </a:cubicBezTo>
                      <a:cubicBezTo>
                        <a:pt x="9334" y="33147"/>
                        <a:pt x="8667" y="33338"/>
                        <a:pt x="8572" y="33433"/>
                      </a:cubicBezTo>
                      <a:cubicBezTo>
                        <a:pt x="11334" y="34290"/>
                        <a:pt x="13049" y="33814"/>
                        <a:pt x="13525" y="32290"/>
                      </a:cubicBezTo>
                      <a:cubicBezTo>
                        <a:pt x="13906" y="33147"/>
                        <a:pt x="14192" y="33433"/>
                        <a:pt x="14383" y="33433"/>
                      </a:cubicBezTo>
                      <a:cubicBezTo>
                        <a:pt x="14383" y="33147"/>
                        <a:pt x="14478" y="32766"/>
                        <a:pt x="15049" y="32290"/>
                      </a:cubicBezTo>
                      <a:cubicBezTo>
                        <a:pt x="15811" y="32290"/>
                        <a:pt x="16002" y="32576"/>
                        <a:pt x="15621" y="33147"/>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 name="Google Shape;1501;p99"/>
                <p:cNvSpPr/>
                <p:nvPr/>
              </p:nvSpPr>
              <p:spPr>
                <a:xfrm>
                  <a:off x="5901594" y="4790122"/>
                  <a:ext cx="59435" cy="88106"/>
                </a:xfrm>
                <a:custGeom>
                  <a:avLst/>
                  <a:gdLst/>
                  <a:ahLst/>
                  <a:cxnLst/>
                  <a:rect l="l" t="t" r="r" b="b"/>
                  <a:pathLst>
                    <a:path w="59435" h="88106" extrusionOk="0">
                      <a:moveTo>
                        <a:pt x="59436" y="59627"/>
                      </a:moveTo>
                      <a:cubicBezTo>
                        <a:pt x="58960" y="59817"/>
                        <a:pt x="58674" y="60103"/>
                        <a:pt x="58674" y="60484"/>
                      </a:cubicBezTo>
                      <a:cubicBezTo>
                        <a:pt x="58674" y="60198"/>
                        <a:pt x="58864" y="60674"/>
                        <a:pt x="59436" y="62008"/>
                      </a:cubicBezTo>
                      <a:cubicBezTo>
                        <a:pt x="58769" y="63341"/>
                        <a:pt x="58388" y="64961"/>
                        <a:pt x="58388" y="67056"/>
                      </a:cubicBezTo>
                      <a:cubicBezTo>
                        <a:pt x="58388" y="68199"/>
                        <a:pt x="58579" y="69913"/>
                        <a:pt x="58864" y="72200"/>
                      </a:cubicBezTo>
                      <a:cubicBezTo>
                        <a:pt x="59150" y="74581"/>
                        <a:pt x="59341" y="76200"/>
                        <a:pt x="59341" y="77248"/>
                      </a:cubicBezTo>
                      <a:cubicBezTo>
                        <a:pt x="59341" y="81725"/>
                        <a:pt x="56864" y="84296"/>
                        <a:pt x="51911" y="84772"/>
                      </a:cubicBezTo>
                      <a:cubicBezTo>
                        <a:pt x="51340" y="84201"/>
                        <a:pt x="50673" y="83820"/>
                        <a:pt x="50006" y="83820"/>
                      </a:cubicBezTo>
                      <a:cubicBezTo>
                        <a:pt x="49625" y="83820"/>
                        <a:pt x="49149" y="84011"/>
                        <a:pt x="48578" y="84106"/>
                      </a:cubicBezTo>
                      <a:cubicBezTo>
                        <a:pt x="48006" y="84296"/>
                        <a:pt x="47625" y="84392"/>
                        <a:pt x="47435" y="84392"/>
                      </a:cubicBezTo>
                      <a:cubicBezTo>
                        <a:pt x="46768" y="84392"/>
                        <a:pt x="46292" y="84011"/>
                        <a:pt x="45911" y="83344"/>
                      </a:cubicBezTo>
                      <a:lnTo>
                        <a:pt x="44768" y="83058"/>
                      </a:lnTo>
                      <a:lnTo>
                        <a:pt x="45244" y="82772"/>
                      </a:lnTo>
                      <a:cubicBezTo>
                        <a:pt x="44196" y="82487"/>
                        <a:pt x="43053" y="81629"/>
                        <a:pt x="42005" y="79820"/>
                      </a:cubicBezTo>
                      <a:cubicBezTo>
                        <a:pt x="40862" y="78105"/>
                        <a:pt x="39814" y="77153"/>
                        <a:pt x="38671" y="76962"/>
                      </a:cubicBezTo>
                      <a:cubicBezTo>
                        <a:pt x="38671" y="76676"/>
                        <a:pt x="38671" y="76391"/>
                        <a:pt x="38671" y="76010"/>
                      </a:cubicBezTo>
                      <a:cubicBezTo>
                        <a:pt x="38576" y="75629"/>
                        <a:pt x="38481" y="75343"/>
                        <a:pt x="38481" y="75247"/>
                      </a:cubicBezTo>
                      <a:cubicBezTo>
                        <a:pt x="38481" y="74962"/>
                        <a:pt x="38671" y="74676"/>
                        <a:pt x="39148" y="74486"/>
                      </a:cubicBezTo>
                      <a:cubicBezTo>
                        <a:pt x="38100" y="73724"/>
                        <a:pt x="36957" y="72104"/>
                        <a:pt x="35814" y="69723"/>
                      </a:cubicBezTo>
                      <a:cubicBezTo>
                        <a:pt x="34671" y="67342"/>
                        <a:pt x="33623" y="65722"/>
                        <a:pt x="32576" y="65056"/>
                      </a:cubicBezTo>
                      <a:cubicBezTo>
                        <a:pt x="32290" y="63055"/>
                        <a:pt x="31337" y="60674"/>
                        <a:pt x="29813" y="58007"/>
                      </a:cubicBezTo>
                      <a:cubicBezTo>
                        <a:pt x="27337" y="54293"/>
                        <a:pt x="26003" y="52102"/>
                        <a:pt x="25908" y="51816"/>
                      </a:cubicBezTo>
                      <a:cubicBezTo>
                        <a:pt x="25908" y="51149"/>
                        <a:pt x="25718" y="50387"/>
                        <a:pt x="25146" y="49435"/>
                      </a:cubicBezTo>
                      <a:cubicBezTo>
                        <a:pt x="24575" y="48482"/>
                        <a:pt x="24289" y="47720"/>
                        <a:pt x="24289" y="47244"/>
                      </a:cubicBezTo>
                      <a:cubicBezTo>
                        <a:pt x="24289" y="46958"/>
                        <a:pt x="24384" y="46672"/>
                        <a:pt x="24575" y="46292"/>
                      </a:cubicBezTo>
                      <a:cubicBezTo>
                        <a:pt x="24289" y="46482"/>
                        <a:pt x="23908" y="46577"/>
                        <a:pt x="23622" y="46577"/>
                      </a:cubicBezTo>
                      <a:cubicBezTo>
                        <a:pt x="22670" y="46577"/>
                        <a:pt x="21812" y="45529"/>
                        <a:pt x="21146" y="43339"/>
                      </a:cubicBezTo>
                      <a:cubicBezTo>
                        <a:pt x="20479" y="41243"/>
                        <a:pt x="19431" y="40196"/>
                        <a:pt x="18002" y="40196"/>
                      </a:cubicBezTo>
                      <a:cubicBezTo>
                        <a:pt x="17717" y="40196"/>
                        <a:pt x="17431" y="40196"/>
                        <a:pt x="17050" y="40291"/>
                      </a:cubicBezTo>
                      <a:cubicBezTo>
                        <a:pt x="17431" y="42101"/>
                        <a:pt x="17526" y="44196"/>
                        <a:pt x="17526" y="46577"/>
                      </a:cubicBezTo>
                      <a:cubicBezTo>
                        <a:pt x="17526" y="48482"/>
                        <a:pt x="17431" y="51245"/>
                        <a:pt x="17050" y="54959"/>
                      </a:cubicBezTo>
                      <a:cubicBezTo>
                        <a:pt x="16669" y="58674"/>
                        <a:pt x="16573" y="61436"/>
                        <a:pt x="16573" y="63246"/>
                      </a:cubicBezTo>
                      <a:cubicBezTo>
                        <a:pt x="16573" y="66770"/>
                        <a:pt x="17050" y="69818"/>
                        <a:pt x="17907" y="72485"/>
                      </a:cubicBezTo>
                      <a:cubicBezTo>
                        <a:pt x="16954" y="73057"/>
                        <a:pt x="16573" y="73819"/>
                        <a:pt x="16573" y="74867"/>
                      </a:cubicBezTo>
                      <a:cubicBezTo>
                        <a:pt x="16573" y="75438"/>
                        <a:pt x="16764" y="76200"/>
                        <a:pt x="16954" y="77248"/>
                      </a:cubicBezTo>
                      <a:cubicBezTo>
                        <a:pt x="17240" y="78296"/>
                        <a:pt x="17336" y="79058"/>
                        <a:pt x="17336" y="79629"/>
                      </a:cubicBezTo>
                      <a:cubicBezTo>
                        <a:pt x="17336" y="80677"/>
                        <a:pt x="16859" y="81344"/>
                        <a:pt x="15812" y="81725"/>
                      </a:cubicBezTo>
                      <a:cubicBezTo>
                        <a:pt x="15812" y="82582"/>
                        <a:pt x="15526" y="83249"/>
                        <a:pt x="14954" y="83725"/>
                      </a:cubicBezTo>
                      <a:lnTo>
                        <a:pt x="4001" y="83249"/>
                      </a:lnTo>
                      <a:cubicBezTo>
                        <a:pt x="4001" y="83249"/>
                        <a:pt x="4001" y="82582"/>
                        <a:pt x="3715" y="82582"/>
                      </a:cubicBezTo>
                      <a:cubicBezTo>
                        <a:pt x="3715" y="82582"/>
                        <a:pt x="3524" y="82582"/>
                        <a:pt x="3143" y="82772"/>
                      </a:cubicBezTo>
                      <a:cubicBezTo>
                        <a:pt x="2858" y="82963"/>
                        <a:pt x="2667" y="83153"/>
                        <a:pt x="2572" y="83153"/>
                      </a:cubicBezTo>
                      <a:cubicBezTo>
                        <a:pt x="2381" y="83153"/>
                        <a:pt x="2191" y="82963"/>
                        <a:pt x="2096" y="82772"/>
                      </a:cubicBezTo>
                      <a:cubicBezTo>
                        <a:pt x="953" y="82010"/>
                        <a:pt x="476" y="81153"/>
                        <a:pt x="476" y="80105"/>
                      </a:cubicBezTo>
                      <a:cubicBezTo>
                        <a:pt x="476" y="79629"/>
                        <a:pt x="667" y="78772"/>
                        <a:pt x="1048" y="77534"/>
                      </a:cubicBezTo>
                      <a:cubicBezTo>
                        <a:pt x="1429" y="76295"/>
                        <a:pt x="1619" y="75343"/>
                        <a:pt x="1619" y="74771"/>
                      </a:cubicBezTo>
                      <a:cubicBezTo>
                        <a:pt x="1619" y="74200"/>
                        <a:pt x="1429" y="73533"/>
                        <a:pt x="1143" y="72962"/>
                      </a:cubicBezTo>
                      <a:cubicBezTo>
                        <a:pt x="857" y="71152"/>
                        <a:pt x="762" y="67913"/>
                        <a:pt x="857" y="63246"/>
                      </a:cubicBezTo>
                      <a:cubicBezTo>
                        <a:pt x="857" y="59150"/>
                        <a:pt x="667" y="55912"/>
                        <a:pt x="0" y="53626"/>
                      </a:cubicBezTo>
                      <a:cubicBezTo>
                        <a:pt x="571" y="52864"/>
                        <a:pt x="857" y="51911"/>
                        <a:pt x="857" y="50673"/>
                      </a:cubicBezTo>
                      <a:cubicBezTo>
                        <a:pt x="857" y="50292"/>
                        <a:pt x="762" y="49530"/>
                        <a:pt x="667" y="48482"/>
                      </a:cubicBezTo>
                      <a:cubicBezTo>
                        <a:pt x="571" y="47530"/>
                        <a:pt x="476" y="46768"/>
                        <a:pt x="476" y="46196"/>
                      </a:cubicBezTo>
                      <a:cubicBezTo>
                        <a:pt x="476" y="44863"/>
                        <a:pt x="953" y="43625"/>
                        <a:pt x="1714" y="42767"/>
                      </a:cubicBezTo>
                      <a:cubicBezTo>
                        <a:pt x="667" y="38767"/>
                        <a:pt x="190" y="34100"/>
                        <a:pt x="286" y="28956"/>
                      </a:cubicBezTo>
                      <a:lnTo>
                        <a:pt x="857" y="28956"/>
                      </a:lnTo>
                      <a:cubicBezTo>
                        <a:pt x="667" y="28385"/>
                        <a:pt x="667" y="27718"/>
                        <a:pt x="667" y="26956"/>
                      </a:cubicBezTo>
                      <a:cubicBezTo>
                        <a:pt x="667" y="26289"/>
                        <a:pt x="762" y="25146"/>
                        <a:pt x="953" y="23813"/>
                      </a:cubicBezTo>
                      <a:cubicBezTo>
                        <a:pt x="1143" y="22384"/>
                        <a:pt x="1238" y="21241"/>
                        <a:pt x="1238" y="20479"/>
                      </a:cubicBezTo>
                      <a:cubicBezTo>
                        <a:pt x="1238" y="18955"/>
                        <a:pt x="953" y="17526"/>
                        <a:pt x="381" y="16478"/>
                      </a:cubicBezTo>
                      <a:cubicBezTo>
                        <a:pt x="1238" y="16383"/>
                        <a:pt x="2191" y="16097"/>
                        <a:pt x="3143" y="15335"/>
                      </a:cubicBezTo>
                      <a:cubicBezTo>
                        <a:pt x="3143" y="15621"/>
                        <a:pt x="3524" y="15716"/>
                        <a:pt x="4001" y="15716"/>
                      </a:cubicBezTo>
                      <a:cubicBezTo>
                        <a:pt x="4572" y="15716"/>
                        <a:pt x="4953" y="15907"/>
                        <a:pt x="5239" y="16097"/>
                      </a:cubicBezTo>
                      <a:lnTo>
                        <a:pt x="6096" y="14954"/>
                      </a:lnTo>
                      <a:cubicBezTo>
                        <a:pt x="5905" y="15526"/>
                        <a:pt x="6001" y="16097"/>
                        <a:pt x="6287" y="16669"/>
                      </a:cubicBezTo>
                      <a:cubicBezTo>
                        <a:pt x="6668" y="17240"/>
                        <a:pt x="7144" y="17431"/>
                        <a:pt x="7715" y="17240"/>
                      </a:cubicBezTo>
                      <a:cubicBezTo>
                        <a:pt x="8382" y="16478"/>
                        <a:pt x="8668" y="15907"/>
                        <a:pt x="8668" y="15335"/>
                      </a:cubicBezTo>
                      <a:cubicBezTo>
                        <a:pt x="8668" y="14383"/>
                        <a:pt x="7525" y="13430"/>
                        <a:pt x="5429" y="12573"/>
                      </a:cubicBezTo>
                      <a:cubicBezTo>
                        <a:pt x="3238" y="11621"/>
                        <a:pt x="2191" y="11144"/>
                        <a:pt x="2000" y="10859"/>
                      </a:cubicBezTo>
                      <a:cubicBezTo>
                        <a:pt x="2286" y="10859"/>
                        <a:pt x="2572" y="10859"/>
                        <a:pt x="2762" y="10859"/>
                      </a:cubicBezTo>
                      <a:cubicBezTo>
                        <a:pt x="3334" y="10859"/>
                        <a:pt x="4763" y="10287"/>
                        <a:pt x="7144" y="9144"/>
                      </a:cubicBezTo>
                      <a:cubicBezTo>
                        <a:pt x="6858" y="8763"/>
                        <a:pt x="6668" y="8477"/>
                        <a:pt x="6382" y="8477"/>
                      </a:cubicBezTo>
                      <a:cubicBezTo>
                        <a:pt x="6287" y="8477"/>
                        <a:pt x="6001" y="8572"/>
                        <a:pt x="5620" y="8858"/>
                      </a:cubicBezTo>
                      <a:cubicBezTo>
                        <a:pt x="5334" y="9049"/>
                        <a:pt x="4953" y="9144"/>
                        <a:pt x="4763" y="9144"/>
                      </a:cubicBezTo>
                      <a:cubicBezTo>
                        <a:pt x="4953" y="8954"/>
                        <a:pt x="5048" y="8572"/>
                        <a:pt x="5048" y="8001"/>
                      </a:cubicBezTo>
                      <a:cubicBezTo>
                        <a:pt x="3143" y="6858"/>
                        <a:pt x="1714" y="6477"/>
                        <a:pt x="667" y="6858"/>
                      </a:cubicBezTo>
                      <a:lnTo>
                        <a:pt x="667" y="1905"/>
                      </a:lnTo>
                      <a:lnTo>
                        <a:pt x="18288" y="1334"/>
                      </a:lnTo>
                      <a:cubicBezTo>
                        <a:pt x="19145" y="3238"/>
                        <a:pt x="20098" y="5048"/>
                        <a:pt x="20955" y="6858"/>
                      </a:cubicBezTo>
                      <a:cubicBezTo>
                        <a:pt x="21812" y="8668"/>
                        <a:pt x="22193" y="10668"/>
                        <a:pt x="21908" y="12859"/>
                      </a:cubicBezTo>
                      <a:cubicBezTo>
                        <a:pt x="22384" y="12383"/>
                        <a:pt x="22765" y="12002"/>
                        <a:pt x="23146" y="12002"/>
                      </a:cubicBezTo>
                      <a:cubicBezTo>
                        <a:pt x="23431" y="12002"/>
                        <a:pt x="23717" y="12383"/>
                        <a:pt x="24098" y="13240"/>
                      </a:cubicBezTo>
                      <a:cubicBezTo>
                        <a:pt x="24479" y="14002"/>
                        <a:pt x="24765" y="14573"/>
                        <a:pt x="25146" y="14859"/>
                      </a:cubicBezTo>
                      <a:cubicBezTo>
                        <a:pt x="25051" y="15335"/>
                        <a:pt x="24955" y="15812"/>
                        <a:pt x="24955" y="16193"/>
                      </a:cubicBezTo>
                      <a:cubicBezTo>
                        <a:pt x="24955" y="17050"/>
                        <a:pt x="25622" y="18193"/>
                        <a:pt x="26956" y="19336"/>
                      </a:cubicBezTo>
                      <a:cubicBezTo>
                        <a:pt x="28289" y="20574"/>
                        <a:pt x="28956" y="21717"/>
                        <a:pt x="28861" y="22860"/>
                      </a:cubicBezTo>
                      <a:cubicBezTo>
                        <a:pt x="29146" y="23431"/>
                        <a:pt x="30480" y="25908"/>
                        <a:pt x="32956" y="30480"/>
                      </a:cubicBezTo>
                      <a:cubicBezTo>
                        <a:pt x="32956" y="32385"/>
                        <a:pt x="33242" y="33528"/>
                        <a:pt x="33814" y="34100"/>
                      </a:cubicBezTo>
                      <a:cubicBezTo>
                        <a:pt x="34100" y="34004"/>
                        <a:pt x="34290" y="33909"/>
                        <a:pt x="34480" y="33909"/>
                      </a:cubicBezTo>
                      <a:cubicBezTo>
                        <a:pt x="34862" y="33909"/>
                        <a:pt x="35052" y="34195"/>
                        <a:pt x="35052" y="34766"/>
                      </a:cubicBezTo>
                      <a:cubicBezTo>
                        <a:pt x="35052" y="35528"/>
                        <a:pt x="35243" y="36004"/>
                        <a:pt x="35243" y="36100"/>
                      </a:cubicBezTo>
                      <a:cubicBezTo>
                        <a:pt x="35623" y="36386"/>
                        <a:pt x="36386" y="37433"/>
                        <a:pt x="37433" y="39243"/>
                      </a:cubicBezTo>
                      <a:cubicBezTo>
                        <a:pt x="38290" y="40577"/>
                        <a:pt x="39243" y="41243"/>
                        <a:pt x="40481" y="41434"/>
                      </a:cubicBezTo>
                      <a:cubicBezTo>
                        <a:pt x="40386" y="41815"/>
                        <a:pt x="40577" y="42386"/>
                        <a:pt x="41338" y="42958"/>
                      </a:cubicBezTo>
                      <a:lnTo>
                        <a:pt x="42481" y="41720"/>
                      </a:lnTo>
                      <a:lnTo>
                        <a:pt x="42101" y="26765"/>
                      </a:lnTo>
                      <a:cubicBezTo>
                        <a:pt x="42577" y="26384"/>
                        <a:pt x="42863" y="26099"/>
                        <a:pt x="42863" y="25718"/>
                      </a:cubicBezTo>
                      <a:cubicBezTo>
                        <a:pt x="42863" y="25432"/>
                        <a:pt x="42672" y="24955"/>
                        <a:pt x="42196" y="24384"/>
                      </a:cubicBezTo>
                      <a:cubicBezTo>
                        <a:pt x="41720" y="23717"/>
                        <a:pt x="41529" y="23241"/>
                        <a:pt x="41529" y="22955"/>
                      </a:cubicBezTo>
                      <a:cubicBezTo>
                        <a:pt x="41529" y="22479"/>
                        <a:pt x="41815" y="22003"/>
                        <a:pt x="42481" y="21622"/>
                      </a:cubicBezTo>
                      <a:cubicBezTo>
                        <a:pt x="41910" y="20098"/>
                        <a:pt x="41624" y="18383"/>
                        <a:pt x="41624" y="16669"/>
                      </a:cubicBezTo>
                      <a:cubicBezTo>
                        <a:pt x="41624" y="15430"/>
                        <a:pt x="41815" y="13621"/>
                        <a:pt x="42101" y="11335"/>
                      </a:cubicBezTo>
                      <a:cubicBezTo>
                        <a:pt x="42481" y="9049"/>
                        <a:pt x="42672" y="7334"/>
                        <a:pt x="42672" y="6287"/>
                      </a:cubicBezTo>
                      <a:cubicBezTo>
                        <a:pt x="42672" y="5429"/>
                        <a:pt x="42672" y="4667"/>
                        <a:pt x="42481" y="3905"/>
                      </a:cubicBezTo>
                      <a:cubicBezTo>
                        <a:pt x="43244" y="3905"/>
                        <a:pt x="44005" y="3143"/>
                        <a:pt x="44672" y="1714"/>
                      </a:cubicBezTo>
                      <a:cubicBezTo>
                        <a:pt x="45339" y="476"/>
                        <a:pt x="46196" y="0"/>
                        <a:pt x="47339" y="286"/>
                      </a:cubicBezTo>
                      <a:lnTo>
                        <a:pt x="49149" y="286"/>
                      </a:lnTo>
                      <a:cubicBezTo>
                        <a:pt x="49816" y="286"/>
                        <a:pt x="50863" y="286"/>
                        <a:pt x="52006" y="95"/>
                      </a:cubicBezTo>
                      <a:cubicBezTo>
                        <a:pt x="53340" y="95"/>
                        <a:pt x="54293" y="0"/>
                        <a:pt x="54864" y="0"/>
                      </a:cubicBezTo>
                      <a:cubicBezTo>
                        <a:pt x="56293" y="0"/>
                        <a:pt x="57436" y="381"/>
                        <a:pt x="58388" y="1238"/>
                      </a:cubicBezTo>
                      <a:cubicBezTo>
                        <a:pt x="58769" y="6001"/>
                        <a:pt x="58960" y="11811"/>
                        <a:pt x="58960" y="18764"/>
                      </a:cubicBezTo>
                      <a:cubicBezTo>
                        <a:pt x="58960" y="21527"/>
                        <a:pt x="58960" y="25813"/>
                        <a:pt x="58864" y="31623"/>
                      </a:cubicBezTo>
                      <a:cubicBezTo>
                        <a:pt x="58864" y="37433"/>
                        <a:pt x="58864" y="41720"/>
                        <a:pt x="58864" y="44577"/>
                      </a:cubicBezTo>
                      <a:cubicBezTo>
                        <a:pt x="58864" y="50483"/>
                        <a:pt x="58960" y="55626"/>
                        <a:pt x="59246" y="59817"/>
                      </a:cubicBezTo>
                      <a:close/>
                      <a:moveTo>
                        <a:pt x="953" y="12002"/>
                      </a:moveTo>
                      <a:lnTo>
                        <a:pt x="2096" y="13145"/>
                      </a:lnTo>
                      <a:lnTo>
                        <a:pt x="2096" y="14288"/>
                      </a:lnTo>
                      <a:lnTo>
                        <a:pt x="953" y="12002"/>
                      </a:lnTo>
                      <a:close/>
                      <a:moveTo>
                        <a:pt x="2953" y="14288"/>
                      </a:moveTo>
                      <a:cubicBezTo>
                        <a:pt x="2953" y="14288"/>
                        <a:pt x="3238" y="14859"/>
                        <a:pt x="3238" y="15240"/>
                      </a:cubicBezTo>
                      <a:cubicBezTo>
                        <a:pt x="3048" y="14954"/>
                        <a:pt x="2953" y="14669"/>
                        <a:pt x="2953" y="14288"/>
                      </a:cubicBezTo>
                      <a:close/>
                      <a:moveTo>
                        <a:pt x="4572" y="13145"/>
                      </a:moveTo>
                      <a:lnTo>
                        <a:pt x="4572" y="14288"/>
                      </a:lnTo>
                      <a:lnTo>
                        <a:pt x="3238" y="12859"/>
                      </a:lnTo>
                      <a:lnTo>
                        <a:pt x="4572" y="13240"/>
                      </a:lnTo>
                      <a:close/>
                      <a:moveTo>
                        <a:pt x="3810" y="8763"/>
                      </a:moveTo>
                      <a:cubicBezTo>
                        <a:pt x="4477" y="8763"/>
                        <a:pt x="4953" y="8763"/>
                        <a:pt x="5048" y="9049"/>
                      </a:cubicBezTo>
                      <a:lnTo>
                        <a:pt x="4572" y="9335"/>
                      </a:lnTo>
                      <a:lnTo>
                        <a:pt x="3810" y="8763"/>
                      </a:lnTo>
                      <a:close/>
                      <a:moveTo>
                        <a:pt x="9049" y="9049"/>
                      </a:moveTo>
                      <a:lnTo>
                        <a:pt x="8858" y="8763"/>
                      </a:lnTo>
                      <a:lnTo>
                        <a:pt x="8001" y="7429"/>
                      </a:lnTo>
                      <a:cubicBezTo>
                        <a:pt x="7715" y="6953"/>
                        <a:pt x="7239" y="6668"/>
                        <a:pt x="6572" y="6668"/>
                      </a:cubicBezTo>
                      <a:cubicBezTo>
                        <a:pt x="6763" y="6668"/>
                        <a:pt x="7620" y="7525"/>
                        <a:pt x="8858" y="8668"/>
                      </a:cubicBezTo>
                      <a:lnTo>
                        <a:pt x="9049" y="8954"/>
                      </a:lnTo>
                      <a:close/>
                      <a:moveTo>
                        <a:pt x="10287" y="14764"/>
                      </a:moveTo>
                      <a:lnTo>
                        <a:pt x="11811" y="14764"/>
                      </a:lnTo>
                      <a:cubicBezTo>
                        <a:pt x="11811" y="14764"/>
                        <a:pt x="10859" y="14573"/>
                        <a:pt x="10287" y="14764"/>
                      </a:cubicBezTo>
                      <a:lnTo>
                        <a:pt x="9335" y="14764"/>
                      </a:lnTo>
                      <a:lnTo>
                        <a:pt x="9620" y="15621"/>
                      </a:lnTo>
                      <a:cubicBezTo>
                        <a:pt x="9620" y="15621"/>
                        <a:pt x="9620" y="16002"/>
                        <a:pt x="9811" y="16288"/>
                      </a:cubicBezTo>
                      <a:lnTo>
                        <a:pt x="9620" y="15621"/>
                      </a:lnTo>
                      <a:cubicBezTo>
                        <a:pt x="9620" y="15621"/>
                        <a:pt x="9811" y="14859"/>
                        <a:pt x="10287" y="14764"/>
                      </a:cubicBezTo>
                      <a:close/>
                      <a:moveTo>
                        <a:pt x="11811" y="64389"/>
                      </a:moveTo>
                      <a:lnTo>
                        <a:pt x="11811" y="61531"/>
                      </a:lnTo>
                      <a:lnTo>
                        <a:pt x="11335" y="61531"/>
                      </a:lnTo>
                      <a:lnTo>
                        <a:pt x="11335" y="64389"/>
                      </a:lnTo>
                      <a:lnTo>
                        <a:pt x="11811" y="64389"/>
                      </a:lnTo>
                      <a:close/>
                      <a:moveTo>
                        <a:pt x="13621" y="16193"/>
                      </a:moveTo>
                      <a:cubicBezTo>
                        <a:pt x="13621" y="16193"/>
                        <a:pt x="13906" y="16478"/>
                        <a:pt x="14192" y="16669"/>
                      </a:cubicBezTo>
                      <a:lnTo>
                        <a:pt x="13621" y="16193"/>
                      </a:lnTo>
                      <a:cubicBezTo>
                        <a:pt x="13621" y="16193"/>
                        <a:pt x="13430" y="15050"/>
                        <a:pt x="13049" y="14192"/>
                      </a:cubicBezTo>
                      <a:cubicBezTo>
                        <a:pt x="12668" y="14478"/>
                        <a:pt x="12573" y="14764"/>
                        <a:pt x="12573" y="15050"/>
                      </a:cubicBezTo>
                      <a:cubicBezTo>
                        <a:pt x="12573" y="15430"/>
                        <a:pt x="12954" y="15812"/>
                        <a:pt x="13621" y="16193"/>
                      </a:cubicBezTo>
                      <a:close/>
                      <a:moveTo>
                        <a:pt x="13906" y="19050"/>
                      </a:moveTo>
                      <a:lnTo>
                        <a:pt x="15907" y="19050"/>
                      </a:lnTo>
                      <a:lnTo>
                        <a:pt x="14573" y="17907"/>
                      </a:lnTo>
                      <a:lnTo>
                        <a:pt x="13906" y="19050"/>
                      </a:lnTo>
                      <a:close/>
                      <a:moveTo>
                        <a:pt x="33242" y="83629"/>
                      </a:moveTo>
                      <a:cubicBezTo>
                        <a:pt x="33719" y="83439"/>
                        <a:pt x="34290" y="83629"/>
                        <a:pt x="34766" y="83915"/>
                      </a:cubicBezTo>
                      <a:lnTo>
                        <a:pt x="33528" y="84772"/>
                      </a:lnTo>
                      <a:lnTo>
                        <a:pt x="33242" y="83534"/>
                      </a:lnTo>
                      <a:close/>
                      <a:moveTo>
                        <a:pt x="41720" y="88106"/>
                      </a:moveTo>
                      <a:lnTo>
                        <a:pt x="41720" y="86487"/>
                      </a:lnTo>
                      <a:lnTo>
                        <a:pt x="42196" y="86487"/>
                      </a:lnTo>
                      <a:cubicBezTo>
                        <a:pt x="42196" y="86487"/>
                        <a:pt x="42196" y="87439"/>
                        <a:pt x="41720" y="88106"/>
                      </a:cubicBezTo>
                      <a:close/>
                      <a:moveTo>
                        <a:pt x="45720" y="70771"/>
                      </a:moveTo>
                      <a:cubicBezTo>
                        <a:pt x="44958" y="71247"/>
                        <a:pt x="44577" y="71628"/>
                        <a:pt x="44577" y="72009"/>
                      </a:cubicBezTo>
                      <a:cubicBezTo>
                        <a:pt x="44577" y="72390"/>
                        <a:pt x="44863" y="72771"/>
                        <a:pt x="45244" y="73343"/>
                      </a:cubicBezTo>
                      <a:cubicBezTo>
                        <a:pt x="45625" y="73914"/>
                        <a:pt x="45815" y="74295"/>
                        <a:pt x="45815" y="74581"/>
                      </a:cubicBezTo>
                      <a:lnTo>
                        <a:pt x="45815" y="74771"/>
                      </a:lnTo>
                      <a:cubicBezTo>
                        <a:pt x="45815" y="74771"/>
                        <a:pt x="45815" y="75057"/>
                        <a:pt x="45815" y="75057"/>
                      </a:cubicBezTo>
                      <a:cubicBezTo>
                        <a:pt x="45815" y="74867"/>
                        <a:pt x="45911" y="74771"/>
                        <a:pt x="46006" y="74486"/>
                      </a:cubicBezTo>
                      <a:cubicBezTo>
                        <a:pt x="46006" y="74295"/>
                        <a:pt x="46101" y="73914"/>
                        <a:pt x="46387" y="73343"/>
                      </a:cubicBezTo>
                      <a:cubicBezTo>
                        <a:pt x="46577" y="72866"/>
                        <a:pt x="46672" y="72485"/>
                        <a:pt x="46672" y="72200"/>
                      </a:cubicBezTo>
                      <a:cubicBezTo>
                        <a:pt x="46672" y="71723"/>
                        <a:pt x="46387" y="71152"/>
                        <a:pt x="45815" y="70580"/>
                      </a:cubicBezTo>
                      <a:close/>
                      <a:moveTo>
                        <a:pt x="45720" y="80010"/>
                      </a:moveTo>
                      <a:cubicBezTo>
                        <a:pt x="46387" y="79438"/>
                        <a:pt x="46672" y="78962"/>
                        <a:pt x="46577" y="78581"/>
                      </a:cubicBezTo>
                      <a:cubicBezTo>
                        <a:pt x="46482" y="78105"/>
                        <a:pt x="46101" y="77819"/>
                        <a:pt x="45720" y="78010"/>
                      </a:cubicBezTo>
                      <a:cubicBezTo>
                        <a:pt x="45339" y="78391"/>
                        <a:pt x="45148" y="78772"/>
                        <a:pt x="45339" y="79248"/>
                      </a:cubicBezTo>
                      <a:cubicBezTo>
                        <a:pt x="45625" y="79915"/>
                        <a:pt x="45720" y="80201"/>
                        <a:pt x="45720" y="80105"/>
                      </a:cubicBezTo>
                      <a:lnTo>
                        <a:pt x="46006" y="80486"/>
                      </a:lnTo>
                      <a:cubicBezTo>
                        <a:pt x="46006" y="80486"/>
                        <a:pt x="46577" y="81058"/>
                        <a:pt x="46577" y="81248"/>
                      </a:cubicBezTo>
                      <a:cubicBezTo>
                        <a:pt x="46577" y="81058"/>
                        <a:pt x="46577" y="80867"/>
                        <a:pt x="46292" y="80581"/>
                      </a:cubicBezTo>
                      <a:cubicBezTo>
                        <a:pt x="46006" y="80296"/>
                        <a:pt x="45815" y="80105"/>
                        <a:pt x="45815" y="80010"/>
                      </a:cubicBezTo>
                      <a:close/>
                      <a:moveTo>
                        <a:pt x="54578" y="26384"/>
                      </a:moveTo>
                      <a:lnTo>
                        <a:pt x="56674" y="27527"/>
                      </a:lnTo>
                      <a:lnTo>
                        <a:pt x="55531" y="26099"/>
                      </a:lnTo>
                      <a:lnTo>
                        <a:pt x="56197" y="25241"/>
                      </a:lnTo>
                      <a:lnTo>
                        <a:pt x="52102" y="23622"/>
                      </a:lnTo>
                      <a:cubicBezTo>
                        <a:pt x="52673" y="23813"/>
                        <a:pt x="52959" y="24098"/>
                        <a:pt x="52959" y="24575"/>
                      </a:cubicBezTo>
                      <a:cubicBezTo>
                        <a:pt x="52959" y="25051"/>
                        <a:pt x="52673" y="25337"/>
                        <a:pt x="52102" y="25622"/>
                      </a:cubicBezTo>
                      <a:cubicBezTo>
                        <a:pt x="51911" y="25146"/>
                        <a:pt x="51626" y="24860"/>
                        <a:pt x="51245" y="24860"/>
                      </a:cubicBezTo>
                      <a:cubicBezTo>
                        <a:pt x="51054" y="24860"/>
                        <a:pt x="50768" y="24860"/>
                        <a:pt x="50387" y="25051"/>
                      </a:cubicBezTo>
                      <a:cubicBezTo>
                        <a:pt x="49911" y="25241"/>
                        <a:pt x="49625" y="25337"/>
                        <a:pt x="49435" y="25337"/>
                      </a:cubicBezTo>
                      <a:cubicBezTo>
                        <a:pt x="49149" y="25337"/>
                        <a:pt x="48863" y="25241"/>
                        <a:pt x="48673" y="25051"/>
                      </a:cubicBezTo>
                      <a:lnTo>
                        <a:pt x="48959" y="24479"/>
                      </a:lnTo>
                      <a:lnTo>
                        <a:pt x="45434" y="25337"/>
                      </a:lnTo>
                      <a:lnTo>
                        <a:pt x="47435" y="25337"/>
                      </a:lnTo>
                      <a:cubicBezTo>
                        <a:pt x="48101" y="25337"/>
                        <a:pt x="48768" y="25622"/>
                        <a:pt x="49149" y="26194"/>
                      </a:cubicBezTo>
                      <a:cubicBezTo>
                        <a:pt x="49625" y="26861"/>
                        <a:pt x="49816" y="27432"/>
                        <a:pt x="49816" y="28004"/>
                      </a:cubicBezTo>
                      <a:lnTo>
                        <a:pt x="50197" y="27622"/>
                      </a:lnTo>
                      <a:cubicBezTo>
                        <a:pt x="50197" y="27622"/>
                        <a:pt x="50673" y="27622"/>
                        <a:pt x="50959" y="27813"/>
                      </a:cubicBezTo>
                      <a:cubicBezTo>
                        <a:pt x="51245" y="28194"/>
                        <a:pt x="51530" y="28480"/>
                        <a:pt x="51530" y="28480"/>
                      </a:cubicBezTo>
                      <a:lnTo>
                        <a:pt x="51530" y="26861"/>
                      </a:lnTo>
                      <a:cubicBezTo>
                        <a:pt x="51530" y="26194"/>
                        <a:pt x="51626" y="25813"/>
                        <a:pt x="52102" y="25622"/>
                      </a:cubicBezTo>
                      <a:cubicBezTo>
                        <a:pt x="52578" y="26003"/>
                        <a:pt x="52864" y="26194"/>
                        <a:pt x="52959" y="26194"/>
                      </a:cubicBezTo>
                      <a:cubicBezTo>
                        <a:pt x="52959" y="25432"/>
                        <a:pt x="53150" y="25051"/>
                        <a:pt x="53530" y="25051"/>
                      </a:cubicBezTo>
                      <a:cubicBezTo>
                        <a:pt x="53816" y="24860"/>
                        <a:pt x="54293" y="25051"/>
                        <a:pt x="55054" y="25718"/>
                      </a:cubicBezTo>
                      <a:cubicBezTo>
                        <a:pt x="55150" y="25908"/>
                        <a:pt x="55054" y="26194"/>
                        <a:pt x="54673" y="26575"/>
                      </a:cubicBez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 name="Google Shape;1502;p99"/>
                <p:cNvSpPr/>
                <p:nvPr/>
              </p:nvSpPr>
              <p:spPr>
                <a:xfrm>
                  <a:off x="5969532" y="4780692"/>
                  <a:ext cx="64363" cy="101155"/>
                </a:xfrm>
                <a:custGeom>
                  <a:avLst/>
                  <a:gdLst/>
                  <a:ahLst/>
                  <a:cxnLst/>
                  <a:rect l="l" t="t" r="r" b="b"/>
                  <a:pathLst>
                    <a:path w="64363" h="101155" extrusionOk="0">
                      <a:moveTo>
                        <a:pt x="58172" y="30575"/>
                      </a:moveTo>
                      <a:cubicBezTo>
                        <a:pt x="59792" y="31432"/>
                        <a:pt x="60839" y="31813"/>
                        <a:pt x="61125" y="31813"/>
                      </a:cubicBezTo>
                      <a:cubicBezTo>
                        <a:pt x="59792" y="33338"/>
                        <a:pt x="59125" y="34480"/>
                        <a:pt x="59411" y="35147"/>
                      </a:cubicBezTo>
                      <a:cubicBezTo>
                        <a:pt x="59316" y="35147"/>
                        <a:pt x="59030" y="35147"/>
                        <a:pt x="58744" y="35147"/>
                      </a:cubicBezTo>
                      <a:cubicBezTo>
                        <a:pt x="58458" y="35147"/>
                        <a:pt x="57982" y="35147"/>
                        <a:pt x="57220" y="35528"/>
                      </a:cubicBezTo>
                      <a:cubicBezTo>
                        <a:pt x="56458" y="35814"/>
                        <a:pt x="55886" y="35909"/>
                        <a:pt x="55601" y="35909"/>
                      </a:cubicBezTo>
                      <a:cubicBezTo>
                        <a:pt x="54934" y="35909"/>
                        <a:pt x="54553" y="35528"/>
                        <a:pt x="54172" y="34671"/>
                      </a:cubicBezTo>
                      <a:cubicBezTo>
                        <a:pt x="53982" y="34862"/>
                        <a:pt x="53886" y="35528"/>
                        <a:pt x="53791" y="36671"/>
                      </a:cubicBezTo>
                      <a:cubicBezTo>
                        <a:pt x="53696" y="37529"/>
                        <a:pt x="53219" y="38005"/>
                        <a:pt x="52553" y="38386"/>
                      </a:cubicBezTo>
                      <a:lnTo>
                        <a:pt x="49314" y="38767"/>
                      </a:lnTo>
                      <a:lnTo>
                        <a:pt x="49886" y="39243"/>
                      </a:lnTo>
                      <a:cubicBezTo>
                        <a:pt x="48457" y="39719"/>
                        <a:pt x="46838" y="40005"/>
                        <a:pt x="45028" y="40005"/>
                      </a:cubicBezTo>
                      <a:lnTo>
                        <a:pt x="45409" y="39624"/>
                      </a:lnTo>
                      <a:cubicBezTo>
                        <a:pt x="45504" y="38862"/>
                        <a:pt x="45219" y="38481"/>
                        <a:pt x="44552" y="38481"/>
                      </a:cubicBezTo>
                      <a:cubicBezTo>
                        <a:pt x="43694" y="38481"/>
                        <a:pt x="43123" y="38290"/>
                        <a:pt x="43028" y="37910"/>
                      </a:cubicBezTo>
                      <a:lnTo>
                        <a:pt x="41313" y="37910"/>
                      </a:lnTo>
                      <a:cubicBezTo>
                        <a:pt x="42170" y="37624"/>
                        <a:pt x="42552" y="37243"/>
                        <a:pt x="42552" y="36671"/>
                      </a:cubicBezTo>
                      <a:cubicBezTo>
                        <a:pt x="42552" y="36386"/>
                        <a:pt x="42552" y="36004"/>
                        <a:pt x="42266" y="35528"/>
                      </a:cubicBezTo>
                      <a:cubicBezTo>
                        <a:pt x="42075" y="35052"/>
                        <a:pt x="41980" y="34576"/>
                        <a:pt x="41980" y="34385"/>
                      </a:cubicBezTo>
                      <a:cubicBezTo>
                        <a:pt x="41980" y="34195"/>
                        <a:pt x="41980" y="34004"/>
                        <a:pt x="42170" y="33814"/>
                      </a:cubicBezTo>
                      <a:lnTo>
                        <a:pt x="40456" y="33242"/>
                      </a:lnTo>
                      <a:cubicBezTo>
                        <a:pt x="40456" y="33242"/>
                        <a:pt x="40742" y="32575"/>
                        <a:pt x="40742" y="32290"/>
                      </a:cubicBezTo>
                      <a:cubicBezTo>
                        <a:pt x="40742" y="31528"/>
                        <a:pt x="40170" y="30861"/>
                        <a:pt x="39122" y="30099"/>
                      </a:cubicBezTo>
                      <a:cubicBezTo>
                        <a:pt x="37884" y="29242"/>
                        <a:pt x="37122" y="28670"/>
                        <a:pt x="36932" y="28385"/>
                      </a:cubicBezTo>
                      <a:cubicBezTo>
                        <a:pt x="36455" y="28575"/>
                        <a:pt x="35979" y="28670"/>
                        <a:pt x="35598" y="28670"/>
                      </a:cubicBezTo>
                      <a:cubicBezTo>
                        <a:pt x="34932" y="28670"/>
                        <a:pt x="34265" y="28194"/>
                        <a:pt x="33598" y="27241"/>
                      </a:cubicBezTo>
                      <a:cubicBezTo>
                        <a:pt x="32931" y="26384"/>
                        <a:pt x="32360" y="25908"/>
                        <a:pt x="31979" y="25908"/>
                      </a:cubicBezTo>
                      <a:cubicBezTo>
                        <a:pt x="31598" y="25908"/>
                        <a:pt x="31026" y="26194"/>
                        <a:pt x="30550" y="26765"/>
                      </a:cubicBezTo>
                      <a:lnTo>
                        <a:pt x="29217" y="25527"/>
                      </a:lnTo>
                      <a:cubicBezTo>
                        <a:pt x="28645" y="26194"/>
                        <a:pt x="27502" y="26861"/>
                        <a:pt x="25883" y="27718"/>
                      </a:cubicBezTo>
                      <a:cubicBezTo>
                        <a:pt x="24359" y="28385"/>
                        <a:pt x="23216" y="29337"/>
                        <a:pt x="22454" y="30480"/>
                      </a:cubicBezTo>
                      <a:cubicBezTo>
                        <a:pt x="22359" y="30194"/>
                        <a:pt x="22073" y="30004"/>
                        <a:pt x="21692" y="30004"/>
                      </a:cubicBezTo>
                      <a:lnTo>
                        <a:pt x="20739" y="30004"/>
                      </a:lnTo>
                      <a:cubicBezTo>
                        <a:pt x="20072" y="30671"/>
                        <a:pt x="19120" y="33242"/>
                        <a:pt x="17786" y="37529"/>
                      </a:cubicBezTo>
                      <a:cubicBezTo>
                        <a:pt x="16739" y="40862"/>
                        <a:pt x="15119" y="42386"/>
                        <a:pt x="12643" y="42386"/>
                      </a:cubicBezTo>
                      <a:cubicBezTo>
                        <a:pt x="12071" y="42386"/>
                        <a:pt x="11405" y="42386"/>
                        <a:pt x="10738" y="42196"/>
                      </a:cubicBezTo>
                      <a:cubicBezTo>
                        <a:pt x="11500" y="42291"/>
                        <a:pt x="12738" y="42577"/>
                        <a:pt x="14358" y="42863"/>
                      </a:cubicBezTo>
                      <a:lnTo>
                        <a:pt x="14358" y="42863"/>
                      </a:lnTo>
                      <a:cubicBezTo>
                        <a:pt x="13977" y="43624"/>
                        <a:pt x="13214" y="44005"/>
                        <a:pt x="11976" y="44101"/>
                      </a:cubicBezTo>
                      <a:lnTo>
                        <a:pt x="9024" y="44101"/>
                      </a:lnTo>
                      <a:cubicBezTo>
                        <a:pt x="8452" y="44196"/>
                        <a:pt x="7976" y="44291"/>
                        <a:pt x="7690" y="44482"/>
                      </a:cubicBezTo>
                      <a:cubicBezTo>
                        <a:pt x="7690" y="44863"/>
                        <a:pt x="7595" y="45148"/>
                        <a:pt x="7595" y="45434"/>
                      </a:cubicBezTo>
                      <a:cubicBezTo>
                        <a:pt x="7595" y="46196"/>
                        <a:pt x="7976" y="46577"/>
                        <a:pt x="8928" y="46577"/>
                      </a:cubicBezTo>
                      <a:cubicBezTo>
                        <a:pt x="9024" y="46577"/>
                        <a:pt x="9309" y="46577"/>
                        <a:pt x="9690" y="46482"/>
                      </a:cubicBezTo>
                      <a:lnTo>
                        <a:pt x="10452" y="46482"/>
                      </a:lnTo>
                      <a:cubicBezTo>
                        <a:pt x="11119" y="46482"/>
                        <a:pt x="11500" y="46672"/>
                        <a:pt x="11786" y="46863"/>
                      </a:cubicBezTo>
                      <a:lnTo>
                        <a:pt x="11786" y="45911"/>
                      </a:lnTo>
                      <a:lnTo>
                        <a:pt x="14358" y="48482"/>
                      </a:lnTo>
                      <a:lnTo>
                        <a:pt x="15024" y="47149"/>
                      </a:lnTo>
                      <a:lnTo>
                        <a:pt x="14643" y="46863"/>
                      </a:lnTo>
                      <a:lnTo>
                        <a:pt x="15024" y="46482"/>
                      </a:lnTo>
                      <a:lnTo>
                        <a:pt x="15977" y="48482"/>
                      </a:lnTo>
                      <a:cubicBezTo>
                        <a:pt x="16834" y="47530"/>
                        <a:pt x="16644" y="46387"/>
                        <a:pt x="15596" y="45148"/>
                      </a:cubicBezTo>
                      <a:cubicBezTo>
                        <a:pt x="16072" y="45148"/>
                        <a:pt x="16644" y="45148"/>
                        <a:pt x="17120" y="45625"/>
                      </a:cubicBezTo>
                      <a:cubicBezTo>
                        <a:pt x="16453" y="46006"/>
                        <a:pt x="16453" y="47530"/>
                        <a:pt x="17120" y="50006"/>
                      </a:cubicBezTo>
                      <a:lnTo>
                        <a:pt x="16834" y="64961"/>
                      </a:lnTo>
                      <a:cubicBezTo>
                        <a:pt x="17405" y="65818"/>
                        <a:pt x="18072" y="67532"/>
                        <a:pt x="18834" y="70199"/>
                      </a:cubicBezTo>
                      <a:cubicBezTo>
                        <a:pt x="22073" y="73247"/>
                        <a:pt x="27026" y="75533"/>
                        <a:pt x="33788" y="77057"/>
                      </a:cubicBezTo>
                      <a:cubicBezTo>
                        <a:pt x="34360" y="75629"/>
                        <a:pt x="35789" y="74771"/>
                        <a:pt x="37979" y="74486"/>
                      </a:cubicBezTo>
                      <a:cubicBezTo>
                        <a:pt x="40170" y="74200"/>
                        <a:pt x="41504" y="73342"/>
                        <a:pt x="41789" y="71819"/>
                      </a:cubicBezTo>
                      <a:cubicBezTo>
                        <a:pt x="42170" y="71628"/>
                        <a:pt x="42647" y="71247"/>
                        <a:pt x="43218" y="70675"/>
                      </a:cubicBezTo>
                      <a:lnTo>
                        <a:pt x="42456" y="69342"/>
                      </a:lnTo>
                      <a:cubicBezTo>
                        <a:pt x="42456" y="69342"/>
                        <a:pt x="43123" y="68961"/>
                        <a:pt x="44076" y="68199"/>
                      </a:cubicBezTo>
                      <a:cubicBezTo>
                        <a:pt x="43599" y="65722"/>
                        <a:pt x="42266" y="64389"/>
                        <a:pt x="40170" y="64389"/>
                      </a:cubicBezTo>
                      <a:cubicBezTo>
                        <a:pt x="39503" y="64389"/>
                        <a:pt x="38456" y="64579"/>
                        <a:pt x="37027" y="64865"/>
                      </a:cubicBezTo>
                      <a:cubicBezTo>
                        <a:pt x="35503" y="65246"/>
                        <a:pt x="34455" y="65341"/>
                        <a:pt x="33788" y="65341"/>
                      </a:cubicBezTo>
                      <a:cubicBezTo>
                        <a:pt x="33122" y="65341"/>
                        <a:pt x="32550" y="65151"/>
                        <a:pt x="31979" y="64961"/>
                      </a:cubicBezTo>
                      <a:lnTo>
                        <a:pt x="28740" y="64961"/>
                      </a:lnTo>
                      <a:cubicBezTo>
                        <a:pt x="28740" y="64961"/>
                        <a:pt x="28550" y="64389"/>
                        <a:pt x="27883" y="63817"/>
                      </a:cubicBezTo>
                      <a:cubicBezTo>
                        <a:pt x="27407" y="64294"/>
                        <a:pt x="27026" y="64579"/>
                        <a:pt x="26835" y="64579"/>
                      </a:cubicBezTo>
                      <a:cubicBezTo>
                        <a:pt x="26645" y="64579"/>
                        <a:pt x="26550" y="64389"/>
                        <a:pt x="26454" y="64103"/>
                      </a:cubicBezTo>
                      <a:cubicBezTo>
                        <a:pt x="25692" y="63627"/>
                        <a:pt x="25502" y="62579"/>
                        <a:pt x="25787" y="61150"/>
                      </a:cubicBezTo>
                      <a:cubicBezTo>
                        <a:pt x="26169" y="59722"/>
                        <a:pt x="26073" y="58674"/>
                        <a:pt x="25692" y="58007"/>
                      </a:cubicBezTo>
                      <a:cubicBezTo>
                        <a:pt x="25692" y="55816"/>
                        <a:pt x="25692" y="54578"/>
                        <a:pt x="25692" y="54292"/>
                      </a:cubicBezTo>
                      <a:cubicBezTo>
                        <a:pt x="25883" y="52769"/>
                        <a:pt x="26550" y="51721"/>
                        <a:pt x="27597" y="51149"/>
                      </a:cubicBezTo>
                      <a:cubicBezTo>
                        <a:pt x="30264" y="50292"/>
                        <a:pt x="33312" y="50006"/>
                        <a:pt x="36836" y="50006"/>
                      </a:cubicBezTo>
                      <a:cubicBezTo>
                        <a:pt x="38456" y="50006"/>
                        <a:pt x="41027" y="50102"/>
                        <a:pt x="44552" y="50292"/>
                      </a:cubicBezTo>
                      <a:cubicBezTo>
                        <a:pt x="47981" y="50482"/>
                        <a:pt x="50648" y="50578"/>
                        <a:pt x="52458" y="50578"/>
                      </a:cubicBezTo>
                      <a:cubicBezTo>
                        <a:pt x="53982" y="50578"/>
                        <a:pt x="55315" y="50578"/>
                        <a:pt x="56553" y="50482"/>
                      </a:cubicBezTo>
                      <a:lnTo>
                        <a:pt x="60268" y="50863"/>
                      </a:lnTo>
                      <a:lnTo>
                        <a:pt x="60268" y="73057"/>
                      </a:lnTo>
                      <a:cubicBezTo>
                        <a:pt x="59220" y="74009"/>
                        <a:pt x="58649" y="74771"/>
                        <a:pt x="58649" y="75247"/>
                      </a:cubicBezTo>
                      <a:cubicBezTo>
                        <a:pt x="58649" y="75629"/>
                        <a:pt x="58744" y="75914"/>
                        <a:pt x="59125" y="76200"/>
                      </a:cubicBezTo>
                      <a:cubicBezTo>
                        <a:pt x="58172" y="78200"/>
                        <a:pt x="56172" y="80486"/>
                        <a:pt x="53029" y="83248"/>
                      </a:cubicBezTo>
                      <a:cubicBezTo>
                        <a:pt x="49600" y="86392"/>
                        <a:pt x="47409" y="88582"/>
                        <a:pt x="46552" y="89916"/>
                      </a:cubicBezTo>
                      <a:cubicBezTo>
                        <a:pt x="46266" y="89725"/>
                        <a:pt x="45980" y="89630"/>
                        <a:pt x="45695" y="89630"/>
                      </a:cubicBezTo>
                      <a:cubicBezTo>
                        <a:pt x="45314" y="89630"/>
                        <a:pt x="44837" y="89916"/>
                        <a:pt x="43980" y="90583"/>
                      </a:cubicBezTo>
                      <a:cubicBezTo>
                        <a:pt x="43218" y="91154"/>
                        <a:pt x="42647" y="91440"/>
                        <a:pt x="42075" y="91440"/>
                      </a:cubicBezTo>
                      <a:cubicBezTo>
                        <a:pt x="38265" y="92583"/>
                        <a:pt x="35408" y="93250"/>
                        <a:pt x="33598" y="93250"/>
                      </a:cubicBezTo>
                      <a:cubicBezTo>
                        <a:pt x="32931" y="93250"/>
                        <a:pt x="32360" y="93250"/>
                        <a:pt x="31693" y="93154"/>
                      </a:cubicBezTo>
                      <a:cubicBezTo>
                        <a:pt x="31502" y="92583"/>
                        <a:pt x="31312" y="92297"/>
                        <a:pt x="31026" y="92297"/>
                      </a:cubicBezTo>
                      <a:cubicBezTo>
                        <a:pt x="30931" y="92297"/>
                        <a:pt x="30645" y="92488"/>
                        <a:pt x="30264" y="92773"/>
                      </a:cubicBezTo>
                      <a:cubicBezTo>
                        <a:pt x="29883" y="93059"/>
                        <a:pt x="29597" y="93250"/>
                        <a:pt x="29312" y="93250"/>
                      </a:cubicBezTo>
                      <a:lnTo>
                        <a:pt x="27407" y="93250"/>
                      </a:lnTo>
                      <a:cubicBezTo>
                        <a:pt x="26740" y="93250"/>
                        <a:pt x="25692" y="92964"/>
                        <a:pt x="24359" y="92488"/>
                      </a:cubicBezTo>
                      <a:cubicBezTo>
                        <a:pt x="23025" y="91916"/>
                        <a:pt x="22073" y="91630"/>
                        <a:pt x="21406" y="91630"/>
                      </a:cubicBezTo>
                      <a:cubicBezTo>
                        <a:pt x="20930" y="91630"/>
                        <a:pt x="20358" y="91821"/>
                        <a:pt x="19882" y="92012"/>
                      </a:cubicBezTo>
                      <a:cubicBezTo>
                        <a:pt x="19692" y="90964"/>
                        <a:pt x="18739" y="90297"/>
                        <a:pt x="17025" y="90202"/>
                      </a:cubicBezTo>
                      <a:cubicBezTo>
                        <a:pt x="15405" y="90106"/>
                        <a:pt x="14453" y="89345"/>
                        <a:pt x="14358" y="88297"/>
                      </a:cubicBezTo>
                      <a:cubicBezTo>
                        <a:pt x="13214" y="87344"/>
                        <a:pt x="12071" y="86963"/>
                        <a:pt x="10643" y="87154"/>
                      </a:cubicBezTo>
                      <a:cubicBezTo>
                        <a:pt x="10643" y="86868"/>
                        <a:pt x="10738" y="86773"/>
                        <a:pt x="10738" y="86582"/>
                      </a:cubicBezTo>
                      <a:cubicBezTo>
                        <a:pt x="10738" y="86011"/>
                        <a:pt x="10071" y="85344"/>
                        <a:pt x="8928" y="84487"/>
                      </a:cubicBezTo>
                      <a:cubicBezTo>
                        <a:pt x="7785" y="83629"/>
                        <a:pt x="7119" y="82867"/>
                        <a:pt x="7119" y="82105"/>
                      </a:cubicBezTo>
                      <a:cubicBezTo>
                        <a:pt x="7119" y="81820"/>
                        <a:pt x="7119" y="81439"/>
                        <a:pt x="7309" y="81058"/>
                      </a:cubicBezTo>
                      <a:cubicBezTo>
                        <a:pt x="3594" y="78772"/>
                        <a:pt x="1785" y="75438"/>
                        <a:pt x="1785" y="71342"/>
                      </a:cubicBezTo>
                      <a:cubicBezTo>
                        <a:pt x="1785" y="70485"/>
                        <a:pt x="1785" y="69723"/>
                        <a:pt x="2070" y="68961"/>
                      </a:cubicBezTo>
                      <a:cubicBezTo>
                        <a:pt x="2261" y="68199"/>
                        <a:pt x="2070" y="67342"/>
                        <a:pt x="1403" y="66389"/>
                      </a:cubicBezTo>
                      <a:cubicBezTo>
                        <a:pt x="546" y="65437"/>
                        <a:pt x="165" y="64579"/>
                        <a:pt x="70" y="64103"/>
                      </a:cubicBezTo>
                      <a:cubicBezTo>
                        <a:pt x="451" y="61627"/>
                        <a:pt x="451" y="57340"/>
                        <a:pt x="70" y="51340"/>
                      </a:cubicBezTo>
                      <a:cubicBezTo>
                        <a:pt x="-121" y="45911"/>
                        <a:pt x="70" y="41720"/>
                        <a:pt x="737" y="38671"/>
                      </a:cubicBezTo>
                      <a:cubicBezTo>
                        <a:pt x="1403" y="37719"/>
                        <a:pt x="1880" y="35433"/>
                        <a:pt x="1975" y="31909"/>
                      </a:cubicBezTo>
                      <a:cubicBezTo>
                        <a:pt x="1975" y="28861"/>
                        <a:pt x="3118" y="26861"/>
                        <a:pt x="5213" y="25908"/>
                      </a:cubicBezTo>
                      <a:cubicBezTo>
                        <a:pt x="5499" y="24194"/>
                        <a:pt x="6642" y="22288"/>
                        <a:pt x="8833" y="20193"/>
                      </a:cubicBezTo>
                      <a:cubicBezTo>
                        <a:pt x="9309" y="19717"/>
                        <a:pt x="11214" y="18002"/>
                        <a:pt x="14738" y="15145"/>
                      </a:cubicBezTo>
                      <a:cubicBezTo>
                        <a:pt x="15119" y="15430"/>
                        <a:pt x="15405" y="15526"/>
                        <a:pt x="15786" y="15526"/>
                      </a:cubicBezTo>
                      <a:cubicBezTo>
                        <a:pt x="16262" y="15526"/>
                        <a:pt x="16834" y="15145"/>
                        <a:pt x="17691" y="14288"/>
                      </a:cubicBezTo>
                      <a:cubicBezTo>
                        <a:pt x="18453" y="13525"/>
                        <a:pt x="19120" y="13145"/>
                        <a:pt x="19787" y="13145"/>
                      </a:cubicBezTo>
                      <a:cubicBezTo>
                        <a:pt x="19977" y="13145"/>
                        <a:pt x="20263" y="13145"/>
                        <a:pt x="20549" y="13145"/>
                      </a:cubicBezTo>
                      <a:cubicBezTo>
                        <a:pt x="20453" y="12478"/>
                        <a:pt x="20549" y="12002"/>
                        <a:pt x="21120" y="11906"/>
                      </a:cubicBezTo>
                      <a:cubicBezTo>
                        <a:pt x="21692" y="11716"/>
                        <a:pt x="22263" y="11621"/>
                        <a:pt x="22835" y="11525"/>
                      </a:cubicBezTo>
                      <a:lnTo>
                        <a:pt x="23597" y="12668"/>
                      </a:lnTo>
                      <a:cubicBezTo>
                        <a:pt x="25502" y="10954"/>
                        <a:pt x="27597" y="10096"/>
                        <a:pt x="29978" y="10096"/>
                      </a:cubicBezTo>
                      <a:cubicBezTo>
                        <a:pt x="32360" y="10096"/>
                        <a:pt x="34360" y="11144"/>
                        <a:pt x="35789" y="13240"/>
                      </a:cubicBezTo>
                      <a:lnTo>
                        <a:pt x="36646" y="11525"/>
                      </a:lnTo>
                      <a:cubicBezTo>
                        <a:pt x="38170" y="11906"/>
                        <a:pt x="39789" y="12287"/>
                        <a:pt x="41504" y="12668"/>
                      </a:cubicBezTo>
                      <a:cubicBezTo>
                        <a:pt x="43218" y="13145"/>
                        <a:pt x="44742" y="13716"/>
                        <a:pt x="45980" y="14669"/>
                      </a:cubicBezTo>
                      <a:cubicBezTo>
                        <a:pt x="45790" y="14859"/>
                        <a:pt x="45504" y="14954"/>
                        <a:pt x="45028" y="15049"/>
                      </a:cubicBezTo>
                      <a:cubicBezTo>
                        <a:pt x="44552" y="15240"/>
                        <a:pt x="44266" y="15430"/>
                        <a:pt x="44266" y="15812"/>
                      </a:cubicBezTo>
                      <a:lnTo>
                        <a:pt x="45980" y="15812"/>
                      </a:lnTo>
                      <a:cubicBezTo>
                        <a:pt x="46743" y="15812"/>
                        <a:pt x="47124" y="15335"/>
                        <a:pt x="47124" y="14669"/>
                      </a:cubicBezTo>
                      <a:lnTo>
                        <a:pt x="50743" y="16669"/>
                      </a:lnTo>
                      <a:cubicBezTo>
                        <a:pt x="50743" y="16669"/>
                        <a:pt x="50552" y="17240"/>
                        <a:pt x="50552" y="17526"/>
                      </a:cubicBezTo>
                      <a:cubicBezTo>
                        <a:pt x="50552" y="18097"/>
                        <a:pt x="51029" y="18764"/>
                        <a:pt x="51981" y="19336"/>
                      </a:cubicBezTo>
                      <a:cubicBezTo>
                        <a:pt x="53124" y="20193"/>
                        <a:pt x="53886" y="20669"/>
                        <a:pt x="53886" y="20669"/>
                      </a:cubicBezTo>
                      <a:cubicBezTo>
                        <a:pt x="53601" y="20860"/>
                        <a:pt x="53505" y="21241"/>
                        <a:pt x="53505" y="21812"/>
                      </a:cubicBezTo>
                      <a:lnTo>
                        <a:pt x="55125" y="22574"/>
                      </a:lnTo>
                      <a:cubicBezTo>
                        <a:pt x="55315" y="23050"/>
                        <a:pt x="55125" y="23717"/>
                        <a:pt x="54458" y="24479"/>
                      </a:cubicBezTo>
                      <a:cubicBezTo>
                        <a:pt x="53791" y="25337"/>
                        <a:pt x="53410" y="25717"/>
                        <a:pt x="53410" y="25908"/>
                      </a:cubicBezTo>
                      <a:cubicBezTo>
                        <a:pt x="53410" y="26194"/>
                        <a:pt x="53982" y="26384"/>
                        <a:pt x="55125" y="26384"/>
                      </a:cubicBezTo>
                      <a:lnTo>
                        <a:pt x="55696" y="24574"/>
                      </a:lnTo>
                      <a:cubicBezTo>
                        <a:pt x="55696" y="24574"/>
                        <a:pt x="56077" y="25337"/>
                        <a:pt x="56744" y="25337"/>
                      </a:cubicBezTo>
                      <a:cubicBezTo>
                        <a:pt x="57410" y="25337"/>
                        <a:pt x="57696" y="25813"/>
                        <a:pt x="57696" y="26384"/>
                      </a:cubicBezTo>
                      <a:lnTo>
                        <a:pt x="55696" y="27146"/>
                      </a:lnTo>
                      <a:cubicBezTo>
                        <a:pt x="55696" y="27146"/>
                        <a:pt x="56649" y="27813"/>
                        <a:pt x="57982" y="27813"/>
                      </a:cubicBezTo>
                      <a:lnTo>
                        <a:pt x="58268" y="27527"/>
                      </a:lnTo>
                      <a:cubicBezTo>
                        <a:pt x="58268" y="29337"/>
                        <a:pt x="58268" y="30480"/>
                        <a:pt x="57982" y="30575"/>
                      </a:cubicBezTo>
                      <a:close/>
                      <a:moveTo>
                        <a:pt x="14453" y="42672"/>
                      </a:moveTo>
                      <a:cubicBezTo>
                        <a:pt x="14453" y="42672"/>
                        <a:pt x="15024" y="42577"/>
                        <a:pt x="15119" y="42672"/>
                      </a:cubicBezTo>
                      <a:cubicBezTo>
                        <a:pt x="14929" y="42672"/>
                        <a:pt x="14738" y="42672"/>
                        <a:pt x="14453" y="42672"/>
                      </a:cubicBezTo>
                      <a:close/>
                      <a:moveTo>
                        <a:pt x="16834" y="43053"/>
                      </a:moveTo>
                      <a:cubicBezTo>
                        <a:pt x="16834" y="43053"/>
                        <a:pt x="16262" y="43624"/>
                        <a:pt x="15977" y="43624"/>
                      </a:cubicBezTo>
                      <a:cubicBezTo>
                        <a:pt x="16262" y="43624"/>
                        <a:pt x="15977" y="43339"/>
                        <a:pt x="15119" y="42863"/>
                      </a:cubicBezTo>
                      <a:cubicBezTo>
                        <a:pt x="15501" y="42863"/>
                        <a:pt x="16072" y="42863"/>
                        <a:pt x="16834" y="43148"/>
                      </a:cubicBezTo>
                      <a:close/>
                      <a:moveTo>
                        <a:pt x="32931" y="17716"/>
                      </a:moveTo>
                      <a:lnTo>
                        <a:pt x="34074" y="17716"/>
                      </a:lnTo>
                      <a:cubicBezTo>
                        <a:pt x="34074" y="17716"/>
                        <a:pt x="33598" y="17431"/>
                        <a:pt x="33408" y="17240"/>
                      </a:cubicBezTo>
                      <a:cubicBezTo>
                        <a:pt x="33217" y="17050"/>
                        <a:pt x="33122" y="16764"/>
                        <a:pt x="33217" y="16478"/>
                      </a:cubicBezTo>
                      <a:lnTo>
                        <a:pt x="32836" y="16478"/>
                      </a:lnTo>
                      <a:lnTo>
                        <a:pt x="32836" y="17716"/>
                      </a:lnTo>
                      <a:close/>
                      <a:moveTo>
                        <a:pt x="36551" y="21336"/>
                      </a:moveTo>
                      <a:lnTo>
                        <a:pt x="36551" y="19621"/>
                      </a:lnTo>
                      <a:lnTo>
                        <a:pt x="35694" y="19621"/>
                      </a:lnTo>
                      <a:lnTo>
                        <a:pt x="36551" y="21336"/>
                      </a:lnTo>
                      <a:close/>
                      <a:moveTo>
                        <a:pt x="40075" y="33719"/>
                      </a:moveTo>
                      <a:lnTo>
                        <a:pt x="40361" y="33052"/>
                      </a:lnTo>
                      <a:lnTo>
                        <a:pt x="40361" y="33052"/>
                      </a:lnTo>
                      <a:lnTo>
                        <a:pt x="40075" y="33719"/>
                      </a:lnTo>
                      <a:close/>
                      <a:moveTo>
                        <a:pt x="43790" y="6382"/>
                      </a:moveTo>
                      <a:lnTo>
                        <a:pt x="44457" y="7144"/>
                      </a:lnTo>
                      <a:lnTo>
                        <a:pt x="42075" y="6001"/>
                      </a:lnTo>
                      <a:lnTo>
                        <a:pt x="43790" y="6287"/>
                      </a:lnTo>
                      <a:close/>
                      <a:moveTo>
                        <a:pt x="45790" y="0"/>
                      </a:moveTo>
                      <a:lnTo>
                        <a:pt x="46552" y="0"/>
                      </a:lnTo>
                      <a:lnTo>
                        <a:pt x="45409" y="1143"/>
                      </a:lnTo>
                      <a:lnTo>
                        <a:pt x="45790" y="0"/>
                      </a:lnTo>
                      <a:close/>
                      <a:moveTo>
                        <a:pt x="47409" y="12954"/>
                      </a:moveTo>
                      <a:lnTo>
                        <a:pt x="46552" y="12954"/>
                      </a:lnTo>
                      <a:lnTo>
                        <a:pt x="48552" y="12097"/>
                      </a:lnTo>
                      <a:lnTo>
                        <a:pt x="47409" y="12954"/>
                      </a:lnTo>
                      <a:close/>
                      <a:moveTo>
                        <a:pt x="48267" y="29432"/>
                      </a:moveTo>
                      <a:lnTo>
                        <a:pt x="49124" y="29051"/>
                      </a:lnTo>
                      <a:cubicBezTo>
                        <a:pt x="49124" y="29051"/>
                        <a:pt x="48552" y="28575"/>
                        <a:pt x="47981" y="28575"/>
                      </a:cubicBezTo>
                      <a:lnTo>
                        <a:pt x="48362" y="29432"/>
                      </a:lnTo>
                      <a:close/>
                      <a:moveTo>
                        <a:pt x="52458" y="24194"/>
                      </a:moveTo>
                      <a:cubicBezTo>
                        <a:pt x="52458" y="24194"/>
                        <a:pt x="53315" y="24194"/>
                        <a:pt x="53791" y="23908"/>
                      </a:cubicBezTo>
                      <a:cubicBezTo>
                        <a:pt x="54267" y="23622"/>
                        <a:pt x="54458" y="23431"/>
                        <a:pt x="54267" y="23431"/>
                      </a:cubicBezTo>
                      <a:cubicBezTo>
                        <a:pt x="53886" y="23622"/>
                        <a:pt x="53219" y="23908"/>
                        <a:pt x="52458" y="24289"/>
                      </a:cubicBezTo>
                      <a:cubicBezTo>
                        <a:pt x="52077" y="24289"/>
                        <a:pt x="51791" y="24098"/>
                        <a:pt x="51410" y="23717"/>
                      </a:cubicBezTo>
                      <a:cubicBezTo>
                        <a:pt x="51791" y="24098"/>
                        <a:pt x="52077" y="24289"/>
                        <a:pt x="52458" y="24289"/>
                      </a:cubicBezTo>
                      <a:close/>
                      <a:moveTo>
                        <a:pt x="52648" y="27432"/>
                      </a:moveTo>
                      <a:lnTo>
                        <a:pt x="52648" y="26289"/>
                      </a:lnTo>
                      <a:lnTo>
                        <a:pt x="52362" y="25813"/>
                      </a:lnTo>
                      <a:lnTo>
                        <a:pt x="52648" y="27527"/>
                      </a:lnTo>
                      <a:close/>
                      <a:moveTo>
                        <a:pt x="53505" y="101155"/>
                      </a:moveTo>
                      <a:lnTo>
                        <a:pt x="53124" y="100013"/>
                      </a:lnTo>
                      <a:lnTo>
                        <a:pt x="53505" y="100013"/>
                      </a:lnTo>
                      <a:lnTo>
                        <a:pt x="53505" y="101155"/>
                      </a:lnTo>
                      <a:close/>
                      <a:moveTo>
                        <a:pt x="63602" y="30194"/>
                      </a:moveTo>
                      <a:lnTo>
                        <a:pt x="64364" y="31052"/>
                      </a:lnTo>
                      <a:lnTo>
                        <a:pt x="62363" y="30194"/>
                      </a:lnTo>
                      <a:lnTo>
                        <a:pt x="63507" y="30194"/>
                      </a:lnTo>
                      <a:close/>
                    </a:path>
                  </a:pathLst>
                </a:custGeom>
                <a:solidFill>
                  <a:srgbClr val="F9EC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03" name="Google Shape;1503;p99"/>
              <p:cNvGrpSpPr/>
              <p:nvPr/>
            </p:nvGrpSpPr>
            <p:grpSpPr>
              <a:xfrm>
                <a:off x="9275820" y="7303982"/>
                <a:ext cx="682847" cy="109992"/>
                <a:chOff x="4022502" y="5022077"/>
                <a:chExt cx="682847" cy="109992"/>
              </a:xfrm>
            </p:grpSpPr>
            <p:sp>
              <p:nvSpPr>
                <p:cNvPr id="1504" name="Google Shape;1504;p99"/>
                <p:cNvSpPr/>
                <p:nvPr/>
              </p:nvSpPr>
              <p:spPr>
                <a:xfrm>
                  <a:off x="4022502" y="5025199"/>
                  <a:ext cx="74485" cy="106394"/>
                </a:xfrm>
                <a:custGeom>
                  <a:avLst/>
                  <a:gdLst/>
                  <a:ahLst/>
                  <a:cxnLst/>
                  <a:rect l="l" t="t" r="r" b="b"/>
                  <a:pathLst>
                    <a:path w="74485" h="106394" extrusionOk="0">
                      <a:moveTo>
                        <a:pt x="74009" y="71914"/>
                      </a:moveTo>
                      <a:cubicBezTo>
                        <a:pt x="73342" y="72200"/>
                        <a:pt x="73057" y="72485"/>
                        <a:pt x="73057" y="72962"/>
                      </a:cubicBezTo>
                      <a:cubicBezTo>
                        <a:pt x="73057" y="72581"/>
                        <a:pt x="73342" y="73247"/>
                        <a:pt x="74009" y="74867"/>
                      </a:cubicBezTo>
                      <a:cubicBezTo>
                        <a:pt x="73152" y="76486"/>
                        <a:pt x="72676" y="78486"/>
                        <a:pt x="72676" y="80867"/>
                      </a:cubicBezTo>
                      <a:cubicBezTo>
                        <a:pt x="72676" y="82201"/>
                        <a:pt x="72866" y="84296"/>
                        <a:pt x="73247" y="87059"/>
                      </a:cubicBezTo>
                      <a:cubicBezTo>
                        <a:pt x="73628" y="89916"/>
                        <a:pt x="73819" y="91916"/>
                        <a:pt x="73819" y="93059"/>
                      </a:cubicBezTo>
                      <a:cubicBezTo>
                        <a:pt x="73819" y="98489"/>
                        <a:pt x="70771" y="101537"/>
                        <a:pt x="64675" y="102108"/>
                      </a:cubicBezTo>
                      <a:cubicBezTo>
                        <a:pt x="63913" y="101346"/>
                        <a:pt x="63055" y="100965"/>
                        <a:pt x="62198" y="100965"/>
                      </a:cubicBezTo>
                      <a:cubicBezTo>
                        <a:pt x="61722" y="100965"/>
                        <a:pt x="61150" y="101156"/>
                        <a:pt x="60388" y="101346"/>
                      </a:cubicBezTo>
                      <a:cubicBezTo>
                        <a:pt x="59627" y="101632"/>
                        <a:pt x="59150" y="101727"/>
                        <a:pt x="58865" y="101727"/>
                      </a:cubicBezTo>
                      <a:cubicBezTo>
                        <a:pt x="58007" y="101727"/>
                        <a:pt x="57341" y="101346"/>
                        <a:pt x="57055" y="100489"/>
                      </a:cubicBezTo>
                      <a:lnTo>
                        <a:pt x="55626" y="100108"/>
                      </a:lnTo>
                      <a:lnTo>
                        <a:pt x="56293" y="99727"/>
                      </a:lnTo>
                      <a:cubicBezTo>
                        <a:pt x="54864" y="99441"/>
                        <a:pt x="53530" y="98298"/>
                        <a:pt x="52197" y="96203"/>
                      </a:cubicBezTo>
                      <a:cubicBezTo>
                        <a:pt x="50863" y="94107"/>
                        <a:pt x="49435" y="92964"/>
                        <a:pt x="48101" y="92774"/>
                      </a:cubicBezTo>
                      <a:cubicBezTo>
                        <a:pt x="48101" y="92488"/>
                        <a:pt x="48101" y="92012"/>
                        <a:pt x="48101" y="91631"/>
                      </a:cubicBezTo>
                      <a:cubicBezTo>
                        <a:pt x="47911" y="91154"/>
                        <a:pt x="47816" y="90773"/>
                        <a:pt x="47816" y="90773"/>
                      </a:cubicBezTo>
                      <a:cubicBezTo>
                        <a:pt x="47816" y="90392"/>
                        <a:pt x="48101" y="90011"/>
                        <a:pt x="48768" y="89916"/>
                      </a:cubicBezTo>
                      <a:cubicBezTo>
                        <a:pt x="47339" y="88964"/>
                        <a:pt x="46006" y="87059"/>
                        <a:pt x="44577" y="84201"/>
                      </a:cubicBezTo>
                      <a:cubicBezTo>
                        <a:pt x="43148" y="81344"/>
                        <a:pt x="41815" y="79439"/>
                        <a:pt x="40577" y="78581"/>
                      </a:cubicBezTo>
                      <a:cubicBezTo>
                        <a:pt x="40196" y="76105"/>
                        <a:pt x="39053" y="73343"/>
                        <a:pt x="37052" y="70199"/>
                      </a:cubicBezTo>
                      <a:cubicBezTo>
                        <a:pt x="34004" y="65627"/>
                        <a:pt x="32385" y="63056"/>
                        <a:pt x="32195" y="62675"/>
                      </a:cubicBezTo>
                      <a:cubicBezTo>
                        <a:pt x="32195" y="61913"/>
                        <a:pt x="31909" y="60960"/>
                        <a:pt x="31242" y="59817"/>
                      </a:cubicBezTo>
                      <a:cubicBezTo>
                        <a:pt x="30480" y="58579"/>
                        <a:pt x="30099" y="57722"/>
                        <a:pt x="30099" y="57150"/>
                      </a:cubicBezTo>
                      <a:cubicBezTo>
                        <a:pt x="30099" y="56864"/>
                        <a:pt x="30194" y="56483"/>
                        <a:pt x="30480" y="56007"/>
                      </a:cubicBezTo>
                      <a:cubicBezTo>
                        <a:pt x="30004" y="56198"/>
                        <a:pt x="29623" y="56293"/>
                        <a:pt x="29337" y="56293"/>
                      </a:cubicBezTo>
                      <a:cubicBezTo>
                        <a:pt x="28099" y="56293"/>
                        <a:pt x="27051" y="55054"/>
                        <a:pt x="26194" y="52483"/>
                      </a:cubicBezTo>
                      <a:cubicBezTo>
                        <a:pt x="25337" y="49911"/>
                        <a:pt x="24003" y="48673"/>
                        <a:pt x="22288" y="48673"/>
                      </a:cubicBezTo>
                      <a:cubicBezTo>
                        <a:pt x="21908" y="48673"/>
                        <a:pt x="21527" y="48673"/>
                        <a:pt x="21146" y="48863"/>
                      </a:cubicBezTo>
                      <a:cubicBezTo>
                        <a:pt x="21527" y="51054"/>
                        <a:pt x="21812" y="53626"/>
                        <a:pt x="21812" y="56388"/>
                      </a:cubicBezTo>
                      <a:cubicBezTo>
                        <a:pt x="21812" y="58674"/>
                        <a:pt x="21527" y="62008"/>
                        <a:pt x="21146" y="66485"/>
                      </a:cubicBezTo>
                      <a:cubicBezTo>
                        <a:pt x="20669" y="70961"/>
                        <a:pt x="20479" y="74295"/>
                        <a:pt x="20479" y="76486"/>
                      </a:cubicBezTo>
                      <a:cubicBezTo>
                        <a:pt x="20479" y="80677"/>
                        <a:pt x="21050" y="84392"/>
                        <a:pt x="22193" y="87630"/>
                      </a:cubicBezTo>
                      <a:cubicBezTo>
                        <a:pt x="21050" y="88297"/>
                        <a:pt x="20479" y="89249"/>
                        <a:pt x="20479" y="90488"/>
                      </a:cubicBezTo>
                      <a:cubicBezTo>
                        <a:pt x="20479" y="91154"/>
                        <a:pt x="20669" y="92107"/>
                        <a:pt x="21050" y="93345"/>
                      </a:cubicBezTo>
                      <a:cubicBezTo>
                        <a:pt x="21431" y="94583"/>
                        <a:pt x="21622" y="95536"/>
                        <a:pt x="21622" y="96108"/>
                      </a:cubicBezTo>
                      <a:cubicBezTo>
                        <a:pt x="21622" y="97346"/>
                        <a:pt x="20955" y="98203"/>
                        <a:pt x="19621" y="98774"/>
                      </a:cubicBezTo>
                      <a:cubicBezTo>
                        <a:pt x="19621" y="99822"/>
                        <a:pt x="19241" y="100679"/>
                        <a:pt x="18574" y="101156"/>
                      </a:cubicBezTo>
                      <a:lnTo>
                        <a:pt x="4858" y="100584"/>
                      </a:lnTo>
                      <a:cubicBezTo>
                        <a:pt x="4858" y="100108"/>
                        <a:pt x="4763" y="99822"/>
                        <a:pt x="4477" y="99822"/>
                      </a:cubicBezTo>
                      <a:cubicBezTo>
                        <a:pt x="4477" y="99822"/>
                        <a:pt x="4191" y="99917"/>
                        <a:pt x="3810" y="100108"/>
                      </a:cubicBezTo>
                      <a:cubicBezTo>
                        <a:pt x="3429" y="100298"/>
                        <a:pt x="3238" y="100489"/>
                        <a:pt x="3048" y="100489"/>
                      </a:cubicBezTo>
                      <a:cubicBezTo>
                        <a:pt x="2762" y="100489"/>
                        <a:pt x="2572" y="100298"/>
                        <a:pt x="2381" y="100013"/>
                      </a:cubicBezTo>
                      <a:cubicBezTo>
                        <a:pt x="1048" y="99155"/>
                        <a:pt x="476" y="98108"/>
                        <a:pt x="476" y="96869"/>
                      </a:cubicBezTo>
                      <a:cubicBezTo>
                        <a:pt x="476" y="96298"/>
                        <a:pt x="762" y="95250"/>
                        <a:pt x="1238" y="93821"/>
                      </a:cubicBezTo>
                      <a:cubicBezTo>
                        <a:pt x="1715" y="92297"/>
                        <a:pt x="2000" y="91154"/>
                        <a:pt x="2000" y="90392"/>
                      </a:cubicBezTo>
                      <a:cubicBezTo>
                        <a:pt x="2000" y="89630"/>
                        <a:pt x="1810" y="88868"/>
                        <a:pt x="1429" y="88202"/>
                      </a:cubicBezTo>
                      <a:cubicBezTo>
                        <a:pt x="1048" y="86011"/>
                        <a:pt x="953" y="82106"/>
                        <a:pt x="1048" y="76486"/>
                      </a:cubicBezTo>
                      <a:cubicBezTo>
                        <a:pt x="1048" y="71533"/>
                        <a:pt x="762" y="67628"/>
                        <a:pt x="0" y="64866"/>
                      </a:cubicBezTo>
                      <a:cubicBezTo>
                        <a:pt x="762" y="63913"/>
                        <a:pt x="1048" y="62770"/>
                        <a:pt x="1048" y="61341"/>
                      </a:cubicBezTo>
                      <a:cubicBezTo>
                        <a:pt x="1048" y="60770"/>
                        <a:pt x="1048" y="59817"/>
                        <a:pt x="762" y="58674"/>
                      </a:cubicBezTo>
                      <a:cubicBezTo>
                        <a:pt x="667" y="57436"/>
                        <a:pt x="476" y="56579"/>
                        <a:pt x="476" y="55912"/>
                      </a:cubicBezTo>
                      <a:cubicBezTo>
                        <a:pt x="476" y="54197"/>
                        <a:pt x="953" y="52864"/>
                        <a:pt x="2000" y="51721"/>
                      </a:cubicBezTo>
                      <a:cubicBezTo>
                        <a:pt x="667" y="46863"/>
                        <a:pt x="95" y="41339"/>
                        <a:pt x="286" y="35147"/>
                      </a:cubicBezTo>
                      <a:lnTo>
                        <a:pt x="953" y="35147"/>
                      </a:lnTo>
                      <a:cubicBezTo>
                        <a:pt x="762" y="34481"/>
                        <a:pt x="667" y="33719"/>
                        <a:pt x="667" y="32766"/>
                      </a:cubicBezTo>
                      <a:cubicBezTo>
                        <a:pt x="667" y="31909"/>
                        <a:pt x="762" y="30575"/>
                        <a:pt x="1048" y="28861"/>
                      </a:cubicBezTo>
                      <a:cubicBezTo>
                        <a:pt x="1238" y="27146"/>
                        <a:pt x="1333" y="25718"/>
                        <a:pt x="1333" y="24860"/>
                      </a:cubicBezTo>
                      <a:cubicBezTo>
                        <a:pt x="1333" y="22955"/>
                        <a:pt x="953" y="21336"/>
                        <a:pt x="286" y="20003"/>
                      </a:cubicBezTo>
                      <a:cubicBezTo>
                        <a:pt x="1333" y="20003"/>
                        <a:pt x="2477" y="19526"/>
                        <a:pt x="3715" y="18764"/>
                      </a:cubicBezTo>
                      <a:cubicBezTo>
                        <a:pt x="3810" y="19050"/>
                        <a:pt x="4191" y="19145"/>
                        <a:pt x="4858" y="19145"/>
                      </a:cubicBezTo>
                      <a:cubicBezTo>
                        <a:pt x="5525" y="19145"/>
                        <a:pt x="6096" y="19336"/>
                        <a:pt x="6382" y="19622"/>
                      </a:cubicBezTo>
                      <a:lnTo>
                        <a:pt x="7429" y="18193"/>
                      </a:lnTo>
                      <a:cubicBezTo>
                        <a:pt x="7144" y="18860"/>
                        <a:pt x="7239" y="19526"/>
                        <a:pt x="7715" y="20288"/>
                      </a:cubicBezTo>
                      <a:cubicBezTo>
                        <a:pt x="8096" y="20955"/>
                        <a:pt x="8763" y="21146"/>
                        <a:pt x="9525" y="20955"/>
                      </a:cubicBezTo>
                      <a:cubicBezTo>
                        <a:pt x="10287" y="20098"/>
                        <a:pt x="10668" y="19336"/>
                        <a:pt x="10668" y="18764"/>
                      </a:cubicBezTo>
                      <a:cubicBezTo>
                        <a:pt x="10668" y="17621"/>
                        <a:pt x="9334" y="16478"/>
                        <a:pt x="6667" y="15431"/>
                      </a:cubicBezTo>
                      <a:cubicBezTo>
                        <a:pt x="3905" y="14383"/>
                        <a:pt x="2477" y="13716"/>
                        <a:pt x="2381" y="13335"/>
                      </a:cubicBezTo>
                      <a:cubicBezTo>
                        <a:pt x="2762" y="13335"/>
                        <a:pt x="3143" y="13526"/>
                        <a:pt x="3429" y="13526"/>
                      </a:cubicBezTo>
                      <a:cubicBezTo>
                        <a:pt x="4096" y="13526"/>
                        <a:pt x="6001" y="12764"/>
                        <a:pt x="8954" y="11335"/>
                      </a:cubicBezTo>
                      <a:cubicBezTo>
                        <a:pt x="8668" y="10763"/>
                        <a:pt x="8382" y="10573"/>
                        <a:pt x="8096" y="10573"/>
                      </a:cubicBezTo>
                      <a:cubicBezTo>
                        <a:pt x="7906" y="10573"/>
                        <a:pt x="7620" y="10668"/>
                        <a:pt x="7144" y="10954"/>
                      </a:cubicBezTo>
                      <a:cubicBezTo>
                        <a:pt x="6667" y="11240"/>
                        <a:pt x="6382" y="11335"/>
                        <a:pt x="6096" y="11335"/>
                      </a:cubicBezTo>
                      <a:cubicBezTo>
                        <a:pt x="6382" y="11144"/>
                        <a:pt x="6477" y="10668"/>
                        <a:pt x="6477" y="9906"/>
                      </a:cubicBezTo>
                      <a:cubicBezTo>
                        <a:pt x="4096" y="8477"/>
                        <a:pt x="2286" y="8001"/>
                        <a:pt x="953" y="8573"/>
                      </a:cubicBezTo>
                      <a:lnTo>
                        <a:pt x="953" y="2667"/>
                      </a:lnTo>
                      <a:lnTo>
                        <a:pt x="23146" y="2000"/>
                      </a:lnTo>
                      <a:cubicBezTo>
                        <a:pt x="24289" y="4191"/>
                        <a:pt x="25337" y="6382"/>
                        <a:pt x="26479" y="8573"/>
                      </a:cubicBezTo>
                      <a:cubicBezTo>
                        <a:pt x="27623" y="10859"/>
                        <a:pt x="28004" y="13240"/>
                        <a:pt x="27718" y="15812"/>
                      </a:cubicBezTo>
                      <a:cubicBezTo>
                        <a:pt x="28289" y="15145"/>
                        <a:pt x="28861" y="14859"/>
                        <a:pt x="29242" y="14859"/>
                      </a:cubicBezTo>
                      <a:cubicBezTo>
                        <a:pt x="29623" y="14859"/>
                        <a:pt x="30004" y="15335"/>
                        <a:pt x="30385" y="16288"/>
                      </a:cubicBezTo>
                      <a:cubicBezTo>
                        <a:pt x="30861" y="17241"/>
                        <a:pt x="31242" y="17907"/>
                        <a:pt x="31718" y="18288"/>
                      </a:cubicBezTo>
                      <a:cubicBezTo>
                        <a:pt x="31528" y="18860"/>
                        <a:pt x="31433" y="19431"/>
                        <a:pt x="31433" y="19908"/>
                      </a:cubicBezTo>
                      <a:cubicBezTo>
                        <a:pt x="31433" y="21050"/>
                        <a:pt x="32290" y="22289"/>
                        <a:pt x="33909" y="23717"/>
                      </a:cubicBezTo>
                      <a:cubicBezTo>
                        <a:pt x="35528" y="25146"/>
                        <a:pt x="36290" y="26575"/>
                        <a:pt x="36290" y="27908"/>
                      </a:cubicBezTo>
                      <a:cubicBezTo>
                        <a:pt x="36671" y="28575"/>
                        <a:pt x="38291" y="31623"/>
                        <a:pt x="41434" y="37148"/>
                      </a:cubicBezTo>
                      <a:cubicBezTo>
                        <a:pt x="41434" y="39338"/>
                        <a:pt x="41815" y="40862"/>
                        <a:pt x="42482" y="41529"/>
                      </a:cubicBezTo>
                      <a:cubicBezTo>
                        <a:pt x="42863" y="41339"/>
                        <a:pt x="43148" y="41243"/>
                        <a:pt x="43434" y="41243"/>
                      </a:cubicBezTo>
                      <a:cubicBezTo>
                        <a:pt x="43815" y="41243"/>
                        <a:pt x="44101" y="41624"/>
                        <a:pt x="44196" y="42196"/>
                      </a:cubicBezTo>
                      <a:cubicBezTo>
                        <a:pt x="44196" y="43148"/>
                        <a:pt x="44387" y="43720"/>
                        <a:pt x="44482" y="43910"/>
                      </a:cubicBezTo>
                      <a:cubicBezTo>
                        <a:pt x="44958" y="44196"/>
                        <a:pt x="45911" y="45529"/>
                        <a:pt x="47244" y="47625"/>
                      </a:cubicBezTo>
                      <a:cubicBezTo>
                        <a:pt x="48292" y="49244"/>
                        <a:pt x="49530" y="50102"/>
                        <a:pt x="51054" y="50102"/>
                      </a:cubicBezTo>
                      <a:cubicBezTo>
                        <a:pt x="50863" y="50673"/>
                        <a:pt x="51245" y="51340"/>
                        <a:pt x="52102" y="52007"/>
                      </a:cubicBezTo>
                      <a:lnTo>
                        <a:pt x="53530" y="50483"/>
                      </a:lnTo>
                      <a:lnTo>
                        <a:pt x="53150" y="32480"/>
                      </a:lnTo>
                      <a:cubicBezTo>
                        <a:pt x="53721" y="32099"/>
                        <a:pt x="54102" y="31623"/>
                        <a:pt x="54102" y="31242"/>
                      </a:cubicBezTo>
                      <a:cubicBezTo>
                        <a:pt x="54102" y="30861"/>
                        <a:pt x="53816" y="30385"/>
                        <a:pt x="53245" y="29623"/>
                      </a:cubicBezTo>
                      <a:cubicBezTo>
                        <a:pt x="52673" y="28861"/>
                        <a:pt x="52388" y="28289"/>
                        <a:pt x="52388" y="27813"/>
                      </a:cubicBezTo>
                      <a:cubicBezTo>
                        <a:pt x="52388" y="27242"/>
                        <a:pt x="52769" y="26670"/>
                        <a:pt x="53530" y="26194"/>
                      </a:cubicBezTo>
                      <a:cubicBezTo>
                        <a:pt x="52769" y="24384"/>
                        <a:pt x="52483" y="22384"/>
                        <a:pt x="52483" y="20288"/>
                      </a:cubicBezTo>
                      <a:cubicBezTo>
                        <a:pt x="52483" y="18764"/>
                        <a:pt x="52673" y="16574"/>
                        <a:pt x="53150" y="13907"/>
                      </a:cubicBezTo>
                      <a:cubicBezTo>
                        <a:pt x="53626" y="11049"/>
                        <a:pt x="53816" y="9049"/>
                        <a:pt x="53816" y="7811"/>
                      </a:cubicBezTo>
                      <a:cubicBezTo>
                        <a:pt x="53816" y="6763"/>
                        <a:pt x="53816" y="5810"/>
                        <a:pt x="53530" y="4858"/>
                      </a:cubicBezTo>
                      <a:cubicBezTo>
                        <a:pt x="54483" y="4858"/>
                        <a:pt x="55436" y="4001"/>
                        <a:pt x="56293" y="2191"/>
                      </a:cubicBezTo>
                      <a:cubicBezTo>
                        <a:pt x="57055" y="667"/>
                        <a:pt x="58198" y="95"/>
                        <a:pt x="59627" y="381"/>
                      </a:cubicBezTo>
                      <a:lnTo>
                        <a:pt x="61817" y="381"/>
                      </a:lnTo>
                      <a:cubicBezTo>
                        <a:pt x="62675" y="381"/>
                        <a:pt x="63913" y="381"/>
                        <a:pt x="65532" y="191"/>
                      </a:cubicBezTo>
                      <a:cubicBezTo>
                        <a:pt x="67056" y="95"/>
                        <a:pt x="68294" y="0"/>
                        <a:pt x="69056" y="0"/>
                      </a:cubicBezTo>
                      <a:cubicBezTo>
                        <a:pt x="70866" y="0"/>
                        <a:pt x="72200" y="476"/>
                        <a:pt x="73342" y="1429"/>
                      </a:cubicBezTo>
                      <a:cubicBezTo>
                        <a:pt x="73819" y="7144"/>
                        <a:pt x="74104" y="14192"/>
                        <a:pt x="74104" y="22479"/>
                      </a:cubicBezTo>
                      <a:cubicBezTo>
                        <a:pt x="74104" y="25813"/>
                        <a:pt x="74104" y="30956"/>
                        <a:pt x="74009" y="38005"/>
                      </a:cubicBezTo>
                      <a:cubicBezTo>
                        <a:pt x="73914" y="45053"/>
                        <a:pt x="73914" y="50197"/>
                        <a:pt x="73914" y="53626"/>
                      </a:cubicBezTo>
                      <a:cubicBezTo>
                        <a:pt x="73914" y="60770"/>
                        <a:pt x="74104" y="66866"/>
                        <a:pt x="74486" y="72009"/>
                      </a:cubicBezTo>
                      <a:close/>
                      <a:moveTo>
                        <a:pt x="667" y="14669"/>
                      </a:moveTo>
                      <a:lnTo>
                        <a:pt x="2096" y="16097"/>
                      </a:lnTo>
                      <a:lnTo>
                        <a:pt x="2096" y="17431"/>
                      </a:lnTo>
                      <a:lnTo>
                        <a:pt x="667" y="14669"/>
                      </a:lnTo>
                      <a:close/>
                      <a:moveTo>
                        <a:pt x="3143" y="17431"/>
                      </a:moveTo>
                      <a:cubicBezTo>
                        <a:pt x="3143" y="17431"/>
                        <a:pt x="3429" y="18193"/>
                        <a:pt x="3429" y="18574"/>
                      </a:cubicBezTo>
                      <a:cubicBezTo>
                        <a:pt x="3334" y="18193"/>
                        <a:pt x="3143" y="17812"/>
                        <a:pt x="3143" y="17431"/>
                      </a:cubicBezTo>
                      <a:close/>
                      <a:moveTo>
                        <a:pt x="5144" y="16097"/>
                      </a:moveTo>
                      <a:lnTo>
                        <a:pt x="5144" y="17431"/>
                      </a:lnTo>
                      <a:lnTo>
                        <a:pt x="3524" y="15621"/>
                      </a:lnTo>
                      <a:lnTo>
                        <a:pt x="5144" y="16002"/>
                      </a:lnTo>
                      <a:close/>
                      <a:moveTo>
                        <a:pt x="4191" y="10859"/>
                      </a:moveTo>
                      <a:cubicBezTo>
                        <a:pt x="5048" y="10859"/>
                        <a:pt x="5620" y="10954"/>
                        <a:pt x="5810" y="11240"/>
                      </a:cubicBezTo>
                      <a:lnTo>
                        <a:pt x="5144" y="11621"/>
                      </a:lnTo>
                      <a:lnTo>
                        <a:pt x="4191" y="10859"/>
                      </a:lnTo>
                      <a:close/>
                      <a:moveTo>
                        <a:pt x="10763" y="11240"/>
                      </a:moveTo>
                      <a:lnTo>
                        <a:pt x="10478" y="10954"/>
                      </a:lnTo>
                      <a:lnTo>
                        <a:pt x="9430" y="9335"/>
                      </a:lnTo>
                      <a:cubicBezTo>
                        <a:pt x="9049" y="8763"/>
                        <a:pt x="8477" y="8477"/>
                        <a:pt x="7620" y="8477"/>
                      </a:cubicBezTo>
                      <a:cubicBezTo>
                        <a:pt x="8001" y="8668"/>
                        <a:pt x="8954" y="9430"/>
                        <a:pt x="10478" y="10954"/>
                      </a:cubicBezTo>
                      <a:lnTo>
                        <a:pt x="10763" y="11240"/>
                      </a:lnTo>
                      <a:close/>
                      <a:moveTo>
                        <a:pt x="12287" y="18098"/>
                      </a:moveTo>
                      <a:lnTo>
                        <a:pt x="14288" y="18098"/>
                      </a:lnTo>
                      <a:cubicBezTo>
                        <a:pt x="13811" y="17812"/>
                        <a:pt x="13145" y="17812"/>
                        <a:pt x="12287" y="18098"/>
                      </a:cubicBezTo>
                      <a:lnTo>
                        <a:pt x="11144" y="18098"/>
                      </a:lnTo>
                      <a:lnTo>
                        <a:pt x="11525" y="19050"/>
                      </a:lnTo>
                      <a:cubicBezTo>
                        <a:pt x="11525" y="19050"/>
                        <a:pt x="11525" y="19431"/>
                        <a:pt x="11811" y="19812"/>
                      </a:cubicBezTo>
                      <a:lnTo>
                        <a:pt x="11525" y="19050"/>
                      </a:lnTo>
                      <a:cubicBezTo>
                        <a:pt x="11525" y="19050"/>
                        <a:pt x="11811" y="18193"/>
                        <a:pt x="12287" y="18098"/>
                      </a:cubicBezTo>
                      <a:close/>
                      <a:moveTo>
                        <a:pt x="14288" y="77915"/>
                      </a:moveTo>
                      <a:lnTo>
                        <a:pt x="14288" y="74486"/>
                      </a:lnTo>
                      <a:lnTo>
                        <a:pt x="13811" y="74486"/>
                      </a:lnTo>
                      <a:lnTo>
                        <a:pt x="13811" y="77915"/>
                      </a:lnTo>
                      <a:lnTo>
                        <a:pt x="14288" y="77915"/>
                      </a:lnTo>
                      <a:close/>
                      <a:moveTo>
                        <a:pt x="16574" y="19812"/>
                      </a:moveTo>
                      <a:cubicBezTo>
                        <a:pt x="16574" y="19812"/>
                        <a:pt x="16954" y="20193"/>
                        <a:pt x="17336" y="20479"/>
                      </a:cubicBezTo>
                      <a:lnTo>
                        <a:pt x="16574" y="19812"/>
                      </a:lnTo>
                      <a:cubicBezTo>
                        <a:pt x="16574" y="19336"/>
                        <a:pt x="16288" y="18574"/>
                        <a:pt x="15907" y="17431"/>
                      </a:cubicBezTo>
                      <a:cubicBezTo>
                        <a:pt x="15526" y="17812"/>
                        <a:pt x="15240" y="18098"/>
                        <a:pt x="15240" y="18479"/>
                      </a:cubicBezTo>
                      <a:cubicBezTo>
                        <a:pt x="15240" y="18860"/>
                        <a:pt x="15716" y="19336"/>
                        <a:pt x="16574" y="19812"/>
                      </a:cubicBezTo>
                      <a:close/>
                      <a:moveTo>
                        <a:pt x="16954" y="23336"/>
                      </a:moveTo>
                      <a:lnTo>
                        <a:pt x="19431" y="23336"/>
                      </a:lnTo>
                      <a:lnTo>
                        <a:pt x="17717" y="21908"/>
                      </a:lnTo>
                      <a:lnTo>
                        <a:pt x="16954" y="23336"/>
                      </a:lnTo>
                      <a:close/>
                      <a:moveTo>
                        <a:pt x="41148" y="100965"/>
                      </a:moveTo>
                      <a:cubicBezTo>
                        <a:pt x="41815" y="100870"/>
                        <a:pt x="42386" y="100965"/>
                        <a:pt x="43148" y="101346"/>
                      </a:cubicBezTo>
                      <a:lnTo>
                        <a:pt x="41624" y="102489"/>
                      </a:lnTo>
                      <a:lnTo>
                        <a:pt x="41243" y="100965"/>
                      </a:lnTo>
                      <a:close/>
                      <a:moveTo>
                        <a:pt x="51721" y="106394"/>
                      </a:moveTo>
                      <a:lnTo>
                        <a:pt x="51721" y="104489"/>
                      </a:lnTo>
                      <a:lnTo>
                        <a:pt x="52292" y="104489"/>
                      </a:lnTo>
                      <a:cubicBezTo>
                        <a:pt x="52292" y="105061"/>
                        <a:pt x="52197" y="105633"/>
                        <a:pt x="51721" y="106394"/>
                      </a:cubicBezTo>
                      <a:close/>
                      <a:moveTo>
                        <a:pt x="56674" y="85535"/>
                      </a:moveTo>
                      <a:cubicBezTo>
                        <a:pt x="55721" y="86011"/>
                        <a:pt x="55245" y="86487"/>
                        <a:pt x="55245" y="87059"/>
                      </a:cubicBezTo>
                      <a:cubicBezTo>
                        <a:pt x="55245" y="87440"/>
                        <a:pt x="55531" y="87916"/>
                        <a:pt x="56007" y="88583"/>
                      </a:cubicBezTo>
                      <a:cubicBezTo>
                        <a:pt x="56579" y="89345"/>
                        <a:pt x="56769" y="89821"/>
                        <a:pt x="56769" y="90202"/>
                      </a:cubicBezTo>
                      <a:lnTo>
                        <a:pt x="56769" y="90488"/>
                      </a:lnTo>
                      <a:cubicBezTo>
                        <a:pt x="56769" y="90488"/>
                        <a:pt x="56674" y="90773"/>
                        <a:pt x="56674" y="90869"/>
                      </a:cubicBezTo>
                      <a:cubicBezTo>
                        <a:pt x="56674" y="90678"/>
                        <a:pt x="56864" y="90488"/>
                        <a:pt x="56864" y="90202"/>
                      </a:cubicBezTo>
                      <a:cubicBezTo>
                        <a:pt x="56864" y="89916"/>
                        <a:pt x="57055" y="89440"/>
                        <a:pt x="57341" y="88868"/>
                      </a:cubicBezTo>
                      <a:cubicBezTo>
                        <a:pt x="57626" y="88297"/>
                        <a:pt x="57721" y="87821"/>
                        <a:pt x="57721" y="87440"/>
                      </a:cubicBezTo>
                      <a:cubicBezTo>
                        <a:pt x="57721" y="86868"/>
                        <a:pt x="57341" y="86201"/>
                        <a:pt x="56674" y="85535"/>
                      </a:cubicBezTo>
                      <a:close/>
                      <a:moveTo>
                        <a:pt x="56674" y="96584"/>
                      </a:moveTo>
                      <a:cubicBezTo>
                        <a:pt x="57531" y="95917"/>
                        <a:pt x="57912" y="95345"/>
                        <a:pt x="57721" y="94774"/>
                      </a:cubicBezTo>
                      <a:cubicBezTo>
                        <a:pt x="57531" y="94202"/>
                        <a:pt x="57150" y="94012"/>
                        <a:pt x="56674" y="94202"/>
                      </a:cubicBezTo>
                      <a:cubicBezTo>
                        <a:pt x="56198" y="94679"/>
                        <a:pt x="56007" y="95250"/>
                        <a:pt x="56198" y="95726"/>
                      </a:cubicBezTo>
                      <a:cubicBezTo>
                        <a:pt x="56579" y="96584"/>
                        <a:pt x="56674" y="96869"/>
                        <a:pt x="56674" y="96679"/>
                      </a:cubicBezTo>
                      <a:lnTo>
                        <a:pt x="57055" y="97060"/>
                      </a:lnTo>
                      <a:cubicBezTo>
                        <a:pt x="57055" y="97060"/>
                        <a:pt x="57721" y="97822"/>
                        <a:pt x="57721" y="98108"/>
                      </a:cubicBezTo>
                      <a:cubicBezTo>
                        <a:pt x="57721" y="97822"/>
                        <a:pt x="57721" y="97536"/>
                        <a:pt x="57341" y="97250"/>
                      </a:cubicBezTo>
                      <a:cubicBezTo>
                        <a:pt x="56959" y="96965"/>
                        <a:pt x="56769" y="96774"/>
                        <a:pt x="56674" y="96584"/>
                      </a:cubicBezTo>
                      <a:close/>
                      <a:moveTo>
                        <a:pt x="67818" y="32004"/>
                      </a:moveTo>
                      <a:lnTo>
                        <a:pt x="70390" y="33433"/>
                      </a:lnTo>
                      <a:lnTo>
                        <a:pt x="68961" y="31623"/>
                      </a:lnTo>
                      <a:lnTo>
                        <a:pt x="69723" y="30671"/>
                      </a:lnTo>
                      <a:lnTo>
                        <a:pt x="64675" y="28670"/>
                      </a:lnTo>
                      <a:cubicBezTo>
                        <a:pt x="65342" y="28956"/>
                        <a:pt x="65723" y="29337"/>
                        <a:pt x="65723" y="29813"/>
                      </a:cubicBezTo>
                      <a:cubicBezTo>
                        <a:pt x="65723" y="30290"/>
                        <a:pt x="65342" y="30766"/>
                        <a:pt x="64675" y="31052"/>
                      </a:cubicBezTo>
                      <a:cubicBezTo>
                        <a:pt x="64389" y="30480"/>
                        <a:pt x="64103" y="30194"/>
                        <a:pt x="63627" y="30194"/>
                      </a:cubicBezTo>
                      <a:cubicBezTo>
                        <a:pt x="63341" y="30194"/>
                        <a:pt x="62960" y="30194"/>
                        <a:pt x="62389" y="30480"/>
                      </a:cubicBezTo>
                      <a:cubicBezTo>
                        <a:pt x="61913" y="30671"/>
                        <a:pt x="61532" y="30766"/>
                        <a:pt x="61246" y="30766"/>
                      </a:cubicBezTo>
                      <a:cubicBezTo>
                        <a:pt x="60865" y="30766"/>
                        <a:pt x="60579" y="30671"/>
                        <a:pt x="60293" y="30385"/>
                      </a:cubicBezTo>
                      <a:lnTo>
                        <a:pt x="60674" y="29813"/>
                      </a:lnTo>
                      <a:lnTo>
                        <a:pt x="56198" y="30861"/>
                      </a:lnTo>
                      <a:lnTo>
                        <a:pt x="58674" y="30861"/>
                      </a:lnTo>
                      <a:cubicBezTo>
                        <a:pt x="59531" y="30861"/>
                        <a:pt x="60293" y="31147"/>
                        <a:pt x="60865" y="31909"/>
                      </a:cubicBezTo>
                      <a:cubicBezTo>
                        <a:pt x="61436" y="32671"/>
                        <a:pt x="61722" y="33433"/>
                        <a:pt x="61722" y="34100"/>
                      </a:cubicBezTo>
                      <a:lnTo>
                        <a:pt x="62103" y="33623"/>
                      </a:lnTo>
                      <a:cubicBezTo>
                        <a:pt x="62103" y="33623"/>
                        <a:pt x="62770" y="33623"/>
                        <a:pt x="63055" y="33909"/>
                      </a:cubicBezTo>
                      <a:cubicBezTo>
                        <a:pt x="63532" y="34385"/>
                        <a:pt x="63722" y="34671"/>
                        <a:pt x="63817" y="34671"/>
                      </a:cubicBezTo>
                      <a:lnTo>
                        <a:pt x="63817" y="32766"/>
                      </a:lnTo>
                      <a:cubicBezTo>
                        <a:pt x="63817" y="32004"/>
                        <a:pt x="64008" y="31528"/>
                        <a:pt x="64579" y="31242"/>
                      </a:cubicBezTo>
                      <a:cubicBezTo>
                        <a:pt x="65151" y="31718"/>
                        <a:pt x="65532" y="31909"/>
                        <a:pt x="65627" y="31909"/>
                      </a:cubicBezTo>
                      <a:cubicBezTo>
                        <a:pt x="65627" y="31052"/>
                        <a:pt x="65818" y="30671"/>
                        <a:pt x="66294" y="30480"/>
                      </a:cubicBezTo>
                      <a:cubicBezTo>
                        <a:pt x="66675" y="30385"/>
                        <a:pt x="67246" y="30575"/>
                        <a:pt x="68294" y="31242"/>
                      </a:cubicBezTo>
                      <a:cubicBezTo>
                        <a:pt x="68294" y="31528"/>
                        <a:pt x="68199" y="31814"/>
                        <a:pt x="67723" y="32290"/>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 name="Google Shape;1505;p99"/>
                <p:cNvSpPr/>
                <p:nvPr/>
              </p:nvSpPr>
              <p:spPr>
                <a:xfrm>
                  <a:off x="4107084" y="5024627"/>
                  <a:ext cx="81248" cy="102489"/>
                </a:xfrm>
                <a:custGeom>
                  <a:avLst/>
                  <a:gdLst/>
                  <a:ahLst/>
                  <a:cxnLst/>
                  <a:rect l="l" t="t" r="r" b="b"/>
                  <a:pathLst>
                    <a:path w="81248" h="102489" extrusionOk="0">
                      <a:moveTo>
                        <a:pt x="71628" y="82010"/>
                      </a:moveTo>
                      <a:cubicBezTo>
                        <a:pt x="73342" y="83058"/>
                        <a:pt x="74295" y="84868"/>
                        <a:pt x="74485" y="87344"/>
                      </a:cubicBezTo>
                      <a:cubicBezTo>
                        <a:pt x="74485" y="89535"/>
                        <a:pt x="74676" y="91631"/>
                        <a:pt x="74676" y="93821"/>
                      </a:cubicBezTo>
                      <a:cubicBezTo>
                        <a:pt x="74676" y="94964"/>
                        <a:pt x="74962" y="95917"/>
                        <a:pt x="75247" y="96869"/>
                      </a:cubicBezTo>
                      <a:cubicBezTo>
                        <a:pt x="72771" y="100584"/>
                        <a:pt x="68675" y="102489"/>
                        <a:pt x="62865" y="102489"/>
                      </a:cubicBezTo>
                      <a:cubicBezTo>
                        <a:pt x="61246" y="102489"/>
                        <a:pt x="58674" y="102299"/>
                        <a:pt x="55054" y="102013"/>
                      </a:cubicBezTo>
                      <a:cubicBezTo>
                        <a:pt x="51530" y="101632"/>
                        <a:pt x="48863" y="101537"/>
                        <a:pt x="47149" y="101537"/>
                      </a:cubicBezTo>
                      <a:cubicBezTo>
                        <a:pt x="45434" y="101537"/>
                        <a:pt x="43720" y="101537"/>
                        <a:pt x="42291" y="101822"/>
                      </a:cubicBezTo>
                      <a:lnTo>
                        <a:pt x="12478" y="101822"/>
                      </a:lnTo>
                      <a:lnTo>
                        <a:pt x="12478" y="101441"/>
                      </a:lnTo>
                      <a:cubicBezTo>
                        <a:pt x="11430" y="100870"/>
                        <a:pt x="9620" y="100775"/>
                        <a:pt x="6953" y="101156"/>
                      </a:cubicBezTo>
                      <a:cubicBezTo>
                        <a:pt x="4286" y="101537"/>
                        <a:pt x="2286" y="101346"/>
                        <a:pt x="952" y="100394"/>
                      </a:cubicBezTo>
                      <a:cubicBezTo>
                        <a:pt x="1429" y="88392"/>
                        <a:pt x="1619" y="76486"/>
                        <a:pt x="1619" y="64770"/>
                      </a:cubicBezTo>
                      <a:cubicBezTo>
                        <a:pt x="1619" y="53054"/>
                        <a:pt x="1429" y="41148"/>
                        <a:pt x="952" y="29146"/>
                      </a:cubicBezTo>
                      <a:cubicBezTo>
                        <a:pt x="1524" y="29432"/>
                        <a:pt x="1810" y="29623"/>
                        <a:pt x="2000" y="29528"/>
                      </a:cubicBezTo>
                      <a:lnTo>
                        <a:pt x="2381" y="29146"/>
                      </a:lnTo>
                      <a:cubicBezTo>
                        <a:pt x="2476" y="28670"/>
                        <a:pt x="2286" y="28289"/>
                        <a:pt x="1714" y="28099"/>
                      </a:cubicBezTo>
                      <a:cubicBezTo>
                        <a:pt x="1143" y="27908"/>
                        <a:pt x="952" y="27718"/>
                        <a:pt x="952" y="27718"/>
                      </a:cubicBezTo>
                      <a:cubicBezTo>
                        <a:pt x="952" y="27527"/>
                        <a:pt x="1143" y="27242"/>
                        <a:pt x="1619" y="26861"/>
                      </a:cubicBezTo>
                      <a:cubicBezTo>
                        <a:pt x="1619" y="27623"/>
                        <a:pt x="1714" y="28099"/>
                        <a:pt x="2000" y="28194"/>
                      </a:cubicBezTo>
                      <a:cubicBezTo>
                        <a:pt x="2858" y="28194"/>
                        <a:pt x="3143" y="27623"/>
                        <a:pt x="2762" y="26765"/>
                      </a:cubicBezTo>
                      <a:cubicBezTo>
                        <a:pt x="2381" y="25908"/>
                        <a:pt x="2476" y="25337"/>
                        <a:pt x="3143" y="25241"/>
                      </a:cubicBezTo>
                      <a:cubicBezTo>
                        <a:pt x="3143" y="25432"/>
                        <a:pt x="3048" y="25527"/>
                        <a:pt x="3048" y="25718"/>
                      </a:cubicBezTo>
                      <a:cubicBezTo>
                        <a:pt x="3048" y="26099"/>
                        <a:pt x="3238" y="26384"/>
                        <a:pt x="3810" y="26765"/>
                      </a:cubicBezTo>
                      <a:cubicBezTo>
                        <a:pt x="4286" y="27146"/>
                        <a:pt x="4572" y="27432"/>
                        <a:pt x="4667" y="27623"/>
                      </a:cubicBezTo>
                      <a:lnTo>
                        <a:pt x="6763" y="27242"/>
                      </a:lnTo>
                      <a:lnTo>
                        <a:pt x="4667" y="25813"/>
                      </a:lnTo>
                      <a:lnTo>
                        <a:pt x="6763" y="24860"/>
                      </a:lnTo>
                      <a:cubicBezTo>
                        <a:pt x="6763" y="24860"/>
                        <a:pt x="6191" y="24289"/>
                        <a:pt x="5143" y="23336"/>
                      </a:cubicBezTo>
                      <a:cubicBezTo>
                        <a:pt x="4477" y="22765"/>
                        <a:pt x="3905" y="22479"/>
                        <a:pt x="3429" y="22479"/>
                      </a:cubicBezTo>
                      <a:cubicBezTo>
                        <a:pt x="2953" y="22479"/>
                        <a:pt x="2476" y="22765"/>
                        <a:pt x="2096" y="23527"/>
                      </a:cubicBezTo>
                      <a:cubicBezTo>
                        <a:pt x="1524" y="23146"/>
                        <a:pt x="1238" y="22860"/>
                        <a:pt x="1238" y="22479"/>
                      </a:cubicBezTo>
                      <a:cubicBezTo>
                        <a:pt x="1238" y="22288"/>
                        <a:pt x="1619" y="22003"/>
                        <a:pt x="2286" y="21431"/>
                      </a:cubicBezTo>
                      <a:cubicBezTo>
                        <a:pt x="2953" y="20955"/>
                        <a:pt x="3334" y="20384"/>
                        <a:pt x="3238" y="20003"/>
                      </a:cubicBezTo>
                      <a:lnTo>
                        <a:pt x="4286" y="21050"/>
                      </a:lnTo>
                      <a:lnTo>
                        <a:pt x="4953" y="20288"/>
                      </a:lnTo>
                      <a:cubicBezTo>
                        <a:pt x="4953" y="20288"/>
                        <a:pt x="5525" y="20669"/>
                        <a:pt x="5905" y="20669"/>
                      </a:cubicBezTo>
                      <a:cubicBezTo>
                        <a:pt x="6287" y="20669"/>
                        <a:pt x="7048" y="20384"/>
                        <a:pt x="7906" y="20003"/>
                      </a:cubicBezTo>
                      <a:cubicBezTo>
                        <a:pt x="8858" y="19621"/>
                        <a:pt x="9525" y="19431"/>
                        <a:pt x="9906" y="19431"/>
                      </a:cubicBezTo>
                      <a:cubicBezTo>
                        <a:pt x="10382" y="19431"/>
                        <a:pt x="10858" y="19621"/>
                        <a:pt x="11239" y="20003"/>
                      </a:cubicBezTo>
                      <a:lnTo>
                        <a:pt x="11906" y="19621"/>
                      </a:lnTo>
                      <a:cubicBezTo>
                        <a:pt x="11811" y="18860"/>
                        <a:pt x="11335" y="18288"/>
                        <a:pt x="10382" y="18002"/>
                      </a:cubicBezTo>
                      <a:cubicBezTo>
                        <a:pt x="9430" y="17717"/>
                        <a:pt x="8858" y="17431"/>
                        <a:pt x="8763" y="17145"/>
                      </a:cubicBezTo>
                      <a:cubicBezTo>
                        <a:pt x="7334" y="17050"/>
                        <a:pt x="5620" y="17050"/>
                        <a:pt x="3620" y="17145"/>
                      </a:cubicBezTo>
                      <a:cubicBezTo>
                        <a:pt x="3429" y="17526"/>
                        <a:pt x="3238" y="17717"/>
                        <a:pt x="3048" y="17717"/>
                      </a:cubicBezTo>
                      <a:cubicBezTo>
                        <a:pt x="2667" y="17431"/>
                        <a:pt x="2476" y="17336"/>
                        <a:pt x="2286" y="17336"/>
                      </a:cubicBezTo>
                      <a:cubicBezTo>
                        <a:pt x="2096" y="17336"/>
                        <a:pt x="1905" y="17336"/>
                        <a:pt x="1714" y="17431"/>
                      </a:cubicBezTo>
                      <a:lnTo>
                        <a:pt x="667" y="13621"/>
                      </a:lnTo>
                      <a:cubicBezTo>
                        <a:pt x="1429" y="13621"/>
                        <a:pt x="1905" y="13430"/>
                        <a:pt x="2096" y="12954"/>
                      </a:cubicBezTo>
                      <a:cubicBezTo>
                        <a:pt x="2096" y="12192"/>
                        <a:pt x="1810" y="12002"/>
                        <a:pt x="1143" y="12287"/>
                      </a:cubicBezTo>
                      <a:cubicBezTo>
                        <a:pt x="476" y="12668"/>
                        <a:pt x="95" y="12573"/>
                        <a:pt x="0" y="12002"/>
                      </a:cubicBezTo>
                      <a:lnTo>
                        <a:pt x="1048" y="10954"/>
                      </a:lnTo>
                      <a:lnTo>
                        <a:pt x="2096" y="12002"/>
                      </a:lnTo>
                      <a:cubicBezTo>
                        <a:pt x="2096" y="12002"/>
                        <a:pt x="2476" y="10954"/>
                        <a:pt x="2476" y="9620"/>
                      </a:cubicBezTo>
                      <a:cubicBezTo>
                        <a:pt x="2476" y="9906"/>
                        <a:pt x="2667" y="10192"/>
                        <a:pt x="3143" y="10382"/>
                      </a:cubicBezTo>
                      <a:cubicBezTo>
                        <a:pt x="3905" y="9811"/>
                        <a:pt x="4191" y="9430"/>
                        <a:pt x="4191" y="9144"/>
                      </a:cubicBezTo>
                      <a:cubicBezTo>
                        <a:pt x="4191" y="8763"/>
                        <a:pt x="3620" y="8096"/>
                        <a:pt x="2381" y="7334"/>
                      </a:cubicBezTo>
                      <a:cubicBezTo>
                        <a:pt x="1238" y="6477"/>
                        <a:pt x="571" y="5810"/>
                        <a:pt x="571" y="5144"/>
                      </a:cubicBezTo>
                      <a:cubicBezTo>
                        <a:pt x="571" y="4572"/>
                        <a:pt x="952" y="4001"/>
                        <a:pt x="1619" y="3238"/>
                      </a:cubicBezTo>
                      <a:lnTo>
                        <a:pt x="4096" y="667"/>
                      </a:lnTo>
                      <a:cubicBezTo>
                        <a:pt x="8572" y="286"/>
                        <a:pt x="13335" y="0"/>
                        <a:pt x="18383" y="0"/>
                      </a:cubicBezTo>
                      <a:cubicBezTo>
                        <a:pt x="23146" y="0"/>
                        <a:pt x="30385" y="286"/>
                        <a:pt x="39910" y="762"/>
                      </a:cubicBezTo>
                      <a:cubicBezTo>
                        <a:pt x="49530" y="1238"/>
                        <a:pt x="56769" y="1524"/>
                        <a:pt x="61627" y="1524"/>
                      </a:cubicBezTo>
                      <a:cubicBezTo>
                        <a:pt x="65056" y="1524"/>
                        <a:pt x="68389" y="1524"/>
                        <a:pt x="71533" y="1238"/>
                      </a:cubicBezTo>
                      <a:cubicBezTo>
                        <a:pt x="73533" y="2762"/>
                        <a:pt x="74581" y="4763"/>
                        <a:pt x="74581" y="7334"/>
                      </a:cubicBezTo>
                      <a:cubicBezTo>
                        <a:pt x="74581" y="8096"/>
                        <a:pt x="74390" y="9430"/>
                        <a:pt x="74200" y="11240"/>
                      </a:cubicBezTo>
                      <a:cubicBezTo>
                        <a:pt x="73914" y="13049"/>
                        <a:pt x="73819" y="14478"/>
                        <a:pt x="73819" y="15526"/>
                      </a:cubicBezTo>
                      <a:cubicBezTo>
                        <a:pt x="73819" y="16574"/>
                        <a:pt x="73819" y="17431"/>
                        <a:pt x="74009" y="18288"/>
                      </a:cubicBezTo>
                      <a:cubicBezTo>
                        <a:pt x="74009" y="19621"/>
                        <a:pt x="73152" y="20288"/>
                        <a:pt x="71342" y="20288"/>
                      </a:cubicBezTo>
                      <a:cubicBezTo>
                        <a:pt x="71056" y="20288"/>
                        <a:pt x="70675" y="20288"/>
                        <a:pt x="70009" y="20098"/>
                      </a:cubicBezTo>
                      <a:lnTo>
                        <a:pt x="68675" y="20098"/>
                      </a:lnTo>
                      <a:cubicBezTo>
                        <a:pt x="67627" y="20098"/>
                        <a:pt x="66866" y="20288"/>
                        <a:pt x="66389" y="20669"/>
                      </a:cubicBezTo>
                      <a:lnTo>
                        <a:pt x="63437" y="20669"/>
                      </a:lnTo>
                      <a:lnTo>
                        <a:pt x="63437" y="20098"/>
                      </a:lnTo>
                      <a:cubicBezTo>
                        <a:pt x="59436" y="20479"/>
                        <a:pt x="54864" y="20669"/>
                        <a:pt x="49911" y="20669"/>
                      </a:cubicBezTo>
                      <a:cubicBezTo>
                        <a:pt x="46768" y="20669"/>
                        <a:pt x="42100" y="20669"/>
                        <a:pt x="36100" y="20669"/>
                      </a:cubicBezTo>
                      <a:lnTo>
                        <a:pt x="22384" y="20669"/>
                      </a:lnTo>
                      <a:cubicBezTo>
                        <a:pt x="21812" y="22193"/>
                        <a:pt x="21431" y="23908"/>
                        <a:pt x="21431" y="25813"/>
                      </a:cubicBezTo>
                      <a:cubicBezTo>
                        <a:pt x="21431" y="26384"/>
                        <a:pt x="21431" y="27242"/>
                        <a:pt x="21526" y="28385"/>
                      </a:cubicBezTo>
                      <a:lnTo>
                        <a:pt x="21526" y="31147"/>
                      </a:lnTo>
                      <a:cubicBezTo>
                        <a:pt x="21526" y="32957"/>
                        <a:pt x="21336" y="34671"/>
                        <a:pt x="20860" y="36195"/>
                      </a:cubicBezTo>
                      <a:cubicBezTo>
                        <a:pt x="21146" y="37338"/>
                        <a:pt x="21336" y="38576"/>
                        <a:pt x="21526" y="39719"/>
                      </a:cubicBezTo>
                      <a:cubicBezTo>
                        <a:pt x="22003" y="41148"/>
                        <a:pt x="22765" y="41910"/>
                        <a:pt x="23908" y="41910"/>
                      </a:cubicBezTo>
                      <a:cubicBezTo>
                        <a:pt x="24289" y="41910"/>
                        <a:pt x="24670" y="41910"/>
                        <a:pt x="24955" y="41815"/>
                      </a:cubicBezTo>
                      <a:cubicBezTo>
                        <a:pt x="25241" y="41815"/>
                        <a:pt x="25527" y="41910"/>
                        <a:pt x="25908" y="41910"/>
                      </a:cubicBezTo>
                      <a:cubicBezTo>
                        <a:pt x="26194" y="41910"/>
                        <a:pt x="26765" y="41910"/>
                        <a:pt x="27432" y="41624"/>
                      </a:cubicBezTo>
                      <a:cubicBezTo>
                        <a:pt x="28099" y="41434"/>
                        <a:pt x="28575" y="41434"/>
                        <a:pt x="28861" y="41434"/>
                      </a:cubicBezTo>
                      <a:cubicBezTo>
                        <a:pt x="29527" y="41434"/>
                        <a:pt x="30099" y="41815"/>
                        <a:pt x="30575" y="42386"/>
                      </a:cubicBezTo>
                      <a:cubicBezTo>
                        <a:pt x="32956" y="41720"/>
                        <a:pt x="35719" y="41434"/>
                        <a:pt x="38862" y="41434"/>
                      </a:cubicBezTo>
                      <a:cubicBezTo>
                        <a:pt x="40481" y="41434"/>
                        <a:pt x="42767" y="41434"/>
                        <a:pt x="45720" y="41720"/>
                      </a:cubicBezTo>
                      <a:cubicBezTo>
                        <a:pt x="48673" y="41910"/>
                        <a:pt x="50959" y="42005"/>
                        <a:pt x="52388" y="42005"/>
                      </a:cubicBezTo>
                      <a:cubicBezTo>
                        <a:pt x="53816" y="42005"/>
                        <a:pt x="55245" y="42005"/>
                        <a:pt x="56579" y="41720"/>
                      </a:cubicBezTo>
                      <a:cubicBezTo>
                        <a:pt x="57245" y="43815"/>
                        <a:pt x="57436" y="46768"/>
                        <a:pt x="57341" y="50578"/>
                      </a:cubicBezTo>
                      <a:cubicBezTo>
                        <a:pt x="57341" y="54864"/>
                        <a:pt x="57341" y="57817"/>
                        <a:pt x="57626" y="59436"/>
                      </a:cubicBezTo>
                      <a:cubicBezTo>
                        <a:pt x="55817" y="60674"/>
                        <a:pt x="53340" y="61341"/>
                        <a:pt x="50197" y="61341"/>
                      </a:cubicBezTo>
                      <a:cubicBezTo>
                        <a:pt x="48958" y="61341"/>
                        <a:pt x="46863" y="61246"/>
                        <a:pt x="44291" y="60960"/>
                      </a:cubicBezTo>
                      <a:cubicBezTo>
                        <a:pt x="41624" y="60674"/>
                        <a:pt x="39624" y="60579"/>
                        <a:pt x="38195" y="60579"/>
                      </a:cubicBezTo>
                      <a:cubicBezTo>
                        <a:pt x="36767" y="60579"/>
                        <a:pt x="35623" y="60579"/>
                        <a:pt x="34480" y="60770"/>
                      </a:cubicBezTo>
                      <a:lnTo>
                        <a:pt x="34480" y="60198"/>
                      </a:lnTo>
                      <a:cubicBezTo>
                        <a:pt x="33909" y="60198"/>
                        <a:pt x="32575" y="60293"/>
                        <a:pt x="30480" y="60293"/>
                      </a:cubicBezTo>
                      <a:cubicBezTo>
                        <a:pt x="29051" y="60293"/>
                        <a:pt x="27813" y="60579"/>
                        <a:pt x="26575" y="61151"/>
                      </a:cubicBezTo>
                      <a:cubicBezTo>
                        <a:pt x="26194" y="60865"/>
                        <a:pt x="25527" y="60770"/>
                        <a:pt x="24860" y="60770"/>
                      </a:cubicBezTo>
                      <a:cubicBezTo>
                        <a:pt x="23813" y="60865"/>
                        <a:pt x="23146" y="60865"/>
                        <a:pt x="23050" y="60770"/>
                      </a:cubicBezTo>
                      <a:cubicBezTo>
                        <a:pt x="21622" y="61151"/>
                        <a:pt x="20955" y="62294"/>
                        <a:pt x="20955" y="63913"/>
                      </a:cubicBezTo>
                      <a:cubicBezTo>
                        <a:pt x="20955" y="65056"/>
                        <a:pt x="21146" y="66008"/>
                        <a:pt x="21622" y="66675"/>
                      </a:cubicBezTo>
                      <a:cubicBezTo>
                        <a:pt x="19717" y="66199"/>
                        <a:pt x="18002" y="66675"/>
                        <a:pt x="16478" y="68104"/>
                      </a:cubicBezTo>
                      <a:lnTo>
                        <a:pt x="19907" y="67437"/>
                      </a:lnTo>
                      <a:lnTo>
                        <a:pt x="19526" y="68104"/>
                      </a:lnTo>
                      <a:cubicBezTo>
                        <a:pt x="19526" y="68104"/>
                        <a:pt x="19907" y="68580"/>
                        <a:pt x="20193" y="68580"/>
                      </a:cubicBezTo>
                      <a:cubicBezTo>
                        <a:pt x="20002" y="68580"/>
                        <a:pt x="20479" y="68199"/>
                        <a:pt x="21622" y="67437"/>
                      </a:cubicBezTo>
                      <a:cubicBezTo>
                        <a:pt x="21622" y="67056"/>
                        <a:pt x="21622" y="69533"/>
                        <a:pt x="21526" y="74771"/>
                      </a:cubicBezTo>
                      <a:cubicBezTo>
                        <a:pt x="21526" y="77819"/>
                        <a:pt x="21908" y="80105"/>
                        <a:pt x="23146" y="81725"/>
                      </a:cubicBezTo>
                      <a:cubicBezTo>
                        <a:pt x="26384" y="82106"/>
                        <a:pt x="29813" y="82296"/>
                        <a:pt x="33338" y="82296"/>
                      </a:cubicBezTo>
                      <a:cubicBezTo>
                        <a:pt x="36100" y="82296"/>
                        <a:pt x="40005" y="82106"/>
                        <a:pt x="45244" y="81820"/>
                      </a:cubicBezTo>
                      <a:cubicBezTo>
                        <a:pt x="50483" y="81534"/>
                        <a:pt x="54292" y="81344"/>
                        <a:pt x="56959" y="81344"/>
                      </a:cubicBezTo>
                      <a:cubicBezTo>
                        <a:pt x="60865" y="81344"/>
                        <a:pt x="64579" y="81629"/>
                        <a:pt x="67913" y="82106"/>
                      </a:cubicBezTo>
                      <a:cubicBezTo>
                        <a:pt x="68485" y="80772"/>
                        <a:pt x="69723" y="80677"/>
                        <a:pt x="71533" y="81725"/>
                      </a:cubicBezTo>
                      <a:close/>
                      <a:moveTo>
                        <a:pt x="4096" y="18764"/>
                      </a:moveTo>
                      <a:lnTo>
                        <a:pt x="4858" y="19717"/>
                      </a:lnTo>
                      <a:lnTo>
                        <a:pt x="4858" y="20003"/>
                      </a:lnTo>
                      <a:cubicBezTo>
                        <a:pt x="4858" y="20003"/>
                        <a:pt x="4191" y="19241"/>
                        <a:pt x="4096" y="18764"/>
                      </a:cubicBezTo>
                      <a:close/>
                      <a:moveTo>
                        <a:pt x="30956" y="54769"/>
                      </a:moveTo>
                      <a:lnTo>
                        <a:pt x="29432" y="54769"/>
                      </a:lnTo>
                      <a:cubicBezTo>
                        <a:pt x="29718" y="55340"/>
                        <a:pt x="30194" y="55340"/>
                        <a:pt x="30956" y="54769"/>
                      </a:cubicBezTo>
                      <a:lnTo>
                        <a:pt x="31623" y="54769"/>
                      </a:lnTo>
                      <a:cubicBezTo>
                        <a:pt x="31623" y="54769"/>
                        <a:pt x="31909" y="55245"/>
                        <a:pt x="31909" y="55626"/>
                      </a:cubicBezTo>
                      <a:lnTo>
                        <a:pt x="33718" y="54769"/>
                      </a:lnTo>
                      <a:cubicBezTo>
                        <a:pt x="33718" y="54769"/>
                        <a:pt x="34385" y="55531"/>
                        <a:pt x="34385" y="55626"/>
                      </a:cubicBezTo>
                      <a:lnTo>
                        <a:pt x="36385" y="55626"/>
                      </a:lnTo>
                      <a:lnTo>
                        <a:pt x="36385" y="54769"/>
                      </a:lnTo>
                      <a:lnTo>
                        <a:pt x="31718" y="54769"/>
                      </a:lnTo>
                      <a:cubicBezTo>
                        <a:pt x="31718" y="54769"/>
                        <a:pt x="31337" y="54578"/>
                        <a:pt x="31051" y="54769"/>
                      </a:cubicBezTo>
                      <a:close/>
                      <a:moveTo>
                        <a:pt x="56483" y="7334"/>
                      </a:moveTo>
                      <a:lnTo>
                        <a:pt x="55435" y="6668"/>
                      </a:lnTo>
                      <a:lnTo>
                        <a:pt x="56483" y="8668"/>
                      </a:lnTo>
                      <a:lnTo>
                        <a:pt x="56483" y="7334"/>
                      </a:lnTo>
                      <a:close/>
                      <a:moveTo>
                        <a:pt x="80677" y="88773"/>
                      </a:moveTo>
                      <a:lnTo>
                        <a:pt x="81248" y="88773"/>
                      </a:lnTo>
                      <a:lnTo>
                        <a:pt x="79724" y="89630"/>
                      </a:lnTo>
                      <a:lnTo>
                        <a:pt x="80772" y="88773"/>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 name="Google Shape;1506;p99"/>
                <p:cNvSpPr/>
                <p:nvPr/>
              </p:nvSpPr>
              <p:spPr>
                <a:xfrm>
                  <a:off x="4188332" y="5025666"/>
                  <a:ext cx="70770" cy="101450"/>
                </a:xfrm>
                <a:custGeom>
                  <a:avLst/>
                  <a:gdLst/>
                  <a:ahLst/>
                  <a:cxnLst/>
                  <a:rect l="l" t="t" r="r" b="b"/>
                  <a:pathLst>
                    <a:path w="70770" h="101450" extrusionOk="0">
                      <a:moveTo>
                        <a:pt x="69723" y="3439"/>
                      </a:moveTo>
                      <a:lnTo>
                        <a:pt x="70771" y="21346"/>
                      </a:lnTo>
                      <a:cubicBezTo>
                        <a:pt x="68580" y="22013"/>
                        <a:pt x="65627" y="22203"/>
                        <a:pt x="61913" y="21822"/>
                      </a:cubicBezTo>
                      <a:cubicBezTo>
                        <a:pt x="57436" y="21441"/>
                        <a:pt x="54483" y="21250"/>
                        <a:pt x="53150" y="21441"/>
                      </a:cubicBezTo>
                      <a:cubicBezTo>
                        <a:pt x="50006" y="21917"/>
                        <a:pt x="47530" y="23346"/>
                        <a:pt x="45529" y="25727"/>
                      </a:cubicBezTo>
                      <a:cubicBezTo>
                        <a:pt x="45720" y="26299"/>
                        <a:pt x="45815" y="26965"/>
                        <a:pt x="45815" y="27632"/>
                      </a:cubicBezTo>
                      <a:cubicBezTo>
                        <a:pt x="45815" y="28299"/>
                        <a:pt x="45720" y="29252"/>
                        <a:pt x="45434" y="30585"/>
                      </a:cubicBezTo>
                      <a:cubicBezTo>
                        <a:pt x="45149" y="31919"/>
                        <a:pt x="45053" y="32871"/>
                        <a:pt x="45053" y="33538"/>
                      </a:cubicBezTo>
                      <a:cubicBezTo>
                        <a:pt x="45053" y="34586"/>
                        <a:pt x="45244" y="35538"/>
                        <a:pt x="45529" y="36490"/>
                      </a:cubicBezTo>
                      <a:cubicBezTo>
                        <a:pt x="45815" y="36967"/>
                        <a:pt x="45910" y="37443"/>
                        <a:pt x="45910" y="37824"/>
                      </a:cubicBezTo>
                      <a:cubicBezTo>
                        <a:pt x="45910" y="38396"/>
                        <a:pt x="45720" y="39062"/>
                        <a:pt x="45434" y="39824"/>
                      </a:cubicBezTo>
                      <a:cubicBezTo>
                        <a:pt x="45053" y="40586"/>
                        <a:pt x="44958" y="41158"/>
                        <a:pt x="44958" y="41444"/>
                      </a:cubicBezTo>
                      <a:cubicBezTo>
                        <a:pt x="44958" y="41920"/>
                        <a:pt x="45149" y="42396"/>
                        <a:pt x="45625" y="42777"/>
                      </a:cubicBezTo>
                      <a:lnTo>
                        <a:pt x="45244" y="48492"/>
                      </a:lnTo>
                      <a:cubicBezTo>
                        <a:pt x="45244" y="47825"/>
                        <a:pt x="44672" y="47349"/>
                        <a:pt x="43815" y="47254"/>
                      </a:cubicBezTo>
                      <a:cubicBezTo>
                        <a:pt x="42577" y="46968"/>
                        <a:pt x="41910" y="46682"/>
                        <a:pt x="41720" y="46587"/>
                      </a:cubicBezTo>
                      <a:cubicBezTo>
                        <a:pt x="41338" y="46873"/>
                        <a:pt x="41243" y="47158"/>
                        <a:pt x="41338" y="47539"/>
                      </a:cubicBezTo>
                      <a:cubicBezTo>
                        <a:pt x="41338" y="47921"/>
                        <a:pt x="41338" y="48302"/>
                        <a:pt x="41148" y="48587"/>
                      </a:cubicBezTo>
                      <a:cubicBezTo>
                        <a:pt x="41720" y="48302"/>
                        <a:pt x="42100" y="48206"/>
                        <a:pt x="42481" y="48206"/>
                      </a:cubicBezTo>
                      <a:cubicBezTo>
                        <a:pt x="43053" y="48206"/>
                        <a:pt x="43529" y="48778"/>
                        <a:pt x="43910" y="50111"/>
                      </a:cubicBezTo>
                      <a:cubicBezTo>
                        <a:pt x="44291" y="51730"/>
                        <a:pt x="44577" y="52588"/>
                        <a:pt x="44863" y="52873"/>
                      </a:cubicBezTo>
                      <a:lnTo>
                        <a:pt x="44196" y="52873"/>
                      </a:lnTo>
                      <a:cubicBezTo>
                        <a:pt x="45244" y="55636"/>
                        <a:pt x="45815" y="59541"/>
                        <a:pt x="45910" y="64494"/>
                      </a:cubicBezTo>
                      <a:cubicBezTo>
                        <a:pt x="45910" y="68495"/>
                        <a:pt x="45815" y="72495"/>
                        <a:pt x="45815" y="76400"/>
                      </a:cubicBezTo>
                      <a:cubicBezTo>
                        <a:pt x="45815" y="78781"/>
                        <a:pt x="46101" y="80877"/>
                        <a:pt x="46387" y="82687"/>
                      </a:cubicBezTo>
                      <a:cubicBezTo>
                        <a:pt x="46387" y="82687"/>
                        <a:pt x="46768" y="82877"/>
                        <a:pt x="47339" y="83163"/>
                      </a:cubicBezTo>
                      <a:cubicBezTo>
                        <a:pt x="47911" y="83544"/>
                        <a:pt x="48387" y="83544"/>
                        <a:pt x="48863" y="83449"/>
                      </a:cubicBezTo>
                      <a:cubicBezTo>
                        <a:pt x="48196" y="84687"/>
                        <a:pt x="47816" y="87925"/>
                        <a:pt x="47720" y="93164"/>
                      </a:cubicBezTo>
                      <a:cubicBezTo>
                        <a:pt x="47720" y="96022"/>
                        <a:pt x="46768" y="97927"/>
                        <a:pt x="44958" y="99070"/>
                      </a:cubicBezTo>
                      <a:cubicBezTo>
                        <a:pt x="45244" y="99260"/>
                        <a:pt x="45339" y="99737"/>
                        <a:pt x="45339" y="100403"/>
                      </a:cubicBezTo>
                      <a:cubicBezTo>
                        <a:pt x="44387" y="100403"/>
                        <a:pt x="41434" y="100403"/>
                        <a:pt x="36481" y="100403"/>
                      </a:cubicBezTo>
                      <a:cubicBezTo>
                        <a:pt x="32766" y="100403"/>
                        <a:pt x="29908" y="100689"/>
                        <a:pt x="27718" y="101451"/>
                      </a:cubicBezTo>
                      <a:cubicBezTo>
                        <a:pt x="25908" y="99927"/>
                        <a:pt x="24955" y="97736"/>
                        <a:pt x="24955" y="94688"/>
                      </a:cubicBezTo>
                      <a:cubicBezTo>
                        <a:pt x="24955" y="92116"/>
                        <a:pt x="25051" y="89449"/>
                        <a:pt x="25051" y="86878"/>
                      </a:cubicBezTo>
                      <a:cubicBezTo>
                        <a:pt x="25432" y="77257"/>
                        <a:pt x="25717" y="67161"/>
                        <a:pt x="25717" y="56683"/>
                      </a:cubicBezTo>
                      <a:cubicBezTo>
                        <a:pt x="25717" y="46206"/>
                        <a:pt x="25527" y="35443"/>
                        <a:pt x="25051" y="24298"/>
                      </a:cubicBezTo>
                      <a:cubicBezTo>
                        <a:pt x="24575" y="22489"/>
                        <a:pt x="23146" y="21631"/>
                        <a:pt x="20860" y="21631"/>
                      </a:cubicBezTo>
                      <a:cubicBezTo>
                        <a:pt x="20383" y="21631"/>
                        <a:pt x="19812" y="21631"/>
                        <a:pt x="18955" y="21727"/>
                      </a:cubicBezTo>
                      <a:lnTo>
                        <a:pt x="17240" y="21727"/>
                      </a:lnTo>
                      <a:cubicBezTo>
                        <a:pt x="16097" y="21727"/>
                        <a:pt x="15240" y="21536"/>
                        <a:pt x="14478" y="21250"/>
                      </a:cubicBezTo>
                      <a:cubicBezTo>
                        <a:pt x="15240" y="21250"/>
                        <a:pt x="12668" y="21346"/>
                        <a:pt x="6572" y="21346"/>
                      </a:cubicBezTo>
                      <a:cubicBezTo>
                        <a:pt x="3905" y="21346"/>
                        <a:pt x="1714" y="20679"/>
                        <a:pt x="0" y="19346"/>
                      </a:cubicBezTo>
                      <a:lnTo>
                        <a:pt x="0" y="1724"/>
                      </a:lnTo>
                      <a:cubicBezTo>
                        <a:pt x="0" y="1724"/>
                        <a:pt x="953" y="2391"/>
                        <a:pt x="1524" y="2391"/>
                      </a:cubicBezTo>
                      <a:cubicBezTo>
                        <a:pt x="2572" y="2391"/>
                        <a:pt x="3620" y="1724"/>
                        <a:pt x="4667" y="391"/>
                      </a:cubicBezTo>
                      <a:cubicBezTo>
                        <a:pt x="10001" y="10"/>
                        <a:pt x="17812" y="10"/>
                        <a:pt x="28289" y="296"/>
                      </a:cubicBezTo>
                      <a:cubicBezTo>
                        <a:pt x="38767" y="581"/>
                        <a:pt x="46768" y="486"/>
                        <a:pt x="52292" y="105"/>
                      </a:cubicBezTo>
                      <a:cubicBezTo>
                        <a:pt x="52578" y="581"/>
                        <a:pt x="52959" y="867"/>
                        <a:pt x="53530" y="867"/>
                      </a:cubicBezTo>
                      <a:cubicBezTo>
                        <a:pt x="53912" y="867"/>
                        <a:pt x="54388" y="677"/>
                        <a:pt x="54959" y="486"/>
                      </a:cubicBezTo>
                      <a:cubicBezTo>
                        <a:pt x="55626" y="296"/>
                        <a:pt x="56102" y="105"/>
                        <a:pt x="56293" y="105"/>
                      </a:cubicBezTo>
                      <a:cubicBezTo>
                        <a:pt x="57341" y="677"/>
                        <a:pt x="60103" y="677"/>
                        <a:pt x="64579" y="105"/>
                      </a:cubicBezTo>
                      <a:cubicBezTo>
                        <a:pt x="67913" y="-371"/>
                        <a:pt x="69628" y="772"/>
                        <a:pt x="69818" y="3534"/>
                      </a:cubicBezTo>
                      <a:close/>
                      <a:moveTo>
                        <a:pt x="11144" y="7344"/>
                      </a:moveTo>
                      <a:cubicBezTo>
                        <a:pt x="12001" y="6011"/>
                        <a:pt x="13145" y="5344"/>
                        <a:pt x="14573" y="5344"/>
                      </a:cubicBezTo>
                      <a:cubicBezTo>
                        <a:pt x="15050" y="5344"/>
                        <a:pt x="15907" y="5344"/>
                        <a:pt x="17145" y="5725"/>
                      </a:cubicBezTo>
                      <a:cubicBezTo>
                        <a:pt x="18288" y="6011"/>
                        <a:pt x="19241" y="6106"/>
                        <a:pt x="20003" y="6106"/>
                      </a:cubicBezTo>
                      <a:cubicBezTo>
                        <a:pt x="20764" y="6106"/>
                        <a:pt x="21336" y="6011"/>
                        <a:pt x="22003" y="5820"/>
                      </a:cubicBezTo>
                      <a:lnTo>
                        <a:pt x="19907" y="3820"/>
                      </a:lnTo>
                      <a:cubicBezTo>
                        <a:pt x="19145" y="3820"/>
                        <a:pt x="18764" y="3439"/>
                        <a:pt x="18859" y="2772"/>
                      </a:cubicBezTo>
                      <a:cubicBezTo>
                        <a:pt x="19050" y="1915"/>
                        <a:pt x="19050" y="1438"/>
                        <a:pt x="18859" y="1343"/>
                      </a:cubicBezTo>
                      <a:cubicBezTo>
                        <a:pt x="18669" y="1820"/>
                        <a:pt x="18288" y="2105"/>
                        <a:pt x="17907" y="2200"/>
                      </a:cubicBezTo>
                      <a:cubicBezTo>
                        <a:pt x="17717" y="2200"/>
                        <a:pt x="17526" y="2105"/>
                        <a:pt x="17240" y="2105"/>
                      </a:cubicBezTo>
                      <a:cubicBezTo>
                        <a:pt x="17240" y="2105"/>
                        <a:pt x="17240" y="2581"/>
                        <a:pt x="17240" y="3344"/>
                      </a:cubicBezTo>
                      <a:cubicBezTo>
                        <a:pt x="16192" y="4010"/>
                        <a:pt x="14859" y="4487"/>
                        <a:pt x="13240" y="4582"/>
                      </a:cubicBezTo>
                      <a:cubicBezTo>
                        <a:pt x="11239" y="4772"/>
                        <a:pt x="9906" y="4963"/>
                        <a:pt x="9239" y="5248"/>
                      </a:cubicBezTo>
                      <a:lnTo>
                        <a:pt x="11906" y="5248"/>
                      </a:lnTo>
                      <a:cubicBezTo>
                        <a:pt x="11335" y="6011"/>
                        <a:pt x="10858" y="6487"/>
                        <a:pt x="10287" y="6677"/>
                      </a:cubicBezTo>
                      <a:cubicBezTo>
                        <a:pt x="10287" y="6677"/>
                        <a:pt x="10192" y="6677"/>
                        <a:pt x="10192" y="6677"/>
                      </a:cubicBezTo>
                      <a:cubicBezTo>
                        <a:pt x="10001" y="6677"/>
                        <a:pt x="9811" y="6868"/>
                        <a:pt x="9716" y="7058"/>
                      </a:cubicBezTo>
                      <a:cubicBezTo>
                        <a:pt x="9144" y="7249"/>
                        <a:pt x="8763" y="7344"/>
                        <a:pt x="8572" y="7344"/>
                      </a:cubicBezTo>
                      <a:cubicBezTo>
                        <a:pt x="8192" y="7154"/>
                        <a:pt x="7715" y="7154"/>
                        <a:pt x="7144" y="7344"/>
                      </a:cubicBezTo>
                      <a:cubicBezTo>
                        <a:pt x="5334" y="7154"/>
                        <a:pt x="4000" y="7154"/>
                        <a:pt x="3334" y="7344"/>
                      </a:cubicBezTo>
                      <a:lnTo>
                        <a:pt x="3334" y="6772"/>
                      </a:lnTo>
                      <a:lnTo>
                        <a:pt x="1810" y="8392"/>
                      </a:lnTo>
                      <a:cubicBezTo>
                        <a:pt x="1810" y="8392"/>
                        <a:pt x="2762" y="8678"/>
                        <a:pt x="3238" y="8678"/>
                      </a:cubicBezTo>
                      <a:cubicBezTo>
                        <a:pt x="3429" y="8678"/>
                        <a:pt x="4763" y="8296"/>
                        <a:pt x="7144" y="7439"/>
                      </a:cubicBezTo>
                      <a:lnTo>
                        <a:pt x="8572" y="7439"/>
                      </a:lnTo>
                      <a:cubicBezTo>
                        <a:pt x="8572" y="7439"/>
                        <a:pt x="9049" y="7820"/>
                        <a:pt x="9239" y="8201"/>
                      </a:cubicBezTo>
                      <a:cubicBezTo>
                        <a:pt x="9430" y="8487"/>
                        <a:pt x="9620" y="8773"/>
                        <a:pt x="9811" y="9249"/>
                      </a:cubicBezTo>
                      <a:cubicBezTo>
                        <a:pt x="9716" y="8963"/>
                        <a:pt x="9525" y="8678"/>
                        <a:pt x="9430" y="8392"/>
                      </a:cubicBezTo>
                      <a:cubicBezTo>
                        <a:pt x="9430" y="7915"/>
                        <a:pt x="9620" y="7535"/>
                        <a:pt x="9811" y="7249"/>
                      </a:cubicBezTo>
                      <a:cubicBezTo>
                        <a:pt x="10001" y="7249"/>
                        <a:pt x="10192" y="7249"/>
                        <a:pt x="10478" y="6963"/>
                      </a:cubicBezTo>
                      <a:cubicBezTo>
                        <a:pt x="11144" y="7820"/>
                        <a:pt x="11430" y="8296"/>
                        <a:pt x="11430" y="8487"/>
                      </a:cubicBezTo>
                      <a:lnTo>
                        <a:pt x="14954" y="7915"/>
                      </a:lnTo>
                      <a:lnTo>
                        <a:pt x="11430" y="7535"/>
                      </a:lnTo>
                      <a:close/>
                      <a:moveTo>
                        <a:pt x="8572" y="13154"/>
                      </a:moveTo>
                      <a:lnTo>
                        <a:pt x="10668" y="12106"/>
                      </a:lnTo>
                      <a:lnTo>
                        <a:pt x="9620" y="12106"/>
                      </a:lnTo>
                      <a:lnTo>
                        <a:pt x="8572" y="13154"/>
                      </a:lnTo>
                      <a:close/>
                      <a:moveTo>
                        <a:pt x="24860" y="3439"/>
                      </a:moveTo>
                      <a:lnTo>
                        <a:pt x="26384" y="1724"/>
                      </a:lnTo>
                      <a:cubicBezTo>
                        <a:pt x="25908" y="1724"/>
                        <a:pt x="25241" y="1438"/>
                        <a:pt x="24479" y="962"/>
                      </a:cubicBezTo>
                      <a:lnTo>
                        <a:pt x="22765" y="3344"/>
                      </a:lnTo>
                      <a:lnTo>
                        <a:pt x="20955" y="2296"/>
                      </a:lnTo>
                      <a:lnTo>
                        <a:pt x="23431" y="4677"/>
                      </a:lnTo>
                      <a:cubicBezTo>
                        <a:pt x="23431" y="2963"/>
                        <a:pt x="23813" y="2010"/>
                        <a:pt x="24479" y="1629"/>
                      </a:cubicBezTo>
                      <a:cubicBezTo>
                        <a:pt x="24765" y="1820"/>
                        <a:pt x="24860" y="2391"/>
                        <a:pt x="24860" y="3344"/>
                      </a:cubicBezTo>
                      <a:close/>
                      <a:moveTo>
                        <a:pt x="30004" y="53921"/>
                      </a:moveTo>
                      <a:cubicBezTo>
                        <a:pt x="31623" y="54112"/>
                        <a:pt x="32290" y="53921"/>
                        <a:pt x="32099" y="53540"/>
                      </a:cubicBezTo>
                      <a:cubicBezTo>
                        <a:pt x="31718" y="53350"/>
                        <a:pt x="31051" y="53540"/>
                        <a:pt x="30004" y="53921"/>
                      </a:cubicBezTo>
                      <a:cubicBezTo>
                        <a:pt x="29528" y="53731"/>
                        <a:pt x="29242" y="53731"/>
                        <a:pt x="28956" y="53921"/>
                      </a:cubicBezTo>
                      <a:cubicBezTo>
                        <a:pt x="29432" y="54112"/>
                        <a:pt x="29718" y="54112"/>
                        <a:pt x="30004" y="53921"/>
                      </a:cubicBezTo>
                      <a:close/>
                      <a:moveTo>
                        <a:pt x="43720" y="51921"/>
                      </a:moveTo>
                      <a:cubicBezTo>
                        <a:pt x="42767" y="51254"/>
                        <a:pt x="41338" y="50873"/>
                        <a:pt x="39529" y="50873"/>
                      </a:cubicBezTo>
                      <a:cubicBezTo>
                        <a:pt x="37338" y="50873"/>
                        <a:pt x="35814" y="50778"/>
                        <a:pt x="35052" y="50492"/>
                      </a:cubicBezTo>
                      <a:lnTo>
                        <a:pt x="38576" y="52493"/>
                      </a:lnTo>
                      <a:cubicBezTo>
                        <a:pt x="38576" y="52493"/>
                        <a:pt x="37909" y="52969"/>
                        <a:pt x="37909" y="53540"/>
                      </a:cubicBezTo>
                      <a:lnTo>
                        <a:pt x="38957" y="53540"/>
                      </a:lnTo>
                      <a:cubicBezTo>
                        <a:pt x="38957" y="53540"/>
                        <a:pt x="39529" y="53826"/>
                        <a:pt x="39529" y="54016"/>
                      </a:cubicBezTo>
                      <a:cubicBezTo>
                        <a:pt x="39529" y="54016"/>
                        <a:pt x="39338" y="54397"/>
                        <a:pt x="39148" y="54779"/>
                      </a:cubicBezTo>
                      <a:cubicBezTo>
                        <a:pt x="38862" y="55255"/>
                        <a:pt x="38862" y="55636"/>
                        <a:pt x="38957" y="55921"/>
                      </a:cubicBezTo>
                      <a:lnTo>
                        <a:pt x="41053" y="55921"/>
                      </a:lnTo>
                      <a:cubicBezTo>
                        <a:pt x="40005" y="54969"/>
                        <a:pt x="39529" y="54207"/>
                        <a:pt x="39529" y="53826"/>
                      </a:cubicBezTo>
                      <a:cubicBezTo>
                        <a:pt x="39529" y="53540"/>
                        <a:pt x="39719" y="53254"/>
                        <a:pt x="40196" y="52969"/>
                      </a:cubicBezTo>
                      <a:cubicBezTo>
                        <a:pt x="40672" y="52778"/>
                        <a:pt x="41243" y="52588"/>
                        <a:pt x="42005" y="52302"/>
                      </a:cubicBezTo>
                      <a:cubicBezTo>
                        <a:pt x="42577" y="52302"/>
                        <a:pt x="43148" y="52397"/>
                        <a:pt x="43720" y="52873"/>
                      </a:cubicBezTo>
                      <a:lnTo>
                        <a:pt x="43720" y="51921"/>
                      </a:lnTo>
                      <a:close/>
                      <a:moveTo>
                        <a:pt x="38576" y="43253"/>
                      </a:moveTo>
                      <a:cubicBezTo>
                        <a:pt x="39148" y="43920"/>
                        <a:pt x="39814" y="44206"/>
                        <a:pt x="40672" y="44206"/>
                      </a:cubicBezTo>
                      <a:cubicBezTo>
                        <a:pt x="42005" y="44206"/>
                        <a:pt x="43148" y="43729"/>
                        <a:pt x="44101" y="42872"/>
                      </a:cubicBezTo>
                      <a:lnTo>
                        <a:pt x="42100" y="42205"/>
                      </a:lnTo>
                      <a:cubicBezTo>
                        <a:pt x="42100" y="43253"/>
                        <a:pt x="41815" y="43729"/>
                        <a:pt x="41434" y="43729"/>
                      </a:cubicBezTo>
                      <a:cubicBezTo>
                        <a:pt x="41434" y="43729"/>
                        <a:pt x="40958" y="43444"/>
                        <a:pt x="40291" y="42872"/>
                      </a:cubicBezTo>
                      <a:cubicBezTo>
                        <a:pt x="39624" y="42301"/>
                        <a:pt x="39053" y="42015"/>
                        <a:pt x="38481" y="42205"/>
                      </a:cubicBezTo>
                      <a:lnTo>
                        <a:pt x="38481" y="43253"/>
                      </a:lnTo>
                      <a:close/>
                      <a:moveTo>
                        <a:pt x="43434" y="55160"/>
                      </a:moveTo>
                      <a:lnTo>
                        <a:pt x="43434" y="55160"/>
                      </a:lnTo>
                      <a:lnTo>
                        <a:pt x="41053" y="53540"/>
                      </a:lnTo>
                      <a:cubicBezTo>
                        <a:pt x="40767" y="54302"/>
                        <a:pt x="41053" y="54683"/>
                        <a:pt x="41815" y="54874"/>
                      </a:cubicBezTo>
                      <a:cubicBezTo>
                        <a:pt x="42386" y="54874"/>
                        <a:pt x="42863" y="55064"/>
                        <a:pt x="43339" y="55160"/>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 name="Google Shape;1507;p99"/>
                <p:cNvSpPr/>
                <p:nvPr/>
              </p:nvSpPr>
              <p:spPr>
                <a:xfrm>
                  <a:off x="4245863" y="5022077"/>
                  <a:ext cx="118872" cy="109516"/>
                </a:xfrm>
                <a:custGeom>
                  <a:avLst/>
                  <a:gdLst/>
                  <a:ahLst/>
                  <a:cxnLst/>
                  <a:rect l="l" t="t" r="r" b="b"/>
                  <a:pathLst>
                    <a:path w="118872" h="109516" extrusionOk="0">
                      <a:moveTo>
                        <a:pt x="0" y="84847"/>
                      </a:moveTo>
                      <a:lnTo>
                        <a:pt x="2096" y="85323"/>
                      </a:lnTo>
                      <a:lnTo>
                        <a:pt x="0" y="86371"/>
                      </a:lnTo>
                      <a:lnTo>
                        <a:pt x="0" y="84847"/>
                      </a:lnTo>
                      <a:close/>
                      <a:moveTo>
                        <a:pt x="381" y="97896"/>
                      </a:moveTo>
                      <a:lnTo>
                        <a:pt x="0" y="97324"/>
                      </a:lnTo>
                      <a:cubicBezTo>
                        <a:pt x="476" y="97515"/>
                        <a:pt x="857" y="97610"/>
                        <a:pt x="857" y="97610"/>
                      </a:cubicBezTo>
                      <a:cubicBezTo>
                        <a:pt x="857" y="97610"/>
                        <a:pt x="667" y="97610"/>
                        <a:pt x="572" y="97800"/>
                      </a:cubicBezTo>
                      <a:cubicBezTo>
                        <a:pt x="476" y="97800"/>
                        <a:pt x="381" y="97991"/>
                        <a:pt x="381" y="97991"/>
                      </a:cubicBezTo>
                      <a:close/>
                      <a:moveTo>
                        <a:pt x="0" y="100658"/>
                      </a:moveTo>
                      <a:cubicBezTo>
                        <a:pt x="0" y="100658"/>
                        <a:pt x="381" y="100182"/>
                        <a:pt x="762" y="100182"/>
                      </a:cubicBezTo>
                      <a:cubicBezTo>
                        <a:pt x="1143" y="100182"/>
                        <a:pt x="1333" y="100372"/>
                        <a:pt x="1429" y="100658"/>
                      </a:cubicBezTo>
                      <a:lnTo>
                        <a:pt x="2096" y="100658"/>
                      </a:lnTo>
                      <a:lnTo>
                        <a:pt x="2096" y="101706"/>
                      </a:lnTo>
                      <a:lnTo>
                        <a:pt x="1524" y="101706"/>
                      </a:lnTo>
                      <a:cubicBezTo>
                        <a:pt x="762" y="100658"/>
                        <a:pt x="191" y="100372"/>
                        <a:pt x="0" y="100658"/>
                      </a:cubicBezTo>
                      <a:close/>
                      <a:moveTo>
                        <a:pt x="1524" y="97134"/>
                      </a:moveTo>
                      <a:cubicBezTo>
                        <a:pt x="1524" y="97134"/>
                        <a:pt x="1143" y="97515"/>
                        <a:pt x="857" y="97515"/>
                      </a:cubicBezTo>
                      <a:cubicBezTo>
                        <a:pt x="857" y="97515"/>
                        <a:pt x="1048" y="97324"/>
                        <a:pt x="1143" y="97229"/>
                      </a:cubicBezTo>
                      <a:cubicBezTo>
                        <a:pt x="1238" y="97229"/>
                        <a:pt x="1429" y="97134"/>
                        <a:pt x="1524" y="97134"/>
                      </a:cubicBezTo>
                      <a:close/>
                      <a:moveTo>
                        <a:pt x="1524" y="101706"/>
                      </a:moveTo>
                      <a:cubicBezTo>
                        <a:pt x="1524" y="101706"/>
                        <a:pt x="1524" y="101706"/>
                        <a:pt x="1429" y="101706"/>
                      </a:cubicBezTo>
                      <a:lnTo>
                        <a:pt x="1524" y="101706"/>
                      </a:lnTo>
                      <a:close/>
                      <a:moveTo>
                        <a:pt x="2477" y="94848"/>
                      </a:moveTo>
                      <a:lnTo>
                        <a:pt x="4096" y="95515"/>
                      </a:lnTo>
                      <a:cubicBezTo>
                        <a:pt x="4096" y="95515"/>
                        <a:pt x="3429" y="96467"/>
                        <a:pt x="1619" y="97134"/>
                      </a:cubicBezTo>
                      <a:cubicBezTo>
                        <a:pt x="1810" y="96943"/>
                        <a:pt x="1905" y="96562"/>
                        <a:pt x="2096" y="95991"/>
                      </a:cubicBezTo>
                      <a:cubicBezTo>
                        <a:pt x="2191" y="95419"/>
                        <a:pt x="2381" y="95038"/>
                        <a:pt x="2572" y="94848"/>
                      </a:cubicBezTo>
                      <a:close/>
                      <a:moveTo>
                        <a:pt x="10097" y="56938"/>
                      </a:moveTo>
                      <a:cubicBezTo>
                        <a:pt x="10097" y="56938"/>
                        <a:pt x="8858" y="57224"/>
                        <a:pt x="6763" y="57605"/>
                      </a:cubicBezTo>
                      <a:cubicBezTo>
                        <a:pt x="5144" y="57891"/>
                        <a:pt x="4096" y="58462"/>
                        <a:pt x="3524" y="59320"/>
                      </a:cubicBezTo>
                      <a:lnTo>
                        <a:pt x="2953" y="58748"/>
                      </a:lnTo>
                      <a:cubicBezTo>
                        <a:pt x="2953" y="58748"/>
                        <a:pt x="4096" y="58272"/>
                        <a:pt x="5715" y="57510"/>
                      </a:cubicBezTo>
                      <a:cubicBezTo>
                        <a:pt x="6953" y="57034"/>
                        <a:pt x="7906" y="56748"/>
                        <a:pt x="8668" y="56748"/>
                      </a:cubicBezTo>
                      <a:cubicBezTo>
                        <a:pt x="9144" y="56748"/>
                        <a:pt x="9525" y="56748"/>
                        <a:pt x="10001" y="57034"/>
                      </a:cubicBezTo>
                      <a:close/>
                      <a:moveTo>
                        <a:pt x="7620" y="83418"/>
                      </a:moveTo>
                      <a:cubicBezTo>
                        <a:pt x="7620" y="83418"/>
                        <a:pt x="7906" y="83894"/>
                        <a:pt x="7906" y="84084"/>
                      </a:cubicBezTo>
                      <a:cubicBezTo>
                        <a:pt x="7906" y="84370"/>
                        <a:pt x="7715" y="84751"/>
                        <a:pt x="7239" y="85228"/>
                      </a:cubicBezTo>
                      <a:cubicBezTo>
                        <a:pt x="6858" y="85704"/>
                        <a:pt x="6572" y="85990"/>
                        <a:pt x="6572" y="86180"/>
                      </a:cubicBezTo>
                      <a:cubicBezTo>
                        <a:pt x="6572" y="86561"/>
                        <a:pt x="6953" y="86847"/>
                        <a:pt x="7620" y="87228"/>
                      </a:cubicBezTo>
                      <a:lnTo>
                        <a:pt x="6001" y="87228"/>
                      </a:lnTo>
                      <a:cubicBezTo>
                        <a:pt x="5810" y="86180"/>
                        <a:pt x="6191" y="85323"/>
                        <a:pt x="7049" y="84847"/>
                      </a:cubicBezTo>
                      <a:lnTo>
                        <a:pt x="4000" y="82846"/>
                      </a:lnTo>
                      <a:cubicBezTo>
                        <a:pt x="4000" y="82846"/>
                        <a:pt x="4572" y="82370"/>
                        <a:pt x="4763" y="82370"/>
                      </a:cubicBezTo>
                      <a:cubicBezTo>
                        <a:pt x="4953" y="82370"/>
                        <a:pt x="5334" y="82561"/>
                        <a:pt x="5906" y="83037"/>
                      </a:cubicBezTo>
                      <a:cubicBezTo>
                        <a:pt x="6572" y="83513"/>
                        <a:pt x="7049" y="83608"/>
                        <a:pt x="7525" y="83513"/>
                      </a:cubicBezTo>
                      <a:close/>
                      <a:moveTo>
                        <a:pt x="6572" y="77989"/>
                      </a:moveTo>
                      <a:cubicBezTo>
                        <a:pt x="6572" y="77989"/>
                        <a:pt x="6382" y="78274"/>
                        <a:pt x="6001" y="78560"/>
                      </a:cubicBezTo>
                      <a:cubicBezTo>
                        <a:pt x="5620" y="78846"/>
                        <a:pt x="5525" y="79132"/>
                        <a:pt x="5525" y="79322"/>
                      </a:cubicBezTo>
                      <a:cubicBezTo>
                        <a:pt x="5525" y="79608"/>
                        <a:pt x="5715" y="79798"/>
                        <a:pt x="6001" y="79989"/>
                      </a:cubicBezTo>
                      <a:lnTo>
                        <a:pt x="5144" y="79989"/>
                      </a:lnTo>
                      <a:cubicBezTo>
                        <a:pt x="4763" y="78560"/>
                        <a:pt x="5144" y="77893"/>
                        <a:pt x="6001" y="77893"/>
                      </a:cubicBezTo>
                      <a:cubicBezTo>
                        <a:pt x="6191" y="77893"/>
                        <a:pt x="6382" y="77893"/>
                        <a:pt x="6572" y="78084"/>
                      </a:cubicBezTo>
                      <a:close/>
                      <a:moveTo>
                        <a:pt x="5144" y="67035"/>
                      </a:moveTo>
                      <a:lnTo>
                        <a:pt x="6001" y="67035"/>
                      </a:lnTo>
                      <a:lnTo>
                        <a:pt x="5144" y="68368"/>
                      </a:lnTo>
                      <a:lnTo>
                        <a:pt x="5144" y="67035"/>
                      </a:lnTo>
                      <a:close/>
                      <a:moveTo>
                        <a:pt x="6572" y="74559"/>
                      </a:moveTo>
                      <a:lnTo>
                        <a:pt x="6001" y="74179"/>
                      </a:lnTo>
                      <a:lnTo>
                        <a:pt x="7525" y="73893"/>
                      </a:lnTo>
                      <a:lnTo>
                        <a:pt x="6572" y="74559"/>
                      </a:lnTo>
                      <a:close/>
                      <a:moveTo>
                        <a:pt x="9716" y="76560"/>
                      </a:moveTo>
                      <a:cubicBezTo>
                        <a:pt x="9049" y="77036"/>
                        <a:pt x="8382" y="77322"/>
                        <a:pt x="7715" y="77322"/>
                      </a:cubicBezTo>
                      <a:cubicBezTo>
                        <a:pt x="7049" y="77322"/>
                        <a:pt x="6572" y="77036"/>
                        <a:pt x="6001" y="76560"/>
                      </a:cubicBezTo>
                      <a:lnTo>
                        <a:pt x="9716" y="76560"/>
                      </a:lnTo>
                      <a:close/>
                      <a:moveTo>
                        <a:pt x="6953" y="69607"/>
                      </a:moveTo>
                      <a:cubicBezTo>
                        <a:pt x="6572" y="69130"/>
                        <a:pt x="6477" y="68654"/>
                        <a:pt x="6572" y="68368"/>
                      </a:cubicBezTo>
                      <a:cubicBezTo>
                        <a:pt x="6858" y="68749"/>
                        <a:pt x="6953" y="69130"/>
                        <a:pt x="6953" y="69607"/>
                      </a:cubicBezTo>
                      <a:close/>
                      <a:moveTo>
                        <a:pt x="6953" y="69607"/>
                      </a:moveTo>
                      <a:cubicBezTo>
                        <a:pt x="6953" y="69607"/>
                        <a:pt x="8382" y="70369"/>
                        <a:pt x="10382" y="71131"/>
                      </a:cubicBezTo>
                      <a:cubicBezTo>
                        <a:pt x="11811" y="71702"/>
                        <a:pt x="12573" y="72369"/>
                        <a:pt x="12573" y="73226"/>
                      </a:cubicBezTo>
                      <a:cubicBezTo>
                        <a:pt x="12573" y="73607"/>
                        <a:pt x="12478" y="73988"/>
                        <a:pt x="12192" y="74464"/>
                      </a:cubicBezTo>
                      <a:lnTo>
                        <a:pt x="12192" y="75512"/>
                      </a:lnTo>
                      <a:lnTo>
                        <a:pt x="9049" y="72655"/>
                      </a:lnTo>
                      <a:lnTo>
                        <a:pt x="7715" y="73607"/>
                      </a:lnTo>
                      <a:cubicBezTo>
                        <a:pt x="7049" y="73131"/>
                        <a:pt x="6668" y="72369"/>
                        <a:pt x="6668" y="71607"/>
                      </a:cubicBezTo>
                      <a:cubicBezTo>
                        <a:pt x="6858" y="69797"/>
                        <a:pt x="6953" y="69130"/>
                        <a:pt x="6953" y="69607"/>
                      </a:cubicBezTo>
                      <a:close/>
                      <a:moveTo>
                        <a:pt x="10478" y="61034"/>
                      </a:moveTo>
                      <a:lnTo>
                        <a:pt x="10097" y="59986"/>
                      </a:lnTo>
                      <a:lnTo>
                        <a:pt x="11525" y="59986"/>
                      </a:lnTo>
                      <a:cubicBezTo>
                        <a:pt x="11716" y="61225"/>
                        <a:pt x="11335" y="62082"/>
                        <a:pt x="10478" y="62463"/>
                      </a:cubicBezTo>
                      <a:cubicBezTo>
                        <a:pt x="10192" y="62367"/>
                        <a:pt x="10001" y="62177"/>
                        <a:pt x="9811" y="62177"/>
                      </a:cubicBezTo>
                      <a:cubicBezTo>
                        <a:pt x="9430" y="62177"/>
                        <a:pt x="9049" y="62367"/>
                        <a:pt x="8573" y="62653"/>
                      </a:cubicBezTo>
                      <a:cubicBezTo>
                        <a:pt x="8096" y="63034"/>
                        <a:pt x="7811" y="63130"/>
                        <a:pt x="7620" y="63130"/>
                      </a:cubicBezTo>
                      <a:cubicBezTo>
                        <a:pt x="7334" y="63130"/>
                        <a:pt x="7239" y="62939"/>
                        <a:pt x="7144" y="62844"/>
                      </a:cubicBezTo>
                      <a:lnTo>
                        <a:pt x="7144" y="60463"/>
                      </a:lnTo>
                      <a:cubicBezTo>
                        <a:pt x="7144" y="60463"/>
                        <a:pt x="7811" y="60653"/>
                        <a:pt x="8287" y="61129"/>
                      </a:cubicBezTo>
                      <a:cubicBezTo>
                        <a:pt x="8763" y="61606"/>
                        <a:pt x="9239" y="61796"/>
                        <a:pt x="9430" y="61796"/>
                      </a:cubicBezTo>
                      <a:cubicBezTo>
                        <a:pt x="9906" y="61796"/>
                        <a:pt x="10192" y="61415"/>
                        <a:pt x="10478" y="60748"/>
                      </a:cubicBezTo>
                      <a:close/>
                      <a:moveTo>
                        <a:pt x="8001" y="73702"/>
                      </a:moveTo>
                      <a:lnTo>
                        <a:pt x="8001" y="73702"/>
                      </a:lnTo>
                      <a:close/>
                      <a:moveTo>
                        <a:pt x="9716" y="47223"/>
                      </a:moveTo>
                      <a:lnTo>
                        <a:pt x="9716" y="47985"/>
                      </a:lnTo>
                      <a:lnTo>
                        <a:pt x="7620" y="47604"/>
                      </a:lnTo>
                      <a:cubicBezTo>
                        <a:pt x="7620" y="47604"/>
                        <a:pt x="8382" y="47223"/>
                        <a:pt x="9716" y="47223"/>
                      </a:cubicBezTo>
                      <a:close/>
                      <a:moveTo>
                        <a:pt x="10001" y="85513"/>
                      </a:moveTo>
                      <a:cubicBezTo>
                        <a:pt x="10001" y="87133"/>
                        <a:pt x="10763" y="88466"/>
                        <a:pt x="12287" y="89514"/>
                      </a:cubicBezTo>
                      <a:cubicBezTo>
                        <a:pt x="11525" y="89514"/>
                        <a:pt x="10573" y="89038"/>
                        <a:pt x="9144" y="88180"/>
                      </a:cubicBezTo>
                      <a:lnTo>
                        <a:pt x="10001" y="85513"/>
                      </a:lnTo>
                      <a:close/>
                      <a:moveTo>
                        <a:pt x="9716" y="51985"/>
                      </a:moveTo>
                      <a:cubicBezTo>
                        <a:pt x="9716" y="51985"/>
                        <a:pt x="9525" y="51414"/>
                        <a:pt x="9716" y="50938"/>
                      </a:cubicBezTo>
                      <a:lnTo>
                        <a:pt x="9716" y="51985"/>
                      </a:lnTo>
                      <a:close/>
                      <a:moveTo>
                        <a:pt x="9716" y="50938"/>
                      </a:moveTo>
                      <a:lnTo>
                        <a:pt x="9716" y="49985"/>
                      </a:lnTo>
                      <a:lnTo>
                        <a:pt x="10478" y="49985"/>
                      </a:lnTo>
                      <a:cubicBezTo>
                        <a:pt x="10478" y="49985"/>
                        <a:pt x="9906" y="50461"/>
                        <a:pt x="9716" y="50938"/>
                      </a:cubicBezTo>
                      <a:close/>
                      <a:moveTo>
                        <a:pt x="10001" y="85418"/>
                      </a:moveTo>
                      <a:cubicBezTo>
                        <a:pt x="10001" y="84847"/>
                        <a:pt x="10192" y="84370"/>
                        <a:pt x="10573" y="84084"/>
                      </a:cubicBezTo>
                      <a:lnTo>
                        <a:pt x="10001" y="85418"/>
                      </a:lnTo>
                      <a:close/>
                      <a:moveTo>
                        <a:pt x="11621" y="67130"/>
                      </a:moveTo>
                      <a:cubicBezTo>
                        <a:pt x="11621" y="67130"/>
                        <a:pt x="11335" y="67130"/>
                        <a:pt x="11240" y="67130"/>
                      </a:cubicBezTo>
                      <a:lnTo>
                        <a:pt x="11621" y="67130"/>
                      </a:lnTo>
                      <a:close/>
                      <a:moveTo>
                        <a:pt x="11621" y="67130"/>
                      </a:moveTo>
                      <a:cubicBezTo>
                        <a:pt x="11621" y="67130"/>
                        <a:pt x="11906" y="66749"/>
                        <a:pt x="12383" y="66368"/>
                      </a:cubicBezTo>
                      <a:cubicBezTo>
                        <a:pt x="12764" y="65987"/>
                        <a:pt x="13049" y="65797"/>
                        <a:pt x="13240" y="65797"/>
                      </a:cubicBezTo>
                      <a:cubicBezTo>
                        <a:pt x="13621" y="65797"/>
                        <a:pt x="13907" y="66178"/>
                        <a:pt x="14192" y="66749"/>
                      </a:cubicBezTo>
                      <a:cubicBezTo>
                        <a:pt x="14669" y="66749"/>
                        <a:pt x="13811" y="66940"/>
                        <a:pt x="11716" y="67130"/>
                      </a:cubicBezTo>
                      <a:close/>
                      <a:moveTo>
                        <a:pt x="17240" y="62367"/>
                      </a:moveTo>
                      <a:lnTo>
                        <a:pt x="17240" y="63892"/>
                      </a:lnTo>
                      <a:lnTo>
                        <a:pt x="14669" y="63225"/>
                      </a:lnTo>
                      <a:lnTo>
                        <a:pt x="17240" y="62367"/>
                      </a:lnTo>
                      <a:close/>
                      <a:moveTo>
                        <a:pt x="20098" y="74369"/>
                      </a:moveTo>
                      <a:cubicBezTo>
                        <a:pt x="19336" y="74750"/>
                        <a:pt x="18669" y="75226"/>
                        <a:pt x="17812" y="75703"/>
                      </a:cubicBezTo>
                      <a:cubicBezTo>
                        <a:pt x="16954" y="76084"/>
                        <a:pt x="16574" y="76560"/>
                        <a:pt x="16574" y="76846"/>
                      </a:cubicBezTo>
                      <a:cubicBezTo>
                        <a:pt x="16574" y="77226"/>
                        <a:pt x="16764" y="77417"/>
                        <a:pt x="17240" y="77703"/>
                      </a:cubicBezTo>
                      <a:lnTo>
                        <a:pt x="15145" y="76655"/>
                      </a:lnTo>
                      <a:cubicBezTo>
                        <a:pt x="16288" y="76084"/>
                        <a:pt x="16383" y="75322"/>
                        <a:pt x="15526" y="74274"/>
                      </a:cubicBezTo>
                      <a:cubicBezTo>
                        <a:pt x="16002" y="74464"/>
                        <a:pt x="16764" y="74274"/>
                        <a:pt x="17621" y="73798"/>
                      </a:cubicBezTo>
                      <a:cubicBezTo>
                        <a:pt x="18479" y="73321"/>
                        <a:pt x="19050" y="73036"/>
                        <a:pt x="19241" y="73036"/>
                      </a:cubicBezTo>
                      <a:cubicBezTo>
                        <a:pt x="19717" y="73036"/>
                        <a:pt x="20003" y="73417"/>
                        <a:pt x="20193" y="74274"/>
                      </a:cubicBezTo>
                      <a:close/>
                      <a:moveTo>
                        <a:pt x="15145" y="85037"/>
                      </a:moveTo>
                      <a:lnTo>
                        <a:pt x="16193" y="86085"/>
                      </a:lnTo>
                      <a:lnTo>
                        <a:pt x="15526" y="86466"/>
                      </a:lnTo>
                      <a:lnTo>
                        <a:pt x="15145" y="85132"/>
                      </a:lnTo>
                      <a:close/>
                      <a:moveTo>
                        <a:pt x="15145" y="91228"/>
                      </a:moveTo>
                      <a:lnTo>
                        <a:pt x="15145" y="90466"/>
                      </a:lnTo>
                      <a:lnTo>
                        <a:pt x="16574" y="90466"/>
                      </a:lnTo>
                      <a:lnTo>
                        <a:pt x="15145" y="91228"/>
                      </a:lnTo>
                      <a:close/>
                      <a:moveTo>
                        <a:pt x="16193" y="67130"/>
                      </a:moveTo>
                      <a:lnTo>
                        <a:pt x="16574" y="65797"/>
                      </a:lnTo>
                      <a:lnTo>
                        <a:pt x="18002" y="67130"/>
                      </a:lnTo>
                      <a:lnTo>
                        <a:pt x="16193" y="67130"/>
                      </a:lnTo>
                      <a:close/>
                      <a:moveTo>
                        <a:pt x="19717" y="56653"/>
                      </a:moveTo>
                      <a:cubicBezTo>
                        <a:pt x="19717" y="57129"/>
                        <a:pt x="19526" y="57700"/>
                        <a:pt x="18955" y="58176"/>
                      </a:cubicBezTo>
                      <a:cubicBezTo>
                        <a:pt x="18383" y="58653"/>
                        <a:pt x="17907" y="58939"/>
                        <a:pt x="17431" y="58939"/>
                      </a:cubicBezTo>
                      <a:cubicBezTo>
                        <a:pt x="17240" y="58939"/>
                        <a:pt x="17050" y="58748"/>
                        <a:pt x="17240" y="58462"/>
                      </a:cubicBezTo>
                      <a:cubicBezTo>
                        <a:pt x="17240" y="58462"/>
                        <a:pt x="17431" y="58558"/>
                        <a:pt x="17621" y="58558"/>
                      </a:cubicBezTo>
                      <a:cubicBezTo>
                        <a:pt x="18574" y="58558"/>
                        <a:pt x="19050" y="58176"/>
                        <a:pt x="19050" y="57415"/>
                      </a:cubicBezTo>
                      <a:cubicBezTo>
                        <a:pt x="19050" y="57224"/>
                        <a:pt x="18955" y="56938"/>
                        <a:pt x="18669" y="56653"/>
                      </a:cubicBezTo>
                      <a:lnTo>
                        <a:pt x="19717" y="56653"/>
                      </a:lnTo>
                      <a:close/>
                      <a:moveTo>
                        <a:pt x="18002" y="89419"/>
                      </a:moveTo>
                      <a:cubicBezTo>
                        <a:pt x="18002" y="89419"/>
                        <a:pt x="17717" y="88942"/>
                        <a:pt x="17717" y="88657"/>
                      </a:cubicBezTo>
                      <a:cubicBezTo>
                        <a:pt x="17717" y="87895"/>
                        <a:pt x="18193" y="87514"/>
                        <a:pt x="19145" y="87514"/>
                      </a:cubicBezTo>
                      <a:cubicBezTo>
                        <a:pt x="19812" y="87514"/>
                        <a:pt x="20288" y="87799"/>
                        <a:pt x="20479" y="88371"/>
                      </a:cubicBezTo>
                      <a:cubicBezTo>
                        <a:pt x="20098" y="89038"/>
                        <a:pt x="19241" y="89419"/>
                        <a:pt x="18002" y="89419"/>
                      </a:cubicBezTo>
                      <a:close/>
                      <a:moveTo>
                        <a:pt x="19717" y="76369"/>
                      </a:moveTo>
                      <a:cubicBezTo>
                        <a:pt x="19717" y="76369"/>
                        <a:pt x="19526" y="77226"/>
                        <a:pt x="19050" y="77703"/>
                      </a:cubicBezTo>
                      <a:lnTo>
                        <a:pt x="19050" y="76369"/>
                      </a:lnTo>
                      <a:lnTo>
                        <a:pt x="19717" y="76369"/>
                      </a:lnTo>
                      <a:close/>
                      <a:moveTo>
                        <a:pt x="116777" y="20553"/>
                      </a:moveTo>
                      <a:lnTo>
                        <a:pt x="118205" y="21600"/>
                      </a:lnTo>
                      <a:lnTo>
                        <a:pt x="117158" y="23029"/>
                      </a:lnTo>
                      <a:cubicBezTo>
                        <a:pt x="116777" y="22363"/>
                        <a:pt x="116300" y="21982"/>
                        <a:pt x="115729" y="21982"/>
                      </a:cubicBezTo>
                      <a:cubicBezTo>
                        <a:pt x="115253" y="21982"/>
                        <a:pt x="114967" y="22363"/>
                        <a:pt x="114681" y="23029"/>
                      </a:cubicBezTo>
                      <a:cubicBezTo>
                        <a:pt x="115348" y="23601"/>
                        <a:pt x="115253" y="24744"/>
                        <a:pt x="114300" y="26458"/>
                      </a:cubicBezTo>
                      <a:lnTo>
                        <a:pt x="116777" y="27982"/>
                      </a:lnTo>
                      <a:cubicBezTo>
                        <a:pt x="115348" y="28459"/>
                        <a:pt x="114681" y="29506"/>
                        <a:pt x="114681" y="31125"/>
                      </a:cubicBezTo>
                      <a:lnTo>
                        <a:pt x="114681" y="32269"/>
                      </a:lnTo>
                      <a:cubicBezTo>
                        <a:pt x="114681" y="32745"/>
                        <a:pt x="114776" y="33126"/>
                        <a:pt x="114776" y="33412"/>
                      </a:cubicBezTo>
                      <a:cubicBezTo>
                        <a:pt x="114776" y="35126"/>
                        <a:pt x="114110" y="36364"/>
                        <a:pt x="112681" y="36936"/>
                      </a:cubicBezTo>
                      <a:cubicBezTo>
                        <a:pt x="113252" y="38841"/>
                        <a:pt x="113538" y="40555"/>
                        <a:pt x="113538" y="42079"/>
                      </a:cubicBezTo>
                      <a:cubicBezTo>
                        <a:pt x="113538" y="44937"/>
                        <a:pt x="112586" y="47223"/>
                        <a:pt x="110681" y="49033"/>
                      </a:cubicBezTo>
                      <a:cubicBezTo>
                        <a:pt x="110871" y="49604"/>
                        <a:pt x="110966" y="50271"/>
                        <a:pt x="110966" y="51033"/>
                      </a:cubicBezTo>
                      <a:cubicBezTo>
                        <a:pt x="110966" y="51604"/>
                        <a:pt x="110871" y="52557"/>
                        <a:pt x="110681" y="53700"/>
                      </a:cubicBezTo>
                      <a:cubicBezTo>
                        <a:pt x="110490" y="54843"/>
                        <a:pt x="110395" y="55795"/>
                        <a:pt x="110395" y="56367"/>
                      </a:cubicBezTo>
                      <a:cubicBezTo>
                        <a:pt x="110395" y="57034"/>
                        <a:pt x="110395" y="57700"/>
                        <a:pt x="110681" y="58272"/>
                      </a:cubicBezTo>
                      <a:cubicBezTo>
                        <a:pt x="109728" y="58653"/>
                        <a:pt x="109252" y="59129"/>
                        <a:pt x="109252" y="59891"/>
                      </a:cubicBezTo>
                      <a:cubicBezTo>
                        <a:pt x="109252" y="60272"/>
                        <a:pt x="109252" y="60653"/>
                        <a:pt x="109538" y="61320"/>
                      </a:cubicBezTo>
                      <a:cubicBezTo>
                        <a:pt x="109728" y="61891"/>
                        <a:pt x="109919" y="62367"/>
                        <a:pt x="109919" y="62653"/>
                      </a:cubicBezTo>
                      <a:cubicBezTo>
                        <a:pt x="109919" y="63511"/>
                        <a:pt x="109347" y="64082"/>
                        <a:pt x="108204" y="64558"/>
                      </a:cubicBezTo>
                      <a:cubicBezTo>
                        <a:pt x="108871" y="65320"/>
                        <a:pt x="109157" y="66178"/>
                        <a:pt x="109157" y="67130"/>
                      </a:cubicBezTo>
                      <a:cubicBezTo>
                        <a:pt x="109157" y="67321"/>
                        <a:pt x="108871" y="68749"/>
                        <a:pt x="108204" y="71416"/>
                      </a:cubicBezTo>
                      <a:cubicBezTo>
                        <a:pt x="107252" y="71988"/>
                        <a:pt x="106775" y="73036"/>
                        <a:pt x="106775" y="74274"/>
                      </a:cubicBezTo>
                      <a:cubicBezTo>
                        <a:pt x="106775" y="74750"/>
                        <a:pt x="106775" y="75607"/>
                        <a:pt x="107061" y="76750"/>
                      </a:cubicBezTo>
                      <a:cubicBezTo>
                        <a:pt x="107252" y="77893"/>
                        <a:pt x="107347" y="78846"/>
                        <a:pt x="107347" y="79417"/>
                      </a:cubicBezTo>
                      <a:cubicBezTo>
                        <a:pt x="107347" y="81227"/>
                        <a:pt x="106680" y="82465"/>
                        <a:pt x="105347" y="83323"/>
                      </a:cubicBezTo>
                      <a:cubicBezTo>
                        <a:pt x="104870" y="84370"/>
                        <a:pt x="104680" y="85513"/>
                        <a:pt x="104680" y="86942"/>
                      </a:cubicBezTo>
                      <a:cubicBezTo>
                        <a:pt x="104680" y="87418"/>
                        <a:pt x="104680" y="88180"/>
                        <a:pt x="104775" y="89228"/>
                      </a:cubicBezTo>
                      <a:lnTo>
                        <a:pt x="104775" y="91419"/>
                      </a:lnTo>
                      <a:cubicBezTo>
                        <a:pt x="104775" y="93895"/>
                        <a:pt x="103918" y="95610"/>
                        <a:pt x="102108" y="96753"/>
                      </a:cubicBezTo>
                      <a:cubicBezTo>
                        <a:pt x="102108" y="97705"/>
                        <a:pt x="102203" y="98944"/>
                        <a:pt x="102775" y="100563"/>
                      </a:cubicBezTo>
                      <a:cubicBezTo>
                        <a:pt x="102584" y="100849"/>
                        <a:pt x="102108" y="101039"/>
                        <a:pt x="101251" y="101420"/>
                      </a:cubicBezTo>
                      <a:cubicBezTo>
                        <a:pt x="100394" y="101706"/>
                        <a:pt x="100013" y="102087"/>
                        <a:pt x="100013" y="102563"/>
                      </a:cubicBezTo>
                      <a:cubicBezTo>
                        <a:pt x="100013" y="102754"/>
                        <a:pt x="100013" y="103039"/>
                        <a:pt x="100298" y="103325"/>
                      </a:cubicBezTo>
                      <a:cubicBezTo>
                        <a:pt x="98965" y="103706"/>
                        <a:pt x="97346" y="103992"/>
                        <a:pt x="95441" y="103992"/>
                      </a:cubicBezTo>
                      <a:cubicBezTo>
                        <a:pt x="94298" y="103992"/>
                        <a:pt x="92107" y="103897"/>
                        <a:pt x="88868" y="103516"/>
                      </a:cubicBezTo>
                      <a:cubicBezTo>
                        <a:pt x="86201" y="103230"/>
                        <a:pt x="84106" y="103230"/>
                        <a:pt x="82772" y="103325"/>
                      </a:cubicBezTo>
                      <a:cubicBezTo>
                        <a:pt x="78962" y="96086"/>
                        <a:pt x="77248" y="89800"/>
                        <a:pt x="77819" y="84656"/>
                      </a:cubicBezTo>
                      <a:cubicBezTo>
                        <a:pt x="76867" y="83608"/>
                        <a:pt x="76391" y="82180"/>
                        <a:pt x="76391" y="80465"/>
                      </a:cubicBezTo>
                      <a:lnTo>
                        <a:pt x="76391" y="77989"/>
                      </a:lnTo>
                      <a:cubicBezTo>
                        <a:pt x="76391" y="76084"/>
                        <a:pt x="75533" y="74655"/>
                        <a:pt x="73914" y="73702"/>
                      </a:cubicBezTo>
                      <a:cubicBezTo>
                        <a:pt x="74200" y="73036"/>
                        <a:pt x="74295" y="72369"/>
                        <a:pt x="74295" y="71702"/>
                      </a:cubicBezTo>
                      <a:cubicBezTo>
                        <a:pt x="74295" y="70654"/>
                        <a:pt x="73724" y="69130"/>
                        <a:pt x="72581" y="67416"/>
                      </a:cubicBezTo>
                      <a:cubicBezTo>
                        <a:pt x="71438" y="65701"/>
                        <a:pt x="70866" y="64273"/>
                        <a:pt x="70866" y="63320"/>
                      </a:cubicBezTo>
                      <a:cubicBezTo>
                        <a:pt x="70866" y="62463"/>
                        <a:pt x="71152" y="61606"/>
                        <a:pt x="71819" y="60653"/>
                      </a:cubicBezTo>
                      <a:cubicBezTo>
                        <a:pt x="70675" y="59891"/>
                        <a:pt x="70104" y="58939"/>
                        <a:pt x="70009" y="57796"/>
                      </a:cubicBezTo>
                      <a:cubicBezTo>
                        <a:pt x="69818" y="56272"/>
                        <a:pt x="69437" y="55129"/>
                        <a:pt x="68771" y="54462"/>
                      </a:cubicBezTo>
                      <a:cubicBezTo>
                        <a:pt x="67723" y="55033"/>
                        <a:pt x="67151" y="56367"/>
                        <a:pt x="66961" y="58367"/>
                      </a:cubicBezTo>
                      <a:cubicBezTo>
                        <a:pt x="66770" y="60367"/>
                        <a:pt x="66104" y="61510"/>
                        <a:pt x="64865" y="62082"/>
                      </a:cubicBezTo>
                      <a:cubicBezTo>
                        <a:pt x="64865" y="62272"/>
                        <a:pt x="65056" y="63987"/>
                        <a:pt x="65246" y="67321"/>
                      </a:cubicBezTo>
                      <a:cubicBezTo>
                        <a:pt x="63818" y="68178"/>
                        <a:pt x="63151" y="69607"/>
                        <a:pt x="63151" y="71607"/>
                      </a:cubicBezTo>
                      <a:cubicBezTo>
                        <a:pt x="63151" y="71988"/>
                        <a:pt x="63151" y="72559"/>
                        <a:pt x="63246" y="73417"/>
                      </a:cubicBezTo>
                      <a:lnTo>
                        <a:pt x="63246" y="75131"/>
                      </a:lnTo>
                      <a:cubicBezTo>
                        <a:pt x="63246" y="77512"/>
                        <a:pt x="62294" y="79132"/>
                        <a:pt x="60293" y="79894"/>
                      </a:cubicBezTo>
                      <a:cubicBezTo>
                        <a:pt x="60770" y="80465"/>
                        <a:pt x="61055" y="81037"/>
                        <a:pt x="61055" y="81703"/>
                      </a:cubicBezTo>
                      <a:cubicBezTo>
                        <a:pt x="61055" y="82180"/>
                        <a:pt x="60770" y="82846"/>
                        <a:pt x="60293" y="83799"/>
                      </a:cubicBezTo>
                      <a:cubicBezTo>
                        <a:pt x="59722" y="84656"/>
                        <a:pt x="59531" y="85228"/>
                        <a:pt x="59531" y="85513"/>
                      </a:cubicBezTo>
                      <a:cubicBezTo>
                        <a:pt x="59531" y="85990"/>
                        <a:pt x="59912" y="86371"/>
                        <a:pt x="60674" y="86656"/>
                      </a:cubicBezTo>
                      <a:cubicBezTo>
                        <a:pt x="59817" y="87514"/>
                        <a:pt x="59246" y="88561"/>
                        <a:pt x="58960" y="89895"/>
                      </a:cubicBezTo>
                      <a:cubicBezTo>
                        <a:pt x="58674" y="91228"/>
                        <a:pt x="58483" y="92562"/>
                        <a:pt x="58198" y="93800"/>
                      </a:cubicBezTo>
                      <a:lnTo>
                        <a:pt x="56769" y="91990"/>
                      </a:lnTo>
                      <a:lnTo>
                        <a:pt x="55340" y="93419"/>
                      </a:lnTo>
                      <a:lnTo>
                        <a:pt x="56769" y="94753"/>
                      </a:lnTo>
                      <a:lnTo>
                        <a:pt x="55340" y="95800"/>
                      </a:lnTo>
                      <a:cubicBezTo>
                        <a:pt x="55340" y="95800"/>
                        <a:pt x="55912" y="96181"/>
                        <a:pt x="56769" y="96181"/>
                      </a:cubicBezTo>
                      <a:cubicBezTo>
                        <a:pt x="56960" y="98944"/>
                        <a:pt x="56102" y="101325"/>
                        <a:pt x="54293" y="103325"/>
                      </a:cubicBezTo>
                      <a:cubicBezTo>
                        <a:pt x="52102" y="103039"/>
                        <a:pt x="50864" y="103325"/>
                        <a:pt x="50483" y="104563"/>
                      </a:cubicBezTo>
                      <a:cubicBezTo>
                        <a:pt x="50292" y="104182"/>
                        <a:pt x="49911" y="103897"/>
                        <a:pt x="49435" y="103897"/>
                      </a:cubicBezTo>
                      <a:cubicBezTo>
                        <a:pt x="49244" y="103897"/>
                        <a:pt x="48863" y="103897"/>
                        <a:pt x="48387" y="104087"/>
                      </a:cubicBezTo>
                      <a:cubicBezTo>
                        <a:pt x="47816" y="104182"/>
                        <a:pt x="47435" y="104278"/>
                        <a:pt x="47244" y="104278"/>
                      </a:cubicBezTo>
                      <a:cubicBezTo>
                        <a:pt x="46577" y="104278"/>
                        <a:pt x="46006" y="103897"/>
                        <a:pt x="45720" y="103230"/>
                      </a:cubicBezTo>
                      <a:cubicBezTo>
                        <a:pt x="45720" y="103420"/>
                        <a:pt x="45529" y="103611"/>
                        <a:pt x="45244" y="103992"/>
                      </a:cubicBezTo>
                      <a:cubicBezTo>
                        <a:pt x="44958" y="104278"/>
                        <a:pt x="44863" y="104563"/>
                        <a:pt x="44958" y="104849"/>
                      </a:cubicBezTo>
                      <a:cubicBezTo>
                        <a:pt x="44101" y="103706"/>
                        <a:pt x="42958" y="103134"/>
                        <a:pt x="41529" y="103134"/>
                      </a:cubicBezTo>
                      <a:cubicBezTo>
                        <a:pt x="41243" y="103134"/>
                        <a:pt x="40958" y="103134"/>
                        <a:pt x="40767" y="103230"/>
                      </a:cubicBezTo>
                      <a:lnTo>
                        <a:pt x="40005" y="104849"/>
                      </a:lnTo>
                      <a:cubicBezTo>
                        <a:pt x="39243" y="104182"/>
                        <a:pt x="38195" y="103801"/>
                        <a:pt x="36957" y="103801"/>
                      </a:cubicBezTo>
                      <a:cubicBezTo>
                        <a:pt x="35719" y="103801"/>
                        <a:pt x="34671" y="103611"/>
                        <a:pt x="34004" y="103230"/>
                      </a:cubicBezTo>
                      <a:lnTo>
                        <a:pt x="34004" y="102849"/>
                      </a:lnTo>
                      <a:cubicBezTo>
                        <a:pt x="34004" y="102849"/>
                        <a:pt x="34576" y="103230"/>
                        <a:pt x="34957" y="103230"/>
                      </a:cubicBezTo>
                      <a:cubicBezTo>
                        <a:pt x="36100" y="103230"/>
                        <a:pt x="36671" y="102658"/>
                        <a:pt x="36671" y="101515"/>
                      </a:cubicBezTo>
                      <a:cubicBezTo>
                        <a:pt x="36671" y="101325"/>
                        <a:pt x="36671" y="101134"/>
                        <a:pt x="36481" y="100849"/>
                      </a:cubicBezTo>
                      <a:cubicBezTo>
                        <a:pt x="34862" y="99420"/>
                        <a:pt x="32957" y="96467"/>
                        <a:pt x="30861" y="91895"/>
                      </a:cubicBezTo>
                      <a:cubicBezTo>
                        <a:pt x="30480" y="92181"/>
                        <a:pt x="30194" y="92276"/>
                        <a:pt x="29908" y="92276"/>
                      </a:cubicBezTo>
                      <a:cubicBezTo>
                        <a:pt x="29623" y="92276"/>
                        <a:pt x="29147" y="92086"/>
                        <a:pt x="28575" y="91705"/>
                      </a:cubicBezTo>
                      <a:cubicBezTo>
                        <a:pt x="28004" y="91324"/>
                        <a:pt x="27623" y="91038"/>
                        <a:pt x="27432" y="91038"/>
                      </a:cubicBezTo>
                      <a:cubicBezTo>
                        <a:pt x="28670" y="90562"/>
                        <a:pt x="29432" y="90276"/>
                        <a:pt x="29718" y="90276"/>
                      </a:cubicBezTo>
                      <a:cubicBezTo>
                        <a:pt x="30480" y="90276"/>
                        <a:pt x="31052" y="90942"/>
                        <a:pt x="31528" y="92276"/>
                      </a:cubicBezTo>
                      <a:cubicBezTo>
                        <a:pt x="32290" y="91514"/>
                        <a:pt x="32671" y="90847"/>
                        <a:pt x="32671" y="90181"/>
                      </a:cubicBezTo>
                      <a:cubicBezTo>
                        <a:pt x="32671" y="89609"/>
                        <a:pt x="32385" y="89133"/>
                        <a:pt x="31909" y="88847"/>
                      </a:cubicBezTo>
                      <a:cubicBezTo>
                        <a:pt x="32099" y="87133"/>
                        <a:pt x="32766" y="85323"/>
                        <a:pt x="34004" y="83323"/>
                      </a:cubicBezTo>
                      <a:cubicBezTo>
                        <a:pt x="33814" y="83323"/>
                        <a:pt x="33623" y="83227"/>
                        <a:pt x="33338" y="83227"/>
                      </a:cubicBezTo>
                      <a:cubicBezTo>
                        <a:pt x="33052" y="83227"/>
                        <a:pt x="32671" y="83227"/>
                        <a:pt x="32195" y="83418"/>
                      </a:cubicBezTo>
                      <a:cubicBezTo>
                        <a:pt x="31718" y="83513"/>
                        <a:pt x="31433" y="83608"/>
                        <a:pt x="31242" y="83608"/>
                      </a:cubicBezTo>
                      <a:cubicBezTo>
                        <a:pt x="30671" y="83608"/>
                        <a:pt x="30290" y="83323"/>
                        <a:pt x="29908" y="82751"/>
                      </a:cubicBezTo>
                      <a:cubicBezTo>
                        <a:pt x="29908" y="81513"/>
                        <a:pt x="30861" y="80465"/>
                        <a:pt x="32766" y="79608"/>
                      </a:cubicBezTo>
                      <a:cubicBezTo>
                        <a:pt x="34576" y="78750"/>
                        <a:pt x="35528" y="77893"/>
                        <a:pt x="35528" y="77131"/>
                      </a:cubicBezTo>
                      <a:cubicBezTo>
                        <a:pt x="35528" y="76655"/>
                        <a:pt x="35338" y="76179"/>
                        <a:pt x="34957" y="75607"/>
                      </a:cubicBezTo>
                      <a:cubicBezTo>
                        <a:pt x="34576" y="76560"/>
                        <a:pt x="34004" y="76750"/>
                        <a:pt x="33242" y="76369"/>
                      </a:cubicBezTo>
                      <a:cubicBezTo>
                        <a:pt x="32385" y="75988"/>
                        <a:pt x="31814" y="75988"/>
                        <a:pt x="31528" y="76369"/>
                      </a:cubicBezTo>
                      <a:cubicBezTo>
                        <a:pt x="31242" y="76750"/>
                        <a:pt x="31052" y="77036"/>
                        <a:pt x="31052" y="77226"/>
                      </a:cubicBezTo>
                      <a:cubicBezTo>
                        <a:pt x="31052" y="77226"/>
                        <a:pt x="31337" y="77512"/>
                        <a:pt x="31814" y="77703"/>
                      </a:cubicBezTo>
                      <a:cubicBezTo>
                        <a:pt x="32290" y="77893"/>
                        <a:pt x="32575" y="78084"/>
                        <a:pt x="32575" y="78274"/>
                      </a:cubicBezTo>
                      <a:cubicBezTo>
                        <a:pt x="32575" y="78465"/>
                        <a:pt x="32290" y="78655"/>
                        <a:pt x="31909" y="79036"/>
                      </a:cubicBezTo>
                      <a:cubicBezTo>
                        <a:pt x="30480" y="79227"/>
                        <a:pt x="29813" y="78846"/>
                        <a:pt x="29813" y="77893"/>
                      </a:cubicBezTo>
                      <a:cubicBezTo>
                        <a:pt x="29813" y="77798"/>
                        <a:pt x="29813" y="77512"/>
                        <a:pt x="29908" y="77131"/>
                      </a:cubicBezTo>
                      <a:lnTo>
                        <a:pt x="29908" y="76274"/>
                      </a:lnTo>
                      <a:cubicBezTo>
                        <a:pt x="29908" y="75607"/>
                        <a:pt x="29718" y="75036"/>
                        <a:pt x="29432" y="74655"/>
                      </a:cubicBezTo>
                      <a:lnTo>
                        <a:pt x="30861" y="74655"/>
                      </a:lnTo>
                      <a:cubicBezTo>
                        <a:pt x="30861" y="74655"/>
                        <a:pt x="31052" y="73798"/>
                        <a:pt x="30575" y="73131"/>
                      </a:cubicBezTo>
                      <a:cubicBezTo>
                        <a:pt x="30099" y="72464"/>
                        <a:pt x="29623" y="71988"/>
                        <a:pt x="28861" y="71988"/>
                      </a:cubicBezTo>
                      <a:lnTo>
                        <a:pt x="26861" y="74369"/>
                      </a:lnTo>
                      <a:lnTo>
                        <a:pt x="26861" y="69607"/>
                      </a:lnTo>
                      <a:lnTo>
                        <a:pt x="29337" y="69607"/>
                      </a:lnTo>
                      <a:cubicBezTo>
                        <a:pt x="29337" y="69607"/>
                        <a:pt x="29051" y="68940"/>
                        <a:pt x="29051" y="68464"/>
                      </a:cubicBezTo>
                      <a:cubicBezTo>
                        <a:pt x="29051" y="67892"/>
                        <a:pt x="29242" y="67225"/>
                        <a:pt x="29623" y="66178"/>
                      </a:cubicBezTo>
                      <a:cubicBezTo>
                        <a:pt x="30004" y="65130"/>
                        <a:pt x="30194" y="64463"/>
                        <a:pt x="30194" y="64082"/>
                      </a:cubicBezTo>
                      <a:cubicBezTo>
                        <a:pt x="30194" y="63606"/>
                        <a:pt x="30099" y="63225"/>
                        <a:pt x="29908" y="62749"/>
                      </a:cubicBezTo>
                      <a:cubicBezTo>
                        <a:pt x="29718" y="62272"/>
                        <a:pt x="29051" y="61987"/>
                        <a:pt x="27908" y="61891"/>
                      </a:cubicBezTo>
                      <a:cubicBezTo>
                        <a:pt x="26765" y="61701"/>
                        <a:pt x="26194" y="61606"/>
                        <a:pt x="26194" y="61415"/>
                      </a:cubicBezTo>
                      <a:cubicBezTo>
                        <a:pt x="26194" y="61129"/>
                        <a:pt x="26575" y="60558"/>
                        <a:pt x="27337" y="59891"/>
                      </a:cubicBezTo>
                      <a:lnTo>
                        <a:pt x="29337" y="61320"/>
                      </a:lnTo>
                      <a:cubicBezTo>
                        <a:pt x="30766" y="60748"/>
                        <a:pt x="31147" y="59415"/>
                        <a:pt x="30766" y="57510"/>
                      </a:cubicBezTo>
                      <a:cubicBezTo>
                        <a:pt x="30766" y="57129"/>
                        <a:pt x="30385" y="56938"/>
                        <a:pt x="29813" y="56938"/>
                      </a:cubicBezTo>
                      <a:cubicBezTo>
                        <a:pt x="29337" y="56938"/>
                        <a:pt x="29051" y="57129"/>
                        <a:pt x="28956" y="57415"/>
                      </a:cubicBezTo>
                      <a:cubicBezTo>
                        <a:pt x="28956" y="57700"/>
                        <a:pt x="28575" y="58272"/>
                        <a:pt x="27813" y="58939"/>
                      </a:cubicBezTo>
                      <a:cubicBezTo>
                        <a:pt x="27718" y="58748"/>
                        <a:pt x="26956" y="57986"/>
                        <a:pt x="25718" y="56557"/>
                      </a:cubicBezTo>
                      <a:cubicBezTo>
                        <a:pt x="26194" y="55509"/>
                        <a:pt x="26384" y="54462"/>
                        <a:pt x="26384" y="53128"/>
                      </a:cubicBezTo>
                      <a:cubicBezTo>
                        <a:pt x="26384" y="51509"/>
                        <a:pt x="25908" y="49033"/>
                        <a:pt x="24765" y="45699"/>
                      </a:cubicBezTo>
                      <a:cubicBezTo>
                        <a:pt x="23622" y="42270"/>
                        <a:pt x="23146" y="39793"/>
                        <a:pt x="23146" y="38269"/>
                      </a:cubicBezTo>
                      <a:cubicBezTo>
                        <a:pt x="23146" y="36745"/>
                        <a:pt x="23527" y="35412"/>
                        <a:pt x="24194" y="34078"/>
                      </a:cubicBezTo>
                      <a:cubicBezTo>
                        <a:pt x="22670" y="31792"/>
                        <a:pt x="21717" y="28363"/>
                        <a:pt x="21146" y="23887"/>
                      </a:cubicBezTo>
                      <a:cubicBezTo>
                        <a:pt x="20383" y="17124"/>
                        <a:pt x="19907" y="13504"/>
                        <a:pt x="19812" y="13219"/>
                      </a:cubicBezTo>
                      <a:cubicBezTo>
                        <a:pt x="19812" y="10551"/>
                        <a:pt x="19812" y="9028"/>
                        <a:pt x="20003" y="8647"/>
                      </a:cubicBezTo>
                      <a:cubicBezTo>
                        <a:pt x="20288" y="6837"/>
                        <a:pt x="21050" y="5503"/>
                        <a:pt x="22384" y="4646"/>
                      </a:cubicBezTo>
                      <a:cubicBezTo>
                        <a:pt x="23432" y="4741"/>
                        <a:pt x="25241" y="4646"/>
                        <a:pt x="27718" y="4170"/>
                      </a:cubicBezTo>
                      <a:cubicBezTo>
                        <a:pt x="30290" y="3789"/>
                        <a:pt x="32099" y="3503"/>
                        <a:pt x="33242" y="3503"/>
                      </a:cubicBezTo>
                      <a:cubicBezTo>
                        <a:pt x="36195" y="3503"/>
                        <a:pt x="38386" y="4551"/>
                        <a:pt x="39910" y="6646"/>
                      </a:cubicBezTo>
                      <a:cubicBezTo>
                        <a:pt x="39910" y="6932"/>
                        <a:pt x="40005" y="7218"/>
                        <a:pt x="40005" y="7694"/>
                      </a:cubicBezTo>
                      <a:cubicBezTo>
                        <a:pt x="40005" y="8075"/>
                        <a:pt x="40005" y="8647"/>
                        <a:pt x="39910" y="9504"/>
                      </a:cubicBezTo>
                      <a:cubicBezTo>
                        <a:pt x="39815" y="10361"/>
                        <a:pt x="39815" y="11028"/>
                        <a:pt x="39815" y="11599"/>
                      </a:cubicBezTo>
                      <a:cubicBezTo>
                        <a:pt x="39815" y="13600"/>
                        <a:pt x="40672" y="14647"/>
                        <a:pt x="42386" y="14838"/>
                      </a:cubicBezTo>
                      <a:cubicBezTo>
                        <a:pt x="41720" y="15314"/>
                        <a:pt x="41339" y="16171"/>
                        <a:pt x="41339" y="17409"/>
                      </a:cubicBezTo>
                      <a:cubicBezTo>
                        <a:pt x="41339" y="17695"/>
                        <a:pt x="41339" y="18362"/>
                        <a:pt x="41529" y="19124"/>
                      </a:cubicBezTo>
                      <a:cubicBezTo>
                        <a:pt x="41529" y="19886"/>
                        <a:pt x="41624" y="20458"/>
                        <a:pt x="41624" y="20743"/>
                      </a:cubicBezTo>
                      <a:cubicBezTo>
                        <a:pt x="41624" y="21791"/>
                        <a:pt x="41148" y="22363"/>
                        <a:pt x="40196" y="22363"/>
                      </a:cubicBezTo>
                      <a:cubicBezTo>
                        <a:pt x="39815" y="22363"/>
                        <a:pt x="39433" y="22363"/>
                        <a:pt x="38862" y="22172"/>
                      </a:cubicBezTo>
                      <a:cubicBezTo>
                        <a:pt x="39053" y="22458"/>
                        <a:pt x="39433" y="22648"/>
                        <a:pt x="39910" y="22648"/>
                      </a:cubicBezTo>
                      <a:lnTo>
                        <a:pt x="41339" y="22648"/>
                      </a:lnTo>
                      <a:lnTo>
                        <a:pt x="41339" y="23982"/>
                      </a:lnTo>
                      <a:lnTo>
                        <a:pt x="40291" y="23982"/>
                      </a:lnTo>
                      <a:cubicBezTo>
                        <a:pt x="40481" y="24553"/>
                        <a:pt x="41053" y="25601"/>
                        <a:pt x="42291" y="26934"/>
                      </a:cubicBezTo>
                      <a:cubicBezTo>
                        <a:pt x="43434" y="28363"/>
                        <a:pt x="44101" y="29697"/>
                        <a:pt x="44196" y="31221"/>
                      </a:cubicBezTo>
                      <a:cubicBezTo>
                        <a:pt x="43625" y="36364"/>
                        <a:pt x="44672" y="40079"/>
                        <a:pt x="47339" y="42079"/>
                      </a:cubicBezTo>
                      <a:cubicBezTo>
                        <a:pt x="47530" y="42175"/>
                        <a:pt x="47720" y="42270"/>
                        <a:pt x="47816" y="42270"/>
                      </a:cubicBezTo>
                      <a:cubicBezTo>
                        <a:pt x="48197" y="42270"/>
                        <a:pt x="48578" y="42079"/>
                        <a:pt x="48958" y="41603"/>
                      </a:cubicBezTo>
                      <a:cubicBezTo>
                        <a:pt x="49340" y="41127"/>
                        <a:pt x="49625" y="40841"/>
                        <a:pt x="49816" y="40841"/>
                      </a:cubicBezTo>
                      <a:lnTo>
                        <a:pt x="49816" y="38460"/>
                      </a:lnTo>
                      <a:cubicBezTo>
                        <a:pt x="51149" y="37412"/>
                        <a:pt x="51625" y="35412"/>
                        <a:pt x="51245" y="32650"/>
                      </a:cubicBezTo>
                      <a:cubicBezTo>
                        <a:pt x="52578" y="31888"/>
                        <a:pt x="53340" y="29887"/>
                        <a:pt x="53531" y="26649"/>
                      </a:cubicBezTo>
                      <a:cubicBezTo>
                        <a:pt x="53721" y="23410"/>
                        <a:pt x="54483" y="21220"/>
                        <a:pt x="55721" y="20172"/>
                      </a:cubicBezTo>
                      <a:cubicBezTo>
                        <a:pt x="55531" y="19124"/>
                        <a:pt x="54864" y="17600"/>
                        <a:pt x="53912" y="15790"/>
                      </a:cubicBezTo>
                      <a:lnTo>
                        <a:pt x="57817" y="15409"/>
                      </a:lnTo>
                      <a:cubicBezTo>
                        <a:pt x="56769" y="11790"/>
                        <a:pt x="57150" y="8837"/>
                        <a:pt x="58865" y="6837"/>
                      </a:cubicBezTo>
                      <a:cubicBezTo>
                        <a:pt x="59627" y="5503"/>
                        <a:pt x="60674" y="4837"/>
                        <a:pt x="62008" y="4837"/>
                      </a:cubicBezTo>
                      <a:cubicBezTo>
                        <a:pt x="62579" y="4837"/>
                        <a:pt x="63532" y="5027"/>
                        <a:pt x="64675" y="5313"/>
                      </a:cubicBezTo>
                      <a:cubicBezTo>
                        <a:pt x="65818" y="5694"/>
                        <a:pt x="66675" y="5789"/>
                        <a:pt x="67247" y="5789"/>
                      </a:cubicBezTo>
                      <a:cubicBezTo>
                        <a:pt x="68580" y="5789"/>
                        <a:pt x="69628" y="5122"/>
                        <a:pt x="70390" y="3789"/>
                      </a:cubicBezTo>
                      <a:cubicBezTo>
                        <a:pt x="71152" y="3408"/>
                        <a:pt x="71914" y="3313"/>
                        <a:pt x="72485" y="3313"/>
                      </a:cubicBezTo>
                      <a:cubicBezTo>
                        <a:pt x="73533" y="3313"/>
                        <a:pt x="74676" y="3979"/>
                        <a:pt x="75724" y="5503"/>
                      </a:cubicBezTo>
                      <a:cubicBezTo>
                        <a:pt x="76867" y="6932"/>
                        <a:pt x="78010" y="7694"/>
                        <a:pt x="79248" y="7694"/>
                      </a:cubicBezTo>
                      <a:cubicBezTo>
                        <a:pt x="79439" y="8837"/>
                        <a:pt x="79820" y="9885"/>
                        <a:pt x="80010" y="11123"/>
                      </a:cubicBezTo>
                      <a:cubicBezTo>
                        <a:pt x="80296" y="12266"/>
                        <a:pt x="81058" y="13028"/>
                        <a:pt x="82391" y="13409"/>
                      </a:cubicBezTo>
                      <a:cubicBezTo>
                        <a:pt x="82391" y="13790"/>
                        <a:pt x="82106" y="14552"/>
                        <a:pt x="81820" y="15600"/>
                      </a:cubicBezTo>
                      <a:cubicBezTo>
                        <a:pt x="81534" y="16743"/>
                        <a:pt x="81344" y="17600"/>
                        <a:pt x="81344" y="18172"/>
                      </a:cubicBezTo>
                      <a:cubicBezTo>
                        <a:pt x="81344" y="19315"/>
                        <a:pt x="81820" y="20076"/>
                        <a:pt x="82772" y="20553"/>
                      </a:cubicBezTo>
                      <a:lnTo>
                        <a:pt x="84201" y="20553"/>
                      </a:lnTo>
                      <a:cubicBezTo>
                        <a:pt x="83629" y="21982"/>
                        <a:pt x="83249" y="23410"/>
                        <a:pt x="83249" y="24839"/>
                      </a:cubicBezTo>
                      <a:cubicBezTo>
                        <a:pt x="83249" y="27030"/>
                        <a:pt x="83915" y="29030"/>
                        <a:pt x="85154" y="30840"/>
                      </a:cubicBezTo>
                      <a:cubicBezTo>
                        <a:pt x="84963" y="31316"/>
                        <a:pt x="84868" y="31888"/>
                        <a:pt x="84868" y="32364"/>
                      </a:cubicBezTo>
                      <a:cubicBezTo>
                        <a:pt x="84868" y="33507"/>
                        <a:pt x="85344" y="35126"/>
                        <a:pt x="86392" y="36841"/>
                      </a:cubicBezTo>
                      <a:cubicBezTo>
                        <a:pt x="87440" y="38746"/>
                        <a:pt x="87916" y="40174"/>
                        <a:pt x="87916" y="41127"/>
                      </a:cubicBezTo>
                      <a:cubicBezTo>
                        <a:pt x="87916" y="41794"/>
                        <a:pt x="87821" y="42460"/>
                        <a:pt x="87535" y="43127"/>
                      </a:cubicBezTo>
                      <a:cubicBezTo>
                        <a:pt x="87821" y="43603"/>
                        <a:pt x="88297" y="44270"/>
                        <a:pt x="89059" y="45127"/>
                      </a:cubicBezTo>
                      <a:cubicBezTo>
                        <a:pt x="92202" y="43317"/>
                        <a:pt x="93726" y="41413"/>
                        <a:pt x="93726" y="39412"/>
                      </a:cubicBezTo>
                      <a:cubicBezTo>
                        <a:pt x="93726" y="39222"/>
                        <a:pt x="93726" y="38936"/>
                        <a:pt x="93631" y="38650"/>
                      </a:cubicBezTo>
                      <a:cubicBezTo>
                        <a:pt x="92583" y="38365"/>
                        <a:pt x="92107" y="37698"/>
                        <a:pt x="92107" y="36650"/>
                      </a:cubicBezTo>
                      <a:cubicBezTo>
                        <a:pt x="92107" y="36174"/>
                        <a:pt x="92202" y="35412"/>
                        <a:pt x="92488" y="34459"/>
                      </a:cubicBezTo>
                      <a:cubicBezTo>
                        <a:pt x="92678" y="33507"/>
                        <a:pt x="92774" y="32840"/>
                        <a:pt x="92774" y="32554"/>
                      </a:cubicBezTo>
                      <a:cubicBezTo>
                        <a:pt x="94202" y="32078"/>
                        <a:pt x="95155" y="30745"/>
                        <a:pt x="95631" y="28554"/>
                      </a:cubicBezTo>
                      <a:cubicBezTo>
                        <a:pt x="96203" y="26363"/>
                        <a:pt x="97250" y="25125"/>
                        <a:pt x="98774" y="24839"/>
                      </a:cubicBezTo>
                      <a:cubicBezTo>
                        <a:pt x="98203" y="24553"/>
                        <a:pt x="97346" y="24458"/>
                        <a:pt x="96298" y="24458"/>
                      </a:cubicBezTo>
                      <a:cubicBezTo>
                        <a:pt x="95631" y="24458"/>
                        <a:pt x="94869" y="24172"/>
                        <a:pt x="94202" y="23410"/>
                      </a:cubicBezTo>
                      <a:cubicBezTo>
                        <a:pt x="93821" y="20362"/>
                        <a:pt x="94583" y="17695"/>
                        <a:pt x="96679" y="15219"/>
                      </a:cubicBezTo>
                      <a:cubicBezTo>
                        <a:pt x="96488" y="13790"/>
                        <a:pt x="96869" y="12647"/>
                        <a:pt x="98203" y="11885"/>
                      </a:cubicBezTo>
                      <a:cubicBezTo>
                        <a:pt x="97155" y="11885"/>
                        <a:pt x="96679" y="11218"/>
                        <a:pt x="96583" y="10266"/>
                      </a:cubicBezTo>
                      <a:cubicBezTo>
                        <a:pt x="96583" y="9504"/>
                        <a:pt x="96679" y="8837"/>
                        <a:pt x="97060" y="8075"/>
                      </a:cubicBezTo>
                      <a:cubicBezTo>
                        <a:pt x="98774" y="5503"/>
                        <a:pt x="101918" y="4170"/>
                        <a:pt x="106680" y="4170"/>
                      </a:cubicBezTo>
                      <a:lnTo>
                        <a:pt x="110776" y="4170"/>
                      </a:lnTo>
                      <a:cubicBezTo>
                        <a:pt x="112871" y="4170"/>
                        <a:pt x="114491" y="3979"/>
                        <a:pt x="115729" y="3503"/>
                      </a:cubicBezTo>
                      <a:cubicBezTo>
                        <a:pt x="117253" y="4741"/>
                        <a:pt x="118300" y="6742"/>
                        <a:pt x="118872" y="9409"/>
                      </a:cubicBezTo>
                      <a:cubicBezTo>
                        <a:pt x="117348" y="10075"/>
                        <a:pt x="116586" y="11599"/>
                        <a:pt x="116586" y="14171"/>
                      </a:cubicBezTo>
                      <a:cubicBezTo>
                        <a:pt x="116586" y="19219"/>
                        <a:pt x="116586" y="21505"/>
                        <a:pt x="116681" y="21029"/>
                      </a:cubicBezTo>
                      <a:close/>
                      <a:moveTo>
                        <a:pt x="21622" y="65797"/>
                      </a:moveTo>
                      <a:lnTo>
                        <a:pt x="19812" y="63892"/>
                      </a:lnTo>
                      <a:cubicBezTo>
                        <a:pt x="19812" y="63892"/>
                        <a:pt x="20955" y="64273"/>
                        <a:pt x="22289" y="65320"/>
                      </a:cubicBezTo>
                      <a:lnTo>
                        <a:pt x="21622" y="65797"/>
                      </a:lnTo>
                      <a:close/>
                      <a:moveTo>
                        <a:pt x="20574" y="69130"/>
                      </a:moveTo>
                      <a:cubicBezTo>
                        <a:pt x="21527" y="69892"/>
                        <a:pt x="22193" y="70273"/>
                        <a:pt x="22574" y="70178"/>
                      </a:cubicBezTo>
                      <a:lnTo>
                        <a:pt x="19812" y="70559"/>
                      </a:lnTo>
                      <a:lnTo>
                        <a:pt x="20574" y="69130"/>
                      </a:lnTo>
                      <a:close/>
                      <a:moveTo>
                        <a:pt x="27242" y="79703"/>
                      </a:moveTo>
                      <a:cubicBezTo>
                        <a:pt x="25718" y="79036"/>
                        <a:pt x="24575" y="79322"/>
                        <a:pt x="23717" y="80751"/>
                      </a:cubicBezTo>
                      <a:cubicBezTo>
                        <a:pt x="23717" y="81132"/>
                        <a:pt x="23336" y="81227"/>
                        <a:pt x="22765" y="81132"/>
                      </a:cubicBezTo>
                      <a:lnTo>
                        <a:pt x="21146" y="81132"/>
                      </a:lnTo>
                      <a:cubicBezTo>
                        <a:pt x="21146" y="81132"/>
                        <a:pt x="20669" y="80465"/>
                        <a:pt x="20288" y="79989"/>
                      </a:cubicBezTo>
                      <a:cubicBezTo>
                        <a:pt x="20003" y="79608"/>
                        <a:pt x="19907" y="79227"/>
                        <a:pt x="20098" y="78750"/>
                      </a:cubicBezTo>
                      <a:cubicBezTo>
                        <a:pt x="20955" y="79703"/>
                        <a:pt x="21812" y="80275"/>
                        <a:pt x="22574" y="80275"/>
                      </a:cubicBezTo>
                      <a:cubicBezTo>
                        <a:pt x="22955" y="80275"/>
                        <a:pt x="23336" y="80084"/>
                        <a:pt x="23622" y="79798"/>
                      </a:cubicBezTo>
                      <a:lnTo>
                        <a:pt x="24670" y="77417"/>
                      </a:lnTo>
                      <a:lnTo>
                        <a:pt x="27146" y="79798"/>
                      </a:lnTo>
                      <a:close/>
                      <a:moveTo>
                        <a:pt x="20574" y="50842"/>
                      </a:moveTo>
                      <a:lnTo>
                        <a:pt x="20574" y="49509"/>
                      </a:lnTo>
                      <a:lnTo>
                        <a:pt x="23717" y="50842"/>
                      </a:lnTo>
                      <a:lnTo>
                        <a:pt x="20574" y="50842"/>
                      </a:lnTo>
                      <a:close/>
                      <a:moveTo>
                        <a:pt x="21622" y="103706"/>
                      </a:moveTo>
                      <a:lnTo>
                        <a:pt x="20574" y="102373"/>
                      </a:lnTo>
                      <a:lnTo>
                        <a:pt x="21622" y="103134"/>
                      </a:lnTo>
                      <a:lnTo>
                        <a:pt x="21622" y="103801"/>
                      </a:lnTo>
                      <a:close/>
                      <a:moveTo>
                        <a:pt x="21241" y="83037"/>
                      </a:moveTo>
                      <a:lnTo>
                        <a:pt x="22289" y="83418"/>
                      </a:lnTo>
                      <a:lnTo>
                        <a:pt x="21622" y="84370"/>
                      </a:lnTo>
                      <a:lnTo>
                        <a:pt x="21241" y="84370"/>
                      </a:lnTo>
                      <a:lnTo>
                        <a:pt x="21241" y="83037"/>
                      </a:lnTo>
                      <a:close/>
                      <a:moveTo>
                        <a:pt x="21241" y="97515"/>
                      </a:moveTo>
                      <a:lnTo>
                        <a:pt x="23050" y="97515"/>
                      </a:lnTo>
                      <a:lnTo>
                        <a:pt x="22289" y="98277"/>
                      </a:lnTo>
                      <a:lnTo>
                        <a:pt x="21241" y="97515"/>
                      </a:lnTo>
                      <a:close/>
                      <a:moveTo>
                        <a:pt x="21622" y="94086"/>
                      </a:moveTo>
                      <a:cubicBezTo>
                        <a:pt x="21431" y="92276"/>
                        <a:pt x="21908" y="91419"/>
                        <a:pt x="22955" y="91419"/>
                      </a:cubicBezTo>
                      <a:cubicBezTo>
                        <a:pt x="23241" y="91419"/>
                        <a:pt x="23432" y="91419"/>
                        <a:pt x="23717" y="91705"/>
                      </a:cubicBezTo>
                      <a:cubicBezTo>
                        <a:pt x="23717" y="92467"/>
                        <a:pt x="23527" y="92943"/>
                        <a:pt x="22955" y="93133"/>
                      </a:cubicBezTo>
                      <a:cubicBezTo>
                        <a:pt x="22384" y="93324"/>
                        <a:pt x="21908" y="93609"/>
                        <a:pt x="21622" y="94086"/>
                      </a:cubicBezTo>
                      <a:close/>
                      <a:moveTo>
                        <a:pt x="25146" y="69035"/>
                      </a:moveTo>
                      <a:lnTo>
                        <a:pt x="24765" y="69416"/>
                      </a:lnTo>
                      <a:lnTo>
                        <a:pt x="22670" y="67035"/>
                      </a:lnTo>
                      <a:lnTo>
                        <a:pt x="23717" y="67035"/>
                      </a:lnTo>
                      <a:cubicBezTo>
                        <a:pt x="23717" y="67035"/>
                        <a:pt x="23622" y="67511"/>
                        <a:pt x="23622" y="67701"/>
                      </a:cubicBezTo>
                      <a:cubicBezTo>
                        <a:pt x="23622" y="67987"/>
                        <a:pt x="23813" y="68178"/>
                        <a:pt x="24384" y="68464"/>
                      </a:cubicBezTo>
                      <a:cubicBezTo>
                        <a:pt x="24860" y="68749"/>
                        <a:pt x="25146" y="68940"/>
                        <a:pt x="25241" y="69035"/>
                      </a:cubicBezTo>
                      <a:close/>
                      <a:moveTo>
                        <a:pt x="22670" y="75226"/>
                      </a:moveTo>
                      <a:cubicBezTo>
                        <a:pt x="23241" y="75036"/>
                        <a:pt x="24003" y="75226"/>
                        <a:pt x="24765" y="75798"/>
                      </a:cubicBezTo>
                      <a:lnTo>
                        <a:pt x="22670" y="76560"/>
                      </a:lnTo>
                      <a:lnTo>
                        <a:pt x="22670" y="75226"/>
                      </a:lnTo>
                      <a:close/>
                      <a:moveTo>
                        <a:pt x="22670" y="107516"/>
                      </a:moveTo>
                      <a:lnTo>
                        <a:pt x="23050" y="106468"/>
                      </a:lnTo>
                      <a:lnTo>
                        <a:pt x="24098" y="107516"/>
                      </a:lnTo>
                      <a:lnTo>
                        <a:pt x="22670" y="107516"/>
                      </a:lnTo>
                      <a:close/>
                      <a:moveTo>
                        <a:pt x="23050" y="72750"/>
                      </a:moveTo>
                      <a:lnTo>
                        <a:pt x="24765" y="72369"/>
                      </a:lnTo>
                      <a:lnTo>
                        <a:pt x="23717" y="74179"/>
                      </a:lnTo>
                      <a:lnTo>
                        <a:pt x="23050" y="72845"/>
                      </a:lnTo>
                      <a:close/>
                      <a:moveTo>
                        <a:pt x="23717" y="57224"/>
                      </a:moveTo>
                      <a:lnTo>
                        <a:pt x="23717" y="54843"/>
                      </a:lnTo>
                      <a:lnTo>
                        <a:pt x="24765" y="54843"/>
                      </a:lnTo>
                      <a:cubicBezTo>
                        <a:pt x="24765" y="56176"/>
                        <a:pt x="24384" y="57034"/>
                        <a:pt x="23717" y="57224"/>
                      </a:cubicBezTo>
                      <a:close/>
                      <a:moveTo>
                        <a:pt x="26194" y="84847"/>
                      </a:moveTo>
                      <a:cubicBezTo>
                        <a:pt x="26384" y="85418"/>
                        <a:pt x="26003" y="86085"/>
                        <a:pt x="25146" y="86751"/>
                      </a:cubicBezTo>
                      <a:lnTo>
                        <a:pt x="25146" y="84370"/>
                      </a:lnTo>
                      <a:cubicBezTo>
                        <a:pt x="25146" y="84370"/>
                        <a:pt x="25908" y="84942"/>
                        <a:pt x="26194" y="84847"/>
                      </a:cubicBezTo>
                      <a:close/>
                      <a:moveTo>
                        <a:pt x="25718" y="97420"/>
                      </a:moveTo>
                      <a:cubicBezTo>
                        <a:pt x="26479" y="97420"/>
                        <a:pt x="26861" y="97800"/>
                        <a:pt x="27146" y="98182"/>
                      </a:cubicBezTo>
                      <a:lnTo>
                        <a:pt x="27813" y="99801"/>
                      </a:lnTo>
                      <a:lnTo>
                        <a:pt x="26765" y="100182"/>
                      </a:lnTo>
                      <a:cubicBezTo>
                        <a:pt x="26765" y="100182"/>
                        <a:pt x="26956" y="99706"/>
                        <a:pt x="26956" y="99420"/>
                      </a:cubicBezTo>
                      <a:cubicBezTo>
                        <a:pt x="26956" y="99134"/>
                        <a:pt x="26765" y="98848"/>
                        <a:pt x="26194" y="98563"/>
                      </a:cubicBezTo>
                      <a:cubicBezTo>
                        <a:pt x="25718" y="98277"/>
                        <a:pt x="25432" y="98086"/>
                        <a:pt x="25432" y="97896"/>
                      </a:cubicBezTo>
                      <a:cubicBezTo>
                        <a:pt x="25432" y="97705"/>
                        <a:pt x="25432" y="97515"/>
                        <a:pt x="25718" y="97420"/>
                      </a:cubicBezTo>
                      <a:close/>
                      <a:moveTo>
                        <a:pt x="25718" y="91038"/>
                      </a:moveTo>
                      <a:cubicBezTo>
                        <a:pt x="26194" y="90562"/>
                        <a:pt x="26670" y="90466"/>
                        <a:pt x="27242" y="90752"/>
                      </a:cubicBezTo>
                      <a:cubicBezTo>
                        <a:pt x="26575" y="91038"/>
                        <a:pt x="26099" y="91133"/>
                        <a:pt x="25718" y="91038"/>
                      </a:cubicBezTo>
                      <a:close/>
                      <a:moveTo>
                        <a:pt x="27242" y="75226"/>
                      </a:moveTo>
                      <a:lnTo>
                        <a:pt x="27242" y="75988"/>
                      </a:lnTo>
                      <a:cubicBezTo>
                        <a:pt x="27242" y="75988"/>
                        <a:pt x="27242" y="75607"/>
                        <a:pt x="27242" y="75226"/>
                      </a:cubicBezTo>
                      <a:close/>
                      <a:moveTo>
                        <a:pt x="28194" y="76560"/>
                      </a:moveTo>
                      <a:lnTo>
                        <a:pt x="27813" y="77131"/>
                      </a:lnTo>
                      <a:lnTo>
                        <a:pt x="27432" y="75893"/>
                      </a:lnTo>
                      <a:cubicBezTo>
                        <a:pt x="27432" y="75893"/>
                        <a:pt x="28004" y="76179"/>
                        <a:pt x="28194" y="76560"/>
                      </a:cubicBezTo>
                      <a:close/>
                      <a:moveTo>
                        <a:pt x="31337" y="99801"/>
                      </a:moveTo>
                      <a:cubicBezTo>
                        <a:pt x="30671" y="99991"/>
                        <a:pt x="30290" y="99801"/>
                        <a:pt x="30004" y="99325"/>
                      </a:cubicBezTo>
                      <a:cubicBezTo>
                        <a:pt x="29718" y="98848"/>
                        <a:pt x="29528" y="98372"/>
                        <a:pt x="29242" y="97800"/>
                      </a:cubicBezTo>
                      <a:lnTo>
                        <a:pt x="31337" y="99801"/>
                      </a:lnTo>
                      <a:close/>
                      <a:moveTo>
                        <a:pt x="30671" y="63701"/>
                      </a:moveTo>
                      <a:cubicBezTo>
                        <a:pt x="32195" y="64654"/>
                        <a:pt x="33528" y="65130"/>
                        <a:pt x="34290" y="65130"/>
                      </a:cubicBezTo>
                      <a:cubicBezTo>
                        <a:pt x="35052" y="65130"/>
                        <a:pt x="35624" y="64654"/>
                        <a:pt x="35624" y="63701"/>
                      </a:cubicBezTo>
                      <a:lnTo>
                        <a:pt x="32766" y="63701"/>
                      </a:lnTo>
                      <a:cubicBezTo>
                        <a:pt x="31909" y="63701"/>
                        <a:pt x="31147" y="63130"/>
                        <a:pt x="30671" y="62177"/>
                      </a:cubicBezTo>
                      <a:lnTo>
                        <a:pt x="30671" y="63701"/>
                      </a:lnTo>
                      <a:close/>
                      <a:moveTo>
                        <a:pt x="31718" y="88657"/>
                      </a:moveTo>
                      <a:lnTo>
                        <a:pt x="31337" y="88275"/>
                      </a:lnTo>
                      <a:cubicBezTo>
                        <a:pt x="31337" y="88275"/>
                        <a:pt x="31528" y="88275"/>
                        <a:pt x="31718" y="88561"/>
                      </a:cubicBezTo>
                      <a:lnTo>
                        <a:pt x="31718" y="88752"/>
                      </a:lnTo>
                      <a:close/>
                      <a:moveTo>
                        <a:pt x="32385" y="80560"/>
                      </a:moveTo>
                      <a:lnTo>
                        <a:pt x="34195" y="80560"/>
                      </a:lnTo>
                      <a:lnTo>
                        <a:pt x="32766" y="79989"/>
                      </a:lnTo>
                      <a:lnTo>
                        <a:pt x="32385" y="80560"/>
                      </a:lnTo>
                      <a:close/>
                      <a:moveTo>
                        <a:pt x="33147" y="109516"/>
                      </a:moveTo>
                      <a:lnTo>
                        <a:pt x="33147" y="108373"/>
                      </a:lnTo>
                      <a:lnTo>
                        <a:pt x="34195" y="108373"/>
                      </a:lnTo>
                      <a:lnTo>
                        <a:pt x="34195" y="109516"/>
                      </a:lnTo>
                      <a:lnTo>
                        <a:pt x="33147" y="109516"/>
                      </a:lnTo>
                      <a:close/>
                      <a:moveTo>
                        <a:pt x="35624" y="58272"/>
                      </a:moveTo>
                      <a:lnTo>
                        <a:pt x="34862" y="58272"/>
                      </a:lnTo>
                      <a:lnTo>
                        <a:pt x="36290" y="58843"/>
                      </a:lnTo>
                      <a:lnTo>
                        <a:pt x="35624" y="58272"/>
                      </a:lnTo>
                      <a:close/>
                      <a:moveTo>
                        <a:pt x="35243" y="72369"/>
                      </a:moveTo>
                      <a:cubicBezTo>
                        <a:pt x="35243" y="72369"/>
                        <a:pt x="35719" y="71797"/>
                        <a:pt x="36004" y="71797"/>
                      </a:cubicBezTo>
                      <a:cubicBezTo>
                        <a:pt x="36290" y="71797"/>
                        <a:pt x="36576" y="71988"/>
                        <a:pt x="36862" y="72274"/>
                      </a:cubicBezTo>
                      <a:cubicBezTo>
                        <a:pt x="37148" y="72655"/>
                        <a:pt x="37338" y="72750"/>
                        <a:pt x="37433" y="72750"/>
                      </a:cubicBezTo>
                      <a:cubicBezTo>
                        <a:pt x="37719" y="72750"/>
                        <a:pt x="37910" y="72655"/>
                        <a:pt x="38100" y="72369"/>
                      </a:cubicBezTo>
                      <a:cubicBezTo>
                        <a:pt x="37910" y="71892"/>
                        <a:pt x="37529" y="71607"/>
                        <a:pt x="37052" y="71512"/>
                      </a:cubicBezTo>
                      <a:cubicBezTo>
                        <a:pt x="36290" y="71321"/>
                        <a:pt x="35814" y="71226"/>
                        <a:pt x="35624" y="71035"/>
                      </a:cubicBezTo>
                      <a:lnTo>
                        <a:pt x="35243" y="72464"/>
                      </a:lnTo>
                      <a:close/>
                      <a:moveTo>
                        <a:pt x="38386" y="83323"/>
                      </a:moveTo>
                      <a:lnTo>
                        <a:pt x="38767" y="82942"/>
                      </a:lnTo>
                      <a:lnTo>
                        <a:pt x="38386" y="83323"/>
                      </a:lnTo>
                      <a:cubicBezTo>
                        <a:pt x="37529" y="83799"/>
                        <a:pt x="36862" y="83799"/>
                        <a:pt x="36290" y="83323"/>
                      </a:cubicBezTo>
                      <a:cubicBezTo>
                        <a:pt x="36862" y="83989"/>
                        <a:pt x="37529" y="83989"/>
                        <a:pt x="38386" y="83323"/>
                      </a:cubicBezTo>
                      <a:close/>
                      <a:moveTo>
                        <a:pt x="36671" y="93991"/>
                      </a:moveTo>
                      <a:cubicBezTo>
                        <a:pt x="36671" y="93991"/>
                        <a:pt x="36957" y="93419"/>
                        <a:pt x="37338" y="92467"/>
                      </a:cubicBezTo>
                      <a:cubicBezTo>
                        <a:pt x="37529" y="91895"/>
                        <a:pt x="38005" y="91705"/>
                        <a:pt x="38767" y="91990"/>
                      </a:cubicBezTo>
                      <a:cubicBezTo>
                        <a:pt x="38481" y="91800"/>
                        <a:pt x="38291" y="91609"/>
                        <a:pt x="38005" y="91609"/>
                      </a:cubicBezTo>
                      <a:cubicBezTo>
                        <a:pt x="37529" y="91609"/>
                        <a:pt x="37148" y="92371"/>
                        <a:pt x="36671" y="93991"/>
                      </a:cubicBezTo>
                      <a:close/>
                      <a:moveTo>
                        <a:pt x="39148" y="106945"/>
                      </a:moveTo>
                      <a:cubicBezTo>
                        <a:pt x="39148" y="106945"/>
                        <a:pt x="39815" y="107611"/>
                        <a:pt x="39815" y="107802"/>
                      </a:cubicBezTo>
                      <a:cubicBezTo>
                        <a:pt x="39529" y="108183"/>
                        <a:pt x="38957" y="108278"/>
                        <a:pt x="38100" y="108278"/>
                      </a:cubicBezTo>
                      <a:lnTo>
                        <a:pt x="39148" y="106945"/>
                      </a:lnTo>
                      <a:close/>
                      <a:moveTo>
                        <a:pt x="39815" y="90562"/>
                      </a:moveTo>
                      <a:cubicBezTo>
                        <a:pt x="40767" y="90276"/>
                        <a:pt x="41624" y="90562"/>
                        <a:pt x="42291" y="91609"/>
                      </a:cubicBezTo>
                      <a:lnTo>
                        <a:pt x="43053" y="90181"/>
                      </a:lnTo>
                      <a:cubicBezTo>
                        <a:pt x="41148" y="90181"/>
                        <a:pt x="40005" y="90371"/>
                        <a:pt x="39815" y="90562"/>
                      </a:cubicBezTo>
                      <a:close/>
                      <a:moveTo>
                        <a:pt x="40577" y="94943"/>
                      </a:moveTo>
                      <a:lnTo>
                        <a:pt x="41624" y="93895"/>
                      </a:lnTo>
                      <a:lnTo>
                        <a:pt x="40577" y="93895"/>
                      </a:lnTo>
                      <a:lnTo>
                        <a:pt x="40577" y="94943"/>
                      </a:lnTo>
                      <a:close/>
                      <a:moveTo>
                        <a:pt x="43053" y="75703"/>
                      </a:moveTo>
                      <a:cubicBezTo>
                        <a:pt x="43053" y="75703"/>
                        <a:pt x="42482" y="75512"/>
                        <a:pt x="42196" y="75703"/>
                      </a:cubicBezTo>
                      <a:cubicBezTo>
                        <a:pt x="41720" y="75893"/>
                        <a:pt x="41529" y="76084"/>
                        <a:pt x="41624" y="76465"/>
                      </a:cubicBezTo>
                      <a:lnTo>
                        <a:pt x="42672" y="76465"/>
                      </a:lnTo>
                      <a:cubicBezTo>
                        <a:pt x="42672" y="76465"/>
                        <a:pt x="43244" y="75988"/>
                        <a:pt x="43053" y="75703"/>
                      </a:cubicBezTo>
                      <a:close/>
                      <a:moveTo>
                        <a:pt x="42672" y="70845"/>
                      </a:moveTo>
                      <a:lnTo>
                        <a:pt x="42291" y="73226"/>
                      </a:lnTo>
                      <a:lnTo>
                        <a:pt x="43053" y="70845"/>
                      </a:lnTo>
                      <a:lnTo>
                        <a:pt x="42672" y="70845"/>
                      </a:lnTo>
                      <a:close/>
                      <a:moveTo>
                        <a:pt x="44101" y="95324"/>
                      </a:moveTo>
                      <a:lnTo>
                        <a:pt x="44101" y="94943"/>
                      </a:lnTo>
                      <a:lnTo>
                        <a:pt x="43053" y="93895"/>
                      </a:lnTo>
                      <a:lnTo>
                        <a:pt x="44101" y="95324"/>
                      </a:lnTo>
                      <a:close/>
                      <a:moveTo>
                        <a:pt x="46577" y="74655"/>
                      </a:moveTo>
                      <a:cubicBezTo>
                        <a:pt x="45149" y="75703"/>
                        <a:pt x="44577" y="76274"/>
                        <a:pt x="44768" y="76465"/>
                      </a:cubicBezTo>
                      <a:lnTo>
                        <a:pt x="47244" y="76465"/>
                      </a:lnTo>
                      <a:lnTo>
                        <a:pt x="45529" y="75703"/>
                      </a:lnTo>
                      <a:lnTo>
                        <a:pt x="46577" y="74655"/>
                      </a:lnTo>
                      <a:close/>
                      <a:moveTo>
                        <a:pt x="45149" y="87133"/>
                      </a:moveTo>
                      <a:lnTo>
                        <a:pt x="45529" y="86561"/>
                      </a:lnTo>
                      <a:lnTo>
                        <a:pt x="46196" y="84656"/>
                      </a:lnTo>
                      <a:lnTo>
                        <a:pt x="45149" y="87037"/>
                      </a:lnTo>
                      <a:close/>
                      <a:moveTo>
                        <a:pt x="45529" y="97324"/>
                      </a:moveTo>
                      <a:cubicBezTo>
                        <a:pt x="46101" y="97324"/>
                        <a:pt x="46863" y="97229"/>
                        <a:pt x="47625" y="96753"/>
                      </a:cubicBezTo>
                      <a:cubicBezTo>
                        <a:pt x="47149" y="96562"/>
                        <a:pt x="46387" y="96753"/>
                        <a:pt x="45529" y="97324"/>
                      </a:cubicBezTo>
                      <a:close/>
                      <a:moveTo>
                        <a:pt x="48101" y="43889"/>
                      </a:moveTo>
                      <a:cubicBezTo>
                        <a:pt x="47054" y="43603"/>
                        <a:pt x="46482" y="44080"/>
                        <a:pt x="46482" y="45127"/>
                      </a:cubicBezTo>
                      <a:cubicBezTo>
                        <a:pt x="46482" y="46270"/>
                        <a:pt x="46863" y="46842"/>
                        <a:pt x="47530" y="46842"/>
                      </a:cubicBezTo>
                      <a:cubicBezTo>
                        <a:pt x="47911" y="46556"/>
                        <a:pt x="48101" y="45508"/>
                        <a:pt x="48101" y="43794"/>
                      </a:cubicBezTo>
                      <a:close/>
                      <a:moveTo>
                        <a:pt x="50578" y="69321"/>
                      </a:moveTo>
                      <a:cubicBezTo>
                        <a:pt x="50197" y="68749"/>
                        <a:pt x="49435" y="68940"/>
                        <a:pt x="48101" y="69988"/>
                      </a:cubicBezTo>
                      <a:cubicBezTo>
                        <a:pt x="48768" y="69988"/>
                        <a:pt x="49625" y="69797"/>
                        <a:pt x="50578" y="69321"/>
                      </a:cubicBezTo>
                      <a:close/>
                      <a:moveTo>
                        <a:pt x="50578" y="79894"/>
                      </a:moveTo>
                      <a:cubicBezTo>
                        <a:pt x="51530" y="78941"/>
                        <a:pt x="52292" y="78560"/>
                        <a:pt x="52769" y="78560"/>
                      </a:cubicBezTo>
                      <a:cubicBezTo>
                        <a:pt x="53150" y="78560"/>
                        <a:pt x="53435" y="78655"/>
                        <a:pt x="53721" y="78941"/>
                      </a:cubicBezTo>
                      <a:lnTo>
                        <a:pt x="53721" y="78179"/>
                      </a:lnTo>
                      <a:cubicBezTo>
                        <a:pt x="53721" y="78179"/>
                        <a:pt x="52673" y="77608"/>
                        <a:pt x="51530" y="76750"/>
                      </a:cubicBezTo>
                      <a:cubicBezTo>
                        <a:pt x="50673" y="76274"/>
                        <a:pt x="49911" y="75988"/>
                        <a:pt x="49149" y="75988"/>
                      </a:cubicBezTo>
                      <a:cubicBezTo>
                        <a:pt x="48768" y="75988"/>
                        <a:pt x="48482" y="75988"/>
                        <a:pt x="48101" y="76179"/>
                      </a:cubicBezTo>
                      <a:cubicBezTo>
                        <a:pt x="49149" y="76179"/>
                        <a:pt x="50578" y="76941"/>
                        <a:pt x="52292" y="78179"/>
                      </a:cubicBezTo>
                      <a:cubicBezTo>
                        <a:pt x="52007" y="78465"/>
                        <a:pt x="51625" y="78655"/>
                        <a:pt x="51149" y="78560"/>
                      </a:cubicBezTo>
                      <a:lnTo>
                        <a:pt x="49721" y="78560"/>
                      </a:lnTo>
                      <a:lnTo>
                        <a:pt x="50578" y="79894"/>
                      </a:lnTo>
                      <a:close/>
                      <a:moveTo>
                        <a:pt x="50578" y="104944"/>
                      </a:moveTo>
                      <a:cubicBezTo>
                        <a:pt x="50578" y="104944"/>
                        <a:pt x="50387" y="104468"/>
                        <a:pt x="50387" y="104182"/>
                      </a:cubicBezTo>
                      <a:cubicBezTo>
                        <a:pt x="50387" y="104182"/>
                        <a:pt x="50578" y="104373"/>
                        <a:pt x="50578" y="104563"/>
                      </a:cubicBezTo>
                      <a:cubicBezTo>
                        <a:pt x="50578" y="104754"/>
                        <a:pt x="50578" y="104849"/>
                        <a:pt x="50578" y="104944"/>
                      </a:cubicBezTo>
                      <a:close/>
                      <a:moveTo>
                        <a:pt x="54769" y="100563"/>
                      </a:moveTo>
                      <a:lnTo>
                        <a:pt x="54769" y="99801"/>
                      </a:lnTo>
                      <a:cubicBezTo>
                        <a:pt x="54769" y="99801"/>
                        <a:pt x="54007" y="99801"/>
                        <a:pt x="54007" y="99515"/>
                      </a:cubicBezTo>
                      <a:lnTo>
                        <a:pt x="53721" y="99134"/>
                      </a:lnTo>
                      <a:cubicBezTo>
                        <a:pt x="53721" y="99134"/>
                        <a:pt x="53721" y="99515"/>
                        <a:pt x="54007" y="99515"/>
                      </a:cubicBezTo>
                      <a:lnTo>
                        <a:pt x="54769" y="100563"/>
                      </a:lnTo>
                      <a:close/>
                      <a:moveTo>
                        <a:pt x="55150" y="88275"/>
                      </a:moveTo>
                      <a:cubicBezTo>
                        <a:pt x="55912" y="87514"/>
                        <a:pt x="56293" y="87037"/>
                        <a:pt x="56198" y="86751"/>
                      </a:cubicBezTo>
                      <a:cubicBezTo>
                        <a:pt x="56198" y="86847"/>
                        <a:pt x="55817" y="86942"/>
                        <a:pt x="55340" y="87037"/>
                      </a:cubicBezTo>
                      <a:cubicBezTo>
                        <a:pt x="54864" y="87133"/>
                        <a:pt x="54578" y="87418"/>
                        <a:pt x="54578" y="87609"/>
                      </a:cubicBezTo>
                      <a:cubicBezTo>
                        <a:pt x="54578" y="87799"/>
                        <a:pt x="54578" y="87990"/>
                        <a:pt x="54674" y="88275"/>
                      </a:cubicBezTo>
                      <a:lnTo>
                        <a:pt x="55054" y="88275"/>
                      </a:lnTo>
                      <a:close/>
                      <a:moveTo>
                        <a:pt x="58007" y="24172"/>
                      </a:moveTo>
                      <a:cubicBezTo>
                        <a:pt x="58007" y="24172"/>
                        <a:pt x="57626" y="24649"/>
                        <a:pt x="57245" y="24649"/>
                      </a:cubicBezTo>
                      <a:cubicBezTo>
                        <a:pt x="56960" y="24458"/>
                        <a:pt x="56769" y="24267"/>
                        <a:pt x="56483" y="24172"/>
                      </a:cubicBezTo>
                      <a:cubicBezTo>
                        <a:pt x="56007" y="23982"/>
                        <a:pt x="55721" y="24172"/>
                        <a:pt x="55531" y="24649"/>
                      </a:cubicBezTo>
                      <a:lnTo>
                        <a:pt x="57245" y="24649"/>
                      </a:lnTo>
                      <a:cubicBezTo>
                        <a:pt x="57245" y="24649"/>
                        <a:pt x="57722" y="24649"/>
                        <a:pt x="58007" y="24172"/>
                      </a:cubicBezTo>
                      <a:close/>
                      <a:moveTo>
                        <a:pt x="58007" y="169"/>
                      </a:moveTo>
                      <a:cubicBezTo>
                        <a:pt x="58007" y="169"/>
                        <a:pt x="59531" y="-212"/>
                        <a:pt x="61150" y="169"/>
                      </a:cubicBezTo>
                      <a:lnTo>
                        <a:pt x="58007" y="169"/>
                      </a:lnTo>
                      <a:close/>
                      <a:moveTo>
                        <a:pt x="61150" y="22839"/>
                      </a:moveTo>
                      <a:cubicBezTo>
                        <a:pt x="61150" y="22839"/>
                        <a:pt x="61532" y="22267"/>
                        <a:pt x="61532" y="21505"/>
                      </a:cubicBezTo>
                      <a:lnTo>
                        <a:pt x="60103" y="21505"/>
                      </a:lnTo>
                      <a:lnTo>
                        <a:pt x="61150" y="22839"/>
                      </a:lnTo>
                      <a:close/>
                      <a:moveTo>
                        <a:pt x="62960" y="169"/>
                      </a:moveTo>
                      <a:cubicBezTo>
                        <a:pt x="62389" y="455"/>
                        <a:pt x="61817" y="455"/>
                        <a:pt x="61150" y="169"/>
                      </a:cubicBezTo>
                      <a:lnTo>
                        <a:pt x="62960" y="169"/>
                      </a:lnTo>
                      <a:close/>
                      <a:moveTo>
                        <a:pt x="62960" y="86275"/>
                      </a:moveTo>
                      <a:cubicBezTo>
                        <a:pt x="62960" y="86275"/>
                        <a:pt x="63246" y="86466"/>
                        <a:pt x="63246" y="86847"/>
                      </a:cubicBezTo>
                      <a:cubicBezTo>
                        <a:pt x="63246" y="87323"/>
                        <a:pt x="63437" y="87609"/>
                        <a:pt x="63532" y="87895"/>
                      </a:cubicBezTo>
                      <a:cubicBezTo>
                        <a:pt x="63151" y="87895"/>
                        <a:pt x="62675" y="87609"/>
                        <a:pt x="62103" y="86751"/>
                      </a:cubicBezTo>
                      <a:lnTo>
                        <a:pt x="62865" y="86275"/>
                      </a:lnTo>
                      <a:close/>
                      <a:moveTo>
                        <a:pt x="66485" y="45889"/>
                      </a:moveTo>
                      <a:lnTo>
                        <a:pt x="67151" y="45318"/>
                      </a:lnTo>
                      <a:cubicBezTo>
                        <a:pt x="67151" y="45318"/>
                        <a:pt x="66770" y="45604"/>
                        <a:pt x="66485" y="45889"/>
                      </a:cubicBezTo>
                      <a:cubicBezTo>
                        <a:pt x="65723" y="45127"/>
                        <a:pt x="65056" y="44842"/>
                        <a:pt x="64675" y="45032"/>
                      </a:cubicBezTo>
                      <a:lnTo>
                        <a:pt x="64008" y="49795"/>
                      </a:lnTo>
                      <a:lnTo>
                        <a:pt x="65437" y="49795"/>
                      </a:lnTo>
                      <a:cubicBezTo>
                        <a:pt x="65056" y="48651"/>
                        <a:pt x="65437" y="47318"/>
                        <a:pt x="66485" y="45889"/>
                      </a:cubicBezTo>
                      <a:close/>
                      <a:moveTo>
                        <a:pt x="64008" y="83894"/>
                      </a:moveTo>
                      <a:lnTo>
                        <a:pt x="65056" y="81989"/>
                      </a:lnTo>
                      <a:lnTo>
                        <a:pt x="66104" y="81989"/>
                      </a:lnTo>
                      <a:lnTo>
                        <a:pt x="64008" y="83894"/>
                      </a:lnTo>
                      <a:close/>
                      <a:moveTo>
                        <a:pt x="66104" y="42460"/>
                      </a:moveTo>
                      <a:cubicBezTo>
                        <a:pt x="66104" y="42460"/>
                        <a:pt x="65342" y="42270"/>
                        <a:pt x="64961" y="42556"/>
                      </a:cubicBezTo>
                      <a:cubicBezTo>
                        <a:pt x="64484" y="42841"/>
                        <a:pt x="64294" y="43127"/>
                        <a:pt x="64294" y="43413"/>
                      </a:cubicBezTo>
                      <a:cubicBezTo>
                        <a:pt x="64294" y="43699"/>
                        <a:pt x="64389" y="43794"/>
                        <a:pt x="64675" y="43889"/>
                      </a:cubicBezTo>
                      <a:cubicBezTo>
                        <a:pt x="64675" y="43889"/>
                        <a:pt x="65056" y="43699"/>
                        <a:pt x="65532" y="43603"/>
                      </a:cubicBezTo>
                      <a:cubicBezTo>
                        <a:pt x="66104" y="43508"/>
                        <a:pt x="66199" y="43127"/>
                        <a:pt x="66104" y="42460"/>
                      </a:cubicBezTo>
                      <a:close/>
                      <a:moveTo>
                        <a:pt x="65437" y="34840"/>
                      </a:moveTo>
                      <a:lnTo>
                        <a:pt x="65056" y="36459"/>
                      </a:lnTo>
                      <a:lnTo>
                        <a:pt x="66485" y="36459"/>
                      </a:lnTo>
                      <a:lnTo>
                        <a:pt x="66485" y="35221"/>
                      </a:lnTo>
                      <a:cubicBezTo>
                        <a:pt x="66485" y="35221"/>
                        <a:pt x="66104" y="35221"/>
                        <a:pt x="65437" y="34840"/>
                      </a:cubicBezTo>
                      <a:close/>
                      <a:moveTo>
                        <a:pt x="73057" y="47318"/>
                      </a:moveTo>
                      <a:lnTo>
                        <a:pt x="71057" y="46175"/>
                      </a:lnTo>
                      <a:lnTo>
                        <a:pt x="71057" y="45508"/>
                      </a:lnTo>
                      <a:lnTo>
                        <a:pt x="73057" y="44365"/>
                      </a:lnTo>
                      <a:lnTo>
                        <a:pt x="71057" y="42841"/>
                      </a:lnTo>
                      <a:lnTo>
                        <a:pt x="71057" y="45508"/>
                      </a:lnTo>
                      <a:lnTo>
                        <a:pt x="70580" y="45794"/>
                      </a:lnTo>
                      <a:lnTo>
                        <a:pt x="71057" y="46175"/>
                      </a:lnTo>
                      <a:lnTo>
                        <a:pt x="71057" y="48747"/>
                      </a:lnTo>
                      <a:lnTo>
                        <a:pt x="71533" y="46937"/>
                      </a:lnTo>
                      <a:lnTo>
                        <a:pt x="72962" y="47318"/>
                      </a:lnTo>
                      <a:close/>
                      <a:moveTo>
                        <a:pt x="73724" y="30078"/>
                      </a:moveTo>
                      <a:lnTo>
                        <a:pt x="73724" y="28554"/>
                      </a:lnTo>
                      <a:cubicBezTo>
                        <a:pt x="72771" y="28173"/>
                        <a:pt x="72104" y="28554"/>
                        <a:pt x="71628" y="29411"/>
                      </a:cubicBezTo>
                      <a:cubicBezTo>
                        <a:pt x="71819" y="29792"/>
                        <a:pt x="72104" y="29983"/>
                        <a:pt x="72581" y="29983"/>
                      </a:cubicBezTo>
                      <a:lnTo>
                        <a:pt x="73724" y="29983"/>
                      </a:lnTo>
                      <a:close/>
                      <a:moveTo>
                        <a:pt x="84677" y="51033"/>
                      </a:moveTo>
                      <a:lnTo>
                        <a:pt x="84963" y="50747"/>
                      </a:lnTo>
                      <a:cubicBezTo>
                        <a:pt x="84963" y="50747"/>
                        <a:pt x="85344" y="50557"/>
                        <a:pt x="85439" y="50175"/>
                      </a:cubicBezTo>
                      <a:cubicBezTo>
                        <a:pt x="86582" y="51319"/>
                        <a:pt x="87344" y="51795"/>
                        <a:pt x="87535" y="51795"/>
                      </a:cubicBezTo>
                      <a:cubicBezTo>
                        <a:pt x="87154" y="51509"/>
                        <a:pt x="86582" y="50938"/>
                        <a:pt x="86011" y="50080"/>
                      </a:cubicBezTo>
                      <a:cubicBezTo>
                        <a:pt x="85439" y="49128"/>
                        <a:pt x="84773" y="48747"/>
                        <a:pt x="84011" y="48842"/>
                      </a:cubicBezTo>
                      <a:lnTo>
                        <a:pt x="85439" y="50175"/>
                      </a:lnTo>
                      <a:lnTo>
                        <a:pt x="84963" y="50747"/>
                      </a:lnTo>
                      <a:lnTo>
                        <a:pt x="84677" y="50747"/>
                      </a:lnTo>
                      <a:lnTo>
                        <a:pt x="84677" y="51128"/>
                      </a:lnTo>
                      <a:lnTo>
                        <a:pt x="84773" y="51128"/>
                      </a:lnTo>
                      <a:lnTo>
                        <a:pt x="85058" y="53509"/>
                      </a:lnTo>
                      <a:cubicBezTo>
                        <a:pt x="84106" y="53319"/>
                        <a:pt x="82772" y="52652"/>
                        <a:pt x="80963" y="51795"/>
                      </a:cubicBezTo>
                      <a:lnTo>
                        <a:pt x="81153" y="51795"/>
                      </a:lnTo>
                      <a:lnTo>
                        <a:pt x="80486" y="51128"/>
                      </a:lnTo>
                      <a:lnTo>
                        <a:pt x="81534" y="50080"/>
                      </a:lnTo>
                      <a:cubicBezTo>
                        <a:pt x="81534" y="50080"/>
                        <a:pt x="80391" y="49890"/>
                        <a:pt x="79439" y="49604"/>
                      </a:cubicBezTo>
                      <a:cubicBezTo>
                        <a:pt x="78486" y="49318"/>
                        <a:pt x="77724" y="49223"/>
                        <a:pt x="77248" y="49223"/>
                      </a:cubicBezTo>
                      <a:cubicBezTo>
                        <a:pt x="76676" y="49223"/>
                        <a:pt x="76105" y="49414"/>
                        <a:pt x="75533" y="49699"/>
                      </a:cubicBezTo>
                      <a:cubicBezTo>
                        <a:pt x="77819" y="49890"/>
                        <a:pt x="78867" y="50652"/>
                        <a:pt x="78867" y="52081"/>
                      </a:cubicBezTo>
                      <a:cubicBezTo>
                        <a:pt x="78867" y="52462"/>
                        <a:pt x="78867" y="52747"/>
                        <a:pt x="78581" y="53128"/>
                      </a:cubicBezTo>
                      <a:lnTo>
                        <a:pt x="74009" y="53509"/>
                      </a:lnTo>
                      <a:lnTo>
                        <a:pt x="75057" y="54557"/>
                      </a:lnTo>
                      <a:lnTo>
                        <a:pt x="76105" y="53509"/>
                      </a:lnTo>
                      <a:cubicBezTo>
                        <a:pt x="76105" y="53509"/>
                        <a:pt x="76581" y="53700"/>
                        <a:pt x="77153" y="54176"/>
                      </a:cubicBezTo>
                      <a:cubicBezTo>
                        <a:pt x="77153" y="54271"/>
                        <a:pt x="76962" y="54557"/>
                        <a:pt x="76486" y="54938"/>
                      </a:cubicBezTo>
                      <a:cubicBezTo>
                        <a:pt x="76772" y="54938"/>
                        <a:pt x="77819" y="55224"/>
                        <a:pt x="79629" y="55986"/>
                      </a:cubicBezTo>
                      <a:lnTo>
                        <a:pt x="79629" y="54652"/>
                      </a:lnTo>
                      <a:cubicBezTo>
                        <a:pt x="79629" y="54652"/>
                        <a:pt x="80582" y="54652"/>
                        <a:pt x="81153" y="54938"/>
                      </a:cubicBezTo>
                      <a:cubicBezTo>
                        <a:pt x="81629" y="55319"/>
                        <a:pt x="82010" y="55509"/>
                        <a:pt x="82201" y="55605"/>
                      </a:cubicBezTo>
                      <a:lnTo>
                        <a:pt x="79058" y="52176"/>
                      </a:lnTo>
                      <a:lnTo>
                        <a:pt x="80105" y="51128"/>
                      </a:lnTo>
                      <a:cubicBezTo>
                        <a:pt x="80105" y="51128"/>
                        <a:pt x="80486" y="51128"/>
                        <a:pt x="80582" y="51319"/>
                      </a:cubicBezTo>
                      <a:cubicBezTo>
                        <a:pt x="80677" y="51414"/>
                        <a:pt x="80867" y="51604"/>
                        <a:pt x="81058" y="51700"/>
                      </a:cubicBezTo>
                      <a:lnTo>
                        <a:pt x="80582" y="52081"/>
                      </a:lnTo>
                      <a:cubicBezTo>
                        <a:pt x="81725" y="53605"/>
                        <a:pt x="83915" y="54081"/>
                        <a:pt x="87154" y="53414"/>
                      </a:cubicBezTo>
                      <a:lnTo>
                        <a:pt x="84773" y="50938"/>
                      </a:lnTo>
                      <a:close/>
                      <a:moveTo>
                        <a:pt x="78010" y="58939"/>
                      </a:moveTo>
                      <a:lnTo>
                        <a:pt x="78010" y="56938"/>
                      </a:lnTo>
                      <a:lnTo>
                        <a:pt x="77629" y="56938"/>
                      </a:lnTo>
                      <a:lnTo>
                        <a:pt x="77629" y="58939"/>
                      </a:lnTo>
                      <a:lnTo>
                        <a:pt x="78010" y="58939"/>
                      </a:lnTo>
                      <a:close/>
                      <a:moveTo>
                        <a:pt x="86106" y="58367"/>
                      </a:moveTo>
                      <a:lnTo>
                        <a:pt x="86106" y="57319"/>
                      </a:lnTo>
                      <a:cubicBezTo>
                        <a:pt x="86106" y="57319"/>
                        <a:pt x="84963" y="57319"/>
                        <a:pt x="84011" y="57129"/>
                      </a:cubicBezTo>
                      <a:cubicBezTo>
                        <a:pt x="83058" y="56938"/>
                        <a:pt x="82296" y="56843"/>
                        <a:pt x="81725" y="56843"/>
                      </a:cubicBezTo>
                      <a:cubicBezTo>
                        <a:pt x="80391" y="56843"/>
                        <a:pt x="79534" y="57319"/>
                        <a:pt x="78962" y="58367"/>
                      </a:cubicBezTo>
                      <a:lnTo>
                        <a:pt x="86011" y="58367"/>
                      </a:lnTo>
                      <a:close/>
                      <a:moveTo>
                        <a:pt x="85058" y="54938"/>
                      </a:moveTo>
                      <a:lnTo>
                        <a:pt x="86487" y="55605"/>
                      </a:lnTo>
                      <a:lnTo>
                        <a:pt x="86106" y="54938"/>
                      </a:lnTo>
                      <a:lnTo>
                        <a:pt x="85058" y="54938"/>
                      </a:lnTo>
                      <a:close/>
                      <a:moveTo>
                        <a:pt x="106966" y="37317"/>
                      </a:moveTo>
                      <a:cubicBezTo>
                        <a:pt x="108490" y="36841"/>
                        <a:pt x="109347" y="36079"/>
                        <a:pt x="109442" y="35031"/>
                      </a:cubicBezTo>
                      <a:cubicBezTo>
                        <a:pt x="109442" y="34174"/>
                        <a:pt x="110204" y="33792"/>
                        <a:pt x="111538" y="33888"/>
                      </a:cubicBezTo>
                      <a:cubicBezTo>
                        <a:pt x="111157" y="33507"/>
                        <a:pt x="110871" y="33412"/>
                        <a:pt x="110490" y="33412"/>
                      </a:cubicBezTo>
                      <a:cubicBezTo>
                        <a:pt x="110014" y="33412"/>
                        <a:pt x="109157" y="34364"/>
                        <a:pt x="108014" y="36269"/>
                      </a:cubicBezTo>
                      <a:lnTo>
                        <a:pt x="107633" y="35698"/>
                      </a:lnTo>
                      <a:lnTo>
                        <a:pt x="108014" y="34936"/>
                      </a:lnTo>
                      <a:lnTo>
                        <a:pt x="104108" y="33602"/>
                      </a:lnTo>
                      <a:cubicBezTo>
                        <a:pt x="101822" y="36079"/>
                        <a:pt x="98965" y="37888"/>
                        <a:pt x="95536" y="39126"/>
                      </a:cubicBezTo>
                      <a:cubicBezTo>
                        <a:pt x="95536" y="39317"/>
                        <a:pt x="95155" y="39793"/>
                        <a:pt x="94679" y="40555"/>
                      </a:cubicBezTo>
                      <a:cubicBezTo>
                        <a:pt x="94202" y="41317"/>
                        <a:pt x="93917" y="41794"/>
                        <a:pt x="93917" y="41889"/>
                      </a:cubicBezTo>
                      <a:cubicBezTo>
                        <a:pt x="93917" y="42175"/>
                        <a:pt x="94107" y="42270"/>
                        <a:pt x="94488" y="42175"/>
                      </a:cubicBezTo>
                      <a:cubicBezTo>
                        <a:pt x="94679" y="41508"/>
                        <a:pt x="95250" y="41127"/>
                        <a:pt x="96203" y="41127"/>
                      </a:cubicBezTo>
                      <a:lnTo>
                        <a:pt x="96965" y="41127"/>
                      </a:lnTo>
                      <a:lnTo>
                        <a:pt x="96203" y="40174"/>
                      </a:lnTo>
                      <a:lnTo>
                        <a:pt x="96965" y="39126"/>
                      </a:lnTo>
                      <a:cubicBezTo>
                        <a:pt x="97727" y="39126"/>
                        <a:pt x="98584" y="38746"/>
                        <a:pt x="99441" y="38269"/>
                      </a:cubicBezTo>
                      <a:cubicBezTo>
                        <a:pt x="100298" y="37793"/>
                        <a:pt x="100965" y="37603"/>
                        <a:pt x="101441" y="37603"/>
                      </a:cubicBezTo>
                      <a:cubicBezTo>
                        <a:pt x="101822" y="37603"/>
                        <a:pt x="102203" y="37603"/>
                        <a:pt x="102584" y="37698"/>
                      </a:cubicBezTo>
                      <a:lnTo>
                        <a:pt x="100489" y="41127"/>
                      </a:lnTo>
                      <a:cubicBezTo>
                        <a:pt x="101156" y="41317"/>
                        <a:pt x="101632" y="41413"/>
                        <a:pt x="102013" y="41413"/>
                      </a:cubicBezTo>
                      <a:cubicBezTo>
                        <a:pt x="102679" y="41413"/>
                        <a:pt x="103061" y="41127"/>
                        <a:pt x="103061" y="40555"/>
                      </a:cubicBezTo>
                      <a:cubicBezTo>
                        <a:pt x="103061" y="40365"/>
                        <a:pt x="103061" y="39889"/>
                        <a:pt x="102870" y="39412"/>
                      </a:cubicBezTo>
                      <a:cubicBezTo>
                        <a:pt x="102870" y="38936"/>
                        <a:pt x="102775" y="38460"/>
                        <a:pt x="102775" y="38174"/>
                      </a:cubicBezTo>
                      <a:cubicBezTo>
                        <a:pt x="102775" y="37126"/>
                        <a:pt x="103156" y="36364"/>
                        <a:pt x="103918" y="35793"/>
                      </a:cubicBezTo>
                      <a:lnTo>
                        <a:pt x="104966" y="36650"/>
                      </a:lnTo>
                      <a:cubicBezTo>
                        <a:pt x="104966" y="36650"/>
                        <a:pt x="105251" y="36459"/>
                        <a:pt x="105442" y="36364"/>
                      </a:cubicBezTo>
                      <a:cubicBezTo>
                        <a:pt x="105061" y="35793"/>
                        <a:pt x="104966" y="35507"/>
                        <a:pt x="104966" y="35317"/>
                      </a:cubicBezTo>
                      <a:cubicBezTo>
                        <a:pt x="104870" y="34840"/>
                        <a:pt x="105156" y="34459"/>
                        <a:pt x="106013" y="34364"/>
                      </a:cubicBezTo>
                      <a:lnTo>
                        <a:pt x="107442" y="36364"/>
                      </a:lnTo>
                      <a:lnTo>
                        <a:pt x="106394" y="37412"/>
                      </a:lnTo>
                      <a:cubicBezTo>
                        <a:pt x="106394" y="37412"/>
                        <a:pt x="106394" y="37888"/>
                        <a:pt x="106775" y="38174"/>
                      </a:cubicBezTo>
                      <a:cubicBezTo>
                        <a:pt x="107061" y="38460"/>
                        <a:pt x="107347" y="38650"/>
                        <a:pt x="107442" y="38841"/>
                      </a:cubicBezTo>
                      <a:lnTo>
                        <a:pt x="106775" y="37507"/>
                      </a:lnTo>
                      <a:close/>
                      <a:moveTo>
                        <a:pt x="102013" y="4551"/>
                      </a:moveTo>
                      <a:lnTo>
                        <a:pt x="102013" y="6075"/>
                      </a:lnTo>
                      <a:lnTo>
                        <a:pt x="102679" y="6075"/>
                      </a:lnTo>
                      <a:lnTo>
                        <a:pt x="102679" y="4551"/>
                      </a:lnTo>
                      <a:lnTo>
                        <a:pt x="102013" y="4551"/>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 name="Google Shape;1508;p99"/>
                <p:cNvSpPr/>
                <p:nvPr/>
              </p:nvSpPr>
              <p:spPr>
                <a:xfrm>
                  <a:off x="4366926" y="5024532"/>
                  <a:ext cx="82581" cy="107537"/>
                </a:xfrm>
                <a:custGeom>
                  <a:avLst/>
                  <a:gdLst/>
                  <a:ahLst/>
                  <a:cxnLst/>
                  <a:rect l="l" t="t" r="r" b="b"/>
                  <a:pathLst>
                    <a:path w="82581" h="107537" extrusionOk="0">
                      <a:moveTo>
                        <a:pt x="1619" y="107537"/>
                      </a:moveTo>
                      <a:lnTo>
                        <a:pt x="0" y="106489"/>
                      </a:lnTo>
                      <a:lnTo>
                        <a:pt x="1619" y="106871"/>
                      </a:lnTo>
                      <a:lnTo>
                        <a:pt x="1619" y="107442"/>
                      </a:lnTo>
                      <a:close/>
                      <a:moveTo>
                        <a:pt x="80677" y="41338"/>
                      </a:moveTo>
                      <a:cubicBezTo>
                        <a:pt x="80391" y="42291"/>
                        <a:pt x="80677" y="43243"/>
                        <a:pt x="81439" y="44196"/>
                      </a:cubicBezTo>
                      <a:cubicBezTo>
                        <a:pt x="82201" y="45244"/>
                        <a:pt x="82487" y="45910"/>
                        <a:pt x="82487" y="46196"/>
                      </a:cubicBezTo>
                      <a:cubicBezTo>
                        <a:pt x="82487" y="46768"/>
                        <a:pt x="82201" y="47434"/>
                        <a:pt x="81439" y="48196"/>
                      </a:cubicBezTo>
                      <a:cubicBezTo>
                        <a:pt x="81915" y="51530"/>
                        <a:pt x="82105" y="55150"/>
                        <a:pt x="82105" y="59055"/>
                      </a:cubicBezTo>
                      <a:cubicBezTo>
                        <a:pt x="82105" y="62960"/>
                        <a:pt x="81915" y="66484"/>
                        <a:pt x="81439" y="70009"/>
                      </a:cubicBezTo>
                      <a:cubicBezTo>
                        <a:pt x="79820" y="70485"/>
                        <a:pt x="78962" y="71247"/>
                        <a:pt x="78962" y="72390"/>
                      </a:cubicBezTo>
                      <a:cubicBezTo>
                        <a:pt x="78962" y="72771"/>
                        <a:pt x="79058" y="73342"/>
                        <a:pt x="79343" y="74200"/>
                      </a:cubicBezTo>
                      <a:cubicBezTo>
                        <a:pt x="79629" y="75057"/>
                        <a:pt x="79724" y="75724"/>
                        <a:pt x="79724" y="76200"/>
                      </a:cubicBezTo>
                      <a:cubicBezTo>
                        <a:pt x="79724" y="76581"/>
                        <a:pt x="79629" y="77057"/>
                        <a:pt x="79438" y="77343"/>
                      </a:cubicBezTo>
                      <a:lnTo>
                        <a:pt x="79915" y="80867"/>
                      </a:lnTo>
                      <a:cubicBezTo>
                        <a:pt x="78772" y="81439"/>
                        <a:pt x="77914" y="82582"/>
                        <a:pt x="77248" y="84201"/>
                      </a:cubicBezTo>
                      <a:cubicBezTo>
                        <a:pt x="76581" y="85820"/>
                        <a:pt x="76009" y="87344"/>
                        <a:pt x="75438" y="88868"/>
                      </a:cubicBezTo>
                      <a:cubicBezTo>
                        <a:pt x="73819" y="89535"/>
                        <a:pt x="71056" y="91440"/>
                        <a:pt x="67151" y="94393"/>
                      </a:cubicBezTo>
                      <a:lnTo>
                        <a:pt x="68675" y="95821"/>
                      </a:lnTo>
                      <a:cubicBezTo>
                        <a:pt x="63817" y="96012"/>
                        <a:pt x="60388" y="97155"/>
                        <a:pt x="58198" y="99250"/>
                      </a:cubicBezTo>
                      <a:cubicBezTo>
                        <a:pt x="57817" y="99155"/>
                        <a:pt x="57531" y="99060"/>
                        <a:pt x="57150" y="99060"/>
                      </a:cubicBezTo>
                      <a:cubicBezTo>
                        <a:pt x="56388" y="99060"/>
                        <a:pt x="55626" y="99346"/>
                        <a:pt x="55054" y="100013"/>
                      </a:cubicBezTo>
                      <a:cubicBezTo>
                        <a:pt x="54388" y="100679"/>
                        <a:pt x="54102" y="101346"/>
                        <a:pt x="54197" y="102108"/>
                      </a:cubicBezTo>
                      <a:cubicBezTo>
                        <a:pt x="53054" y="101441"/>
                        <a:pt x="51816" y="101060"/>
                        <a:pt x="50387" y="101060"/>
                      </a:cubicBezTo>
                      <a:lnTo>
                        <a:pt x="46196" y="101060"/>
                      </a:lnTo>
                      <a:cubicBezTo>
                        <a:pt x="46387" y="100489"/>
                        <a:pt x="46101" y="100013"/>
                        <a:pt x="45339" y="99631"/>
                      </a:cubicBezTo>
                      <a:cubicBezTo>
                        <a:pt x="44577" y="99346"/>
                        <a:pt x="44196" y="98965"/>
                        <a:pt x="44101" y="98488"/>
                      </a:cubicBezTo>
                      <a:cubicBezTo>
                        <a:pt x="43053" y="100108"/>
                        <a:pt x="41529" y="100965"/>
                        <a:pt x="39529" y="101155"/>
                      </a:cubicBezTo>
                      <a:cubicBezTo>
                        <a:pt x="39148" y="101155"/>
                        <a:pt x="37529" y="101155"/>
                        <a:pt x="34385" y="101060"/>
                      </a:cubicBezTo>
                      <a:cubicBezTo>
                        <a:pt x="32195" y="100203"/>
                        <a:pt x="30004" y="99346"/>
                        <a:pt x="27718" y="98393"/>
                      </a:cubicBezTo>
                      <a:cubicBezTo>
                        <a:pt x="25146" y="97346"/>
                        <a:pt x="23050" y="96107"/>
                        <a:pt x="21717" y="94774"/>
                      </a:cubicBezTo>
                      <a:cubicBezTo>
                        <a:pt x="21146" y="95345"/>
                        <a:pt x="20098" y="95250"/>
                        <a:pt x="18479" y="94393"/>
                      </a:cubicBezTo>
                      <a:cubicBezTo>
                        <a:pt x="16383" y="91916"/>
                        <a:pt x="14288" y="89345"/>
                        <a:pt x="12001" y="86773"/>
                      </a:cubicBezTo>
                      <a:cubicBezTo>
                        <a:pt x="9716" y="83725"/>
                        <a:pt x="8477" y="80963"/>
                        <a:pt x="8192" y="78296"/>
                      </a:cubicBezTo>
                      <a:cubicBezTo>
                        <a:pt x="6953" y="76867"/>
                        <a:pt x="6382" y="74866"/>
                        <a:pt x="6477" y="72104"/>
                      </a:cubicBezTo>
                      <a:cubicBezTo>
                        <a:pt x="6477" y="68199"/>
                        <a:pt x="6477" y="66008"/>
                        <a:pt x="6477" y="65532"/>
                      </a:cubicBezTo>
                      <a:cubicBezTo>
                        <a:pt x="6477" y="64960"/>
                        <a:pt x="6382" y="64294"/>
                        <a:pt x="6382" y="63627"/>
                      </a:cubicBezTo>
                      <a:cubicBezTo>
                        <a:pt x="6382" y="62770"/>
                        <a:pt x="6477" y="61341"/>
                        <a:pt x="6763" y="59436"/>
                      </a:cubicBezTo>
                      <a:cubicBezTo>
                        <a:pt x="7049" y="57531"/>
                        <a:pt x="7144" y="56102"/>
                        <a:pt x="7144" y="55150"/>
                      </a:cubicBezTo>
                      <a:cubicBezTo>
                        <a:pt x="7144" y="53340"/>
                        <a:pt x="6763" y="51911"/>
                        <a:pt x="6096" y="50578"/>
                      </a:cubicBezTo>
                      <a:cubicBezTo>
                        <a:pt x="6953" y="50197"/>
                        <a:pt x="7239" y="49625"/>
                        <a:pt x="6858" y="48673"/>
                      </a:cubicBezTo>
                      <a:cubicBezTo>
                        <a:pt x="6477" y="47815"/>
                        <a:pt x="6572" y="47054"/>
                        <a:pt x="7144" y="46672"/>
                      </a:cubicBezTo>
                      <a:cubicBezTo>
                        <a:pt x="6667" y="42577"/>
                        <a:pt x="6382" y="39148"/>
                        <a:pt x="6382" y="36385"/>
                      </a:cubicBezTo>
                      <a:cubicBezTo>
                        <a:pt x="6382" y="31432"/>
                        <a:pt x="7144" y="27241"/>
                        <a:pt x="8572" y="23813"/>
                      </a:cubicBezTo>
                      <a:cubicBezTo>
                        <a:pt x="9239" y="20955"/>
                        <a:pt x="9811" y="19050"/>
                        <a:pt x="10287" y="18097"/>
                      </a:cubicBezTo>
                      <a:cubicBezTo>
                        <a:pt x="11335" y="16097"/>
                        <a:pt x="12763" y="14859"/>
                        <a:pt x="14764" y="14478"/>
                      </a:cubicBezTo>
                      <a:cubicBezTo>
                        <a:pt x="15907" y="11525"/>
                        <a:pt x="18479" y="8954"/>
                        <a:pt x="22384" y="6763"/>
                      </a:cubicBezTo>
                      <a:lnTo>
                        <a:pt x="21717" y="6382"/>
                      </a:lnTo>
                      <a:cubicBezTo>
                        <a:pt x="22955" y="6096"/>
                        <a:pt x="24670" y="5239"/>
                        <a:pt x="26956" y="3620"/>
                      </a:cubicBezTo>
                      <a:cubicBezTo>
                        <a:pt x="28861" y="2286"/>
                        <a:pt x="30671" y="1619"/>
                        <a:pt x="32480" y="1905"/>
                      </a:cubicBezTo>
                      <a:cubicBezTo>
                        <a:pt x="32480" y="571"/>
                        <a:pt x="32956" y="0"/>
                        <a:pt x="34100" y="0"/>
                      </a:cubicBezTo>
                      <a:cubicBezTo>
                        <a:pt x="34480" y="0"/>
                        <a:pt x="35147" y="95"/>
                        <a:pt x="36100" y="286"/>
                      </a:cubicBezTo>
                      <a:cubicBezTo>
                        <a:pt x="37052" y="571"/>
                        <a:pt x="37719" y="571"/>
                        <a:pt x="38005" y="571"/>
                      </a:cubicBezTo>
                      <a:cubicBezTo>
                        <a:pt x="39433" y="2476"/>
                        <a:pt x="41243" y="3429"/>
                        <a:pt x="43529" y="3429"/>
                      </a:cubicBezTo>
                      <a:cubicBezTo>
                        <a:pt x="44577" y="3429"/>
                        <a:pt x="46387" y="3048"/>
                        <a:pt x="48768" y="2381"/>
                      </a:cubicBezTo>
                      <a:cubicBezTo>
                        <a:pt x="50578" y="2857"/>
                        <a:pt x="52864" y="2857"/>
                        <a:pt x="55721" y="2381"/>
                      </a:cubicBezTo>
                      <a:lnTo>
                        <a:pt x="55721" y="2857"/>
                      </a:lnTo>
                      <a:cubicBezTo>
                        <a:pt x="56483" y="2572"/>
                        <a:pt x="57245" y="2381"/>
                        <a:pt x="58103" y="2381"/>
                      </a:cubicBezTo>
                      <a:cubicBezTo>
                        <a:pt x="59246" y="2381"/>
                        <a:pt x="60674" y="3048"/>
                        <a:pt x="62389" y="4477"/>
                      </a:cubicBezTo>
                      <a:cubicBezTo>
                        <a:pt x="64103" y="5810"/>
                        <a:pt x="65627" y="6572"/>
                        <a:pt x="66961" y="6763"/>
                      </a:cubicBezTo>
                      <a:cubicBezTo>
                        <a:pt x="67342" y="8096"/>
                        <a:pt x="68485" y="9430"/>
                        <a:pt x="70295" y="10858"/>
                      </a:cubicBezTo>
                      <a:cubicBezTo>
                        <a:pt x="72200" y="12192"/>
                        <a:pt x="73247" y="13145"/>
                        <a:pt x="73438" y="13716"/>
                      </a:cubicBezTo>
                      <a:cubicBezTo>
                        <a:pt x="74771" y="13716"/>
                        <a:pt x="75533" y="14573"/>
                        <a:pt x="75819" y="16383"/>
                      </a:cubicBezTo>
                      <a:cubicBezTo>
                        <a:pt x="76105" y="18097"/>
                        <a:pt x="76867" y="19050"/>
                        <a:pt x="78010" y="19050"/>
                      </a:cubicBezTo>
                      <a:cubicBezTo>
                        <a:pt x="78962" y="20098"/>
                        <a:pt x="79534" y="21622"/>
                        <a:pt x="79534" y="23622"/>
                      </a:cubicBezTo>
                      <a:lnTo>
                        <a:pt x="79534" y="25432"/>
                      </a:lnTo>
                      <a:cubicBezTo>
                        <a:pt x="79438" y="26289"/>
                        <a:pt x="79343" y="26860"/>
                        <a:pt x="79343" y="27241"/>
                      </a:cubicBezTo>
                      <a:cubicBezTo>
                        <a:pt x="79343" y="29718"/>
                        <a:pt x="80296" y="31432"/>
                        <a:pt x="82105" y="32480"/>
                      </a:cubicBezTo>
                      <a:cubicBezTo>
                        <a:pt x="81725" y="33052"/>
                        <a:pt x="81629" y="33718"/>
                        <a:pt x="81629" y="34480"/>
                      </a:cubicBezTo>
                      <a:cubicBezTo>
                        <a:pt x="81629" y="35147"/>
                        <a:pt x="81820" y="36004"/>
                        <a:pt x="82105" y="37147"/>
                      </a:cubicBezTo>
                      <a:cubicBezTo>
                        <a:pt x="82487" y="38290"/>
                        <a:pt x="82582" y="39052"/>
                        <a:pt x="82582" y="39433"/>
                      </a:cubicBezTo>
                      <a:cubicBezTo>
                        <a:pt x="82582" y="40481"/>
                        <a:pt x="81915" y="41053"/>
                        <a:pt x="80677" y="41338"/>
                      </a:cubicBezTo>
                      <a:close/>
                      <a:moveTo>
                        <a:pt x="66866" y="48292"/>
                      </a:moveTo>
                      <a:cubicBezTo>
                        <a:pt x="66866" y="48292"/>
                        <a:pt x="69342" y="48863"/>
                        <a:pt x="72866" y="50101"/>
                      </a:cubicBezTo>
                      <a:lnTo>
                        <a:pt x="72866" y="47339"/>
                      </a:lnTo>
                      <a:cubicBezTo>
                        <a:pt x="70009" y="46291"/>
                        <a:pt x="68675" y="45815"/>
                        <a:pt x="68961" y="45815"/>
                      </a:cubicBezTo>
                      <a:cubicBezTo>
                        <a:pt x="68389" y="45815"/>
                        <a:pt x="68104" y="46291"/>
                        <a:pt x="68294" y="47339"/>
                      </a:cubicBezTo>
                      <a:lnTo>
                        <a:pt x="66866" y="45815"/>
                      </a:lnTo>
                      <a:lnTo>
                        <a:pt x="66199" y="46196"/>
                      </a:lnTo>
                      <a:cubicBezTo>
                        <a:pt x="65532" y="45244"/>
                        <a:pt x="64675" y="44577"/>
                        <a:pt x="63532" y="44101"/>
                      </a:cubicBezTo>
                      <a:cubicBezTo>
                        <a:pt x="61627" y="43434"/>
                        <a:pt x="60484" y="42958"/>
                        <a:pt x="60293" y="42863"/>
                      </a:cubicBezTo>
                      <a:cubicBezTo>
                        <a:pt x="60674" y="42481"/>
                        <a:pt x="60770" y="41720"/>
                        <a:pt x="60674" y="40862"/>
                      </a:cubicBezTo>
                      <a:lnTo>
                        <a:pt x="60674" y="38576"/>
                      </a:lnTo>
                      <a:cubicBezTo>
                        <a:pt x="60674" y="38576"/>
                        <a:pt x="59436" y="36004"/>
                        <a:pt x="57721" y="32004"/>
                      </a:cubicBezTo>
                      <a:cubicBezTo>
                        <a:pt x="56579" y="29337"/>
                        <a:pt x="55531" y="27622"/>
                        <a:pt x="54578" y="26860"/>
                      </a:cubicBezTo>
                      <a:lnTo>
                        <a:pt x="55245" y="26479"/>
                      </a:lnTo>
                      <a:cubicBezTo>
                        <a:pt x="54292" y="25337"/>
                        <a:pt x="52959" y="24479"/>
                        <a:pt x="51340" y="24003"/>
                      </a:cubicBezTo>
                      <a:cubicBezTo>
                        <a:pt x="49721" y="23527"/>
                        <a:pt x="48101" y="23050"/>
                        <a:pt x="46672" y="22670"/>
                      </a:cubicBezTo>
                      <a:cubicBezTo>
                        <a:pt x="46672" y="21336"/>
                        <a:pt x="46196" y="20669"/>
                        <a:pt x="44958" y="20669"/>
                      </a:cubicBezTo>
                      <a:cubicBezTo>
                        <a:pt x="43339" y="20669"/>
                        <a:pt x="42196" y="21336"/>
                        <a:pt x="41720" y="22670"/>
                      </a:cubicBezTo>
                      <a:cubicBezTo>
                        <a:pt x="40767" y="22670"/>
                        <a:pt x="39433" y="23336"/>
                        <a:pt x="37814" y="24289"/>
                      </a:cubicBezTo>
                      <a:cubicBezTo>
                        <a:pt x="36195" y="25337"/>
                        <a:pt x="34957" y="25717"/>
                        <a:pt x="34100" y="25527"/>
                      </a:cubicBezTo>
                      <a:cubicBezTo>
                        <a:pt x="32385" y="26003"/>
                        <a:pt x="31147" y="27432"/>
                        <a:pt x="30385" y="29718"/>
                      </a:cubicBezTo>
                      <a:cubicBezTo>
                        <a:pt x="29718" y="32290"/>
                        <a:pt x="28861" y="33718"/>
                        <a:pt x="27908" y="34290"/>
                      </a:cubicBezTo>
                      <a:cubicBezTo>
                        <a:pt x="27908" y="35528"/>
                        <a:pt x="27908" y="37243"/>
                        <a:pt x="27622" y="39338"/>
                      </a:cubicBezTo>
                      <a:cubicBezTo>
                        <a:pt x="27337" y="41434"/>
                        <a:pt x="27146" y="42958"/>
                        <a:pt x="27146" y="43720"/>
                      </a:cubicBezTo>
                      <a:cubicBezTo>
                        <a:pt x="27146" y="45148"/>
                        <a:pt x="27432" y="46387"/>
                        <a:pt x="27908" y="47530"/>
                      </a:cubicBezTo>
                      <a:cubicBezTo>
                        <a:pt x="26956" y="48196"/>
                        <a:pt x="26765" y="49530"/>
                        <a:pt x="27527" y="51530"/>
                      </a:cubicBezTo>
                      <a:cubicBezTo>
                        <a:pt x="28099" y="53149"/>
                        <a:pt x="27813" y="54102"/>
                        <a:pt x="26479" y="54292"/>
                      </a:cubicBezTo>
                      <a:cubicBezTo>
                        <a:pt x="27432" y="58388"/>
                        <a:pt x="27908" y="61436"/>
                        <a:pt x="27908" y="63532"/>
                      </a:cubicBezTo>
                      <a:cubicBezTo>
                        <a:pt x="27908" y="65056"/>
                        <a:pt x="27813" y="66484"/>
                        <a:pt x="27527" y="67913"/>
                      </a:cubicBezTo>
                      <a:cubicBezTo>
                        <a:pt x="28099" y="68485"/>
                        <a:pt x="29337" y="70866"/>
                        <a:pt x="31147" y="75247"/>
                      </a:cubicBezTo>
                      <a:cubicBezTo>
                        <a:pt x="32480" y="78391"/>
                        <a:pt x="34576" y="79820"/>
                        <a:pt x="37529" y="79534"/>
                      </a:cubicBezTo>
                      <a:cubicBezTo>
                        <a:pt x="37814" y="79534"/>
                        <a:pt x="38100" y="79534"/>
                        <a:pt x="38386" y="79153"/>
                      </a:cubicBezTo>
                      <a:cubicBezTo>
                        <a:pt x="38767" y="78772"/>
                        <a:pt x="38957" y="78581"/>
                        <a:pt x="39148" y="78581"/>
                      </a:cubicBezTo>
                      <a:cubicBezTo>
                        <a:pt x="39433" y="78581"/>
                        <a:pt x="39719" y="78772"/>
                        <a:pt x="40005" y="79153"/>
                      </a:cubicBezTo>
                      <a:lnTo>
                        <a:pt x="39433" y="79534"/>
                      </a:lnTo>
                      <a:cubicBezTo>
                        <a:pt x="39433" y="79534"/>
                        <a:pt x="39624" y="80296"/>
                        <a:pt x="40100" y="80677"/>
                      </a:cubicBezTo>
                      <a:lnTo>
                        <a:pt x="40958" y="81534"/>
                      </a:lnTo>
                      <a:cubicBezTo>
                        <a:pt x="41624" y="82296"/>
                        <a:pt x="42386" y="82677"/>
                        <a:pt x="43339" y="82677"/>
                      </a:cubicBezTo>
                      <a:cubicBezTo>
                        <a:pt x="44672" y="82677"/>
                        <a:pt x="45339" y="82201"/>
                        <a:pt x="45434" y="81153"/>
                      </a:cubicBezTo>
                      <a:cubicBezTo>
                        <a:pt x="46101" y="81629"/>
                        <a:pt x="46577" y="81915"/>
                        <a:pt x="47149" y="81915"/>
                      </a:cubicBezTo>
                      <a:cubicBezTo>
                        <a:pt x="47720" y="81915"/>
                        <a:pt x="48292" y="81343"/>
                        <a:pt x="48958" y="80200"/>
                      </a:cubicBezTo>
                      <a:cubicBezTo>
                        <a:pt x="49625" y="79153"/>
                        <a:pt x="50197" y="78581"/>
                        <a:pt x="50768" y="78581"/>
                      </a:cubicBezTo>
                      <a:cubicBezTo>
                        <a:pt x="51340" y="78581"/>
                        <a:pt x="51911" y="78867"/>
                        <a:pt x="52768" y="79438"/>
                      </a:cubicBezTo>
                      <a:cubicBezTo>
                        <a:pt x="52959" y="79153"/>
                        <a:pt x="53816" y="78581"/>
                        <a:pt x="55245" y="77914"/>
                      </a:cubicBezTo>
                      <a:cubicBezTo>
                        <a:pt x="56483" y="77438"/>
                        <a:pt x="57055" y="76676"/>
                        <a:pt x="57055" y="75819"/>
                      </a:cubicBezTo>
                      <a:cubicBezTo>
                        <a:pt x="57055" y="75533"/>
                        <a:pt x="57055" y="75057"/>
                        <a:pt x="56769" y="74581"/>
                      </a:cubicBezTo>
                      <a:cubicBezTo>
                        <a:pt x="58007" y="74009"/>
                        <a:pt x="58769" y="72676"/>
                        <a:pt x="58960" y="70675"/>
                      </a:cubicBezTo>
                      <a:cubicBezTo>
                        <a:pt x="59246" y="68675"/>
                        <a:pt x="59817" y="67342"/>
                        <a:pt x="60674" y="66961"/>
                      </a:cubicBezTo>
                      <a:lnTo>
                        <a:pt x="60674" y="58674"/>
                      </a:lnTo>
                      <a:cubicBezTo>
                        <a:pt x="60865" y="58102"/>
                        <a:pt x="60960" y="57436"/>
                        <a:pt x="60960" y="56674"/>
                      </a:cubicBezTo>
                      <a:cubicBezTo>
                        <a:pt x="60960" y="55912"/>
                        <a:pt x="60865" y="54864"/>
                        <a:pt x="60579" y="53435"/>
                      </a:cubicBezTo>
                      <a:cubicBezTo>
                        <a:pt x="60293" y="52006"/>
                        <a:pt x="60198" y="50959"/>
                        <a:pt x="60198" y="50387"/>
                      </a:cubicBezTo>
                      <a:cubicBezTo>
                        <a:pt x="60198" y="49530"/>
                        <a:pt x="60388" y="48673"/>
                        <a:pt x="60674" y="48006"/>
                      </a:cubicBezTo>
                      <a:cubicBezTo>
                        <a:pt x="60674" y="47054"/>
                        <a:pt x="60865" y="46482"/>
                        <a:pt x="61436" y="46291"/>
                      </a:cubicBezTo>
                      <a:cubicBezTo>
                        <a:pt x="61722" y="46291"/>
                        <a:pt x="62389" y="46291"/>
                        <a:pt x="63627" y="46577"/>
                      </a:cubicBezTo>
                      <a:cubicBezTo>
                        <a:pt x="64579" y="46768"/>
                        <a:pt x="65246" y="46768"/>
                        <a:pt x="65722" y="46482"/>
                      </a:cubicBezTo>
                      <a:cubicBezTo>
                        <a:pt x="66484" y="47244"/>
                        <a:pt x="66866" y="47911"/>
                        <a:pt x="66770" y="48577"/>
                      </a:cubicBezTo>
                      <a:close/>
                      <a:moveTo>
                        <a:pt x="78010" y="41338"/>
                      </a:moveTo>
                      <a:cubicBezTo>
                        <a:pt x="77343" y="40957"/>
                        <a:pt x="76581" y="40862"/>
                        <a:pt x="75914" y="40862"/>
                      </a:cubicBezTo>
                      <a:cubicBezTo>
                        <a:pt x="75533" y="40862"/>
                        <a:pt x="74771" y="40862"/>
                        <a:pt x="73819" y="41148"/>
                      </a:cubicBezTo>
                      <a:cubicBezTo>
                        <a:pt x="72866" y="41338"/>
                        <a:pt x="72009" y="41434"/>
                        <a:pt x="71342" y="41338"/>
                      </a:cubicBezTo>
                      <a:lnTo>
                        <a:pt x="74485" y="43339"/>
                      </a:lnTo>
                      <a:lnTo>
                        <a:pt x="74867" y="41338"/>
                      </a:lnTo>
                      <a:cubicBezTo>
                        <a:pt x="74867" y="41338"/>
                        <a:pt x="76105" y="41720"/>
                        <a:pt x="78010" y="42386"/>
                      </a:cubicBezTo>
                      <a:lnTo>
                        <a:pt x="78010" y="41338"/>
                      </a:lnTo>
                      <a:close/>
                      <a:moveTo>
                        <a:pt x="74867" y="72962"/>
                      </a:moveTo>
                      <a:cubicBezTo>
                        <a:pt x="74867" y="72962"/>
                        <a:pt x="75152" y="72866"/>
                        <a:pt x="75152" y="72676"/>
                      </a:cubicBezTo>
                      <a:cubicBezTo>
                        <a:pt x="75152" y="72676"/>
                        <a:pt x="74962" y="72485"/>
                        <a:pt x="74485" y="72199"/>
                      </a:cubicBezTo>
                      <a:cubicBezTo>
                        <a:pt x="74104" y="72009"/>
                        <a:pt x="73819" y="71818"/>
                        <a:pt x="73819" y="71628"/>
                      </a:cubicBezTo>
                      <a:cubicBezTo>
                        <a:pt x="73819" y="71438"/>
                        <a:pt x="74104" y="71247"/>
                        <a:pt x="74485" y="71056"/>
                      </a:cubicBezTo>
                      <a:cubicBezTo>
                        <a:pt x="73914" y="70866"/>
                        <a:pt x="73438" y="70866"/>
                        <a:pt x="72962" y="71152"/>
                      </a:cubicBezTo>
                      <a:cubicBezTo>
                        <a:pt x="72200" y="71628"/>
                        <a:pt x="71723" y="71914"/>
                        <a:pt x="71628" y="71914"/>
                      </a:cubicBezTo>
                      <a:cubicBezTo>
                        <a:pt x="71914" y="71914"/>
                        <a:pt x="72962" y="72295"/>
                        <a:pt x="74867" y="72962"/>
                      </a:cubicBezTo>
                      <a:close/>
                      <a:moveTo>
                        <a:pt x="78391" y="47339"/>
                      </a:moveTo>
                      <a:lnTo>
                        <a:pt x="80010" y="47339"/>
                      </a:lnTo>
                      <a:cubicBezTo>
                        <a:pt x="79248" y="46863"/>
                        <a:pt x="78676" y="46768"/>
                        <a:pt x="78391" y="47244"/>
                      </a:cubicBezTo>
                      <a:cubicBezTo>
                        <a:pt x="77438" y="46958"/>
                        <a:pt x="76105" y="46577"/>
                        <a:pt x="74295" y="46101"/>
                      </a:cubicBezTo>
                      <a:cubicBezTo>
                        <a:pt x="74104" y="45529"/>
                        <a:pt x="73628" y="45244"/>
                        <a:pt x="72866" y="45244"/>
                      </a:cubicBezTo>
                      <a:cubicBezTo>
                        <a:pt x="73247" y="45434"/>
                        <a:pt x="73724" y="45720"/>
                        <a:pt x="74295" y="46101"/>
                      </a:cubicBezTo>
                      <a:cubicBezTo>
                        <a:pt x="74295" y="46482"/>
                        <a:pt x="74390" y="46863"/>
                        <a:pt x="74390" y="47339"/>
                      </a:cubicBezTo>
                      <a:cubicBezTo>
                        <a:pt x="74390" y="48006"/>
                        <a:pt x="74390" y="48387"/>
                        <a:pt x="74390" y="48482"/>
                      </a:cubicBezTo>
                      <a:cubicBezTo>
                        <a:pt x="74390" y="48768"/>
                        <a:pt x="74581" y="48863"/>
                        <a:pt x="74771" y="48768"/>
                      </a:cubicBezTo>
                      <a:lnTo>
                        <a:pt x="76200" y="47339"/>
                      </a:lnTo>
                      <a:lnTo>
                        <a:pt x="76867" y="47720"/>
                      </a:lnTo>
                      <a:cubicBezTo>
                        <a:pt x="76867" y="47720"/>
                        <a:pt x="76867" y="48387"/>
                        <a:pt x="76581" y="48768"/>
                      </a:cubicBezTo>
                      <a:cubicBezTo>
                        <a:pt x="76295" y="49149"/>
                        <a:pt x="76200" y="49435"/>
                        <a:pt x="76200" y="49721"/>
                      </a:cubicBezTo>
                      <a:cubicBezTo>
                        <a:pt x="76962" y="49911"/>
                        <a:pt x="77533" y="49721"/>
                        <a:pt x="77724" y="49054"/>
                      </a:cubicBezTo>
                      <a:cubicBezTo>
                        <a:pt x="77914" y="48387"/>
                        <a:pt x="78105" y="47815"/>
                        <a:pt x="78296" y="47244"/>
                      </a:cubicBezTo>
                      <a:lnTo>
                        <a:pt x="78296" y="47244"/>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 name="Google Shape;1509;p99"/>
                <p:cNvSpPr/>
                <p:nvPr/>
              </p:nvSpPr>
              <p:spPr>
                <a:xfrm>
                  <a:off x="4459985" y="5024913"/>
                  <a:ext cx="92582" cy="101631"/>
                </a:xfrm>
                <a:custGeom>
                  <a:avLst/>
                  <a:gdLst/>
                  <a:ahLst/>
                  <a:cxnLst/>
                  <a:rect l="l" t="t" r="r" b="b"/>
                  <a:pathLst>
                    <a:path w="92582" h="101631" extrusionOk="0">
                      <a:moveTo>
                        <a:pt x="74867" y="27337"/>
                      </a:moveTo>
                      <a:cubicBezTo>
                        <a:pt x="74867" y="27337"/>
                        <a:pt x="75343" y="27908"/>
                        <a:pt x="75819" y="27908"/>
                      </a:cubicBezTo>
                      <a:lnTo>
                        <a:pt x="76867" y="27908"/>
                      </a:lnTo>
                      <a:cubicBezTo>
                        <a:pt x="75724" y="30671"/>
                        <a:pt x="75628" y="34195"/>
                        <a:pt x="76486" y="38386"/>
                      </a:cubicBezTo>
                      <a:cubicBezTo>
                        <a:pt x="76200" y="39338"/>
                        <a:pt x="75343" y="40767"/>
                        <a:pt x="73819" y="42767"/>
                      </a:cubicBezTo>
                      <a:lnTo>
                        <a:pt x="74867" y="43720"/>
                      </a:lnTo>
                      <a:cubicBezTo>
                        <a:pt x="74485" y="44387"/>
                        <a:pt x="73628" y="44958"/>
                        <a:pt x="72104" y="45339"/>
                      </a:cubicBezTo>
                      <a:cubicBezTo>
                        <a:pt x="70580" y="45720"/>
                        <a:pt x="69628" y="46387"/>
                        <a:pt x="69247" y="47149"/>
                      </a:cubicBezTo>
                      <a:lnTo>
                        <a:pt x="71723" y="47530"/>
                      </a:lnTo>
                      <a:cubicBezTo>
                        <a:pt x="69723" y="50578"/>
                        <a:pt x="66103" y="54293"/>
                        <a:pt x="60865" y="58579"/>
                      </a:cubicBezTo>
                      <a:lnTo>
                        <a:pt x="58769" y="58579"/>
                      </a:lnTo>
                      <a:lnTo>
                        <a:pt x="58769" y="60008"/>
                      </a:lnTo>
                      <a:cubicBezTo>
                        <a:pt x="58769" y="60008"/>
                        <a:pt x="58293" y="59627"/>
                        <a:pt x="57912" y="59627"/>
                      </a:cubicBezTo>
                      <a:cubicBezTo>
                        <a:pt x="57245" y="59627"/>
                        <a:pt x="56769" y="59627"/>
                        <a:pt x="56674" y="59627"/>
                      </a:cubicBezTo>
                      <a:lnTo>
                        <a:pt x="56293" y="60008"/>
                      </a:lnTo>
                      <a:cubicBezTo>
                        <a:pt x="57531" y="60389"/>
                        <a:pt x="58388" y="61436"/>
                        <a:pt x="58960" y="63437"/>
                      </a:cubicBezTo>
                      <a:cubicBezTo>
                        <a:pt x="59436" y="65342"/>
                        <a:pt x="60103" y="66389"/>
                        <a:pt x="60960" y="66580"/>
                      </a:cubicBezTo>
                      <a:cubicBezTo>
                        <a:pt x="60674" y="68199"/>
                        <a:pt x="61341" y="69818"/>
                        <a:pt x="62865" y="71628"/>
                      </a:cubicBezTo>
                      <a:cubicBezTo>
                        <a:pt x="64675" y="73628"/>
                        <a:pt x="65722" y="75248"/>
                        <a:pt x="66008" y="76676"/>
                      </a:cubicBezTo>
                      <a:cubicBezTo>
                        <a:pt x="65437" y="77629"/>
                        <a:pt x="64389" y="77819"/>
                        <a:pt x="62770" y="77438"/>
                      </a:cubicBezTo>
                      <a:cubicBezTo>
                        <a:pt x="61150" y="77058"/>
                        <a:pt x="60388" y="77153"/>
                        <a:pt x="60388" y="77629"/>
                      </a:cubicBezTo>
                      <a:cubicBezTo>
                        <a:pt x="60388" y="78010"/>
                        <a:pt x="60579" y="78677"/>
                        <a:pt x="60960" y="79343"/>
                      </a:cubicBezTo>
                      <a:lnTo>
                        <a:pt x="62865" y="78962"/>
                      </a:lnTo>
                      <a:cubicBezTo>
                        <a:pt x="62865" y="78962"/>
                        <a:pt x="62675" y="80010"/>
                        <a:pt x="61817" y="80963"/>
                      </a:cubicBezTo>
                      <a:lnTo>
                        <a:pt x="63436" y="82391"/>
                      </a:lnTo>
                      <a:cubicBezTo>
                        <a:pt x="63436" y="82391"/>
                        <a:pt x="63913" y="81439"/>
                        <a:pt x="64294" y="80391"/>
                      </a:cubicBezTo>
                      <a:lnTo>
                        <a:pt x="64960" y="82772"/>
                      </a:lnTo>
                      <a:cubicBezTo>
                        <a:pt x="66103" y="82391"/>
                        <a:pt x="66580" y="81344"/>
                        <a:pt x="66389" y="79343"/>
                      </a:cubicBezTo>
                      <a:cubicBezTo>
                        <a:pt x="67627" y="79915"/>
                        <a:pt x="68580" y="81153"/>
                        <a:pt x="69247" y="82963"/>
                      </a:cubicBezTo>
                      <a:cubicBezTo>
                        <a:pt x="69913" y="84773"/>
                        <a:pt x="70771" y="85820"/>
                        <a:pt x="71723" y="86201"/>
                      </a:cubicBezTo>
                      <a:cubicBezTo>
                        <a:pt x="71438" y="86868"/>
                        <a:pt x="71342" y="87535"/>
                        <a:pt x="71342" y="88202"/>
                      </a:cubicBezTo>
                      <a:cubicBezTo>
                        <a:pt x="71342" y="89440"/>
                        <a:pt x="72009" y="91154"/>
                        <a:pt x="73342" y="93154"/>
                      </a:cubicBezTo>
                      <a:cubicBezTo>
                        <a:pt x="74676" y="95155"/>
                        <a:pt x="75343" y="96679"/>
                        <a:pt x="75343" y="97441"/>
                      </a:cubicBezTo>
                      <a:cubicBezTo>
                        <a:pt x="75343" y="98679"/>
                        <a:pt x="74676" y="99822"/>
                        <a:pt x="73342" y="100775"/>
                      </a:cubicBezTo>
                      <a:cubicBezTo>
                        <a:pt x="72295" y="100775"/>
                        <a:pt x="70580" y="100965"/>
                        <a:pt x="68104" y="101251"/>
                      </a:cubicBezTo>
                      <a:cubicBezTo>
                        <a:pt x="65627" y="101441"/>
                        <a:pt x="63817" y="101632"/>
                        <a:pt x="62579" y="101632"/>
                      </a:cubicBezTo>
                      <a:cubicBezTo>
                        <a:pt x="58769" y="101632"/>
                        <a:pt x="55817" y="100584"/>
                        <a:pt x="53626" y="98584"/>
                      </a:cubicBezTo>
                      <a:lnTo>
                        <a:pt x="53245" y="99251"/>
                      </a:lnTo>
                      <a:cubicBezTo>
                        <a:pt x="52768" y="98012"/>
                        <a:pt x="52197" y="96774"/>
                        <a:pt x="51721" y="95441"/>
                      </a:cubicBezTo>
                      <a:cubicBezTo>
                        <a:pt x="50959" y="93821"/>
                        <a:pt x="49911" y="92774"/>
                        <a:pt x="48577" y="92393"/>
                      </a:cubicBezTo>
                      <a:cubicBezTo>
                        <a:pt x="48863" y="91821"/>
                        <a:pt x="48958" y="91250"/>
                        <a:pt x="48958" y="90869"/>
                      </a:cubicBezTo>
                      <a:cubicBezTo>
                        <a:pt x="48958" y="89916"/>
                        <a:pt x="48292" y="89059"/>
                        <a:pt x="47053" y="88202"/>
                      </a:cubicBezTo>
                      <a:cubicBezTo>
                        <a:pt x="45815" y="87344"/>
                        <a:pt x="45148" y="86487"/>
                        <a:pt x="45148" y="85630"/>
                      </a:cubicBezTo>
                      <a:cubicBezTo>
                        <a:pt x="45148" y="85058"/>
                        <a:pt x="45339" y="84392"/>
                        <a:pt x="45625" y="83725"/>
                      </a:cubicBezTo>
                      <a:cubicBezTo>
                        <a:pt x="44767" y="82582"/>
                        <a:pt x="43720" y="80201"/>
                        <a:pt x="42481" y="76771"/>
                      </a:cubicBezTo>
                      <a:cubicBezTo>
                        <a:pt x="41434" y="73819"/>
                        <a:pt x="40100" y="71628"/>
                        <a:pt x="38576" y="70199"/>
                      </a:cubicBezTo>
                      <a:cubicBezTo>
                        <a:pt x="38576" y="68009"/>
                        <a:pt x="37624" y="65437"/>
                        <a:pt x="35528" y="62389"/>
                      </a:cubicBezTo>
                      <a:lnTo>
                        <a:pt x="31623" y="61913"/>
                      </a:lnTo>
                      <a:lnTo>
                        <a:pt x="32004" y="61532"/>
                      </a:lnTo>
                      <a:cubicBezTo>
                        <a:pt x="32004" y="61532"/>
                        <a:pt x="31432" y="60960"/>
                        <a:pt x="30956" y="60960"/>
                      </a:cubicBezTo>
                      <a:lnTo>
                        <a:pt x="29527" y="62484"/>
                      </a:lnTo>
                      <a:cubicBezTo>
                        <a:pt x="29527" y="62484"/>
                        <a:pt x="28099" y="62675"/>
                        <a:pt x="26575" y="63151"/>
                      </a:cubicBezTo>
                      <a:cubicBezTo>
                        <a:pt x="25051" y="63532"/>
                        <a:pt x="23908" y="63722"/>
                        <a:pt x="23146" y="63722"/>
                      </a:cubicBezTo>
                      <a:cubicBezTo>
                        <a:pt x="22479" y="63722"/>
                        <a:pt x="22003" y="63627"/>
                        <a:pt x="21622" y="63341"/>
                      </a:cubicBezTo>
                      <a:cubicBezTo>
                        <a:pt x="21622" y="63532"/>
                        <a:pt x="21431" y="63627"/>
                        <a:pt x="21431" y="63818"/>
                      </a:cubicBezTo>
                      <a:cubicBezTo>
                        <a:pt x="21431" y="64103"/>
                        <a:pt x="21622" y="64294"/>
                        <a:pt x="21812" y="64484"/>
                      </a:cubicBezTo>
                      <a:cubicBezTo>
                        <a:pt x="22003" y="64675"/>
                        <a:pt x="22098" y="64865"/>
                        <a:pt x="22098" y="64961"/>
                      </a:cubicBezTo>
                      <a:cubicBezTo>
                        <a:pt x="22098" y="65151"/>
                        <a:pt x="21717" y="65437"/>
                        <a:pt x="20955" y="65818"/>
                      </a:cubicBezTo>
                      <a:lnTo>
                        <a:pt x="21622" y="73628"/>
                      </a:lnTo>
                      <a:lnTo>
                        <a:pt x="20574" y="74486"/>
                      </a:lnTo>
                      <a:cubicBezTo>
                        <a:pt x="21241" y="76962"/>
                        <a:pt x="21622" y="80391"/>
                        <a:pt x="21622" y="84677"/>
                      </a:cubicBezTo>
                      <a:cubicBezTo>
                        <a:pt x="21622" y="85154"/>
                        <a:pt x="21431" y="86011"/>
                        <a:pt x="21050" y="87344"/>
                      </a:cubicBezTo>
                      <a:cubicBezTo>
                        <a:pt x="20669" y="88678"/>
                        <a:pt x="20479" y="89821"/>
                        <a:pt x="20479" y="90583"/>
                      </a:cubicBezTo>
                      <a:cubicBezTo>
                        <a:pt x="20479" y="91916"/>
                        <a:pt x="20955" y="92964"/>
                        <a:pt x="22003" y="93726"/>
                      </a:cubicBezTo>
                      <a:cubicBezTo>
                        <a:pt x="21431" y="94107"/>
                        <a:pt x="21050" y="94869"/>
                        <a:pt x="21050" y="96108"/>
                      </a:cubicBezTo>
                      <a:lnTo>
                        <a:pt x="21050" y="97346"/>
                      </a:lnTo>
                      <a:cubicBezTo>
                        <a:pt x="21146" y="97822"/>
                        <a:pt x="21241" y="98203"/>
                        <a:pt x="21241" y="98489"/>
                      </a:cubicBezTo>
                      <a:cubicBezTo>
                        <a:pt x="21241" y="100108"/>
                        <a:pt x="20288" y="100775"/>
                        <a:pt x="18478" y="100489"/>
                      </a:cubicBezTo>
                      <a:lnTo>
                        <a:pt x="19145" y="100965"/>
                      </a:lnTo>
                      <a:cubicBezTo>
                        <a:pt x="17717" y="101537"/>
                        <a:pt x="16002" y="101632"/>
                        <a:pt x="13811" y="101346"/>
                      </a:cubicBezTo>
                      <a:cubicBezTo>
                        <a:pt x="11621" y="100965"/>
                        <a:pt x="10192" y="100965"/>
                        <a:pt x="9525" y="101537"/>
                      </a:cubicBezTo>
                      <a:cubicBezTo>
                        <a:pt x="6572" y="101156"/>
                        <a:pt x="3715" y="100394"/>
                        <a:pt x="1048" y="99155"/>
                      </a:cubicBezTo>
                      <a:cubicBezTo>
                        <a:pt x="1238" y="92678"/>
                        <a:pt x="1048" y="82868"/>
                        <a:pt x="667" y="69533"/>
                      </a:cubicBezTo>
                      <a:lnTo>
                        <a:pt x="0" y="69533"/>
                      </a:lnTo>
                      <a:cubicBezTo>
                        <a:pt x="667" y="68580"/>
                        <a:pt x="1048" y="67533"/>
                        <a:pt x="1048" y="66104"/>
                      </a:cubicBezTo>
                      <a:cubicBezTo>
                        <a:pt x="1048" y="65627"/>
                        <a:pt x="1048" y="64770"/>
                        <a:pt x="762" y="63532"/>
                      </a:cubicBezTo>
                      <a:cubicBezTo>
                        <a:pt x="571" y="62389"/>
                        <a:pt x="476" y="61341"/>
                        <a:pt x="476" y="60674"/>
                      </a:cubicBezTo>
                      <a:cubicBezTo>
                        <a:pt x="476" y="59246"/>
                        <a:pt x="857" y="57817"/>
                        <a:pt x="1619" y="56674"/>
                      </a:cubicBezTo>
                      <a:cubicBezTo>
                        <a:pt x="1238" y="52292"/>
                        <a:pt x="952" y="46387"/>
                        <a:pt x="952" y="38767"/>
                      </a:cubicBezTo>
                      <a:lnTo>
                        <a:pt x="952" y="20384"/>
                      </a:lnTo>
                      <a:cubicBezTo>
                        <a:pt x="476" y="20098"/>
                        <a:pt x="190" y="19717"/>
                        <a:pt x="190" y="19241"/>
                      </a:cubicBezTo>
                      <a:cubicBezTo>
                        <a:pt x="190" y="18955"/>
                        <a:pt x="381" y="18479"/>
                        <a:pt x="952" y="17717"/>
                      </a:cubicBezTo>
                      <a:cubicBezTo>
                        <a:pt x="1429" y="16954"/>
                        <a:pt x="1619" y="16383"/>
                        <a:pt x="1619" y="16002"/>
                      </a:cubicBezTo>
                      <a:cubicBezTo>
                        <a:pt x="571" y="15050"/>
                        <a:pt x="95" y="14002"/>
                        <a:pt x="95" y="12859"/>
                      </a:cubicBezTo>
                      <a:cubicBezTo>
                        <a:pt x="95" y="12097"/>
                        <a:pt x="381" y="10859"/>
                        <a:pt x="952" y="9049"/>
                      </a:cubicBezTo>
                      <a:cubicBezTo>
                        <a:pt x="1619" y="7239"/>
                        <a:pt x="1810" y="5906"/>
                        <a:pt x="1619" y="4953"/>
                      </a:cubicBezTo>
                      <a:lnTo>
                        <a:pt x="7048" y="571"/>
                      </a:lnTo>
                      <a:lnTo>
                        <a:pt x="30099" y="0"/>
                      </a:lnTo>
                      <a:cubicBezTo>
                        <a:pt x="30099" y="0"/>
                        <a:pt x="31528" y="1334"/>
                        <a:pt x="33242" y="2762"/>
                      </a:cubicBezTo>
                      <a:cubicBezTo>
                        <a:pt x="34480" y="3905"/>
                        <a:pt x="35242" y="5048"/>
                        <a:pt x="35719" y="6287"/>
                      </a:cubicBezTo>
                      <a:cubicBezTo>
                        <a:pt x="35719" y="5810"/>
                        <a:pt x="35623" y="5525"/>
                        <a:pt x="35623" y="5144"/>
                      </a:cubicBezTo>
                      <a:cubicBezTo>
                        <a:pt x="35623" y="4096"/>
                        <a:pt x="36290" y="3239"/>
                        <a:pt x="37719" y="2477"/>
                      </a:cubicBezTo>
                      <a:cubicBezTo>
                        <a:pt x="39433" y="1619"/>
                        <a:pt x="40481" y="953"/>
                        <a:pt x="40862" y="476"/>
                      </a:cubicBezTo>
                      <a:cubicBezTo>
                        <a:pt x="41338" y="286"/>
                        <a:pt x="42005" y="667"/>
                        <a:pt x="42672" y="1429"/>
                      </a:cubicBezTo>
                      <a:cubicBezTo>
                        <a:pt x="42958" y="1429"/>
                        <a:pt x="43243" y="1334"/>
                        <a:pt x="43625" y="1334"/>
                      </a:cubicBezTo>
                      <a:cubicBezTo>
                        <a:pt x="44196" y="1334"/>
                        <a:pt x="45148" y="1715"/>
                        <a:pt x="46577" y="2477"/>
                      </a:cubicBezTo>
                      <a:cubicBezTo>
                        <a:pt x="47911" y="3239"/>
                        <a:pt x="48958" y="3524"/>
                        <a:pt x="49816" y="3429"/>
                      </a:cubicBezTo>
                      <a:lnTo>
                        <a:pt x="54292" y="3429"/>
                      </a:lnTo>
                      <a:cubicBezTo>
                        <a:pt x="54007" y="4763"/>
                        <a:pt x="54483" y="5429"/>
                        <a:pt x="55721" y="5429"/>
                      </a:cubicBezTo>
                      <a:cubicBezTo>
                        <a:pt x="55817" y="5429"/>
                        <a:pt x="56007" y="5429"/>
                        <a:pt x="56388" y="5334"/>
                      </a:cubicBezTo>
                      <a:lnTo>
                        <a:pt x="57340" y="5334"/>
                      </a:lnTo>
                      <a:cubicBezTo>
                        <a:pt x="58483" y="5334"/>
                        <a:pt x="59150" y="5810"/>
                        <a:pt x="59341" y="6858"/>
                      </a:cubicBezTo>
                      <a:lnTo>
                        <a:pt x="62484" y="6858"/>
                      </a:lnTo>
                      <a:cubicBezTo>
                        <a:pt x="64389" y="8573"/>
                        <a:pt x="66294" y="10383"/>
                        <a:pt x="68199" y="12097"/>
                      </a:cubicBezTo>
                      <a:cubicBezTo>
                        <a:pt x="70485" y="14288"/>
                        <a:pt x="71723" y="16383"/>
                        <a:pt x="71818" y="18288"/>
                      </a:cubicBezTo>
                      <a:cubicBezTo>
                        <a:pt x="73152" y="18955"/>
                        <a:pt x="74009" y="20098"/>
                        <a:pt x="74390" y="21622"/>
                      </a:cubicBezTo>
                      <a:cubicBezTo>
                        <a:pt x="74962" y="23813"/>
                        <a:pt x="75533" y="25337"/>
                        <a:pt x="76009" y="26003"/>
                      </a:cubicBezTo>
                      <a:lnTo>
                        <a:pt x="74962" y="26861"/>
                      </a:lnTo>
                      <a:close/>
                      <a:moveTo>
                        <a:pt x="12192" y="32099"/>
                      </a:moveTo>
                      <a:lnTo>
                        <a:pt x="12192" y="29337"/>
                      </a:lnTo>
                      <a:lnTo>
                        <a:pt x="11716" y="29337"/>
                      </a:lnTo>
                      <a:lnTo>
                        <a:pt x="11716" y="32099"/>
                      </a:lnTo>
                      <a:lnTo>
                        <a:pt x="12192" y="32099"/>
                      </a:lnTo>
                      <a:close/>
                      <a:moveTo>
                        <a:pt x="15716" y="15240"/>
                      </a:moveTo>
                      <a:cubicBezTo>
                        <a:pt x="15716" y="15240"/>
                        <a:pt x="15716" y="14097"/>
                        <a:pt x="15907" y="13335"/>
                      </a:cubicBezTo>
                      <a:cubicBezTo>
                        <a:pt x="16097" y="12478"/>
                        <a:pt x="16192" y="11906"/>
                        <a:pt x="16192" y="11621"/>
                      </a:cubicBezTo>
                      <a:cubicBezTo>
                        <a:pt x="16192" y="10668"/>
                        <a:pt x="15716" y="10001"/>
                        <a:pt x="14668" y="9620"/>
                      </a:cubicBezTo>
                      <a:lnTo>
                        <a:pt x="16192" y="8096"/>
                      </a:lnTo>
                      <a:cubicBezTo>
                        <a:pt x="16192" y="8096"/>
                        <a:pt x="16192" y="7715"/>
                        <a:pt x="16097" y="7620"/>
                      </a:cubicBezTo>
                      <a:cubicBezTo>
                        <a:pt x="15050" y="8477"/>
                        <a:pt x="14478" y="9335"/>
                        <a:pt x="14478" y="10192"/>
                      </a:cubicBezTo>
                      <a:cubicBezTo>
                        <a:pt x="14478" y="10573"/>
                        <a:pt x="14859" y="11621"/>
                        <a:pt x="15621" y="13430"/>
                      </a:cubicBezTo>
                      <a:cubicBezTo>
                        <a:pt x="15145" y="13430"/>
                        <a:pt x="14764" y="13811"/>
                        <a:pt x="14668" y="14288"/>
                      </a:cubicBezTo>
                      <a:cubicBezTo>
                        <a:pt x="14478" y="14764"/>
                        <a:pt x="14288" y="15145"/>
                        <a:pt x="14097" y="15335"/>
                      </a:cubicBezTo>
                      <a:lnTo>
                        <a:pt x="15621" y="15335"/>
                      </a:lnTo>
                      <a:close/>
                      <a:moveTo>
                        <a:pt x="21050" y="12287"/>
                      </a:moveTo>
                      <a:lnTo>
                        <a:pt x="23146" y="13716"/>
                      </a:lnTo>
                      <a:lnTo>
                        <a:pt x="23146" y="13716"/>
                      </a:lnTo>
                      <a:lnTo>
                        <a:pt x="22098" y="14859"/>
                      </a:lnTo>
                      <a:lnTo>
                        <a:pt x="23146" y="14859"/>
                      </a:lnTo>
                      <a:lnTo>
                        <a:pt x="23146" y="7906"/>
                      </a:lnTo>
                      <a:cubicBezTo>
                        <a:pt x="23146" y="7906"/>
                        <a:pt x="22479" y="8477"/>
                        <a:pt x="21812" y="8954"/>
                      </a:cubicBezTo>
                      <a:cubicBezTo>
                        <a:pt x="21812" y="8668"/>
                        <a:pt x="21526" y="8573"/>
                        <a:pt x="21050" y="8573"/>
                      </a:cubicBezTo>
                      <a:cubicBezTo>
                        <a:pt x="21336" y="8954"/>
                        <a:pt x="21526" y="9049"/>
                        <a:pt x="21812" y="8954"/>
                      </a:cubicBezTo>
                      <a:cubicBezTo>
                        <a:pt x="22003" y="9335"/>
                        <a:pt x="21907" y="9811"/>
                        <a:pt x="21526" y="10573"/>
                      </a:cubicBezTo>
                      <a:cubicBezTo>
                        <a:pt x="21526" y="10573"/>
                        <a:pt x="21526" y="10383"/>
                        <a:pt x="21717" y="10287"/>
                      </a:cubicBezTo>
                      <a:cubicBezTo>
                        <a:pt x="22098" y="10287"/>
                        <a:pt x="22384" y="10478"/>
                        <a:pt x="22669" y="10954"/>
                      </a:cubicBezTo>
                      <a:lnTo>
                        <a:pt x="21050" y="12287"/>
                      </a:lnTo>
                      <a:close/>
                      <a:moveTo>
                        <a:pt x="54197" y="33433"/>
                      </a:moveTo>
                      <a:cubicBezTo>
                        <a:pt x="54197" y="33433"/>
                        <a:pt x="54483" y="32671"/>
                        <a:pt x="54483" y="32385"/>
                      </a:cubicBezTo>
                      <a:cubicBezTo>
                        <a:pt x="54483" y="31814"/>
                        <a:pt x="54102" y="31242"/>
                        <a:pt x="53340" y="30671"/>
                      </a:cubicBezTo>
                      <a:cubicBezTo>
                        <a:pt x="52578" y="30099"/>
                        <a:pt x="52102" y="29623"/>
                        <a:pt x="51911" y="29242"/>
                      </a:cubicBezTo>
                      <a:cubicBezTo>
                        <a:pt x="52292" y="28766"/>
                        <a:pt x="52388" y="28289"/>
                        <a:pt x="52388" y="27908"/>
                      </a:cubicBezTo>
                      <a:cubicBezTo>
                        <a:pt x="52388" y="27242"/>
                        <a:pt x="51816" y="26575"/>
                        <a:pt x="50482" y="25813"/>
                      </a:cubicBezTo>
                      <a:cubicBezTo>
                        <a:pt x="49244" y="25051"/>
                        <a:pt x="48482" y="24479"/>
                        <a:pt x="48292" y="24098"/>
                      </a:cubicBezTo>
                      <a:cubicBezTo>
                        <a:pt x="47815" y="23717"/>
                        <a:pt x="47339" y="23432"/>
                        <a:pt x="46672" y="23432"/>
                      </a:cubicBezTo>
                      <a:cubicBezTo>
                        <a:pt x="46387" y="23432"/>
                        <a:pt x="46006" y="23432"/>
                        <a:pt x="45434" y="23622"/>
                      </a:cubicBezTo>
                      <a:cubicBezTo>
                        <a:pt x="44863" y="23717"/>
                        <a:pt x="44482" y="23813"/>
                        <a:pt x="44196" y="23813"/>
                      </a:cubicBezTo>
                      <a:cubicBezTo>
                        <a:pt x="43434" y="23813"/>
                        <a:pt x="42863" y="23336"/>
                        <a:pt x="42577" y="22384"/>
                      </a:cubicBezTo>
                      <a:lnTo>
                        <a:pt x="43625" y="21622"/>
                      </a:lnTo>
                      <a:cubicBezTo>
                        <a:pt x="41910" y="21431"/>
                        <a:pt x="40957" y="22098"/>
                        <a:pt x="40767" y="23527"/>
                      </a:cubicBezTo>
                      <a:cubicBezTo>
                        <a:pt x="40481" y="25527"/>
                        <a:pt x="40196" y="26765"/>
                        <a:pt x="39719" y="27337"/>
                      </a:cubicBezTo>
                      <a:cubicBezTo>
                        <a:pt x="39243" y="25718"/>
                        <a:pt x="38671" y="24098"/>
                        <a:pt x="38195" y="22479"/>
                      </a:cubicBezTo>
                      <a:cubicBezTo>
                        <a:pt x="37624" y="20860"/>
                        <a:pt x="36481" y="19621"/>
                        <a:pt x="34671" y="18669"/>
                      </a:cubicBezTo>
                      <a:cubicBezTo>
                        <a:pt x="34385" y="20288"/>
                        <a:pt x="33338" y="21146"/>
                        <a:pt x="31528" y="21146"/>
                      </a:cubicBezTo>
                      <a:cubicBezTo>
                        <a:pt x="31147" y="21146"/>
                        <a:pt x="30385" y="21146"/>
                        <a:pt x="29432" y="20955"/>
                      </a:cubicBezTo>
                      <a:cubicBezTo>
                        <a:pt x="28480" y="20955"/>
                        <a:pt x="27718" y="20860"/>
                        <a:pt x="27242" y="20860"/>
                      </a:cubicBezTo>
                      <a:cubicBezTo>
                        <a:pt x="26765" y="20860"/>
                        <a:pt x="26289" y="20860"/>
                        <a:pt x="25813" y="20955"/>
                      </a:cubicBezTo>
                      <a:cubicBezTo>
                        <a:pt x="23336" y="22479"/>
                        <a:pt x="22003" y="25051"/>
                        <a:pt x="22003" y="28766"/>
                      </a:cubicBezTo>
                      <a:cubicBezTo>
                        <a:pt x="22003" y="29433"/>
                        <a:pt x="22003" y="30575"/>
                        <a:pt x="22098" y="32099"/>
                      </a:cubicBezTo>
                      <a:cubicBezTo>
                        <a:pt x="22098" y="33623"/>
                        <a:pt x="22193" y="34862"/>
                        <a:pt x="22193" y="35624"/>
                      </a:cubicBezTo>
                      <a:cubicBezTo>
                        <a:pt x="22193" y="37243"/>
                        <a:pt x="22003" y="38671"/>
                        <a:pt x="21717" y="39910"/>
                      </a:cubicBezTo>
                      <a:cubicBezTo>
                        <a:pt x="21717" y="40958"/>
                        <a:pt x="22574" y="41434"/>
                        <a:pt x="24098" y="41339"/>
                      </a:cubicBezTo>
                      <a:cubicBezTo>
                        <a:pt x="25527" y="41243"/>
                        <a:pt x="26479" y="41720"/>
                        <a:pt x="26860" y="42863"/>
                      </a:cubicBezTo>
                      <a:cubicBezTo>
                        <a:pt x="27432" y="43244"/>
                        <a:pt x="28861" y="43339"/>
                        <a:pt x="31051" y="43244"/>
                      </a:cubicBezTo>
                      <a:cubicBezTo>
                        <a:pt x="32766" y="43244"/>
                        <a:pt x="34004" y="43815"/>
                        <a:pt x="34766" y="44958"/>
                      </a:cubicBezTo>
                      <a:cubicBezTo>
                        <a:pt x="35338" y="43815"/>
                        <a:pt x="36195" y="43053"/>
                        <a:pt x="37338" y="42958"/>
                      </a:cubicBezTo>
                      <a:lnTo>
                        <a:pt x="40576" y="42958"/>
                      </a:lnTo>
                      <a:cubicBezTo>
                        <a:pt x="41529" y="42767"/>
                        <a:pt x="42196" y="42291"/>
                        <a:pt x="42672" y="41624"/>
                      </a:cubicBezTo>
                      <a:cubicBezTo>
                        <a:pt x="45815" y="42005"/>
                        <a:pt x="49435" y="40100"/>
                        <a:pt x="53435" y="36100"/>
                      </a:cubicBezTo>
                      <a:lnTo>
                        <a:pt x="51340" y="35338"/>
                      </a:lnTo>
                      <a:lnTo>
                        <a:pt x="54197" y="33719"/>
                      </a:lnTo>
                      <a:close/>
                      <a:moveTo>
                        <a:pt x="51816" y="13811"/>
                      </a:moveTo>
                      <a:cubicBezTo>
                        <a:pt x="51816" y="13811"/>
                        <a:pt x="51530" y="13335"/>
                        <a:pt x="51149" y="13335"/>
                      </a:cubicBezTo>
                      <a:cubicBezTo>
                        <a:pt x="50387" y="13335"/>
                        <a:pt x="50006" y="13621"/>
                        <a:pt x="50006" y="14192"/>
                      </a:cubicBezTo>
                      <a:cubicBezTo>
                        <a:pt x="50006" y="14192"/>
                        <a:pt x="50006" y="14288"/>
                        <a:pt x="50292" y="14288"/>
                      </a:cubicBezTo>
                      <a:lnTo>
                        <a:pt x="51911" y="13811"/>
                      </a:lnTo>
                      <a:close/>
                      <a:moveTo>
                        <a:pt x="57340" y="7906"/>
                      </a:moveTo>
                      <a:lnTo>
                        <a:pt x="57340" y="7144"/>
                      </a:lnTo>
                      <a:cubicBezTo>
                        <a:pt x="57340" y="7144"/>
                        <a:pt x="55912" y="7525"/>
                        <a:pt x="54197" y="7525"/>
                      </a:cubicBezTo>
                      <a:lnTo>
                        <a:pt x="57340" y="7906"/>
                      </a:lnTo>
                      <a:close/>
                      <a:moveTo>
                        <a:pt x="54197" y="29242"/>
                      </a:moveTo>
                      <a:lnTo>
                        <a:pt x="56293" y="29242"/>
                      </a:lnTo>
                      <a:cubicBezTo>
                        <a:pt x="55435" y="28385"/>
                        <a:pt x="54769" y="28099"/>
                        <a:pt x="54197" y="28289"/>
                      </a:cubicBezTo>
                      <a:lnTo>
                        <a:pt x="54197" y="29242"/>
                      </a:lnTo>
                      <a:close/>
                      <a:moveTo>
                        <a:pt x="58388" y="35433"/>
                      </a:moveTo>
                      <a:lnTo>
                        <a:pt x="59817" y="34100"/>
                      </a:lnTo>
                      <a:lnTo>
                        <a:pt x="59150" y="34100"/>
                      </a:lnTo>
                      <a:lnTo>
                        <a:pt x="58388" y="35433"/>
                      </a:lnTo>
                      <a:close/>
                      <a:moveTo>
                        <a:pt x="62389" y="35719"/>
                      </a:moveTo>
                      <a:cubicBezTo>
                        <a:pt x="62389" y="35719"/>
                        <a:pt x="61913" y="35052"/>
                        <a:pt x="61913" y="34576"/>
                      </a:cubicBezTo>
                      <a:cubicBezTo>
                        <a:pt x="61913" y="33147"/>
                        <a:pt x="62579" y="32004"/>
                        <a:pt x="63817" y="31337"/>
                      </a:cubicBezTo>
                      <a:cubicBezTo>
                        <a:pt x="63532" y="31052"/>
                        <a:pt x="63246" y="30956"/>
                        <a:pt x="62960" y="30956"/>
                      </a:cubicBezTo>
                      <a:cubicBezTo>
                        <a:pt x="62865" y="30956"/>
                        <a:pt x="61817" y="31528"/>
                        <a:pt x="59817" y="32766"/>
                      </a:cubicBezTo>
                      <a:cubicBezTo>
                        <a:pt x="61150" y="33147"/>
                        <a:pt x="61817" y="33719"/>
                        <a:pt x="61817" y="34576"/>
                      </a:cubicBezTo>
                      <a:cubicBezTo>
                        <a:pt x="61817" y="34862"/>
                        <a:pt x="61627" y="35433"/>
                        <a:pt x="61341" y="36004"/>
                      </a:cubicBezTo>
                      <a:cubicBezTo>
                        <a:pt x="61055" y="36671"/>
                        <a:pt x="60865" y="37052"/>
                        <a:pt x="60865" y="37338"/>
                      </a:cubicBezTo>
                      <a:cubicBezTo>
                        <a:pt x="60865" y="37814"/>
                        <a:pt x="61531" y="38100"/>
                        <a:pt x="62770" y="38005"/>
                      </a:cubicBezTo>
                      <a:cubicBezTo>
                        <a:pt x="62770" y="36862"/>
                        <a:pt x="62675" y="36100"/>
                        <a:pt x="62293" y="35814"/>
                      </a:cubicBezTo>
                      <a:close/>
                      <a:moveTo>
                        <a:pt x="66389" y="41720"/>
                      </a:moveTo>
                      <a:lnTo>
                        <a:pt x="66770" y="41339"/>
                      </a:lnTo>
                      <a:lnTo>
                        <a:pt x="66008" y="40291"/>
                      </a:lnTo>
                      <a:lnTo>
                        <a:pt x="66389" y="41624"/>
                      </a:lnTo>
                      <a:close/>
                      <a:moveTo>
                        <a:pt x="68866" y="33052"/>
                      </a:moveTo>
                      <a:lnTo>
                        <a:pt x="70294" y="34100"/>
                      </a:lnTo>
                      <a:cubicBezTo>
                        <a:pt x="69913" y="33528"/>
                        <a:pt x="69818" y="33147"/>
                        <a:pt x="69913" y="33052"/>
                      </a:cubicBezTo>
                      <a:lnTo>
                        <a:pt x="68866" y="33052"/>
                      </a:lnTo>
                      <a:close/>
                      <a:moveTo>
                        <a:pt x="69247" y="17526"/>
                      </a:moveTo>
                      <a:lnTo>
                        <a:pt x="69247" y="18574"/>
                      </a:lnTo>
                      <a:lnTo>
                        <a:pt x="70294" y="17526"/>
                      </a:lnTo>
                      <a:lnTo>
                        <a:pt x="69247" y="17526"/>
                      </a:lnTo>
                      <a:close/>
                      <a:moveTo>
                        <a:pt x="70294" y="28766"/>
                      </a:moveTo>
                      <a:lnTo>
                        <a:pt x="72771" y="26384"/>
                      </a:lnTo>
                      <a:lnTo>
                        <a:pt x="71342" y="26384"/>
                      </a:lnTo>
                      <a:lnTo>
                        <a:pt x="70294" y="28766"/>
                      </a:lnTo>
                      <a:close/>
                      <a:moveTo>
                        <a:pt x="71342" y="39815"/>
                      </a:moveTo>
                      <a:lnTo>
                        <a:pt x="72771" y="39338"/>
                      </a:lnTo>
                      <a:cubicBezTo>
                        <a:pt x="72771" y="39338"/>
                        <a:pt x="72200" y="38862"/>
                        <a:pt x="71342" y="38862"/>
                      </a:cubicBezTo>
                      <a:lnTo>
                        <a:pt x="71342" y="39815"/>
                      </a:lnTo>
                      <a:close/>
                      <a:moveTo>
                        <a:pt x="74295" y="16193"/>
                      </a:moveTo>
                      <a:cubicBezTo>
                        <a:pt x="74295" y="16193"/>
                        <a:pt x="74962" y="16288"/>
                        <a:pt x="75438" y="16764"/>
                      </a:cubicBezTo>
                      <a:lnTo>
                        <a:pt x="74295" y="16193"/>
                      </a:lnTo>
                      <a:close/>
                      <a:moveTo>
                        <a:pt x="76295" y="17336"/>
                      </a:moveTo>
                      <a:cubicBezTo>
                        <a:pt x="76295" y="17336"/>
                        <a:pt x="75914" y="17145"/>
                        <a:pt x="75533" y="16859"/>
                      </a:cubicBezTo>
                      <a:lnTo>
                        <a:pt x="76295" y="17336"/>
                      </a:lnTo>
                      <a:close/>
                      <a:moveTo>
                        <a:pt x="76867" y="17621"/>
                      </a:moveTo>
                      <a:lnTo>
                        <a:pt x="76295" y="17336"/>
                      </a:lnTo>
                      <a:cubicBezTo>
                        <a:pt x="76295" y="17336"/>
                        <a:pt x="76867" y="17240"/>
                        <a:pt x="76867" y="17240"/>
                      </a:cubicBezTo>
                      <a:lnTo>
                        <a:pt x="76867" y="17621"/>
                      </a:lnTo>
                      <a:close/>
                      <a:moveTo>
                        <a:pt x="78676" y="11716"/>
                      </a:moveTo>
                      <a:cubicBezTo>
                        <a:pt x="78676" y="11716"/>
                        <a:pt x="78200" y="11525"/>
                        <a:pt x="77629" y="11525"/>
                      </a:cubicBezTo>
                      <a:cubicBezTo>
                        <a:pt x="77152" y="11525"/>
                        <a:pt x="76867" y="11335"/>
                        <a:pt x="76867" y="11240"/>
                      </a:cubicBezTo>
                      <a:cubicBezTo>
                        <a:pt x="76867" y="10954"/>
                        <a:pt x="77057" y="10763"/>
                        <a:pt x="77343" y="10383"/>
                      </a:cubicBezTo>
                      <a:lnTo>
                        <a:pt x="78676" y="11716"/>
                      </a:lnTo>
                      <a:close/>
                      <a:moveTo>
                        <a:pt x="78962" y="30290"/>
                      </a:moveTo>
                      <a:lnTo>
                        <a:pt x="77343" y="29242"/>
                      </a:lnTo>
                      <a:lnTo>
                        <a:pt x="78962" y="29242"/>
                      </a:lnTo>
                      <a:lnTo>
                        <a:pt x="78962" y="30290"/>
                      </a:lnTo>
                      <a:close/>
                      <a:moveTo>
                        <a:pt x="78676" y="11716"/>
                      </a:moveTo>
                      <a:lnTo>
                        <a:pt x="78962" y="12002"/>
                      </a:lnTo>
                      <a:lnTo>
                        <a:pt x="78676" y="11716"/>
                      </a:lnTo>
                      <a:close/>
                      <a:moveTo>
                        <a:pt x="80010" y="22003"/>
                      </a:moveTo>
                      <a:lnTo>
                        <a:pt x="80391" y="20574"/>
                      </a:lnTo>
                      <a:lnTo>
                        <a:pt x="83534" y="21622"/>
                      </a:lnTo>
                      <a:cubicBezTo>
                        <a:pt x="82772" y="21622"/>
                        <a:pt x="82105" y="22193"/>
                        <a:pt x="81725" y="23146"/>
                      </a:cubicBezTo>
                      <a:cubicBezTo>
                        <a:pt x="81534" y="23146"/>
                        <a:pt x="80962" y="22765"/>
                        <a:pt x="80010" y="22003"/>
                      </a:cubicBezTo>
                      <a:close/>
                      <a:moveTo>
                        <a:pt x="83534" y="8858"/>
                      </a:moveTo>
                      <a:cubicBezTo>
                        <a:pt x="83534" y="8858"/>
                        <a:pt x="83058" y="9430"/>
                        <a:pt x="82486" y="9430"/>
                      </a:cubicBezTo>
                      <a:lnTo>
                        <a:pt x="81058" y="9430"/>
                      </a:lnTo>
                      <a:lnTo>
                        <a:pt x="81439" y="8477"/>
                      </a:lnTo>
                      <a:cubicBezTo>
                        <a:pt x="81439" y="8477"/>
                        <a:pt x="82486" y="8858"/>
                        <a:pt x="83534" y="8858"/>
                      </a:cubicBezTo>
                      <a:close/>
                      <a:moveTo>
                        <a:pt x="82867" y="12668"/>
                      </a:moveTo>
                      <a:lnTo>
                        <a:pt x="82867" y="11906"/>
                      </a:lnTo>
                      <a:cubicBezTo>
                        <a:pt x="84773" y="12192"/>
                        <a:pt x="86106" y="12383"/>
                        <a:pt x="86963" y="12287"/>
                      </a:cubicBezTo>
                      <a:lnTo>
                        <a:pt x="86963" y="13335"/>
                      </a:lnTo>
                      <a:lnTo>
                        <a:pt x="82867" y="12668"/>
                      </a:lnTo>
                      <a:close/>
                      <a:moveTo>
                        <a:pt x="87440" y="31718"/>
                      </a:moveTo>
                      <a:lnTo>
                        <a:pt x="86392" y="31718"/>
                      </a:lnTo>
                      <a:lnTo>
                        <a:pt x="87249" y="30385"/>
                      </a:lnTo>
                      <a:cubicBezTo>
                        <a:pt x="87249" y="30385"/>
                        <a:pt x="87535" y="31052"/>
                        <a:pt x="87535" y="31718"/>
                      </a:cubicBezTo>
                      <a:close/>
                      <a:moveTo>
                        <a:pt x="86868" y="30290"/>
                      </a:moveTo>
                      <a:cubicBezTo>
                        <a:pt x="86868" y="30290"/>
                        <a:pt x="87154" y="29909"/>
                        <a:pt x="87440" y="29623"/>
                      </a:cubicBezTo>
                      <a:lnTo>
                        <a:pt x="87154" y="30385"/>
                      </a:lnTo>
                      <a:cubicBezTo>
                        <a:pt x="87154" y="30385"/>
                        <a:pt x="86963" y="30385"/>
                        <a:pt x="86868" y="30385"/>
                      </a:cubicBezTo>
                      <a:close/>
                      <a:moveTo>
                        <a:pt x="87440" y="29623"/>
                      </a:moveTo>
                      <a:lnTo>
                        <a:pt x="87820" y="28766"/>
                      </a:lnTo>
                      <a:cubicBezTo>
                        <a:pt x="87820" y="28766"/>
                        <a:pt x="87820" y="29337"/>
                        <a:pt x="87440" y="29623"/>
                      </a:cubicBezTo>
                      <a:close/>
                      <a:moveTo>
                        <a:pt x="89440" y="3048"/>
                      </a:moveTo>
                      <a:lnTo>
                        <a:pt x="90487" y="4096"/>
                      </a:lnTo>
                      <a:lnTo>
                        <a:pt x="88487" y="4096"/>
                      </a:lnTo>
                      <a:lnTo>
                        <a:pt x="89440" y="3048"/>
                      </a:lnTo>
                      <a:close/>
                      <a:moveTo>
                        <a:pt x="90107" y="16764"/>
                      </a:moveTo>
                      <a:lnTo>
                        <a:pt x="92583" y="19145"/>
                      </a:lnTo>
                      <a:cubicBezTo>
                        <a:pt x="90678" y="18574"/>
                        <a:pt x="89725" y="18098"/>
                        <a:pt x="89725" y="17812"/>
                      </a:cubicBezTo>
                      <a:cubicBezTo>
                        <a:pt x="89725" y="17526"/>
                        <a:pt x="89821" y="17240"/>
                        <a:pt x="90107" y="16764"/>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 name="Google Shape;1510;p99"/>
                <p:cNvSpPr/>
                <p:nvPr/>
              </p:nvSpPr>
              <p:spPr>
                <a:xfrm>
                  <a:off x="4543995" y="5024151"/>
                  <a:ext cx="78390" cy="102012"/>
                </a:xfrm>
                <a:custGeom>
                  <a:avLst/>
                  <a:gdLst/>
                  <a:ahLst/>
                  <a:cxnLst/>
                  <a:rect l="l" t="t" r="r" b="b"/>
                  <a:pathLst>
                    <a:path w="78390" h="102012" extrusionOk="0">
                      <a:moveTo>
                        <a:pt x="76581" y="95821"/>
                      </a:moveTo>
                      <a:cubicBezTo>
                        <a:pt x="76581" y="95821"/>
                        <a:pt x="76581" y="96869"/>
                        <a:pt x="76867" y="97727"/>
                      </a:cubicBezTo>
                      <a:cubicBezTo>
                        <a:pt x="77057" y="98584"/>
                        <a:pt x="77248" y="99155"/>
                        <a:pt x="77248" y="99536"/>
                      </a:cubicBezTo>
                      <a:cubicBezTo>
                        <a:pt x="77248" y="100679"/>
                        <a:pt x="76581" y="101441"/>
                        <a:pt x="75152" y="102013"/>
                      </a:cubicBezTo>
                      <a:lnTo>
                        <a:pt x="64294" y="101060"/>
                      </a:lnTo>
                      <a:cubicBezTo>
                        <a:pt x="64008" y="100489"/>
                        <a:pt x="63341" y="100203"/>
                        <a:pt x="62294" y="100203"/>
                      </a:cubicBezTo>
                      <a:lnTo>
                        <a:pt x="59817" y="100203"/>
                      </a:lnTo>
                      <a:cubicBezTo>
                        <a:pt x="59055" y="100013"/>
                        <a:pt x="58484" y="99727"/>
                        <a:pt x="58103" y="99155"/>
                      </a:cubicBezTo>
                      <a:cubicBezTo>
                        <a:pt x="57340" y="99441"/>
                        <a:pt x="56388" y="100013"/>
                        <a:pt x="55054" y="101060"/>
                      </a:cubicBezTo>
                      <a:cubicBezTo>
                        <a:pt x="55245" y="100108"/>
                        <a:pt x="54959" y="99631"/>
                        <a:pt x="54102" y="99631"/>
                      </a:cubicBezTo>
                      <a:cubicBezTo>
                        <a:pt x="53912" y="99631"/>
                        <a:pt x="53626" y="99631"/>
                        <a:pt x="53245" y="99727"/>
                      </a:cubicBezTo>
                      <a:lnTo>
                        <a:pt x="52483" y="99727"/>
                      </a:lnTo>
                      <a:cubicBezTo>
                        <a:pt x="51911" y="99727"/>
                        <a:pt x="51435" y="99536"/>
                        <a:pt x="51149" y="99251"/>
                      </a:cubicBezTo>
                      <a:cubicBezTo>
                        <a:pt x="49244" y="94012"/>
                        <a:pt x="46672" y="90297"/>
                        <a:pt x="43434" y="88011"/>
                      </a:cubicBezTo>
                      <a:cubicBezTo>
                        <a:pt x="43434" y="86106"/>
                        <a:pt x="42386" y="84106"/>
                        <a:pt x="39910" y="82296"/>
                      </a:cubicBezTo>
                      <a:cubicBezTo>
                        <a:pt x="37433" y="80391"/>
                        <a:pt x="36195" y="78486"/>
                        <a:pt x="36195" y="76676"/>
                      </a:cubicBezTo>
                      <a:cubicBezTo>
                        <a:pt x="34576" y="76010"/>
                        <a:pt x="33528" y="75057"/>
                        <a:pt x="32861" y="73914"/>
                      </a:cubicBezTo>
                      <a:cubicBezTo>
                        <a:pt x="32195" y="72676"/>
                        <a:pt x="31052" y="71723"/>
                        <a:pt x="29242" y="70961"/>
                      </a:cubicBezTo>
                      <a:lnTo>
                        <a:pt x="31242" y="69342"/>
                      </a:lnTo>
                      <a:cubicBezTo>
                        <a:pt x="31242" y="69342"/>
                        <a:pt x="30385" y="68866"/>
                        <a:pt x="29813" y="68961"/>
                      </a:cubicBezTo>
                      <a:cubicBezTo>
                        <a:pt x="28861" y="69342"/>
                        <a:pt x="28289" y="69437"/>
                        <a:pt x="28289" y="69437"/>
                      </a:cubicBezTo>
                      <a:cubicBezTo>
                        <a:pt x="27908" y="69437"/>
                        <a:pt x="27622" y="69247"/>
                        <a:pt x="27242" y="68961"/>
                      </a:cubicBezTo>
                      <a:cubicBezTo>
                        <a:pt x="27242" y="69437"/>
                        <a:pt x="27337" y="70009"/>
                        <a:pt x="27337" y="70580"/>
                      </a:cubicBezTo>
                      <a:cubicBezTo>
                        <a:pt x="27337" y="72295"/>
                        <a:pt x="26289" y="74866"/>
                        <a:pt x="24289" y="78105"/>
                      </a:cubicBezTo>
                      <a:cubicBezTo>
                        <a:pt x="22288" y="81439"/>
                        <a:pt x="21241" y="83915"/>
                        <a:pt x="21050" y="85725"/>
                      </a:cubicBezTo>
                      <a:cubicBezTo>
                        <a:pt x="20288" y="84963"/>
                        <a:pt x="19812" y="84582"/>
                        <a:pt x="19717" y="84582"/>
                      </a:cubicBezTo>
                      <a:cubicBezTo>
                        <a:pt x="19431" y="84582"/>
                        <a:pt x="19240" y="84772"/>
                        <a:pt x="19050" y="85058"/>
                      </a:cubicBezTo>
                      <a:cubicBezTo>
                        <a:pt x="20479" y="86106"/>
                        <a:pt x="21146" y="87725"/>
                        <a:pt x="21146" y="90011"/>
                      </a:cubicBezTo>
                      <a:cubicBezTo>
                        <a:pt x="21146" y="94488"/>
                        <a:pt x="21146" y="96393"/>
                        <a:pt x="21050" y="95917"/>
                      </a:cubicBezTo>
                      <a:cubicBezTo>
                        <a:pt x="20384" y="96393"/>
                        <a:pt x="20003" y="96774"/>
                        <a:pt x="20003" y="97250"/>
                      </a:cubicBezTo>
                      <a:cubicBezTo>
                        <a:pt x="20003" y="97536"/>
                        <a:pt x="20193" y="97917"/>
                        <a:pt x="20669" y="98488"/>
                      </a:cubicBezTo>
                      <a:cubicBezTo>
                        <a:pt x="21146" y="99060"/>
                        <a:pt x="21336" y="99631"/>
                        <a:pt x="21336" y="100013"/>
                      </a:cubicBezTo>
                      <a:cubicBezTo>
                        <a:pt x="21336" y="100298"/>
                        <a:pt x="21336" y="100584"/>
                        <a:pt x="21050" y="100870"/>
                      </a:cubicBezTo>
                      <a:cubicBezTo>
                        <a:pt x="17145" y="101918"/>
                        <a:pt x="11049" y="102013"/>
                        <a:pt x="2857" y="101251"/>
                      </a:cubicBezTo>
                      <a:cubicBezTo>
                        <a:pt x="2477" y="100298"/>
                        <a:pt x="2191" y="99155"/>
                        <a:pt x="2191" y="98012"/>
                      </a:cubicBezTo>
                      <a:cubicBezTo>
                        <a:pt x="2191" y="97060"/>
                        <a:pt x="2381" y="95821"/>
                        <a:pt x="2762" y="94012"/>
                      </a:cubicBezTo>
                      <a:cubicBezTo>
                        <a:pt x="3143" y="92297"/>
                        <a:pt x="3334" y="90964"/>
                        <a:pt x="3334" y="90106"/>
                      </a:cubicBezTo>
                      <a:cubicBezTo>
                        <a:pt x="3334" y="88392"/>
                        <a:pt x="2762" y="86773"/>
                        <a:pt x="1619" y="85154"/>
                      </a:cubicBezTo>
                      <a:cubicBezTo>
                        <a:pt x="2381" y="84963"/>
                        <a:pt x="2762" y="84487"/>
                        <a:pt x="2762" y="83534"/>
                      </a:cubicBezTo>
                      <a:cubicBezTo>
                        <a:pt x="2762" y="82391"/>
                        <a:pt x="2762" y="81820"/>
                        <a:pt x="2762" y="81820"/>
                      </a:cubicBezTo>
                      <a:cubicBezTo>
                        <a:pt x="2762" y="81820"/>
                        <a:pt x="2953" y="81629"/>
                        <a:pt x="3048" y="81629"/>
                      </a:cubicBezTo>
                      <a:cubicBezTo>
                        <a:pt x="3143" y="81629"/>
                        <a:pt x="3524" y="81820"/>
                        <a:pt x="4096" y="82296"/>
                      </a:cubicBezTo>
                      <a:cubicBezTo>
                        <a:pt x="4763" y="82772"/>
                        <a:pt x="5239" y="82868"/>
                        <a:pt x="5525" y="82868"/>
                      </a:cubicBezTo>
                      <a:cubicBezTo>
                        <a:pt x="6096" y="82868"/>
                        <a:pt x="6287" y="82391"/>
                        <a:pt x="6287" y="81248"/>
                      </a:cubicBezTo>
                      <a:cubicBezTo>
                        <a:pt x="6287" y="80867"/>
                        <a:pt x="5525" y="80677"/>
                        <a:pt x="4286" y="80486"/>
                      </a:cubicBezTo>
                      <a:cubicBezTo>
                        <a:pt x="3048" y="80391"/>
                        <a:pt x="2572" y="79724"/>
                        <a:pt x="2762" y="78486"/>
                      </a:cubicBezTo>
                      <a:cubicBezTo>
                        <a:pt x="3334" y="78486"/>
                        <a:pt x="4191" y="78677"/>
                        <a:pt x="5239" y="79248"/>
                      </a:cubicBezTo>
                      <a:cubicBezTo>
                        <a:pt x="6287" y="79820"/>
                        <a:pt x="6953" y="80105"/>
                        <a:pt x="7334" y="80105"/>
                      </a:cubicBezTo>
                      <a:cubicBezTo>
                        <a:pt x="7620" y="80105"/>
                        <a:pt x="7906" y="80105"/>
                        <a:pt x="8096" y="79820"/>
                      </a:cubicBezTo>
                      <a:lnTo>
                        <a:pt x="6287" y="78486"/>
                      </a:lnTo>
                      <a:lnTo>
                        <a:pt x="7715" y="77438"/>
                      </a:lnTo>
                      <a:lnTo>
                        <a:pt x="1524" y="76390"/>
                      </a:lnTo>
                      <a:cubicBezTo>
                        <a:pt x="2857" y="75343"/>
                        <a:pt x="3524" y="74200"/>
                        <a:pt x="3524" y="72962"/>
                      </a:cubicBezTo>
                      <a:cubicBezTo>
                        <a:pt x="3524" y="72390"/>
                        <a:pt x="3238" y="71438"/>
                        <a:pt x="2667" y="70199"/>
                      </a:cubicBezTo>
                      <a:cubicBezTo>
                        <a:pt x="2096" y="68961"/>
                        <a:pt x="1810" y="67913"/>
                        <a:pt x="1810" y="67151"/>
                      </a:cubicBezTo>
                      <a:cubicBezTo>
                        <a:pt x="1810" y="66294"/>
                        <a:pt x="2096" y="65437"/>
                        <a:pt x="2667" y="64484"/>
                      </a:cubicBezTo>
                      <a:lnTo>
                        <a:pt x="0" y="63627"/>
                      </a:lnTo>
                      <a:cubicBezTo>
                        <a:pt x="1238" y="63913"/>
                        <a:pt x="2000" y="63437"/>
                        <a:pt x="2286" y="62198"/>
                      </a:cubicBezTo>
                      <a:cubicBezTo>
                        <a:pt x="2572" y="60865"/>
                        <a:pt x="3238" y="60293"/>
                        <a:pt x="4096" y="60293"/>
                      </a:cubicBezTo>
                      <a:cubicBezTo>
                        <a:pt x="2667" y="60293"/>
                        <a:pt x="2000" y="59722"/>
                        <a:pt x="2000" y="58293"/>
                      </a:cubicBezTo>
                      <a:cubicBezTo>
                        <a:pt x="2000" y="57531"/>
                        <a:pt x="2191" y="56579"/>
                        <a:pt x="2667" y="55436"/>
                      </a:cubicBezTo>
                      <a:lnTo>
                        <a:pt x="476" y="54864"/>
                      </a:lnTo>
                      <a:cubicBezTo>
                        <a:pt x="476" y="54388"/>
                        <a:pt x="953" y="53626"/>
                        <a:pt x="1714" y="52673"/>
                      </a:cubicBezTo>
                      <a:cubicBezTo>
                        <a:pt x="2477" y="51721"/>
                        <a:pt x="2857" y="50959"/>
                        <a:pt x="2857" y="50482"/>
                      </a:cubicBezTo>
                      <a:cubicBezTo>
                        <a:pt x="2857" y="50006"/>
                        <a:pt x="2667" y="49530"/>
                        <a:pt x="2191" y="49244"/>
                      </a:cubicBezTo>
                      <a:cubicBezTo>
                        <a:pt x="2762" y="46863"/>
                        <a:pt x="2762" y="41815"/>
                        <a:pt x="2286" y="34290"/>
                      </a:cubicBezTo>
                      <a:cubicBezTo>
                        <a:pt x="1810" y="27908"/>
                        <a:pt x="2477" y="23241"/>
                        <a:pt x="4096" y="20288"/>
                      </a:cubicBezTo>
                      <a:cubicBezTo>
                        <a:pt x="2572" y="18002"/>
                        <a:pt x="1905" y="15335"/>
                        <a:pt x="1905" y="12382"/>
                      </a:cubicBezTo>
                      <a:cubicBezTo>
                        <a:pt x="1905" y="11239"/>
                        <a:pt x="2000" y="9620"/>
                        <a:pt x="2286" y="7525"/>
                      </a:cubicBezTo>
                      <a:cubicBezTo>
                        <a:pt x="2572" y="5429"/>
                        <a:pt x="2667" y="3715"/>
                        <a:pt x="2667" y="2667"/>
                      </a:cubicBezTo>
                      <a:cubicBezTo>
                        <a:pt x="3143" y="1333"/>
                        <a:pt x="3810" y="667"/>
                        <a:pt x="4667" y="667"/>
                      </a:cubicBezTo>
                      <a:cubicBezTo>
                        <a:pt x="5048" y="667"/>
                        <a:pt x="5620" y="857"/>
                        <a:pt x="6477" y="1048"/>
                      </a:cubicBezTo>
                      <a:cubicBezTo>
                        <a:pt x="7334" y="1333"/>
                        <a:pt x="8001" y="1429"/>
                        <a:pt x="8477" y="1429"/>
                      </a:cubicBezTo>
                      <a:cubicBezTo>
                        <a:pt x="9335" y="1429"/>
                        <a:pt x="10096" y="953"/>
                        <a:pt x="10668" y="95"/>
                      </a:cubicBezTo>
                      <a:lnTo>
                        <a:pt x="11716" y="1429"/>
                      </a:lnTo>
                      <a:cubicBezTo>
                        <a:pt x="12002" y="857"/>
                        <a:pt x="12478" y="571"/>
                        <a:pt x="13145" y="571"/>
                      </a:cubicBezTo>
                      <a:cubicBezTo>
                        <a:pt x="13145" y="762"/>
                        <a:pt x="13049" y="953"/>
                        <a:pt x="12668" y="1238"/>
                      </a:cubicBezTo>
                      <a:cubicBezTo>
                        <a:pt x="12382" y="1524"/>
                        <a:pt x="12287" y="1810"/>
                        <a:pt x="12382" y="1905"/>
                      </a:cubicBezTo>
                      <a:cubicBezTo>
                        <a:pt x="12668" y="1905"/>
                        <a:pt x="12859" y="2000"/>
                        <a:pt x="13145" y="2000"/>
                      </a:cubicBezTo>
                      <a:cubicBezTo>
                        <a:pt x="13716" y="2000"/>
                        <a:pt x="14478" y="1619"/>
                        <a:pt x="15526" y="1048"/>
                      </a:cubicBezTo>
                      <a:cubicBezTo>
                        <a:pt x="16573" y="381"/>
                        <a:pt x="17431" y="0"/>
                        <a:pt x="18002" y="0"/>
                      </a:cubicBezTo>
                      <a:cubicBezTo>
                        <a:pt x="18764" y="0"/>
                        <a:pt x="19431" y="667"/>
                        <a:pt x="20003" y="1905"/>
                      </a:cubicBezTo>
                      <a:cubicBezTo>
                        <a:pt x="20003" y="2762"/>
                        <a:pt x="20193" y="6191"/>
                        <a:pt x="20669" y="12287"/>
                      </a:cubicBezTo>
                      <a:cubicBezTo>
                        <a:pt x="21050" y="16288"/>
                        <a:pt x="21146" y="19717"/>
                        <a:pt x="20955" y="22574"/>
                      </a:cubicBezTo>
                      <a:cubicBezTo>
                        <a:pt x="20955" y="22860"/>
                        <a:pt x="20764" y="23241"/>
                        <a:pt x="20479" y="23717"/>
                      </a:cubicBezTo>
                      <a:cubicBezTo>
                        <a:pt x="20193" y="24194"/>
                        <a:pt x="20003" y="24574"/>
                        <a:pt x="20003" y="24860"/>
                      </a:cubicBezTo>
                      <a:cubicBezTo>
                        <a:pt x="20003" y="25051"/>
                        <a:pt x="20098" y="25337"/>
                        <a:pt x="20384" y="25622"/>
                      </a:cubicBezTo>
                      <a:cubicBezTo>
                        <a:pt x="19621" y="25622"/>
                        <a:pt x="19145" y="25813"/>
                        <a:pt x="18955" y="26098"/>
                      </a:cubicBezTo>
                      <a:lnTo>
                        <a:pt x="18955" y="27146"/>
                      </a:lnTo>
                      <a:cubicBezTo>
                        <a:pt x="18097" y="27146"/>
                        <a:pt x="17621" y="27241"/>
                        <a:pt x="17526" y="27527"/>
                      </a:cubicBezTo>
                      <a:cubicBezTo>
                        <a:pt x="17717" y="28194"/>
                        <a:pt x="18097" y="28575"/>
                        <a:pt x="18669" y="28575"/>
                      </a:cubicBezTo>
                      <a:cubicBezTo>
                        <a:pt x="19717" y="28575"/>
                        <a:pt x="20288" y="28289"/>
                        <a:pt x="20384" y="27527"/>
                      </a:cubicBezTo>
                      <a:cubicBezTo>
                        <a:pt x="20574" y="28385"/>
                        <a:pt x="19717" y="29432"/>
                        <a:pt x="18002" y="30671"/>
                      </a:cubicBezTo>
                      <a:cubicBezTo>
                        <a:pt x="16288" y="31909"/>
                        <a:pt x="15335" y="32766"/>
                        <a:pt x="15335" y="33242"/>
                      </a:cubicBezTo>
                      <a:cubicBezTo>
                        <a:pt x="15335" y="33719"/>
                        <a:pt x="16193" y="34195"/>
                        <a:pt x="17812" y="34480"/>
                      </a:cubicBezTo>
                      <a:lnTo>
                        <a:pt x="18860" y="33433"/>
                      </a:lnTo>
                      <a:cubicBezTo>
                        <a:pt x="18860" y="34290"/>
                        <a:pt x="19050" y="34766"/>
                        <a:pt x="19240" y="34862"/>
                      </a:cubicBezTo>
                      <a:lnTo>
                        <a:pt x="19907" y="34862"/>
                      </a:lnTo>
                      <a:lnTo>
                        <a:pt x="19907" y="32480"/>
                      </a:lnTo>
                      <a:cubicBezTo>
                        <a:pt x="19907" y="32480"/>
                        <a:pt x="20193" y="34195"/>
                        <a:pt x="20574" y="36862"/>
                      </a:cubicBezTo>
                      <a:cubicBezTo>
                        <a:pt x="20860" y="38862"/>
                        <a:pt x="21431" y="40291"/>
                        <a:pt x="22574" y="41148"/>
                      </a:cubicBezTo>
                      <a:cubicBezTo>
                        <a:pt x="24765" y="41148"/>
                        <a:pt x="26194" y="40577"/>
                        <a:pt x="27051" y="39338"/>
                      </a:cubicBezTo>
                      <a:lnTo>
                        <a:pt x="26575" y="38767"/>
                      </a:lnTo>
                      <a:lnTo>
                        <a:pt x="29146" y="39719"/>
                      </a:lnTo>
                      <a:cubicBezTo>
                        <a:pt x="29528" y="34576"/>
                        <a:pt x="31337" y="31242"/>
                        <a:pt x="34671" y="29528"/>
                      </a:cubicBezTo>
                      <a:cubicBezTo>
                        <a:pt x="34957" y="28004"/>
                        <a:pt x="35909" y="26384"/>
                        <a:pt x="37433" y="24574"/>
                      </a:cubicBezTo>
                      <a:cubicBezTo>
                        <a:pt x="39053" y="22765"/>
                        <a:pt x="40005" y="21146"/>
                        <a:pt x="40386" y="19717"/>
                      </a:cubicBezTo>
                      <a:cubicBezTo>
                        <a:pt x="40577" y="18669"/>
                        <a:pt x="41529" y="17812"/>
                        <a:pt x="43148" y="17050"/>
                      </a:cubicBezTo>
                      <a:cubicBezTo>
                        <a:pt x="44768" y="16288"/>
                        <a:pt x="45529" y="15526"/>
                        <a:pt x="45529" y="14764"/>
                      </a:cubicBezTo>
                      <a:cubicBezTo>
                        <a:pt x="45529" y="14288"/>
                        <a:pt x="45339" y="13621"/>
                        <a:pt x="44863" y="12763"/>
                      </a:cubicBezTo>
                      <a:lnTo>
                        <a:pt x="49435" y="7906"/>
                      </a:lnTo>
                      <a:lnTo>
                        <a:pt x="48387" y="6953"/>
                      </a:lnTo>
                      <a:cubicBezTo>
                        <a:pt x="48387" y="6953"/>
                        <a:pt x="49435" y="6382"/>
                        <a:pt x="50959" y="5810"/>
                      </a:cubicBezTo>
                      <a:cubicBezTo>
                        <a:pt x="52102" y="5429"/>
                        <a:pt x="52673" y="4858"/>
                        <a:pt x="52673" y="4191"/>
                      </a:cubicBezTo>
                      <a:cubicBezTo>
                        <a:pt x="52673" y="3810"/>
                        <a:pt x="52673" y="3524"/>
                        <a:pt x="52483" y="3238"/>
                      </a:cubicBezTo>
                      <a:cubicBezTo>
                        <a:pt x="55436" y="2762"/>
                        <a:pt x="59722" y="2572"/>
                        <a:pt x="65342" y="2667"/>
                      </a:cubicBezTo>
                      <a:cubicBezTo>
                        <a:pt x="73057" y="2667"/>
                        <a:pt x="77248" y="2667"/>
                        <a:pt x="77914" y="2667"/>
                      </a:cubicBezTo>
                      <a:lnTo>
                        <a:pt x="78391" y="6191"/>
                      </a:lnTo>
                      <a:cubicBezTo>
                        <a:pt x="74962" y="9335"/>
                        <a:pt x="72676" y="11525"/>
                        <a:pt x="71723" y="12763"/>
                      </a:cubicBezTo>
                      <a:cubicBezTo>
                        <a:pt x="69437" y="15526"/>
                        <a:pt x="68104" y="18193"/>
                        <a:pt x="67818" y="20860"/>
                      </a:cubicBezTo>
                      <a:cubicBezTo>
                        <a:pt x="63341" y="24194"/>
                        <a:pt x="59055" y="28765"/>
                        <a:pt x="54864" y="34576"/>
                      </a:cubicBezTo>
                      <a:cubicBezTo>
                        <a:pt x="51340" y="39624"/>
                        <a:pt x="47911" y="44672"/>
                        <a:pt x="44482" y="49721"/>
                      </a:cubicBezTo>
                      <a:cubicBezTo>
                        <a:pt x="44196" y="50197"/>
                        <a:pt x="44101" y="50673"/>
                        <a:pt x="44101" y="51245"/>
                      </a:cubicBezTo>
                      <a:cubicBezTo>
                        <a:pt x="44101" y="52102"/>
                        <a:pt x="44577" y="53149"/>
                        <a:pt x="45625" y="54293"/>
                      </a:cubicBezTo>
                      <a:cubicBezTo>
                        <a:pt x="46577" y="55436"/>
                        <a:pt x="47244" y="56388"/>
                        <a:pt x="47339" y="57055"/>
                      </a:cubicBezTo>
                      <a:cubicBezTo>
                        <a:pt x="47149" y="57531"/>
                        <a:pt x="46482" y="58007"/>
                        <a:pt x="45339" y="58579"/>
                      </a:cubicBezTo>
                      <a:cubicBezTo>
                        <a:pt x="44577" y="59055"/>
                        <a:pt x="44291" y="59722"/>
                        <a:pt x="44387" y="60579"/>
                      </a:cubicBezTo>
                      <a:cubicBezTo>
                        <a:pt x="44672" y="60770"/>
                        <a:pt x="47530" y="62484"/>
                        <a:pt x="52864" y="65437"/>
                      </a:cubicBezTo>
                      <a:cubicBezTo>
                        <a:pt x="55912" y="67151"/>
                        <a:pt x="57912" y="69628"/>
                        <a:pt x="58864" y="72771"/>
                      </a:cubicBezTo>
                      <a:cubicBezTo>
                        <a:pt x="59055" y="73057"/>
                        <a:pt x="59627" y="73343"/>
                        <a:pt x="60579" y="73819"/>
                      </a:cubicBezTo>
                      <a:cubicBezTo>
                        <a:pt x="61627" y="74200"/>
                        <a:pt x="62103" y="74581"/>
                        <a:pt x="62103" y="75057"/>
                      </a:cubicBezTo>
                      <a:cubicBezTo>
                        <a:pt x="62103" y="75438"/>
                        <a:pt x="61817" y="75724"/>
                        <a:pt x="61436" y="76200"/>
                      </a:cubicBezTo>
                      <a:cubicBezTo>
                        <a:pt x="60674" y="76676"/>
                        <a:pt x="59531" y="77057"/>
                        <a:pt x="58007" y="77343"/>
                      </a:cubicBezTo>
                      <a:cubicBezTo>
                        <a:pt x="56483" y="77629"/>
                        <a:pt x="55436" y="78105"/>
                        <a:pt x="54769" y="78677"/>
                      </a:cubicBezTo>
                      <a:lnTo>
                        <a:pt x="54769" y="79057"/>
                      </a:lnTo>
                      <a:cubicBezTo>
                        <a:pt x="54769" y="79057"/>
                        <a:pt x="55531" y="79629"/>
                        <a:pt x="55912" y="79629"/>
                      </a:cubicBezTo>
                      <a:cubicBezTo>
                        <a:pt x="56197" y="79629"/>
                        <a:pt x="56483" y="79629"/>
                        <a:pt x="56864" y="79438"/>
                      </a:cubicBezTo>
                      <a:cubicBezTo>
                        <a:pt x="57245" y="79248"/>
                        <a:pt x="57531" y="79248"/>
                        <a:pt x="57721" y="79248"/>
                      </a:cubicBezTo>
                      <a:cubicBezTo>
                        <a:pt x="58198" y="79248"/>
                        <a:pt x="58579" y="79629"/>
                        <a:pt x="58769" y="80486"/>
                      </a:cubicBezTo>
                      <a:lnTo>
                        <a:pt x="62103" y="77724"/>
                      </a:lnTo>
                      <a:lnTo>
                        <a:pt x="62294" y="78010"/>
                      </a:lnTo>
                      <a:cubicBezTo>
                        <a:pt x="62294" y="78010"/>
                        <a:pt x="62103" y="78010"/>
                        <a:pt x="62103" y="78105"/>
                      </a:cubicBezTo>
                      <a:lnTo>
                        <a:pt x="61436" y="78772"/>
                      </a:lnTo>
                      <a:cubicBezTo>
                        <a:pt x="64103" y="78772"/>
                        <a:pt x="65722" y="80201"/>
                        <a:pt x="66580" y="82963"/>
                      </a:cubicBezTo>
                      <a:cubicBezTo>
                        <a:pt x="67437" y="86106"/>
                        <a:pt x="68961" y="88106"/>
                        <a:pt x="71152" y="88963"/>
                      </a:cubicBezTo>
                      <a:cubicBezTo>
                        <a:pt x="70390" y="89726"/>
                        <a:pt x="70009" y="90202"/>
                        <a:pt x="70104" y="90297"/>
                      </a:cubicBezTo>
                      <a:lnTo>
                        <a:pt x="71533" y="90297"/>
                      </a:lnTo>
                      <a:cubicBezTo>
                        <a:pt x="71533" y="90297"/>
                        <a:pt x="71247" y="90869"/>
                        <a:pt x="71247" y="91059"/>
                      </a:cubicBezTo>
                      <a:cubicBezTo>
                        <a:pt x="71247" y="91535"/>
                        <a:pt x="71819" y="92107"/>
                        <a:pt x="72962" y="92678"/>
                      </a:cubicBezTo>
                      <a:cubicBezTo>
                        <a:pt x="74104" y="93250"/>
                        <a:pt x="74771" y="93916"/>
                        <a:pt x="74771" y="94869"/>
                      </a:cubicBezTo>
                      <a:cubicBezTo>
                        <a:pt x="74009" y="95155"/>
                        <a:pt x="72866" y="95726"/>
                        <a:pt x="71533" y="96583"/>
                      </a:cubicBezTo>
                      <a:cubicBezTo>
                        <a:pt x="71342" y="97155"/>
                        <a:pt x="71533" y="97727"/>
                        <a:pt x="72104" y="98203"/>
                      </a:cubicBezTo>
                      <a:cubicBezTo>
                        <a:pt x="72676" y="98679"/>
                        <a:pt x="72962" y="99060"/>
                        <a:pt x="73057" y="99060"/>
                      </a:cubicBezTo>
                      <a:cubicBezTo>
                        <a:pt x="73343" y="98870"/>
                        <a:pt x="73533" y="98393"/>
                        <a:pt x="73628" y="97727"/>
                      </a:cubicBezTo>
                      <a:cubicBezTo>
                        <a:pt x="73723" y="96964"/>
                        <a:pt x="74104" y="96488"/>
                        <a:pt x="74771" y="96203"/>
                      </a:cubicBezTo>
                      <a:lnTo>
                        <a:pt x="76200" y="96203"/>
                      </a:lnTo>
                      <a:close/>
                      <a:moveTo>
                        <a:pt x="9811" y="86868"/>
                      </a:moveTo>
                      <a:cubicBezTo>
                        <a:pt x="9811" y="86868"/>
                        <a:pt x="10478" y="87058"/>
                        <a:pt x="10859" y="87058"/>
                      </a:cubicBezTo>
                      <a:lnTo>
                        <a:pt x="9811" y="86868"/>
                      </a:lnTo>
                      <a:cubicBezTo>
                        <a:pt x="8668" y="86296"/>
                        <a:pt x="7906" y="86106"/>
                        <a:pt x="7429" y="86392"/>
                      </a:cubicBezTo>
                      <a:lnTo>
                        <a:pt x="9811" y="86868"/>
                      </a:lnTo>
                      <a:close/>
                      <a:moveTo>
                        <a:pt x="9906" y="50768"/>
                      </a:moveTo>
                      <a:cubicBezTo>
                        <a:pt x="9906" y="50768"/>
                        <a:pt x="9144" y="50387"/>
                        <a:pt x="8192" y="50387"/>
                      </a:cubicBezTo>
                      <a:lnTo>
                        <a:pt x="8858" y="51816"/>
                      </a:lnTo>
                      <a:lnTo>
                        <a:pt x="9906" y="50768"/>
                      </a:lnTo>
                      <a:close/>
                      <a:moveTo>
                        <a:pt x="11906" y="56674"/>
                      </a:moveTo>
                      <a:cubicBezTo>
                        <a:pt x="11906" y="56674"/>
                        <a:pt x="11621" y="56293"/>
                        <a:pt x="11239" y="55626"/>
                      </a:cubicBezTo>
                      <a:cubicBezTo>
                        <a:pt x="11049" y="55340"/>
                        <a:pt x="10763" y="55150"/>
                        <a:pt x="10478" y="55150"/>
                      </a:cubicBezTo>
                      <a:cubicBezTo>
                        <a:pt x="10287" y="55150"/>
                        <a:pt x="10096" y="55150"/>
                        <a:pt x="10001" y="55245"/>
                      </a:cubicBezTo>
                      <a:cubicBezTo>
                        <a:pt x="10668" y="55531"/>
                        <a:pt x="11049" y="55721"/>
                        <a:pt x="11049" y="56007"/>
                      </a:cubicBezTo>
                      <a:cubicBezTo>
                        <a:pt x="11049" y="56197"/>
                        <a:pt x="10763" y="56483"/>
                        <a:pt x="10192" y="56769"/>
                      </a:cubicBezTo>
                      <a:cubicBezTo>
                        <a:pt x="9620" y="57150"/>
                        <a:pt x="9335" y="57436"/>
                        <a:pt x="9335" y="57531"/>
                      </a:cubicBezTo>
                      <a:cubicBezTo>
                        <a:pt x="9335" y="57721"/>
                        <a:pt x="9335" y="57817"/>
                        <a:pt x="9430" y="57912"/>
                      </a:cubicBezTo>
                      <a:lnTo>
                        <a:pt x="11906" y="56579"/>
                      </a:lnTo>
                      <a:close/>
                      <a:moveTo>
                        <a:pt x="11525" y="81629"/>
                      </a:moveTo>
                      <a:cubicBezTo>
                        <a:pt x="12287" y="81629"/>
                        <a:pt x="12763" y="81439"/>
                        <a:pt x="12954" y="81153"/>
                      </a:cubicBezTo>
                      <a:cubicBezTo>
                        <a:pt x="12763" y="80867"/>
                        <a:pt x="12287" y="80772"/>
                        <a:pt x="11525" y="80772"/>
                      </a:cubicBezTo>
                      <a:lnTo>
                        <a:pt x="11525" y="81629"/>
                      </a:lnTo>
                      <a:close/>
                      <a:moveTo>
                        <a:pt x="19050" y="70390"/>
                      </a:moveTo>
                      <a:cubicBezTo>
                        <a:pt x="19050" y="70390"/>
                        <a:pt x="19431" y="70009"/>
                        <a:pt x="19812" y="69532"/>
                      </a:cubicBezTo>
                      <a:cubicBezTo>
                        <a:pt x="20288" y="69152"/>
                        <a:pt x="20479" y="68771"/>
                        <a:pt x="20479" y="68485"/>
                      </a:cubicBezTo>
                      <a:cubicBezTo>
                        <a:pt x="20098" y="68866"/>
                        <a:pt x="19717" y="69152"/>
                        <a:pt x="19431" y="69437"/>
                      </a:cubicBezTo>
                      <a:cubicBezTo>
                        <a:pt x="18860" y="70009"/>
                        <a:pt x="18669" y="70295"/>
                        <a:pt x="19050" y="70295"/>
                      </a:cubicBezTo>
                      <a:close/>
                      <a:moveTo>
                        <a:pt x="24575" y="65151"/>
                      </a:moveTo>
                      <a:lnTo>
                        <a:pt x="25622" y="63055"/>
                      </a:lnTo>
                      <a:cubicBezTo>
                        <a:pt x="25146" y="63246"/>
                        <a:pt x="24575" y="63246"/>
                        <a:pt x="23908" y="63055"/>
                      </a:cubicBezTo>
                      <a:cubicBezTo>
                        <a:pt x="23146" y="62770"/>
                        <a:pt x="22574" y="62674"/>
                        <a:pt x="22384" y="62674"/>
                      </a:cubicBezTo>
                      <a:cubicBezTo>
                        <a:pt x="22860" y="62674"/>
                        <a:pt x="23241" y="62674"/>
                        <a:pt x="23527" y="62865"/>
                      </a:cubicBezTo>
                      <a:cubicBezTo>
                        <a:pt x="23813" y="63055"/>
                        <a:pt x="24098" y="63913"/>
                        <a:pt x="24289" y="65437"/>
                      </a:cubicBezTo>
                      <a:cubicBezTo>
                        <a:pt x="24289" y="65437"/>
                        <a:pt x="24575" y="65437"/>
                        <a:pt x="24670" y="65151"/>
                      </a:cubicBezTo>
                      <a:close/>
                      <a:moveTo>
                        <a:pt x="28289" y="52292"/>
                      </a:moveTo>
                      <a:lnTo>
                        <a:pt x="28670" y="51816"/>
                      </a:lnTo>
                      <a:cubicBezTo>
                        <a:pt x="28670" y="51245"/>
                        <a:pt x="28194" y="51054"/>
                        <a:pt x="27242" y="51435"/>
                      </a:cubicBezTo>
                      <a:lnTo>
                        <a:pt x="28289" y="52292"/>
                      </a:lnTo>
                      <a:close/>
                      <a:moveTo>
                        <a:pt x="50102" y="60579"/>
                      </a:moveTo>
                      <a:lnTo>
                        <a:pt x="48578" y="61246"/>
                      </a:lnTo>
                      <a:lnTo>
                        <a:pt x="48196" y="60293"/>
                      </a:lnTo>
                      <a:lnTo>
                        <a:pt x="50197" y="60674"/>
                      </a:lnTo>
                      <a:close/>
                      <a:moveTo>
                        <a:pt x="62675" y="77629"/>
                      </a:moveTo>
                      <a:cubicBezTo>
                        <a:pt x="62675" y="77629"/>
                        <a:pt x="63055" y="78010"/>
                        <a:pt x="63246" y="78391"/>
                      </a:cubicBezTo>
                      <a:lnTo>
                        <a:pt x="62675" y="77629"/>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 name="Google Shape;1511;p99"/>
                <p:cNvSpPr/>
                <p:nvPr/>
              </p:nvSpPr>
              <p:spPr>
                <a:xfrm>
                  <a:off x="4606956" y="5025199"/>
                  <a:ext cx="98393" cy="100870"/>
                </a:xfrm>
                <a:custGeom>
                  <a:avLst/>
                  <a:gdLst/>
                  <a:ahLst/>
                  <a:cxnLst/>
                  <a:rect l="l" t="t" r="r" b="b"/>
                  <a:pathLst>
                    <a:path w="98393" h="100870" extrusionOk="0">
                      <a:moveTo>
                        <a:pt x="1429" y="69818"/>
                      </a:moveTo>
                      <a:cubicBezTo>
                        <a:pt x="1429" y="70676"/>
                        <a:pt x="1429" y="71057"/>
                        <a:pt x="1809" y="71057"/>
                      </a:cubicBezTo>
                      <a:cubicBezTo>
                        <a:pt x="1809" y="71057"/>
                        <a:pt x="2096" y="71057"/>
                        <a:pt x="2381" y="70961"/>
                      </a:cubicBezTo>
                      <a:cubicBezTo>
                        <a:pt x="2667" y="70961"/>
                        <a:pt x="2857" y="70866"/>
                        <a:pt x="3048" y="70866"/>
                      </a:cubicBezTo>
                      <a:cubicBezTo>
                        <a:pt x="3334" y="70866"/>
                        <a:pt x="3524" y="71057"/>
                        <a:pt x="3524" y="71342"/>
                      </a:cubicBezTo>
                      <a:cubicBezTo>
                        <a:pt x="1429" y="71342"/>
                        <a:pt x="286" y="71152"/>
                        <a:pt x="0" y="70866"/>
                      </a:cubicBezTo>
                      <a:lnTo>
                        <a:pt x="1429" y="69818"/>
                      </a:lnTo>
                      <a:close/>
                      <a:moveTo>
                        <a:pt x="3524" y="82677"/>
                      </a:moveTo>
                      <a:cubicBezTo>
                        <a:pt x="3524" y="82677"/>
                        <a:pt x="4096" y="82010"/>
                        <a:pt x="4572" y="82010"/>
                      </a:cubicBezTo>
                      <a:lnTo>
                        <a:pt x="6001" y="82010"/>
                      </a:lnTo>
                      <a:cubicBezTo>
                        <a:pt x="6001" y="82010"/>
                        <a:pt x="5524" y="82677"/>
                        <a:pt x="4953" y="82677"/>
                      </a:cubicBezTo>
                      <a:lnTo>
                        <a:pt x="3524" y="82677"/>
                      </a:lnTo>
                      <a:close/>
                      <a:moveTo>
                        <a:pt x="8001" y="89345"/>
                      </a:moveTo>
                      <a:lnTo>
                        <a:pt x="8001" y="88011"/>
                      </a:lnTo>
                      <a:lnTo>
                        <a:pt x="9049" y="88011"/>
                      </a:lnTo>
                      <a:lnTo>
                        <a:pt x="8001" y="89345"/>
                      </a:lnTo>
                      <a:close/>
                      <a:moveTo>
                        <a:pt x="13621" y="81058"/>
                      </a:moveTo>
                      <a:cubicBezTo>
                        <a:pt x="13621" y="81058"/>
                        <a:pt x="14668" y="81248"/>
                        <a:pt x="15526" y="82106"/>
                      </a:cubicBezTo>
                      <a:lnTo>
                        <a:pt x="15145" y="82772"/>
                      </a:lnTo>
                      <a:lnTo>
                        <a:pt x="13621" y="81153"/>
                      </a:lnTo>
                      <a:close/>
                      <a:moveTo>
                        <a:pt x="15526" y="89345"/>
                      </a:moveTo>
                      <a:cubicBezTo>
                        <a:pt x="15526" y="89345"/>
                        <a:pt x="16097" y="89059"/>
                        <a:pt x="16383" y="88583"/>
                      </a:cubicBezTo>
                      <a:cubicBezTo>
                        <a:pt x="16669" y="88106"/>
                        <a:pt x="16954" y="88011"/>
                        <a:pt x="17240" y="88011"/>
                      </a:cubicBezTo>
                      <a:cubicBezTo>
                        <a:pt x="17240" y="88392"/>
                        <a:pt x="17050" y="88773"/>
                        <a:pt x="16573" y="89345"/>
                      </a:cubicBezTo>
                      <a:lnTo>
                        <a:pt x="15526" y="89345"/>
                      </a:lnTo>
                      <a:close/>
                      <a:moveTo>
                        <a:pt x="18002" y="78200"/>
                      </a:moveTo>
                      <a:lnTo>
                        <a:pt x="17621" y="79153"/>
                      </a:lnTo>
                      <a:lnTo>
                        <a:pt x="16192" y="79153"/>
                      </a:lnTo>
                      <a:cubicBezTo>
                        <a:pt x="16573" y="78200"/>
                        <a:pt x="16859" y="77629"/>
                        <a:pt x="17240" y="77629"/>
                      </a:cubicBezTo>
                      <a:cubicBezTo>
                        <a:pt x="17526" y="77629"/>
                        <a:pt x="17716" y="77819"/>
                        <a:pt x="18002" y="78200"/>
                      </a:cubicBezTo>
                      <a:close/>
                      <a:moveTo>
                        <a:pt x="20098" y="69533"/>
                      </a:moveTo>
                      <a:lnTo>
                        <a:pt x="20098" y="70580"/>
                      </a:lnTo>
                      <a:lnTo>
                        <a:pt x="18002" y="68961"/>
                      </a:lnTo>
                      <a:cubicBezTo>
                        <a:pt x="18478" y="68771"/>
                        <a:pt x="19240" y="68961"/>
                        <a:pt x="20098" y="69628"/>
                      </a:cubicBezTo>
                      <a:close/>
                      <a:moveTo>
                        <a:pt x="18002" y="84106"/>
                      </a:moveTo>
                      <a:cubicBezTo>
                        <a:pt x="18669" y="84106"/>
                        <a:pt x="19050" y="84582"/>
                        <a:pt x="19050" y="85535"/>
                      </a:cubicBezTo>
                      <a:lnTo>
                        <a:pt x="18002" y="85535"/>
                      </a:lnTo>
                      <a:lnTo>
                        <a:pt x="18002" y="84106"/>
                      </a:lnTo>
                      <a:close/>
                      <a:moveTo>
                        <a:pt x="20479" y="94774"/>
                      </a:moveTo>
                      <a:lnTo>
                        <a:pt x="20098" y="94298"/>
                      </a:lnTo>
                      <a:lnTo>
                        <a:pt x="22193" y="93154"/>
                      </a:lnTo>
                      <a:lnTo>
                        <a:pt x="20479" y="94774"/>
                      </a:lnTo>
                      <a:close/>
                      <a:moveTo>
                        <a:pt x="97441" y="74771"/>
                      </a:moveTo>
                      <a:lnTo>
                        <a:pt x="92869" y="75438"/>
                      </a:lnTo>
                      <a:cubicBezTo>
                        <a:pt x="92869" y="75438"/>
                        <a:pt x="92773" y="75724"/>
                        <a:pt x="92773" y="75819"/>
                      </a:cubicBezTo>
                      <a:cubicBezTo>
                        <a:pt x="92773" y="76105"/>
                        <a:pt x="93154" y="76391"/>
                        <a:pt x="93821" y="76867"/>
                      </a:cubicBezTo>
                      <a:cubicBezTo>
                        <a:pt x="94583" y="77248"/>
                        <a:pt x="94964" y="77724"/>
                        <a:pt x="94964" y="78200"/>
                      </a:cubicBezTo>
                      <a:lnTo>
                        <a:pt x="96012" y="78200"/>
                      </a:lnTo>
                      <a:cubicBezTo>
                        <a:pt x="95536" y="80772"/>
                        <a:pt x="95059" y="83439"/>
                        <a:pt x="94583" y="86011"/>
                      </a:cubicBezTo>
                      <a:cubicBezTo>
                        <a:pt x="93916" y="88773"/>
                        <a:pt x="92202" y="90583"/>
                        <a:pt x="89440" y="91345"/>
                      </a:cubicBezTo>
                      <a:cubicBezTo>
                        <a:pt x="88963" y="89821"/>
                        <a:pt x="87916" y="89345"/>
                        <a:pt x="86296" y="90011"/>
                      </a:cubicBezTo>
                      <a:lnTo>
                        <a:pt x="85820" y="90392"/>
                      </a:lnTo>
                      <a:lnTo>
                        <a:pt x="87821" y="92393"/>
                      </a:lnTo>
                      <a:cubicBezTo>
                        <a:pt x="87058" y="92202"/>
                        <a:pt x="86201" y="91726"/>
                        <a:pt x="85249" y="90964"/>
                      </a:cubicBezTo>
                      <a:cubicBezTo>
                        <a:pt x="84296" y="90202"/>
                        <a:pt x="83534" y="89726"/>
                        <a:pt x="83058" y="89726"/>
                      </a:cubicBezTo>
                      <a:cubicBezTo>
                        <a:pt x="82486" y="89726"/>
                        <a:pt x="81724" y="90107"/>
                        <a:pt x="80963" y="90773"/>
                      </a:cubicBezTo>
                      <a:lnTo>
                        <a:pt x="82772" y="90773"/>
                      </a:lnTo>
                      <a:lnTo>
                        <a:pt x="82391" y="91345"/>
                      </a:lnTo>
                      <a:cubicBezTo>
                        <a:pt x="83439" y="91726"/>
                        <a:pt x="84772" y="92488"/>
                        <a:pt x="86487" y="93726"/>
                      </a:cubicBezTo>
                      <a:lnTo>
                        <a:pt x="82772" y="95250"/>
                      </a:lnTo>
                      <a:lnTo>
                        <a:pt x="83439" y="95631"/>
                      </a:lnTo>
                      <a:cubicBezTo>
                        <a:pt x="83439" y="95631"/>
                        <a:pt x="81820" y="96298"/>
                        <a:pt x="79248" y="97346"/>
                      </a:cubicBezTo>
                      <a:cubicBezTo>
                        <a:pt x="77819" y="97822"/>
                        <a:pt x="76486" y="98108"/>
                        <a:pt x="75342" y="98108"/>
                      </a:cubicBezTo>
                      <a:cubicBezTo>
                        <a:pt x="74771" y="98108"/>
                        <a:pt x="74104" y="98108"/>
                        <a:pt x="73342" y="98012"/>
                      </a:cubicBezTo>
                      <a:cubicBezTo>
                        <a:pt x="72866" y="99155"/>
                        <a:pt x="72771" y="99917"/>
                        <a:pt x="72961" y="100298"/>
                      </a:cubicBezTo>
                      <a:lnTo>
                        <a:pt x="53054" y="100870"/>
                      </a:lnTo>
                      <a:cubicBezTo>
                        <a:pt x="51530" y="99441"/>
                        <a:pt x="49054" y="98298"/>
                        <a:pt x="45625" y="97250"/>
                      </a:cubicBezTo>
                      <a:cubicBezTo>
                        <a:pt x="41910" y="96203"/>
                        <a:pt x="39433" y="95345"/>
                        <a:pt x="38481" y="94679"/>
                      </a:cubicBezTo>
                      <a:cubicBezTo>
                        <a:pt x="38005" y="94107"/>
                        <a:pt x="37242" y="93631"/>
                        <a:pt x="36195" y="93441"/>
                      </a:cubicBezTo>
                      <a:cubicBezTo>
                        <a:pt x="35147" y="93154"/>
                        <a:pt x="34004" y="92964"/>
                        <a:pt x="32956" y="92678"/>
                      </a:cubicBezTo>
                      <a:lnTo>
                        <a:pt x="34385" y="91345"/>
                      </a:lnTo>
                      <a:lnTo>
                        <a:pt x="32480" y="89345"/>
                      </a:lnTo>
                      <a:lnTo>
                        <a:pt x="32004" y="90773"/>
                      </a:lnTo>
                      <a:cubicBezTo>
                        <a:pt x="30289" y="90392"/>
                        <a:pt x="29337" y="88964"/>
                        <a:pt x="29146" y="86583"/>
                      </a:cubicBezTo>
                      <a:cubicBezTo>
                        <a:pt x="29146" y="84487"/>
                        <a:pt x="27813" y="83439"/>
                        <a:pt x="25527" y="83439"/>
                      </a:cubicBezTo>
                      <a:lnTo>
                        <a:pt x="23813" y="83439"/>
                      </a:lnTo>
                      <a:cubicBezTo>
                        <a:pt x="25241" y="83439"/>
                        <a:pt x="26003" y="82582"/>
                        <a:pt x="26003" y="81058"/>
                      </a:cubicBezTo>
                      <a:cubicBezTo>
                        <a:pt x="26003" y="80582"/>
                        <a:pt x="25813" y="80105"/>
                        <a:pt x="25622" y="79724"/>
                      </a:cubicBezTo>
                      <a:cubicBezTo>
                        <a:pt x="25336" y="79343"/>
                        <a:pt x="24479" y="78772"/>
                        <a:pt x="22860" y="78200"/>
                      </a:cubicBezTo>
                      <a:lnTo>
                        <a:pt x="22479" y="78581"/>
                      </a:lnTo>
                      <a:cubicBezTo>
                        <a:pt x="22479" y="78581"/>
                        <a:pt x="22288" y="78867"/>
                        <a:pt x="22098" y="78867"/>
                      </a:cubicBezTo>
                      <a:cubicBezTo>
                        <a:pt x="21812" y="78867"/>
                        <a:pt x="21622" y="78486"/>
                        <a:pt x="21431" y="77819"/>
                      </a:cubicBezTo>
                      <a:cubicBezTo>
                        <a:pt x="21241" y="77248"/>
                        <a:pt x="21241" y="76676"/>
                        <a:pt x="21431" y="76200"/>
                      </a:cubicBezTo>
                      <a:cubicBezTo>
                        <a:pt x="22288" y="76010"/>
                        <a:pt x="23622" y="75152"/>
                        <a:pt x="25336" y="73533"/>
                      </a:cubicBezTo>
                      <a:cubicBezTo>
                        <a:pt x="26956" y="72200"/>
                        <a:pt x="28194" y="71533"/>
                        <a:pt x="29242" y="71533"/>
                      </a:cubicBezTo>
                      <a:cubicBezTo>
                        <a:pt x="29813" y="71533"/>
                        <a:pt x="30384" y="71723"/>
                        <a:pt x="30956" y="71914"/>
                      </a:cubicBezTo>
                      <a:cubicBezTo>
                        <a:pt x="30575" y="71342"/>
                        <a:pt x="30575" y="70771"/>
                        <a:pt x="30956" y="70390"/>
                      </a:cubicBezTo>
                      <a:cubicBezTo>
                        <a:pt x="31242" y="70009"/>
                        <a:pt x="30956" y="69342"/>
                        <a:pt x="30099" y="68485"/>
                      </a:cubicBezTo>
                      <a:lnTo>
                        <a:pt x="34480" y="66485"/>
                      </a:lnTo>
                      <a:lnTo>
                        <a:pt x="33433" y="65151"/>
                      </a:lnTo>
                      <a:cubicBezTo>
                        <a:pt x="34099" y="65151"/>
                        <a:pt x="35242" y="64770"/>
                        <a:pt x="36862" y="64008"/>
                      </a:cubicBezTo>
                      <a:cubicBezTo>
                        <a:pt x="38481" y="63151"/>
                        <a:pt x="39433" y="62770"/>
                        <a:pt x="40005" y="62770"/>
                      </a:cubicBezTo>
                      <a:cubicBezTo>
                        <a:pt x="40862" y="62770"/>
                        <a:pt x="41434" y="63437"/>
                        <a:pt x="41719" y="64675"/>
                      </a:cubicBezTo>
                      <a:cubicBezTo>
                        <a:pt x="41434" y="67437"/>
                        <a:pt x="42577" y="70199"/>
                        <a:pt x="44863" y="73057"/>
                      </a:cubicBezTo>
                      <a:cubicBezTo>
                        <a:pt x="46006" y="74391"/>
                        <a:pt x="48292" y="76486"/>
                        <a:pt x="51816" y="79343"/>
                      </a:cubicBezTo>
                      <a:cubicBezTo>
                        <a:pt x="52388" y="80486"/>
                        <a:pt x="53245" y="81153"/>
                        <a:pt x="54388" y="81153"/>
                      </a:cubicBezTo>
                      <a:cubicBezTo>
                        <a:pt x="54769" y="81153"/>
                        <a:pt x="55245" y="81153"/>
                        <a:pt x="56007" y="80963"/>
                      </a:cubicBezTo>
                      <a:cubicBezTo>
                        <a:pt x="56769" y="80867"/>
                        <a:pt x="57245" y="80772"/>
                        <a:pt x="57626" y="80772"/>
                      </a:cubicBezTo>
                      <a:cubicBezTo>
                        <a:pt x="58388" y="80772"/>
                        <a:pt x="59150" y="80867"/>
                        <a:pt x="59817" y="81248"/>
                      </a:cubicBezTo>
                      <a:cubicBezTo>
                        <a:pt x="60484" y="81629"/>
                        <a:pt x="61341" y="81725"/>
                        <a:pt x="62103" y="81725"/>
                      </a:cubicBezTo>
                      <a:cubicBezTo>
                        <a:pt x="63722" y="81725"/>
                        <a:pt x="65532" y="81058"/>
                        <a:pt x="67627" y="79629"/>
                      </a:cubicBezTo>
                      <a:cubicBezTo>
                        <a:pt x="70771" y="77629"/>
                        <a:pt x="72580" y="76581"/>
                        <a:pt x="72961" y="76391"/>
                      </a:cubicBezTo>
                      <a:cubicBezTo>
                        <a:pt x="73438" y="75724"/>
                        <a:pt x="73628" y="75057"/>
                        <a:pt x="73628" y="74391"/>
                      </a:cubicBezTo>
                      <a:cubicBezTo>
                        <a:pt x="73628" y="73438"/>
                        <a:pt x="73057" y="72104"/>
                        <a:pt x="71818" y="70390"/>
                      </a:cubicBezTo>
                      <a:cubicBezTo>
                        <a:pt x="70675" y="68771"/>
                        <a:pt x="70009" y="67533"/>
                        <a:pt x="69818" y="66675"/>
                      </a:cubicBezTo>
                      <a:cubicBezTo>
                        <a:pt x="67627" y="66389"/>
                        <a:pt x="66389" y="65532"/>
                        <a:pt x="66199" y="64294"/>
                      </a:cubicBezTo>
                      <a:lnTo>
                        <a:pt x="66865" y="63818"/>
                      </a:lnTo>
                      <a:cubicBezTo>
                        <a:pt x="64103" y="62579"/>
                        <a:pt x="60198" y="60579"/>
                        <a:pt x="55245" y="58008"/>
                      </a:cubicBezTo>
                      <a:cubicBezTo>
                        <a:pt x="54769" y="58484"/>
                        <a:pt x="54197" y="58674"/>
                        <a:pt x="53721" y="58674"/>
                      </a:cubicBezTo>
                      <a:cubicBezTo>
                        <a:pt x="52959" y="58674"/>
                        <a:pt x="52102" y="58198"/>
                        <a:pt x="51149" y="57245"/>
                      </a:cubicBezTo>
                      <a:cubicBezTo>
                        <a:pt x="50101" y="56388"/>
                        <a:pt x="49244" y="55912"/>
                        <a:pt x="48673" y="55912"/>
                      </a:cubicBezTo>
                      <a:cubicBezTo>
                        <a:pt x="48387" y="55912"/>
                        <a:pt x="48101" y="55912"/>
                        <a:pt x="47911" y="56198"/>
                      </a:cubicBezTo>
                      <a:cubicBezTo>
                        <a:pt x="45720" y="55626"/>
                        <a:pt x="43529" y="53912"/>
                        <a:pt x="41338" y="51054"/>
                      </a:cubicBezTo>
                      <a:cubicBezTo>
                        <a:pt x="38862" y="47911"/>
                        <a:pt x="36862" y="45816"/>
                        <a:pt x="35147" y="44958"/>
                      </a:cubicBezTo>
                      <a:cubicBezTo>
                        <a:pt x="35338" y="44006"/>
                        <a:pt x="34861" y="42863"/>
                        <a:pt x="33814" y="41529"/>
                      </a:cubicBezTo>
                      <a:cubicBezTo>
                        <a:pt x="32766" y="40100"/>
                        <a:pt x="32290" y="39053"/>
                        <a:pt x="32575" y="38291"/>
                      </a:cubicBezTo>
                      <a:cubicBezTo>
                        <a:pt x="32004" y="37148"/>
                        <a:pt x="31528" y="35052"/>
                        <a:pt x="31432" y="32004"/>
                      </a:cubicBezTo>
                      <a:cubicBezTo>
                        <a:pt x="31242" y="29242"/>
                        <a:pt x="31147" y="26479"/>
                        <a:pt x="31051" y="23717"/>
                      </a:cubicBezTo>
                      <a:cubicBezTo>
                        <a:pt x="31718" y="23432"/>
                        <a:pt x="32099" y="23146"/>
                        <a:pt x="32099" y="22765"/>
                      </a:cubicBezTo>
                      <a:cubicBezTo>
                        <a:pt x="32099" y="22479"/>
                        <a:pt x="31909" y="22098"/>
                        <a:pt x="31528" y="21527"/>
                      </a:cubicBezTo>
                      <a:cubicBezTo>
                        <a:pt x="31147" y="20955"/>
                        <a:pt x="31051" y="20574"/>
                        <a:pt x="31051" y="20384"/>
                      </a:cubicBezTo>
                      <a:cubicBezTo>
                        <a:pt x="31528" y="19241"/>
                        <a:pt x="32956" y="17621"/>
                        <a:pt x="35528" y="15621"/>
                      </a:cubicBezTo>
                      <a:cubicBezTo>
                        <a:pt x="37624" y="13907"/>
                        <a:pt x="38671" y="12192"/>
                        <a:pt x="38671" y="10573"/>
                      </a:cubicBezTo>
                      <a:cubicBezTo>
                        <a:pt x="39052" y="10573"/>
                        <a:pt x="39624" y="10192"/>
                        <a:pt x="40481" y="9525"/>
                      </a:cubicBezTo>
                      <a:cubicBezTo>
                        <a:pt x="41338" y="8954"/>
                        <a:pt x="41910" y="8668"/>
                        <a:pt x="42196" y="8668"/>
                      </a:cubicBezTo>
                      <a:cubicBezTo>
                        <a:pt x="42481" y="8668"/>
                        <a:pt x="42672" y="8858"/>
                        <a:pt x="42863" y="9144"/>
                      </a:cubicBezTo>
                      <a:cubicBezTo>
                        <a:pt x="44482" y="6668"/>
                        <a:pt x="47149" y="4858"/>
                        <a:pt x="50863" y="3524"/>
                      </a:cubicBezTo>
                      <a:cubicBezTo>
                        <a:pt x="54102" y="2477"/>
                        <a:pt x="57340" y="1524"/>
                        <a:pt x="60579" y="476"/>
                      </a:cubicBezTo>
                      <a:cubicBezTo>
                        <a:pt x="61531" y="191"/>
                        <a:pt x="62484" y="0"/>
                        <a:pt x="63436" y="0"/>
                      </a:cubicBezTo>
                      <a:cubicBezTo>
                        <a:pt x="64865" y="0"/>
                        <a:pt x="66675" y="476"/>
                        <a:pt x="69056" y="1619"/>
                      </a:cubicBezTo>
                      <a:cubicBezTo>
                        <a:pt x="71438" y="2667"/>
                        <a:pt x="73247" y="3239"/>
                        <a:pt x="74676" y="3239"/>
                      </a:cubicBezTo>
                      <a:cubicBezTo>
                        <a:pt x="75247" y="3239"/>
                        <a:pt x="75914" y="3143"/>
                        <a:pt x="76486" y="2953"/>
                      </a:cubicBezTo>
                      <a:cubicBezTo>
                        <a:pt x="77152" y="4096"/>
                        <a:pt x="78200" y="4953"/>
                        <a:pt x="79819" y="5334"/>
                      </a:cubicBezTo>
                      <a:cubicBezTo>
                        <a:pt x="81820" y="5906"/>
                        <a:pt x="83153" y="6382"/>
                        <a:pt x="83725" y="6858"/>
                      </a:cubicBezTo>
                      <a:cubicBezTo>
                        <a:pt x="86677" y="7144"/>
                        <a:pt x="89344" y="10763"/>
                        <a:pt x="91726" y="17907"/>
                      </a:cubicBezTo>
                      <a:cubicBezTo>
                        <a:pt x="91630" y="18955"/>
                        <a:pt x="90868" y="20288"/>
                        <a:pt x="89440" y="21908"/>
                      </a:cubicBezTo>
                      <a:cubicBezTo>
                        <a:pt x="88011" y="23622"/>
                        <a:pt x="87344" y="25051"/>
                        <a:pt x="87439" y="26194"/>
                      </a:cubicBezTo>
                      <a:cubicBezTo>
                        <a:pt x="86487" y="26003"/>
                        <a:pt x="85915" y="26384"/>
                        <a:pt x="85915" y="27242"/>
                      </a:cubicBezTo>
                      <a:cubicBezTo>
                        <a:pt x="85915" y="28289"/>
                        <a:pt x="85630" y="28956"/>
                        <a:pt x="85249" y="29147"/>
                      </a:cubicBezTo>
                      <a:cubicBezTo>
                        <a:pt x="82772" y="30290"/>
                        <a:pt x="81058" y="30766"/>
                        <a:pt x="80105" y="30766"/>
                      </a:cubicBezTo>
                      <a:cubicBezTo>
                        <a:pt x="78676" y="30766"/>
                        <a:pt x="77438" y="30004"/>
                        <a:pt x="76200" y="28289"/>
                      </a:cubicBezTo>
                      <a:cubicBezTo>
                        <a:pt x="76105" y="26956"/>
                        <a:pt x="75247" y="25908"/>
                        <a:pt x="73533" y="25337"/>
                      </a:cubicBezTo>
                      <a:cubicBezTo>
                        <a:pt x="71628" y="24670"/>
                        <a:pt x="70485" y="23908"/>
                        <a:pt x="70104" y="22955"/>
                      </a:cubicBezTo>
                      <a:cubicBezTo>
                        <a:pt x="69532" y="22955"/>
                        <a:pt x="68199" y="22384"/>
                        <a:pt x="66008" y="21527"/>
                      </a:cubicBezTo>
                      <a:cubicBezTo>
                        <a:pt x="64294" y="20860"/>
                        <a:pt x="62865" y="20479"/>
                        <a:pt x="61817" y="20479"/>
                      </a:cubicBezTo>
                      <a:cubicBezTo>
                        <a:pt x="60388" y="20479"/>
                        <a:pt x="59055" y="21146"/>
                        <a:pt x="58007" y="22479"/>
                      </a:cubicBezTo>
                      <a:cubicBezTo>
                        <a:pt x="57626" y="22479"/>
                        <a:pt x="57340" y="22384"/>
                        <a:pt x="57150" y="22384"/>
                      </a:cubicBezTo>
                      <a:cubicBezTo>
                        <a:pt x="56483" y="22384"/>
                        <a:pt x="55340" y="23051"/>
                        <a:pt x="53911" y="24289"/>
                      </a:cubicBezTo>
                      <a:cubicBezTo>
                        <a:pt x="54388" y="25051"/>
                        <a:pt x="54578" y="25718"/>
                        <a:pt x="54578" y="26289"/>
                      </a:cubicBezTo>
                      <a:cubicBezTo>
                        <a:pt x="54578" y="27051"/>
                        <a:pt x="54007" y="27718"/>
                        <a:pt x="52768" y="28385"/>
                      </a:cubicBezTo>
                      <a:cubicBezTo>
                        <a:pt x="51625" y="29051"/>
                        <a:pt x="51054" y="29623"/>
                        <a:pt x="51054" y="30194"/>
                      </a:cubicBezTo>
                      <a:cubicBezTo>
                        <a:pt x="51054" y="30671"/>
                        <a:pt x="51340" y="31337"/>
                        <a:pt x="52006" y="32195"/>
                      </a:cubicBezTo>
                      <a:cubicBezTo>
                        <a:pt x="55626" y="37338"/>
                        <a:pt x="61246" y="41243"/>
                        <a:pt x="68675" y="43815"/>
                      </a:cubicBezTo>
                      <a:cubicBezTo>
                        <a:pt x="69628" y="44006"/>
                        <a:pt x="70961" y="44863"/>
                        <a:pt x="72771" y="46196"/>
                      </a:cubicBezTo>
                      <a:cubicBezTo>
                        <a:pt x="74581" y="47625"/>
                        <a:pt x="76105" y="48387"/>
                        <a:pt x="77343" y="48483"/>
                      </a:cubicBezTo>
                      <a:cubicBezTo>
                        <a:pt x="78581" y="48673"/>
                        <a:pt x="80200" y="49625"/>
                        <a:pt x="82486" y="51340"/>
                      </a:cubicBezTo>
                      <a:cubicBezTo>
                        <a:pt x="84391" y="53054"/>
                        <a:pt x="86201" y="53721"/>
                        <a:pt x="88011" y="53435"/>
                      </a:cubicBezTo>
                      <a:cubicBezTo>
                        <a:pt x="88011" y="54293"/>
                        <a:pt x="88106" y="54674"/>
                        <a:pt x="88392" y="54769"/>
                      </a:cubicBezTo>
                      <a:cubicBezTo>
                        <a:pt x="89154" y="54769"/>
                        <a:pt x="89725" y="55341"/>
                        <a:pt x="90202" y="56483"/>
                      </a:cubicBezTo>
                      <a:cubicBezTo>
                        <a:pt x="90583" y="57626"/>
                        <a:pt x="91154" y="58103"/>
                        <a:pt x="91916" y="57817"/>
                      </a:cubicBezTo>
                      <a:cubicBezTo>
                        <a:pt x="92107" y="58388"/>
                        <a:pt x="93250" y="60103"/>
                        <a:pt x="95345" y="62960"/>
                      </a:cubicBezTo>
                      <a:cubicBezTo>
                        <a:pt x="96869" y="65342"/>
                        <a:pt x="97726" y="67437"/>
                        <a:pt x="97726" y="69342"/>
                      </a:cubicBezTo>
                      <a:cubicBezTo>
                        <a:pt x="98203" y="69818"/>
                        <a:pt x="98393" y="70390"/>
                        <a:pt x="98393" y="70866"/>
                      </a:cubicBezTo>
                      <a:cubicBezTo>
                        <a:pt x="98393" y="71247"/>
                        <a:pt x="98203" y="71819"/>
                        <a:pt x="97726" y="72485"/>
                      </a:cubicBezTo>
                      <a:cubicBezTo>
                        <a:pt x="97250" y="73057"/>
                        <a:pt x="97059" y="73533"/>
                        <a:pt x="97059" y="73819"/>
                      </a:cubicBezTo>
                      <a:cubicBezTo>
                        <a:pt x="97059" y="74295"/>
                        <a:pt x="97441" y="74867"/>
                        <a:pt x="98107" y="75343"/>
                      </a:cubicBezTo>
                      <a:close/>
                      <a:moveTo>
                        <a:pt x="22193" y="77819"/>
                      </a:moveTo>
                      <a:lnTo>
                        <a:pt x="25241" y="76867"/>
                      </a:lnTo>
                      <a:lnTo>
                        <a:pt x="23813" y="76867"/>
                      </a:lnTo>
                      <a:lnTo>
                        <a:pt x="22288" y="77819"/>
                      </a:lnTo>
                      <a:close/>
                      <a:moveTo>
                        <a:pt x="23050" y="90011"/>
                      </a:moveTo>
                      <a:lnTo>
                        <a:pt x="23717" y="90011"/>
                      </a:lnTo>
                      <a:lnTo>
                        <a:pt x="24765" y="90773"/>
                      </a:lnTo>
                      <a:lnTo>
                        <a:pt x="23050" y="90011"/>
                      </a:lnTo>
                      <a:close/>
                      <a:moveTo>
                        <a:pt x="27241" y="96679"/>
                      </a:moveTo>
                      <a:cubicBezTo>
                        <a:pt x="27051" y="95726"/>
                        <a:pt x="27337" y="94964"/>
                        <a:pt x="28194" y="94202"/>
                      </a:cubicBezTo>
                      <a:lnTo>
                        <a:pt x="28194" y="94393"/>
                      </a:lnTo>
                      <a:cubicBezTo>
                        <a:pt x="28194" y="94393"/>
                        <a:pt x="28194" y="94964"/>
                        <a:pt x="28670" y="95345"/>
                      </a:cubicBezTo>
                      <a:cubicBezTo>
                        <a:pt x="29051" y="95726"/>
                        <a:pt x="29242" y="95917"/>
                        <a:pt x="29242" y="96203"/>
                      </a:cubicBezTo>
                      <a:cubicBezTo>
                        <a:pt x="29242" y="96488"/>
                        <a:pt x="29051" y="96584"/>
                        <a:pt x="28670" y="96774"/>
                      </a:cubicBezTo>
                      <a:lnTo>
                        <a:pt x="27241" y="96774"/>
                      </a:lnTo>
                      <a:close/>
                      <a:moveTo>
                        <a:pt x="28384" y="93821"/>
                      </a:moveTo>
                      <a:cubicBezTo>
                        <a:pt x="28384" y="93821"/>
                        <a:pt x="28099" y="94202"/>
                        <a:pt x="28099" y="94202"/>
                      </a:cubicBezTo>
                      <a:cubicBezTo>
                        <a:pt x="28099" y="94202"/>
                        <a:pt x="28099" y="94012"/>
                        <a:pt x="28384" y="93821"/>
                      </a:cubicBezTo>
                      <a:close/>
                      <a:moveTo>
                        <a:pt x="28670" y="91440"/>
                      </a:moveTo>
                      <a:cubicBezTo>
                        <a:pt x="28670" y="91440"/>
                        <a:pt x="29432" y="91631"/>
                        <a:pt x="29908" y="92107"/>
                      </a:cubicBezTo>
                      <a:cubicBezTo>
                        <a:pt x="30289" y="92583"/>
                        <a:pt x="30575" y="92774"/>
                        <a:pt x="30671" y="92869"/>
                      </a:cubicBezTo>
                      <a:cubicBezTo>
                        <a:pt x="30194" y="92869"/>
                        <a:pt x="29432" y="93250"/>
                        <a:pt x="28480" y="93821"/>
                      </a:cubicBezTo>
                      <a:cubicBezTo>
                        <a:pt x="29242" y="92964"/>
                        <a:pt x="29242" y="92202"/>
                        <a:pt x="28765" y="91440"/>
                      </a:cubicBezTo>
                      <a:close/>
                      <a:moveTo>
                        <a:pt x="31718" y="80772"/>
                      </a:moveTo>
                      <a:lnTo>
                        <a:pt x="31718" y="79724"/>
                      </a:lnTo>
                      <a:lnTo>
                        <a:pt x="28670" y="78200"/>
                      </a:lnTo>
                      <a:lnTo>
                        <a:pt x="31718" y="80677"/>
                      </a:lnTo>
                      <a:close/>
                      <a:moveTo>
                        <a:pt x="34195" y="84677"/>
                      </a:moveTo>
                      <a:cubicBezTo>
                        <a:pt x="34195" y="84677"/>
                        <a:pt x="34576" y="84677"/>
                        <a:pt x="35528" y="84963"/>
                      </a:cubicBezTo>
                      <a:cubicBezTo>
                        <a:pt x="36004" y="84963"/>
                        <a:pt x="36385" y="84773"/>
                        <a:pt x="36671" y="84201"/>
                      </a:cubicBezTo>
                      <a:cubicBezTo>
                        <a:pt x="35623" y="83916"/>
                        <a:pt x="34766" y="84011"/>
                        <a:pt x="34195" y="84773"/>
                      </a:cubicBezTo>
                      <a:cubicBezTo>
                        <a:pt x="34004" y="84773"/>
                        <a:pt x="33814" y="84868"/>
                        <a:pt x="33814" y="85154"/>
                      </a:cubicBezTo>
                      <a:lnTo>
                        <a:pt x="32766" y="86201"/>
                      </a:lnTo>
                      <a:lnTo>
                        <a:pt x="33814" y="86201"/>
                      </a:lnTo>
                      <a:cubicBezTo>
                        <a:pt x="33814" y="86201"/>
                        <a:pt x="33814" y="85439"/>
                        <a:pt x="33814" y="85154"/>
                      </a:cubicBezTo>
                      <a:lnTo>
                        <a:pt x="34195" y="84773"/>
                      </a:lnTo>
                      <a:close/>
                      <a:moveTo>
                        <a:pt x="34861" y="36957"/>
                      </a:moveTo>
                      <a:cubicBezTo>
                        <a:pt x="34861" y="36957"/>
                        <a:pt x="35433" y="36100"/>
                        <a:pt x="35242" y="35814"/>
                      </a:cubicBezTo>
                      <a:lnTo>
                        <a:pt x="35623" y="34957"/>
                      </a:lnTo>
                      <a:cubicBezTo>
                        <a:pt x="35623" y="34957"/>
                        <a:pt x="34861" y="34195"/>
                        <a:pt x="34290" y="34004"/>
                      </a:cubicBezTo>
                      <a:cubicBezTo>
                        <a:pt x="33718" y="33719"/>
                        <a:pt x="33338" y="33528"/>
                        <a:pt x="33147" y="33528"/>
                      </a:cubicBezTo>
                      <a:cubicBezTo>
                        <a:pt x="34576" y="34290"/>
                        <a:pt x="35242" y="34957"/>
                        <a:pt x="35242" y="35814"/>
                      </a:cubicBezTo>
                      <a:lnTo>
                        <a:pt x="34861" y="36957"/>
                      </a:lnTo>
                      <a:close/>
                      <a:moveTo>
                        <a:pt x="43910" y="29623"/>
                      </a:moveTo>
                      <a:lnTo>
                        <a:pt x="43910" y="29242"/>
                      </a:lnTo>
                      <a:cubicBezTo>
                        <a:pt x="43529" y="27051"/>
                        <a:pt x="42005" y="26003"/>
                        <a:pt x="39148" y="26003"/>
                      </a:cubicBezTo>
                      <a:cubicBezTo>
                        <a:pt x="36957" y="26003"/>
                        <a:pt x="35242" y="26575"/>
                        <a:pt x="33814" y="27718"/>
                      </a:cubicBezTo>
                      <a:cubicBezTo>
                        <a:pt x="34195" y="27908"/>
                        <a:pt x="34671" y="28766"/>
                        <a:pt x="35147" y="30194"/>
                      </a:cubicBezTo>
                      <a:cubicBezTo>
                        <a:pt x="35623" y="31623"/>
                        <a:pt x="36481" y="32290"/>
                        <a:pt x="37719" y="32004"/>
                      </a:cubicBezTo>
                      <a:lnTo>
                        <a:pt x="37719" y="31623"/>
                      </a:lnTo>
                      <a:cubicBezTo>
                        <a:pt x="37719" y="31623"/>
                        <a:pt x="38290" y="30480"/>
                        <a:pt x="38671" y="28861"/>
                      </a:cubicBezTo>
                      <a:cubicBezTo>
                        <a:pt x="38957" y="27527"/>
                        <a:pt x="39433" y="26861"/>
                        <a:pt x="40291" y="26861"/>
                      </a:cubicBezTo>
                      <a:cubicBezTo>
                        <a:pt x="40672" y="26861"/>
                        <a:pt x="41053" y="26956"/>
                        <a:pt x="41434" y="27242"/>
                      </a:cubicBezTo>
                      <a:lnTo>
                        <a:pt x="41434" y="28289"/>
                      </a:lnTo>
                      <a:cubicBezTo>
                        <a:pt x="41434" y="28289"/>
                        <a:pt x="41815" y="28099"/>
                        <a:pt x="42100" y="28099"/>
                      </a:cubicBezTo>
                      <a:cubicBezTo>
                        <a:pt x="42291" y="28099"/>
                        <a:pt x="42863" y="28575"/>
                        <a:pt x="43910" y="29623"/>
                      </a:cubicBezTo>
                      <a:close/>
                      <a:moveTo>
                        <a:pt x="35623" y="69914"/>
                      </a:moveTo>
                      <a:cubicBezTo>
                        <a:pt x="34861" y="69914"/>
                        <a:pt x="34385" y="69818"/>
                        <a:pt x="34195" y="69533"/>
                      </a:cubicBezTo>
                      <a:lnTo>
                        <a:pt x="35242" y="70866"/>
                      </a:lnTo>
                      <a:cubicBezTo>
                        <a:pt x="35242" y="70866"/>
                        <a:pt x="35814" y="70295"/>
                        <a:pt x="35623" y="69818"/>
                      </a:cubicBezTo>
                      <a:close/>
                      <a:moveTo>
                        <a:pt x="36671" y="31052"/>
                      </a:moveTo>
                      <a:lnTo>
                        <a:pt x="36290" y="30671"/>
                      </a:lnTo>
                      <a:lnTo>
                        <a:pt x="37338" y="30671"/>
                      </a:lnTo>
                      <a:cubicBezTo>
                        <a:pt x="37338" y="30671"/>
                        <a:pt x="37052" y="30861"/>
                        <a:pt x="36671" y="31052"/>
                      </a:cubicBezTo>
                      <a:close/>
                      <a:moveTo>
                        <a:pt x="37338" y="30671"/>
                      </a:moveTo>
                      <a:cubicBezTo>
                        <a:pt x="37338" y="30671"/>
                        <a:pt x="37624" y="30480"/>
                        <a:pt x="37719" y="30671"/>
                      </a:cubicBezTo>
                      <a:lnTo>
                        <a:pt x="37338" y="30671"/>
                      </a:lnTo>
                      <a:close/>
                      <a:moveTo>
                        <a:pt x="38290" y="92488"/>
                      </a:moveTo>
                      <a:lnTo>
                        <a:pt x="39338" y="91440"/>
                      </a:lnTo>
                      <a:cubicBezTo>
                        <a:pt x="39338" y="91440"/>
                        <a:pt x="38576" y="90869"/>
                        <a:pt x="38290" y="90869"/>
                      </a:cubicBezTo>
                      <a:lnTo>
                        <a:pt x="38290" y="92488"/>
                      </a:lnTo>
                      <a:close/>
                      <a:moveTo>
                        <a:pt x="39814" y="32385"/>
                      </a:moveTo>
                      <a:cubicBezTo>
                        <a:pt x="40005" y="31909"/>
                        <a:pt x="39814" y="31337"/>
                        <a:pt x="39338" y="30671"/>
                      </a:cubicBezTo>
                      <a:lnTo>
                        <a:pt x="39338" y="33052"/>
                      </a:lnTo>
                      <a:lnTo>
                        <a:pt x="39814" y="32385"/>
                      </a:lnTo>
                      <a:close/>
                      <a:moveTo>
                        <a:pt x="41719" y="100489"/>
                      </a:moveTo>
                      <a:lnTo>
                        <a:pt x="41338" y="100108"/>
                      </a:lnTo>
                      <a:lnTo>
                        <a:pt x="42386" y="100108"/>
                      </a:lnTo>
                      <a:cubicBezTo>
                        <a:pt x="41910" y="100394"/>
                        <a:pt x="41624" y="100489"/>
                        <a:pt x="41719" y="100489"/>
                      </a:cubicBezTo>
                      <a:close/>
                      <a:moveTo>
                        <a:pt x="54388" y="90011"/>
                      </a:moveTo>
                      <a:lnTo>
                        <a:pt x="54864" y="89345"/>
                      </a:lnTo>
                      <a:lnTo>
                        <a:pt x="54388" y="88011"/>
                      </a:lnTo>
                      <a:lnTo>
                        <a:pt x="54388" y="90011"/>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12" name="Google Shape;1512;p99"/>
              <p:cNvGrpSpPr/>
              <p:nvPr/>
            </p:nvGrpSpPr>
            <p:grpSpPr>
              <a:xfrm>
                <a:off x="9276772" y="7608951"/>
                <a:ext cx="945356" cy="206026"/>
                <a:chOff x="4023454" y="5327046"/>
                <a:chExt cx="945356" cy="206026"/>
              </a:xfrm>
            </p:grpSpPr>
            <p:sp>
              <p:nvSpPr>
                <p:cNvPr id="1513" name="Google Shape;1513;p99"/>
                <p:cNvSpPr/>
                <p:nvPr/>
              </p:nvSpPr>
              <p:spPr>
                <a:xfrm>
                  <a:off x="4023454" y="5331523"/>
                  <a:ext cx="180308" cy="173735"/>
                </a:xfrm>
                <a:custGeom>
                  <a:avLst/>
                  <a:gdLst/>
                  <a:ahLst/>
                  <a:cxnLst/>
                  <a:rect l="l" t="t" r="r" b="b"/>
                  <a:pathLst>
                    <a:path w="180308" h="173735" extrusionOk="0">
                      <a:moveTo>
                        <a:pt x="2572" y="120205"/>
                      </a:moveTo>
                      <a:cubicBezTo>
                        <a:pt x="2381" y="121729"/>
                        <a:pt x="2572" y="122396"/>
                        <a:pt x="3334" y="122396"/>
                      </a:cubicBezTo>
                      <a:cubicBezTo>
                        <a:pt x="3524" y="122396"/>
                        <a:pt x="3810" y="122396"/>
                        <a:pt x="4286" y="122206"/>
                      </a:cubicBezTo>
                      <a:cubicBezTo>
                        <a:pt x="4763" y="122111"/>
                        <a:pt x="5239" y="122015"/>
                        <a:pt x="5525" y="122015"/>
                      </a:cubicBezTo>
                      <a:cubicBezTo>
                        <a:pt x="6001" y="122015"/>
                        <a:pt x="6287" y="122301"/>
                        <a:pt x="6477" y="122873"/>
                      </a:cubicBezTo>
                      <a:cubicBezTo>
                        <a:pt x="2667" y="122873"/>
                        <a:pt x="476" y="122587"/>
                        <a:pt x="0" y="122015"/>
                      </a:cubicBezTo>
                      <a:lnTo>
                        <a:pt x="2667" y="120205"/>
                      </a:lnTo>
                      <a:close/>
                      <a:moveTo>
                        <a:pt x="6382" y="142304"/>
                      </a:moveTo>
                      <a:cubicBezTo>
                        <a:pt x="6763" y="141637"/>
                        <a:pt x="7334" y="141256"/>
                        <a:pt x="8287" y="141256"/>
                      </a:cubicBezTo>
                      <a:lnTo>
                        <a:pt x="10954" y="141256"/>
                      </a:lnTo>
                      <a:cubicBezTo>
                        <a:pt x="10858" y="141923"/>
                        <a:pt x="10192" y="142304"/>
                        <a:pt x="9049" y="142304"/>
                      </a:cubicBezTo>
                      <a:lnTo>
                        <a:pt x="6382" y="142304"/>
                      </a:lnTo>
                      <a:close/>
                      <a:moveTo>
                        <a:pt x="14573" y="153734"/>
                      </a:moveTo>
                      <a:lnTo>
                        <a:pt x="14573" y="151352"/>
                      </a:lnTo>
                      <a:lnTo>
                        <a:pt x="16478" y="151352"/>
                      </a:lnTo>
                      <a:lnTo>
                        <a:pt x="14573" y="153734"/>
                      </a:lnTo>
                      <a:close/>
                      <a:moveTo>
                        <a:pt x="24955" y="139446"/>
                      </a:moveTo>
                      <a:cubicBezTo>
                        <a:pt x="25717" y="139160"/>
                        <a:pt x="26956" y="139732"/>
                        <a:pt x="28575" y="141161"/>
                      </a:cubicBezTo>
                      <a:lnTo>
                        <a:pt x="27908" y="142208"/>
                      </a:lnTo>
                      <a:lnTo>
                        <a:pt x="24955" y="139351"/>
                      </a:lnTo>
                      <a:close/>
                      <a:moveTo>
                        <a:pt x="28575" y="153734"/>
                      </a:moveTo>
                      <a:cubicBezTo>
                        <a:pt x="29051" y="153638"/>
                        <a:pt x="29623" y="153162"/>
                        <a:pt x="30194" y="152495"/>
                      </a:cubicBezTo>
                      <a:cubicBezTo>
                        <a:pt x="30766" y="151829"/>
                        <a:pt x="31242" y="151448"/>
                        <a:pt x="31718" y="151448"/>
                      </a:cubicBezTo>
                      <a:cubicBezTo>
                        <a:pt x="31718" y="152019"/>
                        <a:pt x="31337" y="152781"/>
                        <a:pt x="30480" y="153829"/>
                      </a:cubicBezTo>
                      <a:lnTo>
                        <a:pt x="28575" y="153829"/>
                      </a:lnTo>
                      <a:close/>
                      <a:moveTo>
                        <a:pt x="33147" y="134493"/>
                      </a:moveTo>
                      <a:lnTo>
                        <a:pt x="32385" y="136207"/>
                      </a:lnTo>
                      <a:lnTo>
                        <a:pt x="29718" y="136207"/>
                      </a:lnTo>
                      <a:cubicBezTo>
                        <a:pt x="30385" y="134493"/>
                        <a:pt x="31051" y="133636"/>
                        <a:pt x="31623" y="133636"/>
                      </a:cubicBezTo>
                      <a:cubicBezTo>
                        <a:pt x="32099" y="133636"/>
                        <a:pt x="32575" y="133921"/>
                        <a:pt x="33052" y="134493"/>
                      </a:cubicBezTo>
                      <a:close/>
                      <a:moveTo>
                        <a:pt x="37052" y="119634"/>
                      </a:moveTo>
                      <a:lnTo>
                        <a:pt x="37052" y="121349"/>
                      </a:lnTo>
                      <a:lnTo>
                        <a:pt x="33147" y="118586"/>
                      </a:lnTo>
                      <a:cubicBezTo>
                        <a:pt x="34100" y="118301"/>
                        <a:pt x="35433" y="118682"/>
                        <a:pt x="37052" y="119729"/>
                      </a:cubicBezTo>
                      <a:close/>
                      <a:moveTo>
                        <a:pt x="33147" y="144685"/>
                      </a:moveTo>
                      <a:cubicBezTo>
                        <a:pt x="34480" y="144685"/>
                        <a:pt x="35052" y="145542"/>
                        <a:pt x="35052" y="147066"/>
                      </a:cubicBezTo>
                      <a:lnTo>
                        <a:pt x="33147" y="147066"/>
                      </a:lnTo>
                      <a:lnTo>
                        <a:pt x="33147" y="144685"/>
                      </a:lnTo>
                      <a:close/>
                      <a:moveTo>
                        <a:pt x="37719" y="163068"/>
                      </a:moveTo>
                      <a:lnTo>
                        <a:pt x="36957" y="162211"/>
                      </a:lnTo>
                      <a:lnTo>
                        <a:pt x="40767" y="160211"/>
                      </a:lnTo>
                      <a:lnTo>
                        <a:pt x="37624" y="163068"/>
                      </a:lnTo>
                      <a:close/>
                      <a:moveTo>
                        <a:pt x="179832" y="128778"/>
                      </a:moveTo>
                      <a:lnTo>
                        <a:pt x="171450" y="129921"/>
                      </a:lnTo>
                      <a:cubicBezTo>
                        <a:pt x="171450" y="129921"/>
                        <a:pt x="171164" y="130397"/>
                        <a:pt x="171164" y="130588"/>
                      </a:cubicBezTo>
                      <a:cubicBezTo>
                        <a:pt x="171164" y="130969"/>
                        <a:pt x="171831" y="131636"/>
                        <a:pt x="173260" y="132302"/>
                      </a:cubicBezTo>
                      <a:cubicBezTo>
                        <a:pt x="174593" y="133064"/>
                        <a:pt x="175355" y="133826"/>
                        <a:pt x="175355" y="134684"/>
                      </a:cubicBezTo>
                      <a:lnTo>
                        <a:pt x="177260" y="134684"/>
                      </a:lnTo>
                      <a:cubicBezTo>
                        <a:pt x="176308" y="139160"/>
                        <a:pt x="175450" y="143637"/>
                        <a:pt x="174593" y="148114"/>
                      </a:cubicBezTo>
                      <a:cubicBezTo>
                        <a:pt x="173260" y="152781"/>
                        <a:pt x="170117" y="155924"/>
                        <a:pt x="165163" y="157353"/>
                      </a:cubicBezTo>
                      <a:cubicBezTo>
                        <a:pt x="164401" y="154781"/>
                        <a:pt x="162401" y="154019"/>
                        <a:pt x="159353" y="154972"/>
                      </a:cubicBezTo>
                      <a:lnTo>
                        <a:pt x="158401" y="155639"/>
                      </a:lnTo>
                      <a:lnTo>
                        <a:pt x="162020" y="159163"/>
                      </a:lnTo>
                      <a:cubicBezTo>
                        <a:pt x="160592" y="158782"/>
                        <a:pt x="158972" y="158020"/>
                        <a:pt x="157163" y="156686"/>
                      </a:cubicBezTo>
                      <a:cubicBezTo>
                        <a:pt x="155353" y="155353"/>
                        <a:pt x="154019" y="154591"/>
                        <a:pt x="153067" y="154591"/>
                      </a:cubicBezTo>
                      <a:cubicBezTo>
                        <a:pt x="151924" y="154591"/>
                        <a:pt x="150685" y="155163"/>
                        <a:pt x="149162" y="156306"/>
                      </a:cubicBezTo>
                      <a:lnTo>
                        <a:pt x="152590" y="156306"/>
                      </a:lnTo>
                      <a:lnTo>
                        <a:pt x="151829" y="157353"/>
                      </a:lnTo>
                      <a:cubicBezTo>
                        <a:pt x="153734" y="157925"/>
                        <a:pt x="156210" y="159353"/>
                        <a:pt x="159353" y="161449"/>
                      </a:cubicBezTo>
                      <a:lnTo>
                        <a:pt x="152590" y="164021"/>
                      </a:lnTo>
                      <a:lnTo>
                        <a:pt x="153829" y="164688"/>
                      </a:lnTo>
                      <a:cubicBezTo>
                        <a:pt x="153829" y="164688"/>
                        <a:pt x="150971" y="165831"/>
                        <a:pt x="146113" y="167735"/>
                      </a:cubicBezTo>
                      <a:cubicBezTo>
                        <a:pt x="143542" y="168593"/>
                        <a:pt x="141065" y="168973"/>
                        <a:pt x="138875" y="168973"/>
                      </a:cubicBezTo>
                      <a:cubicBezTo>
                        <a:pt x="137731" y="168973"/>
                        <a:pt x="136588" y="168973"/>
                        <a:pt x="135255" y="168783"/>
                      </a:cubicBezTo>
                      <a:cubicBezTo>
                        <a:pt x="134398" y="170688"/>
                        <a:pt x="134207" y="172021"/>
                        <a:pt x="134493" y="172688"/>
                      </a:cubicBezTo>
                      <a:lnTo>
                        <a:pt x="97726" y="173736"/>
                      </a:lnTo>
                      <a:cubicBezTo>
                        <a:pt x="94869" y="171355"/>
                        <a:pt x="90202" y="169259"/>
                        <a:pt x="83915" y="167545"/>
                      </a:cubicBezTo>
                      <a:cubicBezTo>
                        <a:pt x="76962" y="165735"/>
                        <a:pt x="72580" y="164211"/>
                        <a:pt x="70580" y="163068"/>
                      </a:cubicBezTo>
                      <a:cubicBezTo>
                        <a:pt x="69818" y="162020"/>
                        <a:pt x="68389" y="161354"/>
                        <a:pt x="66389" y="160973"/>
                      </a:cubicBezTo>
                      <a:cubicBezTo>
                        <a:pt x="64389" y="160591"/>
                        <a:pt x="62389" y="160115"/>
                        <a:pt x="60484" y="159734"/>
                      </a:cubicBezTo>
                      <a:lnTo>
                        <a:pt x="63151" y="157353"/>
                      </a:lnTo>
                      <a:lnTo>
                        <a:pt x="59531" y="153924"/>
                      </a:lnTo>
                      <a:lnTo>
                        <a:pt x="58579" y="156306"/>
                      </a:lnTo>
                      <a:cubicBezTo>
                        <a:pt x="55340" y="155639"/>
                        <a:pt x="53530" y="153258"/>
                        <a:pt x="53245" y="149162"/>
                      </a:cubicBezTo>
                      <a:cubicBezTo>
                        <a:pt x="53054" y="145542"/>
                        <a:pt x="50863" y="143828"/>
                        <a:pt x="46482" y="143828"/>
                      </a:cubicBezTo>
                      <a:lnTo>
                        <a:pt x="43339" y="143828"/>
                      </a:lnTo>
                      <a:cubicBezTo>
                        <a:pt x="46101" y="143637"/>
                        <a:pt x="47434" y="142304"/>
                        <a:pt x="47434" y="139732"/>
                      </a:cubicBezTo>
                      <a:cubicBezTo>
                        <a:pt x="47434" y="138875"/>
                        <a:pt x="47244" y="138113"/>
                        <a:pt x="46672" y="137350"/>
                      </a:cubicBezTo>
                      <a:cubicBezTo>
                        <a:pt x="46196" y="136684"/>
                        <a:pt x="44482" y="135731"/>
                        <a:pt x="41624" y="134779"/>
                      </a:cubicBezTo>
                      <a:lnTo>
                        <a:pt x="40862" y="135446"/>
                      </a:lnTo>
                      <a:cubicBezTo>
                        <a:pt x="40862" y="135446"/>
                        <a:pt x="40481" y="135922"/>
                        <a:pt x="40100" y="135922"/>
                      </a:cubicBezTo>
                      <a:cubicBezTo>
                        <a:pt x="39624" y="135922"/>
                        <a:pt x="39243" y="135350"/>
                        <a:pt x="38957" y="134207"/>
                      </a:cubicBezTo>
                      <a:cubicBezTo>
                        <a:pt x="38576" y="133160"/>
                        <a:pt x="38576" y="132207"/>
                        <a:pt x="38957" y="131445"/>
                      </a:cubicBezTo>
                      <a:cubicBezTo>
                        <a:pt x="40576" y="131159"/>
                        <a:pt x="42958" y="129635"/>
                        <a:pt x="46196" y="126873"/>
                      </a:cubicBezTo>
                      <a:cubicBezTo>
                        <a:pt x="49149" y="124587"/>
                        <a:pt x="51530" y="123444"/>
                        <a:pt x="53435" y="123444"/>
                      </a:cubicBezTo>
                      <a:cubicBezTo>
                        <a:pt x="54388" y="123444"/>
                        <a:pt x="55435" y="123635"/>
                        <a:pt x="56579" y="124111"/>
                      </a:cubicBezTo>
                      <a:cubicBezTo>
                        <a:pt x="55912" y="123063"/>
                        <a:pt x="55912" y="122206"/>
                        <a:pt x="56483" y="121539"/>
                      </a:cubicBezTo>
                      <a:cubicBezTo>
                        <a:pt x="57055" y="120777"/>
                        <a:pt x="56483" y="119729"/>
                        <a:pt x="54959" y="118301"/>
                      </a:cubicBezTo>
                      <a:lnTo>
                        <a:pt x="63151" y="114871"/>
                      </a:lnTo>
                      <a:lnTo>
                        <a:pt x="61246" y="112490"/>
                      </a:lnTo>
                      <a:cubicBezTo>
                        <a:pt x="62484" y="112490"/>
                        <a:pt x="64579" y="111728"/>
                        <a:pt x="67532" y="110395"/>
                      </a:cubicBezTo>
                      <a:cubicBezTo>
                        <a:pt x="70485" y="109061"/>
                        <a:pt x="72390" y="108395"/>
                        <a:pt x="73342" y="108395"/>
                      </a:cubicBezTo>
                      <a:cubicBezTo>
                        <a:pt x="74962" y="108395"/>
                        <a:pt x="76009" y="109442"/>
                        <a:pt x="76486" y="111633"/>
                      </a:cubicBezTo>
                      <a:cubicBezTo>
                        <a:pt x="76009" y="116396"/>
                        <a:pt x="77914" y="121158"/>
                        <a:pt x="82296" y="125921"/>
                      </a:cubicBezTo>
                      <a:cubicBezTo>
                        <a:pt x="84392" y="128302"/>
                        <a:pt x="88678" y="131826"/>
                        <a:pt x="95155" y="136684"/>
                      </a:cubicBezTo>
                      <a:cubicBezTo>
                        <a:pt x="96107" y="138684"/>
                        <a:pt x="97726" y="139637"/>
                        <a:pt x="99917" y="139637"/>
                      </a:cubicBezTo>
                      <a:cubicBezTo>
                        <a:pt x="100584" y="139637"/>
                        <a:pt x="101537" y="139637"/>
                        <a:pt x="102965" y="139351"/>
                      </a:cubicBezTo>
                      <a:cubicBezTo>
                        <a:pt x="104299" y="139160"/>
                        <a:pt x="105251" y="139065"/>
                        <a:pt x="105918" y="139065"/>
                      </a:cubicBezTo>
                      <a:cubicBezTo>
                        <a:pt x="107347" y="139065"/>
                        <a:pt x="108775" y="139351"/>
                        <a:pt x="110014" y="139922"/>
                      </a:cubicBezTo>
                      <a:cubicBezTo>
                        <a:pt x="111347" y="140494"/>
                        <a:pt x="112776" y="140780"/>
                        <a:pt x="114395" y="140780"/>
                      </a:cubicBezTo>
                      <a:cubicBezTo>
                        <a:pt x="117253" y="140780"/>
                        <a:pt x="120682" y="139637"/>
                        <a:pt x="124492" y="137160"/>
                      </a:cubicBezTo>
                      <a:cubicBezTo>
                        <a:pt x="130302" y="133636"/>
                        <a:pt x="133636" y="131826"/>
                        <a:pt x="134398" y="131540"/>
                      </a:cubicBezTo>
                      <a:cubicBezTo>
                        <a:pt x="135255" y="130302"/>
                        <a:pt x="135636" y="129159"/>
                        <a:pt x="135636" y="128016"/>
                      </a:cubicBezTo>
                      <a:cubicBezTo>
                        <a:pt x="135636" y="126302"/>
                        <a:pt x="134493" y="124016"/>
                        <a:pt x="132302" y="121253"/>
                      </a:cubicBezTo>
                      <a:cubicBezTo>
                        <a:pt x="130112" y="118491"/>
                        <a:pt x="128873" y="116300"/>
                        <a:pt x="128588" y="114871"/>
                      </a:cubicBezTo>
                      <a:cubicBezTo>
                        <a:pt x="124492" y="114300"/>
                        <a:pt x="122301" y="112871"/>
                        <a:pt x="121825" y="110776"/>
                      </a:cubicBezTo>
                      <a:lnTo>
                        <a:pt x="123063" y="109919"/>
                      </a:lnTo>
                      <a:cubicBezTo>
                        <a:pt x="117824" y="107728"/>
                        <a:pt x="110680" y="104489"/>
                        <a:pt x="101537" y="100013"/>
                      </a:cubicBezTo>
                      <a:cubicBezTo>
                        <a:pt x="100584" y="100775"/>
                        <a:pt x="99631" y="101060"/>
                        <a:pt x="98679" y="101060"/>
                      </a:cubicBezTo>
                      <a:cubicBezTo>
                        <a:pt x="97346" y="101060"/>
                        <a:pt x="95821" y="100298"/>
                        <a:pt x="93821" y="98679"/>
                      </a:cubicBezTo>
                      <a:cubicBezTo>
                        <a:pt x="91916" y="97155"/>
                        <a:pt x="90297" y="96298"/>
                        <a:pt x="89249" y="96298"/>
                      </a:cubicBezTo>
                      <a:cubicBezTo>
                        <a:pt x="88773" y="96298"/>
                        <a:pt x="88297" y="96393"/>
                        <a:pt x="87821" y="96679"/>
                      </a:cubicBezTo>
                      <a:cubicBezTo>
                        <a:pt x="83820" y="95726"/>
                        <a:pt x="79819" y="92774"/>
                        <a:pt x="75724" y="87916"/>
                      </a:cubicBezTo>
                      <a:cubicBezTo>
                        <a:pt x="71152" y="82391"/>
                        <a:pt x="67437" y="78867"/>
                        <a:pt x="64389" y="77343"/>
                      </a:cubicBezTo>
                      <a:cubicBezTo>
                        <a:pt x="64675" y="75724"/>
                        <a:pt x="63913" y="73724"/>
                        <a:pt x="62008" y="71438"/>
                      </a:cubicBezTo>
                      <a:cubicBezTo>
                        <a:pt x="60103" y="69056"/>
                        <a:pt x="59246" y="67246"/>
                        <a:pt x="59626" y="65913"/>
                      </a:cubicBezTo>
                      <a:cubicBezTo>
                        <a:pt x="58483" y="64103"/>
                        <a:pt x="57721" y="60484"/>
                        <a:pt x="57436" y="55150"/>
                      </a:cubicBezTo>
                      <a:cubicBezTo>
                        <a:pt x="57150" y="50387"/>
                        <a:pt x="56864" y="45625"/>
                        <a:pt x="56674" y="40958"/>
                      </a:cubicBezTo>
                      <a:cubicBezTo>
                        <a:pt x="58007" y="40481"/>
                        <a:pt x="58579" y="39910"/>
                        <a:pt x="58579" y="39148"/>
                      </a:cubicBezTo>
                      <a:cubicBezTo>
                        <a:pt x="58579" y="38767"/>
                        <a:pt x="58198" y="38100"/>
                        <a:pt x="57626" y="37148"/>
                      </a:cubicBezTo>
                      <a:cubicBezTo>
                        <a:pt x="56959" y="36195"/>
                        <a:pt x="56674" y="35528"/>
                        <a:pt x="56674" y="35052"/>
                      </a:cubicBezTo>
                      <a:cubicBezTo>
                        <a:pt x="57436" y="33052"/>
                        <a:pt x="60198" y="30290"/>
                        <a:pt x="64865" y="26861"/>
                      </a:cubicBezTo>
                      <a:cubicBezTo>
                        <a:pt x="68771" y="23813"/>
                        <a:pt x="70675" y="20860"/>
                        <a:pt x="70675" y="18193"/>
                      </a:cubicBezTo>
                      <a:cubicBezTo>
                        <a:pt x="71342" y="18002"/>
                        <a:pt x="72390" y="17431"/>
                        <a:pt x="73914" y="16478"/>
                      </a:cubicBezTo>
                      <a:cubicBezTo>
                        <a:pt x="75438" y="15430"/>
                        <a:pt x="76486" y="14954"/>
                        <a:pt x="77152" y="14954"/>
                      </a:cubicBezTo>
                      <a:cubicBezTo>
                        <a:pt x="77629" y="14954"/>
                        <a:pt x="78010" y="15335"/>
                        <a:pt x="78391" y="15812"/>
                      </a:cubicBezTo>
                      <a:cubicBezTo>
                        <a:pt x="81439" y="11621"/>
                        <a:pt x="86296" y="8382"/>
                        <a:pt x="93059" y="6001"/>
                      </a:cubicBezTo>
                      <a:cubicBezTo>
                        <a:pt x="99060" y="4286"/>
                        <a:pt x="104965" y="2572"/>
                        <a:pt x="110966" y="857"/>
                      </a:cubicBezTo>
                      <a:cubicBezTo>
                        <a:pt x="112681" y="286"/>
                        <a:pt x="114490" y="0"/>
                        <a:pt x="116300" y="0"/>
                      </a:cubicBezTo>
                      <a:cubicBezTo>
                        <a:pt x="118872" y="0"/>
                        <a:pt x="122396" y="953"/>
                        <a:pt x="126683" y="2762"/>
                      </a:cubicBezTo>
                      <a:cubicBezTo>
                        <a:pt x="130969" y="4572"/>
                        <a:pt x="134493" y="5429"/>
                        <a:pt x="137065" y="5429"/>
                      </a:cubicBezTo>
                      <a:cubicBezTo>
                        <a:pt x="138208" y="5429"/>
                        <a:pt x="139351" y="5239"/>
                        <a:pt x="140398" y="4953"/>
                      </a:cubicBezTo>
                      <a:cubicBezTo>
                        <a:pt x="141542" y="7049"/>
                        <a:pt x="143542" y="8382"/>
                        <a:pt x="146399" y="9144"/>
                      </a:cubicBezTo>
                      <a:cubicBezTo>
                        <a:pt x="150114" y="10192"/>
                        <a:pt x="152495" y="10954"/>
                        <a:pt x="153638" y="11716"/>
                      </a:cubicBezTo>
                      <a:cubicBezTo>
                        <a:pt x="159163" y="12097"/>
                        <a:pt x="164021" y="18383"/>
                        <a:pt x="168402" y="30671"/>
                      </a:cubicBezTo>
                      <a:cubicBezTo>
                        <a:pt x="168212" y="32385"/>
                        <a:pt x="166783" y="34671"/>
                        <a:pt x="164116" y="37624"/>
                      </a:cubicBezTo>
                      <a:cubicBezTo>
                        <a:pt x="161449" y="40481"/>
                        <a:pt x="160210" y="42958"/>
                        <a:pt x="160401" y="44958"/>
                      </a:cubicBezTo>
                      <a:cubicBezTo>
                        <a:pt x="158591" y="44672"/>
                        <a:pt x="157639" y="45244"/>
                        <a:pt x="157448" y="46673"/>
                      </a:cubicBezTo>
                      <a:cubicBezTo>
                        <a:pt x="157258" y="48578"/>
                        <a:pt x="156877" y="49625"/>
                        <a:pt x="156305" y="49911"/>
                      </a:cubicBezTo>
                      <a:cubicBezTo>
                        <a:pt x="151829" y="51816"/>
                        <a:pt x="148685" y="52673"/>
                        <a:pt x="146875" y="52673"/>
                      </a:cubicBezTo>
                      <a:cubicBezTo>
                        <a:pt x="144304" y="52673"/>
                        <a:pt x="141827" y="51245"/>
                        <a:pt x="139637" y="48292"/>
                      </a:cubicBezTo>
                      <a:cubicBezTo>
                        <a:pt x="139541" y="46006"/>
                        <a:pt x="137922" y="44291"/>
                        <a:pt x="134874" y="43148"/>
                      </a:cubicBezTo>
                      <a:cubicBezTo>
                        <a:pt x="131350" y="42005"/>
                        <a:pt x="129254" y="40672"/>
                        <a:pt x="128588" y="39053"/>
                      </a:cubicBezTo>
                      <a:cubicBezTo>
                        <a:pt x="127635" y="38957"/>
                        <a:pt x="125063" y="38100"/>
                        <a:pt x="121063" y="36671"/>
                      </a:cubicBezTo>
                      <a:cubicBezTo>
                        <a:pt x="117824" y="35528"/>
                        <a:pt x="115252" y="34957"/>
                        <a:pt x="113347" y="34957"/>
                      </a:cubicBezTo>
                      <a:cubicBezTo>
                        <a:pt x="110585" y="34957"/>
                        <a:pt x="108299" y="36100"/>
                        <a:pt x="106299" y="38386"/>
                      </a:cubicBezTo>
                      <a:cubicBezTo>
                        <a:pt x="105727" y="38291"/>
                        <a:pt x="105156" y="38195"/>
                        <a:pt x="104584" y="38195"/>
                      </a:cubicBezTo>
                      <a:cubicBezTo>
                        <a:pt x="103346" y="38195"/>
                        <a:pt x="101251" y="39338"/>
                        <a:pt x="98584" y="41434"/>
                      </a:cubicBezTo>
                      <a:cubicBezTo>
                        <a:pt x="99346" y="42767"/>
                        <a:pt x="99822" y="43910"/>
                        <a:pt x="99822" y="44863"/>
                      </a:cubicBezTo>
                      <a:cubicBezTo>
                        <a:pt x="99822" y="46101"/>
                        <a:pt x="98679" y="47339"/>
                        <a:pt x="96583" y="48482"/>
                      </a:cubicBezTo>
                      <a:cubicBezTo>
                        <a:pt x="94393" y="49625"/>
                        <a:pt x="93345" y="50578"/>
                        <a:pt x="93345" y="51626"/>
                      </a:cubicBezTo>
                      <a:cubicBezTo>
                        <a:pt x="93345" y="52483"/>
                        <a:pt x="93917" y="53626"/>
                        <a:pt x="95059" y="55054"/>
                      </a:cubicBezTo>
                      <a:cubicBezTo>
                        <a:pt x="101822" y="63818"/>
                        <a:pt x="112014" y="70390"/>
                        <a:pt x="125730" y="74867"/>
                      </a:cubicBezTo>
                      <a:cubicBezTo>
                        <a:pt x="127540" y="75343"/>
                        <a:pt x="130016" y="76771"/>
                        <a:pt x="133350" y="79058"/>
                      </a:cubicBezTo>
                      <a:cubicBezTo>
                        <a:pt x="136588" y="81439"/>
                        <a:pt x="139351" y="82677"/>
                        <a:pt x="141637" y="82963"/>
                      </a:cubicBezTo>
                      <a:cubicBezTo>
                        <a:pt x="143923" y="83153"/>
                        <a:pt x="147066" y="84773"/>
                        <a:pt x="151067" y="87821"/>
                      </a:cubicBezTo>
                      <a:cubicBezTo>
                        <a:pt x="154591" y="90678"/>
                        <a:pt x="158020" y="91916"/>
                        <a:pt x="161258" y="91440"/>
                      </a:cubicBezTo>
                      <a:cubicBezTo>
                        <a:pt x="161258" y="92869"/>
                        <a:pt x="161449" y="93631"/>
                        <a:pt x="162020" y="93726"/>
                      </a:cubicBezTo>
                      <a:cubicBezTo>
                        <a:pt x="163449" y="93726"/>
                        <a:pt x="164497" y="94679"/>
                        <a:pt x="165259" y="96679"/>
                      </a:cubicBezTo>
                      <a:cubicBezTo>
                        <a:pt x="165925" y="98679"/>
                        <a:pt x="167068" y="99346"/>
                        <a:pt x="168497" y="98965"/>
                      </a:cubicBezTo>
                      <a:cubicBezTo>
                        <a:pt x="168878" y="100013"/>
                        <a:pt x="170974" y="102870"/>
                        <a:pt x="174784" y="107823"/>
                      </a:cubicBezTo>
                      <a:cubicBezTo>
                        <a:pt x="177737" y="111824"/>
                        <a:pt x="179165" y="115538"/>
                        <a:pt x="179165" y="118777"/>
                      </a:cubicBezTo>
                      <a:cubicBezTo>
                        <a:pt x="180022" y="119634"/>
                        <a:pt x="180308" y="120491"/>
                        <a:pt x="180308" y="121444"/>
                      </a:cubicBezTo>
                      <a:cubicBezTo>
                        <a:pt x="180308" y="122206"/>
                        <a:pt x="179927" y="123063"/>
                        <a:pt x="179165" y="124206"/>
                      </a:cubicBezTo>
                      <a:cubicBezTo>
                        <a:pt x="178403" y="125254"/>
                        <a:pt x="177927" y="126016"/>
                        <a:pt x="177927" y="126397"/>
                      </a:cubicBezTo>
                      <a:cubicBezTo>
                        <a:pt x="177927" y="127254"/>
                        <a:pt x="178498" y="128111"/>
                        <a:pt x="179832" y="128969"/>
                      </a:cubicBezTo>
                      <a:close/>
                      <a:moveTo>
                        <a:pt x="40862" y="134017"/>
                      </a:moveTo>
                      <a:lnTo>
                        <a:pt x="46387" y="132207"/>
                      </a:lnTo>
                      <a:lnTo>
                        <a:pt x="43720" y="132207"/>
                      </a:lnTo>
                      <a:lnTo>
                        <a:pt x="40862" y="134017"/>
                      </a:lnTo>
                      <a:close/>
                      <a:moveTo>
                        <a:pt x="42577" y="154877"/>
                      </a:moveTo>
                      <a:lnTo>
                        <a:pt x="43720" y="154877"/>
                      </a:lnTo>
                      <a:lnTo>
                        <a:pt x="45625" y="156210"/>
                      </a:lnTo>
                      <a:lnTo>
                        <a:pt x="42481" y="154877"/>
                      </a:lnTo>
                      <a:close/>
                      <a:moveTo>
                        <a:pt x="50292" y="166307"/>
                      </a:moveTo>
                      <a:cubicBezTo>
                        <a:pt x="50006" y="164688"/>
                        <a:pt x="50578" y="163354"/>
                        <a:pt x="52006" y="162020"/>
                      </a:cubicBezTo>
                      <a:lnTo>
                        <a:pt x="51721" y="162211"/>
                      </a:lnTo>
                      <a:cubicBezTo>
                        <a:pt x="51721" y="162211"/>
                        <a:pt x="52102" y="163163"/>
                        <a:pt x="52864" y="163830"/>
                      </a:cubicBezTo>
                      <a:cubicBezTo>
                        <a:pt x="53626" y="164497"/>
                        <a:pt x="54007" y="164973"/>
                        <a:pt x="54007" y="165259"/>
                      </a:cubicBezTo>
                      <a:cubicBezTo>
                        <a:pt x="54007" y="165640"/>
                        <a:pt x="53626" y="166021"/>
                        <a:pt x="53054" y="166307"/>
                      </a:cubicBezTo>
                      <a:lnTo>
                        <a:pt x="50387" y="166307"/>
                      </a:lnTo>
                      <a:close/>
                      <a:moveTo>
                        <a:pt x="52483" y="161354"/>
                      </a:moveTo>
                      <a:cubicBezTo>
                        <a:pt x="52483" y="161354"/>
                        <a:pt x="52006" y="161830"/>
                        <a:pt x="52006" y="162020"/>
                      </a:cubicBezTo>
                      <a:cubicBezTo>
                        <a:pt x="52006" y="161830"/>
                        <a:pt x="52197" y="161640"/>
                        <a:pt x="52483" y="161354"/>
                      </a:cubicBezTo>
                      <a:close/>
                      <a:moveTo>
                        <a:pt x="52959" y="157258"/>
                      </a:moveTo>
                      <a:cubicBezTo>
                        <a:pt x="53626" y="157258"/>
                        <a:pt x="54292" y="157639"/>
                        <a:pt x="55150" y="158305"/>
                      </a:cubicBezTo>
                      <a:cubicBezTo>
                        <a:pt x="55912" y="159068"/>
                        <a:pt x="56483" y="159544"/>
                        <a:pt x="56579" y="159639"/>
                      </a:cubicBezTo>
                      <a:cubicBezTo>
                        <a:pt x="55626" y="159830"/>
                        <a:pt x="54197" y="160401"/>
                        <a:pt x="52483" y="161354"/>
                      </a:cubicBezTo>
                      <a:cubicBezTo>
                        <a:pt x="53721" y="159925"/>
                        <a:pt x="53912" y="158591"/>
                        <a:pt x="52959" y="157258"/>
                      </a:cubicBezTo>
                      <a:close/>
                      <a:moveTo>
                        <a:pt x="58483" y="138970"/>
                      </a:moveTo>
                      <a:lnTo>
                        <a:pt x="58483" y="137256"/>
                      </a:lnTo>
                      <a:lnTo>
                        <a:pt x="52959" y="134684"/>
                      </a:lnTo>
                      <a:lnTo>
                        <a:pt x="58483" y="139065"/>
                      </a:lnTo>
                      <a:close/>
                      <a:moveTo>
                        <a:pt x="63055" y="145638"/>
                      </a:moveTo>
                      <a:cubicBezTo>
                        <a:pt x="63055" y="145638"/>
                        <a:pt x="63627" y="145828"/>
                        <a:pt x="65437" y="146114"/>
                      </a:cubicBezTo>
                      <a:cubicBezTo>
                        <a:pt x="66389" y="146304"/>
                        <a:pt x="67151" y="145828"/>
                        <a:pt x="67627" y="144780"/>
                      </a:cubicBezTo>
                      <a:cubicBezTo>
                        <a:pt x="65722" y="144209"/>
                        <a:pt x="64198" y="144494"/>
                        <a:pt x="63055" y="145638"/>
                      </a:cubicBezTo>
                      <a:cubicBezTo>
                        <a:pt x="62579" y="145638"/>
                        <a:pt x="62293" y="145828"/>
                        <a:pt x="62293" y="146304"/>
                      </a:cubicBezTo>
                      <a:lnTo>
                        <a:pt x="60388" y="148114"/>
                      </a:lnTo>
                      <a:lnTo>
                        <a:pt x="62293" y="148114"/>
                      </a:lnTo>
                      <a:cubicBezTo>
                        <a:pt x="62103" y="147352"/>
                        <a:pt x="62103" y="146781"/>
                        <a:pt x="62293" y="146304"/>
                      </a:cubicBezTo>
                      <a:lnTo>
                        <a:pt x="63055" y="145638"/>
                      </a:lnTo>
                      <a:close/>
                      <a:moveTo>
                        <a:pt x="64198" y="63818"/>
                      </a:moveTo>
                      <a:cubicBezTo>
                        <a:pt x="64960" y="63151"/>
                        <a:pt x="65246" y="62484"/>
                        <a:pt x="64960" y="61913"/>
                      </a:cubicBezTo>
                      <a:lnTo>
                        <a:pt x="65722" y="60388"/>
                      </a:lnTo>
                      <a:cubicBezTo>
                        <a:pt x="65056" y="59722"/>
                        <a:pt x="64198" y="59150"/>
                        <a:pt x="63151" y="58674"/>
                      </a:cubicBezTo>
                      <a:cubicBezTo>
                        <a:pt x="62008" y="58198"/>
                        <a:pt x="61341" y="58007"/>
                        <a:pt x="61055" y="58007"/>
                      </a:cubicBezTo>
                      <a:cubicBezTo>
                        <a:pt x="63627" y="59150"/>
                        <a:pt x="64960" y="60484"/>
                        <a:pt x="64960" y="61913"/>
                      </a:cubicBezTo>
                      <a:lnTo>
                        <a:pt x="64198" y="63818"/>
                      </a:lnTo>
                      <a:close/>
                      <a:moveTo>
                        <a:pt x="80867" y="51340"/>
                      </a:moveTo>
                      <a:lnTo>
                        <a:pt x="80867" y="50673"/>
                      </a:lnTo>
                      <a:cubicBezTo>
                        <a:pt x="80200" y="46958"/>
                        <a:pt x="77343" y="45149"/>
                        <a:pt x="72200" y="45149"/>
                      </a:cubicBezTo>
                      <a:cubicBezTo>
                        <a:pt x="68199" y="45149"/>
                        <a:pt x="64865" y="46101"/>
                        <a:pt x="62293" y="48101"/>
                      </a:cubicBezTo>
                      <a:cubicBezTo>
                        <a:pt x="63055" y="48387"/>
                        <a:pt x="63913" y="49816"/>
                        <a:pt x="64865" y="52388"/>
                      </a:cubicBezTo>
                      <a:cubicBezTo>
                        <a:pt x="65722" y="54864"/>
                        <a:pt x="67342" y="55912"/>
                        <a:pt x="69628" y="55531"/>
                      </a:cubicBezTo>
                      <a:lnTo>
                        <a:pt x="69628" y="54864"/>
                      </a:lnTo>
                      <a:cubicBezTo>
                        <a:pt x="69628" y="54864"/>
                        <a:pt x="70675" y="52864"/>
                        <a:pt x="71247" y="50102"/>
                      </a:cubicBezTo>
                      <a:cubicBezTo>
                        <a:pt x="71818" y="47816"/>
                        <a:pt x="72676" y="46673"/>
                        <a:pt x="74200" y="46673"/>
                      </a:cubicBezTo>
                      <a:cubicBezTo>
                        <a:pt x="74867" y="46673"/>
                        <a:pt x="75533" y="46863"/>
                        <a:pt x="76390" y="47339"/>
                      </a:cubicBezTo>
                      <a:lnTo>
                        <a:pt x="76390" y="49054"/>
                      </a:lnTo>
                      <a:cubicBezTo>
                        <a:pt x="76390" y="49054"/>
                        <a:pt x="77152" y="48768"/>
                        <a:pt x="77629" y="48768"/>
                      </a:cubicBezTo>
                      <a:cubicBezTo>
                        <a:pt x="77914" y="48768"/>
                        <a:pt x="79058" y="49721"/>
                        <a:pt x="80963" y="51340"/>
                      </a:cubicBezTo>
                      <a:close/>
                      <a:moveTo>
                        <a:pt x="65627" y="120396"/>
                      </a:moveTo>
                      <a:cubicBezTo>
                        <a:pt x="64198" y="120396"/>
                        <a:pt x="63246" y="120205"/>
                        <a:pt x="62960" y="119825"/>
                      </a:cubicBezTo>
                      <a:lnTo>
                        <a:pt x="64865" y="122206"/>
                      </a:lnTo>
                      <a:cubicBezTo>
                        <a:pt x="65627" y="121729"/>
                        <a:pt x="65913" y="121158"/>
                        <a:pt x="65627" y="120396"/>
                      </a:cubicBezTo>
                      <a:close/>
                      <a:moveTo>
                        <a:pt x="67532" y="53816"/>
                      </a:moveTo>
                      <a:lnTo>
                        <a:pt x="66770" y="53150"/>
                      </a:lnTo>
                      <a:lnTo>
                        <a:pt x="68675" y="53150"/>
                      </a:lnTo>
                      <a:cubicBezTo>
                        <a:pt x="68675" y="53150"/>
                        <a:pt x="68104" y="53435"/>
                        <a:pt x="67437" y="53816"/>
                      </a:cubicBezTo>
                      <a:close/>
                      <a:moveTo>
                        <a:pt x="68771" y="53150"/>
                      </a:moveTo>
                      <a:cubicBezTo>
                        <a:pt x="68771" y="53150"/>
                        <a:pt x="69342" y="52864"/>
                        <a:pt x="69533" y="53150"/>
                      </a:cubicBezTo>
                      <a:lnTo>
                        <a:pt x="68771" y="53150"/>
                      </a:lnTo>
                      <a:close/>
                      <a:moveTo>
                        <a:pt x="70485" y="159068"/>
                      </a:moveTo>
                      <a:lnTo>
                        <a:pt x="72390" y="157353"/>
                      </a:lnTo>
                      <a:cubicBezTo>
                        <a:pt x="71533" y="156686"/>
                        <a:pt x="70961" y="156306"/>
                        <a:pt x="70485" y="156306"/>
                      </a:cubicBezTo>
                      <a:lnTo>
                        <a:pt x="70485" y="159163"/>
                      </a:lnTo>
                      <a:close/>
                      <a:moveTo>
                        <a:pt x="73342" y="56102"/>
                      </a:moveTo>
                      <a:cubicBezTo>
                        <a:pt x="73723" y="55245"/>
                        <a:pt x="73342" y="54197"/>
                        <a:pt x="72390" y="53150"/>
                      </a:cubicBezTo>
                      <a:lnTo>
                        <a:pt x="72390" y="57245"/>
                      </a:lnTo>
                      <a:lnTo>
                        <a:pt x="73342" y="56102"/>
                      </a:lnTo>
                      <a:close/>
                      <a:moveTo>
                        <a:pt x="76962" y="172879"/>
                      </a:moveTo>
                      <a:lnTo>
                        <a:pt x="76200" y="172212"/>
                      </a:lnTo>
                      <a:lnTo>
                        <a:pt x="78105" y="172212"/>
                      </a:lnTo>
                      <a:cubicBezTo>
                        <a:pt x="77152" y="172688"/>
                        <a:pt x="76676" y="172879"/>
                        <a:pt x="76867" y="172879"/>
                      </a:cubicBezTo>
                      <a:close/>
                      <a:moveTo>
                        <a:pt x="100393" y="154972"/>
                      </a:moveTo>
                      <a:lnTo>
                        <a:pt x="101346" y="153924"/>
                      </a:lnTo>
                      <a:lnTo>
                        <a:pt x="100393" y="151543"/>
                      </a:lnTo>
                      <a:lnTo>
                        <a:pt x="100393" y="154972"/>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 name="Google Shape;1514;p99"/>
                <p:cNvSpPr/>
                <p:nvPr/>
              </p:nvSpPr>
              <p:spPr>
                <a:xfrm>
                  <a:off x="4201381" y="5330571"/>
                  <a:ext cx="152781" cy="184689"/>
                </a:xfrm>
                <a:custGeom>
                  <a:avLst/>
                  <a:gdLst/>
                  <a:ahLst/>
                  <a:cxnLst/>
                  <a:rect l="l" t="t" r="r" b="b"/>
                  <a:pathLst>
                    <a:path w="152781" h="184689" extrusionOk="0">
                      <a:moveTo>
                        <a:pt x="2953" y="184690"/>
                      </a:moveTo>
                      <a:lnTo>
                        <a:pt x="0" y="182975"/>
                      </a:lnTo>
                      <a:lnTo>
                        <a:pt x="2953" y="183546"/>
                      </a:lnTo>
                      <a:lnTo>
                        <a:pt x="2953" y="184690"/>
                      </a:lnTo>
                      <a:close/>
                      <a:moveTo>
                        <a:pt x="148876" y="71151"/>
                      </a:moveTo>
                      <a:cubicBezTo>
                        <a:pt x="148400" y="72676"/>
                        <a:pt x="148876" y="74390"/>
                        <a:pt x="150209" y="76105"/>
                      </a:cubicBezTo>
                      <a:cubicBezTo>
                        <a:pt x="151543" y="77819"/>
                        <a:pt x="152305" y="78962"/>
                        <a:pt x="152305" y="79534"/>
                      </a:cubicBezTo>
                      <a:cubicBezTo>
                        <a:pt x="152305" y="80581"/>
                        <a:pt x="151638" y="81724"/>
                        <a:pt x="150400" y="82963"/>
                      </a:cubicBezTo>
                      <a:cubicBezTo>
                        <a:pt x="151162" y="88773"/>
                        <a:pt x="151638" y="94869"/>
                        <a:pt x="151638" y="101536"/>
                      </a:cubicBezTo>
                      <a:cubicBezTo>
                        <a:pt x="151638" y="108204"/>
                        <a:pt x="151257" y="114300"/>
                        <a:pt x="150400" y="120301"/>
                      </a:cubicBezTo>
                      <a:cubicBezTo>
                        <a:pt x="147352" y="121158"/>
                        <a:pt x="145733" y="122491"/>
                        <a:pt x="145733" y="124396"/>
                      </a:cubicBezTo>
                      <a:cubicBezTo>
                        <a:pt x="145733" y="124968"/>
                        <a:pt x="146018" y="126016"/>
                        <a:pt x="146495" y="127444"/>
                      </a:cubicBezTo>
                      <a:cubicBezTo>
                        <a:pt x="146971" y="128873"/>
                        <a:pt x="147257" y="130016"/>
                        <a:pt x="147257" y="130969"/>
                      </a:cubicBezTo>
                      <a:cubicBezTo>
                        <a:pt x="147257" y="131731"/>
                        <a:pt x="147066" y="132302"/>
                        <a:pt x="146780" y="132874"/>
                      </a:cubicBezTo>
                      <a:lnTo>
                        <a:pt x="147733" y="138874"/>
                      </a:lnTo>
                      <a:cubicBezTo>
                        <a:pt x="145637" y="139827"/>
                        <a:pt x="144018" y="141827"/>
                        <a:pt x="142780" y="144589"/>
                      </a:cubicBezTo>
                      <a:cubicBezTo>
                        <a:pt x="141542" y="147351"/>
                        <a:pt x="140494" y="150114"/>
                        <a:pt x="139541" y="152685"/>
                      </a:cubicBezTo>
                      <a:cubicBezTo>
                        <a:pt x="136493" y="153828"/>
                        <a:pt x="131445" y="156972"/>
                        <a:pt x="124301" y="162115"/>
                      </a:cubicBezTo>
                      <a:lnTo>
                        <a:pt x="126968" y="164496"/>
                      </a:lnTo>
                      <a:cubicBezTo>
                        <a:pt x="118110" y="164782"/>
                        <a:pt x="111633" y="166783"/>
                        <a:pt x="107633" y="170307"/>
                      </a:cubicBezTo>
                      <a:cubicBezTo>
                        <a:pt x="106966" y="170212"/>
                        <a:pt x="106394" y="170116"/>
                        <a:pt x="105728" y="170116"/>
                      </a:cubicBezTo>
                      <a:cubicBezTo>
                        <a:pt x="104204" y="170116"/>
                        <a:pt x="102870" y="170688"/>
                        <a:pt x="101727" y="171735"/>
                      </a:cubicBezTo>
                      <a:cubicBezTo>
                        <a:pt x="100489" y="172784"/>
                        <a:pt x="99917" y="174021"/>
                        <a:pt x="100108" y="175260"/>
                      </a:cubicBezTo>
                      <a:cubicBezTo>
                        <a:pt x="98012" y="174117"/>
                        <a:pt x="95631" y="173545"/>
                        <a:pt x="93059" y="173545"/>
                      </a:cubicBezTo>
                      <a:lnTo>
                        <a:pt x="85344" y="173545"/>
                      </a:lnTo>
                      <a:cubicBezTo>
                        <a:pt x="85630" y="172498"/>
                        <a:pt x="85154" y="171735"/>
                        <a:pt x="83820" y="171164"/>
                      </a:cubicBezTo>
                      <a:cubicBezTo>
                        <a:pt x="82487" y="170593"/>
                        <a:pt x="81629" y="169926"/>
                        <a:pt x="81534" y="169164"/>
                      </a:cubicBezTo>
                      <a:cubicBezTo>
                        <a:pt x="79629" y="171926"/>
                        <a:pt x="76771" y="173355"/>
                        <a:pt x="73057" y="173736"/>
                      </a:cubicBezTo>
                      <a:cubicBezTo>
                        <a:pt x="72390" y="173736"/>
                        <a:pt x="69342" y="173736"/>
                        <a:pt x="63627" y="173450"/>
                      </a:cubicBezTo>
                      <a:cubicBezTo>
                        <a:pt x="59627" y="172021"/>
                        <a:pt x="55531" y="170497"/>
                        <a:pt x="51340" y="168878"/>
                      </a:cubicBezTo>
                      <a:cubicBezTo>
                        <a:pt x="46482" y="166973"/>
                        <a:pt x="42767" y="164973"/>
                        <a:pt x="40196" y="162592"/>
                      </a:cubicBezTo>
                      <a:cubicBezTo>
                        <a:pt x="39243" y="163544"/>
                        <a:pt x="37243" y="163353"/>
                        <a:pt x="34195" y="161925"/>
                      </a:cubicBezTo>
                      <a:cubicBezTo>
                        <a:pt x="30290" y="157639"/>
                        <a:pt x="26384" y="153162"/>
                        <a:pt x="22384" y="148780"/>
                      </a:cubicBezTo>
                      <a:cubicBezTo>
                        <a:pt x="18193" y="143542"/>
                        <a:pt x="15812" y="138779"/>
                        <a:pt x="15335" y="134302"/>
                      </a:cubicBezTo>
                      <a:cubicBezTo>
                        <a:pt x="13049" y="131826"/>
                        <a:pt x="12002" y="128301"/>
                        <a:pt x="12192" y="123730"/>
                      </a:cubicBezTo>
                      <a:cubicBezTo>
                        <a:pt x="12383" y="116967"/>
                        <a:pt x="12383" y="113252"/>
                        <a:pt x="12192" y="112490"/>
                      </a:cubicBezTo>
                      <a:cubicBezTo>
                        <a:pt x="12097" y="111442"/>
                        <a:pt x="12002" y="110395"/>
                        <a:pt x="12002" y="109251"/>
                      </a:cubicBezTo>
                      <a:cubicBezTo>
                        <a:pt x="12002" y="107632"/>
                        <a:pt x="12192" y="105251"/>
                        <a:pt x="12763" y="102013"/>
                      </a:cubicBezTo>
                      <a:cubicBezTo>
                        <a:pt x="13240" y="98774"/>
                        <a:pt x="13525" y="96298"/>
                        <a:pt x="13525" y="94583"/>
                      </a:cubicBezTo>
                      <a:cubicBezTo>
                        <a:pt x="13525" y="91630"/>
                        <a:pt x="12859" y="88963"/>
                        <a:pt x="11525" y="86773"/>
                      </a:cubicBezTo>
                      <a:cubicBezTo>
                        <a:pt x="13145" y="86201"/>
                        <a:pt x="13621" y="85058"/>
                        <a:pt x="12859" y="83534"/>
                      </a:cubicBezTo>
                      <a:cubicBezTo>
                        <a:pt x="12097" y="81915"/>
                        <a:pt x="12383" y="80772"/>
                        <a:pt x="13430" y="80010"/>
                      </a:cubicBezTo>
                      <a:cubicBezTo>
                        <a:pt x="12478" y="73057"/>
                        <a:pt x="12002" y="67056"/>
                        <a:pt x="12002" y="62389"/>
                      </a:cubicBezTo>
                      <a:cubicBezTo>
                        <a:pt x="12002" y="53911"/>
                        <a:pt x="13335" y="46672"/>
                        <a:pt x="16097" y="40767"/>
                      </a:cubicBezTo>
                      <a:cubicBezTo>
                        <a:pt x="17336" y="35814"/>
                        <a:pt x="18479" y="32575"/>
                        <a:pt x="19241" y="30956"/>
                      </a:cubicBezTo>
                      <a:cubicBezTo>
                        <a:pt x="21241" y="27527"/>
                        <a:pt x="23908" y="25432"/>
                        <a:pt x="27432" y="24765"/>
                      </a:cubicBezTo>
                      <a:cubicBezTo>
                        <a:pt x="29528" y="19621"/>
                        <a:pt x="34195" y="15335"/>
                        <a:pt x="41434" y="11620"/>
                      </a:cubicBezTo>
                      <a:lnTo>
                        <a:pt x="40291" y="10954"/>
                      </a:lnTo>
                      <a:cubicBezTo>
                        <a:pt x="42577" y="10477"/>
                        <a:pt x="45720" y="8953"/>
                        <a:pt x="50006" y="6191"/>
                      </a:cubicBezTo>
                      <a:cubicBezTo>
                        <a:pt x="53531" y="3905"/>
                        <a:pt x="56960" y="2857"/>
                        <a:pt x="60103" y="3238"/>
                      </a:cubicBezTo>
                      <a:cubicBezTo>
                        <a:pt x="60103" y="1048"/>
                        <a:pt x="61055" y="0"/>
                        <a:pt x="63056" y="0"/>
                      </a:cubicBezTo>
                      <a:cubicBezTo>
                        <a:pt x="63722" y="0"/>
                        <a:pt x="64865" y="190"/>
                        <a:pt x="66675" y="571"/>
                      </a:cubicBezTo>
                      <a:cubicBezTo>
                        <a:pt x="68485" y="952"/>
                        <a:pt x="69628" y="1048"/>
                        <a:pt x="70295" y="952"/>
                      </a:cubicBezTo>
                      <a:cubicBezTo>
                        <a:pt x="72866" y="4191"/>
                        <a:pt x="76200" y="5905"/>
                        <a:pt x="80391" y="5905"/>
                      </a:cubicBezTo>
                      <a:cubicBezTo>
                        <a:pt x="82391" y="5905"/>
                        <a:pt x="85535" y="5239"/>
                        <a:pt x="90107" y="4096"/>
                      </a:cubicBezTo>
                      <a:cubicBezTo>
                        <a:pt x="93440" y="4953"/>
                        <a:pt x="97727" y="4953"/>
                        <a:pt x="102870" y="4096"/>
                      </a:cubicBezTo>
                      <a:lnTo>
                        <a:pt x="102870" y="4953"/>
                      </a:lnTo>
                      <a:cubicBezTo>
                        <a:pt x="104299" y="4381"/>
                        <a:pt x="105823" y="4096"/>
                        <a:pt x="107252" y="4096"/>
                      </a:cubicBezTo>
                      <a:cubicBezTo>
                        <a:pt x="109347" y="4096"/>
                        <a:pt x="112014" y="5239"/>
                        <a:pt x="115253" y="7715"/>
                      </a:cubicBezTo>
                      <a:cubicBezTo>
                        <a:pt x="118491" y="10001"/>
                        <a:pt x="121253" y="11430"/>
                        <a:pt x="123730" y="11716"/>
                      </a:cubicBezTo>
                      <a:cubicBezTo>
                        <a:pt x="124396" y="14001"/>
                        <a:pt x="126492" y="16288"/>
                        <a:pt x="129921" y="18574"/>
                      </a:cubicBezTo>
                      <a:cubicBezTo>
                        <a:pt x="133350" y="20859"/>
                        <a:pt x="135350" y="22574"/>
                        <a:pt x="135827" y="23526"/>
                      </a:cubicBezTo>
                      <a:cubicBezTo>
                        <a:pt x="138208" y="23526"/>
                        <a:pt x="139637" y="25051"/>
                        <a:pt x="140208" y="28003"/>
                      </a:cubicBezTo>
                      <a:cubicBezTo>
                        <a:pt x="140684" y="31051"/>
                        <a:pt x="142113" y="32575"/>
                        <a:pt x="144304" y="32575"/>
                      </a:cubicBezTo>
                      <a:cubicBezTo>
                        <a:pt x="146018" y="34480"/>
                        <a:pt x="146971" y="37147"/>
                        <a:pt x="146971" y="40576"/>
                      </a:cubicBezTo>
                      <a:lnTo>
                        <a:pt x="146971" y="43529"/>
                      </a:lnTo>
                      <a:cubicBezTo>
                        <a:pt x="146875" y="44958"/>
                        <a:pt x="146780" y="46006"/>
                        <a:pt x="146780" y="46577"/>
                      </a:cubicBezTo>
                      <a:cubicBezTo>
                        <a:pt x="146780" y="50768"/>
                        <a:pt x="148495" y="53721"/>
                        <a:pt x="151829" y="55626"/>
                      </a:cubicBezTo>
                      <a:cubicBezTo>
                        <a:pt x="151162" y="56578"/>
                        <a:pt x="150876" y="57721"/>
                        <a:pt x="150876" y="59055"/>
                      </a:cubicBezTo>
                      <a:cubicBezTo>
                        <a:pt x="150876" y="60198"/>
                        <a:pt x="151257" y="61722"/>
                        <a:pt x="151829" y="63627"/>
                      </a:cubicBezTo>
                      <a:cubicBezTo>
                        <a:pt x="152495" y="65532"/>
                        <a:pt x="152781" y="66770"/>
                        <a:pt x="152781" y="67532"/>
                      </a:cubicBezTo>
                      <a:cubicBezTo>
                        <a:pt x="152781" y="69247"/>
                        <a:pt x="151638" y="70294"/>
                        <a:pt x="149162" y="70771"/>
                      </a:cubicBezTo>
                      <a:close/>
                      <a:moveTo>
                        <a:pt x="123539" y="83058"/>
                      </a:moveTo>
                      <a:cubicBezTo>
                        <a:pt x="124301" y="83058"/>
                        <a:pt x="128016" y="84010"/>
                        <a:pt x="134684" y="86011"/>
                      </a:cubicBezTo>
                      <a:lnTo>
                        <a:pt x="134684" y="81343"/>
                      </a:lnTo>
                      <a:cubicBezTo>
                        <a:pt x="129350" y="79629"/>
                        <a:pt x="126968" y="78772"/>
                        <a:pt x="127445" y="78772"/>
                      </a:cubicBezTo>
                      <a:cubicBezTo>
                        <a:pt x="126302" y="78772"/>
                        <a:pt x="125921" y="79629"/>
                        <a:pt x="126302" y="81343"/>
                      </a:cubicBezTo>
                      <a:lnTo>
                        <a:pt x="123635" y="78772"/>
                      </a:lnTo>
                      <a:lnTo>
                        <a:pt x="122396" y="79343"/>
                      </a:lnTo>
                      <a:cubicBezTo>
                        <a:pt x="121253" y="77819"/>
                        <a:pt x="119634" y="76581"/>
                        <a:pt x="117634" y="75724"/>
                      </a:cubicBezTo>
                      <a:cubicBezTo>
                        <a:pt x="114110" y="74581"/>
                        <a:pt x="112014" y="73819"/>
                        <a:pt x="111538" y="73628"/>
                      </a:cubicBezTo>
                      <a:cubicBezTo>
                        <a:pt x="112204" y="72961"/>
                        <a:pt x="112395" y="71723"/>
                        <a:pt x="112300" y="70104"/>
                      </a:cubicBezTo>
                      <a:lnTo>
                        <a:pt x="112300" y="66199"/>
                      </a:lnTo>
                      <a:cubicBezTo>
                        <a:pt x="111824" y="65437"/>
                        <a:pt x="109919" y="61722"/>
                        <a:pt x="106775" y="55054"/>
                      </a:cubicBezTo>
                      <a:cubicBezTo>
                        <a:pt x="104680" y="50387"/>
                        <a:pt x="102775" y="47434"/>
                        <a:pt x="100965" y="46101"/>
                      </a:cubicBezTo>
                      <a:lnTo>
                        <a:pt x="102203" y="45434"/>
                      </a:lnTo>
                      <a:cubicBezTo>
                        <a:pt x="100394" y="43434"/>
                        <a:pt x="98012" y="42005"/>
                        <a:pt x="94964" y="41148"/>
                      </a:cubicBezTo>
                      <a:cubicBezTo>
                        <a:pt x="91916" y="40291"/>
                        <a:pt x="88963" y="39433"/>
                        <a:pt x="86296" y="38767"/>
                      </a:cubicBezTo>
                      <a:cubicBezTo>
                        <a:pt x="86392" y="36481"/>
                        <a:pt x="85439" y="35338"/>
                        <a:pt x="83153" y="35338"/>
                      </a:cubicBezTo>
                      <a:cubicBezTo>
                        <a:pt x="80105" y="35338"/>
                        <a:pt x="78105" y="36481"/>
                        <a:pt x="77153" y="38767"/>
                      </a:cubicBezTo>
                      <a:cubicBezTo>
                        <a:pt x="75438" y="38957"/>
                        <a:pt x="73057" y="39909"/>
                        <a:pt x="70009" y="41529"/>
                      </a:cubicBezTo>
                      <a:cubicBezTo>
                        <a:pt x="67056" y="43243"/>
                        <a:pt x="64770" y="44005"/>
                        <a:pt x="63151" y="43720"/>
                      </a:cubicBezTo>
                      <a:cubicBezTo>
                        <a:pt x="59912" y="44577"/>
                        <a:pt x="57626" y="46958"/>
                        <a:pt x="56388" y="50863"/>
                      </a:cubicBezTo>
                      <a:cubicBezTo>
                        <a:pt x="55054" y="55245"/>
                        <a:pt x="53531" y="57817"/>
                        <a:pt x="51721" y="58579"/>
                      </a:cubicBezTo>
                      <a:cubicBezTo>
                        <a:pt x="51911" y="60769"/>
                        <a:pt x="51721" y="63627"/>
                        <a:pt x="51149" y="67151"/>
                      </a:cubicBezTo>
                      <a:cubicBezTo>
                        <a:pt x="50578" y="70771"/>
                        <a:pt x="50292" y="73342"/>
                        <a:pt x="50292" y="74771"/>
                      </a:cubicBezTo>
                      <a:cubicBezTo>
                        <a:pt x="50292" y="77248"/>
                        <a:pt x="50768" y="79343"/>
                        <a:pt x="51721" y="81248"/>
                      </a:cubicBezTo>
                      <a:cubicBezTo>
                        <a:pt x="49911" y="82296"/>
                        <a:pt x="49721" y="84677"/>
                        <a:pt x="50959" y="88106"/>
                      </a:cubicBezTo>
                      <a:cubicBezTo>
                        <a:pt x="52102" y="90964"/>
                        <a:pt x="51435" y="92583"/>
                        <a:pt x="49054" y="92869"/>
                      </a:cubicBezTo>
                      <a:cubicBezTo>
                        <a:pt x="50768" y="99726"/>
                        <a:pt x="51721" y="104965"/>
                        <a:pt x="51721" y="108585"/>
                      </a:cubicBezTo>
                      <a:cubicBezTo>
                        <a:pt x="51721" y="111252"/>
                        <a:pt x="51530" y="113728"/>
                        <a:pt x="50959" y="116205"/>
                      </a:cubicBezTo>
                      <a:cubicBezTo>
                        <a:pt x="52102" y="117062"/>
                        <a:pt x="54388" y="121253"/>
                        <a:pt x="57721" y="128683"/>
                      </a:cubicBezTo>
                      <a:cubicBezTo>
                        <a:pt x="60103" y="134112"/>
                        <a:pt x="64103" y="136493"/>
                        <a:pt x="69533" y="136017"/>
                      </a:cubicBezTo>
                      <a:cubicBezTo>
                        <a:pt x="70009" y="136207"/>
                        <a:pt x="70580" y="136017"/>
                        <a:pt x="71247" y="135350"/>
                      </a:cubicBezTo>
                      <a:cubicBezTo>
                        <a:pt x="71914" y="134779"/>
                        <a:pt x="72390" y="134493"/>
                        <a:pt x="72676" y="134493"/>
                      </a:cubicBezTo>
                      <a:cubicBezTo>
                        <a:pt x="73152" y="134493"/>
                        <a:pt x="73628" y="134779"/>
                        <a:pt x="74104" y="135350"/>
                      </a:cubicBezTo>
                      <a:lnTo>
                        <a:pt x="73152" y="136017"/>
                      </a:lnTo>
                      <a:cubicBezTo>
                        <a:pt x="73152" y="136779"/>
                        <a:pt x="73628" y="137350"/>
                        <a:pt x="74390" y="138017"/>
                      </a:cubicBezTo>
                      <a:lnTo>
                        <a:pt x="76105" y="139541"/>
                      </a:lnTo>
                      <a:cubicBezTo>
                        <a:pt x="77248" y="140875"/>
                        <a:pt x="78677" y="141446"/>
                        <a:pt x="80486" y="141446"/>
                      </a:cubicBezTo>
                      <a:cubicBezTo>
                        <a:pt x="82963" y="141446"/>
                        <a:pt x="84201" y="140589"/>
                        <a:pt x="84392" y="138874"/>
                      </a:cubicBezTo>
                      <a:cubicBezTo>
                        <a:pt x="85535" y="139732"/>
                        <a:pt x="86582" y="140112"/>
                        <a:pt x="87535" y="140112"/>
                      </a:cubicBezTo>
                      <a:cubicBezTo>
                        <a:pt x="88487" y="140112"/>
                        <a:pt x="89630" y="139160"/>
                        <a:pt x="90773" y="137350"/>
                      </a:cubicBezTo>
                      <a:cubicBezTo>
                        <a:pt x="92012" y="135445"/>
                        <a:pt x="93059" y="134588"/>
                        <a:pt x="94012" y="134588"/>
                      </a:cubicBezTo>
                      <a:cubicBezTo>
                        <a:pt x="94964" y="134588"/>
                        <a:pt x="96203" y="135159"/>
                        <a:pt x="97631" y="136112"/>
                      </a:cubicBezTo>
                      <a:cubicBezTo>
                        <a:pt x="98012" y="135541"/>
                        <a:pt x="99536" y="134683"/>
                        <a:pt x="102299" y="133540"/>
                      </a:cubicBezTo>
                      <a:cubicBezTo>
                        <a:pt x="104489" y="132683"/>
                        <a:pt x="105632" y="131445"/>
                        <a:pt x="105632" y="129921"/>
                      </a:cubicBezTo>
                      <a:cubicBezTo>
                        <a:pt x="105632" y="129349"/>
                        <a:pt x="105442" y="128588"/>
                        <a:pt x="105156" y="127730"/>
                      </a:cubicBezTo>
                      <a:cubicBezTo>
                        <a:pt x="107442" y="126778"/>
                        <a:pt x="108775" y="124492"/>
                        <a:pt x="109252" y="121063"/>
                      </a:cubicBezTo>
                      <a:cubicBezTo>
                        <a:pt x="109728" y="117634"/>
                        <a:pt x="110776" y="115443"/>
                        <a:pt x="112395" y="114586"/>
                      </a:cubicBezTo>
                      <a:lnTo>
                        <a:pt x="112395" y="100393"/>
                      </a:lnTo>
                      <a:cubicBezTo>
                        <a:pt x="112681" y="99441"/>
                        <a:pt x="112871" y="98203"/>
                        <a:pt x="112871" y="96964"/>
                      </a:cubicBezTo>
                      <a:cubicBezTo>
                        <a:pt x="112871" y="95631"/>
                        <a:pt x="112681" y="93821"/>
                        <a:pt x="112109" y="91345"/>
                      </a:cubicBezTo>
                      <a:cubicBezTo>
                        <a:pt x="111633" y="88963"/>
                        <a:pt x="111347" y="87154"/>
                        <a:pt x="111347" y="86106"/>
                      </a:cubicBezTo>
                      <a:cubicBezTo>
                        <a:pt x="111347" y="84487"/>
                        <a:pt x="111728" y="83153"/>
                        <a:pt x="112300" y="82010"/>
                      </a:cubicBezTo>
                      <a:cubicBezTo>
                        <a:pt x="112109" y="80391"/>
                        <a:pt x="112586" y="79534"/>
                        <a:pt x="113729" y="79248"/>
                      </a:cubicBezTo>
                      <a:cubicBezTo>
                        <a:pt x="114205" y="79248"/>
                        <a:pt x="115633" y="79343"/>
                        <a:pt x="117824" y="79629"/>
                      </a:cubicBezTo>
                      <a:cubicBezTo>
                        <a:pt x="119539" y="79915"/>
                        <a:pt x="120872" y="79819"/>
                        <a:pt x="121729" y="79343"/>
                      </a:cubicBezTo>
                      <a:cubicBezTo>
                        <a:pt x="123158" y="80676"/>
                        <a:pt x="123825" y="81915"/>
                        <a:pt x="123635" y="83058"/>
                      </a:cubicBezTo>
                      <a:close/>
                      <a:moveTo>
                        <a:pt x="144018" y="71151"/>
                      </a:moveTo>
                      <a:cubicBezTo>
                        <a:pt x="142685" y="70580"/>
                        <a:pt x="141446" y="70294"/>
                        <a:pt x="140208" y="70294"/>
                      </a:cubicBezTo>
                      <a:cubicBezTo>
                        <a:pt x="139446" y="70294"/>
                        <a:pt x="138113" y="70485"/>
                        <a:pt x="136303" y="70866"/>
                      </a:cubicBezTo>
                      <a:cubicBezTo>
                        <a:pt x="134588" y="71247"/>
                        <a:pt x="132969" y="71342"/>
                        <a:pt x="131731" y="71247"/>
                      </a:cubicBezTo>
                      <a:lnTo>
                        <a:pt x="137541" y="74676"/>
                      </a:lnTo>
                      <a:lnTo>
                        <a:pt x="138208" y="71247"/>
                      </a:lnTo>
                      <a:cubicBezTo>
                        <a:pt x="138208" y="71247"/>
                        <a:pt x="140494" y="71818"/>
                        <a:pt x="144018" y="72961"/>
                      </a:cubicBezTo>
                      <a:lnTo>
                        <a:pt x="144018" y="71247"/>
                      </a:lnTo>
                      <a:close/>
                      <a:moveTo>
                        <a:pt x="138208" y="125349"/>
                      </a:moveTo>
                      <a:cubicBezTo>
                        <a:pt x="138208" y="125349"/>
                        <a:pt x="138779" y="125063"/>
                        <a:pt x="138779" y="124968"/>
                      </a:cubicBezTo>
                      <a:cubicBezTo>
                        <a:pt x="138779" y="124777"/>
                        <a:pt x="138303" y="124587"/>
                        <a:pt x="137541" y="124206"/>
                      </a:cubicBezTo>
                      <a:cubicBezTo>
                        <a:pt x="136684" y="123825"/>
                        <a:pt x="136303" y="123539"/>
                        <a:pt x="136303" y="123253"/>
                      </a:cubicBezTo>
                      <a:cubicBezTo>
                        <a:pt x="136303" y="122967"/>
                        <a:pt x="136684" y="122587"/>
                        <a:pt x="137541" y="122206"/>
                      </a:cubicBezTo>
                      <a:cubicBezTo>
                        <a:pt x="136588" y="121920"/>
                        <a:pt x="135636" y="122015"/>
                        <a:pt x="134588" y="122396"/>
                      </a:cubicBezTo>
                      <a:cubicBezTo>
                        <a:pt x="133160" y="123253"/>
                        <a:pt x="132302" y="123730"/>
                        <a:pt x="132207" y="123730"/>
                      </a:cubicBezTo>
                      <a:cubicBezTo>
                        <a:pt x="132683" y="123730"/>
                        <a:pt x="134684" y="124301"/>
                        <a:pt x="138208" y="125444"/>
                      </a:cubicBezTo>
                      <a:close/>
                      <a:moveTo>
                        <a:pt x="144780" y="81343"/>
                      </a:moveTo>
                      <a:lnTo>
                        <a:pt x="147638" y="81343"/>
                      </a:lnTo>
                      <a:cubicBezTo>
                        <a:pt x="146209" y="80391"/>
                        <a:pt x="145256" y="80391"/>
                        <a:pt x="144780" y="81153"/>
                      </a:cubicBezTo>
                      <a:cubicBezTo>
                        <a:pt x="142970" y="80676"/>
                        <a:pt x="140494" y="80105"/>
                        <a:pt x="137255" y="79248"/>
                      </a:cubicBezTo>
                      <a:cubicBezTo>
                        <a:pt x="136970" y="78200"/>
                        <a:pt x="136017" y="77724"/>
                        <a:pt x="134588" y="77724"/>
                      </a:cubicBezTo>
                      <a:cubicBezTo>
                        <a:pt x="135255" y="78009"/>
                        <a:pt x="136112" y="78486"/>
                        <a:pt x="137255" y="79248"/>
                      </a:cubicBezTo>
                      <a:cubicBezTo>
                        <a:pt x="137446" y="79819"/>
                        <a:pt x="137541" y="80486"/>
                        <a:pt x="137541" y="81439"/>
                      </a:cubicBezTo>
                      <a:cubicBezTo>
                        <a:pt x="137350" y="82486"/>
                        <a:pt x="137350" y="83248"/>
                        <a:pt x="137541" y="83344"/>
                      </a:cubicBezTo>
                      <a:cubicBezTo>
                        <a:pt x="137541" y="83725"/>
                        <a:pt x="137732" y="83915"/>
                        <a:pt x="138208" y="83725"/>
                      </a:cubicBezTo>
                      <a:lnTo>
                        <a:pt x="140875" y="81439"/>
                      </a:lnTo>
                      <a:lnTo>
                        <a:pt x="142018" y="82105"/>
                      </a:lnTo>
                      <a:cubicBezTo>
                        <a:pt x="142208" y="82677"/>
                        <a:pt x="142018" y="83344"/>
                        <a:pt x="141542" y="83915"/>
                      </a:cubicBezTo>
                      <a:cubicBezTo>
                        <a:pt x="141065" y="84582"/>
                        <a:pt x="140875" y="85058"/>
                        <a:pt x="140875" y="85534"/>
                      </a:cubicBezTo>
                      <a:cubicBezTo>
                        <a:pt x="142304" y="85820"/>
                        <a:pt x="143256" y="85439"/>
                        <a:pt x="143637" y="84391"/>
                      </a:cubicBezTo>
                      <a:cubicBezTo>
                        <a:pt x="144018" y="83344"/>
                        <a:pt x="144399" y="82296"/>
                        <a:pt x="144685" y="81248"/>
                      </a:cubicBezTo>
                      <a:lnTo>
                        <a:pt x="144685" y="81439"/>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 name="Google Shape;1515;p99"/>
                <p:cNvSpPr/>
                <p:nvPr/>
              </p:nvSpPr>
              <p:spPr>
                <a:xfrm>
                  <a:off x="4308252" y="5329237"/>
                  <a:ext cx="202691" cy="176688"/>
                </a:xfrm>
                <a:custGeom>
                  <a:avLst/>
                  <a:gdLst/>
                  <a:ahLst/>
                  <a:cxnLst/>
                  <a:rect l="l" t="t" r="r" b="b"/>
                  <a:pathLst>
                    <a:path w="202691" h="176688" extrusionOk="0">
                      <a:moveTo>
                        <a:pt x="1905" y="94679"/>
                      </a:moveTo>
                      <a:cubicBezTo>
                        <a:pt x="1905" y="94679"/>
                        <a:pt x="2286" y="95155"/>
                        <a:pt x="3048" y="95631"/>
                      </a:cubicBezTo>
                      <a:cubicBezTo>
                        <a:pt x="3810" y="96203"/>
                        <a:pt x="4000" y="96584"/>
                        <a:pt x="3905" y="97060"/>
                      </a:cubicBezTo>
                      <a:lnTo>
                        <a:pt x="0" y="97060"/>
                      </a:lnTo>
                      <a:lnTo>
                        <a:pt x="1905" y="94679"/>
                      </a:lnTo>
                      <a:close/>
                      <a:moveTo>
                        <a:pt x="0" y="107252"/>
                      </a:moveTo>
                      <a:cubicBezTo>
                        <a:pt x="857" y="108395"/>
                        <a:pt x="1905" y="109156"/>
                        <a:pt x="3429" y="109633"/>
                      </a:cubicBezTo>
                      <a:lnTo>
                        <a:pt x="0" y="109633"/>
                      </a:lnTo>
                      <a:lnTo>
                        <a:pt x="0" y="107252"/>
                      </a:lnTo>
                      <a:close/>
                      <a:moveTo>
                        <a:pt x="762" y="118872"/>
                      </a:moveTo>
                      <a:lnTo>
                        <a:pt x="0" y="116300"/>
                      </a:lnTo>
                      <a:cubicBezTo>
                        <a:pt x="857" y="116396"/>
                        <a:pt x="2096" y="116967"/>
                        <a:pt x="3905" y="118015"/>
                      </a:cubicBezTo>
                      <a:lnTo>
                        <a:pt x="762" y="118872"/>
                      </a:lnTo>
                      <a:close/>
                      <a:moveTo>
                        <a:pt x="6572" y="109538"/>
                      </a:moveTo>
                      <a:cubicBezTo>
                        <a:pt x="5429" y="109728"/>
                        <a:pt x="4382" y="109728"/>
                        <a:pt x="3429" y="109538"/>
                      </a:cubicBezTo>
                      <a:lnTo>
                        <a:pt x="6572" y="109538"/>
                      </a:lnTo>
                      <a:close/>
                      <a:moveTo>
                        <a:pt x="4667" y="123158"/>
                      </a:moveTo>
                      <a:cubicBezTo>
                        <a:pt x="5144" y="123063"/>
                        <a:pt x="6001" y="123444"/>
                        <a:pt x="7334" y="124396"/>
                      </a:cubicBezTo>
                      <a:lnTo>
                        <a:pt x="7334" y="125444"/>
                      </a:lnTo>
                      <a:lnTo>
                        <a:pt x="4667" y="125444"/>
                      </a:lnTo>
                      <a:lnTo>
                        <a:pt x="4667" y="123063"/>
                      </a:lnTo>
                      <a:close/>
                      <a:moveTo>
                        <a:pt x="11240" y="92297"/>
                      </a:moveTo>
                      <a:cubicBezTo>
                        <a:pt x="11716" y="92773"/>
                        <a:pt x="12002" y="93821"/>
                        <a:pt x="12192" y="95345"/>
                      </a:cubicBezTo>
                      <a:cubicBezTo>
                        <a:pt x="10478" y="95345"/>
                        <a:pt x="9430" y="95060"/>
                        <a:pt x="9334" y="94583"/>
                      </a:cubicBezTo>
                      <a:lnTo>
                        <a:pt x="11240" y="92297"/>
                      </a:lnTo>
                      <a:close/>
                      <a:moveTo>
                        <a:pt x="9334" y="148780"/>
                      </a:moveTo>
                      <a:cubicBezTo>
                        <a:pt x="9334" y="148780"/>
                        <a:pt x="10478" y="148114"/>
                        <a:pt x="12192" y="148114"/>
                      </a:cubicBezTo>
                      <a:lnTo>
                        <a:pt x="12192" y="149352"/>
                      </a:lnTo>
                      <a:lnTo>
                        <a:pt x="9334" y="148685"/>
                      </a:lnTo>
                      <a:close/>
                      <a:moveTo>
                        <a:pt x="20669" y="120301"/>
                      </a:moveTo>
                      <a:cubicBezTo>
                        <a:pt x="21812" y="119824"/>
                        <a:pt x="22860" y="119539"/>
                        <a:pt x="23813" y="119158"/>
                      </a:cubicBezTo>
                      <a:cubicBezTo>
                        <a:pt x="25337" y="118681"/>
                        <a:pt x="26384" y="118872"/>
                        <a:pt x="27242" y="119634"/>
                      </a:cubicBezTo>
                      <a:lnTo>
                        <a:pt x="20669" y="120301"/>
                      </a:lnTo>
                      <a:close/>
                      <a:moveTo>
                        <a:pt x="25241" y="98679"/>
                      </a:moveTo>
                      <a:cubicBezTo>
                        <a:pt x="23146" y="94202"/>
                        <a:pt x="23717" y="91154"/>
                        <a:pt x="27146" y="89630"/>
                      </a:cubicBezTo>
                      <a:lnTo>
                        <a:pt x="28099" y="90488"/>
                      </a:lnTo>
                      <a:cubicBezTo>
                        <a:pt x="26194" y="90488"/>
                        <a:pt x="25146" y="91535"/>
                        <a:pt x="24955" y="93536"/>
                      </a:cubicBezTo>
                      <a:cubicBezTo>
                        <a:pt x="25146" y="95345"/>
                        <a:pt x="25241" y="97060"/>
                        <a:pt x="25241" y="98774"/>
                      </a:cubicBezTo>
                      <a:close/>
                      <a:moveTo>
                        <a:pt x="48673" y="109442"/>
                      </a:moveTo>
                      <a:cubicBezTo>
                        <a:pt x="48101" y="109633"/>
                        <a:pt x="47339" y="109347"/>
                        <a:pt x="46673" y="108585"/>
                      </a:cubicBezTo>
                      <a:cubicBezTo>
                        <a:pt x="45911" y="107918"/>
                        <a:pt x="45339" y="107537"/>
                        <a:pt x="44863" y="107537"/>
                      </a:cubicBezTo>
                      <a:cubicBezTo>
                        <a:pt x="44767" y="107537"/>
                        <a:pt x="44482" y="107632"/>
                        <a:pt x="44101" y="107728"/>
                      </a:cubicBezTo>
                      <a:cubicBezTo>
                        <a:pt x="46673" y="106013"/>
                        <a:pt x="48863" y="105728"/>
                        <a:pt x="50578" y="107061"/>
                      </a:cubicBezTo>
                      <a:cubicBezTo>
                        <a:pt x="50768" y="107632"/>
                        <a:pt x="50578" y="108109"/>
                        <a:pt x="50102" y="108395"/>
                      </a:cubicBezTo>
                      <a:cubicBezTo>
                        <a:pt x="49625" y="108776"/>
                        <a:pt x="49149" y="109061"/>
                        <a:pt x="48578" y="109347"/>
                      </a:cubicBezTo>
                      <a:close/>
                      <a:moveTo>
                        <a:pt x="46768" y="64579"/>
                      </a:moveTo>
                      <a:lnTo>
                        <a:pt x="46768" y="67151"/>
                      </a:lnTo>
                      <a:lnTo>
                        <a:pt x="46006" y="64579"/>
                      </a:lnTo>
                      <a:lnTo>
                        <a:pt x="46768" y="64579"/>
                      </a:lnTo>
                      <a:close/>
                      <a:moveTo>
                        <a:pt x="48006" y="84391"/>
                      </a:moveTo>
                      <a:cubicBezTo>
                        <a:pt x="49149" y="84201"/>
                        <a:pt x="50006" y="84582"/>
                        <a:pt x="50673" y="85439"/>
                      </a:cubicBezTo>
                      <a:cubicBezTo>
                        <a:pt x="50387" y="86011"/>
                        <a:pt x="49816" y="86201"/>
                        <a:pt x="48958" y="86106"/>
                      </a:cubicBezTo>
                      <a:lnTo>
                        <a:pt x="46768" y="86106"/>
                      </a:lnTo>
                      <a:cubicBezTo>
                        <a:pt x="46577" y="85058"/>
                        <a:pt x="46958" y="84487"/>
                        <a:pt x="48006" y="84391"/>
                      </a:cubicBezTo>
                      <a:close/>
                      <a:moveTo>
                        <a:pt x="47530" y="130397"/>
                      </a:moveTo>
                      <a:lnTo>
                        <a:pt x="47530" y="129540"/>
                      </a:lnTo>
                      <a:lnTo>
                        <a:pt x="50578" y="129540"/>
                      </a:lnTo>
                      <a:lnTo>
                        <a:pt x="47530" y="130397"/>
                      </a:lnTo>
                      <a:close/>
                      <a:moveTo>
                        <a:pt x="48673" y="118777"/>
                      </a:moveTo>
                      <a:lnTo>
                        <a:pt x="48673" y="116205"/>
                      </a:lnTo>
                      <a:lnTo>
                        <a:pt x="51340" y="118777"/>
                      </a:lnTo>
                      <a:lnTo>
                        <a:pt x="48673" y="118777"/>
                      </a:lnTo>
                      <a:close/>
                      <a:moveTo>
                        <a:pt x="50578" y="102775"/>
                      </a:moveTo>
                      <a:cubicBezTo>
                        <a:pt x="52007" y="102775"/>
                        <a:pt x="52959" y="103061"/>
                        <a:pt x="53245" y="103727"/>
                      </a:cubicBezTo>
                      <a:lnTo>
                        <a:pt x="50578" y="105442"/>
                      </a:lnTo>
                      <a:lnTo>
                        <a:pt x="50578" y="102775"/>
                      </a:lnTo>
                      <a:close/>
                      <a:moveTo>
                        <a:pt x="53245" y="95250"/>
                      </a:moveTo>
                      <a:cubicBezTo>
                        <a:pt x="54578" y="97441"/>
                        <a:pt x="54769" y="98870"/>
                        <a:pt x="54007" y="99251"/>
                      </a:cubicBezTo>
                      <a:lnTo>
                        <a:pt x="53245" y="99251"/>
                      </a:lnTo>
                      <a:lnTo>
                        <a:pt x="53245" y="95250"/>
                      </a:lnTo>
                      <a:close/>
                      <a:moveTo>
                        <a:pt x="54007" y="142875"/>
                      </a:moveTo>
                      <a:cubicBezTo>
                        <a:pt x="57531" y="143542"/>
                        <a:pt x="59531" y="142684"/>
                        <a:pt x="59817" y="140303"/>
                      </a:cubicBezTo>
                      <a:cubicBezTo>
                        <a:pt x="60008" y="141065"/>
                        <a:pt x="59341" y="142208"/>
                        <a:pt x="57912" y="143923"/>
                      </a:cubicBezTo>
                      <a:cubicBezTo>
                        <a:pt x="56959" y="144113"/>
                        <a:pt x="55626" y="143733"/>
                        <a:pt x="54007" y="142875"/>
                      </a:cubicBezTo>
                      <a:close/>
                      <a:moveTo>
                        <a:pt x="55245" y="91059"/>
                      </a:moveTo>
                      <a:cubicBezTo>
                        <a:pt x="56388" y="90773"/>
                        <a:pt x="57912" y="91059"/>
                        <a:pt x="59817" y="92202"/>
                      </a:cubicBezTo>
                      <a:lnTo>
                        <a:pt x="55245" y="92202"/>
                      </a:lnTo>
                      <a:lnTo>
                        <a:pt x="55245" y="91059"/>
                      </a:lnTo>
                      <a:close/>
                      <a:moveTo>
                        <a:pt x="59341" y="98203"/>
                      </a:moveTo>
                      <a:cubicBezTo>
                        <a:pt x="59341" y="98203"/>
                        <a:pt x="58674" y="97346"/>
                        <a:pt x="58865" y="96964"/>
                      </a:cubicBezTo>
                      <a:lnTo>
                        <a:pt x="59341" y="98203"/>
                      </a:lnTo>
                      <a:close/>
                      <a:moveTo>
                        <a:pt x="59341" y="98203"/>
                      </a:moveTo>
                      <a:lnTo>
                        <a:pt x="61817" y="100774"/>
                      </a:lnTo>
                      <a:cubicBezTo>
                        <a:pt x="61817" y="100774"/>
                        <a:pt x="61436" y="101632"/>
                        <a:pt x="60865" y="102108"/>
                      </a:cubicBezTo>
                      <a:lnTo>
                        <a:pt x="59436" y="98203"/>
                      </a:lnTo>
                      <a:close/>
                      <a:moveTo>
                        <a:pt x="170021" y="141161"/>
                      </a:moveTo>
                      <a:cubicBezTo>
                        <a:pt x="171259" y="141446"/>
                        <a:pt x="172879" y="141541"/>
                        <a:pt x="174593" y="141541"/>
                      </a:cubicBezTo>
                      <a:cubicBezTo>
                        <a:pt x="175832" y="141541"/>
                        <a:pt x="178022" y="141541"/>
                        <a:pt x="180975" y="141161"/>
                      </a:cubicBezTo>
                      <a:cubicBezTo>
                        <a:pt x="183928" y="140970"/>
                        <a:pt x="186119" y="140875"/>
                        <a:pt x="187642" y="140875"/>
                      </a:cubicBezTo>
                      <a:cubicBezTo>
                        <a:pt x="195072" y="140875"/>
                        <a:pt x="200025" y="142875"/>
                        <a:pt x="202692" y="146875"/>
                      </a:cubicBezTo>
                      <a:cubicBezTo>
                        <a:pt x="202406" y="151924"/>
                        <a:pt x="202025" y="156876"/>
                        <a:pt x="201740" y="161734"/>
                      </a:cubicBezTo>
                      <a:cubicBezTo>
                        <a:pt x="201073" y="167640"/>
                        <a:pt x="199263" y="172212"/>
                        <a:pt x="196215" y="175355"/>
                      </a:cubicBezTo>
                      <a:cubicBezTo>
                        <a:pt x="194882" y="176213"/>
                        <a:pt x="193643" y="176689"/>
                        <a:pt x="192405" y="176689"/>
                      </a:cubicBezTo>
                      <a:cubicBezTo>
                        <a:pt x="191071" y="176689"/>
                        <a:pt x="189357" y="176213"/>
                        <a:pt x="187166" y="175165"/>
                      </a:cubicBezTo>
                      <a:cubicBezTo>
                        <a:pt x="184975" y="174117"/>
                        <a:pt x="183261" y="173641"/>
                        <a:pt x="182023" y="173641"/>
                      </a:cubicBezTo>
                      <a:cubicBezTo>
                        <a:pt x="180594" y="173641"/>
                        <a:pt x="179165" y="174212"/>
                        <a:pt x="177641" y="175355"/>
                      </a:cubicBezTo>
                      <a:cubicBezTo>
                        <a:pt x="171641" y="175926"/>
                        <a:pt x="163830" y="176022"/>
                        <a:pt x="154115" y="175641"/>
                      </a:cubicBezTo>
                      <a:cubicBezTo>
                        <a:pt x="144304" y="175260"/>
                        <a:pt x="136684" y="175355"/>
                        <a:pt x="131064" y="176117"/>
                      </a:cubicBezTo>
                      <a:lnTo>
                        <a:pt x="131064" y="175641"/>
                      </a:lnTo>
                      <a:cubicBezTo>
                        <a:pt x="124587" y="175355"/>
                        <a:pt x="115253" y="175450"/>
                        <a:pt x="102965" y="176117"/>
                      </a:cubicBezTo>
                      <a:cubicBezTo>
                        <a:pt x="98774" y="175260"/>
                        <a:pt x="93154" y="175070"/>
                        <a:pt x="86106" y="175641"/>
                      </a:cubicBezTo>
                      <a:lnTo>
                        <a:pt x="66294" y="175641"/>
                      </a:lnTo>
                      <a:lnTo>
                        <a:pt x="66294" y="126016"/>
                      </a:lnTo>
                      <a:lnTo>
                        <a:pt x="69437" y="124301"/>
                      </a:lnTo>
                      <a:lnTo>
                        <a:pt x="62865" y="123635"/>
                      </a:lnTo>
                      <a:cubicBezTo>
                        <a:pt x="65151" y="122682"/>
                        <a:pt x="66294" y="120968"/>
                        <a:pt x="66294" y="118681"/>
                      </a:cubicBezTo>
                      <a:cubicBezTo>
                        <a:pt x="66294" y="117920"/>
                        <a:pt x="66104" y="116777"/>
                        <a:pt x="65818" y="115062"/>
                      </a:cubicBezTo>
                      <a:cubicBezTo>
                        <a:pt x="65532" y="113347"/>
                        <a:pt x="65342" y="112204"/>
                        <a:pt x="65342" y="111443"/>
                      </a:cubicBezTo>
                      <a:cubicBezTo>
                        <a:pt x="65342" y="110585"/>
                        <a:pt x="65342" y="109919"/>
                        <a:pt x="65532" y="109252"/>
                      </a:cubicBezTo>
                      <a:lnTo>
                        <a:pt x="62865" y="109252"/>
                      </a:lnTo>
                      <a:cubicBezTo>
                        <a:pt x="64294" y="108871"/>
                        <a:pt x="66104" y="107442"/>
                        <a:pt x="68199" y="105156"/>
                      </a:cubicBezTo>
                      <a:cubicBezTo>
                        <a:pt x="65913" y="103537"/>
                        <a:pt x="64770" y="101441"/>
                        <a:pt x="64770" y="98870"/>
                      </a:cubicBezTo>
                      <a:cubicBezTo>
                        <a:pt x="64770" y="97441"/>
                        <a:pt x="65342" y="95060"/>
                        <a:pt x="66484" y="91916"/>
                      </a:cubicBezTo>
                      <a:cubicBezTo>
                        <a:pt x="67628" y="88678"/>
                        <a:pt x="68199" y="86487"/>
                        <a:pt x="68199" y="85154"/>
                      </a:cubicBezTo>
                      <a:cubicBezTo>
                        <a:pt x="68675" y="85154"/>
                        <a:pt x="68961" y="85535"/>
                        <a:pt x="69056" y="86296"/>
                      </a:cubicBezTo>
                      <a:cubicBezTo>
                        <a:pt x="69056" y="87059"/>
                        <a:pt x="69247" y="87439"/>
                        <a:pt x="69437" y="87439"/>
                      </a:cubicBezTo>
                      <a:cubicBezTo>
                        <a:pt x="69913" y="87439"/>
                        <a:pt x="70485" y="87059"/>
                        <a:pt x="71152" y="86392"/>
                      </a:cubicBezTo>
                      <a:lnTo>
                        <a:pt x="75057" y="92393"/>
                      </a:lnTo>
                      <a:cubicBezTo>
                        <a:pt x="76200" y="90583"/>
                        <a:pt x="76391" y="87439"/>
                        <a:pt x="75724" y="83344"/>
                      </a:cubicBezTo>
                      <a:cubicBezTo>
                        <a:pt x="74867" y="82677"/>
                        <a:pt x="73628" y="82201"/>
                        <a:pt x="71819" y="82201"/>
                      </a:cubicBezTo>
                      <a:lnTo>
                        <a:pt x="68390" y="82201"/>
                      </a:lnTo>
                      <a:cubicBezTo>
                        <a:pt x="68390" y="81344"/>
                        <a:pt x="68008" y="80963"/>
                        <a:pt x="67437" y="80963"/>
                      </a:cubicBezTo>
                      <a:lnTo>
                        <a:pt x="73057" y="79915"/>
                      </a:lnTo>
                      <a:cubicBezTo>
                        <a:pt x="70104" y="78867"/>
                        <a:pt x="68390" y="77153"/>
                        <a:pt x="67723" y="74486"/>
                      </a:cubicBezTo>
                      <a:cubicBezTo>
                        <a:pt x="67723" y="72199"/>
                        <a:pt x="67723" y="69818"/>
                        <a:pt x="67532" y="67437"/>
                      </a:cubicBezTo>
                      <a:lnTo>
                        <a:pt x="69533" y="65627"/>
                      </a:lnTo>
                      <a:lnTo>
                        <a:pt x="64865" y="60103"/>
                      </a:lnTo>
                      <a:cubicBezTo>
                        <a:pt x="66770" y="51911"/>
                        <a:pt x="67723" y="47435"/>
                        <a:pt x="67723" y="46768"/>
                      </a:cubicBezTo>
                      <a:cubicBezTo>
                        <a:pt x="67723" y="44005"/>
                        <a:pt x="66961" y="41815"/>
                        <a:pt x="65532" y="40100"/>
                      </a:cubicBezTo>
                      <a:cubicBezTo>
                        <a:pt x="65723" y="39529"/>
                        <a:pt x="66104" y="32956"/>
                        <a:pt x="66770" y="20288"/>
                      </a:cubicBezTo>
                      <a:cubicBezTo>
                        <a:pt x="67246" y="12382"/>
                        <a:pt x="69152" y="6477"/>
                        <a:pt x="72295" y="2667"/>
                      </a:cubicBezTo>
                      <a:cubicBezTo>
                        <a:pt x="71533" y="2667"/>
                        <a:pt x="75819" y="2667"/>
                        <a:pt x="85249" y="2667"/>
                      </a:cubicBezTo>
                      <a:cubicBezTo>
                        <a:pt x="90297" y="2857"/>
                        <a:pt x="94298" y="1905"/>
                        <a:pt x="97250" y="0"/>
                      </a:cubicBezTo>
                      <a:cubicBezTo>
                        <a:pt x="101727" y="4667"/>
                        <a:pt x="103918" y="12192"/>
                        <a:pt x="103918" y="22670"/>
                      </a:cubicBezTo>
                      <a:lnTo>
                        <a:pt x="103918" y="39719"/>
                      </a:lnTo>
                      <a:cubicBezTo>
                        <a:pt x="103918" y="44482"/>
                        <a:pt x="104299" y="48387"/>
                        <a:pt x="104870" y="51626"/>
                      </a:cubicBezTo>
                      <a:cubicBezTo>
                        <a:pt x="103537" y="52388"/>
                        <a:pt x="102870" y="53530"/>
                        <a:pt x="102870" y="55054"/>
                      </a:cubicBezTo>
                      <a:cubicBezTo>
                        <a:pt x="102870" y="55816"/>
                        <a:pt x="103061" y="56864"/>
                        <a:pt x="103346" y="58293"/>
                      </a:cubicBezTo>
                      <a:cubicBezTo>
                        <a:pt x="103727" y="59722"/>
                        <a:pt x="103823" y="60770"/>
                        <a:pt x="103823" y="61341"/>
                      </a:cubicBezTo>
                      <a:cubicBezTo>
                        <a:pt x="103823" y="62103"/>
                        <a:pt x="103823" y="62674"/>
                        <a:pt x="103632" y="63055"/>
                      </a:cubicBezTo>
                      <a:lnTo>
                        <a:pt x="102870" y="62389"/>
                      </a:lnTo>
                      <a:cubicBezTo>
                        <a:pt x="102870" y="63246"/>
                        <a:pt x="103156" y="64865"/>
                        <a:pt x="103727" y="67056"/>
                      </a:cubicBezTo>
                      <a:cubicBezTo>
                        <a:pt x="104299" y="69437"/>
                        <a:pt x="104584" y="71152"/>
                        <a:pt x="104584" y="72295"/>
                      </a:cubicBezTo>
                      <a:cubicBezTo>
                        <a:pt x="104584" y="73914"/>
                        <a:pt x="104299" y="75343"/>
                        <a:pt x="103823" y="76676"/>
                      </a:cubicBezTo>
                      <a:lnTo>
                        <a:pt x="105537" y="79915"/>
                      </a:lnTo>
                      <a:lnTo>
                        <a:pt x="104870" y="79915"/>
                      </a:lnTo>
                      <a:cubicBezTo>
                        <a:pt x="104204" y="80867"/>
                        <a:pt x="103918" y="83439"/>
                        <a:pt x="103918" y="87439"/>
                      </a:cubicBezTo>
                      <a:cubicBezTo>
                        <a:pt x="103918" y="90583"/>
                        <a:pt x="102965" y="92869"/>
                        <a:pt x="101060" y="94107"/>
                      </a:cubicBezTo>
                      <a:cubicBezTo>
                        <a:pt x="101441" y="94583"/>
                        <a:pt x="102394" y="94869"/>
                        <a:pt x="103918" y="94869"/>
                      </a:cubicBezTo>
                      <a:cubicBezTo>
                        <a:pt x="104870" y="111347"/>
                        <a:pt x="104870" y="124778"/>
                        <a:pt x="103918" y="135160"/>
                      </a:cubicBezTo>
                      <a:cubicBezTo>
                        <a:pt x="103727" y="134493"/>
                        <a:pt x="103251" y="134112"/>
                        <a:pt x="102394" y="134112"/>
                      </a:cubicBezTo>
                      <a:lnTo>
                        <a:pt x="100108" y="134112"/>
                      </a:lnTo>
                      <a:cubicBezTo>
                        <a:pt x="100108" y="134112"/>
                        <a:pt x="100584" y="134969"/>
                        <a:pt x="100584" y="135350"/>
                      </a:cubicBezTo>
                      <a:cubicBezTo>
                        <a:pt x="100584" y="136112"/>
                        <a:pt x="100108" y="136970"/>
                        <a:pt x="99155" y="137922"/>
                      </a:cubicBezTo>
                      <a:cubicBezTo>
                        <a:pt x="98203" y="138970"/>
                        <a:pt x="97727" y="139732"/>
                        <a:pt x="97727" y="140303"/>
                      </a:cubicBezTo>
                      <a:cubicBezTo>
                        <a:pt x="97727" y="140970"/>
                        <a:pt x="98108" y="141732"/>
                        <a:pt x="98965" y="142494"/>
                      </a:cubicBezTo>
                      <a:cubicBezTo>
                        <a:pt x="100108" y="139636"/>
                        <a:pt x="101727" y="138113"/>
                        <a:pt x="103823" y="138113"/>
                      </a:cubicBezTo>
                      <a:cubicBezTo>
                        <a:pt x="105156" y="138113"/>
                        <a:pt x="108204" y="139541"/>
                        <a:pt x="113252" y="142494"/>
                      </a:cubicBezTo>
                      <a:cubicBezTo>
                        <a:pt x="113729" y="142684"/>
                        <a:pt x="114395" y="142304"/>
                        <a:pt x="115157" y="141637"/>
                      </a:cubicBezTo>
                      <a:lnTo>
                        <a:pt x="115157" y="139922"/>
                      </a:lnTo>
                      <a:cubicBezTo>
                        <a:pt x="115919" y="140494"/>
                        <a:pt x="118396" y="140780"/>
                        <a:pt x="122396" y="140780"/>
                      </a:cubicBezTo>
                      <a:lnTo>
                        <a:pt x="121634" y="141637"/>
                      </a:lnTo>
                      <a:cubicBezTo>
                        <a:pt x="122587" y="142018"/>
                        <a:pt x="123539" y="142208"/>
                        <a:pt x="124492" y="142208"/>
                      </a:cubicBezTo>
                      <a:cubicBezTo>
                        <a:pt x="125444" y="142208"/>
                        <a:pt x="126873" y="141827"/>
                        <a:pt x="128588" y="141065"/>
                      </a:cubicBezTo>
                      <a:cubicBezTo>
                        <a:pt x="130397" y="140208"/>
                        <a:pt x="131636" y="139827"/>
                        <a:pt x="132493" y="139827"/>
                      </a:cubicBezTo>
                      <a:cubicBezTo>
                        <a:pt x="133826" y="139827"/>
                        <a:pt x="135065" y="140398"/>
                        <a:pt x="136398" y="141541"/>
                      </a:cubicBezTo>
                      <a:cubicBezTo>
                        <a:pt x="139637" y="140398"/>
                        <a:pt x="143161" y="139827"/>
                        <a:pt x="146971" y="139827"/>
                      </a:cubicBezTo>
                      <a:cubicBezTo>
                        <a:pt x="148971" y="139827"/>
                        <a:pt x="151829" y="140018"/>
                        <a:pt x="155734" y="140494"/>
                      </a:cubicBezTo>
                      <a:cubicBezTo>
                        <a:pt x="159544" y="140875"/>
                        <a:pt x="162592" y="141065"/>
                        <a:pt x="164687" y="141065"/>
                      </a:cubicBezTo>
                      <a:cubicBezTo>
                        <a:pt x="166592" y="141065"/>
                        <a:pt x="168497" y="140875"/>
                        <a:pt x="170212" y="140684"/>
                      </a:cubicBezTo>
                      <a:close/>
                      <a:moveTo>
                        <a:pt x="65342" y="75247"/>
                      </a:moveTo>
                      <a:lnTo>
                        <a:pt x="65342" y="76962"/>
                      </a:lnTo>
                      <a:lnTo>
                        <a:pt x="62675" y="74390"/>
                      </a:lnTo>
                      <a:cubicBezTo>
                        <a:pt x="63341" y="74390"/>
                        <a:pt x="64199" y="74676"/>
                        <a:pt x="65342" y="75247"/>
                      </a:cubicBezTo>
                      <a:close/>
                      <a:moveTo>
                        <a:pt x="68199" y="82582"/>
                      </a:moveTo>
                      <a:cubicBezTo>
                        <a:pt x="68199" y="82582"/>
                        <a:pt x="67913" y="83058"/>
                        <a:pt x="67913" y="82582"/>
                      </a:cubicBezTo>
                      <a:lnTo>
                        <a:pt x="68199" y="82582"/>
                      </a:lnTo>
                      <a:close/>
                      <a:moveTo>
                        <a:pt x="70866" y="131159"/>
                      </a:moveTo>
                      <a:lnTo>
                        <a:pt x="69152" y="129445"/>
                      </a:lnTo>
                      <a:lnTo>
                        <a:pt x="72009" y="127063"/>
                      </a:lnTo>
                      <a:lnTo>
                        <a:pt x="69818" y="127063"/>
                      </a:lnTo>
                      <a:lnTo>
                        <a:pt x="70771" y="124206"/>
                      </a:lnTo>
                      <a:lnTo>
                        <a:pt x="67913" y="128588"/>
                      </a:lnTo>
                      <a:lnTo>
                        <a:pt x="68866" y="130588"/>
                      </a:lnTo>
                      <a:cubicBezTo>
                        <a:pt x="69152" y="131350"/>
                        <a:pt x="69818" y="131540"/>
                        <a:pt x="70771" y="131254"/>
                      </a:cubicBezTo>
                      <a:close/>
                      <a:moveTo>
                        <a:pt x="77438" y="135446"/>
                      </a:moveTo>
                      <a:lnTo>
                        <a:pt x="81344" y="134398"/>
                      </a:lnTo>
                      <a:lnTo>
                        <a:pt x="78677" y="134398"/>
                      </a:lnTo>
                      <a:lnTo>
                        <a:pt x="77438" y="135446"/>
                      </a:lnTo>
                      <a:close/>
                      <a:moveTo>
                        <a:pt x="89440" y="90964"/>
                      </a:moveTo>
                      <a:lnTo>
                        <a:pt x="92583" y="89440"/>
                      </a:lnTo>
                      <a:lnTo>
                        <a:pt x="90678" y="89440"/>
                      </a:lnTo>
                      <a:lnTo>
                        <a:pt x="89440" y="90964"/>
                      </a:lnTo>
                      <a:close/>
                      <a:moveTo>
                        <a:pt x="92583" y="62674"/>
                      </a:moveTo>
                      <a:lnTo>
                        <a:pt x="93345" y="60293"/>
                      </a:lnTo>
                      <a:lnTo>
                        <a:pt x="90678" y="59246"/>
                      </a:lnTo>
                      <a:lnTo>
                        <a:pt x="92583" y="62674"/>
                      </a:lnTo>
                      <a:close/>
                      <a:moveTo>
                        <a:pt x="125921" y="41338"/>
                      </a:moveTo>
                      <a:lnTo>
                        <a:pt x="125921" y="44291"/>
                      </a:lnTo>
                      <a:lnTo>
                        <a:pt x="125254" y="44291"/>
                      </a:lnTo>
                      <a:lnTo>
                        <a:pt x="125254" y="41338"/>
                      </a:lnTo>
                      <a:lnTo>
                        <a:pt x="125921" y="41338"/>
                      </a:lnTo>
                      <a:close/>
                      <a:moveTo>
                        <a:pt x="171641" y="148590"/>
                      </a:moveTo>
                      <a:lnTo>
                        <a:pt x="171641" y="146209"/>
                      </a:lnTo>
                      <a:lnTo>
                        <a:pt x="170688" y="144399"/>
                      </a:lnTo>
                      <a:lnTo>
                        <a:pt x="171641" y="148495"/>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 name="Google Shape;1516;p99"/>
                <p:cNvSpPr/>
                <p:nvPr/>
              </p:nvSpPr>
              <p:spPr>
                <a:xfrm>
                  <a:off x="4466271" y="5327046"/>
                  <a:ext cx="225266" cy="180308"/>
                </a:xfrm>
                <a:custGeom>
                  <a:avLst/>
                  <a:gdLst/>
                  <a:ahLst/>
                  <a:cxnLst/>
                  <a:rect l="l" t="t" r="r" b="b"/>
                  <a:pathLst>
                    <a:path w="225266" h="180308" extrusionOk="0">
                      <a:moveTo>
                        <a:pt x="0" y="96679"/>
                      </a:moveTo>
                      <a:cubicBezTo>
                        <a:pt x="3334" y="98203"/>
                        <a:pt x="4953" y="100203"/>
                        <a:pt x="4858" y="102489"/>
                      </a:cubicBezTo>
                      <a:lnTo>
                        <a:pt x="2000" y="102489"/>
                      </a:lnTo>
                      <a:cubicBezTo>
                        <a:pt x="2477" y="101918"/>
                        <a:pt x="2762" y="101346"/>
                        <a:pt x="2762" y="100679"/>
                      </a:cubicBezTo>
                      <a:cubicBezTo>
                        <a:pt x="2762" y="99155"/>
                        <a:pt x="1905" y="97822"/>
                        <a:pt x="95" y="96679"/>
                      </a:cubicBezTo>
                      <a:close/>
                      <a:moveTo>
                        <a:pt x="762" y="122777"/>
                      </a:moveTo>
                      <a:lnTo>
                        <a:pt x="2000" y="122777"/>
                      </a:lnTo>
                      <a:lnTo>
                        <a:pt x="3905" y="124111"/>
                      </a:lnTo>
                      <a:lnTo>
                        <a:pt x="762" y="122777"/>
                      </a:lnTo>
                      <a:close/>
                      <a:moveTo>
                        <a:pt x="15716" y="154115"/>
                      </a:moveTo>
                      <a:cubicBezTo>
                        <a:pt x="12668" y="154686"/>
                        <a:pt x="11240" y="154115"/>
                        <a:pt x="11430" y="152590"/>
                      </a:cubicBezTo>
                      <a:lnTo>
                        <a:pt x="15716" y="154115"/>
                      </a:lnTo>
                      <a:close/>
                      <a:moveTo>
                        <a:pt x="11430" y="857"/>
                      </a:moveTo>
                      <a:lnTo>
                        <a:pt x="12192" y="0"/>
                      </a:lnTo>
                      <a:lnTo>
                        <a:pt x="18669" y="0"/>
                      </a:lnTo>
                      <a:lnTo>
                        <a:pt x="11430" y="857"/>
                      </a:lnTo>
                      <a:close/>
                      <a:moveTo>
                        <a:pt x="11430" y="130969"/>
                      </a:moveTo>
                      <a:cubicBezTo>
                        <a:pt x="12287" y="130588"/>
                        <a:pt x="12573" y="130016"/>
                        <a:pt x="12383" y="129254"/>
                      </a:cubicBezTo>
                      <a:cubicBezTo>
                        <a:pt x="12287" y="126778"/>
                        <a:pt x="12192" y="126016"/>
                        <a:pt x="12192" y="126778"/>
                      </a:cubicBezTo>
                      <a:lnTo>
                        <a:pt x="14097" y="126778"/>
                      </a:lnTo>
                      <a:cubicBezTo>
                        <a:pt x="13907" y="127635"/>
                        <a:pt x="13716" y="128683"/>
                        <a:pt x="13526" y="129731"/>
                      </a:cubicBezTo>
                      <a:cubicBezTo>
                        <a:pt x="13335" y="130778"/>
                        <a:pt x="12573" y="131254"/>
                        <a:pt x="11430" y="130874"/>
                      </a:cubicBezTo>
                      <a:close/>
                      <a:moveTo>
                        <a:pt x="15716" y="154115"/>
                      </a:moveTo>
                      <a:lnTo>
                        <a:pt x="16002" y="154305"/>
                      </a:lnTo>
                      <a:lnTo>
                        <a:pt x="15716" y="154115"/>
                      </a:lnTo>
                      <a:close/>
                      <a:moveTo>
                        <a:pt x="23527" y="89345"/>
                      </a:moveTo>
                      <a:lnTo>
                        <a:pt x="27337" y="90011"/>
                      </a:lnTo>
                      <a:lnTo>
                        <a:pt x="25337" y="91726"/>
                      </a:lnTo>
                      <a:lnTo>
                        <a:pt x="23432" y="89345"/>
                      </a:lnTo>
                      <a:close/>
                      <a:moveTo>
                        <a:pt x="26194" y="99060"/>
                      </a:moveTo>
                      <a:cubicBezTo>
                        <a:pt x="27051" y="98679"/>
                        <a:pt x="27813" y="98393"/>
                        <a:pt x="28670" y="98393"/>
                      </a:cubicBezTo>
                      <a:cubicBezTo>
                        <a:pt x="30575" y="98393"/>
                        <a:pt x="32576" y="99155"/>
                        <a:pt x="34766" y="100679"/>
                      </a:cubicBezTo>
                      <a:lnTo>
                        <a:pt x="26289" y="98965"/>
                      </a:lnTo>
                      <a:close/>
                      <a:moveTo>
                        <a:pt x="30861" y="69913"/>
                      </a:moveTo>
                      <a:lnTo>
                        <a:pt x="30861" y="71057"/>
                      </a:lnTo>
                      <a:lnTo>
                        <a:pt x="27432" y="69342"/>
                      </a:lnTo>
                      <a:cubicBezTo>
                        <a:pt x="28289" y="69056"/>
                        <a:pt x="29337" y="69342"/>
                        <a:pt x="30861" y="70009"/>
                      </a:cubicBezTo>
                      <a:close/>
                      <a:moveTo>
                        <a:pt x="28861" y="147923"/>
                      </a:moveTo>
                      <a:lnTo>
                        <a:pt x="27432" y="146780"/>
                      </a:lnTo>
                      <a:lnTo>
                        <a:pt x="30099" y="145923"/>
                      </a:lnTo>
                      <a:lnTo>
                        <a:pt x="28956" y="147923"/>
                      </a:lnTo>
                      <a:close/>
                      <a:moveTo>
                        <a:pt x="32004" y="114491"/>
                      </a:moveTo>
                      <a:lnTo>
                        <a:pt x="30861" y="115157"/>
                      </a:lnTo>
                      <a:lnTo>
                        <a:pt x="30099" y="112776"/>
                      </a:lnTo>
                      <a:lnTo>
                        <a:pt x="32004" y="114491"/>
                      </a:lnTo>
                      <a:close/>
                      <a:moveTo>
                        <a:pt x="30861" y="132588"/>
                      </a:moveTo>
                      <a:cubicBezTo>
                        <a:pt x="29908" y="132398"/>
                        <a:pt x="31242" y="132398"/>
                        <a:pt x="34957" y="132398"/>
                      </a:cubicBezTo>
                      <a:cubicBezTo>
                        <a:pt x="36386" y="132398"/>
                        <a:pt x="37529" y="132779"/>
                        <a:pt x="38386" y="133636"/>
                      </a:cubicBezTo>
                      <a:cubicBezTo>
                        <a:pt x="37910" y="133636"/>
                        <a:pt x="37052" y="133921"/>
                        <a:pt x="35814" y="134303"/>
                      </a:cubicBezTo>
                      <a:cubicBezTo>
                        <a:pt x="34671" y="134684"/>
                        <a:pt x="33719" y="134969"/>
                        <a:pt x="33052" y="134969"/>
                      </a:cubicBezTo>
                      <a:cubicBezTo>
                        <a:pt x="31909" y="134969"/>
                        <a:pt x="31147" y="134207"/>
                        <a:pt x="30861" y="132588"/>
                      </a:cubicBezTo>
                      <a:close/>
                      <a:moveTo>
                        <a:pt x="34766" y="123539"/>
                      </a:moveTo>
                      <a:lnTo>
                        <a:pt x="30861" y="127635"/>
                      </a:lnTo>
                      <a:cubicBezTo>
                        <a:pt x="30671" y="127063"/>
                        <a:pt x="30956" y="126206"/>
                        <a:pt x="31718" y="125063"/>
                      </a:cubicBezTo>
                      <a:cubicBezTo>
                        <a:pt x="32480" y="123920"/>
                        <a:pt x="33433" y="123444"/>
                        <a:pt x="34766" y="123539"/>
                      </a:cubicBezTo>
                      <a:close/>
                      <a:moveTo>
                        <a:pt x="33814" y="64961"/>
                      </a:moveTo>
                      <a:lnTo>
                        <a:pt x="33814" y="67628"/>
                      </a:lnTo>
                      <a:lnTo>
                        <a:pt x="32099" y="62675"/>
                      </a:lnTo>
                      <a:cubicBezTo>
                        <a:pt x="32861" y="62484"/>
                        <a:pt x="33433" y="62675"/>
                        <a:pt x="33719" y="63341"/>
                      </a:cubicBezTo>
                      <a:cubicBezTo>
                        <a:pt x="33909" y="63913"/>
                        <a:pt x="34004" y="64484"/>
                        <a:pt x="33814" y="65056"/>
                      </a:cubicBezTo>
                      <a:close/>
                      <a:moveTo>
                        <a:pt x="36671" y="149162"/>
                      </a:moveTo>
                      <a:lnTo>
                        <a:pt x="37624" y="150209"/>
                      </a:lnTo>
                      <a:lnTo>
                        <a:pt x="33719" y="149162"/>
                      </a:lnTo>
                      <a:lnTo>
                        <a:pt x="36576" y="149162"/>
                      </a:lnTo>
                      <a:close/>
                      <a:moveTo>
                        <a:pt x="37624" y="26765"/>
                      </a:moveTo>
                      <a:lnTo>
                        <a:pt x="37624" y="27432"/>
                      </a:lnTo>
                      <a:lnTo>
                        <a:pt x="34766" y="27432"/>
                      </a:lnTo>
                      <a:cubicBezTo>
                        <a:pt x="34766" y="27432"/>
                        <a:pt x="35909" y="26765"/>
                        <a:pt x="37624" y="26765"/>
                      </a:cubicBezTo>
                      <a:close/>
                      <a:moveTo>
                        <a:pt x="34766" y="140779"/>
                      </a:moveTo>
                      <a:cubicBezTo>
                        <a:pt x="38481" y="140779"/>
                        <a:pt x="40672" y="140018"/>
                        <a:pt x="41529" y="138494"/>
                      </a:cubicBezTo>
                      <a:lnTo>
                        <a:pt x="41529" y="141922"/>
                      </a:lnTo>
                      <a:cubicBezTo>
                        <a:pt x="40862" y="142494"/>
                        <a:pt x="40196" y="142780"/>
                        <a:pt x="39529" y="142780"/>
                      </a:cubicBezTo>
                      <a:cubicBezTo>
                        <a:pt x="38862" y="142780"/>
                        <a:pt x="38005" y="142494"/>
                        <a:pt x="36862" y="141922"/>
                      </a:cubicBezTo>
                      <a:cubicBezTo>
                        <a:pt x="35719" y="141351"/>
                        <a:pt x="35052" y="140970"/>
                        <a:pt x="34671" y="140875"/>
                      </a:cubicBezTo>
                      <a:close/>
                      <a:moveTo>
                        <a:pt x="36671" y="71723"/>
                      </a:moveTo>
                      <a:cubicBezTo>
                        <a:pt x="36671" y="71723"/>
                        <a:pt x="37719" y="71723"/>
                        <a:pt x="38386" y="72390"/>
                      </a:cubicBezTo>
                      <a:cubicBezTo>
                        <a:pt x="39053" y="72962"/>
                        <a:pt x="39433" y="73247"/>
                        <a:pt x="39624" y="73438"/>
                      </a:cubicBezTo>
                      <a:cubicBezTo>
                        <a:pt x="38957" y="73247"/>
                        <a:pt x="38386" y="73438"/>
                        <a:pt x="37910" y="73819"/>
                      </a:cubicBezTo>
                      <a:cubicBezTo>
                        <a:pt x="37433" y="74200"/>
                        <a:pt x="37052" y="74676"/>
                        <a:pt x="36671" y="75057"/>
                      </a:cubicBezTo>
                      <a:cubicBezTo>
                        <a:pt x="35433" y="74962"/>
                        <a:pt x="34862" y="74390"/>
                        <a:pt x="34957" y="73533"/>
                      </a:cubicBezTo>
                      <a:cubicBezTo>
                        <a:pt x="34957" y="72866"/>
                        <a:pt x="35528" y="72200"/>
                        <a:pt x="36671" y="71628"/>
                      </a:cubicBezTo>
                      <a:close/>
                      <a:moveTo>
                        <a:pt x="36671" y="161735"/>
                      </a:moveTo>
                      <a:cubicBezTo>
                        <a:pt x="39053" y="162306"/>
                        <a:pt x="40291" y="163830"/>
                        <a:pt x="40291" y="166306"/>
                      </a:cubicBezTo>
                      <a:cubicBezTo>
                        <a:pt x="40291" y="167164"/>
                        <a:pt x="40005" y="167831"/>
                        <a:pt x="39338" y="168212"/>
                      </a:cubicBezTo>
                      <a:lnTo>
                        <a:pt x="37148" y="166306"/>
                      </a:lnTo>
                      <a:cubicBezTo>
                        <a:pt x="36004" y="165450"/>
                        <a:pt x="35528" y="164687"/>
                        <a:pt x="35528" y="163925"/>
                      </a:cubicBezTo>
                      <a:cubicBezTo>
                        <a:pt x="35528" y="163258"/>
                        <a:pt x="35909" y="162497"/>
                        <a:pt x="36671" y="161830"/>
                      </a:cubicBezTo>
                      <a:close/>
                      <a:moveTo>
                        <a:pt x="35719" y="137732"/>
                      </a:moveTo>
                      <a:cubicBezTo>
                        <a:pt x="36671" y="135636"/>
                        <a:pt x="38576" y="134874"/>
                        <a:pt x="41529" y="135350"/>
                      </a:cubicBezTo>
                      <a:cubicBezTo>
                        <a:pt x="41053" y="136112"/>
                        <a:pt x="39053" y="136875"/>
                        <a:pt x="35719" y="137732"/>
                      </a:cubicBezTo>
                      <a:close/>
                      <a:moveTo>
                        <a:pt x="37624" y="94393"/>
                      </a:moveTo>
                      <a:lnTo>
                        <a:pt x="36671" y="91821"/>
                      </a:lnTo>
                      <a:lnTo>
                        <a:pt x="37624" y="93536"/>
                      </a:lnTo>
                      <a:lnTo>
                        <a:pt x="37624" y="94393"/>
                      </a:lnTo>
                      <a:close/>
                      <a:moveTo>
                        <a:pt x="38386" y="111633"/>
                      </a:moveTo>
                      <a:cubicBezTo>
                        <a:pt x="40481" y="109252"/>
                        <a:pt x="42672" y="109061"/>
                        <a:pt x="44958" y="110966"/>
                      </a:cubicBezTo>
                      <a:cubicBezTo>
                        <a:pt x="44577" y="110871"/>
                        <a:pt x="43815" y="111157"/>
                        <a:pt x="42767" y="111919"/>
                      </a:cubicBezTo>
                      <a:cubicBezTo>
                        <a:pt x="41624" y="112681"/>
                        <a:pt x="40767" y="113157"/>
                        <a:pt x="40291" y="113157"/>
                      </a:cubicBezTo>
                      <a:cubicBezTo>
                        <a:pt x="39529" y="113157"/>
                        <a:pt x="38862" y="112681"/>
                        <a:pt x="38386" y="111633"/>
                      </a:cubicBezTo>
                      <a:close/>
                      <a:moveTo>
                        <a:pt x="39624" y="169259"/>
                      </a:moveTo>
                      <a:lnTo>
                        <a:pt x="38386" y="168688"/>
                      </a:lnTo>
                      <a:cubicBezTo>
                        <a:pt x="38386" y="168688"/>
                        <a:pt x="39053" y="168498"/>
                        <a:pt x="39338" y="168212"/>
                      </a:cubicBezTo>
                      <a:cubicBezTo>
                        <a:pt x="39815" y="168688"/>
                        <a:pt x="39910" y="168974"/>
                        <a:pt x="39624" y="169259"/>
                      </a:cubicBezTo>
                      <a:close/>
                      <a:moveTo>
                        <a:pt x="39624" y="126968"/>
                      </a:moveTo>
                      <a:lnTo>
                        <a:pt x="39624" y="124206"/>
                      </a:lnTo>
                      <a:lnTo>
                        <a:pt x="44196" y="125254"/>
                      </a:lnTo>
                      <a:cubicBezTo>
                        <a:pt x="42767" y="126587"/>
                        <a:pt x="41243" y="127159"/>
                        <a:pt x="39624" y="126968"/>
                      </a:cubicBezTo>
                      <a:close/>
                      <a:moveTo>
                        <a:pt x="43053" y="73438"/>
                      </a:moveTo>
                      <a:cubicBezTo>
                        <a:pt x="43053" y="73438"/>
                        <a:pt x="42291" y="73438"/>
                        <a:pt x="41624" y="72866"/>
                      </a:cubicBezTo>
                      <a:lnTo>
                        <a:pt x="43053" y="71057"/>
                      </a:lnTo>
                      <a:lnTo>
                        <a:pt x="43053" y="73438"/>
                      </a:lnTo>
                      <a:close/>
                      <a:moveTo>
                        <a:pt x="43053" y="161735"/>
                      </a:moveTo>
                      <a:cubicBezTo>
                        <a:pt x="42101" y="161354"/>
                        <a:pt x="41624" y="160877"/>
                        <a:pt x="41624" y="160401"/>
                      </a:cubicBezTo>
                      <a:cubicBezTo>
                        <a:pt x="41624" y="160116"/>
                        <a:pt x="41815" y="159639"/>
                        <a:pt x="42291" y="159163"/>
                      </a:cubicBezTo>
                      <a:cubicBezTo>
                        <a:pt x="42767" y="158591"/>
                        <a:pt x="43053" y="158115"/>
                        <a:pt x="43053" y="157639"/>
                      </a:cubicBezTo>
                      <a:lnTo>
                        <a:pt x="43053" y="161735"/>
                      </a:lnTo>
                      <a:close/>
                      <a:moveTo>
                        <a:pt x="42291" y="98488"/>
                      </a:moveTo>
                      <a:cubicBezTo>
                        <a:pt x="42291" y="98488"/>
                        <a:pt x="43815" y="97060"/>
                        <a:pt x="46863" y="95536"/>
                      </a:cubicBezTo>
                      <a:cubicBezTo>
                        <a:pt x="45911" y="96393"/>
                        <a:pt x="44387" y="97346"/>
                        <a:pt x="42291" y="98488"/>
                      </a:cubicBezTo>
                      <a:close/>
                      <a:moveTo>
                        <a:pt x="42291" y="118586"/>
                      </a:moveTo>
                      <a:lnTo>
                        <a:pt x="44196" y="117920"/>
                      </a:lnTo>
                      <a:cubicBezTo>
                        <a:pt x="45053" y="117634"/>
                        <a:pt x="45625" y="117920"/>
                        <a:pt x="46196" y="118586"/>
                      </a:cubicBezTo>
                      <a:lnTo>
                        <a:pt x="42291" y="118586"/>
                      </a:lnTo>
                      <a:close/>
                      <a:moveTo>
                        <a:pt x="46863" y="67628"/>
                      </a:moveTo>
                      <a:cubicBezTo>
                        <a:pt x="45053" y="67151"/>
                        <a:pt x="44196" y="66104"/>
                        <a:pt x="44196" y="64389"/>
                      </a:cubicBezTo>
                      <a:cubicBezTo>
                        <a:pt x="44196" y="63722"/>
                        <a:pt x="44482" y="63151"/>
                        <a:pt x="44958" y="62675"/>
                      </a:cubicBezTo>
                      <a:cubicBezTo>
                        <a:pt x="44577" y="63627"/>
                        <a:pt x="44958" y="64675"/>
                        <a:pt x="46101" y="65913"/>
                      </a:cubicBezTo>
                      <a:lnTo>
                        <a:pt x="47816" y="65913"/>
                      </a:lnTo>
                      <a:cubicBezTo>
                        <a:pt x="47149" y="66961"/>
                        <a:pt x="46863" y="67532"/>
                        <a:pt x="46863" y="67628"/>
                      </a:cubicBezTo>
                      <a:close/>
                      <a:moveTo>
                        <a:pt x="46863" y="152686"/>
                      </a:moveTo>
                      <a:lnTo>
                        <a:pt x="48768" y="154400"/>
                      </a:lnTo>
                      <a:cubicBezTo>
                        <a:pt x="48768" y="154972"/>
                        <a:pt x="48292" y="155258"/>
                        <a:pt x="47339" y="155258"/>
                      </a:cubicBezTo>
                      <a:lnTo>
                        <a:pt x="44958" y="154972"/>
                      </a:lnTo>
                      <a:cubicBezTo>
                        <a:pt x="46387" y="153733"/>
                        <a:pt x="47054" y="152876"/>
                        <a:pt x="46863" y="152686"/>
                      </a:cubicBezTo>
                      <a:close/>
                      <a:moveTo>
                        <a:pt x="46101" y="152019"/>
                      </a:moveTo>
                      <a:cubicBezTo>
                        <a:pt x="46577" y="152210"/>
                        <a:pt x="46863" y="152400"/>
                        <a:pt x="46863" y="152686"/>
                      </a:cubicBezTo>
                      <a:lnTo>
                        <a:pt x="46101" y="152019"/>
                      </a:lnTo>
                      <a:close/>
                      <a:moveTo>
                        <a:pt x="51626" y="139541"/>
                      </a:moveTo>
                      <a:cubicBezTo>
                        <a:pt x="51911" y="140113"/>
                        <a:pt x="52102" y="140589"/>
                        <a:pt x="52102" y="140970"/>
                      </a:cubicBezTo>
                      <a:cubicBezTo>
                        <a:pt x="52102" y="141827"/>
                        <a:pt x="51530" y="142304"/>
                        <a:pt x="50387" y="142304"/>
                      </a:cubicBezTo>
                      <a:cubicBezTo>
                        <a:pt x="49149" y="142304"/>
                        <a:pt x="48006" y="141922"/>
                        <a:pt x="47054" y="141066"/>
                      </a:cubicBezTo>
                      <a:cubicBezTo>
                        <a:pt x="46101" y="140303"/>
                        <a:pt x="46006" y="139351"/>
                        <a:pt x="46768" y="138398"/>
                      </a:cubicBezTo>
                      <a:lnTo>
                        <a:pt x="51626" y="139446"/>
                      </a:lnTo>
                      <a:close/>
                      <a:moveTo>
                        <a:pt x="46768" y="95536"/>
                      </a:moveTo>
                      <a:cubicBezTo>
                        <a:pt x="46768" y="95536"/>
                        <a:pt x="47435" y="95060"/>
                        <a:pt x="47720" y="95060"/>
                      </a:cubicBezTo>
                      <a:cubicBezTo>
                        <a:pt x="47435" y="95155"/>
                        <a:pt x="47054" y="95345"/>
                        <a:pt x="46768" y="95536"/>
                      </a:cubicBezTo>
                      <a:close/>
                      <a:moveTo>
                        <a:pt x="54293" y="108680"/>
                      </a:moveTo>
                      <a:cubicBezTo>
                        <a:pt x="54293" y="108680"/>
                        <a:pt x="53912" y="109061"/>
                        <a:pt x="53531" y="110395"/>
                      </a:cubicBezTo>
                      <a:lnTo>
                        <a:pt x="47720" y="106109"/>
                      </a:lnTo>
                      <a:cubicBezTo>
                        <a:pt x="48578" y="106109"/>
                        <a:pt x="49625" y="106490"/>
                        <a:pt x="50864" y="107442"/>
                      </a:cubicBezTo>
                      <a:cubicBezTo>
                        <a:pt x="52197" y="108395"/>
                        <a:pt x="53245" y="108776"/>
                        <a:pt x="54197" y="108585"/>
                      </a:cubicBezTo>
                      <a:close/>
                      <a:moveTo>
                        <a:pt x="50959" y="87630"/>
                      </a:moveTo>
                      <a:cubicBezTo>
                        <a:pt x="50959" y="87630"/>
                        <a:pt x="50483" y="88011"/>
                        <a:pt x="50483" y="88106"/>
                      </a:cubicBezTo>
                      <a:cubicBezTo>
                        <a:pt x="49816" y="86868"/>
                        <a:pt x="49530" y="85820"/>
                        <a:pt x="49530" y="84868"/>
                      </a:cubicBezTo>
                      <a:cubicBezTo>
                        <a:pt x="49530" y="84582"/>
                        <a:pt x="49530" y="84392"/>
                        <a:pt x="49816" y="84201"/>
                      </a:cubicBezTo>
                      <a:cubicBezTo>
                        <a:pt x="50292" y="84487"/>
                        <a:pt x="50673" y="85058"/>
                        <a:pt x="51054" y="85916"/>
                      </a:cubicBezTo>
                      <a:cubicBezTo>
                        <a:pt x="51435" y="86773"/>
                        <a:pt x="51435" y="87344"/>
                        <a:pt x="51054" y="87535"/>
                      </a:cubicBezTo>
                      <a:close/>
                      <a:moveTo>
                        <a:pt x="51721" y="76962"/>
                      </a:moveTo>
                      <a:cubicBezTo>
                        <a:pt x="52388" y="77057"/>
                        <a:pt x="53150" y="76962"/>
                        <a:pt x="54293" y="76295"/>
                      </a:cubicBezTo>
                      <a:cubicBezTo>
                        <a:pt x="55340" y="75724"/>
                        <a:pt x="56293" y="75629"/>
                        <a:pt x="57055" y="75914"/>
                      </a:cubicBezTo>
                      <a:cubicBezTo>
                        <a:pt x="56388" y="77438"/>
                        <a:pt x="54864" y="78010"/>
                        <a:pt x="52483" y="77629"/>
                      </a:cubicBezTo>
                      <a:lnTo>
                        <a:pt x="51816" y="76962"/>
                      </a:lnTo>
                      <a:close/>
                      <a:moveTo>
                        <a:pt x="55531" y="152781"/>
                      </a:moveTo>
                      <a:cubicBezTo>
                        <a:pt x="55531" y="152781"/>
                        <a:pt x="55340" y="153639"/>
                        <a:pt x="55340" y="154019"/>
                      </a:cubicBezTo>
                      <a:cubicBezTo>
                        <a:pt x="54674" y="155067"/>
                        <a:pt x="54007" y="155543"/>
                        <a:pt x="53150" y="155543"/>
                      </a:cubicBezTo>
                      <a:cubicBezTo>
                        <a:pt x="52673" y="155543"/>
                        <a:pt x="52197" y="155448"/>
                        <a:pt x="51721" y="155162"/>
                      </a:cubicBezTo>
                      <a:lnTo>
                        <a:pt x="52388" y="152210"/>
                      </a:lnTo>
                      <a:lnTo>
                        <a:pt x="55531" y="152876"/>
                      </a:lnTo>
                      <a:close/>
                      <a:moveTo>
                        <a:pt x="151447" y="7906"/>
                      </a:moveTo>
                      <a:cubicBezTo>
                        <a:pt x="155353" y="6382"/>
                        <a:pt x="159449" y="5620"/>
                        <a:pt x="163735" y="5620"/>
                      </a:cubicBezTo>
                      <a:cubicBezTo>
                        <a:pt x="172593" y="5620"/>
                        <a:pt x="180594" y="8192"/>
                        <a:pt x="187738" y="13526"/>
                      </a:cubicBezTo>
                      <a:cubicBezTo>
                        <a:pt x="187547" y="14192"/>
                        <a:pt x="186595" y="16764"/>
                        <a:pt x="184785" y="21050"/>
                      </a:cubicBezTo>
                      <a:cubicBezTo>
                        <a:pt x="183166" y="24575"/>
                        <a:pt x="182594" y="27337"/>
                        <a:pt x="183071" y="29528"/>
                      </a:cubicBezTo>
                      <a:lnTo>
                        <a:pt x="181166" y="29528"/>
                      </a:lnTo>
                      <a:cubicBezTo>
                        <a:pt x="181356" y="30480"/>
                        <a:pt x="181451" y="31433"/>
                        <a:pt x="181451" y="32290"/>
                      </a:cubicBezTo>
                      <a:cubicBezTo>
                        <a:pt x="181451" y="34862"/>
                        <a:pt x="180404" y="38576"/>
                        <a:pt x="178403" y="43148"/>
                      </a:cubicBezTo>
                      <a:cubicBezTo>
                        <a:pt x="176403" y="47816"/>
                        <a:pt x="175355" y="51530"/>
                        <a:pt x="175355" y="54102"/>
                      </a:cubicBezTo>
                      <a:cubicBezTo>
                        <a:pt x="175355" y="54959"/>
                        <a:pt x="175451" y="55912"/>
                        <a:pt x="175641" y="56864"/>
                      </a:cubicBezTo>
                      <a:cubicBezTo>
                        <a:pt x="173355" y="56960"/>
                        <a:pt x="172021" y="58674"/>
                        <a:pt x="171545" y="61722"/>
                      </a:cubicBezTo>
                      <a:cubicBezTo>
                        <a:pt x="171069" y="64770"/>
                        <a:pt x="170021" y="66580"/>
                        <a:pt x="168402" y="66770"/>
                      </a:cubicBezTo>
                      <a:cubicBezTo>
                        <a:pt x="168878" y="69913"/>
                        <a:pt x="169069" y="72581"/>
                        <a:pt x="169069" y="74771"/>
                      </a:cubicBezTo>
                      <a:cubicBezTo>
                        <a:pt x="169069" y="81248"/>
                        <a:pt x="167259" y="85535"/>
                        <a:pt x="163544" y="87725"/>
                      </a:cubicBezTo>
                      <a:cubicBezTo>
                        <a:pt x="164021" y="89154"/>
                        <a:pt x="164306" y="90488"/>
                        <a:pt x="164306" y="91821"/>
                      </a:cubicBezTo>
                      <a:cubicBezTo>
                        <a:pt x="164306" y="94393"/>
                        <a:pt x="163163" y="97631"/>
                        <a:pt x="160877" y="101346"/>
                      </a:cubicBezTo>
                      <a:cubicBezTo>
                        <a:pt x="158305" y="105918"/>
                        <a:pt x="156781" y="109157"/>
                        <a:pt x="156305" y="111062"/>
                      </a:cubicBezTo>
                      <a:lnTo>
                        <a:pt x="156305" y="119539"/>
                      </a:lnTo>
                      <a:cubicBezTo>
                        <a:pt x="153734" y="121253"/>
                        <a:pt x="152495" y="125921"/>
                        <a:pt x="152495" y="133731"/>
                      </a:cubicBezTo>
                      <a:cubicBezTo>
                        <a:pt x="150400" y="133921"/>
                        <a:pt x="149162" y="135160"/>
                        <a:pt x="148876" y="137636"/>
                      </a:cubicBezTo>
                      <a:cubicBezTo>
                        <a:pt x="148495" y="141066"/>
                        <a:pt x="148114" y="143161"/>
                        <a:pt x="147638" y="143732"/>
                      </a:cubicBezTo>
                      <a:cubicBezTo>
                        <a:pt x="147638" y="145161"/>
                        <a:pt x="147352" y="146971"/>
                        <a:pt x="146780" y="148971"/>
                      </a:cubicBezTo>
                      <a:cubicBezTo>
                        <a:pt x="146209" y="151067"/>
                        <a:pt x="145923" y="152590"/>
                        <a:pt x="145923" y="153448"/>
                      </a:cubicBezTo>
                      <a:cubicBezTo>
                        <a:pt x="145923" y="154591"/>
                        <a:pt x="146209" y="155734"/>
                        <a:pt x="146876" y="156877"/>
                      </a:cubicBezTo>
                      <a:cubicBezTo>
                        <a:pt x="144113" y="158020"/>
                        <a:pt x="142399" y="161163"/>
                        <a:pt x="141827" y="166116"/>
                      </a:cubicBezTo>
                      <a:cubicBezTo>
                        <a:pt x="141161" y="171164"/>
                        <a:pt x="139351" y="174308"/>
                        <a:pt x="136493" y="175451"/>
                      </a:cubicBezTo>
                      <a:cubicBezTo>
                        <a:pt x="136970" y="176880"/>
                        <a:pt x="136303" y="177832"/>
                        <a:pt x="134398" y="178213"/>
                      </a:cubicBezTo>
                      <a:cubicBezTo>
                        <a:pt x="132588" y="178689"/>
                        <a:pt x="130778" y="179070"/>
                        <a:pt x="128969" y="179546"/>
                      </a:cubicBezTo>
                      <a:cubicBezTo>
                        <a:pt x="126778" y="178879"/>
                        <a:pt x="124111" y="178689"/>
                        <a:pt x="121063" y="178689"/>
                      </a:cubicBezTo>
                      <a:cubicBezTo>
                        <a:pt x="120110" y="178689"/>
                        <a:pt x="118681" y="178689"/>
                        <a:pt x="116967" y="178879"/>
                      </a:cubicBezTo>
                      <a:lnTo>
                        <a:pt x="112871" y="178879"/>
                      </a:lnTo>
                      <a:cubicBezTo>
                        <a:pt x="107061" y="178879"/>
                        <a:pt x="102489" y="177737"/>
                        <a:pt x="99155" y="175451"/>
                      </a:cubicBezTo>
                      <a:cubicBezTo>
                        <a:pt x="99441" y="174688"/>
                        <a:pt x="99631" y="173927"/>
                        <a:pt x="99631" y="172974"/>
                      </a:cubicBezTo>
                      <a:cubicBezTo>
                        <a:pt x="99631" y="171736"/>
                        <a:pt x="98870" y="169926"/>
                        <a:pt x="97346" y="167735"/>
                      </a:cubicBezTo>
                      <a:cubicBezTo>
                        <a:pt x="95821" y="165450"/>
                        <a:pt x="95060" y="163735"/>
                        <a:pt x="95060" y="162497"/>
                      </a:cubicBezTo>
                      <a:cubicBezTo>
                        <a:pt x="95060" y="161449"/>
                        <a:pt x="95345" y="160496"/>
                        <a:pt x="95821" y="159449"/>
                      </a:cubicBezTo>
                      <a:cubicBezTo>
                        <a:pt x="95821" y="157544"/>
                        <a:pt x="94774" y="155829"/>
                        <a:pt x="92678" y="154305"/>
                      </a:cubicBezTo>
                      <a:cubicBezTo>
                        <a:pt x="90583" y="152686"/>
                        <a:pt x="89440" y="151447"/>
                        <a:pt x="89059" y="150400"/>
                      </a:cubicBezTo>
                      <a:lnTo>
                        <a:pt x="88487" y="150686"/>
                      </a:lnTo>
                      <a:cubicBezTo>
                        <a:pt x="91059" y="148971"/>
                        <a:pt x="91916" y="146304"/>
                        <a:pt x="90964" y="142685"/>
                      </a:cubicBezTo>
                      <a:cubicBezTo>
                        <a:pt x="90773" y="142494"/>
                        <a:pt x="89821" y="142304"/>
                        <a:pt x="88106" y="141827"/>
                      </a:cubicBezTo>
                      <a:cubicBezTo>
                        <a:pt x="87154" y="141542"/>
                        <a:pt x="86582" y="140779"/>
                        <a:pt x="86392" y="139637"/>
                      </a:cubicBezTo>
                      <a:lnTo>
                        <a:pt x="89821" y="137922"/>
                      </a:lnTo>
                      <a:cubicBezTo>
                        <a:pt x="89059" y="137636"/>
                        <a:pt x="88297" y="136588"/>
                        <a:pt x="87630" y="134684"/>
                      </a:cubicBezTo>
                      <a:cubicBezTo>
                        <a:pt x="86963" y="132779"/>
                        <a:pt x="86296" y="131826"/>
                        <a:pt x="85439" y="131636"/>
                      </a:cubicBezTo>
                      <a:cubicBezTo>
                        <a:pt x="86392" y="131731"/>
                        <a:pt x="87630" y="131254"/>
                        <a:pt x="89059" y="130112"/>
                      </a:cubicBezTo>
                      <a:cubicBezTo>
                        <a:pt x="89345" y="128778"/>
                        <a:pt x="88678" y="127921"/>
                        <a:pt x="86868" y="127349"/>
                      </a:cubicBezTo>
                      <a:cubicBezTo>
                        <a:pt x="85154" y="126873"/>
                        <a:pt x="84011" y="126206"/>
                        <a:pt x="83725" y="125349"/>
                      </a:cubicBezTo>
                      <a:cubicBezTo>
                        <a:pt x="83534" y="124778"/>
                        <a:pt x="83534" y="121920"/>
                        <a:pt x="83725" y="116872"/>
                      </a:cubicBezTo>
                      <a:cubicBezTo>
                        <a:pt x="83820" y="113252"/>
                        <a:pt x="82582" y="111062"/>
                        <a:pt x="79820" y="110395"/>
                      </a:cubicBezTo>
                      <a:cubicBezTo>
                        <a:pt x="80105" y="108966"/>
                        <a:pt x="80391" y="108395"/>
                        <a:pt x="80581" y="108680"/>
                      </a:cubicBezTo>
                      <a:cubicBezTo>
                        <a:pt x="79153" y="108299"/>
                        <a:pt x="78486" y="107633"/>
                        <a:pt x="78486" y="106775"/>
                      </a:cubicBezTo>
                      <a:cubicBezTo>
                        <a:pt x="78486" y="106585"/>
                        <a:pt x="78486" y="106394"/>
                        <a:pt x="78677" y="106109"/>
                      </a:cubicBezTo>
                      <a:lnTo>
                        <a:pt x="78677" y="105251"/>
                      </a:lnTo>
                      <a:cubicBezTo>
                        <a:pt x="78677" y="104680"/>
                        <a:pt x="77724" y="104299"/>
                        <a:pt x="75819" y="104299"/>
                      </a:cubicBezTo>
                      <a:cubicBezTo>
                        <a:pt x="76295" y="100679"/>
                        <a:pt x="76581" y="98203"/>
                        <a:pt x="76581" y="96774"/>
                      </a:cubicBezTo>
                      <a:cubicBezTo>
                        <a:pt x="76581" y="92774"/>
                        <a:pt x="75247" y="89726"/>
                        <a:pt x="72485" y="87630"/>
                      </a:cubicBezTo>
                      <a:cubicBezTo>
                        <a:pt x="72676" y="87249"/>
                        <a:pt x="72771" y="86773"/>
                        <a:pt x="72771" y="86392"/>
                      </a:cubicBezTo>
                      <a:cubicBezTo>
                        <a:pt x="72771" y="85630"/>
                        <a:pt x="72580" y="84773"/>
                        <a:pt x="72104" y="83629"/>
                      </a:cubicBezTo>
                      <a:cubicBezTo>
                        <a:pt x="71723" y="82582"/>
                        <a:pt x="71533" y="81820"/>
                        <a:pt x="71533" y="81344"/>
                      </a:cubicBezTo>
                      <a:cubicBezTo>
                        <a:pt x="71533" y="80486"/>
                        <a:pt x="72104" y="79724"/>
                        <a:pt x="73247" y="79153"/>
                      </a:cubicBezTo>
                      <a:cubicBezTo>
                        <a:pt x="70295" y="77819"/>
                        <a:pt x="68580" y="74676"/>
                        <a:pt x="68104" y="69628"/>
                      </a:cubicBezTo>
                      <a:cubicBezTo>
                        <a:pt x="67532" y="64579"/>
                        <a:pt x="66580" y="61436"/>
                        <a:pt x="65056" y="60103"/>
                      </a:cubicBezTo>
                      <a:cubicBezTo>
                        <a:pt x="65246" y="59055"/>
                        <a:pt x="65246" y="58103"/>
                        <a:pt x="65246" y="57341"/>
                      </a:cubicBezTo>
                      <a:cubicBezTo>
                        <a:pt x="65246" y="55054"/>
                        <a:pt x="64294" y="51911"/>
                        <a:pt x="62389" y="47911"/>
                      </a:cubicBezTo>
                      <a:cubicBezTo>
                        <a:pt x="60484" y="43910"/>
                        <a:pt x="59531" y="40862"/>
                        <a:pt x="59531" y="38671"/>
                      </a:cubicBezTo>
                      <a:cubicBezTo>
                        <a:pt x="59531" y="37052"/>
                        <a:pt x="59817" y="35528"/>
                        <a:pt x="60484" y="33909"/>
                      </a:cubicBezTo>
                      <a:cubicBezTo>
                        <a:pt x="58865" y="33052"/>
                        <a:pt x="57817" y="31147"/>
                        <a:pt x="57341" y="28099"/>
                      </a:cubicBezTo>
                      <a:cubicBezTo>
                        <a:pt x="56864" y="24956"/>
                        <a:pt x="56388" y="22003"/>
                        <a:pt x="55912" y="18955"/>
                      </a:cubicBezTo>
                      <a:cubicBezTo>
                        <a:pt x="52673" y="17526"/>
                        <a:pt x="51626" y="14764"/>
                        <a:pt x="52769" y="10573"/>
                      </a:cubicBezTo>
                      <a:cubicBezTo>
                        <a:pt x="54674" y="7239"/>
                        <a:pt x="57912" y="5620"/>
                        <a:pt x="62484" y="5620"/>
                      </a:cubicBezTo>
                      <a:cubicBezTo>
                        <a:pt x="63818" y="5620"/>
                        <a:pt x="65723" y="5810"/>
                        <a:pt x="68390" y="6287"/>
                      </a:cubicBezTo>
                      <a:cubicBezTo>
                        <a:pt x="71057" y="6763"/>
                        <a:pt x="73152" y="7144"/>
                        <a:pt x="74581" y="7144"/>
                      </a:cubicBezTo>
                      <a:cubicBezTo>
                        <a:pt x="77914" y="7144"/>
                        <a:pt x="80677" y="6191"/>
                        <a:pt x="82772" y="4477"/>
                      </a:cubicBezTo>
                      <a:cubicBezTo>
                        <a:pt x="84487" y="5048"/>
                        <a:pt x="86487" y="6668"/>
                        <a:pt x="88583" y="9335"/>
                      </a:cubicBezTo>
                      <a:cubicBezTo>
                        <a:pt x="90678" y="12002"/>
                        <a:pt x="92583" y="13526"/>
                        <a:pt x="94107" y="13526"/>
                      </a:cubicBezTo>
                      <a:cubicBezTo>
                        <a:pt x="94679" y="14192"/>
                        <a:pt x="94869" y="16669"/>
                        <a:pt x="94869" y="20669"/>
                      </a:cubicBezTo>
                      <a:cubicBezTo>
                        <a:pt x="94869" y="23622"/>
                        <a:pt x="96107" y="25337"/>
                        <a:pt x="98774" y="25813"/>
                      </a:cubicBezTo>
                      <a:cubicBezTo>
                        <a:pt x="99060" y="26670"/>
                        <a:pt x="99251" y="27623"/>
                        <a:pt x="99251" y="28575"/>
                      </a:cubicBezTo>
                      <a:cubicBezTo>
                        <a:pt x="99251" y="29528"/>
                        <a:pt x="98965" y="31052"/>
                        <a:pt x="98584" y="33052"/>
                      </a:cubicBezTo>
                      <a:cubicBezTo>
                        <a:pt x="98108" y="35147"/>
                        <a:pt x="97822" y="36576"/>
                        <a:pt x="97822" y="37433"/>
                      </a:cubicBezTo>
                      <a:cubicBezTo>
                        <a:pt x="97822" y="39910"/>
                        <a:pt x="99441" y="41338"/>
                        <a:pt x="102679" y="41815"/>
                      </a:cubicBezTo>
                      <a:cubicBezTo>
                        <a:pt x="102965" y="42672"/>
                        <a:pt x="103156" y="43529"/>
                        <a:pt x="103156" y="44387"/>
                      </a:cubicBezTo>
                      <a:cubicBezTo>
                        <a:pt x="103156" y="45529"/>
                        <a:pt x="102870" y="46958"/>
                        <a:pt x="102394" y="48578"/>
                      </a:cubicBezTo>
                      <a:cubicBezTo>
                        <a:pt x="101918" y="50197"/>
                        <a:pt x="101727" y="51435"/>
                        <a:pt x="101727" y="52102"/>
                      </a:cubicBezTo>
                      <a:cubicBezTo>
                        <a:pt x="101727" y="54007"/>
                        <a:pt x="103156" y="55245"/>
                        <a:pt x="106013" y="56007"/>
                      </a:cubicBezTo>
                      <a:cubicBezTo>
                        <a:pt x="105346" y="57436"/>
                        <a:pt x="105061" y="58865"/>
                        <a:pt x="105061" y="60388"/>
                      </a:cubicBezTo>
                      <a:cubicBezTo>
                        <a:pt x="105061" y="62294"/>
                        <a:pt x="106013" y="64865"/>
                        <a:pt x="107823" y="68294"/>
                      </a:cubicBezTo>
                      <a:cubicBezTo>
                        <a:pt x="109728" y="71628"/>
                        <a:pt x="110585" y="74200"/>
                        <a:pt x="110585" y="75914"/>
                      </a:cubicBezTo>
                      <a:cubicBezTo>
                        <a:pt x="110585" y="77629"/>
                        <a:pt x="110014" y="79343"/>
                        <a:pt x="108871" y="81058"/>
                      </a:cubicBezTo>
                      <a:cubicBezTo>
                        <a:pt x="111443" y="81629"/>
                        <a:pt x="113062" y="84773"/>
                        <a:pt x="113729" y="90488"/>
                      </a:cubicBezTo>
                      <a:cubicBezTo>
                        <a:pt x="114300" y="96107"/>
                        <a:pt x="117158" y="98870"/>
                        <a:pt x="122111" y="98584"/>
                      </a:cubicBezTo>
                      <a:cubicBezTo>
                        <a:pt x="123444" y="98108"/>
                        <a:pt x="124111" y="97346"/>
                        <a:pt x="124111" y="96203"/>
                      </a:cubicBezTo>
                      <a:cubicBezTo>
                        <a:pt x="124111" y="95155"/>
                        <a:pt x="123444" y="93726"/>
                        <a:pt x="122111" y="91821"/>
                      </a:cubicBezTo>
                      <a:cubicBezTo>
                        <a:pt x="122587" y="88487"/>
                        <a:pt x="124396" y="84487"/>
                        <a:pt x="127349" y="79724"/>
                      </a:cubicBezTo>
                      <a:cubicBezTo>
                        <a:pt x="130397" y="74962"/>
                        <a:pt x="131826" y="71057"/>
                        <a:pt x="131826" y="67818"/>
                      </a:cubicBezTo>
                      <a:cubicBezTo>
                        <a:pt x="131826" y="66675"/>
                        <a:pt x="131636" y="65532"/>
                        <a:pt x="131350" y="64389"/>
                      </a:cubicBezTo>
                      <a:cubicBezTo>
                        <a:pt x="133160" y="62770"/>
                        <a:pt x="134207" y="59722"/>
                        <a:pt x="134588" y="55054"/>
                      </a:cubicBezTo>
                      <a:cubicBezTo>
                        <a:pt x="134969" y="50483"/>
                        <a:pt x="136112" y="47530"/>
                        <a:pt x="138113" y="46006"/>
                      </a:cubicBezTo>
                      <a:cubicBezTo>
                        <a:pt x="137827" y="45149"/>
                        <a:pt x="137636" y="44291"/>
                        <a:pt x="137636" y="43434"/>
                      </a:cubicBezTo>
                      <a:cubicBezTo>
                        <a:pt x="137636" y="41529"/>
                        <a:pt x="138589" y="39148"/>
                        <a:pt x="140494" y="36386"/>
                      </a:cubicBezTo>
                      <a:cubicBezTo>
                        <a:pt x="142304" y="33623"/>
                        <a:pt x="143256" y="31623"/>
                        <a:pt x="143256" y="30480"/>
                      </a:cubicBezTo>
                      <a:cubicBezTo>
                        <a:pt x="143256" y="29337"/>
                        <a:pt x="142685" y="28289"/>
                        <a:pt x="141542" y="27432"/>
                      </a:cubicBezTo>
                      <a:cubicBezTo>
                        <a:pt x="141732" y="26765"/>
                        <a:pt x="142780" y="25051"/>
                        <a:pt x="144780" y="22479"/>
                      </a:cubicBezTo>
                      <a:cubicBezTo>
                        <a:pt x="146780" y="19907"/>
                        <a:pt x="147828" y="17621"/>
                        <a:pt x="147828" y="15812"/>
                      </a:cubicBezTo>
                      <a:cubicBezTo>
                        <a:pt x="147828" y="15050"/>
                        <a:pt x="147638" y="14288"/>
                        <a:pt x="147352" y="13335"/>
                      </a:cubicBezTo>
                      <a:cubicBezTo>
                        <a:pt x="148780" y="13335"/>
                        <a:pt x="149924" y="12383"/>
                        <a:pt x="150686" y="10763"/>
                      </a:cubicBezTo>
                      <a:cubicBezTo>
                        <a:pt x="151067" y="9716"/>
                        <a:pt x="151447" y="8763"/>
                        <a:pt x="151924" y="7715"/>
                      </a:cubicBezTo>
                      <a:close/>
                      <a:moveTo>
                        <a:pt x="61817" y="146971"/>
                      </a:moveTo>
                      <a:lnTo>
                        <a:pt x="60865" y="145257"/>
                      </a:lnTo>
                      <a:lnTo>
                        <a:pt x="62865" y="145257"/>
                      </a:lnTo>
                      <a:cubicBezTo>
                        <a:pt x="62675" y="147733"/>
                        <a:pt x="61436" y="148971"/>
                        <a:pt x="59246" y="148971"/>
                      </a:cubicBezTo>
                      <a:cubicBezTo>
                        <a:pt x="58579" y="148971"/>
                        <a:pt x="57436" y="148781"/>
                        <a:pt x="55817" y="148590"/>
                      </a:cubicBezTo>
                      <a:cubicBezTo>
                        <a:pt x="54197" y="148305"/>
                        <a:pt x="53054" y="148209"/>
                        <a:pt x="52483" y="148209"/>
                      </a:cubicBezTo>
                      <a:cubicBezTo>
                        <a:pt x="53150" y="147923"/>
                        <a:pt x="53721" y="147733"/>
                        <a:pt x="54388" y="147733"/>
                      </a:cubicBezTo>
                      <a:cubicBezTo>
                        <a:pt x="55054" y="147733"/>
                        <a:pt x="55912" y="147923"/>
                        <a:pt x="57055" y="148305"/>
                      </a:cubicBezTo>
                      <a:cubicBezTo>
                        <a:pt x="58198" y="148685"/>
                        <a:pt x="58960" y="148876"/>
                        <a:pt x="59436" y="148876"/>
                      </a:cubicBezTo>
                      <a:cubicBezTo>
                        <a:pt x="60389" y="148876"/>
                        <a:pt x="61246" y="148305"/>
                        <a:pt x="61817" y="147161"/>
                      </a:cubicBezTo>
                      <a:close/>
                      <a:moveTo>
                        <a:pt x="53626" y="83725"/>
                      </a:moveTo>
                      <a:cubicBezTo>
                        <a:pt x="55245" y="82963"/>
                        <a:pt x="56483" y="82677"/>
                        <a:pt x="57245" y="82677"/>
                      </a:cubicBezTo>
                      <a:cubicBezTo>
                        <a:pt x="58007" y="82677"/>
                        <a:pt x="59246" y="82963"/>
                        <a:pt x="60865" y="83725"/>
                      </a:cubicBezTo>
                      <a:lnTo>
                        <a:pt x="58960" y="85439"/>
                      </a:lnTo>
                      <a:lnTo>
                        <a:pt x="61817" y="87821"/>
                      </a:lnTo>
                      <a:cubicBezTo>
                        <a:pt x="60674" y="89535"/>
                        <a:pt x="59055" y="89726"/>
                        <a:pt x="56960" y="88487"/>
                      </a:cubicBezTo>
                      <a:lnTo>
                        <a:pt x="55531" y="86773"/>
                      </a:lnTo>
                      <a:lnTo>
                        <a:pt x="56293" y="86106"/>
                      </a:lnTo>
                      <a:lnTo>
                        <a:pt x="53626" y="83725"/>
                      </a:lnTo>
                      <a:close/>
                      <a:moveTo>
                        <a:pt x="58198" y="140875"/>
                      </a:moveTo>
                      <a:cubicBezTo>
                        <a:pt x="57817" y="141446"/>
                        <a:pt x="57055" y="141732"/>
                        <a:pt x="55721" y="141542"/>
                      </a:cubicBezTo>
                      <a:cubicBezTo>
                        <a:pt x="54293" y="141256"/>
                        <a:pt x="53531" y="140589"/>
                        <a:pt x="53531" y="139637"/>
                      </a:cubicBezTo>
                      <a:lnTo>
                        <a:pt x="58103" y="140875"/>
                      </a:lnTo>
                      <a:close/>
                      <a:moveTo>
                        <a:pt x="55531" y="115824"/>
                      </a:moveTo>
                      <a:lnTo>
                        <a:pt x="55531" y="114586"/>
                      </a:lnTo>
                      <a:lnTo>
                        <a:pt x="60389" y="114586"/>
                      </a:lnTo>
                      <a:cubicBezTo>
                        <a:pt x="58960" y="115253"/>
                        <a:pt x="57341" y="115729"/>
                        <a:pt x="55531" y="115824"/>
                      </a:cubicBezTo>
                      <a:close/>
                      <a:moveTo>
                        <a:pt x="63818" y="111728"/>
                      </a:moveTo>
                      <a:cubicBezTo>
                        <a:pt x="62865" y="112776"/>
                        <a:pt x="61913" y="113633"/>
                        <a:pt x="60865" y="114395"/>
                      </a:cubicBezTo>
                      <a:lnTo>
                        <a:pt x="60103" y="111157"/>
                      </a:lnTo>
                      <a:lnTo>
                        <a:pt x="63722" y="111824"/>
                      </a:lnTo>
                      <a:close/>
                      <a:moveTo>
                        <a:pt x="60865" y="71152"/>
                      </a:moveTo>
                      <a:cubicBezTo>
                        <a:pt x="60865" y="71152"/>
                        <a:pt x="61151" y="70580"/>
                        <a:pt x="61151" y="70295"/>
                      </a:cubicBezTo>
                      <a:cubicBezTo>
                        <a:pt x="61151" y="70009"/>
                        <a:pt x="61055" y="69628"/>
                        <a:pt x="60770" y="69342"/>
                      </a:cubicBezTo>
                      <a:cubicBezTo>
                        <a:pt x="60579" y="68961"/>
                        <a:pt x="60389" y="68771"/>
                        <a:pt x="60389" y="68580"/>
                      </a:cubicBezTo>
                      <a:cubicBezTo>
                        <a:pt x="60579" y="68294"/>
                        <a:pt x="60960" y="68009"/>
                        <a:pt x="61817" y="67723"/>
                      </a:cubicBezTo>
                      <a:lnTo>
                        <a:pt x="63722" y="71152"/>
                      </a:lnTo>
                      <a:lnTo>
                        <a:pt x="60770" y="71152"/>
                      </a:lnTo>
                      <a:close/>
                      <a:moveTo>
                        <a:pt x="60865" y="114586"/>
                      </a:moveTo>
                      <a:lnTo>
                        <a:pt x="60389" y="114586"/>
                      </a:lnTo>
                      <a:cubicBezTo>
                        <a:pt x="60389" y="114586"/>
                        <a:pt x="60674" y="114300"/>
                        <a:pt x="60865" y="114300"/>
                      </a:cubicBezTo>
                      <a:lnTo>
                        <a:pt x="60865" y="114586"/>
                      </a:lnTo>
                      <a:close/>
                      <a:moveTo>
                        <a:pt x="61817" y="119539"/>
                      </a:moveTo>
                      <a:cubicBezTo>
                        <a:pt x="63246" y="119634"/>
                        <a:pt x="64103" y="118967"/>
                        <a:pt x="64294" y="117348"/>
                      </a:cubicBezTo>
                      <a:cubicBezTo>
                        <a:pt x="64579" y="115729"/>
                        <a:pt x="65246" y="114967"/>
                        <a:pt x="66389" y="115157"/>
                      </a:cubicBezTo>
                      <a:lnTo>
                        <a:pt x="64675" y="121825"/>
                      </a:lnTo>
                      <a:lnTo>
                        <a:pt x="61817" y="119539"/>
                      </a:lnTo>
                      <a:close/>
                      <a:moveTo>
                        <a:pt x="61817" y="139637"/>
                      </a:moveTo>
                      <a:lnTo>
                        <a:pt x="64675" y="139637"/>
                      </a:lnTo>
                      <a:lnTo>
                        <a:pt x="62770" y="140875"/>
                      </a:lnTo>
                      <a:lnTo>
                        <a:pt x="61817" y="139637"/>
                      </a:lnTo>
                      <a:close/>
                      <a:moveTo>
                        <a:pt x="66389" y="160306"/>
                      </a:moveTo>
                      <a:cubicBezTo>
                        <a:pt x="66389" y="160306"/>
                        <a:pt x="66389" y="161258"/>
                        <a:pt x="67151" y="161639"/>
                      </a:cubicBezTo>
                      <a:cubicBezTo>
                        <a:pt x="67818" y="162115"/>
                        <a:pt x="68199" y="162592"/>
                        <a:pt x="68390" y="162782"/>
                      </a:cubicBezTo>
                      <a:lnTo>
                        <a:pt x="64770" y="160211"/>
                      </a:lnTo>
                      <a:lnTo>
                        <a:pt x="66485" y="160211"/>
                      </a:lnTo>
                      <a:close/>
                      <a:moveTo>
                        <a:pt x="65627" y="148685"/>
                      </a:moveTo>
                      <a:cubicBezTo>
                        <a:pt x="66580" y="149257"/>
                        <a:pt x="68104" y="150019"/>
                        <a:pt x="70199" y="151067"/>
                      </a:cubicBezTo>
                      <a:cubicBezTo>
                        <a:pt x="69247" y="151352"/>
                        <a:pt x="68104" y="151352"/>
                        <a:pt x="66770" y="151067"/>
                      </a:cubicBezTo>
                      <a:cubicBezTo>
                        <a:pt x="65627" y="150781"/>
                        <a:pt x="65056" y="150304"/>
                        <a:pt x="65056" y="149542"/>
                      </a:cubicBezTo>
                      <a:cubicBezTo>
                        <a:pt x="65056" y="149257"/>
                        <a:pt x="65246" y="148971"/>
                        <a:pt x="65532" y="148685"/>
                      </a:cubicBezTo>
                      <a:close/>
                      <a:moveTo>
                        <a:pt x="70961" y="131826"/>
                      </a:moveTo>
                      <a:cubicBezTo>
                        <a:pt x="70771" y="131159"/>
                        <a:pt x="69818" y="130493"/>
                        <a:pt x="67913" y="130112"/>
                      </a:cubicBezTo>
                      <a:cubicBezTo>
                        <a:pt x="66008" y="129731"/>
                        <a:pt x="65342" y="128683"/>
                        <a:pt x="65627" y="127063"/>
                      </a:cubicBezTo>
                      <a:lnTo>
                        <a:pt x="69533" y="125349"/>
                      </a:lnTo>
                      <a:cubicBezTo>
                        <a:pt x="69152" y="126111"/>
                        <a:pt x="69533" y="126873"/>
                        <a:pt x="70580" y="127730"/>
                      </a:cubicBezTo>
                      <a:cubicBezTo>
                        <a:pt x="71628" y="128588"/>
                        <a:pt x="72104" y="129350"/>
                        <a:pt x="72104" y="129921"/>
                      </a:cubicBezTo>
                      <a:cubicBezTo>
                        <a:pt x="72104" y="130493"/>
                        <a:pt x="71723" y="131159"/>
                        <a:pt x="70866" y="131921"/>
                      </a:cubicBezTo>
                      <a:close/>
                      <a:moveTo>
                        <a:pt x="72200" y="98584"/>
                      </a:moveTo>
                      <a:cubicBezTo>
                        <a:pt x="71533" y="98108"/>
                        <a:pt x="70961" y="97917"/>
                        <a:pt x="70485" y="97917"/>
                      </a:cubicBezTo>
                      <a:cubicBezTo>
                        <a:pt x="69818" y="97917"/>
                        <a:pt x="69247" y="98298"/>
                        <a:pt x="68771" y="98870"/>
                      </a:cubicBezTo>
                      <a:cubicBezTo>
                        <a:pt x="68294" y="99441"/>
                        <a:pt x="68008" y="99727"/>
                        <a:pt x="67818" y="99727"/>
                      </a:cubicBezTo>
                      <a:cubicBezTo>
                        <a:pt x="67342" y="99727"/>
                        <a:pt x="66866" y="99346"/>
                        <a:pt x="66389" y="98679"/>
                      </a:cubicBezTo>
                      <a:cubicBezTo>
                        <a:pt x="66675" y="98965"/>
                        <a:pt x="67437" y="98965"/>
                        <a:pt x="68580" y="98488"/>
                      </a:cubicBezTo>
                      <a:cubicBezTo>
                        <a:pt x="69723" y="98012"/>
                        <a:pt x="70485" y="97917"/>
                        <a:pt x="70961" y="97917"/>
                      </a:cubicBezTo>
                      <a:cubicBezTo>
                        <a:pt x="71438" y="97917"/>
                        <a:pt x="71914" y="98203"/>
                        <a:pt x="72200" y="98774"/>
                      </a:cubicBezTo>
                      <a:close/>
                      <a:moveTo>
                        <a:pt x="68294" y="139637"/>
                      </a:moveTo>
                      <a:lnTo>
                        <a:pt x="68294" y="136779"/>
                      </a:lnTo>
                      <a:cubicBezTo>
                        <a:pt x="68771" y="136779"/>
                        <a:pt x="69437" y="137160"/>
                        <a:pt x="70295" y="137827"/>
                      </a:cubicBezTo>
                      <a:lnTo>
                        <a:pt x="68294" y="139637"/>
                      </a:lnTo>
                      <a:close/>
                      <a:moveTo>
                        <a:pt x="69533" y="120206"/>
                      </a:moveTo>
                      <a:cubicBezTo>
                        <a:pt x="71819" y="119158"/>
                        <a:pt x="73247" y="119158"/>
                        <a:pt x="74104" y="120206"/>
                      </a:cubicBezTo>
                      <a:lnTo>
                        <a:pt x="69533" y="120206"/>
                      </a:lnTo>
                      <a:close/>
                      <a:moveTo>
                        <a:pt x="72200" y="145257"/>
                      </a:moveTo>
                      <a:lnTo>
                        <a:pt x="72200" y="148114"/>
                      </a:lnTo>
                      <a:lnTo>
                        <a:pt x="69533" y="144399"/>
                      </a:lnTo>
                      <a:cubicBezTo>
                        <a:pt x="70961" y="144399"/>
                        <a:pt x="71819" y="144685"/>
                        <a:pt x="72200" y="145257"/>
                      </a:cubicBezTo>
                      <a:close/>
                      <a:moveTo>
                        <a:pt x="70771" y="169641"/>
                      </a:moveTo>
                      <a:lnTo>
                        <a:pt x="70295" y="169450"/>
                      </a:lnTo>
                      <a:lnTo>
                        <a:pt x="70771" y="169641"/>
                      </a:lnTo>
                      <a:close/>
                      <a:moveTo>
                        <a:pt x="70771" y="169641"/>
                      </a:moveTo>
                      <a:cubicBezTo>
                        <a:pt x="70771" y="169641"/>
                        <a:pt x="71247" y="169450"/>
                        <a:pt x="71723" y="169069"/>
                      </a:cubicBezTo>
                      <a:cubicBezTo>
                        <a:pt x="72200" y="168688"/>
                        <a:pt x="72580" y="168592"/>
                        <a:pt x="72962" y="168878"/>
                      </a:cubicBezTo>
                      <a:lnTo>
                        <a:pt x="72962" y="170402"/>
                      </a:lnTo>
                      <a:lnTo>
                        <a:pt x="70771" y="169736"/>
                      </a:lnTo>
                      <a:close/>
                      <a:moveTo>
                        <a:pt x="76867" y="87916"/>
                      </a:moveTo>
                      <a:lnTo>
                        <a:pt x="80486" y="86201"/>
                      </a:lnTo>
                      <a:cubicBezTo>
                        <a:pt x="79534" y="84773"/>
                        <a:pt x="78391" y="84201"/>
                        <a:pt x="76867" y="84487"/>
                      </a:cubicBezTo>
                      <a:lnTo>
                        <a:pt x="76867" y="87916"/>
                      </a:lnTo>
                      <a:close/>
                      <a:moveTo>
                        <a:pt x="76867" y="153543"/>
                      </a:moveTo>
                      <a:lnTo>
                        <a:pt x="77819" y="152876"/>
                      </a:lnTo>
                      <a:lnTo>
                        <a:pt x="79724" y="152876"/>
                      </a:lnTo>
                      <a:lnTo>
                        <a:pt x="76867" y="153543"/>
                      </a:lnTo>
                      <a:close/>
                      <a:moveTo>
                        <a:pt x="82391" y="132874"/>
                      </a:moveTo>
                      <a:cubicBezTo>
                        <a:pt x="82201" y="131731"/>
                        <a:pt x="82677" y="130207"/>
                        <a:pt x="83629" y="128492"/>
                      </a:cubicBezTo>
                      <a:lnTo>
                        <a:pt x="84296" y="131731"/>
                      </a:lnTo>
                      <a:cubicBezTo>
                        <a:pt x="84296" y="131731"/>
                        <a:pt x="83344" y="132207"/>
                        <a:pt x="82391" y="132779"/>
                      </a:cubicBezTo>
                      <a:close/>
                      <a:moveTo>
                        <a:pt x="82391" y="156401"/>
                      </a:moveTo>
                      <a:cubicBezTo>
                        <a:pt x="82868" y="155543"/>
                        <a:pt x="83725" y="154591"/>
                        <a:pt x="85058" y="153639"/>
                      </a:cubicBezTo>
                      <a:cubicBezTo>
                        <a:pt x="85058" y="155258"/>
                        <a:pt x="84772" y="156115"/>
                        <a:pt x="84296" y="156401"/>
                      </a:cubicBezTo>
                      <a:lnTo>
                        <a:pt x="82391" y="156401"/>
                      </a:lnTo>
                      <a:close/>
                      <a:moveTo>
                        <a:pt x="84296" y="131826"/>
                      </a:moveTo>
                      <a:lnTo>
                        <a:pt x="85249" y="131826"/>
                      </a:lnTo>
                      <a:cubicBezTo>
                        <a:pt x="85249" y="131826"/>
                        <a:pt x="84487" y="131826"/>
                        <a:pt x="84296" y="132017"/>
                      </a:cubicBezTo>
                      <a:lnTo>
                        <a:pt x="84296" y="131826"/>
                      </a:lnTo>
                      <a:close/>
                      <a:moveTo>
                        <a:pt x="88392" y="150781"/>
                      </a:moveTo>
                      <a:cubicBezTo>
                        <a:pt x="87821" y="151162"/>
                        <a:pt x="86678" y="151733"/>
                        <a:pt x="85058" y="152305"/>
                      </a:cubicBezTo>
                      <a:lnTo>
                        <a:pt x="88392" y="150781"/>
                      </a:lnTo>
                      <a:close/>
                      <a:moveTo>
                        <a:pt x="88963" y="117062"/>
                      </a:moveTo>
                      <a:lnTo>
                        <a:pt x="89630" y="114776"/>
                      </a:lnTo>
                      <a:lnTo>
                        <a:pt x="88202" y="114776"/>
                      </a:lnTo>
                      <a:lnTo>
                        <a:pt x="88963" y="117062"/>
                      </a:lnTo>
                      <a:close/>
                      <a:moveTo>
                        <a:pt x="94488" y="80391"/>
                      </a:moveTo>
                      <a:cubicBezTo>
                        <a:pt x="93821" y="77915"/>
                        <a:pt x="92202" y="77057"/>
                        <a:pt x="89630" y="77819"/>
                      </a:cubicBezTo>
                      <a:lnTo>
                        <a:pt x="90869" y="81248"/>
                      </a:lnTo>
                      <a:lnTo>
                        <a:pt x="91630" y="80391"/>
                      </a:lnTo>
                      <a:cubicBezTo>
                        <a:pt x="93059" y="81725"/>
                        <a:pt x="93726" y="82487"/>
                        <a:pt x="93726" y="82772"/>
                      </a:cubicBezTo>
                      <a:lnTo>
                        <a:pt x="94488" y="80391"/>
                      </a:lnTo>
                      <a:close/>
                      <a:moveTo>
                        <a:pt x="89630" y="90964"/>
                      </a:moveTo>
                      <a:lnTo>
                        <a:pt x="93726" y="88583"/>
                      </a:lnTo>
                      <a:cubicBezTo>
                        <a:pt x="93726" y="88583"/>
                        <a:pt x="92869" y="87916"/>
                        <a:pt x="92012" y="87916"/>
                      </a:cubicBezTo>
                      <a:cubicBezTo>
                        <a:pt x="90773" y="88011"/>
                        <a:pt x="89916" y="88011"/>
                        <a:pt x="89630" y="87916"/>
                      </a:cubicBezTo>
                      <a:lnTo>
                        <a:pt x="91535" y="89630"/>
                      </a:lnTo>
                      <a:lnTo>
                        <a:pt x="89630" y="90869"/>
                      </a:lnTo>
                      <a:close/>
                      <a:moveTo>
                        <a:pt x="98298" y="125444"/>
                      </a:moveTo>
                      <a:lnTo>
                        <a:pt x="100965" y="123063"/>
                      </a:lnTo>
                      <a:cubicBezTo>
                        <a:pt x="100203" y="122968"/>
                        <a:pt x="99251" y="122301"/>
                        <a:pt x="98108" y="121253"/>
                      </a:cubicBezTo>
                      <a:cubicBezTo>
                        <a:pt x="96964" y="120110"/>
                        <a:pt x="96203" y="119634"/>
                        <a:pt x="95631" y="119634"/>
                      </a:cubicBezTo>
                      <a:cubicBezTo>
                        <a:pt x="94964" y="119634"/>
                        <a:pt x="94393" y="120110"/>
                        <a:pt x="93631" y="121349"/>
                      </a:cubicBezTo>
                      <a:lnTo>
                        <a:pt x="98298" y="125444"/>
                      </a:lnTo>
                      <a:close/>
                      <a:moveTo>
                        <a:pt x="100203" y="149448"/>
                      </a:moveTo>
                      <a:cubicBezTo>
                        <a:pt x="100013" y="148876"/>
                        <a:pt x="100013" y="148305"/>
                        <a:pt x="100013" y="147733"/>
                      </a:cubicBezTo>
                      <a:cubicBezTo>
                        <a:pt x="99251" y="147923"/>
                        <a:pt x="98679" y="147923"/>
                        <a:pt x="98298" y="147733"/>
                      </a:cubicBezTo>
                      <a:lnTo>
                        <a:pt x="97536" y="147066"/>
                      </a:lnTo>
                      <a:lnTo>
                        <a:pt x="97536" y="145066"/>
                      </a:lnTo>
                      <a:lnTo>
                        <a:pt x="98298" y="144399"/>
                      </a:lnTo>
                      <a:cubicBezTo>
                        <a:pt x="98298" y="144399"/>
                        <a:pt x="97917" y="144780"/>
                        <a:pt x="97536" y="145066"/>
                      </a:cubicBezTo>
                      <a:lnTo>
                        <a:pt x="94393" y="148114"/>
                      </a:lnTo>
                      <a:lnTo>
                        <a:pt x="95536" y="148781"/>
                      </a:lnTo>
                      <a:lnTo>
                        <a:pt x="97441" y="147066"/>
                      </a:lnTo>
                      <a:lnTo>
                        <a:pt x="100108" y="149448"/>
                      </a:lnTo>
                      <a:close/>
                      <a:moveTo>
                        <a:pt x="100203" y="98108"/>
                      </a:moveTo>
                      <a:cubicBezTo>
                        <a:pt x="100870" y="97631"/>
                        <a:pt x="102394" y="97441"/>
                        <a:pt x="104775" y="97250"/>
                      </a:cubicBezTo>
                      <a:cubicBezTo>
                        <a:pt x="106013" y="97155"/>
                        <a:pt x="106966" y="96488"/>
                        <a:pt x="107442" y="95345"/>
                      </a:cubicBezTo>
                      <a:cubicBezTo>
                        <a:pt x="104204" y="94202"/>
                        <a:pt x="101822" y="95155"/>
                        <a:pt x="100203" y="98108"/>
                      </a:cubicBezTo>
                      <a:close/>
                      <a:moveTo>
                        <a:pt x="108490" y="131350"/>
                      </a:moveTo>
                      <a:lnTo>
                        <a:pt x="108490" y="129635"/>
                      </a:lnTo>
                      <a:lnTo>
                        <a:pt x="107537" y="127159"/>
                      </a:lnTo>
                      <a:lnTo>
                        <a:pt x="108490" y="131254"/>
                      </a:lnTo>
                      <a:close/>
                      <a:moveTo>
                        <a:pt x="119539" y="148876"/>
                      </a:moveTo>
                      <a:cubicBezTo>
                        <a:pt x="119539" y="148876"/>
                        <a:pt x="119539" y="146971"/>
                        <a:pt x="118872" y="144494"/>
                      </a:cubicBezTo>
                      <a:lnTo>
                        <a:pt x="117634" y="145352"/>
                      </a:lnTo>
                      <a:cubicBezTo>
                        <a:pt x="114776" y="140779"/>
                        <a:pt x="113633" y="136112"/>
                        <a:pt x="114300" y="131350"/>
                      </a:cubicBezTo>
                      <a:lnTo>
                        <a:pt x="111633" y="133921"/>
                      </a:lnTo>
                      <a:cubicBezTo>
                        <a:pt x="112776" y="134398"/>
                        <a:pt x="113347" y="135541"/>
                        <a:pt x="113347" y="137351"/>
                      </a:cubicBezTo>
                      <a:cubicBezTo>
                        <a:pt x="113347" y="137922"/>
                        <a:pt x="113252" y="138779"/>
                        <a:pt x="113062" y="139922"/>
                      </a:cubicBezTo>
                      <a:lnTo>
                        <a:pt x="113062" y="142589"/>
                      </a:lnTo>
                      <a:cubicBezTo>
                        <a:pt x="113062" y="145352"/>
                        <a:pt x="114110" y="146876"/>
                        <a:pt x="116205" y="147066"/>
                      </a:cubicBezTo>
                      <a:cubicBezTo>
                        <a:pt x="115443" y="147828"/>
                        <a:pt x="114776" y="148209"/>
                        <a:pt x="114300" y="148209"/>
                      </a:cubicBezTo>
                      <a:lnTo>
                        <a:pt x="114300" y="153543"/>
                      </a:lnTo>
                      <a:cubicBezTo>
                        <a:pt x="114967" y="152972"/>
                        <a:pt x="115538" y="152781"/>
                        <a:pt x="116205" y="152876"/>
                      </a:cubicBezTo>
                      <a:cubicBezTo>
                        <a:pt x="115729" y="149638"/>
                        <a:pt x="116205" y="147447"/>
                        <a:pt x="117634" y="146113"/>
                      </a:cubicBezTo>
                      <a:cubicBezTo>
                        <a:pt x="119063" y="147447"/>
                        <a:pt x="119729" y="148305"/>
                        <a:pt x="119539" y="148781"/>
                      </a:cubicBezTo>
                      <a:close/>
                      <a:moveTo>
                        <a:pt x="116205" y="127254"/>
                      </a:moveTo>
                      <a:cubicBezTo>
                        <a:pt x="115824" y="126778"/>
                        <a:pt x="115538" y="126397"/>
                        <a:pt x="115062" y="126397"/>
                      </a:cubicBezTo>
                      <a:cubicBezTo>
                        <a:pt x="114395" y="126397"/>
                        <a:pt x="113538" y="126873"/>
                        <a:pt x="112395" y="127921"/>
                      </a:cubicBezTo>
                      <a:lnTo>
                        <a:pt x="116300" y="127921"/>
                      </a:lnTo>
                      <a:lnTo>
                        <a:pt x="116300" y="127254"/>
                      </a:lnTo>
                      <a:close/>
                      <a:moveTo>
                        <a:pt x="114300" y="119729"/>
                      </a:moveTo>
                      <a:lnTo>
                        <a:pt x="114300" y="122015"/>
                      </a:lnTo>
                      <a:lnTo>
                        <a:pt x="116205" y="120301"/>
                      </a:lnTo>
                      <a:cubicBezTo>
                        <a:pt x="115253" y="119729"/>
                        <a:pt x="114586" y="119539"/>
                        <a:pt x="114300" y="119729"/>
                      </a:cubicBezTo>
                      <a:close/>
                      <a:moveTo>
                        <a:pt x="130302" y="129635"/>
                      </a:moveTo>
                      <a:lnTo>
                        <a:pt x="130969" y="127826"/>
                      </a:lnTo>
                      <a:lnTo>
                        <a:pt x="128969" y="128492"/>
                      </a:lnTo>
                      <a:lnTo>
                        <a:pt x="128302" y="123063"/>
                      </a:lnTo>
                      <a:lnTo>
                        <a:pt x="125730" y="127159"/>
                      </a:lnTo>
                      <a:lnTo>
                        <a:pt x="122587" y="124396"/>
                      </a:lnTo>
                      <a:cubicBezTo>
                        <a:pt x="121920" y="126968"/>
                        <a:pt x="122968" y="128397"/>
                        <a:pt x="125825" y="128683"/>
                      </a:cubicBezTo>
                      <a:cubicBezTo>
                        <a:pt x="128588" y="128873"/>
                        <a:pt x="130112" y="129159"/>
                        <a:pt x="130302" y="129635"/>
                      </a:cubicBezTo>
                      <a:close/>
                      <a:moveTo>
                        <a:pt x="139732" y="112967"/>
                      </a:moveTo>
                      <a:cubicBezTo>
                        <a:pt x="140589" y="113062"/>
                        <a:pt x="141161" y="112681"/>
                        <a:pt x="141637" y="111633"/>
                      </a:cubicBezTo>
                      <a:cubicBezTo>
                        <a:pt x="142113" y="110585"/>
                        <a:pt x="142494" y="110109"/>
                        <a:pt x="142875" y="110109"/>
                      </a:cubicBezTo>
                      <a:cubicBezTo>
                        <a:pt x="143256" y="110109"/>
                        <a:pt x="143732" y="110490"/>
                        <a:pt x="144304" y="111157"/>
                      </a:cubicBezTo>
                      <a:cubicBezTo>
                        <a:pt x="143828" y="110204"/>
                        <a:pt x="143256" y="109633"/>
                        <a:pt x="142589" y="109633"/>
                      </a:cubicBezTo>
                      <a:cubicBezTo>
                        <a:pt x="142113" y="109633"/>
                        <a:pt x="140970" y="110300"/>
                        <a:pt x="139160" y="111728"/>
                      </a:cubicBezTo>
                      <a:cubicBezTo>
                        <a:pt x="137446" y="113252"/>
                        <a:pt x="135827" y="113919"/>
                        <a:pt x="134493" y="113919"/>
                      </a:cubicBezTo>
                      <a:cubicBezTo>
                        <a:pt x="133921" y="113919"/>
                        <a:pt x="133350" y="113824"/>
                        <a:pt x="132779" y="113538"/>
                      </a:cubicBezTo>
                      <a:cubicBezTo>
                        <a:pt x="131636" y="111633"/>
                        <a:pt x="131064" y="110776"/>
                        <a:pt x="131064" y="110871"/>
                      </a:cubicBezTo>
                      <a:cubicBezTo>
                        <a:pt x="131064" y="110300"/>
                        <a:pt x="131636" y="109728"/>
                        <a:pt x="132779" y="109347"/>
                      </a:cubicBezTo>
                      <a:cubicBezTo>
                        <a:pt x="133064" y="109157"/>
                        <a:pt x="134017" y="109728"/>
                        <a:pt x="135446" y="111062"/>
                      </a:cubicBezTo>
                      <a:cubicBezTo>
                        <a:pt x="135636" y="110204"/>
                        <a:pt x="135064" y="109442"/>
                        <a:pt x="133731" y="108680"/>
                      </a:cubicBezTo>
                      <a:cubicBezTo>
                        <a:pt x="132779" y="108395"/>
                        <a:pt x="131826" y="108013"/>
                        <a:pt x="130778" y="107633"/>
                      </a:cubicBezTo>
                      <a:lnTo>
                        <a:pt x="131540" y="108680"/>
                      </a:lnTo>
                      <a:lnTo>
                        <a:pt x="124778" y="109061"/>
                      </a:lnTo>
                      <a:cubicBezTo>
                        <a:pt x="128111" y="109061"/>
                        <a:pt x="130207" y="109919"/>
                        <a:pt x="130778" y="111633"/>
                      </a:cubicBezTo>
                      <a:lnTo>
                        <a:pt x="124301" y="115729"/>
                      </a:lnTo>
                      <a:cubicBezTo>
                        <a:pt x="128969" y="115634"/>
                        <a:pt x="133350" y="114776"/>
                        <a:pt x="137541" y="113443"/>
                      </a:cubicBezTo>
                      <a:lnTo>
                        <a:pt x="138303" y="116872"/>
                      </a:lnTo>
                      <a:cubicBezTo>
                        <a:pt x="139065" y="115919"/>
                        <a:pt x="140684" y="114681"/>
                        <a:pt x="142875" y="113443"/>
                      </a:cubicBezTo>
                      <a:lnTo>
                        <a:pt x="139541" y="112776"/>
                      </a:lnTo>
                      <a:close/>
                      <a:moveTo>
                        <a:pt x="126397" y="96393"/>
                      </a:moveTo>
                      <a:lnTo>
                        <a:pt x="126397" y="99346"/>
                      </a:lnTo>
                      <a:lnTo>
                        <a:pt x="127159" y="99346"/>
                      </a:lnTo>
                      <a:lnTo>
                        <a:pt x="127159" y="96393"/>
                      </a:lnTo>
                      <a:lnTo>
                        <a:pt x="126397" y="96393"/>
                      </a:lnTo>
                      <a:close/>
                      <a:moveTo>
                        <a:pt x="139732" y="129635"/>
                      </a:moveTo>
                      <a:cubicBezTo>
                        <a:pt x="140018" y="128778"/>
                        <a:pt x="139922" y="127635"/>
                        <a:pt x="139255" y="126397"/>
                      </a:cubicBezTo>
                      <a:cubicBezTo>
                        <a:pt x="138684" y="125063"/>
                        <a:pt x="138398" y="124206"/>
                        <a:pt x="138494" y="123825"/>
                      </a:cubicBezTo>
                      <a:cubicBezTo>
                        <a:pt x="138684" y="123825"/>
                        <a:pt x="137065" y="123635"/>
                        <a:pt x="133636" y="123158"/>
                      </a:cubicBezTo>
                      <a:lnTo>
                        <a:pt x="132874" y="125540"/>
                      </a:lnTo>
                      <a:cubicBezTo>
                        <a:pt x="134303" y="125254"/>
                        <a:pt x="135160" y="125349"/>
                        <a:pt x="135255" y="126016"/>
                      </a:cubicBezTo>
                      <a:cubicBezTo>
                        <a:pt x="135446" y="126302"/>
                        <a:pt x="135255" y="126873"/>
                        <a:pt x="134779" y="127730"/>
                      </a:cubicBezTo>
                      <a:cubicBezTo>
                        <a:pt x="134493" y="128397"/>
                        <a:pt x="134493" y="128873"/>
                        <a:pt x="134779" y="128873"/>
                      </a:cubicBezTo>
                      <a:cubicBezTo>
                        <a:pt x="134969" y="128873"/>
                        <a:pt x="135160" y="128873"/>
                        <a:pt x="135541" y="128683"/>
                      </a:cubicBezTo>
                      <a:lnTo>
                        <a:pt x="134779" y="128016"/>
                      </a:lnTo>
                      <a:lnTo>
                        <a:pt x="137636" y="125635"/>
                      </a:lnTo>
                      <a:lnTo>
                        <a:pt x="139541" y="129826"/>
                      </a:lnTo>
                      <a:close/>
                      <a:moveTo>
                        <a:pt x="212503" y="179737"/>
                      </a:moveTo>
                      <a:lnTo>
                        <a:pt x="215170" y="179737"/>
                      </a:lnTo>
                      <a:lnTo>
                        <a:pt x="215932" y="180308"/>
                      </a:lnTo>
                      <a:lnTo>
                        <a:pt x="212503" y="179737"/>
                      </a:lnTo>
                      <a:close/>
                      <a:moveTo>
                        <a:pt x="223361" y="44006"/>
                      </a:moveTo>
                      <a:lnTo>
                        <a:pt x="225266" y="44006"/>
                      </a:lnTo>
                      <a:lnTo>
                        <a:pt x="225266" y="46292"/>
                      </a:lnTo>
                      <a:lnTo>
                        <a:pt x="223361" y="44006"/>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 name="Google Shape;1517;p99"/>
                <p:cNvSpPr/>
                <p:nvPr/>
              </p:nvSpPr>
              <p:spPr>
                <a:xfrm>
                  <a:off x="4654771" y="5331428"/>
                  <a:ext cx="150304" cy="175355"/>
                </a:xfrm>
                <a:custGeom>
                  <a:avLst/>
                  <a:gdLst/>
                  <a:ahLst/>
                  <a:cxnLst/>
                  <a:rect l="l" t="t" r="r" b="b"/>
                  <a:pathLst>
                    <a:path w="150304" h="175355" extrusionOk="0">
                      <a:moveTo>
                        <a:pt x="132683" y="140208"/>
                      </a:moveTo>
                      <a:cubicBezTo>
                        <a:pt x="135922" y="142113"/>
                        <a:pt x="137636" y="145161"/>
                        <a:pt x="138017" y="149447"/>
                      </a:cubicBezTo>
                      <a:cubicBezTo>
                        <a:pt x="138208" y="153257"/>
                        <a:pt x="138303" y="156877"/>
                        <a:pt x="138303" y="160401"/>
                      </a:cubicBezTo>
                      <a:cubicBezTo>
                        <a:pt x="138494" y="162401"/>
                        <a:pt x="138779" y="164211"/>
                        <a:pt x="139255" y="165640"/>
                      </a:cubicBezTo>
                      <a:cubicBezTo>
                        <a:pt x="134683" y="172117"/>
                        <a:pt x="127159" y="175355"/>
                        <a:pt x="116491" y="175355"/>
                      </a:cubicBezTo>
                      <a:cubicBezTo>
                        <a:pt x="113443" y="175355"/>
                        <a:pt x="108680" y="175069"/>
                        <a:pt x="102108" y="174498"/>
                      </a:cubicBezTo>
                      <a:cubicBezTo>
                        <a:pt x="95631" y="174022"/>
                        <a:pt x="90678" y="173641"/>
                        <a:pt x="87535" y="173641"/>
                      </a:cubicBezTo>
                      <a:cubicBezTo>
                        <a:pt x="84106" y="173641"/>
                        <a:pt x="81153" y="173641"/>
                        <a:pt x="78581" y="174117"/>
                      </a:cubicBezTo>
                      <a:lnTo>
                        <a:pt x="23431" y="174117"/>
                      </a:lnTo>
                      <a:lnTo>
                        <a:pt x="23431" y="173450"/>
                      </a:lnTo>
                      <a:cubicBezTo>
                        <a:pt x="21527" y="172498"/>
                        <a:pt x="18097" y="172307"/>
                        <a:pt x="13240" y="173069"/>
                      </a:cubicBezTo>
                      <a:cubicBezTo>
                        <a:pt x="8382" y="173736"/>
                        <a:pt x="4667" y="173355"/>
                        <a:pt x="2191" y="171736"/>
                      </a:cubicBezTo>
                      <a:cubicBezTo>
                        <a:pt x="2953" y="151161"/>
                        <a:pt x="3334" y="130873"/>
                        <a:pt x="3334" y="110680"/>
                      </a:cubicBezTo>
                      <a:cubicBezTo>
                        <a:pt x="3334" y="90488"/>
                        <a:pt x="2953" y="70104"/>
                        <a:pt x="2191" y="49625"/>
                      </a:cubicBezTo>
                      <a:cubicBezTo>
                        <a:pt x="3143" y="50197"/>
                        <a:pt x="3810" y="50387"/>
                        <a:pt x="4096" y="50197"/>
                      </a:cubicBezTo>
                      <a:lnTo>
                        <a:pt x="4858" y="49625"/>
                      </a:lnTo>
                      <a:cubicBezTo>
                        <a:pt x="5048" y="48673"/>
                        <a:pt x="4667" y="48101"/>
                        <a:pt x="3620" y="47720"/>
                      </a:cubicBezTo>
                      <a:cubicBezTo>
                        <a:pt x="2667" y="47434"/>
                        <a:pt x="2191" y="47149"/>
                        <a:pt x="2191" y="46958"/>
                      </a:cubicBezTo>
                      <a:cubicBezTo>
                        <a:pt x="2191" y="46672"/>
                        <a:pt x="2572" y="46196"/>
                        <a:pt x="3334" y="45434"/>
                      </a:cubicBezTo>
                      <a:cubicBezTo>
                        <a:pt x="3334" y="46672"/>
                        <a:pt x="3620" y="47530"/>
                        <a:pt x="4096" y="47815"/>
                      </a:cubicBezTo>
                      <a:cubicBezTo>
                        <a:pt x="5715" y="47625"/>
                        <a:pt x="6191" y="46863"/>
                        <a:pt x="5429" y="45339"/>
                      </a:cubicBezTo>
                      <a:cubicBezTo>
                        <a:pt x="4763" y="43815"/>
                        <a:pt x="4858" y="42863"/>
                        <a:pt x="6001" y="42577"/>
                      </a:cubicBezTo>
                      <a:cubicBezTo>
                        <a:pt x="5810" y="42863"/>
                        <a:pt x="5810" y="43148"/>
                        <a:pt x="5810" y="43434"/>
                      </a:cubicBezTo>
                      <a:cubicBezTo>
                        <a:pt x="5810" y="44005"/>
                        <a:pt x="6191" y="44672"/>
                        <a:pt x="7144" y="45244"/>
                      </a:cubicBezTo>
                      <a:cubicBezTo>
                        <a:pt x="8001" y="45910"/>
                        <a:pt x="8572" y="46387"/>
                        <a:pt x="8668" y="46672"/>
                      </a:cubicBezTo>
                      <a:lnTo>
                        <a:pt x="12478" y="46101"/>
                      </a:lnTo>
                      <a:lnTo>
                        <a:pt x="8668" y="43720"/>
                      </a:lnTo>
                      <a:lnTo>
                        <a:pt x="12478" y="42005"/>
                      </a:lnTo>
                      <a:cubicBezTo>
                        <a:pt x="12478" y="42005"/>
                        <a:pt x="11335" y="41053"/>
                        <a:pt x="9525" y="39433"/>
                      </a:cubicBezTo>
                      <a:cubicBezTo>
                        <a:pt x="8287" y="38386"/>
                        <a:pt x="7239" y="37909"/>
                        <a:pt x="6382" y="37909"/>
                      </a:cubicBezTo>
                      <a:cubicBezTo>
                        <a:pt x="5429" y="37909"/>
                        <a:pt x="4667" y="38481"/>
                        <a:pt x="4000" y="39624"/>
                      </a:cubicBezTo>
                      <a:cubicBezTo>
                        <a:pt x="2857" y="39052"/>
                        <a:pt x="2286" y="38481"/>
                        <a:pt x="2286" y="37909"/>
                      </a:cubicBezTo>
                      <a:cubicBezTo>
                        <a:pt x="2286" y="37624"/>
                        <a:pt x="2953" y="37052"/>
                        <a:pt x="4286" y="36100"/>
                      </a:cubicBezTo>
                      <a:cubicBezTo>
                        <a:pt x="5524" y="35147"/>
                        <a:pt x="6096" y="34290"/>
                        <a:pt x="6001" y="33623"/>
                      </a:cubicBezTo>
                      <a:lnTo>
                        <a:pt x="7906" y="35338"/>
                      </a:lnTo>
                      <a:lnTo>
                        <a:pt x="9049" y="34099"/>
                      </a:lnTo>
                      <a:cubicBezTo>
                        <a:pt x="9049" y="34099"/>
                        <a:pt x="10096" y="34766"/>
                        <a:pt x="10763" y="34766"/>
                      </a:cubicBezTo>
                      <a:cubicBezTo>
                        <a:pt x="11621" y="34766"/>
                        <a:pt x="12859" y="34385"/>
                        <a:pt x="14478" y="33623"/>
                      </a:cubicBezTo>
                      <a:cubicBezTo>
                        <a:pt x="16193" y="32956"/>
                        <a:pt x="17431" y="32575"/>
                        <a:pt x="18193" y="32575"/>
                      </a:cubicBezTo>
                      <a:cubicBezTo>
                        <a:pt x="19145" y="32575"/>
                        <a:pt x="19907" y="32956"/>
                        <a:pt x="20574" y="33623"/>
                      </a:cubicBezTo>
                      <a:lnTo>
                        <a:pt x="21812" y="32956"/>
                      </a:lnTo>
                      <a:cubicBezTo>
                        <a:pt x="21622" y="31623"/>
                        <a:pt x="20764" y="30766"/>
                        <a:pt x="19050" y="30194"/>
                      </a:cubicBezTo>
                      <a:cubicBezTo>
                        <a:pt x="17336" y="29718"/>
                        <a:pt x="16288" y="29242"/>
                        <a:pt x="16002" y="28861"/>
                      </a:cubicBezTo>
                      <a:cubicBezTo>
                        <a:pt x="13430" y="28765"/>
                        <a:pt x="10287" y="28765"/>
                        <a:pt x="6572" y="28861"/>
                      </a:cubicBezTo>
                      <a:cubicBezTo>
                        <a:pt x="6287" y="29623"/>
                        <a:pt x="5905" y="30004"/>
                        <a:pt x="5620" y="30004"/>
                      </a:cubicBezTo>
                      <a:cubicBezTo>
                        <a:pt x="4953" y="29527"/>
                        <a:pt x="4477" y="29337"/>
                        <a:pt x="4191" y="29337"/>
                      </a:cubicBezTo>
                      <a:cubicBezTo>
                        <a:pt x="3810" y="29337"/>
                        <a:pt x="3524" y="29337"/>
                        <a:pt x="3143" y="29527"/>
                      </a:cubicBezTo>
                      <a:lnTo>
                        <a:pt x="1238" y="23050"/>
                      </a:lnTo>
                      <a:cubicBezTo>
                        <a:pt x="2477" y="23050"/>
                        <a:pt x="3429" y="22669"/>
                        <a:pt x="3905" y="22003"/>
                      </a:cubicBezTo>
                      <a:cubicBezTo>
                        <a:pt x="3905" y="20764"/>
                        <a:pt x="3334" y="20383"/>
                        <a:pt x="2096" y="20955"/>
                      </a:cubicBezTo>
                      <a:cubicBezTo>
                        <a:pt x="953" y="21526"/>
                        <a:pt x="190" y="21431"/>
                        <a:pt x="0" y="20574"/>
                      </a:cubicBezTo>
                      <a:lnTo>
                        <a:pt x="2000" y="18764"/>
                      </a:lnTo>
                      <a:lnTo>
                        <a:pt x="3905" y="20574"/>
                      </a:lnTo>
                      <a:cubicBezTo>
                        <a:pt x="4381" y="20193"/>
                        <a:pt x="4667" y="18764"/>
                        <a:pt x="4667" y="16478"/>
                      </a:cubicBezTo>
                      <a:cubicBezTo>
                        <a:pt x="4667" y="17050"/>
                        <a:pt x="5048" y="17526"/>
                        <a:pt x="5905" y="17716"/>
                      </a:cubicBezTo>
                      <a:cubicBezTo>
                        <a:pt x="7144" y="16859"/>
                        <a:pt x="7811" y="16097"/>
                        <a:pt x="7811" y="15621"/>
                      </a:cubicBezTo>
                      <a:cubicBezTo>
                        <a:pt x="7811" y="14859"/>
                        <a:pt x="6668" y="13811"/>
                        <a:pt x="4572" y="12478"/>
                      </a:cubicBezTo>
                      <a:cubicBezTo>
                        <a:pt x="2381" y="11144"/>
                        <a:pt x="1333" y="9811"/>
                        <a:pt x="1333" y="8668"/>
                      </a:cubicBezTo>
                      <a:cubicBezTo>
                        <a:pt x="1333" y="7715"/>
                        <a:pt x="2000" y="6572"/>
                        <a:pt x="3238" y="5429"/>
                      </a:cubicBezTo>
                      <a:lnTo>
                        <a:pt x="7906" y="1143"/>
                      </a:lnTo>
                      <a:cubicBezTo>
                        <a:pt x="16097" y="381"/>
                        <a:pt x="24860" y="0"/>
                        <a:pt x="34195" y="0"/>
                      </a:cubicBezTo>
                      <a:cubicBezTo>
                        <a:pt x="43053" y="0"/>
                        <a:pt x="56388" y="476"/>
                        <a:pt x="74104" y="1238"/>
                      </a:cubicBezTo>
                      <a:cubicBezTo>
                        <a:pt x="91821" y="2096"/>
                        <a:pt x="105251" y="2572"/>
                        <a:pt x="114205" y="2572"/>
                      </a:cubicBezTo>
                      <a:cubicBezTo>
                        <a:pt x="120682" y="2572"/>
                        <a:pt x="126778" y="2381"/>
                        <a:pt x="132588" y="2096"/>
                      </a:cubicBezTo>
                      <a:cubicBezTo>
                        <a:pt x="136303" y="4667"/>
                        <a:pt x="138113" y="8096"/>
                        <a:pt x="138113" y="12382"/>
                      </a:cubicBezTo>
                      <a:cubicBezTo>
                        <a:pt x="138113" y="13716"/>
                        <a:pt x="137827" y="16002"/>
                        <a:pt x="137350" y="19145"/>
                      </a:cubicBezTo>
                      <a:cubicBezTo>
                        <a:pt x="136874" y="22288"/>
                        <a:pt x="136684" y="24765"/>
                        <a:pt x="136684" y="26575"/>
                      </a:cubicBezTo>
                      <a:cubicBezTo>
                        <a:pt x="136684" y="28289"/>
                        <a:pt x="136874" y="29813"/>
                        <a:pt x="137160" y="31242"/>
                      </a:cubicBezTo>
                      <a:cubicBezTo>
                        <a:pt x="137160" y="33528"/>
                        <a:pt x="135541" y="34766"/>
                        <a:pt x="132397" y="34766"/>
                      </a:cubicBezTo>
                      <a:cubicBezTo>
                        <a:pt x="131921" y="34766"/>
                        <a:pt x="131064" y="34671"/>
                        <a:pt x="129921" y="34576"/>
                      </a:cubicBezTo>
                      <a:lnTo>
                        <a:pt x="127540" y="34576"/>
                      </a:lnTo>
                      <a:cubicBezTo>
                        <a:pt x="125635" y="34576"/>
                        <a:pt x="124206" y="34862"/>
                        <a:pt x="123158" y="35433"/>
                      </a:cubicBezTo>
                      <a:lnTo>
                        <a:pt x="117824" y="35433"/>
                      </a:lnTo>
                      <a:lnTo>
                        <a:pt x="117824" y="34576"/>
                      </a:lnTo>
                      <a:cubicBezTo>
                        <a:pt x="110490" y="35147"/>
                        <a:pt x="102108" y="35433"/>
                        <a:pt x="92678" y="35433"/>
                      </a:cubicBezTo>
                      <a:cubicBezTo>
                        <a:pt x="86868" y="35528"/>
                        <a:pt x="78391" y="35528"/>
                        <a:pt x="67246" y="35433"/>
                      </a:cubicBezTo>
                      <a:lnTo>
                        <a:pt x="41910" y="35433"/>
                      </a:lnTo>
                      <a:cubicBezTo>
                        <a:pt x="40767" y="38005"/>
                        <a:pt x="40196" y="40957"/>
                        <a:pt x="40196" y="44291"/>
                      </a:cubicBezTo>
                      <a:cubicBezTo>
                        <a:pt x="40196" y="45244"/>
                        <a:pt x="40196" y="46863"/>
                        <a:pt x="40386" y="48768"/>
                      </a:cubicBezTo>
                      <a:lnTo>
                        <a:pt x="40386" y="53530"/>
                      </a:lnTo>
                      <a:cubicBezTo>
                        <a:pt x="40386" y="56769"/>
                        <a:pt x="40005" y="59626"/>
                        <a:pt x="39243" y="62198"/>
                      </a:cubicBezTo>
                      <a:cubicBezTo>
                        <a:pt x="39719" y="64198"/>
                        <a:pt x="40100" y="66199"/>
                        <a:pt x="40386" y="68199"/>
                      </a:cubicBezTo>
                      <a:cubicBezTo>
                        <a:pt x="41148" y="70771"/>
                        <a:pt x="42672" y="72104"/>
                        <a:pt x="44768" y="72104"/>
                      </a:cubicBezTo>
                      <a:cubicBezTo>
                        <a:pt x="45434" y="72104"/>
                        <a:pt x="46101" y="72104"/>
                        <a:pt x="46672" y="71818"/>
                      </a:cubicBezTo>
                      <a:cubicBezTo>
                        <a:pt x="47149" y="72009"/>
                        <a:pt x="47720" y="72104"/>
                        <a:pt x="48387" y="72104"/>
                      </a:cubicBezTo>
                      <a:cubicBezTo>
                        <a:pt x="49054" y="72104"/>
                        <a:pt x="50006" y="71914"/>
                        <a:pt x="51340" y="71628"/>
                      </a:cubicBezTo>
                      <a:cubicBezTo>
                        <a:pt x="52673" y="71342"/>
                        <a:pt x="53530" y="71152"/>
                        <a:pt x="54007" y="71152"/>
                      </a:cubicBezTo>
                      <a:cubicBezTo>
                        <a:pt x="55340" y="71152"/>
                        <a:pt x="56388" y="71818"/>
                        <a:pt x="57150" y="72866"/>
                      </a:cubicBezTo>
                      <a:cubicBezTo>
                        <a:pt x="61531" y="71723"/>
                        <a:pt x="66580" y="71152"/>
                        <a:pt x="72390" y="71152"/>
                      </a:cubicBezTo>
                      <a:cubicBezTo>
                        <a:pt x="75247" y="71152"/>
                        <a:pt x="79534" y="71342"/>
                        <a:pt x="85058" y="71628"/>
                      </a:cubicBezTo>
                      <a:cubicBezTo>
                        <a:pt x="90678" y="72009"/>
                        <a:pt x="94774" y="72199"/>
                        <a:pt x="97536" y="72199"/>
                      </a:cubicBezTo>
                      <a:cubicBezTo>
                        <a:pt x="100298" y="72199"/>
                        <a:pt x="102870" y="72104"/>
                        <a:pt x="105251" y="71818"/>
                      </a:cubicBezTo>
                      <a:cubicBezTo>
                        <a:pt x="106394" y="75438"/>
                        <a:pt x="106871" y="80486"/>
                        <a:pt x="106775" y="86963"/>
                      </a:cubicBezTo>
                      <a:cubicBezTo>
                        <a:pt x="106585" y="94297"/>
                        <a:pt x="106775" y="99346"/>
                        <a:pt x="107252" y="102108"/>
                      </a:cubicBezTo>
                      <a:cubicBezTo>
                        <a:pt x="103918" y="104204"/>
                        <a:pt x="99346" y="105251"/>
                        <a:pt x="93536" y="105251"/>
                      </a:cubicBezTo>
                      <a:cubicBezTo>
                        <a:pt x="91059" y="105251"/>
                        <a:pt x="87439" y="105061"/>
                        <a:pt x="82487" y="104680"/>
                      </a:cubicBezTo>
                      <a:cubicBezTo>
                        <a:pt x="77533" y="104299"/>
                        <a:pt x="73819" y="104013"/>
                        <a:pt x="71247" y="104013"/>
                      </a:cubicBezTo>
                      <a:cubicBezTo>
                        <a:pt x="68866" y="104013"/>
                        <a:pt x="66580" y="104204"/>
                        <a:pt x="64484" y="104489"/>
                      </a:cubicBezTo>
                      <a:lnTo>
                        <a:pt x="64484" y="103441"/>
                      </a:lnTo>
                      <a:cubicBezTo>
                        <a:pt x="63341" y="103537"/>
                        <a:pt x="60865" y="103632"/>
                        <a:pt x="57055" y="103632"/>
                      </a:cubicBezTo>
                      <a:cubicBezTo>
                        <a:pt x="54483" y="103632"/>
                        <a:pt x="52102" y="104108"/>
                        <a:pt x="49816" y="105156"/>
                      </a:cubicBezTo>
                      <a:cubicBezTo>
                        <a:pt x="48958" y="104680"/>
                        <a:pt x="47911" y="104584"/>
                        <a:pt x="46672" y="104584"/>
                      </a:cubicBezTo>
                      <a:cubicBezTo>
                        <a:pt x="44768" y="104680"/>
                        <a:pt x="43624" y="104680"/>
                        <a:pt x="43339" y="104584"/>
                      </a:cubicBezTo>
                      <a:cubicBezTo>
                        <a:pt x="40767" y="105251"/>
                        <a:pt x="39529" y="107156"/>
                        <a:pt x="39529" y="109918"/>
                      </a:cubicBezTo>
                      <a:cubicBezTo>
                        <a:pt x="39529" y="111919"/>
                        <a:pt x="39910" y="113538"/>
                        <a:pt x="40672" y="114681"/>
                      </a:cubicBezTo>
                      <a:cubicBezTo>
                        <a:pt x="37147" y="113824"/>
                        <a:pt x="33909" y="114681"/>
                        <a:pt x="31242" y="117062"/>
                      </a:cubicBezTo>
                      <a:lnTo>
                        <a:pt x="37529" y="116014"/>
                      </a:lnTo>
                      <a:lnTo>
                        <a:pt x="36862" y="117062"/>
                      </a:lnTo>
                      <a:cubicBezTo>
                        <a:pt x="37147" y="117634"/>
                        <a:pt x="37529" y="117919"/>
                        <a:pt x="38100" y="117919"/>
                      </a:cubicBezTo>
                      <a:cubicBezTo>
                        <a:pt x="37814" y="117919"/>
                        <a:pt x="38671" y="117253"/>
                        <a:pt x="40767" y="115919"/>
                      </a:cubicBezTo>
                      <a:cubicBezTo>
                        <a:pt x="40767" y="115348"/>
                        <a:pt x="40767" y="119539"/>
                        <a:pt x="40577" y="128492"/>
                      </a:cubicBezTo>
                      <a:cubicBezTo>
                        <a:pt x="40386" y="133636"/>
                        <a:pt x="41338" y="137636"/>
                        <a:pt x="43434" y="140303"/>
                      </a:cubicBezTo>
                      <a:cubicBezTo>
                        <a:pt x="49339" y="141065"/>
                        <a:pt x="55626" y="141446"/>
                        <a:pt x="62294" y="141446"/>
                      </a:cubicBezTo>
                      <a:cubicBezTo>
                        <a:pt x="67246" y="141446"/>
                        <a:pt x="74581" y="141160"/>
                        <a:pt x="84201" y="140493"/>
                      </a:cubicBezTo>
                      <a:cubicBezTo>
                        <a:pt x="93821" y="139922"/>
                        <a:pt x="100965" y="139637"/>
                        <a:pt x="105823" y="139637"/>
                      </a:cubicBezTo>
                      <a:cubicBezTo>
                        <a:pt x="113062" y="139637"/>
                        <a:pt x="119824" y="140113"/>
                        <a:pt x="126111" y="140970"/>
                      </a:cubicBezTo>
                      <a:cubicBezTo>
                        <a:pt x="127254" y="138684"/>
                        <a:pt x="129445" y="138398"/>
                        <a:pt x="132874" y="140303"/>
                      </a:cubicBezTo>
                      <a:close/>
                      <a:moveTo>
                        <a:pt x="8001" y="31813"/>
                      </a:moveTo>
                      <a:lnTo>
                        <a:pt x="9430" y="33528"/>
                      </a:lnTo>
                      <a:lnTo>
                        <a:pt x="9239" y="34004"/>
                      </a:lnTo>
                      <a:cubicBezTo>
                        <a:pt x="8668" y="33433"/>
                        <a:pt x="8191" y="32671"/>
                        <a:pt x="8096" y="31813"/>
                      </a:cubicBezTo>
                      <a:close/>
                      <a:moveTo>
                        <a:pt x="57531" y="93535"/>
                      </a:moveTo>
                      <a:lnTo>
                        <a:pt x="54673" y="93535"/>
                      </a:lnTo>
                      <a:cubicBezTo>
                        <a:pt x="55150" y="94583"/>
                        <a:pt x="56102" y="94583"/>
                        <a:pt x="57531" y="93535"/>
                      </a:cubicBezTo>
                      <a:lnTo>
                        <a:pt x="58769" y="93535"/>
                      </a:lnTo>
                      <a:cubicBezTo>
                        <a:pt x="58769" y="93535"/>
                        <a:pt x="59246" y="94393"/>
                        <a:pt x="59246" y="95059"/>
                      </a:cubicBezTo>
                      <a:lnTo>
                        <a:pt x="62579" y="93535"/>
                      </a:lnTo>
                      <a:cubicBezTo>
                        <a:pt x="63437" y="94297"/>
                        <a:pt x="63818" y="94774"/>
                        <a:pt x="63818" y="95059"/>
                      </a:cubicBezTo>
                      <a:lnTo>
                        <a:pt x="67437" y="95059"/>
                      </a:lnTo>
                      <a:lnTo>
                        <a:pt x="67437" y="93535"/>
                      </a:lnTo>
                      <a:lnTo>
                        <a:pt x="58769" y="93535"/>
                      </a:lnTo>
                      <a:cubicBezTo>
                        <a:pt x="58769" y="93535"/>
                        <a:pt x="58007" y="93250"/>
                        <a:pt x="57531" y="93535"/>
                      </a:cubicBezTo>
                      <a:close/>
                      <a:moveTo>
                        <a:pt x="104680" y="12192"/>
                      </a:moveTo>
                      <a:lnTo>
                        <a:pt x="102775" y="11144"/>
                      </a:lnTo>
                      <a:lnTo>
                        <a:pt x="104680" y="14573"/>
                      </a:lnTo>
                      <a:lnTo>
                        <a:pt x="104680" y="12192"/>
                      </a:lnTo>
                      <a:close/>
                      <a:moveTo>
                        <a:pt x="149352" y="151828"/>
                      </a:moveTo>
                      <a:lnTo>
                        <a:pt x="150304" y="151828"/>
                      </a:lnTo>
                      <a:lnTo>
                        <a:pt x="147447" y="153353"/>
                      </a:lnTo>
                      <a:lnTo>
                        <a:pt x="149352" y="151828"/>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 name="Google Shape;1518;p99"/>
                <p:cNvSpPr/>
                <p:nvPr/>
              </p:nvSpPr>
              <p:spPr>
                <a:xfrm>
                  <a:off x="4804123" y="5332285"/>
                  <a:ext cx="164687" cy="200787"/>
                </a:xfrm>
                <a:custGeom>
                  <a:avLst/>
                  <a:gdLst/>
                  <a:ahLst/>
                  <a:cxnLst/>
                  <a:rect l="l" t="t" r="r" b="b"/>
                  <a:pathLst>
                    <a:path w="164687" h="200787" extrusionOk="0">
                      <a:moveTo>
                        <a:pt x="139255" y="96583"/>
                      </a:moveTo>
                      <a:cubicBezTo>
                        <a:pt x="139446" y="95917"/>
                        <a:pt x="139065" y="95345"/>
                        <a:pt x="138208" y="94869"/>
                      </a:cubicBezTo>
                      <a:lnTo>
                        <a:pt x="137541" y="94869"/>
                      </a:lnTo>
                      <a:cubicBezTo>
                        <a:pt x="137541" y="94869"/>
                        <a:pt x="138017" y="95726"/>
                        <a:pt x="138017" y="96203"/>
                      </a:cubicBezTo>
                      <a:cubicBezTo>
                        <a:pt x="138017" y="96679"/>
                        <a:pt x="137636" y="97631"/>
                        <a:pt x="136684" y="98965"/>
                      </a:cubicBezTo>
                      <a:cubicBezTo>
                        <a:pt x="135827" y="100298"/>
                        <a:pt x="135350" y="101251"/>
                        <a:pt x="135350" y="101917"/>
                      </a:cubicBezTo>
                      <a:cubicBezTo>
                        <a:pt x="135350" y="102965"/>
                        <a:pt x="136112" y="103918"/>
                        <a:pt x="137541" y="104775"/>
                      </a:cubicBezTo>
                      <a:cubicBezTo>
                        <a:pt x="137541" y="105061"/>
                        <a:pt x="137160" y="105728"/>
                        <a:pt x="136303" y="106871"/>
                      </a:cubicBezTo>
                      <a:cubicBezTo>
                        <a:pt x="135541" y="108013"/>
                        <a:pt x="135255" y="108871"/>
                        <a:pt x="135541" y="109823"/>
                      </a:cubicBezTo>
                      <a:lnTo>
                        <a:pt x="136303" y="110395"/>
                      </a:lnTo>
                      <a:cubicBezTo>
                        <a:pt x="135541" y="111157"/>
                        <a:pt x="134303" y="111442"/>
                        <a:pt x="132969" y="111442"/>
                      </a:cubicBezTo>
                      <a:lnTo>
                        <a:pt x="129064" y="111442"/>
                      </a:lnTo>
                      <a:cubicBezTo>
                        <a:pt x="128588" y="110776"/>
                        <a:pt x="128111" y="110109"/>
                        <a:pt x="127635" y="109442"/>
                      </a:cubicBezTo>
                      <a:cubicBezTo>
                        <a:pt x="127159" y="108775"/>
                        <a:pt x="126302" y="108585"/>
                        <a:pt x="125254" y="108966"/>
                      </a:cubicBezTo>
                      <a:cubicBezTo>
                        <a:pt x="124016" y="110109"/>
                        <a:pt x="123254" y="111062"/>
                        <a:pt x="123254" y="111728"/>
                      </a:cubicBezTo>
                      <a:cubicBezTo>
                        <a:pt x="123254" y="112395"/>
                        <a:pt x="124778" y="113062"/>
                        <a:pt x="127730" y="113347"/>
                      </a:cubicBezTo>
                      <a:cubicBezTo>
                        <a:pt x="130683" y="113729"/>
                        <a:pt x="132493" y="114490"/>
                        <a:pt x="132969" y="115633"/>
                      </a:cubicBezTo>
                      <a:lnTo>
                        <a:pt x="135636" y="113252"/>
                      </a:lnTo>
                      <a:lnTo>
                        <a:pt x="134398" y="125730"/>
                      </a:lnTo>
                      <a:cubicBezTo>
                        <a:pt x="134398" y="124111"/>
                        <a:pt x="134207" y="123254"/>
                        <a:pt x="133731" y="122968"/>
                      </a:cubicBezTo>
                      <a:cubicBezTo>
                        <a:pt x="133921" y="122968"/>
                        <a:pt x="133064" y="123539"/>
                        <a:pt x="131064" y="124682"/>
                      </a:cubicBezTo>
                      <a:cubicBezTo>
                        <a:pt x="132207" y="125730"/>
                        <a:pt x="134398" y="129635"/>
                        <a:pt x="137636" y="136303"/>
                      </a:cubicBezTo>
                      <a:cubicBezTo>
                        <a:pt x="136684" y="136207"/>
                        <a:pt x="135350" y="135350"/>
                        <a:pt x="133731" y="133921"/>
                      </a:cubicBezTo>
                      <a:cubicBezTo>
                        <a:pt x="133921" y="136112"/>
                        <a:pt x="134112" y="138303"/>
                        <a:pt x="134303" y="140589"/>
                      </a:cubicBezTo>
                      <a:cubicBezTo>
                        <a:pt x="134493" y="142970"/>
                        <a:pt x="135255" y="145066"/>
                        <a:pt x="136398" y="147161"/>
                      </a:cubicBezTo>
                      <a:cubicBezTo>
                        <a:pt x="134779" y="149447"/>
                        <a:pt x="133160" y="149733"/>
                        <a:pt x="131636" y="148018"/>
                      </a:cubicBezTo>
                      <a:cubicBezTo>
                        <a:pt x="130493" y="146685"/>
                        <a:pt x="129730" y="147542"/>
                        <a:pt x="129159" y="150590"/>
                      </a:cubicBezTo>
                      <a:cubicBezTo>
                        <a:pt x="129445" y="151543"/>
                        <a:pt x="130112" y="152209"/>
                        <a:pt x="131254" y="152305"/>
                      </a:cubicBezTo>
                      <a:cubicBezTo>
                        <a:pt x="132302" y="152495"/>
                        <a:pt x="132779" y="152591"/>
                        <a:pt x="132779" y="152781"/>
                      </a:cubicBezTo>
                      <a:cubicBezTo>
                        <a:pt x="132779" y="153067"/>
                        <a:pt x="132493" y="153734"/>
                        <a:pt x="131826" y="154686"/>
                      </a:cubicBezTo>
                      <a:cubicBezTo>
                        <a:pt x="128111" y="156020"/>
                        <a:pt x="125730" y="158019"/>
                        <a:pt x="124587" y="160877"/>
                      </a:cubicBezTo>
                      <a:cubicBezTo>
                        <a:pt x="123444" y="163639"/>
                        <a:pt x="120968" y="165830"/>
                        <a:pt x="117062" y="167259"/>
                      </a:cubicBezTo>
                      <a:cubicBezTo>
                        <a:pt x="116491" y="168116"/>
                        <a:pt x="115157" y="168973"/>
                        <a:pt x="113347" y="169736"/>
                      </a:cubicBezTo>
                      <a:cubicBezTo>
                        <a:pt x="111538" y="170593"/>
                        <a:pt x="109919" y="170783"/>
                        <a:pt x="108680" y="170497"/>
                      </a:cubicBezTo>
                      <a:lnTo>
                        <a:pt x="105061" y="174593"/>
                      </a:lnTo>
                      <a:lnTo>
                        <a:pt x="105823" y="175736"/>
                      </a:lnTo>
                      <a:cubicBezTo>
                        <a:pt x="100775" y="174022"/>
                        <a:pt x="95345" y="172974"/>
                        <a:pt x="89345" y="172974"/>
                      </a:cubicBezTo>
                      <a:lnTo>
                        <a:pt x="83248" y="172974"/>
                      </a:lnTo>
                      <a:cubicBezTo>
                        <a:pt x="79248" y="172974"/>
                        <a:pt x="75629" y="172688"/>
                        <a:pt x="72390" y="172402"/>
                      </a:cubicBezTo>
                      <a:cubicBezTo>
                        <a:pt x="71056" y="170021"/>
                        <a:pt x="69628" y="168878"/>
                        <a:pt x="68104" y="168878"/>
                      </a:cubicBezTo>
                      <a:cubicBezTo>
                        <a:pt x="66961" y="168878"/>
                        <a:pt x="65246" y="169545"/>
                        <a:pt x="63055" y="170879"/>
                      </a:cubicBezTo>
                      <a:cubicBezTo>
                        <a:pt x="60770" y="172212"/>
                        <a:pt x="58864" y="172974"/>
                        <a:pt x="57531" y="172974"/>
                      </a:cubicBezTo>
                      <a:cubicBezTo>
                        <a:pt x="56864" y="172974"/>
                        <a:pt x="56293" y="172974"/>
                        <a:pt x="55817" y="172688"/>
                      </a:cubicBezTo>
                      <a:cubicBezTo>
                        <a:pt x="28385" y="172688"/>
                        <a:pt x="11621" y="172498"/>
                        <a:pt x="5334" y="172117"/>
                      </a:cubicBezTo>
                      <a:cubicBezTo>
                        <a:pt x="2953" y="169831"/>
                        <a:pt x="1714" y="165830"/>
                        <a:pt x="1714" y="160211"/>
                      </a:cubicBezTo>
                      <a:lnTo>
                        <a:pt x="1714" y="152305"/>
                      </a:lnTo>
                      <a:cubicBezTo>
                        <a:pt x="1714" y="148400"/>
                        <a:pt x="1143" y="145542"/>
                        <a:pt x="0" y="143637"/>
                      </a:cubicBezTo>
                      <a:cubicBezTo>
                        <a:pt x="1810" y="138113"/>
                        <a:pt x="2667" y="131921"/>
                        <a:pt x="2667" y="124873"/>
                      </a:cubicBezTo>
                      <a:cubicBezTo>
                        <a:pt x="2667" y="121253"/>
                        <a:pt x="2286" y="114681"/>
                        <a:pt x="1524" y="105061"/>
                      </a:cubicBezTo>
                      <a:cubicBezTo>
                        <a:pt x="667" y="96679"/>
                        <a:pt x="476" y="90202"/>
                        <a:pt x="762" y="85439"/>
                      </a:cubicBezTo>
                      <a:lnTo>
                        <a:pt x="762" y="82677"/>
                      </a:lnTo>
                      <a:cubicBezTo>
                        <a:pt x="762" y="81248"/>
                        <a:pt x="1429" y="80010"/>
                        <a:pt x="2667" y="79057"/>
                      </a:cubicBezTo>
                      <a:cubicBezTo>
                        <a:pt x="2477" y="77533"/>
                        <a:pt x="2477" y="75724"/>
                        <a:pt x="2477" y="73914"/>
                      </a:cubicBezTo>
                      <a:cubicBezTo>
                        <a:pt x="2477" y="72104"/>
                        <a:pt x="2572" y="69342"/>
                        <a:pt x="2858" y="65818"/>
                      </a:cubicBezTo>
                      <a:cubicBezTo>
                        <a:pt x="3143" y="62293"/>
                        <a:pt x="3238" y="59912"/>
                        <a:pt x="3238" y="58388"/>
                      </a:cubicBezTo>
                      <a:cubicBezTo>
                        <a:pt x="3238" y="54673"/>
                        <a:pt x="2667" y="51816"/>
                        <a:pt x="1524" y="50006"/>
                      </a:cubicBezTo>
                      <a:cubicBezTo>
                        <a:pt x="857" y="47339"/>
                        <a:pt x="476" y="44291"/>
                        <a:pt x="476" y="40957"/>
                      </a:cubicBezTo>
                      <a:cubicBezTo>
                        <a:pt x="476" y="37624"/>
                        <a:pt x="953" y="32861"/>
                        <a:pt x="1810" y="26194"/>
                      </a:cubicBezTo>
                      <a:cubicBezTo>
                        <a:pt x="2667" y="19431"/>
                        <a:pt x="3143" y="14288"/>
                        <a:pt x="3143" y="10763"/>
                      </a:cubicBezTo>
                      <a:cubicBezTo>
                        <a:pt x="3143" y="8477"/>
                        <a:pt x="2953" y="6287"/>
                        <a:pt x="2667" y="4286"/>
                      </a:cubicBezTo>
                      <a:cubicBezTo>
                        <a:pt x="4477" y="2953"/>
                        <a:pt x="9144" y="1524"/>
                        <a:pt x="16669" y="0"/>
                      </a:cubicBezTo>
                      <a:lnTo>
                        <a:pt x="58484" y="1048"/>
                      </a:lnTo>
                      <a:cubicBezTo>
                        <a:pt x="61246" y="2000"/>
                        <a:pt x="62579" y="4191"/>
                        <a:pt x="62389" y="7906"/>
                      </a:cubicBezTo>
                      <a:cubicBezTo>
                        <a:pt x="62198" y="12382"/>
                        <a:pt x="62579" y="15049"/>
                        <a:pt x="63341" y="15907"/>
                      </a:cubicBezTo>
                      <a:cubicBezTo>
                        <a:pt x="65246" y="16478"/>
                        <a:pt x="66866" y="15430"/>
                        <a:pt x="67913" y="12478"/>
                      </a:cubicBezTo>
                      <a:cubicBezTo>
                        <a:pt x="67913" y="12001"/>
                        <a:pt x="67723" y="11144"/>
                        <a:pt x="67151" y="9715"/>
                      </a:cubicBezTo>
                      <a:cubicBezTo>
                        <a:pt x="66675" y="8287"/>
                        <a:pt x="66389" y="7239"/>
                        <a:pt x="66389" y="6477"/>
                      </a:cubicBezTo>
                      <a:cubicBezTo>
                        <a:pt x="66389" y="4572"/>
                        <a:pt x="67723" y="3620"/>
                        <a:pt x="70485" y="3429"/>
                      </a:cubicBezTo>
                      <a:cubicBezTo>
                        <a:pt x="71152" y="4000"/>
                        <a:pt x="71723" y="4286"/>
                        <a:pt x="72390" y="4286"/>
                      </a:cubicBezTo>
                      <a:cubicBezTo>
                        <a:pt x="74200" y="4286"/>
                        <a:pt x="75343" y="3238"/>
                        <a:pt x="76010" y="1048"/>
                      </a:cubicBezTo>
                      <a:lnTo>
                        <a:pt x="109823" y="1714"/>
                      </a:lnTo>
                      <a:cubicBezTo>
                        <a:pt x="110490" y="3143"/>
                        <a:pt x="111443" y="3715"/>
                        <a:pt x="112871" y="3620"/>
                      </a:cubicBezTo>
                      <a:cubicBezTo>
                        <a:pt x="114205" y="3429"/>
                        <a:pt x="115253" y="3620"/>
                        <a:pt x="115919" y="4286"/>
                      </a:cubicBezTo>
                      <a:cubicBezTo>
                        <a:pt x="121063" y="5715"/>
                        <a:pt x="125254" y="8668"/>
                        <a:pt x="128492" y="12954"/>
                      </a:cubicBezTo>
                      <a:cubicBezTo>
                        <a:pt x="131064" y="16669"/>
                        <a:pt x="133731" y="20574"/>
                        <a:pt x="136398" y="24384"/>
                      </a:cubicBezTo>
                      <a:cubicBezTo>
                        <a:pt x="135064" y="28289"/>
                        <a:pt x="134398" y="32480"/>
                        <a:pt x="134398" y="37147"/>
                      </a:cubicBezTo>
                      <a:cubicBezTo>
                        <a:pt x="134398" y="41148"/>
                        <a:pt x="135160" y="47339"/>
                        <a:pt x="136874" y="55626"/>
                      </a:cubicBezTo>
                      <a:cubicBezTo>
                        <a:pt x="138494" y="63913"/>
                        <a:pt x="139255" y="70199"/>
                        <a:pt x="139255" y="74486"/>
                      </a:cubicBezTo>
                      <a:cubicBezTo>
                        <a:pt x="139255" y="78772"/>
                        <a:pt x="138684" y="82867"/>
                        <a:pt x="137541" y="86773"/>
                      </a:cubicBezTo>
                      <a:lnTo>
                        <a:pt x="141161" y="88487"/>
                      </a:lnTo>
                      <a:cubicBezTo>
                        <a:pt x="140018" y="88678"/>
                        <a:pt x="138398" y="89440"/>
                        <a:pt x="136303" y="90868"/>
                      </a:cubicBezTo>
                      <a:cubicBezTo>
                        <a:pt x="136017" y="91440"/>
                        <a:pt x="135827" y="91916"/>
                        <a:pt x="135827" y="92392"/>
                      </a:cubicBezTo>
                      <a:cubicBezTo>
                        <a:pt x="135827" y="93250"/>
                        <a:pt x="136684" y="93916"/>
                        <a:pt x="138208" y="94202"/>
                      </a:cubicBezTo>
                      <a:cubicBezTo>
                        <a:pt x="139827" y="94583"/>
                        <a:pt x="140779" y="94869"/>
                        <a:pt x="141161" y="95155"/>
                      </a:cubicBezTo>
                      <a:lnTo>
                        <a:pt x="139255" y="96869"/>
                      </a:lnTo>
                      <a:close/>
                      <a:moveTo>
                        <a:pt x="14573" y="57817"/>
                      </a:moveTo>
                      <a:cubicBezTo>
                        <a:pt x="15907" y="56769"/>
                        <a:pt x="16764" y="56388"/>
                        <a:pt x="17240" y="56579"/>
                      </a:cubicBezTo>
                      <a:cubicBezTo>
                        <a:pt x="16764" y="56197"/>
                        <a:pt x="16478" y="55531"/>
                        <a:pt x="16478" y="54769"/>
                      </a:cubicBezTo>
                      <a:cubicBezTo>
                        <a:pt x="16669" y="53626"/>
                        <a:pt x="16669" y="52959"/>
                        <a:pt x="16478" y="52673"/>
                      </a:cubicBezTo>
                      <a:cubicBezTo>
                        <a:pt x="15145" y="53530"/>
                        <a:pt x="14478" y="55245"/>
                        <a:pt x="14478" y="57912"/>
                      </a:cubicBezTo>
                      <a:close/>
                      <a:moveTo>
                        <a:pt x="129159" y="116491"/>
                      </a:moveTo>
                      <a:cubicBezTo>
                        <a:pt x="126587" y="115062"/>
                        <a:pt x="124111" y="113633"/>
                        <a:pt x="121634" y="112204"/>
                      </a:cubicBezTo>
                      <a:cubicBezTo>
                        <a:pt x="118396" y="110490"/>
                        <a:pt x="115634" y="109918"/>
                        <a:pt x="113157" y="110490"/>
                      </a:cubicBezTo>
                      <a:cubicBezTo>
                        <a:pt x="112014" y="108871"/>
                        <a:pt x="109442" y="107918"/>
                        <a:pt x="105537" y="107728"/>
                      </a:cubicBezTo>
                      <a:cubicBezTo>
                        <a:pt x="101632" y="107442"/>
                        <a:pt x="98774" y="106204"/>
                        <a:pt x="97250" y="103822"/>
                      </a:cubicBezTo>
                      <a:lnTo>
                        <a:pt x="99155" y="102108"/>
                      </a:lnTo>
                      <a:lnTo>
                        <a:pt x="96488" y="99822"/>
                      </a:lnTo>
                      <a:cubicBezTo>
                        <a:pt x="96488" y="93440"/>
                        <a:pt x="96488" y="87058"/>
                        <a:pt x="96679" y="80581"/>
                      </a:cubicBezTo>
                      <a:cubicBezTo>
                        <a:pt x="96679" y="72962"/>
                        <a:pt x="97250" y="66580"/>
                        <a:pt x="98393" y="61531"/>
                      </a:cubicBezTo>
                      <a:cubicBezTo>
                        <a:pt x="97727" y="60388"/>
                        <a:pt x="97441" y="58864"/>
                        <a:pt x="97441" y="56959"/>
                      </a:cubicBezTo>
                      <a:cubicBezTo>
                        <a:pt x="97441" y="55245"/>
                        <a:pt x="97727" y="53816"/>
                        <a:pt x="98393" y="52578"/>
                      </a:cubicBezTo>
                      <a:cubicBezTo>
                        <a:pt x="98584" y="50768"/>
                        <a:pt x="100298" y="50292"/>
                        <a:pt x="103727" y="51340"/>
                      </a:cubicBezTo>
                      <a:lnTo>
                        <a:pt x="103727" y="51530"/>
                      </a:lnTo>
                      <a:cubicBezTo>
                        <a:pt x="103727" y="51530"/>
                        <a:pt x="104013" y="51530"/>
                        <a:pt x="103727" y="51340"/>
                      </a:cubicBezTo>
                      <a:lnTo>
                        <a:pt x="105632" y="48863"/>
                      </a:lnTo>
                      <a:cubicBezTo>
                        <a:pt x="105156" y="47911"/>
                        <a:pt x="104299" y="47720"/>
                        <a:pt x="102965" y="48482"/>
                      </a:cubicBezTo>
                      <a:cubicBezTo>
                        <a:pt x="101632" y="49149"/>
                        <a:pt x="100965" y="48768"/>
                        <a:pt x="100965" y="47149"/>
                      </a:cubicBezTo>
                      <a:lnTo>
                        <a:pt x="97155" y="48292"/>
                      </a:lnTo>
                      <a:cubicBezTo>
                        <a:pt x="97155" y="42767"/>
                        <a:pt x="96964" y="39719"/>
                        <a:pt x="96393" y="39053"/>
                      </a:cubicBezTo>
                      <a:cubicBezTo>
                        <a:pt x="90106" y="35528"/>
                        <a:pt x="83058" y="33909"/>
                        <a:pt x="75343" y="33909"/>
                      </a:cubicBezTo>
                      <a:cubicBezTo>
                        <a:pt x="73914" y="33909"/>
                        <a:pt x="72390" y="33909"/>
                        <a:pt x="70961" y="34099"/>
                      </a:cubicBezTo>
                      <a:cubicBezTo>
                        <a:pt x="67913" y="33528"/>
                        <a:pt x="66389" y="31623"/>
                        <a:pt x="66389" y="28289"/>
                      </a:cubicBezTo>
                      <a:lnTo>
                        <a:pt x="66389" y="25717"/>
                      </a:lnTo>
                      <a:cubicBezTo>
                        <a:pt x="66485" y="24384"/>
                        <a:pt x="66580" y="23431"/>
                        <a:pt x="66580" y="22860"/>
                      </a:cubicBezTo>
                      <a:cubicBezTo>
                        <a:pt x="66580" y="21241"/>
                        <a:pt x="66294" y="20003"/>
                        <a:pt x="65627" y="19240"/>
                      </a:cubicBezTo>
                      <a:cubicBezTo>
                        <a:pt x="64484" y="20860"/>
                        <a:pt x="63722" y="23336"/>
                        <a:pt x="63151" y="26765"/>
                      </a:cubicBezTo>
                      <a:cubicBezTo>
                        <a:pt x="62675" y="30289"/>
                        <a:pt x="61913" y="33052"/>
                        <a:pt x="60960" y="35052"/>
                      </a:cubicBezTo>
                      <a:cubicBezTo>
                        <a:pt x="57531" y="35242"/>
                        <a:pt x="53150" y="34862"/>
                        <a:pt x="47625" y="34195"/>
                      </a:cubicBezTo>
                      <a:cubicBezTo>
                        <a:pt x="42005" y="33433"/>
                        <a:pt x="39243" y="35528"/>
                        <a:pt x="39243" y="40481"/>
                      </a:cubicBezTo>
                      <a:cubicBezTo>
                        <a:pt x="39243" y="41624"/>
                        <a:pt x="39434" y="43339"/>
                        <a:pt x="39814" y="45625"/>
                      </a:cubicBezTo>
                      <a:cubicBezTo>
                        <a:pt x="40196" y="47911"/>
                        <a:pt x="40386" y="49339"/>
                        <a:pt x="40386" y="49911"/>
                      </a:cubicBezTo>
                      <a:cubicBezTo>
                        <a:pt x="39053" y="51911"/>
                        <a:pt x="38481" y="53626"/>
                        <a:pt x="38481" y="54864"/>
                      </a:cubicBezTo>
                      <a:cubicBezTo>
                        <a:pt x="38481" y="56197"/>
                        <a:pt x="39148" y="57245"/>
                        <a:pt x="40386" y="58103"/>
                      </a:cubicBezTo>
                      <a:cubicBezTo>
                        <a:pt x="38671" y="58674"/>
                        <a:pt x="37719" y="59912"/>
                        <a:pt x="37719" y="61817"/>
                      </a:cubicBezTo>
                      <a:lnTo>
                        <a:pt x="37433" y="66580"/>
                      </a:lnTo>
                      <a:cubicBezTo>
                        <a:pt x="36004" y="65818"/>
                        <a:pt x="35338" y="64294"/>
                        <a:pt x="35528" y="61817"/>
                      </a:cubicBezTo>
                      <a:cubicBezTo>
                        <a:pt x="35719" y="59341"/>
                        <a:pt x="35528" y="57721"/>
                        <a:pt x="34766" y="56769"/>
                      </a:cubicBezTo>
                      <a:cubicBezTo>
                        <a:pt x="33147" y="56102"/>
                        <a:pt x="29718" y="55721"/>
                        <a:pt x="24384" y="55721"/>
                      </a:cubicBezTo>
                      <a:lnTo>
                        <a:pt x="32195" y="62389"/>
                      </a:lnTo>
                      <a:cubicBezTo>
                        <a:pt x="33909" y="61913"/>
                        <a:pt x="34862" y="62389"/>
                        <a:pt x="34862" y="63913"/>
                      </a:cubicBezTo>
                      <a:lnTo>
                        <a:pt x="34862" y="65437"/>
                      </a:lnTo>
                      <a:cubicBezTo>
                        <a:pt x="34671" y="66104"/>
                        <a:pt x="34576" y="66675"/>
                        <a:pt x="34576" y="67151"/>
                      </a:cubicBezTo>
                      <a:cubicBezTo>
                        <a:pt x="34576" y="68294"/>
                        <a:pt x="34957" y="69247"/>
                        <a:pt x="35528" y="69913"/>
                      </a:cubicBezTo>
                      <a:lnTo>
                        <a:pt x="36767" y="68866"/>
                      </a:lnTo>
                      <a:cubicBezTo>
                        <a:pt x="39338" y="70199"/>
                        <a:pt x="40577" y="72866"/>
                        <a:pt x="40577" y="77057"/>
                      </a:cubicBezTo>
                      <a:lnTo>
                        <a:pt x="40386" y="86582"/>
                      </a:lnTo>
                      <a:cubicBezTo>
                        <a:pt x="40196" y="88773"/>
                        <a:pt x="40196" y="91154"/>
                        <a:pt x="40196" y="93726"/>
                      </a:cubicBezTo>
                      <a:cubicBezTo>
                        <a:pt x="40196" y="96298"/>
                        <a:pt x="40386" y="100203"/>
                        <a:pt x="40672" y="105537"/>
                      </a:cubicBezTo>
                      <a:cubicBezTo>
                        <a:pt x="41053" y="110776"/>
                        <a:pt x="41243" y="114681"/>
                        <a:pt x="41243" y="117253"/>
                      </a:cubicBezTo>
                      <a:cubicBezTo>
                        <a:pt x="41243" y="122396"/>
                        <a:pt x="40672" y="127159"/>
                        <a:pt x="39529" y="131254"/>
                      </a:cubicBezTo>
                      <a:cubicBezTo>
                        <a:pt x="39053" y="132302"/>
                        <a:pt x="39529" y="133540"/>
                        <a:pt x="41053" y="135350"/>
                      </a:cubicBezTo>
                      <a:cubicBezTo>
                        <a:pt x="42577" y="137160"/>
                        <a:pt x="43339" y="138208"/>
                        <a:pt x="43339" y="138779"/>
                      </a:cubicBezTo>
                      <a:cubicBezTo>
                        <a:pt x="43339" y="139541"/>
                        <a:pt x="42386" y="140208"/>
                        <a:pt x="40481" y="140684"/>
                      </a:cubicBezTo>
                      <a:cubicBezTo>
                        <a:pt x="42481" y="140684"/>
                        <a:pt x="43910" y="140113"/>
                        <a:pt x="45148" y="138969"/>
                      </a:cubicBezTo>
                      <a:cubicBezTo>
                        <a:pt x="46101" y="138969"/>
                        <a:pt x="47720" y="138969"/>
                        <a:pt x="49911" y="138684"/>
                      </a:cubicBezTo>
                      <a:cubicBezTo>
                        <a:pt x="52197" y="138398"/>
                        <a:pt x="53912" y="138398"/>
                        <a:pt x="54959" y="138398"/>
                      </a:cubicBezTo>
                      <a:cubicBezTo>
                        <a:pt x="58864" y="138398"/>
                        <a:pt x="61531" y="139351"/>
                        <a:pt x="62960" y="141446"/>
                      </a:cubicBezTo>
                      <a:cubicBezTo>
                        <a:pt x="61531" y="143066"/>
                        <a:pt x="61722" y="144399"/>
                        <a:pt x="63722" y="145542"/>
                      </a:cubicBezTo>
                      <a:cubicBezTo>
                        <a:pt x="63246" y="147828"/>
                        <a:pt x="62960" y="153162"/>
                        <a:pt x="62960" y="161544"/>
                      </a:cubicBezTo>
                      <a:cubicBezTo>
                        <a:pt x="61817" y="161544"/>
                        <a:pt x="60960" y="160972"/>
                        <a:pt x="60388" y="159734"/>
                      </a:cubicBezTo>
                      <a:cubicBezTo>
                        <a:pt x="59817" y="158591"/>
                        <a:pt x="59055" y="158019"/>
                        <a:pt x="58103" y="158019"/>
                      </a:cubicBezTo>
                      <a:cubicBezTo>
                        <a:pt x="58484" y="159353"/>
                        <a:pt x="59722" y="160687"/>
                        <a:pt x="62103" y="162020"/>
                      </a:cubicBezTo>
                      <a:cubicBezTo>
                        <a:pt x="64484" y="163353"/>
                        <a:pt x="65627" y="164687"/>
                        <a:pt x="65627" y="165830"/>
                      </a:cubicBezTo>
                      <a:cubicBezTo>
                        <a:pt x="65627" y="166497"/>
                        <a:pt x="65342" y="167354"/>
                        <a:pt x="64865" y="168211"/>
                      </a:cubicBezTo>
                      <a:cubicBezTo>
                        <a:pt x="66294" y="167354"/>
                        <a:pt x="67818" y="166497"/>
                        <a:pt x="69437" y="165545"/>
                      </a:cubicBezTo>
                      <a:lnTo>
                        <a:pt x="68199" y="165545"/>
                      </a:lnTo>
                      <a:cubicBezTo>
                        <a:pt x="67246" y="161830"/>
                        <a:pt x="65722" y="155734"/>
                        <a:pt x="63627" y="147257"/>
                      </a:cubicBezTo>
                      <a:cubicBezTo>
                        <a:pt x="64770" y="144018"/>
                        <a:pt x="67342" y="141446"/>
                        <a:pt x="71342" y="139446"/>
                      </a:cubicBezTo>
                      <a:cubicBezTo>
                        <a:pt x="72485" y="138969"/>
                        <a:pt x="76105" y="137732"/>
                        <a:pt x="82201" y="135541"/>
                      </a:cubicBezTo>
                      <a:cubicBezTo>
                        <a:pt x="82868" y="136398"/>
                        <a:pt x="83058" y="136970"/>
                        <a:pt x="82868" y="137255"/>
                      </a:cubicBezTo>
                      <a:lnTo>
                        <a:pt x="89630" y="138113"/>
                      </a:lnTo>
                      <a:cubicBezTo>
                        <a:pt x="90011" y="136684"/>
                        <a:pt x="89821" y="135445"/>
                        <a:pt x="89345" y="134493"/>
                      </a:cubicBezTo>
                      <a:cubicBezTo>
                        <a:pt x="88868" y="133636"/>
                        <a:pt x="88583" y="132779"/>
                        <a:pt x="88583" y="132207"/>
                      </a:cubicBezTo>
                      <a:cubicBezTo>
                        <a:pt x="89916" y="130969"/>
                        <a:pt x="92202" y="129254"/>
                        <a:pt x="95345" y="127063"/>
                      </a:cubicBezTo>
                      <a:lnTo>
                        <a:pt x="95345" y="130492"/>
                      </a:lnTo>
                      <a:cubicBezTo>
                        <a:pt x="97155" y="129826"/>
                        <a:pt x="98012" y="128873"/>
                        <a:pt x="98012" y="127730"/>
                      </a:cubicBezTo>
                      <a:cubicBezTo>
                        <a:pt x="98012" y="127159"/>
                        <a:pt x="97631" y="126301"/>
                        <a:pt x="96869" y="125063"/>
                      </a:cubicBezTo>
                      <a:cubicBezTo>
                        <a:pt x="96203" y="123825"/>
                        <a:pt x="95821" y="123063"/>
                        <a:pt x="95821" y="122777"/>
                      </a:cubicBezTo>
                      <a:cubicBezTo>
                        <a:pt x="95821" y="122206"/>
                        <a:pt x="96107" y="121729"/>
                        <a:pt x="96774" y="121444"/>
                      </a:cubicBezTo>
                      <a:lnTo>
                        <a:pt x="95250" y="115633"/>
                      </a:lnTo>
                      <a:cubicBezTo>
                        <a:pt x="94297" y="115348"/>
                        <a:pt x="93059" y="115633"/>
                        <a:pt x="91440" y="116300"/>
                      </a:cubicBezTo>
                      <a:cubicBezTo>
                        <a:pt x="89059" y="114395"/>
                        <a:pt x="88106" y="112776"/>
                        <a:pt x="88583" y="111538"/>
                      </a:cubicBezTo>
                      <a:cubicBezTo>
                        <a:pt x="88773" y="111157"/>
                        <a:pt x="89726" y="110776"/>
                        <a:pt x="91440" y="110490"/>
                      </a:cubicBezTo>
                      <a:cubicBezTo>
                        <a:pt x="91916" y="111728"/>
                        <a:pt x="92202" y="112395"/>
                        <a:pt x="92202" y="112204"/>
                      </a:cubicBezTo>
                      <a:cubicBezTo>
                        <a:pt x="97822" y="111728"/>
                        <a:pt x="102489" y="112586"/>
                        <a:pt x="106204" y="114586"/>
                      </a:cubicBezTo>
                      <a:cubicBezTo>
                        <a:pt x="106394" y="114967"/>
                        <a:pt x="106489" y="115443"/>
                        <a:pt x="106489" y="115824"/>
                      </a:cubicBezTo>
                      <a:cubicBezTo>
                        <a:pt x="106489" y="116396"/>
                        <a:pt x="105918" y="116872"/>
                        <a:pt x="104775" y="117157"/>
                      </a:cubicBezTo>
                      <a:cubicBezTo>
                        <a:pt x="103632" y="117443"/>
                        <a:pt x="102870" y="117729"/>
                        <a:pt x="102584" y="118015"/>
                      </a:cubicBezTo>
                      <a:lnTo>
                        <a:pt x="106204" y="118015"/>
                      </a:lnTo>
                      <a:cubicBezTo>
                        <a:pt x="107061" y="118491"/>
                        <a:pt x="107347" y="119158"/>
                        <a:pt x="107347" y="120396"/>
                      </a:cubicBezTo>
                      <a:cubicBezTo>
                        <a:pt x="108680" y="119158"/>
                        <a:pt x="109728" y="118491"/>
                        <a:pt x="110490" y="118491"/>
                      </a:cubicBezTo>
                      <a:cubicBezTo>
                        <a:pt x="111157" y="118491"/>
                        <a:pt x="111823" y="119443"/>
                        <a:pt x="112586" y="121348"/>
                      </a:cubicBezTo>
                      <a:cubicBezTo>
                        <a:pt x="113347" y="123254"/>
                        <a:pt x="114205" y="124396"/>
                        <a:pt x="115348" y="124682"/>
                      </a:cubicBezTo>
                      <a:lnTo>
                        <a:pt x="115348" y="118015"/>
                      </a:lnTo>
                      <a:cubicBezTo>
                        <a:pt x="116014" y="118491"/>
                        <a:pt x="116586" y="118872"/>
                        <a:pt x="117253" y="118872"/>
                      </a:cubicBezTo>
                      <a:cubicBezTo>
                        <a:pt x="117920" y="118872"/>
                        <a:pt x="118872" y="118586"/>
                        <a:pt x="120110" y="118015"/>
                      </a:cubicBezTo>
                      <a:cubicBezTo>
                        <a:pt x="121444" y="117443"/>
                        <a:pt x="122396" y="117157"/>
                        <a:pt x="122968" y="117348"/>
                      </a:cubicBezTo>
                      <a:cubicBezTo>
                        <a:pt x="123635" y="117729"/>
                        <a:pt x="123920" y="118300"/>
                        <a:pt x="123920" y="118777"/>
                      </a:cubicBezTo>
                      <a:cubicBezTo>
                        <a:pt x="123920" y="119253"/>
                        <a:pt x="123444" y="119824"/>
                        <a:pt x="122492" y="120682"/>
                      </a:cubicBezTo>
                      <a:cubicBezTo>
                        <a:pt x="121539" y="121539"/>
                        <a:pt x="121063" y="122301"/>
                        <a:pt x="121063" y="122872"/>
                      </a:cubicBezTo>
                      <a:lnTo>
                        <a:pt x="124016" y="122872"/>
                      </a:lnTo>
                      <a:lnTo>
                        <a:pt x="124778" y="115538"/>
                      </a:lnTo>
                      <a:lnTo>
                        <a:pt x="127921" y="117920"/>
                      </a:lnTo>
                      <a:cubicBezTo>
                        <a:pt x="127921" y="117348"/>
                        <a:pt x="128111" y="116872"/>
                        <a:pt x="128588" y="116396"/>
                      </a:cubicBezTo>
                      <a:cubicBezTo>
                        <a:pt x="129064" y="116586"/>
                        <a:pt x="129635" y="116776"/>
                        <a:pt x="130302" y="117062"/>
                      </a:cubicBezTo>
                      <a:cubicBezTo>
                        <a:pt x="131254" y="117920"/>
                        <a:pt x="131636" y="118015"/>
                        <a:pt x="131254" y="117348"/>
                      </a:cubicBezTo>
                      <a:cubicBezTo>
                        <a:pt x="131064" y="117348"/>
                        <a:pt x="130873" y="117253"/>
                        <a:pt x="130778" y="117062"/>
                      </a:cubicBezTo>
                      <a:lnTo>
                        <a:pt x="130302" y="117062"/>
                      </a:lnTo>
                      <a:cubicBezTo>
                        <a:pt x="129445" y="116396"/>
                        <a:pt x="128873" y="116110"/>
                        <a:pt x="128588" y="116396"/>
                      </a:cubicBezTo>
                      <a:close/>
                      <a:moveTo>
                        <a:pt x="69723" y="138969"/>
                      </a:moveTo>
                      <a:lnTo>
                        <a:pt x="69723" y="137255"/>
                      </a:lnTo>
                      <a:lnTo>
                        <a:pt x="71152" y="137255"/>
                      </a:lnTo>
                      <a:lnTo>
                        <a:pt x="69723" y="138969"/>
                      </a:lnTo>
                      <a:close/>
                      <a:moveTo>
                        <a:pt x="75343" y="159068"/>
                      </a:moveTo>
                      <a:lnTo>
                        <a:pt x="75343" y="157353"/>
                      </a:lnTo>
                      <a:cubicBezTo>
                        <a:pt x="74676" y="157067"/>
                        <a:pt x="73723" y="156686"/>
                        <a:pt x="72390" y="156305"/>
                      </a:cubicBezTo>
                      <a:cubicBezTo>
                        <a:pt x="72009" y="157163"/>
                        <a:pt x="72200" y="157925"/>
                        <a:pt x="72866" y="158591"/>
                      </a:cubicBezTo>
                      <a:cubicBezTo>
                        <a:pt x="73533" y="159258"/>
                        <a:pt x="74295" y="159448"/>
                        <a:pt x="75343" y="159068"/>
                      </a:cubicBezTo>
                      <a:close/>
                      <a:moveTo>
                        <a:pt x="76010" y="169831"/>
                      </a:moveTo>
                      <a:lnTo>
                        <a:pt x="78010" y="168116"/>
                      </a:lnTo>
                      <a:lnTo>
                        <a:pt x="76010" y="166211"/>
                      </a:lnTo>
                      <a:lnTo>
                        <a:pt x="76010" y="169831"/>
                      </a:lnTo>
                      <a:close/>
                      <a:moveTo>
                        <a:pt x="85154" y="163830"/>
                      </a:moveTo>
                      <a:cubicBezTo>
                        <a:pt x="85439" y="161830"/>
                        <a:pt x="85154" y="160782"/>
                        <a:pt x="84011" y="160782"/>
                      </a:cubicBezTo>
                      <a:cubicBezTo>
                        <a:pt x="83153" y="160782"/>
                        <a:pt x="81915" y="161354"/>
                        <a:pt x="80105" y="162306"/>
                      </a:cubicBezTo>
                      <a:cubicBezTo>
                        <a:pt x="78391" y="163259"/>
                        <a:pt x="77343" y="163830"/>
                        <a:pt x="77248" y="163830"/>
                      </a:cubicBezTo>
                      <a:cubicBezTo>
                        <a:pt x="78010" y="164592"/>
                        <a:pt x="78772" y="164878"/>
                        <a:pt x="79438" y="164878"/>
                      </a:cubicBezTo>
                      <a:cubicBezTo>
                        <a:pt x="79915" y="164878"/>
                        <a:pt x="80581" y="164497"/>
                        <a:pt x="81344" y="163925"/>
                      </a:cubicBezTo>
                      <a:cubicBezTo>
                        <a:pt x="82105" y="163259"/>
                        <a:pt x="82868" y="162877"/>
                        <a:pt x="83248" y="162877"/>
                      </a:cubicBezTo>
                      <a:cubicBezTo>
                        <a:pt x="83915" y="162877"/>
                        <a:pt x="84582" y="163163"/>
                        <a:pt x="85154" y="163735"/>
                      </a:cubicBezTo>
                      <a:close/>
                      <a:moveTo>
                        <a:pt x="82487" y="130588"/>
                      </a:moveTo>
                      <a:cubicBezTo>
                        <a:pt x="80201" y="128873"/>
                        <a:pt x="80010" y="127540"/>
                        <a:pt x="81725" y="126492"/>
                      </a:cubicBezTo>
                      <a:lnTo>
                        <a:pt x="84392" y="129921"/>
                      </a:lnTo>
                      <a:cubicBezTo>
                        <a:pt x="84392" y="129921"/>
                        <a:pt x="83248" y="129921"/>
                        <a:pt x="82487" y="130492"/>
                      </a:cubicBezTo>
                      <a:close/>
                      <a:moveTo>
                        <a:pt x="90964" y="183928"/>
                      </a:moveTo>
                      <a:cubicBezTo>
                        <a:pt x="90202" y="183166"/>
                        <a:pt x="89726" y="182594"/>
                        <a:pt x="89726" y="181927"/>
                      </a:cubicBezTo>
                      <a:cubicBezTo>
                        <a:pt x="89726" y="181260"/>
                        <a:pt x="90773" y="180499"/>
                        <a:pt x="92773" y="179737"/>
                      </a:cubicBezTo>
                      <a:cubicBezTo>
                        <a:pt x="94774" y="179070"/>
                        <a:pt x="96012" y="178498"/>
                        <a:pt x="96488" y="178022"/>
                      </a:cubicBezTo>
                      <a:cubicBezTo>
                        <a:pt x="96298" y="178594"/>
                        <a:pt x="95441" y="179261"/>
                        <a:pt x="93821" y="180022"/>
                      </a:cubicBezTo>
                      <a:cubicBezTo>
                        <a:pt x="92202" y="180689"/>
                        <a:pt x="91440" y="181451"/>
                        <a:pt x="91440" y="182118"/>
                      </a:cubicBezTo>
                      <a:cubicBezTo>
                        <a:pt x="91440" y="182499"/>
                        <a:pt x="91916" y="183070"/>
                        <a:pt x="92678" y="183832"/>
                      </a:cubicBezTo>
                      <a:lnTo>
                        <a:pt x="90964" y="183832"/>
                      </a:lnTo>
                      <a:close/>
                      <a:moveTo>
                        <a:pt x="98488" y="109061"/>
                      </a:moveTo>
                      <a:cubicBezTo>
                        <a:pt x="100108" y="109061"/>
                        <a:pt x="100965" y="109347"/>
                        <a:pt x="101155" y="109918"/>
                      </a:cubicBezTo>
                      <a:lnTo>
                        <a:pt x="99251" y="110490"/>
                      </a:lnTo>
                      <a:lnTo>
                        <a:pt x="98488" y="108966"/>
                      </a:lnTo>
                      <a:close/>
                      <a:moveTo>
                        <a:pt x="100394" y="147923"/>
                      </a:moveTo>
                      <a:lnTo>
                        <a:pt x="106680" y="147257"/>
                      </a:lnTo>
                      <a:lnTo>
                        <a:pt x="106680" y="145447"/>
                      </a:lnTo>
                      <a:cubicBezTo>
                        <a:pt x="106680" y="142684"/>
                        <a:pt x="107347" y="141161"/>
                        <a:pt x="108585" y="140684"/>
                      </a:cubicBezTo>
                      <a:lnTo>
                        <a:pt x="104966" y="139541"/>
                      </a:lnTo>
                      <a:cubicBezTo>
                        <a:pt x="104775" y="140875"/>
                        <a:pt x="104585" y="142780"/>
                        <a:pt x="104204" y="145352"/>
                      </a:cubicBezTo>
                      <a:cubicBezTo>
                        <a:pt x="104013" y="146685"/>
                        <a:pt x="102775" y="147447"/>
                        <a:pt x="100394" y="147733"/>
                      </a:cubicBezTo>
                      <a:close/>
                      <a:moveTo>
                        <a:pt x="103822" y="159068"/>
                      </a:moveTo>
                      <a:lnTo>
                        <a:pt x="103822" y="154781"/>
                      </a:lnTo>
                      <a:lnTo>
                        <a:pt x="103061" y="154781"/>
                      </a:lnTo>
                      <a:lnTo>
                        <a:pt x="103061" y="159068"/>
                      </a:lnTo>
                      <a:lnTo>
                        <a:pt x="103822" y="159068"/>
                      </a:lnTo>
                      <a:close/>
                      <a:moveTo>
                        <a:pt x="110585" y="87249"/>
                      </a:moveTo>
                      <a:lnTo>
                        <a:pt x="105061" y="86582"/>
                      </a:lnTo>
                      <a:lnTo>
                        <a:pt x="103822" y="89630"/>
                      </a:lnTo>
                      <a:cubicBezTo>
                        <a:pt x="106204" y="91440"/>
                        <a:pt x="108204" y="92202"/>
                        <a:pt x="109823" y="92202"/>
                      </a:cubicBezTo>
                      <a:cubicBezTo>
                        <a:pt x="110776" y="92202"/>
                        <a:pt x="111728" y="91916"/>
                        <a:pt x="112490" y="91440"/>
                      </a:cubicBezTo>
                      <a:cubicBezTo>
                        <a:pt x="108776" y="92107"/>
                        <a:pt x="106871" y="91345"/>
                        <a:pt x="106680" y="88963"/>
                      </a:cubicBezTo>
                      <a:lnTo>
                        <a:pt x="110585" y="87249"/>
                      </a:lnTo>
                      <a:close/>
                      <a:moveTo>
                        <a:pt x="103822" y="122206"/>
                      </a:moveTo>
                      <a:lnTo>
                        <a:pt x="105728" y="122206"/>
                      </a:lnTo>
                      <a:lnTo>
                        <a:pt x="105728" y="120491"/>
                      </a:lnTo>
                      <a:lnTo>
                        <a:pt x="103822" y="120491"/>
                      </a:lnTo>
                      <a:lnTo>
                        <a:pt x="103822" y="122206"/>
                      </a:lnTo>
                      <a:close/>
                      <a:moveTo>
                        <a:pt x="109823" y="167354"/>
                      </a:moveTo>
                      <a:cubicBezTo>
                        <a:pt x="110585" y="166116"/>
                        <a:pt x="112204" y="164306"/>
                        <a:pt x="114395" y="162210"/>
                      </a:cubicBezTo>
                      <a:lnTo>
                        <a:pt x="113157" y="161544"/>
                      </a:lnTo>
                      <a:lnTo>
                        <a:pt x="111157" y="162210"/>
                      </a:lnTo>
                      <a:lnTo>
                        <a:pt x="110490" y="159163"/>
                      </a:lnTo>
                      <a:cubicBezTo>
                        <a:pt x="107442" y="160687"/>
                        <a:pt x="106109" y="162210"/>
                        <a:pt x="106585" y="163925"/>
                      </a:cubicBezTo>
                      <a:lnTo>
                        <a:pt x="109728" y="163259"/>
                      </a:lnTo>
                      <a:lnTo>
                        <a:pt x="109728" y="167354"/>
                      </a:lnTo>
                      <a:close/>
                      <a:moveTo>
                        <a:pt x="109823" y="154781"/>
                      </a:moveTo>
                      <a:lnTo>
                        <a:pt x="111252" y="149638"/>
                      </a:lnTo>
                      <a:lnTo>
                        <a:pt x="110585" y="149638"/>
                      </a:lnTo>
                      <a:lnTo>
                        <a:pt x="109823" y="154781"/>
                      </a:lnTo>
                      <a:close/>
                      <a:moveTo>
                        <a:pt x="115157" y="103822"/>
                      </a:moveTo>
                      <a:cubicBezTo>
                        <a:pt x="115157" y="103822"/>
                        <a:pt x="114110" y="103156"/>
                        <a:pt x="112490" y="103156"/>
                      </a:cubicBezTo>
                      <a:lnTo>
                        <a:pt x="112490" y="105537"/>
                      </a:lnTo>
                      <a:lnTo>
                        <a:pt x="114395" y="105537"/>
                      </a:lnTo>
                      <a:cubicBezTo>
                        <a:pt x="115062" y="104965"/>
                        <a:pt x="115253" y="104394"/>
                        <a:pt x="115157" y="103822"/>
                      </a:cubicBezTo>
                      <a:close/>
                      <a:moveTo>
                        <a:pt x="117824" y="68866"/>
                      </a:moveTo>
                      <a:cubicBezTo>
                        <a:pt x="118586" y="69437"/>
                        <a:pt x="119063" y="70009"/>
                        <a:pt x="119063" y="70580"/>
                      </a:cubicBezTo>
                      <a:cubicBezTo>
                        <a:pt x="119063" y="72104"/>
                        <a:pt x="118015" y="72962"/>
                        <a:pt x="115919" y="72962"/>
                      </a:cubicBezTo>
                      <a:lnTo>
                        <a:pt x="117824" y="72962"/>
                      </a:lnTo>
                      <a:cubicBezTo>
                        <a:pt x="118301" y="72390"/>
                        <a:pt x="118872" y="71818"/>
                        <a:pt x="119444" y="71152"/>
                      </a:cubicBezTo>
                      <a:cubicBezTo>
                        <a:pt x="120015" y="70485"/>
                        <a:pt x="120110" y="69723"/>
                        <a:pt x="119825" y="68866"/>
                      </a:cubicBezTo>
                      <a:lnTo>
                        <a:pt x="117920" y="68866"/>
                      </a:lnTo>
                      <a:close/>
                      <a:moveTo>
                        <a:pt x="122682" y="103822"/>
                      </a:moveTo>
                      <a:cubicBezTo>
                        <a:pt x="122682" y="103822"/>
                        <a:pt x="120682" y="102679"/>
                        <a:pt x="117824" y="101441"/>
                      </a:cubicBezTo>
                      <a:lnTo>
                        <a:pt x="117062" y="103156"/>
                      </a:lnTo>
                      <a:lnTo>
                        <a:pt x="122682" y="103822"/>
                      </a:lnTo>
                      <a:close/>
                      <a:moveTo>
                        <a:pt x="119063" y="22479"/>
                      </a:moveTo>
                      <a:lnTo>
                        <a:pt x="119063" y="24193"/>
                      </a:lnTo>
                      <a:lnTo>
                        <a:pt x="121729" y="23527"/>
                      </a:lnTo>
                      <a:cubicBezTo>
                        <a:pt x="121253" y="22765"/>
                        <a:pt x="120396" y="22479"/>
                        <a:pt x="119063" y="22479"/>
                      </a:cubicBezTo>
                      <a:close/>
                      <a:moveTo>
                        <a:pt x="120777" y="128873"/>
                      </a:moveTo>
                      <a:lnTo>
                        <a:pt x="127254" y="128206"/>
                      </a:lnTo>
                      <a:cubicBezTo>
                        <a:pt x="126111" y="127445"/>
                        <a:pt x="124873" y="127063"/>
                        <a:pt x="123349" y="127063"/>
                      </a:cubicBezTo>
                      <a:cubicBezTo>
                        <a:pt x="121729" y="126873"/>
                        <a:pt x="120872" y="127445"/>
                        <a:pt x="120682" y="128778"/>
                      </a:cubicBezTo>
                      <a:close/>
                      <a:moveTo>
                        <a:pt x="127254" y="68866"/>
                      </a:moveTo>
                      <a:lnTo>
                        <a:pt x="131159" y="72390"/>
                      </a:lnTo>
                      <a:lnTo>
                        <a:pt x="131159" y="70675"/>
                      </a:lnTo>
                      <a:cubicBezTo>
                        <a:pt x="128969" y="69532"/>
                        <a:pt x="127635" y="68961"/>
                        <a:pt x="127254" y="68961"/>
                      </a:cubicBezTo>
                      <a:close/>
                      <a:moveTo>
                        <a:pt x="131921" y="90678"/>
                      </a:moveTo>
                      <a:lnTo>
                        <a:pt x="134588" y="88297"/>
                      </a:lnTo>
                      <a:cubicBezTo>
                        <a:pt x="134017" y="87535"/>
                        <a:pt x="131921" y="86678"/>
                        <a:pt x="128588" y="85439"/>
                      </a:cubicBezTo>
                      <a:lnTo>
                        <a:pt x="131921" y="90583"/>
                      </a:lnTo>
                      <a:close/>
                      <a:moveTo>
                        <a:pt x="133160" y="103251"/>
                      </a:moveTo>
                      <a:lnTo>
                        <a:pt x="133160" y="99822"/>
                      </a:lnTo>
                      <a:lnTo>
                        <a:pt x="131921" y="99822"/>
                      </a:lnTo>
                      <a:lnTo>
                        <a:pt x="131921" y="103251"/>
                      </a:lnTo>
                      <a:lnTo>
                        <a:pt x="133160" y="103251"/>
                      </a:lnTo>
                      <a:close/>
                      <a:moveTo>
                        <a:pt x="134588" y="196501"/>
                      </a:moveTo>
                      <a:cubicBezTo>
                        <a:pt x="136588" y="197358"/>
                        <a:pt x="137160" y="198406"/>
                        <a:pt x="136588" y="199739"/>
                      </a:cubicBezTo>
                      <a:lnTo>
                        <a:pt x="135827" y="200787"/>
                      </a:lnTo>
                      <a:cubicBezTo>
                        <a:pt x="135064" y="200406"/>
                        <a:pt x="134588" y="199739"/>
                        <a:pt x="134588" y="199072"/>
                      </a:cubicBezTo>
                      <a:lnTo>
                        <a:pt x="134588" y="196405"/>
                      </a:lnTo>
                      <a:close/>
                      <a:moveTo>
                        <a:pt x="139446" y="169926"/>
                      </a:moveTo>
                      <a:cubicBezTo>
                        <a:pt x="140779" y="169640"/>
                        <a:pt x="142304" y="169926"/>
                        <a:pt x="144018" y="170593"/>
                      </a:cubicBezTo>
                      <a:cubicBezTo>
                        <a:pt x="144494" y="171641"/>
                        <a:pt x="144209" y="172402"/>
                        <a:pt x="143256" y="172784"/>
                      </a:cubicBezTo>
                      <a:cubicBezTo>
                        <a:pt x="142304" y="173260"/>
                        <a:pt x="141351" y="173641"/>
                        <a:pt x="140398" y="174117"/>
                      </a:cubicBezTo>
                      <a:lnTo>
                        <a:pt x="139446" y="174117"/>
                      </a:lnTo>
                      <a:lnTo>
                        <a:pt x="139446" y="170021"/>
                      </a:lnTo>
                      <a:close/>
                      <a:moveTo>
                        <a:pt x="140398" y="132397"/>
                      </a:moveTo>
                      <a:cubicBezTo>
                        <a:pt x="141065" y="131254"/>
                        <a:pt x="141732" y="130683"/>
                        <a:pt x="142589" y="130683"/>
                      </a:cubicBezTo>
                      <a:cubicBezTo>
                        <a:pt x="142399" y="130873"/>
                        <a:pt x="142113" y="131159"/>
                        <a:pt x="141637" y="131540"/>
                      </a:cubicBezTo>
                      <a:cubicBezTo>
                        <a:pt x="141161" y="132016"/>
                        <a:pt x="140779" y="132302"/>
                        <a:pt x="140398" y="132493"/>
                      </a:cubicBezTo>
                      <a:close/>
                      <a:moveTo>
                        <a:pt x="146018" y="130683"/>
                      </a:moveTo>
                      <a:cubicBezTo>
                        <a:pt x="146018" y="130683"/>
                        <a:pt x="146780" y="130873"/>
                        <a:pt x="147923" y="131350"/>
                      </a:cubicBezTo>
                      <a:cubicBezTo>
                        <a:pt x="147161" y="131826"/>
                        <a:pt x="146113" y="131826"/>
                        <a:pt x="145066" y="131350"/>
                      </a:cubicBezTo>
                      <a:cubicBezTo>
                        <a:pt x="143732" y="130873"/>
                        <a:pt x="142970" y="130683"/>
                        <a:pt x="142685" y="130683"/>
                      </a:cubicBezTo>
                      <a:cubicBezTo>
                        <a:pt x="143923" y="129540"/>
                        <a:pt x="145066" y="129540"/>
                        <a:pt x="146113" y="130683"/>
                      </a:cubicBezTo>
                      <a:close/>
                      <a:moveTo>
                        <a:pt x="147256" y="117538"/>
                      </a:moveTo>
                      <a:lnTo>
                        <a:pt x="147256" y="118777"/>
                      </a:lnTo>
                      <a:lnTo>
                        <a:pt x="144113" y="117538"/>
                      </a:lnTo>
                      <a:lnTo>
                        <a:pt x="147256" y="117538"/>
                      </a:lnTo>
                      <a:close/>
                      <a:moveTo>
                        <a:pt x="161258" y="107347"/>
                      </a:moveTo>
                      <a:lnTo>
                        <a:pt x="164687" y="110585"/>
                      </a:lnTo>
                      <a:lnTo>
                        <a:pt x="160115" y="110014"/>
                      </a:lnTo>
                      <a:lnTo>
                        <a:pt x="161258" y="107442"/>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19" name="Google Shape;1519;p99"/>
              <p:cNvGrpSpPr/>
              <p:nvPr/>
            </p:nvGrpSpPr>
            <p:grpSpPr>
              <a:xfrm>
                <a:off x="9273629" y="3897059"/>
                <a:ext cx="624459" cy="111837"/>
                <a:chOff x="4020311" y="1615154"/>
                <a:chExt cx="624459" cy="111837"/>
              </a:xfrm>
            </p:grpSpPr>
            <p:sp>
              <p:nvSpPr>
                <p:cNvPr id="1520" name="Google Shape;1520;p99"/>
                <p:cNvSpPr/>
                <p:nvPr/>
              </p:nvSpPr>
              <p:spPr>
                <a:xfrm>
                  <a:off x="4020311" y="1627060"/>
                  <a:ext cx="74295" cy="99931"/>
                </a:xfrm>
                <a:custGeom>
                  <a:avLst/>
                  <a:gdLst/>
                  <a:ahLst/>
                  <a:cxnLst/>
                  <a:rect l="l" t="t" r="r" b="b"/>
                  <a:pathLst>
                    <a:path w="74295" h="99931" extrusionOk="0">
                      <a:moveTo>
                        <a:pt x="62484" y="46101"/>
                      </a:moveTo>
                      <a:cubicBezTo>
                        <a:pt x="62770" y="47054"/>
                        <a:pt x="63722" y="48768"/>
                        <a:pt x="65342" y="51149"/>
                      </a:cubicBezTo>
                      <a:cubicBezTo>
                        <a:pt x="66484" y="53245"/>
                        <a:pt x="67056" y="54959"/>
                        <a:pt x="67056" y="56293"/>
                      </a:cubicBezTo>
                      <a:cubicBezTo>
                        <a:pt x="67056" y="57531"/>
                        <a:pt x="66770" y="58674"/>
                        <a:pt x="66294" y="59912"/>
                      </a:cubicBezTo>
                      <a:cubicBezTo>
                        <a:pt x="66675" y="61341"/>
                        <a:pt x="66961" y="62865"/>
                        <a:pt x="66961" y="64579"/>
                      </a:cubicBezTo>
                      <a:cubicBezTo>
                        <a:pt x="66961" y="68866"/>
                        <a:pt x="65913" y="71914"/>
                        <a:pt x="63722" y="73628"/>
                      </a:cubicBezTo>
                      <a:cubicBezTo>
                        <a:pt x="63913" y="73152"/>
                        <a:pt x="64103" y="72771"/>
                        <a:pt x="64103" y="72295"/>
                      </a:cubicBezTo>
                      <a:cubicBezTo>
                        <a:pt x="64103" y="70580"/>
                        <a:pt x="63151" y="69723"/>
                        <a:pt x="61246" y="69723"/>
                      </a:cubicBezTo>
                      <a:cubicBezTo>
                        <a:pt x="60388" y="69723"/>
                        <a:pt x="59626" y="69914"/>
                        <a:pt x="58864" y="70390"/>
                      </a:cubicBezTo>
                      <a:lnTo>
                        <a:pt x="60103" y="71723"/>
                      </a:lnTo>
                      <a:cubicBezTo>
                        <a:pt x="59531" y="71438"/>
                        <a:pt x="59055" y="71247"/>
                        <a:pt x="58674" y="71247"/>
                      </a:cubicBezTo>
                      <a:cubicBezTo>
                        <a:pt x="57912" y="71247"/>
                        <a:pt x="57245" y="71819"/>
                        <a:pt x="56483" y="73152"/>
                      </a:cubicBezTo>
                      <a:cubicBezTo>
                        <a:pt x="55817" y="74390"/>
                        <a:pt x="55150" y="75533"/>
                        <a:pt x="54578" y="76771"/>
                      </a:cubicBezTo>
                      <a:lnTo>
                        <a:pt x="55245" y="77629"/>
                      </a:lnTo>
                      <a:cubicBezTo>
                        <a:pt x="54388" y="77343"/>
                        <a:pt x="53435" y="77629"/>
                        <a:pt x="52197" y="78105"/>
                      </a:cubicBezTo>
                      <a:lnTo>
                        <a:pt x="52197" y="79439"/>
                      </a:lnTo>
                      <a:cubicBezTo>
                        <a:pt x="52197" y="79439"/>
                        <a:pt x="51340" y="78772"/>
                        <a:pt x="50768" y="78391"/>
                      </a:cubicBezTo>
                      <a:cubicBezTo>
                        <a:pt x="50197" y="78010"/>
                        <a:pt x="49721" y="77915"/>
                        <a:pt x="49149" y="78105"/>
                      </a:cubicBezTo>
                      <a:cubicBezTo>
                        <a:pt x="49911" y="79248"/>
                        <a:pt x="51054" y="81629"/>
                        <a:pt x="52578" y="85154"/>
                      </a:cubicBezTo>
                      <a:cubicBezTo>
                        <a:pt x="47149" y="85630"/>
                        <a:pt x="42481" y="85820"/>
                        <a:pt x="38671" y="85820"/>
                      </a:cubicBezTo>
                      <a:cubicBezTo>
                        <a:pt x="34862" y="85820"/>
                        <a:pt x="30385" y="85630"/>
                        <a:pt x="25051" y="85154"/>
                      </a:cubicBezTo>
                      <a:cubicBezTo>
                        <a:pt x="25051" y="84296"/>
                        <a:pt x="24479" y="83629"/>
                        <a:pt x="23336" y="83248"/>
                      </a:cubicBezTo>
                      <a:cubicBezTo>
                        <a:pt x="22193" y="82867"/>
                        <a:pt x="21622" y="82296"/>
                        <a:pt x="21622" y="81629"/>
                      </a:cubicBezTo>
                      <a:cubicBezTo>
                        <a:pt x="21622" y="81439"/>
                        <a:pt x="21622" y="81058"/>
                        <a:pt x="21812" y="80581"/>
                      </a:cubicBezTo>
                      <a:cubicBezTo>
                        <a:pt x="20860" y="81153"/>
                        <a:pt x="19812" y="81439"/>
                        <a:pt x="18669" y="81439"/>
                      </a:cubicBezTo>
                      <a:cubicBezTo>
                        <a:pt x="16764" y="81439"/>
                        <a:pt x="12763" y="79915"/>
                        <a:pt x="6572" y="76771"/>
                      </a:cubicBezTo>
                      <a:lnTo>
                        <a:pt x="5334" y="73723"/>
                      </a:lnTo>
                      <a:lnTo>
                        <a:pt x="3620" y="74390"/>
                      </a:lnTo>
                      <a:lnTo>
                        <a:pt x="0" y="63246"/>
                      </a:lnTo>
                      <a:cubicBezTo>
                        <a:pt x="1238" y="61817"/>
                        <a:pt x="5525" y="57817"/>
                        <a:pt x="12763" y="51149"/>
                      </a:cubicBezTo>
                      <a:cubicBezTo>
                        <a:pt x="13716" y="51149"/>
                        <a:pt x="14478" y="51530"/>
                        <a:pt x="15145" y="52578"/>
                      </a:cubicBezTo>
                      <a:cubicBezTo>
                        <a:pt x="15907" y="54007"/>
                        <a:pt x="16478" y="54864"/>
                        <a:pt x="17050" y="55150"/>
                      </a:cubicBezTo>
                      <a:cubicBezTo>
                        <a:pt x="17240" y="56483"/>
                        <a:pt x="19050" y="59912"/>
                        <a:pt x="22384" y="65532"/>
                      </a:cubicBezTo>
                      <a:cubicBezTo>
                        <a:pt x="23241" y="65151"/>
                        <a:pt x="24003" y="64960"/>
                        <a:pt x="24670" y="64960"/>
                      </a:cubicBezTo>
                      <a:cubicBezTo>
                        <a:pt x="25622" y="64960"/>
                        <a:pt x="26670" y="65627"/>
                        <a:pt x="27813" y="66865"/>
                      </a:cubicBezTo>
                      <a:cubicBezTo>
                        <a:pt x="28956" y="68104"/>
                        <a:pt x="30004" y="68675"/>
                        <a:pt x="30861" y="68675"/>
                      </a:cubicBezTo>
                      <a:cubicBezTo>
                        <a:pt x="31242" y="68675"/>
                        <a:pt x="31718" y="68485"/>
                        <a:pt x="32385" y="68199"/>
                      </a:cubicBezTo>
                      <a:cubicBezTo>
                        <a:pt x="32004" y="68866"/>
                        <a:pt x="32480" y="69628"/>
                        <a:pt x="33623" y="70485"/>
                      </a:cubicBezTo>
                      <a:cubicBezTo>
                        <a:pt x="33909" y="67532"/>
                        <a:pt x="36195" y="65913"/>
                        <a:pt x="40386" y="65532"/>
                      </a:cubicBezTo>
                      <a:lnTo>
                        <a:pt x="42958" y="65532"/>
                      </a:lnTo>
                      <a:cubicBezTo>
                        <a:pt x="42767" y="66008"/>
                        <a:pt x="42958" y="66485"/>
                        <a:pt x="43434" y="66865"/>
                      </a:cubicBezTo>
                      <a:cubicBezTo>
                        <a:pt x="44196" y="66294"/>
                        <a:pt x="44577" y="65627"/>
                        <a:pt x="44577" y="64770"/>
                      </a:cubicBezTo>
                      <a:cubicBezTo>
                        <a:pt x="44577" y="64484"/>
                        <a:pt x="44577" y="64008"/>
                        <a:pt x="44291" y="63341"/>
                      </a:cubicBezTo>
                      <a:cubicBezTo>
                        <a:pt x="44196" y="62675"/>
                        <a:pt x="44101" y="62198"/>
                        <a:pt x="44101" y="61913"/>
                      </a:cubicBezTo>
                      <a:cubicBezTo>
                        <a:pt x="44101" y="61150"/>
                        <a:pt x="44291" y="60579"/>
                        <a:pt x="44672" y="60198"/>
                      </a:cubicBezTo>
                      <a:cubicBezTo>
                        <a:pt x="45149" y="59246"/>
                        <a:pt x="44101" y="57340"/>
                        <a:pt x="41624" y="54483"/>
                      </a:cubicBezTo>
                      <a:cubicBezTo>
                        <a:pt x="40862" y="54769"/>
                        <a:pt x="40291" y="54959"/>
                        <a:pt x="39719" y="54959"/>
                      </a:cubicBezTo>
                      <a:cubicBezTo>
                        <a:pt x="38862" y="54959"/>
                        <a:pt x="37909" y="54102"/>
                        <a:pt x="37052" y="52483"/>
                      </a:cubicBezTo>
                      <a:cubicBezTo>
                        <a:pt x="36195" y="50768"/>
                        <a:pt x="35433" y="50006"/>
                        <a:pt x="34576" y="50006"/>
                      </a:cubicBezTo>
                      <a:cubicBezTo>
                        <a:pt x="33909" y="50006"/>
                        <a:pt x="33242" y="50292"/>
                        <a:pt x="32385" y="50864"/>
                      </a:cubicBezTo>
                      <a:cubicBezTo>
                        <a:pt x="31337" y="49816"/>
                        <a:pt x="29623" y="49054"/>
                        <a:pt x="27337" y="48482"/>
                      </a:cubicBezTo>
                      <a:lnTo>
                        <a:pt x="21431" y="47054"/>
                      </a:lnTo>
                      <a:cubicBezTo>
                        <a:pt x="20669" y="45053"/>
                        <a:pt x="19241" y="44006"/>
                        <a:pt x="17050" y="43720"/>
                      </a:cubicBezTo>
                      <a:cubicBezTo>
                        <a:pt x="14478" y="43244"/>
                        <a:pt x="12763" y="42577"/>
                        <a:pt x="12192" y="41624"/>
                      </a:cubicBezTo>
                      <a:lnTo>
                        <a:pt x="10954" y="42958"/>
                      </a:lnTo>
                      <a:cubicBezTo>
                        <a:pt x="10954" y="42958"/>
                        <a:pt x="10954" y="42291"/>
                        <a:pt x="10954" y="41815"/>
                      </a:cubicBezTo>
                      <a:cubicBezTo>
                        <a:pt x="10954" y="41339"/>
                        <a:pt x="10954" y="40672"/>
                        <a:pt x="11144" y="39719"/>
                      </a:cubicBezTo>
                      <a:cubicBezTo>
                        <a:pt x="11335" y="38767"/>
                        <a:pt x="11335" y="38005"/>
                        <a:pt x="11335" y="37433"/>
                      </a:cubicBezTo>
                      <a:cubicBezTo>
                        <a:pt x="11335" y="36004"/>
                        <a:pt x="10858" y="34957"/>
                        <a:pt x="9811" y="34195"/>
                      </a:cubicBezTo>
                      <a:cubicBezTo>
                        <a:pt x="10001" y="33814"/>
                        <a:pt x="10287" y="33338"/>
                        <a:pt x="10573" y="32861"/>
                      </a:cubicBezTo>
                      <a:cubicBezTo>
                        <a:pt x="10858" y="32385"/>
                        <a:pt x="11239" y="32194"/>
                        <a:pt x="11716" y="32290"/>
                      </a:cubicBezTo>
                      <a:cubicBezTo>
                        <a:pt x="12383" y="32766"/>
                        <a:pt x="12478" y="33338"/>
                        <a:pt x="12097" y="34195"/>
                      </a:cubicBezTo>
                      <a:cubicBezTo>
                        <a:pt x="11716" y="34957"/>
                        <a:pt x="12097" y="35528"/>
                        <a:pt x="12954" y="35909"/>
                      </a:cubicBezTo>
                      <a:cubicBezTo>
                        <a:pt x="14383" y="34671"/>
                        <a:pt x="15050" y="33528"/>
                        <a:pt x="15050" y="32290"/>
                      </a:cubicBezTo>
                      <a:cubicBezTo>
                        <a:pt x="15050" y="31814"/>
                        <a:pt x="14764" y="31242"/>
                        <a:pt x="14288" y="30861"/>
                      </a:cubicBezTo>
                      <a:cubicBezTo>
                        <a:pt x="14954" y="30671"/>
                        <a:pt x="15716" y="30004"/>
                        <a:pt x="16478" y="29051"/>
                      </a:cubicBezTo>
                      <a:cubicBezTo>
                        <a:pt x="16288" y="28670"/>
                        <a:pt x="16002" y="28385"/>
                        <a:pt x="15621" y="28385"/>
                      </a:cubicBezTo>
                      <a:cubicBezTo>
                        <a:pt x="15430" y="28385"/>
                        <a:pt x="15050" y="28575"/>
                        <a:pt x="14383" y="28956"/>
                      </a:cubicBezTo>
                      <a:cubicBezTo>
                        <a:pt x="13811" y="29337"/>
                        <a:pt x="13335" y="29527"/>
                        <a:pt x="13049" y="29527"/>
                      </a:cubicBezTo>
                      <a:cubicBezTo>
                        <a:pt x="13049" y="29337"/>
                        <a:pt x="13240" y="28956"/>
                        <a:pt x="13430" y="28289"/>
                      </a:cubicBezTo>
                      <a:cubicBezTo>
                        <a:pt x="13716" y="27623"/>
                        <a:pt x="13811" y="27051"/>
                        <a:pt x="13811" y="26479"/>
                      </a:cubicBezTo>
                      <a:cubicBezTo>
                        <a:pt x="13430" y="26670"/>
                        <a:pt x="12954" y="26765"/>
                        <a:pt x="12573" y="26765"/>
                      </a:cubicBezTo>
                      <a:cubicBezTo>
                        <a:pt x="11716" y="26765"/>
                        <a:pt x="10858" y="26098"/>
                        <a:pt x="10096" y="24860"/>
                      </a:cubicBezTo>
                      <a:cubicBezTo>
                        <a:pt x="8954" y="23241"/>
                        <a:pt x="8192" y="22289"/>
                        <a:pt x="7715" y="21908"/>
                      </a:cubicBezTo>
                      <a:lnTo>
                        <a:pt x="7715" y="16383"/>
                      </a:lnTo>
                      <a:cubicBezTo>
                        <a:pt x="8477" y="15621"/>
                        <a:pt x="9334" y="14288"/>
                        <a:pt x="10382" y="12287"/>
                      </a:cubicBezTo>
                      <a:cubicBezTo>
                        <a:pt x="11335" y="10287"/>
                        <a:pt x="12097" y="8954"/>
                        <a:pt x="12478" y="8287"/>
                      </a:cubicBezTo>
                      <a:cubicBezTo>
                        <a:pt x="13906" y="7906"/>
                        <a:pt x="15430" y="6382"/>
                        <a:pt x="17240" y="4000"/>
                      </a:cubicBezTo>
                      <a:cubicBezTo>
                        <a:pt x="18669" y="2096"/>
                        <a:pt x="20288" y="1238"/>
                        <a:pt x="22288" y="1429"/>
                      </a:cubicBezTo>
                      <a:cubicBezTo>
                        <a:pt x="24098" y="476"/>
                        <a:pt x="26575" y="0"/>
                        <a:pt x="29623" y="190"/>
                      </a:cubicBezTo>
                      <a:cubicBezTo>
                        <a:pt x="33528" y="190"/>
                        <a:pt x="36004" y="190"/>
                        <a:pt x="37243" y="0"/>
                      </a:cubicBezTo>
                      <a:lnTo>
                        <a:pt x="52578" y="857"/>
                      </a:lnTo>
                      <a:cubicBezTo>
                        <a:pt x="55435" y="2381"/>
                        <a:pt x="57150" y="3429"/>
                        <a:pt x="57817" y="3905"/>
                      </a:cubicBezTo>
                      <a:cubicBezTo>
                        <a:pt x="59531" y="5239"/>
                        <a:pt x="60674" y="6858"/>
                        <a:pt x="61150" y="8954"/>
                      </a:cubicBezTo>
                      <a:cubicBezTo>
                        <a:pt x="61627" y="8763"/>
                        <a:pt x="62198" y="8954"/>
                        <a:pt x="62770" y="9335"/>
                      </a:cubicBezTo>
                      <a:cubicBezTo>
                        <a:pt x="63246" y="9811"/>
                        <a:pt x="63722" y="10287"/>
                        <a:pt x="64199" y="10858"/>
                      </a:cubicBezTo>
                      <a:cubicBezTo>
                        <a:pt x="62770" y="10858"/>
                        <a:pt x="62198" y="11144"/>
                        <a:pt x="62198" y="11716"/>
                      </a:cubicBezTo>
                      <a:cubicBezTo>
                        <a:pt x="62198" y="11906"/>
                        <a:pt x="62389" y="12287"/>
                        <a:pt x="62770" y="12954"/>
                      </a:cubicBezTo>
                      <a:cubicBezTo>
                        <a:pt x="63151" y="13621"/>
                        <a:pt x="63341" y="14192"/>
                        <a:pt x="63341" y="14573"/>
                      </a:cubicBezTo>
                      <a:cubicBezTo>
                        <a:pt x="63341" y="14954"/>
                        <a:pt x="63055" y="15431"/>
                        <a:pt x="62579" y="15812"/>
                      </a:cubicBezTo>
                      <a:cubicBezTo>
                        <a:pt x="62008" y="15621"/>
                        <a:pt x="61627" y="15526"/>
                        <a:pt x="61341" y="15526"/>
                      </a:cubicBezTo>
                      <a:cubicBezTo>
                        <a:pt x="60674" y="15526"/>
                        <a:pt x="60293" y="16192"/>
                        <a:pt x="60198" y="17621"/>
                      </a:cubicBezTo>
                      <a:cubicBezTo>
                        <a:pt x="60198" y="19050"/>
                        <a:pt x="59817" y="19812"/>
                        <a:pt x="59341" y="20098"/>
                      </a:cubicBezTo>
                      <a:cubicBezTo>
                        <a:pt x="58864" y="20383"/>
                        <a:pt x="58007" y="21527"/>
                        <a:pt x="56674" y="23622"/>
                      </a:cubicBezTo>
                      <a:cubicBezTo>
                        <a:pt x="55435" y="25717"/>
                        <a:pt x="54388" y="26765"/>
                        <a:pt x="53435" y="26765"/>
                      </a:cubicBezTo>
                      <a:cubicBezTo>
                        <a:pt x="52578" y="26765"/>
                        <a:pt x="51721" y="26003"/>
                        <a:pt x="50768" y="24670"/>
                      </a:cubicBezTo>
                      <a:cubicBezTo>
                        <a:pt x="48196" y="21146"/>
                        <a:pt x="45625" y="18860"/>
                        <a:pt x="42863" y="17907"/>
                      </a:cubicBezTo>
                      <a:lnTo>
                        <a:pt x="41624" y="15812"/>
                      </a:lnTo>
                      <a:cubicBezTo>
                        <a:pt x="39052" y="16288"/>
                        <a:pt x="36385" y="16669"/>
                        <a:pt x="33718" y="16954"/>
                      </a:cubicBezTo>
                      <a:cubicBezTo>
                        <a:pt x="30671" y="17621"/>
                        <a:pt x="28480" y="19240"/>
                        <a:pt x="27051" y="22003"/>
                      </a:cubicBezTo>
                      <a:cubicBezTo>
                        <a:pt x="26765" y="24575"/>
                        <a:pt x="27337" y="26575"/>
                        <a:pt x="28670" y="28194"/>
                      </a:cubicBezTo>
                      <a:cubicBezTo>
                        <a:pt x="29527" y="29146"/>
                        <a:pt x="31147" y="30194"/>
                        <a:pt x="33528" y="31433"/>
                      </a:cubicBezTo>
                      <a:cubicBezTo>
                        <a:pt x="35909" y="32575"/>
                        <a:pt x="37624" y="33719"/>
                        <a:pt x="38481" y="34671"/>
                      </a:cubicBezTo>
                      <a:lnTo>
                        <a:pt x="42386" y="34671"/>
                      </a:lnTo>
                      <a:cubicBezTo>
                        <a:pt x="44005" y="36195"/>
                        <a:pt x="46482" y="38005"/>
                        <a:pt x="49911" y="40005"/>
                      </a:cubicBezTo>
                      <a:cubicBezTo>
                        <a:pt x="50578" y="39719"/>
                        <a:pt x="51149" y="39529"/>
                        <a:pt x="51625" y="39529"/>
                      </a:cubicBezTo>
                      <a:cubicBezTo>
                        <a:pt x="52578" y="39529"/>
                        <a:pt x="53721" y="40100"/>
                        <a:pt x="55150" y="41243"/>
                      </a:cubicBezTo>
                      <a:cubicBezTo>
                        <a:pt x="56483" y="42386"/>
                        <a:pt x="57531" y="42958"/>
                        <a:pt x="58293" y="43148"/>
                      </a:cubicBezTo>
                      <a:cubicBezTo>
                        <a:pt x="58198" y="43244"/>
                        <a:pt x="58102" y="43339"/>
                        <a:pt x="58102" y="43625"/>
                      </a:cubicBezTo>
                      <a:cubicBezTo>
                        <a:pt x="58102" y="44101"/>
                        <a:pt x="58483" y="44767"/>
                        <a:pt x="59150" y="45625"/>
                      </a:cubicBezTo>
                      <a:cubicBezTo>
                        <a:pt x="59912" y="46482"/>
                        <a:pt x="60579" y="46863"/>
                        <a:pt x="61436" y="46863"/>
                      </a:cubicBezTo>
                      <a:lnTo>
                        <a:pt x="63151" y="46863"/>
                      </a:lnTo>
                      <a:close/>
                      <a:moveTo>
                        <a:pt x="8382" y="26765"/>
                      </a:moveTo>
                      <a:lnTo>
                        <a:pt x="7429" y="24670"/>
                      </a:lnTo>
                      <a:lnTo>
                        <a:pt x="9239" y="26003"/>
                      </a:lnTo>
                      <a:lnTo>
                        <a:pt x="8382" y="26860"/>
                      </a:lnTo>
                      <a:close/>
                      <a:moveTo>
                        <a:pt x="8382" y="31718"/>
                      </a:moveTo>
                      <a:lnTo>
                        <a:pt x="7906" y="30956"/>
                      </a:lnTo>
                      <a:cubicBezTo>
                        <a:pt x="7906" y="30956"/>
                        <a:pt x="8858" y="30766"/>
                        <a:pt x="9430" y="30290"/>
                      </a:cubicBezTo>
                      <a:cubicBezTo>
                        <a:pt x="10096" y="29718"/>
                        <a:pt x="10382" y="29527"/>
                        <a:pt x="10477" y="29527"/>
                      </a:cubicBezTo>
                      <a:cubicBezTo>
                        <a:pt x="10763" y="29527"/>
                        <a:pt x="10763" y="29623"/>
                        <a:pt x="10763" y="29813"/>
                      </a:cubicBezTo>
                      <a:cubicBezTo>
                        <a:pt x="10477" y="30290"/>
                        <a:pt x="10096" y="30671"/>
                        <a:pt x="9716" y="31052"/>
                      </a:cubicBezTo>
                      <a:cubicBezTo>
                        <a:pt x="9239" y="31528"/>
                        <a:pt x="8763" y="31718"/>
                        <a:pt x="8287" y="31718"/>
                      </a:cubicBezTo>
                      <a:close/>
                      <a:moveTo>
                        <a:pt x="9239" y="22860"/>
                      </a:moveTo>
                      <a:lnTo>
                        <a:pt x="10954" y="22860"/>
                      </a:lnTo>
                      <a:cubicBezTo>
                        <a:pt x="10668" y="22098"/>
                        <a:pt x="10573" y="21622"/>
                        <a:pt x="10573" y="21431"/>
                      </a:cubicBezTo>
                      <a:lnTo>
                        <a:pt x="9334" y="22860"/>
                      </a:lnTo>
                      <a:close/>
                      <a:moveTo>
                        <a:pt x="9716" y="33719"/>
                      </a:moveTo>
                      <a:cubicBezTo>
                        <a:pt x="9716" y="33719"/>
                        <a:pt x="9334" y="33909"/>
                        <a:pt x="9239" y="33528"/>
                      </a:cubicBezTo>
                      <a:lnTo>
                        <a:pt x="9525" y="33528"/>
                      </a:lnTo>
                      <a:cubicBezTo>
                        <a:pt x="9525" y="33528"/>
                        <a:pt x="9525" y="33719"/>
                        <a:pt x="9716" y="33719"/>
                      </a:cubicBezTo>
                      <a:close/>
                      <a:moveTo>
                        <a:pt x="39243" y="63056"/>
                      </a:moveTo>
                      <a:lnTo>
                        <a:pt x="39243" y="64008"/>
                      </a:lnTo>
                      <a:lnTo>
                        <a:pt x="34862" y="64770"/>
                      </a:lnTo>
                      <a:cubicBezTo>
                        <a:pt x="35052" y="64198"/>
                        <a:pt x="35624" y="63722"/>
                        <a:pt x="36576" y="63532"/>
                      </a:cubicBezTo>
                      <a:cubicBezTo>
                        <a:pt x="37529" y="63341"/>
                        <a:pt x="38386" y="63151"/>
                        <a:pt x="39243" y="63056"/>
                      </a:cubicBezTo>
                      <a:close/>
                      <a:moveTo>
                        <a:pt x="40481" y="91345"/>
                      </a:moveTo>
                      <a:cubicBezTo>
                        <a:pt x="40481" y="91345"/>
                        <a:pt x="40958" y="92583"/>
                        <a:pt x="40958" y="94393"/>
                      </a:cubicBezTo>
                      <a:lnTo>
                        <a:pt x="39243" y="94393"/>
                      </a:lnTo>
                      <a:lnTo>
                        <a:pt x="40481" y="91345"/>
                      </a:lnTo>
                      <a:close/>
                      <a:moveTo>
                        <a:pt x="42291" y="88583"/>
                      </a:moveTo>
                      <a:lnTo>
                        <a:pt x="42291" y="87249"/>
                      </a:lnTo>
                      <a:lnTo>
                        <a:pt x="44101" y="87249"/>
                      </a:lnTo>
                      <a:lnTo>
                        <a:pt x="44101" y="88583"/>
                      </a:lnTo>
                      <a:lnTo>
                        <a:pt x="42291" y="88583"/>
                      </a:lnTo>
                      <a:close/>
                      <a:moveTo>
                        <a:pt x="48482" y="59246"/>
                      </a:moveTo>
                      <a:cubicBezTo>
                        <a:pt x="48768" y="58293"/>
                        <a:pt x="48482" y="57245"/>
                        <a:pt x="48006" y="56007"/>
                      </a:cubicBezTo>
                      <a:lnTo>
                        <a:pt x="46101" y="59246"/>
                      </a:lnTo>
                      <a:lnTo>
                        <a:pt x="48482" y="59246"/>
                      </a:lnTo>
                      <a:close/>
                      <a:moveTo>
                        <a:pt x="50197" y="51816"/>
                      </a:moveTo>
                      <a:cubicBezTo>
                        <a:pt x="50387" y="52959"/>
                        <a:pt x="52102" y="53721"/>
                        <a:pt x="55245" y="54197"/>
                      </a:cubicBezTo>
                      <a:lnTo>
                        <a:pt x="50197" y="51816"/>
                      </a:lnTo>
                      <a:close/>
                      <a:moveTo>
                        <a:pt x="55245" y="97631"/>
                      </a:moveTo>
                      <a:cubicBezTo>
                        <a:pt x="55245" y="97631"/>
                        <a:pt x="55054" y="98489"/>
                        <a:pt x="54959" y="98774"/>
                      </a:cubicBezTo>
                      <a:cubicBezTo>
                        <a:pt x="54483" y="99631"/>
                        <a:pt x="53816" y="100013"/>
                        <a:pt x="53245" y="99917"/>
                      </a:cubicBezTo>
                      <a:cubicBezTo>
                        <a:pt x="52292" y="99917"/>
                        <a:pt x="51721" y="99727"/>
                        <a:pt x="51530" y="99441"/>
                      </a:cubicBezTo>
                      <a:lnTo>
                        <a:pt x="55340" y="97631"/>
                      </a:lnTo>
                      <a:close/>
                      <a:moveTo>
                        <a:pt x="54007" y="87249"/>
                      </a:moveTo>
                      <a:cubicBezTo>
                        <a:pt x="54197" y="87821"/>
                        <a:pt x="54864" y="88106"/>
                        <a:pt x="55912" y="88106"/>
                      </a:cubicBezTo>
                      <a:lnTo>
                        <a:pt x="52673" y="88583"/>
                      </a:lnTo>
                      <a:lnTo>
                        <a:pt x="53912" y="87249"/>
                      </a:lnTo>
                      <a:close/>
                      <a:moveTo>
                        <a:pt x="55912" y="58579"/>
                      </a:moveTo>
                      <a:cubicBezTo>
                        <a:pt x="57055" y="58865"/>
                        <a:pt x="58007" y="58483"/>
                        <a:pt x="58864" y="57340"/>
                      </a:cubicBezTo>
                      <a:cubicBezTo>
                        <a:pt x="58483" y="56769"/>
                        <a:pt x="57721" y="56674"/>
                        <a:pt x="56769" y="56864"/>
                      </a:cubicBezTo>
                      <a:cubicBezTo>
                        <a:pt x="55912" y="57055"/>
                        <a:pt x="55531" y="57721"/>
                        <a:pt x="55912" y="58674"/>
                      </a:cubicBezTo>
                      <a:close/>
                      <a:moveTo>
                        <a:pt x="58864" y="79248"/>
                      </a:moveTo>
                      <a:cubicBezTo>
                        <a:pt x="58579" y="78105"/>
                        <a:pt x="58864" y="77533"/>
                        <a:pt x="60008" y="77343"/>
                      </a:cubicBezTo>
                      <a:cubicBezTo>
                        <a:pt x="59626" y="77343"/>
                        <a:pt x="60293" y="77533"/>
                        <a:pt x="62103" y="77533"/>
                      </a:cubicBezTo>
                      <a:cubicBezTo>
                        <a:pt x="61913" y="77533"/>
                        <a:pt x="61627" y="77819"/>
                        <a:pt x="61055" y="78486"/>
                      </a:cubicBezTo>
                      <a:cubicBezTo>
                        <a:pt x="60484" y="79153"/>
                        <a:pt x="59912" y="79439"/>
                        <a:pt x="59531" y="79439"/>
                      </a:cubicBezTo>
                      <a:cubicBezTo>
                        <a:pt x="59341" y="79439"/>
                        <a:pt x="59150" y="79439"/>
                        <a:pt x="58864" y="79248"/>
                      </a:cubicBezTo>
                      <a:close/>
                      <a:moveTo>
                        <a:pt x="60770" y="48673"/>
                      </a:moveTo>
                      <a:cubicBezTo>
                        <a:pt x="60484" y="48006"/>
                        <a:pt x="60008" y="47815"/>
                        <a:pt x="59531" y="48006"/>
                      </a:cubicBezTo>
                      <a:cubicBezTo>
                        <a:pt x="58960" y="48196"/>
                        <a:pt x="58769" y="48577"/>
                        <a:pt x="58864" y="49149"/>
                      </a:cubicBezTo>
                      <a:lnTo>
                        <a:pt x="60770" y="49625"/>
                      </a:lnTo>
                      <a:lnTo>
                        <a:pt x="60770" y="48673"/>
                      </a:lnTo>
                      <a:close/>
                      <a:moveTo>
                        <a:pt x="60293" y="65723"/>
                      </a:moveTo>
                      <a:cubicBezTo>
                        <a:pt x="61436" y="64770"/>
                        <a:pt x="62103" y="64198"/>
                        <a:pt x="62103" y="64103"/>
                      </a:cubicBezTo>
                      <a:cubicBezTo>
                        <a:pt x="62103" y="63722"/>
                        <a:pt x="61627" y="63246"/>
                        <a:pt x="60865" y="62960"/>
                      </a:cubicBezTo>
                      <a:lnTo>
                        <a:pt x="60388" y="65723"/>
                      </a:lnTo>
                      <a:cubicBezTo>
                        <a:pt x="60008" y="66294"/>
                        <a:pt x="59912" y="66770"/>
                        <a:pt x="60198" y="67246"/>
                      </a:cubicBezTo>
                      <a:lnTo>
                        <a:pt x="60388" y="65723"/>
                      </a:lnTo>
                      <a:close/>
                      <a:moveTo>
                        <a:pt x="64579" y="53626"/>
                      </a:moveTo>
                      <a:cubicBezTo>
                        <a:pt x="64865" y="52483"/>
                        <a:pt x="65056" y="52102"/>
                        <a:pt x="65056" y="52197"/>
                      </a:cubicBezTo>
                      <a:cubicBezTo>
                        <a:pt x="64960" y="51816"/>
                        <a:pt x="64103" y="51721"/>
                        <a:pt x="62484" y="51721"/>
                      </a:cubicBezTo>
                      <a:lnTo>
                        <a:pt x="64484" y="53626"/>
                      </a:lnTo>
                      <a:close/>
                      <a:moveTo>
                        <a:pt x="70771" y="64770"/>
                      </a:moveTo>
                      <a:lnTo>
                        <a:pt x="72962" y="66104"/>
                      </a:lnTo>
                      <a:lnTo>
                        <a:pt x="68675" y="66675"/>
                      </a:lnTo>
                      <a:lnTo>
                        <a:pt x="70675" y="64865"/>
                      </a:lnTo>
                      <a:close/>
                      <a:moveTo>
                        <a:pt x="71247" y="76105"/>
                      </a:moveTo>
                      <a:cubicBezTo>
                        <a:pt x="71247" y="76105"/>
                        <a:pt x="72295" y="76581"/>
                        <a:pt x="73724" y="76581"/>
                      </a:cubicBezTo>
                      <a:lnTo>
                        <a:pt x="71247" y="78677"/>
                      </a:lnTo>
                      <a:lnTo>
                        <a:pt x="71247" y="76105"/>
                      </a:lnTo>
                      <a:close/>
                      <a:moveTo>
                        <a:pt x="72485" y="95440"/>
                      </a:moveTo>
                      <a:cubicBezTo>
                        <a:pt x="72485" y="95440"/>
                        <a:pt x="72676" y="95060"/>
                        <a:pt x="72866" y="94774"/>
                      </a:cubicBezTo>
                      <a:lnTo>
                        <a:pt x="72485" y="95440"/>
                      </a:lnTo>
                      <a:close/>
                      <a:moveTo>
                        <a:pt x="72866" y="94774"/>
                      </a:moveTo>
                      <a:lnTo>
                        <a:pt x="73819" y="93536"/>
                      </a:lnTo>
                      <a:lnTo>
                        <a:pt x="74295" y="94298"/>
                      </a:lnTo>
                      <a:cubicBezTo>
                        <a:pt x="74295" y="94298"/>
                        <a:pt x="73342" y="94393"/>
                        <a:pt x="72866" y="94774"/>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 name="Google Shape;1521;p99"/>
                <p:cNvSpPr/>
                <p:nvPr/>
              </p:nvSpPr>
              <p:spPr>
                <a:xfrm>
                  <a:off x="4099559" y="1626846"/>
                  <a:ext cx="69246" cy="86225"/>
                </a:xfrm>
                <a:custGeom>
                  <a:avLst/>
                  <a:gdLst/>
                  <a:ahLst/>
                  <a:cxnLst/>
                  <a:rect l="l" t="t" r="r" b="b"/>
                  <a:pathLst>
                    <a:path w="69246" h="86225" extrusionOk="0">
                      <a:moveTo>
                        <a:pt x="67532" y="595"/>
                      </a:moveTo>
                      <a:lnTo>
                        <a:pt x="69247" y="3262"/>
                      </a:lnTo>
                      <a:lnTo>
                        <a:pt x="68008" y="17740"/>
                      </a:lnTo>
                      <a:cubicBezTo>
                        <a:pt x="68485" y="17645"/>
                        <a:pt x="66389" y="17550"/>
                        <a:pt x="61722" y="17550"/>
                      </a:cubicBezTo>
                      <a:cubicBezTo>
                        <a:pt x="59436" y="17550"/>
                        <a:pt x="58103" y="18407"/>
                        <a:pt x="57436" y="20312"/>
                      </a:cubicBezTo>
                      <a:cubicBezTo>
                        <a:pt x="56674" y="18788"/>
                        <a:pt x="55436" y="18026"/>
                        <a:pt x="53816" y="18026"/>
                      </a:cubicBezTo>
                      <a:cubicBezTo>
                        <a:pt x="53054" y="18026"/>
                        <a:pt x="52007" y="18121"/>
                        <a:pt x="50578" y="18502"/>
                      </a:cubicBezTo>
                      <a:cubicBezTo>
                        <a:pt x="49244" y="18883"/>
                        <a:pt x="48197" y="18979"/>
                        <a:pt x="47625" y="18979"/>
                      </a:cubicBezTo>
                      <a:cubicBezTo>
                        <a:pt x="46673" y="21741"/>
                        <a:pt x="46196" y="25265"/>
                        <a:pt x="46196" y="29456"/>
                      </a:cubicBezTo>
                      <a:cubicBezTo>
                        <a:pt x="46196" y="30599"/>
                        <a:pt x="46196" y="32409"/>
                        <a:pt x="46387" y="34790"/>
                      </a:cubicBezTo>
                      <a:cubicBezTo>
                        <a:pt x="46482" y="37171"/>
                        <a:pt x="46577" y="38886"/>
                        <a:pt x="46577" y="39934"/>
                      </a:cubicBezTo>
                      <a:cubicBezTo>
                        <a:pt x="46577" y="42791"/>
                        <a:pt x="46387" y="45268"/>
                        <a:pt x="45911" y="47363"/>
                      </a:cubicBezTo>
                      <a:lnTo>
                        <a:pt x="42863" y="49078"/>
                      </a:lnTo>
                      <a:lnTo>
                        <a:pt x="43339" y="48601"/>
                      </a:lnTo>
                      <a:cubicBezTo>
                        <a:pt x="42482" y="47744"/>
                        <a:pt x="41624" y="47363"/>
                        <a:pt x="40577" y="47363"/>
                      </a:cubicBezTo>
                      <a:cubicBezTo>
                        <a:pt x="39910" y="47363"/>
                        <a:pt x="38767" y="47744"/>
                        <a:pt x="37148" y="48601"/>
                      </a:cubicBezTo>
                      <a:cubicBezTo>
                        <a:pt x="35528" y="49363"/>
                        <a:pt x="34385" y="49840"/>
                        <a:pt x="33528" y="49935"/>
                      </a:cubicBezTo>
                      <a:lnTo>
                        <a:pt x="33528" y="50411"/>
                      </a:lnTo>
                      <a:lnTo>
                        <a:pt x="38862" y="50887"/>
                      </a:lnTo>
                      <a:cubicBezTo>
                        <a:pt x="38862" y="50887"/>
                        <a:pt x="39338" y="51840"/>
                        <a:pt x="40100" y="52983"/>
                      </a:cubicBezTo>
                      <a:cubicBezTo>
                        <a:pt x="40481" y="52221"/>
                        <a:pt x="40767" y="51935"/>
                        <a:pt x="40862" y="52030"/>
                      </a:cubicBezTo>
                      <a:cubicBezTo>
                        <a:pt x="41148" y="52030"/>
                        <a:pt x="41434" y="52411"/>
                        <a:pt x="42005" y="52983"/>
                      </a:cubicBezTo>
                      <a:lnTo>
                        <a:pt x="43244" y="50887"/>
                      </a:lnTo>
                      <a:cubicBezTo>
                        <a:pt x="42958" y="51649"/>
                        <a:pt x="42958" y="52507"/>
                        <a:pt x="42958" y="53269"/>
                      </a:cubicBezTo>
                      <a:cubicBezTo>
                        <a:pt x="42958" y="54697"/>
                        <a:pt x="43434" y="56507"/>
                        <a:pt x="44577" y="58793"/>
                      </a:cubicBezTo>
                      <a:cubicBezTo>
                        <a:pt x="45625" y="61079"/>
                        <a:pt x="46101" y="62889"/>
                        <a:pt x="46101" y="64127"/>
                      </a:cubicBezTo>
                      <a:cubicBezTo>
                        <a:pt x="46101" y="65556"/>
                        <a:pt x="45720" y="66985"/>
                        <a:pt x="45053" y="68318"/>
                      </a:cubicBezTo>
                      <a:cubicBezTo>
                        <a:pt x="45053" y="68604"/>
                        <a:pt x="45244" y="70033"/>
                        <a:pt x="45720" y="72509"/>
                      </a:cubicBezTo>
                      <a:cubicBezTo>
                        <a:pt x="46006" y="74509"/>
                        <a:pt x="46196" y="76224"/>
                        <a:pt x="46196" y="77653"/>
                      </a:cubicBezTo>
                      <a:cubicBezTo>
                        <a:pt x="46196" y="81367"/>
                        <a:pt x="45149" y="84225"/>
                        <a:pt x="42863" y="86225"/>
                      </a:cubicBezTo>
                      <a:lnTo>
                        <a:pt x="26099" y="85368"/>
                      </a:lnTo>
                      <a:cubicBezTo>
                        <a:pt x="25718" y="82129"/>
                        <a:pt x="25432" y="78415"/>
                        <a:pt x="25432" y="73938"/>
                      </a:cubicBezTo>
                      <a:cubicBezTo>
                        <a:pt x="25432" y="70699"/>
                        <a:pt x="25622" y="64889"/>
                        <a:pt x="26099" y="56507"/>
                      </a:cubicBezTo>
                      <a:cubicBezTo>
                        <a:pt x="26575" y="48697"/>
                        <a:pt x="26670" y="42601"/>
                        <a:pt x="26575" y="38124"/>
                      </a:cubicBezTo>
                      <a:cubicBezTo>
                        <a:pt x="26099" y="36219"/>
                        <a:pt x="26003" y="32980"/>
                        <a:pt x="26099" y="28599"/>
                      </a:cubicBezTo>
                      <a:cubicBezTo>
                        <a:pt x="26099" y="24503"/>
                        <a:pt x="25813" y="21455"/>
                        <a:pt x="25241" y="19264"/>
                      </a:cubicBezTo>
                      <a:cubicBezTo>
                        <a:pt x="23146" y="18598"/>
                        <a:pt x="20860" y="18217"/>
                        <a:pt x="18479" y="18121"/>
                      </a:cubicBezTo>
                      <a:cubicBezTo>
                        <a:pt x="16954" y="18121"/>
                        <a:pt x="14669" y="18121"/>
                        <a:pt x="11716" y="18121"/>
                      </a:cubicBezTo>
                      <a:cubicBezTo>
                        <a:pt x="8477" y="18121"/>
                        <a:pt x="6001" y="18312"/>
                        <a:pt x="4382" y="18312"/>
                      </a:cubicBezTo>
                      <a:cubicBezTo>
                        <a:pt x="2286" y="17550"/>
                        <a:pt x="1048" y="16026"/>
                        <a:pt x="762" y="13835"/>
                      </a:cubicBezTo>
                      <a:cubicBezTo>
                        <a:pt x="381" y="10787"/>
                        <a:pt x="95" y="9073"/>
                        <a:pt x="0" y="8882"/>
                      </a:cubicBezTo>
                      <a:cubicBezTo>
                        <a:pt x="95" y="6977"/>
                        <a:pt x="191" y="4977"/>
                        <a:pt x="381" y="2881"/>
                      </a:cubicBezTo>
                      <a:cubicBezTo>
                        <a:pt x="476" y="786"/>
                        <a:pt x="1905" y="-167"/>
                        <a:pt x="4382" y="24"/>
                      </a:cubicBezTo>
                      <a:cubicBezTo>
                        <a:pt x="12097" y="500"/>
                        <a:pt x="22574" y="595"/>
                        <a:pt x="35909" y="310"/>
                      </a:cubicBezTo>
                      <a:cubicBezTo>
                        <a:pt x="50102" y="24"/>
                        <a:pt x="60674" y="24"/>
                        <a:pt x="67532" y="310"/>
                      </a:cubicBezTo>
                      <a:close/>
                      <a:moveTo>
                        <a:pt x="67532" y="32123"/>
                      </a:moveTo>
                      <a:lnTo>
                        <a:pt x="66770" y="29075"/>
                      </a:lnTo>
                      <a:lnTo>
                        <a:pt x="67532" y="29075"/>
                      </a:lnTo>
                      <a:lnTo>
                        <a:pt x="67532" y="32123"/>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 name="Google Shape;1522;p99"/>
                <p:cNvSpPr/>
                <p:nvPr/>
              </p:nvSpPr>
              <p:spPr>
                <a:xfrm>
                  <a:off x="4178848" y="1627250"/>
                  <a:ext cx="73777" cy="85915"/>
                </a:xfrm>
                <a:custGeom>
                  <a:avLst/>
                  <a:gdLst/>
                  <a:ahLst/>
                  <a:cxnLst/>
                  <a:rect l="l" t="t" r="r" b="b"/>
                  <a:pathLst>
                    <a:path w="73777" h="85915" extrusionOk="0">
                      <a:moveTo>
                        <a:pt x="71110" y="75057"/>
                      </a:moveTo>
                      <a:cubicBezTo>
                        <a:pt x="72920" y="75343"/>
                        <a:pt x="73777" y="76486"/>
                        <a:pt x="73777" y="78391"/>
                      </a:cubicBezTo>
                      <a:cubicBezTo>
                        <a:pt x="73777" y="77534"/>
                        <a:pt x="73492" y="79058"/>
                        <a:pt x="73015" y="83058"/>
                      </a:cubicBezTo>
                      <a:cubicBezTo>
                        <a:pt x="71301" y="84963"/>
                        <a:pt x="68634" y="85916"/>
                        <a:pt x="64919" y="85916"/>
                      </a:cubicBezTo>
                      <a:cubicBezTo>
                        <a:pt x="59109" y="85916"/>
                        <a:pt x="56251" y="85916"/>
                        <a:pt x="56537" y="85725"/>
                      </a:cubicBezTo>
                      <a:cubicBezTo>
                        <a:pt x="54346" y="85154"/>
                        <a:pt x="53203" y="83058"/>
                        <a:pt x="53108" y="79629"/>
                      </a:cubicBezTo>
                      <a:cubicBezTo>
                        <a:pt x="53108" y="76200"/>
                        <a:pt x="52251" y="74009"/>
                        <a:pt x="50822" y="73152"/>
                      </a:cubicBezTo>
                      <a:cubicBezTo>
                        <a:pt x="49965" y="72866"/>
                        <a:pt x="47869" y="72676"/>
                        <a:pt x="44345" y="72676"/>
                      </a:cubicBezTo>
                      <a:cubicBezTo>
                        <a:pt x="41773" y="72676"/>
                        <a:pt x="39868" y="72009"/>
                        <a:pt x="38440" y="70580"/>
                      </a:cubicBezTo>
                      <a:cubicBezTo>
                        <a:pt x="38249" y="70485"/>
                        <a:pt x="38059" y="69152"/>
                        <a:pt x="37773" y="66485"/>
                      </a:cubicBezTo>
                      <a:cubicBezTo>
                        <a:pt x="37677" y="65342"/>
                        <a:pt x="37201" y="64580"/>
                        <a:pt x="36535" y="64389"/>
                      </a:cubicBezTo>
                      <a:cubicBezTo>
                        <a:pt x="35773" y="65818"/>
                        <a:pt x="35201" y="67247"/>
                        <a:pt x="34820" y="68866"/>
                      </a:cubicBezTo>
                      <a:cubicBezTo>
                        <a:pt x="34439" y="71152"/>
                        <a:pt x="33963" y="72771"/>
                        <a:pt x="33582" y="73914"/>
                      </a:cubicBezTo>
                      <a:cubicBezTo>
                        <a:pt x="32725" y="74105"/>
                        <a:pt x="31391" y="74009"/>
                        <a:pt x="29677" y="73724"/>
                      </a:cubicBezTo>
                      <a:cubicBezTo>
                        <a:pt x="27581" y="73343"/>
                        <a:pt x="26152" y="73247"/>
                        <a:pt x="25485" y="73247"/>
                      </a:cubicBezTo>
                      <a:cubicBezTo>
                        <a:pt x="23295" y="73247"/>
                        <a:pt x="21866" y="74295"/>
                        <a:pt x="21295" y="76391"/>
                      </a:cubicBezTo>
                      <a:cubicBezTo>
                        <a:pt x="21295" y="76581"/>
                        <a:pt x="20723" y="77819"/>
                        <a:pt x="19675" y="80010"/>
                      </a:cubicBezTo>
                      <a:cubicBezTo>
                        <a:pt x="18818" y="81725"/>
                        <a:pt x="18437" y="83058"/>
                        <a:pt x="18437" y="84106"/>
                      </a:cubicBezTo>
                      <a:cubicBezTo>
                        <a:pt x="18437" y="84773"/>
                        <a:pt x="18532" y="85344"/>
                        <a:pt x="18723" y="85725"/>
                      </a:cubicBezTo>
                      <a:lnTo>
                        <a:pt x="9198" y="85725"/>
                      </a:lnTo>
                      <a:cubicBezTo>
                        <a:pt x="5102" y="85725"/>
                        <a:pt x="2054" y="85249"/>
                        <a:pt x="54" y="84296"/>
                      </a:cubicBezTo>
                      <a:cubicBezTo>
                        <a:pt x="-232" y="79248"/>
                        <a:pt x="625" y="74390"/>
                        <a:pt x="2530" y="69628"/>
                      </a:cubicBezTo>
                      <a:cubicBezTo>
                        <a:pt x="4340" y="64865"/>
                        <a:pt x="6245" y="60198"/>
                        <a:pt x="8341" y="55436"/>
                      </a:cubicBezTo>
                      <a:cubicBezTo>
                        <a:pt x="7483" y="55055"/>
                        <a:pt x="7102" y="54483"/>
                        <a:pt x="7102" y="54007"/>
                      </a:cubicBezTo>
                      <a:cubicBezTo>
                        <a:pt x="7102" y="53721"/>
                        <a:pt x="7293" y="53245"/>
                        <a:pt x="7579" y="52578"/>
                      </a:cubicBezTo>
                      <a:cubicBezTo>
                        <a:pt x="7864" y="51816"/>
                        <a:pt x="7960" y="51340"/>
                        <a:pt x="7960" y="51054"/>
                      </a:cubicBezTo>
                      <a:cubicBezTo>
                        <a:pt x="7960" y="50673"/>
                        <a:pt x="7960" y="50197"/>
                        <a:pt x="7674" y="49911"/>
                      </a:cubicBezTo>
                      <a:cubicBezTo>
                        <a:pt x="7483" y="48578"/>
                        <a:pt x="8341" y="47625"/>
                        <a:pt x="10341" y="46958"/>
                      </a:cubicBezTo>
                      <a:cubicBezTo>
                        <a:pt x="12246" y="46196"/>
                        <a:pt x="13294" y="45625"/>
                        <a:pt x="13294" y="45053"/>
                      </a:cubicBezTo>
                      <a:cubicBezTo>
                        <a:pt x="13294" y="44768"/>
                        <a:pt x="13008" y="44196"/>
                        <a:pt x="12531" y="43625"/>
                      </a:cubicBezTo>
                      <a:lnTo>
                        <a:pt x="12531" y="43815"/>
                      </a:lnTo>
                      <a:cubicBezTo>
                        <a:pt x="12531" y="43815"/>
                        <a:pt x="12341" y="43148"/>
                        <a:pt x="12055" y="42958"/>
                      </a:cubicBezTo>
                      <a:cubicBezTo>
                        <a:pt x="12436" y="42291"/>
                        <a:pt x="13294" y="41910"/>
                        <a:pt x="14532" y="41815"/>
                      </a:cubicBezTo>
                      <a:cubicBezTo>
                        <a:pt x="16532" y="41434"/>
                        <a:pt x="17770" y="41243"/>
                        <a:pt x="18151" y="41148"/>
                      </a:cubicBezTo>
                      <a:cubicBezTo>
                        <a:pt x="18151" y="40196"/>
                        <a:pt x="17866" y="39243"/>
                        <a:pt x="17389" y="38386"/>
                      </a:cubicBezTo>
                      <a:cubicBezTo>
                        <a:pt x="16627" y="37052"/>
                        <a:pt x="15770" y="36671"/>
                        <a:pt x="14627" y="37052"/>
                      </a:cubicBezTo>
                      <a:lnTo>
                        <a:pt x="12436" y="37052"/>
                      </a:lnTo>
                      <a:cubicBezTo>
                        <a:pt x="12436" y="35433"/>
                        <a:pt x="13103" y="34100"/>
                        <a:pt x="14627" y="32861"/>
                      </a:cubicBezTo>
                      <a:lnTo>
                        <a:pt x="15580" y="24003"/>
                      </a:lnTo>
                      <a:cubicBezTo>
                        <a:pt x="16532" y="23908"/>
                        <a:pt x="17104" y="23336"/>
                        <a:pt x="17294" y="22193"/>
                      </a:cubicBezTo>
                      <a:cubicBezTo>
                        <a:pt x="17485" y="20669"/>
                        <a:pt x="17770" y="19812"/>
                        <a:pt x="18056" y="19431"/>
                      </a:cubicBezTo>
                      <a:cubicBezTo>
                        <a:pt x="18056" y="18098"/>
                        <a:pt x="18627" y="16097"/>
                        <a:pt x="19866" y="13145"/>
                      </a:cubicBezTo>
                      <a:cubicBezTo>
                        <a:pt x="21009" y="10287"/>
                        <a:pt x="21676" y="8192"/>
                        <a:pt x="21771" y="6858"/>
                      </a:cubicBezTo>
                      <a:cubicBezTo>
                        <a:pt x="21961" y="6572"/>
                        <a:pt x="22247" y="5429"/>
                        <a:pt x="22533" y="3143"/>
                      </a:cubicBezTo>
                      <a:cubicBezTo>
                        <a:pt x="22819" y="1619"/>
                        <a:pt x="23676" y="762"/>
                        <a:pt x="24914" y="572"/>
                      </a:cubicBezTo>
                      <a:lnTo>
                        <a:pt x="27486" y="572"/>
                      </a:lnTo>
                      <a:cubicBezTo>
                        <a:pt x="27867" y="2000"/>
                        <a:pt x="28438" y="2667"/>
                        <a:pt x="28915" y="2667"/>
                      </a:cubicBezTo>
                      <a:cubicBezTo>
                        <a:pt x="29200" y="2667"/>
                        <a:pt x="29772" y="2191"/>
                        <a:pt x="30629" y="1334"/>
                      </a:cubicBezTo>
                      <a:cubicBezTo>
                        <a:pt x="31391" y="476"/>
                        <a:pt x="32153" y="0"/>
                        <a:pt x="32820" y="0"/>
                      </a:cubicBezTo>
                      <a:cubicBezTo>
                        <a:pt x="33010" y="0"/>
                        <a:pt x="33296" y="0"/>
                        <a:pt x="33582" y="191"/>
                      </a:cubicBezTo>
                      <a:lnTo>
                        <a:pt x="47202" y="667"/>
                      </a:lnTo>
                      <a:cubicBezTo>
                        <a:pt x="50727" y="6096"/>
                        <a:pt x="52346" y="9525"/>
                        <a:pt x="52346" y="11144"/>
                      </a:cubicBezTo>
                      <a:cubicBezTo>
                        <a:pt x="52346" y="11716"/>
                        <a:pt x="52346" y="12192"/>
                        <a:pt x="52060" y="12764"/>
                      </a:cubicBezTo>
                      <a:cubicBezTo>
                        <a:pt x="54251" y="13907"/>
                        <a:pt x="55394" y="15526"/>
                        <a:pt x="55394" y="17431"/>
                      </a:cubicBezTo>
                      <a:cubicBezTo>
                        <a:pt x="55394" y="17907"/>
                        <a:pt x="55299" y="18764"/>
                        <a:pt x="55108" y="19907"/>
                      </a:cubicBezTo>
                      <a:cubicBezTo>
                        <a:pt x="54918" y="21050"/>
                        <a:pt x="54823" y="21908"/>
                        <a:pt x="54823" y="22384"/>
                      </a:cubicBezTo>
                      <a:cubicBezTo>
                        <a:pt x="54823" y="24194"/>
                        <a:pt x="55966" y="25622"/>
                        <a:pt x="58252" y="26575"/>
                      </a:cubicBezTo>
                      <a:cubicBezTo>
                        <a:pt x="57871" y="29242"/>
                        <a:pt x="58252" y="32480"/>
                        <a:pt x="59490" y="36290"/>
                      </a:cubicBezTo>
                      <a:cubicBezTo>
                        <a:pt x="60538" y="39624"/>
                        <a:pt x="61585" y="42863"/>
                        <a:pt x="62633" y="46101"/>
                      </a:cubicBezTo>
                      <a:lnTo>
                        <a:pt x="61871" y="46101"/>
                      </a:lnTo>
                      <a:cubicBezTo>
                        <a:pt x="61871" y="46101"/>
                        <a:pt x="62538" y="47149"/>
                        <a:pt x="62538" y="48578"/>
                      </a:cubicBezTo>
                      <a:cubicBezTo>
                        <a:pt x="62538" y="50006"/>
                        <a:pt x="63014" y="50673"/>
                        <a:pt x="63776" y="50673"/>
                      </a:cubicBezTo>
                      <a:cubicBezTo>
                        <a:pt x="64062" y="50673"/>
                        <a:pt x="64443" y="50673"/>
                        <a:pt x="64824" y="50387"/>
                      </a:cubicBezTo>
                      <a:cubicBezTo>
                        <a:pt x="64919" y="52102"/>
                        <a:pt x="65110" y="53816"/>
                        <a:pt x="65110" y="55626"/>
                      </a:cubicBezTo>
                      <a:cubicBezTo>
                        <a:pt x="65395" y="57912"/>
                        <a:pt x="66348" y="59436"/>
                        <a:pt x="67967" y="60293"/>
                      </a:cubicBezTo>
                      <a:cubicBezTo>
                        <a:pt x="67681" y="61246"/>
                        <a:pt x="67491" y="62198"/>
                        <a:pt x="67491" y="62960"/>
                      </a:cubicBezTo>
                      <a:cubicBezTo>
                        <a:pt x="67491" y="64294"/>
                        <a:pt x="68158" y="66008"/>
                        <a:pt x="69396" y="67818"/>
                      </a:cubicBezTo>
                      <a:cubicBezTo>
                        <a:pt x="70634" y="69723"/>
                        <a:pt x="71301" y="71247"/>
                        <a:pt x="71301" y="72581"/>
                      </a:cubicBezTo>
                      <a:cubicBezTo>
                        <a:pt x="71301" y="73152"/>
                        <a:pt x="71301" y="73914"/>
                        <a:pt x="71015" y="74581"/>
                      </a:cubicBezTo>
                      <a:close/>
                      <a:moveTo>
                        <a:pt x="10246" y="43815"/>
                      </a:moveTo>
                      <a:lnTo>
                        <a:pt x="10246" y="45911"/>
                      </a:lnTo>
                      <a:lnTo>
                        <a:pt x="9484" y="43815"/>
                      </a:lnTo>
                      <a:lnTo>
                        <a:pt x="10246" y="43815"/>
                      </a:lnTo>
                      <a:close/>
                      <a:moveTo>
                        <a:pt x="13294" y="76962"/>
                      </a:moveTo>
                      <a:cubicBezTo>
                        <a:pt x="13770" y="76391"/>
                        <a:pt x="13770" y="75819"/>
                        <a:pt x="13294" y="75343"/>
                      </a:cubicBezTo>
                      <a:lnTo>
                        <a:pt x="13294" y="76962"/>
                      </a:lnTo>
                      <a:cubicBezTo>
                        <a:pt x="13294" y="76962"/>
                        <a:pt x="12531" y="77629"/>
                        <a:pt x="12151" y="78010"/>
                      </a:cubicBezTo>
                      <a:cubicBezTo>
                        <a:pt x="12151" y="78105"/>
                        <a:pt x="12627" y="78200"/>
                        <a:pt x="13294" y="78391"/>
                      </a:cubicBezTo>
                      <a:lnTo>
                        <a:pt x="13294" y="76962"/>
                      </a:lnTo>
                      <a:close/>
                      <a:moveTo>
                        <a:pt x="13865" y="14954"/>
                      </a:moveTo>
                      <a:cubicBezTo>
                        <a:pt x="13008" y="14097"/>
                        <a:pt x="12627" y="13526"/>
                        <a:pt x="12627" y="13240"/>
                      </a:cubicBezTo>
                      <a:cubicBezTo>
                        <a:pt x="12627" y="12859"/>
                        <a:pt x="12817" y="12573"/>
                        <a:pt x="13294" y="12192"/>
                      </a:cubicBezTo>
                      <a:cubicBezTo>
                        <a:pt x="13675" y="12192"/>
                        <a:pt x="13865" y="12573"/>
                        <a:pt x="13865" y="13335"/>
                      </a:cubicBezTo>
                      <a:lnTo>
                        <a:pt x="13865" y="14954"/>
                      </a:lnTo>
                      <a:close/>
                      <a:moveTo>
                        <a:pt x="45202" y="57245"/>
                      </a:moveTo>
                      <a:cubicBezTo>
                        <a:pt x="45869" y="56388"/>
                        <a:pt x="46345" y="55436"/>
                        <a:pt x="46345" y="54388"/>
                      </a:cubicBezTo>
                      <a:cubicBezTo>
                        <a:pt x="46345" y="53340"/>
                        <a:pt x="45869" y="51911"/>
                        <a:pt x="44917" y="50197"/>
                      </a:cubicBezTo>
                      <a:cubicBezTo>
                        <a:pt x="43964" y="48482"/>
                        <a:pt x="43488" y="47339"/>
                        <a:pt x="43488" y="46673"/>
                      </a:cubicBezTo>
                      <a:cubicBezTo>
                        <a:pt x="43488" y="45815"/>
                        <a:pt x="43869" y="45149"/>
                        <a:pt x="44726" y="44577"/>
                      </a:cubicBezTo>
                      <a:lnTo>
                        <a:pt x="43012" y="42863"/>
                      </a:lnTo>
                      <a:cubicBezTo>
                        <a:pt x="43488" y="42005"/>
                        <a:pt x="43774" y="41148"/>
                        <a:pt x="43774" y="40386"/>
                      </a:cubicBezTo>
                      <a:cubicBezTo>
                        <a:pt x="43774" y="39434"/>
                        <a:pt x="43012" y="38291"/>
                        <a:pt x="41392" y="37052"/>
                      </a:cubicBezTo>
                      <a:cubicBezTo>
                        <a:pt x="39773" y="35814"/>
                        <a:pt x="39011" y="34671"/>
                        <a:pt x="39011" y="33623"/>
                      </a:cubicBezTo>
                      <a:cubicBezTo>
                        <a:pt x="39011" y="32861"/>
                        <a:pt x="39202" y="32004"/>
                        <a:pt x="39773" y="31242"/>
                      </a:cubicBezTo>
                      <a:cubicBezTo>
                        <a:pt x="38249" y="28004"/>
                        <a:pt x="36820" y="26384"/>
                        <a:pt x="35296" y="26384"/>
                      </a:cubicBezTo>
                      <a:cubicBezTo>
                        <a:pt x="33296" y="28194"/>
                        <a:pt x="32248" y="32385"/>
                        <a:pt x="32248" y="38957"/>
                      </a:cubicBezTo>
                      <a:cubicBezTo>
                        <a:pt x="30153" y="38576"/>
                        <a:pt x="29105" y="39243"/>
                        <a:pt x="29105" y="40862"/>
                      </a:cubicBezTo>
                      <a:cubicBezTo>
                        <a:pt x="29105" y="41529"/>
                        <a:pt x="29296" y="42577"/>
                        <a:pt x="29772" y="44006"/>
                      </a:cubicBezTo>
                      <a:cubicBezTo>
                        <a:pt x="30248" y="45530"/>
                        <a:pt x="30534" y="46292"/>
                        <a:pt x="30343" y="46577"/>
                      </a:cubicBezTo>
                      <a:cubicBezTo>
                        <a:pt x="30343" y="47244"/>
                        <a:pt x="29772" y="47816"/>
                        <a:pt x="29010" y="48197"/>
                      </a:cubicBezTo>
                      <a:cubicBezTo>
                        <a:pt x="28152" y="48673"/>
                        <a:pt x="27581" y="48959"/>
                        <a:pt x="27391" y="49149"/>
                      </a:cubicBezTo>
                      <a:cubicBezTo>
                        <a:pt x="27200" y="50102"/>
                        <a:pt x="27105" y="51054"/>
                        <a:pt x="27105" y="51911"/>
                      </a:cubicBezTo>
                      <a:cubicBezTo>
                        <a:pt x="27105" y="56102"/>
                        <a:pt x="29486" y="58579"/>
                        <a:pt x="34058" y="59246"/>
                      </a:cubicBezTo>
                      <a:cubicBezTo>
                        <a:pt x="34915" y="59436"/>
                        <a:pt x="35296" y="60008"/>
                        <a:pt x="35296" y="60674"/>
                      </a:cubicBezTo>
                      <a:cubicBezTo>
                        <a:pt x="35296" y="61436"/>
                        <a:pt x="35296" y="62103"/>
                        <a:pt x="35487" y="62675"/>
                      </a:cubicBezTo>
                      <a:cubicBezTo>
                        <a:pt x="35487" y="63246"/>
                        <a:pt x="35963" y="63627"/>
                        <a:pt x="36630" y="63722"/>
                      </a:cubicBezTo>
                      <a:cubicBezTo>
                        <a:pt x="36344" y="61246"/>
                        <a:pt x="37487" y="59627"/>
                        <a:pt x="39678" y="59055"/>
                      </a:cubicBezTo>
                      <a:cubicBezTo>
                        <a:pt x="41488" y="58484"/>
                        <a:pt x="43297" y="58007"/>
                        <a:pt x="45202" y="57436"/>
                      </a:cubicBezTo>
                      <a:close/>
                      <a:moveTo>
                        <a:pt x="59585" y="51435"/>
                      </a:moveTo>
                      <a:lnTo>
                        <a:pt x="58347" y="50102"/>
                      </a:lnTo>
                      <a:lnTo>
                        <a:pt x="59585" y="48959"/>
                      </a:lnTo>
                      <a:lnTo>
                        <a:pt x="58347" y="48959"/>
                      </a:lnTo>
                      <a:cubicBezTo>
                        <a:pt x="58347" y="48959"/>
                        <a:pt x="57680" y="49625"/>
                        <a:pt x="57394" y="49625"/>
                      </a:cubicBezTo>
                      <a:cubicBezTo>
                        <a:pt x="57109" y="49625"/>
                        <a:pt x="56727" y="49340"/>
                        <a:pt x="56156" y="48673"/>
                      </a:cubicBezTo>
                      <a:cubicBezTo>
                        <a:pt x="55680" y="48006"/>
                        <a:pt x="55489" y="47720"/>
                        <a:pt x="55299" y="47720"/>
                      </a:cubicBezTo>
                      <a:cubicBezTo>
                        <a:pt x="54918" y="49435"/>
                        <a:pt x="56347" y="50673"/>
                        <a:pt x="59585" y="51435"/>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 name="Google Shape;1523;p99"/>
                <p:cNvSpPr/>
                <p:nvPr/>
              </p:nvSpPr>
              <p:spPr>
                <a:xfrm>
                  <a:off x="4261770" y="1626846"/>
                  <a:ext cx="69056" cy="86225"/>
                </a:xfrm>
                <a:custGeom>
                  <a:avLst/>
                  <a:gdLst/>
                  <a:ahLst/>
                  <a:cxnLst/>
                  <a:rect l="l" t="t" r="r" b="b"/>
                  <a:pathLst>
                    <a:path w="69056" h="86225" extrusionOk="0">
                      <a:moveTo>
                        <a:pt x="67342" y="595"/>
                      </a:moveTo>
                      <a:lnTo>
                        <a:pt x="69056" y="3262"/>
                      </a:lnTo>
                      <a:lnTo>
                        <a:pt x="67818" y="17740"/>
                      </a:lnTo>
                      <a:cubicBezTo>
                        <a:pt x="68294" y="17645"/>
                        <a:pt x="66199" y="17550"/>
                        <a:pt x="61436" y="17550"/>
                      </a:cubicBezTo>
                      <a:cubicBezTo>
                        <a:pt x="59246" y="17550"/>
                        <a:pt x="57817" y="18407"/>
                        <a:pt x="57245" y="20312"/>
                      </a:cubicBezTo>
                      <a:cubicBezTo>
                        <a:pt x="56483" y="18788"/>
                        <a:pt x="55245" y="18026"/>
                        <a:pt x="53531" y="18026"/>
                      </a:cubicBezTo>
                      <a:cubicBezTo>
                        <a:pt x="52769" y="18026"/>
                        <a:pt x="51721" y="18121"/>
                        <a:pt x="50387" y="18502"/>
                      </a:cubicBezTo>
                      <a:cubicBezTo>
                        <a:pt x="49054" y="18883"/>
                        <a:pt x="48101" y="18979"/>
                        <a:pt x="47435" y="18979"/>
                      </a:cubicBezTo>
                      <a:cubicBezTo>
                        <a:pt x="46482" y="21741"/>
                        <a:pt x="46006" y="25265"/>
                        <a:pt x="46006" y="29456"/>
                      </a:cubicBezTo>
                      <a:cubicBezTo>
                        <a:pt x="46006" y="30599"/>
                        <a:pt x="46006" y="32409"/>
                        <a:pt x="46196" y="34790"/>
                      </a:cubicBezTo>
                      <a:cubicBezTo>
                        <a:pt x="46292" y="37171"/>
                        <a:pt x="46387" y="38886"/>
                        <a:pt x="46387" y="39934"/>
                      </a:cubicBezTo>
                      <a:cubicBezTo>
                        <a:pt x="46387" y="42791"/>
                        <a:pt x="46196" y="45268"/>
                        <a:pt x="45720" y="47363"/>
                      </a:cubicBezTo>
                      <a:lnTo>
                        <a:pt x="42767" y="49078"/>
                      </a:lnTo>
                      <a:lnTo>
                        <a:pt x="43244" y="48601"/>
                      </a:lnTo>
                      <a:cubicBezTo>
                        <a:pt x="42386" y="47744"/>
                        <a:pt x="41529" y="47363"/>
                        <a:pt x="40577" y="47363"/>
                      </a:cubicBezTo>
                      <a:cubicBezTo>
                        <a:pt x="39815" y="47363"/>
                        <a:pt x="38672" y="47744"/>
                        <a:pt x="37148" y="48601"/>
                      </a:cubicBezTo>
                      <a:cubicBezTo>
                        <a:pt x="35528" y="49363"/>
                        <a:pt x="34290" y="49840"/>
                        <a:pt x="33528" y="49935"/>
                      </a:cubicBezTo>
                      <a:lnTo>
                        <a:pt x="33528" y="50411"/>
                      </a:lnTo>
                      <a:lnTo>
                        <a:pt x="38957" y="50887"/>
                      </a:lnTo>
                      <a:cubicBezTo>
                        <a:pt x="38957" y="50887"/>
                        <a:pt x="39434" y="51840"/>
                        <a:pt x="40196" y="52983"/>
                      </a:cubicBezTo>
                      <a:cubicBezTo>
                        <a:pt x="40672" y="52221"/>
                        <a:pt x="40862" y="51935"/>
                        <a:pt x="40958" y="52030"/>
                      </a:cubicBezTo>
                      <a:cubicBezTo>
                        <a:pt x="41148" y="52030"/>
                        <a:pt x="41529" y="52411"/>
                        <a:pt x="42005" y="52983"/>
                      </a:cubicBezTo>
                      <a:lnTo>
                        <a:pt x="43244" y="50887"/>
                      </a:lnTo>
                      <a:cubicBezTo>
                        <a:pt x="43053" y="51649"/>
                        <a:pt x="42958" y="52507"/>
                        <a:pt x="42958" y="53269"/>
                      </a:cubicBezTo>
                      <a:cubicBezTo>
                        <a:pt x="42958" y="54697"/>
                        <a:pt x="43529" y="56507"/>
                        <a:pt x="44577" y="58793"/>
                      </a:cubicBezTo>
                      <a:cubicBezTo>
                        <a:pt x="45720" y="61079"/>
                        <a:pt x="46196" y="62889"/>
                        <a:pt x="46196" y="64127"/>
                      </a:cubicBezTo>
                      <a:cubicBezTo>
                        <a:pt x="46196" y="65556"/>
                        <a:pt x="45815" y="66985"/>
                        <a:pt x="45053" y="68318"/>
                      </a:cubicBezTo>
                      <a:cubicBezTo>
                        <a:pt x="45053" y="68604"/>
                        <a:pt x="45339" y="70033"/>
                        <a:pt x="45720" y="72509"/>
                      </a:cubicBezTo>
                      <a:cubicBezTo>
                        <a:pt x="46006" y="74509"/>
                        <a:pt x="46196" y="76224"/>
                        <a:pt x="46196" y="77653"/>
                      </a:cubicBezTo>
                      <a:cubicBezTo>
                        <a:pt x="46196" y="81367"/>
                        <a:pt x="45053" y="84225"/>
                        <a:pt x="42863" y="86225"/>
                      </a:cubicBezTo>
                      <a:lnTo>
                        <a:pt x="26099" y="85368"/>
                      </a:lnTo>
                      <a:cubicBezTo>
                        <a:pt x="25622" y="82129"/>
                        <a:pt x="25432" y="78415"/>
                        <a:pt x="25432" y="73938"/>
                      </a:cubicBezTo>
                      <a:cubicBezTo>
                        <a:pt x="25432" y="70699"/>
                        <a:pt x="25622" y="64889"/>
                        <a:pt x="26099" y="56507"/>
                      </a:cubicBezTo>
                      <a:cubicBezTo>
                        <a:pt x="26480" y="48697"/>
                        <a:pt x="26670" y="42601"/>
                        <a:pt x="26575" y="38124"/>
                      </a:cubicBezTo>
                      <a:cubicBezTo>
                        <a:pt x="26194" y="36219"/>
                        <a:pt x="26003" y="32980"/>
                        <a:pt x="26099" y="28599"/>
                      </a:cubicBezTo>
                      <a:cubicBezTo>
                        <a:pt x="26099" y="24503"/>
                        <a:pt x="25813" y="21455"/>
                        <a:pt x="25337" y="19264"/>
                      </a:cubicBezTo>
                      <a:cubicBezTo>
                        <a:pt x="23146" y="18598"/>
                        <a:pt x="20955" y="18217"/>
                        <a:pt x="18479" y="18121"/>
                      </a:cubicBezTo>
                      <a:cubicBezTo>
                        <a:pt x="16859" y="18121"/>
                        <a:pt x="14669" y="18121"/>
                        <a:pt x="11716" y="18121"/>
                      </a:cubicBezTo>
                      <a:cubicBezTo>
                        <a:pt x="8477" y="18121"/>
                        <a:pt x="6001" y="18312"/>
                        <a:pt x="4477" y="18312"/>
                      </a:cubicBezTo>
                      <a:cubicBezTo>
                        <a:pt x="2381" y="17550"/>
                        <a:pt x="1143" y="16026"/>
                        <a:pt x="857" y="13835"/>
                      </a:cubicBezTo>
                      <a:cubicBezTo>
                        <a:pt x="381" y="10787"/>
                        <a:pt x="191" y="9073"/>
                        <a:pt x="0" y="8882"/>
                      </a:cubicBezTo>
                      <a:cubicBezTo>
                        <a:pt x="95" y="6977"/>
                        <a:pt x="286" y="4977"/>
                        <a:pt x="476" y="2881"/>
                      </a:cubicBezTo>
                      <a:cubicBezTo>
                        <a:pt x="667" y="786"/>
                        <a:pt x="1905" y="-167"/>
                        <a:pt x="4477" y="24"/>
                      </a:cubicBezTo>
                      <a:cubicBezTo>
                        <a:pt x="12192" y="500"/>
                        <a:pt x="22670" y="595"/>
                        <a:pt x="36005" y="310"/>
                      </a:cubicBezTo>
                      <a:cubicBezTo>
                        <a:pt x="50197" y="24"/>
                        <a:pt x="60770" y="24"/>
                        <a:pt x="67628" y="310"/>
                      </a:cubicBezTo>
                      <a:close/>
                      <a:moveTo>
                        <a:pt x="67342" y="32123"/>
                      </a:moveTo>
                      <a:lnTo>
                        <a:pt x="66580" y="29075"/>
                      </a:lnTo>
                      <a:lnTo>
                        <a:pt x="67342" y="29075"/>
                      </a:lnTo>
                      <a:lnTo>
                        <a:pt x="67342" y="32123"/>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 name="Google Shape;1524;p99"/>
                <p:cNvSpPr/>
                <p:nvPr/>
              </p:nvSpPr>
              <p:spPr>
                <a:xfrm>
                  <a:off x="4334065" y="1615154"/>
                  <a:ext cx="47148" cy="98107"/>
                </a:xfrm>
                <a:custGeom>
                  <a:avLst/>
                  <a:gdLst/>
                  <a:ahLst/>
                  <a:cxnLst/>
                  <a:rect l="l" t="t" r="r" b="b"/>
                  <a:pathLst>
                    <a:path w="47148" h="98107" extrusionOk="0">
                      <a:moveTo>
                        <a:pt x="0" y="24575"/>
                      </a:moveTo>
                      <a:cubicBezTo>
                        <a:pt x="1143" y="24575"/>
                        <a:pt x="1810" y="24765"/>
                        <a:pt x="1905" y="25051"/>
                      </a:cubicBezTo>
                      <a:lnTo>
                        <a:pt x="1905" y="27623"/>
                      </a:lnTo>
                      <a:lnTo>
                        <a:pt x="0" y="24575"/>
                      </a:lnTo>
                      <a:close/>
                      <a:moveTo>
                        <a:pt x="32480" y="45529"/>
                      </a:moveTo>
                      <a:cubicBezTo>
                        <a:pt x="32480" y="45529"/>
                        <a:pt x="31813" y="46196"/>
                        <a:pt x="31813" y="46482"/>
                      </a:cubicBezTo>
                      <a:cubicBezTo>
                        <a:pt x="31813" y="46768"/>
                        <a:pt x="32194" y="47244"/>
                        <a:pt x="32766" y="47911"/>
                      </a:cubicBezTo>
                      <a:cubicBezTo>
                        <a:pt x="33338" y="48482"/>
                        <a:pt x="33718" y="48958"/>
                        <a:pt x="33718" y="49435"/>
                      </a:cubicBezTo>
                      <a:cubicBezTo>
                        <a:pt x="33338" y="48577"/>
                        <a:pt x="32480" y="48101"/>
                        <a:pt x="31242" y="48101"/>
                      </a:cubicBezTo>
                      <a:cubicBezTo>
                        <a:pt x="30004" y="48101"/>
                        <a:pt x="29146" y="47911"/>
                        <a:pt x="28861" y="47720"/>
                      </a:cubicBezTo>
                      <a:cubicBezTo>
                        <a:pt x="28861" y="47720"/>
                        <a:pt x="28480" y="48292"/>
                        <a:pt x="28099" y="49435"/>
                      </a:cubicBezTo>
                      <a:cubicBezTo>
                        <a:pt x="27527" y="48577"/>
                        <a:pt x="26860" y="48196"/>
                        <a:pt x="26194" y="48196"/>
                      </a:cubicBezTo>
                      <a:cubicBezTo>
                        <a:pt x="25527" y="48196"/>
                        <a:pt x="24575" y="48673"/>
                        <a:pt x="23146" y="49340"/>
                      </a:cubicBezTo>
                      <a:cubicBezTo>
                        <a:pt x="21717" y="50102"/>
                        <a:pt x="20764" y="50578"/>
                        <a:pt x="20098" y="50673"/>
                      </a:cubicBezTo>
                      <a:cubicBezTo>
                        <a:pt x="21431" y="51054"/>
                        <a:pt x="22193" y="51530"/>
                        <a:pt x="22860" y="52292"/>
                      </a:cubicBezTo>
                      <a:cubicBezTo>
                        <a:pt x="23527" y="53435"/>
                        <a:pt x="24289" y="54388"/>
                        <a:pt x="25051" y="54864"/>
                      </a:cubicBezTo>
                      <a:cubicBezTo>
                        <a:pt x="24575" y="55531"/>
                        <a:pt x="24479" y="55912"/>
                        <a:pt x="24575" y="56198"/>
                      </a:cubicBezTo>
                      <a:cubicBezTo>
                        <a:pt x="25146" y="57150"/>
                        <a:pt x="25622" y="57626"/>
                        <a:pt x="26194" y="57626"/>
                      </a:cubicBezTo>
                      <a:cubicBezTo>
                        <a:pt x="26575" y="57626"/>
                        <a:pt x="26956" y="57245"/>
                        <a:pt x="27527" y="56579"/>
                      </a:cubicBezTo>
                      <a:cubicBezTo>
                        <a:pt x="28099" y="55912"/>
                        <a:pt x="28575" y="55531"/>
                        <a:pt x="28861" y="55531"/>
                      </a:cubicBezTo>
                      <a:cubicBezTo>
                        <a:pt x="29337" y="55531"/>
                        <a:pt x="29718" y="55721"/>
                        <a:pt x="30194" y="56198"/>
                      </a:cubicBezTo>
                      <a:lnTo>
                        <a:pt x="28575" y="52673"/>
                      </a:lnTo>
                      <a:cubicBezTo>
                        <a:pt x="29242" y="53626"/>
                        <a:pt x="30289" y="54197"/>
                        <a:pt x="31909" y="54483"/>
                      </a:cubicBezTo>
                      <a:lnTo>
                        <a:pt x="32575" y="54007"/>
                      </a:lnTo>
                      <a:lnTo>
                        <a:pt x="30194" y="51244"/>
                      </a:lnTo>
                      <a:cubicBezTo>
                        <a:pt x="30194" y="50673"/>
                        <a:pt x="30289" y="50483"/>
                        <a:pt x="30671" y="50483"/>
                      </a:cubicBezTo>
                      <a:cubicBezTo>
                        <a:pt x="30766" y="50483"/>
                        <a:pt x="31147" y="50768"/>
                        <a:pt x="32004" y="51149"/>
                      </a:cubicBezTo>
                      <a:cubicBezTo>
                        <a:pt x="32766" y="51625"/>
                        <a:pt x="33433" y="51911"/>
                        <a:pt x="33814" y="51911"/>
                      </a:cubicBezTo>
                      <a:cubicBezTo>
                        <a:pt x="33338" y="55817"/>
                        <a:pt x="31813" y="58579"/>
                        <a:pt x="29432" y="60103"/>
                      </a:cubicBezTo>
                      <a:cubicBezTo>
                        <a:pt x="31718" y="60103"/>
                        <a:pt x="33147" y="61341"/>
                        <a:pt x="33718" y="63817"/>
                      </a:cubicBezTo>
                      <a:cubicBezTo>
                        <a:pt x="33814" y="64484"/>
                        <a:pt x="33909" y="66770"/>
                        <a:pt x="33909" y="70580"/>
                      </a:cubicBezTo>
                      <a:lnTo>
                        <a:pt x="32004" y="70580"/>
                      </a:lnTo>
                      <a:cubicBezTo>
                        <a:pt x="32004" y="70580"/>
                        <a:pt x="31528" y="71056"/>
                        <a:pt x="31528" y="71247"/>
                      </a:cubicBezTo>
                      <a:cubicBezTo>
                        <a:pt x="31528" y="71533"/>
                        <a:pt x="31718" y="72009"/>
                        <a:pt x="32004" y="72390"/>
                      </a:cubicBezTo>
                      <a:cubicBezTo>
                        <a:pt x="32385" y="72866"/>
                        <a:pt x="32575" y="73152"/>
                        <a:pt x="32671" y="73247"/>
                      </a:cubicBezTo>
                      <a:cubicBezTo>
                        <a:pt x="32956" y="73247"/>
                        <a:pt x="33528" y="72866"/>
                        <a:pt x="34385" y="71914"/>
                      </a:cubicBezTo>
                      <a:lnTo>
                        <a:pt x="33242" y="95536"/>
                      </a:lnTo>
                      <a:cubicBezTo>
                        <a:pt x="27622" y="97250"/>
                        <a:pt x="22669" y="98108"/>
                        <a:pt x="18574" y="98108"/>
                      </a:cubicBezTo>
                      <a:cubicBezTo>
                        <a:pt x="15430" y="98108"/>
                        <a:pt x="12383" y="97727"/>
                        <a:pt x="9430" y="96774"/>
                      </a:cubicBezTo>
                      <a:cubicBezTo>
                        <a:pt x="7810" y="93536"/>
                        <a:pt x="7048" y="89154"/>
                        <a:pt x="7048" y="83725"/>
                      </a:cubicBezTo>
                      <a:lnTo>
                        <a:pt x="7048" y="76105"/>
                      </a:lnTo>
                      <a:cubicBezTo>
                        <a:pt x="7048" y="72104"/>
                        <a:pt x="6667" y="68866"/>
                        <a:pt x="5905" y="66389"/>
                      </a:cubicBezTo>
                      <a:cubicBezTo>
                        <a:pt x="6858" y="63817"/>
                        <a:pt x="7334" y="60198"/>
                        <a:pt x="7334" y="55626"/>
                      </a:cubicBezTo>
                      <a:cubicBezTo>
                        <a:pt x="7239" y="50102"/>
                        <a:pt x="7334" y="46482"/>
                        <a:pt x="7620" y="44672"/>
                      </a:cubicBezTo>
                      <a:lnTo>
                        <a:pt x="9430" y="44672"/>
                      </a:lnTo>
                      <a:cubicBezTo>
                        <a:pt x="8192" y="43815"/>
                        <a:pt x="7429" y="42386"/>
                        <a:pt x="7239" y="40386"/>
                      </a:cubicBezTo>
                      <a:cubicBezTo>
                        <a:pt x="7144" y="38290"/>
                        <a:pt x="6953" y="36385"/>
                        <a:pt x="6858" y="34576"/>
                      </a:cubicBezTo>
                      <a:lnTo>
                        <a:pt x="3334" y="34576"/>
                      </a:lnTo>
                      <a:lnTo>
                        <a:pt x="7620" y="33242"/>
                      </a:lnTo>
                      <a:cubicBezTo>
                        <a:pt x="6953" y="31528"/>
                        <a:pt x="6763" y="29146"/>
                        <a:pt x="7239" y="26098"/>
                      </a:cubicBezTo>
                      <a:cubicBezTo>
                        <a:pt x="7715" y="23050"/>
                        <a:pt x="7429" y="20669"/>
                        <a:pt x="6382" y="18955"/>
                      </a:cubicBezTo>
                      <a:cubicBezTo>
                        <a:pt x="6667" y="18955"/>
                        <a:pt x="7144" y="18669"/>
                        <a:pt x="7620" y="18098"/>
                      </a:cubicBezTo>
                      <a:cubicBezTo>
                        <a:pt x="8192" y="17526"/>
                        <a:pt x="8572" y="17240"/>
                        <a:pt x="8858" y="17145"/>
                      </a:cubicBezTo>
                      <a:cubicBezTo>
                        <a:pt x="8192" y="16669"/>
                        <a:pt x="7715" y="16192"/>
                        <a:pt x="7715" y="15526"/>
                      </a:cubicBezTo>
                      <a:cubicBezTo>
                        <a:pt x="7715" y="14954"/>
                        <a:pt x="8001" y="14478"/>
                        <a:pt x="8668" y="13906"/>
                      </a:cubicBezTo>
                      <a:cubicBezTo>
                        <a:pt x="9334" y="13335"/>
                        <a:pt x="11621" y="12954"/>
                        <a:pt x="15430" y="12764"/>
                      </a:cubicBezTo>
                      <a:cubicBezTo>
                        <a:pt x="17335" y="12764"/>
                        <a:pt x="18764" y="12383"/>
                        <a:pt x="19717" y="11430"/>
                      </a:cubicBezTo>
                      <a:cubicBezTo>
                        <a:pt x="20193" y="12383"/>
                        <a:pt x="21050" y="12859"/>
                        <a:pt x="22098" y="12859"/>
                      </a:cubicBezTo>
                      <a:cubicBezTo>
                        <a:pt x="22288" y="12859"/>
                        <a:pt x="23908" y="12573"/>
                        <a:pt x="26765" y="12002"/>
                      </a:cubicBezTo>
                      <a:cubicBezTo>
                        <a:pt x="28765" y="11525"/>
                        <a:pt x="30289" y="11525"/>
                        <a:pt x="31337" y="12002"/>
                      </a:cubicBezTo>
                      <a:cubicBezTo>
                        <a:pt x="31813" y="12002"/>
                        <a:pt x="32004" y="11525"/>
                        <a:pt x="32004" y="10954"/>
                      </a:cubicBezTo>
                      <a:cubicBezTo>
                        <a:pt x="32004" y="10382"/>
                        <a:pt x="32194" y="10096"/>
                        <a:pt x="32480" y="10096"/>
                      </a:cubicBezTo>
                      <a:cubicBezTo>
                        <a:pt x="32671" y="10096"/>
                        <a:pt x="32956" y="10096"/>
                        <a:pt x="33242" y="10287"/>
                      </a:cubicBezTo>
                      <a:cubicBezTo>
                        <a:pt x="33242" y="11811"/>
                        <a:pt x="33433" y="14097"/>
                        <a:pt x="33814" y="16859"/>
                      </a:cubicBezTo>
                      <a:cubicBezTo>
                        <a:pt x="34290" y="19621"/>
                        <a:pt x="34480" y="21717"/>
                        <a:pt x="34480" y="22955"/>
                      </a:cubicBezTo>
                      <a:cubicBezTo>
                        <a:pt x="34480" y="25527"/>
                        <a:pt x="33814" y="27908"/>
                        <a:pt x="32575" y="30099"/>
                      </a:cubicBezTo>
                      <a:cubicBezTo>
                        <a:pt x="33909" y="32194"/>
                        <a:pt x="34576" y="34766"/>
                        <a:pt x="34576" y="37719"/>
                      </a:cubicBezTo>
                      <a:cubicBezTo>
                        <a:pt x="34576" y="36862"/>
                        <a:pt x="34290" y="39815"/>
                        <a:pt x="33718" y="46482"/>
                      </a:cubicBezTo>
                      <a:cubicBezTo>
                        <a:pt x="33433" y="45910"/>
                        <a:pt x="32956" y="45625"/>
                        <a:pt x="32480" y="45625"/>
                      </a:cubicBezTo>
                      <a:close/>
                      <a:moveTo>
                        <a:pt x="12383" y="25813"/>
                      </a:moveTo>
                      <a:lnTo>
                        <a:pt x="13621" y="21908"/>
                      </a:lnTo>
                      <a:cubicBezTo>
                        <a:pt x="12954" y="21622"/>
                        <a:pt x="12383" y="21908"/>
                        <a:pt x="11811" y="22384"/>
                      </a:cubicBezTo>
                      <a:cubicBezTo>
                        <a:pt x="10954" y="23146"/>
                        <a:pt x="10477" y="23527"/>
                        <a:pt x="10382" y="23622"/>
                      </a:cubicBezTo>
                      <a:lnTo>
                        <a:pt x="12287" y="25717"/>
                      </a:lnTo>
                      <a:close/>
                      <a:moveTo>
                        <a:pt x="19621" y="49911"/>
                      </a:moveTo>
                      <a:cubicBezTo>
                        <a:pt x="19621" y="48863"/>
                        <a:pt x="19812" y="48292"/>
                        <a:pt x="20098" y="48101"/>
                      </a:cubicBezTo>
                      <a:lnTo>
                        <a:pt x="16669" y="46768"/>
                      </a:lnTo>
                      <a:cubicBezTo>
                        <a:pt x="16669" y="47244"/>
                        <a:pt x="17050" y="47720"/>
                        <a:pt x="17812" y="48101"/>
                      </a:cubicBezTo>
                      <a:cubicBezTo>
                        <a:pt x="18574" y="48387"/>
                        <a:pt x="18955" y="48673"/>
                        <a:pt x="18955" y="48863"/>
                      </a:cubicBezTo>
                      <a:cubicBezTo>
                        <a:pt x="18955" y="49149"/>
                        <a:pt x="18764" y="49530"/>
                        <a:pt x="18288" y="49816"/>
                      </a:cubicBezTo>
                      <a:lnTo>
                        <a:pt x="19526" y="49816"/>
                      </a:lnTo>
                      <a:close/>
                      <a:moveTo>
                        <a:pt x="23717" y="60865"/>
                      </a:moveTo>
                      <a:lnTo>
                        <a:pt x="20860" y="61150"/>
                      </a:lnTo>
                      <a:cubicBezTo>
                        <a:pt x="22479" y="61150"/>
                        <a:pt x="23431" y="61150"/>
                        <a:pt x="23717" y="60865"/>
                      </a:cubicBezTo>
                      <a:lnTo>
                        <a:pt x="27527" y="60674"/>
                      </a:lnTo>
                      <a:lnTo>
                        <a:pt x="24193" y="58865"/>
                      </a:lnTo>
                      <a:lnTo>
                        <a:pt x="24193" y="58483"/>
                      </a:lnTo>
                      <a:lnTo>
                        <a:pt x="24955" y="57340"/>
                      </a:lnTo>
                      <a:lnTo>
                        <a:pt x="24003" y="57340"/>
                      </a:lnTo>
                      <a:lnTo>
                        <a:pt x="24193" y="58483"/>
                      </a:lnTo>
                      <a:lnTo>
                        <a:pt x="24003" y="58674"/>
                      </a:lnTo>
                      <a:lnTo>
                        <a:pt x="24193" y="58865"/>
                      </a:lnTo>
                      <a:lnTo>
                        <a:pt x="24479" y="60008"/>
                      </a:lnTo>
                      <a:cubicBezTo>
                        <a:pt x="24479" y="60008"/>
                        <a:pt x="24098" y="60579"/>
                        <a:pt x="23717" y="60769"/>
                      </a:cubicBezTo>
                      <a:close/>
                      <a:moveTo>
                        <a:pt x="25813" y="0"/>
                      </a:moveTo>
                      <a:lnTo>
                        <a:pt x="25813" y="1905"/>
                      </a:lnTo>
                      <a:lnTo>
                        <a:pt x="25051" y="0"/>
                      </a:lnTo>
                      <a:lnTo>
                        <a:pt x="25813" y="0"/>
                      </a:lnTo>
                      <a:close/>
                      <a:moveTo>
                        <a:pt x="28480" y="52673"/>
                      </a:moveTo>
                      <a:cubicBezTo>
                        <a:pt x="28480" y="52673"/>
                        <a:pt x="28194" y="52292"/>
                        <a:pt x="28004" y="51816"/>
                      </a:cubicBezTo>
                      <a:lnTo>
                        <a:pt x="28480" y="52673"/>
                      </a:lnTo>
                      <a:close/>
                      <a:moveTo>
                        <a:pt x="38386" y="2762"/>
                      </a:moveTo>
                      <a:lnTo>
                        <a:pt x="40291" y="2762"/>
                      </a:lnTo>
                      <a:lnTo>
                        <a:pt x="39719" y="4096"/>
                      </a:lnTo>
                      <a:lnTo>
                        <a:pt x="38481" y="4096"/>
                      </a:lnTo>
                      <a:lnTo>
                        <a:pt x="38481" y="2762"/>
                      </a:lnTo>
                      <a:close/>
                      <a:moveTo>
                        <a:pt x="44577" y="9335"/>
                      </a:moveTo>
                      <a:lnTo>
                        <a:pt x="47149" y="12573"/>
                      </a:lnTo>
                      <a:cubicBezTo>
                        <a:pt x="44482" y="12668"/>
                        <a:pt x="43053" y="11144"/>
                        <a:pt x="42863" y="8096"/>
                      </a:cubicBezTo>
                      <a:lnTo>
                        <a:pt x="46387" y="8096"/>
                      </a:lnTo>
                      <a:lnTo>
                        <a:pt x="44672" y="9335"/>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 name="Google Shape;1525;p99"/>
                <p:cNvSpPr/>
                <p:nvPr/>
              </p:nvSpPr>
              <p:spPr>
                <a:xfrm>
                  <a:off x="4379689" y="1627060"/>
                  <a:ext cx="74009" cy="99931"/>
                </a:xfrm>
                <a:custGeom>
                  <a:avLst/>
                  <a:gdLst/>
                  <a:ahLst/>
                  <a:cxnLst/>
                  <a:rect l="l" t="t" r="r" b="b"/>
                  <a:pathLst>
                    <a:path w="74009" h="99931" extrusionOk="0">
                      <a:moveTo>
                        <a:pt x="62198" y="46101"/>
                      </a:moveTo>
                      <a:cubicBezTo>
                        <a:pt x="62484" y="47054"/>
                        <a:pt x="63437" y="48768"/>
                        <a:pt x="65056" y="51149"/>
                      </a:cubicBezTo>
                      <a:cubicBezTo>
                        <a:pt x="66199" y="53245"/>
                        <a:pt x="66770" y="54959"/>
                        <a:pt x="66770" y="56293"/>
                      </a:cubicBezTo>
                      <a:cubicBezTo>
                        <a:pt x="66770" y="57531"/>
                        <a:pt x="66484" y="58674"/>
                        <a:pt x="66008" y="59912"/>
                      </a:cubicBezTo>
                      <a:cubicBezTo>
                        <a:pt x="66389" y="61341"/>
                        <a:pt x="66675" y="62865"/>
                        <a:pt x="66675" y="64579"/>
                      </a:cubicBezTo>
                      <a:cubicBezTo>
                        <a:pt x="66675" y="68866"/>
                        <a:pt x="65627" y="71914"/>
                        <a:pt x="63532" y="73628"/>
                      </a:cubicBezTo>
                      <a:cubicBezTo>
                        <a:pt x="63722" y="73152"/>
                        <a:pt x="63817" y="72771"/>
                        <a:pt x="63817" y="72295"/>
                      </a:cubicBezTo>
                      <a:cubicBezTo>
                        <a:pt x="63817" y="70580"/>
                        <a:pt x="62865" y="69723"/>
                        <a:pt x="61055" y="69723"/>
                      </a:cubicBezTo>
                      <a:cubicBezTo>
                        <a:pt x="60198" y="69723"/>
                        <a:pt x="59436" y="69914"/>
                        <a:pt x="58674" y="70390"/>
                      </a:cubicBezTo>
                      <a:lnTo>
                        <a:pt x="59912" y="71723"/>
                      </a:lnTo>
                      <a:cubicBezTo>
                        <a:pt x="59436" y="71438"/>
                        <a:pt x="58960" y="71247"/>
                        <a:pt x="58483" y="71247"/>
                      </a:cubicBezTo>
                      <a:cubicBezTo>
                        <a:pt x="57721" y="71247"/>
                        <a:pt x="57055" y="71819"/>
                        <a:pt x="56388" y="73152"/>
                      </a:cubicBezTo>
                      <a:cubicBezTo>
                        <a:pt x="55721" y="74390"/>
                        <a:pt x="55054" y="75533"/>
                        <a:pt x="54388" y="76771"/>
                      </a:cubicBezTo>
                      <a:lnTo>
                        <a:pt x="55054" y="77629"/>
                      </a:lnTo>
                      <a:cubicBezTo>
                        <a:pt x="54197" y="77343"/>
                        <a:pt x="53150" y="77629"/>
                        <a:pt x="52102" y="78105"/>
                      </a:cubicBezTo>
                      <a:lnTo>
                        <a:pt x="52102" y="79439"/>
                      </a:lnTo>
                      <a:cubicBezTo>
                        <a:pt x="52102" y="79439"/>
                        <a:pt x="51245" y="78772"/>
                        <a:pt x="50673" y="78391"/>
                      </a:cubicBezTo>
                      <a:cubicBezTo>
                        <a:pt x="50197" y="78010"/>
                        <a:pt x="49625" y="77915"/>
                        <a:pt x="49149" y="78105"/>
                      </a:cubicBezTo>
                      <a:cubicBezTo>
                        <a:pt x="49816" y="79248"/>
                        <a:pt x="51054" y="81629"/>
                        <a:pt x="52578" y="85154"/>
                      </a:cubicBezTo>
                      <a:cubicBezTo>
                        <a:pt x="47054" y="85630"/>
                        <a:pt x="42482" y="85820"/>
                        <a:pt x="38671" y="85820"/>
                      </a:cubicBezTo>
                      <a:cubicBezTo>
                        <a:pt x="34862" y="85820"/>
                        <a:pt x="30290" y="85630"/>
                        <a:pt x="25051" y="85154"/>
                      </a:cubicBezTo>
                      <a:cubicBezTo>
                        <a:pt x="25051" y="84296"/>
                        <a:pt x="24479" y="83629"/>
                        <a:pt x="23432" y="83248"/>
                      </a:cubicBezTo>
                      <a:cubicBezTo>
                        <a:pt x="22384" y="82867"/>
                        <a:pt x="21812" y="82296"/>
                        <a:pt x="21812" y="81629"/>
                      </a:cubicBezTo>
                      <a:cubicBezTo>
                        <a:pt x="21812" y="81439"/>
                        <a:pt x="21812" y="81058"/>
                        <a:pt x="21908" y="80581"/>
                      </a:cubicBezTo>
                      <a:cubicBezTo>
                        <a:pt x="20955" y="81153"/>
                        <a:pt x="19907" y="81439"/>
                        <a:pt x="18764" y="81439"/>
                      </a:cubicBezTo>
                      <a:cubicBezTo>
                        <a:pt x="16859" y="81439"/>
                        <a:pt x="12859" y="79915"/>
                        <a:pt x="6572" y="76771"/>
                      </a:cubicBezTo>
                      <a:lnTo>
                        <a:pt x="5334" y="73723"/>
                      </a:lnTo>
                      <a:lnTo>
                        <a:pt x="3620" y="74390"/>
                      </a:lnTo>
                      <a:lnTo>
                        <a:pt x="0" y="63246"/>
                      </a:lnTo>
                      <a:cubicBezTo>
                        <a:pt x="1238" y="61817"/>
                        <a:pt x="5525" y="57817"/>
                        <a:pt x="12763" y="51149"/>
                      </a:cubicBezTo>
                      <a:cubicBezTo>
                        <a:pt x="13716" y="51149"/>
                        <a:pt x="14478" y="51530"/>
                        <a:pt x="15145" y="52578"/>
                      </a:cubicBezTo>
                      <a:cubicBezTo>
                        <a:pt x="15907" y="54007"/>
                        <a:pt x="16574" y="54864"/>
                        <a:pt x="17050" y="55150"/>
                      </a:cubicBezTo>
                      <a:cubicBezTo>
                        <a:pt x="17240" y="56483"/>
                        <a:pt x="19050" y="59912"/>
                        <a:pt x="22479" y="65532"/>
                      </a:cubicBezTo>
                      <a:cubicBezTo>
                        <a:pt x="23336" y="65151"/>
                        <a:pt x="24003" y="64960"/>
                        <a:pt x="24670" y="64960"/>
                      </a:cubicBezTo>
                      <a:cubicBezTo>
                        <a:pt x="25622" y="64960"/>
                        <a:pt x="26670" y="65627"/>
                        <a:pt x="27813" y="66865"/>
                      </a:cubicBezTo>
                      <a:cubicBezTo>
                        <a:pt x="28956" y="68104"/>
                        <a:pt x="30004" y="68675"/>
                        <a:pt x="30766" y="68675"/>
                      </a:cubicBezTo>
                      <a:cubicBezTo>
                        <a:pt x="31242" y="68675"/>
                        <a:pt x="31718" y="68485"/>
                        <a:pt x="32385" y="68199"/>
                      </a:cubicBezTo>
                      <a:cubicBezTo>
                        <a:pt x="32099" y="68866"/>
                        <a:pt x="32480" y="69628"/>
                        <a:pt x="33623" y="70485"/>
                      </a:cubicBezTo>
                      <a:cubicBezTo>
                        <a:pt x="33909" y="67532"/>
                        <a:pt x="36195" y="65913"/>
                        <a:pt x="40481" y="65532"/>
                      </a:cubicBezTo>
                      <a:lnTo>
                        <a:pt x="43053" y="65532"/>
                      </a:lnTo>
                      <a:cubicBezTo>
                        <a:pt x="42863" y="66008"/>
                        <a:pt x="43053" y="66485"/>
                        <a:pt x="43529" y="66865"/>
                      </a:cubicBezTo>
                      <a:cubicBezTo>
                        <a:pt x="44196" y="66294"/>
                        <a:pt x="44672" y="65627"/>
                        <a:pt x="44672" y="64770"/>
                      </a:cubicBezTo>
                      <a:cubicBezTo>
                        <a:pt x="44672" y="64484"/>
                        <a:pt x="44577" y="64008"/>
                        <a:pt x="44387" y="63341"/>
                      </a:cubicBezTo>
                      <a:cubicBezTo>
                        <a:pt x="44196" y="62675"/>
                        <a:pt x="44196" y="62198"/>
                        <a:pt x="44196" y="61913"/>
                      </a:cubicBezTo>
                      <a:cubicBezTo>
                        <a:pt x="44196" y="61150"/>
                        <a:pt x="44387" y="60579"/>
                        <a:pt x="44863" y="60198"/>
                      </a:cubicBezTo>
                      <a:cubicBezTo>
                        <a:pt x="45244" y="59246"/>
                        <a:pt x="44196" y="57340"/>
                        <a:pt x="41910" y="54483"/>
                      </a:cubicBezTo>
                      <a:cubicBezTo>
                        <a:pt x="41148" y="54769"/>
                        <a:pt x="40481" y="54959"/>
                        <a:pt x="40005" y="54959"/>
                      </a:cubicBezTo>
                      <a:cubicBezTo>
                        <a:pt x="39053" y="54959"/>
                        <a:pt x="38100" y="54102"/>
                        <a:pt x="37243" y="52483"/>
                      </a:cubicBezTo>
                      <a:cubicBezTo>
                        <a:pt x="36386" y="50768"/>
                        <a:pt x="35528" y="50006"/>
                        <a:pt x="34671" y="50006"/>
                      </a:cubicBezTo>
                      <a:cubicBezTo>
                        <a:pt x="34004" y="50006"/>
                        <a:pt x="33338" y="50292"/>
                        <a:pt x="32385" y="50864"/>
                      </a:cubicBezTo>
                      <a:cubicBezTo>
                        <a:pt x="31337" y="49816"/>
                        <a:pt x="29718" y="49054"/>
                        <a:pt x="27337" y="48482"/>
                      </a:cubicBezTo>
                      <a:lnTo>
                        <a:pt x="21527" y="47054"/>
                      </a:lnTo>
                      <a:cubicBezTo>
                        <a:pt x="20765" y="45053"/>
                        <a:pt x="19336" y="44006"/>
                        <a:pt x="17050" y="43720"/>
                      </a:cubicBezTo>
                      <a:cubicBezTo>
                        <a:pt x="14478" y="43244"/>
                        <a:pt x="12763" y="42577"/>
                        <a:pt x="12192" y="41624"/>
                      </a:cubicBezTo>
                      <a:lnTo>
                        <a:pt x="10954" y="42958"/>
                      </a:lnTo>
                      <a:cubicBezTo>
                        <a:pt x="10954" y="42958"/>
                        <a:pt x="10763" y="42291"/>
                        <a:pt x="10763" y="41815"/>
                      </a:cubicBezTo>
                      <a:cubicBezTo>
                        <a:pt x="10763" y="41339"/>
                        <a:pt x="10763" y="40672"/>
                        <a:pt x="11049" y="39719"/>
                      </a:cubicBezTo>
                      <a:cubicBezTo>
                        <a:pt x="11240" y="38767"/>
                        <a:pt x="11335" y="38005"/>
                        <a:pt x="11335" y="37433"/>
                      </a:cubicBezTo>
                      <a:cubicBezTo>
                        <a:pt x="11335" y="36004"/>
                        <a:pt x="10763" y="34957"/>
                        <a:pt x="9716" y="34195"/>
                      </a:cubicBezTo>
                      <a:cubicBezTo>
                        <a:pt x="9906" y="33814"/>
                        <a:pt x="10096" y="33338"/>
                        <a:pt x="10478" y="32861"/>
                      </a:cubicBezTo>
                      <a:cubicBezTo>
                        <a:pt x="10668" y="32385"/>
                        <a:pt x="11144" y="32194"/>
                        <a:pt x="11621" y="32290"/>
                      </a:cubicBezTo>
                      <a:cubicBezTo>
                        <a:pt x="12192" y="32766"/>
                        <a:pt x="12383" y="33338"/>
                        <a:pt x="12002" y="34195"/>
                      </a:cubicBezTo>
                      <a:cubicBezTo>
                        <a:pt x="11621" y="34957"/>
                        <a:pt x="12002" y="35528"/>
                        <a:pt x="12859" y="35909"/>
                      </a:cubicBezTo>
                      <a:cubicBezTo>
                        <a:pt x="14192" y="34671"/>
                        <a:pt x="14859" y="33528"/>
                        <a:pt x="14859" y="32290"/>
                      </a:cubicBezTo>
                      <a:cubicBezTo>
                        <a:pt x="14859" y="31814"/>
                        <a:pt x="14669" y="31242"/>
                        <a:pt x="14097" y="30861"/>
                      </a:cubicBezTo>
                      <a:cubicBezTo>
                        <a:pt x="14764" y="30671"/>
                        <a:pt x="15430" y="30004"/>
                        <a:pt x="16383" y="29051"/>
                      </a:cubicBezTo>
                      <a:cubicBezTo>
                        <a:pt x="16192" y="28670"/>
                        <a:pt x="15812" y="28385"/>
                        <a:pt x="15430" y="28385"/>
                      </a:cubicBezTo>
                      <a:cubicBezTo>
                        <a:pt x="15240" y="28385"/>
                        <a:pt x="14859" y="28575"/>
                        <a:pt x="14288" y="28956"/>
                      </a:cubicBezTo>
                      <a:cubicBezTo>
                        <a:pt x="13716" y="29337"/>
                        <a:pt x="13240" y="29527"/>
                        <a:pt x="12954" y="29527"/>
                      </a:cubicBezTo>
                      <a:cubicBezTo>
                        <a:pt x="12954" y="29337"/>
                        <a:pt x="13049" y="28956"/>
                        <a:pt x="13430" y="28289"/>
                      </a:cubicBezTo>
                      <a:cubicBezTo>
                        <a:pt x="13621" y="27623"/>
                        <a:pt x="13811" y="27051"/>
                        <a:pt x="13811" y="26479"/>
                      </a:cubicBezTo>
                      <a:cubicBezTo>
                        <a:pt x="13430" y="26670"/>
                        <a:pt x="12954" y="26765"/>
                        <a:pt x="12573" y="26765"/>
                      </a:cubicBezTo>
                      <a:cubicBezTo>
                        <a:pt x="11716" y="26765"/>
                        <a:pt x="10858" y="26098"/>
                        <a:pt x="10001" y="24860"/>
                      </a:cubicBezTo>
                      <a:cubicBezTo>
                        <a:pt x="8858" y="23241"/>
                        <a:pt x="8096" y="22289"/>
                        <a:pt x="7715" y="21908"/>
                      </a:cubicBezTo>
                      <a:lnTo>
                        <a:pt x="7715" y="16383"/>
                      </a:lnTo>
                      <a:cubicBezTo>
                        <a:pt x="8477" y="15621"/>
                        <a:pt x="9239" y="14288"/>
                        <a:pt x="10287" y="12287"/>
                      </a:cubicBezTo>
                      <a:cubicBezTo>
                        <a:pt x="11240" y="10287"/>
                        <a:pt x="12002" y="8954"/>
                        <a:pt x="12383" y="8287"/>
                      </a:cubicBezTo>
                      <a:cubicBezTo>
                        <a:pt x="13811" y="7906"/>
                        <a:pt x="15335" y="6382"/>
                        <a:pt x="17145" y="4000"/>
                      </a:cubicBezTo>
                      <a:cubicBezTo>
                        <a:pt x="18574" y="2096"/>
                        <a:pt x="20193" y="1238"/>
                        <a:pt x="22193" y="1429"/>
                      </a:cubicBezTo>
                      <a:cubicBezTo>
                        <a:pt x="24003" y="476"/>
                        <a:pt x="26384" y="0"/>
                        <a:pt x="29432" y="190"/>
                      </a:cubicBezTo>
                      <a:cubicBezTo>
                        <a:pt x="33338" y="190"/>
                        <a:pt x="35814" y="190"/>
                        <a:pt x="37052" y="0"/>
                      </a:cubicBezTo>
                      <a:lnTo>
                        <a:pt x="52388" y="857"/>
                      </a:lnTo>
                      <a:cubicBezTo>
                        <a:pt x="55245" y="2381"/>
                        <a:pt x="56959" y="3429"/>
                        <a:pt x="57626" y="3905"/>
                      </a:cubicBezTo>
                      <a:cubicBezTo>
                        <a:pt x="59341" y="5239"/>
                        <a:pt x="60484" y="6858"/>
                        <a:pt x="60960" y="8954"/>
                      </a:cubicBezTo>
                      <a:cubicBezTo>
                        <a:pt x="61436" y="8763"/>
                        <a:pt x="62008" y="8954"/>
                        <a:pt x="62484" y="9335"/>
                      </a:cubicBezTo>
                      <a:cubicBezTo>
                        <a:pt x="63055" y="9811"/>
                        <a:pt x="63532" y="10287"/>
                        <a:pt x="63913" y="10858"/>
                      </a:cubicBezTo>
                      <a:cubicBezTo>
                        <a:pt x="62579" y="10858"/>
                        <a:pt x="61817" y="11144"/>
                        <a:pt x="61817" y="11716"/>
                      </a:cubicBezTo>
                      <a:cubicBezTo>
                        <a:pt x="61817" y="11906"/>
                        <a:pt x="62008" y="12287"/>
                        <a:pt x="62389" y="12954"/>
                      </a:cubicBezTo>
                      <a:cubicBezTo>
                        <a:pt x="62770" y="13621"/>
                        <a:pt x="62960" y="14192"/>
                        <a:pt x="62960" y="14573"/>
                      </a:cubicBezTo>
                      <a:cubicBezTo>
                        <a:pt x="62960" y="14954"/>
                        <a:pt x="62770" y="15431"/>
                        <a:pt x="62198" y="15812"/>
                      </a:cubicBezTo>
                      <a:cubicBezTo>
                        <a:pt x="61722" y="15621"/>
                        <a:pt x="61246" y="15526"/>
                        <a:pt x="60960" y="15526"/>
                      </a:cubicBezTo>
                      <a:cubicBezTo>
                        <a:pt x="60293" y="15526"/>
                        <a:pt x="60008" y="16192"/>
                        <a:pt x="59817" y="17621"/>
                      </a:cubicBezTo>
                      <a:cubicBezTo>
                        <a:pt x="59817" y="19050"/>
                        <a:pt x="59436" y="19812"/>
                        <a:pt x="58960" y="20098"/>
                      </a:cubicBezTo>
                      <a:cubicBezTo>
                        <a:pt x="58579" y="20383"/>
                        <a:pt x="57626" y="21527"/>
                        <a:pt x="56388" y="23622"/>
                      </a:cubicBezTo>
                      <a:cubicBezTo>
                        <a:pt x="55150" y="25717"/>
                        <a:pt x="54007" y="26765"/>
                        <a:pt x="53054" y="26765"/>
                      </a:cubicBezTo>
                      <a:cubicBezTo>
                        <a:pt x="52197" y="26765"/>
                        <a:pt x="51340" y="26003"/>
                        <a:pt x="50387" y="24670"/>
                      </a:cubicBezTo>
                      <a:cubicBezTo>
                        <a:pt x="47911" y="21146"/>
                        <a:pt x="45149" y="18860"/>
                        <a:pt x="42482" y="17907"/>
                      </a:cubicBezTo>
                      <a:lnTo>
                        <a:pt x="41243" y="15812"/>
                      </a:lnTo>
                      <a:cubicBezTo>
                        <a:pt x="38576" y="16288"/>
                        <a:pt x="35909" y="16669"/>
                        <a:pt x="33242" y="16954"/>
                      </a:cubicBezTo>
                      <a:cubicBezTo>
                        <a:pt x="30290" y="17621"/>
                        <a:pt x="28004" y="19240"/>
                        <a:pt x="26575" y="22003"/>
                      </a:cubicBezTo>
                      <a:cubicBezTo>
                        <a:pt x="26289" y="24575"/>
                        <a:pt x="26861" y="26575"/>
                        <a:pt x="28194" y="28194"/>
                      </a:cubicBezTo>
                      <a:cubicBezTo>
                        <a:pt x="29051" y="29146"/>
                        <a:pt x="30671" y="30194"/>
                        <a:pt x="33052" y="31433"/>
                      </a:cubicBezTo>
                      <a:cubicBezTo>
                        <a:pt x="35433" y="32575"/>
                        <a:pt x="37148" y="33719"/>
                        <a:pt x="38100" y="34671"/>
                      </a:cubicBezTo>
                      <a:lnTo>
                        <a:pt x="42100" y="34671"/>
                      </a:lnTo>
                      <a:cubicBezTo>
                        <a:pt x="43625" y="36195"/>
                        <a:pt x="46101" y="38005"/>
                        <a:pt x="49530" y="40005"/>
                      </a:cubicBezTo>
                      <a:cubicBezTo>
                        <a:pt x="50197" y="39719"/>
                        <a:pt x="50673" y="39529"/>
                        <a:pt x="51245" y="39529"/>
                      </a:cubicBezTo>
                      <a:cubicBezTo>
                        <a:pt x="52197" y="39529"/>
                        <a:pt x="53340" y="40100"/>
                        <a:pt x="54674" y="41243"/>
                      </a:cubicBezTo>
                      <a:cubicBezTo>
                        <a:pt x="56007" y="42386"/>
                        <a:pt x="57150" y="42958"/>
                        <a:pt x="57912" y="43148"/>
                      </a:cubicBezTo>
                      <a:cubicBezTo>
                        <a:pt x="57817" y="43244"/>
                        <a:pt x="57721" y="43339"/>
                        <a:pt x="57721" y="43625"/>
                      </a:cubicBezTo>
                      <a:cubicBezTo>
                        <a:pt x="57721" y="44101"/>
                        <a:pt x="58103" y="44767"/>
                        <a:pt x="58769" y="45625"/>
                      </a:cubicBezTo>
                      <a:cubicBezTo>
                        <a:pt x="59531" y="46482"/>
                        <a:pt x="60293" y="46863"/>
                        <a:pt x="61055" y="46863"/>
                      </a:cubicBezTo>
                      <a:lnTo>
                        <a:pt x="62770" y="46863"/>
                      </a:lnTo>
                      <a:close/>
                      <a:moveTo>
                        <a:pt x="8096" y="26765"/>
                      </a:moveTo>
                      <a:lnTo>
                        <a:pt x="7144" y="24670"/>
                      </a:lnTo>
                      <a:lnTo>
                        <a:pt x="8858" y="26003"/>
                      </a:lnTo>
                      <a:lnTo>
                        <a:pt x="8001" y="26860"/>
                      </a:lnTo>
                      <a:close/>
                      <a:moveTo>
                        <a:pt x="8096" y="31718"/>
                      </a:moveTo>
                      <a:lnTo>
                        <a:pt x="7620" y="30956"/>
                      </a:lnTo>
                      <a:cubicBezTo>
                        <a:pt x="7620" y="30956"/>
                        <a:pt x="8573" y="30766"/>
                        <a:pt x="9239" y="30290"/>
                      </a:cubicBezTo>
                      <a:cubicBezTo>
                        <a:pt x="9811" y="29718"/>
                        <a:pt x="10192" y="29527"/>
                        <a:pt x="10287" y="29527"/>
                      </a:cubicBezTo>
                      <a:cubicBezTo>
                        <a:pt x="10478" y="29527"/>
                        <a:pt x="10573" y="29623"/>
                        <a:pt x="10573" y="29813"/>
                      </a:cubicBezTo>
                      <a:cubicBezTo>
                        <a:pt x="10287" y="30290"/>
                        <a:pt x="9811" y="30671"/>
                        <a:pt x="9430" y="31052"/>
                      </a:cubicBezTo>
                      <a:cubicBezTo>
                        <a:pt x="9049" y="31528"/>
                        <a:pt x="8573" y="31718"/>
                        <a:pt x="8001" y="31718"/>
                      </a:cubicBezTo>
                      <a:close/>
                      <a:moveTo>
                        <a:pt x="8954" y="22860"/>
                      </a:moveTo>
                      <a:lnTo>
                        <a:pt x="10668" y="22860"/>
                      </a:lnTo>
                      <a:cubicBezTo>
                        <a:pt x="10382" y="22098"/>
                        <a:pt x="10192" y="21622"/>
                        <a:pt x="10192" y="21431"/>
                      </a:cubicBezTo>
                      <a:lnTo>
                        <a:pt x="8954" y="22860"/>
                      </a:lnTo>
                      <a:close/>
                      <a:moveTo>
                        <a:pt x="9430" y="33719"/>
                      </a:moveTo>
                      <a:cubicBezTo>
                        <a:pt x="9430" y="33719"/>
                        <a:pt x="9049" y="33909"/>
                        <a:pt x="8954" y="33528"/>
                      </a:cubicBezTo>
                      <a:lnTo>
                        <a:pt x="9239" y="33528"/>
                      </a:lnTo>
                      <a:cubicBezTo>
                        <a:pt x="9239" y="33528"/>
                        <a:pt x="9239" y="33719"/>
                        <a:pt x="9334" y="33719"/>
                      </a:cubicBezTo>
                      <a:close/>
                      <a:moveTo>
                        <a:pt x="39053" y="63056"/>
                      </a:moveTo>
                      <a:lnTo>
                        <a:pt x="39053" y="64008"/>
                      </a:lnTo>
                      <a:lnTo>
                        <a:pt x="34576" y="64770"/>
                      </a:lnTo>
                      <a:cubicBezTo>
                        <a:pt x="34766" y="64198"/>
                        <a:pt x="35433" y="63722"/>
                        <a:pt x="36290" y="63532"/>
                      </a:cubicBezTo>
                      <a:cubicBezTo>
                        <a:pt x="37243" y="63341"/>
                        <a:pt x="38100" y="63151"/>
                        <a:pt x="39053" y="63056"/>
                      </a:cubicBezTo>
                      <a:close/>
                      <a:moveTo>
                        <a:pt x="40291" y="91345"/>
                      </a:moveTo>
                      <a:cubicBezTo>
                        <a:pt x="40291" y="91345"/>
                        <a:pt x="40767" y="92583"/>
                        <a:pt x="40767" y="94393"/>
                      </a:cubicBezTo>
                      <a:lnTo>
                        <a:pt x="39053" y="94393"/>
                      </a:lnTo>
                      <a:lnTo>
                        <a:pt x="40291" y="91345"/>
                      </a:lnTo>
                      <a:close/>
                      <a:moveTo>
                        <a:pt x="42100" y="88583"/>
                      </a:moveTo>
                      <a:lnTo>
                        <a:pt x="42100" y="87249"/>
                      </a:lnTo>
                      <a:lnTo>
                        <a:pt x="43815" y="87249"/>
                      </a:lnTo>
                      <a:lnTo>
                        <a:pt x="43815" y="88583"/>
                      </a:lnTo>
                      <a:lnTo>
                        <a:pt x="42100" y="88583"/>
                      </a:lnTo>
                      <a:close/>
                      <a:moveTo>
                        <a:pt x="48196" y="59246"/>
                      </a:moveTo>
                      <a:cubicBezTo>
                        <a:pt x="48387" y="58293"/>
                        <a:pt x="48196" y="57245"/>
                        <a:pt x="47720" y="56007"/>
                      </a:cubicBezTo>
                      <a:lnTo>
                        <a:pt x="45815" y="59246"/>
                      </a:lnTo>
                      <a:lnTo>
                        <a:pt x="48196" y="59246"/>
                      </a:lnTo>
                      <a:close/>
                      <a:moveTo>
                        <a:pt x="49911" y="51816"/>
                      </a:moveTo>
                      <a:cubicBezTo>
                        <a:pt x="50102" y="52959"/>
                        <a:pt x="51816" y="53721"/>
                        <a:pt x="54959" y="54197"/>
                      </a:cubicBezTo>
                      <a:lnTo>
                        <a:pt x="49911" y="51816"/>
                      </a:lnTo>
                      <a:close/>
                      <a:moveTo>
                        <a:pt x="54959" y="97631"/>
                      </a:moveTo>
                      <a:cubicBezTo>
                        <a:pt x="54959" y="97631"/>
                        <a:pt x="54769" y="98489"/>
                        <a:pt x="54674" y="98774"/>
                      </a:cubicBezTo>
                      <a:cubicBezTo>
                        <a:pt x="54197" y="99631"/>
                        <a:pt x="53530" y="100013"/>
                        <a:pt x="52959" y="99917"/>
                      </a:cubicBezTo>
                      <a:cubicBezTo>
                        <a:pt x="52007" y="99917"/>
                        <a:pt x="51435" y="99727"/>
                        <a:pt x="51149" y="99441"/>
                      </a:cubicBezTo>
                      <a:lnTo>
                        <a:pt x="54959" y="97631"/>
                      </a:lnTo>
                      <a:close/>
                      <a:moveTo>
                        <a:pt x="53721" y="87249"/>
                      </a:moveTo>
                      <a:cubicBezTo>
                        <a:pt x="53912" y="87821"/>
                        <a:pt x="54578" y="88106"/>
                        <a:pt x="55626" y="88106"/>
                      </a:cubicBezTo>
                      <a:lnTo>
                        <a:pt x="52483" y="88583"/>
                      </a:lnTo>
                      <a:lnTo>
                        <a:pt x="53721" y="87249"/>
                      </a:lnTo>
                      <a:close/>
                      <a:moveTo>
                        <a:pt x="55626" y="58579"/>
                      </a:moveTo>
                      <a:cubicBezTo>
                        <a:pt x="56769" y="58865"/>
                        <a:pt x="57817" y="58483"/>
                        <a:pt x="58674" y="57340"/>
                      </a:cubicBezTo>
                      <a:cubicBezTo>
                        <a:pt x="58293" y="56769"/>
                        <a:pt x="57531" y="56674"/>
                        <a:pt x="56579" y="56864"/>
                      </a:cubicBezTo>
                      <a:cubicBezTo>
                        <a:pt x="55626" y="57055"/>
                        <a:pt x="55340" y="57721"/>
                        <a:pt x="55626" y="58674"/>
                      </a:cubicBezTo>
                      <a:close/>
                      <a:moveTo>
                        <a:pt x="58674" y="79248"/>
                      </a:moveTo>
                      <a:cubicBezTo>
                        <a:pt x="58293" y="78105"/>
                        <a:pt x="58674" y="77533"/>
                        <a:pt x="59817" y="77343"/>
                      </a:cubicBezTo>
                      <a:cubicBezTo>
                        <a:pt x="59436" y="77343"/>
                        <a:pt x="60103" y="77533"/>
                        <a:pt x="61817" y="77533"/>
                      </a:cubicBezTo>
                      <a:cubicBezTo>
                        <a:pt x="61817" y="77533"/>
                        <a:pt x="61341" y="77819"/>
                        <a:pt x="60770" y="78486"/>
                      </a:cubicBezTo>
                      <a:cubicBezTo>
                        <a:pt x="60198" y="79153"/>
                        <a:pt x="59722" y="79439"/>
                        <a:pt x="59246" y="79439"/>
                      </a:cubicBezTo>
                      <a:cubicBezTo>
                        <a:pt x="59055" y="79439"/>
                        <a:pt x="58865" y="79439"/>
                        <a:pt x="58579" y="79248"/>
                      </a:cubicBezTo>
                      <a:close/>
                      <a:moveTo>
                        <a:pt x="60579" y="48673"/>
                      </a:moveTo>
                      <a:cubicBezTo>
                        <a:pt x="60293" y="48006"/>
                        <a:pt x="59817" y="47815"/>
                        <a:pt x="59341" y="48006"/>
                      </a:cubicBezTo>
                      <a:cubicBezTo>
                        <a:pt x="58865" y="48196"/>
                        <a:pt x="58579" y="48577"/>
                        <a:pt x="58674" y="49149"/>
                      </a:cubicBezTo>
                      <a:lnTo>
                        <a:pt x="60579" y="49625"/>
                      </a:lnTo>
                      <a:lnTo>
                        <a:pt x="60579" y="48673"/>
                      </a:lnTo>
                      <a:close/>
                      <a:moveTo>
                        <a:pt x="60103" y="65723"/>
                      </a:moveTo>
                      <a:cubicBezTo>
                        <a:pt x="61246" y="64770"/>
                        <a:pt x="61817" y="64198"/>
                        <a:pt x="61817" y="64103"/>
                      </a:cubicBezTo>
                      <a:cubicBezTo>
                        <a:pt x="61817" y="63722"/>
                        <a:pt x="61436" y="63246"/>
                        <a:pt x="60579" y="62960"/>
                      </a:cubicBezTo>
                      <a:lnTo>
                        <a:pt x="60103" y="65723"/>
                      </a:lnTo>
                      <a:cubicBezTo>
                        <a:pt x="59722" y="66294"/>
                        <a:pt x="59627" y="66770"/>
                        <a:pt x="59912" y="67246"/>
                      </a:cubicBezTo>
                      <a:lnTo>
                        <a:pt x="60103" y="65723"/>
                      </a:lnTo>
                      <a:close/>
                      <a:moveTo>
                        <a:pt x="64389" y="53626"/>
                      </a:moveTo>
                      <a:cubicBezTo>
                        <a:pt x="64675" y="52483"/>
                        <a:pt x="64865" y="52102"/>
                        <a:pt x="64865" y="52197"/>
                      </a:cubicBezTo>
                      <a:cubicBezTo>
                        <a:pt x="64865" y="51816"/>
                        <a:pt x="63913" y="51721"/>
                        <a:pt x="62389" y="51721"/>
                      </a:cubicBezTo>
                      <a:lnTo>
                        <a:pt x="64389" y="53626"/>
                      </a:lnTo>
                      <a:close/>
                      <a:moveTo>
                        <a:pt x="70580" y="64770"/>
                      </a:moveTo>
                      <a:lnTo>
                        <a:pt x="72771" y="66104"/>
                      </a:lnTo>
                      <a:lnTo>
                        <a:pt x="68485" y="66675"/>
                      </a:lnTo>
                      <a:lnTo>
                        <a:pt x="70580" y="64865"/>
                      </a:lnTo>
                      <a:close/>
                      <a:moveTo>
                        <a:pt x="71057" y="76105"/>
                      </a:moveTo>
                      <a:cubicBezTo>
                        <a:pt x="71057" y="76105"/>
                        <a:pt x="72104" y="76581"/>
                        <a:pt x="73628" y="76581"/>
                      </a:cubicBezTo>
                      <a:lnTo>
                        <a:pt x="71057" y="78677"/>
                      </a:lnTo>
                      <a:lnTo>
                        <a:pt x="71057" y="76105"/>
                      </a:lnTo>
                      <a:close/>
                      <a:moveTo>
                        <a:pt x="72295" y="95440"/>
                      </a:moveTo>
                      <a:cubicBezTo>
                        <a:pt x="72295" y="95440"/>
                        <a:pt x="72295" y="95060"/>
                        <a:pt x="72580" y="94774"/>
                      </a:cubicBezTo>
                      <a:lnTo>
                        <a:pt x="72295" y="95440"/>
                      </a:lnTo>
                      <a:close/>
                      <a:moveTo>
                        <a:pt x="72580" y="94774"/>
                      </a:moveTo>
                      <a:lnTo>
                        <a:pt x="73533" y="93536"/>
                      </a:lnTo>
                      <a:lnTo>
                        <a:pt x="74009" y="94298"/>
                      </a:lnTo>
                      <a:cubicBezTo>
                        <a:pt x="74009" y="94298"/>
                        <a:pt x="73057" y="94393"/>
                        <a:pt x="72580" y="94774"/>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 name="Google Shape;1526;p99"/>
                <p:cNvSpPr/>
                <p:nvPr/>
              </p:nvSpPr>
              <p:spPr>
                <a:xfrm>
                  <a:off x="4458556" y="1626846"/>
                  <a:ext cx="69341" cy="86225"/>
                </a:xfrm>
                <a:custGeom>
                  <a:avLst/>
                  <a:gdLst/>
                  <a:ahLst/>
                  <a:cxnLst/>
                  <a:rect l="l" t="t" r="r" b="b"/>
                  <a:pathLst>
                    <a:path w="69341" h="86225" extrusionOk="0">
                      <a:moveTo>
                        <a:pt x="67628" y="595"/>
                      </a:moveTo>
                      <a:lnTo>
                        <a:pt x="69342" y="3262"/>
                      </a:lnTo>
                      <a:lnTo>
                        <a:pt x="68104" y="17740"/>
                      </a:lnTo>
                      <a:cubicBezTo>
                        <a:pt x="68580" y="17645"/>
                        <a:pt x="66485" y="17550"/>
                        <a:pt x="61722" y="17550"/>
                      </a:cubicBezTo>
                      <a:cubicBezTo>
                        <a:pt x="59436" y="17550"/>
                        <a:pt x="58103" y="18407"/>
                        <a:pt x="57436" y="20312"/>
                      </a:cubicBezTo>
                      <a:cubicBezTo>
                        <a:pt x="56769" y="18788"/>
                        <a:pt x="55436" y="18026"/>
                        <a:pt x="53816" y="18026"/>
                      </a:cubicBezTo>
                      <a:cubicBezTo>
                        <a:pt x="53054" y="18026"/>
                        <a:pt x="52007" y="18121"/>
                        <a:pt x="50578" y="18502"/>
                      </a:cubicBezTo>
                      <a:cubicBezTo>
                        <a:pt x="49244" y="18883"/>
                        <a:pt x="48196" y="18979"/>
                        <a:pt x="47530" y="18979"/>
                      </a:cubicBezTo>
                      <a:cubicBezTo>
                        <a:pt x="46577" y="21741"/>
                        <a:pt x="46101" y="25265"/>
                        <a:pt x="46101" y="29456"/>
                      </a:cubicBezTo>
                      <a:cubicBezTo>
                        <a:pt x="46101" y="30599"/>
                        <a:pt x="46101" y="32409"/>
                        <a:pt x="46292" y="34790"/>
                      </a:cubicBezTo>
                      <a:cubicBezTo>
                        <a:pt x="46387" y="37171"/>
                        <a:pt x="46387" y="38886"/>
                        <a:pt x="46387" y="39934"/>
                      </a:cubicBezTo>
                      <a:cubicBezTo>
                        <a:pt x="46387" y="42791"/>
                        <a:pt x="46196" y="45268"/>
                        <a:pt x="45815" y="47363"/>
                      </a:cubicBezTo>
                      <a:lnTo>
                        <a:pt x="42863" y="49078"/>
                      </a:lnTo>
                      <a:lnTo>
                        <a:pt x="43339" y="48601"/>
                      </a:lnTo>
                      <a:cubicBezTo>
                        <a:pt x="42482" y="47744"/>
                        <a:pt x="41529" y="47363"/>
                        <a:pt x="40672" y="47363"/>
                      </a:cubicBezTo>
                      <a:cubicBezTo>
                        <a:pt x="39910" y="47363"/>
                        <a:pt x="38767" y="47744"/>
                        <a:pt x="37148" y="48601"/>
                      </a:cubicBezTo>
                      <a:cubicBezTo>
                        <a:pt x="35624" y="49363"/>
                        <a:pt x="34385" y="49840"/>
                        <a:pt x="33528" y="49935"/>
                      </a:cubicBezTo>
                      <a:lnTo>
                        <a:pt x="33528" y="50411"/>
                      </a:lnTo>
                      <a:lnTo>
                        <a:pt x="38862" y="50887"/>
                      </a:lnTo>
                      <a:cubicBezTo>
                        <a:pt x="38862" y="50887"/>
                        <a:pt x="39338" y="51840"/>
                        <a:pt x="40100" y="52983"/>
                      </a:cubicBezTo>
                      <a:cubicBezTo>
                        <a:pt x="40577" y="52221"/>
                        <a:pt x="40767" y="51935"/>
                        <a:pt x="40862" y="52030"/>
                      </a:cubicBezTo>
                      <a:cubicBezTo>
                        <a:pt x="41053" y="52030"/>
                        <a:pt x="41434" y="52411"/>
                        <a:pt x="42005" y="52983"/>
                      </a:cubicBezTo>
                      <a:lnTo>
                        <a:pt x="43244" y="50887"/>
                      </a:lnTo>
                      <a:cubicBezTo>
                        <a:pt x="42958" y="51649"/>
                        <a:pt x="42863" y="52507"/>
                        <a:pt x="42863" y="53269"/>
                      </a:cubicBezTo>
                      <a:cubicBezTo>
                        <a:pt x="42863" y="54697"/>
                        <a:pt x="43339" y="56507"/>
                        <a:pt x="44387" y="58793"/>
                      </a:cubicBezTo>
                      <a:cubicBezTo>
                        <a:pt x="45434" y="61079"/>
                        <a:pt x="46006" y="62889"/>
                        <a:pt x="46006" y="64127"/>
                      </a:cubicBezTo>
                      <a:cubicBezTo>
                        <a:pt x="46006" y="65556"/>
                        <a:pt x="45625" y="66985"/>
                        <a:pt x="44958" y="68318"/>
                      </a:cubicBezTo>
                      <a:cubicBezTo>
                        <a:pt x="44958" y="68604"/>
                        <a:pt x="45149" y="70033"/>
                        <a:pt x="45529" y="72509"/>
                      </a:cubicBezTo>
                      <a:cubicBezTo>
                        <a:pt x="45815" y="74509"/>
                        <a:pt x="46006" y="76224"/>
                        <a:pt x="46006" y="77653"/>
                      </a:cubicBezTo>
                      <a:cubicBezTo>
                        <a:pt x="46006" y="81367"/>
                        <a:pt x="44958" y="84225"/>
                        <a:pt x="42672" y="86225"/>
                      </a:cubicBezTo>
                      <a:lnTo>
                        <a:pt x="25908" y="85368"/>
                      </a:lnTo>
                      <a:cubicBezTo>
                        <a:pt x="25527" y="82129"/>
                        <a:pt x="25241" y="78415"/>
                        <a:pt x="25241" y="73938"/>
                      </a:cubicBezTo>
                      <a:cubicBezTo>
                        <a:pt x="25241" y="70699"/>
                        <a:pt x="25432" y="64889"/>
                        <a:pt x="25908" y="56507"/>
                      </a:cubicBezTo>
                      <a:cubicBezTo>
                        <a:pt x="26289" y="48697"/>
                        <a:pt x="26479" y="42601"/>
                        <a:pt x="26384" y="38124"/>
                      </a:cubicBezTo>
                      <a:cubicBezTo>
                        <a:pt x="26003" y="36219"/>
                        <a:pt x="25813" y="32980"/>
                        <a:pt x="25908" y="28599"/>
                      </a:cubicBezTo>
                      <a:cubicBezTo>
                        <a:pt x="25908" y="24503"/>
                        <a:pt x="25622" y="21455"/>
                        <a:pt x="25146" y="19264"/>
                      </a:cubicBezTo>
                      <a:cubicBezTo>
                        <a:pt x="23050" y="18598"/>
                        <a:pt x="20860" y="18217"/>
                        <a:pt x="18383" y="18121"/>
                      </a:cubicBezTo>
                      <a:cubicBezTo>
                        <a:pt x="16859" y="18121"/>
                        <a:pt x="14573" y="18121"/>
                        <a:pt x="11621" y="18121"/>
                      </a:cubicBezTo>
                      <a:cubicBezTo>
                        <a:pt x="8287" y="18121"/>
                        <a:pt x="5906" y="18312"/>
                        <a:pt x="4382" y="18312"/>
                      </a:cubicBezTo>
                      <a:cubicBezTo>
                        <a:pt x="2286" y="17550"/>
                        <a:pt x="1048" y="16026"/>
                        <a:pt x="762" y="13835"/>
                      </a:cubicBezTo>
                      <a:cubicBezTo>
                        <a:pt x="381" y="10787"/>
                        <a:pt x="95" y="9073"/>
                        <a:pt x="0" y="8882"/>
                      </a:cubicBezTo>
                      <a:cubicBezTo>
                        <a:pt x="95" y="6977"/>
                        <a:pt x="191" y="4977"/>
                        <a:pt x="381" y="2881"/>
                      </a:cubicBezTo>
                      <a:cubicBezTo>
                        <a:pt x="476" y="786"/>
                        <a:pt x="1905" y="-167"/>
                        <a:pt x="4382" y="24"/>
                      </a:cubicBezTo>
                      <a:cubicBezTo>
                        <a:pt x="12097" y="500"/>
                        <a:pt x="22574" y="595"/>
                        <a:pt x="35814" y="310"/>
                      </a:cubicBezTo>
                      <a:cubicBezTo>
                        <a:pt x="50006" y="24"/>
                        <a:pt x="60579" y="24"/>
                        <a:pt x="67437" y="310"/>
                      </a:cubicBezTo>
                      <a:close/>
                      <a:moveTo>
                        <a:pt x="67628" y="32123"/>
                      </a:moveTo>
                      <a:lnTo>
                        <a:pt x="66866" y="29075"/>
                      </a:lnTo>
                      <a:lnTo>
                        <a:pt x="67628" y="29075"/>
                      </a:lnTo>
                      <a:lnTo>
                        <a:pt x="67628" y="32123"/>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 name="Google Shape;1527;p99"/>
                <p:cNvSpPr/>
                <p:nvPr/>
              </p:nvSpPr>
              <p:spPr>
                <a:xfrm>
                  <a:off x="4531137" y="1615154"/>
                  <a:ext cx="47148" cy="98107"/>
                </a:xfrm>
                <a:custGeom>
                  <a:avLst/>
                  <a:gdLst/>
                  <a:ahLst/>
                  <a:cxnLst/>
                  <a:rect l="l" t="t" r="r" b="b"/>
                  <a:pathLst>
                    <a:path w="47148" h="98107" extrusionOk="0">
                      <a:moveTo>
                        <a:pt x="0" y="24575"/>
                      </a:moveTo>
                      <a:cubicBezTo>
                        <a:pt x="1143" y="24575"/>
                        <a:pt x="1714" y="24765"/>
                        <a:pt x="1905" y="25051"/>
                      </a:cubicBezTo>
                      <a:lnTo>
                        <a:pt x="1905" y="27623"/>
                      </a:lnTo>
                      <a:lnTo>
                        <a:pt x="0" y="24575"/>
                      </a:lnTo>
                      <a:close/>
                      <a:moveTo>
                        <a:pt x="32480" y="45529"/>
                      </a:moveTo>
                      <a:cubicBezTo>
                        <a:pt x="32480" y="45529"/>
                        <a:pt x="31813" y="46196"/>
                        <a:pt x="31813" y="46482"/>
                      </a:cubicBezTo>
                      <a:cubicBezTo>
                        <a:pt x="31813" y="46768"/>
                        <a:pt x="32099" y="47244"/>
                        <a:pt x="32766" y="47911"/>
                      </a:cubicBezTo>
                      <a:cubicBezTo>
                        <a:pt x="33433" y="48482"/>
                        <a:pt x="33718" y="48958"/>
                        <a:pt x="33718" y="49435"/>
                      </a:cubicBezTo>
                      <a:cubicBezTo>
                        <a:pt x="33242" y="48577"/>
                        <a:pt x="32480" y="48101"/>
                        <a:pt x="31242" y="48101"/>
                      </a:cubicBezTo>
                      <a:cubicBezTo>
                        <a:pt x="30004" y="48101"/>
                        <a:pt x="29242" y="47911"/>
                        <a:pt x="28861" y="47720"/>
                      </a:cubicBezTo>
                      <a:cubicBezTo>
                        <a:pt x="28766" y="47720"/>
                        <a:pt x="28384" y="48292"/>
                        <a:pt x="28099" y="49435"/>
                      </a:cubicBezTo>
                      <a:cubicBezTo>
                        <a:pt x="27527" y="48577"/>
                        <a:pt x="26956" y="48196"/>
                        <a:pt x="26194" y="48196"/>
                      </a:cubicBezTo>
                      <a:cubicBezTo>
                        <a:pt x="25527" y="48196"/>
                        <a:pt x="24575" y="48673"/>
                        <a:pt x="23241" y="49340"/>
                      </a:cubicBezTo>
                      <a:cubicBezTo>
                        <a:pt x="21812" y="50102"/>
                        <a:pt x="20860" y="50578"/>
                        <a:pt x="20193" y="50673"/>
                      </a:cubicBezTo>
                      <a:cubicBezTo>
                        <a:pt x="21431" y="51054"/>
                        <a:pt x="22288" y="51530"/>
                        <a:pt x="22955" y="52292"/>
                      </a:cubicBezTo>
                      <a:cubicBezTo>
                        <a:pt x="23622" y="53435"/>
                        <a:pt x="24384" y="54388"/>
                        <a:pt x="25146" y="54864"/>
                      </a:cubicBezTo>
                      <a:cubicBezTo>
                        <a:pt x="24765" y="55531"/>
                        <a:pt x="24575" y="55912"/>
                        <a:pt x="24670" y="56198"/>
                      </a:cubicBezTo>
                      <a:cubicBezTo>
                        <a:pt x="25241" y="57150"/>
                        <a:pt x="25717" y="57626"/>
                        <a:pt x="26289" y="57626"/>
                      </a:cubicBezTo>
                      <a:cubicBezTo>
                        <a:pt x="26575" y="57626"/>
                        <a:pt x="27051" y="57245"/>
                        <a:pt x="27622" y="56579"/>
                      </a:cubicBezTo>
                      <a:cubicBezTo>
                        <a:pt x="28194" y="55912"/>
                        <a:pt x="28670" y="55531"/>
                        <a:pt x="28956" y="55531"/>
                      </a:cubicBezTo>
                      <a:cubicBezTo>
                        <a:pt x="29337" y="55531"/>
                        <a:pt x="29813" y="55721"/>
                        <a:pt x="30194" y="56198"/>
                      </a:cubicBezTo>
                      <a:lnTo>
                        <a:pt x="28575" y="52673"/>
                      </a:lnTo>
                      <a:cubicBezTo>
                        <a:pt x="29242" y="53626"/>
                        <a:pt x="30290" y="54197"/>
                        <a:pt x="31909" y="54483"/>
                      </a:cubicBezTo>
                      <a:lnTo>
                        <a:pt x="32575" y="54007"/>
                      </a:lnTo>
                      <a:lnTo>
                        <a:pt x="30194" y="51244"/>
                      </a:lnTo>
                      <a:cubicBezTo>
                        <a:pt x="30194" y="50673"/>
                        <a:pt x="30290" y="50483"/>
                        <a:pt x="30670" y="50483"/>
                      </a:cubicBezTo>
                      <a:cubicBezTo>
                        <a:pt x="30670" y="50483"/>
                        <a:pt x="31147" y="50768"/>
                        <a:pt x="32004" y="51149"/>
                      </a:cubicBezTo>
                      <a:cubicBezTo>
                        <a:pt x="32766" y="51625"/>
                        <a:pt x="33337" y="51911"/>
                        <a:pt x="33814" y="51911"/>
                      </a:cubicBezTo>
                      <a:cubicBezTo>
                        <a:pt x="33242" y="55817"/>
                        <a:pt x="31813" y="58579"/>
                        <a:pt x="29432" y="60103"/>
                      </a:cubicBezTo>
                      <a:cubicBezTo>
                        <a:pt x="31718" y="60103"/>
                        <a:pt x="33147" y="61341"/>
                        <a:pt x="33718" y="63817"/>
                      </a:cubicBezTo>
                      <a:cubicBezTo>
                        <a:pt x="33814" y="64484"/>
                        <a:pt x="33909" y="66770"/>
                        <a:pt x="33909" y="70580"/>
                      </a:cubicBezTo>
                      <a:lnTo>
                        <a:pt x="32004" y="70580"/>
                      </a:lnTo>
                      <a:cubicBezTo>
                        <a:pt x="32004" y="70580"/>
                        <a:pt x="31528" y="71056"/>
                        <a:pt x="31528" y="71247"/>
                      </a:cubicBezTo>
                      <a:cubicBezTo>
                        <a:pt x="31528" y="71533"/>
                        <a:pt x="31718" y="72009"/>
                        <a:pt x="32004" y="72390"/>
                      </a:cubicBezTo>
                      <a:cubicBezTo>
                        <a:pt x="32290" y="72866"/>
                        <a:pt x="32480" y="73152"/>
                        <a:pt x="32671" y="73247"/>
                      </a:cubicBezTo>
                      <a:cubicBezTo>
                        <a:pt x="32957" y="73247"/>
                        <a:pt x="33528" y="72866"/>
                        <a:pt x="34385" y="71914"/>
                      </a:cubicBezTo>
                      <a:lnTo>
                        <a:pt x="33242" y="95536"/>
                      </a:lnTo>
                      <a:cubicBezTo>
                        <a:pt x="27527" y="97250"/>
                        <a:pt x="22669" y="98108"/>
                        <a:pt x="18574" y="98108"/>
                      </a:cubicBezTo>
                      <a:cubicBezTo>
                        <a:pt x="15430" y="98108"/>
                        <a:pt x="12287" y="97727"/>
                        <a:pt x="9334" y="96774"/>
                      </a:cubicBezTo>
                      <a:cubicBezTo>
                        <a:pt x="7715" y="93536"/>
                        <a:pt x="6953" y="89154"/>
                        <a:pt x="6953" y="83725"/>
                      </a:cubicBezTo>
                      <a:lnTo>
                        <a:pt x="6953" y="76105"/>
                      </a:lnTo>
                      <a:cubicBezTo>
                        <a:pt x="6953" y="72104"/>
                        <a:pt x="6572" y="68866"/>
                        <a:pt x="5905" y="66389"/>
                      </a:cubicBezTo>
                      <a:cubicBezTo>
                        <a:pt x="6858" y="63817"/>
                        <a:pt x="7334" y="60198"/>
                        <a:pt x="7334" y="55626"/>
                      </a:cubicBezTo>
                      <a:cubicBezTo>
                        <a:pt x="7334" y="50102"/>
                        <a:pt x="7334" y="46482"/>
                        <a:pt x="7620" y="44672"/>
                      </a:cubicBezTo>
                      <a:lnTo>
                        <a:pt x="9334" y="44672"/>
                      </a:lnTo>
                      <a:cubicBezTo>
                        <a:pt x="8096" y="43815"/>
                        <a:pt x="7334" y="42386"/>
                        <a:pt x="7239" y="40386"/>
                      </a:cubicBezTo>
                      <a:cubicBezTo>
                        <a:pt x="7048" y="38290"/>
                        <a:pt x="6953" y="36385"/>
                        <a:pt x="6763" y="34576"/>
                      </a:cubicBezTo>
                      <a:lnTo>
                        <a:pt x="3334" y="34576"/>
                      </a:lnTo>
                      <a:lnTo>
                        <a:pt x="7620" y="33242"/>
                      </a:lnTo>
                      <a:cubicBezTo>
                        <a:pt x="6858" y="31528"/>
                        <a:pt x="6763" y="29146"/>
                        <a:pt x="7239" y="26098"/>
                      </a:cubicBezTo>
                      <a:cubicBezTo>
                        <a:pt x="7715" y="23050"/>
                        <a:pt x="7429" y="20669"/>
                        <a:pt x="6286" y="18955"/>
                      </a:cubicBezTo>
                      <a:cubicBezTo>
                        <a:pt x="6572" y="18955"/>
                        <a:pt x="7048" y="18669"/>
                        <a:pt x="7525" y="18098"/>
                      </a:cubicBezTo>
                      <a:cubicBezTo>
                        <a:pt x="8001" y="17526"/>
                        <a:pt x="8477" y="17240"/>
                        <a:pt x="8858" y="17145"/>
                      </a:cubicBezTo>
                      <a:cubicBezTo>
                        <a:pt x="8096" y="16669"/>
                        <a:pt x="7715" y="16192"/>
                        <a:pt x="7715" y="15526"/>
                      </a:cubicBezTo>
                      <a:cubicBezTo>
                        <a:pt x="7715" y="14954"/>
                        <a:pt x="8001" y="14478"/>
                        <a:pt x="8668" y="13906"/>
                      </a:cubicBezTo>
                      <a:cubicBezTo>
                        <a:pt x="9334" y="13335"/>
                        <a:pt x="11620" y="12954"/>
                        <a:pt x="15526" y="12764"/>
                      </a:cubicBezTo>
                      <a:cubicBezTo>
                        <a:pt x="17431" y="12764"/>
                        <a:pt x="18859" y="12383"/>
                        <a:pt x="19812" y="11430"/>
                      </a:cubicBezTo>
                      <a:cubicBezTo>
                        <a:pt x="20288" y="12383"/>
                        <a:pt x="21050" y="12859"/>
                        <a:pt x="22098" y="12859"/>
                      </a:cubicBezTo>
                      <a:cubicBezTo>
                        <a:pt x="22288" y="12859"/>
                        <a:pt x="23812" y="12573"/>
                        <a:pt x="26670" y="12002"/>
                      </a:cubicBezTo>
                      <a:cubicBezTo>
                        <a:pt x="28670" y="11525"/>
                        <a:pt x="30194" y="11525"/>
                        <a:pt x="31242" y="12002"/>
                      </a:cubicBezTo>
                      <a:cubicBezTo>
                        <a:pt x="31623" y="12002"/>
                        <a:pt x="31909" y="11525"/>
                        <a:pt x="31909" y="10954"/>
                      </a:cubicBezTo>
                      <a:cubicBezTo>
                        <a:pt x="31909" y="10382"/>
                        <a:pt x="32004" y="10096"/>
                        <a:pt x="32385" y="10096"/>
                      </a:cubicBezTo>
                      <a:cubicBezTo>
                        <a:pt x="32575" y="10096"/>
                        <a:pt x="32861" y="10096"/>
                        <a:pt x="33147" y="10287"/>
                      </a:cubicBezTo>
                      <a:cubicBezTo>
                        <a:pt x="33147" y="11811"/>
                        <a:pt x="33337" y="14097"/>
                        <a:pt x="33814" y="16859"/>
                      </a:cubicBezTo>
                      <a:cubicBezTo>
                        <a:pt x="34195" y="19621"/>
                        <a:pt x="34385" y="21717"/>
                        <a:pt x="34385" y="22955"/>
                      </a:cubicBezTo>
                      <a:cubicBezTo>
                        <a:pt x="34385" y="25527"/>
                        <a:pt x="33814" y="27908"/>
                        <a:pt x="32575" y="30099"/>
                      </a:cubicBezTo>
                      <a:cubicBezTo>
                        <a:pt x="33909" y="32194"/>
                        <a:pt x="34671" y="34766"/>
                        <a:pt x="34671" y="37719"/>
                      </a:cubicBezTo>
                      <a:cubicBezTo>
                        <a:pt x="34671" y="36862"/>
                        <a:pt x="34385" y="39815"/>
                        <a:pt x="33814" y="46482"/>
                      </a:cubicBezTo>
                      <a:cubicBezTo>
                        <a:pt x="33528" y="45910"/>
                        <a:pt x="33052" y="45625"/>
                        <a:pt x="32575" y="45625"/>
                      </a:cubicBezTo>
                      <a:close/>
                      <a:moveTo>
                        <a:pt x="12287" y="25813"/>
                      </a:moveTo>
                      <a:lnTo>
                        <a:pt x="13525" y="21908"/>
                      </a:lnTo>
                      <a:cubicBezTo>
                        <a:pt x="12859" y="21622"/>
                        <a:pt x="12383" y="21908"/>
                        <a:pt x="11811" y="22384"/>
                      </a:cubicBezTo>
                      <a:cubicBezTo>
                        <a:pt x="10954" y="23146"/>
                        <a:pt x="10477" y="23527"/>
                        <a:pt x="10382" y="23622"/>
                      </a:cubicBezTo>
                      <a:lnTo>
                        <a:pt x="12192" y="25717"/>
                      </a:lnTo>
                      <a:close/>
                      <a:moveTo>
                        <a:pt x="19621" y="49911"/>
                      </a:moveTo>
                      <a:cubicBezTo>
                        <a:pt x="19621" y="48863"/>
                        <a:pt x="19621" y="48292"/>
                        <a:pt x="20002" y="48101"/>
                      </a:cubicBezTo>
                      <a:lnTo>
                        <a:pt x="16574" y="46768"/>
                      </a:lnTo>
                      <a:cubicBezTo>
                        <a:pt x="16574" y="47244"/>
                        <a:pt x="16954" y="47720"/>
                        <a:pt x="17812" y="48101"/>
                      </a:cubicBezTo>
                      <a:cubicBezTo>
                        <a:pt x="18574" y="48387"/>
                        <a:pt x="19050" y="48673"/>
                        <a:pt x="19050" y="48863"/>
                      </a:cubicBezTo>
                      <a:cubicBezTo>
                        <a:pt x="19050" y="49149"/>
                        <a:pt x="18764" y="49530"/>
                        <a:pt x="18383" y="49816"/>
                      </a:cubicBezTo>
                      <a:lnTo>
                        <a:pt x="19717" y="49816"/>
                      </a:lnTo>
                      <a:close/>
                      <a:moveTo>
                        <a:pt x="23622" y="60865"/>
                      </a:moveTo>
                      <a:lnTo>
                        <a:pt x="20765" y="61150"/>
                      </a:lnTo>
                      <a:cubicBezTo>
                        <a:pt x="22384" y="61150"/>
                        <a:pt x="23336" y="61150"/>
                        <a:pt x="23622" y="60865"/>
                      </a:cubicBezTo>
                      <a:lnTo>
                        <a:pt x="27432" y="60674"/>
                      </a:lnTo>
                      <a:lnTo>
                        <a:pt x="24098" y="58865"/>
                      </a:lnTo>
                      <a:lnTo>
                        <a:pt x="24098" y="58483"/>
                      </a:lnTo>
                      <a:lnTo>
                        <a:pt x="24860" y="57340"/>
                      </a:lnTo>
                      <a:lnTo>
                        <a:pt x="23908" y="57340"/>
                      </a:lnTo>
                      <a:lnTo>
                        <a:pt x="24098" y="58483"/>
                      </a:lnTo>
                      <a:lnTo>
                        <a:pt x="23908" y="58674"/>
                      </a:lnTo>
                      <a:lnTo>
                        <a:pt x="24098" y="58865"/>
                      </a:lnTo>
                      <a:lnTo>
                        <a:pt x="24384" y="60008"/>
                      </a:lnTo>
                      <a:cubicBezTo>
                        <a:pt x="24384" y="60008"/>
                        <a:pt x="24003" y="60579"/>
                        <a:pt x="23527" y="60769"/>
                      </a:cubicBezTo>
                      <a:close/>
                      <a:moveTo>
                        <a:pt x="25717" y="0"/>
                      </a:moveTo>
                      <a:lnTo>
                        <a:pt x="25717" y="1905"/>
                      </a:lnTo>
                      <a:lnTo>
                        <a:pt x="24955" y="0"/>
                      </a:lnTo>
                      <a:lnTo>
                        <a:pt x="25717" y="0"/>
                      </a:lnTo>
                      <a:close/>
                      <a:moveTo>
                        <a:pt x="28480" y="52673"/>
                      </a:moveTo>
                      <a:cubicBezTo>
                        <a:pt x="28480" y="52673"/>
                        <a:pt x="28194" y="52292"/>
                        <a:pt x="28003" y="51816"/>
                      </a:cubicBezTo>
                      <a:lnTo>
                        <a:pt x="28480" y="52673"/>
                      </a:lnTo>
                      <a:close/>
                      <a:moveTo>
                        <a:pt x="38386" y="2762"/>
                      </a:moveTo>
                      <a:lnTo>
                        <a:pt x="40291" y="2762"/>
                      </a:lnTo>
                      <a:lnTo>
                        <a:pt x="39624" y="4096"/>
                      </a:lnTo>
                      <a:lnTo>
                        <a:pt x="38386" y="4096"/>
                      </a:lnTo>
                      <a:lnTo>
                        <a:pt x="38386" y="2762"/>
                      </a:lnTo>
                      <a:close/>
                      <a:moveTo>
                        <a:pt x="44577" y="9335"/>
                      </a:moveTo>
                      <a:lnTo>
                        <a:pt x="47149" y="12573"/>
                      </a:lnTo>
                      <a:cubicBezTo>
                        <a:pt x="44482" y="12668"/>
                        <a:pt x="43053" y="11144"/>
                        <a:pt x="42862" y="8096"/>
                      </a:cubicBezTo>
                      <a:lnTo>
                        <a:pt x="46387" y="8096"/>
                      </a:lnTo>
                      <a:lnTo>
                        <a:pt x="44672" y="9335"/>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 name="Google Shape;1528;p99"/>
                <p:cNvSpPr/>
                <p:nvPr/>
              </p:nvSpPr>
              <p:spPr>
                <a:xfrm>
                  <a:off x="4576762" y="1626584"/>
                  <a:ext cx="68008" cy="86296"/>
                </a:xfrm>
                <a:custGeom>
                  <a:avLst/>
                  <a:gdLst/>
                  <a:ahLst/>
                  <a:cxnLst/>
                  <a:rect l="l" t="t" r="r" b="b"/>
                  <a:pathLst>
                    <a:path w="68008" h="86296" extrusionOk="0">
                      <a:moveTo>
                        <a:pt x="51721" y="1524"/>
                      </a:moveTo>
                      <a:cubicBezTo>
                        <a:pt x="52578" y="1524"/>
                        <a:pt x="53435" y="2381"/>
                        <a:pt x="54293" y="4001"/>
                      </a:cubicBezTo>
                      <a:cubicBezTo>
                        <a:pt x="55245" y="5715"/>
                        <a:pt x="56007" y="6572"/>
                        <a:pt x="56769" y="6572"/>
                      </a:cubicBezTo>
                      <a:cubicBezTo>
                        <a:pt x="57436" y="6572"/>
                        <a:pt x="58103" y="6287"/>
                        <a:pt x="58769" y="5620"/>
                      </a:cubicBezTo>
                      <a:cubicBezTo>
                        <a:pt x="59341" y="6953"/>
                        <a:pt x="60674" y="8668"/>
                        <a:pt x="62770" y="10478"/>
                      </a:cubicBezTo>
                      <a:cubicBezTo>
                        <a:pt x="64865" y="12287"/>
                        <a:pt x="66294" y="13907"/>
                        <a:pt x="66865" y="15145"/>
                      </a:cubicBezTo>
                      <a:cubicBezTo>
                        <a:pt x="66485" y="16097"/>
                        <a:pt x="66294" y="17907"/>
                        <a:pt x="66294" y="20384"/>
                      </a:cubicBezTo>
                      <a:cubicBezTo>
                        <a:pt x="66294" y="22860"/>
                        <a:pt x="66104" y="24575"/>
                        <a:pt x="65627" y="25432"/>
                      </a:cubicBezTo>
                      <a:cubicBezTo>
                        <a:pt x="64865" y="26860"/>
                        <a:pt x="63437" y="27432"/>
                        <a:pt x="61151" y="27242"/>
                      </a:cubicBezTo>
                      <a:cubicBezTo>
                        <a:pt x="59817" y="27051"/>
                        <a:pt x="58103" y="27718"/>
                        <a:pt x="56197" y="29147"/>
                      </a:cubicBezTo>
                      <a:cubicBezTo>
                        <a:pt x="54197" y="30575"/>
                        <a:pt x="52673" y="31433"/>
                        <a:pt x="51530" y="31433"/>
                      </a:cubicBezTo>
                      <a:cubicBezTo>
                        <a:pt x="50863" y="31433"/>
                        <a:pt x="50197" y="31242"/>
                        <a:pt x="49435" y="30956"/>
                      </a:cubicBezTo>
                      <a:cubicBezTo>
                        <a:pt x="50102" y="27432"/>
                        <a:pt x="47625" y="23146"/>
                        <a:pt x="42005" y="18193"/>
                      </a:cubicBezTo>
                      <a:cubicBezTo>
                        <a:pt x="40481" y="16383"/>
                        <a:pt x="39053" y="15431"/>
                        <a:pt x="37529" y="15431"/>
                      </a:cubicBezTo>
                      <a:cubicBezTo>
                        <a:pt x="36576" y="15431"/>
                        <a:pt x="35147" y="16002"/>
                        <a:pt x="33052" y="17050"/>
                      </a:cubicBezTo>
                      <a:cubicBezTo>
                        <a:pt x="31052" y="18098"/>
                        <a:pt x="29432" y="18669"/>
                        <a:pt x="28194" y="18669"/>
                      </a:cubicBezTo>
                      <a:cubicBezTo>
                        <a:pt x="27337" y="18669"/>
                        <a:pt x="26575" y="18479"/>
                        <a:pt x="25813" y="18193"/>
                      </a:cubicBezTo>
                      <a:cubicBezTo>
                        <a:pt x="24860" y="19241"/>
                        <a:pt x="23908" y="20288"/>
                        <a:pt x="22955" y="21241"/>
                      </a:cubicBezTo>
                      <a:cubicBezTo>
                        <a:pt x="21907" y="22670"/>
                        <a:pt x="21527" y="24003"/>
                        <a:pt x="21717" y="25241"/>
                      </a:cubicBezTo>
                      <a:lnTo>
                        <a:pt x="20479" y="25241"/>
                      </a:lnTo>
                      <a:cubicBezTo>
                        <a:pt x="19812" y="27337"/>
                        <a:pt x="19812" y="31242"/>
                        <a:pt x="20288" y="37148"/>
                      </a:cubicBezTo>
                      <a:cubicBezTo>
                        <a:pt x="20669" y="42386"/>
                        <a:pt x="20098" y="46196"/>
                        <a:pt x="18574" y="48578"/>
                      </a:cubicBezTo>
                      <a:lnTo>
                        <a:pt x="18574" y="47720"/>
                      </a:lnTo>
                      <a:cubicBezTo>
                        <a:pt x="18574" y="47720"/>
                        <a:pt x="18097" y="47054"/>
                        <a:pt x="17812" y="47054"/>
                      </a:cubicBezTo>
                      <a:cubicBezTo>
                        <a:pt x="17526" y="47054"/>
                        <a:pt x="17240" y="47339"/>
                        <a:pt x="16669" y="47816"/>
                      </a:cubicBezTo>
                      <a:cubicBezTo>
                        <a:pt x="16097" y="48292"/>
                        <a:pt x="15812" y="48578"/>
                        <a:pt x="15526" y="48578"/>
                      </a:cubicBezTo>
                      <a:cubicBezTo>
                        <a:pt x="15526" y="49244"/>
                        <a:pt x="15812" y="49530"/>
                        <a:pt x="16288" y="49530"/>
                      </a:cubicBezTo>
                      <a:cubicBezTo>
                        <a:pt x="17812" y="49721"/>
                        <a:pt x="18669" y="50102"/>
                        <a:pt x="18955" y="50483"/>
                      </a:cubicBezTo>
                      <a:lnTo>
                        <a:pt x="17812" y="51721"/>
                      </a:lnTo>
                      <a:cubicBezTo>
                        <a:pt x="20955" y="54674"/>
                        <a:pt x="22574" y="57531"/>
                        <a:pt x="22574" y="59912"/>
                      </a:cubicBezTo>
                      <a:cubicBezTo>
                        <a:pt x="22574" y="60579"/>
                        <a:pt x="22479" y="61151"/>
                        <a:pt x="22288" y="61722"/>
                      </a:cubicBezTo>
                      <a:lnTo>
                        <a:pt x="24860" y="64008"/>
                      </a:lnTo>
                      <a:lnTo>
                        <a:pt x="24003" y="64770"/>
                      </a:lnTo>
                      <a:cubicBezTo>
                        <a:pt x="24765" y="65342"/>
                        <a:pt x="27051" y="65818"/>
                        <a:pt x="30766" y="66008"/>
                      </a:cubicBezTo>
                      <a:cubicBezTo>
                        <a:pt x="33814" y="66104"/>
                        <a:pt x="35528" y="67342"/>
                        <a:pt x="35814" y="69723"/>
                      </a:cubicBezTo>
                      <a:cubicBezTo>
                        <a:pt x="36671" y="68199"/>
                        <a:pt x="38767" y="66866"/>
                        <a:pt x="42005" y="65532"/>
                      </a:cubicBezTo>
                      <a:cubicBezTo>
                        <a:pt x="44863" y="64294"/>
                        <a:pt x="46482" y="62579"/>
                        <a:pt x="46863" y="60389"/>
                      </a:cubicBezTo>
                      <a:cubicBezTo>
                        <a:pt x="47530" y="60198"/>
                        <a:pt x="48673" y="59246"/>
                        <a:pt x="50197" y="57626"/>
                      </a:cubicBezTo>
                      <a:cubicBezTo>
                        <a:pt x="51626" y="56007"/>
                        <a:pt x="53054" y="55245"/>
                        <a:pt x="54483" y="55245"/>
                      </a:cubicBezTo>
                      <a:cubicBezTo>
                        <a:pt x="54864" y="55245"/>
                        <a:pt x="55340" y="55245"/>
                        <a:pt x="55721" y="55435"/>
                      </a:cubicBezTo>
                      <a:lnTo>
                        <a:pt x="57912" y="58579"/>
                      </a:lnTo>
                      <a:cubicBezTo>
                        <a:pt x="58579" y="57722"/>
                        <a:pt x="59246" y="57245"/>
                        <a:pt x="60103" y="57245"/>
                      </a:cubicBezTo>
                      <a:cubicBezTo>
                        <a:pt x="60770" y="57245"/>
                        <a:pt x="61627" y="57436"/>
                        <a:pt x="62770" y="57912"/>
                      </a:cubicBezTo>
                      <a:cubicBezTo>
                        <a:pt x="63913" y="58293"/>
                        <a:pt x="64770" y="58579"/>
                        <a:pt x="65341" y="58579"/>
                      </a:cubicBezTo>
                      <a:cubicBezTo>
                        <a:pt x="65627" y="58865"/>
                        <a:pt x="66008" y="59817"/>
                        <a:pt x="66104" y="61246"/>
                      </a:cubicBezTo>
                      <a:cubicBezTo>
                        <a:pt x="66294" y="62770"/>
                        <a:pt x="66961" y="63627"/>
                        <a:pt x="68009" y="64008"/>
                      </a:cubicBezTo>
                      <a:cubicBezTo>
                        <a:pt x="67532" y="66770"/>
                        <a:pt x="66294" y="69247"/>
                        <a:pt x="64579" y="71247"/>
                      </a:cubicBezTo>
                      <a:cubicBezTo>
                        <a:pt x="63818" y="72104"/>
                        <a:pt x="61913" y="73914"/>
                        <a:pt x="58674" y="76581"/>
                      </a:cubicBezTo>
                      <a:cubicBezTo>
                        <a:pt x="58960" y="77153"/>
                        <a:pt x="59150" y="77534"/>
                        <a:pt x="59150" y="77819"/>
                      </a:cubicBezTo>
                      <a:cubicBezTo>
                        <a:pt x="59150" y="78010"/>
                        <a:pt x="58769" y="78105"/>
                        <a:pt x="58103" y="78105"/>
                      </a:cubicBezTo>
                      <a:cubicBezTo>
                        <a:pt x="57340" y="78105"/>
                        <a:pt x="56864" y="78200"/>
                        <a:pt x="56674" y="78677"/>
                      </a:cubicBezTo>
                      <a:cubicBezTo>
                        <a:pt x="55436" y="81153"/>
                        <a:pt x="53149" y="82391"/>
                        <a:pt x="49911" y="82391"/>
                      </a:cubicBezTo>
                      <a:lnTo>
                        <a:pt x="46577" y="82391"/>
                      </a:lnTo>
                      <a:cubicBezTo>
                        <a:pt x="43244" y="82391"/>
                        <a:pt x="40767" y="83630"/>
                        <a:pt x="39434" y="86106"/>
                      </a:cubicBezTo>
                      <a:cubicBezTo>
                        <a:pt x="38576" y="86106"/>
                        <a:pt x="37624" y="86297"/>
                        <a:pt x="36671" y="86297"/>
                      </a:cubicBezTo>
                      <a:cubicBezTo>
                        <a:pt x="34957" y="86297"/>
                        <a:pt x="32385" y="85916"/>
                        <a:pt x="28956" y="85249"/>
                      </a:cubicBezTo>
                      <a:cubicBezTo>
                        <a:pt x="25527" y="84582"/>
                        <a:pt x="22955" y="84201"/>
                        <a:pt x="21241" y="84201"/>
                      </a:cubicBezTo>
                      <a:cubicBezTo>
                        <a:pt x="20288" y="84201"/>
                        <a:pt x="19336" y="84201"/>
                        <a:pt x="18479" y="84392"/>
                      </a:cubicBezTo>
                      <a:cubicBezTo>
                        <a:pt x="18288" y="82677"/>
                        <a:pt x="17145" y="81344"/>
                        <a:pt x="15145" y="80486"/>
                      </a:cubicBezTo>
                      <a:cubicBezTo>
                        <a:pt x="12668" y="79534"/>
                        <a:pt x="11239" y="78486"/>
                        <a:pt x="10573" y="77438"/>
                      </a:cubicBezTo>
                      <a:lnTo>
                        <a:pt x="4381" y="71152"/>
                      </a:lnTo>
                      <a:cubicBezTo>
                        <a:pt x="4381" y="71152"/>
                        <a:pt x="4953" y="70390"/>
                        <a:pt x="4953" y="70009"/>
                      </a:cubicBezTo>
                      <a:cubicBezTo>
                        <a:pt x="4953" y="69533"/>
                        <a:pt x="4477" y="68866"/>
                        <a:pt x="3524" y="68009"/>
                      </a:cubicBezTo>
                      <a:cubicBezTo>
                        <a:pt x="2572" y="67056"/>
                        <a:pt x="2191" y="66199"/>
                        <a:pt x="2286" y="65342"/>
                      </a:cubicBezTo>
                      <a:cubicBezTo>
                        <a:pt x="2953" y="62389"/>
                        <a:pt x="2286" y="59531"/>
                        <a:pt x="381" y="56769"/>
                      </a:cubicBezTo>
                      <a:lnTo>
                        <a:pt x="2286" y="55435"/>
                      </a:lnTo>
                      <a:cubicBezTo>
                        <a:pt x="2286" y="55435"/>
                        <a:pt x="1429" y="54769"/>
                        <a:pt x="381" y="54769"/>
                      </a:cubicBezTo>
                      <a:cubicBezTo>
                        <a:pt x="1238" y="54388"/>
                        <a:pt x="1714" y="53912"/>
                        <a:pt x="1714" y="53340"/>
                      </a:cubicBezTo>
                      <a:cubicBezTo>
                        <a:pt x="1714" y="52864"/>
                        <a:pt x="1429" y="52102"/>
                        <a:pt x="857" y="51245"/>
                      </a:cubicBezTo>
                      <a:cubicBezTo>
                        <a:pt x="286" y="50387"/>
                        <a:pt x="0" y="49911"/>
                        <a:pt x="0" y="49625"/>
                      </a:cubicBezTo>
                      <a:cubicBezTo>
                        <a:pt x="0" y="50387"/>
                        <a:pt x="286" y="50959"/>
                        <a:pt x="1143" y="51245"/>
                      </a:cubicBezTo>
                      <a:cubicBezTo>
                        <a:pt x="2000" y="51530"/>
                        <a:pt x="2857" y="51911"/>
                        <a:pt x="3715" y="52197"/>
                      </a:cubicBezTo>
                      <a:cubicBezTo>
                        <a:pt x="4572" y="50768"/>
                        <a:pt x="4858" y="49911"/>
                        <a:pt x="4572" y="49625"/>
                      </a:cubicBezTo>
                      <a:lnTo>
                        <a:pt x="2477" y="49625"/>
                      </a:lnTo>
                      <a:lnTo>
                        <a:pt x="3143" y="47720"/>
                      </a:lnTo>
                      <a:lnTo>
                        <a:pt x="3810" y="48578"/>
                      </a:lnTo>
                      <a:lnTo>
                        <a:pt x="6382" y="46006"/>
                      </a:lnTo>
                      <a:cubicBezTo>
                        <a:pt x="4381" y="44196"/>
                        <a:pt x="2857" y="42958"/>
                        <a:pt x="2000" y="42291"/>
                      </a:cubicBezTo>
                      <a:cubicBezTo>
                        <a:pt x="1143" y="43148"/>
                        <a:pt x="667" y="43815"/>
                        <a:pt x="667" y="44196"/>
                      </a:cubicBezTo>
                      <a:lnTo>
                        <a:pt x="190" y="44196"/>
                      </a:lnTo>
                      <a:cubicBezTo>
                        <a:pt x="1810" y="41339"/>
                        <a:pt x="2667" y="37433"/>
                        <a:pt x="2857" y="32480"/>
                      </a:cubicBezTo>
                      <a:cubicBezTo>
                        <a:pt x="2953" y="28385"/>
                        <a:pt x="3143" y="24289"/>
                        <a:pt x="3143" y="20193"/>
                      </a:cubicBezTo>
                      <a:cubicBezTo>
                        <a:pt x="5239" y="20193"/>
                        <a:pt x="6287" y="19431"/>
                        <a:pt x="6287" y="17907"/>
                      </a:cubicBezTo>
                      <a:cubicBezTo>
                        <a:pt x="6287" y="17621"/>
                        <a:pt x="6191" y="16955"/>
                        <a:pt x="6001" y="16002"/>
                      </a:cubicBezTo>
                      <a:cubicBezTo>
                        <a:pt x="5715" y="15050"/>
                        <a:pt x="5715" y="14383"/>
                        <a:pt x="5715" y="14002"/>
                      </a:cubicBezTo>
                      <a:cubicBezTo>
                        <a:pt x="5715" y="12668"/>
                        <a:pt x="6287" y="11811"/>
                        <a:pt x="7620" y="11240"/>
                      </a:cubicBezTo>
                      <a:cubicBezTo>
                        <a:pt x="8096" y="10954"/>
                        <a:pt x="10001" y="9335"/>
                        <a:pt x="13145" y="6382"/>
                      </a:cubicBezTo>
                      <a:cubicBezTo>
                        <a:pt x="15145" y="4477"/>
                        <a:pt x="17336" y="3524"/>
                        <a:pt x="19717" y="3620"/>
                      </a:cubicBezTo>
                      <a:cubicBezTo>
                        <a:pt x="20003" y="1524"/>
                        <a:pt x="21527" y="381"/>
                        <a:pt x="24003" y="381"/>
                      </a:cubicBezTo>
                      <a:cubicBezTo>
                        <a:pt x="24384" y="381"/>
                        <a:pt x="24860" y="381"/>
                        <a:pt x="25432" y="572"/>
                      </a:cubicBezTo>
                      <a:lnTo>
                        <a:pt x="26670" y="572"/>
                      </a:lnTo>
                      <a:cubicBezTo>
                        <a:pt x="27718" y="572"/>
                        <a:pt x="28480" y="381"/>
                        <a:pt x="28861" y="0"/>
                      </a:cubicBezTo>
                      <a:cubicBezTo>
                        <a:pt x="30194" y="381"/>
                        <a:pt x="32099" y="572"/>
                        <a:pt x="34576" y="572"/>
                      </a:cubicBezTo>
                      <a:lnTo>
                        <a:pt x="37814" y="572"/>
                      </a:lnTo>
                      <a:cubicBezTo>
                        <a:pt x="39434" y="476"/>
                        <a:pt x="40577" y="381"/>
                        <a:pt x="41338" y="381"/>
                      </a:cubicBezTo>
                      <a:cubicBezTo>
                        <a:pt x="45244" y="381"/>
                        <a:pt x="47911" y="1048"/>
                        <a:pt x="49339" y="2286"/>
                      </a:cubicBezTo>
                      <a:cubicBezTo>
                        <a:pt x="50197" y="1619"/>
                        <a:pt x="50959" y="1334"/>
                        <a:pt x="51626" y="1334"/>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29" name="Google Shape;1529;p99"/>
              <p:cNvGrpSpPr/>
              <p:nvPr/>
            </p:nvGrpSpPr>
            <p:grpSpPr>
              <a:xfrm>
                <a:off x="8648408" y="4298442"/>
                <a:ext cx="226408" cy="58579"/>
                <a:chOff x="3395090" y="2016537"/>
                <a:chExt cx="226408" cy="58579"/>
              </a:xfrm>
            </p:grpSpPr>
            <p:sp>
              <p:nvSpPr>
                <p:cNvPr id="1530" name="Google Shape;1530;p99"/>
                <p:cNvSpPr/>
                <p:nvPr/>
              </p:nvSpPr>
              <p:spPr>
                <a:xfrm>
                  <a:off x="3395090" y="2016537"/>
                  <a:ext cx="51911" cy="55340"/>
                </a:xfrm>
                <a:custGeom>
                  <a:avLst/>
                  <a:gdLst/>
                  <a:ahLst/>
                  <a:cxnLst/>
                  <a:rect l="l" t="t" r="r" b="b"/>
                  <a:pathLst>
                    <a:path w="51911" h="55340" extrusionOk="0">
                      <a:moveTo>
                        <a:pt x="762" y="38481"/>
                      </a:moveTo>
                      <a:cubicBezTo>
                        <a:pt x="762" y="38481"/>
                        <a:pt x="762" y="39148"/>
                        <a:pt x="952" y="39148"/>
                      </a:cubicBezTo>
                      <a:cubicBezTo>
                        <a:pt x="952" y="39148"/>
                        <a:pt x="1048" y="39148"/>
                        <a:pt x="1238" y="39148"/>
                      </a:cubicBezTo>
                      <a:cubicBezTo>
                        <a:pt x="1333" y="39148"/>
                        <a:pt x="1524" y="39148"/>
                        <a:pt x="1619" y="39148"/>
                      </a:cubicBezTo>
                      <a:cubicBezTo>
                        <a:pt x="1714" y="39148"/>
                        <a:pt x="1810" y="39243"/>
                        <a:pt x="1905" y="39433"/>
                      </a:cubicBezTo>
                      <a:cubicBezTo>
                        <a:pt x="762" y="39433"/>
                        <a:pt x="191" y="39338"/>
                        <a:pt x="0" y="39148"/>
                      </a:cubicBezTo>
                      <a:lnTo>
                        <a:pt x="762" y="38576"/>
                      </a:lnTo>
                      <a:close/>
                      <a:moveTo>
                        <a:pt x="1905" y="45434"/>
                      </a:moveTo>
                      <a:cubicBezTo>
                        <a:pt x="1905" y="45434"/>
                        <a:pt x="2191" y="45053"/>
                        <a:pt x="2476" y="45053"/>
                      </a:cubicBezTo>
                      <a:lnTo>
                        <a:pt x="3238" y="45053"/>
                      </a:lnTo>
                      <a:cubicBezTo>
                        <a:pt x="3238" y="45053"/>
                        <a:pt x="3048" y="45434"/>
                        <a:pt x="2667" y="45434"/>
                      </a:cubicBezTo>
                      <a:lnTo>
                        <a:pt x="1905" y="45434"/>
                      </a:lnTo>
                      <a:close/>
                      <a:moveTo>
                        <a:pt x="4286" y="49054"/>
                      </a:moveTo>
                      <a:lnTo>
                        <a:pt x="4286" y="48292"/>
                      </a:lnTo>
                      <a:lnTo>
                        <a:pt x="4858" y="48292"/>
                      </a:lnTo>
                      <a:lnTo>
                        <a:pt x="4286" y="49054"/>
                      </a:lnTo>
                      <a:close/>
                      <a:moveTo>
                        <a:pt x="7239" y="44577"/>
                      </a:moveTo>
                      <a:cubicBezTo>
                        <a:pt x="7239" y="44577"/>
                        <a:pt x="7810" y="44577"/>
                        <a:pt x="8287" y="45148"/>
                      </a:cubicBezTo>
                      <a:lnTo>
                        <a:pt x="8096" y="45529"/>
                      </a:lnTo>
                      <a:lnTo>
                        <a:pt x="7239" y="44672"/>
                      </a:lnTo>
                      <a:close/>
                      <a:moveTo>
                        <a:pt x="8287" y="49054"/>
                      </a:moveTo>
                      <a:cubicBezTo>
                        <a:pt x="8287" y="49054"/>
                        <a:pt x="8572" y="48863"/>
                        <a:pt x="8763" y="48673"/>
                      </a:cubicBezTo>
                      <a:cubicBezTo>
                        <a:pt x="8954" y="48482"/>
                        <a:pt x="9049" y="48292"/>
                        <a:pt x="9239" y="48292"/>
                      </a:cubicBezTo>
                      <a:cubicBezTo>
                        <a:pt x="9239" y="48482"/>
                        <a:pt x="9144" y="48768"/>
                        <a:pt x="8858" y="49054"/>
                      </a:cubicBezTo>
                      <a:lnTo>
                        <a:pt x="8287" y="49054"/>
                      </a:lnTo>
                      <a:close/>
                      <a:moveTo>
                        <a:pt x="9620" y="42958"/>
                      </a:moveTo>
                      <a:lnTo>
                        <a:pt x="9430" y="43529"/>
                      </a:lnTo>
                      <a:lnTo>
                        <a:pt x="8668" y="43529"/>
                      </a:lnTo>
                      <a:cubicBezTo>
                        <a:pt x="8858" y="42958"/>
                        <a:pt x="9049" y="42672"/>
                        <a:pt x="9239" y="42672"/>
                      </a:cubicBezTo>
                      <a:cubicBezTo>
                        <a:pt x="9430" y="42672"/>
                        <a:pt x="9525" y="42767"/>
                        <a:pt x="9620" y="42958"/>
                      </a:cubicBezTo>
                      <a:close/>
                      <a:moveTo>
                        <a:pt x="10668" y="38195"/>
                      </a:moveTo>
                      <a:lnTo>
                        <a:pt x="10668" y="38767"/>
                      </a:lnTo>
                      <a:lnTo>
                        <a:pt x="9620" y="37909"/>
                      </a:lnTo>
                      <a:cubicBezTo>
                        <a:pt x="9620" y="37909"/>
                        <a:pt x="10287" y="37909"/>
                        <a:pt x="10668" y="38195"/>
                      </a:cubicBezTo>
                      <a:close/>
                      <a:moveTo>
                        <a:pt x="9620" y="46101"/>
                      </a:moveTo>
                      <a:cubicBezTo>
                        <a:pt x="9620" y="46101"/>
                        <a:pt x="10192" y="46387"/>
                        <a:pt x="10192" y="46863"/>
                      </a:cubicBezTo>
                      <a:lnTo>
                        <a:pt x="9620" y="46863"/>
                      </a:lnTo>
                      <a:lnTo>
                        <a:pt x="9620" y="46101"/>
                      </a:lnTo>
                      <a:close/>
                      <a:moveTo>
                        <a:pt x="10954" y="51911"/>
                      </a:moveTo>
                      <a:lnTo>
                        <a:pt x="10763" y="51625"/>
                      </a:lnTo>
                      <a:lnTo>
                        <a:pt x="11906" y="51054"/>
                      </a:lnTo>
                      <a:lnTo>
                        <a:pt x="11049" y="51911"/>
                      </a:lnTo>
                      <a:close/>
                      <a:moveTo>
                        <a:pt x="51245" y="41053"/>
                      </a:moveTo>
                      <a:lnTo>
                        <a:pt x="48863" y="41338"/>
                      </a:lnTo>
                      <a:cubicBezTo>
                        <a:pt x="48863" y="41338"/>
                        <a:pt x="48863" y="41529"/>
                        <a:pt x="48863" y="41529"/>
                      </a:cubicBezTo>
                      <a:cubicBezTo>
                        <a:pt x="48863" y="41624"/>
                        <a:pt x="49054" y="41815"/>
                        <a:pt x="49435" y="42100"/>
                      </a:cubicBezTo>
                      <a:cubicBezTo>
                        <a:pt x="49816" y="42291"/>
                        <a:pt x="50006" y="42577"/>
                        <a:pt x="50006" y="42863"/>
                      </a:cubicBezTo>
                      <a:lnTo>
                        <a:pt x="50578" y="42863"/>
                      </a:lnTo>
                      <a:cubicBezTo>
                        <a:pt x="50292" y="44291"/>
                        <a:pt x="50006" y="45720"/>
                        <a:pt x="49816" y="47053"/>
                      </a:cubicBezTo>
                      <a:cubicBezTo>
                        <a:pt x="49435" y="48577"/>
                        <a:pt x="48577" y="49530"/>
                        <a:pt x="47149" y="50006"/>
                      </a:cubicBezTo>
                      <a:cubicBezTo>
                        <a:pt x="46958" y="49149"/>
                        <a:pt x="46387" y="48958"/>
                        <a:pt x="45529" y="49244"/>
                      </a:cubicBezTo>
                      <a:lnTo>
                        <a:pt x="45244" y="49435"/>
                      </a:lnTo>
                      <a:lnTo>
                        <a:pt x="46292" y="50578"/>
                      </a:lnTo>
                      <a:cubicBezTo>
                        <a:pt x="46292" y="50578"/>
                        <a:pt x="45434" y="50197"/>
                        <a:pt x="44958" y="49816"/>
                      </a:cubicBezTo>
                      <a:cubicBezTo>
                        <a:pt x="44482" y="49339"/>
                        <a:pt x="44005" y="49149"/>
                        <a:pt x="43815" y="49149"/>
                      </a:cubicBezTo>
                      <a:cubicBezTo>
                        <a:pt x="43529" y="49149"/>
                        <a:pt x="43148" y="49339"/>
                        <a:pt x="42672" y="49720"/>
                      </a:cubicBezTo>
                      <a:lnTo>
                        <a:pt x="43625" y="49720"/>
                      </a:lnTo>
                      <a:lnTo>
                        <a:pt x="43434" y="50101"/>
                      </a:lnTo>
                      <a:cubicBezTo>
                        <a:pt x="44005" y="50292"/>
                        <a:pt x="44672" y="50673"/>
                        <a:pt x="45529" y="51435"/>
                      </a:cubicBezTo>
                      <a:lnTo>
                        <a:pt x="43625" y="52292"/>
                      </a:lnTo>
                      <a:lnTo>
                        <a:pt x="44005" y="52483"/>
                      </a:lnTo>
                      <a:cubicBezTo>
                        <a:pt x="44005" y="52483"/>
                        <a:pt x="43148" y="52864"/>
                        <a:pt x="41815" y="53435"/>
                      </a:cubicBezTo>
                      <a:cubicBezTo>
                        <a:pt x="41053" y="53721"/>
                        <a:pt x="40386" y="53816"/>
                        <a:pt x="39814" y="53816"/>
                      </a:cubicBezTo>
                      <a:cubicBezTo>
                        <a:pt x="39529" y="53816"/>
                        <a:pt x="39148" y="53816"/>
                        <a:pt x="38767" y="53816"/>
                      </a:cubicBezTo>
                      <a:cubicBezTo>
                        <a:pt x="38576" y="54388"/>
                        <a:pt x="38481" y="54864"/>
                        <a:pt x="38576" y="55054"/>
                      </a:cubicBezTo>
                      <a:lnTo>
                        <a:pt x="28194" y="55340"/>
                      </a:lnTo>
                      <a:cubicBezTo>
                        <a:pt x="27337" y="54578"/>
                        <a:pt x="26098" y="53911"/>
                        <a:pt x="24289" y="53340"/>
                      </a:cubicBezTo>
                      <a:cubicBezTo>
                        <a:pt x="22288" y="52768"/>
                        <a:pt x="21050" y="52292"/>
                        <a:pt x="20574" y="51911"/>
                      </a:cubicBezTo>
                      <a:cubicBezTo>
                        <a:pt x="20288" y="51625"/>
                        <a:pt x="19907" y="51340"/>
                        <a:pt x="19336" y="51244"/>
                      </a:cubicBezTo>
                      <a:cubicBezTo>
                        <a:pt x="18764" y="51149"/>
                        <a:pt x="18193" y="50959"/>
                        <a:pt x="17621" y="50863"/>
                      </a:cubicBezTo>
                      <a:lnTo>
                        <a:pt x="18383" y="50101"/>
                      </a:lnTo>
                      <a:lnTo>
                        <a:pt x="17335" y="49054"/>
                      </a:lnTo>
                      <a:lnTo>
                        <a:pt x="17050" y="49816"/>
                      </a:lnTo>
                      <a:cubicBezTo>
                        <a:pt x="16192" y="49625"/>
                        <a:pt x="15621" y="48863"/>
                        <a:pt x="15526" y="47530"/>
                      </a:cubicBezTo>
                      <a:cubicBezTo>
                        <a:pt x="15526" y="46387"/>
                        <a:pt x="14859" y="45815"/>
                        <a:pt x="13621" y="45815"/>
                      </a:cubicBezTo>
                      <a:lnTo>
                        <a:pt x="12763" y="45815"/>
                      </a:lnTo>
                      <a:cubicBezTo>
                        <a:pt x="13525" y="45815"/>
                        <a:pt x="13906" y="45339"/>
                        <a:pt x="13906" y="44482"/>
                      </a:cubicBezTo>
                      <a:cubicBezTo>
                        <a:pt x="13906" y="44196"/>
                        <a:pt x="13906" y="43910"/>
                        <a:pt x="13716" y="43720"/>
                      </a:cubicBezTo>
                      <a:cubicBezTo>
                        <a:pt x="13525" y="43529"/>
                        <a:pt x="13145" y="43243"/>
                        <a:pt x="12287" y="42863"/>
                      </a:cubicBezTo>
                      <a:lnTo>
                        <a:pt x="12097" y="43053"/>
                      </a:lnTo>
                      <a:cubicBezTo>
                        <a:pt x="12097" y="43053"/>
                        <a:pt x="12001" y="43148"/>
                        <a:pt x="11906" y="43148"/>
                      </a:cubicBezTo>
                      <a:cubicBezTo>
                        <a:pt x="11811" y="43148"/>
                        <a:pt x="11621" y="42958"/>
                        <a:pt x="11525" y="42577"/>
                      </a:cubicBezTo>
                      <a:cubicBezTo>
                        <a:pt x="11525" y="42291"/>
                        <a:pt x="11525" y="41910"/>
                        <a:pt x="11525" y="41719"/>
                      </a:cubicBezTo>
                      <a:cubicBezTo>
                        <a:pt x="12001" y="41624"/>
                        <a:pt x="12668" y="41148"/>
                        <a:pt x="13525" y="40291"/>
                      </a:cubicBezTo>
                      <a:cubicBezTo>
                        <a:pt x="14383" y="39529"/>
                        <a:pt x="15050" y="39148"/>
                        <a:pt x="15526" y="39148"/>
                      </a:cubicBezTo>
                      <a:cubicBezTo>
                        <a:pt x="15812" y="39148"/>
                        <a:pt x="16097" y="39148"/>
                        <a:pt x="16383" y="39338"/>
                      </a:cubicBezTo>
                      <a:cubicBezTo>
                        <a:pt x="16192" y="39052"/>
                        <a:pt x="16192" y="38767"/>
                        <a:pt x="16383" y="38481"/>
                      </a:cubicBezTo>
                      <a:cubicBezTo>
                        <a:pt x="16573" y="38290"/>
                        <a:pt x="16383" y="37909"/>
                        <a:pt x="15907" y="37433"/>
                      </a:cubicBezTo>
                      <a:lnTo>
                        <a:pt x="18288" y="36385"/>
                      </a:lnTo>
                      <a:lnTo>
                        <a:pt x="17717" y="35623"/>
                      </a:lnTo>
                      <a:cubicBezTo>
                        <a:pt x="17717" y="35623"/>
                        <a:pt x="18669" y="35433"/>
                        <a:pt x="19526" y="34957"/>
                      </a:cubicBezTo>
                      <a:cubicBezTo>
                        <a:pt x="20383" y="34480"/>
                        <a:pt x="20860" y="34290"/>
                        <a:pt x="21146" y="34290"/>
                      </a:cubicBezTo>
                      <a:cubicBezTo>
                        <a:pt x="21622" y="34290"/>
                        <a:pt x="21908" y="34671"/>
                        <a:pt x="22003" y="35338"/>
                      </a:cubicBezTo>
                      <a:cubicBezTo>
                        <a:pt x="21908" y="36862"/>
                        <a:pt x="22384" y="38386"/>
                        <a:pt x="23622" y="39814"/>
                      </a:cubicBezTo>
                      <a:cubicBezTo>
                        <a:pt x="24193" y="40576"/>
                        <a:pt x="25432" y="41719"/>
                        <a:pt x="27242" y="43243"/>
                      </a:cubicBezTo>
                      <a:cubicBezTo>
                        <a:pt x="27527" y="43910"/>
                        <a:pt x="28004" y="44196"/>
                        <a:pt x="28575" y="44196"/>
                      </a:cubicBezTo>
                      <a:cubicBezTo>
                        <a:pt x="28766" y="44196"/>
                        <a:pt x="29051" y="44196"/>
                        <a:pt x="29432" y="44101"/>
                      </a:cubicBezTo>
                      <a:cubicBezTo>
                        <a:pt x="29813" y="44101"/>
                        <a:pt x="30099" y="44101"/>
                        <a:pt x="30289" y="44101"/>
                      </a:cubicBezTo>
                      <a:cubicBezTo>
                        <a:pt x="30671" y="44101"/>
                        <a:pt x="31147" y="44101"/>
                        <a:pt x="31433" y="44386"/>
                      </a:cubicBezTo>
                      <a:cubicBezTo>
                        <a:pt x="31813" y="44577"/>
                        <a:pt x="32195" y="44672"/>
                        <a:pt x="32671" y="44672"/>
                      </a:cubicBezTo>
                      <a:cubicBezTo>
                        <a:pt x="33528" y="44672"/>
                        <a:pt x="34480" y="44291"/>
                        <a:pt x="35528" y="43529"/>
                      </a:cubicBezTo>
                      <a:cubicBezTo>
                        <a:pt x="37147" y="42481"/>
                        <a:pt x="38100" y="41815"/>
                        <a:pt x="38386" y="41815"/>
                      </a:cubicBezTo>
                      <a:cubicBezTo>
                        <a:pt x="38576" y="41434"/>
                        <a:pt x="38767" y="41053"/>
                        <a:pt x="38767" y="40672"/>
                      </a:cubicBezTo>
                      <a:cubicBezTo>
                        <a:pt x="38767" y="40100"/>
                        <a:pt x="38481" y="39433"/>
                        <a:pt x="37909" y="38481"/>
                      </a:cubicBezTo>
                      <a:cubicBezTo>
                        <a:pt x="37338" y="37624"/>
                        <a:pt x="36957" y="36862"/>
                        <a:pt x="36862" y="36481"/>
                      </a:cubicBezTo>
                      <a:cubicBezTo>
                        <a:pt x="35719" y="36290"/>
                        <a:pt x="35052" y="35814"/>
                        <a:pt x="34957" y="35147"/>
                      </a:cubicBezTo>
                      <a:lnTo>
                        <a:pt x="35338" y="34861"/>
                      </a:lnTo>
                      <a:cubicBezTo>
                        <a:pt x="33909" y="34195"/>
                        <a:pt x="31813" y="33147"/>
                        <a:pt x="29242" y="31718"/>
                      </a:cubicBezTo>
                      <a:cubicBezTo>
                        <a:pt x="28956" y="31909"/>
                        <a:pt x="28670" y="32099"/>
                        <a:pt x="28384" y="32099"/>
                      </a:cubicBezTo>
                      <a:cubicBezTo>
                        <a:pt x="28004" y="32099"/>
                        <a:pt x="27527" y="31813"/>
                        <a:pt x="27051" y="31337"/>
                      </a:cubicBezTo>
                      <a:cubicBezTo>
                        <a:pt x="26479" y="30861"/>
                        <a:pt x="26098" y="30575"/>
                        <a:pt x="25717" y="30575"/>
                      </a:cubicBezTo>
                      <a:cubicBezTo>
                        <a:pt x="25622" y="30575"/>
                        <a:pt x="25432" y="30575"/>
                        <a:pt x="25337" y="30670"/>
                      </a:cubicBezTo>
                      <a:cubicBezTo>
                        <a:pt x="24193" y="30385"/>
                        <a:pt x="23050" y="29432"/>
                        <a:pt x="21908" y="27908"/>
                      </a:cubicBezTo>
                      <a:cubicBezTo>
                        <a:pt x="20669" y="26194"/>
                        <a:pt x="19526" y="25051"/>
                        <a:pt x="18669" y="24574"/>
                      </a:cubicBezTo>
                      <a:cubicBezTo>
                        <a:pt x="18669" y="24098"/>
                        <a:pt x="18574" y="23431"/>
                        <a:pt x="18002" y="22669"/>
                      </a:cubicBezTo>
                      <a:cubicBezTo>
                        <a:pt x="17431" y="21907"/>
                        <a:pt x="17240" y="21336"/>
                        <a:pt x="17335" y="20955"/>
                      </a:cubicBezTo>
                      <a:cubicBezTo>
                        <a:pt x="17050" y="20383"/>
                        <a:pt x="16764" y="19240"/>
                        <a:pt x="16764" y="17526"/>
                      </a:cubicBezTo>
                      <a:cubicBezTo>
                        <a:pt x="16669" y="16002"/>
                        <a:pt x="16573" y="14478"/>
                        <a:pt x="16573" y="12954"/>
                      </a:cubicBezTo>
                      <a:cubicBezTo>
                        <a:pt x="16954" y="12859"/>
                        <a:pt x="17145" y="12668"/>
                        <a:pt x="17145" y="12382"/>
                      </a:cubicBezTo>
                      <a:cubicBezTo>
                        <a:pt x="17145" y="12192"/>
                        <a:pt x="17145" y="12001"/>
                        <a:pt x="16859" y="11716"/>
                      </a:cubicBezTo>
                      <a:cubicBezTo>
                        <a:pt x="16669" y="11430"/>
                        <a:pt x="16573" y="11239"/>
                        <a:pt x="16573" y="11049"/>
                      </a:cubicBezTo>
                      <a:cubicBezTo>
                        <a:pt x="16764" y="10382"/>
                        <a:pt x="17621" y="9525"/>
                        <a:pt x="18955" y="8477"/>
                      </a:cubicBezTo>
                      <a:cubicBezTo>
                        <a:pt x="20002" y="7525"/>
                        <a:pt x="20574" y="6572"/>
                        <a:pt x="20574" y="5715"/>
                      </a:cubicBezTo>
                      <a:cubicBezTo>
                        <a:pt x="20764" y="5715"/>
                        <a:pt x="21050" y="5524"/>
                        <a:pt x="21526" y="5143"/>
                      </a:cubicBezTo>
                      <a:cubicBezTo>
                        <a:pt x="22003" y="4858"/>
                        <a:pt x="22288" y="4667"/>
                        <a:pt x="22479" y="4667"/>
                      </a:cubicBezTo>
                      <a:cubicBezTo>
                        <a:pt x="22670" y="4667"/>
                        <a:pt x="22765" y="4667"/>
                        <a:pt x="22860" y="4953"/>
                      </a:cubicBezTo>
                      <a:cubicBezTo>
                        <a:pt x="23717" y="3619"/>
                        <a:pt x="25146" y="2667"/>
                        <a:pt x="27051" y="1905"/>
                      </a:cubicBezTo>
                      <a:cubicBezTo>
                        <a:pt x="28766" y="1333"/>
                        <a:pt x="30480" y="762"/>
                        <a:pt x="32099" y="286"/>
                      </a:cubicBezTo>
                      <a:cubicBezTo>
                        <a:pt x="32575" y="95"/>
                        <a:pt x="33052" y="0"/>
                        <a:pt x="33623" y="0"/>
                      </a:cubicBezTo>
                      <a:cubicBezTo>
                        <a:pt x="34385" y="0"/>
                        <a:pt x="35338" y="286"/>
                        <a:pt x="36576" y="857"/>
                      </a:cubicBezTo>
                      <a:cubicBezTo>
                        <a:pt x="37814" y="1429"/>
                        <a:pt x="38862" y="1714"/>
                        <a:pt x="39529" y="1714"/>
                      </a:cubicBezTo>
                      <a:cubicBezTo>
                        <a:pt x="39814" y="1714"/>
                        <a:pt x="40196" y="1714"/>
                        <a:pt x="40481" y="1619"/>
                      </a:cubicBezTo>
                      <a:cubicBezTo>
                        <a:pt x="40767" y="2286"/>
                        <a:pt x="41338" y="2667"/>
                        <a:pt x="42196" y="2953"/>
                      </a:cubicBezTo>
                      <a:cubicBezTo>
                        <a:pt x="43243" y="3238"/>
                        <a:pt x="43910" y="3524"/>
                        <a:pt x="44291" y="3715"/>
                      </a:cubicBezTo>
                      <a:cubicBezTo>
                        <a:pt x="45815" y="3905"/>
                        <a:pt x="47244" y="5905"/>
                        <a:pt x="48482" y="9715"/>
                      </a:cubicBezTo>
                      <a:cubicBezTo>
                        <a:pt x="48482" y="10287"/>
                        <a:pt x="48006" y="10954"/>
                        <a:pt x="47244" y="11906"/>
                      </a:cubicBezTo>
                      <a:cubicBezTo>
                        <a:pt x="46482" y="12859"/>
                        <a:pt x="46196" y="13621"/>
                        <a:pt x="46196" y="14192"/>
                      </a:cubicBezTo>
                      <a:cubicBezTo>
                        <a:pt x="45720" y="14097"/>
                        <a:pt x="45434" y="14192"/>
                        <a:pt x="45434" y="14764"/>
                      </a:cubicBezTo>
                      <a:cubicBezTo>
                        <a:pt x="45434" y="15335"/>
                        <a:pt x="45244" y="15716"/>
                        <a:pt x="45053" y="15811"/>
                      </a:cubicBezTo>
                      <a:cubicBezTo>
                        <a:pt x="43815" y="16383"/>
                        <a:pt x="42863" y="16669"/>
                        <a:pt x="42386" y="16669"/>
                      </a:cubicBezTo>
                      <a:cubicBezTo>
                        <a:pt x="41624" y="16669"/>
                        <a:pt x="40958" y="16192"/>
                        <a:pt x="40291" y="15335"/>
                      </a:cubicBezTo>
                      <a:cubicBezTo>
                        <a:pt x="40291" y="14573"/>
                        <a:pt x="39814" y="14002"/>
                        <a:pt x="38957" y="13716"/>
                      </a:cubicBezTo>
                      <a:cubicBezTo>
                        <a:pt x="37909" y="13335"/>
                        <a:pt x="37338" y="12954"/>
                        <a:pt x="37147" y="12382"/>
                      </a:cubicBezTo>
                      <a:cubicBezTo>
                        <a:pt x="36862" y="12382"/>
                        <a:pt x="36195" y="12097"/>
                        <a:pt x="35052" y="11620"/>
                      </a:cubicBezTo>
                      <a:cubicBezTo>
                        <a:pt x="34195" y="11239"/>
                        <a:pt x="33433" y="11049"/>
                        <a:pt x="32861" y="11049"/>
                      </a:cubicBezTo>
                      <a:cubicBezTo>
                        <a:pt x="32099" y="11049"/>
                        <a:pt x="31433" y="11430"/>
                        <a:pt x="30861" y="12192"/>
                      </a:cubicBezTo>
                      <a:cubicBezTo>
                        <a:pt x="30671" y="12192"/>
                        <a:pt x="30480" y="12192"/>
                        <a:pt x="30385" y="12192"/>
                      </a:cubicBezTo>
                      <a:cubicBezTo>
                        <a:pt x="30004" y="12192"/>
                        <a:pt x="29432" y="12573"/>
                        <a:pt x="28670" y="13240"/>
                      </a:cubicBezTo>
                      <a:cubicBezTo>
                        <a:pt x="28861" y="13621"/>
                        <a:pt x="29051" y="14002"/>
                        <a:pt x="29051" y="14383"/>
                      </a:cubicBezTo>
                      <a:cubicBezTo>
                        <a:pt x="29051" y="14764"/>
                        <a:pt x="28766" y="15145"/>
                        <a:pt x="28099" y="15526"/>
                      </a:cubicBezTo>
                      <a:cubicBezTo>
                        <a:pt x="27432" y="15907"/>
                        <a:pt x="27146" y="16192"/>
                        <a:pt x="27146" y="16478"/>
                      </a:cubicBezTo>
                      <a:cubicBezTo>
                        <a:pt x="27146" y="16764"/>
                        <a:pt x="27337" y="17145"/>
                        <a:pt x="27622" y="17621"/>
                      </a:cubicBezTo>
                      <a:cubicBezTo>
                        <a:pt x="29527" y="20383"/>
                        <a:pt x="32385" y="22479"/>
                        <a:pt x="36290" y="23908"/>
                      </a:cubicBezTo>
                      <a:cubicBezTo>
                        <a:pt x="36767" y="24003"/>
                        <a:pt x="37529" y="24479"/>
                        <a:pt x="38481" y="25241"/>
                      </a:cubicBezTo>
                      <a:cubicBezTo>
                        <a:pt x="39433" y="26003"/>
                        <a:pt x="40196" y="26384"/>
                        <a:pt x="40862" y="26479"/>
                      </a:cubicBezTo>
                      <a:cubicBezTo>
                        <a:pt x="41529" y="26479"/>
                        <a:pt x="42386" y="27051"/>
                        <a:pt x="43529" y="28003"/>
                      </a:cubicBezTo>
                      <a:cubicBezTo>
                        <a:pt x="44577" y="28956"/>
                        <a:pt x="45529" y="29337"/>
                        <a:pt x="46387" y="29146"/>
                      </a:cubicBezTo>
                      <a:cubicBezTo>
                        <a:pt x="46387" y="29623"/>
                        <a:pt x="46387" y="29813"/>
                        <a:pt x="46577" y="29908"/>
                      </a:cubicBezTo>
                      <a:cubicBezTo>
                        <a:pt x="46958" y="29908"/>
                        <a:pt x="47244" y="30194"/>
                        <a:pt x="47530" y="30861"/>
                      </a:cubicBezTo>
                      <a:cubicBezTo>
                        <a:pt x="47720" y="31528"/>
                        <a:pt x="48006" y="31718"/>
                        <a:pt x="48482" y="31623"/>
                      </a:cubicBezTo>
                      <a:cubicBezTo>
                        <a:pt x="48482" y="31909"/>
                        <a:pt x="49149" y="32861"/>
                        <a:pt x="50292" y="34385"/>
                      </a:cubicBezTo>
                      <a:cubicBezTo>
                        <a:pt x="51149" y="35623"/>
                        <a:pt x="51530" y="36862"/>
                        <a:pt x="51530" y="37909"/>
                      </a:cubicBezTo>
                      <a:cubicBezTo>
                        <a:pt x="51721" y="38195"/>
                        <a:pt x="51911" y="38481"/>
                        <a:pt x="51911" y="38767"/>
                      </a:cubicBezTo>
                      <a:cubicBezTo>
                        <a:pt x="51911" y="39052"/>
                        <a:pt x="51816" y="39243"/>
                        <a:pt x="51530" y="39624"/>
                      </a:cubicBezTo>
                      <a:cubicBezTo>
                        <a:pt x="51245" y="40005"/>
                        <a:pt x="51149" y="40195"/>
                        <a:pt x="51149" y="40386"/>
                      </a:cubicBezTo>
                      <a:cubicBezTo>
                        <a:pt x="51149" y="40672"/>
                        <a:pt x="51340" y="40957"/>
                        <a:pt x="51721" y="41243"/>
                      </a:cubicBezTo>
                      <a:close/>
                      <a:moveTo>
                        <a:pt x="11906" y="42672"/>
                      </a:moveTo>
                      <a:lnTo>
                        <a:pt x="13430" y="42100"/>
                      </a:lnTo>
                      <a:lnTo>
                        <a:pt x="12668" y="42100"/>
                      </a:lnTo>
                      <a:lnTo>
                        <a:pt x="11811" y="42672"/>
                      </a:lnTo>
                      <a:close/>
                      <a:moveTo>
                        <a:pt x="12383" y="49339"/>
                      </a:moveTo>
                      <a:lnTo>
                        <a:pt x="12763" y="49339"/>
                      </a:lnTo>
                      <a:lnTo>
                        <a:pt x="13335" y="49720"/>
                      </a:lnTo>
                      <a:lnTo>
                        <a:pt x="12478" y="49339"/>
                      </a:lnTo>
                      <a:close/>
                      <a:moveTo>
                        <a:pt x="14573" y="52959"/>
                      </a:moveTo>
                      <a:cubicBezTo>
                        <a:pt x="14573" y="52483"/>
                        <a:pt x="14573" y="52006"/>
                        <a:pt x="15050" y="51530"/>
                      </a:cubicBezTo>
                      <a:lnTo>
                        <a:pt x="15050" y="51530"/>
                      </a:lnTo>
                      <a:cubicBezTo>
                        <a:pt x="15050" y="51530"/>
                        <a:pt x="15050" y="51911"/>
                        <a:pt x="15335" y="52102"/>
                      </a:cubicBezTo>
                      <a:cubicBezTo>
                        <a:pt x="15526" y="52292"/>
                        <a:pt x="15621" y="52483"/>
                        <a:pt x="15621" y="52578"/>
                      </a:cubicBezTo>
                      <a:cubicBezTo>
                        <a:pt x="15621" y="52673"/>
                        <a:pt x="15621" y="52864"/>
                        <a:pt x="15335" y="52959"/>
                      </a:cubicBezTo>
                      <a:lnTo>
                        <a:pt x="14573" y="52959"/>
                      </a:lnTo>
                      <a:close/>
                      <a:moveTo>
                        <a:pt x="15145" y="51340"/>
                      </a:moveTo>
                      <a:cubicBezTo>
                        <a:pt x="15145" y="51340"/>
                        <a:pt x="15050" y="51530"/>
                        <a:pt x="15050" y="51530"/>
                      </a:cubicBezTo>
                      <a:cubicBezTo>
                        <a:pt x="15050" y="51530"/>
                        <a:pt x="15050" y="51435"/>
                        <a:pt x="15145" y="51340"/>
                      </a:cubicBezTo>
                      <a:close/>
                      <a:moveTo>
                        <a:pt x="15335" y="50006"/>
                      </a:moveTo>
                      <a:cubicBezTo>
                        <a:pt x="15335" y="50006"/>
                        <a:pt x="15716" y="50101"/>
                        <a:pt x="15907" y="50387"/>
                      </a:cubicBezTo>
                      <a:cubicBezTo>
                        <a:pt x="16097" y="50578"/>
                        <a:pt x="16288" y="50768"/>
                        <a:pt x="16288" y="50768"/>
                      </a:cubicBezTo>
                      <a:cubicBezTo>
                        <a:pt x="16002" y="50768"/>
                        <a:pt x="15621" y="50959"/>
                        <a:pt x="15145" y="51340"/>
                      </a:cubicBezTo>
                      <a:cubicBezTo>
                        <a:pt x="15526" y="50863"/>
                        <a:pt x="15526" y="50482"/>
                        <a:pt x="15335" y="50006"/>
                      </a:cubicBezTo>
                      <a:close/>
                      <a:moveTo>
                        <a:pt x="16859" y="44196"/>
                      </a:moveTo>
                      <a:lnTo>
                        <a:pt x="16859" y="43624"/>
                      </a:lnTo>
                      <a:lnTo>
                        <a:pt x="15335" y="42767"/>
                      </a:lnTo>
                      <a:lnTo>
                        <a:pt x="16859" y="44101"/>
                      </a:lnTo>
                      <a:close/>
                      <a:moveTo>
                        <a:pt x="18193" y="46292"/>
                      </a:moveTo>
                      <a:cubicBezTo>
                        <a:pt x="18193" y="46292"/>
                        <a:pt x="18383" y="46292"/>
                        <a:pt x="18859" y="46482"/>
                      </a:cubicBezTo>
                      <a:cubicBezTo>
                        <a:pt x="19145" y="46482"/>
                        <a:pt x="19336" y="46482"/>
                        <a:pt x="19431" y="46101"/>
                      </a:cubicBezTo>
                      <a:cubicBezTo>
                        <a:pt x="18859" y="45910"/>
                        <a:pt x="18383" y="46101"/>
                        <a:pt x="18097" y="46387"/>
                      </a:cubicBezTo>
                      <a:cubicBezTo>
                        <a:pt x="18002" y="46387"/>
                        <a:pt x="17907" y="46387"/>
                        <a:pt x="17907" y="46577"/>
                      </a:cubicBezTo>
                      <a:lnTo>
                        <a:pt x="17335" y="47149"/>
                      </a:lnTo>
                      <a:lnTo>
                        <a:pt x="17907" y="47149"/>
                      </a:lnTo>
                      <a:cubicBezTo>
                        <a:pt x="17907" y="47149"/>
                        <a:pt x="17907" y="46768"/>
                        <a:pt x="17907" y="46577"/>
                      </a:cubicBezTo>
                      <a:lnTo>
                        <a:pt x="18097" y="46387"/>
                      </a:lnTo>
                      <a:close/>
                      <a:moveTo>
                        <a:pt x="18574" y="20383"/>
                      </a:moveTo>
                      <a:cubicBezTo>
                        <a:pt x="18574" y="20383"/>
                        <a:pt x="18859" y="19907"/>
                        <a:pt x="18764" y="19812"/>
                      </a:cubicBezTo>
                      <a:lnTo>
                        <a:pt x="18955" y="19336"/>
                      </a:lnTo>
                      <a:cubicBezTo>
                        <a:pt x="18955" y="19336"/>
                        <a:pt x="18574" y="18955"/>
                        <a:pt x="18193" y="18764"/>
                      </a:cubicBezTo>
                      <a:cubicBezTo>
                        <a:pt x="17907" y="18669"/>
                        <a:pt x="17717" y="18574"/>
                        <a:pt x="17621" y="18574"/>
                      </a:cubicBezTo>
                      <a:cubicBezTo>
                        <a:pt x="18383" y="18955"/>
                        <a:pt x="18764" y="19336"/>
                        <a:pt x="18764" y="19812"/>
                      </a:cubicBezTo>
                      <a:lnTo>
                        <a:pt x="18574" y="20383"/>
                      </a:lnTo>
                      <a:close/>
                      <a:moveTo>
                        <a:pt x="23336" y="16383"/>
                      </a:moveTo>
                      <a:lnTo>
                        <a:pt x="23336" y="16192"/>
                      </a:lnTo>
                      <a:cubicBezTo>
                        <a:pt x="23146" y="15049"/>
                        <a:pt x="22288" y="14383"/>
                        <a:pt x="20860" y="14383"/>
                      </a:cubicBezTo>
                      <a:cubicBezTo>
                        <a:pt x="19717" y="14383"/>
                        <a:pt x="18764" y="14668"/>
                        <a:pt x="18097" y="15335"/>
                      </a:cubicBezTo>
                      <a:cubicBezTo>
                        <a:pt x="18288" y="15430"/>
                        <a:pt x="18574" y="15907"/>
                        <a:pt x="18859" y="16669"/>
                      </a:cubicBezTo>
                      <a:cubicBezTo>
                        <a:pt x="19145" y="17431"/>
                        <a:pt x="19526" y="17812"/>
                        <a:pt x="20193" y="17621"/>
                      </a:cubicBezTo>
                      <a:lnTo>
                        <a:pt x="20193" y="17431"/>
                      </a:lnTo>
                      <a:cubicBezTo>
                        <a:pt x="20193" y="17431"/>
                        <a:pt x="20479" y="16764"/>
                        <a:pt x="20669" y="15907"/>
                      </a:cubicBezTo>
                      <a:cubicBezTo>
                        <a:pt x="20860" y="15145"/>
                        <a:pt x="21050" y="14764"/>
                        <a:pt x="21526" y="14764"/>
                      </a:cubicBezTo>
                      <a:cubicBezTo>
                        <a:pt x="21717" y="14764"/>
                        <a:pt x="21908" y="14764"/>
                        <a:pt x="22193" y="14954"/>
                      </a:cubicBezTo>
                      <a:lnTo>
                        <a:pt x="22193" y="15526"/>
                      </a:lnTo>
                      <a:cubicBezTo>
                        <a:pt x="22193" y="15526"/>
                        <a:pt x="22384" y="15526"/>
                        <a:pt x="22574" y="15526"/>
                      </a:cubicBezTo>
                      <a:cubicBezTo>
                        <a:pt x="22574" y="15526"/>
                        <a:pt x="22955" y="15811"/>
                        <a:pt x="23527" y="16383"/>
                      </a:cubicBezTo>
                      <a:close/>
                      <a:moveTo>
                        <a:pt x="19050" y="38290"/>
                      </a:moveTo>
                      <a:cubicBezTo>
                        <a:pt x="19050" y="38290"/>
                        <a:pt x="18383" y="38290"/>
                        <a:pt x="18288" y="38100"/>
                      </a:cubicBezTo>
                      <a:lnTo>
                        <a:pt x="18859" y="38862"/>
                      </a:lnTo>
                      <a:cubicBezTo>
                        <a:pt x="18859" y="38862"/>
                        <a:pt x="19145" y="38576"/>
                        <a:pt x="19050" y="38290"/>
                      </a:cubicBezTo>
                      <a:close/>
                      <a:moveTo>
                        <a:pt x="19621" y="17145"/>
                      </a:moveTo>
                      <a:lnTo>
                        <a:pt x="19431" y="16954"/>
                      </a:lnTo>
                      <a:lnTo>
                        <a:pt x="20002" y="16954"/>
                      </a:lnTo>
                      <a:cubicBezTo>
                        <a:pt x="20002" y="16954"/>
                        <a:pt x="19812" y="17050"/>
                        <a:pt x="19621" y="17145"/>
                      </a:cubicBezTo>
                      <a:close/>
                      <a:moveTo>
                        <a:pt x="20002" y="16954"/>
                      </a:moveTo>
                      <a:cubicBezTo>
                        <a:pt x="20002" y="16954"/>
                        <a:pt x="20193" y="16954"/>
                        <a:pt x="20193" y="16954"/>
                      </a:cubicBezTo>
                      <a:lnTo>
                        <a:pt x="20002" y="16954"/>
                      </a:lnTo>
                      <a:close/>
                      <a:moveTo>
                        <a:pt x="20479" y="50578"/>
                      </a:moveTo>
                      <a:lnTo>
                        <a:pt x="21050" y="50006"/>
                      </a:lnTo>
                      <a:cubicBezTo>
                        <a:pt x="21050" y="50006"/>
                        <a:pt x="20669" y="49625"/>
                        <a:pt x="20479" y="49625"/>
                      </a:cubicBezTo>
                      <a:lnTo>
                        <a:pt x="20479" y="50482"/>
                      </a:lnTo>
                      <a:close/>
                      <a:moveTo>
                        <a:pt x="21336" y="17907"/>
                      </a:moveTo>
                      <a:cubicBezTo>
                        <a:pt x="21336" y="17907"/>
                        <a:pt x="21336" y="17335"/>
                        <a:pt x="21050" y="16954"/>
                      </a:cubicBezTo>
                      <a:lnTo>
                        <a:pt x="21050" y="18288"/>
                      </a:lnTo>
                      <a:lnTo>
                        <a:pt x="21336" y="17907"/>
                      </a:lnTo>
                      <a:close/>
                      <a:moveTo>
                        <a:pt x="22384" y="54959"/>
                      </a:moveTo>
                      <a:lnTo>
                        <a:pt x="22193" y="54769"/>
                      </a:lnTo>
                      <a:lnTo>
                        <a:pt x="22765" y="54769"/>
                      </a:lnTo>
                      <a:cubicBezTo>
                        <a:pt x="22765" y="54769"/>
                        <a:pt x="22384" y="54959"/>
                        <a:pt x="22384" y="54959"/>
                      </a:cubicBezTo>
                      <a:close/>
                      <a:moveTo>
                        <a:pt x="29051" y="49244"/>
                      </a:moveTo>
                      <a:lnTo>
                        <a:pt x="29337" y="48863"/>
                      </a:lnTo>
                      <a:lnTo>
                        <a:pt x="29051" y="48101"/>
                      </a:lnTo>
                      <a:lnTo>
                        <a:pt x="29051" y="49244"/>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 name="Google Shape;1531;p99"/>
                <p:cNvSpPr/>
                <p:nvPr/>
              </p:nvSpPr>
              <p:spPr>
                <a:xfrm>
                  <a:off x="3449002" y="2016966"/>
                  <a:ext cx="37052" cy="55387"/>
                </a:xfrm>
                <a:custGeom>
                  <a:avLst/>
                  <a:gdLst/>
                  <a:ahLst/>
                  <a:cxnLst/>
                  <a:rect l="l" t="t" r="r" b="b"/>
                  <a:pathLst>
                    <a:path w="37052" h="55387" extrusionOk="0">
                      <a:moveTo>
                        <a:pt x="36481" y="2143"/>
                      </a:moveTo>
                      <a:lnTo>
                        <a:pt x="37052" y="11859"/>
                      </a:lnTo>
                      <a:cubicBezTo>
                        <a:pt x="35909" y="12240"/>
                        <a:pt x="34385" y="12335"/>
                        <a:pt x="32385" y="12144"/>
                      </a:cubicBezTo>
                      <a:cubicBezTo>
                        <a:pt x="30099" y="11954"/>
                        <a:pt x="28575" y="11859"/>
                        <a:pt x="27813" y="11954"/>
                      </a:cubicBezTo>
                      <a:cubicBezTo>
                        <a:pt x="26194" y="12144"/>
                        <a:pt x="24860" y="12906"/>
                        <a:pt x="23813" y="14240"/>
                      </a:cubicBezTo>
                      <a:cubicBezTo>
                        <a:pt x="23813" y="14526"/>
                        <a:pt x="23908" y="14907"/>
                        <a:pt x="23908" y="15288"/>
                      </a:cubicBezTo>
                      <a:cubicBezTo>
                        <a:pt x="23908" y="15669"/>
                        <a:pt x="23908" y="16240"/>
                        <a:pt x="23717" y="16907"/>
                      </a:cubicBezTo>
                      <a:cubicBezTo>
                        <a:pt x="23622" y="17574"/>
                        <a:pt x="23527" y="18145"/>
                        <a:pt x="23527" y="18526"/>
                      </a:cubicBezTo>
                      <a:cubicBezTo>
                        <a:pt x="23527" y="19098"/>
                        <a:pt x="23527" y="19574"/>
                        <a:pt x="23813" y="20050"/>
                      </a:cubicBezTo>
                      <a:cubicBezTo>
                        <a:pt x="23908" y="20336"/>
                        <a:pt x="24003" y="20622"/>
                        <a:pt x="24003" y="20812"/>
                      </a:cubicBezTo>
                      <a:cubicBezTo>
                        <a:pt x="24003" y="21098"/>
                        <a:pt x="23908" y="21479"/>
                        <a:pt x="23717" y="21955"/>
                      </a:cubicBezTo>
                      <a:cubicBezTo>
                        <a:pt x="23527" y="22336"/>
                        <a:pt x="23431" y="22622"/>
                        <a:pt x="23431" y="22812"/>
                      </a:cubicBezTo>
                      <a:cubicBezTo>
                        <a:pt x="23431" y="23098"/>
                        <a:pt x="23527" y="23289"/>
                        <a:pt x="23813" y="23574"/>
                      </a:cubicBezTo>
                      <a:lnTo>
                        <a:pt x="23622" y="26622"/>
                      </a:lnTo>
                      <a:cubicBezTo>
                        <a:pt x="23622" y="26622"/>
                        <a:pt x="23336" y="26051"/>
                        <a:pt x="22860" y="25956"/>
                      </a:cubicBezTo>
                      <a:cubicBezTo>
                        <a:pt x="22193" y="25765"/>
                        <a:pt x="21812" y="25670"/>
                        <a:pt x="21812" y="25575"/>
                      </a:cubicBezTo>
                      <a:cubicBezTo>
                        <a:pt x="21622" y="25670"/>
                        <a:pt x="21526" y="25860"/>
                        <a:pt x="21622" y="26051"/>
                      </a:cubicBezTo>
                      <a:cubicBezTo>
                        <a:pt x="21622" y="26241"/>
                        <a:pt x="21622" y="26432"/>
                        <a:pt x="21622" y="26622"/>
                      </a:cubicBezTo>
                      <a:cubicBezTo>
                        <a:pt x="21907" y="26527"/>
                        <a:pt x="22098" y="26432"/>
                        <a:pt x="22288" y="26432"/>
                      </a:cubicBezTo>
                      <a:cubicBezTo>
                        <a:pt x="22574" y="26432"/>
                        <a:pt x="22860" y="26813"/>
                        <a:pt x="23050" y="27480"/>
                      </a:cubicBezTo>
                      <a:cubicBezTo>
                        <a:pt x="23241" y="28337"/>
                        <a:pt x="23431" y="28813"/>
                        <a:pt x="23527" y="29004"/>
                      </a:cubicBezTo>
                      <a:lnTo>
                        <a:pt x="23146" y="29004"/>
                      </a:lnTo>
                      <a:cubicBezTo>
                        <a:pt x="23717" y="30528"/>
                        <a:pt x="24003" y="32623"/>
                        <a:pt x="24003" y="35290"/>
                      </a:cubicBezTo>
                      <a:cubicBezTo>
                        <a:pt x="24003" y="37481"/>
                        <a:pt x="24003" y="39672"/>
                        <a:pt x="24003" y="41767"/>
                      </a:cubicBezTo>
                      <a:cubicBezTo>
                        <a:pt x="24003" y="43005"/>
                        <a:pt x="24193" y="44244"/>
                        <a:pt x="24289" y="45196"/>
                      </a:cubicBezTo>
                      <a:cubicBezTo>
                        <a:pt x="24289" y="45196"/>
                        <a:pt x="24479" y="45196"/>
                        <a:pt x="24765" y="45482"/>
                      </a:cubicBezTo>
                      <a:cubicBezTo>
                        <a:pt x="25051" y="45672"/>
                        <a:pt x="25336" y="45672"/>
                        <a:pt x="25527" y="45577"/>
                      </a:cubicBezTo>
                      <a:cubicBezTo>
                        <a:pt x="25241" y="46244"/>
                        <a:pt x="24955" y="48054"/>
                        <a:pt x="24860" y="50816"/>
                      </a:cubicBezTo>
                      <a:cubicBezTo>
                        <a:pt x="24860" y="52340"/>
                        <a:pt x="24384" y="53388"/>
                        <a:pt x="23431" y="54054"/>
                      </a:cubicBezTo>
                      <a:cubicBezTo>
                        <a:pt x="23527" y="54054"/>
                        <a:pt x="23622" y="54435"/>
                        <a:pt x="23622" y="54816"/>
                      </a:cubicBezTo>
                      <a:cubicBezTo>
                        <a:pt x="23146" y="54816"/>
                        <a:pt x="21622" y="54816"/>
                        <a:pt x="18955" y="54816"/>
                      </a:cubicBezTo>
                      <a:cubicBezTo>
                        <a:pt x="17050" y="54816"/>
                        <a:pt x="15526" y="54912"/>
                        <a:pt x="14383" y="55388"/>
                      </a:cubicBezTo>
                      <a:cubicBezTo>
                        <a:pt x="13430" y="54531"/>
                        <a:pt x="12954" y="53388"/>
                        <a:pt x="12954" y="51673"/>
                      </a:cubicBezTo>
                      <a:cubicBezTo>
                        <a:pt x="12954" y="50244"/>
                        <a:pt x="12954" y="48816"/>
                        <a:pt x="12954" y="47387"/>
                      </a:cubicBezTo>
                      <a:cubicBezTo>
                        <a:pt x="13144" y="42148"/>
                        <a:pt x="13335" y="36624"/>
                        <a:pt x="13335" y="30909"/>
                      </a:cubicBezTo>
                      <a:cubicBezTo>
                        <a:pt x="13335" y="25194"/>
                        <a:pt x="13240" y="19383"/>
                        <a:pt x="12954" y="13287"/>
                      </a:cubicBezTo>
                      <a:cubicBezTo>
                        <a:pt x="12668" y="12335"/>
                        <a:pt x="11906" y="11859"/>
                        <a:pt x="10763" y="11859"/>
                      </a:cubicBezTo>
                      <a:cubicBezTo>
                        <a:pt x="10573" y="11859"/>
                        <a:pt x="10192" y="11859"/>
                        <a:pt x="9811" y="11859"/>
                      </a:cubicBezTo>
                      <a:lnTo>
                        <a:pt x="8953" y="11859"/>
                      </a:lnTo>
                      <a:cubicBezTo>
                        <a:pt x="8382" y="11859"/>
                        <a:pt x="7906" y="11763"/>
                        <a:pt x="7525" y="11573"/>
                      </a:cubicBezTo>
                      <a:cubicBezTo>
                        <a:pt x="7906" y="11573"/>
                        <a:pt x="6572" y="11573"/>
                        <a:pt x="3429" y="11573"/>
                      </a:cubicBezTo>
                      <a:cubicBezTo>
                        <a:pt x="2000" y="11573"/>
                        <a:pt x="857" y="11192"/>
                        <a:pt x="0" y="10430"/>
                      </a:cubicBezTo>
                      <a:lnTo>
                        <a:pt x="0" y="810"/>
                      </a:lnTo>
                      <a:cubicBezTo>
                        <a:pt x="0" y="810"/>
                        <a:pt x="476" y="1191"/>
                        <a:pt x="857" y="1191"/>
                      </a:cubicBezTo>
                      <a:cubicBezTo>
                        <a:pt x="1429" y="1191"/>
                        <a:pt x="2000" y="810"/>
                        <a:pt x="2476" y="143"/>
                      </a:cubicBezTo>
                      <a:cubicBezTo>
                        <a:pt x="5239" y="-48"/>
                        <a:pt x="9334" y="-48"/>
                        <a:pt x="14859" y="143"/>
                      </a:cubicBezTo>
                      <a:cubicBezTo>
                        <a:pt x="20288" y="238"/>
                        <a:pt x="24479" y="143"/>
                        <a:pt x="27432" y="48"/>
                      </a:cubicBezTo>
                      <a:cubicBezTo>
                        <a:pt x="27527" y="333"/>
                        <a:pt x="27813" y="429"/>
                        <a:pt x="28099" y="429"/>
                      </a:cubicBezTo>
                      <a:cubicBezTo>
                        <a:pt x="28289" y="429"/>
                        <a:pt x="28480" y="429"/>
                        <a:pt x="28861" y="238"/>
                      </a:cubicBezTo>
                      <a:cubicBezTo>
                        <a:pt x="29146" y="48"/>
                        <a:pt x="29337" y="48"/>
                        <a:pt x="29527" y="48"/>
                      </a:cubicBezTo>
                      <a:cubicBezTo>
                        <a:pt x="30099" y="333"/>
                        <a:pt x="31528" y="333"/>
                        <a:pt x="33814" y="48"/>
                      </a:cubicBezTo>
                      <a:cubicBezTo>
                        <a:pt x="35528" y="-143"/>
                        <a:pt x="36481" y="429"/>
                        <a:pt x="36576" y="1857"/>
                      </a:cubicBezTo>
                      <a:close/>
                      <a:moveTo>
                        <a:pt x="5905" y="4239"/>
                      </a:moveTo>
                      <a:cubicBezTo>
                        <a:pt x="6382" y="3477"/>
                        <a:pt x="6953" y="3096"/>
                        <a:pt x="7715" y="3096"/>
                      </a:cubicBezTo>
                      <a:cubicBezTo>
                        <a:pt x="8001" y="3096"/>
                        <a:pt x="8477" y="3096"/>
                        <a:pt x="9049" y="3286"/>
                      </a:cubicBezTo>
                      <a:cubicBezTo>
                        <a:pt x="9620" y="3381"/>
                        <a:pt x="10192" y="3477"/>
                        <a:pt x="10573" y="3477"/>
                      </a:cubicBezTo>
                      <a:cubicBezTo>
                        <a:pt x="10954" y="3477"/>
                        <a:pt x="11239" y="3477"/>
                        <a:pt x="11621" y="3286"/>
                      </a:cubicBezTo>
                      <a:lnTo>
                        <a:pt x="10573" y="2238"/>
                      </a:lnTo>
                      <a:cubicBezTo>
                        <a:pt x="10573" y="2238"/>
                        <a:pt x="10001" y="2048"/>
                        <a:pt x="10001" y="1667"/>
                      </a:cubicBezTo>
                      <a:cubicBezTo>
                        <a:pt x="10096" y="1191"/>
                        <a:pt x="10096" y="1000"/>
                        <a:pt x="10001" y="905"/>
                      </a:cubicBezTo>
                      <a:cubicBezTo>
                        <a:pt x="9906" y="1191"/>
                        <a:pt x="9715" y="1381"/>
                        <a:pt x="9525" y="1381"/>
                      </a:cubicBezTo>
                      <a:cubicBezTo>
                        <a:pt x="9525" y="1381"/>
                        <a:pt x="9334" y="1381"/>
                        <a:pt x="9144" y="1381"/>
                      </a:cubicBezTo>
                      <a:cubicBezTo>
                        <a:pt x="9144" y="1381"/>
                        <a:pt x="9144" y="1667"/>
                        <a:pt x="9144" y="2048"/>
                      </a:cubicBezTo>
                      <a:cubicBezTo>
                        <a:pt x="8572" y="2429"/>
                        <a:pt x="7906" y="2619"/>
                        <a:pt x="7048" y="2715"/>
                      </a:cubicBezTo>
                      <a:cubicBezTo>
                        <a:pt x="6001" y="2810"/>
                        <a:pt x="5334" y="2905"/>
                        <a:pt x="4953" y="3096"/>
                      </a:cubicBezTo>
                      <a:lnTo>
                        <a:pt x="6286" y="3096"/>
                      </a:lnTo>
                      <a:cubicBezTo>
                        <a:pt x="6286" y="3096"/>
                        <a:pt x="5715" y="3762"/>
                        <a:pt x="5429" y="3953"/>
                      </a:cubicBezTo>
                      <a:cubicBezTo>
                        <a:pt x="5429" y="3953"/>
                        <a:pt x="5429" y="3953"/>
                        <a:pt x="5429" y="3953"/>
                      </a:cubicBezTo>
                      <a:cubicBezTo>
                        <a:pt x="5429" y="3953"/>
                        <a:pt x="5239" y="4048"/>
                        <a:pt x="5143" y="4143"/>
                      </a:cubicBezTo>
                      <a:cubicBezTo>
                        <a:pt x="4858" y="4239"/>
                        <a:pt x="4667" y="4239"/>
                        <a:pt x="4477" y="4239"/>
                      </a:cubicBezTo>
                      <a:cubicBezTo>
                        <a:pt x="4286" y="4239"/>
                        <a:pt x="4096" y="4239"/>
                        <a:pt x="3715" y="4239"/>
                      </a:cubicBezTo>
                      <a:cubicBezTo>
                        <a:pt x="2762" y="4239"/>
                        <a:pt x="2096" y="4239"/>
                        <a:pt x="1714" y="4239"/>
                      </a:cubicBezTo>
                      <a:lnTo>
                        <a:pt x="1714" y="3858"/>
                      </a:lnTo>
                      <a:lnTo>
                        <a:pt x="857" y="4715"/>
                      </a:lnTo>
                      <a:cubicBezTo>
                        <a:pt x="857" y="4715"/>
                        <a:pt x="1333" y="4810"/>
                        <a:pt x="1619" y="4810"/>
                      </a:cubicBezTo>
                      <a:cubicBezTo>
                        <a:pt x="1619" y="4810"/>
                        <a:pt x="2381" y="4620"/>
                        <a:pt x="3715" y="4143"/>
                      </a:cubicBezTo>
                      <a:lnTo>
                        <a:pt x="4477" y="4143"/>
                      </a:lnTo>
                      <a:cubicBezTo>
                        <a:pt x="4477" y="4143"/>
                        <a:pt x="4763" y="4334"/>
                        <a:pt x="4858" y="4524"/>
                      </a:cubicBezTo>
                      <a:cubicBezTo>
                        <a:pt x="4858" y="4715"/>
                        <a:pt x="5048" y="4905"/>
                        <a:pt x="5143" y="5096"/>
                      </a:cubicBezTo>
                      <a:cubicBezTo>
                        <a:pt x="5143" y="5001"/>
                        <a:pt x="5048" y="4810"/>
                        <a:pt x="4953" y="4620"/>
                      </a:cubicBezTo>
                      <a:cubicBezTo>
                        <a:pt x="4953" y="4334"/>
                        <a:pt x="4953" y="4143"/>
                        <a:pt x="5143" y="4048"/>
                      </a:cubicBezTo>
                      <a:cubicBezTo>
                        <a:pt x="5143" y="4048"/>
                        <a:pt x="5334" y="4048"/>
                        <a:pt x="5429" y="3953"/>
                      </a:cubicBezTo>
                      <a:cubicBezTo>
                        <a:pt x="5715" y="4429"/>
                        <a:pt x="5905" y="4715"/>
                        <a:pt x="5905" y="4810"/>
                      </a:cubicBezTo>
                      <a:lnTo>
                        <a:pt x="7715" y="4429"/>
                      </a:lnTo>
                      <a:lnTo>
                        <a:pt x="5905" y="4239"/>
                      </a:lnTo>
                      <a:close/>
                      <a:moveTo>
                        <a:pt x="4572" y="7382"/>
                      </a:moveTo>
                      <a:lnTo>
                        <a:pt x="5715" y="6810"/>
                      </a:lnTo>
                      <a:lnTo>
                        <a:pt x="5143" y="6810"/>
                      </a:lnTo>
                      <a:lnTo>
                        <a:pt x="4572" y="7382"/>
                      </a:lnTo>
                      <a:close/>
                      <a:moveTo>
                        <a:pt x="13049" y="2143"/>
                      </a:moveTo>
                      <a:lnTo>
                        <a:pt x="13906" y="1286"/>
                      </a:lnTo>
                      <a:cubicBezTo>
                        <a:pt x="13906" y="1286"/>
                        <a:pt x="13240" y="1095"/>
                        <a:pt x="12859" y="905"/>
                      </a:cubicBezTo>
                      <a:lnTo>
                        <a:pt x="12001" y="2238"/>
                      </a:lnTo>
                      <a:lnTo>
                        <a:pt x="11049" y="1667"/>
                      </a:lnTo>
                      <a:lnTo>
                        <a:pt x="12287" y="3000"/>
                      </a:lnTo>
                      <a:cubicBezTo>
                        <a:pt x="12287" y="2143"/>
                        <a:pt x="12478" y="1572"/>
                        <a:pt x="12859" y="1381"/>
                      </a:cubicBezTo>
                      <a:cubicBezTo>
                        <a:pt x="12954" y="1381"/>
                        <a:pt x="13049" y="1762"/>
                        <a:pt x="13049" y="2238"/>
                      </a:cubicBezTo>
                      <a:close/>
                      <a:moveTo>
                        <a:pt x="15716" y="29575"/>
                      </a:moveTo>
                      <a:cubicBezTo>
                        <a:pt x="16573" y="29575"/>
                        <a:pt x="16859" y="29575"/>
                        <a:pt x="16764" y="29385"/>
                      </a:cubicBezTo>
                      <a:cubicBezTo>
                        <a:pt x="16573" y="29385"/>
                        <a:pt x="16192" y="29385"/>
                        <a:pt x="15716" y="29575"/>
                      </a:cubicBezTo>
                      <a:cubicBezTo>
                        <a:pt x="15430" y="29575"/>
                        <a:pt x="15335" y="29575"/>
                        <a:pt x="15145" y="29575"/>
                      </a:cubicBezTo>
                      <a:cubicBezTo>
                        <a:pt x="15335" y="29575"/>
                        <a:pt x="15526" y="29575"/>
                        <a:pt x="15716" y="29575"/>
                      </a:cubicBezTo>
                      <a:close/>
                      <a:moveTo>
                        <a:pt x="22860" y="28527"/>
                      </a:moveTo>
                      <a:cubicBezTo>
                        <a:pt x="22384" y="28146"/>
                        <a:pt x="21622" y="27956"/>
                        <a:pt x="20669" y="27956"/>
                      </a:cubicBezTo>
                      <a:cubicBezTo>
                        <a:pt x="19526" y="27956"/>
                        <a:pt x="18764" y="27956"/>
                        <a:pt x="18288" y="27765"/>
                      </a:cubicBezTo>
                      <a:lnTo>
                        <a:pt x="20098" y="28908"/>
                      </a:lnTo>
                      <a:cubicBezTo>
                        <a:pt x="20098" y="28908"/>
                        <a:pt x="19717" y="29194"/>
                        <a:pt x="19717" y="29480"/>
                      </a:cubicBezTo>
                      <a:lnTo>
                        <a:pt x="20193" y="29480"/>
                      </a:lnTo>
                      <a:cubicBezTo>
                        <a:pt x="20193" y="29480"/>
                        <a:pt x="20479" y="29670"/>
                        <a:pt x="20479" y="29766"/>
                      </a:cubicBezTo>
                      <a:cubicBezTo>
                        <a:pt x="20479" y="29766"/>
                        <a:pt x="20479" y="29956"/>
                        <a:pt x="20288" y="30242"/>
                      </a:cubicBezTo>
                      <a:cubicBezTo>
                        <a:pt x="20193" y="30432"/>
                        <a:pt x="20098" y="30623"/>
                        <a:pt x="20288" y="30813"/>
                      </a:cubicBezTo>
                      <a:lnTo>
                        <a:pt x="21431" y="30813"/>
                      </a:lnTo>
                      <a:cubicBezTo>
                        <a:pt x="20860" y="30242"/>
                        <a:pt x="20574" y="29861"/>
                        <a:pt x="20574" y="29670"/>
                      </a:cubicBezTo>
                      <a:cubicBezTo>
                        <a:pt x="20574" y="29480"/>
                        <a:pt x="20669" y="29385"/>
                        <a:pt x="20955" y="29194"/>
                      </a:cubicBezTo>
                      <a:cubicBezTo>
                        <a:pt x="21146" y="29099"/>
                        <a:pt x="21526" y="29004"/>
                        <a:pt x="21812" y="28813"/>
                      </a:cubicBezTo>
                      <a:cubicBezTo>
                        <a:pt x="22193" y="28813"/>
                        <a:pt x="22479" y="28813"/>
                        <a:pt x="22669" y="29194"/>
                      </a:cubicBezTo>
                      <a:lnTo>
                        <a:pt x="22669" y="28623"/>
                      </a:lnTo>
                      <a:close/>
                      <a:moveTo>
                        <a:pt x="20193" y="23765"/>
                      </a:moveTo>
                      <a:cubicBezTo>
                        <a:pt x="20193" y="23765"/>
                        <a:pt x="20860" y="24336"/>
                        <a:pt x="21241" y="24336"/>
                      </a:cubicBezTo>
                      <a:cubicBezTo>
                        <a:pt x="21907" y="24336"/>
                        <a:pt x="22479" y="24051"/>
                        <a:pt x="23050" y="23574"/>
                      </a:cubicBezTo>
                      <a:lnTo>
                        <a:pt x="22003" y="23193"/>
                      </a:lnTo>
                      <a:cubicBezTo>
                        <a:pt x="22003" y="23765"/>
                        <a:pt x="21812" y="24051"/>
                        <a:pt x="21622" y="24051"/>
                      </a:cubicBezTo>
                      <a:cubicBezTo>
                        <a:pt x="21622" y="24051"/>
                        <a:pt x="21431" y="23860"/>
                        <a:pt x="21050" y="23574"/>
                      </a:cubicBezTo>
                      <a:cubicBezTo>
                        <a:pt x="20669" y="23289"/>
                        <a:pt x="20383" y="23193"/>
                        <a:pt x="20098" y="23193"/>
                      </a:cubicBezTo>
                      <a:lnTo>
                        <a:pt x="20098" y="23765"/>
                      </a:lnTo>
                      <a:close/>
                      <a:moveTo>
                        <a:pt x="22765" y="30242"/>
                      </a:moveTo>
                      <a:lnTo>
                        <a:pt x="22765" y="30242"/>
                      </a:lnTo>
                      <a:lnTo>
                        <a:pt x="21526" y="29385"/>
                      </a:lnTo>
                      <a:cubicBezTo>
                        <a:pt x="21526" y="29385"/>
                        <a:pt x="21526" y="30051"/>
                        <a:pt x="21907" y="30147"/>
                      </a:cubicBezTo>
                      <a:cubicBezTo>
                        <a:pt x="22193" y="30147"/>
                        <a:pt x="22479" y="30147"/>
                        <a:pt x="22765" y="30337"/>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 name="Google Shape;1532;p99"/>
                <p:cNvSpPr/>
                <p:nvPr/>
              </p:nvSpPr>
              <p:spPr>
                <a:xfrm>
                  <a:off x="3485958" y="2016633"/>
                  <a:ext cx="43338" cy="58483"/>
                </a:xfrm>
                <a:custGeom>
                  <a:avLst/>
                  <a:gdLst/>
                  <a:ahLst/>
                  <a:cxnLst/>
                  <a:rect l="l" t="t" r="r" b="b"/>
                  <a:pathLst>
                    <a:path w="43338" h="58483" extrusionOk="0">
                      <a:moveTo>
                        <a:pt x="857" y="58483"/>
                      </a:moveTo>
                      <a:lnTo>
                        <a:pt x="0" y="57912"/>
                      </a:lnTo>
                      <a:lnTo>
                        <a:pt x="857" y="58103"/>
                      </a:lnTo>
                      <a:lnTo>
                        <a:pt x="857" y="58483"/>
                      </a:lnTo>
                      <a:close/>
                      <a:moveTo>
                        <a:pt x="42196" y="22479"/>
                      </a:moveTo>
                      <a:cubicBezTo>
                        <a:pt x="42100" y="22955"/>
                        <a:pt x="42196" y="23527"/>
                        <a:pt x="42577" y="24098"/>
                      </a:cubicBezTo>
                      <a:cubicBezTo>
                        <a:pt x="42958" y="24670"/>
                        <a:pt x="43148" y="25051"/>
                        <a:pt x="43148" y="25241"/>
                      </a:cubicBezTo>
                      <a:cubicBezTo>
                        <a:pt x="43148" y="25527"/>
                        <a:pt x="42958" y="25908"/>
                        <a:pt x="42577" y="26289"/>
                      </a:cubicBezTo>
                      <a:cubicBezTo>
                        <a:pt x="42767" y="28099"/>
                        <a:pt x="42958" y="30099"/>
                        <a:pt x="42958" y="32195"/>
                      </a:cubicBezTo>
                      <a:cubicBezTo>
                        <a:pt x="42958" y="34290"/>
                        <a:pt x="42863" y="36195"/>
                        <a:pt x="42577" y="38100"/>
                      </a:cubicBezTo>
                      <a:cubicBezTo>
                        <a:pt x="41720" y="38386"/>
                        <a:pt x="41243" y="38862"/>
                        <a:pt x="41243" y="39433"/>
                      </a:cubicBezTo>
                      <a:cubicBezTo>
                        <a:pt x="41243" y="39624"/>
                        <a:pt x="41243" y="39910"/>
                        <a:pt x="41434" y="40386"/>
                      </a:cubicBezTo>
                      <a:cubicBezTo>
                        <a:pt x="41529" y="40862"/>
                        <a:pt x="41624" y="41243"/>
                        <a:pt x="41624" y="41434"/>
                      </a:cubicBezTo>
                      <a:cubicBezTo>
                        <a:pt x="41624" y="41624"/>
                        <a:pt x="41624" y="41910"/>
                        <a:pt x="41529" y="42005"/>
                      </a:cubicBezTo>
                      <a:lnTo>
                        <a:pt x="41815" y="43910"/>
                      </a:lnTo>
                      <a:cubicBezTo>
                        <a:pt x="41243" y="44196"/>
                        <a:pt x="40767" y="44863"/>
                        <a:pt x="40386" y="45720"/>
                      </a:cubicBezTo>
                      <a:cubicBezTo>
                        <a:pt x="40005" y="46577"/>
                        <a:pt x="39719" y="47434"/>
                        <a:pt x="39433" y="48292"/>
                      </a:cubicBezTo>
                      <a:cubicBezTo>
                        <a:pt x="38576" y="48673"/>
                        <a:pt x="37148" y="49625"/>
                        <a:pt x="35147" y="51340"/>
                      </a:cubicBezTo>
                      <a:lnTo>
                        <a:pt x="35909" y="52102"/>
                      </a:lnTo>
                      <a:cubicBezTo>
                        <a:pt x="33433" y="52197"/>
                        <a:pt x="31528" y="52864"/>
                        <a:pt x="30385" y="53912"/>
                      </a:cubicBezTo>
                      <a:cubicBezTo>
                        <a:pt x="30194" y="53912"/>
                        <a:pt x="30004" y="53912"/>
                        <a:pt x="29813" y="53912"/>
                      </a:cubicBezTo>
                      <a:cubicBezTo>
                        <a:pt x="29432" y="53912"/>
                        <a:pt x="29051" y="54102"/>
                        <a:pt x="28670" y="54388"/>
                      </a:cubicBezTo>
                      <a:cubicBezTo>
                        <a:pt x="28289" y="54769"/>
                        <a:pt x="28194" y="55150"/>
                        <a:pt x="28194" y="55531"/>
                      </a:cubicBezTo>
                      <a:cubicBezTo>
                        <a:pt x="27623" y="55150"/>
                        <a:pt x="26956" y="54959"/>
                        <a:pt x="26194" y="54959"/>
                      </a:cubicBezTo>
                      <a:lnTo>
                        <a:pt x="24003" y="54959"/>
                      </a:lnTo>
                      <a:cubicBezTo>
                        <a:pt x="24003" y="54959"/>
                        <a:pt x="24003" y="54388"/>
                        <a:pt x="23527" y="54197"/>
                      </a:cubicBezTo>
                      <a:cubicBezTo>
                        <a:pt x="23146" y="54007"/>
                        <a:pt x="22955" y="53816"/>
                        <a:pt x="22860" y="53626"/>
                      </a:cubicBezTo>
                      <a:cubicBezTo>
                        <a:pt x="22384" y="54483"/>
                        <a:pt x="21527" y="54959"/>
                        <a:pt x="20479" y="55054"/>
                      </a:cubicBezTo>
                      <a:cubicBezTo>
                        <a:pt x="20288" y="55054"/>
                        <a:pt x="19431" y="55054"/>
                        <a:pt x="17812" y="55054"/>
                      </a:cubicBezTo>
                      <a:cubicBezTo>
                        <a:pt x="16669" y="54578"/>
                        <a:pt x="15526" y="54102"/>
                        <a:pt x="14383" y="53626"/>
                      </a:cubicBezTo>
                      <a:cubicBezTo>
                        <a:pt x="12954" y="53054"/>
                        <a:pt x="11906" y="52388"/>
                        <a:pt x="11240" y="51625"/>
                      </a:cubicBezTo>
                      <a:cubicBezTo>
                        <a:pt x="10954" y="51911"/>
                        <a:pt x="10382" y="51911"/>
                        <a:pt x="9525" y="51435"/>
                      </a:cubicBezTo>
                      <a:cubicBezTo>
                        <a:pt x="8382" y="50101"/>
                        <a:pt x="7334" y="48673"/>
                        <a:pt x="6191" y="47244"/>
                      </a:cubicBezTo>
                      <a:cubicBezTo>
                        <a:pt x="5048" y="45625"/>
                        <a:pt x="4286" y="44101"/>
                        <a:pt x="4191" y="42672"/>
                      </a:cubicBezTo>
                      <a:cubicBezTo>
                        <a:pt x="3524" y="41910"/>
                        <a:pt x="3239" y="40767"/>
                        <a:pt x="3334" y="39338"/>
                      </a:cubicBezTo>
                      <a:cubicBezTo>
                        <a:pt x="3334" y="37147"/>
                        <a:pt x="3334" y="36004"/>
                        <a:pt x="3334" y="35814"/>
                      </a:cubicBezTo>
                      <a:cubicBezTo>
                        <a:pt x="3334" y="35528"/>
                        <a:pt x="3334" y="35147"/>
                        <a:pt x="3334" y="34766"/>
                      </a:cubicBezTo>
                      <a:cubicBezTo>
                        <a:pt x="3334" y="34290"/>
                        <a:pt x="3334" y="33528"/>
                        <a:pt x="3524" y="32480"/>
                      </a:cubicBezTo>
                      <a:cubicBezTo>
                        <a:pt x="3620" y="31433"/>
                        <a:pt x="3715" y="30671"/>
                        <a:pt x="3715" y="30099"/>
                      </a:cubicBezTo>
                      <a:cubicBezTo>
                        <a:pt x="3715" y="29146"/>
                        <a:pt x="3524" y="28289"/>
                        <a:pt x="3143" y="27622"/>
                      </a:cubicBezTo>
                      <a:cubicBezTo>
                        <a:pt x="3620" y="27432"/>
                        <a:pt x="3715" y="27146"/>
                        <a:pt x="3524" y="26575"/>
                      </a:cubicBezTo>
                      <a:cubicBezTo>
                        <a:pt x="3334" y="26099"/>
                        <a:pt x="3334" y="25717"/>
                        <a:pt x="3715" y="25432"/>
                      </a:cubicBezTo>
                      <a:cubicBezTo>
                        <a:pt x="3429" y="23146"/>
                        <a:pt x="3334" y="21336"/>
                        <a:pt x="3334" y="19812"/>
                      </a:cubicBezTo>
                      <a:cubicBezTo>
                        <a:pt x="3334" y="17145"/>
                        <a:pt x="3715" y="14859"/>
                        <a:pt x="4477" y="12954"/>
                      </a:cubicBezTo>
                      <a:cubicBezTo>
                        <a:pt x="4858" y="11430"/>
                        <a:pt x="5144" y="10382"/>
                        <a:pt x="5334" y="9906"/>
                      </a:cubicBezTo>
                      <a:cubicBezTo>
                        <a:pt x="5906" y="8858"/>
                        <a:pt x="6667" y="8096"/>
                        <a:pt x="7715" y="7906"/>
                      </a:cubicBezTo>
                      <a:cubicBezTo>
                        <a:pt x="8287" y="6287"/>
                        <a:pt x="9620" y="4953"/>
                        <a:pt x="11716" y="3715"/>
                      </a:cubicBezTo>
                      <a:lnTo>
                        <a:pt x="11335" y="3524"/>
                      </a:lnTo>
                      <a:cubicBezTo>
                        <a:pt x="12002" y="3429"/>
                        <a:pt x="12859" y="2858"/>
                        <a:pt x="14097" y="2000"/>
                      </a:cubicBezTo>
                      <a:cubicBezTo>
                        <a:pt x="15050" y="1238"/>
                        <a:pt x="16097" y="953"/>
                        <a:pt x="16954" y="1048"/>
                      </a:cubicBezTo>
                      <a:cubicBezTo>
                        <a:pt x="16954" y="381"/>
                        <a:pt x="17240" y="0"/>
                        <a:pt x="17812" y="0"/>
                      </a:cubicBezTo>
                      <a:cubicBezTo>
                        <a:pt x="18002" y="0"/>
                        <a:pt x="18288" y="0"/>
                        <a:pt x="18860" y="191"/>
                      </a:cubicBezTo>
                      <a:cubicBezTo>
                        <a:pt x="19336" y="286"/>
                        <a:pt x="19717" y="381"/>
                        <a:pt x="19907" y="286"/>
                      </a:cubicBezTo>
                      <a:cubicBezTo>
                        <a:pt x="20574" y="1333"/>
                        <a:pt x="21527" y="1905"/>
                        <a:pt x="22765" y="1905"/>
                      </a:cubicBezTo>
                      <a:cubicBezTo>
                        <a:pt x="23241" y="1905"/>
                        <a:pt x="24194" y="1714"/>
                        <a:pt x="25527" y="1333"/>
                      </a:cubicBezTo>
                      <a:cubicBezTo>
                        <a:pt x="26479" y="1619"/>
                        <a:pt x="27718" y="1619"/>
                        <a:pt x="29146" y="1333"/>
                      </a:cubicBezTo>
                      <a:lnTo>
                        <a:pt x="29146" y="1619"/>
                      </a:lnTo>
                      <a:cubicBezTo>
                        <a:pt x="29146" y="1619"/>
                        <a:pt x="29908" y="1333"/>
                        <a:pt x="30385" y="1333"/>
                      </a:cubicBezTo>
                      <a:cubicBezTo>
                        <a:pt x="30956" y="1333"/>
                        <a:pt x="31718" y="1714"/>
                        <a:pt x="32671" y="2476"/>
                      </a:cubicBezTo>
                      <a:cubicBezTo>
                        <a:pt x="33528" y="3238"/>
                        <a:pt x="34385" y="3620"/>
                        <a:pt x="35052" y="3715"/>
                      </a:cubicBezTo>
                      <a:cubicBezTo>
                        <a:pt x="35242" y="4477"/>
                        <a:pt x="35814" y="5143"/>
                        <a:pt x="36767" y="5905"/>
                      </a:cubicBezTo>
                      <a:cubicBezTo>
                        <a:pt x="37719" y="6667"/>
                        <a:pt x="38291" y="7144"/>
                        <a:pt x="38481" y="7429"/>
                      </a:cubicBezTo>
                      <a:cubicBezTo>
                        <a:pt x="39148" y="7429"/>
                        <a:pt x="39529" y="7906"/>
                        <a:pt x="39719" y="8858"/>
                      </a:cubicBezTo>
                      <a:cubicBezTo>
                        <a:pt x="39815" y="9811"/>
                        <a:pt x="40196" y="10287"/>
                        <a:pt x="40862" y="10287"/>
                      </a:cubicBezTo>
                      <a:cubicBezTo>
                        <a:pt x="41339" y="10858"/>
                        <a:pt x="41624" y="11716"/>
                        <a:pt x="41624" y="12859"/>
                      </a:cubicBezTo>
                      <a:lnTo>
                        <a:pt x="41624" y="13811"/>
                      </a:lnTo>
                      <a:cubicBezTo>
                        <a:pt x="41624" y="13811"/>
                        <a:pt x="41624" y="14573"/>
                        <a:pt x="41624" y="14764"/>
                      </a:cubicBezTo>
                      <a:cubicBezTo>
                        <a:pt x="41624" y="16097"/>
                        <a:pt x="42100" y="17050"/>
                        <a:pt x="43053" y="17621"/>
                      </a:cubicBezTo>
                      <a:cubicBezTo>
                        <a:pt x="42863" y="17907"/>
                        <a:pt x="42767" y="18288"/>
                        <a:pt x="42767" y="18764"/>
                      </a:cubicBezTo>
                      <a:cubicBezTo>
                        <a:pt x="42767" y="19145"/>
                        <a:pt x="42863" y="19621"/>
                        <a:pt x="43053" y="20193"/>
                      </a:cubicBezTo>
                      <a:cubicBezTo>
                        <a:pt x="43244" y="20764"/>
                        <a:pt x="43339" y="21146"/>
                        <a:pt x="43339" y="21431"/>
                      </a:cubicBezTo>
                      <a:cubicBezTo>
                        <a:pt x="43339" y="22003"/>
                        <a:pt x="42958" y="22288"/>
                        <a:pt x="42291" y="22479"/>
                      </a:cubicBezTo>
                      <a:close/>
                      <a:moveTo>
                        <a:pt x="35052" y="26194"/>
                      </a:moveTo>
                      <a:cubicBezTo>
                        <a:pt x="35052" y="26194"/>
                        <a:pt x="36290" y="26479"/>
                        <a:pt x="38195" y="27146"/>
                      </a:cubicBezTo>
                      <a:lnTo>
                        <a:pt x="38195" y="25622"/>
                      </a:lnTo>
                      <a:cubicBezTo>
                        <a:pt x="36671" y="25051"/>
                        <a:pt x="36004" y="24765"/>
                        <a:pt x="36195" y="24765"/>
                      </a:cubicBezTo>
                      <a:cubicBezTo>
                        <a:pt x="35814" y="24765"/>
                        <a:pt x="35719" y="25051"/>
                        <a:pt x="35814" y="25622"/>
                      </a:cubicBezTo>
                      <a:lnTo>
                        <a:pt x="35052" y="24765"/>
                      </a:lnTo>
                      <a:lnTo>
                        <a:pt x="34671" y="24955"/>
                      </a:lnTo>
                      <a:cubicBezTo>
                        <a:pt x="34290" y="24479"/>
                        <a:pt x="33909" y="24098"/>
                        <a:pt x="33338" y="23813"/>
                      </a:cubicBezTo>
                      <a:cubicBezTo>
                        <a:pt x="32290" y="23431"/>
                        <a:pt x="31718" y="23241"/>
                        <a:pt x="31623" y="23146"/>
                      </a:cubicBezTo>
                      <a:cubicBezTo>
                        <a:pt x="31814" y="22955"/>
                        <a:pt x="31909" y="22574"/>
                        <a:pt x="31814" y="22003"/>
                      </a:cubicBezTo>
                      <a:lnTo>
                        <a:pt x="31814" y="20764"/>
                      </a:lnTo>
                      <a:cubicBezTo>
                        <a:pt x="31814" y="20764"/>
                        <a:pt x="31147" y="19336"/>
                        <a:pt x="30290" y="17145"/>
                      </a:cubicBezTo>
                      <a:cubicBezTo>
                        <a:pt x="29718" y="15716"/>
                        <a:pt x="29146" y="14764"/>
                        <a:pt x="28670" y="14383"/>
                      </a:cubicBezTo>
                      <a:lnTo>
                        <a:pt x="29051" y="14192"/>
                      </a:lnTo>
                      <a:cubicBezTo>
                        <a:pt x="28575" y="13525"/>
                        <a:pt x="27908" y="13049"/>
                        <a:pt x="26956" y="12859"/>
                      </a:cubicBezTo>
                      <a:cubicBezTo>
                        <a:pt x="26099" y="12573"/>
                        <a:pt x="25241" y="12287"/>
                        <a:pt x="24479" y="12097"/>
                      </a:cubicBezTo>
                      <a:cubicBezTo>
                        <a:pt x="24479" y="11335"/>
                        <a:pt x="24194" y="10954"/>
                        <a:pt x="23622" y="10954"/>
                      </a:cubicBezTo>
                      <a:cubicBezTo>
                        <a:pt x="22765" y="10954"/>
                        <a:pt x="22193" y="11335"/>
                        <a:pt x="21908" y="12097"/>
                      </a:cubicBezTo>
                      <a:cubicBezTo>
                        <a:pt x="21431" y="12097"/>
                        <a:pt x="20765" y="12478"/>
                        <a:pt x="19907" y="12954"/>
                      </a:cubicBezTo>
                      <a:cubicBezTo>
                        <a:pt x="19050" y="13525"/>
                        <a:pt x="18383" y="13716"/>
                        <a:pt x="17907" y="13621"/>
                      </a:cubicBezTo>
                      <a:cubicBezTo>
                        <a:pt x="17050" y="13906"/>
                        <a:pt x="16383" y="14668"/>
                        <a:pt x="16002" y="15907"/>
                      </a:cubicBezTo>
                      <a:cubicBezTo>
                        <a:pt x="15621" y="17240"/>
                        <a:pt x="15145" y="18097"/>
                        <a:pt x="14669" y="18383"/>
                      </a:cubicBezTo>
                      <a:cubicBezTo>
                        <a:pt x="14669" y="19050"/>
                        <a:pt x="14669" y="20003"/>
                        <a:pt x="14478" y="21146"/>
                      </a:cubicBezTo>
                      <a:cubicBezTo>
                        <a:pt x="14383" y="22288"/>
                        <a:pt x="14288" y="23050"/>
                        <a:pt x="14288" y="23527"/>
                      </a:cubicBezTo>
                      <a:cubicBezTo>
                        <a:pt x="14288" y="24289"/>
                        <a:pt x="14383" y="24955"/>
                        <a:pt x="14669" y="25622"/>
                      </a:cubicBezTo>
                      <a:cubicBezTo>
                        <a:pt x="14192" y="26003"/>
                        <a:pt x="14097" y="26765"/>
                        <a:pt x="14478" y="27813"/>
                      </a:cubicBezTo>
                      <a:cubicBezTo>
                        <a:pt x="14764" y="28766"/>
                        <a:pt x="14669" y="29242"/>
                        <a:pt x="13907" y="29337"/>
                      </a:cubicBezTo>
                      <a:cubicBezTo>
                        <a:pt x="14383" y="31528"/>
                        <a:pt x="14669" y="33147"/>
                        <a:pt x="14669" y="34290"/>
                      </a:cubicBezTo>
                      <a:cubicBezTo>
                        <a:pt x="14669" y="35147"/>
                        <a:pt x="14669" y="35909"/>
                        <a:pt x="14478" y="36671"/>
                      </a:cubicBezTo>
                      <a:cubicBezTo>
                        <a:pt x="14764" y="36957"/>
                        <a:pt x="15431" y="38291"/>
                        <a:pt x="16383" y="40672"/>
                      </a:cubicBezTo>
                      <a:cubicBezTo>
                        <a:pt x="17050" y="42386"/>
                        <a:pt x="18193" y="43148"/>
                        <a:pt x="19717" y="42958"/>
                      </a:cubicBezTo>
                      <a:cubicBezTo>
                        <a:pt x="19812" y="42958"/>
                        <a:pt x="20003" y="42958"/>
                        <a:pt x="20193" y="42767"/>
                      </a:cubicBezTo>
                      <a:cubicBezTo>
                        <a:pt x="20383" y="42577"/>
                        <a:pt x="20479" y="42481"/>
                        <a:pt x="20574" y="42481"/>
                      </a:cubicBezTo>
                      <a:cubicBezTo>
                        <a:pt x="20669" y="42481"/>
                        <a:pt x="20860" y="42577"/>
                        <a:pt x="20955" y="42767"/>
                      </a:cubicBezTo>
                      <a:lnTo>
                        <a:pt x="20669" y="42958"/>
                      </a:lnTo>
                      <a:cubicBezTo>
                        <a:pt x="20669" y="42958"/>
                        <a:pt x="20765" y="43434"/>
                        <a:pt x="21050" y="43529"/>
                      </a:cubicBezTo>
                      <a:lnTo>
                        <a:pt x="21527" y="44005"/>
                      </a:lnTo>
                      <a:cubicBezTo>
                        <a:pt x="21527" y="44005"/>
                        <a:pt x="22289" y="44577"/>
                        <a:pt x="22765" y="44577"/>
                      </a:cubicBezTo>
                      <a:cubicBezTo>
                        <a:pt x="23432" y="44577"/>
                        <a:pt x="23813" y="44291"/>
                        <a:pt x="23813" y="43720"/>
                      </a:cubicBezTo>
                      <a:cubicBezTo>
                        <a:pt x="24098" y="44005"/>
                        <a:pt x="24384" y="44101"/>
                        <a:pt x="24670" y="44101"/>
                      </a:cubicBezTo>
                      <a:cubicBezTo>
                        <a:pt x="24956" y="44101"/>
                        <a:pt x="25241" y="43815"/>
                        <a:pt x="25622" y="43148"/>
                      </a:cubicBezTo>
                      <a:cubicBezTo>
                        <a:pt x="26003" y="42577"/>
                        <a:pt x="26289" y="42291"/>
                        <a:pt x="26575" y="42291"/>
                      </a:cubicBezTo>
                      <a:cubicBezTo>
                        <a:pt x="26861" y="42291"/>
                        <a:pt x="27242" y="42481"/>
                        <a:pt x="27623" y="42767"/>
                      </a:cubicBezTo>
                      <a:cubicBezTo>
                        <a:pt x="27623" y="42577"/>
                        <a:pt x="28099" y="42291"/>
                        <a:pt x="28956" y="41910"/>
                      </a:cubicBezTo>
                      <a:cubicBezTo>
                        <a:pt x="29623" y="41624"/>
                        <a:pt x="29908" y="41243"/>
                        <a:pt x="29908" y="40767"/>
                      </a:cubicBezTo>
                      <a:cubicBezTo>
                        <a:pt x="29908" y="40576"/>
                        <a:pt x="29908" y="40386"/>
                        <a:pt x="29718" y="40100"/>
                      </a:cubicBezTo>
                      <a:cubicBezTo>
                        <a:pt x="30385" y="39814"/>
                        <a:pt x="30766" y="39053"/>
                        <a:pt x="30861" y="38005"/>
                      </a:cubicBezTo>
                      <a:cubicBezTo>
                        <a:pt x="30956" y="36957"/>
                        <a:pt x="31242" y="36195"/>
                        <a:pt x="31718" y="36004"/>
                      </a:cubicBezTo>
                      <a:lnTo>
                        <a:pt x="31718" y="31433"/>
                      </a:lnTo>
                      <a:cubicBezTo>
                        <a:pt x="31718" y="31433"/>
                        <a:pt x="31909" y="30766"/>
                        <a:pt x="31909" y="30385"/>
                      </a:cubicBezTo>
                      <a:cubicBezTo>
                        <a:pt x="31909" y="30004"/>
                        <a:pt x="31909" y="29337"/>
                        <a:pt x="31718" y="28575"/>
                      </a:cubicBezTo>
                      <a:cubicBezTo>
                        <a:pt x="31623" y="27813"/>
                        <a:pt x="31528" y="27242"/>
                        <a:pt x="31528" y="26956"/>
                      </a:cubicBezTo>
                      <a:cubicBezTo>
                        <a:pt x="31528" y="26479"/>
                        <a:pt x="31528" y="26003"/>
                        <a:pt x="31814" y="25622"/>
                      </a:cubicBezTo>
                      <a:cubicBezTo>
                        <a:pt x="31814" y="25146"/>
                        <a:pt x="31909" y="24860"/>
                        <a:pt x="32195" y="24765"/>
                      </a:cubicBezTo>
                      <a:cubicBezTo>
                        <a:pt x="32290" y="24765"/>
                        <a:pt x="32766" y="24765"/>
                        <a:pt x="33338" y="24955"/>
                      </a:cubicBezTo>
                      <a:cubicBezTo>
                        <a:pt x="33814" y="24955"/>
                        <a:pt x="34195" y="24955"/>
                        <a:pt x="34385" y="24955"/>
                      </a:cubicBezTo>
                      <a:cubicBezTo>
                        <a:pt x="34766" y="25337"/>
                        <a:pt x="34957" y="25717"/>
                        <a:pt x="34957" y="26099"/>
                      </a:cubicBezTo>
                      <a:close/>
                      <a:moveTo>
                        <a:pt x="40862" y="22479"/>
                      </a:moveTo>
                      <a:cubicBezTo>
                        <a:pt x="40862" y="22479"/>
                        <a:pt x="40100" y="22193"/>
                        <a:pt x="39719" y="22193"/>
                      </a:cubicBezTo>
                      <a:cubicBezTo>
                        <a:pt x="39529" y="22193"/>
                        <a:pt x="39148" y="22193"/>
                        <a:pt x="38576" y="22384"/>
                      </a:cubicBezTo>
                      <a:cubicBezTo>
                        <a:pt x="38100" y="22479"/>
                        <a:pt x="37624" y="22574"/>
                        <a:pt x="37338" y="22479"/>
                      </a:cubicBezTo>
                      <a:lnTo>
                        <a:pt x="38957" y="23527"/>
                      </a:lnTo>
                      <a:lnTo>
                        <a:pt x="39148" y="22479"/>
                      </a:lnTo>
                      <a:cubicBezTo>
                        <a:pt x="39148" y="22479"/>
                        <a:pt x="39815" y="22670"/>
                        <a:pt x="40767" y="23050"/>
                      </a:cubicBezTo>
                      <a:lnTo>
                        <a:pt x="40767" y="22479"/>
                      </a:lnTo>
                      <a:close/>
                      <a:moveTo>
                        <a:pt x="39243" y="39624"/>
                      </a:moveTo>
                      <a:cubicBezTo>
                        <a:pt x="39243" y="39624"/>
                        <a:pt x="39338" y="39624"/>
                        <a:pt x="39338" y="39529"/>
                      </a:cubicBezTo>
                      <a:cubicBezTo>
                        <a:pt x="39338" y="39433"/>
                        <a:pt x="39243" y="39433"/>
                        <a:pt x="38957" y="39243"/>
                      </a:cubicBezTo>
                      <a:cubicBezTo>
                        <a:pt x="38767" y="39148"/>
                        <a:pt x="38576" y="39053"/>
                        <a:pt x="38576" y="38957"/>
                      </a:cubicBezTo>
                      <a:cubicBezTo>
                        <a:pt x="38576" y="38862"/>
                        <a:pt x="38671" y="38767"/>
                        <a:pt x="38957" y="38576"/>
                      </a:cubicBezTo>
                      <a:cubicBezTo>
                        <a:pt x="38671" y="38576"/>
                        <a:pt x="38386" y="38576"/>
                        <a:pt x="38100" y="38576"/>
                      </a:cubicBezTo>
                      <a:cubicBezTo>
                        <a:pt x="37719" y="38862"/>
                        <a:pt x="37433" y="38957"/>
                        <a:pt x="37433" y="38957"/>
                      </a:cubicBezTo>
                      <a:cubicBezTo>
                        <a:pt x="37529" y="38957"/>
                        <a:pt x="38100" y="39148"/>
                        <a:pt x="39148" y="39529"/>
                      </a:cubicBezTo>
                      <a:close/>
                      <a:moveTo>
                        <a:pt x="41053" y="25622"/>
                      </a:moveTo>
                      <a:lnTo>
                        <a:pt x="41910" y="25622"/>
                      </a:lnTo>
                      <a:cubicBezTo>
                        <a:pt x="41910" y="25622"/>
                        <a:pt x="41243" y="25337"/>
                        <a:pt x="41053" y="25622"/>
                      </a:cubicBezTo>
                      <a:cubicBezTo>
                        <a:pt x="40577" y="25527"/>
                        <a:pt x="39815" y="25241"/>
                        <a:pt x="38957" y="24955"/>
                      </a:cubicBezTo>
                      <a:cubicBezTo>
                        <a:pt x="38957" y="24670"/>
                        <a:pt x="38576" y="24479"/>
                        <a:pt x="38195" y="24479"/>
                      </a:cubicBezTo>
                      <a:cubicBezTo>
                        <a:pt x="38386" y="24479"/>
                        <a:pt x="38671" y="24765"/>
                        <a:pt x="38957" y="24955"/>
                      </a:cubicBezTo>
                      <a:cubicBezTo>
                        <a:pt x="38957" y="25146"/>
                        <a:pt x="38957" y="25337"/>
                        <a:pt x="38957" y="25622"/>
                      </a:cubicBezTo>
                      <a:cubicBezTo>
                        <a:pt x="38957" y="26003"/>
                        <a:pt x="38957" y="26194"/>
                        <a:pt x="38957" y="26289"/>
                      </a:cubicBezTo>
                      <a:cubicBezTo>
                        <a:pt x="38957" y="26384"/>
                        <a:pt x="38957" y="26479"/>
                        <a:pt x="39148" y="26384"/>
                      </a:cubicBezTo>
                      <a:lnTo>
                        <a:pt x="39910" y="25622"/>
                      </a:lnTo>
                      <a:lnTo>
                        <a:pt x="40291" y="25813"/>
                      </a:lnTo>
                      <a:cubicBezTo>
                        <a:pt x="40291" y="25813"/>
                        <a:pt x="40291" y="26194"/>
                        <a:pt x="40196" y="26384"/>
                      </a:cubicBezTo>
                      <a:cubicBezTo>
                        <a:pt x="40100" y="26575"/>
                        <a:pt x="40005" y="26765"/>
                        <a:pt x="40005" y="26860"/>
                      </a:cubicBezTo>
                      <a:cubicBezTo>
                        <a:pt x="40386" y="26860"/>
                        <a:pt x="40672" y="26860"/>
                        <a:pt x="40767" y="26479"/>
                      </a:cubicBezTo>
                      <a:cubicBezTo>
                        <a:pt x="40862" y="26099"/>
                        <a:pt x="40958" y="25813"/>
                        <a:pt x="41053" y="25527"/>
                      </a:cubicBezTo>
                      <a:lnTo>
                        <a:pt x="41053" y="25527"/>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 name="Google Shape;1533;p99"/>
                <p:cNvSpPr/>
                <p:nvPr/>
              </p:nvSpPr>
              <p:spPr>
                <a:xfrm>
                  <a:off x="3534822" y="2017109"/>
                  <a:ext cx="48387" cy="55340"/>
                </a:xfrm>
                <a:custGeom>
                  <a:avLst/>
                  <a:gdLst/>
                  <a:ahLst/>
                  <a:cxnLst/>
                  <a:rect l="l" t="t" r="r" b="b"/>
                  <a:pathLst>
                    <a:path w="48387" h="55340" extrusionOk="0">
                      <a:moveTo>
                        <a:pt x="38862" y="14668"/>
                      </a:moveTo>
                      <a:cubicBezTo>
                        <a:pt x="38862" y="14668"/>
                        <a:pt x="39148" y="15050"/>
                        <a:pt x="39338" y="15050"/>
                      </a:cubicBezTo>
                      <a:lnTo>
                        <a:pt x="39910" y="15050"/>
                      </a:lnTo>
                      <a:cubicBezTo>
                        <a:pt x="39338" y="16573"/>
                        <a:pt x="39243" y="18479"/>
                        <a:pt x="39719" y="20669"/>
                      </a:cubicBezTo>
                      <a:cubicBezTo>
                        <a:pt x="39624" y="21146"/>
                        <a:pt x="39148" y="22003"/>
                        <a:pt x="38386" y="23050"/>
                      </a:cubicBezTo>
                      <a:lnTo>
                        <a:pt x="38957" y="23622"/>
                      </a:lnTo>
                      <a:cubicBezTo>
                        <a:pt x="38957" y="23622"/>
                        <a:pt x="38291" y="24289"/>
                        <a:pt x="37529" y="24479"/>
                      </a:cubicBezTo>
                      <a:cubicBezTo>
                        <a:pt x="36767" y="24670"/>
                        <a:pt x="36195" y="25051"/>
                        <a:pt x="36004" y="25432"/>
                      </a:cubicBezTo>
                      <a:lnTo>
                        <a:pt x="37338" y="25622"/>
                      </a:lnTo>
                      <a:cubicBezTo>
                        <a:pt x="36290" y="27337"/>
                        <a:pt x="34385" y="29337"/>
                        <a:pt x="31623" y="31623"/>
                      </a:cubicBezTo>
                      <a:lnTo>
                        <a:pt x="30480" y="31623"/>
                      </a:lnTo>
                      <a:lnTo>
                        <a:pt x="30480" y="32385"/>
                      </a:lnTo>
                      <a:cubicBezTo>
                        <a:pt x="30480" y="32385"/>
                        <a:pt x="30289" y="32194"/>
                        <a:pt x="30099" y="32194"/>
                      </a:cubicBezTo>
                      <a:cubicBezTo>
                        <a:pt x="29718" y="32194"/>
                        <a:pt x="29528" y="32194"/>
                        <a:pt x="29432" y="32194"/>
                      </a:cubicBezTo>
                      <a:lnTo>
                        <a:pt x="29242" y="32385"/>
                      </a:lnTo>
                      <a:cubicBezTo>
                        <a:pt x="29908" y="32575"/>
                        <a:pt x="30385" y="33147"/>
                        <a:pt x="30575" y="34290"/>
                      </a:cubicBezTo>
                      <a:cubicBezTo>
                        <a:pt x="30861" y="35338"/>
                        <a:pt x="31147" y="35909"/>
                        <a:pt x="31623" y="36004"/>
                      </a:cubicBezTo>
                      <a:cubicBezTo>
                        <a:pt x="31433" y="36862"/>
                        <a:pt x="31813" y="37814"/>
                        <a:pt x="32671" y="38767"/>
                      </a:cubicBezTo>
                      <a:cubicBezTo>
                        <a:pt x="33623" y="39814"/>
                        <a:pt x="34195" y="40767"/>
                        <a:pt x="34290" y="41529"/>
                      </a:cubicBezTo>
                      <a:cubicBezTo>
                        <a:pt x="34004" y="42005"/>
                        <a:pt x="33433" y="42196"/>
                        <a:pt x="32575" y="42005"/>
                      </a:cubicBezTo>
                      <a:cubicBezTo>
                        <a:pt x="31718" y="41815"/>
                        <a:pt x="31337" y="41815"/>
                        <a:pt x="31337" y="42100"/>
                      </a:cubicBezTo>
                      <a:cubicBezTo>
                        <a:pt x="31337" y="42291"/>
                        <a:pt x="31337" y="42672"/>
                        <a:pt x="31623" y="43053"/>
                      </a:cubicBezTo>
                      <a:lnTo>
                        <a:pt x="32671" y="42863"/>
                      </a:lnTo>
                      <a:cubicBezTo>
                        <a:pt x="32671" y="42863"/>
                        <a:pt x="32575" y="43434"/>
                        <a:pt x="32099" y="44005"/>
                      </a:cubicBezTo>
                      <a:lnTo>
                        <a:pt x="32861" y="44767"/>
                      </a:lnTo>
                      <a:cubicBezTo>
                        <a:pt x="32861" y="44767"/>
                        <a:pt x="33147" y="44291"/>
                        <a:pt x="33338" y="43720"/>
                      </a:cubicBezTo>
                      <a:lnTo>
                        <a:pt x="33718" y="45053"/>
                      </a:lnTo>
                      <a:cubicBezTo>
                        <a:pt x="34290" y="44863"/>
                        <a:pt x="34576" y="44291"/>
                        <a:pt x="34480" y="43148"/>
                      </a:cubicBezTo>
                      <a:cubicBezTo>
                        <a:pt x="35147" y="43529"/>
                        <a:pt x="35624" y="44101"/>
                        <a:pt x="36004" y="45148"/>
                      </a:cubicBezTo>
                      <a:cubicBezTo>
                        <a:pt x="36385" y="46196"/>
                        <a:pt x="36862" y="46768"/>
                        <a:pt x="37338" y="46958"/>
                      </a:cubicBezTo>
                      <a:cubicBezTo>
                        <a:pt x="37243" y="47339"/>
                        <a:pt x="37147" y="47720"/>
                        <a:pt x="37147" y="48101"/>
                      </a:cubicBezTo>
                      <a:cubicBezTo>
                        <a:pt x="37147" y="48768"/>
                        <a:pt x="37529" y="49721"/>
                        <a:pt x="38195" y="50768"/>
                      </a:cubicBezTo>
                      <a:cubicBezTo>
                        <a:pt x="38862" y="51911"/>
                        <a:pt x="39243" y="52673"/>
                        <a:pt x="39243" y="53150"/>
                      </a:cubicBezTo>
                      <a:cubicBezTo>
                        <a:pt x="39243" y="53816"/>
                        <a:pt x="38957" y="54388"/>
                        <a:pt x="38195" y="54959"/>
                      </a:cubicBezTo>
                      <a:cubicBezTo>
                        <a:pt x="37624" y="54959"/>
                        <a:pt x="36671" y="54959"/>
                        <a:pt x="35433" y="55150"/>
                      </a:cubicBezTo>
                      <a:cubicBezTo>
                        <a:pt x="34195" y="55340"/>
                        <a:pt x="33242" y="55340"/>
                        <a:pt x="32575" y="55340"/>
                      </a:cubicBezTo>
                      <a:cubicBezTo>
                        <a:pt x="30575" y="55340"/>
                        <a:pt x="28956" y="54769"/>
                        <a:pt x="27908" y="53721"/>
                      </a:cubicBezTo>
                      <a:lnTo>
                        <a:pt x="27718" y="54007"/>
                      </a:lnTo>
                      <a:cubicBezTo>
                        <a:pt x="27432" y="53340"/>
                        <a:pt x="27146" y="52673"/>
                        <a:pt x="26860" y="51911"/>
                      </a:cubicBezTo>
                      <a:cubicBezTo>
                        <a:pt x="26479" y="51054"/>
                        <a:pt x="25908" y="50483"/>
                        <a:pt x="25241" y="50292"/>
                      </a:cubicBezTo>
                      <a:cubicBezTo>
                        <a:pt x="25337" y="50006"/>
                        <a:pt x="25432" y="49721"/>
                        <a:pt x="25432" y="49435"/>
                      </a:cubicBezTo>
                      <a:cubicBezTo>
                        <a:pt x="25432" y="48958"/>
                        <a:pt x="25051" y="48482"/>
                        <a:pt x="24479" y="47911"/>
                      </a:cubicBezTo>
                      <a:cubicBezTo>
                        <a:pt x="23813" y="47434"/>
                        <a:pt x="23527" y="46958"/>
                        <a:pt x="23527" y="46482"/>
                      </a:cubicBezTo>
                      <a:cubicBezTo>
                        <a:pt x="23527" y="46196"/>
                        <a:pt x="23527" y="45815"/>
                        <a:pt x="23813" y="45434"/>
                      </a:cubicBezTo>
                      <a:cubicBezTo>
                        <a:pt x="23336" y="44767"/>
                        <a:pt x="22765" y="43529"/>
                        <a:pt x="22193" y="41624"/>
                      </a:cubicBezTo>
                      <a:cubicBezTo>
                        <a:pt x="21622" y="40005"/>
                        <a:pt x="20955" y="38862"/>
                        <a:pt x="20098" y="38100"/>
                      </a:cubicBezTo>
                      <a:cubicBezTo>
                        <a:pt x="20098" y="36957"/>
                        <a:pt x="19621" y="35528"/>
                        <a:pt x="18574" y="33814"/>
                      </a:cubicBezTo>
                      <a:lnTo>
                        <a:pt x="16574" y="33528"/>
                      </a:lnTo>
                      <a:lnTo>
                        <a:pt x="16764" y="33338"/>
                      </a:lnTo>
                      <a:cubicBezTo>
                        <a:pt x="16764" y="33338"/>
                        <a:pt x="16478" y="32956"/>
                        <a:pt x="16192" y="32956"/>
                      </a:cubicBezTo>
                      <a:lnTo>
                        <a:pt x="15430" y="33814"/>
                      </a:lnTo>
                      <a:cubicBezTo>
                        <a:pt x="15430" y="33814"/>
                        <a:pt x="14668" y="33909"/>
                        <a:pt x="13907" y="34195"/>
                      </a:cubicBezTo>
                      <a:cubicBezTo>
                        <a:pt x="13145" y="34385"/>
                        <a:pt x="12478" y="34576"/>
                        <a:pt x="12097" y="34576"/>
                      </a:cubicBezTo>
                      <a:cubicBezTo>
                        <a:pt x="11811" y="34576"/>
                        <a:pt x="11525" y="34576"/>
                        <a:pt x="11239" y="34385"/>
                      </a:cubicBezTo>
                      <a:cubicBezTo>
                        <a:pt x="11239" y="34385"/>
                        <a:pt x="11239" y="34576"/>
                        <a:pt x="11239" y="34671"/>
                      </a:cubicBezTo>
                      <a:cubicBezTo>
                        <a:pt x="11239" y="34861"/>
                        <a:pt x="11239" y="34957"/>
                        <a:pt x="11430" y="35052"/>
                      </a:cubicBezTo>
                      <a:cubicBezTo>
                        <a:pt x="11525" y="35147"/>
                        <a:pt x="11621" y="35242"/>
                        <a:pt x="11621" y="35242"/>
                      </a:cubicBezTo>
                      <a:cubicBezTo>
                        <a:pt x="11621" y="35338"/>
                        <a:pt x="11430" y="35528"/>
                        <a:pt x="11049" y="35719"/>
                      </a:cubicBezTo>
                      <a:lnTo>
                        <a:pt x="11335" y="40005"/>
                      </a:lnTo>
                      <a:lnTo>
                        <a:pt x="10763" y="40481"/>
                      </a:lnTo>
                      <a:cubicBezTo>
                        <a:pt x="11144" y="41815"/>
                        <a:pt x="11335" y="43625"/>
                        <a:pt x="11335" y="46006"/>
                      </a:cubicBezTo>
                      <a:cubicBezTo>
                        <a:pt x="11335" y="46196"/>
                        <a:pt x="11239" y="46768"/>
                        <a:pt x="11049" y="47530"/>
                      </a:cubicBezTo>
                      <a:cubicBezTo>
                        <a:pt x="10858" y="48292"/>
                        <a:pt x="10763" y="48863"/>
                        <a:pt x="10763" y="49244"/>
                      </a:cubicBezTo>
                      <a:cubicBezTo>
                        <a:pt x="10763" y="50006"/>
                        <a:pt x="11049" y="50578"/>
                        <a:pt x="11621" y="50959"/>
                      </a:cubicBezTo>
                      <a:cubicBezTo>
                        <a:pt x="11239" y="51149"/>
                        <a:pt x="11144" y="51625"/>
                        <a:pt x="11144" y="52292"/>
                      </a:cubicBezTo>
                      <a:lnTo>
                        <a:pt x="11144" y="52959"/>
                      </a:lnTo>
                      <a:cubicBezTo>
                        <a:pt x="11144" y="52959"/>
                        <a:pt x="11144" y="53435"/>
                        <a:pt x="11144" y="53626"/>
                      </a:cubicBezTo>
                      <a:cubicBezTo>
                        <a:pt x="11144" y="54483"/>
                        <a:pt x="10668" y="54864"/>
                        <a:pt x="9716" y="54673"/>
                      </a:cubicBezTo>
                      <a:lnTo>
                        <a:pt x="10096" y="54959"/>
                      </a:lnTo>
                      <a:cubicBezTo>
                        <a:pt x="9334" y="55245"/>
                        <a:pt x="8382" y="55340"/>
                        <a:pt x="7239" y="55150"/>
                      </a:cubicBezTo>
                      <a:cubicBezTo>
                        <a:pt x="6096" y="54959"/>
                        <a:pt x="5334" y="54959"/>
                        <a:pt x="4953" y="55245"/>
                      </a:cubicBezTo>
                      <a:cubicBezTo>
                        <a:pt x="3429" y="55054"/>
                        <a:pt x="1905" y="54673"/>
                        <a:pt x="571" y="53911"/>
                      </a:cubicBezTo>
                      <a:cubicBezTo>
                        <a:pt x="571" y="50387"/>
                        <a:pt x="571" y="45053"/>
                        <a:pt x="381" y="37814"/>
                      </a:cubicBezTo>
                      <a:lnTo>
                        <a:pt x="0" y="37814"/>
                      </a:lnTo>
                      <a:cubicBezTo>
                        <a:pt x="381" y="37338"/>
                        <a:pt x="571" y="36671"/>
                        <a:pt x="571" y="36004"/>
                      </a:cubicBezTo>
                      <a:cubicBezTo>
                        <a:pt x="571" y="35719"/>
                        <a:pt x="571" y="35242"/>
                        <a:pt x="381" y="34576"/>
                      </a:cubicBezTo>
                      <a:cubicBezTo>
                        <a:pt x="381" y="33909"/>
                        <a:pt x="286" y="33433"/>
                        <a:pt x="286" y="33052"/>
                      </a:cubicBezTo>
                      <a:cubicBezTo>
                        <a:pt x="286" y="32194"/>
                        <a:pt x="476" y="31528"/>
                        <a:pt x="857" y="30861"/>
                      </a:cubicBezTo>
                      <a:cubicBezTo>
                        <a:pt x="667" y="28480"/>
                        <a:pt x="571" y="25241"/>
                        <a:pt x="571" y="21146"/>
                      </a:cubicBezTo>
                      <a:lnTo>
                        <a:pt x="571" y="11144"/>
                      </a:lnTo>
                      <a:cubicBezTo>
                        <a:pt x="571" y="11144"/>
                        <a:pt x="191" y="10763"/>
                        <a:pt x="191" y="10573"/>
                      </a:cubicBezTo>
                      <a:cubicBezTo>
                        <a:pt x="191" y="10477"/>
                        <a:pt x="286" y="10192"/>
                        <a:pt x="571" y="9715"/>
                      </a:cubicBezTo>
                      <a:cubicBezTo>
                        <a:pt x="857" y="9334"/>
                        <a:pt x="953" y="8954"/>
                        <a:pt x="953" y="8763"/>
                      </a:cubicBezTo>
                      <a:cubicBezTo>
                        <a:pt x="381" y="8287"/>
                        <a:pt x="95" y="7715"/>
                        <a:pt x="95" y="7048"/>
                      </a:cubicBezTo>
                      <a:cubicBezTo>
                        <a:pt x="95" y="6667"/>
                        <a:pt x="286" y="6001"/>
                        <a:pt x="571" y="4953"/>
                      </a:cubicBezTo>
                      <a:cubicBezTo>
                        <a:pt x="857" y="4000"/>
                        <a:pt x="953" y="3238"/>
                        <a:pt x="857" y="2667"/>
                      </a:cubicBezTo>
                      <a:lnTo>
                        <a:pt x="3620" y="286"/>
                      </a:lnTo>
                      <a:lnTo>
                        <a:pt x="15621" y="0"/>
                      </a:lnTo>
                      <a:cubicBezTo>
                        <a:pt x="15621" y="0"/>
                        <a:pt x="16383" y="762"/>
                        <a:pt x="17240" y="1524"/>
                      </a:cubicBezTo>
                      <a:cubicBezTo>
                        <a:pt x="17907" y="2096"/>
                        <a:pt x="18288" y="2762"/>
                        <a:pt x="18574" y="3429"/>
                      </a:cubicBezTo>
                      <a:cubicBezTo>
                        <a:pt x="18574" y="3238"/>
                        <a:pt x="18574" y="2953"/>
                        <a:pt x="18574" y="2858"/>
                      </a:cubicBezTo>
                      <a:cubicBezTo>
                        <a:pt x="18574" y="2286"/>
                        <a:pt x="18955" y="1810"/>
                        <a:pt x="19717" y="1429"/>
                      </a:cubicBezTo>
                      <a:cubicBezTo>
                        <a:pt x="20669" y="952"/>
                        <a:pt x="21146" y="571"/>
                        <a:pt x="21336" y="381"/>
                      </a:cubicBezTo>
                      <a:cubicBezTo>
                        <a:pt x="21622" y="286"/>
                        <a:pt x="21908" y="381"/>
                        <a:pt x="22288" y="952"/>
                      </a:cubicBezTo>
                      <a:cubicBezTo>
                        <a:pt x="22384" y="952"/>
                        <a:pt x="22574" y="952"/>
                        <a:pt x="22765" y="952"/>
                      </a:cubicBezTo>
                      <a:cubicBezTo>
                        <a:pt x="23050" y="952"/>
                        <a:pt x="23622" y="1143"/>
                        <a:pt x="24289" y="1524"/>
                      </a:cubicBezTo>
                      <a:cubicBezTo>
                        <a:pt x="24955" y="1905"/>
                        <a:pt x="25527" y="2096"/>
                        <a:pt x="26003" y="2096"/>
                      </a:cubicBezTo>
                      <a:lnTo>
                        <a:pt x="28289" y="2096"/>
                      </a:lnTo>
                      <a:cubicBezTo>
                        <a:pt x="28194" y="2858"/>
                        <a:pt x="28384" y="3143"/>
                        <a:pt x="29051" y="3143"/>
                      </a:cubicBezTo>
                      <a:lnTo>
                        <a:pt x="29908" y="3143"/>
                      </a:lnTo>
                      <a:cubicBezTo>
                        <a:pt x="30480" y="3143"/>
                        <a:pt x="30861" y="3334"/>
                        <a:pt x="30956" y="3905"/>
                      </a:cubicBezTo>
                      <a:lnTo>
                        <a:pt x="32575" y="3905"/>
                      </a:lnTo>
                      <a:cubicBezTo>
                        <a:pt x="33623" y="4858"/>
                        <a:pt x="34576" y="5810"/>
                        <a:pt x="35624" y="6763"/>
                      </a:cubicBezTo>
                      <a:cubicBezTo>
                        <a:pt x="36767" y="7906"/>
                        <a:pt x="37433" y="9049"/>
                        <a:pt x="37529" y="10096"/>
                      </a:cubicBezTo>
                      <a:cubicBezTo>
                        <a:pt x="38195" y="10477"/>
                        <a:pt x="38671" y="11049"/>
                        <a:pt x="38862" y="12001"/>
                      </a:cubicBezTo>
                      <a:cubicBezTo>
                        <a:pt x="39148" y="13240"/>
                        <a:pt x="39433" y="14002"/>
                        <a:pt x="39719" y="14383"/>
                      </a:cubicBezTo>
                      <a:lnTo>
                        <a:pt x="39148" y="14859"/>
                      </a:lnTo>
                      <a:close/>
                      <a:moveTo>
                        <a:pt x="6096" y="17240"/>
                      </a:moveTo>
                      <a:lnTo>
                        <a:pt x="6096" y="15716"/>
                      </a:lnTo>
                      <a:lnTo>
                        <a:pt x="5810" y="15716"/>
                      </a:lnTo>
                      <a:lnTo>
                        <a:pt x="5810" y="17240"/>
                      </a:lnTo>
                      <a:lnTo>
                        <a:pt x="6096" y="17240"/>
                      </a:lnTo>
                      <a:close/>
                      <a:moveTo>
                        <a:pt x="8001" y="8096"/>
                      </a:moveTo>
                      <a:cubicBezTo>
                        <a:pt x="8001" y="8096"/>
                        <a:pt x="8001" y="7525"/>
                        <a:pt x="8096" y="7048"/>
                      </a:cubicBezTo>
                      <a:cubicBezTo>
                        <a:pt x="8192" y="6572"/>
                        <a:pt x="8287" y="6286"/>
                        <a:pt x="8287" y="6096"/>
                      </a:cubicBezTo>
                      <a:cubicBezTo>
                        <a:pt x="8287" y="5525"/>
                        <a:pt x="8001" y="5239"/>
                        <a:pt x="7429" y="4953"/>
                      </a:cubicBezTo>
                      <a:lnTo>
                        <a:pt x="8287" y="4096"/>
                      </a:lnTo>
                      <a:cubicBezTo>
                        <a:pt x="8287" y="4096"/>
                        <a:pt x="8287" y="3905"/>
                        <a:pt x="8287" y="3810"/>
                      </a:cubicBezTo>
                      <a:cubicBezTo>
                        <a:pt x="7715" y="4286"/>
                        <a:pt x="7429" y="4763"/>
                        <a:pt x="7429" y="5143"/>
                      </a:cubicBezTo>
                      <a:cubicBezTo>
                        <a:pt x="7429" y="5334"/>
                        <a:pt x="7620" y="6001"/>
                        <a:pt x="8096" y="6953"/>
                      </a:cubicBezTo>
                      <a:cubicBezTo>
                        <a:pt x="7810" y="6953"/>
                        <a:pt x="7620" y="7144"/>
                        <a:pt x="7620" y="7429"/>
                      </a:cubicBezTo>
                      <a:cubicBezTo>
                        <a:pt x="7620" y="7715"/>
                        <a:pt x="7429" y="7906"/>
                        <a:pt x="7239" y="8001"/>
                      </a:cubicBezTo>
                      <a:lnTo>
                        <a:pt x="8096" y="8001"/>
                      </a:lnTo>
                      <a:close/>
                      <a:moveTo>
                        <a:pt x="10858" y="6572"/>
                      </a:moveTo>
                      <a:lnTo>
                        <a:pt x="11906" y="7334"/>
                      </a:lnTo>
                      <a:lnTo>
                        <a:pt x="11906" y="7334"/>
                      </a:lnTo>
                      <a:lnTo>
                        <a:pt x="11335" y="7906"/>
                      </a:lnTo>
                      <a:lnTo>
                        <a:pt x="11906" y="7906"/>
                      </a:lnTo>
                      <a:lnTo>
                        <a:pt x="11906" y="4096"/>
                      </a:lnTo>
                      <a:cubicBezTo>
                        <a:pt x="11906" y="4096"/>
                        <a:pt x="11525" y="4381"/>
                        <a:pt x="11239" y="4667"/>
                      </a:cubicBezTo>
                      <a:cubicBezTo>
                        <a:pt x="11239" y="4572"/>
                        <a:pt x="11144" y="4477"/>
                        <a:pt x="10858" y="4477"/>
                      </a:cubicBezTo>
                      <a:cubicBezTo>
                        <a:pt x="10954" y="4667"/>
                        <a:pt x="11144" y="4763"/>
                        <a:pt x="11239" y="4667"/>
                      </a:cubicBezTo>
                      <a:cubicBezTo>
                        <a:pt x="11335" y="4858"/>
                        <a:pt x="11239" y="5143"/>
                        <a:pt x="11144" y="5525"/>
                      </a:cubicBezTo>
                      <a:lnTo>
                        <a:pt x="11144" y="5525"/>
                      </a:lnTo>
                      <a:cubicBezTo>
                        <a:pt x="11144" y="5525"/>
                        <a:pt x="11525" y="5525"/>
                        <a:pt x="11621" y="5715"/>
                      </a:cubicBezTo>
                      <a:lnTo>
                        <a:pt x="10858" y="6477"/>
                      </a:lnTo>
                      <a:close/>
                      <a:moveTo>
                        <a:pt x="28194" y="18097"/>
                      </a:moveTo>
                      <a:cubicBezTo>
                        <a:pt x="28194" y="18097"/>
                        <a:pt x="28384" y="17717"/>
                        <a:pt x="28384" y="17526"/>
                      </a:cubicBezTo>
                      <a:cubicBezTo>
                        <a:pt x="28384" y="17240"/>
                        <a:pt x="28194" y="16859"/>
                        <a:pt x="27813" y="16573"/>
                      </a:cubicBezTo>
                      <a:cubicBezTo>
                        <a:pt x="27432" y="16288"/>
                        <a:pt x="27146" y="16002"/>
                        <a:pt x="27051" y="15811"/>
                      </a:cubicBezTo>
                      <a:cubicBezTo>
                        <a:pt x="27242" y="15526"/>
                        <a:pt x="27337" y="15240"/>
                        <a:pt x="27337" y="15050"/>
                      </a:cubicBezTo>
                      <a:cubicBezTo>
                        <a:pt x="27337" y="14668"/>
                        <a:pt x="27051" y="14288"/>
                        <a:pt x="26384" y="13906"/>
                      </a:cubicBezTo>
                      <a:cubicBezTo>
                        <a:pt x="25717" y="13525"/>
                        <a:pt x="25337" y="13144"/>
                        <a:pt x="25241" y="12954"/>
                      </a:cubicBezTo>
                      <a:cubicBezTo>
                        <a:pt x="25051" y="12763"/>
                        <a:pt x="24765" y="12573"/>
                        <a:pt x="24384" y="12573"/>
                      </a:cubicBezTo>
                      <a:cubicBezTo>
                        <a:pt x="24289" y="12573"/>
                        <a:pt x="24003" y="12573"/>
                        <a:pt x="23717" y="12668"/>
                      </a:cubicBezTo>
                      <a:cubicBezTo>
                        <a:pt x="23432" y="12668"/>
                        <a:pt x="23241" y="12763"/>
                        <a:pt x="23050" y="12763"/>
                      </a:cubicBezTo>
                      <a:cubicBezTo>
                        <a:pt x="22670" y="12763"/>
                        <a:pt x="22384" y="12573"/>
                        <a:pt x="22288" y="12001"/>
                      </a:cubicBezTo>
                      <a:lnTo>
                        <a:pt x="22860" y="11621"/>
                      </a:lnTo>
                      <a:cubicBezTo>
                        <a:pt x="22003" y="11525"/>
                        <a:pt x="21431" y="11906"/>
                        <a:pt x="21336" y="12668"/>
                      </a:cubicBezTo>
                      <a:cubicBezTo>
                        <a:pt x="21241" y="13811"/>
                        <a:pt x="21050" y="14478"/>
                        <a:pt x="20764" y="14764"/>
                      </a:cubicBezTo>
                      <a:cubicBezTo>
                        <a:pt x="20479" y="13906"/>
                        <a:pt x="20193" y="13049"/>
                        <a:pt x="19907" y="12097"/>
                      </a:cubicBezTo>
                      <a:cubicBezTo>
                        <a:pt x="19621" y="11239"/>
                        <a:pt x="19050" y="10477"/>
                        <a:pt x="18097" y="10001"/>
                      </a:cubicBezTo>
                      <a:cubicBezTo>
                        <a:pt x="18002" y="10954"/>
                        <a:pt x="17431" y="11335"/>
                        <a:pt x="16478" y="11335"/>
                      </a:cubicBezTo>
                      <a:cubicBezTo>
                        <a:pt x="16288" y="11335"/>
                        <a:pt x="15907" y="11335"/>
                        <a:pt x="15430" y="11335"/>
                      </a:cubicBezTo>
                      <a:cubicBezTo>
                        <a:pt x="14954" y="11335"/>
                        <a:pt x="14573" y="11335"/>
                        <a:pt x="14288" y="11335"/>
                      </a:cubicBezTo>
                      <a:cubicBezTo>
                        <a:pt x="14002" y="11335"/>
                        <a:pt x="13716" y="11335"/>
                        <a:pt x="13525" y="11335"/>
                      </a:cubicBezTo>
                      <a:cubicBezTo>
                        <a:pt x="12192" y="12192"/>
                        <a:pt x="11525" y="13621"/>
                        <a:pt x="11525" y="15621"/>
                      </a:cubicBezTo>
                      <a:cubicBezTo>
                        <a:pt x="11525" y="16002"/>
                        <a:pt x="11525" y="16573"/>
                        <a:pt x="11525" y="17431"/>
                      </a:cubicBezTo>
                      <a:cubicBezTo>
                        <a:pt x="11525" y="18288"/>
                        <a:pt x="11525" y="18955"/>
                        <a:pt x="11525" y="19336"/>
                      </a:cubicBezTo>
                      <a:cubicBezTo>
                        <a:pt x="11525" y="20288"/>
                        <a:pt x="11525" y="21050"/>
                        <a:pt x="11239" y="21717"/>
                      </a:cubicBezTo>
                      <a:cubicBezTo>
                        <a:pt x="11239" y="22288"/>
                        <a:pt x="11716" y="22479"/>
                        <a:pt x="12478" y="22479"/>
                      </a:cubicBezTo>
                      <a:cubicBezTo>
                        <a:pt x="13240" y="22479"/>
                        <a:pt x="13716" y="22669"/>
                        <a:pt x="13907" y="23336"/>
                      </a:cubicBezTo>
                      <a:cubicBezTo>
                        <a:pt x="14192" y="23527"/>
                        <a:pt x="14954" y="23622"/>
                        <a:pt x="16097" y="23527"/>
                      </a:cubicBezTo>
                      <a:cubicBezTo>
                        <a:pt x="17050" y="23527"/>
                        <a:pt x="17621" y="23813"/>
                        <a:pt x="18002" y="24384"/>
                      </a:cubicBezTo>
                      <a:cubicBezTo>
                        <a:pt x="18288" y="23717"/>
                        <a:pt x="18764" y="23431"/>
                        <a:pt x="19336" y="23241"/>
                      </a:cubicBezTo>
                      <a:lnTo>
                        <a:pt x="21050" y="23241"/>
                      </a:lnTo>
                      <a:cubicBezTo>
                        <a:pt x="21526" y="23241"/>
                        <a:pt x="21908" y="22860"/>
                        <a:pt x="22193" y="22479"/>
                      </a:cubicBezTo>
                      <a:cubicBezTo>
                        <a:pt x="23813" y="22669"/>
                        <a:pt x="25717" y="21622"/>
                        <a:pt x="27813" y="19431"/>
                      </a:cubicBezTo>
                      <a:lnTo>
                        <a:pt x="26670" y="19050"/>
                      </a:lnTo>
                      <a:lnTo>
                        <a:pt x="28194" y="18193"/>
                      </a:lnTo>
                      <a:close/>
                      <a:moveTo>
                        <a:pt x="26956" y="7429"/>
                      </a:moveTo>
                      <a:cubicBezTo>
                        <a:pt x="26956" y="7429"/>
                        <a:pt x="26765" y="7144"/>
                        <a:pt x="26575" y="7144"/>
                      </a:cubicBezTo>
                      <a:cubicBezTo>
                        <a:pt x="26194" y="7144"/>
                        <a:pt x="26003" y="7334"/>
                        <a:pt x="26003" y="7620"/>
                      </a:cubicBezTo>
                      <a:cubicBezTo>
                        <a:pt x="26003" y="7620"/>
                        <a:pt x="26003" y="7620"/>
                        <a:pt x="26194" y="7620"/>
                      </a:cubicBezTo>
                      <a:lnTo>
                        <a:pt x="27051" y="7334"/>
                      </a:lnTo>
                      <a:close/>
                      <a:moveTo>
                        <a:pt x="29813" y="4191"/>
                      </a:moveTo>
                      <a:lnTo>
                        <a:pt x="29813" y="3810"/>
                      </a:lnTo>
                      <a:cubicBezTo>
                        <a:pt x="29813" y="3810"/>
                        <a:pt x="29051" y="4000"/>
                        <a:pt x="28194" y="4000"/>
                      </a:cubicBezTo>
                      <a:lnTo>
                        <a:pt x="29813" y="4191"/>
                      </a:lnTo>
                      <a:close/>
                      <a:moveTo>
                        <a:pt x="28194" y="15811"/>
                      </a:moveTo>
                      <a:lnTo>
                        <a:pt x="29337" y="15811"/>
                      </a:lnTo>
                      <a:cubicBezTo>
                        <a:pt x="29337" y="15811"/>
                        <a:pt x="28480" y="15145"/>
                        <a:pt x="28194" y="15240"/>
                      </a:cubicBezTo>
                      <a:lnTo>
                        <a:pt x="28194" y="15811"/>
                      </a:lnTo>
                      <a:close/>
                      <a:moveTo>
                        <a:pt x="30385" y="19145"/>
                      </a:moveTo>
                      <a:lnTo>
                        <a:pt x="31147" y="18383"/>
                      </a:lnTo>
                      <a:lnTo>
                        <a:pt x="30766" y="18383"/>
                      </a:lnTo>
                      <a:lnTo>
                        <a:pt x="30385" y="19145"/>
                      </a:lnTo>
                      <a:close/>
                      <a:moveTo>
                        <a:pt x="32480" y="19240"/>
                      </a:moveTo>
                      <a:cubicBezTo>
                        <a:pt x="32480" y="19240"/>
                        <a:pt x="32290" y="18955"/>
                        <a:pt x="32290" y="18669"/>
                      </a:cubicBezTo>
                      <a:cubicBezTo>
                        <a:pt x="32290" y="17907"/>
                        <a:pt x="32671" y="17240"/>
                        <a:pt x="33338" y="16859"/>
                      </a:cubicBezTo>
                      <a:cubicBezTo>
                        <a:pt x="33242" y="16764"/>
                        <a:pt x="33052" y="16669"/>
                        <a:pt x="32861" y="16669"/>
                      </a:cubicBezTo>
                      <a:cubicBezTo>
                        <a:pt x="32861" y="16669"/>
                        <a:pt x="32290" y="16954"/>
                        <a:pt x="31242" y="17621"/>
                      </a:cubicBezTo>
                      <a:cubicBezTo>
                        <a:pt x="31909" y="17812"/>
                        <a:pt x="32290" y="18097"/>
                        <a:pt x="32290" y="18574"/>
                      </a:cubicBezTo>
                      <a:cubicBezTo>
                        <a:pt x="32290" y="18764"/>
                        <a:pt x="32290" y="19050"/>
                        <a:pt x="32099" y="19336"/>
                      </a:cubicBezTo>
                      <a:cubicBezTo>
                        <a:pt x="31909" y="19717"/>
                        <a:pt x="31813" y="19907"/>
                        <a:pt x="31813" y="20098"/>
                      </a:cubicBezTo>
                      <a:cubicBezTo>
                        <a:pt x="31813" y="20383"/>
                        <a:pt x="32195" y="20479"/>
                        <a:pt x="32861" y="20479"/>
                      </a:cubicBezTo>
                      <a:cubicBezTo>
                        <a:pt x="32861" y="19812"/>
                        <a:pt x="32861" y="19431"/>
                        <a:pt x="32575" y="19336"/>
                      </a:cubicBezTo>
                      <a:close/>
                      <a:moveTo>
                        <a:pt x="34576" y="22479"/>
                      </a:moveTo>
                      <a:lnTo>
                        <a:pt x="34766" y="22288"/>
                      </a:lnTo>
                      <a:lnTo>
                        <a:pt x="34385" y="21717"/>
                      </a:lnTo>
                      <a:lnTo>
                        <a:pt x="34576" y="22479"/>
                      </a:lnTo>
                      <a:close/>
                      <a:moveTo>
                        <a:pt x="35909" y="17717"/>
                      </a:moveTo>
                      <a:lnTo>
                        <a:pt x="36671" y="18288"/>
                      </a:lnTo>
                      <a:cubicBezTo>
                        <a:pt x="36671" y="18288"/>
                        <a:pt x="36385" y="17812"/>
                        <a:pt x="36481" y="17717"/>
                      </a:cubicBezTo>
                      <a:lnTo>
                        <a:pt x="35909" y="17717"/>
                      </a:lnTo>
                      <a:close/>
                      <a:moveTo>
                        <a:pt x="36100" y="9334"/>
                      </a:moveTo>
                      <a:lnTo>
                        <a:pt x="36100" y="9906"/>
                      </a:lnTo>
                      <a:lnTo>
                        <a:pt x="36671" y="9334"/>
                      </a:lnTo>
                      <a:lnTo>
                        <a:pt x="36100" y="9334"/>
                      </a:lnTo>
                      <a:close/>
                      <a:moveTo>
                        <a:pt x="36671" y="15430"/>
                      </a:moveTo>
                      <a:lnTo>
                        <a:pt x="38005" y="14097"/>
                      </a:lnTo>
                      <a:lnTo>
                        <a:pt x="37243" y="14097"/>
                      </a:lnTo>
                      <a:lnTo>
                        <a:pt x="36671" y="15430"/>
                      </a:lnTo>
                      <a:close/>
                      <a:moveTo>
                        <a:pt x="37243" y="21431"/>
                      </a:moveTo>
                      <a:lnTo>
                        <a:pt x="38005" y="21146"/>
                      </a:lnTo>
                      <a:cubicBezTo>
                        <a:pt x="38005" y="21146"/>
                        <a:pt x="37719" y="20860"/>
                        <a:pt x="37243" y="20860"/>
                      </a:cubicBezTo>
                      <a:lnTo>
                        <a:pt x="37243" y="21431"/>
                      </a:lnTo>
                      <a:close/>
                      <a:moveTo>
                        <a:pt x="38862" y="8572"/>
                      </a:moveTo>
                      <a:cubicBezTo>
                        <a:pt x="38862" y="8572"/>
                        <a:pt x="39243" y="8572"/>
                        <a:pt x="39529" y="8954"/>
                      </a:cubicBezTo>
                      <a:lnTo>
                        <a:pt x="38862" y="8572"/>
                      </a:lnTo>
                      <a:close/>
                      <a:moveTo>
                        <a:pt x="39910" y="9239"/>
                      </a:moveTo>
                      <a:cubicBezTo>
                        <a:pt x="39910" y="9239"/>
                        <a:pt x="39624" y="9239"/>
                        <a:pt x="39529" y="8954"/>
                      </a:cubicBezTo>
                      <a:lnTo>
                        <a:pt x="39910" y="9239"/>
                      </a:lnTo>
                      <a:close/>
                      <a:moveTo>
                        <a:pt x="40196" y="9334"/>
                      </a:moveTo>
                      <a:lnTo>
                        <a:pt x="39910" y="9334"/>
                      </a:lnTo>
                      <a:cubicBezTo>
                        <a:pt x="39910" y="9334"/>
                        <a:pt x="40196" y="9144"/>
                        <a:pt x="40196" y="9144"/>
                      </a:cubicBezTo>
                      <a:lnTo>
                        <a:pt x="40196" y="9334"/>
                      </a:lnTo>
                      <a:close/>
                      <a:moveTo>
                        <a:pt x="41148" y="6096"/>
                      </a:moveTo>
                      <a:cubicBezTo>
                        <a:pt x="41148" y="6096"/>
                        <a:pt x="40862" y="6096"/>
                        <a:pt x="40576" y="6001"/>
                      </a:cubicBezTo>
                      <a:cubicBezTo>
                        <a:pt x="40291" y="6001"/>
                        <a:pt x="40196" y="6001"/>
                        <a:pt x="40196" y="5810"/>
                      </a:cubicBezTo>
                      <a:cubicBezTo>
                        <a:pt x="40196" y="5620"/>
                        <a:pt x="40196" y="5525"/>
                        <a:pt x="40481" y="5334"/>
                      </a:cubicBezTo>
                      <a:lnTo>
                        <a:pt x="41148" y="6096"/>
                      </a:lnTo>
                      <a:close/>
                      <a:moveTo>
                        <a:pt x="41243" y="16192"/>
                      </a:moveTo>
                      <a:lnTo>
                        <a:pt x="40386" y="15621"/>
                      </a:lnTo>
                      <a:lnTo>
                        <a:pt x="41243" y="15621"/>
                      </a:lnTo>
                      <a:lnTo>
                        <a:pt x="41243" y="16192"/>
                      </a:lnTo>
                      <a:close/>
                      <a:moveTo>
                        <a:pt x="41148" y="6096"/>
                      </a:moveTo>
                      <a:lnTo>
                        <a:pt x="41148" y="6096"/>
                      </a:lnTo>
                      <a:close/>
                      <a:moveTo>
                        <a:pt x="41815" y="11716"/>
                      </a:moveTo>
                      <a:lnTo>
                        <a:pt x="42005" y="10954"/>
                      </a:lnTo>
                      <a:lnTo>
                        <a:pt x="43625" y="11525"/>
                      </a:lnTo>
                      <a:cubicBezTo>
                        <a:pt x="43625" y="11525"/>
                        <a:pt x="42863" y="11811"/>
                        <a:pt x="42672" y="12383"/>
                      </a:cubicBezTo>
                      <a:cubicBezTo>
                        <a:pt x="42577" y="12383"/>
                        <a:pt x="42291" y="12192"/>
                        <a:pt x="41815" y="11811"/>
                      </a:cubicBezTo>
                      <a:close/>
                      <a:moveTo>
                        <a:pt x="43625" y="4572"/>
                      </a:moveTo>
                      <a:cubicBezTo>
                        <a:pt x="43625" y="4572"/>
                        <a:pt x="43434" y="4953"/>
                        <a:pt x="43053" y="4953"/>
                      </a:cubicBezTo>
                      <a:lnTo>
                        <a:pt x="42291" y="4953"/>
                      </a:lnTo>
                      <a:lnTo>
                        <a:pt x="42482" y="4381"/>
                      </a:lnTo>
                      <a:cubicBezTo>
                        <a:pt x="42482" y="4381"/>
                        <a:pt x="43053" y="4572"/>
                        <a:pt x="43625" y="4572"/>
                      </a:cubicBezTo>
                      <a:close/>
                      <a:moveTo>
                        <a:pt x="43243" y="6667"/>
                      </a:moveTo>
                      <a:lnTo>
                        <a:pt x="43243" y="6286"/>
                      </a:lnTo>
                      <a:cubicBezTo>
                        <a:pt x="44196" y="6477"/>
                        <a:pt x="44958" y="6572"/>
                        <a:pt x="45339" y="6477"/>
                      </a:cubicBezTo>
                      <a:lnTo>
                        <a:pt x="45339" y="7048"/>
                      </a:lnTo>
                      <a:lnTo>
                        <a:pt x="43243" y="6667"/>
                      </a:lnTo>
                      <a:close/>
                      <a:moveTo>
                        <a:pt x="45625" y="17050"/>
                      </a:moveTo>
                      <a:lnTo>
                        <a:pt x="45053" y="17050"/>
                      </a:lnTo>
                      <a:lnTo>
                        <a:pt x="45434" y="16383"/>
                      </a:lnTo>
                      <a:cubicBezTo>
                        <a:pt x="45434" y="16383"/>
                        <a:pt x="45625" y="16669"/>
                        <a:pt x="45625" y="17050"/>
                      </a:cubicBezTo>
                      <a:close/>
                      <a:moveTo>
                        <a:pt x="45339" y="16288"/>
                      </a:moveTo>
                      <a:cubicBezTo>
                        <a:pt x="45339" y="16288"/>
                        <a:pt x="45434" y="16097"/>
                        <a:pt x="45625" y="16002"/>
                      </a:cubicBezTo>
                      <a:lnTo>
                        <a:pt x="45434" y="16383"/>
                      </a:lnTo>
                      <a:cubicBezTo>
                        <a:pt x="45434" y="16383"/>
                        <a:pt x="45434" y="16383"/>
                        <a:pt x="45339" y="16383"/>
                      </a:cubicBezTo>
                      <a:close/>
                      <a:moveTo>
                        <a:pt x="45625" y="16002"/>
                      </a:moveTo>
                      <a:lnTo>
                        <a:pt x="45815" y="15526"/>
                      </a:lnTo>
                      <a:cubicBezTo>
                        <a:pt x="45815" y="15526"/>
                        <a:pt x="45815" y="15811"/>
                        <a:pt x="45625" y="16002"/>
                      </a:cubicBezTo>
                      <a:close/>
                      <a:moveTo>
                        <a:pt x="46672" y="1524"/>
                      </a:moveTo>
                      <a:lnTo>
                        <a:pt x="47244" y="2096"/>
                      </a:lnTo>
                      <a:lnTo>
                        <a:pt x="46196" y="2096"/>
                      </a:lnTo>
                      <a:lnTo>
                        <a:pt x="46672" y="1524"/>
                      </a:lnTo>
                      <a:close/>
                      <a:moveTo>
                        <a:pt x="47054" y="8954"/>
                      </a:moveTo>
                      <a:lnTo>
                        <a:pt x="48387" y="10287"/>
                      </a:lnTo>
                      <a:cubicBezTo>
                        <a:pt x="47339" y="10001"/>
                        <a:pt x="46863" y="9715"/>
                        <a:pt x="46863" y="9525"/>
                      </a:cubicBezTo>
                      <a:cubicBezTo>
                        <a:pt x="46863" y="9430"/>
                        <a:pt x="46863" y="9239"/>
                        <a:pt x="47054" y="8954"/>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 name="Google Shape;1534;p99"/>
                <p:cNvSpPr/>
                <p:nvPr/>
              </p:nvSpPr>
              <p:spPr>
                <a:xfrm>
                  <a:off x="3579303" y="2016918"/>
                  <a:ext cx="42195" cy="55530"/>
                </a:xfrm>
                <a:custGeom>
                  <a:avLst/>
                  <a:gdLst/>
                  <a:ahLst/>
                  <a:cxnLst/>
                  <a:rect l="l" t="t" r="r" b="b"/>
                  <a:pathLst>
                    <a:path w="42195" h="55530" extrusionOk="0">
                      <a:moveTo>
                        <a:pt x="37243" y="44387"/>
                      </a:moveTo>
                      <a:cubicBezTo>
                        <a:pt x="38195" y="44958"/>
                        <a:pt x="38671" y="46006"/>
                        <a:pt x="38767" y="47339"/>
                      </a:cubicBezTo>
                      <a:cubicBezTo>
                        <a:pt x="38767" y="48482"/>
                        <a:pt x="38767" y="49721"/>
                        <a:pt x="38767" y="50863"/>
                      </a:cubicBezTo>
                      <a:cubicBezTo>
                        <a:pt x="38767" y="51530"/>
                        <a:pt x="38862" y="52102"/>
                        <a:pt x="39053" y="52483"/>
                      </a:cubicBezTo>
                      <a:cubicBezTo>
                        <a:pt x="37719" y="54578"/>
                        <a:pt x="35624" y="55531"/>
                        <a:pt x="32575" y="55531"/>
                      </a:cubicBezTo>
                      <a:cubicBezTo>
                        <a:pt x="31718" y="55531"/>
                        <a:pt x="30385" y="55531"/>
                        <a:pt x="28480" y="55245"/>
                      </a:cubicBezTo>
                      <a:cubicBezTo>
                        <a:pt x="26670" y="55054"/>
                        <a:pt x="25241" y="54959"/>
                        <a:pt x="24384" y="54959"/>
                      </a:cubicBezTo>
                      <a:cubicBezTo>
                        <a:pt x="23432" y="54959"/>
                        <a:pt x="22574" y="54959"/>
                        <a:pt x="21812" y="55054"/>
                      </a:cubicBezTo>
                      <a:lnTo>
                        <a:pt x="6191" y="55054"/>
                      </a:lnTo>
                      <a:lnTo>
                        <a:pt x="6191" y="54864"/>
                      </a:lnTo>
                      <a:cubicBezTo>
                        <a:pt x="5620" y="54578"/>
                        <a:pt x="4667" y="54483"/>
                        <a:pt x="3334" y="54769"/>
                      </a:cubicBezTo>
                      <a:cubicBezTo>
                        <a:pt x="2000" y="54959"/>
                        <a:pt x="953" y="54769"/>
                        <a:pt x="191" y="54388"/>
                      </a:cubicBezTo>
                      <a:cubicBezTo>
                        <a:pt x="381" y="47911"/>
                        <a:pt x="571" y="41434"/>
                        <a:pt x="571" y="35052"/>
                      </a:cubicBezTo>
                      <a:cubicBezTo>
                        <a:pt x="571" y="28670"/>
                        <a:pt x="476" y="22193"/>
                        <a:pt x="191" y="15716"/>
                      </a:cubicBezTo>
                      <a:cubicBezTo>
                        <a:pt x="476" y="15907"/>
                        <a:pt x="667" y="16002"/>
                        <a:pt x="762" y="15907"/>
                      </a:cubicBezTo>
                      <a:lnTo>
                        <a:pt x="953" y="15716"/>
                      </a:lnTo>
                      <a:cubicBezTo>
                        <a:pt x="953" y="15716"/>
                        <a:pt x="953" y="15240"/>
                        <a:pt x="667" y="15145"/>
                      </a:cubicBezTo>
                      <a:cubicBezTo>
                        <a:pt x="381" y="15050"/>
                        <a:pt x="191" y="14954"/>
                        <a:pt x="191" y="14954"/>
                      </a:cubicBezTo>
                      <a:cubicBezTo>
                        <a:pt x="191" y="14954"/>
                        <a:pt x="286" y="14668"/>
                        <a:pt x="571" y="14478"/>
                      </a:cubicBezTo>
                      <a:cubicBezTo>
                        <a:pt x="571" y="14859"/>
                        <a:pt x="571" y="15145"/>
                        <a:pt x="762" y="15240"/>
                      </a:cubicBezTo>
                      <a:cubicBezTo>
                        <a:pt x="1238" y="15240"/>
                        <a:pt x="1333" y="14954"/>
                        <a:pt x="1143" y="14478"/>
                      </a:cubicBezTo>
                      <a:cubicBezTo>
                        <a:pt x="953" y="14002"/>
                        <a:pt x="953" y="13716"/>
                        <a:pt x="1333" y="13621"/>
                      </a:cubicBezTo>
                      <a:cubicBezTo>
                        <a:pt x="1333" y="13621"/>
                        <a:pt x="1333" y="13811"/>
                        <a:pt x="1333" y="13907"/>
                      </a:cubicBezTo>
                      <a:cubicBezTo>
                        <a:pt x="1333" y="14097"/>
                        <a:pt x="1429" y="14288"/>
                        <a:pt x="1715" y="14478"/>
                      </a:cubicBezTo>
                      <a:cubicBezTo>
                        <a:pt x="2000" y="14668"/>
                        <a:pt x="2096" y="14859"/>
                        <a:pt x="2191" y="14954"/>
                      </a:cubicBezTo>
                      <a:lnTo>
                        <a:pt x="3334" y="14764"/>
                      </a:lnTo>
                      <a:lnTo>
                        <a:pt x="2191" y="14002"/>
                      </a:lnTo>
                      <a:lnTo>
                        <a:pt x="3334" y="13430"/>
                      </a:lnTo>
                      <a:cubicBezTo>
                        <a:pt x="3334" y="13430"/>
                        <a:pt x="3048" y="13145"/>
                        <a:pt x="2476" y="12573"/>
                      </a:cubicBezTo>
                      <a:cubicBezTo>
                        <a:pt x="2096" y="12287"/>
                        <a:pt x="1810" y="12097"/>
                        <a:pt x="1619" y="12097"/>
                      </a:cubicBezTo>
                      <a:cubicBezTo>
                        <a:pt x="1333" y="12097"/>
                        <a:pt x="1143" y="12287"/>
                        <a:pt x="953" y="12668"/>
                      </a:cubicBezTo>
                      <a:cubicBezTo>
                        <a:pt x="667" y="12478"/>
                        <a:pt x="476" y="12287"/>
                        <a:pt x="476" y="12097"/>
                      </a:cubicBezTo>
                      <a:cubicBezTo>
                        <a:pt x="476" y="12001"/>
                        <a:pt x="667" y="11811"/>
                        <a:pt x="1048" y="11525"/>
                      </a:cubicBezTo>
                      <a:cubicBezTo>
                        <a:pt x="1429" y="11239"/>
                        <a:pt x="1619" y="10954"/>
                        <a:pt x="1524" y="10763"/>
                      </a:cubicBezTo>
                      <a:lnTo>
                        <a:pt x="2096" y="11335"/>
                      </a:lnTo>
                      <a:lnTo>
                        <a:pt x="2476" y="10954"/>
                      </a:lnTo>
                      <a:cubicBezTo>
                        <a:pt x="2476" y="10954"/>
                        <a:pt x="2762" y="11144"/>
                        <a:pt x="2953" y="11144"/>
                      </a:cubicBezTo>
                      <a:cubicBezTo>
                        <a:pt x="3143" y="11144"/>
                        <a:pt x="3524" y="11049"/>
                        <a:pt x="4000" y="10763"/>
                      </a:cubicBezTo>
                      <a:cubicBezTo>
                        <a:pt x="4477" y="10573"/>
                        <a:pt x="4858" y="10382"/>
                        <a:pt x="5048" y="10382"/>
                      </a:cubicBezTo>
                      <a:cubicBezTo>
                        <a:pt x="5334" y="10382"/>
                        <a:pt x="5525" y="10478"/>
                        <a:pt x="5715" y="10763"/>
                      </a:cubicBezTo>
                      <a:lnTo>
                        <a:pt x="6096" y="10573"/>
                      </a:lnTo>
                      <a:cubicBezTo>
                        <a:pt x="6096" y="10573"/>
                        <a:pt x="5810" y="9906"/>
                        <a:pt x="5334" y="9716"/>
                      </a:cubicBezTo>
                      <a:cubicBezTo>
                        <a:pt x="4858" y="9525"/>
                        <a:pt x="4572" y="9430"/>
                        <a:pt x="4477" y="9239"/>
                      </a:cubicBezTo>
                      <a:cubicBezTo>
                        <a:pt x="3715" y="9239"/>
                        <a:pt x="2858" y="9239"/>
                        <a:pt x="1810" y="9239"/>
                      </a:cubicBezTo>
                      <a:cubicBezTo>
                        <a:pt x="1810" y="9430"/>
                        <a:pt x="1619" y="9620"/>
                        <a:pt x="1524" y="9620"/>
                      </a:cubicBezTo>
                      <a:cubicBezTo>
                        <a:pt x="1333" y="9430"/>
                        <a:pt x="1238" y="9430"/>
                        <a:pt x="1143" y="9430"/>
                      </a:cubicBezTo>
                      <a:cubicBezTo>
                        <a:pt x="1048" y="9430"/>
                        <a:pt x="953" y="9430"/>
                        <a:pt x="857" y="9430"/>
                      </a:cubicBezTo>
                      <a:lnTo>
                        <a:pt x="286" y="7429"/>
                      </a:lnTo>
                      <a:cubicBezTo>
                        <a:pt x="286" y="7429"/>
                        <a:pt x="953" y="7334"/>
                        <a:pt x="1048" y="7049"/>
                      </a:cubicBezTo>
                      <a:cubicBezTo>
                        <a:pt x="1048" y="6667"/>
                        <a:pt x="857" y="6572"/>
                        <a:pt x="571" y="6667"/>
                      </a:cubicBezTo>
                      <a:cubicBezTo>
                        <a:pt x="191" y="6858"/>
                        <a:pt x="0" y="6763"/>
                        <a:pt x="0" y="6572"/>
                      </a:cubicBezTo>
                      <a:lnTo>
                        <a:pt x="571" y="6001"/>
                      </a:lnTo>
                      <a:lnTo>
                        <a:pt x="1143" y="6572"/>
                      </a:lnTo>
                      <a:cubicBezTo>
                        <a:pt x="1143" y="6572"/>
                        <a:pt x="1333" y="6001"/>
                        <a:pt x="1333" y="5239"/>
                      </a:cubicBezTo>
                      <a:cubicBezTo>
                        <a:pt x="1333" y="5429"/>
                        <a:pt x="1429" y="5525"/>
                        <a:pt x="1715" y="5620"/>
                      </a:cubicBezTo>
                      <a:cubicBezTo>
                        <a:pt x="2096" y="5334"/>
                        <a:pt x="2286" y="5143"/>
                        <a:pt x="2286" y="4953"/>
                      </a:cubicBezTo>
                      <a:cubicBezTo>
                        <a:pt x="2286" y="4763"/>
                        <a:pt x="2000" y="4382"/>
                        <a:pt x="1429" y="4000"/>
                      </a:cubicBezTo>
                      <a:cubicBezTo>
                        <a:pt x="762" y="3620"/>
                        <a:pt x="476" y="3143"/>
                        <a:pt x="476" y="2762"/>
                      </a:cubicBezTo>
                      <a:cubicBezTo>
                        <a:pt x="476" y="2476"/>
                        <a:pt x="667" y="2096"/>
                        <a:pt x="1048" y="1714"/>
                      </a:cubicBezTo>
                      <a:lnTo>
                        <a:pt x="2286" y="381"/>
                      </a:lnTo>
                      <a:cubicBezTo>
                        <a:pt x="4667" y="191"/>
                        <a:pt x="7144" y="0"/>
                        <a:pt x="9811" y="0"/>
                      </a:cubicBezTo>
                      <a:cubicBezTo>
                        <a:pt x="12287" y="0"/>
                        <a:pt x="16097" y="95"/>
                        <a:pt x="21050" y="381"/>
                      </a:cubicBezTo>
                      <a:cubicBezTo>
                        <a:pt x="26099" y="667"/>
                        <a:pt x="29908" y="762"/>
                        <a:pt x="32385" y="762"/>
                      </a:cubicBezTo>
                      <a:cubicBezTo>
                        <a:pt x="34195" y="762"/>
                        <a:pt x="36004" y="762"/>
                        <a:pt x="37624" y="667"/>
                      </a:cubicBezTo>
                      <a:cubicBezTo>
                        <a:pt x="38671" y="1524"/>
                        <a:pt x="39243" y="2572"/>
                        <a:pt x="39243" y="3905"/>
                      </a:cubicBezTo>
                      <a:cubicBezTo>
                        <a:pt x="39243" y="4286"/>
                        <a:pt x="39243" y="5048"/>
                        <a:pt x="39053" y="6001"/>
                      </a:cubicBezTo>
                      <a:cubicBezTo>
                        <a:pt x="38957" y="6953"/>
                        <a:pt x="38862" y="7811"/>
                        <a:pt x="38862" y="8287"/>
                      </a:cubicBezTo>
                      <a:cubicBezTo>
                        <a:pt x="38862" y="8763"/>
                        <a:pt x="38862" y="9334"/>
                        <a:pt x="38957" y="9811"/>
                      </a:cubicBezTo>
                      <a:cubicBezTo>
                        <a:pt x="38957" y="10573"/>
                        <a:pt x="38481" y="10954"/>
                        <a:pt x="37624" y="10954"/>
                      </a:cubicBezTo>
                      <a:cubicBezTo>
                        <a:pt x="37433" y="10954"/>
                        <a:pt x="37243" y="10954"/>
                        <a:pt x="36957" y="10954"/>
                      </a:cubicBezTo>
                      <a:lnTo>
                        <a:pt x="36290" y="10954"/>
                      </a:lnTo>
                      <a:cubicBezTo>
                        <a:pt x="35719" y="10954"/>
                        <a:pt x="35338" y="11049"/>
                        <a:pt x="35052" y="11239"/>
                      </a:cubicBezTo>
                      <a:lnTo>
                        <a:pt x="33528" y="11239"/>
                      </a:lnTo>
                      <a:lnTo>
                        <a:pt x="33528" y="10954"/>
                      </a:lnTo>
                      <a:cubicBezTo>
                        <a:pt x="31433" y="11144"/>
                        <a:pt x="29051" y="11239"/>
                        <a:pt x="26384" y="11239"/>
                      </a:cubicBezTo>
                      <a:cubicBezTo>
                        <a:pt x="24765" y="11239"/>
                        <a:pt x="22384" y="11239"/>
                        <a:pt x="19241" y="11239"/>
                      </a:cubicBezTo>
                      <a:lnTo>
                        <a:pt x="12097" y="11239"/>
                      </a:lnTo>
                      <a:cubicBezTo>
                        <a:pt x="11716" y="12097"/>
                        <a:pt x="11621" y="12954"/>
                        <a:pt x="11621" y="14002"/>
                      </a:cubicBezTo>
                      <a:cubicBezTo>
                        <a:pt x="11621" y="14288"/>
                        <a:pt x="11621" y="14859"/>
                        <a:pt x="11621" y="15430"/>
                      </a:cubicBezTo>
                      <a:lnTo>
                        <a:pt x="11621" y="16954"/>
                      </a:lnTo>
                      <a:cubicBezTo>
                        <a:pt x="11621" y="18002"/>
                        <a:pt x="11621" y="18859"/>
                        <a:pt x="11335" y="19717"/>
                      </a:cubicBezTo>
                      <a:cubicBezTo>
                        <a:pt x="11430" y="20383"/>
                        <a:pt x="11525" y="20955"/>
                        <a:pt x="11621" y="21622"/>
                      </a:cubicBezTo>
                      <a:cubicBezTo>
                        <a:pt x="11906" y="22479"/>
                        <a:pt x="12287" y="22860"/>
                        <a:pt x="12859" y="22860"/>
                      </a:cubicBezTo>
                      <a:cubicBezTo>
                        <a:pt x="13049" y="22860"/>
                        <a:pt x="13240" y="22860"/>
                        <a:pt x="13430" y="22860"/>
                      </a:cubicBezTo>
                      <a:cubicBezTo>
                        <a:pt x="13621" y="22860"/>
                        <a:pt x="13716" y="22860"/>
                        <a:pt x="13907" y="22860"/>
                      </a:cubicBezTo>
                      <a:cubicBezTo>
                        <a:pt x="14097" y="22860"/>
                        <a:pt x="14383" y="22860"/>
                        <a:pt x="14764" y="22765"/>
                      </a:cubicBezTo>
                      <a:cubicBezTo>
                        <a:pt x="15145" y="22765"/>
                        <a:pt x="15335" y="22670"/>
                        <a:pt x="15526" y="22670"/>
                      </a:cubicBezTo>
                      <a:cubicBezTo>
                        <a:pt x="15907" y="22670"/>
                        <a:pt x="16192" y="22860"/>
                        <a:pt x="16383" y="23241"/>
                      </a:cubicBezTo>
                      <a:cubicBezTo>
                        <a:pt x="17621" y="22860"/>
                        <a:pt x="19050" y="22670"/>
                        <a:pt x="20669" y="22670"/>
                      </a:cubicBezTo>
                      <a:cubicBezTo>
                        <a:pt x="21526" y="22670"/>
                        <a:pt x="22670" y="22670"/>
                        <a:pt x="24289" y="22860"/>
                      </a:cubicBezTo>
                      <a:cubicBezTo>
                        <a:pt x="25908" y="22955"/>
                        <a:pt x="27051" y="23050"/>
                        <a:pt x="27813" y="23050"/>
                      </a:cubicBezTo>
                      <a:cubicBezTo>
                        <a:pt x="28575" y="23050"/>
                        <a:pt x="29337" y="23050"/>
                        <a:pt x="30004" y="22860"/>
                      </a:cubicBezTo>
                      <a:cubicBezTo>
                        <a:pt x="30385" y="24003"/>
                        <a:pt x="30480" y="25622"/>
                        <a:pt x="30385" y="27622"/>
                      </a:cubicBezTo>
                      <a:cubicBezTo>
                        <a:pt x="30385" y="30004"/>
                        <a:pt x="30385" y="31528"/>
                        <a:pt x="30480" y="32385"/>
                      </a:cubicBezTo>
                      <a:cubicBezTo>
                        <a:pt x="29528" y="33052"/>
                        <a:pt x="28289" y="33433"/>
                        <a:pt x="26575" y="33433"/>
                      </a:cubicBezTo>
                      <a:cubicBezTo>
                        <a:pt x="25908" y="33433"/>
                        <a:pt x="24860" y="33433"/>
                        <a:pt x="23432" y="33242"/>
                      </a:cubicBezTo>
                      <a:cubicBezTo>
                        <a:pt x="22003" y="33052"/>
                        <a:pt x="20955" y="33052"/>
                        <a:pt x="20193" y="33052"/>
                      </a:cubicBezTo>
                      <a:cubicBezTo>
                        <a:pt x="19526" y="33052"/>
                        <a:pt x="18859" y="33052"/>
                        <a:pt x="18288" y="33147"/>
                      </a:cubicBezTo>
                      <a:lnTo>
                        <a:pt x="18288" y="32766"/>
                      </a:lnTo>
                      <a:cubicBezTo>
                        <a:pt x="18288" y="32766"/>
                        <a:pt x="17240" y="32766"/>
                        <a:pt x="16192" y="32766"/>
                      </a:cubicBezTo>
                      <a:cubicBezTo>
                        <a:pt x="15430" y="32766"/>
                        <a:pt x="14764" y="32957"/>
                        <a:pt x="14097" y="33242"/>
                      </a:cubicBezTo>
                      <a:cubicBezTo>
                        <a:pt x="13907" y="33147"/>
                        <a:pt x="13525" y="33052"/>
                        <a:pt x="13240" y="33052"/>
                      </a:cubicBezTo>
                      <a:cubicBezTo>
                        <a:pt x="12668" y="33052"/>
                        <a:pt x="12383" y="33052"/>
                        <a:pt x="12287" y="33052"/>
                      </a:cubicBezTo>
                      <a:cubicBezTo>
                        <a:pt x="11525" y="33242"/>
                        <a:pt x="11240" y="33814"/>
                        <a:pt x="11240" y="34766"/>
                      </a:cubicBezTo>
                      <a:cubicBezTo>
                        <a:pt x="11240" y="35433"/>
                        <a:pt x="11335" y="35909"/>
                        <a:pt x="11525" y="36290"/>
                      </a:cubicBezTo>
                      <a:cubicBezTo>
                        <a:pt x="10573" y="36004"/>
                        <a:pt x="9620" y="36290"/>
                        <a:pt x="8858" y="37052"/>
                      </a:cubicBezTo>
                      <a:lnTo>
                        <a:pt x="10668" y="36671"/>
                      </a:lnTo>
                      <a:lnTo>
                        <a:pt x="10478" y="37052"/>
                      </a:lnTo>
                      <a:cubicBezTo>
                        <a:pt x="10478" y="37052"/>
                        <a:pt x="10668" y="37338"/>
                        <a:pt x="10858" y="37338"/>
                      </a:cubicBezTo>
                      <a:cubicBezTo>
                        <a:pt x="10763" y="37338"/>
                        <a:pt x="10954" y="37147"/>
                        <a:pt x="11621" y="36767"/>
                      </a:cubicBezTo>
                      <a:cubicBezTo>
                        <a:pt x="11621" y="36576"/>
                        <a:pt x="11621" y="37909"/>
                        <a:pt x="11621" y="40767"/>
                      </a:cubicBezTo>
                      <a:cubicBezTo>
                        <a:pt x="11621" y="42386"/>
                        <a:pt x="11811" y="43625"/>
                        <a:pt x="12478" y="44577"/>
                      </a:cubicBezTo>
                      <a:cubicBezTo>
                        <a:pt x="14192" y="44767"/>
                        <a:pt x="15907" y="44863"/>
                        <a:pt x="17812" y="44863"/>
                      </a:cubicBezTo>
                      <a:cubicBezTo>
                        <a:pt x="19241" y="44863"/>
                        <a:pt x="21336" y="44863"/>
                        <a:pt x="24003" y="44577"/>
                      </a:cubicBezTo>
                      <a:cubicBezTo>
                        <a:pt x="26670" y="44387"/>
                        <a:pt x="28766" y="44291"/>
                        <a:pt x="30099" y="44291"/>
                      </a:cubicBezTo>
                      <a:cubicBezTo>
                        <a:pt x="32195" y="44291"/>
                        <a:pt x="34100" y="44387"/>
                        <a:pt x="35909" y="44672"/>
                      </a:cubicBezTo>
                      <a:cubicBezTo>
                        <a:pt x="36195" y="43910"/>
                        <a:pt x="36862" y="43910"/>
                        <a:pt x="37814" y="44482"/>
                      </a:cubicBezTo>
                      <a:close/>
                      <a:moveTo>
                        <a:pt x="1905" y="10001"/>
                      </a:moveTo>
                      <a:lnTo>
                        <a:pt x="2286" y="10573"/>
                      </a:lnTo>
                      <a:lnTo>
                        <a:pt x="2286" y="10573"/>
                      </a:lnTo>
                      <a:cubicBezTo>
                        <a:pt x="2286" y="10573"/>
                        <a:pt x="2000" y="10287"/>
                        <a:pt x="1905" y="10001"/>
                      </a:cubicBezTo>
                      <a:close/>
                      <a:moveTo>
                        <a:pt x="15907" y="29623"/>
                      </a:moveTo>
                      <a:lnTo>
                        <a:pt x="15050" y="29623"/>
                      </a:lnTo>
                      <a:cubicBezTo>
                        <a:pt x="15050" y="29623"/>
                        <a:pt x="15430" y="29908"/>
                        <a:pt x="15907" y="29623"/>
                      </a:cubicBezTo>
                      <a:lnTo>
                        <a:pt x="16288" y="29623"/>
                      </a:lnTo>
                      <a:cubicBezTo>
                        <a:pt x="16288" y="29623"/>
                        <a:pt x="16383" y="29908"/>
                        <a:pt x="16383" y="30099"/>
                      </a:cubicBezTo>
                      <a:lnTo>
                        <a:pt x="17336" y="29623"/>
                      </a:lnTo>
                      <a:cubicBezTo>
                        <a:pt x="17336" y="29623"/>
                        <a:pt x="17717" y="30004"/>
                        <a:pt x="17717" y="30099"/>
                      </a:cubicBezTo>
                      <a:lnTo>
                        <a:pt x="18764" y="30099"/>
                      </a:lnTo>
                      <a:lnTo>
                        <a:pt x="18764" y="29623"/>
                      </a:lnTo>
                      <a:lnTo>
                        <a:pt x="16288" y="29623"/>
                      </a:lnTo>
                      <a:cubicBezTo>
                        <a:pt x="16288" y="29623"/>
                        <a:pt x="16097" y="29623"/>
                        <a:pt x="15907" y="29623"/>
                      </a:cubicBezTo>
                      <a:close/>
                      <a:moveTo>
                        <a:pt x="29242" y="3810"/>
                      </a:moveTo>
                      <a:lnTo>
                        <a:pt x="28670" y="3429"/>
                      </a:lnTo>
                      <a:lnTo>
                        <a:pt x="29242" y="4572"/>
                      </a:lnTo>
                      <a:lnTo>
                        <a:pt x="29242" y="3810"/>
                      </a:lnTo>
                      <a:close/>
                      <a:moveTo>
                        <a:pt x="41910" y="48101"/>
                      </a:moveTo>
                      <a:lnTo>
                        <a:pt x="42196" y="48101"/>
                      </a:lnTo>
                      <a:lnTo>
                        <a:pt x="41338" y="48578"/>
                      </a:lnTo>
                      <a:lnTo>
                        <a:pt x="41910" y="4810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35" name="Google Shape;1535;p99"/>
              <p:cNvGrpSpPr/>
              <p:nvPr/>
            </p:nvGrpSpPr>
            <p:grpSpPr>
              <a:xfrm>
                <a:off x="8471052" y="6367558"/>
                <a:ext cx="275368" cy="87820"/>
                <a:chOff x="3217734" y="4085653"/>
                <a:chExt cx="275368" cy="87820"/>
              </a:xfrm>
            </p:grpSpPr>
            <p:sp>
              <p:nvSpPr>
                <p:cNvPr id="1536" name="Google Shape;1536;p99"/>
                <p:cNvSpPr/>
                <p:nvPr/>
              </p:nvSpPr>
              <p:spPr>
                <a:xfrm>
                  <a:off x="3217734" y="4085653"/>
                  <a:ext cx="80962" cy="86677"/>
                </a:xfrm>
                <a:custGeom>
                  <a:avLst/>
                  <a:gdLst/>
                  <a:ahLst/>
                  <a:cxnLst/>
                  <a:rect l="l" t="t" r="r" b="b"/>
                  <a:pathLst>
                    <a:path w="80962" h="86677" extrusionOk="0">
                      <a:moveTo>
                        <a:pt x="1238" y="60293"/>
                      </a:moveTo>
                      <a:cubicBezTo>
                        <a:pt x="1238" y="60960"/>
                        <a:pt x="1238" y="61341"/>
                        <a:pt x="1524" y="61341"/>
                      </a:cubicBezTo>
                      <a:cubicBezTo>
                        <a:pt x="1524" y="61341"/>
                        <a:pt x="1715" y="61341"/>
                        <a:pt x="1905" y="61246"/>
                      </a:cubicBezTo>
                      <a:cubicBezTo>
                        <a:pt x="2096" y="61246"/>
                        <a:pt x="2286" y="61150"/>
                        <a:pt x="2477" y="61150"/>
                      </a:cubicBezTo>
                      <a:cubicBezTo>
                        <a:pt x="2762" y="61150"/>
                        <a:pt x="2858" y="61341"/>
                        <a:pt x="2953" y="61531"/>
                      </a:cubicBezTo>
                      <a:cubicBezTo>
                        <a:pt x="1238" y="61531"/>
                        <a:pt x="190" y="61436"/>
                        <a:pt x="0" y="61150"/>
                      </a:cubicBezTo>
                      <a:lnTo>
                        <a:pt x="1238" y="60388"/>
                      </a:lnTo>
                      <a:close/>
                      <a:moveTo>
                        <a:pt x="2953" y="71247"/>
                      </a:moveTo>
                      <a:cubicBezTo>
                        <a:pt x="2953" y="71247"/>
                        <a:pt x="3334" y="70675"/>
                        <a:pt x="3810" y="70675"/>
                      </a:cubicBezTo>
                      <a:lnTo>
                        <a:pt x="4953" y="70675"/>
                      </a:lnTo>
                      <a:cubicBezTo>
                        <a:pt x="4953" y="70675"/>
                        <a:pt x="4572" y="71247"/>
                        <a:pt x="4096" y="71247"/>
                      </a:cubicBezTo>
                      <a:lnTo>
                        <a:pt x="2953" y="71247"/>
                      </a:lnTo>
                      <a:close/>
                      <a:moveTo>
                        <a:pt x="6572" y="76962"/>
                      </a:moveTo>
                      <a:lnTo>
                        <a:pt x="6572" y="75819"/>
                      </a:lnTo>
                      <a:lnTo>
                        <a:pt x="7525" y="75819"/>
                      </a:lnTo>
                      <a:lnTo>
                        <a:pt x="6572" y="76962"/>
                      </a:lnTo>
                      <a:close/>
                      <a:moveTo>
                        <a:pt x="11240" y="69818"/>
                      </a:moveTo>
                      <a:cubicBezTo>
                        <a:pt x="11240" y="69818"/>
                        <a:pt x="12097" y="70009"/>
                        <a:pt x="12859" y="70675"/>
                      </a:cubicBezTo>
                      <a:lnTo>
                        <a:pt x="12478" y="71247"/>
                      </a:lnTo>
                      <a:lnTo>
                        <a:pt x="11144" y="69818"/>
                      </a:lnTo>
                      <a:close/>
                      <a:moveTo>
                        <a:pt x="12859" y="76962"/>
                      </a:moveTo>
                      <a:cubicBezTo>
                        <a:pt x="12859" y="76962"/>
                        <a:pt x="13335" y="76771"/>
                        <a:pt x="13525" y="76295"/>
                      </a:cubicBezTo>
                      <a:cubicBezTo>
                        <a:pt x="13811" y="76010"/>
                        <a:pt x="14002" y="75819"/>
                        <a:pt x="14192" y="75819"/>
                      </a:cubicBezTo>
                      <a:cubicBezTo>
                        <a:pt x="14192" y="76200"/>
                        <a:pt x="14002" y="76486"/>
                        <a:pt x="13621" y="76962"/>
                      </a:cubicBezTo>
                      <a:lnTo>
                        <a:pt x="12764" y="76962"/>
                      </a:lnTo>
                      <a:close/>
                      <a:moveTo>
                        <a:pt x="14859" y="67342"/>
                      </a:moveTo>
                      <a:lnTo>
                        <a:pt x="14573" y="68199"/>
                      </a:lnTo>
                      <a:lnTo>
                        <a:pt x="13335" y="68199"/>
                      </a:lnTo>
                      <a:cubicBezTo>
                        <a:pt x="13716" y="67342"/>
                        <a:pt x="13906" y="66865"/>
                        <a:pt x="14192" y="66865"/>
                      </a:cubicBezTo>
                      <a:cubicBezTo>
                        <a:pt x="14478" y="66865"/>
                        <a:pt x="14669" y="67056"/>
                        <a:pt x="14859" y="67246"/>
                      </a:cubicBezTo>
                      <a:close/>
                      <a:moveTo>
                        <a:pt x="16573" y="59912"/>
                      </a:moveTo>
                      <a:lnTo>
                        <a:pt x="16573" y="60770"/>
                      </a:lnTo>
                      <a:lnTo>
                        <a:pt x="14859" y="59436"/>
                      </a:lnTo>
                      <a:cubicBezTo>
                        <a:pt x="14859" y="59436"/>
                        <a:pt x="15907" y="59436"/>
                        <a:pt x="16573" y="59912"/>
                      </a:cubicBezTo>
                      <a:close/>
                      <a:moveTo>
                        <a:pt x="14859" y="72390"/>
                      </a:moveTo>
                      <a:cubicBezTo>
                        <a:pt x="15431" y="72390"/>
                        <a:pt x="15716" y="72771"/>
                        <a:pt x="15716" y="73533"/>
                      </a:cubicBezTo>
                      <a:lnTo>
                        <a:pt x="14859" y="73533"/>
                      </a:lnTo>
                      <a:lnTo>
                        <a:pt x="14859" y="72390"/>
                      </a:lnTo>
                      <a:close/>
                      <a:moveTo>
                        <a:pt x="16954" y="81534"/>
                      </a:moveTo>
                      <a:lnTo>
                        <a:pt x="16669" y="81058"/>
                      </a:lnTo>
                      <a:lnTo>
                        <a:pt x="18383" y="80105"/>
                      </a:lnTo>
                      <a:lnTo>
                        <a:pt x="16954" y="81534"/>
                      </a:lnTo>
                      <a:close/>
                      <a:moveTo>
                        <a:pt x="80296" y="64389"/>
                      </a:moveTo>
                      <a:lnTo>
                        <a:pt x="76486" y="64865"/>
                      </a:lnTo>
                      <a:cubicBezTo>
                        <a:pt x="76486" y="64865"/>
                        <a:pt x="76390" y="65151"/>
                        <a:pt x="76390" y="65151"/>
                      </a:cubicBezTo>
                      <a:cubicBezTo>
                        <a:pt x="76390" y="65437"/>
                        <a:pt x="76676" y="65627"/>
                        <a:pt x="77343" y="66008"/>
                      </a:cubicBezTo>
                      <a:cubicBezTo>
                        <a:pt x="77915" y="66389"/>
                        <a:pt x="78296" y="66675"/>
                        <a:pt x="78296" y="67151"/>
                      </a:cubicBezTo>
                      <a:lnTo>
                        <a:pt x="79153" y="67151"/>
                      </a:lnTo>
                      <a:cubicBezTo>
                        <a:pt x="78772" y="69437"/>
                        <a:pt x="78391" y="71628"/>
                        <a:pt x="78010" y="73819"/>
                      </a:cubicBezTo>
                      <a:cubicBezTo>
                        <a:pt x="77438" y="76200"/>
                        <a:pt x="76010" y="77724"/>
                        <a:pt x="73819" y="78486"/>
                      </a:cubicBezTo>
                      <a:cubicBezTo>
                        <a:pt x="73438" y="77153"/>
                        <a:pt x="72581" y="76867"/>
                        <a:pt x="71152" y="77343"/>
                      </a:cubicBezTo>
                      <a:lnTo>
                        <a:pt x="70771" y="77629"/>
                      </a:lnTo>
                      <a:lnTo>
                        <a:pt x="72390" y="79343"/>
                      </a:lnTo>
                      <a:cubicBezTo>
                        <a:pt x="71723" y="79153"/>
                        <a:pt x="71056" y="78772"/>
                        <a:pt x="70199" y="78105"/>
                      </a:cubicBezTo>
                      <a:cubicBezTo>
                        <a:pt x="69437" y="77438"/>
                        <a:pt x="68866" y="77057"/>
                        <a:pt x="68390" y="77057"/>
                      </a:cubicBezTo>
                      <a:cubicBezTo>
                        <a:pt x="67913" y="77057"/>
                        <a:pt x="67342" y="77343"/>
                        <a:pt x="66675" y="77914"/>
                      </a:cubicBezTo>
                      <a:lnTo>
                        <a:pt x="68199" y="77914"/>
                      </a:lnTo>
                      <a:lnTo>
                        <a:pt x="67913" y="78391"/>
                      </a:lnTo>
                      <a:cubicBezTo>
                        <a:pt x="68771" y="78772"/>
                        <a:pt x="69914" y="79438"/>
                        <a:pt x="71247" y="80486"/>
                      </a:cubicBezTo>
                      <a:lnTo>
                        <a:pt x="68294" y="81820"/>
                      </a:lnTo>
                      <a:lnTo>
                        <a:pt x="68771" y="82105"/>
                      </a:lnTo>
                      <a:cubicBezTo>
                        <a:pt x="68771" y="82105"/>
                        <a:pt x="67532" y="82677"/>
                        <a:pt x="65342" y="83629"/>
                      </a:cubicBezTo>
                      <a:cubicBezTo>
                        <a:pt x="64198" y="84011"/>
                        <a:pt x="63151" y="84296"/>
                        <a:pt x="62103" y="84296"/>
                      </a:cubicBezTo>
                      <a:cubicBezTo>
                        <a:pt x="61627" y="84296"/>
                        <a:pt x="61055" y="84296"/>
                        <a:pt x="60484" y="84201"/>
                      </a:cubicBezTo>
                      <a:cubicBezTo>
                        <a:pt x="60103" y="85154"/>
                        <a:pt x="60008" y="85820"/>
                        <a:pt x="60198" y="86201"/>
                      </a:cubicBezTo>
                      <a:lnTo>
                        <a:pt x="43910" y="86678"/>
                      </a:lnTo>
                      <a:cubicBezTo>
                        <a:pt x="42577" y="85439"/>
                        <a:pt x="40577" y="84391"/>
                        <a:pt x="37719" y="83534"/>
                      </a:cubicBezTo>
                      <a:cubicBezTo>
                        <a:pt x="34671" y="82677"/>
                        <a:pt x="32671" y="81820"/>
                        <a:pt x="31814" y="81344"/>
                      </a:cubicBezTo>
                      <a:cubicBezTo>
                        <a:pt x="31433" y="80772"/>
                        <a:pt x="30766" y="80486"/>
                        <a:pt x="29908" y="80296"/>
                      </a:cubicBezTo>
                      <a:cubicBezTo>
                        <a:pt x="29051" y="80010"/>
                        <a:pt x="28099" y="79915"/>
                        <a:pt x="27337" y="79629"/>
                      </a:cubicBezTo>
                      <a:lnTo>
                        <a:pt x="28480" y="78391"/>
                      </a:lnTo>
                      <a:lnTo>
                        <a:pt x="26860" y="76676"/>
                      </a:lnTo>
                      <a:lnTo>
                        <a:pt x="26479" y="77914"/>
                      </a:lnTo>
                      <a:cubicBezTo>
                        <a:pt x="25051" y="77533"/>
                        <a:pt x="24289" y="76390"/>
                        <a:pt x="24098" y="74390"/>
                      </a:cubicBezTo>
                      <a:cubicBezTo>
                        <a:pt x="24098" y="72580"/>
                        <a:pt x="23050" y="71628"/>
                        <a:pt x="21146" y="71628"/>
                      </a:cubicBezTo>
                      <a:lnTo>
                        <a:pt x="19717" y="71628"/>
                      </a:lnTo>
                      <a:cubicBezTo>
                        <a:pt x="20955" y="71628"/>
                        <a:pt x="21527" y="70866"/>
                        <a:pt x="21527" y="69532"/>
                      </a:cubicBezTo>
                      <a:cubicBezTo>
                        <a:pt x="21527" y="69152"/>
                        <a:pt x="21527" y="68771"/>
                        <a:pt x="21146" y="68389"/>
                      </a:cubicBezTo>
                      <a:cubicBezTo>
                        <a:pt x="20955" y="68008"/>
                        <a:pt x="20193" y="67628"/>
                        <a:pt x="18860" y="67056"/>
                      </a:cubicBezTo>
                      <a:lnTo>
                        <a:pt x="18479" y="67437"/>
                      </a:lnTo>
                      <a:cubicBezTo>
                        <a:pt x="18479" y="67437"/>
                        <a:pt x="18288" y="67628"/>
                        <a:pt x="18193" y="67628"/>
                      </a:cubicBezTo>
                      <a:cubicBezTo>
                        <a:pt x="18002" y="67628"/>
                        <a:pt x="17812" y="67342"/>
                        <a:pt x="17717" y="66770"/>
                      </a:cubicBezTo>
                      <a:cubicBezTo>
                        <a:pt x="17526" y="66294"/>
                        <a:pt x="17526" y="65818"/>
                        <a:pt x="17717" y="65437"/>
                      </a:cubicBezTo>
                      <a:cubicBezTo>
                        <a:pt x="18383" y="65246"/>
                        <a:pt x="19526" y="64484"/>
                        <a:pt x="20955" y="63151"/>
                      </a:cubicBezTo>
                      <a:cubicBezTo>
                        <a:pt x="22289" y="62008"/>
                        <a:pt x="23336" y="61341"/>
                        <a:pt x="24194" y="61341"/>
                      </a:cubicBezTo>
                      <a:cubicBezTo>
                        <a:pt x="24575" y="61341"/>
                        <a:pt x="25051" y="61436"/>
                        <a:pt x="25622" y="61722"/>
                      </a:cubicBezTo>
                      <a:cubicBezTo>
                        <a:pt x="25337" y="61150"/>
                        <a:pt x="25337" y="60770"/>
                        <a:pt x="25622" y="60388"/>
                      </a:cubicBezTo>
                      <a:cubicBezTo>
                        <a:pt x="25908" y="60007"/>
                        <a:pt x="25622" y="59531"/>
                        <a:pt x="24956" y="58769"/>
                      </a:cubicBezTo>
                      <a:lnTo>
                        <a:pt x="28575" y="57055"/>
                      </a:lnTo>
                      <a:lnTo>
                        <a:pt x="27718" y="55912"/>
                      </a:lnTo>
                      <a:cubicBezTo>
                        <a:pt x="28289" y="55912"/>
                        <a:pt x="29146" y="55531"/>
                        <a:pt x="30480" y="54864"/>
                      </a:cubicBezTo>
                      <a:cubicBezTo>
                        <a:pt x="31718" y="54197"/>
                        <a:pt x="32575" y="53912"/>
                        <a:pt x="33052" y="53912"/>
                      </a:cubicBezTo>
                      <a:cubicBezTo>
                        <a:pt x="33814" y="53912"/>
                        <a:pt x="34290" y="54388"/>
                        <a:pt x="34481" y="55531"/>
                      </a:cubicBezTo>
                      <a:cubicBezTo>
                        <a:pt x="34290" y="57912"/>
                        <a:pt x="35147" y="60198"/>
                        <a:pt x="37052" y="62579"/>
                      </a:cubicBezTo>
                      <a:cubicBezTo>
                        <a:pt x="38005" y="63722"/>
                        <a:pt x="39910" y="65532"/>
                        <a:pt x="42767" y="67913"/>
                      </a:cubicBezTo>
                      <a:cubicBezTo>
                        <a:pt x="43148" y="68961"/>
                        <a:pt x="43910" y="69437"/>
                        <a:pt x="44958" y="69437"/>
                      </a:cubicBezTo>
                      <a:cubicBezTo>
                        <a:pt x="45148" y="69437"/>
                        <a:pt x="45625" y="69437"/>
                        <a:pt x="46292" y="69342"/>
                      </a:cubicBezTo>
                      <a:cubicBezTo>
                        <a:pt x="46863" y="69247"/>
                        <a:pt x="47339" y="69152"/>
                        <a:pt x="47625" y="69152"/>
                      </a:cubicBezTo>
                      <a:cubicBezTo>
                        <a:pt x="48292" y="69152"/>
                        <a:pt x="48863" y="69247"/>
                        <a:pt x="49530" y="69532"/>
                      </a:cubicBezTo>
                      <a:cubicBezTo>
                        <a:pt x="50102" y="69818"/>
                        <a:pt x="50673" y="70009"/>
                        <a:pt x="51435" y="70009"/>
                      </a:cubicBezTo>
                      <a:cubicBezTo>
                        <a:pt x="52673" y="70009"/>
                        <a:pt x="54197" y="69437"/>
                        <a:pt x="55912" y="68199"/>
                      </a:cubicBezTo>
                      <a:cubicBezTo>
                        <a:pt x="58483" y="66485"/>
                        <a:pt x="60008" y="65532"/>
                        <a:pt x="60293" y="65437"/>
                      </a:cubicBezTo>
                      <a:cubicBezTo>
                        <a:pt x="60674" y="64865"/>
                        <a:pt x="60865" y="64294"/>
                        <a:pt x="60865" y="63722"/>
                      </a:cubicBezTo>
                      <a:cubicBezTo>
                        <a:pt x="60865" y="62865"/>
                        <a:pt x="60389" y="61722"/>
                        <a:pt x="59436" y="60293"/>
                      </a:cubicBezTo>
                      <a:cubicBezTo>
                        <a:pt x="58483" y="58864"/>
                        <a:pt x="57817" y="57912"/>
                        <a:pt x="57721" y="57150"/>
                      </a:cubicBezTo>
                      <a:cubicBezTo>
                        <a:pt x="56007" y="56864"/>
                        <a:pt x="54959" y="56197"/>
                        <a:pt x="54769" y="55150"/>
                      </a:cubicBezTo>
                      <a:lnTo>
                        <a:pt x="55245" y="54769"/>
                      </a:lnTo>
                      <a:cubicBezTo>
                        <a:pt x="52959" y="53721"/>
                        <a:pt x="49816" y="52006"/>
                        <a:pt x="45720" y="49816"/>
                      </a:cubicBezTo>
                      <a:cubicBezTo>
                        <a:pt x="45339" y="50197"/>
                        <a:pt x="44863" y="50387"/>
                        <a:pt x="44387" y="50387"/>
                      </a:cubicBezTo>
                      <a:cubicBezTo>
                        <a:pt x="43815" y="50387"/>
                        <a:pt x="43148" y="50006"/>
                        <a:pt x="42196" y="49244"/>
                      </a:cubicBezTo>
                      <a:cubicBezTo>
                        <a:pt x="41339" y="48482"/>
                        <a:pt x="40672" y="48101"/>
                        <a:pt x="40196" y="48101"/>
                      </a:cubicBezTo>
                      <a:cubicBezTo>
                        <a:pt x="40005" y="48101"/>
                        <a:pt x="39719" y="48196"/>
                        <a:pt x="39624" y="48387"/>
                      </a:cubicBezTo>
                      <a:cubicBezTo>
                        <a:pt x="37814" y="47815"/>
                        <a:pt x="36004" y="46387"/>
                        <a:pt x="34195" y="43910"/>
                      </a:cubicBezTo>
                      <a:cubicBezTo>
                        <a:pt x="32194" y="41148"/>
                        <a:pt x="30480" y="39433"/>
                        <a:pt x="29146" y="38671"/>
                      </a:cubicBezTo>
                      <a:cubicBezTo>
                        <a:pt x="29242" y="37910"/>
                        <a:pt x="28861" y="36862"/>
                        <a:pt x="28099" y="35719"/>
                      </a:cubicBezTo>
                      <a:cubicBezTo>
                        <a:pt x="27242" y="34576"/>
                        <a:pt x="26860" y="33623"/>
                        <a:pt x="27051" y="32956"/>
                      </a:cubicBezTo>
                      <a:cubicBezTo>
                        <a:pt x="26575" y="32004"/>
                        <a:pt x="26289" y="30194"/>
                        <a:pt x="26098" y="27527"/>
                      </a:cubicBezTo>
                      <a:cubicBezTo>
                        <a:pt x="25908" y="25146"/>
                        <a:pt x="25813" y="22765"/>
                        <a:pt x="25813" y="20383"/>
                      </a:cubicBezTo>
                      <a:cubicBezTo>
                        <a:pt x="26384" y="20098"/>
                        <a:pt x="26670" y="19907"/>
                        <a:pt x="26670" y="19526"/>
                      </a:cubicBezTo>
                      <a:cubicBezTo>
                        <a:pt x="26670" y="19240"/>
                        <a:pt x="26479" y="18955"/>
                        <a:pt x="26289" y="18479"/>
                      </a:cubicBezTo>
                      <a:cubicBezTo>
                        <a:pt x="26003" y="18002"/>
                        <a:pt x="25813" y="17621"/>
                        <a:pt x="25813" y="17431"/>
                      </a:cubicBezTo>
                      <a:cubicBezTo>
                        <a:pt x="26194" y="16478"/>
                        <a:pt x="27337" y="15049"/>
                        <a:pt x="29527" y="13335"/>
                      </a:cubicBezTo>
                      <a:cubicBezTo>
                        <a:pt x="31242" y="11811"/>
                        <a:pt x="32099" y="10382"/>
                        <a:pt x="32099" y="9049"/>
                      </a:cubicBezTo>
                      <a:cubicBezTo>
                        <a:pt x="32385" y="9049"/>
                        <a:pt x="32861" y="8668"/>
                        <a:pt x="33528" y="8191"/>
                      </a:cubicBezTo>
                      <a:cubicBezTo>
                        <a:pt x="34290" y="7620"/>
                        <a:pt x="34766" y="7429"/>
                        <a:pt x="35052" y="7429"/>
                      </a:cubicBezTo>
                      <a:cubicBezTo>
                        <a:pt x="35242" y="7429"/>
                        <a:pt x="35433" y="7620"/>
                        <a:pt x="35528" y="7811"/>
                      </a:cubicBezTo>
                      <a:cubicBezTo>
                        <a:pt x="36862" y="5715"/>
                        <a:pt x="39148" y="4096"/>
                        <a:pt x="42100" y="2953"/>
                      </a:cubicBezTo>
                      <a:cubicBezTo>
                        <a:pt x="44767" y="2096"/>
                        <a:pt x="47435" y="1333"/>
                        <a:pt x="50006" y="381"/>
                      </a:cubicBezTo>
                      <a:cubicBezTo>
                        <a:pt x="50864" y="95"/>
                        <a:pt x="51625" y="0"/>
                        <a:pt x="52388" y="0"/>
                      </a:cubicBezTo>
                      <a:cubicBezTo>
                        <a:pt x="53626" y="0"/>
                        <a:pt x="55150" y="476"/>
                        <a:pt x="57055" y="1333"/>
                      </a:cubicBezTo>
                      <a:cubicBezTo>
                        <a:pt x="59055" y="2191"/>
                        <a:pt x="60579" y="2667"/>
                        <a:pt x="61722" y="2667"/>
                      </a:cubicBezTo>
                      <a:cubicBezTo>
                        <a:pt x="62198" y="2667"/>
                        <a:pt x="62675" y="2667"/>
                        <a:pt x="63246" y="2381"/>
                      </a:cubicBezTo>
                      <a:cubicBezTo>
                        <a:pt x="63722" y="3429"/>
                        <a:pt x="64675" y="4096"/>
                        <a:pt x="65913" y="4477"/>
                      </a:cubicBezTo>
                      <a:cubicBezTo>
                        <a:pt x="67532" y="4953"/>
                        <a:pt x="68675" y="5429"/>
                        <a:pt x="69152" y="5810"/>
                      </a:cubicBezTo>
                      <a:cubicBezTo>
                        <a:pt x="71628" y="6001"/>
                        <a:pt x="73819" y="9144"/>
                        <a:pt x="75724" y="15240"/>
                      </a:cubicBezTo>
                      <a:cubicBezTo>
                        <a:pt x="75724" y="16097"/>
                        <a:pt x="75057" y="17240"/>
                        <a:pt x="73819" y="18669"/>
                      </a:cubicBezTo>
                      <a:cubicBezTo>
                        <a:pt x="72581" y="20098"/>
                        <a:pt x="72104" y="21336"/>
                        <a:pt x="72104" y="22288"/>
                      </a:cubicBezTo>
                      <a:cubicBezTo>
                        <a:pt x="71342" y="22193"/>
                        <a:pt x="70961" y="22384"/>
                        <a:pt x="70866" y="23146"/>
                      </a:cubicBezTo>
                      <a:cubicBezTo>
                        <a:pt x="70866" y="24098"/>
                        <a:pt x="70580" y="24574"/>
                        <a:pt x="70294" y="24765"/>
                      </a:cubicBezTo>
                      <a:cubicBezTo>
                        <a:pt x="68294" y="25622"/>
                        <a:pt x="66865" y="26098"/>
                        <a:pt x="66104" y="26098"/>
                      </a:cubicBezTo>
                      <a:cubicBezTo>
                        <a:pt x="64960" y="26098"/>
                        <a:pt x="63817" y="25432"/>
                        <a:pt x="62865" y="24003"/>
                      </a:cubicBezTo>
                      <a:cubicBezTo>
                        <a:pt x="62865" y="22860"/>
                        <a:pt x="62008" y="22003"/>
                        <a:pt x="60674" y="21336"/>
                      </a:cubicBezTo>
                      <a:cubicBezTo>
                        <a:pt x="59150" y="20860"/>
                        <a:pt x="58102" y="20098"/>
                        <a:pt x="57817" y="19336"/>
                      </a:cubicBezTo>
                      <a:cubicBezTo>
                        <a:pt x="57436" y="19240"/>
                        <a:pt x="56293" y="18860"/>
                        <a:pt x="54483" y="18097"/>
                      </a:cubicBezTo>
                      <a:cubicBezTo>
                        <a:pt x="53054" y="17621"/>
                        <a:pt x="51911" y="17240"/>
                        <a:pt x="51054" y="17240"/>
                      </a:cubicBezTo>
                      <a:cubicBezTo>
                        <a:pt x="49816" y="17240"/>
                        <a:pt x="48768" y="17716"/>
                        <a:pt x="47911" y="18955"/>
                      </a:cubicBezTo>
                      <a:cubicBezTo>
                        <a:pt x="47530" y="18955"/>
                        <a:pt x="47339" y="18860"/>
                        <a:pt x="47149" y="18860"/>
                      </a:cubicBezTo>
                      <a:cubicBezTo>
                        <a:pt x="46577" y="18860"/>
                        <a:pt x="45720" y="19431"/>
                        <a:pt x="44482" y="20479"/>
                      </a:cubicBezTo>
                      <a:cubicBezTo>
                        <a:pt x="44863" y="21146"/>
                        <a:pt x="45053" y="21622"/>
                        <a:pt x="45053" y="22193"/>
                      </a:cubicBezTo>
                      <a:cubicBezTo>
                        <a:pt x="45053" y="22765"/>
                        <a:pt x="44577" y="23336"/>
                        <a:pt x="43625" y="24003"/>
                      </a:cubicBezTo>
                      <a:cubicBezTo>
                        <a:pt x="42672" y="24479"/>
                        <a:pt x="42196" y="25051"/>
                        <a:pt x="42196" y="25527"/>
                      </a:cubicBezTo>
                      <a:cubicBezTo>
                        <a:pt x="42196" y="25908"/>
                        <a:pt x="42481" y="26575"/>
                        <a:pt x="42958" y="27241"/>
                      </a:cubicBezTo>
                      <a:cubicBezTo>
                        <a:pt x="46006" y="31623"/>
                        <a:pt x="50483" y="34957"/>
                        <a:pt x="56579" y="37147"/>
                      </a:cubicBezTo>
                      <a:cubicBezTo>
                        <a:pt x="57436" y="37338"/>
                        <a:pt x="58483" y="38100"/>
                        <a:pt x="60008" y="39148"/>
                      </a:cubicBezTo>
                      <a:cubicBezTo>
                        <a:pt x="61436" y="40386"/>
                        <a:pt x="62770" y="40957"/>
                        <a:pt x="63722" y="41148"/>
                      </a:cubicBezTo>
                      <a:cubicBezTo>
                        <a:pt x="64675" y="41243"/>
                        <a:pt x="66104" y="42100"/>
                        <a:pt x="67913" y="43624"/>
                      </a:cubicBezTo>
                      <a:cubicBezTo>
                        <a:pt x="69437" y="45053"/>
                        <a:pt x="71056" y="45720"/>
                        <a:pt x="72390" y="45434"/>
                      </a:cubicBezTo>
                      <a:cubicBezTo>
                        <a:pt x="72390" y="46196"/>
                        <a:pt x="72485" y="46577"/>
                        <a:pt x="72771" y="46577"/>
                      </a:cubicBezTo>
                      <a:cubicBezTo>
                        <a:pt x="73438" y="46577"/>
                        <a:pt x="73914" y="47054"/>
                        <a:pt x="74200" y="48101"/>
                      </a:cubicBezTo>
                      <a:cubicBezTo>
                        <a:pt x="74486" y="49054"/>
                        <a:pt x="75057" y="49435"/>
                        <a:pt x="75629" y="49244"/>
                      </a:cubicBezTo>
                      <a:cubicBezTo>
                        <a:pt x="75819" y="49721"/>
                        <a:pt x="76676" y="51149"/>
                        <a:pt x="78486" y="53626"/>
                      </a:cubicBezTo>
                      <a:cubicBezTo>
                        <a:pt x="79819" y="55721"/>
                        <a:pt x="80391" y="57531"/>
                        <a:pt x="80391" y="59150"/>
                      </a:cubicBezTo>
                      <a:cubicBezTo>
                        <a:pt x="80772" y="59531"/>
                        <a:pt x="80963" y="60007"/>
                        <a:pt x="80963" y="60388"/>
                      </a:cubicBezTo>
                      <a:cubicBezTo>
                        <a:pt x="80963" y="60770"/>
                        <a:pt x="80772" y="61150"/>
                        <a:pt x="80391" y="61722"/>
                      </a:cubicBezTo>
                      <a:cubicBezTo>
                        <a:pt x="80010" y="62294"/>
                        <a:pt x="79819" y="62674"/>
                        <a:pt x="79819" y="62865"/>
                      </a:cubicBezTo>
                      <a:cubicBezTo>
                        <a:pt x="79819" y="63246"/>
                        <a:pt x="80105" y="63722"/>
                        <a:pt x="80677" y="64198"/>
                      </a:cubicBezTo>
                      <a:close/>
                      <a:moveTo>
                        <a:pt x="18288" y="66961"/>
                      </a:moveTo>
                      <a:lnTo>
                        <a:pt x="20765" y="66104"/>
                      </a:lnTo>
                      <a:lnTo>
                        <a:pt x="19526" y="66104"/>
                      </a:lnTo>
                      <a:lnTo>
                        <a:pt x="18193" y="66961"/>
                      </a:lnTo>
                      <a:close/>
                      <a:moveTo>
                        <a:pt x="19050" y="77438"/>
                      </a:moveTo>
                      <a:lnTo>
                        <a:pt x="19621" y="77438"/>
                      </a:lnTo>
                      <a:lnTo>
                        <a:pt x="20479" y="78105"/>
                      </a:lnTo>
                      <a:lnTo>
                        <a:pt x="19050" y="77438"/>
                      </a:lnTo>
                      <a:close/>
                      <a:moveTo>
                        <a:pt x="22479" y="83153"/>
                      </a:moveTo>
                      <a:cubicBezTo>
                        <a:pt x="22289" y="82296"/>
                        <a:pt x="22669" y="81629"/>
                        <a:pt x="23241" y="81058"/>
                      </a:cubicBezTo>
                      <a:lnTo>
                        <a:pt x="23146" y="81058"/>
                      </a:lnTo>
                      <a:cubicBezTo>
                        <a:pt x="23146" y="81058"/>
                        <a:pt x="23336" y="81629"/>
                        <a:pt x="23622" y="81915"/>
                      </a:cubicBezTo>
                      <a:cubicBezTo>
                        <a:pt x="24003" y="82296"/>
                        <a:pt x="24098" y="82487"/>
                        <a:pt x="24098" y="82582"/>
                      </a:cubicBezTo>
                      <a:cubicBezTo>
                        <a:pt x="24098" y="82772"/>
                        <a:pt x="23908" y="82963"/>
                        <a:pt x="23717" y="83153"/>
                      </a:cubicBezTo>
                      <a:lnTo>
                        <a:pt x="22479" y="83153"/>
                      </a:lnTo>
                      <a:close/>
                      <a:moveTo>
                        <a:pt x="23431" y="80677"/>
                      </a:moveTo>
                      <a:cubicBezTo>
                        <a:pt x="23431" y="80677"/>
                        <a:pt x="23241" y="80963"/>
                        <a:pt x="23241" y="81058"/>
                      </a:cubicBezTo>
                      <a:cubicBezTo>
                        <a:pt x="23241" y="81058"/>
                        <a:pt x="23241" y="80867"/>
                        <a:pt x="23431" y="80677"/>
                      </a:cubicBezTo>
                      <a:close/>
                      <a:moveTo>
                        <a:pt x="23717" y="78581"/>
                      </a:moveTo>
                      <a:cubicBezTo>
                        <a:pt x="23717" y="78581"/>
                        <a:pt x="24289" y="78772"/>
                        <a:pt x="24670" y="79153"/>
                      </a:cubicBezTo>
                      <a:cubicBezTo>
                        <a:pt x="25051" y="79534"/>
                        <a:pt x="25241" y="79629"/>
                        <a:pt x="25337" y="79820"/>
                      </a:cubicBezTo>
                      <a:cubicBezTo>
                        <a:pt x="24956" y="79820"/>
                        <a:pt x="24289" y="80200"/>
                        <a:pt x="23527" y="80677"/>
                      </a:cubicBezTo>
                      <a:cubicBezTo>
                        <a:pt x="24098" y="80010"/>
                        <a:pt x="24194" y="79248"/>
                        <a:pt x="23813" y="78581"/>
                      </a:cubicBezTo>
                      <a:close/>
                      <a:moveTo>
                        <a:pt x="26194" y="69437"/>
                      </a:moveTo>
                      <a:lnTo>
                        <a:pt x="26194" y="68580"/>
                      </a:lnTo>
                      <a:lnTo>
                        <a:pt x="23717" y="67246"/>
                      </a:lnTo>
                      <a:lnTo>
                        <a:pt x="26194" y="69437"/>
                      </a:lnTo>
                      <a:close/>
                      <a:moveTo>
                        <a:pt x="28194" y="72771"/>
                      </a:moveTo>
                      <a:cubicBezTo>
                        <a:pt x="28194" y="72771"/>
                        <a:pt x="28480" y="72866"/>
                        <a:pt x="29337" y="72962"/>
                      </a:cubicBezTo>
                      <a:cubicBezTo>
                        <a:pt x="29718" y="73057"/>
                        <a:pt x="30004" y="72866"/>
                        <a:pt x="30290" y="72295"/>
                      </a:cubicBezTo>
                      <a:cubicBezTo>
                        <a:pt x="29432" y="72009"/>
                        <a:pt x="28765" y="72199"/>
                        <a:pt x="28289" y="72676"/>
                      </a:cubicBezTo>
                      <a:cubicBezTo>
                        <a:pt x="28004" y="72676"/>
                        <a:pt x="28004" y="72866"/>
                        <a:pt x="28004" y="73057"/>
                      </a:cubicBezTo>
                      <a:lnTo>
                        <a:pt x="27146" y="73914"/>
                      </a:lnTo>
                      <a:lnTo>
                        <a:pt x="28004" y="73914"/>
                      </a:lnTo>
                      <a:cubicBezTo>
                        <a:pt x="28004" y="73914"/>
                        <a:pt x="28004" y="73247"/>
                        <a:pt x="28004" y="73057"/>
                      </a:cubicBezTo>
                      <a:lnTo>
                        <a:pt x="28289" y="72676"/>
                      </a:lnTo>
                      <a:close/>
                      <a:moveTo>
                        <a:pt x="28765" y="32004"/>
                      </a:moveTo>
                      <a:cubicBezTo>
                        <a:pt x="28765" y="32004"/>
                        <a:pt x="29146" y="31337"/>
                        <a:pt x="29051" y="30956"/>
                      </a:cubicBezTo>
                      <a:lnTo>
                        <a:pt x="29337" y="30289"/>
                      </a:lnTo>
                      <a:cubicBezTo>
                        <a:pt x="29337" y="30289"/>
                        <a:pt x="28670" y="29623"/>
                        <a:pt x="28194" y="29432"/>
                      </a:cubicBezTo>
                      <a:cubicBezTo>
                        <a:pt x="27718" y="29146"/>
                        <a:pt x="27337" y="29051"/>
                        <a:pt x="27242" y="29051"/>
                      </a:cubicBezTo>
                      <a:cubicBezTo>
                        <a:pt x="28385" y="29623"/>
                        <a:pt x="28956" y="30289"/>
                        <a:pt x="28956" y="31052"/>
                      </a:cubicBezTo>
                      <a:lnTo>
                        <a:pt x="28670" y="32099"/>
                      </a:lnTo>
                      <a:close/>
                      <a:moveTo>
                        <a:pt x="36195" y="25718"/>
                      </a:moveTo>
                      <a:lnTo>
                        <a:pt x="36195" y="25337"/>
                      </a:lnTo>
                      <a:cubicBezTo>
                        <a:pt x="35909" y="23527"/>
                        <a:pt x="34576" y="22574"/>
                        <a:pt x="32385" y="22574"/>
                      </a:cubicBezTo>
                      <a:cubicBezTo>
                        <a:pt x="30575" y="22574"/>
                        <a:pt x="29146" y="23050"/>
                        <a:pt x="28004" y="24003"/>
                      </a:cubicBezTo>
                      <a:cubicBezTo>
                        <a:pt x="28289" y="24098"/>
                        <a:pt x="28765" y="24860"/>
                        <a:pt x="29146" y="26098"/>
                      </a:cubicBezTo>
                      <a:cubicBezTo>
                        <a:pt x="29527" y="27432"/>
                        <a:pt x="30290" y="27908"/>
                        <a:pt x="31242" y="27622"/>
                      </a:cubicBezTo>
                      <a:lnTo>
                        <a:pt x="31242" y="27337"/>
                      </a:lnTo>
                      <a:cubicBezTo>
                        <a:pt x="31242" y="27337"/>
                        <a:pt x="31718" y="26289"/>
                        <a:pt x="32004" y="24955"/>
                      </a:cubicBezTo>
                      <a:cubicBezTo>
                        <a:pt x="32194" y="23813"/>
                        <a:pt x="32575" y="23241"/>
                        <a:pt x="33338" y="23241"/>
                      </a:cubicBezTo>
                      <a:cubicBezTo>
                        <a:pt x="33623" y="23241"/>
                        <a:pt x="33909" y="23336"/>
                        <a:pt x="34290" y="23527"/>
                      </a:cubicBezTo>
                      <a:lnTo>
                        <a:pt x="34290" y="24479"/>
                      </a:lnTo>
                      <a:cubicBezTo>
                        <a:pt x="34290" y="24479"/>
                        <a:pt x="34576" y="24289"/>
                        <a:pt x="34766" y="24289"/>
                      </a:cubicBezTo>
                      <a:cubicBezTo>
                        <a:pt x="34957" y="24289"/>
                        <a:pt x="35433" y="24765"/>
                        <a:pt x="36290" y="25622"/>
                      </a:cubicBezTo>
                      <a:close/>
                      <a:moveTo>
                        <a:pt x="29432" y="60198"/>
                      </a:moveTo>
                      <a:cubicBezTo>
                        <a:pt x="28765" y="60198"/>
                        <a:pt x="28385" y="60007"/>
                        <a:pt x="28289" y="59817"/>
                      </a:cubicBezTo>
                      <a:lnTo>
                        <a:pt x="29146" y="60960"/>
                      </a:lnTo>
                      <a:cubicBezTo>
                        <a:pt x="29146" y="60960"/>
                        <a:pt x="29623" y="60484"/>
                        <a:pt x="29432" y="60198"/>
                      </a:cubicBezTo>
                      <a:close/>
                      <a:moveTo>
                        <a:pt x="30290" y="26861"/>
                      </a:moveTo>
                      <a:lnTo>
                        <a:pt x="29908" y="26575"/>
                      </a:lnTo>
                      <a:lnTo>
                        <a:pt x="30766" y="26575"/>
                      </a:lnTo>
                      <a:cubicBezTo>
                        <a:pt x="30766" y="26575"/>
                        <a:pt x="30480" y="26765"/>
                        <a:pt x="30194" y="26861"/>
                      </a:cubicBezTo>
                      <a:close/>
                      <a:moveTo>
                        <a:pt x="30861" y="26575"/>
                      </a:moveTo>
                      <a:cubicBezTo>
                        <a:pt x="30861" y="26575"/>
                        <a:pt x="31052" y="26384"/>
                        <a:pt x="31147" y="26575"/>
                      </a:cubicBezTo>
                      <a:lnTo>
                        <a:pt x="30861" y="26575"/>
                      </a:lnTo>
                      <a:close/>
                      <a:moveTo>
                        <a:pt x="31623" y="79438"/>
                      </a:moveTo>
                      <a:lnTo>
                        <a:pt x="32480" y="78486"/>
                      </a:lnTo>
                      <a:cubicBezTo>
                        <a:pt x="32480" y="78486"/>
                        <a:pt x="31814" y="78010"/>
                        <a:pt x="31623" y="78010"/>
                      </a:cubicBezTo>
                      <a:lnTo>
                        <a:pt x="31623" y="79438"/>
                      </a:lnTo>
                      <a:close/>
                      <a:moveTo>
                        <a:pt x="32956" y="28099"/>
                      </a:moveTo>
                      <a:cubicBezTo>
                        <a:pt x="32956" y="28099"/>
                        <a:pt x="32956" y="27241"/>
                        <a:pt x="32480" y="26575"/>
                      </a:cubicBezTo>
                      <a:lnTo>
                        <a:pt x="32480" y="28575"/>
                      </a:lnTo>
                      <a:lnTo>
                        <a:pt x="32956" y="28099"/>
                      </a:lnTo>
                      <a:close/>
                      <a:moveTo>
                        <a:pt x="34576" y="86296"/>
                      </a:moveTo>
                      <a:lnTo>
                        <a:pt x="34290" y="86011"/>
                      </a:lnTo>
                      <a:lnTo>
                        <a:pt x="35147" y="86011"/>
                      </a:lnTo>
                      <a:cubicBezTo>
                        <a:pt x="35147" y="86011"/>
                        <a:pt x="34576" y="86296"/>
                        <a:pt x="34671" y="86296"/>
                      </a:cubicBezTo>
                      <a:close/>
                      <a:moveTo>
                        <a:pt x="45053" y="77438"/>
                      </a:moveTo>
                      <a:lnTo>
                        <a:pt x="45434" y="76867"/>
                      </a:lnTo>
                      <a:lnTo>
                        <a:pt x="45053" y="75724"/>
                      </a:lnTo>
                      <a:lnTo>
                        <a:pt x="45053" y="77533"/>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 name="Google Shape;1537;p99"/>
                <p:cNvSpPr/>
                <p:nvPr/>
              </p:nvSpPr>
              <p:spPr>
                <a:xfrm>
                  <a:off x="3301840" y="4086034"/>
                  <a:ext cx="66960" cy="87439"/>
                </a:xfrm>
                <a:custGeom>
                  <a:avLst/>
                  <a:gdLst/>
                  <a:ahLst/>
                  <a:cxnLst/>
                  <a:rect l="l" t="t" r="r" b="b"/>
                  <a:pathLst>
                    <a:path w="66960" h="87439" extrusionOk="0">
                      <a:moveTo>
                        <a:pt x="59055" y="69818"/>
                      </a:moveTo>
                      <a:cubicBezTo>
                        <a:pt x="60484" y="70771"/>
                        <a:pt x="61246" y="72295"/>
                        <a:pt x="61436" y="74485"/>
                      </a:cubicBezTo>
                      <a:cubicBezTo>
                        <a:pt x="61436" y="76390"/>
                        <a:pt x="61436" y="78200"/>
                        <a:pt x="61436" y="80010"/>
                      </a:cubicBezTo>
                      <a:cubicBezTo>
                        <a:pt x="61436" y="81058"/>
                        <a:pt x="61722" y="81820"/>
                        <a:pt x="61912" y="82582"/>
                      </a:cubicBezTo>
                      <a:cubicBezTo>
                        <a:pt x="59912" y="85820"/>
                        <a:pt x="56578" y="87439"/>
                        <a:pt x="51816" y="87439"/>
                      </a:cubicBezTo>
                      <a:cubicBezTo>
                        <a:pt x="50387" y="87439"/>
                        <a:pt x="48292" y="87344"/>
                        <a:pt x="45434" y="87058"/>
                      </a:cubicBezTo>
                      <a:cubicBezTo>
                        <a:pt x="42481" y="86773"/>
                        <a:pt x="40291" y="86677"/>
                        <a:pt x="38862" y="86677"/>
                      </a:cubicBezTo>
                      <a:cubicBezTo>
                        <a:pt x="37338" y="86677"/>
                        <a:pt x="36004" y="86677"/>
                        <a:pt x="34861" y="86868"/>
                      </a:cubicBezTo>
                      <a:lnTo>
                        <a:pt x="10382" y="86868"/>
                      </a:lnTo>
                      <a:lnTo>
                        <a:pt x="10382" y="86582"/>
                      </a:lnTo>
                      <a:cubicBezTo>
                        <a:pt x="9430" y="86011"/>
                        <a:pt x="8001" y="86011"/>
                        <a:pt x="5810" y="86392"/>
                      </a:cubicBezTo>
                      <a:cubicBezTo>
                        <a:pt x="3619" y="86677"/>
                        <a:pt x="2000" y="86487"/>
                        <a:pt x="857" y="85725"/>
                      </a:cubicBezTo>
                      <a:cubicBezTo>
                        <a:pt x="1143" y="75438"/>
                        <a:pt x="1333" y="65341"/>
                        <a:pt x="1333" y="55245"/>
                      </a:cubicBezTo>
                      <a:cubicBezTo>
                        <a:pt x="1333" y="45148"/>
                        <a:pt x="1143" y="35052"/>
                        <a:pt x="857" y="24765"/>
                      </a:cubicBezTo>
                      <a:cubicBezTo>
                        <a:pt x="1238" y="25051"/>
                        <a:pt x="1524" y="25146"/>
                        <a:pt x="1715" y="25051"/>
                      </a:cubicBezTo>
                      <a:lnTo>
                        <a:pt x="2096" y="24765"/>
                      </a:lnTo>
                      <a:cubicBezTo>
                        <a:pt x="2096" y="24289"/>
                        <a:pt x="2000" y="24003"/>
                        <a:pt x="1619" y="23813"/>
                      </a:cubicBezTo>
                      <a:cubicBezTo>
                        <a:pt x="1143" y="23622"/>
                        <a:pt x="952" y="23527"/>
                        <a:pt x="952" y="23431"/>
                      </a:cubicBezTo>
                      <a:cubicBezTo>
                        <a:pt x="952" y="23241"/>
                        <a:pt x="1143" y="23050"/>
                        <a:pt x="1429" y="22669"/>
                      </a:cubicBezTo>
                      <a:cubicBezTo>
                        <a:pt x="1429" y="23336"/>
                        <a:pt x="1619" y="23717"/>
                        <a:pt x="1810" y="23813"/>
                      </a:cubicBezTo>
                      <a:cubicBezTo>
                        <a:pt x="2572" y="23813"/>
                        <a:pt x="2762" y="23336"/>
                        <a:pt x="2381" y="22574"/>
                      </a:cubicBezTo>
                      <a:cubicBezTo>
                        <a:pt x="2096" y="21812"/>
                        <a:pt x="2096" y="21431"/>
                        <a:pt x="2667" y="21241"/>
                      </a:cubicBezTo>
                      <a:cubicBezTo>
                        <a:pt x="2667" y="21431"/>
                        <a:pt x="2667" y="21526"/>
                        <a:pt x="2667" y="21717"/>
                      </a:cubicBezTo>
                      <a:cubicBezTo>
                        <a:pt x="2667" y="22003"/>
                        <a:pt x="2857" y="22288"/>
                        <a:pt x="3238" y="22574"/>
                      </a:cubicBezTo>
                      <a:cubicBezTo>
                        <a:pt x="3619" y="22860"/>
                        <a:pt x="3905" y="23146"/>
                        <a:pt x="4000" y="23241"/>
                      </a:cubicBezTo>
                      <a:lnTo>
                        <a:pt x="5715" y="22955"/>
                      </a:lnTo>
                      <a:lnTo>
                        <a:pt x="4000" y="21812"/>
                      </a:lnTo>
                      <a:lnTo>
                        <a:pt x="5715" y="20955"/>
                      </a:lnTo>
                      <a:cubicBezTo>
                        <a:pt x="5715" y="20955"/>
                        <a:pt x="5239" y="20479"/>
                        <a:pt x="4381" y="19621"/>
                      </a:cubicBezTo>
                      <a:cubicBezTo>
                        <a:pt x="3810" y="19145"/>
                        <a:pt x="3334" y="18859"/>
                        <a:pt x="2953" y="18859"/>
                      </a:cubicBezTo>
                      <a:cubicBezTo>
                        <a:pt x="2477" y="18859"/>
                        <a:pt x="2191" y="19145"/>
                        <a:pt x="1905" y="19717"/>
                      </a:cubicBezTo>
                      <a:cubicBezTo>
                        <a:pt x="1429" y="19431"/>
                        <a:pt x="1143" y="19145"/>
                        <a:pt x="1143" y="18859"/>
                      </a:cubicBezTo>
                      <a:cubicBezTo>
                        <a:pt x="1143" y="18764"/>
                        <a:pt x="1524" y="18479"/>
                        <a:pt x="2000" y="18002"/>
                      </a:cubicBezTo>
                      <a:cubicBezTo>
                        <a:pt x="2572" y="17526"/>
                        <a:pt x="2857" y="17145"/>
                        <a:pt x="2762" y="16764"/>
                      </a:cubicBezTo>
                      <a:lnTo>
                        <a:pt x="3619" y="17621"/>
                      </a:lnTo>
                      <a:lnTo>
                        <a:pt x="4096" y="16954"/>
                      </a:lnTo>
                      <a:cubicBezTo>
                        <a:pt x="4096" y="16954"/>
                        <a:pt x="4572" y="17335"/>
                        <a:pt x="4858" y="17335"/>
                      </a:cubicBezTo>
                      <a:cubicBezTo>
                        <a:pt x="5239" y="17335"/>
                        <a:pt x="5810" y="17145"/>
                        <a:pt x="6477" y="16764"/>
                      </a:cubicBezTo>
                      <a:cubicBezTo>
                        <a:pt x="7239" y="16383"/>
                        <a:pt x="7810" y="16192"/>
                        <a:pt x="8192" y="16192"/>
                      </a:cubicBezTo>
                      <a:cubicBezTo>
                        <a:pt x="8573" y="16192"/>
                        <a:pt x="8953" y="16383"/>
                        <a:pt x="9239" y="16764"/>
                      </a:cubicBezTo>
                      <a:lnTo>
                        <a:pt x="9811" y="16478"/>
                      </a:lnTo>
                      <a:cubicBezTo>
                        <a:pt x="9715" y="15812"/>
                        <a:pt x="9334" y="15335"/>
                        <a:pt x="8573" y="15145"/>
                      </a:cubicBezTo>
                      <a:cubicBezTo>
                        <a:pt x="7810" y="14859"/>
                        <a:pt x="7429" y="14573"/>
                        <a:pt x="7239" y="14478"/>
                      </a:cubicBezTo>
                      <a:cubicBezTo>
                        <a:pt x="6096" y="14478"/>
                        <a:pt x="4667" y="14478"/>
                        <a:pt x="2953" y="14478"/>
                      </a:cubicBezTo>
                      <a:cubicBezTo>
                        <a:pt x="2857" y="14859"/>
                        <a:pt x="2667" y="14954"/>
                        <a:pt x="2572" y="14954"/>
                      </a:cubicBezTo>
                      <a:cubicBezTo>
                        <a:pt x="2286" y="14764"/>
                        <a:pt x="2096" y="14573"/>
                        <a:pt x="1905" y="14573"/>
                      </a:cubicBezTo>
                      <a:cubicBezTo>
                        <a:pt x="1715" y="14573"/>
                        <a:pt x="1619" y="14573"/>
                        <a:pt x="1429" y="14764"/>
                      </a:cubicBezTo>
                      <a:lnTo>
                        <a:pt x="571" y="11525"/>
                      </a:lnTo>
                      <a:cubicBezTo>
                        <a:pt x="1143" y="11525"/>
                        <a:pt x="1524" y="11335"/>
                        <a:pt x="1715" y="10954"/>
                      </a:cubicBezTo>
                      <a:cubicBezTo>
                        <a:pt x="1715" y="10287"/>
                        <a:pt x="1429" y="10096"/>
                        <a:pt x="857" y="10382"/>
                      </a:cubicBezTo>
                      <a:cubicBezTo>
                        <a:pt x="381" y="10668"/>
                        <a:pt x="95" y="10668"/>
                        <a:pt x="0" y="10192"/>
                      </a:cubicBezTo>
                      <a:lnTo>
                        <a:pt x="857" y="9334"/>
                      </a:lnTo>
                      <a:lnTo>
                        <a:pt x="1715" y="10192"/>
                      </a:lnTo>
                      <a:cubicBezTo>
                        <a:pt x="1715" y="10192"/>
                        <a:pt x="2096" y="9334"/>
                        <a:pt x="2096" y="8096"/>
                      </a:cubicBezTo>
                      <a:cubicBezTo>
                        <a:pt x="2096" y="8477"/>
                        <a:pt x="2286" y="8668"/>
                        <a:pt x="2572" y="8763"/>
                      </a:cubicBezTo>
                      <a:cubicBezTo>
                        <a:pt x="3143" y="8382"/>
                        <a:pt x="3429" y="8001"/>
                        <a:pt x="3429" y="7715"/>
                      </a:cubicBezTo>
                      <a:cubicBezTo>
                        <a:pt x="3429" y="7334"/>
                        <a:pt x="2953" y="6858"/>
                        <a:pt x="2000" y="6191"/>
                      </a:cubicBezTo>
                      <a:cubicBezTo>
                        <a:pt x="1048" y="5524"/>
                        <a:pt x="571" y="4858"/>
                        <a:pt x="571" y="4286"/>
                      </a:cubicBezTo>
                      <a:cubicBezTo>
                        <a:pt x="571" y="3810"/>
                        <a:pt x="857" y="3238"/>
                        <a:pt x="1429" y="2667"/>
                      </a:cubicBezTo>
                      <a:lnTo>
                        <a:pt x="3524" y="571"/>
                      </a:lnTo>
                      <a:cubicBezTo>
                        <a:pt x="7239" y="190"/>
                        <a:pt x="11144" y="0"/>
                        <a:pt x="15240" y="0"/>
                      </a:cubicBezTo>
                      <a:cubicBezTo>
                        <a:pt x="19336" y="0"/>
                        <a:pt x="25051" y="190"/>
                        <a:pt x="33052" y="571"/>
                      </a:cubicBezTo>
                      <a:cubicBezTo>
                        <a:pt x="40957" y="1048"/>
                        <a:pt x="46863" y="1238"/>
                        <a:pt x="50864" y="1238"/>
                      </a:cubicBezTo>
                      <a:cubicBezTo>
                        <a:pt x="53721" y="1238"/>
                        <a:pt x="56483" y="1238"/>
                        <a:pt x="59055" y="1048"/>
                      </a:cubicBezTo>
                      <a:cubicBezTo>
                        <a:pt x="60674" y="2286"/>
                        <a:pt x="61531" y="4096"/>
                        <a:pt x="61531" y="6191"/>
                      </a:cubicBezTo>
                      <a:cubicBezTo>
                        <a:pt x="61531" y="6858"/>
                        <a:pt x="61531" y="8001"/>
                        <a:pt x="61246" y="9525"/>
                      </a:cubicBezTo>
                      <a:cubicBezTo>
                        <a:pt x="61055" y="11049"/>
                        <a:pt x="60960" y="12287"/>
                        <a:pt x="60960" y="13144"/>
                      </a:cubicBezTo>
                      <a:cubicBezTo>
                        <a:pt x="60960" y="14002"/>
                        <a:pt x="60960" y="14764"/>
                        <a:pt x="61246" y="15526"/>
                      </a:cubicBezTo>
                      <a:cubicBezTo>
                        <a:pt x="61246" y="16669"/>
                        <a:pt x="60484" y="17240"/>
                        <a:pt x="59150" y="17240"/>
                      </a:cubicBezTo>
                      <a:cubicBezTo>
                        <a:pt x="58960" y="17240"/>
                        <a:pt x="58579" y="17240"/>
                        <a:pt x="58007" y="17240"/>
                      </a:cubicBezTo>
                      <a:lnTo>
                        <a:pt x="56960" y="17240"/>
                      </a:lnTo>
                      <a:cubicBezTo>
                        <a:pt x="56102" y="17240"/>
                        <a:pt x="55531" y="17335"/>
                        <a:pt x="55054" y="17621"/>
                      </a:cubicBezTo>
                      <a:lnTo>
                        <a:pt x="52673" y="17621"/>
                      </a:lnTo>
                      <a:lnTo>
                        <a:pt x="52673" y="17240"/>
                      </a:lnTo>
                      <a:cubicBezTo>
                        <a:pt x="49340" y="17431"/>
                        <a:pt x="45625" y="17621"/>
                        <a:pt x="41434" y="17621"/>
                      </a:cubicBezTo>
                      <a:cubicBezTo>
                        <a:pt x="38862" y="17716"/>
                        <a:pt x="35052" y="17716"/>
                        <a:pt x="30194" y="17621"/>
                      </a:cubicBezTo>
                      <a:lnTo>
                        <a:pt x="18860" y="17621"/>
                      </a:lnTo>
                      <a:cubicBezTo>
                        <a:pt x="18383" y="18955"/>
                        <a:pt x="18098" y="20383"/>
                        <a:pt x="18098" y="22003"/>
                      </a:cubicBezTo>
                      <a:cubicBezTo>
                        <a:pt x="18098" y="22574"/>
                        <a:pt x="18098" y="23241"/>
                        <a:pt x="18288" y="24289"/>
                      </a:cubicBezTo>
                      <a:lnTo>
                        <a:pt x="18288" y="26670"/>
                      </a:lnTo>
                      <a:cubicBezTo>
                        <a:pt x="18288" y="28289"/>
                        <a:pt x="18002" y="29718"/>
                        <a:pt x="17716" y="30956"/>
                      </a:cubicBezTo>
                      <a:cubicBezTo>
                        <a:pt x="18002" y="31909"/>
                        <a:pt x="18098" y="32956"/>
                        <a:pt x="18288" y="34004"/>
                      </a:cubicBezTo>
                      <a:cubicBezTo>
                        <a:pt x="18574" y="35338"/>
                        <a:pt x="19240" y="35909"/>
                        <a:pt x="20193" y="35909"/>
                      </a:cubicBezTo>
                      <a:cubicBezTo>
                        <a:pt x="20479" y="35909"/>
                        <a:pt x="20765" y="35909"/>
                        <a:pt x="20955" y="35909"/>
                      </a:cubicBezTo>
                      <a:cubicBezTo>
                        <a:pt x="21145" y="35909"/>
                        <a:pt x="21431" y="35909"/>
                        <a:pt x="21717" y="35909"/>
                      </a:cubicBezTo>
                      <a:cubicBezTo>
                        <a:pt x="22098" y="35909"/>
                        <a:pt x="22479" y="35909"/>
                        <a:pt x="23051" y="35719"/>
                      </a:cubicBezTo>
                      <a:cubicBezTo>
                        <a:pt x="23622" y="35528"/>
                        <a:pt x="24003" y="35433"/>
                        <a:pt x="24194" y="35433"/>
                      </a:cubicBezTo>
                      <a:cubicBezTo>
                        <a:pt x="24765" y="35433"/>
                        <a:pt x="25241" y="35719"/>
                        <a:pt x="25622" y="36290"/>
                      </a:cubicBezTo>
                      <a:cubicBezTo>
                        <a:pt x="27527" y="35719"/>
                        <a:pt x="29813" y="35433"/>
                        <a:pt x="32480" y="35433"/>
                      </a:cubicBezTo>
                      <a:cubicBezTo>
                        <a:pt x="33814" y="35433"/>
                        <a:pt x="35623" y="35528"/>
                        <a:pt x="38100" y="35719"/>
                      </a:cubicBezTo>
                      <a:cubicBezTo>
                        <a:pt x="40577" y="35909"/>
                        <a:pt x="42386" y="36004"/>
                        <a:pt x="43624" y="36004"/>
                      </a:cubicBezTo>
                      <a:cubicBezTo>
                        <a:pt x="44863" y="36004"/>
                        <a:pt x="46006" y="36004"/>
                        <a:pt x="47149" y="35814"/>
                      </a:cubicBezTo>
                      <a:cubicBezTo>
                        <a:pt x="47625" y="37624"/>
                        <a:pt x="47815" y="40100"/>
                        <a:pt x="47815" y="43339"/>
                      </a:cubicBezTo>
                      <a:cubicBezTo>
                        <a:pt x="47815" y="46958"/>
                        <a:pt x="47815" y="49530"/>
                        <a:pt x="48006" y="50863"/>
                      </a:cubicBezTo>
                      <a:cubicBezTo>
                        <a:pt x="46482" y="51911"/>
                        <a:pt x="44386" y="52483"/>
                        <a:pt x="41815" y="52483"/>
                      </a:cubicBezTo>
                      <a:cubicBezTo>
                        <a:pt x="40767" y="52483"/>
                        <a:pt x="39052" y="52388"/>
                        <a:pt x="36957" y="52102"/>
                      </a:cubicBezTo>
                      <a:cubicBezTo>
                        <a:pt x="34766" y="51816"/>
                        <a:pt x="33147" y="51816"/>
                        <a:pt x="32004" y="51816"/>
                      </a:cubicBezTo>
                      <a:cubicBezTo>
                        <a:pt x="30956" y="51816"/>
                        <a:pt x="29908" y="51816"/>
                        <a:pt x="28956" y="52102"/>
                      </a:cubicBezTo>
                      <a:lnTo>
                        <a:pt x="28956" y="51530"/>
                      </a:lnTo>
                      <a:cubicBezTo>
                        <a:pt x="28480" y="51530"/>
                        <a:pt x="27337" y="51625"/>
                        <a:pt x="25622" y="51625"/>
                      </a:cubicBezTo>
                      <a:cubicBezTo>
                        <a:pt x="24479" y="51625"/>
                        <a:pt x="23431" y="51816"/>
                        <a:pt x="22384" y="52388"/>
                      </a:cubicBezTo>
                      <a:cubicBezTo>
                        <a:pt x="22098" y="52102"/>
                        <a:pt x="21527" y="52102"/>
                        <a:pt x="20955" y="52102"/>
                      </a:cubicBezTo>
                      <a:lnTo>
                        <a:pt x="19431" y="52102"/>
                      </a:lnTo>
                      <a:cubicBezTo>
                        <a:pt x="18288" y="52483"/>
                        <a:pt x="17716" y="53340"/>
                        <a:pt x="17716" y="54769"/>
                      </a:cubicBezTo>
                      <a:cubicBezTo>
                        <a:pt x="17716" y="55816"/>
                        <a:pt x="17907" y="56579"/>
                        <a:pt x="18288" y="57055"/>
                      </a:cubicBezTo>
                      <a:cubicBezTo>
                        <a:pt x="16669" y="56674"/>
                        <a:pt x="15335" y="57055"/>
                        <a:pt x="14002" y="58198"/>
                      </a:cubicBezTo>
                      <a:lnTo>
                        <a:pt x="16764" y="57721"/>
                      </a:lnTo>
                      <a:lnTo>
                        <a:pt x="16478" y="58198"/>
                      </a:lnTo>
                      <a:cubicBezTo>
                        <a:pt x="16478" y="58198"/>
                        <a:pt x="16764" y="58674"/>
                        <a:pt x="17050" y="58674"/>
                      </a:cubicBezTo>
                      <a:cubicBezTo>
                        <a:pt x="16859" y="58674"/>
                        <a:pt x="17335" y="58293"/>
                        <a:pt x="18288" y="57626"/>
                      </a:cubicBezTo>
                      <a:cubicBezTo>
                        <a:pt x="18288" y="57340"/>
                        <a:pt x="18288" y="59436"/>
                        <a:pt x="18098" y="63913"/>
                      </a:cubicBezTo>
                      <a:cubicBezTo>
                        <a:pt x="18098" y="66484"/>
                        <a:pt x="18478" y="68485"/>
                        <a:pt x="19431" y="69818"/>
                      </a:cubicBezTo>
                      <a:cubicBezTo>
                        <a:pt x="22098" y="70199"/>
                        <a:pt x="24956" y="70390"/>
                        <a:pt x="27813" y="70390"/>
                      </a:cubicBezTo>
                      <a:cubicBezTo>
                        <a:pt x="30004" y="70390"/>
                        <a:pt x="33337" y="70294"/>
                        <a:pt x="37624" y="70009"/>
                      </a:cubicBezTo>
                      <a:cubicBezTo>
                        <a:pt x="41910" y="69723"/>
                        <a:pt x="45053" y="69532"/>
                        <a:pt x="47244" y="69532"/>
                      </a:cubicBezTo>
                      <a:cubicBezTo>
                        <a:pt x="50482" y="69532"/>
                        <a:pt x="53531" y="69818"/>
                        <a:pt x="56388" y="70294"/>
                      </a:cubicBezTo>
                      <a:cubicBezTo>
                        <a:pt x="56864" y="69151"/>
                        <a:pt x="57817" y="68961"/>
                        <a:pt x="59341" y="69913"/>
                      </a:cubicBezTo>
                      <a:close/>
                      <a:moveTo>
                        <a:pt x="3524" y="15716"/>
                      </a:moveTo>
                      <a:lnTo>
                        <a:pt x="4191" y="16573"/>
                      </a:lnTo>
                      <a:lnTo>
                        <a:pt x="4000" y="16764"/>
                      </a:lnTo>
                      <a:cubicBezTo>
                        <a:pt x="4000" y="16764"/>
                        <a:pt x="3619" y="16192"/>
                        <a:pt x="3524" y="15716"/>
                      </a:cubicBezTo>
                      <a:close/>
                      <a:moveTo>
                        <a:pt x="25622" y="46482"/>
                      </a:moveTo>
                      <a:lnTo>
                        <a:pt x="24289" y="46482"/>
                      </a:lnTo>
                      <a:cubicBezTo>
                        <a:pt x="24479" y="46958"/>
                        <a:pt x="24956" y="46958"/>
                        <a:pt x="25622" y="46482"/>
                      </a:cubicBezTo>
                      <a:lnTo>
                        <a:pt x="26098" y="46482"/>
                      </a:lnTo>
                      <a:cubicBezTo>
                        <a:pt x="26098" y="46482"/>
                        <a:pt x="26289" y="46863"/>
                        <a:pt x="26289" y="47244"/>
                      </a:cubicBezTo>
                      <a:lnTo>
                        <a:pt x="27813" y="46482"/>
                      </a:lnTo>
                      <a:cubicBezTo>
                        <a:pt x="27813" y="46482"/>
                        <a:pt x="28385" y="47149"/>
                        <a:pt x="28385" y="47244"/>
                      </a:cubicBezTo>
                      <a:lnTo>
                        <a:pt x="30004" y="47244"/>
                      </a:lnTo>
                      <a:lnTo>
                        <a:pt x="30004" y="46482"/>
                      </a:lnTo>
                      <a:lnTo>
                        <a:pt x="26098" y="46482"/>
                      </a:lnTo>
                      <a:cubicBezTo>
                        <a:pt x="26098" y="46482"/>
                        <a:pt x="25813" y="46387"/>
                        <a:pt x="25622" y="46482"/>
                      </a:cubicBezTo>
                      <a:close/>
                      <a:moveTo>
                        <a:pt x="46673" y="5905"/>
                      </a:moveTo>
                      <a:lnTo>
                        <a:pt x="45720" y="5334"/>
                      </a:lnTo>
                      <a:lnTo>
                        <a:pt x="46673" y="7048"/>
                      </a:lnTo>
                      <a:lnTo>
                        <a:pt x="46673" y="5905"/>
                      </a:lnTo>
                      <a:close/>
                      <a:moveTo>
                        <a:pt x="66580" y="75533"/>
                      </a:moveTo>
                      <a:lnTo>
                        <a:pt x="66961" y="75533"/>
                      </a:lnTo>
                      <a:lnTo>
                        <a:pt x="65627" y="76295"/>
                      </a:lnTo>
                      <a:lnTo>
                        <a:pt x="66485" y="75533"/>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 name="Google Shape;1538;p99"/>
                <p:cNvSpPr/>
                <p:nvPr/>
              </p:nvSpPr>
              <p:spPr>
                <a:xfrm>
                  <a:off x="3368801" y="4086333"/>
                  <a:ext cx="58197" cy="87044"/>
                </a:xfrm>
                <a:custGeom>
                  <a:avLst/>
                  <a:gdLst/>
                  <a:ahLst/>
                  <a:cxnLst/>
                  <a:rect l="l" t="t" r="r" b="b"/>
                  <a:pathLst>
                    <a:path w="58197" h="87044" extrusionOk="0">
                      <a:moveTo>
                        <a:pt x="57341" y="3130"/>
                      </a:moveTo>
                      <a:lnTo>
                        <a:pt x="58198" y="18465"/>
                      </a:lnTo>
                      <a:cubicBezTo>
                        <a:pt x="56388" y="19037"/>
                        <a:pt x="53912" y="19227"/>
                        <a:pt x="50864" y="18941"/>
                      </a:cubicBezTo>
                      <a:cubicBezTo>
                        <a:pt x="47149" y="18560"/>
                        <a:pt x="44768" y="18465"/>
                        <a:pt x="43625" y="18560"/>
                      </a:cubicBezTo>
                      <a:cubicBezTo>
                        <a:pt x="41053" y="18941"/>
                        <a:pt x="38957" y="20179"/>
                        <a:pt x="37433" y="22180"/>
                      </a:cubicBezTo>
                      <a:cubicBezTo>
                        <a:pt x="37529" y="22656"/>
                        <a:pt x="37624" y="23228"/>
                        <a:pt x="37624" y="23799"/>
                      </a:cubicBezTo>
                      <a:cubicBezTo>
                        <a:pt x="37624" y="24371"/>
                        <a:pt x="37529" y="25228"/>
                        <a:pt x="37338" y="26371"/>
                      </a:cubicBezTo>
                      <a:cubicBezTo>
                        <a:pt x="37148" y="27514"/>
                        <a:pt x="37052" y="28371"/>
                        <a:pt x="37052" y="28942"/>
                      </a:cubicBezTo>
                      <a:cubicBezTo>
                        <a:pt x="37052" y="29800"/>
                        <a:pt x="37148" y="30562"/>
                        <a:pt x="37433" y="31419"/>
                      </a:cubicBezTo>
                      <a:cubicBezTo>
                        <a:pt x="37624" y="31800"/>
                        <a:pt x="37719" y="32181"/>
                        <a:pt x="37719" y="32562"/>
                      </a:cubicBezTo>
                      <a:cubicBezTo>
                        <a:pt x="37719" y="33133"/>
                        <a:pt x="37529" y="33705"/>
                        <a:pt x="37243" y="34372"/>
                      </a:cubicBezTo>
                      <a:cubicBezTo>
                        <a:pt x="36957" y="35038"/>
                        <a:pt x="36767" y="35420"/>
                        <a:pt x="36767" y="35705"/>
                      </a:cubicBezTo>
                      <a:cubicBezTo>
                        <a:pt x="36767" y="36086"/>
                        <a:pt x="36957" y="36562"/>
                        <a:pt x="37338" y="36848"/>
                      </a:cubicBezTo>
                      <a:lnTo>
                        <a:pt x="37052" y="41706"/>
                      </a:lnTo>
                      <a:cubicBezTo>
                        <a:pt x="37052" y="41134"/>
                        <a:pt x="36576" y="40754"/>
                        <a:pt x="35814" y="40563"/>
                      </a:cubicBezTo>
                      <a:cubicBezTo>
                        <a:pt x="34862" y="40277"/>
                        <a:pt x="34290" y="40182"/>
                        <a:pt x="34100" y="40087"/>
                      </a:cubicBezTo>
                      <a:cubicBezTo>
                        <a:pt x="33814" y="40372"/>
                        <a:pt x="33719" y="40563"/>
                        <a:pt x="33814" y="40849"/>
                      </a:cubicBezTo>
                      <a:cubicBezTo>
                        <a:pt x="33814" y="41230"/>
                        <a:pt x="33814" y="41515"/>
                        <a:pt x="33719" y="41801"/>
                      </a:cubicBezTo>
                      <a:cubicBezTo>
                        <a:pt x="34195" y="41611"/>
                        <a:pt x="34481" y="41420"/>
                        <a:pt x="34862" y="41420"/>
                      </a:cubicBezTo>
                      <a:cubicBezTo>
                        <a:pt x="35338" y="41420"/>
                        <a:pt x="35719" y="41992"/>
                        <a:pt x="36005" y="43135"/>
                      </a:cubicBezTo>
                      <a:cubicBezTo>
                        <a:pt x="36290" y="44468"/>
                        <a:pt x="36481" y="45230"/>
                        <a:pt x="36767" y="45516"/>
                      </a:cubicBezTo>
                      <a:lnTo>
                        <a:pt x="36195" y="45516"/>
                      </a:lnTo>
                      <a:cubicBezTo>
                        <a:pt x="37052" y="47802"/>
                        <a:pt x="37529" y="51136"/>
                        <a:pt x="37624" y="55422"/>
                      </a:cubicBezTo>
                      <a:cubicBezTo>
                        <a:pt x="37529" y="58851"/>
                        <a:pt x="37529" y="62280"/>
                        <a:pt x="37529" y="65709"/>
                      </a:cubicBezTo>
                      <a:cubicBezTo>
                        <a:pt x="37529" y="67709"/>
                        <a:pt x="37719" y="69519"/>
                        <a:pt x="38005" y="71043"/>
                      </a:cubicBezTo>
                      <a:cubicBezTo>
                        <a:pt x="38005" y="71043"/>
                        <a:pt x="38386" y="71138"/>
                        <a:pt x="38767" y="71424"/>
                      </a:cubicBezTo>
                      <a:cubicBezTo>
                        <a:pt x="39243" y="71614"/>
                        <a:pt x="39624" y="71805"/>
                        <a:pt x="40005" y="71614"/>
                      </a:cubicBezTo>
                      <a:cubicBezTo>
                        <a:pt x="39529" y="72662"/>
                        <a:pt x="39148" y="75424"/>
                        <a:pt x="39053" y="79901"/>
                      </a:cubicBezTo>
                      <a:cubicBezTo>
                        <a:pt x="39053" y="82282"/>
                        <a:pt x="38195" y="84092"/>
                        <a:pt x="36767" y="85045"/>
                      </a:cubicBezTo>
                      <a:cubicBezTo>
                        <a:pt x="36957" y="85045"/>
                        <a:pt x="37148" y="85521"/>
                        <a:pt x="37148" y="86188"/>
                      </a:cubicBezTo>
                      <a:cubicBezTo>
                        <a:pt x="36290" y="86188"/>
                        <a:pt x="33909" y="86188"/>
                        <a:pt x="29718" y="86188"/>
                      </a:cubicBezTo>
                      <a:cubicBezTo>
                        <a:pt x="26670" y="86092"/>
                        <a:pt x="24289" y="86378"/>
                        <a:pt x="22574" y="87045"/>
                      </a:cubicBezTo>
                      <a:cubicBezTo>
                        <a:pt x="21050" y="85712"/>
                        <a:pt x="20288" y="83806"/>
                        <a:pt x="20288" y="81235"/>
                      </a:cubicBezTo>
                      <a:cubicBezTo>
                        <a:pt x="20288" y="79044"/>
                        <a:pt x="20384" y="76758"/>
                        <a:pt x="20384" y="74567"/>
                      </a:cubicBezTo>
                      <a:cubicBezTo>
                        <a:pt x="20765" y="66280"/>
                        <a:pt x="20955" y="57708"/>
                        <a:pt x="20955" y="48659"/>
                      </a:cubicBezTo>
                      <a:cubicBezTo>
                        <a:pt x="20955" y="39611"/>
                        <a:pt x="20765" y="30562"/>
                        <a:pt x="20384" y="21037"/>
                      </a:cubicBezTo>
                      <a:cubicBezTo>
                        <a:pt x="20003" y="19513"/>
                        <a:pt x="18764" y="18751"/>
                        <a:pt x="16955" y="18751"/>
                      </a:cubicBezTo>
                      <a:cubicBezTo>
                        <a:pt x="16574" y="18751"/>
                        <a:pt x="16097" y="18751"/>
                        <a:pt x="15431" y="18846"/>
                      </a:cubicBezTo>
                      <a:lnTo>
                        <a:pt x="14002" y="18846"/>
                      </a:lnTo>
                      <a:cubicBezTo>
                        <a:pt x="13049" y="18846"/>
                        <a:pt x="12383" y="18655"/>
                        <a:pt x="11716" y="18370"/>
                      </a:cubicBezTo>
                      <a:cubicBezTo>
                        <a:pt x="12383" y="18465"/>
                        <a:pt x="10192" y="18465"/>
                        <a:pt x="5334" y="18465"/>
                      </a:cubicBezTo>
                      <a:cubicBezTo>
                        <a:pt x="3048" y="18465"/>
                        <a:pt x="1334" y="17894"/>
                        <a:pt x="0" y="16750"/>
                      </a:cubicBezTo>
                      <a:lnTo>
                        <a:pt x="0" y="1606"/>
                      </a:lnTo>
                      <a:cubicBezTo>
                        <a:pt x="0" y="1606"/>
                        <a:pt x="762" y="2177"/>
                        <a:pt x="1334" y="2177"/>
                      </a:cubicBezTo>
                      <a:cubicBezTo>
                        <a:pt x="2191" y="2177"/>
                        <a:pt x="3048" y="1606"/>
                        <a:pt x="3905" y="463"/>
                      </a:cubicBezTo>
                      <a:cubicBezTo>
                        <a:pt x="8192" y="177"/>
                        <a:pt x="14669" y="82"/>
                        <a:pt x="23336" y="272"/>
                      </a:cubicBezTo>
                      <a:cubicBezTo>
                        <a:pt x="31909" y="558"/>
                        <a:pt x="38481" y="463"/>
                        <a:pt x="43053" y="82"/>
                      </a:cubicBezTo>
                      <a:cubicBezTo>
                        <a:pt x="43339" y="558"/>
                        <a:pt x="43625" y="748"/>
                        <a:pt x="44006" y="748"/>
                      </a:cubicBezTo>
                      <a:cubicBezTo>
                        <a:pt x="44291" y="748"/>
                        <a:pt x="44672" y="653"/>
                        <a:pt x="45149" y="463"/>
                      </a:cubicBezTo>
                      <a:cubicBezTo>
                        <a:pt x="45720" y="177"/>
                        <a:pt x="46006" y="82"/>
                        <a:pt x="46196" y="82"/>
                      </a:cubicBezTo>
                      <a:cubicBezTo>
                        <a:pt x="47054" y="558"/>
                        <a:pt x="49340" y="558"/>
                        <a:pt x="52959" y="82"/>
                      </a:cubicBezTo>
                      <a:cubicBezTo>
                        <a:pt x="55721" y="-299"/>
                        <a:pt x="57150" y="653"/>
                        <a:pt x="57341" y="2939"/>
                      </a:cubicBezTo>
                      <a:close/>
                      <a:moveTo>
                        <a:pt x="9239" y="6559"/>
                      </a:moveTo>
                      <a:cubicBezTo>
                        <a:pt x="9906" y="5416"/>
                        <a:pt x="10859" y="4749"/>
                        <a:pt x="12002" y="4749"/>
                      </a:cubicBezTo>
                      <a:cubicBezTo>
                        <a:pt x="12478" y="4749"/>
                        <a:pt x="13145" y="4939"/>
                        <a:pt x="14097" y="5130"/>
                      </a:cubicBezTo>
                      <a:cubicBezTo>
                        <a:pt x="15050" y="5321"/>
                        <a:pt x="15812" y="5416"/>
                        <a:pt x="16478" y="5416"/>
                      </a:cubicBezTo>
                      <a:cubicBezTo>
                        <a:pt x="17145" y="5416"/>
                        <a:pt x="17621" y="5416"/>
                        <a:pt x="18098" y="5225"/>
                      </a:cubicBezTo>
                      <a:lnTo>
                        <a:pt x="16383" y="3415"/>
                      </a:lnTo>
                      <a:cubicBezTo>
                        <a:pt x="15716" y="3415"/>
                        <a:pt x="15431" y="3130"/>
                        <a:pt x="15526" y="2558"/>
                      </a:cubicBezTo>
                      <a:cubicBezTo>
                        <a:pt x="15621" y="1796"/>
                        <a:pt x="15621" y="1415"/>
                        <a:pt x="15526" y="1415"/>
                      </a:cubicBezTo>
                      <a:cubicBezTo>
                        <a:pt x="15240" y="1796"/>
                        <a:pt x="15050" y="2082"/>
                        <a:pt x="14764" y="2177"/>
                      </a:cubicBezTo>
                      <a:cubicBezTo>
                        <a:pt x="14669" y="2082"/>
                        <a:pt x="14478" y="2082"/>
                        <a:pt x="14288" y="2082"/>
                      </a:cubicBezTo>
                      <a:cubicBezTo>
                        <a:pt x="14192" y="2082"/>
                        <a:pt x="14192" y="2558"/>
                        <a:pt x="14288" y="3130"/>
                      </a:cubicBezTo>
                      <a:cubicBezTo>
                        <a:pt x="13430" y="3701"/>
                        <a:pt x="12287" y="4082"/>
                        <a:pt x="10954" y="4178"/>
                      </a:cubicBezTo>
                      <a:cubicBezTo>
                        <a:pt x="9335" y="4368"/>
                        <a:pt x="8287" y="4558"/>
                        <a:pt x="7715" y="4749"/>
                      </a:cubicBezTo>
                      <a:lnTo>
                        <a:pt x="9811" y="4749"/>
                      </a:lnTo>
                      <a:cubicBezTo>
                        <a:pt x="9430" y="5416"/>
                        <a:pt x="8954" y="5892"/>
                        <a:pt x="8573" y="6082"/>
                      </a:cubicBezTo>
                      <a:cubicBezTo>
                        <a:pt x="8573" y="6082"/>
                        <a:pt x="8573" y="6082"/>
                        <a:pt x="8573" y="5987"/>
                      </a:cubicBezTo>
                      <a:cubicBezTo>
                        <a:pt x="8382" y="5987"/>
                        <a:pt x="8192" y="6178"/>
                        <a:pt x="8096" y="6368"/>
                      </a:cubicBezTo>
                      <a:cubicBezTo>
                        <a:pt x="7715" y="6463"/>
                        <a:pt x="7334" y="6654"/>
                        <a:pt x="7144" y="6654"/>
                      </a:cubicBezTo>
                      <a:cubicBezTo>
                        <a:pt x="6858" y="6463"/>
                        <a:pt x="6477" y="6463"/>
                        <a:pt x="6001" y="6654"/>
                      </a:cubicBezTo>
                      <a:cubicBezTo>
                        <a:pt x="4477" y="6463"/>
                        <a:pt x="3429" y="6463"/>
                        <a:pt x="2858" y="6654"/>
                      </a:cubicBezTo>
                      <a:lnTo>
                        <a:pt x="2858" y="6082"/>
                      </a:lnTo>
                      <a:lnTo>
                        <a:pt x="1524" y="7511"/>
                      </a:lnTo>
                      <a:cubicBezTo>
                        <a:pt x="1524" y="7511"/>
                        <a:pt x="2286" y="7797"/>
                        <a:pt x="2762" y="7797"/>
                      </a:cubicBezTo>
                      <a:cubicBezTo>
                        <a:pt x="2762" y="7797"/>
                        <a:pt x="4001" y="7416"/>
                        <a:pt x="6001" y="6749"/>
                      </a:cubicBezTo>
                      <a:lnTo>
                        <a:pt x="7144" y="6749"/>
                      </a:lnTo>
                      <a:cubicBezTo>
                        <a:pt x="7144" y="6749"/>
                        <a:pt x="7525" y="7035"/>
                        <a:pt x="7715" y="7321"/>
                      </a:cubicBezTo>
                      <a:cubicBezTo>
                        <a:pt x="7906" y="7511"/>
                        <a:pt x="8001" y="7797"/>
                        <a:pt x="8096" y="8178"/>
                      </a:cubicBezTo>
                      <a:cubicBezTo>
                        <a:pt x="8096" y="7987"/>
                        <a:pt x="7906" y="7702"/>
                        <a:pt x="7811" y="7416"/>
                      </a:cubicBezTo>
                      <a:cubicBezTo>
                        <a:pt x="7811" y="7035"/>
                        <a:pt x="7906" y="6749"/>
                        <a:pt x="8096" y="6463"/>
                      </a:cubicBezTo>
                      <a:cubicBezTo>
                        <a:pt x="8192" y="6463"/>
                        <a:pt x="8382" y="6463"/>
                        <a:pt x="8668" y="6178"/>
                      </a:cubicBezTo>
                      <a:cubicBezTo>
                        <a:pt x="9144" y="6845"/>
                        <a:pt x="9430" y="7321"/>
                        <a:pt x="9430" y="7511"/>
                      </a:cubicBezTo>
                      <a:lnTo>
                        <a:pt x="12287" y="7035"/>
                      </a:lnTo>
                      <a:lnTo>
                        <a:pt x="9430" y="6749"/>
                      </a:lnTo>
                      <a:close/>
                      <a:moveTo>
                        <a:pt x="7144" y="11512"/>
                      </a:moveTo>
                      <a:lnTo>
                        <a:pt x="8763" y="10654"/>
                      </a:lnTo>
                      <a:lnTo>
                        <a:pt x="7906" y="10654"/>
                      </a:lnTo>
                      <a:lnTo>
                        <a:pt x="7049" y="11512"/>
                      </a:lnTo>
                      <a:close/>
                      <a:moveTo>
                        <a:pt x="20479" y="3225"/>
                      </a:moveTo>
                      <a:lnTo>
                        <a:pt x="21812" y="1796"/>
                      </a:lnTo>
                      <a:cubicBezTo>
                        <a:pt x="21812" y="1796"/>
                        <a:pt x="20860" y="1511"/>
                        <a:pt x="20193" y="1129"/>
                      </a:cubicBezTo>
                      <a:lnTo>
                        <a:pt x="18764" y="3225"/>
                      </a:lnTo>
                      <a:lnTo>
                        <a:pt x="17240" y="2368"/>
                      </a:lnTo>
                      <a:lnTo>
                        <a:pt x="19336" y="4368"/>
                      </a:lnTo>
                      <a:cubicBezTo>
                        <a:pt x="19336" y="2939"/>
                        <a:pt x="19622" y="2082"/>
                        <a:pt x="20193" y="1796"/>
                      </a:cubicBezTo>
                      <a:cubicBezTo>
                        <a:pt x="20384" y="1987"/>
                        <a:pt x="20479" y="2463"/>
                        <a:pt x="20479" y="3225"/>
                      </a:cubicBezTo>
                      <a:close/>
                      <a:moveTo>
                        <a:pt x="24670" y="46373"/>
                      </a:moveTo>
                      <a:cubicBezTo>
                        <a:pt x="26003" y="46469"/>
                        <a:pt x="26575" y="46373"/>
                        <a:pt x="26384" y="46087"/>
                      </a:cubicBezTo>
                      <a:cubicBezTo>
                        <a:pt x="26099" y="45897"/>
                        <a:pt x="25527" y="46087"/>
                        <a:pt x="24670" y="46373"/>
                      </a:cubicBezTo>
                      <a:cubicBezTo>
                        <a:pt x="24289" y="46278"/>
                        <a:pt x="24003" y="46278"/>
                        <a:pt x="23813" y="46373"/>
                      </a:cubicBezTo>
                      <a:cubicBezTo>
                        <a:pt x="24194" y="46469"/>
                        <a:pt x="24479" y="46469"/>
                        <a:pt x="24670" y="46373"/>
                      </a:cubicBezTo>
                      <a:close/>
                      <a:moveTo>
                        <a:pt x="36005" y="44659"/>
                      </a:moveTo>
                      <a:cubicBezTo>
                        <a:pt x="35243" y="44087"/>
                        <a:pt x="34100" y="43801"/>
                        <a:pt x="32576" y="43801"/>
                      </a:cubicBezTo>
                      <a:cubicBezTo>
                        <a:pt x="30766" y="43801"/>
                        <a:pt x="29528" y="43706"/>
                        <a:pt x="28861" y="43421"/>
                      </a:cubicBezTo>
                      <a:lnTo>
                        <a:pt x="31814" y="45135"/>
                      </a:lnTo>
                      <a:cubicBezTo>
                        <a:pt x="31814" y="45135"/>
                        <a:pt x="31242" y="45516"/>
                        <a:pt x="31242" y="45992"/>
                      </a:cubicBezTo>
                      <a:lnTo>
                        <a:pt x="32099" y="45992"/>
                      </a:lnTo>
                      <a:cubicBezTo>
                        <a:pt x="32099" y="45992"/>
                        <a:pt x="32576" y="46278"/>
                        <a:pt x="32576" y="46373"/>
                      </a:cubicBezTo>
                      <a:cubicBezTo>
                        <a:pt x="32576" y="46373"/>
                        <a:pt x="32480" y="46659"/>
                        <a:pt x="32195" y="47040"/>
                      </a:cubicBezTo>
                      <a:cubicBezTo>
                        <a:pt x="32004" y="47421"/>
                        <a:pt x="31909" y="47707"/>
                        <a:pt x="32099" y="47992"/>
                      </a:cubicBezTo>
                      <a:lnTo>
                        <a:pt x="33814" y="47992"/>
                      </a:lnTo>
                      <a:cubicBezTo>
                        <a:pt x="32957" y="47135"/>
                        <a:pt x="32480" y="46469"/>
                        <a:pt x="32480" y="46183"/>
                      </a:cubicBezTo>
                      <a:cubicBezTo>
                        <a:pt x="32480" y="45897"/>
                        <a:pt x="32671" y="45706"/>
                        <a:pt x="33052" y="45516"/>
                      </a:cubicBezTo>
                      <a:cubicBezTo>
                        <a:pt x="33433" y="45325"/>
                        <a:pt x="33909" y="45135"/>
                        <a:pt x="34481" y="44849"/>
                      </a:cubicBezTo>
                      <a:cubicBezTo>
                        <a:pt x="34957" y="44849"/>
                        <a:pt x="35433" y="44945"/>
                        <a:pt x="35814" y="45421"/>
                      </a:cubicBezTo>
                      <a:lnTo>
                        <a:pt x="35814" y="44563"/>
                      </a:lnTo>
                      <a:close/>
                      <a:moveTo>
                        <a:pt x="31814" y="37229"/>
                      </a:moveTo>
                      <a:cubicBezTo>
                        <a:pt x="32195" y="37801"/>
                        <a:pt x="32861" y="38087"/>
                        <a:pt x="33528" y="38087"/>
                      </a:cubicBezTo>
                      <a:cubicBezTo>
                        <a:pt x="34576" y="38087"/>
                        <a:pt x="35528" y="37705"/>
                        <a:pt x="36290" y="36944"/>
                      </a:cubicBezTo>
                      <a:lnTo>
                        <a:pt x="34671" y="36467"/>
                      </a:lnTo>
                      <a:cubicBezTo>
                        <a:pt x="34671" y="37324"/>
                        <a:pt x="34385" y="37705"/>
                        <a:pt x="34195" y="37705"/>
                      </a:cubicBezTo>
                      <a:cubicBezTo>
                        <a:pt x="34195" y="37705"/>
                        <a:pt x="33814" y="37420"/>
                        <a:pt x="33242" y="36944"/>
                      </a:cubicBezTo>
                      <a:cubicBezTo>
                        <a:pt x="32671" y="36467"/>
                        <a:pt x="32195" y="36277"/>
                        <a:pt x="31814" y="36467"/>
                      </a:cubicBezTo>
                      <a:lnTo>
                        <a:pt x="31814" y="37324"/>
                      </a:lnTo>
                      <a:close/>
                      <a:moveTo>
                        <a:pt x="35814" y="47421"/>
                      </a:moveTo>
                      <a:lnTo>
                        <a:pt x="35814" y="47421"/>
                      </a:lnTo>
                      <a:lnTo>
                        <a:pt x="33814" y="46087"/>
                      </a:lnTo>
                      <a:cubicBezTo>
                        <a:pt x="33623" y="46754"/>
                        <a:pt x="33814" y="47135"/>
                        <a:pt x="34481" y="47230"/>
                      </a:cubicBezTo>
                      <a:cubicBezTo>
                        <a:pt x="34957" y="47326"/>
                        <a:pt x="35338" y="47421"/>
                        <a:pt x="35814" y="47516"/>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 name="Google Shape;1539;p99"/>
                <p:cNvSpPr/>
                <p:nvPr/>
              </p:nvSpPr>
              <p:spPr>
                <a:xfrm>
                  <a:off x="3412807" y="4085653"/>
                  <a:ext cx="80295" cy="86677"/>
                </a:xfrm>
                <a:custGeom>
                  <a:avLst/>
                  <a:gdLst/>
                  <a:ahLst/>
                  <a:cxnLst/>
                  <a:rect l="l" t="t" r="r" b="b"/>
                  <a:pathLst>
                    <a:path w="80295" h="86677" extrusionOk="0">
                      <a:moveTo>
                        <a:pt x="1238" y="60293"/>
                      </a:moveTo>
                      <a:cubicBezTo>
                        <a:pt x="1238" y="60960"/>
                        <a:pt x="1238" y="61341"/>
                        <a:pt x="1524" y="61341"/>
                      </a:cubicBezTo>
                      <a:cubicBezTo>
                        <a:pt x="1619" y="61341"/>
                        <a:pt x="1714" y="61341"/>
                        <a:pt x="2000" y="61246"/>
                      </a:cubicBezTo>
                      <a:cubicBezTo>
                        <a:pt x="2191" y="61246"/>
                        <a:pt x="2381" y="61150"/>
                        <a:pt x="2476" y="61150"/>
                      </a:cubicBezTo>
                      <a:cubicBezTo>
                        <a:pt x="2762" y="61150"/>
                        <a:pt x="2858" y="61341"/>
                        <a:pt x="2953" y="61531"/>
                      </a:cubicBezTo>
                      <a:cubicBezTo>
                        <a:pt x="1238" y="61531"/>
                        <a:pt x="286" y="61436"/>
                        <a:pt x="0" y="61150"/>
                      </a:cubicBezTo>
                      <a:lnTo>
                        <a:pt x="1143" y="60388"/>
                      </a:lnTo>
                      <a:close/>
                      <a:moveTo>
                        <a:pt x="2953" y="71247"/>
                      </a:moveTo>
                      <a:cubicBezTo>
                        <a:pt x="2953" y="71247"/>
                        <a:pt x="3334" y="70675"/>
                        <a:pt x="3810" y="70675"/>
                      </a:cubicBezTo>
                      <a:lnTo>
                        <a:pt x="5048" y="70675"/>
                      </a:lnTo>
                      <a:cubicBezTo>
                        <a:pt x="5048" y="70675"/>
                        <a:pt x="4667" y="71247"/>
                        <a:pt x="4191" y="71247"/>
                      </a:cubicBezTo>
                      <a:lnTo>
                        <a:pt x="3048" y="71247"/>
                      </a:lnTo>
                      <a:close/>
                      <a:moveTo>
                        <a:pt x="6667" y="76962"/>
                      </a:moveTo>
                      <a:lnTo>
                        <a:pt x="6667" y="75819"/>
                      </a:lnTo>
                      <a:lnTo>
                        <a:pt x="7525" y="75819"/>
                      </a:lnTo>
                      <a:lnTo>
                        <a:pt x="6667" y="76962"/>
                      </a:lnTo>
                      <a:close/>
                      <a:moveTo>
                        <a:pt x="11239" y="69818"/>
                      </a:moveTo>
                      <a:cubicBezTo>
                        <a:pt x="11239" y="69818"/>
                        <a:pt x="12097" y="70009"/>
                        <a:pt x="12859" y="70675"/>
                      </a:cubicBezTo>
                      <a:lnTo>
                        <a:pt x="12478" y="71247"/>
                      </a:lnTo>
                      <a:lnTo>
                        <a:pt x="11144" y="69818"/>
                      </a:lnTo>
                      <a:close/>
                      <a:moveTo>
                        <a:pt x="12859" y="76962"/>
                      </a:moveTo>
                      <a:cubicBezTo>
                        <a:pt x="12859" y="76962"/>
                        <a:pt x="13240" y="76771"/>
                        <a:pt x="13525" y="76295"/>
                      </a:cubicBezTo>
                      <a:cubicBezTo>
                        <a:pt x="13811" y="76010"/>
                        <a:pt x="14097" y="75819"/>
                        <a:pt x="14192" y="75819"/>
                      </a:cubicBezTo>
                      <a:cubicBezTo>
                        <a:pt x="14192" y="76200"/>
                        <a:pt x="14002" y="76486"/>
                        <a:pt x="13716" y="76962"/>
                      </a:cubicBezTo>
                      <a:lnTo>
                        <a:pt x="12859" y="76962"/>
                      </a:lnTo>
                      <a:close/>
                      <a:moveTo>
                        <a:pt x="14859" y="67342"/>
                      </a:moveTo>
                      <a:lnTo>
                        <a:pt x="14573" y="68199"/>
                      </a:lnTo>
                      <a:lnTo>
                        <a:pt x="13430" y="68199"/>
                      </a:lnTo>
                      <a:cubicBezTo>
                        <a:pt x="13716" y="67342"/>
                        <a:pt x="14002" y="66865"/>
                        <a:pt x="14288" y="66865"/>
                      </a:cubicBezTo>
                      <a:cubicBezTo>
                        <a:pt x="14573" y="66865"/>
                        <a:pt x="14764" y="67056"/>
                        <a:pt x="14954" y="67246"/>
                      </a:cubicBezTo>
                      <a:close/>
                      <a:moveTo>
                        <a:pt x="16573" y="59912"/>
                      </a:moveTo>
                      <a:lnTo>
                        <a:pt x="16573" y="60770"/>
                      </a:lnTo>
                      <a:lnTo>
                        <a:pt x="14859" y="59436"/>
                      </a:lnTo>
                      <a:cubicBezTo>
                        <a:pt x="14859" y="59436"/>
                        <a:pt x="15907" y="59436"/>
                        <a:pt x="16573" y="59912"/>
                      </a:cubicBezTo>
                      <a:close/>
                      <a:moveTo>
                        <a:pt x="14859" y="72390"/>
                      </a:moveTo>
                      <a:cubicBezTo>
                        <a:pt x="15430" y="72390"/>
                        <a:pt x="15716" y="72771"/>
                        <a:pt x="15716" y="73533"/>
                      </a:cubicBezTo>
                      <a:lnTo>
                        <a:pt x="14859" y="73533"/>
                      </a:lnTo>
                      <a:lnTo>
                        <a:pt x="14859" y="72390"/>
                      </a:lnTo>
                      <a:close/>
                      <a:moveTo>
                        <a:pt x="16954" y="81534"/>
                      </a:moveTo>
                      <a:lnTo>
                        <a:pt x="16669" y="81058"/>
                      </a:lnTo>
                      <a:lnTo>
                        <a:pt x="18383" y="80105"/>
                      </a:lnTo>
                      <a:lnTo>
                        <a:pt x="16954" y="81534"/>
                      </a:lnTo>
                      <a:close/>
                      <a:moveTo>
                        <a:pt x="80296" y="64389"/>
                      </a:moveTo>
                      <a:lnTo>
                        <a:pt x="76486" y="64865"/>
                      </a:lnTo>
                      <a:cubicBezTo>
                        <a:pt x="76486" y="64865"/>
                        <a:pt x="76391" y="65151"/>
                        <a:pt x="76391" y="65151"/>
                      </a:cubicBezTo>
                      <a:cubicBezTo>
                        <a:pt x="76391" y="65437"/>
                        <a:pt x="76676" y="65627"/>
                        <a:pt x="77248" y="66008"/>
                      </a:cubicBezTo>
                      <a:cubicBezTo>
                        <a:pt x="77819" y="66389"/>
                        <a:pt x="78200" y="66675"/>
                        <a:pt x="78200" y="67151"/>
                      </a:cubicBezTo>
                      <a:lnTo>
                        <a:pt x="79058" y="67151"/>
                      </a:lnTo>
                      <a:cubicBezTo>
                        <a:pt x="78676" y="69437"/>
                        <a:pt x="78296" y="71628"/>
                        <a:pt x="77914" y="73819"/>
                      </a:cubicBezTo>
                      <a:cubicBezTo>
                        <a:pt x="77343" y="76200"/>
                        <a:pt x="75914" y="77724"/>
                        <a:pt x="73723" y="78486"/>
                      </a:cubicBezTo>
                      <a:cubicBezTo>
                        <a:pt x="73342" y="77153"/>
                        <a:pt x="72485" y="76867"/>
                        <a:pt x="71152" y="77343"/>
                      </a:cubicBezTo>
                      <a:lnTo>
                        <a:pt x="70771" y="77629"/>
                      </a:lnTo>
                      <a:lnTo>
                        <a:pt x="72390" y="79343"/>
                      </a:lnTo>
                      <a:cubicBezTo>
                        <a:pt x="71723" y="79153"/>
                        <a:pt x="70961" y="78772"/>
                        <a:pt x="70199" y="78105"/>
                      </a:cubicBezTo>
                      <a:cubicBezTo>
                        <a:pt x="69437" y="77438"/>
                        <a:pt x="68866" y="77057"/>
                        <a:pt x="68389" y="77057"/>
                      </a:cubicBezTo>
                      <a:cubicBezTo>
                        <a:pt x="67818" y="77057"/>
                        <a:pt x="67246" y="77343"/>
                        <a:pt x="66675" y="77914"/>
                      </a:cubicBezTo>
                      <a:lnTo>
                        <a:pt x="68199" y="77914"/>
                      </a:lnTo>
                      <a:lnTo>
                        <a:pt x="67913" y="78391"/>
                      </a:lnTo>
                      <a:cubicBezTo>
                        <a:pt x="68771" y="78772"/>
                        <a:pt x="69818" y="79438"/>
                        <a:pt x="71247" y="80486"/>
                      </a:cubicBezTo>
                      <a:lnTo>
                        <a:pt x="68199" y="81820"/>
                      </a:lnTo>
                      <a:lnTo>
                        <a:pt x="68771" y="82105"/>
                      </a:lnTo>
                      <a:cubicBezTo>
                        <a:pt x="68771" y="82105"/>
                        <a:pt x="67437" y="82677"/>
                        <a:pt x="65246" y="83629"/>
                      </a:cubicBezTo>
                      <a:cubicBezTo>
                        <a:pt x="64103" y="84011"/>
                        <a:pt x="63055" y="84296"/>
                        <a:pt x="62008" y="84296"/>
                      </a:cubicBezTo>
                      <a:cubicBezTo>
                        <a:pt x="61531" y="84296"/>
                        <a:pt x="60960" y="84296"/>
                        <a:pt x="60388" y="84201"/>
                      </a:cubicBezTo>
                      <a:cubicBezTo>
                        <a:pt x="60103" y="85154"/>
                        <a:pt x="59912" y="85820"/>
                        <a:pt x="60103" y="86201"/>
                      </a:cubicBezTo>
                      <a:lnTo>
                        <a:pt x="43720" y="86678"/>
                      </a:lnTo>
                      <a:cubicBezTo>
                        <a:pt x="42386" y="85439"/>
                        <a:pt x="40386" y="84391"/>
                        <a:pt x="37624" y="83534"/>
                      </a:cubicBezTo>
                      <a:cubicBezTo>
                        <a:pt x="34576" y="82677"/>
                        <a:pt x="32575" y="81820"/>
                        <a:pt x="31718" y="81344"/>
                      </a:cubicBezTo>
                      <a:cubicBezTo>
                        <a:pt x="31337" y="80772"/>
                        <a:pt x="30766" y="80486"/>
                        <a:pt x="29813" y="80296"/>
                      </a:cubicBezTo>
                      <a:cubicBezTo>
                        <a:pt x="28861" y="80010"/>
                        <a:pt x="28004" y="79915"/>
                        <a:pt x="27146" y="79629"/>
                      </a:cubicBezTo>
                      <a:lnTo>
                        <a:pt x="28384" y="78391"/>
                      </a:lnTo>
                      <a:lnTo>
                        <a:pt x="26765" y="76676"/>
                      </a:lnTo>
                      <a:lnTo>
                        <a:pt x="26289" y="77914"/>
                      </a:lnTo>
                      <a:cubicBezTo>
                        <a:pt x="24860" y="77533"/>
                        <a:pt x="24098" y="76390"/>
                        <a:pt x="23908" y="74390"/>
                      </a:cubicBezTo>
                      <a:cubicBezTo>
                        <a:pt x="23908" y="72580"/>
                        <a:pt x="22860" y="71628"/>
                        <a:pt x="20955" y="71628"/>
                      </a:cubicBezTo>
                      <a:lnTo>
                        <a:pt x="19526" y="71628"/>
                      </a:lnTo>
                      <a:cubicBezTo>
                        <a:pt x="20764" y="71628"/>
                        <a:pt x="21336" y="70866"/>
                        <a:pt x="21336" y="69532"/>
                      </a:cubicBezTo>
                      <a:cubicBezTo>
                        <a:pt x="21336" y="69152"/>
                        <a:pt x="21336" y="68771"/>
                        <a:pt x="21050" y="68389"/>
                      </a:cubicBezTo>
                      <a:cubicBezTo>
                        <a:pt x="20860" y="68008"/>
                        <a:pt x="20098" y="67628"/>
                        <a:pt x="18764" y="67056"/>
                      </a:cubicBezTo>
                      <a:lnTo>
                        <a:pt x="18479" y="67437"/>
                      </a:lnTo>
                      <a:cubicBezTo>
                        <a:pt x="18479" y="67437"/>
                        <a:pt x="18288" y="67628"/>
                        <a:pt x="18097" y="67628"/>
                      </a:cubicBezTo>
                      <a:cubicBezTo>
                        <a:pt x="17907" y="67628"/>
                        <a:pt x="17717" y="67342"/>
                        <a:pt x="17526" y="66770"/>
                      </a:cubicBezTo>
                      <a:cubicBezTo>
                        <a:pt x="17431" y="66294"/>
                        <a:pt x="17431" y="65818"/>
                        <a:pt x="17526" y="65437"/>
                      </a:cubicBezTo>
                      <a:cubicBezTo>
                        <a:pt x="18288" y="65246"/>
                        <a:pt x="19336" y="64484"/>
                        <a:pt x="20764" y="63151"/>
                      </a:cubicBezTo>
                      <a:cubicBezTo>
                        <a:pt x="22003" y="62008"/>
                        <a:pt x="23146" y="61341"/>
                        <a:pt x="23908" y="61341"/>
                      </a:cubicBezTo>
                      <a:cubicBezTo>
                        <a:pt x="24384" y="61341"/>
                        <a:pt x="24860" y="61436"/>
                        <a:pt x="25337" y="61722"/>
                      </a:cubicBezTo>
                      <a:cubicBezTo>
                        <a:pt x="25051" y="61150"/>
                        <a:pt x="24955" y="60770"/>
                        <a:pt x="25337" y="60388"/>
                      </a:cubicBezTo>
                      <a:cubicBezTo>
                        <a:pt x="25622" y="60007"/>
                        <a:pt x="25337" y="59531"/>
                        <a:pt x="24575" y="58769"/>
                      </a:cubicBezTo>
                      <a:lnTo>
                        <a:pt x="28289" y="57055"/>
                      </a:lnTo>
                      <a:lnTo>
                        <a:pt x="27432" y="55912"/>
                      </a:lnTo>
                      <a:cubicBezTo>
                        <a:pt x="28004" y="55912"/>
                        <a:pt x="28956" y="55531"/>
                        <a:pt x="30289" y="54864"/>
                      </a:cubicBezTo>
                      <a:cubicBezTo>
                        <a:pt x="31623" y="54197"/>
                        <a:pt x="32385" y="53912"/>
                        <a:pt x="32861" y="53912"/>
                      </a:cubicBezTo>
                      <a:cubicBezTo>
                        <a:pt x="33623" y="53912"/>
                        <a:pt x="34004" y="54388"/>
                        <a:pt x="34290" y="55531"/>
                      </a:cubicBezTo>
                      <a:cubicBezTo>
                        <a:pt x="34100" y="57912"/>
                        <a:pt x="34957" y="60198"/>
                        <a:pt x="36862" y="62579"/>
                      </a:cubicBezTo>
                      <a:cubicBezTo>
                        <a:pt x="37814" y="63722"/>
                        <a:pt x="39719" y="65532"/>
                        <a:pt x="42577" y="67913"/>
                      </a:cubicBezTo>
                      <a:cubicBezTo>
                        <a:pt x="42958" y="68961"/>
                        <a:pt x="43720" y="69437"/>
                        <a:pt x="44672" y="69437"/>
                      </a:cubicBezTo>
                      <a:cubicBezTo>
                        <a:pt x="44958" y="69437"/>
                        <a:pt x="45434" y="69437"/>
                        <a:pt x="46006" y="69342"/>
                      </a:cubicBezTo>
                      <a:cubicBezTo>
                        <a:pt x="46577" y="69247"/>
                        <a:pt x="47054" y="69152"/>
                        <a:pt x="47339" y="69152"/>
                      </a:cubicBezTo>
                      <a:cubicBezTo>
                        <a:pt x="48006" y="69152"/>
                        <a:pt x="48577" y="69247"/>
                        <a:pt x="49149" y="69532"/>
                      </a:cubicBezTo>
                      <a:cubicBezTo>
                        <a:pt x="49721" y="69818"/>
                        <a:pt x="50387" y="70009"/>
                        <a:pt x="51054" y="70009"/>
                      </a:cubicBezTo>
                      <a:cubicBezTo>
                        <a:pt x="52292" y="70009"/>
                        <a:pt x="53816" y="69437"/>
                        <a:pt x="55531" y="68199"/>
                      </a:cubicBezTo>
                      <a:cubicBezTo>
                        <a:pt x="58102" y="66485"/>
                        <a:pt x="59626" y="65532"/>
                        <a:pt x="59912" y="65437"/>
                      </a:cubicBezTo>
                      <a:cubicBezTo>
                        <a:pt x="60293" y="64865"/>
                        <a:pt x="60484" y="64294"/>
                        <a:pt x="60484" y="63722"/>
                      </a:cubicBezTo>
                      <a:cubicBezTo>
                        <a:pt x="60484" y="62865"/>
                        <a:pt x="60008" y="61722"/>
                        <a:pt x="59055" y="60293"/>
                      </a:cubicBezTo>
                      <a:cubicBezTo>
                        <a:pt x="58102" y="58864"/>
                        <a:pt x="57531" y="57912"/>
                        <a:pt x="57341" y="57150"/>
                      </a:cubicBezTo>
                      <a:cubicBezTo>
                        <a:pt x="55531" y="56864"/>
                        <a:pt x="54578" y="56197"/>
                        <a:pt x="54388" y="55150"/>
                      </a:cubicBezTo>
                      <a:lnTo>
                        <a:pt x="54864" y="54769"/>
                      </a:lnTo>
                      <a:cubicBezTo>
                        <a:pt x="52578" y="53721"/>
                        <a:pt x="49435" y="52006"/>
                        <a:pt x="45339" y="49816"/>
                      </a:cubicBezTo>
                      <a:cubicBezTo>
                        <a:pt x="44863" y="50197"/>
                        <a:pt x="44482" y="50387"/>
                        <a:pt x="44101" y="50387"/>
                      </a:cubicBezTo>
                      <a:cubicBezTo>
                        <a:pt x="43529" y="50387"/>
                        <a:pt x="42767" y="50006"/>
                        <a:pt x="41910" y="49244"/>
                      </a:cubicBezTo>
                      <a:cubicBezTo>
                        <a:pt x="41053" y="48482"/>
                        <a:pt x="40386" y="48101"/>
                        <a:pt x="39910" y="48101"/>
                      </a:cubicBezTo>
                      <a:cubicBezTo>
                        <a:pt x="39719" y="48101"/>
                        <a:pt x="39433" y="48196"/>
                        <a:pt x="39243" y="48387"/>
                      </a:cubicBezTo>
                      <a:cubicBezTo>
                        <a:pt x="37433" y="47815"/>
                        <a:pt x="35623" y="46387"/>
                        <a:pt x="33909" y="43910"/>
                      </a:cubicBezTo>
                      <a:cubicBezTo>
                        <a:pt x="31909" y="41148"/>
                        <a:pt x="30194" y="39433"/>
                        <a:pt x="28861" y="38671"/>
                      </a:cubicBezTo>
                      <a:cubicBezTo>
                        <a:pt x="28956" y="37910"/>
                        <a:pt x="28670" y="36862"/>
                        <a:pt x="27718" y="35719"/>
                      </a:cubicBezTo>
                      <a:cubicBezTo>
                        <a:pt x="26860" y="34576"/>
                        <a:pt x="26479" y="33623"/>
                        <a:pt x="26670" y="32956"/>
                      </a:cubicBezTo>
                      <a:cubicBezTo>
                        <a:pt x="26194" y="32004"/>
                        <a:pt x="25813" y="30194"/>
                        <a:pt x="25717" y="27527"/>
                      </a:cubicBezTo>
                      <a:cubicBezTo>
                        <a:pt x="25527" y="25146"/>
                        <a:pt x="25527" y="22765"/>
                        <a:pt x="25432" y="20383"/>
                      </a:cubicBezTo>
                      <a:cubicBezTo>
                        <a:pt x="26003" y="20098"/>
                        <a:pt x="26289" y="19907"/>
                        <a:pt x="26289" y="19526"/>
                      </a:cubicBezTo>
                      <a:cubicBezTo>
                        <a:pt x="26289" y="19240"/>
                        <a:pt x="26098" y="18955"/>
                        <a:pt x="25908" y="18479"/>
                      </a:cubicBezTo>
                      <a:cubicBezTo>
                        <a:pt x="25622" y="18002"/>
                        <a:pt x="25432" y="17621"/>
                        <a:pt x="25432" y="17431"/>
                      </a:cubicBezTo>
                      <a:cubicBezTo>
                        <a:pt x="25717" y="16478"/>
                        <a:pt x="26956" y="15049"/>
                        <a:pt x="29051" y="13335"/>
                      </a:cubicBezTo>
                      <a:cubicBezTo>
                        <a:pt x="30766" y="11811"/>
                        <a:pt x="31623" y="10382"/>
                        <a:pt x="31623" y="9049"/>
                      </a:cubicBezTo>
                      <a:cubicBezTo>
                        <a:pt x="31909" y="9049"/>
                        <a:pt x="32385" y="8668"/>
                        <a:pt x="33052" y="8191"/>
                      </a:cubicBezTo>
                      <a:cubicBezTo>
                        <a:pt x="33718" y="7620"/>
                        <a:pt x="34195" y="7429"/>
                        <a:pt x="34480" y="7429"/>
                      </a:cubicBezTo>
                      <a:cubicBezTo>
                        <a:pt x="34671" y="7429"/>
                        <a:pt x="34862" y="7620"/>
                        <a:pt x="35052" y="7811"/>
                      </a:cubicBezTo>
                      <a:cubicBezTo>
                        <a:pt x="36290" y="5715"/>
                        <a:pt x="38576" y="4096"/>
                        <a:pt x="41529" y="2953"/>
                      </a:cubicBezTo>
                      <a:cubicBezTo>
                        <a:pt x="44196" y="2096"/>
                        <a:pt x="46863" y="1333"/>
                        <a:pt x="49530" y="381"/>
                      </a:cubicBezTo>
                      <a:cubicBezTo>
                        <a:pt x="50292" y="95"/>
                        <a:pt x="51054" y="0"/>
                        <a:pt x="51911" y="0"/>
                      </a:cubicBezTo>
                      <a:cubicBezTo>
                        <a:pt x="53054" y="0"/>
                        <a:pt x="54578" y="476"/>
                        <a:pt x="56483" y="1333"/>
                      </a:cubicBezTo>
                      <a:cubicBezTo>
                        <a:pt x="58388" y="2191"/>
                        <a:pt x="60008" y="2667"/>
                        <a:pt x="61055" y="2667"/>
                      </a:cubicBezTo>
                      <a:cubicBezTo>
                        <a:pt x="61531" y="2667"/>
                        <a:pt x="62008" y="2667"/>
                        <a:pt x="62579" y="2381"/>
                      </a:cubicBezTo>
                      <a:cubicBezTo>
                        <a:pt x="63055" y="3429"/>
                        <a:pt x="64008" y="4096"/>
                        <a:pt x="65246" y="4477"/>
                      </a:cubicBezTo>
                      <a:cubicBezTo>
                        <a:pt x="66866" y="4953"/>
                        <a:pt x="67913" y="5429"/>
                        <a:pt x="68485" y="5810"/>
                      </a:cubicBezTo>
                      <a:cubicBezTo>
                        <a:pt x="70961" y="6001"/>
                        <a:pt x="73057" y="9144"/>
                        <a:pt x="74962" y="15240"/>
                      </a:cubicBezTo>
                      <a:cubicBezTo>
                        <a:pt x="74962" y="16097"/>
                        <a:pt x="74295" y="17240"/>
                        <a:pt x="73152" y="18669"/>
                      </a:cubicBezTo>
                      <a:cubicBezTo>
                        <a:pt x="72009" y="20098"/>
                        <a:pt x="71438" y="21336"/>
                        <a:pt x="71438" y="22288"/>
                      </a:cubicBezTo>
                      <a:cubicBezTo>
                        <a:pt x="70580" y="22193"/>
                        <a:pt x="70294" y="22384"/>
                        <a:pt x="70104" y="23146"/>
                      </a:cubicBezTo>
                      <a:cubicBezTo>
                        <a:pt x="70104" y="24098"/>
                        <a:pt x="69913" y="24574"/>
                        <a:pt x="69533" y="24765"/>
                      </a:cubicBezTo>
                      <a:cubicBezTo>
                        <a:pt x="67532" y="25622"/>
                        <a:pt x="66104" y="26098"/>
                        <a:pt x="65342" y="26098"/>
                      </a:cubicBezTo>
                      <a:cubicBezTo>
                        <a:pt x="64103" y="26098"/>
                        <a:pt x="63055" y="25432"/>
                        <a:pt x="62103" y="24003"/>
                      </a:cubicBezTo>
                      <a:cubicBezTo>
                        <a:pt x="62103" y="22860"/>
                        <a:pt x="61341" y="22003"/>
                        <a:pt x="60008" y="21336"/>
                      </a:cubicBezTo>
                      <a:cubicBezTo>
                        <a:pt x="58388" y="20860"/>
                        <a:pt x="57531" y="20098"/>
                        <a:pt x="57150" y="19336"/>
                      </a:cubicBezTo>
                      <a:cubicBezTo>
                        <a:pt x="56769" y="19240"/>
                        <a:pt x="55626" y="18860"/>
                        <a:pt x="53816" y="18097"/>
                      </a:cubicBezTo>
                      <a:cubicBezTo>
                        <a:pt x="52388" y="17621"/>
                        <a:pt x="51244" y="17240"/>
                        <a:pt x="50387" y="17240"/>
                      </a:cubicBezTo>
                      <a:cubicBezTo>
                        <a:pt x="49149" y="17240"/>
                        <a:pt x="48101" y="17716"/>
                        <a:pt x="47244" y="18955"/>
                      </a:cubicBezTo>
                      <a:cubicBezTo>
                        <a:pt x="46958" y="18955"/>
                        <a:pt x="46768" y="18860"/>
                        <a:pt x="46482" y="18860"/>
                      </a:cubicBezTo>
                      <a:cubicBezTo>
                        <a:pt x="45910" y="18860"/>
                        <a:pt x="45053" y="19431"/>
                        <a:pt x="43815" y="20479"/>
                      </a:cubicBezTo>
                      <a:cubicBezTo>
                        <a:pt x="44101" y="21146"/>
                        <a:pt x="44291" y="21622"/>
                        <a:pt x="44291" y="22193"/>
                      </a:cubicBezTo>
                      <a:cubicBezTo>
                        <a:pt x="44291" y="22765"/>
                        <a:pt x="43815" y="23336"/>
                        <a:pt x="42767" y="24003"/>
                      </a:cubicBezTo>
                      <a:cubicBezTo>
                        <a:pt x="41815" y="24479"/>
                        <a:pt x="41338" y="25051"/>
                        <a:pt x="41338" y="25527"/>
                      </a:cubicBezTo>
                      <a:cubicBezTo>
                        <a:pt x="41338" y="25908"/>
                        <a:pt x="41624" y="26575"/>
                        <a:pt x="42100" y="27241"/>
                      </a:cubicBezTo>
                      <a:cubicBezTo>
                        <a:pt x="45053" y="31623"/>
                        <a:pt x="49625" y="34957"/>
                        <a:pt x="55721" y="37147"/>
                      </a:cubicBezTo>
                      <a:cubicBezTo>
                        <a:pt x="56579" y="37338"/>
                        <a:pt x="57626" y="38100"/>
                        <a:pt x="59055" y="39148"/>
                      </a:cubicBezTo>
                      <a:cubicBezTo>
                        <a:pt x="60579" y="40386"/>
                        <a:pt x="61722" y="40957"/>
                        <a:pt x="62770" y="41148"/>
                      </a:cubicBezTo>
                      <a:cubicBezTo>
                        <a:pt x="63817" y="41243"/>
                        <a:pt x="65151" y="42100"/>
                        <a:pt x="66961" y="43624"/>
                      </a:cubicBezTo>
                      <a:cubicBezTo>
                        <a:pt x="68485" y="45053"/>
                        <a:pt x="70009" y="45720"/>
                        <a:pt x="71533" y="45434"/>
                      </a:cubicBezTo>
                      <a:cubicBezTo>
                        <a:pt x="71533" y="46196"/>
                        <a:pt x="71533" y="46577"/>
                        <a:pt x="71818" y="46577"/>
                      </a:cubicBezTo>
                      <a:cubicBezTo>
                        <a:pt x="72485" y="46577"/>
                        <a:pt x="72962" y="47054"/>
                        <a:pt x="73247" y="48101"/>
                      </a:cubicBezTo>
                      <a:cubicBezTo>
                        <a:pt x="73533" y="49054"/>
                        <a:pt x="74009" y="49435"/>
                        <a:pt x="74676" y="49244"/>
                      </a:cubicBezTo>
                      <a:cubicBezTo>
                        <a:pt x="74867" y="49721"/>
                        <a:pt x="75724" y="51149"/>
                        <a:pt x="77533" y="53626"/>
                      </a:cubicBezTo>
                      <a:cubicBezTo>
                        <a:pt x="78867" y="55721"/>
                        <a:pt x="79438" y="57531"/>
                        <a:pt x="79438" y="59150"/>
                      </a:cubicBezTo>
                      <a:cubicBezTo>
                        <a:pt x="79819" y="59531"/>
                        <a:pt x="79915" y="60007"/>
                        <a:pt x="79915" y="60388"/>
                      </a:cubicBezTo>
                      <a:cubicBezTo>
                        <a:pt x="79915" y="60770"/>
                        <a:pt x="79724" y="61150"/>
                        <a:pt x="79438" y="61722"/>
                      </a:cubicBezTo>
                      <a:cubicBezTo>
                        <a:pt x="78962" y="62294"/>
                        <a:pt x="78867" y="62674"/>
                        <a:pt x="78867" y="62865"/>
                      </a:cubicBezTo>
                      <a:cubicBezTo>
                        <a:pt x="78867" y="63246"/>
                        <a:pt x="79153" y="63722"/>
                        <a:pt x="79724" y="64198"/>
                      </a:cubicBezTo>
                      <a:close/>
                      <a:moveTo>
                        <a:pt x="18383" y="66961"/>
                      </a:moveTo>
                      <a:lnTo>
                        <a:pt x="20860" y="66104"/>
                      </a:lnTo>
                      <a:lnTo>
                        <a:pt x="19717" y="66104"/>
                      </a:lnTo>
                      <a:lnTo>
                        <a:pt x="18383" y="66961"/>
                      </a:lnTo>
                      <a:close/>
                      <a:moveTo>
                        <a:pt x="19145" y="77438"/>
                      </a:moveTo>
                      <a:lnTo>
                        <a:pt x="19717" y="77438"/>
                      </a:lnTo>
                      <a:lnTo>
                        <a:pt x="20574" y="78105"/>
                      </a:lnTo>
                      <a:lnTo>
                        <a:pt x="19145" y="77438"/>
                      </a:lnTo>
                      <a:close/>
                      <a:moveTo>
                        <a:pt x="22574" y="83153"/>
                      </a:moveTo>
                      <a:cubicBezTo>
                        <a:pt x="22479" y="82296"/>
                        <a:pt x="22574" y="81629"/>
                        <a:pt x="23336" y="81058"/>
                      </a:cubicBezTo>
                      <a:lnTo>
                        <a:pt x="23241" y="81058"/>
                      </a:lnTo>
                      <a:cubicBezTo>
                        <a:pt x="23241" y="81058"/>
                        <a:pt x="23431" y="81629"/>
                        <a:pt x="23717" y="81915"/>
                      </a:cubicBezTo>
                      <a:cubicBezTo>
                        <a:pt x="24003" y="82296"/>
                        <a:pt x="24193" y="82487"/>
                        <a:pt x="24193" y="82582"/>
                      </a:cubicBezTo>
                      <a:cubicBezTo>
                        <a:pt x="24193" y="82772"/>
                        <a:pt x="24098" y="82963"/>
                        <a:pt x="23813" y="83153"/>
                      </a:cubicBezTo>
                      <a:lnTo>
                        <a:pt x="22574" y="83153"/>
                      </a:lnTo>
                      <a:close/>
                      <a:moveTo>
                        <a:pt x="23527" y="80677"/>
                      </a:moveTo>
                      <a:cubicBezTo>
                        <a:pt x="23527" y="80677"/>
                        <a:pt x="23336" y="80963"/>
                        <a:pt x="23336" y="81058"/>
                      </a:cubicBezTo>
                      <a:cubicBezTo>
                        <a:pt x="23336" y="81058"/>
                        <a:pt x="23336" y="80867"/>
                        <a:pt x="23527" y="80677"/>
                      </a:cubicBezTo>
                      <a:close/>
                      <a:moveTo>
                        <a:pt x="23813" y="78581"/>
                      </a:moveTo>
                      <a:cubicBezTo>
                        <a:pt x="23813" y="78581"/>
                        <a:pt x="24384" y="78772"/>
                        <a:pt x="24765" y="79153"/>
                      </a:cubicBezTo>
                      <a:cubicBezTo>
                        <a:pt x="25146" y="79534"/>
                        <a:pt x="25337" y="79629"/>
                        <a:pt x="25432" y="79820"/>
                      </a:cubicBezTo>
                      <a:cubicBezTo>
                        <a:pt x="24955" y="79820"/>
                        <a:pt x="24384" y="80200"/>
                        <a:pt x="23622" y="80677"/>
                      </a:cubicBezTo>
                      <a:cubicBezTo>
                        <a:pt x="24193" y="80010"/>
                        <a:pt x="24289" y="79248"/>
                        <a:pt x="23908" y="78581"/>
                      </a:cubicBezTo>
                      <a:close/>
                      <a:moveTo>
                        <a:pt x="26289" y="69437"/>
                      </a:moveTo>
                      <a:lnTo>
                        <a:pt x="26289" y="68580"/>
                      </a:lnTo>
                      <a:lnTo>
                        <a:pt x="23813" y="67246"/>
                      </a:lnTo>
                      <a:lnTo>
                        <a:pt x="26289" y="69437"/>
                      </a:lnTo>
                      <a:close/>
                      <a:moveTo>
                        <a:pt x="28384" y="72771"/>
                      </a:moveTo>
                      <a:cubicBezTo>
                        <a:pt x="28384" y="72771"/>
                        <a:pt x="28670" y="72866"/>
                        <a:pt x="29432" y="72962"/>
                      </a:cubicBezTo>
                      <a:cubicBezTo>
                        <a:pt x="29908" y="73057"/>
                        <a:pt x="30194" y="72866"/>
                        <a:pt x="30385" y="72295"/>
                      </a:cubicBezTo>
                      <a:cubicBezTo>
                        <a:pt x="29527" y="72009"/>
                        <a:pt x="28861" y="72199"/>
                        <a:pt x="28384" y="72676"/>
                      </a:cubicBezTo>
                      <a:cubicBezTo>
                        <a:pt x="28099" y="72676"/>
                        <a:pt x="28099" y="72866"/>
                        <a:pt x="28099" y="73057"/>
                      </a:cubicBezTo>
                      <a:lnTo>
                        <a:pt x="27242" y="73914"/>
                      </a:lnTo>
                      <a:lnTo>
                        <a:pt x="28099" y="73914"/>
                      </a:lnTo>
                      <a:cubicBezTo>
                        <a:pt x="28099" y="73914"/>
                        <a:pt x="28099" y="73247"/>
                        <a:pt x="28099" y="73057"/>
                      </a:cubicBezTo>
                      <a:lnTo>
                        <a:pt x="28384" y="72676"/>
                      </a:lnTo>
                      <a:close/>
                      <a:moveTo>
                        <a:pt x="28956" y="32004"/>
                      </a:moveTo>
                      <a:cubicBezTo>
                        <a:pt x="28956" y="32004"/>
                        <a:pt x="29432" y="31337"/>
                        <a:pt x="29337" y="30956"/>
                      </a:cubicBezTo>
                      <a:lnTo>
                        <a:pt x="29623" y="30289"/>
                      </a:lnTo>
                      <a:cubicBezTo>
                        <a:pt x="29623" y="30289"/>
                        <a:pt x="28956" y="29623"/>
                        <a:pt x="28480" y="29432"/>
                      </a:cubicBezTo>
                      <a:cubicBezTo>
                        <a:pt x="28004" y="29146"/>
                        <a:pt x="27718" y="29051"/>
                        <a:pt x="27527" y="29051"/>
                      </a:cubicBezTo>
                      <a:cubicBezTo>
                        <a:pt x="28670" y="29623"/>
                        <a:pt x="29337" y="30289"/>
                        <a:pt x="29337" y="31052"/>
                      </a:cubicBezTo>
                      <a:lnTo>
                        <a:pt x="28956" y="32099"/>
                      </a:lnTo>
                      <a:close/>
                      <a:moveTo>
                        <a:pt x="36385" y="25718"/>
                      </a:moveTo>
                      <a:lnTo>
                        <a:pt x="36385" y="25337"/>
                      </a:lnTo>
                      <a:cubicBezTo>
                        <a:pt x="36100" y="23527"/>
                        <a:pt x="34862" y="22574"/>
                        <a:pt x="32480" y="22574"/>
                      </a:cubicBezTo>
                      <a:cubicBezTo>
                        <a:pt x="30671" y="22574"/>
                        <a:pt x="29242" y="23050"/>
                        <a:pt x="28099" y="24003"/>
                      </a:cubicBezTo>
                      <a:cubicBezTo>
                        <a:pt x="28384" y="24098"/>
                        <a:pt x="28861" y="24860"/>
                        <a:pt x="29242" y="26098"/>
                      </a:cubicBezTo>
                      <a:cubicBezTo>
                        <a:pt x="29623" y="27432"/>
                        <a:pt x="30289" y="27908"/>
                        <a:pt x="31337" y="27622"/>
                      </a:cubicBezTo>
                      <a:lnTo>
                        <a:pt x="31337" y="27337"/>
                      </a:lnTo>
                      <a:cubicBezTo>
                        <a:pt x="31337" y="27337"/>
                        <a:pt x="31813" y="26289"/>
                        <a:pt x="32099" y="24955"/>
                      </a:cubicBezTo>
                      <a:cubicBezTo>
                        <a:pt x="32385" y="23813"/>
                        <a:pt x="32766" y="23241"/>
                        <a:pt x="33433" y="23241"/>
                      </a:cubicBezTo>
                      <a:cubicBezTo>
                        <a:pt x="33718" y="23241"/>
                        <a:pt x="34004" y="23336"/>
                        <a:pt x="34385" y="23527"/>
                      </a:cubicBezTo>
                      <a:lnTo>
                        <a:pt x="34385" y="24479"/>
                      </a:lnTo>
                      <a:cubicBezTo>
                        <a:pt x="34385" y="24479"/>
                        <a:pt x="34671" y="24289"/>
                        <a:pt x="34957" y="24289"/>
                      </a:cubicBezTo>
                      <a:cubicBezTo>
                        <a:pt x="35052" y="24289"/>
                        <a:pt x="35623" y="24765"/>
                        <a:pt x="36481" y="25622"/>
                      </a:cubicBezTo>
                      <a:close/>
                      <a:moveTo>
                        <a:pt x="29623" y="60198"/>
                      </a:moveTo>
                      <a:cubicBezTo>
                        <a:pt x="28956" y="60198"/>
                        <a:pt x="28575" y="60007"/>
                        <a:pt x="28480" y="59817"/>
                      </a:cubicBezTo>
                      <a:lnTo>
                        <a:pt x="29337" y="60960"/>
                      </a:lnTo>
                      <a:cubicBezTo>
                        <a:pt x="29337" y="60960"/>
                        <a:pt x="29718" y="60484"/>
                        <a:pt x="29623" y="60198"/>
                      </a:cubicBezTo>
                      <a:close/>
                      <a:moveTo>
                        <a:pt x="30480" y="26861"/>
                      </a:moveTo>
                      <a:lnTo>
                        <a:pt x="30099" y="26575"/>
                      </a:lnTo>
                      <a:lnTo>
                        <a:pt x="30956" y="26575"/>
                      </a:lnTo>
                      <a:cubicBezTo>
                        <a:pt x="30956" y="26575"/>
                        <a:pt x="30671" y="26765"/>
                        <a:pt x="30385" y="26861"/>
                      </a:cubicBezTo>
                      <a:close/>
                      <a:moveTo>
                        <a:pt x="31051" y="26575"/>
                      </a:moveTo>
                      <a:cubicBezTo>
                        <a:pt x="31051" y="26575"/>
                        <a:pt x="31337" y="26384"/>
                        <a:pt x="31433" y="26575"/>
                      </a:cubicBezTo>
                      <a:lnTo>
                        <a:pt x="31051" y="26575"/>
                      </a:lnTo>
                      <a:close/>
                      <a:moveTo>
                        <a:pt x="31813" y="79438"/>
                      </a:moveTo>
                      <a:lnTo>
                        <a:pt x="32671" y="78486"/>
                      </a:lnTo>
                      <a:cubicBezTo>
                        <a:pt x="32671" y="78486"/>
                        <a:pt x="32099" y="78010"/>
                        <a:pt x="31813" y="78010"/>
                      </a:cubicBezTo>
                      <a:lnTo>
                        <a:pt x="31813" y="79438"/>
                      </a:lnTo>
                      <a:close/>
                      <a:moveTo>
                        <a:pt x="33147" y="28099"/>
                      </a:moveTo>
                      <a:cubicBezTo>
                        <a:pt x="33147" y="28099"/>
                        <a:pt x="33147" y="27241"/>
                        <a:pt x="32671" y="26575"/>
                      </a:cubicBezTo>
                      <a:lnTo>
                        <a:pt x="32671" y="28575"/>
                      </a:lnTo>
                      <a:lnTo>
                        <a:pt x="33147" y="28099"/>
                      </a:lnTo>
                      <a:close/>
                      <a:moveTo>
                        <a:pt x="34766" y="86296"/>
                      </a:moveTo>
                      <a:lnTo>
                        <a:pt x="34480" y="86011"/>
                      </a:lnTo>
                      <a:lnTo>
                        <a:pt x="35433" y="86011"/>
                      </a:lnTo>
                      <a:cubicBezTo>
                        <a:pt x="34957" y="86296"/>
                        <a:pt x="34766" y="86296"/>
                        <a:pt x="34862" y="86296"/>
                      </a:cubicBezTo>
                      <a:close/>
                      <a:moveTo>
                        <a:pt x="45148" y="77438"/>
                      </a:moveTo>
                      <a:lnTo>
                        <a:pt x="45625" y="76867"/>
                      </a:lnTo>
                      <a:lnTo>
                        <a:pt x="45148" y="75724"/>
                      </a:lnTo>
                      <a:lnTo>
                        <a:pt x="45148" y="77533"/>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40" name="Google Shape;1540;p99"/>
              <p:cNvGrpSpPr/>
              <p:nvPr/>
            </p:nvGrpSpPr>
            <p:grpSpPr>
              <a:xfrm>
                <a:off x="8738610" y="4227671"/>
                <a:ext cx="155542" cy="49435"/>
                <a:chOff x="3485292" y="1945766"/>
                <a:chExt cx="155542" cy="49435"/>
              </a:xfrm>
            </p:grpSpPr>
            <p:sp>
              <p:nvSpPr>
                <p:cNvPr id="1541" name="Google Shape;1541;p99"/>
                <p:cNvSpPr/>
                <p:nvPr/>
              </p:nvSpPr>
              <p:spPr>
                <a:xfrm>
                  <a:off x="3485292" y="1945766"/>
                  <a:ext cx="45243" cy="48958"/>
                </a:xfrm>
                <a:custGeom>
                  <a:avLst/>
                  <a:gdLst/>
                  <a:ahLst/>
                  <a:cxnLst/>
                  <a:rect l="l" t="t" r="r" b="b"/>
                  <a:pathLst>
                    <a:path w="45243" h="48958" extrusionOk="0">
                      <a:moveTo>
                        <a:pt x="571" y="33719"/>
                      </a:moveTo>
                      <a:cubicBezTo>
                        <a:pt x="571" y="33719"/>
                        <a:pt x="571" y="34290"/>
                        <a:pt x="762" y="34290"/>
                      </a:cubicBezTo>
                      <a:cubicBezTo>
                        <a:pt x="762" y="34290"/>
                        <a:pt x="857" y="34290"/>
                        <a:pt x="1048" y="34290"/>
                      </a:cubicBezTo>
                      <a:cubicBezTo>
                        <a:pt x="1143" y="34290"/>
                        <a:pt x="1238" y="34290"/>
                        <a:pt x="1333" y="34290"/>
                      </a:cubicBezTo>
                      <a:cubicBezTo>
                        <a:pt x="1429" y="34290"/>
                        <a:pt x="1524" y="34385"/>
                        <a:pt x="1619" y="34576"/>
                      </a:cubicBezTo>
                      <a:cubicBezTo>
                        <a:pt x="667" y="34576"/>
                        <a:pt x="95" y="34576"/>
                        <a:pt x="0" y="34290"/>
                      </a:cubicBezTo>
                      <a:lnTo>
                        <a:pt x="667" y="33814"/>
                      </a:lnTo>
                      <a:close/>
                      <a:moveTo>
                        <a:pt x="1524" y="39910"/>
                      </a:moveTo>
                      <a:cubicBezTo>
                        <a:pt x="1524" y="39910"/>
                        <a:pt x="1810" y="39624"/>
                        <a:pt x="2000" y="39624"/>
                      </a:cubicBezTo>
                      <a:lnTo>
                        <a:pt x="2667" y="39624"/>
                      </a:lnTo>
                      <a:cubicBezTo>
                        <a:pt x="2667" y="39624"/>
                        <a:pt x="2476" y="39910"/>
                        <a:pt x="2191" y="39910"/>
                      </a:cubicBezTo>
                      <a:lnTo>
                        <a:pt x="1524" y="39910"/>
                      </a:lnTo>
                      <a:close/>
                      <a:moveTo>
                        <a:pt x="3619" y="43148"/>
                      </a:moveTo>
                      <a:lnTo>
                        <a:pt x="3619" y="42482"/>
                      </a:lnTo>
                      <a:lnTo>
                        <a:pt x="4096" y="42482"/>
                      </a:lnTo>
                      <a:lnTo>
                        <a:pt x="3619" y="43148"/>
                      </a:lnTo>
                      <a:close/>
                      <a:moveTo>
                        <a:pt x="6191" y="39148"/>
                      </a:moveTo>
                      <a:cubicBezTo>
                        <a:pt x="6191" y="39148"/>
                        <a:pt x="6667" y="39243"/>
                        <a:pt x="7144" y="39624"/>
                      </a:cubicBezTo>
                      <a:lnTo>
                        <a:pt x="6953" y="39910"/>
                      </a:lnTo>
                      <a:lnTo>
                        <a:pt x="6191" y="39053"/>
                      </a:lnTo>
                      <a:close/>
                      <a:moveTo>
                        <a:pt x="7144" y="43148"/>
                      </a:moveTo>
                      <a:cubicBezTo>
                        <a:pt x="7144" y="43148"/>
                        <a:pt x="7429" y="43053"/>
                        <a:pt x="7525" y="42767"/>
                      </a:cubicBezTo>
                      <a:cubicBezTo>
                        <a:pt x="7620" y="42577"/>
                        <a:pt x="7810" y="42482"/>
                        <a:pt x="7906" y="42482"/>
                      </a:cubicBezTo>
                      <a:cubicBezTo>
                        <a:pt x="7906" y="42672"/>
                        <a:pt x="7906" y="42863"/>
                        <a:pt x="7620" y="43148"/>
                      </a:cubicBezTo>
                      <a:lnTo>
                        <a:pt x="7144" y="43148"/>
                      </a:lnTo>
                      <a:close/>
                      <a:moveTo>
                        <a:pt x="8287" y="37719"/>
                      </a:moveTo>
                      <a:lnTo>
                        <a:pt x="8096" y="38195"/>
                      </a:lnTo>
                      <a:lnTo>
                        <a:pt x="7429" y="38195"/>
                      </a:lnTo>
                      <a:cubicBezTo>
                        <a:pt x="7620" y="37719"/>
                        <a:pt x="7715" y="37433"/>
                        <a:pt x="7906" y="37433"/>
                      </a:cubicBezTo>
                      <a:cubicBezTo>
                        <a:pt x="8001" y="37433"/>
                        <a:pt x="8096" y="37529"/>
                        <a:pt x="8287" y="37719"/>
                      </a:cubicBezTo>
                      <a:close/>
                      <a:moveTo>
                        <a:pt x="9239" y="33528"/>
                      </a:moveTo>
                      <a:lnTo>
                        <a:pt x="9239" y="34004"/>
                      </a:lnTo>
                      <a:lnTo>
                        <a:pt x="8287" y="33242"/>
                      </a:lnTo>
                      <a:cubicBezTo>
                        <a:pt x="8287" y="33242"/>
                        <a:pt x="8858" y="33242"/>
                        <a:pt x="9239" y="33528"/>
                      </a:cubicBezTo>
                      <a:close/>
                      <a:moveTo>
                        <a:pt x="8287" y="40576"/>
                      </a:moveTo>
                      <a:cubicBezTo>
                        <a:pt x="8287" y="40576"/>
                        <a:pt x="8763" y="40862"/>
                        <a:pt x="8763" y="41243"/>
                      </a:cubicBezTo>
                      <a:lnTo>
                        <a:pt x="8287" y="41243"/>
                      </a:lnTo>
                      <a:lnTo>
                        <a:pt x="8287" y="40576"/>
                      </a:lnTo>
                      <a:close/>
                      <a:moveTo>
                        <a:pt x="9430" y="45815"/>
                      </a:moveTo>
                      <a:lnTo>
                        <a:pt x="9239" y="45529"/>
                      </a:lnTo>
                      <a:lnTo>
                        <a:pt x="10192" y="44958"/>
                      </a:lnTo>
                      <a:lnTo>
                        <a:pt x="9430" y="45720"/>
                      </a:lnTo>
                      <a:close/>
                      <a:moveTo>
                        <a:pt x="45244" y="36100"/>
                      </a:moveTo>
                      <a:lnTo>
                        <a:pt x="43148" y="36386"/>
                      </a:lnTo>
                      <a:lnTo>
                        <a:pt x="43148" y="36576"/>
                      </a:lnTo>
                      <a:cubicBezTo>
                        <a:pt x="43148" y="36576"/>
                        <a:pt x="43243" y="36862"/>
                        <a:pt x="43625" y="37052"/>
                      </a:cubicBezTo>
                      <a:cubicBezTo>
                        <a:pt x="44005" y="37243"/>
                        <a:pt x="44196" y="37433"/>
                        <a:pt x="44196" y="37719"/>
                      </a:cubicBezTo>
                      <a:lnTo>
                        <a:pt x="44672" y="37719"/>
                      </a:lnTo>
                      <a:cubicBezTo>
                        <a:pt x="44482" y="38957"/>
                        <a:pt x="44196" y="40291"/>
                        <a:pt x="44005" y="41529"/>
                      </a:cubicBezTo>
                      <a:cubicBezTo>
                        <a:pt x="43625" y="42863"/>
                        <a:pt x="42863" y="43720"/>
                        <a:pt x="41624" y="44196"/>
                      </a:cubicBezTo>
                      <a:cubicBezTo>
                        <a:pt x="41434" y="43434"/>
                        <a:pt x="40958" y="43244"/>
                        <a:pt x="40100" y="43529"/>
                      </a:cubicBezTo>
                      <a:lnTo>
                        <a:pt x="39814" y="43720"/>
                      </a:lnTo>
                      <a:lnTo>
                        <a:pt x="40767" y="44672"/>
                      </a:lnTo>
                      <a:cubicBezTo>
                        <a:pt x="40767" y="44672"/>
                        <a:pt x="40005" y="44387"/>
                        <a:pt x="39529" y="44005"/>
                      </a:cubicBezTo>
                      <a:cubicBezTo>
                        <a:pt x="39052" y="43625"/>
                        <a:pt x="38767" y="43434"/>
                        <a:pt x="38481" y="43434"/>
                      </a:cubicBezTo>
                      <a:cubicBezTo>
                        <a:pt x="38195" y="43434"/>
                        <a:pt x="37909" y="43625"/>
                        <a:pt x="37529" y="43910"/>
                      </a:cubicBezTo>
                      <a:lnTo>
                        <a:pt x="38386" y="43910"/>
                      </a:lnTo>
                      <a:lnTo>
                        <a:pt x="38195" y="44196"/>
                      </a:lnTo>
                      <a:cubicBezTo>
                        <a:pt x="38671" y="44387"/>
                        <a:pt x="39338" y="44767"/>
                        <a:pt x="40100" y="45339"/>
                      </a:cubicBezTo>
                      <a:lnTo>
                        <a:pt x="38386" y="46101"/>
                      </a:lnTo>
                      <a:lnTo>
                        <a:pt x="38671" y="46292"/>
                      </a:lnTo>
                      <a:cubicBezTo>
                        <a:pt x="38671" y="46292"/>
                        <a:pt x="37909" y="46672"/>
                        <a:pt x="36671" y="47149"/>
                      </a:cubicBezTo>
                      <a:cubicBezTo>
                        <a:pt x="36004" y="47339"/>
                        <a:pt x="35433" y="47530"/>
                        <a:pt x="34862" y="47530"/>
                      </a:cubicBezTo>
                      <a:cubicBezTo>
                        <a:pt x="34576" y="47530"/>
                        <a:pt x="34290" y="47530"/>
                        <a:pt x="33909" y="47530"/>
                      </a:cubicBezTo>
                      <a:cubicBezTo>
                        <a:pt x="33718" y="48101"/>
                        <a:pt x="33623" y="48482"/>
                        <a:pt x="33718" y="48673"/>
                      </a:cubicBezTo>
                      <a:lnTo>
                        <a:pt x="24479" y="48958"/>
                      </a:lnTo>
                      <a:cubicBezTo>
                        <a:pt x="23717" y="48292"/>
                        <a:pt x="22574" y="47720"/>
                        <a:pt x="20955" y="47149"/>
                      </a:cubicBezTo>
                      <a:cubicBezTo>
                        <a:pt x="19240" y="46672"/>
                        <a:pt x="18097" y="46196"/>
                        <a:pt x="17621" y="45911"/>
                      </a:cubicBezTo>
                      <a:cubicBezTo>
                        <a:pt x="17431" y="45625"/>
                        <a:pt x="17050" y="45434"/>
                        <a:pt x="16573" y="45339"/>
                      </a:cubicBezTo>
                      <a:cubicBezTo>
                        <a:pt x="16097" y="45244"/>
                        <a:pt x="15621" y="45053"/>
                        <a:pt x="15145" y="44958"/>
                      </a:cubicBezTo>
                      <a:lnTo>
                        <a:pt x="15812" y="44291"/>
                      </a:lnTo>
                      <a:lnTo>
                        <a:pt x="14954" y="43339"/>
                      </a:lnTo>
                      <a:lnTo>
                        <a:pt x="14668" y="44005"/>
                      </a:lnTo>
                      <a:cubicBezTo>
                        <a:pt x="13906" y="43815"/>
                        <a:pt x="13430" y="43148"/>
                        <a:pt x="13335" y="42005"/>
                      </a:cubicBezTo>
                      <a:cubicBezTo>
                        <a:pt x="13335" y="40958"/>
                        <a:pt x="12763" y="40481"/>
                        <a:pt x="11621" y="40481"/>
                      </a:cubicBezTo>
                      <a:lnTo>
                        <a:pt x="10763" y="40481"/>
                      </a:lnTo>
                      <a:cubicBezTo>
                        <a:pt x="11525" y="40481"/>
                        <a:pt x="11811" y="40005"/>
                        <a:pt x="11811" y="39338"/>
                      </a:cubicBezTo>
                      <a:cubicBezTo>
                        <a:pt x="11811" y="39148"/>
                        <a:pt x="11811" y="38957"/>
                        <a:pt x="11621" y="38671"/>
                      </a:cubicBezTo>
                      <a:cubicBezTo>
                        <a:pt x="11525" y="38481"/>
                        <a:pt x="11049" y="38195"/>
                        <a:pt x="10382" y="37909"/>
                      </a:cubicBezTo>
                      <a:lnTo>
                        <a:pt x="10192" y="38100"/>
                      </a:lnTo>
                      <a:cubicBezTo>
                        <a:pt x="10192" y="38100"/>
                        <a:pt x="10192" y="38195"/>
                        <a:pt x="10001" y="38195"/>
                      </a:cubicBezTo>
                      <a:cubicBezTo>
                        <a:pt x="9811" y="38195"/>
                        <a:pt x="9811" y="38005"/>
                        <a:pt x="9715" y="37719"/>
                      </a:cubicBezTo>
                      <a:cubicBezTo>
                        <a:pt x="9715" y="37433"/>
                        <a:pt x="9715" y="37147"/>
                        <a:pt x="9715" y="36957"/>
                      </a:cubicBezTo>
                      <a:cubicBezTo>
                        <a:pt x="10096" y="36957"/>
                        <a:pt x="10763" y="36386"/>
                        <a:pt x="11525" y="35719"/>
                      </a:cubicBezTo>
                      <a:cubicBezTo>
                        <a:pt x="12287" y="35052"/>
                        <a:pt x="12859" y="34766"/>
                        <a:pt x="13335" y="34766"/>
                      </a:cubicBezTo>
                      <a:cubicBezTo>
                        <a:pt x="13525" y="34766"/>
                        <a:pt x="13811" y="34766"/>
                        <a:pt x="14097" y="34957"/>
                      </a:cubicBezTo>
                      <a:cubicBezTo>
                        <a:pt x="13906" y="34671"/>
                        <a:pt x="13906" y="34385"/>
                        <a:pt x="14097" y="34195"/>
                      </a:cubicBezTo>
                      <a:cubicBezTo>
                        <a:pt x="14192" y="34004"/>
                        <a:pt x="14097" y="33719"/>
                        <a:pt x="13716" y="33242"/>
                      </a:cubicBezTo>
                      <a:lnTo>
                        <a:pt x="15716" y="32290"/>
                      </a:lnTo>
                      <a:lnTo>
                        <a:pt x="15240" y="31623"/>
                      </a:lnTo>
                      <a:cubicBezTo>
                        <a:pt x="15240" y="31623"/>
                        <a:pt x="16097" y="31433"/>
                        <a:pt x="16764" y="31051"/>
                      </a:cubicBezTo>
                      <a:cubicBezTo>
                        <a:pt x="17526" y="30671"/>
                        <a:pt x="18002" y="30480"/>
                        <a:pt x="18193" y="30480"/>
                      </a:cubicBezTo>
                      <a:cubicBezTo>
                        <a:pt x="18574" y="30480"/>
                        <a:pt x="18859" y="30766"/>
                        <a:pt x="19050" y="31433"/>
                      </a:cubicBezTo>
                      <a:cubicBezTo>
                        <a:pt x="18955" y="32766"/>
                        <a:pt x="19431" y="34100"/>
                        <a:pt x="20479" y="35433"/>
                      </a:cubicBezTo>
                      <a:cubicBezTo>
                        <a:pt x="21050" y="36100"/>
                        <a:pt x="22098" y="37147"/>
                        <a:pt x="23717" y="38481"/>
                      </a:cubicBezTo>
                      <a:cubicBezTo>
                        <a:pt x="23908" y="39053"/>
                        <a:pt x="24289" y="39338"/>
                        <a:pt x="24955" y="39338"/>
                      </a:cubicBezTo>
                      <a:cubicBezTo>
                        <a:pt x="25051" y="39338"/>
                        <a:pt x="25337" y="39338"/>
                        <a:pt x="25717" y="39338"/>
                      </a:cubicBezTo>
                      <a:cubicBezTo>
                        <a:pt x="26098" y="39338"/>
                        <a:pt x="26289" y="39243"/>
                        <a:pt x="26479" y="39243"/>
                      </a:cubicBezTo>
                      <a:cubicBezTo>
                        <a:pt x="26860" y="39243"/>
                        <a:pt x="27242" y="39243"/>
                        <a:pt x="27527" y="39433"/>
                      </a:cubicBezTo>
                      <a:cubicBezTo>
                        <a:pt x="27813" y="39624"/>
                        <a:pt x="28194" y="39719"/>
                        <a:pt x="28575" y="39719"/>
                      </a:cubicBezTo>
                      <a:cubicBezTo>
                        <a:pt x="29337" y="39719"/>
                        <a:pt x="30194" y="39338"/>
                        <a:pt x="31147" y="38671"/>
                      </a:cubicBezTo>
                      <a:cubicBezTo>
                        <a:pt x="32575" y="37719"/>
                        <a:pt x="33433" y="37147"/>
                        <a:pt x="33623" y="37052"/>
                      </a:cubicBezTo>
                      <a:cubicBezTo>
                        <a:pt x="33814" y="36767"/>
                        <a:pt x="33909" y="36386"/>
                        <a:pt x="33909" y="36100"/>
                      </a:cubicBezTo>
                      <a:cubicBezTo>
                        <a:pt x="33909" y="35624"/>
                        <a:pt x="33623" y="34957"/>
                        <a:pt x="33147" y="34195"/>
                      </a:cubicBezTo>
                      <a:cubicBezTo>
                        <a:pt x="32575" y="33433"/>
                        <a:pt x="32290" y="32861"/>
                        <a:pt x="32194" y="32385"/>
                      </a:cubicBezTo>
                      <a:cubicBezTo>
                        <a:pt x="31242" y="32290"/>
                        <a:pt x="30671" y="31813"/>
                        <a:pt x="30480" y="31242"/>
                      </a:cubicBezTo>
                      <a:lnTo>
                        <a:pt x="30766" y="31051"/>
                      </a:lnTo>
                      <a:cubicBezTo>
                        <a:pt x="29527" y="30480"/>
                        <a:pt x="27718" y="29432"/>
                        <a:pt x="25337" y="28194"/>
                      </a:cubicBezTo>
                      <a:cubicBezTo>
                        <a:pt x="25146" y="28384"/>
                        <a:pt x="24860" y="28480"/>
                        <a:pt x="24575" y="28480"/>
                      </a:cubicBezTo>
                      <a:cubicBezTo>
                        <a:pt x="24289" y="28480"/>
                        <a:pt x="23908" y="28289"/>
                        <a:pt x="23336" y="27813"/>
                      </a:cubicBezTo>
                      <a:cubicBezTo>
                        <a:pt x="22860" y="27337"/>
                        <a:pt x="22479" y="27146"/>
                        <a:pt x="22193" y="27146"/>
                      </a:cubicBezTo>
                      <a:cubicBezTo>
                        <a:pt x="22098" y="27146"/>
                        <a:pt x="21908" y="27146"/>
                        <a:pt x="21812" y="27337"/>
                      </a:cubicBezTo>
                      <a:cubicBezTo>
                        <a:pt x="20764" y="27051"/>
                        <a:pt x="19812" y="26194"/>
                        <a:pt x="18764" y="24860"/>
                      </a:cubicBezTo>
                      <a:cubicBezTo>
                        <a:pt x="17621" y="23336"/>
                        <a:pt x="16669" y="22384"/>
                        <a:pt x="15907" y="21908"/>
                      </a:cubicBezTo>
                      <a:cubicBezTo>
                        <a:pt x="15907" y="21431"/>
                        <a:pt x="15812" y="20860"/>
                        <a:pt x="15335" y="20193"/>
                      </a:cubicBezTo>
                      <a:cubicBezTo>
                        <a:pt x="14859" y="19526"/>
                        <a:pt x="14668" y="19050"/>
                        <a:pt x="14764" y="18669"/>
                      </a:cubicBezTo>
                      <a:cubicBezTo>
                        <a:pt x="14478" y="18097"/>
                        <a:pt x="14288" y="17145"/>
                        <a:pt x="14192" y="15621"/>
                      </a:cubicBezTo>
                      <a:cubicBezTo>
                        <a:pt x="14192" y="14288"/>
                        <a:pt x="14097" y="12954"/>
                        <a:pt x="14002" y="11621"/>
                      </a:cubicBezTo>
                      <a:cubicBezTo>
                        <a:pt x="14288" y="11430"/>
                        <a:pt x="14478" y="11335"/>
                        <a:pt x="14478" y="11144"/>
                      </a:cubicBezTo>
                      <a:cubicBezTo>
                        <a:pt x="14478" y="10954"/>
                        <a:pt x="14478" y="10763"/>
                        <a:pt x="14288" y="10573"/>
                      </a:cubicBezTo>
                      <a:cubicBezTo>
                        <a:pt x="14097" y="10287"/>
                        <a:pt x="14002" y="10096"/>
                        <a:pt x="14002" y="10001"/>
                      </a:cubicBezTo>
                      <a:cubicBezTo>
                        <a:pt x="14192" y="9430"/>
                        <a:pt x="14859" y="8668"/>
                        <a:pt x="16097" y="7715"/>
                      </a:cubicBezTo>
                      <a:cubicBezTo>
                        <a:pt x="17050" y="6858"/>
                        <a:pt x="17526" y="6001"/>
                        <a:pt x="17526" y="5239"/>
                      </a:cubicBezTo>
                      <a:cubicBezTo>
                        <a:pt x="17717" y="5239"/>
                        <a:pt x="17907" y="5048"/>
                        <a:pt x="18288" y="4763"/>
                      </a:cubicBezTo>
                      <a:cubicBezTo>
                        <a:pt x="18669" y="4477"/>
                        <a:pt x="18955" y="4286"/>
                        <a:pt x="19145" y="4286"/>
                      </a:cubicBezTo>
                      <a:cubicBezTo>
                        <a:pt x="19240" y="4286"/>
                        <a:pt x="19336" y="4382"/>
                        <a:pt x="19431" y="4477"/>
                      </a:cubicBezTo>
                      <a:cubicBezTo>
                        <a:pt x="20193" y="3334"/>
                        <a:pt x="21431" y="2381"/>
                        <a:pt x="23146" y="1715"/>
                      </a:cubicBezTo>
                      <a:cubicBezTo>
                        <a:pt x="24670" y="1238"/>
                        <a:pt x="26098" y="762"/>
                        <a:pt x="27622" y="286"/>
                      </a:cubicBezTo>
                      <a:cubicBezTo>
                        <a:pt x="28099" y="191"/>
                        <a:pt x="28575" y="0"/>
                        <a:pt x="28956" y="0"/>
                      </a:cubicBezTo>
                      <a:cubicBezTo>
                        <a:pt x="29623" y="0"/>
                        <a:pt x="30480" y="286"/>
                        <a:pt x="31623" y="762"/>
                      </a:cubicBezTo>
                      <a:cubicBezTo>
                        <a:pt x="32766" y="1238"/>
                        <a:pt x="33623" y="1524"/>
                        <a:pt x="34290" y="1524"/>
                      </a:cubicBezTo>
                      <a:cubicBezTo>
                        <a:pt x="34576" y="1524"/>
                        <a:pt x="34862" y="1524"/>
                        <a:pt x="35147" y="1429"/>
                      </a:cubicBezTo>
                      <a:cubicBezTo>
                        <a:pt x="35433" y="2000"/>
                        <a:pt x="35909" y="2381"/>
                        <a:pt x="36671" y="2572"/>
                      </a:cubicBezTo>
                      <a:cubicBezTo>
                        <a:pt x="37624" y="2858"/>
                        <a:pt x="38195" y="3143"/>
                        <a:pt x="38481" y="3334"/>
                      </a:cubicBezTo>
                      <a:cubicBezTo>
                        <a:pt x="39814" y="3334"/>
                        <a:pt x="41053" y="5239"/>
                        <a:pt x="42196" y="8668"/>
                      </a:cubicBezTo>
                      <a:cubicBezTo>
                        <a:pt x="42196" y="9144"/>
                        <a:pt x="41815" y="9811"/>
                        <a:pt x="41148" y="10573"/>
                      </a:cubicBezTo>
                      <a:cubicBezTo>
                        <a:pt x="40481" y="11335"/>
                        <a:pt x="40196" y="12097"/>
                        <a:pt x="40196" y="12668"/>
                      </a:cubicBezTo>
                      <a:cubicBezTo>
                        <a:pt x="39814" y="12668"/>
                        <a:pt x="39529" y="12668"/>
                        <a:pt x="39529" y="13145"/>
                      </a:cubicBezTo>
                      <a:cubicBezTo>
                        <a:pt x="39529" y="13716"/>
                        <a:pt x="39433" y="14002"/>
                        <a:pt x="39148" y="14097"/>
                      </a:cubicBezTo>
                      <a:cubicBezTo>
                        <a:pt x="38005" y="14573"/>
                        <a:pt x="37243" y="14859"/>
                        <a:pt x="36767" y="14859"/>
                      </a:cubicBezTo>
                      <a:cubicBezTo>
                        <a:pt x="36100" y="14859"/>
                        <a:pt x="35528" y="14478"/>
                        <a:pt x="34957" y="13621"/>
                      </a:cubicBezTo>
                      <a:cubicBezTo>
                        <a:pt x="34957" y="12954"/>
                        <a:pt x="34480" y="12478"/>
                        <a:pt x="33718" y="12192"/>
                      </a:cubicBezTo>
                      <a:cubicBezTo>
                        <a:pt x="32861" y="11906"/>
                        <a:pt x="32290" y="11525"/>
                        <a:pt x="32099" y="11049"/>
                      </a:cubicBezTo>
                      <a:cubicBezTo>
                        <a:pt x="31909" y="11049"/>
                        <a:pt x="31242" y="10763"/>
                        <a:pt x="30194" y="10382"/>
                      </a:cubicBezTo>
                      <a:cubicBezTo>
                        <a:pt x="29432" y="10096"/>
                        <a:pt x="28670" y="9906"/>
                        <a:pt x="28194" y="9906"/>
                      </a:cubicBezTo>
                      <a:cubicBezTo>
                        <a:pt x="27527" y="9906"/>
                        <a:pt x="26956" y="10192"/>
                        <a:pt x="26479" y="10858"/>
                      </a:cubicBezTo>
                      <a:cubicBezTo>
                        <a:pt x="26289" y="10858"/>
                        <a:pt x="26194" y="10858"/>
                        <a:pt x="26003" y="10858"/>
                      </a:cubicBezTo>
                      <a:cubicBezTo>
                        <a:pt x="25717" y="10858"/>
                        <a:pt x="25146" y="11144"/>
                        <a:pt x="24479" y="11811"/>
                      </a:cubicBezTo>
                      <a:cubicBezTo>
                        <a:pt x="24670" y="12192"/>
                        <a:pt x="24860" y="12478"/>
                        <a:pt x="24860" y="12763"/>
                      </a:cubicBezTo>
                      <a:cubicBezTo>
                        <a:pt x="24860" y="13145"/>
                        <a:pt x="24575" y="13430"/>
                        <a:pt x="24003" y="13811"/>
                      </a:cubicBezTo>
                      <a:cubicBezTo>
                        <a:pt x="23431" y="14097"/>
                        <a:pt x="23146" y="14383"/>
                        <a:pt x="23146" y="14669"/>
                      </a:cubicBezTo>
                      <a:cubicBezTo>
                        <a:pt x="23146" y="14859"/>
                        <a:pt x="23336" y="15240"/>
                        <a:pt x="23622" y="15621"/>
                      </a:cubicBezTo>
                      <a:cubicBezTo>
                        <a:pt x="25337" y="18097"/>
                        <a:pt x="27908" y="20003"/>
                        <a:pt x="31337" y="21241"/>
                      </a:cubicBezTo>
                      <a:cubicBezTo>
                        <a:pt x="31813" y="21336"/>
                        <a:pt x="32385" y="21812"/>
                        <a:pt x="33242" y="22384"/>
                      </a:cubicBezTo>
                      <a:cubicBezTo>
                        <a:pt x="34100" y="23050"/>
                        <a:pt x="34766" y="23432"/>
                        <a:pt x="35338" y="23527"/>
                      </a:cubicBezTo>
                      <a:cubicBezTo>
                        <a:pt x="35909" y="23527"/>
                        <a:pt x="36671" y="24098"/>
                        <a:pt x="37719" y="24860"/>
                      </a:cubicBezTo>
                      <a:cubicBezTo>
                        <a:pt x="38576" y="25717"/>
                        <a:pt x="39529" y="26003"/>
                        <a:pt x="40291" y="25908"/>
                      </a:cubicBezTo>
                      <a:cubicBezTo>
                        <a:pt x="40291" y="26289"/>
                        <a:pt x="40291" y="26575"/>
                        <a:pt x="40481" y="26575"/>
                      </a:cubicBezTo>
                      <a:cubicBezTo>
                        <a:pt x="40862" y="26575"/>
                        <a:pt x="41148" y="26861"/>
                        <a:pt x="41338" y="27432"/>
                      </a:cubicBezTo>
                      <a:cubicBezTo>
                        <a:pt x="41529" y="28004"/>
                        <a:pt x="41815" y="28194"/>
                        <a:pt x="42196" y="28099"/>
                      </a:cubicBezTo>
                      <a:cubicBezTo>
                        <a:pt x="42196" y="28384"/>
                        <a:pt x="42767" y="29242"/>
                        <a:pt x="43815" y="30575"/>
                      </a:cubicBezTo>
                      <a:cubicBezTo>
                        <a:pt x="44577" y="31718"/>
                        <a:pt x="44958" y="32766"/>
                        <a:pt x="44958" y="33719"/>
                      </a:cubicBezTo>
                      <a:cubicBezTo>
                        <a:pt x="45148" y="33909"/>
                        <a:pt x="45244" y="34195"/>
                        <a:pt x="45244" y="34385"/>
                      </a:cubicBezTo>
                      <a:cubicBezTo>
                        <a:pt x="45244" y="34576"/>
                        <a:pt x="45148" y="34766"/>
                        <a:pt x="44958" y="35147"/>
                      </a:cubicBezTo>
                      <a:cubicBezTo>
                        <a:pt x="44767" y="35528"/>
                        <a:pt x="44672" y="35719"/>
                        <a:pt x="44672" y="35814"/>
                      </a:cubicBezTo>
                      <a:cubicBezTo>
                        <a:pt x="44672" y="36004"/>
                        <a:pt x="44863" y="36290"/>
                        <a:pt x="45148" y="36576"/>
                      </a:cubicBezTo>
                      <a:close/>
                      <a:moveTo>
                        <a:pt x="10192" y="37529"/>
                      </a:moveTo>
                      <a:lnTo>
                        <a:pt x="11621" y="37052"/>
                      </a:lnTo>
                      <a:lnTo>
                        <a:pt x="10954" y="37052"/>
                      </a:lnTo>
                      <a:lnTo>
                        <a:pt x="10192" y="37529"/>
                      </a:lnTo>
                      <a:close/>
                      <a:moveTo>
                        <a:pt x="10668" y="43434"/>
                      </a:moveTo>
                      <a:lnTo>
                        <a:pt x="10954" y="43434"/>
                      </a:lnTo>
                      <a:lnTo>
                        <a:pt x="11430" y="43815"/>
                      </a:lnTo>
                      <a:lnTo>
                        <a:pt x="10668" y="43434"/>
                      </a:lnTo>
                      <a:close/>
                      <a:moveTo>
                        <a:pt x="12573" y="46672"/>
                      </a:moveTo>
                      <a:cubicBezTo>
                        <a:pt x="12573" y="46672"/>
                        <a:pt x="12573" y="45815"/>
                        <a:pt x="13049" y="45434"/>
                      </a:cubicBezTo>
                      <a:lnTo>
                        <a:pt x="13049" y="45434"/>
                      </a:lnTo>
                      <a:cubicBezTo>
                        <a:pt x="13049" y="45434"/>
                        <a:pt x="13049" y="45720"/>
                        <a:pt x="13335" y="45911"/>
                      </a:cubicBezTo>
                      <a:cubicBezTo>
                        <a:pt x="13525" y="46101"/>
                        <a:pt x="13621" y="46196"/>
                        <a:pt x="13621" y="46292"/>
                      </a:cubicBezTo>
                      <a:cubicBezTo>
                        <a:pt x="13621" y="46387"/>
                        <a:pt x="13621" y="46482"/>
                        <a:pt x="13430" y="46577"/>
                      </a:cubicBezTo>
                      <a:lnTo>
                        <a:pt x="12763" y="46577"/>
                      </a:lnTo>
                      <a:close/>
                      <a:moveTo>
                        <a:pt x="13144" y="45244"/>
                      </a:moveTo>
                      <a:cubicBezTo>
                        <a:pt x="13144" y="45244"/>
                        <a:pt x="13049" y="45434"/>
                        <a:pt x="13049" y="45434"/>
                      </a:cubicBezTo>
                      <a:cubicBezTo>
                        <a:pt x="13049" y="45434"/>
                        <a:pt x="13049" y="45339"/>
                        <a:pt x="13144" y="45244"/>
                      </a:cubicBezTo>
                      <a:close/>
                      <a:moveTo>
                        <a:pt x="13240" y="44101"/>
                      </a:moveTo>
                      <a:cubicBezTo>
                        <a:pt x="13240" y="44101"/>
                        <a:pt x="13525" y="44101"/>
                        <a:pt x="13811" y="44482"/>
                      </a:cubicBezTo>
                      <a:cubicBezTo>
                        <a:pt x="14002" y="44672"/>
                        <a:pt x="14097" y="44767"/>
                        <a:pt x="14192" y="44863"/>
                      </a:cubicBezTo>
                      <a:cubicBezTo>
                        <a:pt x="14002" y="44863"/>
                        <a:pt x="13621" y="45053"/>
                        <a:pt x="13144" y="45339"/>
                      </a:cubicBezTo>
                      <a:cubicBezTo>
                        <a:pt x="13430" y="44958"/>
                        <a:pt x="13525" y="44577"/>
                        <a:pt x="13240" y="44196"/>
                      </a:cubicBezTo>
                      <a:close/>
                      <a:moveTo>
                        <a:pt x="14668" y="38957"/>
                      </a:moveTo>
                      <a:lnTo>
                        <a:pt x="14668" y="38481"/>
                      </a:lnTo>
                      <a:lnTo>
                        <a:pt x="13240" y="37719"/>
                      </a:lnTo>
                      <a:lnTo>
                        <a:pt x="14668" y="38957"/>
                      </a:lnTo>
                      <a:close/>
                      <a:moveTo>
                        <a:pt x="15812" y="40862"/>
                      </a:moveTo>
                      <a:cubicBezTo>
                        <a:pt x="15812" y="40862"/>
                        <a:pt x="16002" y="40862"/>
                        <a:pt x="16478" y="40958"/>
                      </a:cubicBezTo>
                      <a:cubicBezTo>
                        <a:pt x="16669" y="40958"/>
                        <a:pt x="16859" y="40958"/>
                        <a:pt x="16954" y="40576"/>
                      </a:cubicBezTo>
                      <a:cubicBezTo>
                        <a:pt x="16478" y="40386"/>
                        <a:pt x="16097" y="40576"/>
                        <a:pt x="15812" y="40862"/>
                      </a:cubicBezTo>
                      <a:cubicBezTo>
                        <a:pt x="15716" y="40862"/>
                        <a:pt x="15621" y="40958"/>
                        <a:pt x="15621" y="41053"/>
                      </a:cubicBezTo>
                      <a:lnTo>
                        <a:pt x="15145" y="41529"/>
                      </a:lnTo>
                      <a:lnTo>
                        <a:pt x="15621" y="41529"/>
                      </a:lnTo>
                      <a:cubicBezTo>
                        <a:pt x="15621" y="41529"/>
                        <a:pt x="15621" y="41148"/>
                        <a:pt x="15621" y="41053"/>
                      </a:cubicBezTo>
                      <a:lnTo>
                        <a:pt x="15812" y="40862"/>
                      </a:lnTo>
                      <a:close/>
                      <a:moveTo>
                        <a:pt x="16097" y="17812"/>
                      </a:moveTo>
                      <a:cubicBezTo>
                        <a:pt x="16097" y="17812"/>
                        <a:pt x="16383" y="17431"/>
                        <a:pt x="16288" y="17240"/>
                      </a:cubicBezTo>
                      <a:lnTo>
                        <a:pt x="16478" y="16859"/>
                      </a:lnTo>
                      <a:cubicBezTo>
                        <a:pt x="16478" y="16859"/>
                        <a:pt x="16097" y="16478"/>
                        <a:pt x="15812" y="16383"/>
                      </a:cubicBezTo>
                      <a:cubicBezTo>
                        <a:pt x="15526" y="16288"/>
                        <a:pt x="15335" y="16192"/>
                        <a:pt x="15335" y="16192"/>
                      </a:cubicBezTo>
                      <a:cubicBezTo>
                        <a:pt x="16002" y="16574"/>
                        <a:pt x="16288" y="16859"/>
                        <a:pt x="16288" y="17336"/>
                      </a:cubicBezTo>
                      <a:lnTo>
                        <a:pt x="16097" y="17907"/>
                      </a:lnTo>
                      <a:close/>
                      <a:moveTo>
                        <a:pt x="20288" y="14288"/>
                      </a:moveTo>
                      <a:lnTo>
                        <a:pt x="20288" y="14097"/>
                      </a:lnTo>
                      <a:cubicBezTo>
                        <a:pt x="20098" y="13145"/>
                        <a:pt x="19431" y="12573"/>
                        <a:pt x="18097" y="12573"/>
                      </a:cubicBezTo>
                      <a:cubicBezTo>
                        <a:pt x="17050" y="12573"/>
                        <a:pt x="16288" y="12859"/>
                        <a:pt x="15621" y="13430"/>
                      </a:cubicBezTo>
                      <a:cubicBezTo>
                        <a:pt x="15812" y="13430"/>
                        <a:pt x="16002" y="13907"/>
                        <a:pt x="16192" y="14573"/>
                      </a:cubicBezTo>
                      <a:cubicBezTo>
                        <a:pt x="16383" y="15335"/>
                        <a:pt x="16859" y="15621"/>
                        <a:pt x="17431" y="15430"/>
                      </a:cubicBezTo>
                      <a:lnTo>
                        <a:pt x="17431" y="15240"/>
                      </a:lnTo>
                      <a:cubicBezTo>
                        <a:pt x="17431" y="15240"/>
                        <a:pt x="17717" y="14669"/>
                        <a:pt x="17812" y="13907"/>
                      </a:cubicBezTo>
                      <a:cubicBezTo>
                        <a:pt x="17907" y="13240"/>
                        <a:pt x="18193" y="12954"/>
                        <a:pt x="18574" y="12954"/>
                      </a:cubicBezTo>
                      <a:cubicBezTo>
                        <a:pt x="18764" y="12954"/>
                        <a:pt x="18955" y="12954"/>
                        <a:pt x="19145" y="13145"/>
                      </a:cubicBezTo>
                      <a:lnTo>
                        <a:pt x="19145" y="13621"/>
                      </a:lnTo>
                      <a:cubicBezTo>
                        <a:pt x="19145" y="13621"/>
                        <a:pt x="19336" y="13621"/>
                        <a:pt x="19431" y="13621"/>
                      </a:cubicBezTo>
                      <a:cubicBezTo>
                        <a:pt x="19431" y="13621"/>
                        <a:pt x="19812" y="13907"/>
                        <a:pt x="20288" y="14383"/>
                      </a:cubicBezTo>
                      <a:close/>
                      <a:moveTo>
                        <a:pt x="16478" y="33814"/>
                      </a:moveTo>
                      <a:cubicBezTo>
                        <a:pt x="16478" y="33814"/>
                        <a:pt x="15907" y="33814"/>
                        <a:pt x="15812" y="33623"/>
                      </a:cubicBezTo>
                      <a:lnTo>
                        <a:pt x="16288" y="34290"/>
                      </a:lnTo>
                      <a:cubicBezTo>
                        <a:pt x="16288" y="34290"/>
                        <a:pt x="16573" y="34004"/>
                        <a:pt x="16478" y="33814"/>
                      </a:cubicBezTo>
                      <a:close/>
                      <a:moveTo>
                        <a:pt x="16954" y="14954"/>
                      </a:moveTo>
                      <a:lnTo>
                        <a:pt x="16764" y="14764"/>
                      </a:lnTo>
                      <a:lnTo>
                        <a:pt x="17240" y="14764"/>
                      </a:lnTo>
                      <a:cubicBezTo>
                        <a:pt x="17240" y="14764"/>
                        <a:pt x="17050" y="14859"/>
                        <a:pt x="16954" y="14954"/>
                      </a:cubicBezTo>
                      <a:close/>
                      <a:moveTo>
                        <a:pt x="17240" y="14764"/>
                      </a:moveTo>
                      <a:cubicBezTo>
                        <a:pt x="17240" y="14764"/>
                        <a:pt x="17335" y="14669"/>
                        <a:pt x="17431" y="14764"/>
                      </a:cubicBezTo>
                      <a:lnTo>
                        <a:pt x="17240" y="14764"/>
                      </a:lnTo>
                      <a:close/>
                      <a:moveTo>
                        <a:pt x="17621" y="44672"/>
                      </a:moveTo>
                      <a:lnTo>
                        <a:pt x="18097" y="44196"/>
                      </a:lnTo>
                      <a:cubicBezTo>
                        <a:pt x="18097" y="44196"/>
                        <a:pt x="17717" y="43910"/>
                        <a:pt x="17621" y="43910"/>
                      </a:cubicBezTo>
                      <a:lnTo>
                        <a:pt x="17621" y="44672"/>
                      </a:lnTo>
                      <a:close/>
                      <a:moveTo>
                        <a:pt x="18383" y="15621"/>
                      </a:moveTo>
                      <a:cubicBezTo>
                        <a:pt x="18383" y="15621"/>
                        <a:pt x="18383" y="15145"/>
                        <a:pt x="18097" y="14764"/>
                      </a:cubicBezTo>
                      <a:lnTo>
                        <a:pt x="18097" y="15907"/>
                      </a:lnTo>
                      <a:lnTo>
                        <a:pt x="18383" y="15621"/>
                      </a:lnTo>
                      <a:close/>
                      <a:moveTo>
                        <a:pt x="19336" y="48578"/>
                      </a:moveTo>
                      <a:lnTo>
                        <a:pt x="19145" y="48387"/>
                      </a:lnTo>
                      <a:lnTo>
                        <a:pt x="19621" y="48387"/>
                      </a:lnTo>
                      <a:cubicBezTo>
                        <a:pt x="19621" y="48387"/>
                        <a:pt x="19240" y="48578"/>
                        <a:pt x="19336" y="48578"/>
                      </a:cubicBezTo>
                      <a:close/>
                      <a:moveTo>
                        <a:pt x="25241" y="43529"/>
                      </a:moveTo>
                      <a:lnTo>
                        <a:pt x="25432" y="43148"/>
                      </a:lnTo>
                      <a:lnTo>
                        <a:pt x="25241" y="42482"/>
                      </a:lnTo>
                      <a:lnTo>
                        <a:pt x="25241" y="43434"/>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 name="Google Shape;1542;p99"/>
                <p:cNvSpPr/>
                <p:nvPr/>
              </p:nvSpPr>
              <p:spPr>
                <a:xfrm>
                  <a:off x="3532631" y="1945862"/>
                  <a:ext cx="38004" cy="49244"/>
                </a:xfrm>
                <a:custGeom>
                  <a:avLst/>
                  <a:gdLst/>
                  <a:ahLst/>
                  <a:cxnLst/>
                  <a:rect l="l" t="t" r="r" b="b"/>
                  <a:pathLst>
                    <a:path w="38004" h="49244" extrusionOk="0">
                      <a:moveTo>
                        <a:pt x="33528" y="39243"/>
                      </a:moveTo>
                      <a:cubicBezTo>
                        <a:pt x="34290" y="39815"/>
                        <a:pt x="34766" y="40672"/>
                        <a:pt x="34861" y="41910"/>
                      </a:cubicBezTo>
                      <a:cubicBezTo>
                        <a:pt x="34861" y="42958"/>
                        <a:pt x="34861" y="44006"/>
                        <a:pt x="34861" y="45053"/>
                      </a:cubicBezTo>
                      <a:cubicBezTo>
                        <a:pt x="34861" y="45625"/>
                        <a:pt x="34957" y="46101"/>
                        <a:pt x="35147" y="46482"/>
                      </a:cubicBezTo>
                      <a:cubicBezTo>
                        <a:pt x="34004" y="48292"/>
                        <a:pt x="32099" y="49244"/>
                        <a:pt x="29432" y="49244"/>
                      </a:cubicBezTo>
                      <a:cubicBezTo>
                        <a:pt x="28670" y="49244"/>
                        <a:pt x="27432" y="49244"/>
                        <a:pt x="25813" y="49054"/>
                      </a:cubicBezTo>
                      <a:cubicBezTo>
                        <a:pt x="24193" y="48863"/>
                        <a:pt x="22955" y="48863"/>
                        <a:pt x="22098" y="48863"/>
                      </a:cubicBezTo>
                      <a:cubicBezTo>
                        <a:pt x="21241" y="48863"/>
                        <a:pt x="20479" y="48863"/>
                        <a:pt x="19812" y="48958"/>
                      </a:cubicBezTo>
                      <a:lnTo>
                        <a:pt x="5905" y="48958"/>
                      </a:lnTo>
                      <a:lnTo>
                        <a:pt x="5905" y="48768"/>
                      </a:lnTo>
                      <a:cubicBezTo>
                        <a:pt x="5334" y="48482"/>
                        <a:pt x="4572" y="48387"/>
                        <a:pt x="3334" y="48673"/>
                      </a:cubicBezTo>
                      <a:cubicBezTo>
                        <a:pt x="2096" y="48863"/>
                        <a:pt x="1143" y="48673"/>
                        <a:pt x="571" y="48292"/>
                      </a:cubicBezTo>
                      <a:cubicBezTo>
                        <a:pt x="762" y="42482"/>
                        <a:pt x="857" y="36767"/>
                        <a:pt x="857" y="31052"/>
                      </a:cubicBezTo>
                      <a:cubicBezTo>
                        <a:pt x="857" y="25337"/>
                        <a:pt x="762" y="19622"/>
                        <a:pt x="571" y="13811"/>
                      </a:cubicBezTo>
                      <a:cubicBezTo>
                        <a:pt x="762" y="13907"/>
                        <a:pt x="952" y="14002"/>
                        <a:pt x="1048" y="14002"/>
                      </a:cubicBezTo>
                      <a:lnTo>
                        <a:pt x="1238" y="13811"/>
                      </a:lnTo>
                      <a:cubicBezTo>
                        <a:pt x="1238" y="13811"/>
                        <a:pt x="1238" y="13335"/>
                        <a:pt x="952" y="13240"/>
                      </a:cubicBezTo>
                      <a:cubicBezTo>
                        <a:pt x="667" y="13145"/>
                        <a:pt x="571" y="13049"/>
                        <a:pt x="571" y="13049"/>
                      </a:cubicBezTo>
                      <a:cubicBezTo>
                        <a:pt x="571" y="12954"/>
                        <a:pt x="571" y="12859"/>
                        <a:pt x="857" y="12573"/>
                      </a:cubicBezTo>
                      <a:cubicBezTo>
                        <a:pt x="857" y="12954"/>
                        <a:pt x="857" y="13145"/>
                        <a:pt x="1048" y="13240"/>
                      </a:cubicBezTo>
                      <a:cubicBezTo>
                        <a:pt x="1429" y="13240"/>
                        <a:pt x="1524" y="12954"/>
                        <a:pt x="1429" y="12573"/>
                      </a:cubicBezTo>
                      <a:cubicBezTo>
                        <a:pt x="1238" y="12192"/>
                        <a:pt x="1238" y="11906"/>
                        <a:pt x="1524" y="11811"/>
                      </a:cubicBezTo>
                      <a:cubicBezTo>
                        <a:pt x="1524" y="11906"/>
                        <a:pt x="1524" y="12002"/>
                        <a:pt x="1524" y="12097"/>
                      </a:cubicBezTo>
                      <a:cubicBezTo>
                        <a:pt x="1524" y="12287"/>
                        <a:pt x="1524" y="12383"/>
                        <a:pt x="1905" y="12573"/>
                      </a:cubicBezTo>
                      <a:cubicBezTo>
                        <a:pt x="2096" y="12764"/>
                        <a:pt x="2286" y="12859"/>
                        <a:pt x="2286" y="12954"/>
                      </a:cubicBezTo>
                      <a:lnTo>
                        <a:pt x="3238" y="12764"/>
                      </a:lnTo>
                      <a:lnTo>
                        <a:pt x="2286" y="12097"/>
                      </a:lnTo>
                      <a:lnTo>
                        <a:pt x="3238" y="11621"/>
                      </a:lnTo>
                      <a:cubicBezTo>
                        <a:pt x="3238" y="11621"/>
                        <a:pt x="2953" y="11335"/>
                        <a:pt x="2476" y="10858"/>
                      </a:cubicBezTo>
                      <a:cubicBezTo>
                        <a:pt x="2191" y="10573"/>
                        <a:pt x="1905" y="10478"/>
                        <a:pt x="1714" y="10478"/>
                      </a:cubicBezTo>
                      <a:cubicBezTo>
                        <a:pt x="1429" y="10478"/>
                        <a:pt x="1238" y="10668"/>
                        <a:pt x="1143" y="10954"/>
                      </a:cubicBezTo>
                      <a:cubicBezTo>
                        <a:pt x="857" y="10763"/>
                        <a:pt x="667" y="10668"/>
                        <a:pt x="667" y="10478"/>
                      </a:cubicBezTo>
                      <a:cubicBezTo>
                        <a:pt x="667" y="10478"/>
                        <a:pt x="857" y="10192"/>
                        <a:pt x="1143" y="10001"/>
                      </a:cubicBezTo>
                      <a:cubicBezTo>
                        <a:pt x="1429" y="9716"/>
                        <a:pt x="1619" y="9525"/>
                        <a:pt x="1524" y="9335"/>
                      </a:cubicBezTo>
                      <a:lnTo>
                        <a:pt x="2000" y="9811"/>
                      </a:lnTo>
                      <a:lnTo>
                        <a:pt x="2286" y="9430"/>
                      </a:lnTo>
                      <a:cubicBezTo>
                        <a:pt x="2286" y="9430"/>
                        <a:pt x="2572" y="9620"/>
                        <a:pt x="2762" y="9620"/>
                      </a:cubicBezTo>
                      <a:cubicBezTo>
                        <a:pt x="2953" y="9620"/>
                        <a:pt x="3334" y="9525"/>
                        <a:pt x="3715" y="9335"/>
                      </a:cubicBezTo>
                      <a:cubicBezTo>
                        <a:pt x="4191" y="9144"/>
                        <a:pt x="4477" y="9049"/>
                        <a:pt x="4667" y="9049"/>
                      </a:cubicBezTo>
                      <a:cubicBezTo>
                        <a:pt x="4858" y="9049"/>
                        <a:pt x="5143" y="9144"/>
                        <a:pt x="5239" y="9335"/>
                      </a:cubicBezTo>
                      <a:lnTo>
                        <a:pt x="5525" y="9144"/>
                      </a:lnTo>
                      <a:cubicBezTo>
                        <a:pt x="5525" y="9144"/>
                        <a:pt x="5239" y="8477"/>
                        <a:pt x="4763" y="8382"/>
                      </a:cubicBezTo>
                      <a:cubicBezTo>
                        <a:pt x="4286" y="8192"/>
                        <a:pt x="4096" y="8096"/>
                        <a:pt x="4000" y="8001"/>
                      </a:cubicBezTo>
                      <a:cubicBezTo>
                        <a:pt x="3334" y="8001"/>
                        <a:pt x="2572" y="8001"/>
                        <a:pt x="1619" y="8001"/>
                      </a:cubicBezTo>
                      <a:cubicBezTo>
                        <a:pt x="1619" y="8192"/>
                        <a:pt x="1429" y="8287"/>
                        <a:pt x="1429" y="8287"/>
                      </a:cubicBezTo>
                      <a:cubicBezTo>
                        <a:pt x="1238" y="8287"/>
                        <a:pt x="1143" y="8096"/>
                        <a:pt x="1048" y="8096"/>
                      </a:cubicBezTo>
                      <a:cubicBezTo>
                        <a:pt x="1048" y="8096"/>
                        <a:pt x="857" y="8096"/>
                        <a:pt x="762" y="8192"/>
                      </a:cubicBezTo>
                      <a:lnTo>
                        <a:pt x="286" y="6382"/>
                      </a:lnTo>
                      <a:cubicBezTo>
                        <a:pt x="286" y="6382"/>
                        <a:pt x="857" y="6287"/>
                        <a:pt x="952" y="6096"/>
                      </a:cubicBezTo>
                      <a:cubicBezTo>
                        <a:pt x="952" y="5715"/>
                        <a:pt x="762" y="5620"/>
                        <a:pt x="476" y="5810"/>
                      </a:cubicBezTo>
                      <a:cubicBezTo>
                        <a:pt x="190" y="5906"/>
                        <a:pt x="0" y="5906"/>
                        <a:pt x="0" y="5715"/>
                      </a:cubicBezTo>
                      <a:lnTo>
                        <a:pt x="476" y="5239"/>
                      </a:lnTo>
                      <a:lnTo>
                        <a:pt x="952" y="5715"/>
                      </a:lnTo>
                      <a:cubicBezTo>
                        <a:pt x="952" y="5715"/>
                        <a:pt x="1143" y="5239"/>
                        <a:pt x="1143" y="4572"/>
                      </a:cubicBezTo>
                      <a:cubicBezTo>
                        <a:pt x="1143" y="4763"/>
                        <a:pt x="1238" y="4858"/>
                        <a:pt x="1429" y="4953"/>
                      </a:cubicBezTo>
                      <a:cubicBezTo>
                        <a:pt x="1714" y="4763"/>
                        <a:pt x="1905" y="4572"/>
                        <a:pt x="1905" y="4382"/>
                      </a:cubicBezTo>
                      <a:cubicBezTo>
                        <a:pt x="1905" y="4191"/>
                        <a:pt x="1619" y="3905"/>
                        <a:pt x="1048" y="3524"/>
                      </a:cubicBezTo>
                      <a:cubicBezTo>
                        <a:pt x="476" y="3143"/>
                        <a:pt x="190" y="2762"/>
                        <a:pt x="190" y="2477"/>
                      </a:cubicBezTo>
                      <a:cubicBezTo>
                        <a:pt x="190" y="2191"/>
                        <a:pt x="381" y="1905"/>
                        <a:pt x="667" y="1524"/>
                      </a:cubicBezTo>
                      <a:lnTo>
                        <a:pt x="1810" y="286"/>
                      </a:lnTo>
                      <a:cubicBezTo>
                        <a:pt x="3905" y="95"/>
                        <a:pt x="6096" y="0"/>
                        <a:pt x="8477" y="0"/>
                      </a:cubicBezTo>
                      <a:cubicBezTo>
                        <a:pt x="10858" y="0"/>
                        <a:pt x="14002" y="0"/>
                        <a:pt x="18574" y="286"/>
                      </a:cubicBezTo>
                      <a:cubicBezTo>
                        <a:pt x="23050" y="572"/>
                        <a:pt x="26384" y="667"/>
                        <a:pt x="28670" y="667"/>
                      </a:cubicBezTo>
                      <a:cubicBezTo>
                        <a:pt x="30289" y="667"/>
                        <a:pt x="31813" y="667"/>
                        <a:pt x="33338" y="572"/>
                      </a:cubicBezTo>
                      <a:cubicBezTo>
                        <a:pt x="34290" y="1238"/>
                        <a:pt x="34671" y="2286"/>
                        <a:pt x="34671" y="3524"/>
                      </a:cubicBezTo>
                      <a:cubicBezTo>
                        <a:pt x="34671" y="3905"/>
                        <a:pt x="34671" y="4572"/>
                        <a:pt x="34480" y="5429"/>
                      </a:cubicBezTo>
                      <a:cubicBezTo>
                        <a:pt x="34385" y="6287"/>
                        <a:pt x="34290" y="6953"/>
                        <a:pt x="34290" y="7525"/>
                      </a:cubicBezTo>
                      <a:cubicBezTo>
                        <a:pt x="34290" y="8096"/>
                        <a:pt x="34290" y="8477"/>
                        <a:pt x="34480" y="8858"/>
                      </a:cubicBezTo>
                      <a:cubicBezTo>
                        <a:pt x="34480" y="9525"/>
                        <a:pt x="34100" y="9811"/>
                        <a:pt x="33242" y="9811"/>
                      </a:cubicBezTo>
                      <a:cubicBezTo>
                        <a:pt x="33147" y="9811"/>
                        <a:pt x="32861" y="9811"/>
                        <a:pt x="32575" y="9811"/>
                      </a:cubicBezTo>
                      <a:lnTo>
                        <a:pt x="32004" y="9811"/>
                      </a:lnTo>
                      <a:cubicBezTo>
                        <a:pt x="32004" y="9811"/>
                        <a:pt x="31147" y="9811"/>
                        <a:pt x="30861" y="10001"/>
                      </a:cubicBezTo>
                      <a:lnTo>
                        <a:pt x="29527" y="10001"/>
                      </a:lnTo>
                      <a:lnTo>
                        <a:pt x="29527" y="9811"/>
                      </a:lnTo>
                      <a:cubicBezTo>
                        <a:pt x="27622" y="9906"/>
                        <a:pt x="25527" y="10001"/>
                        <a:pt x="23146" y="10001"/>
                      </a:cubicBezTo>
                      <a:cubicBezTo>
                        <a:pt x="21717" y="10001"/>
                        <a:pt x="19526" y="10001"/>
                        <a:pt x="16764" y="10001"/>
                      </a:cubicBezTo>
                      <a:lnTo>
                        <a:pt x="10382" y="10001"/>
                      </a:lnTo>
                      <a:cubicBezTo>
                        <a:pt x="10096" y="10763"/>
                        <a:pt x="9906" y="11525"/>
                        <a:pt x="9906" y="12478"/>
                      </a:cubicBezTo>
                      <a:cubicBezTo>
                        <a:pt x="9906" y="12764"/>
                        <a:pt x="9906" y="13145"/>
                        <a:pt x="9906" y="13716"/>
                      </a:cubicBezTo>
                      <a:lnTo>
                        <a:pt x="9906" y="15050"/>
                      </a:lnTo>
                      <a:cubicBezTo>
                        <a:pt x="9906" y="15907"/>
                        <a:pt x="9811" y="16764"/>
                        <a:pt x="9620" y="17526"/>
                      </a:cubicBezTo>
                      <a:cubicBezTo>
                        <a:pt x="9715" y="18098"/>
                        <a:pt x="9811" y="18669"/>
                        <a:pt x="9906" y="19241"/>
                      </a:cubicBezTo>
                      <a:cubicBezTo>
                        <a:pt x="10096" y="20003"/>
                        <a:pt x="10477" y="20288"/>
                        <a:pt x="10954" y="20288"/>
                      </a:cubicBezTo>
                      <a:cubicBezTo>
                        <a:pt x="11144" y="20288"/>
                        <a:pt x="11239" y="20288"/>
                        <a:pt x="11430" y="20288"/>
                      </a:cubicBezTo>
                      <a:cubicBezTo>
                        <a:pt x="11525" y="20288"/>
                        <a:pt x="11716" y="20288"/>
                        <a:pt x="11811" y="20288"/>
                      </a:cubicBezTo>
                      <a:cubicBezTo>
                        <a:pt x="12001" y="20288"/>
                        <a:pt x="12192" y="20288"/>
                        <a:pt x="12573" y="20193"/>
                      </a:cubicBezTo>
                      <a:cubicBezTo>
                        <a:pt x="12859" y="20098"/>
                        <a:pt x="13144" y="20098"/>
                        <a:pt x="13240" y="20098"/>
                      </a:cubicBezTo>
                      <a:cubicBezTo>
                        <a:pt x="13621" y="20098"/>
                        <a:pt x="13811" y="20288"/>
                        <a:pt x="14002" y="20574"/>
                      </a:cubicBezTo>
                      <a:cubicBezTo>
                        <a:pt x="15145" y="20193"/>
                        <a:pt x="16383" y="20098"/>
                        <a:pt x="17907" y="20098"/>
                      </a:cubicBezTo>
                      <a:cubicBezTo>
                        <a:pt x="18669" y="20098"/>
                        <a:pt x="19717" y="20098"/>
                        <a:pt x="21050" y="20288"/>
                      </a:cubicBezTo>
                      <a:cubicBezTo>
                        <a:pt x="22479" y="20383"/>
                        <a:pt x="23527" y="20383"/>
                        <a:pt x="24193" y="20383"/>
                      </a:cubicBezTo>
                      <a:cubicBezTo>
                        <a:pt x="24860" y="20383"/>
                        <a:pt x="25527" y="20383"/>
                        <a:pt x="26194" y="20288"/>
                      </a:cubicBezTo>
                      <a:cubicBezTo>
                        <a:pt x="26479" y="21336"/>
                        <a:pt x="26575" y="22765"/>
                        <a:pt x="26575" y="24575"/>
                      </a:cubicBezTo>
                      <a:cubicBezTo>
                        <a:pt x="26575" y="26670"/>
                        <a:pt x="26575" y="28099"/>
                        <a:pt x="26670" y="28861"/>
                      </a:cubicBezTo>
                      <a:cubicBezTo>
                        <a:pt x="25813" y="29432"/>
                        <a:pt x="24670" y="29813"/>
                        <a:pt x="23146" y="29813"/>
                      </a:cubicBezTo>
                      <a:cubicBezTo>
                        <a:pt x="22479" y="29813"/>
                        <a:pt x="21622" y="29813"/>
                        <a:pt x="20383" y="29623"/>
                      </a:cubicBezTo>
                      <a:cubicBezTo>
                        <a:pt x="19145" y="29528"/>
                        <a:pt x="18193" y="29432"/>
                        <a:pt x="17526" y="29432"/>
                      </a:cubicBezTo>
                      <a:cubicBezTo>
                        <a:pt x="16954" y="29432"/>
                        <a:pt x="16288" y="29432"/>
                        <a:pt x="15811" y="29528"/>
                      </a:cubicBezTo>
                      <a:lnTo>
                        <a:pt x="15811" y="29147"/>
                      </a:lnTo>
                      <a:cubicBezTo>
                        <a:pt x="15811" y="29147"/>
                        <a:pt x="14859" y="29147"/>
                        <a:pt x="13906" y="29147"/>
                      </a:cubicBezTo>
                      <a:cubicBezTo>
                        <a:pt x="13240" y="29147"/>
                        <a:pt x="12668" y="29242"/>
                        <a:pt x="12097" y="29623"/>
                      </a:cubicBezTo>
                      <a:cubicBezTo>
                        <a:pt x="11906" y="29528"/>
                        <a:pt x="11621" y="29432"/>
                        <a:pt x="11335" y="29432"/>
                      </a:cubicBezTo>
                      <a:lnTo>
                        <a:pt x="10477" y="29432"/>
                      </a:lnTo>
                      <a:cubicBezTo>
                        <a:pt x="9811" y="29623"/>
                        <a:pt x="9525" y="30099"/>
                        <a:pt x="9525" y="30956"/>
                      </a:cubicBezTo>
                      <a:cubicBezTo>
                        <a:pt x="9525" y="31528"/>
                        <a:pt x="9525" y="32004"/>
                        <a:pt x="9811" y="32290"/>
                      </a:cubicBezTo>
                      <a:cubicBezTo>
                        <a:pt x="8858" y="32004"/>
                        <a:pt x="8096" y="32290"/>
                        <a:pt x="7429" y="32957"/>
                      </a:cubicBezTo>
                      <a:lnTo>
                        <a:pt x="8954" y="32671"/>
                      </a:lnTo>
                      <a:lnTo>
                        <a:pt x="8763" y="32957"/>
                      </a:lnTo>
                      <a:cubicBezTo>
                        <a:pt x="8763" y="32957"/>
                        <a:pt x="8954" y="33242"/>
                        <a:pt x="9049" y="33242"/>
                      </a:cubicBezTo>
                      <a:cubicBezTo>
                        <a:pt x="9049" y="33242"/>
                        <a:pt x="9144" y="33052"/>
                        <a:pt x="9715" y="32671"/>
                      </a:cubicBezTo>
                      <a:cubicBezTo>
                        <a:pt x="9715" y="32480"/>
                        <a:pt x="9715" y="33719"/>
                        <a:pt x="9715" y="36195"/>
                      </a:cubicBezTo>
                      <a:cubicBezTo>
                        <a:pt x="9715" y="37624"/>
                        <a:pt x="9906" y="38767"/>
                        <a:pt x="10477" y="39529"/>
                      </a:cubicBezTo>
                      <a:cubicBezTo>
                        <a:pt x="12001" y="39719"/>
                        <a:pt x="13621" y="39815"/>
                        <a:pt x="15240" y="39815"/>
                      </a:cubicBezTo>
                      <a:cubicBezTo>
                        <a:pt x="16478" y="39815"/>
                        <a:pt x="18383" y="39815"/>
                        <a:pt x="20764" y="39624"/>
                      </a:cubicBezTo>
                      <a:cubicBezTo>
                        <a:pt x="23146" y="39433"/>
                        <a:pt x="24955" y="39338"/>
                        <a:pt x="26194" y="39338"/>
                      </a:cubicBezTo>
                      <a:cubicBezTo>
                        <a:pt x="28004" y="39338"/>
                        <a:pt x="29718" y="39433"/>
                        <a:pt x="31337" y="39719"/>
                      </a:cubicBezTo>
                      <a:cubicBezTo>
                        <a:pt x="31623" y="39053"/>
                        <a:pt x="32099" y="38957"/>
                        <a:pt x="33052" y="39529"/>
                      </a:cubicBezTo>
                      <a:close/>
                      <a:moveTo>
                        <a:pt x="2096" y="8668"/>
                      </a:moveTo>
                      <a:lnTo>
                        <a:pt x="2476" y="9144"/>
                      </a:lnTo>
                      <a:lnTo>
                        <a:pt x="2476" y="9144"/>
                      </a:lnTo>
                      <a:cubicBezTo>
                        <a:pt x="2476" y="9144"/>
                        <a:pt x="2286" y="8954"/>
                        <a:pt x="2191" y="8668"/>
                      </a:cubicBezTo>
                      <a:close/>
                      <a:moveTo>
                        <a:pt x="14573" y="26099"/>
                      </a:moveTo>
                      <a:lnTo>
                        <a:pt x="13811" y="26099"/>
                      </a:lnTo>
                      <a:cubicBezTo>
                        <a:pt x="13811" y="26099"/>
                        <a:pt x="14192" y="26384"/>
                        <a:pt x="14573" y="26099"/>
                      </a:cubicBezTo>
                      <a:lnTo>
                        <a:pt x="14859" y="26099"/>
                      </a:lnTo>
                      <a:cubicBezTo>
                        <a:pt x="14859" y="26099"/>
                        <a:pt x="14954" y="26289"/>
                        <a:pt x="14954" y="26575"/>
                      </a:cubicBezTo>
                      <a:lnTo>
                        <a:pt x="15811" y="26099"/>
                      </a:lnTo>
                      <a:cubicBezTo>
                        <a:pt x="15811" y="26099"/>
                        <a:pt x="16097" y="26480"/>
                        <a:pt x="16097" y="26575"/>
                      </a:cubicBezTo>
                      <a:lnTo>
                        <a:pt x="17050" y="26575"/>
                      </a:lnTo>
                      <a:lnTo>
                        <a:pt x="17050" y="26099"/>
                      </a:lnTo>
                      <a:lnTo>
                        <a:pt x="14859" y="26099"/>
                      </a:lnTo>
                      <a:cubicBezTo>
                        <a:pt x="14859" y="26099"/>
                        <a:pt x="14668" y="26099"/>
                        <a:pt x="14573" y="26099"/>
                      </a:cubicBezTo>
                      <a:close/>
                      <a:moveTo>
                        <a:pt x="26479" y="3143"/>
                      </a:moveTo>
                      <a:lnTo>
                        <a:pt x="25908" y="2858"/>
                      </a:lnTo>
                      <a:lnTo>
                        <a:pt x="26479" y="3810"/>
                      </a:lnTo>
                      <a:lnTo>
                        <a:pt x="26479" y="3143"/>
                      </a:lnTo>
                      <a:close/>
                      <a:moveTo>
                        <a:pt x="37719" y="42577"/>
                      </a:moveTo>
                      <a:lnTo>
                        <a:pt x="38005" y="42577"/>
                      </a:lnTo>
                      <a:lnTo>
                        <a:pt x="37243" y="42958"/>
                      </a:lnTo>
                      <a:lnTo>
                        <a:pt x="37719" y="42577"/>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 name="Google Shape;1543;p99"/>
                <p:cNvSpPr/>
                <p:nvPr/>
              </p:nvSpPr>
              <p:spPr>
                <a:xfrm>
                  <a:off x="3570541" y="1946112"/>
                  <a:ext cx="32956" cy="49089"/>
                </a:xfrm>
                <a:custGeom>
                  <a:avLst/>
                  <a:gdLst/>
                  <a:ahLst/>
                  <a:cxnLst/>
                  <a:rect l="l" t="t" r="r" b="b"/>
                  <a:pathLst>
                    <a:path w="32956" h="49089" extrusionOk="0">
                      <a:moveTo>
                        <a:pt x="32480" y="1465"/>
                      </a:moveTo>
                      <a:lnTo>
                        <a:pt x="32957" y="10132"/>
                      </a:lnTo>
                      <a:cubicBezTo>
                        <a:pt x="31909" y="10418"/>
                        <a:pt x="30575" y="10513"/>
                        <a:pt x="28766" y="10418"/>
                      </a:cubicBezTo>
                      <a:cubicBezTo>
                        <a:pt x="26670" y="10228"/>
                        <a:pt x="25337" y="10132"/>
                        <a:pt x="24670" y="10228"/>
                      </a:cubicBezTo>
                      <a:cubicBezTo>
                        <a:pt x="23241" y="10418"/>
                        <a:pt x="22003" y="11085"/>
                        <a:pt x="21146" y="12323"/>
                      </a:cubicBezTo>
                      <a:cubicBezTo>
                        <a:pt x="21146" y="12609"/>
                        <a:pt x="21241" y="12895"/>
                        <a:pt x="21241" y="13180"/>
                      </a:cubicBezTo>
                      <a:cubicBezTo>
                        <a:pt x="21241" y="13466"/>
                        <a:pt x="21241" y="13942"/>
                        <a:pt x="21050" y="14609"/>
                      </a:cubicBezTo>
                      <a:cubicBezTo>
                        <a:pt x="20955" y="15276"/>
                        <a:pt x="20860" y="15752"/>
                        <a:pt x="20860" y="16038"/>
                      </a:cubicBezTo>
                      <a:cubicBezTo>
                        <a:pt x="20860" y="16514"/>
                        <a:pt x="20860" y="16990"/>
                        <a:pt x="21146" y="17467"/>
                      </a:cubicBezTo>
                      <a:cubicBezTo>
                        <a:pt x="21241" y="17657"/>
                        <a:pt x="21336" y="17848"/>
                        <a:pt x="21336" y="18133"/>
                      </a:cubicBezTo>
                      <a:cubicBezTo>
                        <a:pt x="21336" y="18419"/>
                        <a:pt x="21336" y="18800"/>
                        <a:pt x="21050" y="19181"/>
                      </a:cubicBezTo>
                      <a:cubicBezTo>
                        <a:pt x="20860" y="19562"/>
                        <a:pt x="20764" y="19753"/>
                        <a:pt x="20764" y="19943"/>
                      </a:cubicBezTo>
                      <a:cubicBezTo>
                        <a:pt x="20764" y="20229"/>
                        <a:pt x="20860" y="20419"/>
                        <a:pt x="21146" y="20610"/>
                      </a:cubicBezTo>
                      <a:lnTo>
                        <a:pt x="20955" y="23372"/>
                      </a:lnTo>
                      <a:cubicBezTo>
                        <a:pt x="20955" y="23372"/>
                        <a:pt x="20669" y="22801"/>
                        <a:pt x="20288" y="22705"/>
                      </a:cubicBezTo>
                      <a:cubicBezTo>
                        <a:pt x="19717" y="22610"/>
                        <a:pt x="19431" y="22515"/>
                        <a:pt x="19336" y="22420"/>
                      </a:cubicBezTo>
                      <a:cubicBezTo>
                        <a:pt x="19145" y="22515"/>
                        <a:pt x="19145" y="22705"/>
                        <a:pt x="19145" y="22896"/>
                      </a:cubicBezTo>
                      <a:cubicBezTo>
                        <a:pt x="19145" y="23086"/>
                        <a:pt x="19145" y="23277"/>
                        <a:pt x="19145" y="23467"/>
                      </a:cubicBezTo>
                      <a:cubicBezTo>
                        <a:pt x="19431" y="23467"/>
                        <a:pt x="19621" y="23277"/>
                        <a:pt x="19717" y="23277"/>
                      </a:cubicBezTo>
                      <a:cubicBezTo>
                        <a:pt x="20003" y="23277"/>
                        <a:pt x="20193" y="23658"/>
                        <a:pt x="20383" y="24229"/>
                      </a:cubicBezTo>
                      <a:cubicBezTo>
                        <a:pt x="20574" y="24991"/>
                        <a:pt x="20669" y="25468"/>
                        <a:pt x="20860" y="25563"/>
                      </a:cubicBezTo>
                      <a:lnTo>
                        <a:pt x="20574" y="25563"/>
                      </a:lnTo>
                      <a:cubicBezTo>
                        <a:pt x="21050" y="26896"/>
                        <a:pt x="21336" y="28706"/>
                        <a:pt x="21336" y="31183"/>
                      </a:cubicBezTo>
                      <a:cubicBezTo>
                        <a:pt x="21336" y="33088"/>
                        <a:pt x="21336" y="35088"/>
                        <a:pt x="21336" y="36993"/>
                      </a:cubicBezTo>
                      <a:cubicBezTo>
                        <a:pt x="21336" y="38136"/>
                        <a:pt x="21431" y="39088"/>
                        <a:pt x="21622" y="40041"/>
                      </a:cubicBezTo>
                      <a:cubicBezTo>
                        <a:pt x="21622" y="40041"/>
                        <a:pt x="21812" y="40041"/>
                        <a:pt x="22098" y="40327"/>
                      </a:cubicBezTo>
                      <a:cubicBezTo>
                        <a:pt x="22384" y="40422"/>
                        <a:pt x="22574" y="40517"/>
                        <a:pt x="22765" y="40422"/>
                      </a:cubicBezTo>
                      <a:cubicBezTo>
                        <a:pt x="22479" y="40993"/>
                        <a:pt x="22288" y="42613"/>
                        <a:pt x="22288" y="45089"/>
                      </a:cubicBezTo>
                      <a:cubicBezTo>
                        <a:pt x="22288" y="46423"/>
                        <a:pt x="21812" y="47470"/>
                        <a:pt x="21050" y="47947"/>
                      </a:cubicBezTo>
                      <a:cubicBezTo>
                        <a:pt x="21146" y="47947"/>
                        <a:pt x="21241" y="48232"/>
                        <a:pt x="21241" y="48613"/>
                      </a:cubicBezTo>
                      <a:cubicBezTo>
                        <a:pt x="20764" y="48613"/>
                        <a:pt x="19431" y="48613"/>
                        <a:pt x="17050" y="48613"/>
                      </a:cubicBezTo>
                      <a:cubicBezTo>
                        <a:pt x="15335" y="48613"/>
                        <a:pt x="14002" y="48709"/>
                        <a:pt x="13049" y="49090"/>
                      </a:cubicBezTo>
                      <a:cubicBezTo>
                        <a:pt x="12192" y="48328"/>
                        <a:pt x="11716" y="47280"/>
                        <a:pt x="11716" y="45851"/>
                      </a:cubicBezTo>
                      <a:cubicBezTo>
                        <a:pt x="11716" y="44613"/>
                        <a:pt x="11716" y="43375"/>
                        <a:pt x="11716" y="42136"/>
                      </a:cubicBezTo>
                      <a:cubicBezTo>
                        <a:pt x="11906" y="37469"/>
                        <a:pt x="12001" y="32611"/>
                        <a:pt x="12001" y="27468"/>
                      </a:cubicBezTo>
                      <a:cubicBezTo>
                        <a:pt x="12001" y="22324"/>
                        <a:pt x="11906" y="17181"/>
                        <a:pt x="11716" y="11847"/>
                      </a:cubicBezTo>
                      <a:cubicBezTo>
                        <a:pt x="11430" y="10990"/>
                        <a:pt x="10858" y="10609"/>
                        <a:pt x="9716" y="10609"/>
                      </a:cubicBezTo>
                      <a:cubicBezTo>
                        <a:pt x="9525" y="10609"/>
                        <a:pt x="9239" y="10609"/>
                        <a:pt x="8858" y="10609"/>
                      </a:cubicBezTo>
                      <a:lnTo>
                        <a:pt x="8001" y="10609"/>
                      </a:lnTo>
                      <a:cubicBezTo>
                        <a:pt x="7429" y="10609"/>
                        <a:pt x="7049" y="10513"/>
                        <a:pt x="6667" y="10323"/>
                      </a:cubicBezTo>
                      <a:cubicBezTo>
                        <a:pt x="7049" y="10323"/>
                        <a:pt x="5810" y="10323"/>
                        <a:pt x="3048" y="10323"/>
                      </a:cubicBezTo>
                      <a:cubicBezTo>
                        <a:pt x="1810" y="10323"/>
                        <a:pt x="762" y="10037"/>
                        <a:pt x="0" y="9370"/>
                      </a:cubicBezTo>
                      <a:lnTo>
                        <a:pt x="0" y="798"/>
                      </a:lnTo>
                      <a:cubicBezTo>
                        <a:pt x="0" y="798"/>
                        <a:pt x="476" y="1179"/>
                        <a:pt x="762" y="1179"/>
                      </a:cubicBezTo>
                      <a:cubicBezTo>
                        <a:pt x="1238" y="1179"/>
                        <a:pt x="1714" y="798"/>
                        <a:pt x="2191" y="226"/>
                      </a:cubicBezTo>
                      <a:cubicBezTo>
                        <a:pt x="4667" y="36"/>
                        <a:pt x="8287" y="36"/>
                        <a:pt x="13145" y="131"/>
                      </a:cubicBezTo>
                      <a:cubicBezTo>
                        <a:pt x="18002" y="322"/>
                        <a:pt x="21717" y="226"/>
                        <a:pt x="24289" y="36"/>
                      </a:cubicBezTo>
                      <a:cubicBezTo>
                        <a:pt x="24384" y="322"/>
                        <a:pt x="24575" y="417"/>
                        <a:pt x="24860" y="417"/>
                      </a:cubicBezTo>
                      <a:cubicBezTo>
                        <a:pt x="25051" y="417"/>
                        <a:pt x="25241" y="417"/>
                        <a:pt x="25527" y="226"/>
                      </a:cubicBezTo>
                      <a:cubicBezTo>
                        <a:pt x="25813" y="131"/>
                        <a:pt x="26003" y="36"/>
                        <a:pt x="26099" y="36"/>
                      </a:cubicBezTo>
                      <a:cubicBezTo>
                        <a:pt x="26575" y="322"/>
                        <a:pt x="27908" y="322"/>
                        <a:pt x="29908" y="36"/>
                      </a:cubicBezTo>
                      <a:cubicBezTo>
                        <a:pt x="31433" y="-155"/>
                        <a:pt x="32290" y="417"/>
                        <a:pt x="32385" y="1655"/>
                      </a:cubicBezTo>
                      <a:close/>
                      <a:moveTo>
                        <a:pt x="5239" y="3370"/>
                      </a:moveTo>
                      <a:cubicBezTo>
                        <a:pt x="5620" y="2703"/>
                        <a:pt x="6191" y="2322"/>
                        <a:pt x="6763" y="2322"/>
                      </a:cubicBezTo>
                      <a:cubicBezTo>
                        <a:pt x="7049" y="2322"/>
                        <a:pt x="7429" y="2417"/>
                        <a:pt x="7906" y="2512"/>
                      </a:cubicBezTo>
                      <a:cubicBezTo>
                        <a:pt x="8477" y="2608"/>
                        <a:pt x="8858" y="2703"/>
                        <a:pt x="9239" y="2703"/>
                      </a:cubicBezTo>
                      <a:cubicBezTo>
                        <a:pt x="9620" y="2703"/>
                        <a:pt x="9906" y="2703"/>
                        <a:pt x="10192" y="2703"/>
                      </a:cubicBezTo>
                      <a:lnTo>
                        <a:pt x="9239" y="1655"/>
                      </a:lnTo>
                      <a:cubicBezTo>
                        <a:pt x="9239" y="1655"/>
                        <a:pt x="8668" y="1560"/>
                        <a:pt x="8763" y="1179"/>
                      </a:cubicBezTo>
                      <a:cubicBezTo>
                        <a:pt x="8763" y="798"/>
                        <a:pt x="8763" y="512"/>
                        <a:pt x="8763" y="512"/>
                      </a:cubicBezTo>
                      <a:cubicBezTo>
                        <a:pt x="8572" y="703"/>
                        <a:pt x="8477" y="893"/>
                        <a:pt x="8287" y="988"/>
                      </a:cubicBezTo>
                      <a:cubicBezTo>
                        <a:pt x="8287" y="988"/>
                        <a:pt x="8096" y="988"/>
                        <a:pt x="8001" y="988"/>
                      </a:cubicBezTo>
                      <a:cubicBezTo>
                        <a:pt x="8001" y="988"/>
                        <a:pt x="8001" y="1274"/>
                        <a:pt x="8001" y="1560"/>
                      </a:cubicBezTo>
                      <a:cubicBezTo>
                        <a:pt x="7525" y="1941"/>
                        <a:pt x="6858" y="2131"/>
                        <a:pt x="6096" y="2131"/>
                      </a:cubicBezTo>
                      <a:cubicBezTo>
                        <a:pt x="5143" y="2227"/>
                        <a:pt x="4572" y="2322"/>
                        <a:pt x="4286" y="2417"/>
                      </a:cubicBezTo>
                      <a:lnTo>
                        <a:pt x="5525" y="2417"/>
                      </a:lnTo>
                      <a:cubicBezTo>
                        <a:pt x="5525" y="2417"/>
                        <a:pt x="5048" y="3084"/>
                        <a:pt x="4858" y="3179"/>
                      </a:cubicBezTo>
                      <a:cubicBezTo>
                        <a:pt x="4858" y="3179"/>
                        <a:pt x="4858" y="3179"/>
                        <a:pt x="4858" y="3179"/>
                      </a:cubicBezTo>
                      <a:cubicBezTo>
                        <a:pt x="4858" y="3179"/>
                        <a:pt x="4667" y="3179"/>
                        <a:pt x="4572" y="3370"/>
                      </a:cubicBezTo>
                      <a:cubicBezTo>
                        <a:pt x="4286" y="3370"/>
                        <a:pt x="4096" y="3465"/>
                        <a:pt x="4000" y="3465"/>
                      </a:cubicBezTo>
                      <a:cubicBezTo>
                        <a:pt x="3905" y="3370"/>
                        <a:pt x="3620" y="3370"/>
                        <a:pt x="3334" y="3465"/>
                      </a:cubicBezTo>
                      <a:cubicBezTo>
                        <a:pt x="2476" y="3370"/>
                        <a:pt x="1905" y="3370"/>
                        <a:pt x="1619" y="3465"/>
                      </a:cubicBezTo>
                      <a:lnTo>
                        <a:pt x="1619" y="3179"/>
                      </a:lnTo>
                      <a:lnTo>
                        <a:pt x="857" y="3941"/>
                      </a:lnTo>
                      <a:cubicBezTo>
                        <a:pt x="857" y="3941"/>
                        <a:pt x="1333" y="4132"/>
                        <a:pt x="1524" y="4132"/>
                      </a:cubicBezTo>
                      <a:cubicBezTo>
                        <a:pt x="1524" y="4132"/>
                        <a:pt x="2191" y="3941"/>
                        <a:pt x="3334" y="3560"/>
                      </a:cubicBezTo>
                      <a:lnTo>
                        <a:pt x="4000" y="3560"/>
                      </a:lnTo>
                      <a:cubicBezTo>
                        <a:pt x="4000" y="3560"/>
                        <a:pt x="4286" y="3751"/>
                        <a:pt x="4382" y="3941"/>
                      </a:cubicBezTo>
                      <a:cubicBezTo>
                        <a:pt x="4382" y="4036"/>
                        <a:pt x="4477" y="4227"/>
                        <a:pt x="4667" y="4417"/>
                      </a:cubicBezTo>
                      <a:cubicBezTo>
                        <a:pt x="4667" y="4322"/>
                        <a:pt x="4572" y="4132"/>
                        <a:pt x="4477" y="4036"/>
                      </a:cubicBezTo>
                      <a:cubicBezTo>
                        <a:pt x="4477" y="3846"/>
                        <a:pt x="4477" y="3655"/>
                        <a:pt x="4667" y="3465"/>
                      </a:cubicBezTo>
                      <a:cubicBezTo>
                        <a:pt x="4667" y="3465"/>
                        <a:pt x="4858" y="3465"/>
                        <a:pt x="4953" y="3370"/>
                      </a:cubicBezTo>
                      <a:cubicBezTo>
                        <a:pt x="5239" y="3751"/>
                        <a:pt x="5334" y="4036"/>
                        <a:pt x="5334" y="4132"/>
                      </a:cubicBezTo>
                      <a:lnTo>
                        <a:pt x="6953" y="3846"/>
                      </a:lnTo>
                      <a:lnTo>
                        <a:pt x="5334" y="3655"/>
                      </a:lnTo>
                      <a:close/>
                      <a:moveTo>
                        <a:pt x="4000" y="6132"/>
                      </a:moveTo>
                      <a:lnTo>
                        <a:pt x="4953" y="5656"/>
                      </a:lnTo>
                      <a:lnTo>
                        <a:pt x="4477" y="5656"/>
                      </a:lnTo>
                      <a:lnTo>
                        <a:pt x="4000" y="6132"/>
                      </a:lnTo>
                      <a:close/>
                      <a:moveTo>
                        <a:pt x="11525" y="1465"/>
                      </a:moveTo>
                      <a:lnTo>
                        <a:pt x="12287" y="703"/>
                      </a:lnTo>
                      <a:cubicBezTo>
                        <a:pt x="12287" y="703"/>
                        <a:pt x="11716" y="607"/>
                        <a:pt x="11430" y="322"/>
                      </a:cubicBezTo>
                      <a:lnTo>
                        <a:pt x="10668" y="1465"/>
                      </a:lnTo>
                      <a:lnTo>
                        <a:pt x="9811" y="988"/>
                      </a:lnTo>
                      <a:lnTo>
                        <a:pt x="10954" y="2131"/>
                      </a:lnTo>
                      <a:cubicBezTo>
                        <a:pt x="10954" y="1369"/>
                        <a:pt x="11144" y="798"/>
                        <a:pt x="11430" y="703"/>
                      </a:cubicBezTo>
                      <a:cubicBezTo>
                        <a:pt x="11525" y="703"/>
                        <a:pt x="11621" y="1084"/>
                        <a:pt x="11621" y="1465"/>
                      </a:cubicBezTo>
                      <a:close/>
                      <a:moveTo>
                        <a:pt x="13907" y="25849"/>
                      </a:moveTo>
                      <a:cubicBezTo>
                        <a:pt x="14668" y="25849"/>
                        <a:pt x="14954" y="25849"/>
                        <a:pt x="14859" y="25658"/>
                      </a:cubicBezTo>
                      <a:cubicBezTo>
                        <a:pt x="14668" y="25658"/>
                        <a:pt x="14383" y="25658"/>
                        <a:pt x="13907" y="25849"/>
                      </a:cubicBezTo>
                      <a:cubicBezTo>
                        <a:pt x="13716" y="25849"/>
                        <a:pt x="13525" y="25849"/>
                        <a:pt x="13430" y="25849"/>
                      </a:cubicBezTo>
                      <a:cubicBezTo>
                        <a:pt x="13621" y="25849"/>
                        <a:pt x="13811" y="25849"/>
                        <a:pt x="13907" y="25849"/>
                      </a:cubicBezTo>
                      <a:close/>
                      <a:moveTo>
                        <a:pt x="20288" y="24896"/>
                      </a:moveTo>
                      <a:cubicBezTo>
                        <a:pt x="20288" y="24896"/>
                        <a:pt x="19145" y="24420"/>
                        <a:pt x="18383" y="24420"/>
                      </a:cubicBezTo>
                      <a:cubicBezTo>
                        <a:pt x="17335" y="24420"/>
                        <a:pt x="16669" y="24420"/>
                        <a:pt x="16288" y="24229"/>
                      </a:cubicBezTo>
                      <a:lnTo>
                        <a:pt x="17907" y="25182"/>
                      </a:lnTo>
                      <a:cubicBezTo>
                        <a:pt x="17907" y="25182"/>
                        <a:pt x="17621" y="25372"/>
                        <a:pt x="17621" y="25658"/>
                      </a:cubicBezTo>
                      <a:lnTo>
                        <a:pt x="18097" y="25658"/>
                      </a:lnTo>
                      <a:cubicBezTo>
                        <a:pt x="18097" y="25658"/>
                        <a:pt x="18383" y="25753"/>
                        <a:pt x="18383" y="25944"/>
                      </a:cubicBezTo>
                      <a:cubicBezTo>
                        <a:pt x="18383" y="25944"/>
                        <a:pt x="18383" y="26039"/>
                        <a:pt x="18193" y="26325"/>
                      </a:cubicBezTo>
                      <a:cubicBezTo>
                        <a:pt x="18097" y="26515"/>
                        <a:pt x="18002" y="26706"/>
                        <a:pt x="18193" y="26896"/>
                      </a:cubicBezTo>
                      <a:lnTo>
                        <a:pt x="19145" y="26896"/>
                      </a:lnTo>
                      <a:cubicBezTo>
                        <a:pt x="18669" y="26420"/>
                        <a:pt x="18383" y="26039"/>
                        <a:pt x="18383" y="25849"/>
                      </a:cubicBezTo>
                      <a:cubicBezTo>
                        <a:pt x="18383" y="25658"/>
                        <a:pt x="18479" y="25563"/>
                        <a:pt x="18764" y="25468"/>
                      </a:cubicBezTo>
                      <a:cubicBezTo>
                        <a:pt x="18955" y="25372"/>
                        <a:pt x="19241" y="25277"/>
                        <a:pt x="19621" y="25087"/>
                      </a:cubicBezTo>
                      <a:cubicBezTo>
                        <a:pt x="19907" y="25087"/>
                        <a:pt x="20193" y="25087"/>
                        <a:pt x="20383" y="25372"/>
                      </a:cubicBezTo>
                      <a:lnTo>
                        <a:pt x="20383" y="24896"/>
                      </a:lnTo>
                      <a:close/>
                      <a:moveTo>
                        <a:pt x="17907" y="20705"/>
                      </a:moveTo>
                      <a:cubicBezTo>
                        <a:pt x="17907" y="20705"/>
                        <a:pt x="18479" y="21181"/>
                        <a:pt x="18859" y="21181"/>
                      </a:cubicBezTo>
                      <a:cubicBezTo>
                        <a:pt x="19431" y="21181"/>
                        <a:pt x="20003" y="20896"/>
                        <a:pt x="20479" y="20515"/>
                      </a:cubicBezTo>
                      <a:lnTo>
                        <a:pt x="19526" y="20229"/>
                      </a:lnTo>
                      <a:cubicBezTo>
                        <a:pt x="19526" y="20705"/>
                        <a:pt x="19336" y="20896"/>
                        <a:pt x="19241" y="20896"/>
                      </a:cubicBezTo>
                      <a:cubicBezTo>
                        <a:pt x="19241" y="20896"/>
                        <a:pt x="19050" y="20705"/>
                        <a:pt x="18669" y="20515"/>
                      </a:cubicBezTo>
                      <a:cubicBezTo>
                        <a:pt x="18383" y="20229"/>
                        <a:pt x="18097" y="20134"/>
                        <a:pt x="17812" y="20229"/>
                      </a:cubicBezTo>
                      <a:lnTo>
                        <a:pt x="17812" y="20705"/>
                      </a:lnTo>
                      <a:close/>
                      <a:moveTo>
                        <a:pt x="20193" y="26420"/>
                      </a:moveTo>
                      <a:lnTo>
                        <a:pt x="20193" y="26420"/>
                      </a:lnTo>
                      <a:lnTo>
                        <a:pt x="19050" y="25658"/>
                      </a:lnTo>
                      <a:cubicBezTo>
                        <a:pt x="19050" y="25658"/>
                        <a:pt x="19050" y="26325"/>
                        <a:pt x="19431" y="26325"/>
                      </a:cubicBezTo>
                      <a:cubicBezTo>
                        <a:pt x="19717" y="26325"/>
                        <a:pt x="19907" y="26420"/>
                        <a:pt x="20193" y="26420"/>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 name="Google Shape;1544;p99"/>
                <p:cNvSpPr/>
                <p:nvPr/>
              </p:nvSpPr>
              <p:spPr>
                <a:xfrm>
                  <a:off x="3595591" y="1945766"/>
                  <a:ext cx="45243" cy="48958"/>
                </a:xfrm>
                <a:custGeom>
                  <a:avLst/>
                  <a:gdLst/>
                  <a:ahLst/>
                  <a:cxnLst/>
                  <a:rect l="l" t="t" r="r" b="b"/>
                  <a:pathLst>
                    <a:path w="45243" h="48958" extrusionOk="0">
                      <a:moveTo>
                        <a:pt x="571" y="33719"/>
                      </a:moveTo>
                      <a:cubicBezTo>
                        <a:pt x="571" y="33719"/>
                        <a:pt x="571" y="34290"/>
                        <a:pt x="762" y="34290"/>
                      </a:cubicBezTo>
                      <a:cubicBezTo>
                        <a:pt x="762" y="34290"/>
                        <a:pt x="857" y="34290"/>
                        <a:pt x="1048" y="34290"/>
                      </a:cubicBezTo>
                      <a:cubicBezTo>
                        <a:pt x="1143" y="34290"/>
                        <a:pt x="1238" y="34290"/>
                        <a:pt x="1333" y="34290"/>
                      </a:cubicBezTo>
                      <a:cubicBezTo>
                        <a:pt x="1429" y="34290"/>
                        <a:pt x="1619" y="34385"/>
                        <a:pt x="1619" y="34576"/>
                      </a:cubicBezTo>
                      <a:cubicBezTo>
                        <a:pt x="667" y="34576"/>
                        <a:pt x="95" y="34576"/>
                        <a:pt x="0" y="34290"/>
                      </a:cubicBezTo>
                      <a:lnTo>
                        <a:pt x="667" y="33814"/>
                      </a:lnTo>
                      <a:close/>
                      <a:moveTo>
                        <a:pt x="1524" y="39910"/>
                      </a:moveTo>
                      <a:cubicBezTo>
                        <a:pt x="1524" y="39910"/>
                        <a:pt x="1810" y="39624"/>
                        <a:pt x="2000" y="39624"/>
                      </a:cubicBezTo>
                      <a:lnTo>
                        <a:pt x="2667" y="39624"/>
                      </a:lnTo>
                      <a:cubicBezTo>
                        <a:pt x="2667" y="39624"/>
                        <a:pt x="2476" y="39910"/>
                        <a:pt x="2191" y="39910"/>
                      </a:cubicBezTo>
                      <a:lnTo>
                        <a:pt x="1524" y="39910"/>
                      </a:lnTo>
                      <a:close/>
                      <a:moveTo>
                        <a:pt x="3619" y="43148"/>
                      </a:moveTo>
                      <a:lnTo>
                        <a:pt x="3619" y="42482"/>
                      </a:lnTo>
                      <a:lnTo>
                        <a:pt x="4096" y="42482"/>
                      </a:lnTo>
                      <a:lnTo>
                        <a:pt x="3619" y="43148"/>
                      </a:lnTo>
                      <a:close/>
                      <a:moveTo>
                        <a:pt x="6191" y="39148"/>
                      </a:moveTo>
                      <a:cubicBezTo>
                        <a:pt x="6191" y="39148"/>
                        <a:pt x="6667" y="39243"/>
                        <a:pt x="7144" y="39624"/>
                      </a:cubicBezTo>
                      <a:lnTo>
                        <a:pt x="6953" y="39910"/>
                      </a:lnTo>
                      <a:lnTo>
                        <a:pt x="6191" y="39053"/>
                      </a:lnTo>
                      <a:close/>
                      <a:moveTo>
                        <a:pt x="7144" y="43148"/>
                      </a:moveTo>
                      <a:cubicBezTo>
                        <a:pt x="7144" y="43148"/>
                        <a:pt x="7429" y="43053"/>
                        <a:pt x="7525" y="42767"/>
                      </a:cubicBezTo>
                      <a:cubicBezTo>
                        <a:pt x="7715" y="42577"/>
                        <a:pt x="7810" y="42482"/>
                        <a:pt x="7906" y="42482"/>
                      </a:cubicBezTo>
                      <a:cubicBezTo>
                        <a:pt x="7906" y="42672"/>
                        <a:pt x="7906" y="42863"/>
                        <a:pt x="7620" y="43148"/>
                      </a:cubicBezTo>
                      <a:lnTo>
                        <a:pt x="7144" y="43148"/>
                      </a:lnTo>
                      <a:close/>
                      <a:moveTo>
                        <a:pt x="8287" y="37719"/>
                      </a:moveTo>
                      <a:lnTo>
                        <a:pt x="8096" y="38195"/>
                      </a:lnTo>
                      <a:lnTo>
                        <a:pt x="7429" y="38195"/>
                      </a:lnTo>
                      <a:cubicBezTo>
                        <a:pt x="7525" y="37719"/>
                        <a:pt x="7715" y="37433"/>
                        <a:pt x="7906" y="37433"/>
                      </a:cubicBezTo>
                      <a:cubicBezTo>
                        <a:pt x="8001" y="37433"/>
                        <a:pt x="8192" y="37529"/>
                        <a:pt x="8287" y="37719"/>
                      </a:cubicBezTo>
                      <a:close/>
                      <a:moveTo>
                        <a:pt x="9239" y="33528"/>
                      </a:moveTo>
                      <a:lnTo>
                        <a:pt x="9239" y="34004"/>
                      </a:lnTo>
                      <a:lnTo>
                        <a:pt x="8287" y="33242"/>
                      </a:lnTo>
                      <a:cubicBezTo>
                        <a:pt x="8287" y="33242"/>
                        <a:pt x="8858" y="33242"/>
                        <a:pt x="9239" y="33528"/>
                      </a:cubicBezTo>
                      <a:close/>
                      <a:moveTo>
                        <a:pt x="8287" y="40576"/>
                      </a:moveTo>
                      <a:cubicBezTo>
                        <a:pt x="8287" y="40576"/>
                        <a:pt x="8763" y="40862"/>
                        <a:pt x="8763" y="41243"/>
                      </a:cubicBezTo>
                      <a:lnTo>
                        <a:pt x="8287" y="41243"/>
                      </a:lnTo>
                      <a:lnTo>
                        <a:pt x="8287" y="40576"/>
                      </a:lnTo>
                      <a:close/>
                      <a:moveTo>
                        <a:pt x="9430" y="45815"/>
                      </a:moveTo>
                      <a:lnTo>
                        <a:pt x="9239" y="45529"/>
                      </a:lnTo>
                      <a:lnTo>
                        <a:pt x="10192" y="44958"/>
                      </a:lnTo>
                      <a:lnTo>
                        <a:pt x="9430" y="45720"/>
                      </a:lnTo>
                      <a:close/>
                      <a:moveTo>
                        <a:pt x="45244" y="36100"/>
                      </a:moveTo>
                      <a:lnTo>
                        <a:pt x="43148" y="36386"/>
                      </a:lnTo>
                      <a:cubicBezTo>
                        <a:pt x="43148" y="36386"/>
                        <a:pt x="43148" y="36481"/>
                        <a:pt x="43148" y="36576"/>
                      </a:cubicBezTo>
                      <a:cubicBezTo>
                        <a:pt x="43148" y="36671"/>
                        <a:pt x="43339" y="36862"/>
                        <a:pt x="43625" y="37052"/>
                      </a:cubicBezTo>
                      <a:cubicBezTo>
                        <a:pt x="44005" y="37243"/>
                        <a:pt x="44101" y="37433"/>
                        <a:pt x="44101" y="37719"/>
                      </a:cubicBezTo>
                      <a:lnTo>
                        <a:pt x="44577" y="37719"/>
                      </a:lnTo>
                      <a:cubicBezTo>
                        <a:pt x="44386" y="38957"/>
                        <a:pt x="44101" y="40291"/>
                        <a:pt x="43910" y="41529"/>
                      </a:cubicBezTo>
                      <a:cubicBezTo>
                        <a:pt x="43625" y="42863"/>
                        <a:pt x="42767" y="43720"/>
                        <a:pt x="41529" y="44196"/>
                      </a:cubicBezTo>
                      <a:cubicBezTo>
                        <a:pt x="41338" y="43434"/>
                        <a:pt x="40862" y="43244"/>
                        <a:pt x="40100" y="43529"/>
                      </a:cubicBezTo>
                      <a:lnTo>
                        <a:pt x="39814" y="43720"/>
                      </a:lnTo>
                      <a:lnTo>
                        <a:pt x="40767" y="44672"/>
                      </a:lnTo>
                      <a:cubicBezTo>
                        <a:pt x="40767" y="44672"/>
                        <a:pt x="40005" y="44387"/>
                        <a:pt x="39529" y="44005"/>
                      </a:cubicBezTo>
                      <a:cubicBezTo>
                        <a:pt x="39052" y="43625"/>
                        <a:pt x="38767" y="43434"/>
                        <a:pt x="38481" y="43434"/>
                      </a:cubicBezTo>
                      <a:cubicBezTo>
                        <a:pt x="38195" y="43434"/>
                        <a:pt x="37909" y="43625"/>
                        <a:pt x="37528" y="43910"/>
                      </a:cubicBezTo>
                      <a:lnTo>
                        <a:pt x="38386" y="43910"/>
                      </a:lnTo>
                      <a:lnTo>
                        <a:pt x="38195" y="44196"/>
                      </a:lnTo>
                      <a:cubicBezTo>
                        <a:pt x="38671" y="44387"/>
                        <a:pt x="39243" y="44767"/>
                        <a:pt x="40100" y="45339"/>
                      </a:cubicBezTo>
                      <a:lnTo>
                        <a:pt x="38386" y="46101"/>
                      </a:lnTo>
                      <a:lnTo>
                        <a:pt x="38671" y="46292"/>
                      </a:lnTo>
                      <a:cubicBezTo>
                        <a:pt x="38671" y="46292"/>
                        <a:pt x="37909" y="46672"/>
                        <a:pt x="36671" y="47149"/>
                      </a:cubicBezTo>
                      <a:cubicBezTo>
                        <a:pt x="36004" y="47339"/>
                        <a:pt x="35433" y="47530"/>
                        <a:pt x="34861" y="47530"/>
                      </a:cubicBezTo>
                      <a:cubicBezTo>
                        <a:pt x="34576" y="47530"/>
                        <a:pt x="34290" y="47530"/>
                        <a:pt x="34004" y="47530"/>
                      </a:cubicBezTo>
                      <a:cubicBezTo>
                        <a:pt x="33814" y="48101"/>
                        <a:pt x="33718" y="48482"/>
                        <a:pt x="33814" y="48673"/>
                      </a:cubicBezTo>
                      <a:lnTo>
                        <a:pt x="24575" y="48958"/>
                      </a:lnTo>
                      <a:cubicBezTo>
                        <a:pt x="23813" y="48292"/>
                        <a:pt x="22669" y="47720"/>
                        <a:pt x="21146" y="47149"/>
                      </a:cubicBezTo>
                      <a:cubicBezTo>
                        <a:pt x="19431" y="46672"/>
                        <a:pt x="18288" y="46196"/>
                        <a:pt x="17812" y="45911"/>
                      </a:cubicBezTo>
                      <a:cubicBezTo>
                        <a:pt x="17621" y="45625"/>
                        <a:pt x="17240" y="45434"/>
                        <a:pt x="16764" y="45339"/>
                      </a:cubicBezTo>
                      <a:cubicBezTo>
                        <a:pt x="16288" y="45244"/>
                        <a:pt x="15716" y="45053"/>
                        <a:pt x="15240" y="44958"/>
                      </a:cubicBezTo>
                      <a:lnTo>
                        <a:pt x="15907" y="44291"/>
                      </a:lnTo>
                      <a:lnTo>
                        <a:pt x="14954" y="43339"/>
                      </a:lnTo>
                      <a:lnTo>
                        <a:pt x="14668" y="44005"/>
                      </a:lnTo>
                      <a:cubicBezTo>
                        <a:pt x="13906" y="43815"/>
                        <a:pt x="13430" y="43148"/>
                        <a:pt x="13335" y="42005"/>
                      </a:cubicBezTo>
                      <a:cubicBezTo>
                        <a:pt x="13335" y="40958"/>
                        <a:pt x="12763" y="40481"/>
                        <a:pt x="11621" y="40481"/>
                      </a:cubicBezTo>
                      <a:lnTo>
                        <a:pt x="10763" y="40481"/>
                      </a:lnTo>
                      <a:cubicBezTo>
                        <a:pt x="11430" y="40481"/>
                        <a:pt x="11811" y="40005"/>
                        <a:pt x="11811" y="39338"/>
                      </a:cubicBezTo>
                      <a:cubicBezTo>
                        <a:pt x="11811" y="39148"/>
                        <a:pt x="11811" y="38957"/>
                        <a:pt x="11621" y="38671"/>
                      </a:cubicBezTo>
                      <a:cubicBezTo>
                        <a:pt x="11525" y="38481"/>
                        <a:pt x="11049" y="38195"/>
                        <a:pt x="10382" y="37909"/>
                      </a:cubicBezTo>
                      <a:lnTo>
                        <a:pt x="10192" y="38100"/>
                      </a:lnTo>
                      <a:cubicBezTo>
                        <a:pt x="10192" y="38100"/>
                        <a:pt x="10192" y="38195"/>
                        <a:pt x="10001" y="38195"/>
                      </a:cubicBezTo>
                      <a:cubicBezTo>
                        <a:pt x="9906" y="38195"/>
                        <a:pt x="9811" y="38005"/>
                        <a:pt x="9715" y="37719"/>
                      </a:cubicBezTo>
                      <a:cubicBezTo>
                        <a:pt x="9715" y="37433"/>
                        <a:pt x="9715" y="37147"/>
                        <a:pt x="9715" y="36957"/>
                      </a:cubicBezTo>
                      <a:cubicBezTo>
                        <a:pt x="10096" y="36957"/>
                        <a:pt x="10763" y="36386"/>
                        <a:pt x="11525" y="35719"/>
                      </a:cubicBezTo>
                      <a:cubicBezTo>
                        <a:pt x="12287" y="35052"/>
                        <a:pt x="12859" y="34766"/>
                        <a:pt x="13335" y="34766"/>
                      </a:cubicBezTo>
                      <a:cubicBezTo>
                        <a:pt x="13621" y="34766"/>
                        <a:pt x="13811" y="34766"/>
                        <a:pt x="14097" y="34957"/>
                      </a:cubicBezTo>
                      <a:cubicBezTo>
                        <a:pt x="13906" y="34671"/>
                        <a:pt x="13906" y="34385"/>
                        <a:pt x="14097" y="34195"/>
                      </a:cubicBezTo>
                      <a:cubicBezTo>
                        <a:pt x="14192" y="34004"/>
                        <a:pt x="14097" y="33719"/>
                        <a:pt x="13716" y="33242"/>
                      </a:cubicBezTo>
                      <a:lnTo>
                        <a:pt x="15811" y="32290"/>
                      </a:lnTo>
                      <a:lnTo>
                        <a:pt x="15335" y="31623"/>
                      </a:lnTo>
                      <a:cubicBezTo>
                        <a:pt x="15335" y="31623"/>
                        <a:pt x="16192" y="31433"/>
                        <a:pt x="16954" y="31051"/>
                      </a:cubicBezTo>
                      <a:cubicBezTo>
                        <a:pt x="17717" y="30671"/>
                        <a:pt x="18193" y="30480"/>
                        <a:pt x="18383" y="30480"/>
                      </a:cubicBezTo>
                      <a:cubicBezTo>
                        <a:pt x="18764" y="30480"/>
                        <a:pt x="19050" y="30766"/>
                        <a:pt x="19145" y="31433"/>
                      </a:cubicBezTo>
                      <a:cubicBezTo>
                        <a:pt x="19050" y="32766"/>
                        <a:pt x="19526" y="34100"/>
                        <a:pt x="20574" y="35433"/>
                      </a:cubicBezTo>
                      <a:cubicBezTo>
                        <a:pt x="21146" y="36100"/>
                        <a:pt x="22193" y="37147"/>
                        <a:pt x="23813" y="38481"/>
                      </a:cubicBezTo>
                      <a:cubicBezTo>
                        <a:pt x="24003" y="39053"/>
                        <a:pt x="24479" y="39338"/>
                        <a:pt x="25051" y="39338"/>
                      </a:cubicBezTo>
                      <a:cubicBezTo>
                        <a:pt x="25241" y="39338"/>
                        <a:pt x="25527" y="39338"/>
                        <a:pt x="25813" y="39338"/>
                      </a:cubicBezTo>
                      <a:cubicBezTo>
                        <a:pt x="26194" y="39338"/>
                        <a:pt x="26384" y="39243"/>
                        <a:pt x="26575" y="39243"/>
                      </a:cubicBezTo>
                      <a:cubicBezTo>
                        <a:pt x="26956" y="39243"/>
                        <a:pt x="27242" y="39243"/>
                        <a:pt x="27622" y="39433"/>
                      </a:cubicBezTo>
                      <a:cubicBezTo>
                        <a:pt x="27908" y="39624"/>
                        <a:pt x="28289" y="39719"/>
                        <a:pt x="28765" y="39719"/>
                      </a:cubicBezTo>
                      <a:cubicBezTo>
                        <a:pt x="29432" y="39719"/>
                        <a:pt x="30385" y="39338"/>
                        <a:pt x="31337" y="38671"/>
                      </a:cubicBezTo>
                      <a:cubicBezTo>
                        <a:pt x="32766" y="37719"/>
                        <a:pt x="33623" y="37147"/>
                        <a:pt x="33814" y="37052"/>
                      </a:cubicBezTo>
                      <a:cubicBezTo>
                        <a:pt x="34004" y="36767"/>
                        <a:pt x="34100" y="36386"/>
                        <a:pt x="34100" y="36100"/>
                      </a:cubicBezTo>
                      <a:cubicBezTo>
                        <a:pt x="34100" y="35624"/>
                        <a:pt x="33814" y="34957"/>
                        <a:pt x="33242" y="34195"/>
                      </a:cubicBezTo>
                      <a:cubicBezTo>
                        <a:pt x="32671" y="33433"/>
                        <a:pt x="32385" y="32861"/>
                        <a:pt x="32290" y="32385"/>
                      </a:cubicBezTo>
                      <a:cubicBezTo>
                        <a:pt x="31242" y="32290"/>
                        <a:pt x="30671" y="31813"/>
                        <a:pt x="30575" y="31242"/>
                      </a:cubicBezTo>
                      <a:lnTo>
                        <a:pt x="30861" y="31051"/>
                      </a:lnTo>
                      <a:cubicBezTo>
                        <a:pt x="29623" y="30480"/>
                        <a:pt x="27813" y="29432"/>
                        <a:pt x="25432" y="28194"/>
                      </a:cubicBezTo>
                      <a:cubicBezTo>
                        <a:pt x="25146" y="28384"/>
                        <a:pt x="24955" y="28480"/>
                        <a:pt x="24670" y="28480"/>
                      </a:cubicBezTo>
                      <a:cubicBezTo>
                        <a:pt x="24289" y="28480"/>
                        <a:pt x="23908" y="28289"/>
                        <a:pt x="23431" y="27813"/>
                      </a:cubicBezTo>
                      <a:cubicBezTo>
                        <a:pt x="22955" y="27337"/>
                        <a:pt x="22574" y="27146"/>
                        <a:pt x="22288" y="27146"/>
                      </a:cubicBezTo>
                      <a:cubicBezTo>
                        <a:pt x="22193" y="27146"/>
                        <a:pt x="22003" y="27146"/>
                        <a:pt x="21907" y="27337"/>
                      </a:cubicBezTo>
                      <a:cubicBezTo>
                        <a:pt x="20860" y="27051"/>
                        <a:pt x="19907" y="26194"/>
                        <a:pt x="18859" y="24860"/>
                      </a:cubicBezTo>
                      <a:cubicBezTo>
                        <a:pt x="17717" y="23336"/>
                        <a:pt x="16764" y="22384"/>
                        <a:pt x="16002" y="21908"/>
                      </a:cubicBezTo>
                      <a:cubicBezTo>
                        <a:pt x="16002" y="21431"/>
                        <a:pt x="15907" y="20860"/>
                        <a:pt x="15335" y="20193"/>
                      </a:cubicBezTo>
                      <a:cubicBezTo>
                        <a:pt x="14859" y="19526"/>
                        <a:pt x="14668" y="19050"/>
                        <a:pt x="14764" y="18669"/>
                      </a:cubicBezTo>
                      <a:cubicBezTo>
                        <a:pt x="14478" y="18097"/>
                        <a:pt x="14288" y="17145"/>
                        <a:pt x="14192" y="15621"/>
                      </a:cubicBezTo>
                      <a:cubicBezTo>
                        <a:pt x="14192" y="14288"/>
                        <a:pt x="14097" y="12954"/>
                        <a:pt x="14002" y="11621"/>
                      </a:cubicBezTo>
                      <a:cubicBezTo>
                        <a:pt x="14288" y="11430"/>
                        <a:pt x="14478" y="11335"/>
                        <a:pt x="14478" y="11144"/>
                      </a:cubicBezTo>
                      <a:cubicBezTo>
                        <a:pt x="14478" y="10954"/>
                        <a:pt x="14383" y="10763"/>
                        <a:pt x="14192" y="10573"/>
                      </a:cubicBezTo>
                      <a:cubicBezTo>
                        <a:pt x="14002" y="10287"/>
                        <a:pt x="13906" y="10096"/>
                        <a:pt x="13906" y="10001"/>
                      </a:cubicBezTo>
                      <a:cubicBezTo>
                        <a:pt x="14097" y="9430"/>
                        <a:pt x="14764" y="8668"/>
                        <a:pt x="16002" y="7715"/>
                      </a:cubicBezTo>
                      <a:cubicBezTo>
                        <a:pt x="16954" y="6858"/>
                        <a:pt x="17526" y="6001"/>
                        <a:pt x="17526" y="5239"/>
                      </a:cubicBezTo>
                      <a:cubicBezTo>
                        <a:pt x="17717" y="5239"/>
                        <a:pt x="17907" y="5048"/>
                        <a:pt x="18383" y="4763"/>
                      </a:cubicBezTo>
                      <a:cubicBezTo>
                        <a:pt x="18764" y="4477"/>
                        <a:pt x="19050" y="4286"/>
                        <a:pt x="19240" y="4286"/>
                      </a:cubicBezTo>
                      <a:cubicBezTo>
                        <a:pt x="19336" y="4286"/>
                        <a:pt x="19431" y="4382"/>
                        <a:pt x="19621" y="4477"/>
                      </a:cubicBezTo>
                      <a:cubicBezTo>
                        <a:pt x="20288" y="3334"/>
                        <a:pt x="21622" y="2381"/>
                        <a:pt x="23241" y="1715"/>
                      </a:cubicBezTo>
                      <a:cubicBezTo>
                        <a:pt x="24765" y="1238"/>
                        <a:pt x="26289" y="762"/>
                        <a:pt x="27813" y="286"/>
                      </a:cubicBezTo>
                      <a:cubicBezTo>
                        <a:pt x="28194" y="191"/>
                        <a:pt x="28670" y="0"/>
                        <a:pt x="29146" y="0"/>
                      </a:cubicBezTo>
                      <a:cubicBezTo>
                        <a:pt x="29813" y="0"/>
                        <a:pt x="30671" y="286"/>
                        <a:pt x="31718" y="762"/>
                      </a:cubicBezTo>
                      <a:cubicBezTo>
                        <a:pt x="32766" y="1238"/>
                        <a:pt x="33718" y="1524"/>
                        <a:pt x="34290" y="1524"/>
                      </a:cubicBezTo>
                      <a:cubicBezTo>
                        <a:pt x="34576" y="1524"/>
                        <a:pt x="34861" y="1524"/>
                        <a:pt x="35147" y="1429"/>
                      </a:cubicBezTo>
                      <a:cubicBezTo>
                        <a:pt x="35433" y="2000"/>
                        <a:pt x="35909" y="2381"/>
                        <a:pt x="36671" y="2572"/>
                      </a:cubicBezTo>
                      <a:cubicBezTo>
                        <a:pt x="37624" y="2858"/>
                        <a:pt x="38195" y="3143"/>
                        <a:pt x="38481" y="3334"/>
                      </a:cubicBezTo>
                      <a:cubicBezTo>
                        <a:pt x="39910" y="3334"/>
                        <a:pt x="41053" y="5239"/>
                        <a:pt x="42196" y="8668"/>
                      </a:cubicBezTo>
                      <a:cubicBezTo>
                        <a:pt x="42196" y="9144"/>
                        <a:pt x="41815" y="9811"/>
                        <a:pt x="41148" y="10573"/>
                      </a:cubicBezTo>
                      <a:cubicBezTo>
                        <a:pt x="40481" y="11335"/>
                        <a:pt x="40196" y="12097"/>
                        <a:pt x="40196" y="12668"/>
                      </a:cubicBezTo>
                      <a:cubicBezTo>
                        <a:pt x="39719" y="12668"/>
                        <a:pt x="39529" y="12668"/>
                        <a:pt x="39433" y="13145"/>
                      </a:cubicBezTo>
                      <a:cubicBezTo>
                        <a:pt x="39433" y="13716"/>
                        <a:pt x="39338" y="14002"/>
                        <a:pt x="39148" y="14097"/>
                      </a:cubicBezTo>
                      <a:cubicBezTo>
                        <a:pt x="38005" y="14573"/>
                        <a:pt x="37243" y="14859"/>
                        <a:pt x="36767" y="14859"/>
                      </a:cubicBezTo>
                      <a:cubicBezTo>
                        <a:pt x="36100" y="14859"/>
                        <a:pt x="35528" y="14478"/>
                        <a:pt x="34957" y="13621"/>
                      </a:cubicBezTo>
                      <a:cubicBezTo>
                        <a:pt x="34957" y="12954"/>
                        <a:pt x="34480" y="12478"/>
                        <a:pt x="33718" y="12192"/>
                      </a:cubicBezTo>
                      <a:cubicBezTo>
                        <a:pt x="32861" y="11906"/>
                        <a:pt x="32290" y="11525"/>
                        <a:pt x="32099" y="11049"/>
                      </a:cubicBezTo>
                      <a:cubicBezTo>
                        <a:pt x="31813" y="11049"/>
                        <a:pt x="31242" y="10763"/>
                        <a:pt x="30194" y="10382"/>
                      </a:cubicBezTo>
                      <a:cubicBezTo>
                        <a:pt x="29337" y="10096"/>
                        <a:pt x="28765" y="9906"/>
                        <a:pt x="28194" y="9906"/>
                      </a:cubicBezTo>
                      <a:cubicBezTo>
                        <a:pt x="27527" y="9906"/>
                        <a:pt x="26956" y="10192"/>
                        <a:pt x="26384" y="10858"/>
                      </a:cubicBezTo>
                      <a:cubicBezTo>
                        <a:pt x="26194" y="10858"/>
                        <a:pt x="26098" y="10858"/>
                        <a:pt x="25908" y="10858"/>
                      </a:cubicBezTo>
                      <a:cubicBezTo>
                        <a:pt x="25622" y="10858"/>
                        <a:pt x="25051" y="11144"/>
                        <a:pt x="24384" y="11811"/>
                      </a:cubicBezTo>
                      <a:cubicBezTo>
                        <a:pt x="24575" y="12192"/>
                        <a:pt x="24670" y="12478"/>
                        <a:pt x="24670" y="12763"/>
                      </a:cubicBezTo>
                      <a:cubicBezTo>
                        <a:pt x="24670" y="13145"/>
                        <a:pt x="24384" y="13430"/>
                        <a:pt x="23813" y="13811"/>
                      </a:cubicBezTo>
                      <a:cubicBezTo>
                        <a:pt x="23241" y="14097"/>
                        <a:pt x="22955" y="14383"/>
                        <a:pt x="22955" y="14669"/>
                      </a:cubicBezTo>
                      <a:cubicBezTo>
                        <a:pt x="22955" y="14859"/>
                        <a:pt x="23146" y="15240"/>
                        <a:pt x="23431" y="15621"/>
                      </a:cubicBezTo>
                      <a:cubicBezTo>
                        <a:pt x="25146" y="18097"/>
                        <a:pt x="27718" y="20003"/>
                        <a:pt x="31147" y="21241"/>
                      </a:cubicBezTo>
                      <a:cubicBezTo>
                        <a:pt x="31623" y="21336"/>
                        <a:pt x="32194" y="21812"/>
                        <a:pt x="33052" y="22384"/>
                      </a:cubicBezTo>
                      <a:cubicBezTo>
                        <a:pt x="33909" y="23050"/>
                        <a:pt x="34576" y="23432"/>
                        <a:pt x="35147" y="23527"/>
                      </a:cubicBezTo>
                      <a:cubicBezTo>
                        <a:pt x="35719" y="23527"/>
                        <a:pt x="36481" y="24098"/>
                        <a:pt x="37528" y="24860"/>
                      </a:cubicBezTo>
                      <a:cubicBezTo>
                        <a:pt x="38386" y="25717"/>
                        <a:pt x="39243" y="26003"/>
                        <a:pt x="40100" y="25908"/>
                      </a:cubicBezTo>
                      <a:cubicBezTo>
                        <a:pt x="40100" y="26289"/>
                        <a:pt x="40100" y="26575"/>
                        <a:pt x="40291" y="26575"/>
                      </a:cubicBezTo>
                      <a:cubicBezTo>
                        <a:pt x="40672" y="26575"/>
                        <a:pt x="40862" y="26861"/>
                        <a:pt x="41148" y="27432"/>
                      </a:cubicBezTo>
                      <a:cubicBezTo>
                        <a:pt x="41338" y="28004"/>
                        <a:pt x="41624" y="28194"/>
                        <a:pt x="41910" y="28099"/>
                      </a:cubicBezTo>
                      <a:cubicBezTo>
                        <a:pt x="42005" y="28384"/>
                        <a:pt x="42481" y="29242"/>
                        <a:pt x="43529" y="30575"/>
                      </a:cubicBezTo>
                      <a:cubicBezTo>
                        <a:pt x="44291" y="31718"/>
                        <a:pt x="44672" y="32766"/>
                        <a:pt x="44672" y="33719"/>
                      </a:cubicBezTo>
                      <a:cubicBezTo>
                        <a:pt x="44863" y="33909"/>
                        <a:pt x="44958" y="34195"/>
                        <a:pt x="44958" y="34385"/>
                      </a:cubicBezTo>
                      <a:cubicBezTo>
                        <a:pt x="44958" y="34576"/>
                        <a:pt x="44958" y="34766"/>
                        <a:pt x="44672" y="35147"/>
                      </a:cubicBezTo>
                      <a:cubicBezTo>
                        <a:pt x="44386" y="35528"/>
                        <a:pt x="44291" y="35719"/>
                        <a:pt x="44291" y="35814"/>
                      </a:cubicBezTo>
                      <a:cubicBezTo>
                        <a:pt x="44291" y="36004"/>
                        <a:pt x="44482" y="36290"/>
                        <a:pt x="44767" y="36576"/>
                      </a:cubicBezTo>
                      <a:close/>
                      <a:moveTo>
                        <a:pt x="10192" y="37529"/>
                      </a:moveTo>
                      <a:lnTo>
                        <a:pt x="11621" y="37052"/>
                      </a:lnTo>
                      <a:lnTo>
                        <a:pt x="10954" y="37052"/>
                      </a:lnTo>
                      <a:lnTo>
                        <a:pt x="10192" y="37529"/>
                      </a:lnTo>
                      <a:close/>
                      <a:moveTo>
                        <a:pt x="10573" y="43434"/>
                      </a:moveTo>
                      <a:lnTo>
                        <a:pt x="10858" y="43434"/>
                      </a:lnTo>
                      <a:lnTo>
                        <a:pt x="11335" y="43815"/>
                      </a:lnTo>
                      <a:lnTo>
                        <a:pt x="10573" y="43434"/>
                      </a:lnTo>
                      <a:close/>
                      <a:moveTo>
                        <a:pt x="12478" y="46672"/>
                      </a:moveTo>
                      <a:cubicBezTo>
                        <a:pt x="12478" y="46672"/>
                        <a:pt x="12478" y="45815"/>
                        <a:pt x="12859" y="45434"/>
                      </a:cubicBezTo>
                      <a:lnTo>
                        <a:pt x="12859" y="45434"/>
                      </a:lnTo>
                      <a:cubicBezTo>
                        <a:pt x="12859" y="45434"/>
                        <a:pt x="12859" y="45720"/>
                        <a:pt x="13144" y="45911"/>
                      </a:cubicBezTo>
                      <a:cubicBezTo>
                        <a:pt x="13335" y="46101"/>
                        <a:pt x="13430" y="46196"/>
                        <a:pt x="13430" y="46292"/>
                      </a:cubicBezTo>
                      <a:cubicBezTo>
                        <a:pt x="13430" y="46387"/>
                        <a:pt x="13430" y="46482"/>
                        <a:pt x="13144" y="46577"/>
                      </a:cubicBezTo>
                      <a:lnTo>
                        <a:pt x="12478" y="46577"/>
                      </a:lnTo>
                      <a:close/>
                      <a:moveTo>
                        <a:pt x="13049" y="45244"/>
                      </a:moveTo>
                      <a:lnTo>
                        <a:pt x="13049" y="45244"/>
                      </a:lnTo>
                      <a:close/>
                      <a:moveTo>
                        <a:pt x="13144" y="44101"/>
                      </a:moveTo>
                      <a:cubicBezTo>
                        <a:pt x="13144" y="44101"/>
                        <a:pt x="13525" y="44101"/>
                        <a:pt x="13716" y="44482"/>
                      </a:cubicBezTo>
                      <a:cubicBezTo>
                        <a:pt x="13906" y="44672"/>
                        <a:pt x="14097" y="44767"/>
                        <a:pt x="14097" y="44863"/>
                      </a:cubicBezTo>
                      <a:cubicBezTo>
                        <a:pt x="13811" y="44863"/>
                        <a:pt x="13525" y="45053"/>
                        <a:pt x="13049" y="45339"/>
                      </a:cubicBezTo>
                      <a:cubicBezTo>
                        <a:pt x="13430" y="44958"/>
                        <a:pt x="13430" y="44577"/>
                        <a:pt x="13144" y="44196"/>
                      </a:cubicBezTo>
                      <a:close/>
                      <a:moveTo>
                        <a:pt x="14573" y="38957"/>
                      </a:moveTo>
                      <a:lnTo>
                        <a:pt x="14573" y="38481"/>
                      </a:lnTo>
                      <a:lnTo>
                        <a:pt x="13144" y="37719"/>
                      </a:lnTo>
                      <a:lnTo>
                        <a:pt x="14573" y="38957"/>
                      </a:lnTo>
                      <a:close/>
                      <a:moveTo>
                        <a:pt x="15716" y="40862"/>
                      </a:moveTo>
                      <a:cubicBezTo>
                        <a:pt x="15716" y="40862"/>
                        <a:pt x="15811" y="40862"/>
                        <a:pt x="16288" y="40958"/>
                      </a:cubicBezTo>
                      <a:cubicBezTo>
                        <a:pt x="16573" y="40958"/>
                        <a:pt x="16764" y="40958"/>
                        <a:pt x="16859" y="40576"/>
                      </a:cubicBezTo>
                      <a:cubicBezTo>
                        <a:pt x="16383" y="40386"/>
                        <a:pt x="16002" y="40576"/>
                        <a:pt x="15716" y="40862"/>
                      </a:cubicBezTo>
                      <a:cubicBezTo>
                        <a:pt x="15621" y="40862"/>
                        <a:pt x="15526" y="40958"/>
                        <a:pt x="15526" y="41053"/>
                      </a:cubicBezTo>
                      <a:lnTo>
                        <a:pt x="15050" y="41529"/>
                      </a:lnTo>
                      <a:lnTo>
                        <a:pt x="15526" y="41529"/>
                      </a:lnTo>
                      <a:cubicBezTo>
                        <a:pt x="15526" y="41529"/>
                        <a:pt x="15526" y="41148"/>
                        <a:pt x="15526" y="41053"/>
                      </a:cubicBezTo>
                      <a:lnTo>
                        <a:pt x="15716" y="40862"/>
                      </a:lnTo>
                      <a:close/>
                      <a:moveTo>
                        <a:pt x="16002" y="17812"/>
                      </a:moveTo>
                      <a:cubicBezTo>
                        <a:pt x="16002" y="17812"/>
                        <a:pt x="16288" y="17431"/>
                        <a:pt x="16192" y="17240"/>
                      </a:cubicBezTo>
                      <a:lnTo>
                        <a:pt x="16383" y="16859"/>
                      </a:lnTo>
                      <a:cubicBezTo>
                        <a:pt x="16383" y="16859"/>
                        <a:pt x="16002" y="16478"/>
                        <a:pt x="15716" y="16383"/>
                      </a:cubicBezTo>
                      <a:cubicBezTo>
                        <a:pt x="15430" y="16288"/>
                        <a:pt x="15240" y="16192"/>
                        <a:pt x="15145" y="16192"/>
                      </a:cubicBezTo>
                      <a:cubicBezTo>
                        <a:pt x="15811" y="16574"/>
                        <a:pt x="16192" y="16859"/>
                        <a:pt x="16192" y="17336"/>
                      </a:cubicBezTo>
                      <a:lnTo>
                        <a:pt x="16002" y="17907"/>
                      </a:lnTo>
                      <a:close/>
                      <a:moveTo>
                        <a:pt x="20193" y="14288"/>
                      </a:moveTo>
                      <a:lnTo>
                        <a:pt x="20193" y="14097"/>
                      </a:lnTo>
                      <a:cubicBezTo>
                        <a:pt x="20098" y="13145"/>
                        <a:pt x="19336" y="12573"/>
                        <a:pt x="18002" y="12573"/>
                      </a:cubicBezTo>
                      <a:cubicBezTo>
                        <a:pt x="16954" y="12573"/>
                        <a:pt x="16192" y="12859"/>
                        <a:pt x="15526" y="13430"/>
                      </a:cubicBezTo>
                      <a:cubicBezTo>
                        <a:pt x="15716" y="13430"/>
                        <a:pt x="15907" y="13907"/>
                        <a:pt x="16192" y="14573"/>
                      </a:cubicBezTo>
                      <a:cubicBezTo>
                        <a:pt x="16383" y="15335"/>
                        <a:pt x="16764" y="15621"/>
                        <a:pt x="17431" y="15430"/>
                      </a:cubicBezTo>
                      <a:lnTo>
                        <a:pt x="17431" y="15240"/>
                      </a:lnTo>
                      <a:cubicBezTo>
                        <a:pt x="17431" y="15240"/>
                        <a:pt x="17717" y="14669"/>
                        <a:pt x="17812" y="13907"/>
                      </a:cubicBezTo>
                      <a:cubicBezTo>
                        <a:pt x="17907" y="13240"/>
                        <a:pt x="18193" y="12954"/>
                        <a:pt x="18574" y="12954"/>
                      </a:cubicBezTo>
                      <a:cubicBezTo>
                        <a:pt x="18764" y="12954"/>
                        <a:pt x="18955" y="12954"/>
                        <a:pt x="19145" y="13145"/>
                      </a:cubicBezTo>
                      <a:lnTo>
                        <a:pt x="19145" y="13621"/>
                      </a:lnTo>
                      <a:cubicBezTo>
                        <a:pt x="19145" y="13621"/>
                        <a:pt x="19336" y="13621"/>
                        <a:pt x="19431" y="13621"/>
                      </a:cubicBezTo>
                      <a:cubicBezTo>
                        <a:pt x="19431" y="13621"/>
                        <a:pt x="19812" y="13907"/>
                        <a:pt x="20288" y="14383"/>
                      </a:cubicBezTo>
                      <a:close/>
                      <a:moveTo>
                        <a:pt x="16383" y="33814"/>
                      </a:moveTo>
                      <a:cubicBezTo>
                        <a:pt x="16383" y="33814"/>
                        <a:pt x="15811" y="33814"/>
                        <a:pt x="15716" y="33623"/>
                      </a:cubicBezTo>
                      <a:lnTo>
                        <a:pt x="16192" y="34290"/>
                      </a:lnTo>
                      <a:cubicBezTo>
                        <a:pt x="16192" y="34290"/>
                        <a:pt x="16383" y="34004"/>
                        <a:pt x="16383" y="33814"/>
                      </a:cubicBezTo>
                      <a:close/>
                      <a:moveTo>
                        <a:pt x="16859" y="14954"/>
                      </a:moveTo>
                      <a:lnTo>
                        <a:pt x="16669" y="14764"/>
                      </a:lnTo>
                      <a:lnTo>
                        <a:pt x="17145" y="14764"/>
                      </a:lnTo>
                      <a:cubicBezTo>
                        <a:pt x="17145" y="14764"/>
                        <a:pt x="16954" y="14859"/>
                        <a:pt x="16859" y="14954"/>
                      </a:cubicBezTo>
                      <a:close/>
                      <a:moveTo>
                        <a:pt x="17145" y="14764"/>
                      </a:moveTo>
                      <a:cubicBezTo>
                        <a:pt x="17145" y="14764"/>
                        <a:pt x="17240" y="14669"/>
                        <a:pt x="17335" y="14764"/>
                      </a:cubicBezTo>
                      <a:lnTo>
                        <a:pt x="17145" y="14764"/>
                      </a:lnTo>
                      <a:close/>
                      <a:moveTo>
                        <a:pt x="17526" y="44672"/>
                      </a:moveTo>
                      <a:lnTo>
                        <a:pt x="18002" y="44196"/>
                      </a:lnTo>
                      <a:cubicBezTo>
                        <a:pt x="18002" y="44196"/>
                        <a:pt x="17621" y="43910"/>
                        <a:pt x="17526" y="43910"/>
                      </a:cubicBezTo>
                      <a:lnTo>
                        <a:pt x="17526" y="44672"/>
                      </a:lnTo>
                      <a:close/>
                      <a:moveTo>
                        <a:pt x="18288" y="15621"/>
                      </a:moveTo>
                      <a:cubicBezTo>
                        <a:pt x="18288" y="15621"/>
                        <a:pt x="18288" y="15145"/>
                        <a:pt x="18002" y="14764"/>
                      </a:cubicBezTo>
                      <a:lnTo>
                        <a:pt x="18002" y="15907"/>
                      </a:lnTo>
                      <a:lnTo>
                        <a:pt x="18288" y="15621"/>
                      </a:lnTo>
                      <a:close/>
                      <a:moveTo>
                        <a:pt x="19240" y="48578"/>
                      </a:moveTo>
                      <a:lnTo>
                        <a:pt x="19050" y="48387"/>
                      </a:lnTo>
                      <a:lnTo>
                        <a:pt x="19621" y="48387"/>
                      </a:lnTo>
                      <a:lnTo>
                        <a:pt x="19240" y="48578"/>
                      </a:lnTo>
                      <a:close/>
                      <a:moveTo>
                        <a:pt x="25146" y="43529"/>
                      </a:moveTo>
                      <a:lnTo>
                        <a:pt x="25432" y="43148"/>
                      </a:lnTo>
                      <a:lnTo>
                        <a:pt x="25146" y="42482"/>
                      </a:lnTo>
                      <a:lnTo>
                        <a:pt x="25146" y="43434"/>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45" name="Google Shape;1545;p99"/>
              <p:cNvGrpSpPr/>
              <p:nvPr/>
            </p:nvGrpSpPr>
            <p:grpSpPr>
              <a:xfrm>
                <a:off x="8530584" y="6687979"/>
                <a:ext cx="183737" cy="115347"/>
                <a:chOff x="3277266" y="4406074"/>
                <a:chExt cx="183737" cy="115347"/>
              </a:xfrm>
            </p:grpSpPr>
            <p:sp>
              <p:nvSpPr>
                <p:cNvPr id="1546" name="Google Shape;1546;p99"/>
                <p:cNvSpPr/>
                <p:nvPr/>
              </p:nvSpPr>
              <p:spPr>
                <a:xfrm>
                  <a:off x="3277266" y="4415599"/>
                  <a:ext cx="80105" cy="105822"/>
                </a:xfrm>
                <a:custGeom>
                  <a:avLst/>
                  <a:gdLst/>
                  <a:ahLst/>
                  <a:cxnLst/>
                  <a:rect l="l" t="t" r="r" b="b"/>
                  <a:pathLst>
                    <a:path w="80105" h="105822" extrusionOk="0">
                      <a:moveTo>
                        <a:pt x="0" y="49054"/>
                      </a:moveTo>
                      <a:lnTo>
                        <a:pt x="667" y="49054"/>
                      </a:lnTo>
                      <a:cubicBezTo>
                        <a:pt x="667" y="49054"/>
                        <a:pt x="95" y="49244"/>
                        <a:pt x="0" y="49054"/>
                      </a:cubicBezTo>
                      <a:close/>
                      <a:moveTo>
                        <a:pt x="667" y="49054"/>
                      </a:moveTo>
                      <a:lnTo>
                        <a:pt x="1619" y="48673"/>
                      </a:lnTo>
                      <a:cubicBezTo>
                        <a:pt x="1619" y="48673"/>
                        <a:pt x="1619" y="49054"/>
                        <a:pt x="1333" y="49149"/>
                      </a:cubicBezTo>
                      <a:cubicBezTo>
                        <a:pt x="1333" y="49149"/>
                        <a:pt x="1048" y="49149"/>
                        <a:pt x="667" y="49149"/>
                      </a:cubicBezTo>
                      <a:close/>
                      <a:moveTo>
                        <a:pt x="6096" y="63151"/>
                      </a:moveTo>
                      <a:lnTo>
                        <a:pt x="5715" y="63437"/>
                      </a:lnTo>
                      <a:lnTo>
                        <a:pt x="6096" y="61817"/>
                      </a:lnTo>
                      <a:lnTo>
                        <a:pt x="6096" y="63151"/>
                      </a:lnTo>
                      <a:close/>
                      <a:moveTo>
                        <a:pt x="71914" y="43815"/>
                      </a:moveTo>
                      <a:lnTo>
                        <a:pt x="76390" y="51626"/>
                      </a:lnTo>
                      <a:cubicBezTo>
                        <a:pt x="76105" y="53340"/>
                        <a:pt x="76010" y="59627"/>
                        <a:pt x="75819" y="70485"/>
                      </a:cubicBezTo>
                      <a:cubicBezTo>
                        <a:pt x="74676" y="71152"/>
                        <a:pt x="74200" y="71914"/>
                        <a:pt x="74105" y="72866"/>
                      </a:cubicBezTo>
                      <a:lnTo>
                        <a:pt x="74105" y="76105"/>
                      </a:lnTo>
                      <a:lnTo>
                        <a:pt x="72866" y="74867"/>
                      </a:lnTo>
                      <a:cubicBezTo>
                        <a:pt x="72295" y="75057"/>
                        <a:pt x="71914" y="75343"/>
                        <a:pt x="71914" y="75819"/>
                      </a:cubicBezTo>
                      <a:cubicBezTo>
                        <a:pt x="71914" y="75914"/>
                        <a:pt x="71914" y="76200"/>
                        <a:pt x="72104" y="76772"/>
                      </a:cubicBezTo>
                      <a:cubicBezTo>
                        <a:pt x="72295" y="77248"/>
                        <a:pt x="72295" y="77534"/>
                        <a:pt x="72199" y="77819"/>
                      </a:cubicBezTo>
                      <a:cubicBezTo>
                        <a:pt x="71438" y="77724"/>
                        <a:pt x="70866" y="78105"/>
                        <a:pt x="70580" y="79058"/>
                      </a:cubicBezTo>
                      <a:lnTo>
                        <a:pt x="70009" y="80963"/>
                      </a:lnTo>
                      <a:lnTo>
                        <a:pt x="63341" y="87059"/>
                      </a:lnTo>
                      <a:lnTo>
                        <a:pt x="62389" y="86201"/>
                      </a:lnTo>
                      <a:cubicBezTo>
                        <a:pt x="62389" y="86773"/>
                        <a:pt x="62008" y="86868"/>
                        <a:pt x="61627" y="86868"/>
                      </a:cubicBezTo>
                      <a:cubicBezTo>
                        <a:pt x="61246" y="86868"/>
                        <a:pt x="60865" y="86868"/>
                        <a:pt x="60865" y="87059"/>
                      </a:cubicBezTo>
                      <a:lnTo>
                        <a:pt x="59436" y="90202"/>
                      </a:lnTo>
                      <a:lnTo>
                        <a:pt x="58007" y="87059"/>
                      </a:lnTo>
                      <a:cubicBezTo>
                        <a:pt x="58007" y="87059"/>
                        <a:pt x="57626" y="87440"/>
                        <a:pt x="57626" y="87821"/>
                      </a:cubicBezTo>
                      <a:lnTo>
                        <a:pt x="57626" y="88773"/>
                      </a:lnTo>
                      <a:cubicBezTo>
                        <a:pt x="57626" y="88773"/>
                        <a:pt x="57055" y="88583"/>
                        <a:pt x="56769" y="88583"/>
                      </a:cubicBezTo>
                      <a:cubicBezTo>
                        <a:pt x="56293" y="88583"/>
                        <a:pt x="56007" y="88964"/>
                        <a:pt x="55816" y="89821"/>
                      </a:cubicBezTo>
                      <a:cubicBezTo>
                        <a:pt x="55626" y="90773"/>
                        <a:pt x="55435" y="91250"/>
                        <a:pt x="55055" y="91440"/>
                      </a:cubicBezTo>
                      <a:cubicBezTo>
                        <a:pt x="54293" y="92107"/>
                        <a:pt x="53626" y="92393"/>
                        <a:pt x="53054" y="92393"/>
                      </a:cubicBezTo>
                      <a:cubicBezTo>
                        <a:pt x="52292" y="92393"/>
                        <a:pt x="51340" y="91916"/>
                        <a:pt x="50387" y="90773"/>
                      </a:cubicBezTo>
                      <a:cubicBezTo>
                        <a:pt x="49340" y="89821"/>
                        <a:pt x="48577" y="89249"/>
                        <a:pt x="48006" y="89249"/>
                      </a:cubicBezTo>
                      <a:cubicBezTo>
                        <a:pt x="47339" y="89249"/>
                        <a:pt x="46577" y="89916"/>
                        <a:pt x="45720" y="91059"/>
                      </a:cubicBezTo>
                      <a:cubicBezTo>
                        <a:pt x="45148" y="90107"/>
                        <a:pt x="44672" y="89726"/>
                        <a:pt x="44101" y="89726"/>
                      </a:cubicBezTo>
                      <a:cubicBezTo>
                        <a:pt x="43910" y="89726"/>
                        <a:pt x="43339" y="90011"/>
                        <a:pt x="42196" y="90583"/>
                      </a:cubicBezTo>
                      <a:cubicBezTo>
                        <a:pt x="41339" y="91059"/>
                        <a:pt x="40577" y="91059"/>
                        <a:pt x="39910" y="90583"/>
                      </a:cubicBezTo>
                      <a:cubicBezTo>
                        <a:pt x="37910" y="90107"/>
                        <a:pt x="37148" y="88773"/>
                        <a:pt x="37719" y="86392"/>
                      </a:cubicBezTo>
                      <a:cubicBezTo>
                        <a:pt x="38386" y="83725"/>
                        <a:pt x="38290" y="82106"/>
                        <a:pt x="37338" y="81439"/>
                      </a:cubicBezTo>
                      <a:cubicBezTo>
                        <a:pt x="37719" y="80582"/>
                        <a:pt x="37719" y="78962"/>
                        <a:pt x="37433" y="76486"/>
                      </a:cubicBezTo>
                      <a:cubicBezTo>
                        <a:pt x="37243" y="74771"/>
                        <a:pt x="38005" y="73533"/>
                        <a:pt x="39815" y="72771"/>
                      </a:cubicBezTo>
                      <a:lnTo>
                        <a:pt x="39433" y="73533"/>
                      </a:lnTo>
                      <a:cubicBezTo>
                        <a:pt x="41529" y="74200"/>
                        <a:pt x="43148" y="74104"/>
                        <a:pt x="44291" y="73152"/>
                      </a:cubicBezTo>
                      <a:lnTo>
                        <a:pt x="45148" y="72295"/>
                      </a:lnTo>
                      <a:cubicBezTo>
                        <a:pt x="45148" y="72295"/>
                        <a:pt x="44482" y="71723"/>
                        <a:pt x="44291" y="71819"/>
                      </a:cubicBezTo>
                      <a:cubicBezTo>
                        <a:pt x="44291" y="71533"/>
                        <a:pt x="44482" y="71152"/>
                        <a:pt x="45148" y="70580"/>
                      </a:cubicBezTo>
                      <a:cubicBezTo>
                        <a:pt x="44958" y="70961"/>
                        <a:pt x="45244" y="71438"/>
                        <a:pt x="46101" y="72295"/>
                      </a:cubicBezTo>
                      <a:cubicBezTo>
                        <a:pt x="46101" y="72295"/>
                        <a:pt x="46958" y="72009"/>
                        <a:pt x="48387" y="71628"/>
                      </a:cubicBezTo>
                      <a:cubicBezTo>
                        <a:pt x="49244" y="71342"/>
                        <a:pt x="49720" y="70866"/>
                        <a:pt x="49911" y="70009"/>
                      </a:cubicBezTo>
                      <a:lnTo>
                        <a:pt x="49530" y="69628"/>
                      </a:lnTo>
                      <a:cubicBezTo>
                        <a:pt x="49530" y="69628"/>
                        <a:pt x="49625" y="69533"/>
                        <a:pt x="49720" y="69533"/>
                      </a:cubicBezTo>
                      <a:cubicBezTo>
                        <a:pt x="49911" y="69533"/>
                        <a:pt x="50197" y="69533"/>
                        <a:pt x="50673" y="69723"/>
                      </a:cubicBezTo>
                      <a:cubicBezTo>
                        <a:pt x="51149" y="69914"/>
                        <a:pt x="51530" y="70009"/>
                        <a:pt x="51816" y="70009"/>
                      </a:cubicBezTo>
                      <a:cubicBezTo>
                        <a:pt x="52388" y="70009"/>
                        <a:pt x="52769" y="69723"/>
                        <a:pt x="53054" y="69056"/>
                      </a:cubicBezTo>
                      <a:lnTo>
                        <a:pt x="52102" y="68390"/>
                      </a:lnTo>
                      <a:cubicBezTo>
                        <a:pt x="52102" y="68390"/>
                        <a:pt x="52959" y="67533"/>
                        <a:pt x="53340" y="67056"/>
                      </a:cubicBezTo>
                      <a:cubicBezTo>
                        <a:pt x="53816" y="66580"/>
                        <a:pt x="54293" y="66389"/>
                        <a:pt x="54769" y="66580"/>
                      </a:cubicBezTo>
                      <a:cubicBezTo>
                        <a:pt x="54769" y="66770"/>
                        <a:pt x="54483" y="67247"/>
                        <a:pt x="53911" y="67818"/>
                      </a:cubicBezTo>
                      <a:lnTo>
                        <a:pt x="54769" y="68675"/>
                      </a:lnTo>
                      <a:cubicBezTo>
                        <a:pt x="54769" y="68675"/>
                        <a:pt x="55150" y="68390"/>
                        <a:pt x="55531" y="68009"/>
                      </a:cubicBezTo>
                      <a:cubicBezTo>
                        <a:pt x="55912" y="67628"/>
                        <a:pt x="56198" y="67437"/>
                        <a:pt x="56388" y="67437"/>
                      </a:cubicBezTo>
                      <a:lnTo>
                        <a:pt x="56960" y="67818"/>
                      </a:lnTo>
                      <a:cubicBezTo>
                        <a:pt x="56960" y="67818"/>
                        <a:pt x="56864" y="67437"/>
                        <a:pt x="56864" y="67247"/>
                      </a:cubicBezTo>
                      <a:cubicBezTo>
                        <a:pt x="56864" y="66866"/>
                        <a:pt x="57340" y="66294"/>
                        <a:pt x="58388" y="65818"/>
                      </a:cubicBezTo>
                      <a:cubicBezTo>
                        <a:pt x="59341" y="65246"/>
                        <a:pt x="59817" y="64770"/>
                        <a:pt x="59817" y="64294"/>
                      </a:cubicBezTo>
                      <a:cubicBezTo>
                        <a:pt x="59817" y="64103"/>
                        <a:pt x="59817" y="63913"/>
                        <a:pt x="59722" y="63722"/>
                      </a:cubicBezTo>
                      <a:cubicBezTo>
                        <a:pt x="60293" y="63913"/>
                        <a:pt x="60960" y="64008"/>
                        <a:pt x="61913" y="63818"/>
                      </a:cubicBezTo>
                      <a:cubicBezTo>
                        <a:pt x="63151" y="63437"/>
                        <a:pt x="63913" y="63341"/>
                        <a:pt x="64103" y="63341"/>
                      </a:cubicBezTo>
                      <a:lnTo>
                        <a:pt x="65341" y="61722"/>
                      </a:lnTo>
                      <a:cubicBezTo>
                        <a:pt x="65341" y="61722"/>
                        <a:pt x="65056" y="61246"/>
                        <a:pt x="64865" y="61246"/>
                      </a:cubicBezTo>
                      <a:cubicBezTo>
                        <a:pt x="64675" y="61246"/>
                        <a:pt x="64294" y="61532"/>
                        <a:pt x="63722" y="62103"/>
                      </a:cubicBezTo>
                      <a:lnTo>
                        <a:pt x="61913" y="60293"/>
                      </a:lnTo>
                      <a:lnTo>
                        <a:pt x="61531" y="60865"/>
                      </a:lnTo>
                      <a:cubicBezTo>
                        <a:pt x="61531" y="60865"/>
                        <a:pt x="61627" y="60389"/>
                        <a:pt x="61627" y="60198"/>
                      </a:cubicBezTo>
                      <a:cubicBezTo>
                        <a:pt x="61627" y="59912"/>
                        <a:pt x="61436" y="59722"/>
                        <a:pt x="61151" y="59722"/>
                      </a:cubicBezTo>
                      <a:cubicBezTo>
                        <a:pt x="61055" y="59722"/>
                        <a:pt x="60769" y="59722"/>
                        <a:pt x="60484" y="59817"/>
                      </a:cubicBezTo>
                      <a:lnTo>
                        <a:pt x="59627" y="59817"/>
                      </a:lnTo>
                      <a:cubicBezTo>
                        <a:pt x="58960" y="59817"/>
                        <a:pt x="58484" y="59531"/>
                        <a:pt x="58293" y="58960"/>
                      </a:cubicBezTo>
                      <a:lnTo>
                        <a:pt x="59627" y="58579"/>
                      </a:lnTo>
                      <a:cubicBezTo>
                        <a:pt x="58960" y="57150"/>
                        <a:pt x="58388" y="56579"/>
                        <a:pt x="57817" y="56864"/>
                      </a:cubicBezTo>
                      <a:cubicBezTo>
                        <a:pt x="57722" y="56864"/>
                        <a:pt x="57531" y="57245"/>
                        <a:pt x="57436" y="57626"/>
                      </a:cubicBezTo>
                      <a:cubicBezTo>
                        <a:pt x="57150" y="57341"/>
                        <a:pt x="56293" y="56674"/>
                        <a:pt x="54864" y="55531"/>
                      </a:cubicBezTo>
                      <a:cubicBezTo>
                        <a:pt x="53721" y="54769"/>
                        <a:pt x="53149" y="53912"/>
                        <a:pt x="53149" y="53054"/>
                      </a:cubicBezTo>
                      <a:cubicBezTo>
                        <a:pt x="53149" y="52673"/>
                        <a:pt x="53149" y="52388"/>
                        <a:pt x="53340" y="52007"/>
                      </a:cubicBezTo>
                      <a:lnTo>
                        <a:pt x="52102" y="52864"/>
                      </a:lnTo>
                      <a:cubicBezTo>
                        <a:pt x="52197" y="51911"/>
                        <a:pt x="51721" y="51245"/>
                        <a:pt x="50673" y="50864"/>
                      </a:cubicBezTo>
                      <a:cubicBezTo>
                        <a:pt x="49244" y="50483"/>
                        <a:pt x="48482" y="50102"/>
                        <a:pt x="48292" y="49816"/>
                      </a:cubicBezTo>
                      <a:lnTo>
                        <a:pt x="48577" y="49244"/>
                      </a:lnTo>
                      <a:lnTo>
                        <a:pt x="41910" y="49244"/>
                      </a:lnTo>
                      <a:lnTo>
                        <a:pt x="42481" y="48768"/>
                      </a:lnTo>
                      <a:cubicBezTo>
                        <a:pt x="42481" y="48768"/>
                        <a:pt x="41624" y="48959"/>
                        <a:pt x="41243" y="48959"/>
                      </a:cubicBezTo>
                      <a:cubicBezTo>
                        <a:pt x="40577" y="48959"/>
                        <a:pt x="39910" y="48578"/>
                        <a:pt x="39243" y="47816"/>
                      </a:cubicBezTo>
                      <a:cubicBezTo>
                        <a:pt x="38290" y="46577"/>
                        <a:pt x="37624" y="45911"/>
                        <a:pt x="37243" y="45625"/>
                      </a:cubicBezTo>
                      <a:cubicBezTo>
                        <a:pt x="37624" y="45149"/>
                        <a:pt x="37719" y="44482"/>
                        <a:pt x="37624" y="43815"/>
                      </a:cubicBezTo>
                      <a:cubicBezTo>
                        <a:pt x="37338" y="43053"/>
                        <a:pt x="37148" y="42482"/>
                        <a:pt x="37243" y="42291"/>
                      </a:cubicBezTo>
                      <a:cubicBezTo>
                        <a:pt x="36100" y="41815"/>
                        <a:pt x="35338" y="42386"/>
                        <a:pt x="34957" y="44101"/>
                      </a:cubicBezTo>
                      <a:cubicBezTo>
                        <a:pt x="35147" y="44482"/>
                        <a:pt x="35147" y="44863"/>
                        <a:pt x="35147" y="45149"/>
                      </a:cubicBezTo>
                      <a:cubicBezTo>
                        <a:pt x="35147" y="46101"/>
                        <a:pt x="34481" y="46958"/>
                        <a:pt x="33052" y="47911"/>
                      </a:cubicBezTo>
                      <a:cubicBezTo>
                        <a:pt x="31623" y="48768"/>
                        <a:pt x="30861" y="49625"/>
                        <a:pt x="30861" y="50387"/>
                      </a:cubicBezTo>
                      <a:cubicBezTo>
                        <a:pt x="30480" y="49149"/>
                        <a:pt x="29908" y="48387"/>
                        <a:pt x="29146" y="47911"/>
                      </a:cubicBezTo>
                      <a:cubicBezTo>
                        <a:pt x="27813" y="47911"/>
                        <a:pt x="26765" y="48578"/>
                        <a:pt x="26098" y="49721"/>
                      </a:cubicBezTo>
                      <a:cubicBezTo>
                        <a:pt x="25241" y="51149"/>
                        <a:pt x="24575" y="52007"/>
                        <a:pt x="23908" y="52292"/>
                      </a:cubicBezTo>
                      <a:cubicBezTo>
                        <a:pt x="23908" y="52673"/>
                        <a:pt x="24194" y="52864"/>
                        <a:pt x="24575" y="52864"/>
                      </a:cubicBezTo>
                      <a:lnTo>
                        <a:pt x="25432" y="52864"/>
                      </a:lnTo>
                      <a:lnTo>
                        <a:pt x="26003" y="59817"/>
                      </a:lnTo>
                      <a:lnTo>
                        <a:pt x="22860" y="58865"/>
                      </a:lnTo>
                      <a:cubicBezTo>
                        <a:pt x="22860" y="58865"/>
                        <a:pt x="22765" y="59627"/>
                        <a:pt x="22479" y="59912"/>
                      </a:cubicBezTo>
                      <a:cubicBezTo>
                        <a:pt x="21908" y="60389"/>
                        <a:pt x="21717" y="60579"/>
                        <a:pt x="21717" y="60674"/>
                      </a:cubicBezTo>
                      <a:lnTo>
                        <a:pt x="22860" y="61817"/>
                      </a:lnTo>
                      <a:cubicBezTo>
                        <a:pt x="22860" y="61817"/>
                        <a:pt x="22289" y="61722"/>
                        <a:pt x="22098" y="61913"/>
                      </a:cubicBezTo>
                      <a:cubicBezTo>
                        <a:pt x="21908" y="61913"/>
                        <a:pt x="21146" y="61341"/>
                        <a:pt x="19907" y="60579"/>
                      </a:cubicBezTo>
                      <a:cubicBezTo>
                        <a:pt x="18955" y="60008"/>
                        <a:pt x="18098" y="59722"/>
                        <a:pt x="17240" y="59722"/>
                      </a:cubicBezTo>
                      <a:cubicBezTo>
                        <a:pt x="17145" y="59912"/>
                        <a:pt x="17050" y="60008"/>
                        <a:pt x="17050" y="60198"/>
                      </a:cubicBezTo>
                      <a:cubicBezTo>
                        <a:pt x="17050" y="60484"/>
                        <a:pt x="17240" y="60770"/>
                        <a:pt x="17812" y="61246"/>
                      </a:cubicBezTo>
                      <a:cubicBezTo>
                        <a:pt x="18288" y="61627"/>
                        <a:pt x="18574" y="61913"/>
                        <a:pt x="18574" y="62103"/>
                      </a:cubicBezTo>
                      <a:cubicBezTo>
                        <a:pt x="18574" y="62484"/>
                        <a:pt x="18193" y="62675"/>
                        <a:pt x="17717" y="62960"/>
                      </a:cubicBezTo>
                      <a:cubicBezTo>
                        <a:pt x="17812" y="63246"/>
                        <a:pt x="18193" y="63341"/>
                        <a:pt x="18574" y="63341"/>
                      </a:cubicBezTo>
                      <a:lnTo>
                        <a:pt x="19526" y="63341"/>
                      </a:lnTo>
                      <a:lnTo>
                        <a:pt x="20479" y="62294"/>
                      </a:lnTo>
                      <a:lnTo>
                        <a:pt x="21622" y="63627"/>
                      </a:lnTo>
                      <a:cubicBezTo>
                        <a:pt x="21622" y="63627"/>
                        <a:pt x="21241" y="63246"/>
                        <a:pt x="21241" y="63151"/>
                      </a:cubicBezTo>
                      <a:lnTo>
                        <a:pt x="20479" y="64103"/>
                      </a:lnTo>
                      <a:cubicBezTo>
                        <a:pt x="20479" y="64103"/>
                        <a:pt x="21146" y="64579"/>
                        <a:pt x="22193" y="64579"/>
                      </a:cubicBezTo>
                      <a:cubicBezTo>
                        <a:pt x="22193" y="65246"/>
                        <a:pt x="22289" y="65627"/>
                        <a:pt x="22669" y="66104"/>
                      </a:cubicBezTo>
                      <a:cubicBezTo>
                        <a:pt x="22955" y="66580"/>
                        <a:pt x="23050" y="66866"/>
                        <a:pt x="23050" y="67056"/>
                      </a:cubicBezTo>
                      <a:cubicBezTo>
                        <a:pt x="23050" y="67437"/>
                        <a:pt x="23050" y="67723"/>
                        <a:pt x="22765" y="68199"/>
                      </a:cubicBezTo>
                      <a:cubicBezTo>
                        <a:pt x="22765" y="68390"/>
                        <a:pt x="22765" y="68485"/>
                        <a:pt x="22955" y="68580"/>
                      </a:cubicBezTo>
                      <a:cubicBezTo>
                        <a:pt x="22955" y="68580"/>
                        <a:pt x="23241" y="68485"/>
                        <a:pt x="23622" y="68199"/>
                      </a:cubicBezTo>
                      <a:cubicBezTo>
                        <a:pt x="23908" y="68104"/>
                        <a:pt x="24098" y="68199"/>
                        <a:pt x="24098" y="68390"/>
                      </a:cubicBezTo>
                      <a:cubicBezTo>
                        <a:pt x="24098" y="68485"/>
                        <a:pt x="24098" y="68771"/>
                        <a:pt x="24003" y="68961"/>
                      </a:cubicBezTo>
                      <a:lnTo>
                        <a:pt x="25622" y="68675"/>
                      </a:lnTo>
                      <a:cubicBezTo>
                        <a:pt x="25717" y="69628"/>
                        <a:pt x="25813" y="70485"/>
                        <a:pt x="25813" y="71342"/>
                      </a:cubicBezTo>
                      <a:cubicBezTo>
                        <a:pt x="26003" y="72485"/>
                        <a:pt x="26575" y="73152"/>
                        <a:pt x="27432" y="73343"/>
                      </a:cubicBezTo>
                      <a:lnTo>
                        <a:pt x="26479" y="74200"/>
                      </a:lnTo>
                      <a:cubicBezTo>
                        <a:pt x="26479" y="74200"/>
                        <a:pt x="27051" y="74200"/>
                        <a:pt x="29051" y="74009"/>
                      </a:cubicBezTo>
                      <a:cubicBezTo>
                        <a:pt x="30099" y="74009"/>
                        <a:pt x="30956" y="74200"/>
                        <a:pt x="31623" y="74771"/>
                      </a:cubicBezTo>
                      <a:lnTo>
                        <a:pt x="32290" y="72962"/>
                      </a:lnTo>
                      <a:cubicBezTo>
                        <a:pt x="32861" y="72962"/>
                        <a:pt x="33242" y="73343"/>
                        <a:pt x="33433" y="74009"/>
                      </a:cubicBezTo>
                      <a:cubicBezTo>
                        <a:pt x="33623" y="74676"/>
                        <a:pt x="33909" y="74962"/>
                        <a:pt x="34290" y="74962"/>
                      </a:cubicBezTo>
                      <a:cubicBezTo>
                        <a:pt x="34481" y="74962"/>
                        <a:pt x="34766" y="74962"/>
                        <a:pt x="35052" y="74771"/>
                      </a:cubicBezTo>
                      <a:cubicBezTo>
                        <a:pt x="35338" y="75152"/>
                        <a:pt x="35528" y="75343"/>
                        <a:pt x="35528" y="75629"/>
                      </a:cubicBezTo>
                      <a:cubicBezTo>
                        <a:pt x="35528" y="75819"/>
                        <a:pt x="35338" y="76105"/>
                        <a:pt x="34957" y="76295"/>
                      </a:cubicBezTo>
                      <a:cubicBezTo>
                        <a:pt x="34576" y="76581"/>
                        <a:pt x="34385" y="76772"/>
                        <a:pt x="34385" y="76962"/>
                      </a:cubicBezTo>
                      <a:cubicBezTo>
                        <a:pt x="34385" y="76962"/>
                        <a:pt x="34385" y="77153"/>
                        <a:pt x="34385" y="77343"/>
                      </a:cubicBezTo>
                      <a:lnTo>
                        <a:pt x="35338" y="77343"/>
                      </a:lnTo>
                      <a:cubicBezTo>
                        <a:pt x="35338" y="77343"/>
                        <a:pt x="35338" y="78677"/>
                        <a:pt x="35338" y="79915"/>
                      </a:cubicBezTo>
                      <a:cubicBezTo>
                        <a:pt x="35242" y="81153"/>
                        <a:pt x="35338" y="82010"/>
                        <a:pt x="35338" y="82487"/>
                      </a:cubicBezTo>
                      <a:cubicBezTo>
                        <a:pt x="35528" y="83249"/>
                        <a:pt x="35909" y="83534"/>
                        <a:pt x="36671" y="83534"/>
                      </a:cubicBezTo>
                      <a:lnTo>
                        <a:pt x="34385" y="85058"/>
                      </a:lnTo>
                      <a:lnTo>
                        <a:pt x="35338" y="86011"/>
                      </a:lnTo>
                      <a:cubicBezTo>
                        <a:pt x="35338" y="86011"/>
                        <a:pt x="35147" y="86297"/>
                        <a:pt x="34862" y="86583"/>
                      </a:cubicBezTo>
                      <a:cubicBezTo>
                        <a:pt x="34481" y="86868"/>
                        <a:pt x="34385" y="87154"/>
                        <a:pt x="34385" y="87249"/>
                      </a:cubicBezTo>
                      <a:lnTo>
                        <a:pt x="32766" y="91345"/>
                      </a:lnTo>
                      <a:cubicBezTo>
                        <a:pt x="30385" y="90773"/>
                        <a:pt x="27051" y="90773"/>
                        <a:pt x="22765" y="91345"/>
                      </a:cubicBezTo>
                      <a:lnTo>
                        <a:pt x="21812" y="90107"/>
                      </a:lnTo>
                      <a:cubicBezTo>
                        <a:pt x="20669" y="90773"/>
                        <a:pt x="19621" y="90583"/>
                        <a:pt x="18574" y="89630"/>
                      </a:cubicBezTo>
                      <a:lnTo>
                        <a:pt x="17717" y="91440"/>
                      </a:lnTo>
                      <a:cubicBezTo>
                        <a:pt x="17050" y="91250"/>
                        <a:pt x="16478" y="91059"/>
                        <a:pt x="15716" y="91059"/>
                      </a:cubicBezTo>
                      <a:cubicBezTo>
                        <a:pt x="15431" y="91059"/>
                        <a:pt x="14954" y="91059"/>
                        <a:pt x="14288" y="91154"/>
                      </a:cubicBezTo>
                      <a:cubicBezTo>
                        <a:pt x="13621" y="91154"/>
                        <a:pt x="13144" y="91154"/>
                        <a:pt x="12859" y="91154"/>
                      </a:cubicBezTo>
                      <a:cubicBezTo>
                        <a:pt x="11906" y="91154"/>
                        <a:pt x="10954" y="90773"/>
                        <a:pt x="10096" y="90011"/>
                      </a:cubicBezTo>
                      <a:lnTo>
                        <a:pt x="10954" y="89059"/>
                      </a:lnTo>
                      <a:cubicBezTo>
                        <a:pt x="10954" y="89059"/>
                        <a:pt x="10287" y="88678"/>
                        <a:pt x="9715" y="88678"/>
                      </a:cubicBezTo>
                      <a:lnTo>
                        <a:pt x="8477" y="88678"/>
                      </a:lnTo>
                      <a:cubicBezTo>
                        <a:pt x="8001" y="88678"/>
                        <a:pt x="7715" y="88297"/>
                        <a:pt x="7620" y="87821"/>
                      </a:cubicBezTo>
                      <a:lnTo>
                        <a:pt x="7620" y="85058"/>
                      </a:lnTo>
                      <a:cubicBezTo>
                        <a:pt x="7620" y="84011"/>
                        <a:pt x="7810" y="83153"/>
                        <a:pt x="8477" y="82582"/>
                      </a:cubicBezTo>
                      <a:lnTo>
                        <a:pt x="6667" y="81248"/>
                      </a:lnTo>
                      <a:lnTo>
                        <a:pt x="7906" y="79058"/>
                      </a:lnTo>
                      <a:cubicBezTo>
                        <a:pt x="7906" y="73819"/>
                        <a:pt x="8096" y="65818"/>
                        <a:pt x="8477" y="55150"/>
                      </a:cubicBezTo>
                      <a:lnTo>
                        <a:pt x="7620" y="54483"/>
                      </a:lnTo>
                      <a:cubicBezTo>
                        <a:pt x="7620" y="52102"/>
                        <a:pt x="7620" y="49340"/>
                        <a:pt x="7620" y="46387"/>
                      </a:cubicBezTo>
                      <a:cubicBezTo>
                        <a:pt x="7620" y="42767"/>
                        <a:pt x="7620" y="37052"/>
                        <a:pt x="7906" y="29051"/>
                      </a:cubicBezTo>
                      <a:cubicBezTo>
                        <a:pt x="8096" y="21241"/>
                        <a:pt x="8192" y="15335"/>
                        <a:pt x="8192" y="11240"/>
                      </a:cubicBezTo>
                      <a:cubicBezTo>
                        <a:pt x="8192" y="8192"/>
                        <a:pt x="8192" y="5239"/>
                        <a:pt x="8192" y="2667"/>
                      </a:cubicBezTo>
                      <a:cubicBezTo>
                        <a:pt x="10573" y="953"/>
                        <a:pt x="13811" y="0"/>
                        <a:pt x="17907" y="0"/>
                      </a:cubicBezTo>
                      <a:cubicBezTo>
                        <a:pt x="19240" y="0"/>
                        <a:pt x="21336" y="0"/>
                        <a:pt x="24098" y="286"/>
                      </a:cubicBezTo>
                      <a:cubicBezTo>
                        <a:pt x="26860" y="286"/>
                        <a:pt x="28861" y="381"/>
                        <a:pt x="30099" y="381"/>
                      </a:cubicBezTo>
                      <a:lnTo>
                        <a:pt x="33433" y="381"/>
                      </a:lnTo>
                      <a:cubicBezTo>
                        <a:pt x="34862" y="2477"/>
                        <a:pt x="35623" y="5048"/>
                        <a:pt x="35623" y="8192"/>
                      </a:cubicBezTo>
                      <a:cubicBezTo>
                        <a:pt x="35623" y="8954"/>
                        <a:pt x="35623" y="10287"/>
                        <a:pt x="35433" y="12192"/>
                      </a:cubicBezTo>
                      <a:cubicBezTo>
                        <a:pt x="35433" y="14097"/>
                        <a:pt x="35242" y="15526"/>
                        <a:pt x="35242" y="16574"/>
                      </a:cubicBezTo>
                      <a:cubicBezTo>
                        <a:pt x="32004" y="18955"/>
                        <a:pt x="29432" y="20193"/>
                        <a:pt x="27623" y="20098"/>
                      </a:cubicBezTo>
                      <a:cubicBezTo>
                        <a:pt x="26670" y="21146"/>
                        <a:pt x="26289" y="22955"/>
                        <a:pt x="26289" y="25241"/>
                      </a:cubicBezTo>
                      <a:cubicBezTo>
                        <a:pt x="26289" y="29433"/>
                        <a:pt x="26384" y="31337"/>
                        <a:pt x="26384" y="30956"/>
                      </a:cubicBezTo>
                      <a:cubicBezTo>
                        <a:pt x="26479" y="31052"/>
                        <a:pt x="29337" y="31147"/>
                        <a:pt x="34576" y="31337"/>
                      </a:cubicBezTo>
                      <a:cubicBezTo>
                        <a:pt x="34481" y="31814"/>
                        <a:pt x="34385" y="32195"/>
                        <a:pt x="34385" y="32671"/>
                      </a:cubicBezTo>
                      <a:cubicBezTo>
                        <a:pt x="34385" y="33433"/>
                        <a:pt x="34576" y="34385"/>
                        <a:pt x="35052" y="35624"/>
                      </a:cubicBezTo>
                      <a:cubicBezTo>
                        <a:pt x="35528" y="36862"/>
                        <a:pt x="35719" y="37719"/>
                        <a:pt x="35719" y="38481"/>
                      </a:cubicBezTo>
                      <a:cubicBezTo>
                        <a:pt x="35719" y="39053"/>
                        <a:pt x="35719" y="39624"/>
                        <a:pt x="35528" y="40100"/>
                      </a:cubicBezTo>
                      <a:lnTo>
                        <a:pt x="34290" y="41434"/>
                      </a:lnTo>
                      <a:cubicBezTo>
                        <a:pt x="34290" y="41434"/>
                        <a:pt x="34957" y="41910"/>
                        <a:pt x="35147" y="41910"/>
                      </a:cubicBezTo>
                      <a:cubicBezTo>
                        <a:pt x="35433" y="41910"/>
                        <a:pt x="35909" y="41720"/>
                        <a:pt x="36481" y="41434"/>
                      </a:cubicBezTo>
                      <a:cubicBezTo>
                        <a:pt x="37052" y="41053"/>
                        <a:pt x="37529" y="40958"/>
                        <a:pt x="37814" y="40958"/>
                      </a:cubicBezTo>
                      <a:cubicBezTo>
                        <a:pt x="37243" y="40577"/>
                        <a:pt x="36862" y="39719"/>
                        <a:pt x="36862" y="38386"/>
                      </a:cubicBezTo>
                      <a:cubicBezTo>
                        <a:pt x="36862" y="37529"/>
                        <a:pt x="37052" y="36291"/>
                        <a:pt x="37338" y="34576"/>
                      </a:cubicBezTo>
                      <a:cubicBezTo>
                        <a:pt x="37624" y="32861"/>
                        <a:pt x="37814" y="31814"/>
                        <a:pt x="37814" y="31433"/>
                      </a:cubicBezTo>
                      <a:lnTo>
                        <a:pt x="46291" y="31052"/>
                      </a:lnTo>
                      <a:lnTo>
                        <a:pt x="50673" y="25432"/>
                      </a:lnTo>
                      <a:cubicBezTo>
                        <a:pt x="48197" y="21431"/>
                        <a:pt x="44863" y="19431"/>
                        <a:pt x="40577" y="19431"/>
                      </a:cubicBezTo>
                      <a:cubicBezTo>
                        <a:pt x="39719" y="19431"/>
                        <a:pt x="38767" y="19431"/>
                        <a:pt x="37814" y="19622"/>
                      </a:cubicBezTo>
                      <a:cubicBezTo>
                        <a:pt x="37910" y="18955"/>
                        <a:pt x="38005" y="18098"/>
                        <a:pt x="38005" y="17241"/>
                      </a:cubicBezTo>
                      <a:cubicBezTo>
                        <a:pt x="38005" y="16383"/>
                        <a:pt x="38005" y="14859"/>
                        <a:pt x="37719" y="12859"/>
                      </a:cubicBezTo>
                      <a:cubicBezTo>
                        <a:pt x="37433" y="10859"/>
                        <a:pt x="37338" y="9430"/>
                        <a:pt x="37338" y="8382"/>
                      </a:cubicBezTo>
                      <a:cubicBezTo>
                        <a:pt x="37338" y="6096"/>
                        <a:pt x="37814" y="4191"/>
                        <a:pt x="38671" y="2572"/>
                      </a:cubicBezTo>
                      <a:lnTo>
                        <a:pt x="37719" y="2572"/>
                      </a:lnTo>
                      <a:cubicBezTo>
                        <a:pt x="38005" y="1048"/>
                        <a:pt x="39148" y="286"/>
                        <a:pt x="41243" y="286"/>
                      </a:cubicBezTo>
                      <a:cubicBezTo>
                        <a:pt x="44386" y="381"/>
                        <a:pt x="46006" y="476"/>
                        <a:pt x="46196" y="381"/>
                      </a:cubicBezTo>
                      <a:cubicBezTo>
                        <a:pt x="46768" y="191"/>
                        <a:pt x="47339" y="381"/>
                        <a:pt x="48006" y="858"/>
                      </a:cubicBezTo>
                      <a:cubicBezTo>
                        <a:pt x="48673" y="1334"/>
                        <a:pt x="49054" y="1524"/>
                        <a:pt x="49054" y="1524"/>
                      </a:cubicBezTo>
                      <a:cubicBezTo>
                        <a:pt x="49435" y="1524"/>
                        <a:pt x="49720" y="1143"/>
                        <a:pt x="50006" y="286"/>
                      </a:cubicBezTo>
                      <a:cubicBezTo>
                        <a:pt x="50864" y="1334"/>
                        <a:pt x="52673" y="1905"/>
                        <a:pt x="55340" y="1905"/>
                      </a:cubicBezTo>
                      <a:cubicBezTo>
                        <a:pt x="57722" y="2000"/>
                        <a:pt x="59055" y="2667"/>
                        <a:pt x="59341" y="3810"/>
                      </a:cubicBezTo>
                      <a:cubicBezTo>
                        <a:pt x="61341" y="5620"/>
                        <a:pt x="63341" y="7334"/>
                        <a:pt x="65437" y="9049"/>
                      </a:cubicBezTo>
                      <a:cubicBezTo>
                        <a:pt x="67723" y="11049"/>
                        <a:pt x="69056" y="13049"/>
                        <a:pt x="69532" y="15145"/>
                      </a:cubicBezTo>
                      <a:lnTo>
                        <a:pt x="70866" y="15145"/>
                      </a:lnTo>
                      <a:cubicBezTo>
                        <a:pt x="70199" y="19908"/>
                        <a:pt x="69914" y="25527"/>
                        <a:pt x="69914" y="31909"/>
                      </a:cubicBezTo>
                      <a:cubicBezTo>
                        <a:pt x="68770" y="32099"/>
                        <a:pt x="68199" y="32385"/>
                        <a:pt x="68199" y="32766"/>
                      </a:cubicBezTo>
                      <a:cubicBezTo>
                        <a:pt x="68199" y="32766"/>
                        <a:pt x="68199" y="33052"/>
                        <a:pt x="68485" y="33433"/>
                      </a:cubicBezTo>
                      <a:cubicBezTo>
                        <a:pt x="68580" y="33814"/>
                        <a:pt x="68675" y="34100"/>
                        <a:pt x="68675" y="34290"/>
                      </a:cubicBezTo>
                      <a:cubicBezTo>
                        <a:pt x="68675" y="34766"/>
                        <a:pt x="68390" y="35052"/>
                        <a:pt x="67818" y="35433"/>
                      </a:cubicBezTo>
                      <a:lnTo>
                        <a:pt x="67818" y="36671"/>
                      </a:lnTo>
                      <a:cubicBezTo>
                        <a:pt x="67818" y="36671"/>
                        <a:pt x="67151" y="36100"/>
                        <a:pt x="66865" y="36100"/>
                      </a:cubicBezTo>
                      <a:cubicBezTo>
                        <a:pt x="66103" y="36862"/>
                        <a:pt x="65723" y="37624"/>
                        <a:pt x="65723" y="38291"/>
                      </a:cubicBezTo>
                      <a:cubicBezTo>
                        <a:pt x="65723" y="39053"/>
                        <a:pt x="66580" y="40005"/>
                        <a:pt x="68294" y="41243"/>
                      </a:cubicBezTo>
                      <a:cubicBezTo>
                        <a:pt x="70009" y="42386"/>
                        <a:pt x="70961" y="43339"/>
                        <a:pt x="71247" y="44196"/>
                      </a:cubicBezTo>
                      <a:lnTo>
                        <a:pt x="71819" y="43625"/>
                      </a:lnTo>
                      <a:close/>
                      <a:moveTo>
                        <a:pt x="10001" y="63437"/>
                      </a:moveTo>
                      <a:lnTo>
                        <a:pt x="10858" y="62579"/>
                      </a:lnTo>
                      <a:lnTo>
                        <a:pt x="8668" y="63151"/>
                      </a:lnTo>
                      <a:lnTo>
                        <a:pt x="9906" y="63437"/>
                      </a:lnTo>
                      <a:close/>
                      <a:moveTo>
                        <a:pt x="10858" y="51340"/>
                      </a:moveTo>
                      <a:lnTo>
                        <a:pt x="13525" y="53150"/>
                      </a:lnTo>
                      <a:lnTo>
                        <a:pt x="13525" y="51721"/>
                      </a:lnTo>
                      <a:lnTo>
                        <a:pt x="13240" y="52292"/>
                      </a:lnTo>
                      <a:cubicBezTo>
                        <a:pt x="12668" y="52292"/>
                        <a:pt x="12287" y="52102"/>
                        <a:pt x="12192" y="51626"/>
                      </a:cubicBezTo>
                      <a:cubicBezTo>
                        <a:pt x="12002" y="51149"/>
                        <a:pt x="11906" y="50864"/>
                        <a:pt x="11811" y="50864"/>
                      </a:cubicBezTo>
                      <a:cubicBezTo>
                        <a:pt x="11621" y="50864"/>
                        <a:pt x="11335" y="51054"/>
                        <a:pt x="10954" y="51340"/>
                      </a:cubicBezTo>
                      <a:close/>
                      <a:moveTo>
                        <a:pt x="11240" y="70580"/>
                      </a:moveTo>
                      <a:cubicBezTo>
                        <a:pt x="11240" y="70580"/>
                        <a:pt x="12097" y="70390"/>
                        <a:pt x="13240" y="69723"/>
                      </a:cubicBezTo>
                      <a:cubicBezTo>
                        <a:pt x="13049" y="69628"/>
                        <a:pt x="12764" y="69628"/>
                        <a:pt x="12668" y="69628"/>
                      </a:cubicBezTo>
                      <a:cubicBezTo>
                        <a:pt x="12478" y="69628"/>
                        <a:pt x="12383" y="69818"/>
                        <a:pt x="12192" y="70199"/>
                      </a:cubicBezTo>
                      <a:cubicBezTo>
                        <a:pt x="12002" y="70580"/>
                        <a:pt x="11811" y="70771"/>
                        <a:pt x="11240" y="70580"/>
                      </a:cubicBezTo>
                      <a:close/>
                      <a:moveTo>
                        <a:pt x="16288" y="79343"/>
                      </a:moveTo>
                      <a:lnTo>
                        <a:pt x="16288" y="77915"/>
                      </a:lnTo>
                      <a:cubicBezTo>
                        <a:pt x="15526" y="77915"/>
                        <a:pt x="14669" y="78677"/>
                        <a:pt x="13811" y="80105"/>
                      </a:cubicBezTo>
                      <a:lnTo>
                        <a:pt x="13240" y="80963"/>
                      </a:lnTo>
                      <a:cubicBezTo>
                        <a:pt x="13240" y="80963"/>
                        <a:pt x="13525" y="80486"/>
                        <a:pt x="13811" y="80105"/>
                      </a:cubicBezTo>
                      <a:lnTo>
                        <a:pt x="14859" y="78772"/>
                      </a:lnTo>
                      <a:cubicBezTo>
                        <a:pt x="14859" y="78772"/>
                        <a:pt x="15621" y="79248"/>
                        <a:pt x="16383" y="79248"/>
                      </a:cubicBezTo>
                      <a:close/>
                      <a:moveTo>
                        <a:pt x="20193" y="85344"/>
                      </a:moveTo>
                      <a:lnTo>
                        <a:pt x="18479" y="86297"/>
                      </a:lnTo>
                      <a:lnTo>
                        <a:pt x="19717" y="86297"/>
                      </a:lnTo>
                      <a:lnTo>
                        <a:pt x="20193" y="85344"/>
                      </a:lnTo>
                      <a:close/>
                      <a:moveTo>
                        <a:pt x="20193" y="70104"/>
                      </a:moveTo>
                      <a:cubicBezTo>
                        <a:pt x="20193" y="70104"/>
                        <a:pt x="20098" y="70485"/>
                        <a:pt x="20098" y="70580"/>
                      </a:cubicBezTo>
                      <a:cubicBezTo>
                        <a:pt x="20098" y="70866"/>
                        <a:pt x="20574" y="70961"/>
                        <a:pt x="21431" y="70961"/>
                      </a:cubicBezTo>
                      <a:lnTo>
                        <a:pt x="20193" y="70009"/>
                      </a:lnTo>
                      <a:close/>
                      <a:moveTo>
                        <a:pt x="21812" y="64008"/>
                      </a:moveTo>
                      <a:cubicBezTo>
                        <a:pt x="21812" y="64008"/>
                        <a:pt x="22193" y="64008"/>
                        <a:pt x="22003" y="64008"/>
                      </a:cubicBezTo>
                      <a:lnTo>
                        <a:pt x="21812" y="64008"/>
                      </a:lnTo>
                      <a:close/>
                      <a:moveTo>
                        <a:pt x="23241" y="62198"/>
                      </a:moveTo>
                      <a:lnTo>
                        <a:pt x="23241" y="62198"/>
                      </a:lnTo>
                      <a:cubicBezTo>
                        <a:pt x="23241" y="62198"/>
                        <a:pt x="23241" y="62198"/>
                        <a:pt x="23241" y="62198"/>
                      </a:cubicBezTo>
                      <a:close/>
                      <a:moveTo>
                        <a:pt x="24194" y="62579"/>
                      </a:moveTo>
                      <a:lnTo>
                        <a:pt x="24194" y="63151"/>
                      </a:lnTo>
                      <a:cubicBezTo>
                        <a:pt x="24194" y="63151"/>
                        <a:pt x="24098" y="62960"/>
                        <a:pt x="23813" y="62675"/>
                      </a:cubicBezTo>
                      <a:cubicBezTo>
                        <a:pt x="23622" y="62389"/>
                        <a:pt x="23431" y="62294"/>
                        <a:pt x="23241" y="62198"/>
                      </a:cubicBezTo>
                      <a:lnTo>
                        <a:pt x="24194" y="60960"/>
                      </a:lnTo>
                      <a:cubicBezTo>
                        <a:pt x="24194" y="60960"/>
                        <a:pt x="24575" y="61627"/>
                        <a:pt x="24860" y="61627"/>
                      </a:cubicBezTo>
                      <a:cubicBezTo>
                        <a:pt x="24860" y="61627"/>
                        <a:pt x="24956" y="61627"/>
                        <a:pt x="25146" y="61532"/>
                      </a:cubicBezTo>
                      <a:cubicBezTo>
                        <a:pt x="25337" y="61532"/>
                        <a:pt x="25432" y="61436"/>
                        <a:pt x="25527" y="61436"/>
                      </a:cubicBezTo>
                      <a:cubicBezTo>
                        <a:pt x="25717" y="61436"/>
                        <a:pt x="25908" y="61722"/>
                        <a:pt x="25908" y="62294"/>
                      </a:cubicBezTo>
                      <a:lnTo>
                        <a:pt x="23717" y="62294"/>
                      </a:lnTo>
                      <a:lnTo>
                        <a:pt x="24289" y="62675"/>
                      </a:lnTo>
                      <a:close/>
                      <a:moveTo>
                        <a:pt x="25432" y="67533"/>
                      </a:moveTo>
                      <a:lnTo>
                        <a:pt x="25813" y="66104"/>
                      </a:lnTo>
                      <a:cubicBezTo>
                        <a:pt x="25813" y="66104"/>
                        <a:pt x="26384" y="66770"/>
                        <a:pt x="26384" y="67533"/>
                      </a:cubicBezTo>
                      <a:lnTo>
                        <a:pt x="25432" y="67533"/>
                      </a:lnTo>
                      <a:close/>
                      <a:moveTo>
                        <a:pt x="31147" y="50673"/>
                      </a:moveTo>
                      <a:cubicBezTo>
                        <a:pt x="31147" y="50673"/>
                        <a:pt x="31242" y="50959"/>
                        <a:pt x="31147" y="51054"/>
                      </a:cubicBezTo>
                      <a:lnTo>
                        <a:pt x="31147" y="50673"/>
                      </a:lnTo>
                      <a:close/>
                      <a:moveTo>
                        <a:pt x="35242" y="52197"/>
                      </a:moveTo>
                      <a:lnTo>
                        <a:pt x="33433" y="51245"/>
                      </a:lnTo>
                      <a:lnTo>
                        <a:pt x="35242" y="51626"/>
                      </a:lnTo>
                      <a:lnTo>
                        <a:pt x="35242" y="52197"/>
                      </a:lnTo>
                      <a:close/>
                      <a:moveTo>
                        <a:pt x="34576" y="48197"/>
                      </a:moveTo>
                      <a:lnTo>
                        <a:pt x="35528" y="50959"/>
                      </a:lnTo>
                      <a:cubicBezTo>
                        <a:pt x="34671" y="50483"/>
                        <a:pt x="34290" y="49816"/>
                        <a:pt x="34290" y="49054"/>
                      </a:cubicBezTo>
                      <a:cubicBezTo>
                        <a:pt x="34290" y="48673"/>
                        <a:pt x="34385" y="48387"/>
                        <a:pt x="34576" y="48197"/>
                      </a:cubicBezTo>
                      <a:close/>
                      <a:moveTo>
                        <a:pt x="38386" y="65246"/>
                      </a:moveTo>
                      <a:lnTo>
                        <a:pt x="39624" y="65723"/>
                      </a:lnTo>
                      <a:lnTo>
                        <a:pt x="38386" y="66104"/>
                      </a:lnTo>
                      <a:lnTo>
                        <a:pt x="38386" y="65246"/>
                      </a:lnTo>
                      <a:close/>
                      <a:moveTo>
                        <a:pt x="42196" y="85249"/>
                      </a:moveTo>
                      <a:lnTo>
                        <a:pt x="43148" y="81820"/>
                      </a:lnTo>
                      <a:cubicBezTo>
                        <a:pt x="42196" y="82582"/>
                        <a:pt x="41815" y="83344"/>
                        <a:pt x="41815" y="84106"/>
                      </a:cubicBezTo>
                      <a:cubicBezTo>
                        <a:pt x="41815" y="84487"/>
                        <a:pt x="41910" y="84868"/>
                        <a:pt x="42196" y="85249"/>
                      </a:cubicBezTo>
                      <a:close/>
                      <a:moveTo>
                        <a:pt x="44958" y="105823"/>
                      </a:moveTo>
                      <a:lnTo>
                        <a:pt x="44482" y="104394"/>
                      </a:lnTo>
                      <a:lnTo>
                        <a:pt x="45720" y="104394"/>
                      </a:lnTo>
                      <a:lnTo>
                        <a:pt x="45720" y="105442"/>
                      </a:lnTo>
                      <a:cubicBezTo>
                        <a:pt x="45720" y="105442"/>
                        <a:pt x="45244" y="105442"/>
                        <a:pt x="44863" y="105823"/>
                      </a:cubicBezTo>
                      <a:close/>
                      <a:moveTo>
                        <a:pt x="48577" y="87059"/>
                      </a:moveTo>
                      <a:lnTo>
                        <a:pt x="48577" y="86201"/>
                      </a:lnTo>
                      <a:cubicBezTo>
                        <a:pt x="47815" y="86201"/>
                        <a:pt x="47339" y="86297"/>
                        <a:pt x="47339" y="86487"/>
                      </a:cubicBezTo>
                      <a:lnTo>
                        <a:pt x="48577" y="87059"/>
                      </a:lnTo>
                      <a:close/>
                      <a:moveTo>
                        <a:pt x="54673" y="83153"/>
                      </a:moveTo>
                      <a:cubicBezTo>
                        <a:pt x="54673" y="83153"/>
                        <a:pt x="55055" y="82868"/>
                        <a:pt x="55245" y="82582"/>
                      </a:cubicBezTo>
                      <a:cubicBezTo>
                        <a:pt x="55531" y="82296"/>
                        <a:pt x="55721" y="82201"/>
                        <a:pt x="55912" y="82201"/>
                      </a:cubicBezTo>
                      <a:lnTo>
                        <a:pt x="53721" y="81915"/>
                      </a:lnTo>
                      <a:lnTo>
                        <a:pt x="54673" y="83153"/>
                      </a:lnTo>
                      <a:close/>
                      <a:moveTo>
                        <a:pt x="55531" y="76200"/>
                      </a:moveTo>
                      <a:cubicBezTo>
                        <a:pt x="56483" y="75343"/>
                        <a:pt x="57055" y="74962"/>
                        <a:pt x="57340" y="74962"/>
                      </a:cubicBezTo>
                      <a:lnTo>
                        <a:pt x="56769" y="74391"/>
                      </a:lnTo>
                      <a:lnTo>
                        <a:pt x="55435" y="76200"/>
                      </a:lnTo>
                      <a:close/>
                      <a:moveTo>
                        <a:pt x="56864" y="51340"/>
                      </a:moveTo>
                      <a:lnTo>
                        <a:pt x="58674" y="51340"/>
                      </a:lnTo>
                      <a:lnTo>
                        <a:pt x="57722" y="49530"/>
                      </a:lnTo>
                      <a:cubicBezTo>
                        <a:pt x="58102" y="50483"/>
                        <a:pt x="57722" y="51054"/>
                        <a:pt x="56769" y="51340"/>
                      </a:cubicBezTo>
                      <a:lnTo>
                        <a:pt x="55816" y="51340"/>
                      </a:lnTo>
                      <a:cubicBezTo>
                        <a:pt x="55816" y="51340"/>
                        <a:pt x="56483" y="51530"/>
                        <a:pt x="56769" y="51340"/>
                      </a:cubicBezTo>
                      <a:close/>
                      <a:moveTo>
                        <a:pt x="58674" y="64866"/>
                      </a:moveTo>
                      <a:cubicBezTo>
                        <a:pt x="58198" y="65151"/>
                        <a:pt x="57817" y="64961"/>
                        <a:pt x="57626" y="64484"/>
                      </a:cubicBezTo>
                      <a:cubicBezTo>
                        <a:pt x="57340" y="64008"/>
                        <a:pt x="57340" y="63532"/>
                        <a:pt x="57436" y="63151"/>
                      </a:cubicBezTo>
                      <a:lnTo>
                        <a:pt x="58674" y="64770"/>
                      </a:lnTo>
                      <a:close/>
                      <a:moveTo>
                        <a:pt x="60389" y="63246"/>
                      </a:moveTo>
                      <a:cubicBezTo>
                        <a:pt x="60389" y="63246"/>
                        <a:pt x="60007" y="63246"/>
                        <a:pt x="59817" y="63437"/>
                      </a:cubicBezTo>
                      <a:cubicBezTo>
                        <a:pt x="59531" y="63151"/>
                        <a:pt x="59341" y="62865"/>
                        <a:pt x="59150" y="62675"/>
                      </a:cubicBezTo>
                      <a:lnTo>
                        <a:pt x="59627" y="62294"/>
                      </a:lnTo>
                      <a:lnTo>
                        <a:pt x="57436" y="61913"/>
                      </a:lnTo>
                      <a:lnTo>
                        <a:pt x="60389" y="62294"/>
                      </a:lnTo>
                      <a:lnTo>
                        <a:pt x="60389" y="63246"/>
                      </a:lnTo>
                      <a:close/>
                      <a:moveTo>
                        <a:pt x="57722" y="60103"/>
                      </a:moveTo>
                      <a:lnTo>
                        <a:pt x="57722" y="57817"/>
                      </a:lnTo>
                      <a:cubicBezTo>
                        <a:pt x="58293" y="58484"/>
                        <a:pt x="58293" y="59150"/>
                        <a:pt x="57722" y="60103"/>
                      </a:cubicBezTo>
                      <a:close/>
                      <a:moveTo>
                        <a:pt x="59531" y="54769"/>
                      </a:moveTo>
                      <a:lnTo>
                        <a:pt x="59531" y="53912"/>
                      </a:lnTo>
                      <a:lnTo>
                        <a:pt x="58102" y="55341"/>
                      </a:lnTo>
                      <a:lnTo>
                        <a:pt x="59531" y="54674"/>
                      </a:lnTo>
                      <a:close/>
                      <a:moveTo>
                        <a:pt x="59531" y="63532"/>
                      </a:moveTo>
                      <a:cubicBezTo>
                        <a:pt x="59531" y="63532"/>
                        <a:pt x="59627" y="63532"/>
                        <a:pt x="59627" y="63437"/>
                      </a:cubicBezTo>
                      <a:lnTo>
                        <a:pt x="59627" y="63437"/>
                      </a:lnTo>
                      <a:cubicBezTo>
                        <a:pt x="59627" y="63437"/>
                        <a:pt x="59912" y="63818"/>
                        <a:pt x="59912" y="63913"/>
                      </a:cubicBezTo>
                      <a:cubicBezTo>
                        <a:pt x="59627" y="63722"/>
                        <a:pt x="59531" y="63627"/>
                        <a:pt x="59436" y="63532"/>
                      </a:cubicBezTo>
                      <a:close/>
                      <a:moveTo>
                        <a:pt x="59531" y="80201"/>
                      </a:moveTo>
                      <a:cubicBezTo>
                        <a:pt x="60293" y="80772"/>
                        <a:pt x="60769" y="81058"/>
                        <a:pt x="60960" y="81058"/>
                      </a:cubicBezTo>
                      <a:cubicBezTo>
                        <a:pt x="60198" y="80582"/>
                        <a:pt x="59912" y="79915"/>
                        <a:pt x="60103" y="79153"/>
                      </a:cubicBezTo>
                      <a:lnTo>
                        <a:pt x="60293" y="78867"/>
                      </a:lnTo>
                      <a:cubicBezTo>
                        <a:pt x="60293" y="78867"/>
                        <a:pt x="60103" y="79058"/>
                        <a:pt x="60103" y="79153"/>
                      </a:cubicBezTo>
                      <a:lnTo>
                        <a:pt x="59531" y="80201"/>
                      </a:lnTo>
                      <a:close/>
                      <a:moveTo>
                        <a:pt x="61246" y="37148"/>
                      </a:moveTo>
                      <a:lnTo>
                        <a:pt x="61246" y="35338"/>
                      </a:lnTo>
                      <a:lnTo>
                        <a:pt x="60865" y="35338"/>
                      </a:lnTo>
                      <a:lnTo>
                        <a:pt x="60865" y="37148"/>
                      </a:lnTo>
                      <a:lnTo>
                        <a:pt x="61246" y="37148"/>
                      </a:lnTo>
                      <a:close/>
                      <a:moveTo>
                        <a:pt x="64008" y="66294"/>
                      </a:moveTo>
                      <a:lnTo>
                        <a:pt x="64389" y="64961"/>
                      </a:lnTo>
                      <a:cubicBezTo>
                        <a:pt x="64389" y="64961"/>
                        <a:pt x="63913" y="65437"/>
                        <a:pt x="63151" y="65437"/>
                      </a:cubicBezTo>
                      <a:lnTo>
                        <a:pt x="62579" y="64484"/>
                      </a:lnTo>
                      <a:lnTo>
                        <a:pt x="60960" y="66770"/>
                      </a:lnTo>
                      <a:lnTo>
                        <a:pt x="61722" y="66770"/>
                      </a:lnTo>
                      <a:cubicBezTo>
                        <a:pt x="61722" y="66770"/>
                        <a:pt x="61436" y="66485"/>
                        <a:pt x="61246" y="66294"/>
                      </a:cubicBezTo>
                      <a:cubicBezTo>
                        <a:pt x="61436" y="65818"/>
                        <a:pt x="61722" y="65532"/>
                        <a:pt x="62103" y="65532"/>
                      </a:cubicBezTo>
                      <a:cubicBezTo>
                        <a:pt x="61913" y="65532"/>
                        <a:pt x="62484" y="65818"/>
                        <a:pt x="63913" y="66294"/>
                      </a:cubicBezTo>
                      <a:close/>
                      <a:moveTo>
                        <a:pt x="61817" y="79820"/>
                      </a:moveTo>
                      <a:lnTo>
                        <a:pt x="64389" y="80772"/>
                      </a:lnTo>
                      <a:lnTo>
                        <a:pt x="63436" y="79820"/>
                      </a:lnTo>
                      <a:lnTo>
                        <a:pt x="61817" y="79820"/>
                      </a:lnTo>
                      <a:close/>
                      <a:moveTo>
                        <a:pt x="65627" y="72485"/>
                      </a:moveTo>
                      <a:lnTo>
                        <a:pt x="65627" y="71152"/>
                      </a:lnTo>
                      <a:lnTo>
                        <a:pt x="64675" y="72962"/>
                      </a:lnTo>
                      <a:cubicBezTo>
                        <a:pt x="64675" y="72962"/>
                        <a:pt x="65341" y="72485"/>
                        <a:pt x="65627" y="72485"/>
                      </a:cubicBezTo>
                      <a:close/>
                      <a:moveTo>
                        <a:pt x="73152" y="84296"/>
                      </a:moveTo>
                      <a:cubicBezTo>
                        <a:pt x="73152" y="84963"/>
                        <a:pt x="73152" y="85820"/>
                        <a:pt x="73533" y="86773"/>
                      </a:cubicBezTo>
                      <a:lnTo>
                        <a:pt x="72866" y="86773"/>
                      </a:lnTo>
                      <a:cubicBezTo>
                        <a:pt x="72866" y="86773"/>
                        <a:pt x="72866" y="86392"/>
                        <a:pt x="72581" y="86201"/>
                      </a:cubicBezTo>
                      <a:cubicBezTo>
                        <a:pt x="72295" y="85820"/>
                        <a:pt x="72104" y="85725"/>
                        <a:pt x="72009" y="85535"/>
                      </a:cubicBezTo>
                      <a:lnTo>
                        <a:pt x="73247" y="84296"/>
                      </a:lnTo>
                      <a:close/>
                      <a:moveTo>
                        <a:pt x="78867" y="23717"/>
                      </a:moveTo>
                      <a:lnTo>
                        <a:pt x="80105" y="24098"/>
                      </a:lnTo>
                      <a:lnTo>
                        <a:pt x="77248" y="24098"/>
                      </a:lnTo>
                      <a:lnTo>
                        <a:pt x="78867" y="23717"/>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 name="Google Shape;1547;p99"/>
                <p:cNvSpPr/>
                <p:nvPr/>
              </p:nvSpPr>
              <p:spPr>
                <a:xfrm>
                  <a:off x="3362419" y="4415694"/>
                  <a:ext cx="20574" cy="91249"/>
                </a:xfrm>
                <a:custGeom>
                  <a:avLst/>
                  <a:gdLst/>
                  <a:ahLst/>
                  <a:cxnLst/>
                  <a:rect l="l" t="t" r="r" b="b"/>
                  <a:pathLst>
                    <a:path w="20574" h="91249" extrusionOk="0">
                      <a:moveTo>
                        <a:pt x="18955" y="79343"/>
                      </a:moveTo>
                      <a:cubicBezTo>
                        <a:pt x="19050" y="81439"/>
                        <a:pt x="18955" y="82868"/>
                        <a:pt x="18669" y="83344"/>
                      </a:cubicBezTo>
                      <a:cubicBezTo>
                        <a:pt x="19431" y="86487"/>
                        <a:pt x="19241" y="88773"/>
                        <a:pt x="18193" y="90202"/>
                      </a:cubicBezTo>
                      <a:cubicBezTo>
                        <a:pt x="17526" y="90583"/>
                        <a:pt x="16669" y="90773"/>
                        <a:pt x="15526" y="90773"/>
                      </a:cubicBezTo>
                      <a:lnTo>
                        <a:pt x="12192" y="90773"/>
                      </a:lnTo>
                      <a:cubicBezTo>
                        <a:pt x="12192" y="89630"/>
                        <a:pt x="12192" y="89059"/>
                        <a:pt x="11906" y="88963"/>
                      </a:cubicBezTo>
                      <a:cubicBezTo>
                        <a:pt x="11906" y="90488"/>
                        <a:pt x="11335" y="91250"/>
                        <a:pt x="10192" y="91250"/>
                      </a:cubicBezTo>
                      <a:cubicBezTo>
                        <a:pt x="9811" y="91250"/>
                        <a:pt x="9144" y="91250"/>
                        <a:pt x="8192" y="90964"/>
                      </a:cubicBezTo>
                      <a:cubicBezTo>
                        <a:pt x="7239" y="90678"/>
                        <a:pt x="6668" y="90583"/>
                        <a:pt x="6287" y="90583"/>
                      </a:cubicBezTo>
                      <a:cubicBezTo>
                        <a:pt x="5810" y="90583"/>
                        <a:pt x="5429" y="90583"/>
                        <a:pt x="5239" y="90869"/>
                      </a:cubicBezTo>
                      <a:cubicBezTo>
                        <a:pt x="4953" y="90583"/>
                        <a:pt x="4667" y="90392"/>
                        <a:pt x="4382" y="90392"/>
                      </a:cubicBezTo>
                      <a:cubicBezTo>
                        <a:pt x="4191" y="90392"/>
                        <a:pt x="3810" y="90392"/>
                        <a:pt x="3524" y="90583"/>
                      </a:cubicBezTo>
                      <a:cubicBezTo>
                        <a:pt x="3239" y="90678"/>
                        <a:pt x="2953" y="90773"/>
                        <a:pt x="2762" y="90773"/>
                      </a:cubicBezTo>
                      <a:cubicBezTo>
                        <a:pt x="2381" y="90773"/>
                        <a:pt x="2000" y="90583"/>
                        <a:pt x="1715" y="90297"/>
                      </a:cubicBezTo>
                      <a:cubicBezTo>
                        <a:pt x="953" y="86773"/>
                        <a:pt x="572" y="83058"/>
                        <a:pt x="572" y="79058"/>
                      </a:cubicBezTo>
                      <a:cubicBezTo>
                        <a:pt x="572" y="75914"/>
                        <a:pt x="953" y="70771"/>
                        <a:pt x="1715" y="63722"/>
                      </a:cubicBezTo>
                      <a:cubicBezTo>
                        <a:pt x="762" y="58484"/>
                        <a:pt x="572" y="49816"/>
                        <a:pt x="1143" y="37814"/>
                      </a:cubicBezTo>
                      <a:cubicBezTo>
                        <a:pt x="286" y="37052"/>
                        <a:pt x="0" y="36481"/>
                        <a:pt x="0" y="36004"/>
                      </a:cubicBezTo>
                      <a:cubicBezTo>
                        <a:pt x="0" y="35719"/>
                        <a:pt x="191" y="35433"/>
                        <a:pt x="476" y="35052"/>
                      </a:cubicBezTo>
                      <a:cubicBezTo>
                        <a:pt x="857" y="34576"/>
                        <a:pt x="1048" y="34290"/>
                        <a:pt x="1048" y="33909"/>
                      </a:cubicBezTo>
                      <a:cubicBezTo>
                        <a:pt x="1048" y="33433"/>
                        <a:pt x="857" y="32956"/>
                        <a:pt x="476" y="32195"/>
                      </a:cubicBezTo>
                      <a:cubicBezTo>
                        <a:pt x="953" y="31718"/>
                        <a:pt x="953" y="30289"/>
                        <a:pt x="476" y="28004"/>
                      </a:cubicBezTo>
                      <a:cubicBezTo>
                        <a:pt x="95" y="26098"/>
                        <a:pt x="667" y="24955"/>
                        <a:pt x="2191" y="24670"/>
                      </a:cubicBezTo>
                      <a:lnTo>
                        <a:pt x="476" y="21812"/>
                      </a:lnTo>
                      <a:cubicBezTo>
                        <a:pt x="1048" y="21431"/>
                        <a:pt x="1333" y="20764"/>
                        <a:pt x="1333" y="19907"/>
                      </a:cubicBezTo>
                      <a:cubicBezTo>
                        <a:pt x="1333" y="19336"/>
                        <a:pt x="1238" y="18288"/>
                        <a:pt x="762" y="16764"/>
                      </a:cubicBezTo>
                      <a:cubicBezTo>
                        <a:pt x="381" y="15240"/>
                        <a:pt x="191" y="14097"/>
                        <a:pt x="191" y="13335"/>
                      </a:cubicBezTo>
                      <a:cubicBezTo>
                        <a:pt x="191" y="12287"/>
                        <a:pt x="476" y="11430"/>
                        <a:pt x="1143" y="10763"/>
                      </a:cubicBezTo>
                      <a:cubicBezTo>
                        <a:pt x="857" y="8192"/>
                        <a:pt x="762" y="6763"/>
                        <a:pt x="762" y="6382"/>
                      </a:cubicBezTo>
                      <a:cubicBezTo>
                        <a:pt x="762" y="3429"/>
                        <a:pt x="1810" y="1524"/>
                        <a:pt x="4000" y="762"/>
                      </a:cubicBezTo>
                      <a:lnTo>
                        <a:pt x="6096" y="762"/>
                      </a:lnTo>
                      <a:cubicBezTo>
                        <a:pt x="6858" y="762"/>
                        <a:pt x="8001" y="667"/>
                        <a:pt x="9716" y="381"/>
                      </a:cubicBezTo>
                      <a:cubicBezTo>
                        <a:pt x="11430" y="190"/>
                        <a:pt x="12668" y="0"/>
                        <a:pt x="13525" y="0"/>
                      </a:cubicBezTo>
                      <a:cubicBezTo>
                        <a:pt x="15907" y="0"/>
                        <a:pt x="17621" y="953"/>
                        <a:pt x="18669" y="2762"/>
                      </a:cubicBezTo>
                      <a:cubicBezTo>
                        <a:pt x="18860" y="9430"/>
                        <a:pt x="18860" y="19431"/>
                        <a:pt x="18669" y="32671"/>
                      </a:cubicBezTo>
                      <a:cubicBezTo>
                        <a:pt x="18574" y="32671"/>
                        <a:pt x="18288" y="32671"/>
                        <a:pt x="17621" y="33052"/>
                      </a:cubicBezTo>
                      <a:cubicBezTo>
                        <a:pt x="17431" y="33623"/>
                        <a:pt x="17717" y="34100"/>
                        <a:pt x="18479" y="34480"/>
                      </a:cubicBezTo>
                      <a:cubicBezTo>
                        <a:pt x="19241" y="34957"/>
                        <a:pt x="19526" y="35338"/>
                        <a:pt x="19526" y="35528"/>
                      </a:cubicBezTo>
                      <a:cubicBezTo>
                        <a:pt x="19526" y="35814"/>
                        <a:pt x="19241" y="36195"/>
                        <a:pt x="18669" y="36481"/>
                      </a:cubicBezTo>
                      <a:lnTo>
                        <a:pt x="17621" y="37433"/>
                      </a:lnTo>
                      <a:cubicBezTo>
                        <a:pt x="18574" y="38671"/>
                        <a:pt x="18955" y="40100"/>
                        <a:pt x="18955" y="41720"/>
                      </a:cubicBezTo>
                      <a:cubicBezTo>
                        <a:pt x="18955" y="42481"/>
                        <a:pt x="18860" y="43720"/>
                        <a:pt x="18574" y="45339"/>
                      </a:cubicBezTo>
                      <a:cubicBezTo>
                        <a:pt x="18288" y="46958"/>
                        <a:pt x="18193" y="48101"/>
                        <a:pt x="18193" y="48959"/>
                      </a:cubicBezTo>
                      <a:cubicBezTo>
                        <a:pt x="18193" y="50006"/>
                        <a:pt x="18383" y="50959"/>
                        <a:pt x="18669" y="51911"/>
                      </a:cubicBezTo>
                      <a:cubicBezTo>
                        <a:pt x="18860" y="57436"/>
                        <a:pt x="18669" y="65342"/>
                        <a:pt x="18193" y="75629"/>
                      </a:cubicBezTo>
                      <a:cubicBezTo>
                        <a:pt x="18383" y="75914"/>
                        <a:pt x="18669" y="76010"/>
                        <a:pt x="19241" y="76010"/>
                      </a:cubicBezTo>
                      <a:lnTo>
                        <a:pt x="20574" y="76010"/>
                      </a:lnTo>
                      <a:cubicBezTo>
                        <a:pt x="19526" y="76581"/>
                        <a:pt x="19050" y="77724"/>
                        <a:pt x="19050" y="79534"/>
                      </a:cubicBezTo>
                      <a:close/>
                      <a:moveTo>
                        <a:pt x="3905" y="22479"/>
                      </a:moveTo>
                      <a:cubicBezTo>
                        <a:pt x="3905" y="22479"/>
                        <a:pt x="3620" y="22670"/>
                        <a:pt x="3620" y="22765"/>
                      </a:cubicBezTo>
                      <a:cubicBezTo>
                        <a:pt x="3620" y="23051"/>
                        <a:pt x="3810" y="23336"/>
                        <a:pt x="4191" y="23622"/>
                      </a:cubicBezTo>
                      <a:cubicBezTo>
                        <a:pt x="4572" y="23908"/>
                        <a:pt x="4953" y="23908"/>
                        <a:pt x="5239" y="23622"/>
                      </a:cubicBezTo>
                      <a:cubicBezTo>
                        <a:pt x="4858" y="23146"/>
                        <a:pt x="4477" y="22765"/>
                        <a:pt x="4000" y="22384"/>
                      </a:cubicBezTo>
                      <a:close/>
                      <a:moveTo>
                        <a:pt x="4286" y="20574"/>
                      </a:moveTo>
                      <a:lnTo>
                        <a:pt x="5525" y="18764"/>
                      </a:lnTo>
                      <a:lnTo>
                        <a:pt x="3905" y="19336"/>
                      </a:lnTo>
                      <a:cubicBezTo>
                        <a:pt x="3905" y="19336"/>
                        <a:pt x="4286" y="19812"/>
                        <a:pt x="4286" y="20574"/>
                      </a:cubicBezTo>
                      <a:close/>
                      <a:moveTo>
                        <a:pt x="3905" y="81153"/>
                      </a:moveTo>
                      <a:lnTo>
                        <a:pt x="5525" y="81153"/>
                      </a:lnTo>
                      <a:cubicBezTo>
                        <a:pt x="5525" y="81153"/>
                        <a:pt x="5144" y="80581"/>
                        <a:pt x="4667" y="80581"/>
                      </a:cubicBezTo>
                      <a:cubicBezTo>
                        <a:pt x="4286" y="80581"/>
                        <a:pt x="4000" y="80772"/>
                        <a:pt x="3905" y="81153"/>
                      </a:cubicBezTo>
                      <a:close/>
                      <a:moveTo>
                        <a:pt x="17336" y="35528"/>
                      </a:moveTo>
                      <a:cubicBezTo>
                        <a:pt x="16954" y="36195"/>
                        <a:pt x="17050" y="36576"/>
                        <a:pt x="17621" y="36767"/>
                      </a:cubicBezTo>
                      <a:cubicBezTo>
                        <a:pt x="18288" y="36290"/>
                        <a:pt x="18669" y="35814"/>
                        <a:pt x="18669" y="35433"/>
                      </a:cubicBezTo>
                      <a:cubicBezTo>
                        <a:pt x="18669" y="35147"/>
                        <a:pt x="18193" y="34671"/>
                        <a:pt x="17240" y="34100"/>
                      </a:cubicBezTo>
                      <a:cubicBezTo>
                        <a:pt x="16288" y="33528"/>
                        <a:pt x="15907" y="32956"/>
                        <a:pt x="16002" y="32480"/>
                      </a:cubicBezTo>
                      <a:lnTo>
                        <a:pt x="15431" y="32861"/>
                      </a:lnTo>
                      <a:lnTo>
                        <a:pt x="16383" y="33814"/>
                      </a:lnTo>
                      <a:lnTo>
                        <a:pt x="15431" y="34671"/>
                      </a:lnTo>
                      <a:cubicBezTo>
                        <a:pt x="15431" y="34671"/>
                        <a:pt x="14859" y="34004"/>
                        <a:pt x="14573" y="33338"/>
                      </a:cubicBezTo>
                      <a:cubicBezTo>
                        <a:pt x="14288" y="32671"/>
                        <a:pt x="13907" y="32385"/>
                        <a:pt x="13335" y="32385"/>
                      </a:cubicBezTo>
                      <a:cubicBezTo>
                        <a:pt x="13145" y="32385"/>
                        <a:pt x="12764" y="32385"/>
                        <a:pt x="12287" y="32576"/>
                      </a:cubicBezTo>
                      <a:lnTo>
                        <a:pt x="13811" y="34195"/>
                      </a:lnTo>
                      <a:cubicBezTo>
                        <a:pt x="13430" y="34766"/>
                        <a:pt x="12764" y="35147"/>
                        <a:pt x="11906" y="35338"/>
                      </a:cubicBezTo>
                      <a:cubicBezTo>
                        <a:pt x="10668" y="35719"/>
                        <a:pt x="10001" y="35909"/>
                        <a:pt x="9811" y="36004"/>
                      </a:cubicBezTo>
                      <a:cubicBezTo>
                        <a:pt x="12859" y="36862"/>
                        <a:pt x="14669" y="36481"/>
                        <a:pt x="15145" y="34766"/>
                      </a:cubicBezTo>
                      <a:cubicBezTo>
                        <a:pt x="15621" y="35719"/>
                        <a:pt x="15907" y="36100"/>
                        <a:pt x="16097" y="36004"/>
                      </a:cubicBezTo>
                      <a:cubicBezTo>
                        <a:pt x="16002" y="35719"/>
                        <a:pt x="16193" y="35243"/>
                        <a:pt x="16764" y="34766"/>
                      </a:cubicBezTo>
                      <a:cubicBezTo>
                        <a:pt x="17621" y="34766"/>
                        <a:pt x="17907" y="35052"/>
                        <a:pt x="17431" y="35719"/>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 name="Google Shape;1548;p99"/>
                <p:cNvSpPr/>
                <p:nvPr/>
              </p:nvSpPr>
              <p:spPr>
                <a:xfrm>
                  <a:off x="3390789" y="4406074"/>
                  <a:ext cx="70214" cy="109251"/>
                </a:xfrm>
                <a:custGeom>
                  <a:avLst/>
                  <a:gdLst/>
                  <a:ahLst/>
                  <a:cxnLst/>
                  <a:rect l="l" t="t" r="r" b="b"/>
                  <a:pathLst>
                    <a:path w="70214" h="109251" extrusionOk="0">
                      <a:moveTo>
                        <a:pt x="63642" y="32957"/>
                      </a:moveTo>
                      <a:cubicBezTo>
                        <a:pt x="65452" y="33909"/>
                        <a:pt x="66595" y="34290"/>
                        <a:pt x="66785" y="34290"/>
                      </a:cubicBezTo>
                      <a:cubicBezTo>
                        <a:pt x="65261" y="35909"/>
                        <a:pt x="64595" y="37148"/>
                        <a:pt x="64880" y="37910"/>
                      </a:cubicBezTo>
                      <a:cubicBezTo>
                        <a:pt x="64690" y="37910"/>
                        <a:pt x="64499" y="37814"/>
                        <a:pt x="64214" y="37814"/>
                      </a:cubicBezTo>
                      <a:cubicBezTo>
                        <a:pt x="63928" y="37814"/>
                        <a:pt x="63356" y="37910"/>
                        <a:pt x="62499" y="38291"/>
                      </a:cubicBezTo>
                      <a:cubicBezTo>
                        <a:pt x="61737" y="38576"/>
                        <a:pt x="61070" y="38767"/>
                        <a:pt x="60689" y="38767"/>
                      </a:cubicBezTo>
                      <a:cubicBezTo>
                        <a:pt x="59927" y="38767"/>
                        <a:pt x="59451" y="38291"/>
                        <a:pt x="59165" y="37433"/>
                      </a:cubicBezTo>
                      <a:cubicBezTo>
                        <a:pt x="59070" y="37719"/>
                        <a:pt x="58880" y="38386"/>
                        <a:pt x="58784" y="39624"/>
                      </a:cubicBezTo>
                      <a:cubicBezTo>
                        <a:pt x="58594" y="40386"/>
                        <a:pt x="58118" y="41053"/>
                        <a:pt x="57451" y="41434"/>
                      </a:cubicBezTo>
                      <a:lnTo>
                        <a:pt x="53831" y="41815"/>
                      </a:lnTo>
                      <a:lnTo>
                        <a:pt x="54403" y="42386"/>
                      </a:lnTo>
                      <a:cubicBezTo>
                        <a:pt x="52784" y="42863"/>
                        <a:pt x="51069" y="43148"/>
                        <a:pt x="48974" y="43148"/>
                      </a:cubicBezTo>
                      <a:lnTo>
                        <a:pt x="49450" y="42767"/>
                      </a:lnTo>
                      <a:cubicBezTo>
                        <a:pt x="49640" y="41910"/>
                        <a:pt x="49259" y="41434"/>
                        <a:pt x="48497" y="41434"/>
                      </a:cubicBezTo>
                      <a:cubicBezTo>
                        <a:pt x="47545" y="41434"/>
                        <a:pt x="46973" y="41148"/>
                        <a:pt x="46783" y="40862"/>
                      </a:cubicBezTo>
                      <a:lnTo>
                        <a:pt x="44878" y="40862"/>
                      </a:lnTo>
                      <a:cubicBezTo>
                        <a:pt x="45830" y="40577"/>
                        <a:pt x="46307" y="40100"/>
                        <a:pt x="46307" y="39529"/>
                      </a:cubicBezTo>
                      <a:cubicBezTo>
                        <a:pt x="46307" y="39338"/>
                        <a:pt x="46211" y="38958"/>
                        <a:pt x="45926" y="38386"/>
                      </a:cubicBezTo>
                      <a:cubicBezTo>
                        <a:pt x="45640" y="37814"/>
                        <a:pt x="45545" y="37433"/>
                        <a:pt x="45545" y="37148"/>
                      </a:cubicBezTo>
                      <a:cubicBezTo>
                        <a:pt x="45545" y="36957"/>
                        <a:pt x="45545" y="36767"/>
                        <a:pt x="45830" y="36576"/>
                      </a:cubicBezTo>
                      <a:lnTo>
                        <a:pt x="44021" y="35909"/>
                      </a:lnTo>
                      <a:cubicBezTo>
                        <a:pt x="44021" y="35909"/>
                        <a:pt x="44211" y="35147"/>
                        <a:pt x="44211" y="34766"/>
                      </a:cubicBezTo>
                      <a:cubicBezTo>
                        <a:pt x="44211" y="34004"/>
                        <a:pt x="43640" y="33242"/>
                        <a:pt x="42497" y="32480"/>
                      </a:cubicBezTo>
                      <a:cubicBezTo>
                        <a:pt x="41068" y="31528"/>
                        <a:pt x="40306" y="30956"/>
                        <a:pt x="40115" y="30575"/>
                      </a:cubicBezTo>
                      <a:cubicBezTo>
                        <a:pt x="39639" y="30861"/>
                        <a:pt x="39163" y="30956"/>
                        <a:pt x="38782" y="30956"/>
                      </a:cubicBezTo>
                      <a:cubicBezTo>
                        <a:pt x="38020" y="30956"/>
                        <a:pt x="37258" y="30480"/>
                        <a:pt x="36591" y="29433"/>
                      </a:cubicBezTo>
                      <a:cubicBezTo>
                        <a:pt x="35829" y="28385"/>
                        <a:pt x="35258" y="27908"/>
                        <a:pt x="34781" y="27908"/>
                      </a:cubicBezTo>
                      <a:cubicBezTo>
                        <a:pt x="34305" y="27908"/>
                        <a:pt x="33829" y="28194"/>
                        <a:pt x="33162" y="28766"/>
                      </a:cubicBezTo>
                      <a:lnTo>
                        <a:pt x="31638" y="27432"/>
                      </a:lnTo>
                      <a:cubicBezTo>
                        <a:pt x="30971" y="28194"/>
                        <a:pt x="29733" y="28956"/>
                        <a:pt x="28019" y="29718"/>
                      </a:cubicBezTo>
                      <a:cubicBezTo>
                        <a:pt x="26304" y="30480"/>
                        <a:pt x="25066" y="31433"/>
                        <a:pt x="24304" y="32671"/>
                      </a:cubicBezTo>
                      <a:cubicBezTo>
                        <a:pt x="24113" y="32290"/>
                        <a:pt x="23923" y="32195"/>
                        <a:pt x="23447" y="32195"/>
                      </a:cubicBezTo>
                      <a:lnTo>
                        <a:pt x="22399" y="32195"/>
                      </a:lnTo>
                      <a:cubicBezTo>
                        <a:pt x="21637" y="32957"/>
                        <a:pt x="20589" y="35719"/>
                        <a:pt x="19256" y="40386"/>
                      </a:cubicBezTo>
                      <a:cubicBezTo>
                        <a:pt x="18208" y="43910"/>
                        <a:pt x="16303" y="45625"/>
                        <a:pt x="13636" y="45625"/>
                      </a:cubicBezTo>
                      <a:cubicBezTo>
                        <a:pt x="13064" y="45625"/>
                        <a:pt x="12302" y="45625"/>
                        <a:pt x="11540" y="45339"/>
                      </a:cubicBezTo>
                      <a:cubicBezTo>
                        <a:pt x="12493" y="45529"/>
                        <a:pt x="13826" y="45816"/>
                        <a:pt x="15541" y="46196"/>
                      </a:cubicBezTo>
                      <a:lnTo>
                        <a:pt x="15446" y="46196"/>
                      </a:lnTo>
                      <a:cubicBezTo>
                        <a:pt x="15160" y="46958"/>
                        <a:pt x="14303" y="47435"/>
                        <a:pt x="12969" y="47530"/>
                      </a:cubicBezTo>
                      <a:lnTo>
                        <a:pt x="9731" y="47530"/>
                      </a:lnTo>
                      <a:cubicBezTo>
                        <a:pt x="9159" y="47530"/>
                        <a:pt x="8588" y="47720"/>
                        <a:pt x="8207" y="48006"/>
                      </a:cubicBezTo>
                      <a:cubicBezTo>
                        <a:pt x="8207" y="48387"/>
                        <a:pt x="8111" y="48768"/>
                        <a:pt x="8111" y="49054"/>
                      </a:cubicBezTo>
                      <a:cubicBezTo>
                        <a:pt x="8111" y="49911"/>
                        <a:pt x="8588" y="50292"/>
                        <a:pt x="9635" y="50292"/>
                      </a:cubicBezTo>
                      <a:cubicBezTo>
                        <a:pt x="9731" y="50292"/>
                        <a:pt x="10016" y="50292"/>
                        <a:pt x="10397" y="50197"/>
                      </a:cubicBezTo>
                      <a:lnTo>
                        <a:pt x="11255" y="50197"/>
                      </a:lnTo>
                      <a:cubicBezTo>
                        <a:pt x="12017" y="50197"/>
                        <a:pt x="12398" y="50292"/>
                        <a:pt x="12683" y="50673"/>
                      </a:cubicBezTo>
                      <a:lnTo>
                        <a:pt x="12683" y="49625"/>
                      </a:lnTo>
                      <a:lnTo>
                        <a:pt x="15446" y="52388"/>
                      </a:lnTo>
                      <a:lnTo>
                        <a:pt x="16112" y="50959"/>
                      </a:lnTo>
                      <a:lnTo>
                        <a:pt x="15731" y="50673"/>
                      </a:lnTo>
                      <a:lnTo>
                        <a:pt x="16112" y="50197"/>
                      </a:lnTo>
                      <a:lnTo>
                        <a:pt x="17160" y="52388"/>
                      </a:lnTo>
                      <a:cubicBezTo>
                        <a:pt x="18113" y="51245"/>
                        <a:pt x="17922" y="50197"/>
                        <a:pt x="16684" y="48768"/>
                      </a:cubicBezTo>
                      <a:cubicBezTo>
                        <a:pt x="17255" y="48768"/>
                        <a:pt x="17827" y="48863"/>
                        <a:pt x="18398" y="49340"/>
                      </a:cubicBezTo>
                      <a:cubicBezTo>
                        <a:pt x="17636" y="49816"/>
                        <a:pt x="17636" y="51340"/>
                        <a:pt x="18398" y="54102"/>
                      </a:cubicBezTo>
                      <a:lnTo>
                        <a:pt x="18113" y="70199"/>
                      </a:lnTo>
                      <a:cubicBezTo>
                        <a:pt x="18684" y="71152"/>
                        <a:pt x="19446" y="73057"/>
                        <a:pt x="20303" y="75819"/>
                      </a:cubicBezTo>
                      <a:cubicBezTo>
                        <a:pt x="23828" y="79153"/>
                        <a:pt x="29257" y="81629"/>
                        <a:pt x="36686" y="83344"/>
                      </a:cubicBezTo>
                      <a:cubicBezTo>
                        <a:pt x="37258" y="81725"/>
                        <a:pt x="38782" y="80867"/>
                        <a:pt x="41258" y="80582"/>
                      </a:cubicBezTo>
                      <a:cubicBezTo>
                        <a:pt x="43735" y="80201"/>
                        <a:pt x="45164" y="79248"/>
                        <a:pt x="45545" y="77629"/>
                      </a:cubicBezTo>
                      <a:cubicBezTo>
                        <a:pt x="46021" y="77438"/>
                        <a:pt x="46497" y="76962"/>
                        <a:pt x="47164" y="76391"/>
                      </a:cubicBezTo>
                      <a:lnTo>
                        <a:pt x="46211" y="74867"/>
                      </a:lnTo>
                      <a:cubicBezTo>
                        <a:pt x="46211" y="74867"/>
                        <a:pt x="46973" y="74486"/>
                        <a:pt x="48021" y="73628"/>
                      </a:cubicBezTo>
                      <a:cubicBezTo>
                        <a:pt x="47545" y="70961"/>
                        <a:pt x="46116" y="69628"/>
                        <a:pt x="43830" y="69628"/>
                      </a:cubicBezTo>
                      <a:cubicBezTo>
                        <a:pt x="43163" y="69628"/>
                        <a:pt x="42020" y="69723"/>
                        <a:pt x="40401" y="70104"/>
                      </a:cubicBezTo>
                      <a:cubicBezTo>
                        <a:pt x="38782" y="70390"/>
                        <a:pt x="37639" y="70580"/>
                        <a:pt x="36877" y="70580"/>
                      </a:cubicBezTo>
                      <a:cubicBezTo>
                        <a:pt x="36115" y="70580"/>
                        <a:pt x="35448" y="70390"/>
                        <a:pt x="34972" y="70104"/>
                      </a:cubicBezTo>
                      <a:lnTo>
                        <a:pt x="31448" y="70104"/>
                      </a:lnTo>
                      <a:cubicBezTo>
                        <a:pt x="31448" y="70104"/>
                        <a:pt x="31257" y="69533"/>
                        <a:pt x="30495" y="68866"/>
                      </a:cubicBezTo>
                      <a:cubicBezTo>
                        <a:pt x="30019" y="69437"/>
                        <a:pt x="29638" y="69628"/>
                        <a:pt x="29352" y="69628"/>
                      </a:cubicBezTo>
                      <a:cubicBezTo>
                        <a:pt x="29066" y="69628"/>
                        <a:pt x="28971" y="69533"/>
                        <a:pt x="28876" y="69152"/>
                      </a:cubicBezTo>
                      <a:cubicBezTo>
                        <a:pt x="28019" y="68580"/>
                        <a:pt x="27828" y="67533"/>
                        <a:pt x="28114" y="65913"/>
                      </a:cubicBezTo>
                      <a:cubicBezTo>
                        <a:pt x="28495" y="64389"/>
                        <a:pt x="28400" y="63246"/>
                        <a:pt x="27923" y="62579"/>
                      </a:cubicBezTo>
                      <a:cubicBezTo>
                        <a:pt x="27923" y="60198"/>
                        <a:pt x="27923" y="58769"/>
                        <a:pt x="27923" y="58484"/>
                      </a:cubicBezTo>
                      <a:cubicBezTo>
                        <a:pt x="28114" y="56769"/>
                        <a:pt x="28876" y="55626"/>
                        <a:pt x="30019" y="55054"/>
                      </a:cubicBezTo>
                      <a:cubicBezTo>
                        <a:pt x="32972" y="54197"/>
                        <a:pt x="36305" y="53816"/>
                        <a:pt x="40115" y="53816"/>
                      </a:cubicBezTo>
                      <a:cubicBezTo>
                        <a:pt x="41925" y="53816"/>
                        <a:pt x="44687" y="53912"/>
                        <a:pt x="48497" y="54102"/>
                      </a:cubicBezTo>
                      <a:cubicBezTo>
                        <a:pt x="52307" y="54388"/>
                        <a:pt x="55165" y="54483"/>
                        <a:pt x="57165" y="54483"/>
                      </a:cubicBezTo>
                      <a:cubicBezTo>
                        <a:pt x="58689" y="54483"/>
                        <a:pt x="60308" y="54483"/>
                        <a:pt x="61642" y="54388"/>
                      </a:cubicBezTo>
                      <a:lnTo>
                        <a:pt x="65738" y="54674"/>
                      </a:lnTo>
                      <a:lnTo>
                        <a:pt x="65738" y="78677"/>
                      </a:lnTo>
                      <a:cubicBezTo>
                        <a:pt x="64499" y="79724"/>
                        <a:pt x="63928" y="80582"/>
                        <a:pt x="63928" y="81153"/>
                      </a:cubicBezTo>
                      <a:cubicBezTo>
                        <a:pt x="63928" y="81534"/>
                        <a:pt x="64118" y="81820"/>
                        <a:pt x="64404" y="82106"/>
                      </a:cubicBezTo>
                      <a:cubicBezTo>
                        <a:pt x="63356" y="84201"/>
                        <a:pt x="61166" y="86773"/>
                        <a:pt x="57737" y="89821"/>
                      </a:cubicBezTo>
                      <a:cubicBezTo>
                        <a:pt x="54022" y="93154"/>
                        <a:pt x="51641" y="95536"/>
                        <a:pt x="50688" y="96965"/>
                      </a:cubicBezTo>
                      <a:cubicBezTo>
                        <a:pt x="50307" y="96774"/>
                        <a:pt x="50021" y="96584"/>
                        <a:pt x="49736" y="96584"/>
                      </a:cubicBezTo>
                      <a:cubicBezTo>
                        <a:pt x="49355" y="96584"/>
                        <a:pt x="48783" y="96965"/>
                        <a:pt x="47926" y="97631"/>
                      </a:cubicBezTo>
                      <a:cubicBezTo>
                        <a:pt x="47069" y="98298"/>
                        <a:pt x="46402" y="98584"/>
                        <a:pt x="45830" y="98584"/>
                      </a:cubicBezTo>
                      <a:cubicBezTo>
                        <a:pt x="41639" y="99917"/>
                        <a:pt x="38496" y="100489"/>
                        <a:pt x="36496" y="100489"/>
                      </a:cubicBezTo>
                      <a:cubicBezTo>
                        <a:pt x="35829" y="100489"/>
                        <a:pt x="35162" y="100489"/>
                        <a:pt x="34496" y="100489"/>
                      </a:cubicBezTo>
                      <a:cubicBezTo>
                        <a:pt x="34305" y="99917"/>
                        <a:pt x="34115" y="99632"/>
                        <a:pt x="33829" y="99632"/>
                      </a:cubicBezTo>
                      <a:cubicBezTo>
                        <a:pt x="33734" y="99632"/>
                        <a:pt x="33448" y="99822"/>
                        <a:pt x="32972" y="100108"/>
                      </a:cubicBezTo>
                      <a:cubicBezTo>
                        <a:pt x="32591" y="100394"/>
                        <a:pt x="32210" y="100584"/>
                        <a:pt x="31924" y="100584"/>
                      </a:cubicBezTo>
                      <a:lnTo>
                        <a:pt x="29828" y="100584"/>
                      </a:lnTo>
                      <a:cubicBezTo>
                        <a:pt x="29066" y="100584"/>
                        <a:pt x="27923" y="100203"/>
                        <a:pt x="26495" y="99727"/>
                      </a:cubicBezTo>
                      <a:cubicBezTo>
                        <a:pt x="25066" y="99155"/>
                        <a:pt x="24018" y="98870"/>
                        <a:pt x="23351" y="98870"/>
                      </a:cubicBezTo>
                      <a:cubicBezTo>
                        <a:pt x="22780" y="98870"/>
                        <a:pt x="22113" y="98870"/>
                        <a:pt x="21637" y="99251"/>
                      </a:cubicBezTo>
                      <a:cubicBezTo>
                        <a:pt x="21446" y="98108"/>
                        <a:pt x="20399" y="97441"/>
                        <a:pt x="18589" y="97250"/>
                      </a:cubicBezTo>
                      <a:cubicBezTo>
                        <a:pt x="16779" y="97060"/>
                        <a:pt x="15731" y="96298"/>
                        <a:pt x="15636" y="95250"/>
                      </a:cubicBezTo>
                      <a:cubicBezTo>
                        <a:pt x="14493" y="94107"/>
                        <a:pt x="13160" y="93726"/>
                        <a:pt x="11636" y="93917"/>
                      </a:cubicBezTo>
                      <a:cubicBezTo>
                        <a:pt x="11636" y="93726"/>
                        <a:pt x="11731" y="93536"/>
                        <a:pt x="11731" y="93345"/>
                      </a:cubicBezTo>
                      <a:cubicBezTo>
                        <a:pt x="11731" y="92774"/>
                        <a:pt x="11064" y="92012"/>
                        <a:pt x="9826" y="91059"/>
                      </a:cubicBezTo>
                      <a:cubicBezTo>
                        <a:pt x="8492" y="90107"/>
                        <a:pt x="7826" y="89249"/>
                        <a:pt x="7826" y="88487"/>
                      </a:cubicBezTo>
                      <a:cubicBezTo>
                        <a:pt x="7826" y="88106"/>
                        <a:pt x="7826" y="87725"/>
                        <a:pt x="8016" y="87344"/>
                      </a:cubicBezTo>
                      <a:cubicBezTo>
                        <a:pt x="4016" y="84773"/>
                        <a:pt x="1920" y="81248"/>
                        <a:pt x="1920" y="76867"/>
                      </a:cubicBezTo>
                      <a:cubicBezTo>
                        <a:pt x="1920" y="76010"/>
                        <a:pt x="2015" y="75152"/>
                        <a:pt x="2301" y="74295"/>
                      </a:cubicBezTo>
                      <a:cubicBezTo>
                        <a:pt x="2492" y="73438"/>
                        <a:pt x="2301" y="72485"/>
                        <a:pt x="1539" y="71533"/>
                      </a:cubicBezTo>
                      <a:cubicBezTo>
                        <a:pt x="587" y="70390"/>
                        <a:pt x="110" y="69628"/>
                        <a:pt x="15" y="69056"/>
                      </a:cubicBezTo>
                      <a:cubicBezTo>
                        <a:pt x="396" y="66389"/>
                        <a:pt x="491" y="61722"/>
                        <a:pt x="110" y="55245"/>
                      </a:cubicBezTo>
                      <a:cubicBezTo>
                        <a:pt x="-175" y="49340"/>
                        <a:pt x="110" y="44768"/>
                        <a:pt x="777" y="41624"/>
                      </a:cubicBezTo>
                      <a:cubicBezTo>
                        <a:pt x="1539" y="40672"/>
                        <a:pt x="2015" y="38195"/>
                        <a:pt x="2206" y="34290"/>
                      </a:cubicBezTo>
                      <a:cubicBezTo>
                        <a:pt x="2301" y="31052"/>
                        <a:pt x="3444" y="28861"/>
                        <a:pt x="5730" y="27718"/>
                      </a:cubicBezTo>
                      <a:cubicBezTo>
                        <a:pt x="6016" y="25813"/>
                        <a:pt x="7445" y="23717"/>
                        <a:pt x="9731" y="21527"/>
                      </a:cubicBezTo>
                      <a:cubicBezTo>
                        <a:pt x="10302" y="20955"/>
                        <a:pt x="12398" y="19145"/>
                        <a:pt x="16112" y="16002"/>
                      </a:cubicBezTo>
                      <a:cubicBezTo>
                        <a:pt x="16493" y="16288"/>
                        <a:pt x="16874" y="16383"/>
                        <a:pt x="17255" y="16383"/>
                      </a:cubicBezTo>
                      <a:cubicBezTo>
                        <a:pt x="17827" y="16383"/>
                        <a:pt x="18494" y="16002"/>
                        <a:pt x="19351" y="15145"/>
                      </a:cubicBezTo>
                      <a:cubicBezTo>
                        <a:pt x="20208" y="14192"/>
                        <a:pt x="20970" y="13811"/>
                        <a:pt x="21637" y="13811"/>
                      </a:cubicBezTo>
                      <a:cubicBezTo>
                        <a:pt x="21923" y="13811"/>
                        <a:pt x="22113" y="13811"/>
                        <a:pt x="22399" y="14002"/>
                      </a:cubicBezTo>
                      <a:cubicBezTo>
                        <a:pt x="22208" y="13240"/>
                        <a:pt x="22494" y="12764"/>
                        <a:pt x="23161" y="12668"/>
                      </a:cubicBezTo>
                      <a:cubicBezTo>
                        <a:pt x="23732" y="12478"/>
                        <a:pt x="24399" y="12383"/>
                        <a:pt x="24971" y="12192"/>
                      </a:cubicBezTo>
                      <a:lnTo>
                        <a:pt x="25923" y="13526"/>
                      </a:lnTo>
                      <a:cubicBezTo>
                        <a:pt x="27923" y="11621"/>
                        <a:pt x="30305" y="10668"/>
                        <a:pt x="32972" y="10668"/>
                      </a:cubicBezTo>
                      <a:cubicBezTo>
                        <a:pt x="35639" y="10668"/>
                        <a:pt x="37734" y="11811"/>
                        <a:pt x="39258" y="14097"/>
                      </a:cubicBezTo>
                      <a:lnTo>
                        <a:pt x="40115" y="12287"/>
                      </a:lnTo>
                      <a:cubicBezTo>
                        <a:pt x="41830" y="12668"/>
                        <a:pt x="43544" y="13049"/>
                        <a:pt x="45449" y="13621"/>
                      </a:cubicBezTo>
                      <a:cubicBezTo>
                        <a:pt x="47354" y="14002"/>
                        <a:pt x="48974" y="14764"/>
                        <a:pt x="50307" y="15716"/>
                      </a:cubicBezTo>
                      <a:cubicBezTo>
                        <a:pt x="50117" y="15907"/>
                        <a:pt x="49831" y="16002"/>
                        <a:pt x="49259" y="16193"/>
                      </a:cubicBezTo>
                      <a:cubicBezTo>
                        <a:pt x="48783" y="16288"/>
                        <a:pt x="48497" y="16574"/>
                        <a:pt x="48497" y="16954"/>
                      </a:cubicBezTo>
                      <a:lnTo>
                        <a:pt x="50307" y="16954"/>
                      </a:lnTo>
                      <a:cubicBezTo>
                        <a:pt x="51164" y="16954"/>
                        <a:pt x="51545" y="16478"/>
                        <a:pt x="51545" y="15716"/>
                      </a:cubicBezTo>
                      <a:lnTo>
                        <a:pt x="55546" y="17907"/>
                      </a:lnTo>
                      <a:cubicBezTo>
                        <a:pt x="55546" y="17907"/>
                        <a:pt x="55355" y="18479"/>
                        <a:pt x="55355" y="18764"/>
                      </a:cubicBezTo>
                      <a:cubicBezTo>
                        <a:pt x="55355" y="19431"/>
                        <a:pt x="55832" y="20098"/>
                        <a:pt x="56975" y="20765"/>
                      </a:cubicBezTo>
                      <a:cubicBezTo>
                        <a:pt x="58308" y="21717"/>
                        <a:pt x="59070" y="22193"/>
                        <a:pt x="59165" y="22193"/>
                      </a:cubicBezTo>
                      <a:cubicBezTo>
                        <a:pt x="58880" y="22384"/>
                        <a:pt x="58784" y="22765"/>
                        <a:pt x="58784" y="23432"/>
                      </a:cubicBezTo>
                      <a:lnTo>
                        <a:pt x="60499" y="24289"/>
                      </a:lnTo>
                      <a:cubicBezTo>
                        <a:pt x="60689" y="24860"/>
                        <a:pt x="60499" y="25527"/>
                        <a:pt x="59737" y="26289"/>
                      </a:cubicBezTo>
                      <a:cubicBezTo>
                        <a:pt x="58975" y="27146"/>
                        <a:pt x="58689" y="27623"/>
                        <a:pt x="58689" y="27813"/>
                      </a:cubicBezTo>
                      <a:cubicBezTo>
                        <a:pt x="58689" y="28099"/>
                        <a:pt x="59261" y="28289"/>
                        <a:pt x="60499" y="28385"/>
                      </a:cubicBezTo>
                      <a:lnTo>
                        <a:pt x="61070" y="26479"/>
                      </a:lnTo>
                      <a:cubicBezTo>
                        <a:pt x="61070" y="26479"/>
                        <a:pt x="61547" y="27242"/>
                        <a:pt x="62213" y="27242"/>
                      </a:cubicBezTo>
                      <a:cubicBezTo>
                        <a:pt x="62880" y="27242"/>
                        <a:pt x="63261" y="27623"/>
                        <a:pt x="63261" y="28385"/>
                      </a:cubicBezTo>
                      <a:lnTo>
                        <a:pt x="61070" y="29337"/>
                      </a:lnTo>
                      <a:cubicBezTo>
                        <a:pt x="61070" y="29337"/>
                        <a:pt x="62118" y="30004"/>
                        <a:pt x="63642" y="30004"/>
                      </a:cubicBezTo>
                      <a:lnTo>
                        <a:pt x="63928" y="29623"/>
                      </a:lnTo>
                      <a:cubicBezTo>
                        <a:pt x="63928" y="31623"/>
                        <a:pt x="63928" y="32766"/>
                        <a:pt x="63642" y="33052"/>
                      </a:cubicBezTo>
                      <a:close/>
                      <a:moveTo>
                        <a:pt x="15731" y="46101"/>
                      </a:moveTo>
                      <a:cubicBezTo>
                        <a:pt x="15731" y="46101"/>
                        <a:pt x="16303" y="46006"/>
                        <a:pt x="16398" y="46196"/>
                      </a:cubicBezTo>
                      <a:cubicBezTo>
                        <a:pt x="16208" y="46196"/>
                        <a:pt x="16017" y="46101"/>
                        <a:pt x="15731" y="46101"/>
                      </a:cubicBezTo>
                      <a:close/>
                      <a:moveTo>
                        <a:pt x="18303" y="46387"/>
                      </a:moveTo>
                      <a:cubicBezTo>
                        <a:pt x="18303" y="46387"/>
                        <a:pt x="17636" y="46958"/>
                        <a:pt x="17351" y="46958"/>
                      </a:cubicBezTo>
                      <a:cubicBezTo>
                        <a:pt x="17636" y="46958"/>
                        <a:pt x="17351" y="46673"/>
                        <a:pt x="16398" y="46196"/>
                      </a:cubicBezTo>
                      <a:cubicBezTo>
                        <a:pt x="16874" y="46196"/>
                        <a:pt x="17446" y="46196"/>
                        <a:pt x="18208" y="46387"/>
                      </a:cubicBezTo>
                      <a:close/>
                      <a:moveTo>
                        <a:pt x="35924" y="19050"/>
                      </a:moveTo>
                      <a:lnTo>
                        <a:pt x="37163" y="19050"/>
                      </a:lnTo>
                      <a:cubicBezTo>
                        <a:pt x="37163" y="19050"/>
                        <a:pt x="36686" y="18669"/>
                        <a:pt x="36496" y="18574"/>
                      </a:cubicBezTo>
                      <a:cubicBezTo>
                        <a:pt x="36210" y="18383"/>
                        <a:pt x="36210" y="18098"/>
                        <a:pt x="36210" y="17812"/>
                      </a:cubicBezTo>
                      <a:lnTo>
                        <a:pt x="35829" y="17812"/>
                      </a:lnTo>
                      <a:lnTo>
                        <a:pt x="35829" y="19145"/>
                      </a:lnTo>
                      <a:close/>
                      <a:moveTo>
                        <a:pt x="39925" y="23051"/>
                      </a:moveTo>
                      <a:lnTo>
                        <a:pt x="39925" y="21241"/>
                      </a:lnTo>
                      <a:lnTo>
                        <a:pt x="38972" y="21241"/>
                      </a:lnTo>
                      <a:lnTo>
                        <a:pt x="39925" y="23051"/>
                      </a:lnTo>
                      <a:close/>
                      <a:moveTo>
                        <a:pt x="43830" y="36481"/>
                      </a:moveTo>
                      <a:lnTo>
                        <a:pt x="44211" y="35719"/>
                      </a:lnTo>
                      <a:lnTo>
                        <a:pt x="44211" y="35909"/>
                      </a:lnTo>
                      <a:lnTo>
                        <a:pt x="43830" y="36576"/>
                      </a:lnTo>
                      <a:close/>
                      <a:moveTo>
                        <a:pt x="47831" y="6858"/>
                      </a:moveTo>
                      <a:lnTo>
                        <a:pt x="48688" y="7811"/>
                      </a:lnTo>
                      <a:lnTo>
                        <a:pt x="46021" y="6572"/>
                      </a:lnTo>
                      <a:lnTo>
                        <a:pt x="47831" y="6858"/>
                      </a:lnTo>
                      <a:close/>
                      <a:moveTo>
                        <a:pt x="50021" y="0"/>
                      </a:moveTo>
                      <a:lnTo>
                        <a:pt x="50879" y="0"/>
                      </a:lnTo>
                      <a:lnTo>
                        <a:pt x="49545" y="1238"/>
                      </a:lnTo>
                      <a:lnTo>
                        <a:pt x="50021" y="0"/>
                      </a:lnTo>
                      <a:close/>
                      <a:moveTo>
                        <a:pt x="51736" y="14002"/>
                      </a:moveTo>
                      <a:lnTo>
                        <a:pt x="50879" y="14002"/>
                      </a:lnTo>
                      <a:lnTo>
                        <a:pt x="53069" y="13049"/>
                      </a:lnTo>
                      <a:lnTo>
                        <a:pt x="51736" y="14002"/>
                      </a:lnTo>
                      <a:close/>
                      <a:moveTo>
                        <a:pt x="52593" y="31718"/>
                      </a:moveTo>
                      <a:lnTo>
                        <a:pt x="53546" y="31433"/>
                      </a:lnTo>
                      <a:cubicBezTo>
                        <a:pt x="53546" y="31433"/>
                        <a:pt x="52879" y="30861"/>
                        <a:pt x="52307" y="30861"/>
                      </a:cubicBezTo>
                      <a:lnTo>
                        <a:pt x="52593" y="31718"/>
                      </a:lnTo>
                      <a:close/>
                      <a:moveTo>
                        <a:pt x="57165" y="26099"/>
                      </a:moveTo>
                      <a:cubicBezTo>
                        <a:pt x="57165" y="26099"/>
                        <a:pt x="58118" y="26099"/>
                        <a:pt x="58689" y="25718"/>
                      </a:cubicBezTo>
                      <a:cubicBezTo>
                        <a:pt x="59261" y="25432"/>
                        <a:pt x="59451" y="25241"/>
                        <a:pt x="59261" y="25146"/>
                      </a:cubicBezTo>
                      <a:cubicBezTo>
                        <a:pt x="58880" y="25432"/>
                        <a:pt x="58213" y="25718"/>
                        <a:pt x="57260" y="26099"/>
                      </a:cubicBezTo>
                      <a:cubicBezTo>
                        <a:pt x="56879" y="26099"/>
                        <a:pt x="56498" y="25813"/>
                        <a:pt x="56117" y="25527"/>
                      </a:cubicBezTo>
                      <a:cubicBezTo>
                        <a:pt x="56498" y="25908"/>
                        <a:pt x="56879" y="26099"/>
                        <a:pt x="57260" y="26099"/>
                      </a:cubicBezTo>
                      <a:close/>
                      <a:moveTo>
                        <a:pt x="57451" y="29528"/>
                      </a:moveTo>
                      <a:lnTo>
                        <a:pt x="57451" y="28289"/>
                      </a:lnTo>
                      <a:lnTo>
                        <a:pt x="57070" y="27718"/>
                      </a:lnTo>
                      <a:lnTo>
                        <a:pt x="57451" y="29528"/>
                      </a:lnTo>
                      <a:close/>
                      <a:moveTo>
                        <a:pt x="58308" y="109252"/>
                      </a:moveTo>
                      <a:lnTo>
                        <a:pt x="57927" y="108014"/>
                      </a:lnTo>
                      <a:lnTo>
                        <a:pt x="58308" y="108014"/>
                      </a:lnTo>
                      <a:lnTo>
                        <a:pt x="58308" y="109252"/>
                      </a:lnTo>
                      <a:close/>
                      <a:moveTo>
                        <a:pt x="69357" y="32576"/>
                      </a:moveTo>
                      <a:lnTo>
                        <a:pt x="70214" y="33528"/>
                      </a:lnTo>
                      <a:lnTo>
                        <a:pt x="68024" y="32576"/>
                      </a:lnTo>
                      <a:lnTo>
                        <a:pt x="69357" y="32576"/>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49" name="Google Shape;1549;p99"/>
              <p:cNvGrpSpPr/>
              <p:nvPr/>
            </p:nvGrpSpPr>
            <p:grpSpPr>
              <a:xfrm>
                <a:off x="8582781" y="6998113"/>
                <a:ext cx="165829" cy="27431"/>
                <a:chOff x="3329463" y="4716208"/>
                <a:chExt cx="165829" cy="27431"/>
              </a:xfrm>
            </p:grpSpPr>
            <p:sp>
              <p:nvSpPr>
                <p:cNvPr id="1550" name="Google Shape;1550;p99"/>
                <p:cNvSpPr/>
                <p:nvPr/>
              </p:nvSpPr>
              <p:spPr>
                <a:xfrm>
                  <a:off x="3329463" y="4716364"/>
                  <a:ext cx="18192" cy="26513"/>
                </a:xfrm>
                <a:custGeom>
                  <a:avLst/>
                  <a:gdLst/>
                  <a:ahLst/>
                  <a:cxnLst/>
                  <a:rect l="l" t="t" r="r" b="b"/>
                  <a:pathLst>
                    <a:path w="18192" h="26513" extrusionOk="0">
                      <a:moveTo>
                        <a:pt x="18002" y="18132"/>
                      </a:moveTo>
                      <a:cubicBezTo>
                        <a:pt x="18002" y="18132"/>
                        <a:pt x="17812" y="18132"/>
                        <a:pt x="17812" y="18322"/>
                      </a:cubicBezTo>
                      <a:cubicBezTo>
                        <a:pt x="17812" y="18322"/>
                        <a:pt x="17907" y="18418"/>
                        <a:pt x="18002" y="18799"/>
                      </a:cubicBezTo>
                      <a:cubicBezTo>
                        <a:pt x="17812" y="19180"/>
                        <a:pt x="17717" y="19656"/>
                        <a:pt x="17717" y="20227"/>
                      </a:cubicBezTo>
                      <a:cubicBezTo>
                        <a:pt x="17717" y="20513"/>
                        <a:pt x="17717" y="21085"/>
                        <a:pt x="17812" y="21751"/>
                      </a:cubicBezTo>
                      <a:cubicBezTo>
                        <a:pt x="17907" y="22418"/>
                        <a:pt x="18002" y="22894"/>
                        <a:pt x="18002" y="23180"/>
                      </a:cubicBezTo>
                      <a:cubicBezTo>
                        <a:pt x="18002" y="24514"/>
                        <a:pt x="17240" y="25276"/>
                        <a:pt x="15716" y="25371"/>
                      </a:cubicBezTo>
                      <a:cubicBezTo>
                        <a:pt x="15526" y="25180"/>
                        <a:pt x="15335" y="25085"/>
                        <a:pt x="15145" y="25085"/>
                      </a:cubicBezTo>
                      <a:cubicBezTo>
                        <a:pt x="15145" y="25085"/>
                        <a:pt x="14859" y="25085"/>
                        <a:pt x="14668" y="25180"/>
                      </a:cubicBezTo>
                      <a:cubicBezTo>
                        <a:pt x="14478" y="25180"/>
                        <a:pt x="14383" y="25180"/>
                        <a:pt x="14288" y="25180"/>
                      </a:cubicBezTo>
                      <a:cubicBezTo>
                        <a:pt x="14097" y="25180"/>
                        <a:pt x="13906" y="25180"/>
                        <a:pt x="13906" y="24895"/>
                      </a:cubicBezTo>
                      <a:lnTo>
                        <a:pt x="13525" y="24895"/>
                      </a:lnTo>
                      <a:lnTo>
                        <a:pt x="13525" y="24704"/>
                      </a:lnTo>
                      <a:cubicBezTo>
                        <a:pt x="13525" y="24704"/>
                        <a:pt x="13049" y="24323"/>
                        <a:pt x="12668" y="23847"/>
                      </a:cubicBezTo>
                      <a:cubicBezTo>
                        <a:pt x="12383" y="23370"/>
                        <a:pt x="12001" y="23085"/>
                        <a:pt x="11716" y="22990"/>
                      </a:cubicBezTo>
                      <a:lnTo>
                        <a:pt x="11716" y="22704"/>
                      </a:lnTo>
                      <a:cubicBezTo>
                        <a:pt x="11716" y="22704"/>
                        <a:pt x="11716" y="22513"/>
                        <a:pt x="11716" y="22513"/>
                      </a:cubicBezTo>
                      <a:cubicBezTo>
                        <a:pt x="11716" y="22513"/>
                        <a:pt x="11716" y="22323"/>
                        <a:pt x="11906" y="22323"/>
                      </a:cubicBezTo>
                      <a:cubicBezTo>
                        <a:pt x="11525" y="22132"/>
                        <a:pt x="11239" y="21656"/>
                        <a:pt x="10858" y="20989"/>
                      </a:cubicBezTo>
                      <a:cubicBezTo>
                        <a:pt x="10477" y="20227"/>
                        <a:pt x="10192" y="19846"/>
                        <a:pt x="9906" y="19561"/>
                      </a:cubicBezTo>
                      <a:cubicBezTo>
                        <a:pt x="9811" y="18989"/>
                        <a:pt x="9525" y="18322"/>
                        <a:pt x="9049" y="17560"/>
                      </a:cubicBezTo>
                      <a:cubicBezTo>
                        <a:pt x="8287" y="16417"/>
                        <a:pt x="7906" y="15846"/>
                        <a:pt x="7906" y="15751"/>
                      </a:cubicBezTo>
                      <a:cubicBezTo>
                        <a:pt x="7906" y="15560"/>
                        <a:pt x="7906" y="15274"/>
                        <a:pt x="7620" y="14989"/>
                      </a:cubicBezTo>
                      <a:cubicBezTo>
                        <a:pt x="7429" y="14703"/>
                        <a:pt x="7239" y="14512"/>
                        <a:pt x="7239" y="14322"/>
                      </a:cubicBezTo>
                      <a:cubicBezTo>
                        <a:pt x="7239" y="14322"/>
                        <a:pt x="7334" y="14131"/>
                        <a:pt x="7334" y="14131"/>
                      </a:cubicBezTo>
                      <a:cubicBezTo>
                        <a:pt x="7239" y="14131"/>
                        <a:pt x="7144" y="14131"/>
                        <a:pt x="7048" y="14131"/>
                      </a:cubicBezTo>
                      <a:cubicBezTo>
                        <a:pt x="6667" y="14131"/>
                        <a:pt x="6477" y="13845"/>
                        <a:pt x="6287" y="13179"/>
                      </a:cubicBezTo>
                      <a:cubicBezTo>
                        <a:pt x="6096" y="12512"/>
                        <a:pt x="5715" y="12226"/>
                        <a:pt x="5334" y="12226"/>
                      </a:cubicBezTo>
                      <a:cubicBezTo>
                        <a:pt x="5334" y="12226"/>
                        <a:pt x="5143" y="12226"/>
                        <a:pt x="5048" y="12226"/>
                      </a:cubicBezTo>
                      <a:cubicBezTo>
                        <a:pt x="5143" y="12798"/>
                        <a:pt x="5239" y="13369"/>
                        <a:pt x="5239" y="14036"/>
                      </a:cubicBezTo>
                      <a:cubicBezTo>
                        <a:pt x="5239" y="14608"/>
                        <a:pt x="5143" y="15370"/>
                        <a:pt x="5048" y="16513"/>
                      </a:cubicBezTo>
                      <a:cubicBezTo>
                        <a:pt x="5048" y="17560"/>
                        <a:pt x="4953" y="18418"/>
                        <a:pt x="4953" y="18989"/>
                      </a:cubicBezTo>
                      <a:cubicBezTo>
                        <a:pt x="4953" y="20037"/>
                        <a:pt x="5048" y="20894"/>
                        <a:pt x="5334" y="21656"/>
                      </a:cubicBezTo>
                      <a:cubicBezTo>
                        <a:pt x="5048" y="21847"/>
                        <a:pt x="4953" y="22132"/>
                        <a:pt x="4953" y="22418"/>
                      </a:cubicBezTo>
                      <a:cubicBezTo>
                        <a:pt x="4953" y="22513"/>
                        <a:pt x="4953" y="22799"/>
                        <a:pt x="5048" y="23180"/>
                      </a:cubicBezTo>
                      <a:cubicBezTo>
                        <a:pt x="5143" y="23466"/>
                        <a:pt x="5143" y="23752"/>
                        <a:pt x="5143" y="23847"/>
                      </a:cubicBezTo>
                      <a:cubicBezTo>
                        <a:pt x="5143" y="24133"/>
                        <a:pt x="4953" y="24323"/>
                        <a:pt x="4667" y="24418"/>
                      </a:cubicBezTo>
                      <a:cubicBezTo>
                        <a:pt x="4667" y="24704"/>
                        <a:pt x="4667" y="24895"/>
                        <a:pt x="4381" y="24990"/>
                      </a:cubicBezTo>
                      <a:lnTo>
                        <a:pt x="1048" y="24799"/>
                      </a:lnTo>
                      <a:cubicBezTo>
                        <a:pt x="1048" y="24799"/>
                        <a:pt x="1048" y="24609"/>
                        <a:pt x="1048" y="24609"/>
                      </a:cubicBezTo>
                      <a:cubicBezTo>
                        <a:pt x="1048" y="24609"/>
                        <a:pt x="1048" y="24609"/>
                        <a:pt x="857" y="24609"/>
                      </a:cubicBezTo>
                      <a:cubicBezTo>
                        <a:pt x="857" y="24609"/>
                        <a:pt x="762" y="24799"/>
                        <a:pt x="667" y="24799"/>
                      </a:cubicBezTo>
                      <a:cubicBezTo>
                        <a:pt x="667" y="24799"/>
                        <a:pt x="571" y="24799"/>
                        <a:pt x="571" y="24609"/>
                      </a:cubicBezTo>
                      <a:cubicBezTo>
                        <a:pt x="286" y="24418"/>
                        <a:pt x="95" y="24133"/>
                        <a:pt x="95" y="23847"/>
                      </a:cubicBezTo>
                      <a:cubicBezTo>
                        <a:pt x="95" y="23752"/>
                        <a:pt x="95" y="23466"/>
                        <a:pt x="191" y="23085"/>
                      </a:cubicBezTo>
                      <a:cubicBezTo>
                        <a:pt x="286" y="22704"/>
                        <a:pt x="381" y="22418"/>
                        <a:pt x="381" y="22228"/>
                      </a:cubicBezTo>
                      <a:cubicBezTo>
                        <a:pt x="381" y="22037"/>
                        <a:pt x="381" y="21847"/>
                        <a:pt x="286" y="21656"/>
                      </a:cubicBezTo>
                      <a:cubicBezTo>
                        <a:pt x="191" y="21180"/>
                        <a:pt x="191" y="20227"/>
                        <a:pt x="191" y="18799"/>
                      </a:cubicBezTo>
                      <a:cubicBezTo>
                        <a:pt x="191" y="17656"/>
                        <a:pt x="191" y="16703"/>
                        <a:pt x="0" y="16036"/>
                      </a:cubicBezTo>
                      <a:cubicBezTo>
                        <a:pt x="95" y="15846"/>
                        <a:pt x="191" y="15465"/>
                        <a:pt x="191" y="15179"/>
                      </a:cubicBezTo>
                      <a:cubicBezTo>
                        <a:pt x="191" y="15084"/>
                        <a:pt x="191" y="14798"/>
                        <a:pt x="191" y="14512"/>
                      </a:cubicBezTo>
                      <a:cubicBezTo>
                        <a:pt x="191" y="14131"/>
                        <a:pt x="191" y="14036"/>
                        <a:pt x="191" y="13845"/>
                      </a:cubicBezTo>
                      <a:cubicBezTo>
                        <a:pt x="191" y="13369"/>
                        <a:pt x="191" y="12988"/>
                        <a:pt x="571" y="12798"/>
                      </a:cubicBezTo>
                      <a:cubicBezTo>
                        <a:pt x="286" y="11655"/>
                        <a:pt x="95" y="10321"/>
                        <a:pt x="191" y="8702"/>
                      </a:cubicBezTo>
                      <a:lnTo>
                        <a:pt x="286" y="8702"/>
                      </a:lnTo>
                      <a:cubicBezTo>
                        <a:pt x="286" y="8702"/>
                        <a:pt x="286" y="8416"/>
                        <a:pt x="286" y="8131"/>
                      </a:cubicBezTo>
                      <a:cubicBezTo>
                        <a:pt x="286" y="7940"/>
                        <a:pt x="286" y="7654"/>
                        <a:pt x="286" y="7178"/>
                      </a:cubicBezTo>
                      <a:cubicBezTo>
                        <a:pt x="286" y="6702"/>
                        <a:pt x="381" y="6321"/>
                        <a:pt x="381" y="6226"/>
                      </a:cubicBezTo>
                      <a:cubicBezTo>
                        <a:pt x="381" y="5749"/>
                        <a:pt x="286" y="5368"/>
                        <a:pt x="95" y="5083"/>
                      </a:cubicBezTo>
                      <a:cubicBezTo>
                        <a:pt x="381" y="5083"/>
                        <a:pt x="571" y="4987"/>
                        <a:pt x="857" y="4797"/>
                      </a:cubicBezTo>
                      <a:cubicBezTo>
                        <a:pt x="857" y="4797"/>
                        <a:pt x="1048" y="4797"/>
                        <a:pt x="1143" y="4797"/>
                      </a:cubicBezTo>
                      <a:cubicBezTo>
                        <a:pt x="1333" y="4797"/>
                        <a:pt x="1524" y="4797"/>
                        <a:pt x="1524" y="4892"/>
                      </a:cubicBezTo>
                      <a:lnTo>
                        <a:pt x="1810" y="4511"/>
                      </a:lnTo>
                      <a:cubicBezTo>
                        <a:pt x="1810" y="4511"/>
                        <a:pt x="1810" y="4797"/>
                        <a:pt x="1810" y="4987"/>
                      </a:cubicBezTo>
                      <a:cubicBezTo>
                        <a:pt x="2000" y="5083"/>
                        <a:pt x="2096" y="5178"/>
                        <a:pt x="2286" y="5083"/>
                      </a:cubicBezTo>
                      <a:cubicBezTo>
                        <a:pt x="2476" y="4892"/>
                        <a:pt x="2572" y="4702"/>
                        <a:pt x="2572" y="4606"/>
                      </a:cubicBezTo>
                      <a:cubicBezTo>
                        <a:pt x="2572" y="4320"/>
                        <a:pt x="2286" y="4035"/>
                        <a:pt x="1619" y="3749"/>
                      </a:cubicBezTo>
                      <a:cubicBezTo>
                        <a:pt x="952" y="3559"/>
                        <a:pt x="667" y="3368"/>
                        <a:pt x="571" y="3273"/>
                      </a:cubicBezTo>
                      <a:cubicBezTo>
                        <a:pt x="571" y="3273"/>
                        <a:pt x="667" y="3273"/>
                        <a:pt x="857" y="3273"/>
                      </a:cubicBezTo>
                      <a:cubicBezTo>
                        <a:pt x="1048" y="3273"/>
                        <a:pt x="1429" y="3082"/>
                        <a:pt x="2191" y="2701"/>
                      </a:cubicBezTo>
                      <a:cubicBezTo>
                        <a:pt x="2191" y="2606"/>
                        <a:pt x="2000" y="2511"/>
                        <a:pt x="1905" y="2511"/>
                      </a:cubicBezTo>
                      <a:lnTo>
                        <a:pt x="1714" y="2511"/>
                      </a:lnTo>
                      <a:cubicBezTo>
                        <a:pt x="1714" y="2511"/>
                        <a:pt x="1524" y="2701"/>
                        <a:pt x="1429" y="2701"/>
                      </a:cubicBezTo>
                      <a:cubicBezTo>
                        <a:pt x="1429" y="2701"/>
                        <a:pt x="1524" y="2511"/>
                        <a:pt x="1524" y="2320"/>
                      </a:cubicBezTo>
                      <a:cubicBezTo>
                        <a:pt x="952" y="1939"/>
                        <a:pt x="476" y="1939"/>
                        <a:pt x="191" y="1939"/>
                      </a:cubicBezTo>
                      <a:lnTo>
                        <a:pt x="191" y="511"/>
                      </a:lnTo>
                      <a:lnTo>
                        <a:pt x="5620" y="320"/>
                      </a:lnTo>
                      <a:cubicBezTo>
                        <a:pt x="5905" y="892"/>
                        <a:pt x="6191" y="1463"/>
                        <a:pt x="6477" y="1939"/>
                      </a:cubicBezTo>
                      <a:cubicBezTo>
                        <a:pt x="6763" y="2511"/>
                        <a:pt x="6858" y="3082"/>
                        <a:pt x="6763" y="3749"/>
                      </a:cubicBezTo>
                      <a:cubicBezTo>
                        <a:pt x="6858" y="3559"/>
                        <a:pt x="7048" y="3559"/>
                        <a:pt x="7144" y="3559"/>
                      </a:cubicBezTo>
                      <a:cubicBezTo>
                        <a:pt x="7239" y="3559"/>
                        <a:pt x="7334" y="3559"/>
                        <a:pt x="7429" y="3844"/>
                      </a:cubicBezTo>
                      <a:cubicBezTo>
                        <a:pt x="7429" y="4130"/>
                        <a:pt x="7620" y="4225"/>
                        <a:pt x="7715" y="4320"/>
                      </a:cubicBezTo>
                      <a:cubicBezTo>
                        <a:pt x="7715" y="4416"/>
                        <a:pt x="7715" y="4606"/>
                        <a:pt x="7715" y="4702"/>
                      </a:cubicBezTo>
                      <a:cubicBezTo>
                        <a:pt x="7715" y="4987"/>
                        <a:pt x="7906" y="5273"/>
                        <a:pt x="8287" y="5654"/>
                      </a:cubicBezTo>
                      <a:cubicBezTo>
                        <a:pt x="8668" y="6035"/>
                        <a:pt x="8858" y="6416"/>
                        <a:pt x="8858" y="6702"/>
                      </a:cubicBezTo>
                      <a:cubicBezTo>
                        <a:pt x="8954" y="6892"/>
                        <a:pt x="9334" y="7654"/>
                        <a:pt x="10096" y="8988"/>
                      </a:cubicBezTo>
                      <a:cubicBezTo>
                        <a:pt x="10096" y="9559"/>
                        <a:pt x="10192" y="9940"/>
                        <a:pt x="10382" y="10036"/>
                      </a:cubicBezTo>
                      <a:cubicBezTo>
                        <a:pt x="10382" y="10036"/>
                        <a:pt x="10573" y="10036"/>
                        <a:pt x="10573" y="10036"/>
                      </a:cubicBezTo>
                      <a:cubicBezTo>
                        <a:pt x="10668" y="10036"/>
                        <a:pt x="10763" y="10036"/>
                        <a:pt x="10763" y="10226"/>
                      </a:cubicBezTo>
                      <a:cubicBezTo>
                        <a:pt x="10763" y="10417"/>
                        <a:pt x="10763" y="10512"/>
                        <a:pt x="10763" y="10607"/>
                      </a:cubicBezTo>
                      <a:cubicBezTo>
                        <a:pt x="10858" y="10798"/>
                        <a:pt x="11144" y="11083"/>
                        <a:pt x="11430" y="11560"/>
                      </a:cubicBezTo>
                      <a:cubicBezTo>
                        <a:pt x="11716" y="11941"/>
                        <a:pt x="12001" y="12226"/>
                        <a:pt x="12383" y="12226"/>
                      </a:cubicBezTo>
                      <a:cubicBezTo>
                        <a:pt x="12383" y="12226"/>
                        <a:pt x="12383" y="12512"/>
                        <a:pt x="12668" y="12703"/>
                      </a:cubicBezTo>
                      <a:lnTo>
                        <a:pt x="13049" y="12226"/>
                      </a:lnTo>
                      <a:lnTo>
                        <a:pt x="13049" y="7845"/>
                      </a:lnTo>
                      <a:cubicBezTo>
                        <a:pt x="13049" y="7845"/>
                        <a:pt x="13144" y="7654"/>
                        <a:pt x="13144" y="7559"/>
                      </a:cubicBezTo>
                      <a:cubicBezTo>
                        <a:pt x="13144" y="7464"/>
                        <a:pt x="13144" y="7273"/>
                        <a:pt x="12954" y="7178"/>
                      </a:cubicBezTo>
                      <a:cubicBezTo>
                        <a:pt x="12763" y="6988"/>
                        <a:pt x="12763" y="6892"/>
                        <a:pt x="12763" y="6702"/>
                      </a:cubicBezTo>
                      <a:cubicBezTo>
                        <a:pt x="12763" y="6607"/>
                        <a:pt x="12859" y="6416"/>
                        <a:pt x="13049" y="6321"/>
                      </a:cubicBezTo>
                      <a:cubicBezTo>
                        <a:pt x="12859" y="5845"/>
                        <a:pt x="12859" y="5464"/>
                        <a:pt x="12859" y="4892"/>
                      </a:cubicBezTo>
                      <a:cubicBezTo>
                        <a:pt x="12859" y="4511"/>
                        <a:pt x="12859" y="3940"/>
                        <a:pt x="13049" y="3273"/>
                      </a:cubicBezTo>
                      <a:cubicBezTo>
                        <a:pt x="13049" y="2606"/>
                        <a:pt x="13144" y="2130"/>
                        <a:pt x="13144" y="1749"/>
                      </a:cubicBezTo>
                      <a:cubicBezTo>
                        <a:pt x="13144" y="1558"/>
                        <a:pt x="13144" y="1273"/>
                        <a:pt x="13144" y="987"/>
                      </a:cubicBezTo>
                      <a:cubicBezTo>
                        <a:pt x="13430" y="987"/>
                        <a:pt x="13621" y="796"/>
                        <a:pt x="13811" y="415"/>
                      </a:cubicBezTo>
                      <a:cubicBezTo>
                        <a:pt x="14002" y="34"/>
                        <a:pt x="14288" y="-61"/>
                        <a:pt x="14573" y="34"/>
                      </a:cubicBezTo>
                      <a:lnTo>
                        <a:pt x="15145" y="34"/>
                      </a:lnTo>
                      <a:cubicBezTo>
                        <a:pt x="15145" y="34"/>
                        <a:pt x="15621" y="34"/>
                        <a:pt x="16002" y="34"/>
                      </a:cubicBezTo>
                      <a:cubicBezTo>
                        <a:pt x="16383" y="34"/>
                        <a:pt x="16669" y="34"/>
                        <a:pt x="16859" y="34"/>
                      </a:cubicBezTo>
                      <a:cubicBezTo>
                        <a:pt x="17335" y="34"/>
                        <a:pt x="17621" y="130"/>
                        <a:pt x="17907" y="415"/>
                      </a:cubicBezTo>
                      <a:cubicBezTo>
                        <a:pt x="18002" y="1844"/>
                        <a:pt x="18097" y="3463"/>
                        <a:pt x="18097" y="5464"/>
                      </a:cubicBezTo>
                      <a:cubicBezTo>
                        <a:pt x="18097" y="6321"/>
                        <a:pt x="18097" y="7559"/>
                        <a:pt x="18097" y="9274"/>
                      </a:cubicBezTo>
                      <a:cubicBezTo>
                        <a:pt x="18097" y="10988"/>
                        <a:pt x="18097" y="12322"/>
                        <a:pt x="18097" y="13084"/>
                      </a:cubicBezTo>
                      <a:cubicBezTo>
                        <a:pt x="18097" y="14798"/>
                        <a:pt x="18097" y="16322"/>
                        <a:pt x="18193" y="17560"/>
                      </a:cubicBezTo>
                      <a:close/>
                      <a:moveTo>
                        <a:pt x="191" y="4225"/>
                      </a:moveTo>
                      <a:lnTo>
                        <a:pt x="571" y="4511"/>
                      </a:lnTo>
                      <a:lnTo>
                        <a:pt x="571" y="4892"/>
                      </a:lnTo>
                      <a:lnTo>
                        <a:pt x="191" y="4225"/>
                      </a:lnTo>
                      <a:close/>
                      <a:moveTo>
                        <a:pt x="857" y="4892"/>
                      </a:moveTo>
                      <a:cubicBezTo>
                        <a:pt x="857" y="4892"/>
                        <a:pt x="857" y="5083"/>
                        <a:pt x="857" y="5178"/>
                      </a:cubicBezTo>
                      <a:cubicBezTo>
                        <a:pt x="857" y="5178"/>
                        <a:pt x="857" y="4987"/>
                        <a:pt x="857" y="4892"/>
                      </a:cubicBezTo>
                      <a:close/>
                      <a:moveTo>
                        <a:pt x="1333" y="4511"/>
                      </a:moveTo>
                      <a:lnTo>
                        <a:pt x="1333" y="4892"/>
                      </a:lnTo>
                      <a:lnTo>
                        <a:pt x="952" y="4416"/>
                      </a:lnTo>
                      <a:lnTo>
                        <a:pt x="1333" y="4416"/>
                      </a:lnTo>
                      <a:close/>
                      <a:moveTo>
                        <a:pt x="1143" y="3273"/>
                      </a:moveTo>
                      <a:cubicBezTo>
                        <a:pt x="1143" y="3273"/>
                        <a:pt x="1524" y="3273"/>
                        <a:pt x="1524" y="3368"/>
                      </a:cubicBezTo>
                      <a:lnTo>
                        <a:pt x="1143" y="3368"/>
                      </a:lnTo>
                      <a:close/>
                      <a:moveTo>
                        <a:pt x="2762" y="3273"/>
                      </a:moveTo>
                      <a:lnTo>
                        <a:pt x="2667" y="3273"/>
                      </a:lnTo>
                      <a:lnTo>
                        <a:pt x="2381" y="2797"/>
                      </a:lnTo>
                      <a:cubicBezTo>
                        <a:pt x="2381" y="2797"/>
                        <a:pt x="2096" y="2606"/>
                        <a:pt x="1905" y="2606"/>
                      </a:cubicBezTo>
                      <a:cubicBezTo>
                        <a:pt x="1905" y="2606"/>
                        <a:pt x="2191" y="2892"/>
                        <a:pt x="2572" y="3178"/>
                      </a:cubicBezTo>
                      <a:lnTo>
                        <a:pt x="2667" y="3178"/>
                      </a:lnTo>
                      <a:close/>
                      <a:moveTo>
                        <a:pt x="3143" y="5083"/>
                      </a:moveTo>
                      <a:lnTo>
                        <a:pt x="3619" y="5083"/>
                      </a:lnTo>
                      <a:cubicBezTo>
                        <a:pt x="3619" y="5083"/>
                        <a:pt x="3334" y="5083"/>
                        <a:pt x="3143" y="5083"/>
                      </a:cubicBezTo>
                      <a:lnTo>
                        <a:pt x="2858" y="5083"/>
                      </a:lnTo>
                      <a:lnTo>
                        <a:pt x="2858" y="5273"/>
                      </a:lnTo>
                      <a:cubicBezTo>
                        <a:pt x="2858" y="5273"/>
                        <a:pt x="2953" y="5368"/>
                        <a:pt x="3048" y="5464"/>
                      </a:cubicBezTo>
                      <a:lnTo>
                        <a:pt x="3048" y="5273"/>
                      </a:lnTo>
                      <a:cubicBezTo>
                        <a:pt x="3048" y="5273"/>
                        <a:pt x="3048" y="5083"/>
                        <a:pt x="3143" y="5083"/>
                      </a:cubicBezTo>
                      <a:close/>
                      <a:moveTo>
                        <a:pt x="3619" y="19561"/>
                      </a:moveTo>
                      <a:lnTo>
                        <a:pt x="3619" y="18703"/>
                      </a:lnTo>
                      <a:lnTo>
                        <a:pt x="3524" y="18703"/>
                      </a:lnTo>
                      <a:lnTo>
                        <a:pt x="3524" y="19561"/>
                      </a:lnTo>
                      <a:lnTo>
                        <a:pt x="3619" y="19561"/>
                      </a:lnTo>
                      <a:close/>
                      <a:moveTo>
                        <a:pt x="4191" y="5464"/>
                      </a:moveTo>
                      <a:cubicBezTo>
                        <a:pt x="4191" y="5464"/>
                        <a:pt x="4286" y="5464"/>
                        <a:pt x="4381" y="5464"/>
                      </a:cubicBezTo>
                      <a:lnTo>
                        <a:pt x="4191" y="5464"/>
                      </a:lnTo>
                      <a:cubicBezTo>
                        <a:pt x="4191" y="5464"/>
                        <a:pt x="4191" y="5083"/>
                        <a:pt x="4000" y="4797"/>
                      </a:cubicBezTo>
                      <a:cubicBezTo>
                        <a:pt x="3905" y="4797"/>
                        <a:pt x="3905" y="4987"/>
                        <a:pt x="3905" y="5083"/>
                      </a:cubicBezTo>
                      <a:cubicBezTo>
                        <a:pt x="3905" y="5083"/>
                        <a:pt x="3905" y="5273"/>
                        <a:pt x="4191" y="5464"/>
                      </a:cubicBezTo>
                      <a:close/>
                      <a:moveTo>
                        <a:pt x="4191" y="6321"/>
                      </a:moveTo>
                      <a:lnTo>
                        <a:pt x="4763" y="6321"/>
                      </a:lnTo>
                      <a:lnTo>
                        <a:pt x="4381" y="5940"/>
                      </a:lnTo>
                      <a:lnTo>
                        <a:pt x="4191" y="6321"/>
                      </a:lnTo>
                      <a:close/>
                      <a:moveTo>
                        <a:pt x="10096" y="25180"/>
                      </a:moveTo>
                      <a:cubicBezTo>
                        <a:pt x="10096" y="25180"/>
                        <a:pt x="10477" y="25180"/>
                        <a:pt x="10573" y="25276"/>
                      </a:cubicBezTo>
                      <a:lnTo>
                        <a:pt x="10192" y="25466"/>
                      </a:lnTo>
                      <a:lnTo>
                        <a:pt x="10192" y="25085"/>
                      </a:lnTo>
                      <a:close/>
                      <a:moveTo>
                        <a:pt x="12573" y="26514"/>
                      </a:moveTo>
                      <a:lnTo>
                        <a:pt x="12573" y="26038"/>
                      </a:lnTo>
                      <a:lnTo>
                        <a:pt x="12668" y="26038"/>
                      </a:lnTo>
                      <a:cubicBezTo>
                        <a:pt x="12668" y="26038"/>
                        <a:pt x="12668" y="26323"/>
                        <a:pt x="12573" y="26514"/>
                      </a:cubicBezTo>
                      <a:close/>
                      <a:moveTo>
                        <a:pt x="13811" y="21466"/>
                      </a:moveTo>
                      <a:cubicBezTo>
                        <a:pt x="13811" y="21466"/>
                        <a:pt x="13430" y="21751"/>
                        <a:pt x="13430" y="21847"/>
                      </a:cubicBezTo>
                      <a:cubicBezTo>
                        <a:pt x="13430" y="21847"/>
                        <a:pt x="13525" y="22037"/>
                        <a:pt x="13621" y="22228"/>
                      </a:cubicBezTo>
                      <a:cubicBezTo>
                        <a:pt x="13716" y="22323"/>
                        <a:pt x="13811" y="22418"/>
                        <a:pt x="13811" y="22609"/>
                      </a:cubicBezTo>
                      <a:lnTo>
                        <a:pt x="13811" y="22609"/>
                      </a:lnTo>
                      <a:lnTo>
                        <a:pt x="13811" y="22609"/>
                      </a:lnTo>
                      <a:cubicBezTo>
                        <a:pt x="13811" y="22609"/>
                        <a:pt x="13811" y="22418"/>
                        <a:pt x="14002" y="22323"/>
                      </a:cubicBezTo>
                      <a:cubicBezTo>
                        <a:pt x="14002" y="22132"/>
                        <a:pt x="14002" y="22037"/>
                        <a:pt x="14002" y="21942"/>
                      </a:cubicBezTo>
                      <a:cubicBezTo>
                        <a:pt x="14002" y="21847"/>
                        <a:pt x="14002" y="21656"/>
                        <a:pt x="13716" y="21466"/>
                      </a:cubicBezTo>
                      <a:close/>
                      <a:moveTo>
                        <a:pt x="13811" y="24133"/>
                      </a:moveTo>
                      <a:cubicBezTo>
                        <a:pt x="13811" y="24133"/>
                        <a:pt x="14097" y="23847"/>
                        <a:pt x="14097" y="23752"/>
                      </a:cubicBezTo>
                      <a:cubicBezTo>
                        <a:pt x="14097" y="23561"/>
                        <a:pt x="14002" y="23466"/>
                        <a:pt x="13811" y="23561"/>
                      </a:cubicBezTo>
                      <a:cubicBezTo>
                        <a:pt x="13716" y="23656"/>
                        <a:pt x="13621" y="23847"/>
                        <a:pt x="13716" y="23942"/>
                      </a:cubicBezTo>
                      <a:cubicBezTo>
                        <a:pt x="13811" y="24133"/>
                        <a:pt x="13811" y="24228"/>
                        <a:pt x="13811" y="24228"/>
                      </a:cubicBezTo>
                      <a:lnTo>
                        <a:pt x="13811" y="24228"/>
                      </a:lnTo>
                      <a:cubicBezTo>
                        <a:pt x="13811" y="24228"/>
                        <a:pt x="14002" y="24514"/>
                        <a:pt x="14002" y="24609"/>
                      </a:cubicBezTo>
                      <a:cubicBezTo>
                        <a:pt x="14002" y="24609"/>
                        <a:pt x="14002" y="24514"/>
                        <a:pt x="14002" y="24418"/>
                      </a:cubicBezTo>
                      <a:cubicBezTo>
                        <a:pt x="14002" y="24323"/>
                        <a:pt x="13811" y="24228"/>
                        <a:pt x="13811" y="24228"/>
                      </a:cubicBezTo>
                      <a:close/>
                      <a:moveTo>
                        <a:pt x="16478" y="8416"/>
                      </a:moveTo>
                      <a:lnTo>
                        <a:pt x="17145" y="8797"/>
                      </a:lnTo>
                      <a:lnTo>
                        <a:pt x="16764" y="8416"/>
                      </a:lnTo>
                      <a:lnTo>
                        <a:pt x="16954" y="8131"/>
                      </a:lnTo>
                      <a:lnTo>
                        <a:pt x="15716" y="7654"/>
                      </a:lnTo>
                      <a:cubicBezTo>
                        <a:pt x="15716" y="7654"/>
                        <a:pt x="16002" y="7750"/>
                        <a:pt x="16002" y="7845"/>
                      </a:cubicBezTo>
                      <a:cubicBezTo>
                        <a:pt x="16002" y="7940"/>
                        <a:pt x="16002" y="8035"/>
                        <a:pt x="15716" y="8131"/>
                      </a:cubicBezTo>
                      <a:cubicBezTo>
                        <a:pt x="15716" y="8035"/>
                        <a:pt x="15526" y="7940"/>
                        <a:pt x="15526" y="7940"/>
                      </a:cubicBezTo>
                      <a:cubicBezTo>
                        <a:pt x="15526" y="7940"/>
                        <a:pt x="15335" y="7940"/>
                        <a:pt x="15240" y="8035"/>
                      </a:cubicBezTo>
                      <a:cubicBezTo>
                        <a:pt x="15145" y="8035"/>
                        <a:pt x="15050" y="8035"/>
                        <a:pt x="14954" y="8035"/>
                      </a:cubicBezTo>
                      <a:cubicBezTo>
                        <a:pt x="14954" y="8035"/>
                        <a:pt x="14764" y="8035"/>
                        <a:pt x="14764" y="8035"/>
                      </a:cubicBezTo>
                      <a:lnTo>
                        <a:pt x="14383" y="8035"/>
                      </a:lnTo>
                      <a:cubicBezTo>
                        <a:pt x="14383" y="8035"/>
                        <a:pt x="14764" y="8226"/>
                        <a:pt x="14954" y="8416"/>
                      </a:cubicBezTo>
                      <a:cubicBezTo>
                        <a:pt x="15050" y="8607"/>
                        <a:pt x="15145" y="8797"/>
                        <a:pt x="15145" y="8988"/>
                      </a:cubicBezTo>
                      <a:lnTo>
                        <a:pt x="15145" y="8988"/>
                      </a:lnTo>
                      <a:cubicBezTo>
                        <a:pt x="15145" y="8988"/>
                        <a:pt x="15335" y="8893"/>
                        <a:pt x="15430" y="8988"/>
                      </a:cubicBezTo>
                      <a:cubicBezTo>
                        <a:pt x="15430" y="9083"/>
                        <a:pt x="15621" y="9178"/>
                        <a:pt x="15621" y="9178"/>
                      </a:cubicBezTo>
                      <a:lnTo>
                        <a:pt x="15621" y="8702"/>
                      </a:lnTo>
                      <a:cubicBezTo>
                        <a:pt x="15621" y="8702"/>
                        <a:pt x="15621" y="8416"/>
                        <a:pt x="15812" y="8321"/>
                      </a:cubicBezTo>
                      <a:cubicBezTo>
                        <a:pt x="16002" y="8511"/>
                        <a:pt x="16097" y="8511"/>
                        <a:pt x="16097" y="8511"/>
                      </a:cubicBezTo>
                      <a:cubicBezTo>
                        <a:pt x="16097" y="8226"/>
                        <a:pt x="16097" y="8131"/>
                        <a:pt x="16288" y="8131"/>
                      </a:cubicBezTo>
                      <a:cubicBezTo>
                        <a:pt x="16288" y="8131"/>
                        <a:pt x="16573" y="8131"/>
                        <a:pt x="16764" y="8321"/>
                      </a:cubicBezTo>
                      <a:cubicBezTo>
                        <a:pt x="16764" y="8321"/>
                        <a:pt x="16764" y="8511"/>
                        <a:pt x="16669" y="8511"/>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 name="Google Shape;1551;p99"/>
                <p:cNvSpPr/>
                <p:nvPr/>
              </p:nvSpPr>
              <p:spPr>
                <a:xfrm>
                  <a:off x="3350132" y="4716970"/>
                  <a:ext cx="19716" cy="24860"/>
                </a:xfrm>
                <a:custGeom>
                  <a:avLst/>
                  <a:gdLst/>
                  <a:ahLst/>
                  <a:cxnLst/>
                  <a:rect l="l" t="t" r="r" b="b"/>
                  <a:pathLst>
                    <a:path w="19716" h="24860" extrusionOk="0">
                      <a:moveTo>
                        <a:pt x="17335" y="19812"/>
                      </a:moveTo>
                      <a:cubicBezTo>
                        <a:pt x="17335" y="19812"/>
                        <a:pt x="18002" y="20479"/>
                        <a:pt x="18097" y="21050"/>
                      </a:cubicBezTo>
                      <a:cubicBezTo>
                        <a:pt x="18097" y="21622"/>
                        <a:pt x="18097" y="22193"/>
                        <a:pt x="18097" y="22670"/>
                      </a:cubicBezTo>
                      <a:cubicBezTo>
                        <a:pt x="18097" y="22955"/>
                        <a:pt x="18097" y="23241"/>
                        <a:pt x="18288" y="23431"/>
                      </a:cubicBezTo>
                      <a:cubicBezTo>
                        <a:pt x="17717" y="24384"/>
                        <a:pt x="16669" y="24860"/>
                        <a:pt x="15240" y="24860"/>
                      </a:cubicBezTo>
                      <a:cubicBezTo>
                        <a:pt x="14859" y="24860"/>
                        <a:pt x="14192" y="24765"/>
                        <a:pt x="13335" y="24670"/>
                      </a:cubicBezTo>
                      <a:cubicBezTo>
                        <a:pt x="12478" y="24574"/>
                        <a:pt x="11811" y="24574"/>
                        <a:pt x="11430" y="24574"/>
                      </a:cubicBezTo>
                      <a:cubicBezTo>
                        <a:pt x="11049" y="24574"/>
                        <a:pt x="10573" y="24574"/>
                        <a:pt x="10287" y="24670"/>
                      </a:cubicBezTo>
                      <a:lnTo>
                        <a:pt x="3048" y="24670"/>
                      </a:lnTo>
                      <a:lnTo>
                        <a:pt x="3048" y="24479"/>
                      </a:lnTo>
                      <a:cubicBezTo>
                        <a:pt x="3048" y="24479"/>
                        <a:pt x="2381" y="24384"/>
                        <a:pt x="1714" y="24479"/>
                      </a:cubicBezTo>
                      <a:cubicBezTo>
                        <a:pt x="1048" y="24574"/>
                        <a:pt x="571" y="24479"/>
                        <a:pt x="286" y="24289"/>
                      </a:cubicBezTo>
                      <a:cubicBezTo>
                        <a:pt x="286" y="21431"/>
                        <a:pt x="381" y="18574"/>
                        <a:pt x="381" y="15716"/>
                      </a:cubicBezTo>
                      <a:cubicBezTo>
                        <a:pt x="381" y="12859"/>
                        <a:pt x="381" y="9906"/>
                        <a:pt x="286" y="7048"/>
                      </a:cubicBezTo>
                      <a:cubicBezTo>
                        <a:pt x="381" y="7048"/>
                        <a:pt x="476" y="7144"/>
                        <a:pt x="571" y="7048"/>
                      </a:cubicBezTo>
                      <a:lnTo>
                        <a:pt x="571" y="7048"/>
                      </a:lnTo>
                      <a:cubicBezTo>
                        <a:pt x="571" y="7048"/>
                        <a:pt x="571" y="6763"/>
                        <a:pt x="476" y="6668"/>
                      </a:cubicBezTo>
                      <a:cubicBezTo>
                        <a:pt x="381" y="6668"/>
                        <a:pt x="286" y="6668"/>
                        <a:pt x="286" y="6668"/>
                      </a:cubicBezTo>
                      <a:cubicBezTo>
                        <a:pt x="286" y="6668"/>
                        <a:pt x="286" y="6668"/>
                        <a:pt x="381" y="6477"/>
                      </a:cubicBezTo>
                      <a:cubicBezTo>
                        <a:pt x="381" y="6572"/>
                        <a:pt x="381" y="6763"/>
                        <a:pt x="476" y="6763"/>
                      </a:cubicBezTo>
                      <a:cubicBezTo>
                        <a:pt x="667" y="6763"/>
                        <a:pt x="762" y="6668"/>
                        <a:pt x="667" y="6382"/>
                      </a:cubicBezTo>
                      <a:cubicBezTo>
                        <a:pt x="667" y="6191"/>
                        <a:pt x="667" y="6001"/>
                        <a:pt x="667" y="6001"/>
                      </a:cubicBezTo>
                      <a:lnTo>
                        <a:pt x="667" y="6001"/>
                      </a:lnTo>
                      <a:cubicBezTo>
                        <a:pt x="667" y="6001"/>
                        <a:pt x="667" y="6287"/>
                        <a:pt x="857" y="6382"/>
                      </a:cubicBezTo>
                      <a:cubicBezTo>
                        <a:pt x="953" y="6382"/>
                        <a:pt x="1048" y="6477"/>
                        <a:pt x="1048" y="6572"/>
                      </a:cubicBezTo>
                      <a:lnTo>
                        <a:pt x="1524" y="6572"/>
                      </a:lnTo>
                      <a:lnTo>
                        <a:pt x="1048" y="6096"/>
                      </a:lnTo>
                      <a:lnTo>
                        <a:pt x="1524" y="5905"/>
                      </a:lnTo>
                      <a:lnTo>
                        <a:pt x="1143" y="5524"/>
                      </a:lnTo>
                      <a:cubicBezTo>
                        <a:pt x="1143" y="5524"/>
                        <a:pt x="762" y="5334"/>
                        <a:pt x="762" y="5334"/>
                      </a:cubicBezTo>
                      <a:cubicBezTo>
                        <a:pt x="667" y="5334"/>
                        <a:pt x="476" y="5334"/>
                        <a:pt x="476" y="5524"/>
                      </a:cubicBezTo>
                      <a:cubicBezTo>
                        <a:pt x="286" y="5429"/>
                        <a:pt x="191" y="5334"/>
                        <a:pt x="191" y="5334"/>
                      </a:cubicBezTo>
                      <a:cubicBezTo>
                        <a:pt x="191" y="5239"/>
                        <a:pt x="286" y="5239"/>
                        <a:pt x="476" y="5048"/>
                      </a:cubicBezTo>
                      <a:cubicBezTo>
                        <a:pt x="667" y="4953"/>
                        <a:pt x="762" y="4763"/>
                        <a:pt x="667" y="4763"/>
                      </a:cubicBezTo>
                      <a:lnTo>
                        <a:pt x="953" y="4953"/>
                      </a:lnTo>
                      <a:lnTo>
                        <a:pt x="1143" y="4763"/>
                      </a:lnTo>
                      <a:cubicBezTo>
                        <a:pt x="1143" y="4763"/>
                        <a:pt x="1238" y="4763"/>
                        <a:pt x="1333" y="4763"/>
                      </a:cubicBezTo>
                      <a:cubicBezTo>
                        <a:pt x="1429" y="4763"/>
                        <a:pt x="1619" y="4763"/>
                        <a:pt x="1905" y="4667"/>
                      </a:cubicBezTo>
                      <a:cubicBezTo>
                        <a:pt x="2096" y="4477"/>
                        <a:pt x="2286" y="4477"/>
                        <a:pt x="2381" y="4477"/>
                      </a:cubicBezTo>
                      <a:cubicBezTo>
                        <a:pt x="2476" y="4477"/>
                        <a:pt x="2572" y="4477"/>
                        <a:pt x="2667" y="4667"/>
                      </a:cubicBezTo>
                      <a:lnTo>
                        <a:pt x="2858" y="4667"/>
                      </a:lnTo>
                      <a:cubicBezTo>
                        <a:pt x="2858" y="4667"/>
                        <a:pt x="2762" y="4191"/>
                        <a:pt x="2476" y="4191"/>
                      </a:cubicBezTo>
                      <a:cubicBezTo>
                        <a:pt x="2286" y="4191"/>
                        <a:pt x="2096" y="4001"/>
                        <a:pt x="2096" y="4001"/>
                      </a:cubicBezTo>
                      <a:cubicBezTo>
                        <a:pt x="1714" y="4001"/>
                        <a:pt x="1333" y="4001"/>
                        <a:pt x="857" y="4001"/>
                      </a:cubicBezTo>
                      <a:cubicBezTo>
                        <a:pt x="857" y="4001"/>
                        <a:pt x="857" y="4096"/>
                        <a:pt x="762" y="4096"/>
                      </a:cubicBezTo>
                      <a:cubicBezTo>
                        <a:pt x="762" y="4096"/>
                        <a:pt x="667" y="4001"/>
                        <a:pt x="571" y="4001"/>
                      </a:cubicBezTo>
                      <a:cubicBezTo>
                        <a:pt x="571" y="4001"/>
                        <a:pt x="571" y="4001"/>
                        <a:pt x="381" y="4001"/>
                      </a:cubicBezTo>
                      <a:lnTo>
                        <a:pt x="95" y="3048"/>
                      </a:lnTo>
                      <a:cubicBezTo>
                        <a:pt x="95" y="3048"/>
                        <a:pt x="476" y="3048"/>
                        <a:pt x="476" y="2857"/>
                      </a:cubicBezTo>
                      <a:cubicBezTo>
                        <a:pt x="476" y="2667"/>
                        <a:pt x="476" y="2572"/>
                        <a:pt x="191" y="2762"/>
                      </a:cubicBezTo>
                      <a:cubicBezTo>
                        <a:pt x="0" y="2762"/>
                        <a:pt x="0" y="2762"/>
                        <a:pt x="0" y="2762"/>
                      </a:cubicBezTo>
                      <a:lnTo>
                        <a:pt x="191" y="2477"/>
                      </a:lnTo>
                      <a:lnTo>
                        <a:pt x="476" y="2762"/>
                      </a:lnTo>
                      <a:cubicBezTo>
                        <a:pt x="476" y="2762"/>
                        <a:pt x="476" y="2477"/>
                        <a:pt x="476" y="2191"/>
                      </a:cubicBezTo>
                      <a:cubicBezTo>
                        <a:pt x="476" y="2191"/>
                        <a:pt x="476" y="2286"/>
                        <a:pt x="667" y="2381"/>
                      </a:cubicBezTo>
                      <a:cubicBezTo>
                        <a:pt x="857" y="2286"/>
                        <a:pt x="953" y="2191"/>
                        <a:pt x="953" y="2096"/>
                      </a:cubicBezTo>
                      <a:cubicBezTo>
                        <a:pt x="953" y="2000"/>
                        <a:pt x="857" y="1810"/>
                        <a:pt x="571" y="1714"/>
                      </a:cubicBezTo>
                      <a:cubicBezTo>
                        <a:pt x="286" y="1524"/>
                        <a:pt x="95" y="1333"/>
                        <a:pt x="95" y="1143"/>
                      </a:cubicBezTo>
                      <a:cubicBezTo>
                        <a:pt x="95" y="1143"/>
                        <a:pt x="191" y="857"/>
                        <a:pt x="381" y="762"/>
                      </a:cubicBezTo>
                      <a:lnTo>
                        <a:pt x="1048" y="190"/>
                      </a:lnTo>
                      <a:cubicBezTo>
                        <a:pt x="2096" y="95"/>
                        <a:pt x="3334" y="0"/>
                        <a:pt x="4572" y="0"/>
                      </a:cubicBezTo>
                      <a:cubicBezTo>
                        <a:pt x="5810" y="0"/>
                        <a:pt x="7429" y="0"/>
                        <a:pt x="9811" y="190"/>
                      </a:cubicBezTo>
                      <a:cubicBezTo>
                        <a:pt x="12192" y="286"/>
                        <a:pt x="13906" y="381"/>
                        <a:pt x="15145" y="381"/>
                      </a:cubicBezTo>
                      <a:cubicBezTo>
                        <a:pt x="16002" y="381"/>
                        <a:pt x="16859" y="381"/>
                        <a:pt x="17526" y="381"/>
                      </a:cubicBezTo>
                      <a:cubicBezTo>
                        <a:pt x="18002" y="762"/>
                        <a:pt x="18288" y="1238"/>
                        <a:pt x="18288" y="1905"/>
                      </a:cubicBezTo>
                      <a:cubicBezTo>
                        <a:pt x="18288" y="2096"/>
                        <a:pt x="18288" y="2381"/>
                        <a:pt x="18288" y="2857"/>
                      </a:cubicBezTo>
                      <a:cubicBezTo>
                        <a:pt x="18193" y="3334"/>
                        <a:pt x="18193" y="3715"/>
                        <a:pt x="18193" y="3905"/>
                      </a:cubicBezTo>
                      <a:cubicBezTo>
                        <a:pt x="18193" y="4096"/>
                        <a:pt x="18193" y="4381"/>
                        <a:pt x="18193" y="4572"/>
                      </a:cubicBezTo>
                      <a:cubicBezTo>
                        <a:pt x="18193" y="4953"/>
                        <a:pt x="18002" y="5048"/>
                        <a:pt x="17526" y="5048"/>
                      </a:cubicBezTo>
                      <a:lnTo>
                        <a:pt x="16859" y="5048"/>
                      </a:lnTo>
                      <a:cubicBezTo>
                        <a:pt x="16859" y="5048"/>
                        <a:pt x="16478" y="5048"/>
                        <a:pt x="16288" y="5048"/>
                      </a:cubicBezTo>
                      <a:lnTo>
                        <a:pt x="15621" y="5048"/>
                      </a:lnTo>
                      <a:cubicBezTo>
                        <a:pt x="14573" y="5048"/>
                        <a:pt x="13525" y="5048"/>
                        <a:pt x="12287" y="5048"/>
                      </a:cubicBezTo>
                      <a:lnTo>
                        <a:pt x="5620" y="5048"/>
                      </a:lnTo>
                      <a:cubicBezTo>
                        <a:pt x="5620" y="5048"/>
                        <a:pt x="5429" y="5810"/>
                        <a:pt x="5429" y="6287"/>
                      </a:cubicBezTo>
                      <a:cubicBezTo>
                        <a:pt x="5429" y="6477"/>
                        <a:pt x="5429" y="6668"/>
                        <a:pt x="5429" y="6953"/>
                      </a:cubicBezTo>
                      <a:lnTo>
                        <a:pt x="5429" y="7620"/>
                      </a:lnTo>
                      <a:cubicBezTo>
                        <a:pt x="5429" y="7620"/>
                        <a:pt x="5429" y="8477"/>
                        <a:pt x="5239" y="8858"/>
                      </a:cubicBezTo>
                      <a:cubicBezTo>
                        <a:pt x="5239" y="9144"/>
                        <a:pt x="5239" y="9430"/>
                        <a:pt x="5429" y="9715"/>
                      </a:cubicBezTo>
                      <a:cubicBezTo>
                        <a:pt x="5525" y="10001"/>
                        <a:pt x="5715" y="10192"/>
                        <a:pt x="6001" y="10192"/>
                      </a:cubicBezTo>
                      <a:lnTo>
                        <a:pt x="6858" y="10192"/>
                      </a:lnTo>
                      <a:cubicBezTo>
                        <a:pt x="6858" y="10192"/>
                        <a:pt x="7144" y="10192"/>
                        <a:pt x="7239" y="10192"/>
                      </a:cubicBezTo>
                      <a:cubicBezTo>
                        <a:pt x="7429" y="10192"/>
                        <a:pt x="7525" y="10192"/>
                        <a:pt x="7620" y="10382"/>
                      </a:cubicBezTo>
                      <a:cubicBezTo>
                        <a:pt x="8192" y="10287"/>
                        <a:pt x="8954" y="10192"/>
                        <a:pt x="9620" y="10192"/>
                      </a:cubicBezTo>
                      <a:cubicBezTo>
                        <a:pt x="10001" y="10192"/>
                        <a:pt x="10573" y="10192"/>
                        <a:pt x="11335" y="10192"/>
                      </a:cubicBezTo>
                      <a:cubicBezTo>
                        <a:pt x="12001" y="10192"/>
                        <a:pt x="12573" y="10192"/>
                        <a:pt x="12954" y="10192"/>
                      </a:cubicBezTo>
                      <a:cubicBezTo>
                        <a:pt x="13335" y="10192"/>
                        <a:pt x="13621" y="10192"/>
                        <a:pt x="13906" y="10192"/>
                      </a:cubicBezTo>
                      <a:cubicBezTo>
                        <a:pt x="14097" y="10668"/>
                        <a:pt x="14097" y="11430"/>
                        <a:pt x="14097" y="12287"/>
                      </a:cubicBezTo>
                      <a:cubicBezTo>
                        <a:pt x="14097" y="13335"/>
                        <a:pt x="14097" y="14002"/>
                        <a:pt x="14097" y="14478"/>
                      </a:cubicBezTo>
                      <a:cubicBezTo>
                        <a:pt x="13621" y="14764"/>
                        <a:pt x="13049" y="14954"/>
                        <a:pt x="12287" y="14954"/>
                      </a:cubicBezTo>
                      <a:cubicBezTo>
                        <a:pt x="12001" y="14954"/>
                        <a:pt x="11525" y="14954"/>
                        <a:pt x="10858" y="14859"/>
                      </a:cubicBezTo>
                      <a:cubicBezTo>
                        <a:pt x="10192" y="14859"/>
                        <a:pt x="9716" y="14859"/>
                        <a:pt x="9334" y="14859"/>
                      </a:cubicBezTo>
                      <a:cubicBezTo>
                        <a:pt x="8954" y="14859"/>
                        <a:pt x="8668" y="14859"/>
                        <a:pt x="8477" y="14859"/>
                      </a:cubicBezTo>
                      <a:lnTo>
                        <a:pt x="8477" y="14669"/>
                      </a:lnTo>
                      <a:lnTo>
                        <a:pt x="7429" y="14669"/>
                      </a:lnTo>
                      <a:cubicBezTo>
                        <a:pt x="7429" y="14669"/>
                        <a:pt x="6858" y="14764"/>
                        <a:pt x="6572" y="14859"/>
                      </a:cubicBezTo>
                      <a:cubicBezTo>
                        <a:pt x="6477" y="14859"/>
                        <a:pt x="6287" y="14859"/>
                        <a:pt x="6096" y="14859"/>
                      </a:cubicBezTo>
                      <a:cubicBezTo>
                        <a:pt x="5905" y="14859"/>
                        <a:pt x="5715" y="14859"/>
                        <a:pt x="5715" y="14859"/>
                      </a:cubicBezTo>
                      <a:cubicBezTo>
                        <a:pt x="5334" y="14859"/>
                        <a:pt x="5143" y="15145"/>
                        <a:pt x="5143" y="15621"/>
                      </a:cubicBezTo>
                      <a:cubicBezTo>
                        <a:pt x="5143" y="15907"/>
                        <a:pt x="5143" y="16193"/>
                        <a:pt x="5334" y="16288"/>
                      </a:cubicBezTo>
                      <a:cubicBezTo>
                        <a:pt x="4858" y="16193"/>
                        <a:pt x="4477" y="16288"/>
                        <a:pt x="4096" y="16669"/>
                      </a:cubicBezTo>
                      <a:lnTo>
                        <a:pt x="4858" y="16478"/>
                      </a:lnTo>
                      <a:lnTo>
                        <a:pt x="4858" y="16669"/>
                      </a:lnTo>
                      <a:cubicBezTo>
                        <a:pt x="4858" y="16669"/>
                        <a:pt x="4858" y="16764"/>
                        <a:pt x="4953" y="16764"/>
                      </a:cubicBezTo>
                      <a:cubicBezTo>
                        <a:pt x="4953" y="16764"/>
                        <a:pt x="4953" y="16669"/>
                        <a:pt x="5239" y="16478"/>
                      </a:cubicBezTo>
                      <a:cubicBezTo>
                        <a:pt x="5239" y="16383"/>
                        <a:pt x="5239" y="16954"/>
                        <a:pt x="5239" y="18193"/>
                      </a:cubicBezTo>
                      <a:cubicBezTo>
                        <a:pt x="5239" y="18955"/>
                        <a:pt x="5334" y="19526"/>
                        <a:pt x="5620" y="19907"/>
                      </a:cubicBezTo>
                      <a:cubicBezTo>
                        <a:pt x="6382" y="19907"/>
                        <a:pt x="7144" y="20003"/>
                        <a:pt x="8096" y="20003"/>
                      </a:cubicBezTo>
                      <a:cubicBezTo>
                        <a:pt x="8763" y="20003"/>
                        <a:pt x="9716" y="20003"/>
                        <a:pt x="10954" y="20003"/>
                      </a:cubicBezTo>
                      <a:cubicBezTo>
                        <a:pt x="12192" y="20003"/>
                        <a:pt x="13145" y="19812"/>
                        <a:pt x="13811" y="19812"/>
                      </a:cubicBezTo>
                      <a:cubicBezTo>
                        <a:pt x="14764" y="19812"/>
                        <a:pt x="15621" y="19812"/>
                        <a:pt x="16478" y="20003"/>
                      </a:cubicBezTo>
                      <a:cubicBezTo>
                        <a:pt x="16669" y="19717"/>
                        <a:pt x="16859" y="19621"/>
                        <a:pt x="17335" y="20003"/>
                      </a:cubicBezTo>
                      <a:close/>
                      <a:moveTo>
                        <a:pt x="953" y="4477"/>
                      </a:moveTo>
                      <a:lnTo>
                        <a:pt x="1143" y="4763"/>
                      </a:lnTo>
                      <a:lnTo>
                        <a:pt x="1143" y="4763"/>
                      </a:lnTo>
                      <a:cubicBezTo>
                        <a:pt x="1143" y="4763"/>
                        <a:pt x="1048" y="4572"/>
                        <a:pt x="953" y="4477"/>
                      </a:cubicBezTo>
                      <a:close/>
                      <a:moveTo>
                        <a:pt x="7525" y="13240"/>
                      </a:moveTo>
                      <a:lnTo>
                        <a:pt x="7144" y="13240"/>
                      </a:lnTo>
                      <a:cubicBezTo>
                        <a:pt x="7144" y="13240"/>
                        <a:pt x="7334" y="13335"/>
                        <a:pt x="7525" y="13240"/>
                      </a:cubicBezTo>
                      <a:lnTo>
                        <a:pt x="7620" y="13240"/>
                      </a:lnTo>
                      <a:cubicBezTo>
                        <a:pt x="7620" y="13240"/>
                        <a:pt x="7620" y="13240"/>
                        <a:pt x="7620" y="13430"/>
                      </a:cubicBezTo>
                      <a:lnTo>
                        <a:pt x="8096" y="13240"/>
                      </a:lnTo>
                      <a:cubicBezTo>
                        <a:pt x="8096" y="13240"/>
                        <a:pt x="8287" y="13335"/>
                        <a:pt x="8287" y="13430"/>
                      </a:cubicBezTo>
                      <a:lnTo>
                        <a:pt x="8763" y="13430"/>
                      </a:lnTo>
                      <a:lnTo>
                        <a:pt x="8763" y="13240"/>
                      </a:lnTo>
                      <a:lnTo>
                        <a:pt x="7429" y="13240"/>
                      </a:lnTo>
                      <a:close/>
                      <a:moveTo>
                        <a:pt x="13716" y="1619"/>
                      </a:moveTo>
                      <a:lnTo>
                        <a:pt x="13525" y="1619"/>
                      </a:lnTo>
                      <a:lnTo>
                        <a:pt x="13716" y="2000"/>
                      </a:lnTo>
                      <a:lnTo>
                        <a:pt x="13716" y="1619"/>
                      </a:lnTo>
                      <a:close/>
                      <a:moveTo>
                        <a:pt x="19621" y="21431"/>
                      </a:moveTo>
                      <a:lnTo>
                        <a:pt x="19717" y="21431"/>
                      </a:lnTo>
                      <a:lnTo>
                        <a:pt x="19336" y="21622"/>
                      </a:lnTo>
                      <a:lnTo>
                        <a:pt x="19621" y="21431"/>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 name="Google Shape;1552;p99"/>
                <p:cNvSpPr/>
                <p:nvPr/>
              </p:nvSpPr>
              <p:spPr>
                <a:xfrm>
                  <a:off x="3369373" y="4717160"/>
                  <a:ext cx="17621" cy="24574"/>
                </a:xfrm>
                <a:custGeom>
                  <a:avLst/>
                  <a:gdLst/>
                  <a:ahLst/>
                  <a:cxnLst/>
                  <a:rect l="l" t="t" r="r" b="b"/>
                  <a:pathLst>
                    <a:path w="17621" h="24574" extrusionOk="0">
                      <a:moveTo>
                        <a:pt x="17335" y="667"/>
                      </a:moveTo>
                      <a:lnTo>
                        <a:pt x="17621" y="5048"/>
                      </a:lnTo>
                      <a:cubicBezTo>
                        <a:pt x="17050" y="5048"/>
                        <a:pt x="16383" y="5239"/>
                        <a:pt x="15430" y="5048"/>
                      </a:cubicBezTo>
                      <a:cubicBezTo>
                        <a:pt x="14288" y="5048"/>
                        <a:pt x="13621" y="4858"/>
                        <a:pt x="13240" y="5048"/>
                      </a:cubicBezTo>
                      <a:cubicBezTo>
                        <a:pt x="12478" y="5048"/>
                        <a:pt x="11811" y="5429"/>
                        <a:pt x="11430" y="6096"/>
                      </a:cubicBezTo>
                      <a:cubicBezTo>
                        <a:pt x="11430" y="6096"/>
                        <a:pt x="11430" y="6382"/>
                        <a:pt x="11430" y="6572"/>
                      </a:cubicBezTo>
                      <a:cubicBezTo>
                        <a:pt x="11430" y="6668"/>
                        <a:pt x="11430" y="6953"/>
                        <a:pt x="11430" y="7334"/>
                      </a:cubicBezTo>
                      <a:cubicBezTo>
                        <a:pt x="11430" y="7620"/>
                        <a:pt x="11430" y="7906"/>
                        <a:pt x="11430" y="8001"/>
                      </a:cubicBezTo>
                      <a:cubicBezTo>
                        <a:pt x="11430" y="8287"/>
                        <a:pt x="11430" y="8477"/>
                        <a:pt x="11525" y="8763"/>
                      </a:cubicBezTo>
                      <a:cubicBezTo>
                        <a:pt x="11525" y="8858"/>
                        <a:pt x="11525" y="9049"/>
                        <a:pt x="11525" y="9144"/>
                      </a:cubicBezTo>
                      <a:cubicBezTo>
                        <a:pt x="11525" y="9144"/>
                        <a:pt x="11525" y="9430"/>
                        <a:pt x="11430" y="9620"/>
                      </a:cubicBezTo>
                      <a:cubicBezTo>
                        <a:pt x="11430" y="9811"/>
                        <a:pt x="11335" y="9906"/>
                        <a:pt x="11335" y="10001"/>
                      </a:cubicBezTo>
                      <a:cubicBezTo>
                        <a:pt x="11335" y="10096"/>
                        <a:pt x="11335" y="10287"/>
                        <a:pt x="11525" y="10382"/>
                      </a:cubicBezTo>
                      <a:lnTo>
                        <a:pt x="11525" y="11716"/>
                      </a:lnTo>
                      <a:cubicBezTo>
                        <a:pt x="11525" y="11716"/>
                        <a:pt x="11239" y="11430"/>
                        <a:pt x="11049" y="11430"/>
                      </a:cubicBezTo>
                      <a:cubicBezTo>
                        <a:pt x="10763" y="11430"/>
                        <a:pt x="10573" y="11240"/>
                        <a:pt x="10477" y="11240"/>
                      </a:cubicBezTo>
                      <a:cubicBezTo>
                        <a:pt x="10382" y="11335"/>
                        <a:pt x="10382" y="11430"/>
                        <a:pt x="10382" y="11430"/>
                      </a:cubicBezTo>
                      <a:cubicBezTo>
                        <a:pt x="10382" y="11525"/>
                        <a:pt x="10382" y="11621"/>
                        <a:pt x="10382" y="11716"/>
                      </a:cubicBezTo>
                      <a:cubicBezTo>
                        <a:pt x="10477" y="11716"/>
                        <a:pt x="10668" y="11621"/>
                        <a:pt x="10668" y="11621"/>
                      </a:cubicBezTo>
                      <a:cubicBezTo>
                        <a:pt x="10858" y="11621"/>
                        <a:pt x="10858" y="11811"/>
                        <a:pt x="10954" y="12097"/>
                      </a:cubicBezTo>
                      <a:cubicBezTo>
                        <a:pt x="11049" y="12478"/>
                        <a:pt x="11144" y="12763"/>
                        <a:pt x="11239" y="12763"/>
                      </a:cubicBezTo>
                      <a:lnTo>
                        <a:pt x="11049" y="12763"/>
                      </a:lnTo>
                      <a:cubicBezTo>
                        <a:pt x="11239" y="13430"/>
                        <a:pt x="11430" y="14288"/>
                        <a:pt x="11430" y="15526"/>
                      </a:cubicBezTo>
                      <a:cubicBezTo>
                        <a:pt x="11430" y="16478"/>
                        <a:pt x="11430" y="17431"/>
                        <a:pt x="11430" y="18479"/>
                      </a:cubicBezTo>
                      <a:cubicBezTo>
                        <a:pt x="11430" y="18955"/>
                        <a:pt x="11430" y="19526"/>
                        <a:pt x="11525" y="20003"/>
                      </a:cubicBezTo>
                      <a:cubicBezTo>
                        <a:pt x="11525" y="20003"/>
                        <a:pt x="11621" y="20003"/>
                        <a:pt x="11716" y="20098"/>
                      </a:cubicBezTo>
                      <a:cubicBezTo>
                        <a:pt x="11906" y="20098"/>
                        <a:pt x="12001" y="20098"/>
                        <a:pt x="12097" y="20098"/>
                      </a:cubicBezTo>
                      <a:cubicBezTo>
                        <a:pt x="12001" y="20479"/>
                        <a:pt x="11811" y="21241"/>
                        <a:pt x="11811" y="22479"/>
                      </a:cubicBezTo>
                      <a:cubicBezTo>
                        <a:pt x="11811" y="23146"/>
                        <a:pt x="11525" y="23622"/>
                        <a:pt x="11144" y="23908"/>
                      </a:cubicBezTo>
                      <a:cubicBezTo>
                        <a:pt x="11144" y="23908"/>
                        <a:pt x="11144" y="24098"/>
                        <a:pt x="11144" y="24289"/>
                      </a:cubicBezTo>
                      <a:lnTo>
                        <a:pt x="8953" y="24289"/>
                      </a:lnTo>
                      <a:cubicBezTo>
                        <a:pt x="8096" y="24289"/>
                        <a:pt x="7334" y="24384"/>
                        <a:pt x="6858" y="24575"/>
                      </a:cubicBezTo>
                      <a:cubicBezTo>
                        <a:pt x="6382" y="24194"/>
                        <a:pt x="6191" y="23622"/>
                        <a:pt x="6191" y="22955"/>
                      </a:cubicBezTo>
                      <a:cubicBezTo>
                        <a:pt x="6191" y="22288"/>
                        <a:pt x="6191" y="21622"/>
                        <a:pt x="6191" y="21050"/>
                      </a:cubicBezTo>
                      <a:cubicBezTo>
                        <a:pt x="6191" y="18669"/>
                        <a:pt x="6382" y="16288"/>
                        <a:pt x="6382" y="13716"/>
                      </a:cubicBezTo>
                      <a:cubicBezTo>
                        <a:pt x="6382" y="11144"/>
                        <a:pt x="6286" y="8573"/>
                        <a:pt x="6191" y="5810"/>
                      </a:cubicBezTo>
                      <a:cubicBezTo>
                        <a:pt x="6096" y="5429"/>
                        <a:pt x="5715" y="5144"/>
                        <a:pt x="5143" y="5144"/>
                      </a:cubicBezTo>
                      <a:cubicBezTo>
                        <a:pt x="4953" y="5144"/>
                        <a:pt x="4858" y="5144"/>
                        <a:pt x="4667" y="5144"/>
                      </a:cubicBezTo>
                      <a:lnTo>
                        <a:pt x="4191" y="5144"/>
                      </a:lnTo>
                      <a:cubicBezTo>
                        <a:pt x="4191" y="5144"/>
                        <a:pt x="3715" y="5144"/>
                        <a:pt x="3619" y="5144"/>
                      </a:cubicBezTo>
                      <a:cubicBezTo>
                        <a:pt x="3715" y="5144"/>
                        <a:pt x="3143" y="5144"/>
                        <a:pt x="1619" y="5144"/>
                      </a:cubicBezTo>
                      <a:cubicBezTo>
                        <a:pt x="952" y="5144"/>
                        <a:pt x="476" y="5048"/>
                        <a:pt x="0" y="4667"/>
                      </a:cubicBezTo>
                      <a:lnTo>
                        <a:pt x="0" y="381"/>
                      </a:lnTo>
                      <a:cubicBezTo>
                        <a:pt x="0" y="381"/>
                        <a:pt x="190" y="476"/>
                        <a:pt x="381" y="476"/>
                      </a:cubicBezTo>
                      <a:cubicBezTo>
                        <a:pt x="667" y="476"/>
                        <a:pt x="952" y="381"/>
                        <a:pt x="1143" y="0"/>
                      </a:cubicBezTo>
                      <a:cubicBezTo>
                        <a:pt x="2476" y="0"/>
                        <a:pt x="4381" y="0"/>
                        <a:pt x="6858" y="0"/>
                      </a:cubicBezTo>
                      <a:cubicBezTo>
                        <a:pt x="9334" y="0"/>
                        <a:pt x="11335" y="0"/>
                        <a:pt x="12668" y="0"/>
                      </a:cubicBezTo>
                      <a:cubicBezTo>
                        <a:pt x="12668" y="95"/>
                        <a:pt x="12859" y="191"/>
                        <a:pt x="12954" y="191"/>
                      </a:cubicBezTo>
                      <a:cubicBezTo>
                        <a:pt x="12954" y="191"/>
                        <a:pt x="13144" y="191"/>
                        <a:pt x="13240" y="191"/>
                      </a:cubicBezTo>
                      <a:lnTo>
                        <a:pt x="13525" y="191"/>
                      </a:lnTo>
                      <a:cubicBezTo>
                        <a:pt x="13525" y="191"/>
                        <a:pt x="14478" y="191"/>
                        <a:pt x="15526" y="191"/>
                      </a:cubicBezTo>
                      <a:cubicBezTo>
                        <a:pt x="16383" y="95"/>
                        <a:pt x="16764" y="286"/>
                        <a:pt x="16764" y="953"/>
                      </a:cubicBezTo>
                      <a:close/>
                      <a:moveTo>
                        <a:pt x="3143" y="1715"/>
                      </a:moveTo>
                      <a:cubicBezTo>
                        <a:pt x="3143" y="1715"/>
                        <a:pt x="3619" y="1143"/>
                        <a:pt x="3905" y="1143"/>
                      </a:cubicBezTo>
                      <a:cubicBezTo>
                        <a:pt x="4000" y="1143"/>
                        <a:pt x="4286" y="1143"/>
                        <a:pt x="4572" y="1143"/>
                      </a:cubicBezTo>
                      <a:cubicBezTo>
                        <a:pt x="4763" y="1143"/>
                        <a:pt x="5048" y="1238"/>
                        <a:pt x="5239" y="1238"/>
                      </a:cubicBezTo>
                      <a:cubicBezTo>
                        <a:pt x="5429" y="1238"/>
                        <a:pt x="5525" y="1238"/>
                        <a:pt x="5715" y="1238"/>
                      </a:cubicBezTo>
                      <a:lnTo>
                        <a:pt x="5143" y="667"/>
                      </a:lnTo>
                      <a:cubicBezTo>
                        <a:pt x="5143" y="667"/>
                        <a:pt x="4953" y="667"/>
                        <a:pt x="4953" y="381"/>
                      </a:cubicBezTo>
                      <a:cubicBezTo>
                        <a:pt x="4953" y="191"/>
                        <a:pt x="4953" y="95"/>
                        <a:pt x="4953" y="0"/>
                      </a:cubicBezTo>
                      <a:cubicBezTo>
                        <a:pt x="4953" y="191"/>
                        <a:pt x="4858" y="191"/>
                        <a:pt x="4763" y="286"/>
                      </a:cubicBezTo>
                      <a:cubicBezTo>
                        <a:pt x="4763" y="286"/>
                        <a:pt x="4667" y="286"/>
                        <a:pt x="4572" y="286"/>
                      </a:cubicBezTo>
                      <a:cubicBezTo>
                        <a:pt x="4572" y="286"/>
                        <a:pt x="4572" y="476"/>
                        <a:pt x="4572" y="571"/>
                      </a:cubicBezTo>
                      <a:cubicBezTo>
                        <a:pt x="4286" y="762"/>
                        <a:pt x="4000" y="857"/>
                        <a:pt x="3619" y="953"/>
                      </a:cubicBezTo>
                      <a:cubicBezTo>
                        <a:pt x="3143" y="953"/>
                        <a:pt x="2762" y="1048"/>
                        <a:pt x="2667" y="1143"/>
                      </a:cubicBezTo>
                      <a:lnTo>
                        <a:pt x="3334" y="1143"/>
                      </a:lnTo>
                      <a:cubicBezTo>
                        <a:pt x="3334" y="1143"/>
                        <a:pt x="3048" y="1429"/>
                        <a:pt x="2953" y="1524"/>
                      </a:cubicBezTo>
                      <a:lnTo>
                        <a:pt x="2953" y="1524"/>
                      </a:lnTo>
                      <a:cubicBezTo>
                        <a:pt x="2953" y="1524"/>
                        <a:pt x="2857" y="1524"/>
                        <a:pt x="2857" y="1524"/>
                      </a:cubicBezTo>
                      <a:cubicBezTo>
                        <a:pt x="2667" y="1524"/>
                        <a:pt x="2572" y="1619"/>
                        <a:pt x="2572" y="1619"/>
                      </a:cubicBezTo>
                      <a:cubicBezTo>
                        <a:pt x="2476" y="1619"/>
                        <a:pt x="2381" y="1619"/>
                        <a:pt x="2191" y="1619"/>
                      </a:cubicBezTo>
                      <a:cubicBezTo>
                        <a:pt x="1810" y="1619"/>
                        <a:pt x="1524" y="1619"/>
                        <a:pt x="1333" y="1619"/>
                      </a:cubicBezTo>
                      <a:lnTo>
                        <a:pt x="1333" y="1429"/>
                      </a:lnTo>
                      <a:lnTo>
                        <a:pt x="952" y="1810"/>
                      </a:lnTo>
                      <a:cubicBezTo>
                        <a:pt x="952" y="1810"/>
                        <a:pt x="1143" y="1810"/>
                        <a:pt x="1333" y="1810"/>
                      </a:cubicBezTo>
                      <a:cubicBezTo>
                        <a:pt x="1333" y="1810"/>
                        <a:pt x="1714" y="1810"/>
                        <a:pt x="2286" y="1524"/>
                      </a:cubicBezTo>
                      <a:lnTo>
                        <a:pt x="2667" y="1524"/>
                      </a:lnTo>
                      <a:cubicBezTo>
                        <a:pt x="2667" y="1524"/>
                        <a:pt x="2762" y="1524"/>
                        <a:pt x="2857" y="1619"/>
                      </a:cubicBezTo>
                      <a:cubicBezTo>
                        <a:pt x="2857" y="1619"/>
                        <a:pt x="2953" y="1810"/>
                        <a:pt x="3048" y="1905"/>
                      </a:cubicBezTo>
                      <a:cubicBezTo>
                        <a:pt x="3048" y="1905"/>
                        <a:pt x="3048" y="1810"/>
                        <a:pt x="2953" y="1715"/>
                      </a:cubicBezTo>
                      <a:cubicBezTo>
                        <a:pt x="2953" y="1715"/>
                        <a:pt x="2953" y="1524"/>
                        <a:pt x="3048" y="1429"/>
                      </a:cubicBezTo>
                      <a:cubicBezTo>
                        <a:pt x="3048" y="1429"/>
                        <a:pt x="3048" y="1429"/>
                        <a:pt x="3238" y="1429"/>
                      </a:cubicBezTo>
                      <a:cubicBezTo>
                        <a:pt x="3334" y="1715"/>
                        <a:pt x="3429" y="1810"/>
                        <a:pt x="3429" y="1810"/>
                      </a:cubicBezTo>
                      <a:lnTo>
                        <a:pt x="4286" y="1810"/>
                      </a:lnTo>
                      <a:lnTo>
                        <a:pt x="3429" y="1619"/>
                      </a:lnTo>
                      <a:close/>
                      <a:moveTo>
                        <a:pt x="2476" y="3048"/>
                      </a:moveTo>
                      <a:lnTo>
                        <a:pt x="3048" y="2858"/>
                      </a:lnTo>
                      <a:lnTo>
                        <a:pt x="2857" y="2858"/>
                      </a:lnTo>
                      <a:lnTo>
                        <a:pt x="2572" y="3048"/>
                      </a:lnTo>
                      <a:close/>
                      <a:moveTo>
                        <a:pt x="6477" y="667"/>
                      </a:moveTo>
                      <a:lnTo>
                        <a:pt x="6858" y="286"/>
                      </a:lnTo>
                      <a:cubicBezTo>
                        <a:pt x="6858" y="286"/>
                        <a:pt x="6572" y="286"/>
                        <a:pt x="6382" y="95"/>
                      </a:cubicBezTo>
                      <a:lnTo>
                        <a:pt x="6001" y="571"/>
                      </a:lnTo>
                      <a:lnTo>
                        <a:pt x="5525" y="381"/>
                      </a:lnTo>
                      <a:lnTo>
                        <a:pt x="6096" y="953"/>
                      </a:lnTo>
                      <a:cubicBezTo>
                        <a:pt x="6096" y="953"/>
                        <a:pt x="6096" y="286"/>
                        <a:pt x="6382" y="191"/>
                      </a:cubicBezTo>
                      <a:cubicBezTo>
                        <a:pt x="6382" y="191"/>
                        <a:pt x="6382" y="286"/>
                        <a:pt x="6382" y="571"/>
                      </a:cubicBezTo>
                      <a:close/>
                      <a:moveTo>
                        <a:pt x="7715" y="12954"/>
                      </a:moveTo>
                      <a:cubicBezTo>
                        <a:pt x="7715" y="12954"/>
                        <a:pt x="8287" y="12954"/>
                        <a:pt x="8287" y="12859"/>
                      </a:cubicBezTo>
                      <a:cubicBezTo>
                        <a:pt x="8096" y="12859"/>
                        <a:pt x="8001" y="12859"/>
                        <a:pt x="7715" y="12954"/>
                      </a:cubicBezTo>
                      <a:cubicBezTo>
                        <a:pt x="7715" y="12954"/>
                        <a:pt x="7525" y="12954"/>
                        <a:pt x="7429" y="12954"/>
                      </a:cubicBezTo>
                      <a:lnTo>
                        <a:pt x="7715" y="12954"/>
                      </a:lnTo>
                      <a:close/>
                      <a:moveTo>
                        <a:pt x="11049" y="12478"/>
                      </a:moveTo>
                      <a:cubicBezTo>
                        <a:pt x="11049" y="12478"/>
                        <a:pt x="10477" y="12287"/>
                        <a:pt x="10001" y="12287"/>
                      </a:cubicBezTo>
                      <a:cubicBezTo>
                        <a:pt x="9430" y="12287"/>
                        <a:pt x="9144" y="12287"/>
                        <a:pt x="8953" y="12097"/>
                      </a:cubicBezTo>
                      <a:lnTo>
                        <a:pt x="9811" y="12668"/>
                      </a:lnTo>
                      <a:cubicBezTo>
                        <a:pt x="9811" y="12668"/>
                        <a:pt x="9715" y="12763"/>
                        <a:pt x="9715" y="12859"/>
                      </a:cubicBezTo>
                      <a:lnTo>
                        <a:pt x="9906" y="12859"/>
                      </a:lnTo>
                      <a:cubicBezTo>
                        <a:pt x="9906" y="12859"/>
                        <a:pt x="10001" y="12954"/>
                        <a:pt x="10001" y="12954"/>
                      </a:cubicBezTo>
                      <a:cubicBezTo>
                        <a:pt x="10001" y="12954"/>
                        <a:pt x="10001" y="13049"/>
                        <a:pt x="9906" y="13145"/>
                      </a:cubicBezTo>
                      <a:cubicBezTo>
                        <a:pt x="9906" y="13335"/>
                        <a:pt x="9906" y="13335"/>
                        <a:pt x="9906" y="13430"/>
                      </a:cubicBezTo>
                      <a:lnTo>
                        <a:pt x="10382" y="13430"/>
                      </a:lnTo>
                      <a:cubicBezTo>
                        <a:pt x="10382" y="13430"/>
                        <a:pt x="10001" y="13049"/>
                        <a:pt x="10001" y="12954"/>
                      </a:cubicBezTo>
                      <a:cubicBezTo>
                        <a:pt x="10001" y="12859"/>
                        <a:pt x="10001" y="12763"/>
                        <a:pt x="10192" y="12763"/>
                      </a:cubicBezTo>
                      <a:cubicBezTo>
                        <a:pt x="10287" y="12763"/>
                        <a:pt x="10382" y="12668"/>
                        <a:pt x="10668" y="12573"/>
                      </a:cubicBezTo>
                      <a:cubicBezTo>
                        <a:pt x="10763" y="12573"/>
                        <a:pt x="10954" y="12573"/>
                        <a:pt x="11049" y="12763"/>
                      </a:cubicBezTo>
                      <a:lnTo>
                        <a:pt x="11049" y="12478"/>
                      </a:lnTo>
                      <a:close/>
                      <a:moveTo>
                        <a:pt x="9811" y="10287"/>
                      </a:moveTo>
                      <a:cubicBezTo>
                        <a:pt x="9811" y="10287"/>
                        <a:pt x="10096" y="10573"/>
                        <a:pt x="10287" y="10573"/>
                      </a:cubicBezTo>
                      <a:cubicBezTo>
                        <a:pt x="10668" y="10573"/>
                        <a:pt x="10858" y="10573"/>
                        <a:pt x="11144" y="10287"/>
                      </a:cubicBezTo>
                      <a:lnTo>
                        <a:pt x="10668" y="10096"/>
                      </a:lnTo>
                      <a:cubicBezTo>
                        <a:pt x="10668" y="10096"/>
                        <a:pt x="10668" y="10478"/>
                        <a:pt x="10477" y="10478"/>
                      </a:cubicBezTo>
                      <a:cubicBezTo>
                        <a:pt x="10477" y="10478"/>
                        <a:pt x="10382" y="10478"/>
                        <a:pt x="10192" y="10287"/>
                      </a:cubicBezTo>
                      <a:cubicBezTo>
                        <a:pt x="10001" y="10096"/>
                        <a:pt x="9906" y="10096"/>
                        <a:pt x="9715" y="10096"/>
                      </a:cubicBezTo>
                      <a:lnTo>
                        <a:pt x="9715" y="10287"/>
                      </a:lnTo>
                      <a:close/>
                      <a:moveTo>
                        <a:pt x="10954" y="13240"/>
                      </a:moveTo>
                      <a:lnTo>
                        <a:pt x="10954" y="13240"/>
                      </a:lnTo>
                      <a:lnTo>
                        <a:pt x="10382" y="12763"/>
                      </a:lnTo>
                      <a:cubicBezTo>
                        <a:pt x="10382" y="12763"/>
                        <a:pt x="10382" y="13049"/>
                        <a:pt x="10573" y="13145"/>
                      </a:cubicBezTo>
                      <a:cubicBezTo>
                        <a:pt x="10668" y="13145"/>
                        <a:pt x="10858" y="13145"/>
                        <a:pt x="10954" y="13145"/>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 name="Google Shape;1553;p99"/>
                <p:cNvSpPr/>
                <p:nvPr/>
              </p:nvSpPr>
              <p:spPr>
                <a:xfrm>
                  <a:off x="3383755" y="4716832"/>
                  <a:ext cx="28575" cy="26807"/>
                </a:xfrm>
                <a:custGeom>
                  <a:avLst/>
                  <a:gdLst/>
                  <a:ahLst/>
                  <a:cxnLst/>
                  <a:rect l="l" t="t" r="r" b="b"/>
                  <a:pathLst>
                    <a:path w="28575" h="26807" extrusionOk="0">
                      <a:moveTo>
                        <a:pt x="0" y="20045"/>
                      </a:moveTo>
                      <a:lnTo>
                        <a:pt x="476" y="20045"/>
                      </a:lnTo>
                      <a:lnTo>
                        <a:pt x="0" y="20426"/>
                      </a:lnTo>
                      <a:lnTo>
                        <a:pt x="0" y="20045"/>
                      </a:lnTo>
                      <a:close/>
                      <a:moveTo>
                        <a:pt x="0" y="23283"/>
                      </a:moveTo>
                      <a:lnTo>
                        <a:pt x="0" y="23093"/>
                      </a:lnTo>
                      <a:cubicBezTo>
                        <a:pt x="0" y="23093"/>
                        <a:pt x="95" y="23188"/>
                        <a:pt x="95" y="23188"/>
                      </a:cubicBezTo>
                      <a:lnTo>
                        <a:pt x="0" y="23188"/>
                      </a:lnTo>
                      <a:close/>
                      <a:moveTo>
                        <a:pt x="0" y="23950"/>
                      </a:moveTo>
                      <a:cubicBezTo>
                        <a:pt x="0" y="23950"/>
                        <a:pt x="0" y="23760"/>
                        <a:pt x="191" y="23760"/>
                      </a:cubicBezTo>
                      <a:cubicBezTo>
                        <a:pt x="191" y="23760"/>
                        <a:pt x="381" y="23855"/>
                        <a:pt x="381" y="23950"/>
                      </a:cubicBezTo>
                      <a:lnTo>
                        <a:pt x="476" y="23950"/>
                      </a:lnTo>
                      <a:lnTo>
                        <a:pt x="476" y="24236"/>
                      </a:lnTo>
                      <a:lnTo>
                        <a:pt x="381" y="24236"/>
                      </a:lnTo>
                      <a:cubicBezTo>
                        <a:pt x="381" y="24236"/>
                        <a:pt x="95" y="23950"/>
                        <a:pt x="0" y="23950"/>
                      </a:cubicBezTo>
                      <a:close/>
                      <a:moveTo>
                        <a:pt x="381" y="23093"/>
                      </a:moveTo>
                      <a:cubicBezTo>
                        <a:pt x="381" y="23093"/>
                        <a:pt x="286" y="23283"/>
                        <a:pt x="191" y="23283"/>
                      </a:cubicBezTo>
                      <a:lnTo>
                        <a:pt x="191" y="23283"/>
                      </a:lnTo>
                      <a:cubicBezTo>
                        <a:pt x="191" y="23283"/>
                        <a:pt x="286" y="23093"/>
                        <a:pt x="286" y="23093"/>
                      </a:cubicBezTo>
                      <a:close/>
                      <a:moveTo>
                        <a:pt x="381" y="24236"/>
                      </a:moveTo>
                      <a:cubicBezTo>
                        <a:pt x="381" y="24236"/>
                        <a:pt x="381" y="24236"/>
                        <a:pt x="381" y="24236"/>
                      </a:cubicBezTo>
                      <a:lnTo>
                        <a:pt x="381" y="24236"/>
                      </a:lnTo>
                      <a:close/>
                      <a:moveTo>
                        <a:pt x="667" y="22616"/>
                      </a:moveTo>
                      <a:lnTo>
                        <a:pt x="1048" y="22807"/>
                      </a:lnTo>
                      <a:cubicBezTo>
                        <a:pt x="1048" y="22807"/>
                        <a:pt x="953" y="22998"/>
                        <a:pt x="476" y="23093"/>
                      </a:cubicBezTo>
                      <a:cubicBezTo>
                        <a:pt x="476" y="23093"/>
                        <a:pt x="571" y="22998"/>
                        <a:pt x="571" y="22807"/>
                      </a:cubicBezTo>
                      <a:cubicBezTo>
                        <a:pt x="571" y="22712"/>
                        <a:pt x="667" y="22616"/>
                        <a:pt x="762" y="22521"/>
                      </a:cubicBezTo>
                      <a:close/>
                      <a:moveTo>
                        <a:pt x="2476" y="13377"/>
                      </a:moveTo>
                      <a:cubicBezTo>
                        <a:pt x="2476" y="13377"/>
                        <a:pt x="2191" y="13473"/>
                        <a:pt x="1714" y="13473"/>
                      </a:cubicBezTo>
                      <a:cubicBezTo>
                        <a:pt x="1333" y="13473"/>
                        <a:pt x="1048" y="13663"/>
                        <a:pt x="953" y="13949"/>
                      </a:cubicBezTo>
                      <a:lnTo>
                        <a:pt x="857" y="13949"/>
                      </a:lnTo>
                      <a:cubicBezTo>
                        <a:pt x="857" y="13949"/>
                        <a:pt x="1143" y="13663"/>
                        <a:pt x="1524" y="13473"/>
                      </a:cubicBezTo>
                      <a:cubicBezTo>
                        <a:pt x="1905" y="13377"/>
                        <a:pt x="2096" y="13282"/>
                        <a:pt x="2286" y="13282"/>
                      </a:cubicBezTo>
                      <a:cubicBezTo>
                        <a:pt x="2381" y="13282"/>
                        <a:pt x="2476" y="13282"/>
                        <a:pt x="2667" y="13282"/>
                      </a:cubicBezTo>
                      <a:close/>
                      <a:moveTo>
                        <a:pt x="1905" y="19854"/>
                      </a:moveTo>
                      <a:cubicBezTo>
                        <a:pt x="1905" y="19854"/>
                        <a:pt x="1905" y="19949"/>
                        <a:pt x="1905" y="20045"/>
                      </a:cubicBezTo>
                      <a:cubicBezTo>
                        <a:pt x="1905" y="20045"/>
                        <a:pt x="1905" y="20235"/>
                        <a:pt x="1714" y="20331"/>
                      </a:cubicBezTo>
                      <a:cubicBezTo>
                        <a:pt x="1619" y="20426"/>
                        <a:pt x="1524" y="20521"/>
                        <a:pt x="1524" y="20521"/>
                      </a:cubicBezTo>
                      <a:cubicBezTo>
                        <a:pt x="1524" y="20521"/>
                        <a:pt x="1524" y="20712"/>
                        <a:pt x="1810" y="20712"/>
                      </a:cubicBezTo>
                      <a:lnTo>
                        <a:pt x="1429" y="20712"/>
                      </a:lnTo>
                      <a:cubicBezTo>
                        <a:pt x="1429" y="20712"/>
                        <a:pt x="1429" y="20235"/>
                        <a:pt x="1714" y="20140"/>
                      </a:cubicBezTo>
                      <a:lnTo>
                        <a:pt x="953" y="19664"/>
                      </a:lnTo>
                      <a:cubicBezTo>
                        <a:pt x="953" y="19664"/>
                        <a:pt x="1143" y="19473"/>
                        <a:pt x="1143" y="19473"/>
                      </a:cubicBezTo>
                      <a:cubicBezTo>
                        <a:pt x="1143" y="19473"/>
                        <a:pt x="1143" y="19473"/>
                        <a:pt x="1429" y="19664"/>
                      </a:cubicBezTo>
                      <a:cubicBezTo>
                        <a:pt x="1524" y="19759"/>
                        <a:pt x="1714" y="19854"/>
                        <a:pt x="1810" y="19759"/>
                      </a:cubicBezTo>
                      <a:close/>
                      <a:moveTo>
                        <a:pt x="1619" y="18521"/>
                      </a:moveTo>
                      <a:cubicBezTo>
                        <a:pt x="1619" y="18521"/>
                        <a:pt x="1619" y="18521"/>
                        <a:pt x="1524" y="18711"/>
                      </a:cubicBezTo>
                      <a:cubicBezTo>
                        <a:pt x="1429" y="18711"/>
                        <a:pt x="1429" y="18807"/>
                        <a:pt x="1429" y="18902"/>
                      </a:cubicBezTo>
                      <a:cubicBezTo>
                        <a:pt x="1429" y="18902"/>
                        <a:pt x="1429" y="18997"/>
                        <a:pt x="1524" y="19092"/>
                      </a:cubicBezTo>
                      <a:lnTo>
                        <a:pt x="1238" y="19092"/>
                      </a:lnTo>
                      <a:cubicBezTo>
                        <a:pt x="1238" y="19092"/>
                        <a:pt x="1238" y="18521"/>
                        <a:pt x="1524" y="18521"/>
                      </a:cubicBezTo>
                      <a:lnTo>
                        <a:pt x="1619" y="18521"/>
                      </a:lnTo>
                      <a:close/>
                      <a:moveTo>
                        <a:pt x="1238" y="15854"/>
                      </a:moveTo>
                      <a:lnTo>
                        <a:pt x="1524" y="15854"/>
                      </a:lnTo>
                      <a:lnTo>
                        <a:pt x="1238" y="16140"/>
                      </a:lnTo>
                      <a:lnTo>
                        <a:pt x="1238" y="15854"/>
                      </a:lnTo>
                      <a:close/>
                      <a:moveTo>
                        <a:pt x="1619" y="17664"/>
                      </a:moveTo>
                      <a:lnTo>
                        <a:pt x="1524" y="17664"/>
                      </a:lnTo>
                      <a:lnTo>
                        <a:pt x="1810" y="17473"/>
                      </a:lnTo>
                      <a:lnTo>
                        <a:pt x="1619" y="17664"/>
                      </a:lnTo>
                      <a:close/>
                      <a:moveTo>
                        <a:pt x="2381" y="18140"/>
                      </a:moveTo>
                      <a:cubicBezTo>
                        <a:pt x="2381" y="18140"/>
                        <a:pt x="2096" y="18330"/>
                        <a:pt x="1905" y="18330"/>
                      </a:cubicBezTo>
                      <a:cubicBezTo>
                        <a:pt x="1810" y="18330"/>
                        <a:pt x="1619" y="18330"/>
                        <a:pt x="1524" y="18140"/>
                      </a:cubicBezTo>
                      <a:lnTo>
                        <a:pt x="2381" y="18140"/>
                      </a:lnTo>
                      <a:close/>
                      <a:moveTo>
                        <a:pt x="1714" y="16521"/>
                      </a:moveTo>
                      <a:cubicBezTo>
                        <a:pt x="1714" y="16521"/>
                        <a:pt x="1714" y="16235"/>
                        <a:pt x="1714" y="16235"/>
                      </a:cubicBezTo>
                      <a:cubicBezTo>
                        <a:pt x="1714" y="16235"/>
                        <a:pt x="1714" y="16425"/>
                        <a:pt x="1714" y="16521"/>
                      </a:cubicBezTo>
                      <a:close/>
                      <a:moveTo>
                        <a:pt x="1714" y="16521"/>
                      </a:moveTo>
                      <a:cubicBezTo>
                        <a:pt x="1714" y="16521"/>
                        <a:pt x="2096" y="16711"/>
                        <a:pt x="2572" y="16902"/>
                      </a:cubicBezTo>
                      <a:cubicBezTo>
                        <a:pt x="2858" y="16997"/>
                        <a:pt x="3143" y="17187"/>
                        <a:pt x="3143" y="17473"/>
                      </a:cubicBezTo>
                      <a:cubicBezTo>
                        <a:pt x="3143" y="17473"/>
                        <a:pt x="3143" y="17568"/>
                        <a:pt x="3048" y="17759"/>
                      </a:cubicBezTo>
                      <a:lnTo>
                        <a:pt x="3048" y="17949"/>
                      </a:lnTo>
                      <a:lnTo>
                        <a:pt x="2286" y="17282"/>
                      </a:lnTo>
                      <a:lnTo>
                        <a:pt x="2000" y="17568"/>
                      </a:lnTo>
                      <a:cubicBezTo>
                        <a:pt x="2000" y="17568"/>
                        <a:pt x="1810" y="17282"/>
                        <a:pt x="1810" y="17092"/>
                      </a:cubicBezTo>
                      <a:cubicBezTo>
                        <a:pt x="1810" y="16616"/>
                        <a:pt x="1810" y="16425"/>
                        <a:pt x="1810" y="16616"/>
                      </a:cubicBezTo>
                      <a:close/>
                      <a:moveTo>
                        <a:pt x="2572" y="14425"/>
                      </a:moveTo>
                      <a:lnTo>
                        <a:pt x="2572" y="14139"/>
                      </a:lnTo>
                      <a:lnTo>
                        <a:pt x="2858" y="14139"/>
                      </a:lnTo>
                      <a:cubicBezTo>
                        <a:pt x="2858" y="14139"/>
                        <a:pt x="2858" y="14615"/>
                        <a:pt x="2572" y="14806"/>
                      </a:cubicBezTo>
                      <a:cubicBezTo>
                        <a:pt x="2572" y="14806"/>
                        <a:pt x="2476" y="14806"/>
                        <a:pt x="2381" y="14806"/>
                      </a:cubicBezTo>
                      <a:cubicBezTo>
                        <a:pt x="2381" y="14806"/>
                        <a:pt x="2191" y="14806"/>
                        <a:pt x="2096" y="14901"/>
                      </a:cubicBezTo>
                      <a:cubicBezTo>
                        <a:pt x="2000" y="14901"/>
                        <a:pt x="1905" y="15092"/>
                        <a:pt x="1905" y="15092"/>
                      </a:cubicBezTo>
                      <a:lnTo>
                        <a:pt x="1810" y="15092"/>
                      </a:lnTo>
                      <a:lnTo>
                        <a:pt x="1810" y="14425"/>
                      </a:lnTo>
                      <a:cubicBezTo>
                        <a:pt x="1810" y="14425"/>
                        <a:pt x="1905" y="14520"/>
                        <a:pt x="2096" y="14615"/>
                      </a:cubicBezTo>
                      <a:cubicBezTo>
                        <a:pt x="2191" y="14615"/>
                        <a:pt x="2286" y="14806"/>
                        <a:pt x="2381" y="14806"/>
                      </a:cubicBezTo>
                      <a:cubicBezTo>
                        <a:pt x="2476" y="14806"/>
                        <a:pt x="2572" y="14711"/>
                        <a:pt x="2572" y="14520"/>
                      </a:cubicBezTo>
                      <a:close/>
                      <a:moveTo>
                        <a:pt x="2000" y="17568"/>
                      </a:moveTo>
                      <a:lnTo>
                        <a:pt x="2000" y="17568"/>
                      </a:lnTo>
                      <a:close/>
                      <a:moveTo>
                        <a:pt x="2381" y="11187"/>
                      </a:moveTo>
                      <a:lnTo>
                        <a:pt x="2381" y="11472"/>
                      </a:lnTo>
                      <a:lnTo>
                        <a:pt x="1905" y="11282"/>
                      </a:lnTo>
                      <a:cubicBezTo>
                        <a:pt x="1905" y="11282"/>
                        <a:pt x="2096" y="11282"/>
                        <a:pt x="2381" y="11282"/>
                      </a:cubicBezTo>
                      <a:close/>
                      <a:moveTo>
                        <a:pt x="2381" y="20521"/>
                      </a:moveTo>
                      <a:cubicBezTo>
                        <a:pt x="2381" y="20521"/>
                        <a:pt x="2572" y="21283"/>
                        <a:pt x="2953" y="21473"/>
                      </a:cubicBezTo>
                      <a:cubicBezTo>
                        <a:pt x="2762" y="21473"/>
                        <a:pt x="2572" y="21378"/>
                        <a:pt x="2191" y="21188"/>
                      </a:cubicBezTo>
                      <a:lnTo>
                        <a:pt x="2381" y="20521"/>
                      </a:lnTo>
                      <a:close/>
                      <a:moveTo>
                        <a:pt x="2381" y="12425"/>
                      </a:moveTo>
                      <a:cubicBezTo>
                        <a:pt x="2381" y="12425"/>
                        <a:pt x="2381" y="12234"/>
                        <a:pt x="2381" y="12234"/>
                      </a:cubicBezTo>
                      <a:lnTo>
                        <a:pt x="2381" y="12425"/>
                      </a:lnTo>
                      <a:close/>
                      <a:moveTo>
                        <a:pt x="2381" y="12234"/>
                      </a:moveTo>
                      <a:lnTo>
                        <a:pt x="2381" y="11948"/>
                      </a:lnTo>
                      <a:lnTo>
                        <a:pt x="2572" y="11948"/>
                      </a:lnTo>
                      <a:cubicBezTo>
                        <a:pt x="2572" y="11948"/>
                        <a:pt x="2476" y="12139"/>
                        <a:pt x="2381" y="12234"/>
                      </a:cubicBezTo>
                      <a:close/>
                      <a:moveTo>
                        <a:pt x="2381" y="20616"/>
                      </a:moveTo>
                      <a:cubicBezTo>
                        <a:pt x="2381" y="20616"/>
                        <a:pt x="2381" y="20426"/>
                        <a:pt x="2476" y="20331"/>
                      </a:cubicBezTo>
                      <a:lnTo>
                        <a:pt x="2476" y="20616"/>
                      </a:lnTo>
                      <a:close/>
                      <a:moveTo>
                        <a:pt x="2667" y="16235"/>
                      </a:moveTo>
                      <a:lnTo>
                        <a:pt x="2667" y="16235"/>
                      </a:lnTo>
                      <a:close/>
                      <a:moveTo>
                        <a:pt x="2667" y="16235"/>
                      </a:moveTo>
                      <a:lnTo>
                        <a:pt x="2858" y="16044"/>
                      </a:lnTo>
                      <a:cubicBezTo>
                        <a:pt x="2858" y="16044"/>
                        <a:pt x="3048" y="15854"/>
                        <a:pt x="3048" y="15854"/>
                      </a:cubicBezTo>
                      <a:cubicBezTo>
                        <a:pt x="3048" y="15854"/>
                        <a:pt x="3238" y="15949"/>
                        <a:pt x="3238" y="16140"/>
                      </a:cubicBezTo>
                      <a:cubicBezTo>
                        <a:pt x="3334" y="16140"/>
                        <a:pt x="3143" y="16140"/>
                        <a:pt x="2667" y="16140"/>
                      </a:cubicBezTo>
                      <a:close/>
                      <a:moveTo>
                        <a:pt x="4000" y="15092"/>
                      </a:moveTo>
                      <a:lnTo>
                        <a:pt x="4000" y="15473"/>
                      </a:lnTo>
                      <a:lnTo>
                        <a:pt x="3334" y="15282"/>
                      </a:lnTo>
                      <a:lnTo>
                        <a:pt x="4000" y="15092"/>
                      </a:lnTo>
                      <a:close/>
                      <a:moveTo>
                        <a:pt x="4667" y="18045"/>
                      </a:moveTo>
                      <a:cubicBezTo>
                        <a:pt x="4667" y="18045"/>
                        <a:pt x="4286" y="18235"/>
                        <a:pt x="4096" y="18330"/>
                      </a:cubicBezTo>
                      <a:cubicBezTo>
                        <a:pt x="3905" y="18426"/>
                        <a:pt x="3810" y="18521"/>
                        <a:pt x="3810" y="18616"/>
                      </a:cubicBezTo>
                      <a:cubicBezTo>
                        <a:pt x="3810" y="18616"/>
                        <a:pt x="3810" y="18711"/>
                        <a:pt x="4000" y="18807"/>
                      </a:cubicBezTo>
                      <a:lnTo>
                        <a:pt x="3524" y="18616"/>
                      </a:lnTo>
                      <a:cubicBezTo>
                        <a:pt x="3524" y="18616"/>
                        <a:pt x="3810" y="18235"/>
                        <a:pt x="3524" y="18045"/>
                      </a:cubicBezTo>
                      <a:cubicBezTo>
                        <a:pt x="3620" y="18045"/>
                        <a:pt x="3810" y="18045"/>
                        <a:pt x="4000" y="17854"/>
                      </a:cubicBezTo>
                      <a:cubicBezTo>
                        <a:pt x="4191" y="17759"/>
                        <a:pt x="4286" y="17759"/>
                        <a:pt x="4382" y="17759"/>
                      </a:cubicBezTo>
                      <a:cubicBezTo>
                        <a:pt x="4477" y="17759"/>
                        <a:pt x="4572" y="17759"/>
                        <a:pt x="4572" y="18045"/>
                      </a:cubicBezTo>
                      <a:close/>
                      <a:moveTo>
                        <a:pt x="3524" y="20616"/>
                      </a:moveTo>
                      <a:lnTo>
                        <a:pt x="3715" y="20902"/>
                      </a:lnTo>
                      <a:lnTo>
                        <a:pt x="3524" y="20902"/>
                      </a:lnTo>
                      <a:lnTo>
                        <a:pt x="3524" y="20616"/>
                      </a:lnTo>
                      <a:close/>
                      <a:moveTo>
                        <a:pt x="3524" y="22140"/>
                      </a:moveTo>
                      <a:lnTo>
                        <a:pt x="3524" y="21950"/>
                      </a:lnTo>
                      <a:lnTo>
                        <a:pt x="3810" y="21950"/>
                      </a:lnTo>
                      <a:lnTo>
                        <a:pt x="3524" y="22140"/>
                      </a:lnTo>
                      <a:close/>
                      <a:moveTo>
                        <a:pt x="3715" y="16330"/>
                      </a:moveTo>
                      <a:lnTo>
                        <a:pt x="3715" y="15949"/>
                      </a:lnTo>
                      <a:lnTo>
                        <a:pt x="4191" y="16330"/>
                      </a:lnTo>
                      <a:lnTo>
                        <a:pt x="3715" y="16330"/>
                      </a:lnTo>
                      <a:close/>
                      <a:moveTo>
                        <a:pt x="4572" y="13758"/>
                      </a:moveTo>
                      <a:cubicBezTo>
                        <a:pt x="4572" y="13758"/>
                        <a:pt x="4572" y="14044"/>
                        <a:pt x="4382" y="14139"/>
                      </a:cubicBezTo>
                      <a:cubicBezTo>
                        <a:pt x="4286" y="14235"/>
                        <a:pt x="4191" y="14235"/>
                        <a:pt x="4096" y="14235"/>
                      </a:cubicBezTo>
                      <a:cubicBezTo>
                        <a:pt x="4096" y="14235"/>
                        <a:pt x="4000" y="14235"/>
                        <a:pt x="4096" y="14235"/>
                      </a:cubicBezTo>
                      <a:lnTo>
                        <a:pt x="4096" y="14235"/>
                      </a:lnTo>
                      <a:cubicBezTo>
                        <a:pt x="4096" y="14235"/>
                        <a:pt x="4477" y="14235"/>
                        <a:pt x="4477" y="13949"/>
                      </a:cubicBezTo>
                      <a:cubicBezTo>
                        <a:pt x="4477" y="13949"/>
                        <a:pt x="4477" y="13949"/>
                        <a:pt x="4477" y="13758"/>
                      </a:cubicBezTo>
                      <a:lnTo>
                        <a:pt x="4763" y="13758"/>
                      </a:lnTo>
                      <a:close/>
                      <a:moveTo>
                        <a:pt x="4191" y="21664"/>
                      </a:moveTo>
                      <a:cubicBezTo>
                        <a:pt x="4191" y="21664"/>
                        <a:pt x="4191" y="21569"/>
                        <a:pt x="4191" y="21473"/>
                      </a:cubicBezTo>
                      <a:cubicBezTo>
                        <a:pt x="4191" y="21283"/>
                        <a:pt x="4286" y="21188"/>
                        <a:pt x="4572" y="21188"/>
                      </a:cubicBezTo>
                      <a:cubicBezTo>
                        <a:pt x="4667" y="21188"/>
                        <a:pt x="4858" y="21188"/>
                        <a:pt x="4858" y="21378"/>
                      </a:cubicBezTo>
                      <a:cubicBezTo>
                        <a:pt x="4858" y="21569"/>
                        <a:pt x="4572" y="21569"/>
                        <a:pt x="4286" y="21569"/>
                      </a:cubicBezTo>
                      <a:close/>
                      <a:moveTo>
                        <a:pt x="4572" y="18521"/>
                      </a:moveTo>
                      <a:cubicBezTo>
                        <a:pt x="4572" y="18521"/>
                        <a:pt x="4572" y="18711"/>
                        <a:pt x="4382" y="18902"/>
                      </a:cubicBezTo>
                      <a:lnTo>
                        <a:pt x="4382" y="18521"/>
                      </a:lnTo>
                      <a:lnTo>
                        <a:pt x="4572" y="18521"/>
                      </a:lnTo>
                      <a:close/>
                      <a:moveTo>
                        <a:pt x="28194" y="4995"/>
                      </a:moveTo>
                      <a:lnTo>
                        <a:pt x="28480" y="5281"/>
                      </a:lnTo>
                      <a:lnTo>
                        <a:pt x="28289" y="5662"/>
                      </a:lnTo>
                      <a:cubicBezTo>
                        <a:pt x="28289" y="5662"/>
                        <a:pt x="28099" y="5472"/>
                        <a:pt x="27908" y="5472"/>
                      </a:cubicBezTo>
                      <a:cubicBezTo>
                        <a:pt x="27908" y="5472"/>
                        <a:pt x="27813" y="5472"/>
                        <a:pt x="27622" y="5662"/>
                      </a:cubicBezTo>
                      <a:cubicBezTo>
                        <a:pt x="27813" y="5757"/>
                        <a:pt x="27813" y="6138"/>
                        <a:pt x="27622" y="6519"/>
                      </a:cubicBezTo>
                      <a:lnTo>
                        <a:pt x="28289" y="6900"/>
                      </a:lnTo>
                      <a:cubicBezTo>
                        <a:pt x="28289" y="6900"/>
                        <a:pt x="27718" y="7281"/>
                        <a:pt x="27718" y="7662"/>
                      </a:cubicBezTo>
                      <a:lnTo>
                        <a:pt x="27718" y="7948"/>
                      </a:lnTo>
                      <a:cubicBezTo>
                        <a:pt x="27718" y="7948"/>
                        <a:pt x="27718" y="8139"/>
                        <a:pt x="27718" y="8234"/>
                      </a:cubicBezTo>
                      <a:cubicBezTo>
                        <a:pt x="27718" y="8710"/>
                        <a:pt x="27527" y="8996"/>
                        <a:pt x="27242" y="9091"/>
                      </a:cubicBezTo>
                      <a:cubicBezTo>
                        <a:pt x="27337" y="9567"/>
                        <a:pt x="27432" y="9948"/>
                        <a:pt x="27432" y="10329"/>
                      </a:cubicBezTo>
                      <a:cubicBezTo>
                        <a:pt x="27432" y="11091"/>
                        <a:pt x="27242" y="11568"/>
                        <a:pt x="26765" y="12044"/>
                      </a:cubicBezTo>
                      <a:cubicBezTo>
                        <a:pt x="26765" y="12139"/>
                        <a:pt x="26765" y="12330"/>
                        <a:pt x="26765" y="12520"/>
                      </a:cubicBezTo>
                      <a:cubicBezTo>
                        <a:pt x="26765" y="12615"/>
                        <a:pt x="26765" y="12901"/>
                        <a:pt x="26765" y="13187"/>
                      </a:cubicBezTo>
                      <a:cubicBezTo>
                        <a:pt x="26765" y="13568"/>
                        <a:pt x="26765" y="13663"/>
                        <a:pt x="26765" y="13854"/>
                      </a:cubicBezTo>
                      <a:cubicBezTo>
                        <a:pt x="26765" y="13949"/>
                        <a:pt x="26765" y="14139"/>
                        <a:pt x="26765" y="14235"/>
                      </a:cubicBezTo>
                      <a:cubicBezTo>
                        <a:pt x="26575" y="14425"/>
                        <a:pt x="26384" y="14520"/>
                        <a:pt x="26384" y="14615"/>
                      </a:cubicBezTo>
                      <a:cubicBezTo>
                        <a:pt x="26384" y="14711"/>
                        <a:pt x="26384" y="14806"/>
                        <a:pt x="26479" y="14997"/>
                      </a:cubicBezTo>
                      <a:cubicBezTo>
                        <a:pt x="26479" y="15092"/>
                        <a:pt x="26479" y="15282"/>
                        <a:pt x="26479" y="15282"/>
                      </a:cubicBezTo>
                      <a:cubicBezTo>
                        <a:pt x="26479" y="15568"/>
                        <a:pt x="26384" y="15663"/>
                        <a:pt x="26099" y="15758"/>
                      </a:cubicBezTo>
                      <a:cubicBezTo>
                        <a:pt x="26289" y="15949"/>
                        <a:pt x="26289" y="16140"/>
                        <a:pt x="26289" y="16330"/>
                      </a:cubicBezTo>
                      <a:cubicBezTo>
                        <a:pt x="26289" y="16330"/>
                        <a:pt x="26289" y="16711"/>
                        <a:pt x="26099" y="17378"/>
                      </a:cubicBezTo>
                      <a:cubicBezTo>
                        <a:pt x="25908" y="17473"/>
                        <a:pt x="25813" y="17759"/>
                        <a:pt x="25813" y="18045"/>
                      </a:cubicBezTo>
                      <a:cubicBezTo>
                        <a:pt x="25813" y="18045"/>
                        <a:pt x="25813" y="18330"/>
                        <a:pt x="25813" y="18616"/>
                      </a:cubicBezTo>
                      <a:cubicBezTo>
                        <a:pt x="25813" y="18902"/>
                        <a:pt x="25908" y="19092"/>
                        <a:pt x="25908" y="19283"/>
                      </a:cubicBezTo>
                      <a:cubicBezTo>
                        <a:pt x="25908" y="19664"/>
                        <a:pt x="25717" y="20045"/>
                        <a:pt x="25432" y="20235"/>
                      </a:cubicBezTo>
                      <a:cubicBezTo>
                        <a:pt x="25337" y="20426"/>
                        <a:pt x="25241" y="20807"/>
                        <a:pt x="25241" y="21093"/>
                      </a:cubicBezTo>
                      <a:cubicBezTo>
                        <a:pt x="25241" y="21093"/>
                        <a:pt x="25241" y="21473"/>
                        <a:pt x="25241" y="21664"/>
                      </a:cubicBezTo>
                      <a:lnTo>
                        <a:pt x="25241" y="22236"/>
                      </a:lnTo>
                      <a:cubicBezTo>
                        <a:pt x="25241" y="22807"/>
                        <a:pt x="25051" y="23283"/>
                        <a:pt x="24575" y="23569"/>
                      </a:cubicBezTo>
                      <a:cubicBezTo>
                        <a:pt x="24575" y="23855"/>
                        <a:pt x="24575" y="24140"/>
                        <a:pt x="24765" y="24426"/>
                      </a:cubicBezTo>
                      <a:cubicBezTo>
                        <a:pt x="24765" y="24426"/>
                        <a:pt x="24575" y="24522"/>
                        <a:pt x="24384" y="24617"/>
                      </a:cubicBezTo>
                      <a:cubicBezTo>
                        <a:pt x="24193" y="24712"/>
                        <a:pt x="24098" y="24807"/>
                        <a:pt x="24098" y="24903"/>
                      </a:cubicBezTo>
                      <a:cubicBezTo>
                        <a:pt x="24098" y="24903"/>
                        <a:pt x="24098" y="24998"/>
                        <a:pt x="24098" y="25093"/>
                      </a:cubicBezTo>
                      <a:cubicBezTo>
                        <a:pt x="23813" y="25188"/>
                        <a:pt x="23336" y="25283"/>
                        <a:pt x="22955" y="25283"/>
                      </a:cubicBezTo>
                      <a:cubicBezTo>
                        <a:pt x="22670" y="25283"/>
                        <a:pt x="22193" y="25283"/>
                        <a:pt x="21336" y="25188"/>
                      </a:cubicBezTo>
                      <a:cubicBezTo>
                        <a:pt x="20669" y="25188"/>
                        <a:pt x="20193" y="25188"/>
                        <a:pt x="19812" y="25188"/>
                      </a:cubicBezTo>
                      <a:cubicBezTo>
                        <a:pt x="18859" y="23474"/>
                        <a:pt x="18479" y="21855"/>
                        <a:pt x="18574" y="20712"/>
                      </a:cubicBezTo>
                      <a:cubicBezTo>
                        <a:pt x="18383" y="20426"/>
                        <a:pt x="18288" y="20045"/>
                        <a:pt x="18288" y="19664"/>
                      </a:cubicBezTo>
                      <a:lnTo>
                        <a:pt x="18288" y="18997"/>
                      </a:lnTo>
                      <a:cubicBezTo>
                        <a:pt x="18288" y="18997"/>
                        <a:pt x="18097" y="18235"/>
                        <a:pt x="17621" y="17949"/>
                      </a:cubicBezTo>
                      <a:cubicBezTo>
                        <a:pt x="17621" y="17759"/>
                        <a:pt x="17717" y="17664"/>
                        <a:pt x="17717" y="17473"/>
                      </a:cubicBezTo>
                      <a:cubicBezTo>
                        <a:pt x="17717" y="17187"/>
                        <a:pt x="17526" y="16902"/>
                        <a:pt x="17240" y="16425"/>
                      </a:cubicBezTo>
                      <a:cubicBezTo>
                        <a:pt x="17050" y="15949"/>
                        <a:pt x="16859" y="15663"/>
                        <a:pt x="16859" y="15473"/>
                      </a:cubicBezTo>
                      <a:cubicBezTo>
                        <a:pt x="16859" y="15187"/>
                        <a:pt x="16859" y="14997"/>
                        <a:pt x="17050" y="14806"/>
                      </a:cubicBezTo>
                      <a:cubicBezTo>
                        <a:pt x="16764" y="14615"/>
                        <a:pt x="16574" y="14425"/>
                        <a:pt x="16574" y="14139"/>
                      </a:cubicBezTo>
                      <a:cubicBezTo>
                        <a:pt x="16574" y="13758"/>
                        <a:pt x="16478" y="13568"/>
                        <a:pt x="16288" y="13377"/>
                      </a:cubicBezTo>
                      <a:cubicBezTo>
                        <a:pt x="16002" y="13568"/>
                        <a:pt x="15907" y="13854"/>
                        <a:pt x="15812" y="14235"/>
                      </a:cubicBezTo>
                      <a:cubicBezTo>
                        <a:pt x="15812" y="14711"/>
                        <a:pt x="15526" y="15092"/>
                        <a:pt x="15335" y="15187"/>
                      </a:cubicBezTo>
                      <a:cubicBezTo>
                        <a:pt x="15335" y="15187"/>
                        <a:pt x="15335" y="15568"/>
                        <a:pt x="15335" y="16521"/>
                      </a:cubicBezTo>
                      <a:cubicBezTo>
                        <a:pt x="14954" y="16711"/>
                        <a:pt x="14859" y="17092"/>
                        <a:pt x="14859" y="17568"/>
                      </a:cubicBezTo>
                      <a:cubicBezTo>
                        <a:pt x="14859" y="17568"/>
                        <a:pt x="14859" y="17759"/>
                        <a:pt x="14859" y="17949"/>
                      </a:cubicBezTo>
                      <a:lnTo>
                        <a:pt x="14859" y="18426"/>
                      </a:lnTo>
                      <a:cubicBezTo>
                        <a:pt x="14859" y="18902"/>
                        <a:pt x="14668" y="19378"/>
                        <a:pt x="14097" y="19569"/>
                      </a:cubicBezTo>
                      <a:cubicBezTo>
                        <a:pt x="14192" y="19664"/>
                        <a:pt x="14288" y="19854"/>
                        <a:pt x="14288" y="19949"/>
                      </a:cubicBezTo>
                      <a:cubicBezTo>
                        <a:pt x="14288" y="20045"/>
                        <a:pt x="14288" y="20235"/>
                        <a:pt x="14097" y="20426"/>
                      </a:cubicBezTo>
                      <a:cubicBezTo>
                        <a:pt x="13907" y="20616"/>
                        <a:pt x="13907" y="20712"/>
                        <a:pt x="13907" y="20807"/>
                      </a:cubicBezTo>
                      <a:cubicBezTo>
                        <a:pt x="13907" y="20902"/>
                        <a:pt x="14002" y="20997"/>
                        <a:pt x="14192" y="21093"/>
                      </a:cubicBezTo>
                      <a:cubicBezTo>
                        <a:pt x="14002" y="21283"/>
                        <a:pt x="13811" y="21569"/>
                        <a:pt x="13811" y="21855"/>
                      </a:cubicBezTo>
                      <a:cubicBezTo>
                        <a:pt x="13811" y="22236"/>
                        <a:pt x="13716" y="22521"/>
                        <a:pt x="13621" y="22807"/>
                      </a:cubicBezTo>
                      <a:lnTo>
                        <a:pt x="13240" y="22331"/>
                      </a:lnTo>
                      <a:lnTo>
                        <a:pt x="12859" y="22712"/>
                      </a:lnTo>
                      <a:lnTo>
                        <a:pt x="13240" y="22998"/>
                      </a:lnTo>
                      <a:lnTo>
                        <a:pt x="12859" y="23283"/>
                      </a:lnTo>
                      <a:cubicBezTo>
                        <a:pt x="12859" y="23283"/>
                        <a:pt x="13049" y="23379"/>
                        <a:pt x="13240" y="23379"/>
                      </a:cubicBezTo>
                      <a:cubicBezTo>
                        <a:pt x="13240" y="24045"/>
                        <a:pt x="13049" y="24617"/>
                        <a:pt x="12668" y="25093"/>
                      </a:cubicBezTo>
                      <a:cubicBezTo>
                        <a:pt x="12192" y="25093"/>
                        <a:pt x="11811" y="25093"/>
                        <a:pt x="11811" y="25379"/>
                      </a:cubicBezTo>
                      <a:cubicBezTo>
                        <a:pt x="11811" y="25283"/>
                        <a:pt x="11621" y="25283"/>
                        <a:pt x="11525" y="25283"/>
                      </a:cubicBezTo>
                      <a:lnTo>
                        <a:pt x="11239" y="25283"/>
                      </a:lnTo>
                      <a:cubicBezTo>
                        <a:pt x="11239" y="25283"/>
                        <a:pt x="11049" y="25379"/>
                        <a:pt x="10954" y="25379"/>
                      </a:cubicBezTo>
                      <a:cubicBezTo>
                        <a:pt x="10763" y="25379"/>
                        <a:pt x="10668" y="25283"/>
                        <a:pt x="10573" y="25093"/>
                      </a:cubicBezTo>
                      <a:cubicBezTo>
                        <a:pt x="10573" y="25093"/>
                        <a:pt x="10573" y="25188"/>
                        <a:pt x="10478" y="25283"/>
                      </a:cubicBezTo>
                      <a:cubicBezTo>
                        <a:pt x="10478" y="25379"/>
                        <a:pt x="10478" y="25474"/>
                        <a:pt x="10478" y="25569"/>
                      </a:cubicBezTo>
                      <a:cubicBezTo>
                        <a:pt x="10192" y="25188"/>
                        <a:pt x="10001" y="25093"/>
                        <a:pt x="9620" y="25093"/>
                      </a:cubicBezTo>
                      <a:lnTo>
                        <a:pt x="9430" y="25093"/>
                      </a:lnTo>
                      <a:lnTo>
                        <a:pt x="9239" y="25569"/>
                      </a:lnTo>
                      <a:cubicBezTo>
                        <a:pt x="9239" y="25569"/>
                        <a:pt x="8763" y="25283"/>
                        <a:pt x="8477" y="25283"/>
                      </a:cubicBezTo>
                      <a:cubicBezTo>
                        <a:pt x="8192" y="25283"/>
                        <a:pt x="7906" y="25188"/>
                        <a:pt x="7811" y="25093"/>
                      </a:cubicBezTo>
                      <a:lnTo>
                        <a:pt x="8001" y="25093"/>
                      </a:lnTo>
                      <a:cubicBezTo>
                        <a:pt x="8001" y="25093"/>
                        <a:pt x="8382" y="24903"/>
                        <a:pt x="8382" y="24617"/>
                      </a:cubicBezTo>
                      <a:lnTo>
                        <a:pt x="8382" y="24617"/>
                      </a:lnTo>
                      <a:cubicBezTo>
                        <a:pt x="8382" y="24617"/>
                        <a:pt x="7525" y="23379"/>
                        <a:pt x="7049" y="22331"/>
                      </a:cubicBezTo>
                      <a:lnTo>
                        <a:pt x="6858" y="22331"/>
                      </a:lnTo>
                      <a:cubicBezTo>
                        <a:pt x="6858" y="22331"/>
                        <a:pt x="6572" y="22331"/>
                        <a:pt x="6477" y="22331"/>
                      </a:cubicBezTo>
                      <a:cubicBezTo>
                        <a:pt x="6382" y="22331"/>
                        <a:pt x="6287" y="22140"/>
                        <a:pt x="6191" y="22140"/>
                      </a:cubicBezTo>
                      <a:cubicBezTo>
                        <a:pt x="6477" y="22045"/>
                        <a:pt x="6667" y="21950"/>
                        <a:pt x="6667" y="21950"/>
                      </a:cubicBezTo>
                      <a:cubicBezTo>
                        <a:pt x="6858" y="21950"/>
                        <a:pt x="7049" y="22140"/>
                        <a:pt x="7144" y="22426"/>
                      </a:cubicBezTo>
                      <a:cubicBezTo>
                        <a:pt x="7429" y="22236"/>
                        <a:pt x="7429" y="22045"/>
                        <a:pt x="7429" y="21950"/>
                      </a:cubicBezTo>
                      <a:cubicBezTo>
                        <a:pt x="7429" y="21759"/>
                        <a:pt x="7429" y="21664"/>
                        <a:pt x="7239" y="21569"/>
                      </a:cubicBezTo>
                      <a:cubicBezTo>
                        <a:pt x="7239" y="21188"/>
                        <a:pt x="7429" y="20712"/>
                        <a:pt x="7715" y="20235"/>
                      </a:cubicBezTo>
                      <a:lnTo>
                        <a:pt x="7620" y="20235"/>
                      </a:lnTo>
                      <a:cubicBezTo>
                        <a:pt x="7620" y="20235"/>
                        <a:pt x="7429" y="20235"/>
                        <a:pt x="7239" y="20235"/>
                      </a:cubicBezTo>
                      <a:cubicBezTo>
                        <a:pt x="7239" y="20235"/>
                        <a:pt x="7049" y="20235"/>
                        <a:pt x="7049" y="20235"/>
                      </a:cubicBezTo>
                      <a:cubicBezTo>
                        <a:pt x="6858" y="20235"/>
                        <a:pt x="6858" y="20235"/>
                        <a:pt x="6763" y="20045"/>
                      </a:cubicBezTo>
                      <a:cubicBezTo>
                        <a:pt x="6763" y="19759"/>
                        <a:pt x="6953" y="19473"/>
                        <a:pt x="7429" y="19188"/>
                      </a:cubicBezTo>
                      <a:cubicBezTo>
                        <a:pt x="7906" y="18997"/>
                        <a:pt x="8096" y="18807"/>
                        <a:pt x="8096" y="18616"/>
                      </a:cubicBezTo>
                      <a:cubicBezTo>
                        <a:pt x="8096" y="18616"/>
                        <a:pt x="8096" y="18426"/>
                        <a:pt x="8001" y="18235"/>
                      </a:cubicBezTo>
                      <a:cubicBezTo>
                        <a:pt x="7906" y="18521"/>
                        <a:pt x="7811" y="18521"/>
                        <a:pt x="7620" y="18426"/>
                      </a:cubicBezTo>
                      <a:cubicBezTo>
                        <a:pt x="7334" y="18330"/>
                        <a:pt x="7239" y="18330"/>
                        <a:pt x="7144" y="18426"/>
                      </a:cubicBezTo>
                      <a:cubicBezTo>
                        <a:pt x="7144" y="18426"/>
                        <a:pt x="7049" y="18616"/>
                        <a:pt x="7049" y="18616"/>
                      </a:cubicBezTo>
                      <a:lnTo>
                        <a:pt x="7239" y="18616"/>
                      </a:lnTo>
                      <a:cubicBezTo>
                        <a:pt x="7239" y="18616"/>
                        <a:pt x="7429" y="18807"/>
                        <a:pt x="7429" y="18807"/>
                      </a:cubicBezTo>
                      <a:cubicBezTo>
                        <a:pt x="7429" y="18807"/>
                        <a:pt x="7429" y="18902"/>
                        <a:pt x="7239" y="19092"/>
                      </a:cubicBezTo>
                      <a:cubicBezTo>
                        <a:pt x="6858" y="19092"/>
                        <a:pt x="6763" y="19092"/>
                        <a:pt x="6763" y="18807"/>
                      </a:cubicBezTo>
                      <a:cubicBezTo>
                        <a:pt x="6763" y="18807"/>
                        <a:pt x="6763" y="18711"/>
                        <a:pt x="6763" y="18616"/>
                      </a:cubicBezTo>
                      <a:lnTo>
                        <a:pt x="6763" y="18426"/>
                      </a:lnTo>
                      <a:cubicBezTo>
                        <a:pt x="6763" y="18426"/>
                        <a:pt x="6763" y="18140"/>
                        <a:pt x="6667" y="18045"/>
                      </a:cubicBezTo>
                      <a:lnTo>
                        <a:pt x="6953" y="18045"/>
                      </a:lnTo>
                      <a:cubicBezTo>
                        <a:pt x="6953" y="18045"/>
                        <a:pt x="6953" y="17854"/>
                        <a:pt x="6953" y="17568"/>
                      </a:cubicBezTo>
                      <a:cubicBezTo>
                        <a:pt x="6858" y="17378"/>
                        <a:pt x="6763" y="17378"/>
                        <a:pt x="6572" y="17282"/>
                      </a:cubicBezTo>
                      <a:lnTo>
                        <a:pt x="6096" y="17949"/>
                      </a:lnTo>
                      <a:lnTo>
                        <a:pt x="6096" y="16806"/>
                      </a:lnTo>
                      <a:lnTo>
                        <a:pt x="6763" y="16806"/>
                      </a:lnTo>
                      <a:cubicBezTo>
                        <a:pt x="6763" y="16806"/>
                        <a:pt x="6667" y="16616"/>
                        <a:pt x="6667" y="16521"/>
                      </a:cubicBezTo>
                      <a:cubicBezTo>
                        <a:pt x="6667" y="16330"/>
                        <a:pt x="6667" y="16235"/>
                        <a:pt x="6858" y="15949"/>
                      </a:cubicBezTo>
                      <a:cubicBezTo>
                        <a:pt x="6858" y="15758"/>
                        <a:pt x="6953" y="15568"/>
                        <a:pt x="6953" y="15473"/>
                      </a:cubicBezTo>
                      <a:cubicBezTo>
                        <a:pt x="6953" y="15473"/>
                        <a:pt x="6953" y="15282"/>
                        <a:pt x="6953" y="15187"/>
                      </a:cubicBezTo>
                      <a:cubicBezTo>
                        <a:pt x="6953" y="15187"/>
                        <a:pt x="6667" y="14997"/>
                        <a:pt x="6477" y="14997"/>
                      </a:cubicBezTo>
                      <a:cubicBezTo>
                        <a:pt x="6191" y="14997"/>
                        <a:pt x="6096" y="14997"/>
                        <a:pt x="6096" y="14997"/>
                      </a:cubicBezTo>
                      <a:cubicBezTo>
                        <a:pt x="6096" y="14901"/>
                        <a:pt x="6096" y="14806"/>
                        <a:pt x="6382" y="14615"/>
                      </a:cubicBezTo>
                      <a:lnTo>
                        <a:pt x="6858" y="14901"/>
                      </a:lnTo>
                      <a:cubicBezTo>
                        <a:pt x="6858" y="14901"/>
                        <a:pt x="7334" y="14425"/>
                        <a:pt x="7144" y="14044"/>
                      </a:cubicBezTo>
                      <a:cubicBezTo>
                        <a:pt x="7144" y="13949"/>
                        <a:pt x="7049" y="13854"/>
                        <a:pt x="6953" y="13854"/>
                      </a:cubicBezTo>
                      <a:cubicBezTo>
                        <a:pt x="6858" y="13854"/>
                        <a:pt x="6667" y="13854"/>
                        <a:pt x="6667" y="14044"/>
                      </a:cubicBezTo>
                      <a:cubicBezTo>
                        <a:pt x="6667" y="14044"/>
                        <a:pt x="6572" y="14139"/>
                        <a:pt x="6382" y="14425"/>
                      </a:cubicBezTo>
                      <a:cubicBezTo>
                        <a:pt x="6382" y="14425"/>
                        <a:pt x="6191" y="14139"/>
                        <a:pt x="5905" y="13854"/>
                      </a:cubicBezTo>
                      <a:cubicBezTo>
                        <a:pt x="5905" y="13663"/>
                        <a:pt x="6001" y="13377"/>
                        <a:pt x="6001" y="13091"/>
                      </a:cubicBezTo>
                      <a:cubicBezTo>
                        <a:pt x="6001" y="12615"/>
                        <a:pt x="5905" y="11948"/>
                        <a:pt x="5620" y="11187"/>
                      </a:cubicBezTo>
                      <a:cubicBezTo>
                        <a:pt x="5334" y="10424"/>
                        <a:pt x="5239" y="9758"/>
                        <a:pt x="5239" y="9472"/>
                      </a:cubicBezTo>
                      <a:cubicBezTo>
                        <a:pt x="5239" y="9091"/>
                        <a:pt x="5239" y="8710"/>
                        <a:pt x="5525" y="8424"/>
                      </a:cubicBezTo>
                      <a:cubicBezTo>
                        <a:pt x="5143" y="7853"/>
                        <a:pt x="4953" y="6996"/>
                        <a:pt x="4763" y="5948"/>
                      </a:cubicBezTo>
                      <a:cubicBezTo>
                        <a:pt x="4572" y="4233"/>
                        <a:pt x="4477" y="3471"/>
                        <a:pt x="4477" y="3376"/>
                      </a:cubicBezTo>
                      <a:cubicBezTo>
                        <a:pt x="4477" y="2709"/>
                        <a:pt x="4477" y="2328"/>
                        <a:pt x="4477" y="2328"/>
                      </a:cubicBezTo>
                      <a:cubicBezTo>
                        <a:pt x="4572" y="1852"/>
                        <a:pt x="4763" y="1566"/>
                        <a:pt x="5048" y="1376"/>
                      </a:cubicBezTo>
                      <a:cubicBezTo>
                        <a:pt x="5239" y="1376"/>
                        <a:pt x="5715" y="1376"/>
                        <a:pt x="6382" y="1185"/>
                      </a:cubicBezTo>
                      <a:cubicBezTo>
                        <a:pt x="6953" y="1185"/>
                        <a:pt x="7429" y="1090"/>
                        <a:pt x="7715" y="1090"/>
                      </a:cubicBezTo>
                      <a:cubicBezTo>
                        <a:pt x="8382" y="1090"/>
                        <a:pt x="8954" y="1376"/>
                        <a:pt x="9334" y="1852"/>
                      </a:cubicBezTo>
                      <a:lnTo>
                        <a:pt x="9334" y="2519"/>
                      </a:lnTo>
                      <a:cubicBezTo>
                        <a:pt x="9334" y="2519"/>
                        <a:pt x="9334" y="2995"/>
                        <a:pt x="9334" y="2995"/>
                      </a:cubicBezTo>
                      <a:cubicBezTo>
                        <a:pt x="9334" y="3471"/>
                        <a:pt x="9525" y="3757"/>
                        <a:pt x="9906" y="3852"/>
                      </a:cubicBezTo>
                      <a:cubicBezTo>
                        <a:pt x="9716" y="3948"/>
                        <a:pt x="9716" y="4233"/>
                        <a:pt x="9716" y="4424"/>
                      </a:cubicBezTo>
                      <a:cubicBezTo>
                        <a:pt x="9716" y="4519"/>
                        <a:pt x="9716" y="4614"/>
                        <a:pt x="9716" y="4805"/>
                      </a:cubicBezTo>
                      <a:cubicBezTo>
                        <a:pt x="9716" y="4995"/>
                        <a:pt x="9716" y="5090"/>
                        <a:pt x="9716" y="5186"/>
                      </a:cubicBezTo>
                      <a:cubicBezTo>
                        <a:pt x="9716" y="5472"/>
                        <a:pt x="9620" y="5567"/>
                        <a:pt x="9334" y="5567"/>
                      </a:cubicBezTo>
                      <a:cubicBezTo>
                        <a:pt x="9334" y="5567"/>
                        <a:pt x="9144" y="5567"/>
                        <a:pt x="9049" y="5567"/>
                      </a:cubicBezTo>
                      <a:cubicBezTo>
                        <a:pt x="9049" y="5662"/>
                        <a:pt x="9144" y="5757"/>
                        <a:pt x="9334" y="5757"/>
                      </a:cubicBezTo>
                      <a:lnTo>
                        <a:pt x="9716" y="5757"/>
                      </a:lnTo>
                      <a:lnTo>
                        <a:pt x="9716" y="6043"/>
                      </a:lnTo>
                      <a:lnTo>
                        <a:pt x="9430" y="6043"/>
                      </a:lnTo>
                      <a:cubicBezTo>
                        <a:pt x="9430" y="6043"/>
                        <a:pt x="9620" y="6424"/>
                        <a:pt x="9906" y="6805"/>
                      </a:cubicBezTo>
                      <a:cubicBezTo>
                        <a:pt x="10192" y="7186"/>
                        <a:pt x="10287" y="7472"/>
                        <a:pt x="10287" y="7853"/>
                      </a:cubicBezTo>
                      <a:cubicBezTo>
                        <a:pt x="10192" y="9091"/>
                        <a:pt x="10382" y="10044"/>
                        <a:pt x="11144" y="10520"/>
                      </a:cubicBezTo>
                      <a:lnTo>
                        <a:pt x="11239" y="10520"/>
                      </a:lnTo>
                      <a:cubicBezTo>
                        <a:pt x="11239" y="10520"/>
                        <a:pt x="11430" y="10520"/>
                        <a:pt x="11525" y="10520"/>
                      </a:cubicBezTo>
                      <a:cubicBezTo>
                        <a:pt x="11621" y="10424"/>
                        <a:pt x="11716" y="10234"/>
                        <a:pt x="11811" y="10234"/>
                      </a:cubicBezTo>
                      <a:lnTo>
                        <a:pt x="11811" y="9663"/>
                      </a:lnTo>
                      <a:cubicBezTo>
                        <a:pt x="11811" y="9663"/>
                        <a:pt x="12192" y="8901"/>
                        <a:pt x="12097" y="8234"/>
                      </a:cubicBezTo>
                      <a:cubicBezTo>
                        <a:pt x="12478" y="8043"/>
                        <a:pt x="12668" y="7567"/>
                        <a:pt x="12668" y="6805"/>
                      </a:cubicBezTo>
                      <a:cubicBezTo>
                        <a:pt x="12668" y="6043"/>
                        <a:pt x="12859" y="5472"/>
                        <a:pt x="13240" y="5186"/>
                      </a:cubicBezTo>
                      <a:cubicBezTo>
                        <a:pt x="13240" y="4900"/>
                        <a:pt x="13049" y="4614"/>
                        <a:pt x="12763" y="4138"/>
                      </a:cubicBezTo>
                      <a:lnTo>
                        <a:pt x="13716" y="4138"/>
                      </a:lnTo>
                      <a:cubicBezTo>
                        <a:pt x="13430" y="3186"/>
                        <a:pt x="13525" y="2519"/>
                        <a:pt x="13907" y="1947"/>
                      </a:cubicBezTo>
                      <a:cubicBezTo>
                        <a:pt x="14097" y="1662"/>
                        <a:pt x="14383" y="1471"/>
                        <a:pt x="14668" y="1471"/>
                      </a:cubicBezTo>
                      <a:cubicBezTo>
                        <a:pt x="14764" y="1471"/>
                        <a:pt x="15050" y="1471"/>
                        <a:pt x="15335" y="1471"/>
                      </a:cubicBezTo>
                      <a:cubicBezTo>
                        <a:pt x="15621" y="1662"/>
                        <a:pt x="15812" y="1662"/>
                        <a:pt x="15907" y="1662"/>
                      </a:cubicBezTo>
                      <a:cubicBezTo>
                        <a:pt x="16192" y="1662"/>
                        <a:pt x="16478" y="1471"/>
                        <a:pt x="16669" y="1185"/>
                      </a:cubicBezTo>
                      <a:cubicBezTo>
                        <a:pt x="16859" y="1185"/>
                        <a:pt x="16954" y="1090"/>
                        <a:pt x="17145" y="1090"/>
                      </a:cubicBezTo>
                      <a:cubicBezTo>
                        <a:pt x="17431" y="1090"/>
                        <a:pt x="17717" y="1281"/>
                        <a:pt x="17907" y="1662"/>
                      </a:cubicBezTo>
                      <a:cubicBezTo>
                        <a:pt x="18193" y="2043"/>
                        <a:pt x="18479" y="2138"/>
                        <a:pt x="18764" y="2138"/>
                      </a:cubicBezTo>
                      <a:cubicBezTo>
                        <a:pt x="18764" y="2423"/>
                        <a:pt x="18859" y="2709"/>
                        <a:pt x="18955" y="2995"/>
                      </a:cubicBezTo>
                      <a:cubicBezTo>
                        <a:pt x="18955" y="3281"/>
                        <a:pt x="19241" y="3471"/>
                        <a:pt x="19526" y="3566"/>
                      </a:cubicBezTo>
                      <a:cubicBezTo>
                        <a:pt x="19526" y="3566"/>
                        <a:pt x="19526" y="3852"/>
                        <a:pt x="19431" y="4138"/>
                      </a:cubicBezTo>
                      <a:cubicBezTo>
                        <a:pt x="19431" y="4329"/>
                        <a:pt x="19336" y="4614"/>
                        <a:pt x="19336" y="4710"/>
                      </a:cubicBezTo>
                      <a:cubicBezTo>
                        <a:pt x="19336" y="4995"/>
                        <a:pt x="19431" y="5186"/>
                        <a:pt x="19717" y="5281"/>
                      </a:cubicBezTo>
                      <a:lnTo>
                        <a:pt x="20098" y="5281"/>
                      </a:lnTo>
                      <a:cubicBezTo>
                        <a:pt x="20098" y="5281"/>
                        <a:pt x="19907" y="6043"/>
                        <a:pt x="19907" y="6329"/>
                      </a:cubicBezTo>
                      <a:cubicBezTo>
                        <a:pt x="19907" y="6900"/>
                        <a:pt x="20098" y="7377"/>
                        <a:pt x="20383" y="7757"/>
                      </a:cubicBezTo>
                      <a:cubicBezTo>
                        <a:pt x="20383" y="7757"/>
                        <a:pt x="20383" y="8043"/>
                        <a:pt x="20383" y="8139"/>
                      </a:cubicBezTo>
                      <a:cubicBezTo>
                        <a:pt x="20383" y="8520"/>
                        <a:pt x="20479" y="8805"/>
                        <a:pt x="20764" y="9282"/>
                      </a:cubicBezTo>
                      <a:cubicBezTo>
                        <a:pt x="21050" y="9758"/>
                        <a:pt x="21146" y="10044"/>
                        <a:pt x="21146" y="10329"/>
                      </a:cubicBezTo>
                      <a:cubicBezTo>
                        <a:pt x="21146" y="10520"/>
                        <a:pt x="21146" y="10615"/>
                        <a:pt x="21146" y="10806"/>
                      </a:cubicBezTo>
                      <a:cubicBezTo>
                        <a:pt x="21146" y="10996"/>
                        <a:pt x="21336" y="11187"/>
                        <a:pt x="21431" y="11282"/>
                      </a:cubicBezTo>
                      <a:cubicBezTo>
                        <a:pt x="22193" y="10806"/>
                        <a:pt x="22574" y="10329"/>
                        <a:pt x="22574" y="9948"/>
                      </a:cubicBezTo>
                      <a:cubicBezTo>
                        <a:pt x="22574" y="9948"/>
                        <a:pt x="22574" y="9948"/>
                        <a:pt x="22574" y="9758"/>
                      </a:cubicBezTo>
                      <a:cubicBezTo>
                        <a:pt x="22288" y="9758"/>
                        <a:pt x="22193" y="9567"/>
                        <a:pt x="22193" y="9282"/>
                      </a:cubicBezTo>
                      <a:cubicBezTo>
                        <a:pt x="22193" y="9186"/>
                        <a:pt x="22193" y="8996"/>
                        <a:pt x="22193" y="8710"/>
                      </a:cubicBezTo>
                      <a:cubicBezTo>
                        <a:pt x="22193" y="8424"/>
                        <a:pt x="22288" y="8329"/>
                        <a:pt x="22288" y="8234"/>
                      </a:cubicBezTo>
                      <a:cubicBezTo>
                        <a:pt x="22574" y="8139"/>
                        <a:pt x="22860" y="7853"/>
                        <a:pt x="22955" y="7281"/>
                      </a:cubicBezTo>
                      <a:cubicBezTo>
                        <a:pt x="23050" y="6710"/>
                        <a:pt x="23336" y="6424"/>
                        <a:pt x="23717" y="6329"/>
                      </a:cubicBezTo>
                      <a:cubicBezTo>
                        <a:pt x="23527" y="6329"/>
                        <a:pt x="23336" y="6329"/>
                        <a:pt x="23146" y="6329"/>
                      </a:cubicBezTo>
                      <a:cubicBezTo>
                        <a:pt x="22955" y="6329"/>
                        <a:pt x="22765" y="6233"/>
                        <a:pt x="22574" y="6043"/>
                      </a:cubicBezTo>
                      <a:cubicBezTo>
                        <a:pt x="22479" y="5281"/>
                        <a:pt x="22670" y="4614"/>
                        <a:pt x="23146" y="4043"/>
                      </a:cubicBezTo>
                      <a:cubicBezTo>
                        <a:pt x="23146" y="3662"/>
                        <a:pt x="23146" y="3376"/>
                        <a:pt x="23527" y="3281"/>
                      </a:cubicBezTo>
                      <a:cubicBezTo>
                        <a:pt x="23336" y="3281"/>
                        <a:pt x="23146" y="3090"/>
                        <a:pt x="23146" y="2900"/>
                      </a:cubicBezTo>
                      <a:cubicBezTo>
                        <a:pt x="23146" y="2709"/>
                        <a:pt x="23146" y="2519"/>
                        <a:pt x="23241" y="2328"/>
                      </a:cubicBezTo>
                      <a:cubicBezTo>
                        <a:pt x="23622" y="1662"/>
                        <a:pt x="24384" y="1376"/>
                        <a:pt x="25622" y="1376"/>
                      </a:cubicBezTo>
                      <a:lnTo>
                        <a:pt x="26575" y="1376"/>
                      </a:lnTo>
                      <a:cubicBezTo>
                        <a:pt x="27051" y="1376"/>
                        <a:pt x="27432" y="1376"/>
                        <a:pt x="27718" y="1281"/>
                      </a:cubicBezTo>
                      <a:cubicBezTo>
                        <a:pt x="28099" y="1566"/>
                        <a:pt x="28384" y="2043"/>
                        <a:pt x="28575" y="2709"/>
                      </a:cubicBezTo>
                      <a:cubicBezTo>
                        <a:pt x="28194" y="2805"/>
                        <a:pt x="28004" y="3186"/>
                        <a:pt x="28004" y="3852"/>
                      </a:cubicBezTo>
                      <a:cubicBezTo>
                        <a:pt x="28004" y="5090"/>
                        <a:pt x="28004" y="5567"/>
                        <a:pt x="28004" y="5472"/>
                      </a:cubicBezTo>
                      <a:close/>
                      <a:moveTo>
                        <a:pt x="5048" y="15949"/>
                      </a:moveTo>
                      <a:lnTo>
                        <a:pt x="4572" y="15568"/>
                      </a:lnTo>
                      <a:cubicBezTo>
                        <a:pt x="4572" y="15568"/>
                        <a:pt x="4858" y="15568"/>
                        <a:pt x="5143" y="15854"/>
                      </a:cubicBezTo>
                      <a:lnTo>
                        <a:pt x="4953" y="15854"/>
                      </a:lnTo>
                      <a:close/>
                      <a:moveTo>
                        <a:pt x="4763" y="16902"/>
                      </a:moveTo>
                      <a:cubicBezTo>
                        <a:pt x="4763" y="16902"/>
                        <a:pt x="5143" y="17092"/>
                        <a:pt x="5239" y="17092"/>
                      </a:cubicBezTo>
                      <a:lnTo>
                        <a:pt x="4572" y="17092"/>
                      </a:lnTo>
                      <a:lnTo>
                        <a:pt x="4763" y="16902"/>
                      </a:lnTo>
                      <a:close/>
                      <a:moveTo>
                        <a:pt x="6382" y="19473"/>
                      </a:moveTo>
                      <a:cubicBezTo>
                        <a:pt x="6382" y="19473"/>
                        <a:pt x="5715" y="19378"/>
                        <a:pt x="5525" y="19759"/>
                      </a:cubicBezTo>
                      <a:cubicBezTo>
                        <a:pt x="5525" y="19759"/>
                        <a:pt x="5429" y="19759"/>
                        <a:pt x="5334" y="19759"/>
                      </a:cubicBezTo>
                      <a:lnTo>
                        <a:pt x="4953" y="19759"/>
                      </a:lnTo>
                      <a:cubicBezTo>
                        <a:pt x="4953" y="19759"/>
                        <a:pt x="4858" y="19569"/>
                        <a:pt x="4763" y="19473"/>
                      </a:cubicBezTo>
                      <a:cubicBezTo>
                        <a:pt x="4763" y="19378"/>
                        <a:pt x="4763" y="19283"/>
                        <a:pt x="4763" y="19188"/>
                      </a:cubicBezTo>
                      <a:cubicBezTo>
                        <a:pt x="4953" y="19473"/>
                        <a:pt x="5143" y="19569"/>
                        <a:pt x="5334" y="19569"/>
                      </a:cubicBezTo>
                      <a:cubicBezTo>
                        <a:pt x="5334" y="19569"/>
                        <a:pt x="5429" y="19569"/>
                        <a:pt x="5525" y="19569"/>
                      </a:cubicBezTo>
                      <a:lnTo>
                        <a:pt x="5810" y="18902"/>
                      </a:lnTo>
                      <a:lnTo>
                        <a:pt x="6477" y="19569"/>
                      </a:lnTo>
                      <a:close/>
                      <a:moveTo>
                        <a:pt x="4763" y="12425"/>
                      </a:moveTo>
                      <a:lnTo>
                        <a:pt x="4763" y="12044"/>
                      </a:lnTo>
                      <a:lnTo>
                        <a:pt x="5525" y="12425"/>
                      </a:lnTo>
                      <a:lnTo>
                        <a:pt x="4763" y="12425"/>
                      </a:lnTo>
                      <a:close/>
                      <a:moveTo>
                        <a:pt x="5048" y="25283"/>
                      </a:moveTo>
                      <a:lnTo>
                        <a:pt x="4763" y="24903"/>
                      </a:lnTo>
                      <a:lnTo>
                        <a:pt x="5048" y="25093"/>
                      </a:lnTo>
                      <a:lnTo>
                        <a:pt x="5048" y="25283"/>
                      </a:lnTo>
                      <a:close/>
                      <a:moveTo>
                        <a:pt x="4953" y="20235"/>
                      </a:moveTo>
                      <a:lnTo>
                        <a:pt x="5239" y="20235"/>
                      </a:lnTo>
                      <a:lnTo>
                        <a:pt x="5048" y="20616"/>
                      </a:lnTo>
                      <a:lnTo>
                        <a:pt x="4953" y="20616"/>
                      </a:lnTo>
                      <a:lnTo>
                        <a:pt x="4953" y="20235"/>
                      </a:lnTo>
                      <a:close/>
                      <a:moveTo>
                        <a:pt x="4953" y="23760"/>
                      </a:moveTo>
                      <a:lnTo>
                        <a:pt x="4953" y="23760"/>
                      </a:lnTo>
                      <a:close/>
                      <a:moveTo>
                        <a:pt x="5048" y="22902"/>
                      </a:moveTo>
                      <a:cubicBezTo>
                        <a:pt x="5048" y="22902"/>
                        <a:pt x="5048" y="22236"/>
                        <a:pt x="5334" y="22236"/>
                      </a:cubicBezTo>
                      <a:cubicBezTo>
                        <a:pt x="5334" y="22236"/>
                        <a:pt x="5334" y="22236"/>
                        <a:pt x="5525" y="22236"/>
                      </a:cubicBezTo>
                      <a:cubicBezTo>
                        <a:pt x="5525" y="22426"/>
                        <a:pt x="5525" y="22521"/>
                        <a:pt x="5334" y="22616"/>
                      </a:cubicBezTo>
                      <a:cubicBezTo>
                        <a:pt x="5143" y="22616"/>
                        <a:pt x="5048" y="22616"/>
                        <a:pt x="5048" y="22807"/>
                      </a:cubicBezTo>
                      <a:close/>
                      <a:moveTo>
                        <a:pt x="5905" y="16806"/>
                      </a:moveTo>
                      <a:lnTo>
                        <a:pt x="5810" y="16806"/>
                      </a:lnTo>
                      <a:lnTo>
                        <a:pt x="5334" y="16330"/>
                      </a:lnTo>
                      <a:lnTo>
                        <a:pt x="5525" y="16330"/>
                      </a:lnTo>
                      <a:cubicBezTo>
                        <a:pt x="5525" y="16330"/>
                        <a:pt x="5525" y="16425"/>
                        <a:pt x="5525" y="16425"/>
                      </a:cubicBezTo>
                      <a:cubicBezTo>
                        <a:pt x="5525" y="16425"/>
                        <a:pt x="5525" y="16616"/>
                        <a:pt x="5715" y="16616"/>
                      </a:cubicBezTo>
                      <a:cubicBezTo>
                        <a:pt x="5715" y="16616"/>
                        <a:pt x="5905" y="16711"/>
                        <a:pt x="5905" y="16806"/>
                      </a:cubicBezTo>
                      <a:close/>
                      <a:moveTo>
                        <a:pt x="5334" y="18235"/>
                      </a:moveTo>
                      <a:cubicBezTo>
                        <a:pt x="5334" y="18235"/>
                        <a:pt x="5620" y="18235"/>
                        <a:pt x="5810" y="18426"/>
                      </a:cubicBezTo>
                      <a:lnTo>
                        <a:pt x="5334" y="18616"/>
                      </a:lnTo>
                      <a:lnTo>
                        <a:pt x="5334" y="18235"/>
                      </a:lnTo>
                      <a:close/>
                      <a:moveTo>
                        <a:pt x="5334" y="26141"/>
                      </a:moveTo>
                      <a:lnTo>
                        <a:pt x="5334" y="25855"/>
                      </a:lnTo>
                      <a:lnTo>
                        <a:pt x="5715" y="26141"/>
                      </a:lnTo>
                      <a:lnTo>
                        <a:pt x="5334" y="26141"/>
                      </a:lnTo>
                      <a:close/>
                      <a:moveTo>
                        <a:pt x="5334" y="17664"/>
                      </a:moveTo>
                      <a:lnTo>
                        <a:pt x="5715" y="17664"/>
                      </a:lnTo>
                      <a:lnTo>
                        <a:pt x="5429" y="18045"/>
                      </a:lnTo>
                      <a:lnTo>
                        <a:pt x="5239" y="17664"/>
                      </a:lnTo>
                      <a:close/>
                      <a:moveTo>
                        <a:pt x="5525" y="13949"/>
                      </a:moveTo>
                      <a:lnTo>
                        <a:pt x="5525" y="13377"/>
                      </a:lnTo>
                      <a:lnTo>
                        <a:pt x="5810" y="13377"/>
                      </a:lnTo>
                      <a:cubicBezTo>
                        <a:pt x="5810" y="13377"/>
                        <a:pt x="5810" y="13854"/>
                        <a:pt x="5525" y="13949"/>
                      </a:cubicBezTo>
                      <a:close/>
                      <a:moveTo>
                        <a:pt x="6096" y="20616"/>
                      </a:moveTo>
                      <a:cubicBezTo>
                        <a:pt x="6096" y="20616"/>
                        <a:pt x="6096" y="20902"/>
                        <a:pt x="5810" y="21093"/>
                      </a:cubicBezTo>
                      <a:lnTo>
                        <a:pt x="5810" y="20521"/>
                      </a:lnTo>
                      <a:cubicBezTo>
                        <a:pt x="5810" y="20521"/>
                        <a:pt x="6001" y="20712"/>
                        <a:pt x="6096" y="20521"/>
                      </a:cubicBezTo>
                      <a:close/>
                      <a:moveTo>
                        <a:pt x="6001" y="23760"/>
                      </a:moveTo>
                      <a:cubicBezTo>
                        <a:pt x="6001" y="23760"/>
                        <a:pt x="6287" y="23760"/>
                        <a:pt x="6382" y="23855"/>
                      </a:cubicBezTo>
                      <a:lnTo>
                        <a:pt x="6572" y="24331"/>
                      </a:lnTo>
                      <a:lnTo>
                        <a:pt x="6287" y="24331"/>
                      </a:lnTo>
                      <a:cubicBezTo>
                        <a:pt x="6287" y="24331"/>
                        <a:pt x="6287" y="24236"/>
                        <a:pt x="6287" y="24140"/>
                      </a:cubicBezTo>
                      <a:cubicBezTo>
                        <a:pt x="6287" y="24140"/>
                        <a:pt x="6287" y="24140"/>
                        <a:pt x="6096" y="23950"/>
                      </a:cubicBezTo>
                      <a:cubicBezTo>
                        <a:pt x="6001" y="23950"/>
                        <a:pt x="5905" y="23855"/>
                        <a:pt x="5905" y="23760"/>
                      </a:cubicBezTo>
                      <a:cubicBezTo>
                        <a:pt x="5905" y="23760"/>
                        <a:pt x="5905" y="23760"/>
                        <a:pt x="6001" y="23760"/>
                      </a:cubicBezTo>
                      <a:close/>
                      <a:moveTo>
                        <a:pt x="6001" y="22236"/>
                      </a:moveTo>
                      <a:cubicBezTo>
                        <a:pt x="6001" y="22236"/>
                        <a:pt x="6191" y="22045"/>
                        <a:pt x="6382" y="22236"/>
                      </a:cubicBezTo>
                      <a:cubicBezTo>
                        <a:pt x="6191" y="22236"/>
                        <a:pt x="6096" y="22236"/>
                        <a:pt x="6001" y="22236"/>
                      </a:cubicBezTo>
                      <a:close/>
                      <a:moveTo>
                        <a:pt x="6382" y="18330"/>
                      </a:moveTo>
                      <a:lnTo>
                        <a:pt x="6382" y="18330"/>
                      </a:lnTo>
                      <a:close/>
                      <a:moveTo>
                        <a:pt x="6572" y="18711"/>
                      </a:moveTo>
                      <a:lnTo>
                        <a:pt x="6572" y="18711"/>
                      </a:lnTo>
                      <a:lnTo>
                        <a:pt x="6572" y="18521"/>
                      </a:lnTo>
                      <a:cubicBezTo>
                        <a:pt x="6572" y="18521"/>
                        <a:pt x="6572" y="18521"/>
                        <a:pt x="6572" y="18711"/>
                      </a:cubicBezTo>
                      <a:close/>
                      <a:moveTo>
                        <a:pt x="7334" y="24426"/>
                      </a:moveTo>
                      <a:cubicBezTo>
                        <a:pt x="7334" y="24426"/>
                        <a:pt x="7144" y="24426"/>
                        <a:pt x="7049" y="24236"/>
                      </a:cubicBezTo>
                      <a:cubicBezTo>
                        <a:pt x="7049" y="24236"/>
                        <a:pt x="6953" y="23950"/>
                        <a:pt x="6953" y="23855"/>
                      </a:cubicBezTo>
                      <a:lnTo>
                        <a:pt x="7429" y="24331"/>
                      </a:lnTo>
                      <a:close/>
                      <a:moveTo>
                        <a:pt x="7239" y="15663"/>
                      </a:moveTo>
                      <a:cubicBezTo>
                        <a:pt x="7239" y="15663"/>
                        <a:pt x="7906" y="15949"/>
                        <a:pt x="8096" y="15949"/>
                      </a:cubicBezTo>
                      <a:cubicBezTo>
                        <a:pt x="8287" y="15949"/>
                        <a:pt x="8477" y="15854"/>
                        <a:pt x="8477" y="15663"/>
                      </a:cubicBezTo>
                      <a:lnTo>
                        <a:pt x="7715" y="15663"/>
                      </a:lnTo>
                      <a:cubicBezTo>
                        <a:pt x="7715" y="15663"/>
                        <a:pt x="7334" y="15568"/>
                        <a:pt x="7239" y="15282"/>
                      </a:cubicBezTo>
                      <a:lnTo>
                        <a:pt x="7239" y="15663"/>
                      </a:lnTo>
                      <a:close/>
                      <a:moveTo>
                        <a:pt x="7525" y="21759"/>
                      </a:moveTo>
                      <a:lnTo>
                        <a:pt x="7525" y="21759"/>
                      </a:lnTo>
                      <a:close/>
                      <a:moveTo>
                        <a:pt x="7715" y="19854"/>
                      </a:moveTo>
                      <a:lnTo>
                        <a:pt x="8192" y="19854"/>
                      </a:lnTo>
                      <a:lnTo>
                        <a:pt x="7811" y="19664"/>
                      </a:lnTo>
                      <a:lnTo>
                        <a:pt x="7811" y="19854"/>
                      </a:lnTo>
                      <a:close/>
                      <a:moveTo>
                        <a:pt x="7811" y="26807"/>
                      </a:moveTo>
                      <a:lnTo>
                        <a:pt x="7811" y="26522"/>
                      </a:lnTo>
                      <a:lnTo>
                        <a:pt x="8096" y="26522"/>
                      </a:lnTo>
                      <a:lnTo>
                        <a:pt x="8096" y="26807"/>
                      </a:lnTo>
                      <a:lnTo>
                        <a:pt x="7811" y="26807"/>
                      </a:lnTo>
                      <a:close/>
                      <a:moveTo>
                        <a:pt x="8382" y="14330"/>
                      </a:moveTo>
                      <a:lnTo>
                        <a:pt x="8382" y="14330"/>
                      </a:lnTo>
                      <a:close/>
                      <a:moveTo>
                        <a:pt x="8287" y="17664"/>
                      </a:moveTo>
                      <a:cubicBezTo>
                        <a:pt x="8287" y="17664"/>
                        <a:pt x="8382" y="17568"/>
                        <a:pt x="8477" y="17568"/>
                      </a:cubicBezTo>
                      <a:cubicBezTo>
                        <a:pt x="8477" y="17568"/>
                        <a:pt x="8572" y="17568"/>
                        <a:pt x="8668" y="17664"/>
                      </a:cubicBezTo>
                      <a:lnTo>
                        <a:pt x="8763" y="17664"/>
                      </a:lnTo>
                      <a:cubicBezTo>
                        <a:pt x="8763" y="17664"/>
                        <a:pt x="8858" y="17664"/>
                        <a:pt x="8954" y="17664"/>
                      </a:cubicBezTo>
                      <a:cubicBezTo>
                        <a:pt x="8954" y="17568"/>
                        <a:pt x="8858" y="17473"/>
                        <a:pt x="8668" y="17473"/>
                      </a:cubicBezTo>
                      <a:lnTo>
                        <a:pt x="8382" y="17473"/>
                      </a:lnTo>
                      <a:lnTo>
                        <a:pt x="8382" y="17664"/>
                      </a:lnTo>
                      <a:close/>
                      <a:moveTo>
                        <a:pt x="8954" y="20331"/>
                      </a:moveTo>
                      <a:lnTo>
                        <a:pt x="8954" y="20331"/>
                      </a:lnTo>
                      <a:cubicBezTo>
                        <a:pt x="8954" y="20331"/>
                        <a:pt x="8572" y="20426"/>
                        <a:pt x="8382" y="20331"/>
                      </a:cubicBezTo>
                      <a:cubicBezTo>
                        <a:pt x="8572" y="20521"/>
                        <a:pt x="8668" y="20521"/>
                        <a:pt x="8954" y="20331"/>
                      </a:cubicBezTo>
                      <a:close/>
                      <a:moveTo>
                        <a:pt x="8572" y="22902"/>
                      </a:moveTo>
                      <a:lnTo>
                        <a:pt x="8763" y="22521"/>
                      </a:lnTo>
                      <a:cubicBezTo>
                        <a:pt x="8763" y="22521"/>
                        <a:pt x="8954" y="22331"/>
                        <a:pt x="9144" y="22426"/>
                      </a:cubicBezTo>
                      <a:cubicBezTo>
                        <a:pt x="9049" y="22426"/>
                        <a:pt x="9049" y="22331"/>
                        <a:pt x="8954" y="22331"/>
                      </a:cubicBezTo>
                      <a:cubicBezTo>
                        <a:pt x="8858" y="22331"/>
                        <a:pt x="8763" y="22521"/>
                        <a:pt x="8668" y="22902"/>
                      </a:cubicBezTo>
                      <a:close/>
                      <a:moveTo>
                        <a:pt x="9144" y="26046"/>
                      </a:moveTo>
                      <a:cubicBezTo>
                        <a:pt x="9144" y="26046"/>
                        <a:pt x="9334" y="26236"/>
                        <a:pt x="9334" y="26236"/>
                      </a:cubicBezTo>
                      <a:cubicBezTo>
                        <a:pt x="9239" y="26236"/>
                        <a:pt x="9144" y="26331"/>
                        <a:pt x="8858" y="26331"/>
                      </a:cubicBezTo>
                      <a:lnTo>
                        <a:pt x="9049" y="26046"/>
                      </a:lnTo>
                      <a:close/>
                      <a:moveTo>
                        <a:pt x="9334" y="22045"/>
                      </a:moveTo>
                      <a:cubicBezTo>
                        <a:pt x="9334" y="22045"/>
                        <a:pt x="9716" y="22045"/>
                        <a:pt x="9906" y="22236"/>
                      </a:cubicBezTo>
                      <a:lnTo>
                        <a:pt x="10096" y="21950"/>
                      </a:lnTo>
                      <a:cubicBezTo>
                        <a:pt x="10096" y="21950"/>
                        <a:pt x="9334" y="21950"/>
                        <a:pt x="9334" y="22045"/>
                      </a:cubicBezTo>
                      <a:close/>
                      <a:moveTo>
                        <a:pt x="9525" y="23093"/>
                      </a:moveTo>
                      <a:lnTo>
                        <a:pt x="9811" y="22807"/>
                      </a:lnTo>
                      <a:lnTo>
                        <a:pt x="9525" y="22807"/>
                      </a:lnTo>
                      <a:lnTo>
                        <a:pt x="9525" y="23093"/>
                      </a:lnTo>
                      <a:close/>
                      <a:moveTo>
                        <a:pt x="10096" y="18426"/>
                      </a:moveTo>
                      <a:cubicBezTo>
                        <a:pt x="10096" y="18426"/>
                        <a:pt x="10001" y="18330"/>
                        <a:pt x="9906" y="18426"/>
                      </a:cubicBezTo>
                      <a:cubicBezTo>
                        <a:pt x="9906" y="18426"/>
                        <a:pt x="9716" y="18426"/>
                        <a:pt x="9906" y="18616"/>
                      </a:cubicBezTo>
                      <a:lnTo>
                        <a:pt x="10096" y="18616"/>
                      </a:lnTo>
                      <a:cubicBezTo>
                        <a:pt x="10096" y="18616"/>
                        <a:pt x="10192" y="18521"/>
                        <a:pt x="10096" y="18426"/>
                      </a:cubicBezTo>
                      <a:close/>
                      <a:moveTo>
                        <a:pt x="10096" y="17282"/>
                      </a:moveTo>
                      <a:lnTo>
                        <a:pt x="10096" y="17282"/>
                      </a:lnTo>
                      <a:lnTo>
                        <a:pt x="10096" y="17282"/>
                      </a:lnTo>
                      <a:close/>
                      <a:moveTo>
                        <a:pt x="10382" y="23188"/>
                      </a:moveTo>
                      <a:lnTo>
                        <a:pt x="10382" y="23188"/>
                      </a:lnTo>
                      <a:lnTo>
                        <a:pt x="10192" y="22807"/>
                      </a:lnTo>
                      <a:lnTo>
                        <a:pt x="10382" y="23188"/>
                      </a:lnTo>
                      <a:close/>
                      <a:moveTo>
                        <a:pt x="10954" y="18140"/>
                      </a:moveTo>
                      <a:cubicBezTo>
                        <a:pt x="10954" y="18140"/>
                        <a:pt x="10478" y="18521"/>
                        <a:pt x="10573" y="18521"/>
                      </a:cubicBezTo>
                      <a:lnTo>
                        <a:pt x="11144" y="18521"/>
                      </a:lnTo>
                      <a:lnTo>
                        <a:pt x="10668" y="18330"/>
                      </a:lnTo>
                      <a:lnTo>
                        <a:pt x="10954" y="18045"/>
                      </a:lnTo>
                      <a:close/>
                      <a:moveTo>
                        <a:pt x="10668" y="21093"/>
                      </a:moveTo>
                      <a:lnTo>
                        <a:pt x="10668" y="21093"/>
                      </a:lnTo>
                      <a:lnTo>
                        <a:pt x="10858" y="20521"/>
                      </a:lnTo>
                      <a:lnTo>
                        <a:pt x="10573" y="21093"/>
                      </a:lnTo>
                      <a:close/>
                      <a:moveTo>
                        <a:pt x="10668" y="23664"/>
                      </a:moveTo>
                      <a:cubicBezTo>
                        <a:pt x="10668" y="23664"/>
                        <a:pt x="11049" y="23664"/>
                        <a:pt x="11144" y="23474"/>
                      </a:cubicBezTo>
                      <a:cubicBezTo>
                        <a:pt x="11049" y="23474"/>
                        <a:pt x="10858" y="23474"/>
                        <a:pt x="10668" y="23664"/>
                      </a:cubicBezTo>
                      <a:close/>
                      <a:moveTo>
                        <a:pt x="11335" y="10615"/>
                      </a:moveTo>
                      <a:cubicBezTo>
                        <a:pt x="11335" y="10615"/>
                        <a:pt x="10954" y="10615"/>
                        <a:pt x="10954" y="10901"/>
                      </a:cubicBezTo>
                      <a:cubicBezTo>
                        <a:pt x="10954" y="11187"/>
                        <a:pt x="11049" y="11282"/>
                        <a:pt x="11239" y="11282"/>
                      </a:cubicBezTo>
                      <a:cubicBezTo>
                        <a:pt x="11335" y="11282"/>
                        <a:pt x="11430" y="10901"/>
                        <a:pt x="11430" y="10520"/>
                      </a:cubicBezTo>
                      <a:close/>
                      <a:moveTo>
                        <a:pt x="11906" y="16806"/>
                      </a:moveTo>
                      <a:cubicBezTo>
                        <a:pt x="11906" y="16806"/>
                        <a:pt x="11621" y="16806"/>
                        <a:pt x="11335" y="16997"/>
                      </a:cubicBezTo>
                      <a:cubicBezTo>
                        <a:pt x="11525" y="16997"/>
                        <a:pt x="11716" y="16997"/>
                        <a:pt x="11906" y="16806"/>
                      </a:cubicBezTo>
                      <a:close/>
                      <a:moveTo>
                        <a:pt x="11906" y="19378"/>
                      </a:moveTo>
                      <a:cubicBezTo>
                        <a:pt x="11906" y="19378"/>
                        <a:pt x="12383" y="19092"/>
                        <a:pt x="12478" y="19092"/>
                      </a:cubicBezTo>
                      <a:cubicBezTo>
                        <a:pt x="12573" y="19092"/>
                        <a:pt x="12668" y="19092"/>
                        <a:pt x="12763" y="19092"/>
                      </a:cubicBezTo>
                      <a:lnTo>
                        <a:pt x="12763" y="18902"/>
                      </a:lnTo>
                      <a:cubicBezTo>
                        <a:pt x="12763" y="18902"/>
                        <a:pt x="12478" y="18711"/>
                        <a:pt x="12192" y="18616"/>
                      </a:cubicBezTo>
                      <a:cubicBezTo>
                        <a:pt x="11906" y="18521"/>
                        <a:pt x="11811" y="18426"/>
                        <a:pt x="11621" y="18426"/>
                      </a:cubicBezTo>
                      <a:lnTo>
                        <a:pt x="11335" y="18426"/>
                      </a:lnTo>
                      <a:cubicBezTo>
                        <a:pt x="11335" y="18426"/>
                        <a:pt x="11906" y="18616"/>
                        <a:pt x="12383" y="18902"/>
                      </a:cubicBezTo>
                      <a:cubicBezTo>
                        <a:pt x="12383" y="18902"/>
                        <a:pt x="12192" y="18997"/>
                        <a:pt x="12097" y="18997"/>
                      </a:cubicBezTo>
                      <a:lnTo>
                        <a:pt x="11811" y="18997"/>
                      </a:lnTo>
                      <a:lnTo>
                        <a:pt x="12001" y="19283"/>
                      </a:lnTo>
                      <a:close/>
                      <a:moveTo>
                        <a:pt x="11906" y="25474"/>
                      </a:moveTo>
                      <a:lnTo>
                        <a:pt x="11906" y="25283"/>
                      </a:lnTo>
                      <a:cubicBezTo>
                        <a:pt x="11906" y="25283"/>
                        <a:pt x="11906" y="25283"/>
                        <a:pt x="11906" y="25474"/>
                      </a:cubicBezTo>
                      <a:lnTo>
                        <a:pt x="11906" y="25474"/>
                      </a:lnTo>
                      <a:close/>
                      <a:moveTo>
                        <a:pt x="12954" y="24522"/>
                      </a:moveTo>
                      <a:lnTo>
                        <a:pt x="12954" y="24331"/>
                      </a:lnTo>
                      <a:cubicBezTo>
                        <a:pt x="12954" y="24331"/>
                        <a:pt x="12763" y="24236"/>
                        <a:pt x="12763" y="24236"/>
                      </a:cubicBezTo>
                      <a:lnTo>
                        <a:pt x="12763" y="24236"/>
                      </a:lnTo>
                      <a:cubicBezTo>
                        <a:pt x="12763" y="24236"/>
                        <a:pt x="12763" y="24236"/>
                        <a:pt x="12763" y="24236"/>
                      </a:cubicBezTo>
                      <a:lnTo>
                        <a:pt x="12954" y="24522"/>
                      </a:lnTo>
                      <a:close/>
                      <a:moveTo>
                        <a:pt x="12954" y="21473"/>
                      </a:moveTo>
                      <a:cubicBezTo>
                        <a:pt x="12954" y="21473"/>
                        <a:pt x="13240" y="21093"/>
                        <a:pt x="13240" y="20997"/>
                      </a:cubicBezTo>
                      <a:cubicBezTo>
                        <a:pt x="13240" y="20997"/>
                        <a:pt x="13145" y="20997"/>
                        <a:pt x="12954" y="20997"/>
                      </a:cubicBezTo>
                      <a:cubicBezTo>
                        <a:pt x="12859" y="20997"/>
                        <a:pt x="12763" y="21093"/>
                        <a:pt x="12763" y="21188"/>
                      </a:cubicBezTo>
                      <a:cubicBezTo>
                        <a:pt x="12763" y="21188"/>
                        <a:pt x="12763" y="21188"/>
                        <a:pt x="12763" y="21378"/>
                      </a:cubicBezTo>
                      <a:lnTo>
                        <a:pt x="12763" y="21378"/>
                      </a:lnTo>
                      <a:close/>
                      <a:moveTo>
                        <a:pt x="13716" y="5853"/>
                      </a:moveTo>
                      <a:cubicBezTo>
                        <a:pt x="13716" y="5853"/>
                        <a:pt x="13716" y="5948"/>
                        <a:pt x="13525" y="5948"/>
                      </a:cubicBezTo>
                      <a:cubicBezTo>
                        <a:pt x="13430" y="5948"/>
                        <a:pt x="13430" y="5853"/>
                        <a:pt x="13335" y="5853"/>
                      </a:cubicBezTo>
                      <a:cubicBezTo>
                        <a:pt x="13335" y="5853"/>
                        <a:pt x="13145" y="5853"/>
                        <a:pt x="13145" y="5948"/>
                      </a:cubicBezTo>
                      <a:lnTo>
                        <a:pt x="13525" y="5948"/>
                      </a:lnTo>
                      <a:cubicBezTo>
                        <a:pt x="13525" y="5948"/>
                        <a:pt x="13621" y="5948"/>
                        <a:pt x="13716" y="5853"/>
                      </a:cubicBezTo>
                      <a:close/>
                      <a:moveTo>
                        <a:pt x="13716" y="42"/>
                      </a:moveTo>
                      <a:cubicBezTo>
                        <a:pt x="13716" y="42"/>
                        <a:pt x="14097" y="-53"/>
                        <a:pt x="14478" y="42"/>
                      </a:cubicBezTo>
                      <a:lnTo>
                        <a:pt x="13716" y="42"/>
                      </a:lnTo>
                      <a:close/>
                      <a:moveTo>
                        <a:pt x="14478" y="5567"/>
                      </a:moveTo>
                      <a:cubicBezTo>
                        <a:pt x="14478" y="5567"/>
                        <a:pt x="14573" y="5376"/>
                        <a:pt x="14573" y="5186"/>
                      </a:cubicBezTo>
                      <a:lnTo>
                        <a:pt x="14192" y="5186"/>
                      </a:lnTo>
                      <a:lnTo>
                        <a:pt x="14478" y="5567"/>
                      </a:lnTo>
                      <a:close/>
                      <a:moveTo>
                        <a:pt x="14954" y="42"/>
                      </a:moveTo>
                      <a:cubicBezTo>
                        <a:pt x="14954" y="42"/>
                        <a:pt x="14668" y="42"/>
                        <a:pt x="14478" y="42"/>
                      </a:cubicBezTo>
                      <a:lnTo>
                        <a:pt x="14954" y="42"/>
                      </a:lnTo>
                      <a:close/>
                      <a:moveTo>
                        <a:pt x="14954" y="20997"/>
                      </a:moveTo>
                      <a:lnTo>
                        <a:pt x="14954" y="21188"/>
                      </a:lnTo>
                      <a:cubicBezTo>
                        <a:pt x="14954" y="21188"/>
                        <a:pt x="15050" y="21378"/>
                        <a:pt x="15145" y="21473"/>
                      </a:cubicBezTo>
                      <a:cubicBezTo>
                        <a:pt x="15050" y="21473"/>
                        <a:pt x="14954" y="21473"/>
                        <a:pt x="14764" y="21093"/>
                      </a:cubicBezTo>
                      <a:lnTo>
                        <a:pt x="14954" y="21093"/>
                      </a:lnTo>
                      <a:close/>
                      <a:moveTo>
                        <a:pt x="15812" y="11091"/>
                      </a:moveTo>
                      <a:lnTo>
                        <a:pt x="16002" y="11091"/>
                      </a:lnTo>
                      <a:cubicBezTo>
                        <a:pt x="16002" y="11091"/>
                        <a:pt x="15907" y="10996"/>
                        <a:pt x="15812" y="11091"/>
                      </a:cubicBezTo>
                      <a:cubicBezTo>
                        <a:pt x="15621" y="10901"/>
                        <a:pt x="15430" y="10806"/>
                        <a:pt x="15335" y="10901"/>
                      </a:cubicBezTo>
                      <a:lnTo>
                        <a:pt x="15145" y="12044"/>
                      </a:lnTo>
                      <a:lnTo>
                        <a:pt x="15430" y="12044"/>
                      </a:lnTo>
                      <a:cubicBezTo>
                        <a:pt x="15430" y="12044"/>
                        <a:pt x="15430" y="11472"/>
                        <a:pt x="15716" y="11091"/>
                      </a:cubicBezTo>
                      <a:close/>
                      <a:moveTo>
                        <a:pt x="15145" y="20331"/>
                      </a:moveTo>
                      <a:lnTo>
                        <a:pt x="15430" y="19854"/>
                      </a:lnTo>
                      <a:lnTo>
                        <a:pt x="15716" y="19854"/>
                      </a:lnTo>
                      <a:lnTo>
                        <a:pt x="15240" y="20331"/>
                      </a:lnTo>
                      <a:close/>
                      <a:moveTo>
                        <a:pt x="15621" y="10234"/>
                      </a:moveTo>
                      <a:cubicBezTo>
                        <a:pt x="15621" y="10234"/>
                        <a:pt x="15430" y="10234"/>
                        <a:pt x="15335" y="10234"/>
                      </a:cubicBezTo>
                      <a:cubicBezTo>
                        <a:pt x="15335" y="10234"/>
                        <a:pt x="15145" y="10424"/>
                        <a:pt x="15145" y="10424"/>
                      </a:cubicBezTo>
                      <a:cubicBezTo>
                        <a:pt x="15145" y="10520"/>
                        <a:pt x="15145" y="10520"/>
                        <a:pt x="15240" y="10615"/>
                      </a:cubicBezTo>
                      <a:cubicBezTo>
                        <a:pt x="15240" y="10615"/>
                        <a:pt x="15240" y="10615"/>
                        <a:pt x="15430" y="10615"/>
                      </a:cubicBezTo>
                      <a:cubicBezTo>
                        <a:pt x="15526" y="10520"/>
                        <a:pt x="15621" y="10424"/>
                        <a:pt x="15526" y="10234"/>
                      </a:cubicBezTo>
                      <a:close/>
                      <a:moveTo>
                        <a:pt x="15430" y="8424"/>
                      </a:moveTo>
                      <a:lnTo>
                        <a:pt x="15430" y="8805"/>
                      </a:lnTo>
                      <a:lnTo>
                        <a:pt x="15716" y="8805"/>
                      </a:lnTo>
                      <a:lnTo>
                        <a:pt x="15716" y="8520"/>
                      </a:lnTo>
                      <a:cubicBezTo>
                        <a:pt x="15716" y="8520"/>
                        <a:pt x="15621" y="8520"/>
                        <a:pt x="15430" y="8520"/>
                      </a:cubicBezTo>
                      <a:close/>
                      <a:moveTo>
                        <a:pt x="17336" y="11472"/>
                      </a:moveTo>
                      <a:lnTo>
                        <a:pt x="16859" y="11187"/>
                      </a:lnTo>
                      <a:lnTo>
                        <a:pt x="16859" y="10996"/>
                      </a:lnTo>
                      <a:lnTo>
                        <a:pt x="17336" y="10710"/>
                      </a:lnTo>
                      <a:lnTo>
                        <a:pt x="16859" y="10329"/>
                      </a:lnTo>
                      <a:lnTo>
                        <a:pt x="16859" y="10901"/>
                      </a:lnTo>
                      <a:lnTo>
                        <a:pt x="16764" y="10901"/>
                      </a:lnTo>
                      <a:lnTo>
                        <a:pt x="16764" y="11758"/>
                      </a:lnTo>
                      <a:lnTo>
                        <a:pt x="16954" y="11282"/>
                      </a:lnTo>
                      <a:lnTo>
                        <a:pt x="17336" y="11282"/>
                      </a:lnTo>
                      <a:close/>
                      <a:moveTo>
                        <a:pt x="17431" y="7377"/>
                      </a:moveTo>
                      <a:lnTo>
                        <a:pt x="17431" y="6996"/>
                      </a:lnTo>
                      <a:cubicBezTo>
                        <a:pt x="17431" y="6996"/>
                        <a:pt x="17050" y="6996"/>
                        <a:pt x="16954" y="7186"/>
                      </a:cubicBezTo>
                      <a:cubicBezTo>
                        <a:pt x="16954" y="7281"/>
                        <a:pt x="17050" y="7281"/>
                        <a:pt x="17145" y="7281"/>
                      </a:cubicBezTo>
                      <a:lnTo>
                        <a:pt x="17431" y="7281"/>
                      </a:lnTo>
                      <a:close/>
                      <a:moveTo>
                        <a:pt x="20098" y="12520"/>
                      </a:moveTo>
                      <a:lnTo>
                        <a:pt x="20098" y="12520"/>
                      </a:lnTo>
                      <a:cubicBezTo>
                        <a:pt x="20098" y="12520"/>
                        <a:pt x="20098" y="12425"/>
                        <a:pt x="20098" y="12330"/>
                      </a:cubicBezTo>
                      <a:cubicBezTo>
                        <a:pt x="20383" y="12615"/>
                        <a:pt x="20574" y="12711"/>
                        <a:pt x="20669" y="12711"/>
                      </a:cubicBezTo>
                      <a:cubicBezTo>
                        <a:pt x="20479" y="12711"/>
                        <a:pt x="20479" y="12520"/>
                        <a:pt x="20288" y="12330"/>
                      </a:cubicBezTo>
                      <a:cubicBezTo>
                        <a:pt x="20193" y="12044"/>
                        <a:pt x="20003" y="11948"/>
                        <a:pt x="19812" y="12044"/>
                      </a:cubicBezTo>
                      <a:lnTo>
                        <a:pt x="20098" y="12330"/>
                      </a:lnTo>
                      <a:lnTo>
                        <a:pt x="20098" y="12520"/>
                      </a:lnTo>
                      <a:lnTo>
                        <a:pt x="20003" y="12520"/>
                      </a:lnTo>
                      <a:lnTo>
                        <a:pt x="20003" y="13187"/>
                      </a:lnTo>
                      <a:cubicBezTo>
                        <a:pt x="20003" y="13187"/>
                        <a:pt x="19526" y="12996"/>
                        <a:pt x="19050" y="12806"/>
                      </a:cubicBezTo>
                      <a:lnTo>
                        <a:pt x="19050" y="12806"/>
                      </a:lnTo>
                      <a:lnTo>
                        <a:pt x="18859" y="12615"/>
                      </a:lnTo>
                      <a:lnTo>
                        <a:pt x="19145" y="12425"/>
                      </a:lnTo>
                      <a:cubicBezTo>
                        <a:pt x="19145" y="12425"/>
                        <a:pt x="18859" y="12425"/>
                        <a:pt x="18574" y="12330"/>
                      </a:cubicBezTo>
                      <a:cubicBezTo>
                        <a:pt x="18288" y="12330"/>
                        <a:pt x="18193" y="12330"/>
                        <a:pt x="18002" y="12330"/>
                      </a:cubicBezTo>
                      <a:cubicBezTo>
                        <a:pt x="17907" y="12330"/>
                        <a:pt x="17812" y="12330"/>
                        <a:pt x="17621" y="12330"/>
                      </a:cubicBezTo>
                      <a:cubicBezTo>
                        <a:pt x="18193" y="12330"/>
                        <a:pt x="18479" y="12615"/>
                        <a:pt x="18479" y="12996"/>
                      </a:cubicBezTo>
                      <a:cubicBezTo>
                        <a:pt x="18479" y="12996"/>
                        <a:pt x="18479" y="13187"/>
                        <a:pt x="18479" y="13187"/>
                      </a:cubicBezTo>
                      <a:lnTo>
                        <a:pt x="17431" y="13187"/>
                      </a:lnTo>
                      <a:lnTo>
                        <a:pt x="17717" y="13663"/>
                      </a:lnTo>
                      <a:lnTo>
                        <a:pt x="18002" y="13377"/>
                      </a:lnTo>
                      <a:cubicBezTo>
                        <a:pt x="18002" y="13377"/>
                        <a:pt x="18097" y="13377"/>
                        <a:pt x="18193" y="13568"/>
                      </a:cubicBezTo>
                      <a:cubicBezTo>
                        <a:pt x="18193" y="13568"/>
                        <a:pt x="18193" y="13568"/>
                        <a:pt x="18002" y="13758"/>
                      </a:cubicBezTo>
                      <a:cubicBezTo>
                        <a:pt x="18002" y="13758"/>
                        <a:pt x="18288" y="13758"/>
                        <a:pt x="18764" y="13949"/>
                      </a:cubicBezTo>
                      <a:lnTo>
                        <a:pt x="18764" y="13663"/>
                      </a:lnTo>
                      <a:cubicBezTo>
                        <a:pt x="18764" y="13663"/>
                        <a:pt x="18955" y="13663"/>
                        <a:pt x="19050" y="13663"/>
                      </a:cubicBezTo>
                      <a:cubicBezTo>
                        <a:pt x="19145" y="13663"/>
                        <a:pt x="19241" y="13758"/>
                        <a:pt x="19336" y="13854"/>
                      </a:cubicBezTo>
                      <a:lnTo>
                        <a:pt x="18574" y="12996"/>
                      </a:lnTo>
                      <a:lnTo>
                        <a:pt x="18859" y="12711"/>
                      </a:lnTo>
                      <a:cubicBezTo>
                        <a:pt x="18859" y="12711"/>
                        <a:pt x="18859" y="12711"/>
                        <a:pt x="18955" y="12711"/>
                      </a:cubicBezTo>
                      <a:cubicBezTo>
                        <a:pt x="18955" y="12711"/>
                        <a:pt x="18955" y="12711"/>
                        <a:pt x="18955" y="12806"/>
                      </a:cubicBezTo>
                      <a:lnTo>
                        <a:pt x="18859" y="12806"/>
                      </a:lnTo>
                      <a:cubicBezTo>
                        <a:pt x="18859" y="12806"/>
                        <a:pt x="19717" y="13377"/>
                        <a:pt x="20479" y="13187"/>
                      </a:cubicBezTo>
                      <a:lnTo>
                        <a:pt x="19907" y="12615"/>
                      </a:lnTo>
                      <a:close/>
                      <a:moveTo>
                        <a:pt x="18479" y="14425"/>
                      </a:moveTo>
                      <a:lnTo>
                        <a:pt x="18479" y="13949"/>
                      </a:lnTo>
                      <a:lnTo>
                        <a:pt x="18479" y="13949"/>
                      </a:lnTo>
                      <a:lnTo>
                        <a:pt x="18479" y="14425"/>
                      </a:lnTo>
                      <a:lnTo>
                        <a:pt x="18479" y="14425"/>
                      </a:lnTo>
                      <a:close/>
                      <a:moveTo>
                        <a:pt x="20479" y="14330"/>
                      </a:moveTo>
                      <a:lnTo>
                        <a:pt x="20479" y="14044"/>
                      </a:lnTo>
                      <a:cubicBezTo>
                        <a:pt x="20479" y="14044"/>
                        <a:pt x="20193" y="14044"/>
                        <a:pt x="19907" y="14044"/>
                      </a:cubicBezTo>
                      <a:cubicBezTo>
                        <a:pt x="19621" y="14044"/>
                        <a:pt x="19526" y="14044"/>
                        <a:pt x="19336" y="14044"/>
                      </a:cubicBezTo>
                      <a:cubicBezTo>
                        <a:pt x="18955" y="14044"/>
                        <a:pt x="18764" y="14044"/>
                        <a:pt x="18669" y="14425"/>
                      </a:cubicBezTo>
                      <a:lnTo>
                        <a:pt x="20383" y="14425"/>
                      </a:lnTo>
                      <a:close/>
                      <a:moveTo>
                        <a:pt x="20193" y="13473"/>
                      </a:moveTo>
                      <a:lnTo>
                        <a:pt x="20574" y="13663"/>
                      </a:lnTo>
                      <a:lnTo>
                        <a:pt x="20574" y="13473"/>
                      </a:lnTo>
                      <a:lnTo>
                        <a:pt x="20193" y="13473"/>
                      </a:lnTo>
                      <a:close/>
                      <a:moveTo>
                        <a:pt x="25527" y="9186"/>
                      </a:moveTo>
                      <a:cubicBezTo>
                        <a:pt x="25527" y="9186"/>
                        <a:pt x="26099" y="8901"/>
                        <a:pt x="26099" y="8615"/>
                      </a:cubicBezTo>
                      <a:cubicBezTo>
                        <a:pt x="26099" y="8424"/>
                        <a:pt x="26289" y="8329"/>
                        <a:pt x="26575" y="8329"/>
                      </a:cubicBezTo>
                      <a:cubicBezTo>
                        <a:pt x="26575" y="8329"/>
                        <a:pt x="26479" y="8234"/>
                        <a:pt x="26289" y="8234"/>
                      </a:cubicBezTo>
                      <a:cubicBezTo>
                        <a:pt x="26194" y="8234"/>
                        <a:pt x="26003" y="8520"/>
                        <a:pt x="25717" y="8996"/>
                      </a:cubicBezTo>
                      <a:lnTo>
                        <a:pt x="25717" y="8615"/>
                      </a:lnTo>
                      <a:lnTo>
                        <a:pt x="24765" y="8234"/>
                      </a:lnTo>
                      <a:cubicBezTo>
                        <a:pt x="24193" y="8805"/>
                        <a:pt x="23527" y="9282"/>
                        <a:pt x="22670" y="9567"/>
                      </a:cubicBezTo>
                      <a:cubicBezTo>
                        <a:pt x="22670" y="9567"/>
                        <a:pt x="22670" y="9758"/>
                        <a:pt x="22479" y="9948"/>
                      </a:cubicBezTo>
                      <a:cubicBezTo>
                        <a:pt x="22479" y="10139"/>
                        <a:pt x="22288" y="10234"/>
                        <a:pt x="22288" y="10234"/>
                      </a:cubicBezTo>
                      <a:cubicBezTo>
                        <a:pt x="22288" y="10329"/>
                        <a:pt x="22288" y="10329"/>
                        <a:pt x="22384" y="10329"/>
                      </a:cubicBezTo>
                      <a:cubicBezTo>
                        <a:pt x="22384" y="10139"/>
                        <a:pt x="22574" y="10044"/>
                        <a:pt x="22860" y="10044"/>
                      </a:cubicBezTo>
                      <a:lnTo>
                        <a:pt x="23050" y="10044"/>
                      </a:lnTo>
                      <a:lnTo>
                        <a:pt x="22860" y="9758"/>
                      </a:lnTo>
                      <a:lnTo>
                        <a:pt x="23050" y="9472"/>
                      </a:lnTo>
                      <a:cubicBezTo>
                        <a:pt x="23050" y="9472"/>
                        <a:pt x="23432" y="9377"/>
                        <a:pt x="23622" y="9282"/>
                      </a:cubicBezTo>
                      <a:cubicBezTo>
                        <a:pt x="23813" y="9186"/>
                        <a:pt x="24003" y="9091"/>
                        <a:pt x="24098" y="9091"/>
                      </a:cubicBezTo>
                      <a:cubicBezTo>
                        <a:pt x="24098" y="9091"/>
                        <a:pt x="24289" y="9091"/>
                        <a:pt x="24384" y="9091"/>
                      </a:cubicBezTo>
                      <a:lnTo>
                        <a:pt x="23908" y="9948"/>
                      </a:lnTo>
                      <a:cubicBezTo>
                        <a:pt x="23908" y="9948"/>
                        <a:pt x="24193" y="9948"/>
                        <a:pt x="24289" y="9948"/>
                      </a:cubicBezTo>
                      <a:cubicBezTo>
                        <a:pt x="24479" y="9948"/>
                        <a:pt x="24575" y="9948"/>
                        <a:pt x="24575" y="9758"/>
                      </a:cubicBezTo>
                      <a:lnTo>
                        <a:pt x="24575" y="9472"/>
                      </a:lnTo>
                      <a:cubicBezTo>
                        <a:pt x="24575" y="9472"/>
                        <a:pt x="24575" y="9282"/>
                        <a:pt x="24575" y="9186"/>
                      </a:cubicBezTo>
                      <a:cubicBezTo>
                        <a:pt x="24575" y="8996"/>
                        <a:pt x="24670" y="8710"/>
                        <a:pt x="24860" y="8615"/>
                      </a:cubicBezTo>
                      <a:lnTo>
                        <a:pt x="25146" y="8805"/>
                      </a:lnTo>
                      <a:cubicBezTo>
                        <a:pt x="25146" y="8805"/>
                        <a:pt x="25146" y="8805"/>
                        <a:pt x="25241" y="8805"/>
                      </a:cubicBezTo>
                      <a:lnTo>
                        <a:pt x="25241" y="8520"/>
                      </a:lnTo>
                      <a:cubicBezTo>
                        <a:pt x="25241" y="8520"/>
                        <a:pt x="25241" y="8329"/>
                        <a:pt x="25337" y="8329"/>
                      </a:cubicBezTo>
                      <a:lnTo>
                        <a:pt x="25717" y="8805"/>
                      </a:lnTo>
                      <a:lnTo>
                        <a:pt x="25432" y="9091"/>
                      </a:lnTo>
                      <a:cubicBezTo>
                        <a:pt x="25432" y="9091"/>
                        <a:pt x="25432" y="9282"/>
                        <a:pt x="25432" y="9282"/>
                      </a:cubicBezTo>
                      <a:cubicBezTo>
                        <a:pt x="25432" y="9377"/>
                        <a:pt x="25527" y="9472"/>
                        <a:pt x="25622" y="9472"/>
                      </a:cubicBezTo>
                      <a:lnTo>
                        <a:pt x="25432" y="9186"/>
                      </a:lnTo>
                      <a:close/>
                      <a:moveTo>
                        <a:pt x="24289" y="1185"/>
                      </a:moveTo>
                      <a:lnTo>
                        <a:pt x="24289" y="1662"/>
                      </a:lnTo>
                      <a:lnTo>
                        <a:pt x="24479" y="1662"/>
                      </a:lnTo>
                      <a:lnTo>
                        <a:pt x="24479" y="1185"/>
                      </a:lnTo>
                      <a:lnTo>
                        <a:pt x="24289" y="1185"/>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4" name="Google Shape;1554;p99"/>
                <p:cNvSpPr/>
                <p:nvPr/>
              </p:nvSpPr>
              <p:spPr>
                <a:xfrm>
                  <a:off x="3413187" y="4716780"/>
                  <a:ext cx="20097" cy="26193"/>
                </a:xfrm>
                <a:custGeom>
                  <a:avLst/>
                  <a:gdLst/>
                  <a:ahLst/>
                  <a:cxnLst/>
                  <a:rect l="l" t="t" r="r" b="b"/>
                  <a:pathLst>
                    <a:path w="20097" h="26193" extrusionOk="0">
                      <a:moveTo>
                        <a:pt x="381" y="26194"/>
                      </a:moveTo>
                      <a:lnTo>
                        <a:pt x="0" y="25908"/>
                      </a:lnTo>
                      <a:lnTo>
                        <a:pt x="381" y="26098"/>
                      </a:lnTo>
                      <a:lnTo>
                        <a:pt x="381" y="26098"/>
                      </a:lnTo>
                      <a:close/>
                      <a:moveTo>
                        <a:pt x="19621" y="10192"/>
                      </a:moveTo>
                      <a:cubicBezTo>
                        <a:pt x="19621" y="10192"/>
                        <a:pt x="19621" y="10668"/>
                        <a:pt x="19812" y="10858"/>
                      </a:cubicBezTo>
                      <a:cubicBezTo>
                        <a:pt x="20003" y="11144"/>
                        <a:pt x="20098" y="11335"/>
                        <a:pt x="20098" y="11335"/>
                      </a:cubicBezTo>
                      <a:cubicBezTo>
                        <a:pt x="20098" y="11525"/>
                        <a:pt x="20003" y="11621"/>
                        <a:pt x="19812" y="11811"/>
                      </a:cubicBezTo>
                      <a:cubicBezTo>
                        <a:pt x="19907" y="12573"/>
                        <a:pt x="20003" y="13525"/>
                        <a:pt x="20003" y="14383"/>
                      </a:cubicBezTo>
                      <a:cubicBezTo>
                        <a:pt x="20003" y="15240"/>
                        <a:pt x="20003" y="16192"/>
                        <a:pt x="19812" y="17050"/>
                      </a:cubicBezTo>
                      <a:cubicBezTo>
                        <a:pt x="19431" y="17145"/>
                        <a:pt x="19241" y="17335"/>
                        <a:pt x="19241" y="17621"/>
                      </a:cubicBezTo>
                      <a:cubicBezTo>
                        <a:pt x="19241" y="17621"/>
                        <a:pt x="19241" y="17907"/>
                        <a:pt x="19336" y="18097"/>
                      </a:cubicBezTo>
                      <a:cubicBezTo>
                        <a:pt x="19336" y="18288"/>
                        <a:pt x="19336" y="18479"/>
                        <a:pt x="19336" y="18574"/>
                      </a:cubicBezTo>
                      <a:cubicBezTo>
                        <a:pt x="19336" y="18669"/>
                        <a:pt x="19336" y="18764"/>
                        <a:pt x="19336" y="18859"/>
                      </a:cubicBezTo>
                      <a:lnTo>
                        <a:pt x="19526" y="19717"/>
                      </a:lnTo>
                      <a:cubicBezTo>
                        <a:pt x="19526" y="19717"/>
                        <a:pt x="19050" y="20098"/>
                        <a:pt x="18860" y="20479"/>
                      </a:cubicBezTo>
                      <a:cubicBezTo>
                        <a:pt x="18669" y="20860"/>
                        <a:pt x="18574" y="21241"/>
                        <a:pt x="18383" y="21622"/>
                      </a:cubicBezTo>
                      <a:cubicBezTo>
                        <a:pt x="18002" y="21717"/>
                        <a:pt x="17336" y="22288"/>
                        <a:pt x="16383" y="22955"/>
                      </a:cubicBezTo>
                      <a:lnTo>
                        <a:pt x="16669" y="23336"/>
                      </a:lnTo>
                      <a:cubicBezTo>
                        <a:pt x="15526" y="23336"/>
                        <a:pt x="14669" y="23622"/>
                        <a:pt x="14192" y="24098"/>
                      </a:cubicBezTo>
                      <a:lnTo>
                        <a:pt x="13907" y="24098"/>
                      </a:lnTo>
                      <a:cubicBezTo>
                        <a:pt x="13907" y="24098"/>
                        <a:pt x="13525" y="24098"/>
                        <a:pt x="13335" y="24289"/>
                      </a:cubicBezTo>
                      <a:cubicBezTo>
                        <a:pt x="13145" y="24479"/>
                        <a:pt x="13049" y="24670"/>
                        <a:pt x="13145" y="24860"/>
                      </a:cubicBezTo>
                      <a:cubicBezTo>
                        <a:pt x="12859" y="24670"/>
                        <a:pt x="12573" y="24574"/>
                        <a:pt x="12192" y="24574"/>
                      </a:cubicBezTo>
                      <a:lnTo>
                        <a:pt x="11240" y="24574"/>
                      </a:lnTo>
                      <a:cubicBezTo>
                        <a:pt x="11240" y="24574"/>
                        <a:pt x="11240" y="24384"/>
                        <a:pt x="10954" y="24193"/>
                      </a:cubicBezTo>
                      <a:cubicBezTo>
                        <a:pt x="10763" y="24193"/>
                        <a:pt x="10668" y="24003"/>
                        <a:pt x="10668" y="24003"/>
                      </a:cubicBezTo>
                      <a:cubicBezTo>
                        <a:pt x="10478" y="24384"/>
                        <a:pt x="10001" y="24574"/>
                        <a:pt x="9525" y="24574"/>
                      </a:cubicBezTo>
                      <a:lnTo>
                        <a:pt x="8287" y="24574"/>
                      </a:lnTo>
                      <a:cubicBezTo>
                        <a:pt x="7715" y="24384"/>
                        <a:pt x="7144" y="24193"/>
                        <a:pt x="6667" y="23908"/>
                      </a:cubicBezTo>
                      <a:cubicBezTo>
                        <a:pt x="6001" y="23622"/>
                        <a:pt x="5525" y="23336"/>
                        <a:pt x="5239" y="23050"/>
                      </a:cubicBezTo>
                      <a:cubicBezTo>
                        <a:pt x="5144" y="23146"/>
                        <a:pt x="4858" y="23146"/>
                        <a:pt x="4477" y="22955"/>
                      </a:cubicBezTo>
                      <a:cubicBezTo>
                        <a:pt x="4000" y="22288"/>
                        <a:pt x="3429" y="21717"/>
                        <a:pt x="2858" y="21050"/>
                      </a:cubicBezTo>
                      <a:cubicBezTo>
                        <a:pt x="2286" y="20288"/>
                        <a:pt x="2000" y="19621"/>
                        <a:pt x="1905" y="19050"/>
                      </a:cubicBezTo>
                      <a:cubicBezTo>
                        <a:pt x="1619" y="18669"/>
                        <a:pt x="1429" y="18192"/>
                        <a:pt x="1524" y="17621"/>
                      </a:cubicBezTo>
                      <a:cubicBezTo>
                        <a:pt x="1524" y="16669"/>
                        <a:pt x="1524" y="16097"/>
                        <a:pt x="1524" y="16002"/>
                      </a:cubicBezTo>
                      <a:cubicBezTo>
                        <a:pt x="1524" y="15907"/>
                        <a:pt x="1524" y="15716"/>
                        <a:pt x="1524" y="15621"/>
                      </a:cubicBezTo>
                      <a:cubicBezTo>
                        <a:pt x="1524" y="15335"/>
                        <a:pt x="1524" y="14954"/>
                        <a:pt x="1619" y="14478"/>
                      </a:cubicBezTo>
                      <a:cubicBezTo>
                        <a:pt x="1619" y="14002"/>
                        <a:pt x="1619" y="13716"/>
                        <a:pt x="1619" y="13430"/>
                      </a:cubicBezTo>
                      <a:cubicBezTo>
                        <a:pt x="1619" y="13049"/>
                        <a:pt x="1619" y="12668"/>
                        <a:pt x="1333" y="12382"/>
                      </a:cubicBezTo>
                      <a:cubicBezTo>
                        <a:pt x="1524" y="12287"/>
                        <a:pt x="1619" y="12097"/>
                        <a:pt x="1524" y="11906"/>
                      </a:cubicBezTo>
                      <a:cubicBezTo>
                        <a:pt x="1429" y="11621"/>
                        <a:pt x="1524" y="11430"/>
                        <a:pt x="1524" y="11430"/>
                      </a:cubicBezTo>
                      <a:cubicBezTo>
                        <a:pt x="1429" y="10382"/>
                        <a:pt x="1333" y="9525"/>
                        <a:pt x="1333" y="8858"/>
                      </a:cubicBezTo>
                      <a:cubicBezTo>
                        <a:pt x="1333" y="7620"/>
                        <a:pt x="1524" y="6667"/>
                        <a:pt x="1905" y="5810"/>
                      </a:cubicBezTo>
                      <a:cubicBezTo>
                        <a:pt x="2096" y="5143"/>
                        <a:pt x="2191" y="4667"/>
                        <a:pt x="2381" y="4477"/>
                      </a:cubicBezTo>
                      <a:cubicBezTo>
                        <a:pt x="2667" y="4000"/>
                        <a:pt x="2953" y="3715"/>
                        <a:pt x="3429" y="3524"/>
                      </a:cubicBezTo>
                      <a:cubicBezTo>
                        <a:pt x="3715" y="2857"/>
                        <a:pt x="4286" y="2191"/>
                        <a:pt x="5239" y="1714"/>
                      </a:cubicBezTo>
                      <a:lnTo>
                        <a:pt x="5144" y="1714"/>
                      </a:lnTo>
                      <a:cubicBezTo>
                        <a:pt x="5144" y="1714"/>
                        <a:pt x="5906" y="1333"/>
                        <a:pt x="6382" y="952"/>
                      </a:cubicBezTo>
                      <a:cubicBezTo>
                        <a:pt x="6858" y="571"/>
                        <a:pt x="7239" y="476"/>
                        <a:pt x="7715" y="476"/>
                      </a:cubicBezTo>
                      <a:cubicBezTo>
                        <a:pt x="7715" y="190"/>
                        <a:pt x="7811" y="0"/>
                        <a:pt x="8096" y="0"/>
                      </a:cubicBezTo>
                      <a:cubicBezTo>
                        <a:pt x="8287" y="0"/>
                        <a:pt x="8382" y="0"/>
                        <a:pt x="8573" y="95"/>
                      </a:cubicBezTo>
                      <a:cubicBezTo>
                        <a:pt x="8763" y="95"/>
                        <a:pt x="8954" y="95"/>
                        <a:pt x="9049" y="95"/>
                      </a:cubicBezTo>
                      <a:cubicBezTo>
                        <a:pt x="9430" y="571"/>
                        <a:pt x="9811" y="857"/>
                        <a:pt x="10382" y="857"/>
                      </a:cubicBezTo>
                      <a:cubicBezTo>
                        <a:pt x="10573" y="857"/>
                        <a:pt x="11049" y="762"/>
                        <a:pt x="11621" y="571"/>
                      </a:cubicBezTo>
                      <a:cubicBezTo>
                        <a:pt x="12097" y="762"/>
                        <a:pt x="12668" y="762"/>
                        <a:pt x="13335" y="571"/>
                      </a:cubicBezTo>
                      <a:lnTo>
                        <a:pt x="13335" y="762"/>
                      </a:lnTo>
                      <a:cubicBezTo>
                        <a:pt x="13335" y="762"/>
                        <a:pt x="13716" y="571"/>
                        <a:pt x="13907" y="571"/>
                      </a:cubicBezTo>
                      <a:cubicBezTo>
                        <a:pt x="14192" y="571"/>
                        <a:pt x="14573" y="762"/>
                        <a:pt x="14954" y="1048"/>
                      </a:cubicBezTo>
                      <a:cubicBezTo>
                        <a:pt x="15335" y="1429"/>
                        <a:pt x="15716" y="1619"/>
                        <a:pt x="16097" y="1619"/>
                      </a:cubicBezTo>
                      <a:cubicBezTo>
                        <a:pt x="16097" y="1905"/>
                        <a:pt x="16478" y="2286"/>
                        <a:pt x="16859" y="2572"/>
                      </a:cubicBezTo>
                      <a:cubicBezTo>
                        <a:pt x="17336" y="2953"/>
                        <a:pt x="17621" y="3143"/>
                        <a:pt x="17621" y="3238"/>
                      </a:cubicBezTo>
                      <a:cubicBezTo>
                        <a:pt x="17907" y="3238"/>
                        <a:pt x="18098" y="3429"/>
                        <a:pt x="18193" y="3905"/>
                      </a:cubicBezTo>
                      <a:cubicBezTo>
                        <a:pt x="18288" y="4381"/>
                        <a:pt x="18383" y="4572"/>
                        <a:pt x="18764" y="4572"/>
                      </a:cubicBezTo>
                      <a:cubicBezTo>
                        <a:pt x="19050" y="4858"/>
                        <a:pt x="19145" y="5239"/>
                        <a:pt x="19145" y="5715"/>
                      </a:cubicBezTo>
                      <a:lnTo>
                        <a:pt x="19145" y="6096"/>
                      </a:lnTo>
                      <a:cubicBezTo>
                        <a:pt x="19145" y="6096"/>
                        <a:pt x="19145" y="6477"/>
                        <a:pt x="19145" y="6572"/>
                      </a:cubicBezTo>
                      <a:cubicBezTo>
                        <a:pt x="19145" y="7048"/>
                        <a:pt x="19336" y="7525"/>
                        <a:pt x="19812" y="7810"/>
                      </a:cubicBezTo>
                      <a:cubicBezTo>
                        <a:pt x="19812" y="8001"/>
                        <a:pt x="19717" y="8096"/>
                        <a:pt x="19717" y="8287"/>
                      </a:cubicBezTo>
                      <a:cubicBezTo>
                        <a:pt x="19717" y="8477"/>
                        <a:pt x="19717" y="8667"/>
                        <a:pt x="19812" y="8954"/>
                      </a:cubicBezTo>
                      <a:cubicBezTo>
                        <a:pt x="19812" y="9144"/>
                        <a:pt x="19907" y="9430"/>
                        <a:pt x="19907" y="9525"/>
                      </a:cubicBezTo>
                      <a:cubicBezTo>
                        <a:pt x="19907" y="9811"/>
                        <a:pt x="19812" y="9906"/>
                        <a:pt x="19431" y="10001"/>
                      </a:cubicBezTo>
                      <a:close/>
                      <a:moveTo>
                        <a:pt x="16288" y="11811"/>
                      </a:moveTo>
                      <a:cubicBezTo>
                        <a:pt x="16288" y="11811"/>
                        <a:pt x="16954" y="11906"/>
                        <a:pt x="17717" y="12287"/>
                      </a:cubicBezTo>
                      <a:lnTo>
                        <a:pt x="17717" y="11621"/>
                      </a:lnTo>
                      <a:cubicBezTo>
                        <a:pt x="17050" y="11335"/>
                        <a:pt x="16669" y="11239"/>
                        <a:pt x="16764" y="11239"/>
                      </a:cubicBezTo>
                      <a:cubicBezTo>
                        <a:pt x="16669" y="11239"/>
                        <a:pt x="16574" y="11239"/>
                        <a:pt x="16669" y="11621"/>
                      </a:cubicBezTo>
                      <a:lnTo>
                        <a:pt x="16288" y="11239"/>
                      </a:lnTo>
                      <a:lnTo>
                        <a:pt x="16097" y="11239"/>
                      </a:lnTo>
                      <a:cubicBezTo>
                        <a:pt x="16097" y="11239"/>
                        <a:pt x="15716" y="10858"/>
                        <a:pt x="15431" y="10763"/>
                      </a:cubicBezTo>
                      <a:cubicBezTo>
                        <a:pt x="14954" y="10573"/>
                        <a:pt x="14669" y="10477"/>
                        <a:pt x="14669" y="10477"/>
                      </a:cubicBezTo>
                      <a:cubicBezTo>
                        <a:pt x="14764" y="10382"/>
                        <a:pt x="14859" y="10287"/>
                        <a:pt x="14764" y="10001"/>
                      </a:cubicBezTo>
                      <a:lnTo>
                        <a:pt x="14764" y="9430"/>
                      </a:lnTo>
                      <a:cubicBezTo>
                        <a:pt x="14764" y="9430"/>
                        <a:pt x="14478" y="8763"/>
                        <a:pt x="14097" y="7810"/>
                      </a:cubicBezTo>
                      <a:cubicBezTo>
                        <a:pt x="13811" y="7144"/>
                        <a:pt x="13525" y="6763"/>
                        <a:pt x="13335" y="6572"/>
                      </a:cubicBezTo>
                      <a:lnTo>
                        <a:pt x="13525" y="6382"/>
                      </a:lnTo>
                      <a:cubicBezTo>
                        <a:pt x="13525" y="6382"/>
                        <a:pt x="12954" y="5905"/>
                        <a:pt x="12573" y="5810"/>
                      </a:cubicBezTo>
                      <a:cubicBezTo>
                        <a:pt x="12097" y="5715"/>
                        <a:pt x="11716" y="5620"/>
                        <a:pt x="11430" y="5524"/>
                      </a:cubicBezTo>
                      <a:cubicBezTo>
                        <a:pt x="11430" y="5143"/>
                        <a:pt x="11335" y="5048"/>
                        <a:pt x="11049" y="5048"/>
                      </a:cubicBezTo>
                      <a:cubicBezTo>
                        <a:pt x="10668" y="5048"/>
                        <a:pt x="10382" y="5143"/>
                        <a:pt x="10192" y="5524"/>
                      </a:cubicBezTo>
                      <a:cubicBezTo>
                        <a:pt x="10001" y="5524"/>
                        <a:pt x="9716" y="5524"/>
                        <a:pt x="9239" y="5905"/>
                      </a:cubicBezTo>
                      <a:cubicBezTo>
                        <a:pt x="8858" y="6096"/>
                        <a:pt x="8573" y="6286"/>
                        <a:pt x="8287" y="6191"/>
                      </a:cubicBezTo>
                      <a:cubicBezTo>
                        <a:pt x="7906" y="6191"/>
                        <a:pt x="7525" y="6667"/>
                        <a:pt x="7429" y="7144"/>
                      </a:cubicBezTo>
                      <a:cubicBezTo>
                        <a:pt x="7239" y="7810"/>
                        <a:pt x="7049" y="8191"/>
                        <a:pt x="6858" y="8287"/>
                      </a:cubicBezTo>
                      <a:cubicBezTo>
                        <a:pt x="6858" y="8572"/>
                        <a:pt x="6858" y="9049"/>
                        <a:pt x="6763" y="9525"/>
                      </a:cubicBezTo>
                      <a:cubicBezTo>
                        <a:pt x="6763" y="10001"/>
                        <a:pt x="6667" y="10287"/>
                        <a:pt x="6667" y="10573"/>
                      </a:cubicBezTo>
                      <a:cubicBezTo>
                        <a:pt x="6667" y="10954"/>
                        <a:pt x="6667" y="11239"/>
                        <a:pt x="6953" y="11525"/>
                      </a:cubicBezTo>
                      <a:cubicBezTo>
                        <a:pt x="6667" y="11525"/>
                        <a:pt x="6667" y="12001"/>
                        <a:pt x="6858" y="12478"/>
                      </a:cubicBezTo>
                      <a:cubicBezTo>
                        <a:pt x="6953" y="12859"/>
                        <a:pt x="6953" y="13144"/>
                        <a:pt x="6572" y="13144"/>
                      </a:cubicBezTo>
                      <a:cubicBezTo>
                        <a:pt x="6858" y="14097"/>
                        <a:pt x="6953" y="14859"/>
                        <a:pt x="6953" y="15335"/>
                      </a:cubicBezTo>
                      <a:cubicBezTo>
                        <a:pt x="6953" y="15716"/>
                        <a:pt x="6953" y="16097"/>
                        <a:pt x="6858" y="16383"/>
                      </a:cubicBezTo>
                      <a:cubicBezTo>
                        <a:pt x="6953" y="16573"/>
                        <a:pt x="7334" y="17145"/>
                        <a:pt x="7715" y="18192"/>
                      </a:cubicBezTo>
                      <a:cubicBezTo>
                        <a:pt x="8001" y="18955"/>
                        <a:pt x="8573" y="19336"/>
                        <a:pt x="9239" y="19240"/>
                      </a:cubicBezTo>
                      <a:cubicBezTo>
                        <a:pt x="9335" y="19240"/>
                        <a:pt x="9430" y="19240"/>
                        <a:pt x="9525" y="19240"/>
                      </a:cubicBezTo>
                      <a:cubicBezTo>
                        <a:pt x="9620" y="19145"/>
                        <a:pt x="9620" y="19145"/>
                        <a:pt x="9716" y="19145"/>
                      </a:cubicBezTo>
                      <a:cubicBezTo>
                        <a:pt x="9811" y="19145"/>
                        <a:pt x="9811" y="19145"/>
                        <a:pt x="9906" y="19240"/>
                      </a:cubicBezTo>
                      <a:lnTo>
                        <a:pt x="9811" y="19240"/>
                      </a:lnTo>
                      <a:cubicBezTo>
                        <a:pt x="9811" y="19240"/>
                        <a:pt x="9811" y="19526"/>
                        <a:pt x="10001" y="19621"/>
                      </a:cubicBezTo>
                      <a:lnTo>
                        <a:pt x="10192" y="19812"/>
                      </a:lnTo>
                      <a:cubicBezTo>
                        <a:pt x="10192" y="19812"/>
                        <a:pt x="10573" y="20098"/>
                        <a:pt x="10763" y="20098"/>
                      </a:cubicBezTo>
                      <a:cubicBezTo>
                        <a:pt x="11049" y="20098"/>
                        <a:pt x="11240" y="20002"/>
                        <a:pt x="11240" y="19717"/>
                      </a:cubicBezTo>
                      <a:cubicBezTo>
                        <a:pt x="11430" y="19812"/>
                        <a:pt x="11525" y="19907"/>
                        <a:pt x="11716" y="19907"/>
                      </a:cubicBezTo>
                      <a:cubicBezTo>
                        <a:pt x="11811" y="19907"/>
                        <a:pt x="12002" y="19812"/>
                        <a:pt x="12097" y="19431"/>
                      </a:cubicBezTo>
                      <a:cubicBezTo>
                        <a:pt x="12287" y="19240"/>
                        <a:pt x="12478" y="19050"/>
                        <a:pt x="12573" y="19050"/>
                      </a:cubicBezTo>
                      <a:cubicBezTo>
                        <a:pt x="12763" y="19050"/>
                        <a:pt x="12859" y="19145"/>
                        <a:pt x="13049" y="19240"/>
                      </a:cubicBezTo>
                      <a:cubicBezTo>
                        <a:pt x="13049" y="19240"/>
                        <a:pt x="13335" y="19050"/>
                        <a:pt x="13621" y="18859"/>
                      </a:cubicBezTo>
                      <a:cubicBezTo>
                        <a:pt x="13907" y="18669"/>
                        <a:pt x="14097" y="18574"/>
                        <a:pt x="14097" y="18383"/>
                      </a:cubicBezTo>
                      <a:cubicBezTo>
                        <a:pt x="14097" y="18383"/>
                        <a:pt x="14097" y="18192"/>
                        <a:pt x="14097" y="18097"/>
                      </a:cubicBezTo>
                      <a:cubicBezTo>
                        <a:pt x="14383" y="17907"/>
                        <a:pt x="14573" y="17621"/>
                        <a:pt x="14669" y="17145"/>
                      </a:cubicBezTo>
                      <a:cubicBezTo>
                        <a:pt x="14669" y="16669"/>
                        <a:pt x="14859" y="16383"/>
                        <a:pt x="15050" y="16288"/>
                      </a:cubicBezTo>
                      <a:lnTo>
                        <a:pt x="15050" y="14288"/>
                      </a:lnTo>
                      <a:cubicBezTo>
                        <a:pt x="15050" y="14288"/>
                        <a:pt x="15050" y="14002"/>
                        <a:pt x="15050" y="13906"/>
                      </a:cubicBezTo>
                      <a:cubicBezTo>
                        <a:pt x="15050" y="13716"/>
                        <a:pt x="15050" y="13430"/>
                        <a:pt x="14954" y="13049"/>
                      </a:cubicBezTo>
                      <a:cubicBezTo>
                        <a:pt x="14954" y="12668"/>
                        <a:pt x="14954" y="12478"/>
                        <a:pt x="14954" y="12382"/>
                      </a:cubicBezTo>
                      <a:cubicBezTo>
                        <a:pt x="14954" y="12097"/>
                        <a:pt x="14954" y="11906"/>
                        <a:pt x="15050" y="11716"/>
                      </a:cubicBezTo>
                      <a:cubicBezTo>
                        <a:pt x="15050" y="11525"/>
                        <a:pt x="15050" y="11335"/>
                        <a:pt x="15240" y="11335"/>
                      </a:cubicBezTo>
                      <a:cubicBezTo>
                        <a:pt x="15240" y="11335"/>
                        <a:pt x="15526" y="11335"/>
                        <a:pt x="15812" y="11335"/>
                      </a:cubicBezTo>
                      <a:cubicBezTo>
                        <a:pt x="16002" y="11335"/>
                        <a:pt x="16192" y="11335"/>
                        <a:pt x="16383" y="11335"/>
                      </a:cubicBezTo>
                      <a:cubicBezTo>
                        <a:pt x="16574" y="11525"/>
                        <a:pt x="16669" y="11716"/>
                        <a:pt x="16669" y="11906"/>
                      </a:cubicBezTo>
                      <a:close/>
                      <a:moveTo>
                        <a:pt x="18955" y="10192"/>
                      </a:moveTo>
                      <a:cubicBezTo>
                        <a:pt x="18955" y="10192"/>
                        <a:pt x="18669" y="10096"/>
                        <a:pt x="18479" y="10096"/>
                      </a:cubicBezTo>
                      <a:cubicBezTo>
                        <a:pt x="18383" y="10096"/>
                        <a:pt x="18193" y="10096"/>
                        <a:pt x="17907" y="10192"/>
                      </a:cubicBezTo>
                      <a:cubicBezTo>
                        <a:pt x="17717" y="10192"/>
                        <a:pt x="17526" y="10192"/>
                        <a:pt x="17336" y="10192"/>
                      </a:cubicBezTo>
                      <a:lnTo>
                        <a:pt x="18002" y="10668"/>
                      </a:lnTo>
                      <a:lnTo>
                        <a:pt x="18002" y="10192"/>
                      </a:lnTo>
                      <a:cubicBezTo>
                        <a:pt x="18002" y="10192"/>
                        <a:pt x="18383" y="10287"/>
                        <a:pt x="18860" y="10382"/>
                      </a:cubicBezTo>
                      <a:lnTo>
                        <a:pt x="18860" y="10192"/>
                      </a:lnTo>
                      <a:close/>
                      <a:moveTo>
                        <a:pt x="18193" y="17907"/>
                      </a:moveTo>
                      <a:lnTo>
                        <a:pt x="18193" y="17907"/>
                      </a:lnTo>
                      <a:cubicBezTo>
                        <a:pt x="18193" y="17907"/>
                        <a:pt x="18193" y="17812"/>
                        <a:pt x="18002" y="17716"/>
                      </a:cubicBezTo>
                      <a:cubicBezTo>
                        <a:pt x="18002" y="17716"/>
                        <a:pt x="17812" y="17716"/>
                        <a:pt x="17812" y="17526"/>
                      </a:cubicBezTo>
                      <a:lnTo>
                        <a:pt x="18002" y="17526"/>
                      </a:lnTo>
                      <a:cubicBezTo>
                        <a:pt x="18002" y="17526"/>
                        <a:pt x="17717" y="17431"/>
                        <a:pt x="17621" y="17431"/>
                      </a:cubicBezTo>
                      <a:lnTo>
                        <a:pt x="17336" y="17621"/>
                      </a:lnTo>
                      <a:cubicBezTo>
                        <a:pt x="17336" y="17621"/>
                        <a:pt x="17621" y="17621"/>
                        <a:pt x="18193" y="17907"/>
                      </a:cubicBezTo>
                      <a:close/>
                      <a:moveTo>
                        <a:pt x="19050" y="11716"/>
                      </a:moveTo>
                      <a:lnTo>
                        <a:pt x="19431" y="11716"/>
                      </a:lnTo>
                      <a:cubicBezTo>
                        <a:pt x="19431" y="11716"/>
                        <a:pt x="19050" y="11621"/>
                        <a:pt x="19050" y="11716"/>
                      </a:cubicBezTo>
                      <a:cubicBezTo>
                        <a:pt x="18764" y="11716"/>
                        <a:pt x="18479" y="11621"/>
                        <a:pt x="18002" y="11430"/>
                      </a:cubicBezTo>
                      <a:cubicBezTo>
                        <a:pt x="18002" y="11239"/>
                        <a:pt x="17907" y="11144"/>
                        <a:pt x="17621" y="11144"/>
                      </a:cubicBezTo>
                      <a:cubicBezTo>
                        <a:pt x="17717" y="11144"/>
                        <a:pt x="17812" y="11239"/>
                        <a:pt x="18002" y="11430"/>
                      </a:cubicBezTo>
                      <a:cubicBezTo>
                        <a:pt x="18002" y="11430"/>
                        <a:pt x="18002" y="11621"/>
                        <a:pt x="18002" y="11716"/>
                      </a:cubicBezTo>
                      <a:lnTo>
                        <a:pt x="18002" y="11906"/>
                      </a:lnTo>
                      <a:cubicBezTo>
                        <a:pt x="18002" y="11906"/>
                        <a:pt x="18002" y="12001"/>
                        <a:pt x="18098" y="11906"/>
                      </a:cubicBezTo>
                      <a:lnTo>
                        <a:pt x="18383" y="11621"/>
                      </a:lnTo>
                      <a:lnTo>
                        <a:pt x="18574" y="11621"/>
                      </a:lnTo>
                      <a:cubicBezTo>
                        <a:pt x="18574" y="11621"/>
                        <a:pt x="18574" y="11811"/>
                        <a:pt x="18574" y="11906"/>
                      </a:cubicBezTo>
                      <a:cubicBezTo>
                        <a:pt x="18574" y="12001"/>
                        <a:pt x="18574" y="12097"/>
                        <a:pt x="18574" y="12192"/>
                      </a:cubicBezTo>
                      <a:cubicBezTo>
                        <a:pt x="18764" y="12192"/>
                        <a:pt x="18860" y="12192"/>
                        <a:pt x="18955" y="12097"/>
                      </a:cubicBezTo>
                      <a:cubicBezTo>
                        <a:pt x="18955" y="11906"/>
                        <a:pt x="18955" y="11716"/>
                        <a:pt x="19145" y="11621"/>
                      </a:cubicBezTo>
                      <a:lnTo>
                        <a:pt x="19145" y="11621"/>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 name="Google Shape;1555;p99"/>
                <p:cNvSpPr/>
                <p:nvPr/>
              </p:nvSpPr>
              <p:spPr>
                <a:xfrm>
                  <a:off x="3435952" y="4716494"/>
                  <a:ext cx="22479" cy="24955"/>
                </a:xfrm>
                <a:custGeom>
                  <a:avLst/>
                  <a:gdLst/>
                  <a:ahLst/>
                  <a:cxnLst/>
                  <a:rect l="l" t="t" r="r" b="b"/>
                  <a:pathLst>
                    <a:path w="22479" h="24955" extrusionOk="0">
                      <a:moveTo>
                        <a:pt x="18098" y="7048"/>
                      </a:moveTo>
                      <a:cubicBezTo>
                        <a:pt x="18098" y="7048"/>
                        <a:pt x="18193" y="7144"/>
                        <a:pt x="18383" y="7144"/>
                      </a:cubicBezTo>
                      <a:lnTo>
                        <a:pt x="18669" y="7144"/>
                      </a:lnTo>
                      <a:cubicBezTo>
                        <a:pt x="18383" y="7810"/>
                        <a:pt x="18288" y="8667"/>
                        <a:pt x="18574" y="9715"/>
                      </a:cubicBezTo>
                      <a:cubicBezTo>
                        <a:pt x="18574" y="10001"/>
                        <a:pt x="18288" y="10382"/>
                        <a:pt x="17907" y="10858"/>
                      </a:cubicBezTo>
                      <a:lnTo>
                        <a:pt x="18193" y="11049"/>
                      </a:lnTo>
                      <a:cubicBezTo>
                        <a:pt x="18193" y="11049"/>
                        <a:pt x="17907" y="11430"/>
                        <a:pt x="17526" y="11525"/>
                      </a:cubicBezTo>
                      <a:cubicBezTo>
                        <a:pt x="17145" y="11525"/>
                        <a:pt x="16954" y="11716"/>
                        <a:pt x="16859" y="11906"/>
                      </a:cubicBezTo>
                      <a:lnTo>
                        <a:pt x="17526" y="11906"/>
                      </a:lnTo>
                      <a:cubicBezTo>
                        <a:pt x="17050" y="12763"/>
                        <a:pt x="16097" y="13716"/>
                        <a:pt x="14859" y="14668"/>
                      </a:cubicBezTo>
                      <a:lnTo>
                        <a:pt x="14383" y="14668"/>
                      </a:lnTo>
                      <a:lnTo>
                        <a:pt x="14383" y="15049"/>
                      </a:lnTo>
                      <a:cubicBezTo>
                        <a:pt x="14383" y="15049"/>
                        <a:pt x="14192" y="14954"/>
                        <a:pt x="14097" y="14954"/>
                      </a:cubicBezTo>
                      <a:lnTo>
                        <a:pt x="13716" y="14954"/>
                      </a:lnTo>
                      <a:cubicBezTo>
                        <a:pt x="13716" y="14954"/>
                        <a:pt x="14192" y="15430"/>
                        <a:pt x="14288" y="15907"/>
                      </a:cubicBezTo>
                      <a:cubicBezTo>
                        <a:pt x="14383" y="16383"/>
                        <a:pt x="14573" y="16573"/>
                        <a:pt x="14764" y="16669"/>
                      </a:cubicBezTo>
                      <a:cubicBezTo>
                        <a:pt x="14764" y="17050"/>
                        <a:pt x="14859" y="17431"/>
                        <a:pt x="15240" y="17907"/>
                      </a:cubicBezTo>
                      <a:cubicBezTo>
                        <a:pt x="15621" y="18383"/>
                        <a:pt x="15907" y="18764"/>
                        <a:pt x="16002" y="19145"/>
                      </a:cubicBezTo>
                      <a:cubicBezTo>
                        <a:pt x="15907" y="19431"/>
                        <a:pt x="15621" y="19431"/>
                        <a:pt x="15240" y="19336"/>
                      </a:cubicBezTo>
                      <a:cubicBezTo>
                        <a:pt x="14859" y="19240"/>
                        <a:pt x="14669" y="19336"/>
                        <a:pt x="14669" y="19336"/>
                      </a:cubicBezTo>
                      <a:cubicBezTo>
                        <a:pt x="14669" y="19336"/>
                        <a:pt x="14669" y="19621"/>
                        <a:pt x="14764" y="19812"/>
                      </a:cubicBezTo>
                      <a:lnTo>
                        <a:pt x="15240" y="19812"/>
                      </a:lnTo>
                      <a:cubicBezTo>
                        <a:pt x="15240" y="19812"/>
                        <a:pt x="15240" y="20002"/>
                        <a:pt x="14954" y="20193"/>
                      </a:cubicBezTo>
                      <a:lnTo>
                        <a:pt x="15335" y="20479"/>
                      </a:lnTo>
                      <a:cubicBezTo>
                        <a:pt x="15335" y="20479"/>
                        <a:pt x="15431" y="20288"/>
                        <a:pt x="15526" y="20002"/>
                      </a:cubicBezTo>
                      <a:lnTo>
                        <a:pt x="15716" y="20574"/>
                      </a:lnTo>
                      <a:cubicBezTo>
                        <a:pt x="15716" y="20574"/>
                        <a:pt x="16097" y="20288"/>
                        <a:pt x="16097" y="19717"/>
                      </a:cubicBezTo>
                      <a:cubicBezTo>
                        <a:pt x="16383" y="19907"/>
                        <a:pt x="16669" y="20193"/>
                        <a:pt x="16764" y="20574"/>
                      </a:cubicBezTo>
                      <a:cubicBezTo>
                        <a:pt x="16954" y="20955"/>
                        <a:pt x="17145" y="21241"/>
                        <a:pt x="17431" y="21336"/>
                      </a:cubicBezTo>
                      <a:cubicBezTo>
                        <a:pt x="17336" y="21526"/>
                        <a:pt x="17336" y="21622"/>
                        <a:pt x="17336" y="21812"/>
                      </a:cubicBezTo>
                      <a:cubicBezTo>
                        <a:pt x="17336" y="22098"/>
                        <a:pt x="17526" y="22479"/>
                        <a:pt x="17812" y="23050"/>
                      </a:cubicBezTo>
                      <a:cubicBezTo>
                        <a:pt x="18098" y="23527"/>
                        <a:pt x="18288" y="23908"/>
                        <a:pt x="18288" y="24098"/>
                      </a:cubicBezTo>
                      <a:cubicBezTo>
                        <a:pt x="18288" y="24289"/>
                        <a:pt x="18193" y="24670"/>
                        <a:pt x="17812" y="24860"/>
                      </a:cubicBezTo>
                      <a:cubicBezTo>
                        <a:pt x="17526" y="24860"/>
                        <a:pt x="17145" y="24860"/>
                        <a:pt x="16574" y="24860"/>
                      </a:cubicBezTo>
                      <a:cubicBezTo>
                        <a:pt x="15907" y="24955"/>
                        <a:pt x="15526" y="24955"/>
                        <a:pt x="15240" y="24955"/>
                      </a:cubicBezTo>
                      <a:cubicBezTo>
                        <a:pt x="14288" y="24955"/>
                        <a:pt x="13621" y="24670"/>
                        <a:pt x="13145" y="24193"/>
                      </a:cubicBezTo>
                      <a:lnTo>
                        <a:pt x="13049" y="24193"/>
                      </a:lnTo>
                      <a:cubicBezTo>
                        <a:pt x="13049" y="24193"/>
                        <a:pt x="12764" y="23717"/>
                        <a:pt x="12668" y="23431"/>
                      </a:cubicBezTo>
                      <a:cubicBezTo>
                        <a:pt x="12478" y="23050"/>
                        <a:pt x="12192" y="22765"/>
                        <a:pt x="11906" y="22669"/>
                      </a:cubicBezTo>
                      <a:cubicBezTo>
                        <a:pt x="11906" y="22479"/>
                        <a:pt x="11906" y="22384"/>
                        <a:pt x="11906" y="22288"/>
                      </a:cubicBezTo>
                      <a:cubicBezTo>
                        <a:pt x="11906" y="22098"/>
                        <a:pt x="11811" y="21812"/>
                        <a:pt x="11525" y="21622"/>
                      </a:cubicBezTo>
                      <a:cubicBezTo>
                        <a:pt x="11144" y="21336"/>
                        <a:pt x="11049" y="21241"/>
                        <a:pt x="11049" y="20955"/>
                      </a:cubicBezTo>
                      <a:cubicBezTo>
                        <a:pt x="11049" y="20859"/>
                        <a:pt x="11049" y="20669"/>
                        <a:pt x="11240" y="20479"/>
                      </a:cubicBezTo>
                      <a:cubicBezTo>
                        <a:pt x="11049" y="20193"/>
                        <a:pt x="10763" y="19621"/>
                        <a:pt x="10478" y="18764"/>
                      </a:cubicBezTo>
                      <a:cubicBezTo>
                        <a:pt x="10287" y="18002"/>
                        <a:pt x="9906" y="17526"/>
                        <a:pt x="9525" y="17145"/>
                      </a:cubicBezTo>
                      <a:cubicBezTo>
                        <a:pt x="9525" y="16573"/>
                        <a:pt x="9335" y="16002"/>
                        <a:pt x="8763" y="15240"/>
                      </a:cubicBezTo>
                      <a:lnTo>
                        <a:pt x="7811" y="15240"/>
                      </a:lnTo>
                      <a:lnTo>
                        <a:pt x="7811" y="15049"/>
                      </a:lnTo>
                      <a:cubicBezTo>
                        <a:pt x="7811" y="15049"/>
                        <a:pt x="7811" y="14859"/>
                        <a:pt x="7715" y="14859"/>
                      </a:cubicBezTo>
                      <a:lnTo>
                        <a:pt x="7334" y="15240"/>
                      </a:lnTo>
                      <a:cubicBezTo>
                        <a:pt x="7334" y="15240"/>
                        <a:pt x="7049" y="15240"/>
                        <a:pt x="6667" y="15335"/>
                      </a:cubicBezTo>
                      <a:cubicBezTo>
                        <a:pt x="6287" y="15430"/>
                        <a:pt x="6096" y="15526"/>
                        <a:pt x="5810" y="15526"/>
                      </a:cubicBezTo>
                      <a:cubicBezTo>
                        <a:pt x="5620" y="15526"/>
                        <a:pt x="5525" y="15526"/>
                        <a:pt x="5429" y="15430"/>
                      </a:cubicBezTo>
                      <a:cubicBezTo>
                        <a:pt x="5429" y="15430"/>
                        <a:pt x="5429" y="15430"/>
                        <a:pt x="5429" y="15526"/>
                      </a:cubicBezTo>
                      <a:cubicBezTo>
                        <a:pt x="5429" y="15526"/>
                        <a:pt x="5429" y="15716"/>
                        <a:pt x="5429" y="15716"/>
                      </a:cubicBezTo>
                      <a:cubicBezTo>
                        <a:pt x="5429" y="15716"/>
                        <a:pt x="5525" y="15811"/>
                        <a:pt x="5525" y="15811"/>
                      </a:cubicBezTo>
                      <a:cubicBezTo>
                        <a:pt x="5525" y="15811"/>
                        <a:pt x="5429" y="15907"/>
                        <a:pt x="5239" y="16002"/>
                      </a:cubicBezTo>
                      <a:lnTo>
                        <a:pt x="5429" y="17907"/>
                      </a:lnTo>
                      <a:lnTo>
                        <a:pt x="5144" y="18097"/>
                      </a:lnTo>
                      <a:cubicBezTo>
                        <a:pt x="5334" y="18669"/>
                        <a:pt x="5429" y="19526"/>
                        <a:pt x="5429" y="20574"/>
                      </a:cubicBezTo>
                      <a:cubicBezTo>
                        <a:pt x="5429" y="20669"/>
                        <a:pt x="5429" y="20859"/>
                        <a:pt x="5239" y="21241"/>
                      </a:cubicBezTo>
                      <a:cubicBezTo>
                        <a:pt x="5144" y="21622"/>
                        <a:pt x="5144" y="21812"/>
                        <a:pt x="5144" y="22003"/>
                      </a:cubicBezTo>
                      <a:cubicBezTo>
                        <a:pt x="5144" y="22384"/>
                        <a:pt x="5239" y="22574"/>
                        <a:pt x="5525" y="22765"/>
                      </a:cubicBezTo>
                      <a:cubicBezTo>
                        <a:pt x="5334" y="22955"/>
                        <a:pt x="5334" y="23050"/>
                        <a:pt x="5334" y="23336"/>
                      </a:cubicBezTo>
                      <a:lnTo>
                        <a:pt x="5334" y="23622"/>
                      </a:lnTo>
                      <a:cubicBezTo>
                        <a:pt x="5334" y="23622"/>
                        <a:pt x="5334" y="23908"/>
                        <a:pt x="5334" y="23908"/>
                      </a:cubicBezTo>
                      <a:cubicBezTo>
                        <a:pt x="5334" y="24289"/>
                        <a:pt x="5048" y="24479"/>
                        <a:pt x="4667" y="24384"/>
                      </a:cubicBezTo>
                      <a:lnTo>
                        <a:pt x="4763" y="24384"/>
                      </a:lnTo>
                      <a:cubicBezTo>
                        <a:pt x="4763" y="24384"/>
                        <a:pt x="4000" y="24670"/>
                        <a:pt x="3429" y="24670"/>
                      </a:cubicBezTo>
                      <a:cubicBezTo>
                        <a:pt x="2953" y="24574"/>
                        <a:pt x="2572" y="24574"/>
                        <a:pt x="2381" y="24670"/>
                      </a:cubicBezTo>
                      <a:cubicBezTo>
                        <a:pt x="1715" y="24574"/>
                        <a:pt x="953" y="24384"/>
                        <a:pt x="286" y="24003"/>
                      </a:cubicBezTo>
                      <a:cubicBezTo>
                        <a:pt x="286" y="22479"/>
                        <a:pt x="286" y="20002"/>
                        <a:pt x="191" y="16859"/>
                      </a:cubicBezTo>
                      <a:lnTo>
                        <a:pt x="0" y="16859"/>
                      </a:lnTo>
                      <a:cubicBezTo>
                        <a:pt x="0" y="16859"/>
                        <a:pt x="286" y="16288"/>
                        <a:pt x="286" y="16002"/>
                      </a:cubicBezTo>
                      <a:cubicBezTo>
                        <a:pt x="286" y="15907"/>
                        <a:pt x="286" y="15716"/>
                        <a:pt x="191" y="15335"/>
                      </a:cubicBezTo>
                      <a:cubicBezTo>
                        <a:pt x="191" y="15049"/>
                        <a:pt x="191" y="14764"/>
                        <a:pt x="191" y="14668"/>
                      </a:cubicBezTo>
                      <a:cubicBezTo>
                        <a:pt x="191" y="14288"/>
                        <a:pt x="191" y="13906"/>
                        <a:pt x="476" y="13716"/>
                      </a:cubicBezTo>
                      <a:cubicBezTo>
                        <a:pt x="381" y="12668"/>
                        <a:pt x="381" y="11239"/>
                        <a:pt x="381" y="9334"/>
                      </a:cubicBezTo>
                      <a:lnTo>
                        <a:pt x="381" y="4858"/>
                      </a:lnTo>
                      <a:cubicBezTo>
                        <a:pt x="381" y="4858"/>
                        <a:pt x="191" y="4763"/>
                        <a:pt x="191" y="4667"/>
                      </a:cubicBezTo>
                      <a:cubicBezTo>
                        <a:pt x="191" y="4572"/>
                        <a:pt x="286" y="4477"/>
                        <a:pt x="381" y="4286"/>
                      </a:cubicBezTo>
                      <a:cubicBezTo>
                        <a:pt x="476" y="4096"/>
                        <a:pt x="571" y="3905"/>
                        <a:pt x="571" y="3810"/>
                      </a:cubicBezTo>
                      <a:cubicBezTo>
                        <a:pt x="381" y="3619"/>
                        <a:pt x="191" y="3334"/>
                        <a:pt x="191" y="3048"/>
                      </a:cubicBezTo>
                      <a:cubicBezTo>
                        <a:pt x="191" y="2857"/>
                        <a:pt x="191" y="2572"/>
                        <a:pt x="381" y="2096"/>
                      </a:cubicBezTo>
                      <a:cubicBezTo>
                        <a:pt x="476" y="1714"/>
                        <a:pt x="571" y="1333"/>
                        <a:pt x="476" y="1048"/>
                      </a:cubicBezTo>
                      <a:lnTo>
                        <a:pt x="1810" y="0"/>
                      </a:lnTo>
                      <a:lnTo>
                        <a:pt x="7429" y="0"/>
                      </a:lnTo>
                      <a:cubicBezTo>
                        <a:pt x="7429" y="0"/>
                        <a:pt x="7715" y="286"/>
                        <a:pt x="8192" y="571"/>
                      </a:cubicBezTo>
                      <a:cubicBezTo>
                        <a:pt x="8477" y="762"/>
                        <a:pt x="8668" y="1048"/>
                        <a:pt x="8763" y="1429"/>
                      </a:cubicBezTo>
                      <a:cubicBezTo>
                        <a:pt x="8763" y="1238"/>
                        <a:pt x="8763" y="1238"/>
                        <a:pt x="8763" y="1143"/>
                      </a:cubicBezTo>
                      <a:cubicBezTo>
                        <a:pt x="8763" y="952"/>
                        <a:pt x="8954" y="667"/>
                        <a:pt x="9335" y="476"/>
                      </a:cubicBezTo>
                      <a:cubicBezTo>
                        <a:pt x="9716" y="286"/>
                        <a:pt x="9906" y="95"/>
                        <a:pt x="10001" y="0"/>
                      </a:cubicBezTo>
                      <a:cubicBezTo>
                        <a:pt x="10192" y="0"/>
                        <a:pt x="10287" y="0"/>
                        <a:pt x="10478" y="286"/>
                      </a:cubicBezTo>
                      <a:cubicBezTo>
                        <a:pt x="10478" y="286"/>
                        <a:pt x="10573" y="286"/>
                        <a:pt x="10668" y="286"/>
                      </a:cubicBezTo>
                      <a:cubicBezTo>
                        <a:pt x="10858" y="286"/>
                        <a:pt x="11049" y="286"/>
                        <a:pt x="11335" y="571"/>
                      </a:cubicBezTo>
                      <a:cubicBezTo>
                        <a:pt x="11716" y="762"/>
                        <a:pt x="11906" y="857"/>
                        <a:pt x="12192" y="857"/>
                      </a:cubicBezTo>
                      <a:lnTo>
                        <a:pt x="13240" y="857"/>
                      </a:lnTo>
                      <a:cubicBezTo>
                        <a:pt x="13240" y="857"/>
                        <a:pt x="13240" y="1333"/>
                        <a:pt x="13621" y="1333"/>
                      </a:cubicBezTo>
                      <a:cubicBezTo>
                        <a:pt x="13621" y="1333"/>
                        <a:pt x="13621" y="1333"/>
                        <a:pt x="13811" y="1333"/>
                      </a:cubicBezTo>
                      <a:lnTo>
                        <a:pt x="14002" y="1333"/>
                      </a:lnTo>
                      <a:cubicBezTo>
                        <a:pt x="14002" y="1333"/>
                        <a:pt x="14383" y="1333"/>
                        <a:pt x="14478" y="1714"/>
                      </a:cubicBezTo>
                      <a:lnTo>
                        <a:pt x="15240" y="1714"/>
                      </a:lnTo>
                      <a:cubicBezTo>
                        <a:pt x="15240" y="1714"/>
                        <a:pt x="16192" y="2572"/>
                        <a:pt x="16574" y="2953"/>
                      </a:cubicBezTo>
                      <a:cubicBezTo>
                        <a:pt x="17145" y="3429"/>
                        <a:pt x="17431" y="4000"/>
                        <a:pt x="17526" y="4477"/>
                      </a:cubicBezTo>
                      <a:cubicBezTo>
                        <a:pt x="17812" y="4572"/>
                        <a:pt x="18098" y="4858"/>
                        <a:pt x="18098" y="5334"/>
                      </a:cubicBezTo>
                      <a:cubicBezTo>
                        <a:pt x="18288" y="5905"/>
                        <a:pt x="18383" y="6191"/>
                        <a:pt x="18479" y="6382"/>
                      </a:cubicBezTo>
                      <a:lnTo>
                        <a:pt x="18193" y="6572"/>
                      </a:lnTo>
                      <a:close/>
                      <a:moveTo>
                        <a:pt x="2858" y="8191"/>
                      </a:moveTo>
                      <a:lnTo>
                        <a:pt x="2858" y="7525"/>
                      </a:lnTo>
                      <a:lnTo>
                        <a:pt x="2762" y="7525"/>
                      </a:lnTo>
                      <a:lnTo>
                        <a:pt x="2762" y="8191"/>
                      </a:lnTo>
                      <a:lnTo>
                        <a:pt x="2858" y="8191"/>
                      </a:lnTo>
                      <a:close/>
                      <a:moveTo>
                        <a:pt x="3715" y="4096"/>
                      </a:moveTo>
                      <a:cubicBezTo>
                        <a:pt x="3715" y="4096"/>
                        <a:pt x="3715" y="3715"/>
                        <a:pt x="3715" y="3619"/>
                      </a:cubicBezTo>
                      <a:cubicBezTo>
                        <a:pt x="3715" y="3429"/>
                        <a:pt x="3810" y="3238"/>
                        <a:pt x="3810" y="3238"/>
                      </a:cubicBezTo>
                      <a:cubicBezTo>
                        <a:pt x="3810" y="2953"/>
                        <a:pt x="3715" y="2762"/>
                        <a:pt x="3429" y="2762"/>
                      </a:cubicBezTo>
                      <a:lnTo>
                        <a:pt x="3810" y="2381"/>
                      </a:lnTo>
                      <a:lnTo>
                        <a:pt x="3810" y="2191"/>
                      </a:lnTo>
                      <a:cubicBezTo>
                        <a:pt x="3810" y="2191"/>
                        <a:pt x="3429" y="2572"/>
                        <a:pt x="3429" y="2857"/>
                      </a:cubicBezTo>
                      <a:cubicBezTo>
                        <a:pt x="3429" y="2857"/>
                        <a:pt x="3524" y="3238"/>
                        <a:pt x="3715" y="3619"/>
                      </a:cubicBezTo>
                      <a:cubicBezTo>
                        <a:pt x="3620" y="3619"/>
                        <a:pt x="3524" y="3619"/>
                        <a:pt x="3429" y="3810"/>
                      </a:cubicBezTo>
                      <a:cubicBezTo>
                        <a:pt x="3429" y="3905"/>
                        <a:pt x="3429" y="4000"/>
                        <a:pt x="3334" y="4096"/>
                      </a:cubicBezTo>
                      <a:lnTo>
                        <a:pt x="3715" y="4096"/>
                      </a:lnTo>
                      <a:close/>
                      <a:moveTo>
                        <a:pt x="5048" y="3334"/>
                      </a:moveTo>
                      <a:lnTo>
                        <a:pt x="5525" y="3619"/>
                      </a:lnTo>
                      <a:lnTo>
                        <a:pt x="5525" y="3619"/>
                      </a:lnTo>
                      <a:lnTo>
                        <a:pt x="5239" y="3905"/>
                      </a:lnTo>
                      <a:lnTo>
                        <a:pt x="5525" y="3905"/>
                      </a:lnTo>
                      <a:lnTo>
                        <a:pt x="5525" y="2191"/>
                      </a:lnTo>
                      <a:cubicBezTo>
                        <a:pt x="5525" y="2191"/>
                        <a:pt x="5334" y="2381"/>
                        <a:pt x="5144" y="2476"/>
                      </a:cubicBezTo>
                      <a:cubicBezTo>
                        <a:pt x="5144" y="2476"/>
                        <a:pt x="5144" y="2476"/>
                        <a:pt x="4953" y="2476"/>
                      </a:cubicBezTo>
                      <a:cubicBezTo>
                        <a:pt x="4953" y="2476"/>
                        <a:pt x="5048" y="2476"/>
                        <a:pt x="5144" y="2476"/>
                      </a:cubicBezTo>
                      <a:cubicBezTo>
                        <a:pt x="5144" y="2476"/>
                        <a:pt x="5144" y="2667"/>
                        <a:pt x="5144" y="2857"/>
                      </a:cubicBezTo>
                      <a:lnTo>
                        <a:pt x="5144" y="2857"/>
                      </a:lnTo>
                      <a:cubicBezTo>
                        <a:pt x="5144" y="2857"/>
                        <a:pt x="5239" y="2857"/>
                        <a:pt x="5334" y="2857"/>
                      </a:cubicBezTo>
                      <a:lnTo>
                        <a:pt x="4953" y="3238"/>
                      </a:lnTo>
                      <a:close/>
                      <a:moveTo>
                        <a:pt x="13049" y="8477"/>
                      </a:moveTo>
                      <a:cubicBezTo>
                        <a:pt x="13049" y="8477"/>
                        <a:pt x="13049" y="8287"/>
                        <a:pt x="13049" y="8287"/>
                      </a:cubicBezTo>
                      <a:cubicBezTo>
                        <a:pt x="13049" y="8191"/>
                        <a:pt x="13049" y="8001"/>
                        <a:pt x="12764" y="7810"/>
                      </a:cubicBezTo>
                      <a:cubicBezTo>
                        <a:pt x="12573" y="7715"/>
                        <a:pt x="12383" y="7620"/>
                        <a:pt x="12383" y="7525"/>
                      </a:cubicBezTo>
                      <a:cubicBezTo>
                        <a:pt x="12383" y="7429"/>
                        <a:pt x="12478" y="7334"/>
                        <a:pt x="12478" y="7144"/>
                      </a:cubicBezTo>
                      <a:cubicBezTo>
                        <a:pt x="12478" y="7048"/>
                        <a:pt x="12383" y="6858"/>
                        <a:pt x="12002" y="6667"/>
                      </a:cubicBezTo>
                      <a:cubicBezTo>
                        <a:pt x="11716" y="6477"/>
                        <a:pt x="11525" y="6382"/>
                        <a:pt x="11430" y="6286"/>
                      </a:cubicBezTo>
                      <a:cubicBezTo>
                        <a:pt x="11335" y="6191"/>
                        <a:pt x="11144" y="6096"/>
                        <a:pt x="11049" y="6096"/>
                      </a:cubicBezTo>
                      <a:cubicBezTo>
                        <a:pt x="11049" y="6096"/>
                        <a:pt x="10858" y="6096"/>
                        <a:pt x="10763" y="6096"/>
                      </a:cubicBezTo>
                      <a:cubicBezTo>
                        <a:pt x="10668" y="6096"/>
                        <a:pt x="10478" y="6096"/>
                        <a:pt x="10478" y="6096"/>
                      </a:cubicBezTo>
                      <a:cubicBezTo>
                        <a:pt x="10287" y="6096"/>
                        <a:pt x="10192" y="6001"/>
                        <a:pt x="10096" y="5715"/>
                      </a:cubicBezTo>
                      <a:lnTo>
                        <a:pt x="10382" y="5524"/>
                      </a:lnTo>
                      <a:cubicBezTo>
                        <a:pt x="10382" y="5524"/>
                        <a:pt x="9716" y="5620"/>
                        <a:pt x="9620" y="6001"/>
                      </a:cubicBezTo>
                      <a:cubicBezTo>
                        <a:pt x="9620" y="6477"/>
                        <a:pt x="9525" y="6858"/>
                        <a:pt x="9430" y="6858"/>
                      </a:cubicBezTo>
                      <a:cubicBezTo>
                        <a:pt x="9335" y="6477"/>
                        <a:pt x="9144" y="6096"/>
                        <a:pt x="9049" y="5715"/>
                      </a:cubicBezTo>
                      <a:cubicBezTo>
                        <a:pt x="8954" y="5334"/>
                        <a:pt x="8573" y="4953"/>
                        <a:pt x="8192" y="4763"/>
                      </a:cubicBezTo>
                      <a:cubicBezTo>
                        <a:pt x="8192" y="5143"/>
                        <a:pt x="7906" y="5334"/>
                        <a:pt x="7429" y="5334"/>
                      </a:cubicBezTo>
                      <a:lnTo>
                        <a:pt x="6953" y="5334"/>
                      </a:lnTo>
                      <a:cubicBezTo>
                        <a:pt x="6953" y="5334"/>
                        <a:pt x="6572" y="5334"/>
                        <a:pt x="6382" y="5334"/>
                      </a:cubicBezTo>
                      <a:cubicBezTo>
                        <a:pt x="6287" y="5334"/>
                        <a:pt x="6096" y="5334"/>
                        <a:pt x="6001" y="5334"/>
                      </a:cubicBezTo>
                      <a:cubicBezTo>
                        <a:pt x="5429" y="5715"/>
                        <a:pt x="5048" y="6286"/>
                        <a:pt x="5048" y="7239"/>
                      </a:cubicBezTo>
                      <a:cubicBezTo>
                        <a:pt x="5048" y="7334"/>
                        <a:pt x="5048" y="7620"/>
                        <a:pt x="5048" y="8001"/>
                      </a:cubicBezTo>
                      <a:cubicBezTo>
                        <a:pt x="5048" y="8382"/>
                        <a:pt x="5048" y="8667"/>
                        <a:pt x="5048" y="8858"/>
                      </a:cubicBezTo>
                      <a:cubicBezTo>
                        <a:pt x="5048" y="9239"/>
                        <a:pt x="5048" y="9620"/>
                        <a:pt x="4953" y="9906"/>
                      </a:cubicBezTo>
                      <a:cubicBezTo>
                        <a:pt x="4953" y="10192"/>
                        <a:pt x="5144" y="10287"/>
                        <a:pt x="5525" y="10287"/>
                      </a:cubicBezTo>
                      <a:cubicBezTo>
                        <a:pt x="5810" y="10287"/>
                        <a:pt x="6096" y="10287"/>
                        <a:pt x="6096" y="10668"/>
                      </a:cubicBezTo>
                      <a:cubicBezTo>
                        <a:pt x="6287" y="10668"/>
                        <a:pt x="6572" y="10858"/>
                        <a:pt x="7144" y="10668"/>
                      </a:cubicBezTo>
                      <a:cubicBezTo>
                        <a:pt x="7525" y="10668"/>
                        <a:pt x="7811" y="10858"/>
                        <a:pt x="8001" y="11144"/>
                      </a:cubicBezTo>
                      <a:cubicBezTo>
                        <a:pt x="8192" y="10858"/>
                        <a:pt x="8382" y="10668"/>
                        <a:pt x="8668" y="10668"/>
                      </a:cubicBezTo>
                      <a:lnTo>
                        <a:pt x="9525" y="10668"/>
                      </a:lnTo>
                      <a:cubicBezTo>
                        <a:pt x="9525" y="10668"/>
                        <a:pt x="9906" y="10477"/>
                        <a:pt x="10001" y="10287"/>
                      </a:cubicBezTo>
                      <a:cubicBezTo>
                        <a:pt x="10763" y="10287"/>
                        <a:pt x="11621" y="9906"/>
                        <a:pt x="12573" y="8953"/>
                      </a:cubicBezTo>
                      <a:lnTo>
                        <a:pt x="12097" y="8667"/>
                      </a:lnTo>
                      <a:lnTo>
                        <a:pt x="12764" y="8287"/>
                      </a:lnTo>
                      <a:close/>
                      <a:moveTo>
                        <a:pt x="12478" y="3715"/>
                      </a:moveTo>
                      <a:cubicBezTo>
                        <a:pt x="12478" y="3715"/>
                        <a:pt x="12478" y="3619"/>
                        <a:pt x="12383" y="3619"/>
                      </a:cubicBezTo>
                      <a:cubicBezTo>
                        <a:pt x="12192" y="3619"/>
                        <a:pt x="12002" y="3619"/>
                        <a:pt x="12002" y="3810"/>
                      </a:cubicBezTo>
                      <a:lnTo>
                        <a:pt x="12478" y="3810"/>
                      </a:lnTo>
                      <a:close/>
                      <a:moveTo>
                        <a:pt x="13811" y="2191"/>
                      </a:moveTo>
                      <a:lnTo>
                        <a:pt x="13811" y="2000"/>
                      </a:lnTo>
                      <a:cubicBezTo>
                        <a:pt x="13811" y="2000"/>
                        <a:pt x="13430" y="2000"/>
                        <a:pt x="13049" y="2000"/>
                      </a:cubicBezTo>
                      <a:lnTo>
                        <a:pt x="13811" y="2000"/>
                      </a:lnTo>
                      <a:close/>
                      <a:moveTo>
                        <a:pt x="13049" y="7525"/>
                      </a:moveTo>
                      <a:lnTo>
                        <a:pt x="13621" y="7525"/>
                      </a:lnTo>
                      <a:cubicBezTo>
                        <a:pt x="13621" y="7525"/>
                        <a:pt x="13240" y="7144"/>
                        <a:pt x="13049" y="7334"/>
                      </a:cubicBezTo>
                      <a:lnTo>
                        <a:pt x="13049" y="7525"/>
                      </a:lnTo>
                      <a:close/>
                      <a:moveTo>
                        <a:pt x="14097" y="9049"/>
                      </a:moveTo>
                      <a:lnTo>
                        <a:pt x="14478" y="8667"/>
                      </a:lnTo>
                      <a:lnTo>
                        <a:pt x="14288" y="8667"/>
                      </a:lnTo>
                      <a:lnTo>
                        <a:pt x="14097" y="9049"/>
                      </a:lnTo>
                      <a:close/>
                      <a:moveTo>
                        <a:pt x="15145" y="9049"/>
                      </a:moveTo>
                      <a:cubicBezTo>
                        <a:pt x="15145" y="9049"/>
                        <a:pt x="15050" y="8953"/>
                        <a:pt x="15050" y="8858"/>
                      </a:cubicBezTo>
                      <a:cubicBezTo>
                        <a:pt x="15050" y="8477"/>
                        <a:pt x="15240" y="8191"/>
                        <a:pt x="15526" y="8096"/>
                      </a:cubicBezTo>
                      <a:cubicBezTo>
                        <a:pt x="15526" y="8096"/>
                        <a:pt x="15431" y="8001"/>
                        <a:pt x="15335" y="8001"/>
                      </a:cubicBezTo>
                      <a:cubicBezTo>
                        <a:pt x="15335" y="8001"/>
                        <a:pt x="15050" y="8191"/>
                        <a:pt x="14573" y="8477"/>
                      </a:cubicBezTo>
                      <a:cubicBezTo>
                        <a:pt x="14859" y="8477"/>
                        <a:pt x="15050" y="8763"/>
                        <a:pt x="15050" y="8953"/>
                      </a:cubicBezTo>
                      <a:cubicBezTo>
                        <a:pt x="15050" y="8953"/>
                        <a:pt x="15050" y="9144"/>
                        <a:pt x="14954" y="9334"/>
                      </a:cubicBezTo>
                      <a:cubicBezTo>
                        <a:pt x="14859" y="9525"/>
                        <a:pt x="14859" y="9525"/>
                        <a:pt x="14859" y="9620"/>
                      </a:cubicBezTo>
                      <a:cubicBezTo>
                        <a:pt x="14859" y="9715"/>
                        <a:pt x="15050" y="9811"/>
                        <a:pt x="15335" y="9620"/>
                      </a:cubicBezTo>
                      <a:cubicBezTo>
                        <a:pt x="15335" y="9430"/>
                        <a:pt x="15335" y="9239"/>
                        <a:pt x="15240" y="9144"/>
                      </a:cubicBezTo>
                      <a:close/>
                      <a:moveTo>
                        <a:pt x="16097" y="10573"/>
                      </a:moveTo>
                      <a:lnTo>
                        <a:pt x="16097" y="10573"/>
                      </a:lnTo>
                      <a:lnTo>
                        <a:pt x="15907" y="10192"/>
                      </a:lnTo>
                      <a:lnTo>
                        <a:pt x="15907" y="10573"/>
                      </a:lnTo>
                      <a:close/>
                      <a:moveTo>
                        <a:pt x="16764" y="8477"/>
                      </a:moveTo>
                      <a:lnTo>
                        <a:pt x="17145" y="8667"/>
                      </a:lnTo>
                      <a:cubicBezTo>
                        <a:pt x="17145" y="8667"/>
                        <a:pt x="17050" y="8477"/>
                        <a:pt x="17050" y="8477"/>
                      </a:cubicBezTo>
                      <a:lnTo>
                        <a:pt x="16764" y="8477"/>
                      </a:lnTo>
                      <a:close/>
                      <a:moveTo>
                        <a:pt x="16859" y="4667"/>
                      </a:moveTo>
                      <a:lnTo>
                        <a:pt x="16859" y="4953"/>
                      </a:lnTo>
                      <a:lnTo>
                        <a:pt x="17145" y="4667"/>
                      </a:lnTo>
                      <a:lnTo>
                        <a:pt x="16859" y="4667"/>
                      </a:lnTo>
                      <a:close/>
                      <a:moveTo>
                        <a:pt x="17145" y="7429"/>
                      </a:moveTo>
                      <a:lnTo>
                        <a:pt x="17717" y="6858"/>
                      </a:lnTo>
                      <a:lnTo>
                        <a:pt x="17336" y="6858"/>
                      </a:lnTo>
                      <a:lnTo>
                        <a:pt x="17050" y="7429"/>
                      </a:lnTo>
                      <a:close/>
                      <a:moveTo>
                        <a:pt x="17431" y="10096"/>
                      </a:moveTo>
                      <a:lnTo>
                        <a:pt x="17812" y="10096"/>
                      </a:lnTo>
                      <a:cubicBezTo>
                        <a:pt x="17812" y="10096"/>
                        <a:pt x="17717" y="9906"/>
                        <a:pt x="17431" y="9906"/>
                      </a:cubicBezTo>
                      <a:lnTo>
                        <a:pt x="17431" y="10096"/>
                      </a:lnTo>
                      <a:close/>
                      <a:moveTo>
                        <a:pt x="18098" y="4381"/>
                      </a:moveTo>
                      <a:cubicBezTo>
                        <a:pt x="18098" y="4381"/>
                        <a:pt x="18288" y="4381"/>
                        <a:pt x="18383" y="4572"/>
                      </a:cubicBezTo>
                      <a:lnTo>
                        <a:pt x="18098" y="4381"/>
                      </a:lnTo>
                      <a:close/>
                      <a:moveTo>
                        <a:pt x="18574" y="4667"/>
                      </a:moveTo>
                      <a:cubicBezTo>
                        <a:pt x="18574" y="4667"/>
                        <a:pt x="18479" y="4667"/>
                        <a:pt x="18383" y="4572"/>
                      </a:cubicBezTo>
                      <a:lnTo>
                        <a:pt x="18574" y="4572"/>
                      </a:lnTo>
                      <a:close/>
                      <a:moveTo>
                        <a:pt x="18669" y="4858"/>
                      </a:moveTo>
                      <a:lnTo>
                        <a:pt x="18669" y="4858"/>
                      </a:lnTo>
                      <a:close/>
                      <a:moveTo>
                        <a:pt x="19145" y="3429"/>
                      </a:moveTo>
                      <a:cubicBezTo>
                        <a:pt x="19145" y="3429"/>
                        <a:pt x="19050" y="3429"/>
                        <a:pt x="18860" y="3429"/>
                      </a:cubicBezTo>
                      <a:cubicBezTo>
                        <a:pt x="18669" y="3429"/>
                        <a:pt x="18669" y="3429"/>
                        <a:pt x="18669" y="3429"/>
                      </a:cubicBezTo>
                      <a:cubicBezTo>
                        <a:pt x="18669" y="3334"/>
                        <a:pt x="18669" y="3238"/>
                        <a:pt x="18764" y="3238"/>
                      </a:cubicBezTo>
                      <a:lnTo>
                        <a:pt x="19050" y="3524"/>
                      </a:lnTo>
                      <a:close/>
                      <a:moveTo>
                        <a:pt x="19145" y="7906"/>
                      </a:moveTo>
                      <a:lnTo>
                        <a:pt x="18764" y="7715"/>
                      </a:lnTo>
                      <a:lnTo>
                        <a:pt x="19145" y="7715"/>
                      </a:lnTo>
                      <a:lnTo>
                        <a:pt x="19145" y="7906"/>
                      </a:lnTo>
                      <a:close/>
                      <a:moveTo>
                        <a:pt x="19145" y="3429"/>
                      </a:moveTo>
                      <a:lnTo>
                        <a:pt x="19145" y="3429"/>
                      </a:lnTo>
                      <a:close/>
                      <a:moveTo>
                        <a:pt x="19431" y="6001"/>
                      </a:moveTo>
                      <a:lnTo>
                        <a:pt x="19431" y="5620"/>
                      </a:lnTo>
                      <a:lnTo>
                        <a:pt x="20288" y="5905"/>
                      </a:lnTo>
                      <a:cubicBezTo>
                        <a:pt x="20288" y="5905"/>
                        <a:pt x="19907" y="6096"/>
                        <a:pt x="19812" y="6191"/>
                      </a:cubicBezTo>
                      <a:cubicBezTo>
                        <a:pt x="19812" y="6191"/>
                        <a:pt x="19621" y="6191"/>
                        <a:pt x="19336" y="6001"/>
                      </a:cubicBezTo>
                      <a:close/>
                      <a:moveTo>
                        <a:pt x="20288" y="2762"/>
                      </a:moveTo>
                      <a:cubicBezTo>
                        <a:pt x="20288" y="2762"/>
                        <a:pt x="20193" y="2953"/>
                        <a:pt x="20003" y="2953"/>
                      </a:cubicBezTo>
                      <a:lnTo>
                        <a:pt x="19621" y="2953"/>
                      </a:lnTo>
                      <a:lnTo>
                        <a:pt x="19621" y="2667"/>
                      </a:lnTo>
                      <a:cubicBezTo>
                        <a:pt x="19621" y="2667"/>
                        <a:pt x="20003" y="2667"/>
                        <a:pt x="20193" y="2667"/>
                      </a:cubicBezTo>
                      <a:close/>
                      <a:moveTo>
                        <a:pt x="20098" y="3715"/>
                      </a:moveTo>
                      <a:lnTo>
                        <a:pt x="20098" y="3524"/>
                      </a:lnTo>
                      <a:cubicBezTo>
                        <a:pt x="20098" y="3524"/>
                        <a:pt x="20860" y="3715"/>
                        <a:pt x="21050" y="3619"/>
                      </a:cubicBezTo>
                      <a:lnTo>
                        <a:pt x="21050" y="3905"/>
                      </a:lnTo>
                      <a:lnTo>
                        <a:pt x="20098" y="3715"/>
                      </a:lnTo>
                      <a:close/>
                      <a:moveTo>
                        <a:pt x="21241" y="8382"/>
                      </a:moveTo>
                      <a:lnTo>
                        <a:pt x="21050" y="8382"/>
                      </a:lnTo>
                      <a:lnTo>
                        <a:pt x="21241" y="8096"/>
                      </a:lnTo>
                      <a:cubicBezTo>
                        <a:pt x="21241" y="8096"/>
                        <a:pt x="21241" y="8191"/>
                        <a:pt x="21241" y="8382"/>
                      </a:cubicBezTo>
                      <a:close/>
                      <a:moveTo>
                        <a:pt x="21146" y="8001"/>
                      </a:moveTo>
                      <a:lnTo>
                        <a:pt x="21146" y="8001"/>
                      </a:lnTo>
                      <a:cubicBezTo>
                        <a:pt x="21146" y="8001"/>
                        <a:pt x="21146" y="8001"/>
                        <a:pt x="21146" y="8001"/>
                      </a:cubicBezTo>
                      <a:close/>
                      <a:moveTo>
                        <a:pt x="21241" y="7906"/>
                      </a:moveTo>
                      <a:lnTo>
                        <a:pt x="21241" y="7715"/>
                      </a:lnTo>
                      <a:cubicBezTo>
                        <a:pt x="21241" y="7715"/>
                        <a:pt x="21336" y="7810"/>
                        <a:pt x="21241" y="7906"/>
                      </a:cubicBezTo>
                      <a:close/>
                      <a:moveTo>
                        <a:pt x="21717" y="1429"/>
                      </a:moveTo>
                      <a:lnTo>
                        <a:pt x="22003" y="1619"/>
                      </a:lnTo>
                      <a:lnTo>
                        <a:pt x="21527" y="1619"/>
                      </a:lnTo>
                      <a:lnTo>
                        <a:pt x="21812" y="1429"/>
                      </a:lnTo>
                      <a:close/>
                      <a:moveTo>
                        <a:pt x="21908" y="4763"/>
                      </a:moveTo>
                      <a:lnTo>
                        <a:pt x="22479" y="5334"/>
                      </a:lnTo>
                      <a:cubicBezTo>
                        <a:pt x="22479" y="5334"/>
                        <a:pt x="21812" y="5143"/>
                        <a:pt x="21812" y="5048"/>
                      </a:cubicBezTo>
                      <a:cubicBezTo>
                        <a:pt x="21812" y="5048"/>
                        <a:pt x="21812" y="4953"/>
                        <a:pt x="21908" y="4763"/>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 name="Google Shape;1556;p99"/>
                <p:cNvSpPr/>
                <p:nvPr/>
              </p:nvSpPr>
              <p:spPr>
                <a:xfrm>
                  <a:off x="3456050" y="4716208"/>
                  <a:ext cx="18954" cy="25241"/>
                </a:xfrm>
                <a:custGeom>
                  <a:avLst/>
                  <a:gdLst/>
                  <a:ahLst/>
                  <a:cxnLst/>
                  <a:rect l="l" t="t" r="r" b="b"/>
                  <a:pathLst>
                    <a:path w="18954" h="25241" extrusionOk="0">
                      <a:moveTo>
                        <a:pt x="18860" y="23813"/>
                      </a:moveTo>
                      <a:cubicBezTo>
                        <a:pt x="18860" y="23813"/>
                        <a:pt x="18860" y="24003"/>
                        <a:pt x="18860" y="24193"/>
                      </a:cubicBezTo>
                      <a:cubicBezTo>
                        <a:pt x="18860" y="24384"/>
                        <a:pt x="18955" y="24574"/>
                        <a:pt x="18955" y="24670"/>
                      </a:cubicBezTo>
                      <a:cubicBezTo>
                        <a:pt x="18955" y="24955"/>
                        <a:pt x="18764" y="25146"/>
                        <a:pt x="18479" y="25241"/>
                      </a:cubicBezTo>
                      <a:lnTo>
                        <a:pt x="15812" y="25051"/>
                      </a:lnTo>
                      <a:cubicBezTo>
                        <a:pt x="15812" y="25051"/>
                        <a:pt x="15621" y="24860"/>
                        <a:pt x="15335" y="24860"/>
                      </a:cubicBezTo>
                      <a:lnTo>
                        <a:pt x="14764" y="24860"/>
                      </a:lnTo>
                      <a:cubicBezTo>
                        <a:pt x="14764" y="24860"/>
                        <a:pt x="14478" y="24670"/>
                        <a:pt x="14383" y="24574"/>
                      </a:cubicBezTo>
                      <a:cubicBezTo>
                        <a:pt x="14192" y="24574"/>
                        <a:pt x="14002" y="24765"/>
                        <a:pt x="13621" y="25051"/>
                      </a:cubicBezTo>
                      <a:cubicBezTo>
                        <a:pt x="13621" y="24765"/>
                        <a:pt x="13621" y="24670"/>
                        <a:pt x="13430" y="24670"/>
                      </a:cubicBezTo>
                      <a:cubicBezTo>
                        <a:pt x="13430" y="24670"/>
                        <a:pt x="13335" y="24670"/>
                        <a:pt x="13145" y="24670"/>
                      </a:cubicBezTo>
                      <a:lnTo>
                        <a:pt x="12954" y="24670"/>
                      </a:lnTo>
                      <a:cubicBezTo>
                        <a:pt x="12954" y="24670"/>
                        <a:pt x="12668" y="24670"/>
                        <a:pt x="12573" y="24574"/>
                      </a:cubicBezTo>
                      <a:cubicBezTo>
                        <a:pt x="12097" y="23241"/>
                        <a:pt x="11430" y="22384"/>
                        <a:pt x="10668" y="21812"/>
                      </a:cubicBezTo>
                      <a:cubicBezTo>
                        <a:pt x="10668" y="21336"/>
                        <a:pt x="10382" y="20859"/>
                        <a:pt x="9811" y="20383"/>
                      </a:cubicBezTo>
                      <a:cubicBezTo>
                        <a:pt x="9239" y="19907"/>
                        <a:pt x="8858" y="19431"/>
                        <a:pt x="8858" y="19050"/>
                      </a:cubicBezTo>
                      <a:cubicBezTo>
                        <a:pt x="8477" y="18859"/>
                        <a:pt x="8192" y="18574"/>
                        <a:pt x="8096" y="18288"/>
                      </a:cubicBezTo>
                      <a:cubicBezTo>
                        <a:pt x="7906" y="18002"/>
                        <a:pt x="7620" y="17812"/>
                        <a:pt x="7239" y="17621"/>
                      </a:cubicBezTo>
                      <a:lnTo>
                        <a:pt x="7715" y="17240"/>
                      </a:lnTo>
                      <a:cubicBezTo>
                        <a:pt x="7715" y="17240"/>
                        <a:pt x="7525" y="17050"/>
                        <a:pt x="7334" y="17145"/>
                      </a:cubicBezTo>
                      <a:cubicBezTo>
                        <a:pt x="7049" y="17145"/>
                        <a:pt x="6953" y="17240"/>
                        <a:pt x="6953" y="17240"/>
                      </a:cubicBezTo>
                      <a:cubicBezTo>
                        <a:pt x="6858" y="17240"/>
                        <a:pt x="6763" y="17240"/>
                        <a:pt x="6667" y="17145"/>
                      </a:cubicBezTo>
                      <a:cubicBezTo>
                        <a:pt x="6667" y="17240"/>
                        <a:pt x="6667" y="17431"/>
                        <a:pt x="6667" y="17526"/>
                      </a:cubicBezTo>
                      <a:cubicBezTo>
                        <a:pt x="6667" y="17907"/>
                        <a:pt x="6477" y="18478"/>
                        <a:pt x="5906" y="19336"/>
                      </a:cubicBezTo>
                      <a:cubicBezTo>
                        <a:pt x="5429" y="20098"/>
                        <a:pt x="5144" y="20764"/>
                        <a:pt x="5144" y="21145"/>
                      </a:cubicBezTo>
                      <a:cubicBezTo>
                        <a:pt x="4953" y="20955"/>
                        <a:pt x="4858" y="20859"/>
                        <a:pt x="4858" y="20859"/>
                      </a:cubicBezTo>
                      <a:cubicBezTo>
                        <a:pt x="4858" y="20859"/>
                        <a:pt x="4763" y="20859"/>
                        <a:pt x="4667" y="20955"/>
                      </a:cubicBezTo>
                      <a:cubicBezTo>
                        <a:pt x="5048" y="21241"/>
                        <a:pt x="5239" y="21622"/>
                        <a:pt x="5239" y="22098"/>
                      </a:cubicBezTo>
                      <a:cubicBezTo>
                        <a:pt x="5239" y="23241"/>
                        <a:pt x="5239" y="23717"/>
                        <a:pt x="5239" y="23622"/>
                      </a:cubicBezTo>
                      <a:cubicBezTo>
                        <a:pt x="5048" y="23622"/>
                        <a:pt x="4953" y="23813"/>
                        <a:pt x="4953" y="23908"/>
                      </a:cubicBezTo>
                      <a:cubicBezTo>
                        <a:pt x="4953" y="23908"/>
                        <a:pt x="4953" y="24098"/>
                        <a:pt x="5144" y="24193"/>
                      </a:cubicBezTo>
                      <a:cubicBezTo>
                        <a:pt x="5239" y="24289"/>
                        <a:pt x="5334" y="24479"/>
                        <a:pt x="5334" y="24574"/>
                      </a:cubicBezTo>
                      <a:cubicBezTo>
                        <a:pt x="5334" y="24574"/>
                        <a:pt x="5334" y="24765"/>
                        <a:pt x="5239" y="24765"/>
                      </a:cubicBezTo>
                      <a:cubicBezTo>
                        <a:pt x="4286" y="25051"/>
                        <a:pt x="2858" y="25051"/>
                        <a:pt x="857" y="24765"/>
                      </a:cubicBezTo>
                      <a:cubicBezTo>
                        <a:pt x="762" y="24479"/>
                        <a:pt x="762" y="24289"/>
                        <a:pt x="762" y="23908"/>
                      </a:cubicBezTo>
                      <a:cubicBezTo>
                        <a:pt x="762" y="23717"/>
                        <a:pt x="762" y="23431"/>
                        <a:pt x="857" y="22955"/>
                      </a:cubicBezTo>
                      <a:cubicBezTo>
                        <a:pt x="953" y="22479"/>
                        <a:pt x="953" y="22193"/>
                        <a:pt x="953" y="22003"/>
                      </a:cubicBezTo>
                      <a:cubicBezTo>
                        <a:pt x="953" y="21622"/>
                        <a:pt x="857" y="21241"/>
                        <a:pt x="571" y="20859"/>
                      </a:cubicBezTo>
                      <a:cubicBezTo>
                        <a:pt x="762" y="20859"/>
                        <a:pt x="857" y="20669"/>
                        <a:pt x="857" y="20479"/>
                      </a:cubicBezTo>
                      <a:cubicBezTo>
                        <a:pt x="857" y="20193"/>
                        <a:pt x="857" y="20098"/>
                        <a:pt x="857" y="20002"/>
                      </a:cubicBezTo>
                      <a:lnTo>
                        <a:pt x="857" y="20002"/>
                      </a:lnTo>
                      <a:cubicBezTo>
                        <a:pt x="857" y="20002"/>
                        <a:pt x="857" y="20002"/>
                        <a:pt x="1143" y="20098"/>
                      </a:cubicBezTo>
                      <a:cubicBezTo>
                        <a:pt x="1238" y="20288"/>
                        <a:pt x="1429" y="20288"/>
                        <a:pt x="1429" y="20288"/>
                      </a:cubicBezTo>
                      <a:cubicBezTo>
                        <a:pt x="1524" y="20288"/>
                        <a:pt x="1619" y="20193"/>
                        <a:pt x="1619" y="19907"/>
                      </a:cubicBezTo>
                      <a:cubicBezTo>
                        <a:pt x="1619" y="19812"/>
                        <a:pt x="1429" y="19717"/>
                        <a:pt x="1143" y="19717"/>
                      </a:cubicBezTo>
                      <a:cubicBezTo>
                        <a:pt x="762" y="19717"/>
                        <a:pt x="667" y="19526"/>
                        <a:pt x="762" y="19145"/>
                      </a:cubicBezTo>
                      <a:cubicBezTo>
                        <a:pt x="953" y="19145"/>
                        <a:pt x="1143" y="19145"/>
                        <a:pt x="1333" y="19336"/>
                      </a:cubicBezTo>
                      <a:cubicBezTo>
                        <a:pt x="1619" y="19431"/>
                        <a:pt x="1715" y="19526"/>
                        <a:pt x="1810" y="19526"/>
                      </a:cubicBezTo>
                      <a:cubicBezTo>
                        <a:pt x="1810" y="19526"/>
                        <a:pt x="1905" y="19526"/>
                        <a:pt x="2000" y="19526"/>
                      </a:cubicBezTo>
                      <a:lnTo>
                        <a:pt x="1524" y="19145"/>
                      </a:lnTo>
                      <a:lnTo>
                        <a:pt x="1905" y="18955"/>
                      </a:lnTo>
                      <a:lnTo>
                        <a:pt x="381" y="18669"/>
                      </a:lnTo>
                      <a:cubicBezTo>
                        <a:pt x="381" y="18669"/>
                        <a:pt x="857" y="18192"/>
                        <a:pt x="857" y="17907"/>
                      </a:cubicBezTo>
                      <a:cubicBezTo>
                        <a:pt x="857" y="17716"/>
                        <a:pt x="857" y="17526"/>
                        <a:pt x="667" y="17240"/>
                      </a:cubicBezTo>
                      <a:cubicBezTo>
                        <a:pt x="571" y="16954"/>
                        <a:pt x="476" y="16669"/>
                        <a:pt x="476" y="16478"/>
                      </a:cubicBezTo>
                      <a:cubicBezTo>
                        <a:pt x="476" y="16288"/>
                        <a:pt x="571" y="16097"/>
                        <a:pt x="667" y="15811"/>
                      </a:cubicBezTo>
                      <a:lnTo>
                        <a:pt x="0" y="15621"/>
                      </a:lnTo>
                      <a:cubicBezTo>
                        <a:pt x="0" y="15621"/>
                        <a:pt x="476" y="15621"/>
                        <a:pt x="571" y="15240"/>
                      </a:cubicBezTo>
                      <a:cubicBezTo>
                        <a:pt x="667" y="14954"/>
                        <a:pt x="762" y="14764"/>
                        <a:pt x="1048" y="14764"/>
                      </a:cubicBezTo>
                      <a:cubicBezTo>
                        <a:pt x="667" y="14764"/>
                        <a:pt x="571" y="14573"/>
                        <a:pt x="571" y="14288"/>
                      </a:cubicBezTo>
                      <a:cubicBezTo>
                        <a:pt x="571" y="14001"/>
                        <a:pt x="571" y="13906"/>
                        <a:pt x="667" y="13621"/>
                      </a:cubicBezTo>
                      <a:lnTo>
                        <a:pt x="95" y="13430"/>
                      </a:lnTo>
                      <a:cubicBezTo>
                        <a:pt x="95" y="13430"/>
                        <a:pt x="286" y="13144"/>
                        <a:pt x="381" y="12859"/>
                      </a:cubicBezTo>
                      <a:cubicBezTo>
                        <a:pt x="571" y="12573"/>
                        <a:pt x="667" y="12382"/>
                        <a:pt x="667" y="12287"/>
                      </a:cubicBezTo>
                      <a:cubicBezTo>
                        <a:pt x="667" y="12192"/>
                        <a:pt x="667" y="12097"/>
                        <a:pt x="571" y="12001"/>
                      </a:cubicBezTo>
                      <a:cubicBezTo>
                        <a:pt x="667" y="11430"/>
                        <a:pt x="667" y="10287"/>
                        <a:pt x="571" y="8382"/>
                      </a:cubicBezTo>
                      <a:cubicBezTo>
                        <a:pt x="476" y="6858"/>
                        <a:pt x="571" y="5715"/>
                        <a:pt x="1048" y="4953"/>
                      </a:cubicBezTo>
                      <a:cubicBezTo>
                        <a:pt x="667" y="4381"/>
                        <a:pt x="476" y="3810"/>
                        <a:pt x="476" y="3048"/>
                      </a:cubicBezTo>
                      <a:cubicBezTo>
                        <a:pt x="476" y="2762"/>
                        <a:pt x="476" y="2381"/>
                        <a:pt x="476" y="1905"/>
                      </a:cubicBezTo>
                      <a:cubicBezTo>
                        <a:pt x="571" y="1429"/>
                        <a:pt x="571" y="1048"/>
                        <a:pt x="571" y="762"/>
                      </a:cubicBezTo>
                      <a:cubicBezTo>
                        <a:pt x="667" y="381"/>
                        <a:pt x="857" y="286"/>
                        <a:pt x="1048" y="286"/>
                      </a:cubicBezTo>
                      <a:cubicBezTo>
                        <a:pt x="1048" y="286"/>
                        <a:pt x="1333" y="286"/>
                        <a:pt x="1524" y="381"/>
                      </a:cubicBezTo>
                      <a:cubicBezTo>
                        <a:pt x="1715" y="381"/>
                        <a:pt x="1905" y="476"/>
                        <a:pt x="2000" y="476"/>
                      </a:cubicBezTo>
                      <a:cubicBezTo>
                        <a:pt x="2191" y="476"/>
                        <a:pt x="2477" y="381"/>
                        <a:pt x="2572" y="95"/>
                      </a:cubicBezTo>
                      <a:lnTo>
                        <a:pt x="2762" y="476"/>
                      </a:lnTo>
                      <a:cubicBezTo>
                        <a:pt x="2762" y="476"/>
                        <a:pt x="2953" y="190"/>
                        <a:pt x="3048" y="190"/>
                      </a:cubicBezTo>
                      <a:cubicBezTo>
                        <a:pt x="3048" y="190"/>
                        <a:pt x="3048" y="286"/>
                        <a:pt x="2953" y="381"/>
                      </a:cubicBezTo>
                      <a:cubicBezTo>
                        <a:pt x="2953" y="381"/>
                        <a:pt x="2953" y="476"/>
                        <a:pt x="2953" y="571"/>
                      </a:cubicBezTo>
                      <a:lnTo>
                        <a:pt x="3143" y="571"/>
                      </a:lnTo>
                      <a:cubicBezTo>
                        <a:pt x="3143" y="571"/>
                        <a:pt x="3524" y="571"/>
                        <a:pt x="3715" y="286"/>
                      </a:cubicBezTo>
                      <a:cubicBezTo>
                        <a:pt x="4000" y="95"/>
                        <a:pt x="4191" y="0"/>
                        <a:pt x="4286" y="0"/>
                      </a:cubicBezTo>
                      <a:cubicBezTo>
                        <a:pt x="4477" y="0"/>
                        <a:pt x="4667" y="190"/>
                        <a:pt x="4763" y="476"/>
                      </a:cubicBezTo>
                      <a:cubicBezTo>
                        <a:pt x="4763" y="667"/>
                        <a:pt x="4763" y="1429"/>
                        <a:pt x="4953" y="2953"/>
                      </a:cubicBezTo>
                      <a:cubicBezTo>
                        <a:pt x="4953" y="3905"/>
                        <a:pt x="5048" y="4763"/>
                        <a:pt x="4953" y="5524"/>
                      </a:cubicBezTo>
                      <a:cubicBezTo>
                        <a:pt x="4953" y="5524"/>
                        <a:pt x="4953" y="5715"/>
                        <a:pt x="4858" y="5810"/>
                      </a:cubicBezTo>
                      <a:cubicBezTo>
                        <a:pt x="4858" y="5905"/>
                        <a:pt x="4763" y="6001"/>
                        <a:pt x="4763" y="6096"/>
                      </a:cubicBezTo>
                      <a:cubicBezTo>
                        <a:pt x="4763" y="6096"/>
                        <a:pt x="4763" y="6286"/>
                        <a:pt x="4858" y="6286"/>
                      </a:cubicBezTo>
                      <a:cubicBezTo>
                        <a:pt x="4667" y="6286"/>
                        <a:pt x="4572" y="6382"/>
                        <a:pt x="4477" y="6382"/>
                      </a:cubicBezTo>
                      <a:lnTo>
                        <a:pt x="4477" y="6667"/>
                      </a:lnTo>
                      <a:cubicBezTo>
                        <a:pt x="4477" y="6667"/>
                        <a:pt x="4096" y="6667"/>
                        <a:pt x="4096" y="6667"/>
                      </a:cubicBezTo>
                      <a:cubicBezTo>
                        <a:pt x="4096" y="6858"/>
                        <a:pt x="4191" y="6953"/>
                        <a:pt x="4382" y="6953"/>
                      </a:cubicBezTo>
                      <a:cubicBezTo>
                        <a:pt x="4667" y="6953"/>
                        <a:pt x="4763" y="6953"/>
                        <a:pt x="4763" y="6667"/>
                      </a:cubicBezTo>
                      <a:cubicBezTo>
                        <a:pt x="4763" y="6858"/>
                        <a:pt x="4572" y="7144"/>
                        <a:pt x="4191" y="7429"/>
                      </a:cubicBezTo>
                      <a:cubicBezTo>
                        <a:pt x="3810" y="7715"/>
                        <a:pt x="3524" y="7906"/>
                        <a:pt x="3524" y="8001"/>
                      </a:cubicBezTo>
                      <a:cubicBezTo>
                        <a:pt x="3524" y="8191"/>
                        <a:pt x="3715" y="8287"/>
                        <a:pt x="4191" y="8287"/>
                      </a:cubicBezTo>
                      <a:lnTo>
                        <a:pt x="4477" y="8096"/>
                      </a:lnTo>
                      <a:cubicBezTo>
                        <a:pt x="4477" y="8096"/>
                        <a:pt x="4477" y="8382"/>
                        <a:pt x="4572" y="8477"/>
                      </a:cubicBezTo>
                      <a:lnTo>
                        <a:pt x="4763" y="8477"/>
                      </a:lnTo>
                      <a:lnTo>
                        <a:pt x="4763" y="7906"/>
                      </a:lnTo>
                      <a:cubicBezTo>
                        <a:pt x="4763" y="7906"/>
                        <a:pt x="4763" y="8287"/>
                        <a:pt x="4953" y="9049"/>
                      </a:cubicBezTo>
                      <a:cubicBezTo>
                        <a:pt x="4953" y="9430"/>
                        <a:pt x="5144" y="9906"/>
                        <a:pt x="5429" y="10001"/>
                      </a:cubicBezTo>
                      <a:cubicBezTo>
                        <a:pt x="6001" y="10001"/>
                        <a:pt x="6382" y="9906"/>
                        <a:pt x="6477" y="9620"/>
                      </a:cubicBezTo>
                      <a:lnTo>
                        <a:pt x="6477" y="9430"/>
                      </a:lnTo>
                      <a:lnTo>
                        <a:pt x="7049" y="9715"/>
                      </a:lnTo>
                      <a:cubicBezTo>
                        <a:pt x="7049" y="8477"/>
                        <a:pt x="7620" y="7620"/>
                        <a:pt x="8382" y="7239"/>
                      </a:cubicBezTo>
                      <a:cubicBezTo>
                        <a:pt x="8382" y="6858"/>
                        <a:pt x="8668" y="6382"/>
                        <a:pt x="9049" y="6001"/>
                      </a:cubicBezTo>
                      <a:cubicBezTo>
                        <a:pt x="9525" y="5524"/>
                        <a:pt x="9716" y="5143"/>
                        <a:pt x="9811" y="4858"/>
                      </a:cubicBezTo>
                      <a:cubicBezTo>
                        <a:pt x="9811" y="4572"/>
                        <a:pt x="10096" y="4381"/>
                        <a:pt x="10478" y="4191"/>
                      </a:cubicBezTo>
                      <a:cubicBezTo>
                        <a:pt x="10858" y="4000"/>
                        <a:pt x="10954" y="3810"/>
                        <a:pt x="10954" y="3619"/>
                      </a:cubicBezTo>
                      <a:cubicBezTo>
                        <a:pt x="10954" y="3524"/>
                        <a:pt x="10954" y="3334"/>
                        <a:pt x="10858" y="3143"/>
                      </a:cubicBezTo>
                      <a:lnTo>
                        <a:pt x="12002" y="1905"/>
                      </a:lnTo>
                      <a:lnTo>
                        <a:pt x="11716" y="1619"/>
                      </a:lnTo>
                      <a:cubicBezTo>
                        <a:pt x="11716" y="1619"/>
                        <a:pt x="12002" y="1429"/>
                        <a:pt x="12383" y="1333"/>
                      </a:cubicBezTo>
                      <a:cubicBezTo>
                        <a:pt x="12668" y="1333"/>
                        <a:pt x="12859" y="1143"/>
                        <a:pt x="12859" y="952"/>
                      </a:cubicBezTo>
                      <a:cubicBezTo>
                        <a:pt x="12859" y="952"/>
                        <a:pt x="12859" y="857"/>
                        <a:pt x="12763" y="667"/>
                      </a:cubicBezTo>
                      <a:cubicBezTo>
                        <a:pt x="13525" y="667"/>
                        <a:pt x="14478" y="476"/>
                        <a:pt x="15907" y="571"/>
                      </a:cubicBezTo>
                      <a:cubicBezTo>
                        <a:pt x="17812" y="571"/>
                        <a:pt x="18764" y="571"/>
                        <a:pt x="18955" y="571"/>
                      </a:cubicBezTo>
                      <a:lnTo>
                        <a:pt x="18955" y="1333"/>
                      </a:lnTo>
                      <a:cubicBezTo>
                        <a:pt x="18193" y="2191"/>
                        <a:pt x="17621" y="2667"/>
                        <a:pt x="17431" y="2953"/>
                      </a:cubicBezTo>
                      <a:cubicBezTo>
                        <a:pt x="16954" y="3619"/>
                        <a:pt x="16574" y="4286"/>
                        <a:pt x="16478" y="4953"/>
                      </a:cubicBezTo>
                      <a:cubicBezTo>
                        <a:pt x="15431" y="5715"/>
                        <a:pt x="14383" y="6858"/>
                        <a:pt x="13335" y="8287"/>
                      </a:cubicBezTo>
                      <a:cubicBezTo>
                        <a:pt x="12478" y="9525"/>
                        <a:pt x="11621" y="10763"/>
                        <a:pt x="10763" y="12001"/>
                      </a:cubicBezTo>
                      <a:cubicBezTo>
                        <a:pt x="10763" y="12097"/>
                        <a:pt x="10763" y="12287"/>
                        <a:pt x="10763" y="12382"/>
                      </a:cubicBezTo>
                      <a:cubicBezTo>
                        <a:pt x="10763" y="12478"/>
                        <a:pt x="10858" y="12763"/>
                        <a:pt x="11049" y="13049"/>
                      </a:cubicBezTo>
                      <a:cubicBezTo>
                        <a:pt x="11240" y="13240"/>
                        <a:pt x="11525" y="13525"/>
                        <a:pt x="11525" y="13716"/>
                      </a:cubicBezTo>
                      <a:cubicBezTo>
                        <a:pt x="11525" y="13716"/>
                        <a:pt x="11335" y="13906"/>
                        <a:pt x="11049" y="14097"/>
                      </a:cubicBezTo>
                      <a:cubicBezTo>
                        <a:pt x="10858" y="14097"/>
                        <a:pt x="10763" y="14383"/>
                        <a:pt x="10858" y="14573"/>
                      </a:cubicBezTo>
                      <a:cubicBezTo>
                        <a:pt x="10858" y="14573"/>
                        <a:pt x="11621" y="15049"/>
                        <a:pt x="12954" y="15716"/>
                      </a:cubicBezTo>
                      <a:cubicBezTo>
                        <a:pt x="13621" y="16192"/>
                        <a:pt x="14097" y="16764"/>
                        <a:pt x="14383" y="17526"/>
                      </a:cubicBezTo>
                      <a:cubicBezTo>
                        <a:pt x="14383" y="17526"/>
                        <a:pt x="14573" y="17621"/>
                        <a:pt x="14859" y="17716"/>
                      </a:cubicBezTo>
                      <a:cubicBezTo>
                        <a:pt x="15145" y="17812"/>
                        <a:pt x="15240" y="17907"/>
                        <a:pt x="15240" y="18002"/>
                      </a:cubicBezTo>
                      <a:cubicBezTo>
                        <a:pt x="15240" y="18002"/>
                        <a:pt x="15240" y="18192"/>
                        <a:pt x="15050" y="18288"/>
                      </a:cubicBezTo>
                      <a:cubicBezTo>
                        <a:pt x="14859" y="18288"/>
                        <a:pt x="14573" y="18478"/>
                        <a:pt x="14192" y="18574"/>
                      </a:cubicBezTo>
                      <a:cubicBezTo>
                        <a:pt x="13907" y="18574"/>
                        <a:pt x="13621" y="18764"/>
                        <a:pt x="13430" y="18859"/>
                      </a:cubicBezTo>
                      <a:lnTo>
                        <a:pt x="13430" y="18859"/>
                      </a:lnTo>
                      <a:cubicBezTo>
                        <a:pt x="13430" y="18859"/>
                        <a:pt x="13621" y="19050"/>
                        <a:pt x="13716" y="19050"/>
                      </a:cubicBezTo>
                      <a:lnTo>
                        <a:pt x="14002" y="19050"/>
                      </a:lnTo>
                      <a:cubicBezTo>
                        <a:pt x="14002" y="19050"/>
                        <a:pt x="14192" y="18955"/>
                        <a:pt x="14192" y="18955"/>
                      </a:cubicBezTo>
                      <a:cubicBezTo>
                        <a:pt x="14288" y="18955"/>
                        <a:pt x="14383" y="19050"/>
                        <a:pt x="14478" y="19240"/>
                      </a:cubicBezTo>
                      <a:lnTo>
                        <a:pt x="15335" y="18574"/>
                      </a:lnTo>
                      <a:lnTo>
                        <a:pt x="15335" y="18574"/>
                      </a:lnTo>
                      <a:lnTo>
                        <a:pt x="15145" y="18764"/>
                      </a:lnTo>
                      <a:cubicBezTo>
                        <a:pt x="15812" y="18764"/>
                        <a:pt x="16192" y="19145"/>
                        <a:pt x="16383" y="19812"/>
                      </a:cubicBezTo>
                      <a:cubicBezTo>
                        <a:pt x="16574" y="20574"/>
                        <a:pt x="16954" y="21050"/>
                        <a:pt x="17431" y="21241"/>
                      </a:cubicBezTo>
                      <a:cubicBezTo>
                        <a:pt x="17240" y="21431"/>
                        <a:pt x="17145" y="21526"/>
                        <a:pt x="17240" y="21526"/>
                      </a:cubicBezTo>
                      <a:lnTo>
                        <a:pt x="17526" y="21526"/>
                      </a:lnTo>
                      <a:cubicBezTo>
                        <a:pt x="17526" y="21526"/>
                        <a:pt x="17526" y="21717"/>
                        <a:pt x="17526" y="21717"/>
                      </a:cubicBezTo>
                      <a:cubicBezTo>
                        <a:pt x="17526" y="21812"/>
                        <a:pt x="17621" y="22003"/>
                        <a:pt x="17907" y="22098"/>
                      </a:cubicBezTo>
                      <a:cubicBezTo>
                        <a:pt x="18193" y="22193"/>
                        <a:pt x="18288" y="22384"/>
                        <a:pt x="18288" y="22669"/>
                      </a:cubicBezTo>
                      <a:cubicBezTo>
                        <a:pt x="18098" y="22669"/>
                        <a:pt x="17812" y="22860"/>
                        <a:pt x="17431" y="23146"/>
                      </a:cubicBezTo>
                      <a:cubicBezTo>
                        <a:pt x="17431" y="23146"/>
                        <a:pt x="17431" y="23431"/>
                        <a:pt x="17621" y="23526"/>
                      </a:cubicBezTo>
                      <a:cubicBezTo>
                        <a:pt x="17717" y="23717"/>
                        <a:pt x="17812" y="23717"/>
                        <a:pt x="17907" y="23813"/>
                      </a:cubicBezTo>
                      <a:cubicBezTo>
                        <a:pt x="17907" y="23813"/>
                        <a:pt x="17907" y="23622"/>
                        <a:pt x="18002" y="23431"/>
                      </a:cubicBezTo>
                      <a:cubicBezTo>
                        <a:pt x="18002" y="23241"/>
                        <a:pt x="18098" y="23146"/>
                        <a:pt x="18288" y="23050"/>
                      </a:cubicBezTo>
                      <a:lnTo>
                        <a:pt x="18669" y="23050"/>
                      </a:lnTo>
                      <a:close/>
                      <a:moveTo>
                        <a:pt x="2667" y="21622"/>
                      </a:moveTo>
                      <a:cubicBezTo>
                        <a:pt x="2667" y="21622"/>
                        <a:pt x="2762" y="21622"/>
                        <a:pt x="2953" y="21622"/>
                      </a:cubicBezTo>
                      <a:lnTo>
                        <a:pt x="2667" y="21622"/>
                      </a:lnTo>
                      <a:cubicBezTo>
                        <a:pt x="2667" y="21622"/>
                        <a:pt x="2191" y="21336"/>
                        <a:pt x="2096" y="21431"/>
                      </a:cubicBezTo>
                      <a:lnTo>
                        <a:pt x="2667" y="21431"/>
                      </a:lnTo>
                      <a:close/>
                      <a:moveTo>
                        <a:pt x="2667" y="12954"/>
                      </a:moveTo>
                      <a:cubicBezTo>
                        <a:pt x="2667" y="12954"/>
                        <a:pt x="2477" y="12954"/>
                        <a:pt x="2286" y="12954"/>
                      </a:cubicBezTo>
                      <a:lnTo>
                        <a:pt x="2286" y="13240"/>
                      </a:lnTo>
                      <a:lnTo>
                        <a:pt x="2667" y="12954"/>
                      </a:lnTo>
                      <a:close/>
                      <a:moveTo>
                        <a:pt x="3143" y="14478"/>
                      </a:moveTo>
                      <a:cubicBezTo>
                        <a:pt x="3143" y="14478"/>
                        <a:pt x="3143" y="14288"/>
                        <a:pt x="3048" y="14192"/>
                      </a:cubicBezTo>
                      <a:cubicBezTo>
                        <a:pt x="2953" y="14192"/>
                        <a:pt x="2953" y="14192"/>
                        <a:pt x="2762" y="14192"/>
                      </a:cubicBezTo>
                      <a:lnTo>
                        <a:pt x="2667" y="14192"/>
                      </a:lnTo>
                      <a:cubicBezTo>
                        <a:pt x="2667" y="14192"/>
                        <a:pt x="2953" y="14192"/>
                        <a:pt x="2953" y="14288"/>
                      </a:cubicBezTo>
                      <a:cubicBezTo>
                        <a:pt x="2953" y="14383"/>
                        <a:pt x="2953" y="14478"/>
                        <a:pt x="2667" y="14478"/>
                      </a:cubicBezTo>
                      <a:cubicBezTo>
                        <a:pt x="2572" y="14573"/>
                        <a:pt x="2477" y="14668"/>
                        <a:pt x="2477" y="14668"/>
                      </a:cubicBezTo>
                      <a:lnTo>
                        <a:pt x="2477" y="14668"/>
                      </a:lnTo>
                      <a:lnTo>
                        <a:pt x="3048" y="14478"/>
                      </a:lnTo>
                      <a:close/>
                      <a:moveTo>
                        <a:pt x="3048" y="20479"/>
                      </a:moveTo>
                      <a:cubicBezTo>
                        <a:pt x="3048" y="20479"/>
                        <a:pt x="3334" y="20479"/>
                        <a:pt x="3429" y="20479"/>
                      </a:cubicBezTo>
                      <a:cubicBezTo>
                        <a:pt x="3429" y="20383"/>
                        <a:pt x="3334" y="20383"/>
                        <a:pt x="3048" y="20383"/>
                      </a:cubicBezTo>
                      <a:lnTo>
                        <a:pt x="3048" y="20574"/>
                      </a:lnTo>
                      <a:close/>
                      <a:moveTo>
                        <a:pt x="4858" y="17812"/>
                      </a:moveTo>
                      <a:cubicBezTo>
                        <a:pt x="4858" y="17812"/>
                        <a:pt x="4953" y="17812"/>
                        <a:pt x="5048" y="17621"/>
                      </a:cubicBezTo>
                      <a:cubicBezTo>
                        <a:pt x="5144" y="17621"/>
                        <a:pt x="5239" y="17431"/>
                        <a:pt x="5239" y="17431"/>
                      </a:cubicBezTo>
                      <a:cubicBezTo>
                        <a:pt x="5239" y="17431"/>
                        <a:pt x="5048" y="17526"/>
                        <a:pt x="4953" y="17621"/>
                      </a:cubicBezTo>
                      <a:cubicBezTo>
                        <a:pt x="4763" y="17716"/>
                        <a:pt x="4763" y="17812"/>
                        <a:pt x="4858" y="17812"/>
                      </a:cubicBezTo>
                      <a:close/>
                      <a:moveTo>
                        <a:pt x="6191" y="16478"/>
                      </a:moveTo>
                      <a:lnTo>
                        <a:pt x="6382" y="16002"/>
                      </a:lnTo>
                      <a:lnTo>
                        <a:pt x="6001" y="16002"/>
                      </a:lnTo>
                      <a:cubicBezTo>
                        <a:pt x="6001" y="16002"/>
                        <a:pt x="5715" y="16002"/>
                        <a:pt x="5620" y="16002"/>
                      </a:cubicBezTo>
                      <a:lnTo>
                        <a:pt x="5810" y="16002"/>
                      </a:lnTo>
                      <a:cubicBezTo>
                        <a:pt x="5810" y="16002"/>
                        <a:pt x="6001" y="16288"/>
                        <a:pt x="6001" y="16669"/>
                      </a:cubicBezTo>
                      <a:lnTo>
                        <a:pt x="6001" y="16669"/>
                      </a:lnTo>
                      <a:close/>
                      <a:moveTo>
                        <a:pt x="7049" y="13240"/>
                      </a:moveTo>
                      <a:lnTo>
                        <a:pt x="7049" y="13240"/>
                      </a:lnTo>
                      <a:cubicBezTo>
                        <a:pt x="7049" y="13240"/>
                        <a:pt x="6953" y="12954"/>
                        <a:pt x="6667" y="13049"/>
                      </a:cubicBezTo>
                      <a:lnTo>
                        <a:pt x="6953" y="13240"/>
                      </a:lnTo>
                      <a:close/>
                      <a:moveTo>
                        <a:pt x="12383" y="15240"/>
                      </a:moveTo>
                      <a:lnTo>
                        <a:pt x="12383" y="15240"/>
                      </a:lnTo>
                      <a:close/>
                      <a:moveTo>
                        <a:pt x="15431" y="19336"/>
                      </a:moveTo>
                      <a:cubicBezTo>
                        <a:pt x="15431" y="19336"/>
                        <a:pt x="15431" y="19336"/>
                        <a:pt x="15526" y="19526"/>
                      </a:cubicBezTo>
                      <a:lnTo>
                        <a:pt x="15526" y="19336"/>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 name="Google Shape;1557;p99"/>
                <p:cNvSpPr/>
                <p:nvPr/>
              </p:nvSpPr>
              <p:spPr>
                <a:xfrm>
                  <a:off x="3471385" y="4717256"/>
                  <a:ext cx="23907" cy="24479"/>
                </a:xfrm>
                <a:custGeom>
                  <a:avLst/>
                  <a:gdLst/>
                  <a:ahLst/>
                  <a:cxnLst/>
                  <a:rect l="l" t="t" r="r" b="b"/>
                  <a:pathLst>
                    <a:path w="23907" h="24479" extrusionOk="0">
                      <a:moveTo>
                        <a:pt x="476" y="16669"/>
                      </a:moveTo>
                      <a:cubicBezTo>
                        <a:pt x="476" y="16669"/>
                        <a:pt x="476" y="17050"/>
                        <a:pt x="476" y="17050"/>
                      </a:cubicBezTo>
                      <a:cubicBezTo>
                        <a:pt x="476" y="17050"/>
                        <a:pt x="476" y="17050"/>
                        <a:pt x="571" y="17050"/>
                      </a:cubicBezTo>
                      <a:lnTo>
                        <a:pt x="762" y="17050"/>
                      </a:lnTo>
                      <a:cubicBezTo>
                        <a:pt x="762" y="17050"/>
                        <a:pt x="857" y="17050"/>
                        <a:pt x="857" y="17145"/>
                      </a:cubicBezTo>
                      <a:cubicBezTo>
                        <a:pt x="286" y="17145"/>
                        <a:pt x="0" y="17145"/>
                        <a:pt x="0" y="17050"/>
                      </a:cubicBezTo>
                      <a:lnTo>
                        <a:pt x="286" y="16764"/>
                      </a:lnTo>
                      <a:close/>
                      <a:moveTo>
                        <a:pt x="1048" y="19812"/>
                      </a:moveTo>
                      <a:cubicBezTo>
                        <a:pt x="1048" y="19812"/>
                        <a:pt x="1143" y="19621"/>
                        <a:pt x="1333" y="19621"/>
                      </a:cubicBezTo>
                      <a:lnTo>
                        <a:pt x="1715" y="19621"/>
                      </a:lnTo>
                      <a:cubicBezTo>
                        <a:pt x="1715" y="19621"/>
                        <a:pt x="1619" y="19812"/>
                        <a:pt x="1429" y="19812"/>
                      </a:cubicBezTo>
                      <a:lnTo>
                        <a:pt x="1048" y="19812"/>
                      </a:lnTo>
                      <a:close/>
                      <a:moveTo>
                        <a:pt x="2096" y="21431"/>
                      </a:moveTo>
                      <a:lnTo>
                        <a:pt x="2096" y="21146"/>
                      </a:lnTo>
                      <a:lnTo>
                        <a:pt x="2286" y="21146"/>
                      </a:lnTo>
                      <a:lnTo>
                        <a:pt x="2096" y="21431"/>
                      </a:lnTo>
                      <a:close/>
                      <a:moveTo>
                        <a:pt x="3429" y="19431"/>
                      </a:moveTo>
                      <a:cubicBezTo>
                        <a:pt x="3429" y="19431"/>
                        <a:pt x="3715" y="19431"/>
                        <a:pt x="3905" y="19621"/>
                      </a:cubicBezTo>
                      <a:lnTo>
                        <a:pt x="3905" y="19812"/>
                      </a:lnTo>
                      <a:lnTo>
                        <a:pt x="3429" y="19431"/>
                      </a:lnTo>
                      <a:close/>
                      <a:moveTo>
                        <a:pt x="3905" y="21431"/>
                      </a:moveTo>
                      <a:cubicBezTo>
                        <a:pt x="3905" y="21431"/>
                        <a:pt x="4000" y="21431"/>
                        <a:pt x="4096" y="21241"/>
                      </a:cubicBezTo>
                      <a:cubicBezTo>
                        <a:pt x="4191" y="21146"/>
                        <a:pt x="4286" y="21146"/>
                        <a:pt x="4286" y="21146"/>
                      </a:cubicBezTo>
                      <a:cubicBezTo>
                        <a:pt x="4286" y="21146"/>
                        <a:pt x="4286" y="21336"/>
                        <a:pt x="4191" y="21431"/>
                      </a:cubicBezTo>
                      <a:lnTo>
                        <a:pt x="3905" y="21431"/>
                      </a:lnTo>
                      <a:close/>
                      <a:moveTo>
                        <a:pt x="4572" y="18669"/>
                      </a:moveTo>
                      <a:lnTo>
                        <a:pt x="4572" y="18955"/>
                      </a:lnTo>
                      <a:lnTo>
                        <a:pt x="4096" y="18955"/>
                      </a:lnTo>
                      <a:cubicBezTo>
                        <a:pt x="4096" y="18955"/>
                        <a:pt x="4286" y="18574"/>
                        <a:pt x="4286" y="18574"/>
                      </a:cubicBezTo>
                      <a:cubicBezTo>
                        <a:pt x="4286" y="18574"/>
                        <a:pt x="4382" y="18574"/>
                        <a:pt x="4572" y="18669"/>
                      </a:cubicBezTo>
                      <a:close/>
                      <a:moveTo>
                        <a:pt x="5048" y="16573"/>
                      </a:moveTo>
                      <a:lnTo>
                        <a:pt x="5048" y="16764"/>
                      </a:lnTo>
                      <a:lnTo>
                        <a:pt x="4572" y="16383"/>
                      </a:lnTo>
                      <a:cubicBezTo>
                        <a:pt x="4572" y="16383"/>
                        <a:pt x="4858" y="16383"/>
                        <a:pt x="5048" y="16573"/>
                      </a:cubicBezTo>
                      <a:close/>
                      <a:moveTo>
                        <a:pt x="4572" y="20098"/>
                      </a:moveTo>
                      <a:cubicBezTo>
                        <a:pt x="4572" y="20098"/>
                        <a:pt x="4858" y="20193"/>
                        <a:pt x="4858" y="20479"/>
                      </a:cubicBezTo>
                      <a:lnTo>
                        <a:pt x="4572" y="20479"/>
                      </a:lnTo>
                      <a:lnTo>
                        <a:pt x="4572" y="20098"/>
                      </a:lnTo>
                      <a:close/>
                      <a:moveTo>
                        <a:pt x="5144" y="22765"/>
                      </a:moveTo>
                      <a:lnTo>
                        <a:pt x="5048" y="22765"/>
                      </a:lnTo>
                      <a:lnTo>
                        <a:pt x="5525" y="22384"/>
                      </a:lnTo>
                      <a:lnTo>
                        <a:pt x="5144" y="22765"/>
                      </a:lnTo>
                      <a:close/>
                      <a:moveTo>
                        <a:pt x="23908" y="17907"/>
                      </a:moveTo>
                      <a:lnTo>
                        <a:pt x="22765" y="18097"/>
                      </a:lnTo>
                      <a:lnTo>
                        <a:pt x="22765" y="18097"/>
                      </a:lnTo>
                      <a:cubicBezTo>
                        <a:pt x="22765" y="18097"/>
                        <a:pt x="22860" y="18288"/>
                        <a:pt x="23050" y="18383"/>
                      </a:cubicBezTo>
                      <a:cubicBezTo>
                        <a:pt x="23241" y="18479"/>
                        <a:pt x="23336" y="18669"/>
                        <a:pt x="23336" y="18764"/>
                      </a:cubicBezTo>
                      <a:lnTo>
                        <a:pt x="23622" y="18764"/>
                      </a:lnTo>
                      <a:cubicBezTo>
                        <a:pt x="23527" y="19431"/>
                        <a:pt x="23336" y="20003"/>
                        <a:pt x="23241" y="20669"/>
                      </a:cubicBezTo>
                      <a:cubicBezTo>
                        <a:pt x="23146" y="21336"/>
                        <a:pt x="22670" y="21812"/>
                        <a:pt x="22003" y="22003"/>
                      </a:cubicBezTo>
                      <a:cubicBezTo>
                        <a:pt x="22003" y="21622"/>
                        <a:pt x="21717" y="21527"/>
                        <a:pt x="21336" y="21622"/>
                      </a:cubicBezTo>
                      <a:lnTo>
                        <a:pt x="21146" y="21622"/>
                      </a:lnTo>
                      <a:lnTo>
                        <a:pt x="21622" y="22193"/>
                      </a:lnTo>
                      <a:cubicBezTo>
                        <a:pt x="21622" y="22193"/>
                        <a:pt x="21241" y="22003"/>
                        <a:pt x="20955" y="21812"/>
                      </a:cubicBezTo>
                      <a:cubicBezTo>
                        <a:pt x="20765" y="21622"/>
                        <a:pt x="20574" y="21527"/>
                        <a:pt x="20383" y="21527"/>
                      </a:cubicBezTo>
                      <a:cubicBezTo>
                        <a:pt x="20288" y="21527"/>
                        <a:pt x="20098" y="21622"/>
                        <a:pt x="19907" y="21812"/>
                      </a:cubicBezTo>
                      <a:lnTo>
                        <a:pt x="20383" y="21812"/>
                      </a:lnTo>
                      <a:lnTo>
                        <a:pt x="20383" y="22003"/>
                      </a:lnTo>
                      <a:cubicBezTo>
                        <a:pt x="20383" y="22003"/>
                        <a:pt x="20860" y="22288"/>
                        <a:pt x="21241" y="22574"/>
                      </a:cubicBezTo>
                      <a:lnTo>
                        <a:pt x="20383" y="22955"/>
                      </a:lnTo>
                      <a:lnTo>
                        <a:pt x="20479" y="22955"/>
                      </a:lnTo>
                      <a:cubicBezTo>
                        <a:pt x="20479" y="22955"/>
                        <a:pt x="20098" y="23241"/>
                        <a:pt x="19431" y="23527"/>
                      </a:cubicBezTo>
                      <a:cubicBezTo>
                        <a:pt x="19050" y="23622"/>
                        <a:pt x="18764" y="23717"/>
                        <a:pt x="18383" y="23717"/>
                      </a:cubicBezTo>
                      <a:cubicBezTo>
                        <a:pt x="18288" y="23717"/>
                        <a:pt x="18098" y="23717"/>
                        <a:pt x="17907" y="23717"/>
                      </a:cubicBezTo>
                      <a:cubicBezTo>
                        <a:pt x="17812" y="24003"/>
                        <a:pt x="17812" y="24194"/>
                        <a:pt x="17812" y="24289"/>
                      </a:cubicBezTo>
                      <a:lnTo>
                        <a:pt x="12954" y="24479"/>
                      </a:lnTo>
                      <a:cubicBezTo>
                        <a:pt x="12954" y="24479"/>
                        <a:pt x="12002" y="23813"/>
                        <a:pt x="11144" y="23622"/>
                      </a:cubicBezTo>
                      <a:cubicBezTo>
                        <a:pt x="10192" y="23336"/>
                        <a:pt x="9620" y="23146"/>
                        <a:pt x="9334" y="23051"/>
                      </a:cubicBezTo>
                      <a:cubicBezTo>
                        <a:pt x="9334" y="22955"/>
                        <a:pt x="9049" y="22765"/>
                        <a:pt x="8763" y="22670"/>
                      </a:cubicBezTo>
                      <a:cubicBezTo>
                        <a:pt x="8477" y="22670"/>
                        <a:pt x="8192" y="22574"/>
                        <a:pt x="7906" y="22574"/>
                      </a:cubicBezTo>
                      <a:lnTo>
                        <a:pt x="8287" y="22193"/>
                      </a:lnTo>
                      <a:lnTo>
                        <a:pt x="7811" y="21717"/>
                      </a:lnTo>
                      <a:lnTo>
                        <a:pt x="7811" y="22098"/>
                      </a:lnTo>
                      <a:cubicBezTo>
                        <a:pt x="7239" y="22098"/>
                        <a:pt x="7049" y="21622"/>
                        <a:pt x="6953" y="21050"/>
                      </a:cubicBezTo>
                      <a:cubicBezTo>
                        <a:pt x="6953" y="20574"/>
                        <a:pt x="6667" y="20288"/>
                        <a:pt x="6096" y="20288"/>
                      </a:cubicBezTo>
                      <a:lnTo>
                        <a:pt x="5715" y="20288"/>
                      </a:lnTo>
                      <a:cubicBezTo>
                        <a:pt x="5715" y="20288"/>
                        <a:pt x="6287" y="20098"/>
                        <a:pt x="6287" y="19717"/>
                      </a:cubicBezTo>
                      <a:cubicBezTo>
                        <a:pt x="6287" y="19621"/>
                        <a:pt x="6287" y="19526"/>
                        <a:pt x="6191" y="19431"/>
                      </a:cubicBezTo>
                      <a:cubicBezTo>
                        <a:pt x="6191" y="19240"/>
                        <a:pt x="5906" y="19240"/>
                        <a:pt x="5525" y="19050"/>
                      </a:cubicBezTo>
                      <a:lnTo>
                        <a:pt x="5429" y="19050"/>
                      </a:lnTo>
                      <a:cubicBezTo>
                        <a:pt x="5429" y="19050"/>
                        <a:pt x="5429" y="19240"/>
                        <a:pt x="5429" y="19240"/>
                      </a:cubicBezTo>
                      <a:cubicBezTo>
                        <a:pt x="5429" y="19240"/>
                        <a:pt x="5334" y="19240"/>
                        <a:pt x="5239" y="18955"/>
                      </a:cubicBezTo>
                      <a:cubicBezTo>
                        <a:pt x="5239" y="18860"/>
                        <a:pt x="5239" y="18669"/>
                        <a:pt x="5239" y="18574"/>
                      </a:cubicBezTo>
                      <a:cubicBezTo>
                        <a:pt x="5525" y="18574"/>
                        <a:pt x="5810" y="18288"/>
                        <a:pt x="6191" y="17907"/>
                      </a:cubicBezTo>
                      <a:cubicBezTo>
                        <a:pt x="6572" y="17621"/>
                        <a:pt x="6858" y="17431"/>
                        <a:pt x="7144" y="17431"/>
                      </a:cubicBezTo>
                      <a:cubicBezTo>
                        <a:pt x="7239" y="17431"/>
                        <a:pt x="7429" y="17431"/>
                        <a:pt x="7620" y="17431"/>
                      </a:cubicBezTo>
                      <a:cubicBezTo>
                        <a:pt x="7525" y="17240"/>
                        <a:pt x="7525" y="17145"/>
                        <a:pt x="7620" y="17050"/>
                      </a:cubicBezTo>
                      <a:cubicBezTo>
                        <a:pt x="7620" y="16954"/>
                        <a:pt x="7620" y="16764"/>
                        <a:pt x="7429" y="16573"/>
                      </a:cubicBezTo>
                      <a:lnTo>
                        <a:pt x="8477" y="16097"/>
                      </a:lnTo>
                      <a:lnTo>
                        <a:pt x="8192" y="15812"/>
                      </a:lnTo>
                      <a:cubicBezTo>
                        <a:pt x="8192" y="15812"/>
                        <a:pt x="8668" y="15621"/>
                        <a:pt x="9049" y="15526"/>
                      </a:cubicBezTo>
                      <a:cubicBezTo>
                        <a:pt x="9430" y="15335"/>
                        <a:pt x="9716" y="15240"/>
                        <a:pt x="9811" y="15240"/>
                      </a:cubicBezTo>
                      <a:cubicBezTo>
                        <a:pt x="10001" y="15240"/>
                        <a:pt x="10192" y="15430"/>
                        <a:pt x="10192" y="15716"/>
                      </a:cubicBezTo>
                      <a:cubicBezTo>
                        <a:pt x="10192" y="16383"/>
                        <a:pt x="10382" y="17050"/>
                        <a:pt x="10954" y="17716"/>
                      </a:cubicBezTo>
                      <a:cubicBezTo>
                        <a:pt x="11240" y="18097"/>
                        <a:pt x="11811" y="18574"/>
                        <a:pt x="12668" y="19240"/>
                      </a:cubicBezTo>
                      <a:cubicBezTo>
                        <a:pt x="12763" y="19526"/>
                        <a:pt x="12954" y="19717"/>
                        <a:pt x="13240" y="19717"/>
                      </a:cubicBezTo>
                      <a:cubicBezTo>
                        <a:pt x="13240" y="19717"/>
                        <a:pt x="13430" y="19717"/>
                        <a:pt x="13621" y="19717"/>
                      </a:cubicBezTo>
                      <a:cubicBezTo>
                        <a:pt x="13811" y="19717"/>
                        <a:pt x="13907" y="19717"/>
                        <a:pt x="14002" y="19717"/>
                      </a:cubicBezTo>
                      <a:cubicBezTo>
                        <a:pt x="14192" y="19717"/>
                        <a:pt x="14383" y="19717"/>
                        <a:pt x="14573" y="19812"/>
                      </a:cubicBezTo>
                      <a:cubicBezTo>
                        <a:pt x="14764" y="19907"/>
                        <a:pt x="14954" y="20003"/>
                        <a:pt x="15145" y="20003"/>
                      </a:cubicBezTo>
                      <a:cubicBezTo>
                        <a:pt x="15526" y="20003"/>
                        <a:pt x="16002" y="19812"/>
                        <a:pt x="16478" y="19431"/>
                      </a:cubicBezTo>
                      <a:cubicBezTo>
                        <a:pt x="17240" y="18955"/>
                        <a:pt x="17621" y="18669"/>
                        <a:pt x="17717" y="18574"/>
                      </a:cubicBezTo>
                      <a:cubicBezTo>
                        <a:pt x="17812" y="18479"/>
                        <a:pt x="17907" y="18288"/>
                        <a:pt x="17907" y="18097"/>
                      </a:cubicBezTo>
                      <a:cubicBezTo>
                        <a:pt x="17907" y="17907"/>
                        <a:pt x="17812" y="17526"/>
                        <a:pt x="17526" y="17050"/>
                      </a:cubicBezTo>
                      <a:cubicBezTo>
                        <a:pt x="17240" y="16669"/>
                        <a:pt x="17050" y="16383"/>
                        <a:pt x="17050" y="16193"/>
                      </a:cubicBezTo>
                      <a:cubicBezTo>
                        <a:pt x="16574" y="16193"/>
                        <a:pt x="16192" y="15907"/>
                        <a:pt x="16192" y="15621"/>
                      </a:cubicBezTo>
                      <a:lnTo>
                        <a:pt x="16383" y="15621"/>
                      </a:lnTo>
                      <a:cubicBezTo>
                        <a:pt x="15621" y="15240"/>
                        <a:pt x="14669" y="14764"/>
                        <a:pt x="13525" y="14097"/>
                      </a:cubicBezTo>
                      <a:cubicBezTo>
                        <a:pt x="13430" y="14192"/>
                        <a:pt x="13240" y="14288"/>
                        <a:pt x="13145" y="14288"/>
                      </a:cubicBezTo>
                      <a:cubicBezTo>
                        <a:pt x="12954" y="14288"/>
                        <a:pt x="12763" y="14288"/>
                        <a:pt x="12478" y="13906"/>
                      </a:cubicBezTo>
                      <a:cubicBezTo>
                        <a:pt x="12192" y="13716"/>
                        <a:pt x="12002" y="13621"/>
                        <a:pt x="11906" y="13621"/>
                      </a:cubicBezTo>
                      <a:cubicBezTo>
                        <a:pt x="11906" y="13621"/>
                        <a:pt x="11716" y="13621"/>
                        <a:pt x="11716" y="13621"/>
                      </a:cubicBezTo>
                      <a:cubicBezTo>
                        <a:pt x="11144" y="13430"/>
                        <a:pt x="10573" y="13049"/>
                        <a:pt x="10096" y="12382"/>
                      </a:cubicBezTo>
                      <a:cubicBezTo>
                        <a:pt x="9430" y="11621"/>
                        <a:pt x="8954" y="11049"/>
                        <a:pt x="8573" y="10954"/>
                      </a:cubicBezTo>
                      <a:cubicBezTo>
                        <a:pt x="8573" y="10668"/>
                        <a:pt x="8573" y="10478"/>
                        <a:pt x="8287" y="10096"/>
                      </a:cubicBezTo>
                      <a:cubicBezTo>
                        <a:pt x="8001" y="9715"/>
                        <a:pt x="7906" y="9525"/>
                        <a:pt x="8001" y="9335"/>
                      </a:cubicBezTo>
                      <a:cubicBezTo>
                        <a:pt x="7906" y="9049"/>
                        <a:pt x="7715" y="8572"/>
                        <a:pt x="7715" y="7811"/>
                      </a:cubicBezTo>
                      <a:cubicBezTo>
                        <a:pt x="7715" y="7144"/>
                        <a:pt x="7715" y="6477"/>
                        <a:pt x="7620" y="5810"/>
                      </a:cubicBezTo>
                      <a:cubicBezTo>
                        <a:pt x="7811" y="5810"/>
                        <a:pt x="7811" y="5620"/>
                        <a:pt x="7811" y="5524"/>
                      </a:cubicBezTo>
                      <a:cubicBezTo>
                        <a:pt x="7811" y="5524"/>
                        <a:pt x="7811" y="5334"/>
                        <a:pt x="7715" y="5239"/>
                      </a:cubicBezTo>
                      <a:cubicBezTo>
                        <a:pt x="7715" y="5144"/>
                        <a:pt x="7620" y="5048"/>
                        <a:pt x="7620" y="4953"/>
                      </a:cubicBezTo>
                      <a:cubicBezTo>
                        <a:pt x="7715" y="4667"/>
                        <a:pt x="8096" y="4286"/>
                        <a:pt x="8668" y="3810"/>
                      </a:cubicBezTo>
                      <a:cubicBezTo>
                        <a:pt x="9144" y="3334"/>
                        <a:pt x="9430" y="2953"/>
                        <a:pt x="9430" y="2572"/>
                      </a:cubicBezTo>
                      <a:cubicBezTo>
                        <a:pt x="9525" y="2572"/>
                        <a:pt x="9716" y="2477"/>
                        <a:pt x="9906" y="2286"/>
                      </a:cubicBezTo>
                      <a:cubicBezTo>
                        <a:pt x="10096" y="2191"/>
                        <a:pt x="10192" y="2096"/>
                        <a:pt x="10287" y="2096"/>
                      </a:cubicBezTo>
                      <a:cubicBezTo>
                        <a:pt x="10382" y="2096"/>
                        <a:pt x="10478" y="2096"/>
                        <a:pt x="10478" y="2096"/>
                      </a:cubicBezTo>
                      <a:cubicBezTo>
                        <a:pt x="10858" y="1524"/>
                        <a:pt x="11525" y="1048"/>
                        <a:pt x="12383" y="762"/>
                      </a:cubicBezTo>
                      <a:cubicBezTo>
                        <a:pt x="13145" y="476"/>
                        <a:pt x="14002" y="286"/>
                        <a:pt x="14764" y="0"/>
                      </a:cubicBezTo>
                      <a:cubicBezTo>
                        <a:pt x="15050" y="0"/>
                        <a:pt x="15240" y="0"/>
                        <a:pt x="15431" y="0"/>
                      </a:cubicBezTo>
                      <a:cubicBezTo>
                        <a:pt x="15716" y="0"/>
                        <a:pt x="16192" y="0"/>
                        <a:pt x="16859" y="381"/>
                      </a:cubicBezTo>
                      <a:cubicBezTo>
                        <a:pt x="17431" y="667"/>
                        <a:pt x="17907" y="762"/>
                        <a:pt x="18193" y="762"/>
                      </a:cubicBezTo>
                      <a:cubicBezTo>
                        <a:pt x="18288" y="762"/>
                        <a:pt x="18479" y="762"/>
                        <a:pt x="18669" y="762"/>
                      </a:cubicBezTo>
                      <a:cubicBezTo>
                        <a:pt x="18764" y="1048"/>
                        <a:pt x="19050" y="1238"/>
                        <a:pt x="19431" y="1334"/>
                      </a:cubicBezTo>
                      <a:cubicBezTo>
                        <a:pt x="19907" y="1524"/>
                        <a:pt x="20288" y="1619"/>
                        <a:pt x="20383" y="1714"/>
                      </a:cubicBezTo>
                      <a:cubicBezTo>
                        <a:pt x="21050" y="1714"/>
                        <a:pt x="21717" y="2667"/>
                        <a:pt x="22288" y="4381"/>
                      </a:cubicBezTo>
                      <a:cubicBezTo>
                        <a:pt x="22288" y="4667"/>
                        <a:pt x="22098" y="4953"/>
                        <a:pt x="21717" y="5334"/>
                      </a:cubicBezTo>
                      <a:cubicBezTo>
                        <a:pt x="21431" y="5715"/>
                        <a:pt x="21241" y="6096"/>
                        <a:pt x="21241" y="6382"/>
                      </a:cubicBezTo>
                      <a:cubicBezTo>
                        <a:pt x="21050" y="6382"/>
                        <a:pt x="20955" y="6382"/>
                        <a:pt x="20860" y="6668"/>
                      </a:cubicBezTo>
                      <a:cubicBezTo>
                        <a:pt x="20860" y="6953"/>
                        <a:pt x="20860" y="7048"/>
                        <a:pt x="20669" y="7144"/>
                      </a:cubicBezTo>
                      <a:cubicBezTo>
                        <a:pt x="20098" y="7334"/>
                        <a:pt x="19621" y="7525"/>
                        <a:pt x="19431" y="7525"/>
                      </a:cubicBezTo>
                      <a:cubicBezTo>
                        <a:pt x="19050" y="7525"/>
                        <a:pt x="18764" y="7334"/>
                        <a:pt x="18479" y="6858"/>
                      </a:cubicBezTo>
                      <a:cubicBezTo>
                        <a:pt x="18479" y="6572"/>
                        <a:pt x="18288" y="6287"/>
                        <a:pt x="17812" y="6191"/>
                      </a:cubicBezTo>
                      <a:cubicBezTo>
                        <a:pt x="17336" y="6096"/>
                        <a:pt x="17050" y="5810"/>
                        <a:pt x="16954" y="5620"/>
                      </a:cubicBezTo>
                      <a:cubicBezTo>
                        <a:pt x="16859" y="5620"/>
                        <a:pt x="16478" y="5429"/>
                        <a:pt x="16002" y="5239"/>
                      </a:cubicBezTo>
                      <a:cubicBezTo>
                        <a:pt x="15526" y="5144"/>
                        <a:pt x="15240" y="5048"/>
                        <a:pt x="14954" y="5048"/>
                      </a:cubicBezTo>
                      <a:cubicBezTo>
                        <a:pt x="14573" y="5048"/>
                        <a:pt x="14288" y="5239"/>
                        <a:pt x="14097" y="5524"/>
                      </a:cubicBezTo>
                      <a:lnTo>
                        <a:pt x="13811" y="5524"/>
                      </a:lnTo>
                      <a:cubicBezTo>
                        <a:pt x="13811" y="5524"/>
                        <a:pt x="13335" y="5524"/>
                        <a:pt x="13049" y="5905"/>
                      </a:cubicBezTo>
                      <a:cubicBezTo>
                        <a:pt x="13145" y="6096"/>
                        <a:pt x="13240" y="6287"/>
                        <a:pt x="13240" y="6382"/>
                      </a:cubicBezTo>
                      <a:cubicBezTo>
                        <a:pt x="13240" y="6572"/>
                        <a:pt x="13145" y="6763"/>
                        <a:pt x="12859" y="6953"/>
                      </a:cubicBezTo>
                      <a:cubicBezTo>
                        <a:pt x="12573" y="7144"/>
                        <a:pt x="12478" y="7239"/>
                        <a:pt x="12478" y="7429"/>
                      </a:cubicBezTo>
                      <a:cubicBezTo>
                        <a:pt x="12478" y="7429"/>
                        <a:pt x="12478" y="7715"/>
                        <a:pt x="12668" y="7906"/>
                      </a:cubicBezTo>
                      <a:cubicBezTo>
                        <a:pt x="13525" y="9144"/>
                        <a:pt x="14859" y="10096"/>
                        <a:pt x="16669" y="10668"/>
                      </a:cubicBezTo>
                      <a:cubicBezTo>
                        <a:pt x="16859" y="10668"/>
                        <a:pt x="17145" y="10954"/>
                        <a:pt x="17621" y="11239"/>
                      </a:cubicBezTo>
                      <a:cubicBezTo>
                        <a:pt x="18002" y="11621"/>
                        <a:pt x="18383" y="11716"/>
                        <a:pt x="18764" y="11811"/>
                      </a:cubicBezTo>
                      <a:cubicBezTo>
                        <a:pt x="19050" y="11811"/>
                        <a:pt x="19431" y="12097"/>
                        <a:pt x="20003" y="12478"/>
                      </a:cubicBezTo>
                      <a:cubicBezTo>
                        <a:pt x="20479" y="12859"/>
                        <a:pt x="20955" y="13145"/>
                        <a:pt x="21336" y="13049"/>
                      </a:cubicBezTo>
                      <a:cubicBezTo>
                        <a:pt x="21336" y="13240"/>
                        <a:pt x="21336" y="13430"/>
                        <a:pt x="21431" y="13430"/>
                      </a:cubicBezTo>
                      <a:cubicBezTo>
                        <a:pt x="21622" y="13430"/>
                        <a:pt x="21812" y="13430"/>
                        <a:pt x="21812" y="13811"/>
                      </a:cubicBezTo>
                      <a:cubicBezTo>
                        <a:pt x="21812" y="14002"/>
                        <a:pt x="22003" y="14192"/>
                        <a:pt x="22288" y="14097"/>
                      </a:cubicBezTo>
                      <a:cubicBezTo>
                        <a:pt x="22288" y="14288"/>
                        <a:pt x="22670" y="14669"/>
                        <a:pt x="23146" y="15335"/>
                      </a:cubicBezTo>
                      <a:cubicBezTo>
                        <a:pt x="23527" y="15907"/>
                        <a:pt x="23717" y="16383"/>
                        <a:pt x="23717" y="16954"/>
                      </a:cubicBezTo>
                      <a:cubicBezTo>
                        <a:pt x="23813" y="17050"/>
                        <a:pt x="23908" y="17145"/>
                        <a:pt x="23908" y="17336"/>
                      </a:cubicBezTo>
                      <a:cubicBezTo>
                        <a:pt x="23908" y="17336"/>
                        <a:pt x="23908" y="17526"/>
                        <a:pt x="23717" y="17716"/>
                      </a:cubicBezTo>
                      <a:cubicBezTo>
                        <a:pt x="23717" y="17907"/>
                        <a:pt x="23527" y="18002"/>
                        <a:pt x="23527" y="18002"/>
                      </a:cubicBezTo>
                      <a:cubicBezTo>
                        <a:pt x="23527" y="18002"/>
                        <a:pt x="23622" y="18193"/>
                        <a:pt x="23813" y="18383"/>
                      </a:cubicBezTo>
                      <a:close/>
                      <a:moveTo>
                        <a:pt x="5620" y="18574"/>
                      </a:moveTo>
                      <a:lnTo>
                        <a:pt x="6382" y="18288"/>
                      </a:lnTo>
                      <a:lnTo>
                        <a:pt x="6001" y="18288"/>
                      </a:lnTo>
                      <a:lnTo>
                        <a:pt x="5620" y="18574"/>
                      </a:lnTo>
                      <a:close/>
                      <a:moveTo>
                        <a:pt x="5810" y="21622"/>
                      </a:moveTo>
                      <a:lnTo>
                        <a:pt x="6001" y="21622"/>
                      </a:lnTo>
                      <a:lnTo>
                        <a:pt x="6287" y="21812"/>
                      </a:lnTo>
                      <a:lnTo>
                        <a:pt x="5906" y="21622"/>
                      </a:lnTo>
                      <a:close/>
                      <a:moveTo>
                        <a:pt x="6858" y="23241"/>
                      </a:moveTo>
                      <a:cubicBezTo>
                        <a:pt x="6858" y="23241"/>
                        <a:pt x="6858" y="22860"/>
                        <a:pt x="7049" y="22670"/>
                      </a:cubicBezTo>
                      <a:lnTo>
                        <a:pt x="7049" y="22670"/>
                      </a:lnTo>
                      <a:cubicBezTo>
                        <a:pt x="7049" y="22670"/>
                        <a:pt x="7049" y="22860"/>
                        <a:pt x="7239" y="22955"/>
                      </a:cubicBezTo>
                      <a:cubicBezTo>
                        <a:pt x="7334" y="22955"/>
                        <a:pt x="7334" y="23146"/>
                        <a:pt x="7334" y="23146"/>
                      </a:cubicBezTo>
                      <a:cubicBezTo>
                        <a:pt x="7334" y="23146"/>
                        <a:pt x="7334" y="23241"/>
                        <a:pt x="7239" y="23336"/>
                      </a:cubicBezTo>
                      <a:lnTo>
                        <a:pt x="6858" y="23336"/>
                      </a:lnTo>
                      <a:close/>
                      <a:moveTo>
                        <a:pt x="7144" y="22574"/>
                      </a:moveTo>
                      <a:cubicBezTo>
                        <a:pt x="7144" y="22574"/>
                        <a:pt x="7144" y="22670"/>
                        <a:pt x="7144" y="22670"/>
                      </a:cubicBezTo>
                      <a:cubicBezTo>
                        <a:pt x="7144" y="22670"/>
                        <a:pt x="7144" y="22670"/>
                        <a:pt x="7144" y="22574"/>
                      </a:cubicBezTo>
                      <a:close/>
                      <a:moveTo>
                        <a:pt x="7144" y="22003"/>
                      </a:moveTo>
                      <a:cubicBezTo>
                        <a:pt x="7144" y="22003"/>
                        <a:pt x="7334" y="22003"/>
                        <a:pt x="7429" y="22193"/>
                      </a:cubicBezTo>
                      <a:cubicBezTo>
                        <a:pt x="7525" y="22193"/>
                        <a:pt x="7620" y="22288"/>
                        <a:pt x="7620" y="22384"/>
                      </a:cubicBezTo>
                      <a:cubicBezTo>
                        <a:pt x="7525" y="22384"/>
                        <a:pt x="7334" y="22479"/>
                        <a:pt x="7049" y="22574"/>
                      </a:cubicBezTo>
                      <a:cubicBezTo>
                        <a:pt x="7239" y="22384"/>
                        <a:pt x="7239" y="22193"/>
                        <a:pt x="7049" y="22003"/>
                      </a:cubicBezTo>
                      <a:close/>
                      <a:moveTo>
                        <a:pt x="7906" y="19431"/>
                      </a:moveTo>
                      <a:lnTo>
                        <a:pt x="7906" y="19240"/>
                      </a:lnTo>
                      <a:lnTo>
                        <a:pt x="7144" y="18860"/>
                      </a:lnTo>
                      <a:lnTo>
                        <a:pt x="7906" y="19526"/>
                      </a:lnTo>
                      <a:close/>
                      <a:moveTo>
                        <a:pt x="8477" y="20384"/>
                      </a:moveTo>
                      <a:cubicBezTo>
                        <a:pt x="8477" y="20384"/>
                        <a:pt x="8477" y="20384"/>
                        <a:pt x="8858" y="20479"/>
                      </a:cubicBezTo>
                      <a:cubicBezTo>
                        <a:pt x="8954" y="20479"/>
                        <a:pt x="9144" y="20479"/>
                        <a:pt x="9144" y="20193"/>
                      </a:cubicBezTo>
                      <a:cubicBezTo>
                        <a:pt x="8858" y="20193"/>
                        <a:pt x="8668" y="20193"/>
                        <a:pt x="8477" y="20288"/>
                      </a:cubicBezTo>
                      <a:lnTo>
                        <a:pt x="8477" y="20288"/>
                      </a:lnTo>
                      <a:lnTo>
                        <a:pt x="8192" y="20669"/>
                      </a:lnTo>
                      <a:lnTo>
                        <a:pt x="8477" y="20669"/>
                      </a:lnTo>
                      <a:cubicBezTo>
                        <a:pt x="8477" y="20669"/>
                        <a:pt x="8477" y="20479"/>
                        <a:pt x="8477" y="20384"/>
                      </a:cubicBezTo>
                      <a:lnTo>
                        <a:pt x="8477" y="20384"/>
                      </a:lnTo>
                      <a:close/>
                      <a:moveTo>
                        <a:pt x="8668" y="8668"/>
                      </a:moveTo>
                      <a:cubicBezTo>
                        <a:pt x="8668" y="8668"/>
                        <a:pt x="8858" y="8477"/>
                        <a:pt x="8668" y="8382"/>
                      </a:cubicBezTo>
                      <a:lnTo>
                        <a:pt x="8668" y="8096"/>
                      </a:lnTo>
                      <a:cubicBezTo>
                        <a:pt x="8668" y="8096"/>
                        <a:pt x="8668" y="7906"/>
                        <a:pt x="8382" y="7906"/>
                      </a:cubicBezTo>
                      <a:cubicBezTo>
                        <a:pt x="8287" y="7906"/>
                        <a:pt x="8192" y="7811"/>
                        <a:pt x="8096" y="7811"/>
                      </a:cubicBezTo>
                      <a:cubicBezTo>
                        <a:pt x="8477" y="8001"/>
                        <a:pt x="8573" y="8191"/>
                        <a:pt x="8573" y="8382"/>
                      </a:cubicBezTo>
                      <a:lnTo>
                        <a:pt x="8573" y="8668"/>
                      </a:lnTo>
                      <a:close/>
                      <a:moveTo>
                        <a:pt x="10858" y="6953"/>
                      </a:moveTo>
                      <a:lnTo>
                        <a:pt x="10858" y="6953"/>
                      </a:lnTo>
                      <a:cubicBezTo>
                        <a:pt x="10763" y="6287"/>
                        <a:pt x="10382" y="6096"/>
                        <a:pt x="9716" y="6096"/>
                      </a:cubicBezTo>
                      <a:cubicBezTo>
                        <a:pt x="9144" y="6096"/>
                        <a:pt x="8763" y="6191"/>
                        <a:pt x="8382" y="6477"/>
                      </a:cubicBezTo>
                      <a:cubicBezTo>
                        <a:pt x="8382" y="6477"/>
                        <a:pt x="8573" y="6763"/>
                        <a:pt x="8763" y="7144"/>
                      </a:cubicBezTo>
                      <a:cubicBezTo>
                        <a:pt x="8858" y="7525"/>
                        <a:pt x="9049" y="7620"/>
                        <a:pt x="9334" y="7525"/>
                      </a:cubicBezTo>
                      <a:lnTo>
                        <a:pt x="9334" y="7525"/>
                      </a:lnTo>
                      <a:cubicBezTo>
                        <a:pt x="9334" y="7525"/>
                        <a:pt x="9430" y="7144"/>
                        <a:pt x="9525" y="6763"/>
                      </a:cubicBezTo>
                      <a:cubicBezTo>
                        <a:pt x="9525" y="6382"/>
                        <a:pt x="9716" y="6287"/>
                        <a:pt x="9906" y="6287"/>
                      </a:cubicBezTo>
                      <a:cubicBezTo>
                        <a:pt x="9906" y="6287"/>
                        <a:pt x="10096" y="6287"/>
                        <a:pt x="10192" y="6287"/>
                      </a:cubicBezTo>
                      <a:lnTo>
                        <a:pt x="10192" y="6572"/>
                      </a:lnTo>
                      <a:lnTo>
                        <a:pt x="10382" y="6572"/>
                      </a:lnTo>
                      <a:cubicBezTo>
                        <a:pt x="10382" y="6572"/>
                        <a:pt x="10573" y="6668"/>
                        <a:pt x="10858" y="6953"/>
                      </a:cubicBezTo>
                      <a:close/>
                      <a:moveTo>
                        <a:pt x="8858" y="16764"/>
                      </a:moveTo>
                      <a:cubicBezTo>
                        <a:pt x="8858" y="16764"/>
                        <a:pt x="8477" y="16764"/>
                        <a:pt x="8477" y="16764"/>
                      </a:cubicBezTo>
                      <a:lnTo>
                        <a:pt x="8763" y="17050"/>
                      </a:lnTo>
                      <a:cubicBezTo>
                        <a:pt x="8763" y="17050"/>
                        <a:pt x="8954" y="16954"/>
                        <a:pt x="8858" y="16764"/>
                      </a:cubicBezTo>
                      <a:close/>
                      <a:moveTo>
                        <a:pt x="9144" y="7334"/>
                      </a:moveTo>
                      <a:lnTo>
                        <a:pt x="9334" y="7334"/>
                      </a:lnTo>
                      <a:cubicBezTo>
                        <a:pt x="9334" y="7334"/>
                        <a:pt x="9334" y="7334"/>
                        <a:pt x="9144" y="7334"/>
                      </a:cubicBezTo>
                      <a:close/>
                      <a:moveTo>
                        <a:pt x="9334" y="7334"/>
                      </a:moveTo>
                      <a:cubicBezTo>
                        <a:pt x="9334" y="7334"/>
                        <a:pt x="9334" y="7334"/>
                        <a:pt x="9334" y="7334"/>
                      </a:cubicBezTo>
                      <a:lnTo>
                        <a:pt x="9334" y="7334"/>
                      </a:lnTo>
                      <a:close/>
                      <a:moveTo>
                        <a:pt x="9525" y="22384"/>
                      </a:moveTo>
                      <a:lnTo>
                        <a:pt x="9811" y="22098"/>
                      </a:lnTo>
                      <a:cubicBezTo>
                        <a:pt x="9811" y="22098"/>
                        <a:pt x="9620" y="21907"/>
                        <a:pt x="9525" y="21907"/>
                      </a:cubicBezTo>
                      <a:lnTo>
                        <a:pt x="9525" y="22288"/>
                      </a:lnTo>
                      <a:close/>
                      <a:moveTo>
                        <a:pt x="9906" y="7811"/>
                      </a:moveTo>
                      <a:cubicBezTo>
                        <a:pt x="9906" y="7811"/>
                        <a:pt x="9906" y="7525"/>
                        <a:pt x="9811" y="7334"/>
                      </a:cubicBezTo>
                      <a:lnTo>
                        <a:pt x="9811" y="7906"/>
                      </a:lnTo>
                      <a:lnTo>
                        <a:pt x="9906" y="7906"/>
                      </a:lnTo>
                      <a:close/>
                      <a:moveTo>
                        <a:pt x="10382" y="24194"/>
                      </a:moveTo>
                      <a:lnTo>
                        <a:pt x="10382" y="24194"/>
                      </a:lnTo>
                      <a:close/>
                      <a:moveTo>
                        <a:pt x="13525" y="21717"/>
                      </a:moveTo>
                      <a:lnTo>
                        <a:pt x="13525" y="21717"/>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58" name="Google Shape;1558;p99"/>
              <p:cNvGrpSpPr/>
              <p:nvPr/>
            </p:nvGrpSpPr>
            <p:grpSpPr>
              <a:xfrm>
                <a:off x="8619071" y="7112519"/>
                <a:ext cx="124396" cy="54186"/>
                <a:chOff x="3365753" y="4830614"/>
                <a:chExt cx="124396" cy="54186"/>
              </a:xfrm>
            </p:grpSpPr>
            <p:sp>
              <p:nvSpPr>
                <p:cNvPr id="1559" name="Google Shape;1559;p99"/>
                <p:cNvSpPr/>
                <p:nvPr/>
              </p:nvSpPr>
              <p:spPr>
                <a:xfrm>
                  <a:off x="3365753" y="4830614"/>
                  <a:ext cx="50672" cy="49233"/>
                </a:xfrm>
                <a:custGeom>
                  <a:avLst/>
                  <a:gdLst/>
                  <a:ahLst/>
                  <a:cxnLst/>
                  <a:rect l="l" t="t" r="r" b="b"/>
                  <a:pathLst>
                    <a:path w="50672" h="49233" extrusionOk="0">
                      <a:moveTo>
                        <a:pt x="0" y="38089"/>
                      </a:moveTo>
                      <a:lnTo>
                        <a:pt x="857" y="38280"/>
                      </a:lnTo>
                      <a:lnTo>
                        <a:pt x="0" y="38756"/>
                      </a:lnTo>
                      <a:lnTo>
                        <a:pt x="0" y="38089"/>
                      </a:lnTo>
                      <a:close/>
                      <a:moveTo>
                        <a:pt x="95" y="43995"/>
                      </a:moveTo>
                      <a:lnTo>
                        <a:pt x="95" y="43709"/>
                      </a:lnTo>
                      <a:cubicBezTo>
                        <a:pt x="95" y="43709"/>
                        <a:pt x="286" y="43804"/>
                        <a:pt x="381" y="43804"/>
                      </a:cubicBezTo>
                      <a:cubicBezTo>
                        <a:pt x="381" y="43804"/>
                        <a:pt x="286" y="43804"/>
                        <a:pt x="286" y="43804"/>
                      </a:cubicBezTo>
                      <a:cubicBezTo>
                        <a:pt x="286" y="43804"/>
                        <a:pt x="191" y="43900"/>
                        <a:pt x="191" y="43995"/>
                      </a:cubicBezTo>
                      <a:close/>
                      <a:moveTo>
                        <a:pt x="0" y="45233"/>
                      </a:moveTo>
                      <a:cubicBezTo>
                        <a:pt x="0" y="45233"/>
                        <a:pt x="95" y="45043"/>
                        <a:pt x="286" y="45043"/>
                      </a:cubicBezTo>
                      <a:cubicBezTo>
                        <a:pt x="476" y="45043"/>
                        <a:pt x="476" y="45043"/>
                        <a:pt x="571" y="45233"/>
                      </a:cubicBezTo>
                      <a:lnTo>
                        <a:pt x="857" y="45233"/>
                      </a:lnTo>
                      <a:lnTo>
                        <a:pt x="857" y="45709"/>
                      </a:lnTo>
                      <a:lnTo>
                        <a:pt x="571" y="45709"/>
                      </a:lnTo>
                      <a:cubicBezTo>
                        <a:pt x="571" y="45709"/>
                        <a:pt x="0" y="45043"/>
                        <a:pt x="0" y="45233"/>
                      </a:cubicBezTo>
                      <a:close/>
                      <a:moveTo>
                        <a:pt x="571" y="43614"/>
                      </a:moveTo>
                      <a:cubicBezTo>
                        <a:pt x="571" y="43614"/>
                        <a:pt x="476" y="43804"/>
                        <a:pt x="286" y="43804"/>
                      </a:cubicBezTo>
                      <a:cubicBezTo>
                        <a:pt x="286" y="43804"/>
                        <a:pt x="381" y="43804"/>
                        <a:pt x="381" y="43709"/>
                      </a:cubicBezTo>
                      <a:cubicBezTo>
                        <a:pt x="381" y="43709"/>
                        <a:pt x="476" y="43709"/>
                        <a:pt x="476" y="43709"/>
                      </a:cubicBezTo>
                      <a:close/>
                      <a:moveTo>
                        <a:pt x="571" y="45709"/>
                      </a:moveTo>
                      <a:lnTo>
                        <a:pt x="571" y="45709"/>
                      </a:lnTo>
                      <a:close/>
                      <a:moveTo>
                        <a:pt x="953" y="42661"/>
                      </a:moveTo>
                      <a:lnTo>
                        <a:pt x="1619" y="42947"/>
                      </a:lnTo>
                      <a:cubicBezTo>
                        <a:pt x="1619" y="42947"/>
                        <a:pt x="1333" y="43328"/>
                        <a:pt x="571" y="43614"/>
                      </a:cubicBezTo>
                      <a:cubicBezTo>
                        <a:pt x="667" y="43614"/>
                        <a:pt x="762" y="43423"/>
                        <a:pt x="857" y="43138"/>
                      </a:cubicBezTo>
                      <a:cubicBezTo>
                        <a:pt x="857" y="42852"/>
                        <a:pt x="953" y="42661"/>
                        <a:pt x="1048" y="42661"/>
                      </a:cubicBezTo>
                      <a:close/>
                      <a:moveTo>
                        <a:pt x="4286" y="25707"/>
                      </a:moveTo>
                      <a:cubicBezTo>
                        <a:pt x="4286" y="25707"/>
                        <a:pt x="3715" y="25802"/>
                        <a:pt x="2858" y="25993"/>
                      </a:cubicBezTo>
                      <a:cubicBezTo>
                        <a:pt x="2191" y="25993"/>
                        <a:pt x="1714" y="26374"/>
                        <a:pt x="1429" y="26850"/>
                      </a:cubicBezTo>
                      <a:lnTo>
                        <a:pt x="1238" y="26469"/>
                      </a:lnTo>
                      <a:cubicBezTo>
                        <a:pt x="1238" y="26469"/>
                        <a:pt x="1714" y="26183"/>
                        <a:pt x="2381" y="25897"/>
                      </a:cubicBezTo>
                      <a:cubicBezTo>
                        <a:pt x="2858" y="25612"/>
                        <a:pt x="3334" y="25516"/>
                        <a:pt x="3715" y="25516"/>
                      </a:cubicBezTo>
                      <a:cubicBezTo>
                        <a:pt x="3905" y="25516"/>
                        <a:pt x="4096" y="25612"/>
                        <a:pt x="4286" y="25612"/>
                      </a:cubicBezTo>
                      <a:close/>
                      <a:moveTo>
                        <a:pt x="3238" y="37518"/>
                      </a:moveTo>
                      <a:cubicBezTo>
                        <a:pt x="3238" y="37518"/>
                        <a:pt x="3334" y="37708"/>
                        <a:pt x="3334" y="37804"/>
                      </a:cubicBezTo>
                      <a:cubicBezTo>
                        <a:pt x="3334" y="37994"/>
                        <a:pt x="3238" y="38089"/>
                        <a:pt x="3048" y="38375"/>
                      </a:cubicBezTo>
                      <a:cubicBezTo>
                        <a:pt x="2858" y="38566"/>
                        <a:pt x="2858" y="38661"/>
                        <a:pt x="2858" y="38851"/>
                      </a:cubicBezTo>
                      <a:cubicBezTo>
                        <a:pt x="2858" y="38851"/>
                        <a:pt x="2953" y="39137"/>
                        <a:pt x="3334" y="39232"/>
                      </a:cubicBezTo>
                      <a:lnTo>
                        <a:pt x="2667" y="39232"/>
                      </a:lnTo>
                      <a:cubicBezTo>
                        <a:pt x="2572" y="38756"/>
                        <a:pt x="2667" y="38375"/>
                        <a:pt x="3048" y="38185"/>
                      </a:cubicBezTo>
                      <a:lnTo>
                        <a:pt x="1714" y="37232"/>
                      </a:lnTo>
                      <a:cubicBezTo>
                        <a:pt x="1714" y="37232"/>
                        <a:pt x="1905" y="37042"/>
                        <a:pt x="2096" y="37042"/>
                      </a:cubicBezTo>
                      <a:cubicBezTo>
                        <a:pt x="2191" y="37042"/>
                        <a:pt x="2381" y="37232"/>
                        <a:pt x="2572" y="37422"/>
                      </a:cubicBezTo>
                      <a:cubicBezTo>
                        <a:pt x="2858" y="37613"/>
                        <a:pt x="3048" y="37613"/>
                        <a:pt x="3238" y="37613"/>
                      </a:cubicBezTo>
                      <a:close/>
                      <a:moveTo>
                        <a:pt x="2762" y="35137"/>
                      </a:moveTo>
                      <a:cubicBezTo>
                        <a:pt x="2762" y="35137"/>
                        <a:pt x="2667" y="35232"/>
                        <a:pt x="2572" y="35422"/>
                      </a:cubicBezTo>
                      <a:cubicBezTo>
                        <a:pt x="2381" y="35422"/>
                        <a:pt x="2381" y="35708"/>
                        <a:pt x="2381" y="35708"/>
                      </a:cubicBezTo>
                      <a:cubicBezTo>
                        <a:pt x="2381" y="35803"/>
                        <a:pt x="2381" y="35899"/>
                        <a:pt x="2572" y="35994"/>
                      </a:cubicBezTo>
                      <a:lnTo>
                        <a:pt x="2191" y="35994"/>
                      </a:lnTo>
                      <a:cubicBezTo>
                        <a:pt x="2000" y="35327"/>
                        <a:pt x="2191" y="35041"/>
                        <a:pt x="2572" y="35041"/>
                      </a:cubicBezTo>
                      <a:cubicBezTo>
                        <a:pt x="2572" y="35041"/>
                        <a:pt x="2667" y="35041"/>
                        <a:pt x="2762" y="35137"/>
                      </a:cubicBezTo>
                      <a:close/>
                      <a:moveTo>
                        <a:pt x="2096" y="30184"/>
                      </a:moveTo>
                      <a:lnTo>
                        <a:pt x="2476" y="30184"/>
                      </a:lnTo>
                      <a:lnTo>
                        <a:pt x="2096" y="30850"/>
                      </a:lnTo>
                      <a:lnTo>
                        <a:pt x="2096" y="30184"/>
                      </a:lnTo>
                      <a:close/>
                      <a:moveTo>
                        <a:pt x="2762" y="33517"/>
                      </a:moveTo>
                      <a:lnTo>
                        <a:pt x="2572" y="33517"/>
                      </a:lnTo>
                      <a:lnTo>
                        <a:pt x="3143" y="33232"/>
                      </a:lnTo>
                      <a:lnTo>
                        <a:pt x="2762" y="33517"/>
                      </a:lnTo>
                      <a:close/>
                      <a:moveTo>
                        <a:pt x="4096" y="34470"/>
                      </a:moveTo>
                      <a:cubicBezTo>
                        <a:pt x="4096" y="34470"/>
                        <a:pt x="3524" y="34755"/>
                        <a:pt x="3238" y="34755"/>
                      </a:cubicBezTo>
                      <a:cubicBezTo>
                        <a:pt x="3048" y="34755"/>
                        <a:pt x="2762" y="34755"/>
                        <a:pt x="2572" y="34470"/>
                      </a:cubicBezTo>
                      <a:lnTo>
                        <a:pt x="4096" y="34470"/>
                      </a:lnTo>
                      <a:close/>
                      <a:moveTo>
                        <a:pt x="2953" y="31327"/>
                      </a:moveTo>
                      <a:cubicBezTo>
                        <a:pt x="2953" y="31327"/>
                        <a:pt x="2762" y="30946"/>
                        <a:pt x="2762" y="30755"/>
                      </a:cubicBezTo>
                      <a:cubicBezTo>
                        <a:pt x="2858" y="30946"/>
                        <a:pt x="2953" y="31136"/>
                        <a:pt x="2953" y="31327"/>
                      </a:cubicBezTo>
                      <a:close/>
                      <a:moveTo>
                        <a:pt x="2953" y="31327"/>
                      </a:moveTo>
                      <a:cubicBezTo>
                        <a:pt x="2953" y="31327"/>
                        <a:pt x="3524" y="31612"/>
                        <a:pt x="4382" y="31993"/>
                      </a:cubicBezTo>
                      <a:cubicBezTo>
                        <a:pt x="5048" y="32279"/>
                        <a:pt x="5334" y="32565"/>
                        <a:pt x="5334" y="32946"/>
                      </a:cubicBezTo>
                      <a:cubicBezTo>
                        <a:pt x="5334" y="33041"/>
                        <a:pt x="5334" y="33327"/>
                        <a:pt x="5143" y="33517"/>
                      </a:cubicBezTo>
                      <a:lnTo>
                        <a:pt x="5143" y="33994"/>
                      </a:lnTo>
                      <a:lnTo>
                        <a:pt x="3810" y="32755"/>
                      </a:lnTo>
                      <a:lnTo>
                        <a:pt x="3238" y="33136"/>
                      </a:lnTo>
                      <a:cubicBezTo>
                        <a:pt x="3238" y="33136"/>
                        <a:pt x="2762" y="32565"/>
                        <a:pt x="2762" y="32184"/>
                      </a:cubicBezTo>
                      <a:cubicBezTo>
                        <a:pt x="2762" y="31422"/>
                        <a:pt x="2858" y="31136"/>
                        <a:pt x="2858" y="31327"/>
                      </a:cubicBezTo>
                      <a:close/>
                      <a:moveTo>
                        <a:pt x="4477" y="27421"/>
                      </a:moveTo>
                      <a:lnTo>
                        <a:pt x="4286" y="27040"/>
                      </a:lnTo>
                      <a:lnTo>
                        <a:pt x="4858" y="27040"/>
                      </a:lnTo>
                      <a:cubicBezTo>
                        <a:pt x="4858" y="27612"/>
                        <a:pt x="4858" y="27897"/>
                        <a:pt x="4382" y="28088"/>
                      </a:cubicBezTo>
                      <a:cubicBezTo>
                        <a:pt x="4286" y="28088"/>
                        <a:pt x="4191" y="27993"/>
                        <a:pt x="4096" y="27993"/>
                      </a:cubicBezTo>
                      <a:cubicBezTo>
                        <a:pt x="3905" y="27993"/>
                        <a:pt x="3715" y="28088"/>
                        <a:pt x="3524" y="28279"/>
                      </a:cubicBezTo>
                      <a:cubicBezTo>
                        <a:pt x="3334" y="28374"/>
                        <a:pt x="3143" y="28469"/>
                        <a:pt x="3143" y="28469"/>
                      </a:cubicBezTo>
                      <a:cubicBezTo>
                        <a:pt x="3048" y="28469"/>
                        <a:pt x="2953" y="28469"/>
                        <a:pt x="2858" y="28469"/>
                      </a:cubicBezTo>
                      <a:lnTo>
                        <a:pt x="2858" y="27326"/>
                      </a:lnTo>
                      <a:cubicBezTo>
                        <a:pt x="2858" y="27326"/>
                        <a:pt x="3143" y="27421"/>
                        <a:pt x="3429" y="27707"/>
                      </a:cubicBezTo>
                      <a:cubicBezTo>
                        <a:pt x="3620" y="27897"/>
                        <a:pt x="3810" y="27993"/>
                        <a:pt x="3905" y="27993"/>
                      </a:cubicBezTo>
                      <a:cubicBezTo>
                        <a:pt x="4096" y="27993"/>
                        <a:pt x="4191" y="27802"/>
                        <a:pt x="4382" y="27517"/>
                      </a:cubicBezTo>
                      <a:close/>
                      <a:moveTo>
                        <a:pt x="3429" y="33136"/>
                      </a:moveTo>
                      <a:lnTo>
                        <a:pt x="3429" y="33136"/>
                      </a:lnTo>
                      <a:close/>
                      <a:moveTo>
                        <a:pt x="4096" y="21325"/>
                      </a:moveTo>
                      <a:lnTo>
                        <a:pt x="4096" y="21706"/>
                      </a:lnTo>
                      <a:lnTo>
                        <a:pt x="3238" y="21516"/>
                      </a:lnTo>
                      <a:cubicBezTo>
                        <a:pt x="3238" y="21516"/>
                        <a:pt x="3524" y="21421"/>
                        <a:pt x="4096" y="21421"/>
                      </a:cubicBezTo>
                      <a:close/>
                      <a:moveTo>
                        <a:pt x="4191" y="38470"/>
                      </a:moveTo>
                      <a:cubicBezTo>
                        <a:pt x="4191" y="39232"/>
                        <a:pt x="4477" y="39804"/>
                        <a:pt x="5143" y="40280"/>
                      </a:cubicBezTo>
                      <a:cubicBezTo>
                        <a:pt x="4858" y="40280"/>
                        <a:pt x="4382" y="40089"/>
                        <a:pt x="3810" y="39709"/>
                      </a:cubicBezTo>
                      <a:lnTo>
                        <a:pt x="4191" y="38566"/>
                      </a:lnTo>
                      <a:close/>
                      <a:moveTo>
                        <a:pt x="4096" y="23421"/>
                      </a:moveTo>
                      <a:cubicBezTo>
                        <a:pt x="4096" y="23421"/>
                        <a:pt x="4096" y="23135"/>
                        <a:pt x="4096" y="23040"/>
                      </a:cubicBezTo>
                      <a:lnTo>
                        <a:pt x="4096" y="23421"/>
                      </a:lnTo>
                      <a:close/>
                      <a:moveTo>
                        <a:pt x="4096" y="23040"/>
                      </a:moveTo>
                      <a:lnTo>
                        <a:pt x="4096" y="22563"/>
                      </a:lnTo>
                      <a:lnTo>
                        <a:pt x="4477" y="22563"/>
                      </a:lnTo>
                      <a:cubicBezTo>
                        <a:pt x="4477" y="22563"/>
                        <a:pt x="4286" y="22754"/>
                        <a:pt x="4096" y="23040"/>
                      </a:cubicBezTo>
                      <a:close/>
                      <a:moveTo>
                        <a:pt x="4191" y="38470"/>
                      </a:moveTo>
                      <a:cubicBezTo>
                        <a:pt x="4191" y="38470"/>
                        <a:pt x="4191" y="37994"/>
                        <a:pt x="4382" y="37899"/>
                      </a:cubicBezTo>
                      <a:lnTo>
                        <a:pt x="4191" y="38470"/>
                      </a:lnTo>
                      <a:close/>
                      <a:moveTo>
                        <a:pt x="4858" y="30279"/>
                      </a:moveTo>
                      <a:cubicBezTo>
                        <a:pt x="4858" y="30279"/>
                        <a:pt x="4763" y="30279"/>
                        <a:pt x="4667" y="30279"/>
                      </a:cubicBezTo>
                      <a:lnTo>
                        <a:pt x="4858" y="30279"/>
                      </a:lnTo>
                      <a:close/>
                      <a:moveTo>
                        <a:pt x="4858" y="30279"/>
                      </a:moveTo>
                      <a:cubicBezTo>
                        <a:pt x="4858" y="30279"/>
                        <a:pt x="4953" y="30088"/>
                        <a:pt x="5143" y="29993"/>
                      </a:cubicBezTo>
                      <a:cubicBezTo>
                        <a:pt x="5239" y="29803"/>
                        <a:pt x="5429" y="29612"/>
                        <a:pt x="5525" y="29612"/>
                      </a:cubicBezTo>
                      <a:cubicBezTo>
                        <a:pt x="5620" y="29612"/>
                        <a:pt x="5810" y="29803"/>
                        <a:pt x="5905" y="30088"/>
                      </a:cubicBezTo>
                      <a:cubicBezTo>
                        <a:pt x="6096" y="30088"/>
                        <a:pt x="5810" y="30088"/>
                        <a:pt x="4858" y="30279"/>
                      </a:cubicBezTo>
                      <a:close/>
                      <a:moveTo>
                        <a:pt x="7239" y="28088"/>
                      </a:moveTo>
                      <a:lnTo>
                        <a:pt x="7239" y="28755"/>
                      </a:lnTo>
                      <a:lnTo>
                        <a:pt x="6191" y="28469"/>
                      </a:lnTo>
                      <a:lnTo>
                        <a:pt x="7239" y="28088"/>
                      </a:lnTo>
                      <a:close/>
                      <a:moveTo>
                        <a:pt x="8477" y="33422"/>
                      </a:moveTo>
                      <a:cubicBezTo>
                        <a:pt x="8477" y="33422"/>
                        <a:pt x="7810" y="33803"/>
                        <a:pt x="7429" y="34089"/>
                      </a:cubicBezTo>
                      <a:cubicBezTo>
                        <a:pt x="7144" y="34279"/>
                        <a:pt x="6858" y="34470"/>
                        <a:pt x="6858" y="34660"/>
                      </a:cubicBezTo>
                      <a:cubicBezTo>
                        <a:pt x="6858" y="34755"/>
                        <a:pt x="6858" y="34946"/>
                        <a:pt x="7144" y="35041"/>
                      </a:cubicBezTo>
                      <a:lnTo>
                        <a:pt x="6287" y="34565"/>
                      </a:lnTo>
                      <a:cubicBezTo>
                        <a:pt x="6763" y="34279"/>
                        <a:pt x="6858" y="33994"/>
                        <a:pt x="6477" y="33422"/>
                      </a:cubicBezTo>
                      <a:cubicBezTo>
                        <a:pt x="6667" y="33422"/>
                        <a:pt x="7049" y="33422"/>
                        <a:pt x="7334" y="33232"/>
                      </a:cubicBezTo>
                      <a:cubicBezTo>
                        <a:pt x="7715" y="32946"/>
                        <a:pt x="8001" y="32851"/>
                        <a:pt x="8001" y="32851"/>
                      </a:cubicBezTo>
                      <a:cubicBezTo>
                        <a:pt x="8192" y="32851"/>
                        <a:pt x="8382" y="33041"/>
                        <a:pt x="8382" y="33422"/>
                      </a:cubicBezTo>
                      <a:close/>
                      <a:moveTo>
                        <a:pt x="6287" y="38185"/>
                      </a:moveTo>
                      <a:lnTo>
                        <a:pt x="6763" y="38661"/>
                      </a:lnTo>
                      <a:lnTo>
                        <a:pt x="6477" y="38851"/>
                      </a:lnTo>
                      <a:lnTo>
                        <a:pt x="6287" y="38280"/>
                      </a:lnTo>
                      <a:close/>
                      <a:moveTo>
                        <a:pt x="6287" y="40947"/>
                      </a:moveTo>
                      <a:lnTo>
                        <a:pt x="6287" y="40661"/>
                      </a:lnTo>
                      <a:lnTo>
                        <a:pt x="6858" y="40661"/>
                      </a:lnTo>
                      <a:lnTo>
                        <a:pt x="6287" y="40947"/>
                      </a:lnTo>
                      <a:close/>
                      <a:moveTo>
                        <a:pt x="6763" y="30184"/>
                      </a:moveTo>
                      <a:lnTo>
                        <a:pt x="6953" y="29517"/>
                      </a:lnTo>
                      <a:lnTo>
                        <a:pt x="7525" y="30184"/>
                      </a:lnTo>
                      <a:lnTo>
                        <a:pt x="6763" y="30184"/>
                      </a:lnTo>
                      <a:close/>
                      <a:moveTo>
                        <a:pt x="8287" y="25516"/>
                      </a:moveTo>
                      <a:cubicBezTo>
                        <a:pt x="8287" y="25516"/>
                        <a:pt x="8287" y="25993"/>
                        <a:pt x="8001" y="26183"/>
                      </a:cubicBezTo>
                      <a:cubicBezTo>
                        <a:pt x="7715" y="26469"/>
                        <a:pt x="7525" y="26564"/>
                        <a:pt x="7334" y="26564"/>
                      </a:cubicBezTo>
                      <a:cubicBezTo>
                        <a:pt x="7239" y="26564"/>
                        <a:pt x="7239" y="26564"/>
                        <a:pt x="7239" y="26374"/>
                      </a:cubicBezTo>
                      <a:cubicBezTo>
                        <a:pt x="7239" y="26374"/>
                        <a:pt x="7334" y="26374"/>
                        <a:pt x="7429" y="26374"/>
                      </a:cubicBezTo>
                      <a:cubicBezTo>
                        <a:pt x="7810" y="26374"/>
                        <a:pt x="8096" y="26183"/>
                        <a:pt x="8096" y="25897"/>
                      </a:cubicBezTo>
                      <a:cubicBezTo>
                        <a:pt x="8096" y="25802"/>
                        <a:pt x="8001" y="25612"/>
                        <a:pt x="7906" y="25516"/>
                      </a:cubicBezTo>
                      <a:lnTo>
                        <a:pt x="8382" y="25516"/>
                      </a:lnTo>
                      <a:close/>
                      <a:moveTo>
                        <a:pt x="7525" y="40185"/>
                      </a:moveTo>
                      <a:cubicBezTo>
                        <a:pt x="7525" y="40185"/>
                        <a:pt x="7429" y="39994"/>
                        <a:pt x="7429" y="39899"/>
                      </a:cubicBezTo>
                      <a:cubicBezTo>
                        <a:pt x="7429" y="39518"/>
                        <a:pt x="7620" y="39328"/>
                        <a:pt x="8001" y="39328"/>
                      </a:cubicBezTo>
                      <a:cubicBezTo>
                        <a:pt x="8382" y="39328"/>
                        <a:pt x="8477" y="39518"/>
                        <a:pt x="8572" y="39709"/>
                      </a:cubicBezTo>
                      <a:cubicBezTo>
                        <a:pt x="8382" y="39994"/>
                        <a:pt x="8001" y="40089"/>
                        <a:pt x="7525" y="40089"/>
                      </a:cubicBezTo>
                      <a:close/>
                      <a:moveTo>
                        <a:pt x="8287" y="34375"/>
                      </a:moveTo>
                      <a:cubicBezTo>
                        <a:pt x="8287" y="34375"/>
                        <a:pt x="8192" y="34755"/>
                        <a:pt x="8001" y="35041"/>
                      </a:cubicBezTo>
                      <a:lnTo>
                        <a:pt x="8001" y="34375"/>
                      </a:lnTo>
                      <a:lnTo>
                        <a:pt x="8287" y="34375"/>
                      </a:lnTo>
                      <a:close/>
                      <a:moveTo>
                        <a:pt x="50101" y="9419"/>
                      </a:moveTo>
                      <a:lnTo>
                        <a:pt x="50673" y="9800"/>
                      </a:lnTo>
                      <a:lnTo>
                        <a:pt x="50197" y="10467"/>
                      </a:lnTo>
                      <a:cubicBezTo>
                        <a:pt x="50197" y="10467"/>
                        <a:pt x="49816" y="9991"/>
                        <a:pt x="49625" y="9991"/>
                      </a:cubicBezTo>
                      <a:cubicBezTo>
                        <a:pt x="49435" y="9991"/>
                        <a:pt x="49244" y="10181"/>
                        <a:pt x="49149" y="10467"/>
                      </a:cubicBezTo>
                      <a:cubicBezTo>
                        <a:pt x="49435" y="10753"/>
                        <a:pt x="49435" y="11229"/>
                        <a:pt x="48958" y="11991"/>
                      </a:cubicBezTo>
                      <a:lnTo>
                        <a:pt x="50101" y="12658"/>
                      </a:lnTo>
                      <a:cubicBezTo>
                        <a:pt x="49530" y="12943"/>
                        <a:pt x="49149" y="13420"/>
                        <a:pt x="49149" y="14086"/>
                      </a:cubicBezTo>
                      <a:lnTo>
                        <a:pt x="49149" y="15134"/>
                      </a:lnTo>
                      <a:cubicBezTo>
                        <a:pt x="49149" y="15896"/>
                        <a:pt x="48863" y="16468"/>
                        <a:pt x="48292" y="16658"/>
                      </a:cubicBezTo>
                      <a:cubicBezTo>
                        <a:pt x="48578" y="17515"/>
                        <a:pt x="48673" y="18277"/>
                        <a:pt x="48673" y="19039"/>
                      </a:cubicBezTo>
                      <a:cubicBezTo>
                        <a:pt x="48673" y="20278"/>
                        <a:pt x="48292" y="21325"/>
                        <a:pt x="47434" y="22087"/>
                      </a:cubicBezTo>
                      <a:cubicBezTo>
                        <a:pt x="47434" y="22373"/>
                        <a:pt x="47530" y="22659"/>
                        <a:pt x="47530" y="23040"/>
                      </a:cubicBezTo>
                      <a:cubicBezTo>
                        <a:pt x="47530" y="23326"/>
                        <a:pt x="47530" y="23611"/>
                        <a:pt x="47434" y="24183"/>
                      </a:cubicBezTo>
                      <a:cubicBezTo>
                        <a:pt x="47434" y="24754"/>
                        <a:pt x="47339" y="25135"/>
                        <a:pt x="47339" y="25326"/>
                      </a:cubicBezTo>
                      <a:cubicBezTo>
                        <a:pt x="47339" y="25516"/>
                        <a:pt x="47339" y="25897"/>
                        <a:pt x="47434" y="26183"/>
                      </a:cubicBezTo>
                      <a:cubicBezTo>
                        <a:pt x="46958" y="26374"/>
                        <a:pt x="46768" y="26564"/>
                        <a:pt x="46768" y="26945"/>
                      </a:cubicBezTo>
                      <a:cubicBezTo>
                        <a:pt x="46768" y="27040"/>
                        <a:pt x="46768" y="27326"/>
                        <a:pt x="46863" y="27612"/>
                      </a:cubicBezTo>
                      <a:cubicBezTo>
                        <a:pt x="46958" y="27897"/>
                        <a:pt x="46958" y="28088"/>
                        <a:pt x="46958" y="28279"/>
                      </a:cubicBezTo>
                      <a:cubicBezTo>
                        <a:pt x="46958" y="28660"/>
                        <a:pt x="46672" y="28945"/>
                        <a:pt x="46196" y="29136"/>
                      </a:cubicBezTo>
                      <a:cubicBezTo>
                        <a:pt x="46482" y="29421"/>
                        <a:pt x="46577" y="29803"/>
                        <a:pt x="46577" y="30184"/>
                      </a:cubicBezTo>
                      <a:cubicBezTo>
                        <a:pt x="46577" y="30184"/>
                        <a:pt x="46482" y="30946"/>
                        <a:pt x="46196" y="32184"/>
                      </a:cubicBezTo>
                      <a:cubicBezTo>
                        <a:pt x="45815" y="32374"/>
                        <a:pt x="45625" y="32851"/>
                        <a:pt x="45625" y="33422"/>
                      </a:cubicBezTo>
                      <a:cubicBezTo>
                        <a:pt x="45625" y="33708"/>
                        <a:pt x="45625" y="33994"/>
                        <a:pt x="45720" y="34565"/>
                      </a:cubicBezTo>
                      <a:cubicBezTo>
                        <a:pt x="45815" y="35041"/>
                        <a:pt x="45815" y="35422"/>
                        <a:pt x="45815" y="35708"/>
                      </a:cubicBezTo>
                      <a:cubicBezTo>
                        <a:pt x="45815" y="36470"/>
                        <a:pt x="45529" y="37042"/>
                        <a:pt x="44958" y="37422"/>
                      </a:cubicBezTo>
                      <a:cubicBezTo>
                        <a:pt x="44767" y="37899"/>
                        <a:pt x="44672" y="38470"/>
                        <a:pt x="44672" y="39042"/>
                      </a:cubicBezTo>
                      <a:cubicBezTo>
                        <a:pt x="44672" y="39232"/>
                        <a:pt x="44672" y="39613"/>
                        <a:pt x="44672" y="39994"/>
                      </a:cubicBezTo>
                      <a:lnTo>
                        <a:pt x="44672" y="40947"/>
                      </a:lnTo>
                      <a:cubicBezTo>
                        <a:pt x="44672" y="41995"/>
                        <a:pt x="44291" y="42852"/>
                        <a:pt x="43529" y="43328"/>
                      </a:cubicBezTo>
                      <a:cubicBezTo>
                        <a:pt x="43529" y="43709"/>
                        <a:pt x="43529" y="44280"/>
                        <a:pt x="43815" y="45043"/>
                      </a:cubicBezTo>
                      <a:cubicBezTo>
                        <a:pt x="43815" y="45043"/>
                        <a:pt x="43529" y="45233"/>
                        <a:pt x="43148" y="45424"/>
                      </a:cubicBezTo>
                      <a:cubicBezTo>
                        <a:pt x="42767" y="45424"/>
                        <a:pt x="42577" y="45709"/>
                        <a:pt x="42577" y="45995"/>
                      </a:cubicBezTo>
                      <a:cubicBezTo>
                        <a:pt x="42577" y="45995"/>
                        <a:pt x="42577" y="46186"/>
                        <a:pt x="42672" y="46281"/>
                      </a:cubicBezTo>
                      <a:cubicBezTo>
                        <a:pt x="42100" y="46471"/>
                        <a:pt x="41434" y="46567"/>
                        <a:pt x="40576" y="46567"/>
                      </a:cubicBezTo>
                      <a:cubicBezTo>
                        <a:pt x="40100" y="46567"/>
                        <a:pt x="39148" y="46567"/>
                        <a:pt x="37719" y="46281"/>
                      </a:cubicBezTo>
                      <a:cubicBezTo>
                        <a:pt x="36671" y="46281"/>
                        <a:pt x="35719" y="46281"/>
                        <a:pt x="35147" y="46281"/>
                      </a:cubicBezTo>
                      <a:cubicBezTo>
                        <a:pt x="33528" y="43042"/>
                        <a:pt x="32766" y="40280"/>
                        <a:pt x="32957" y="37899"/>
                      </a:cubicBezTo>
                      <a:cubicBezTo>
                        <a:pt x="32575" y="37422"/>
                        <a:pt x="32385" y="36851"/>
                        <a:pt x="32385" y="35994"/>
                      </a:cubicBezTo>
                      <a:lnTo>
                        <a:pt x="32385" y="34851"/>
                      </a:lnTo>
                      <a:cubicBezTo>
                        <a:pt x="32385" y="33994"/>
                        <a:pt x="32004" y="33327"/>
                        <a:pt x="31337" y="32946"/>
                      </a:cubicBezTo>
                      <a:cubicBezTo>
                        <a:pt x="31433" y="32660"/>
                        <a:pt x="31528" y="32374"/>
                        <a:pt x="31528" y="32088"/>
                      </a:cubicBezTo>
                      <a:cubicBezTo>
                        <a:pt x="31528" y="31612"/>
                        <a:pt x="31242" y="30946"/>
                        <a:pt x="30766" y="30184"/>
                      </a:cubicBezTo>
                      <a:cubicBezTo>
                        <a:pt x="30289" y="29421"/>
                        <a:pt x="30004" y="28755"/>
                        <a:pt x="30004" y="28374"/>
                      </a:cubicBezTo>
                      <a:cubicBezTo>
                        <a:pt x="30004" y="27993"/>
                        <a:pt x="30194" y="27612"/>
                        <a:pt x="30385" y="27136"/>
                      </a:cubicBezTo>
                      <a:cubicBezTo>
                        <a:pt x="29908" y="26850"/>
                        <a:pt x="29623" y="26374"/>
                        <a:pt x="29528" y="25802"/>
                      </a:cubicBezTo>
                      <a:cubicBezTo>
                        <a:pt x="29528" y="25135"/>
                        <a:pt x="29242" y="24659"/>
                        <a:pt x="29051" y="24278"/>
                      </a:cubicBezTo>
                      <a:cubicBezTo>
                        <a:pt x="28575" y="24564"/>
                        <a:pt x="28289" y="25230"/>
                        <a:pt x="28289" y="26088"/>
                      </a:cubicBezTo>
                      <a:cubicBezTo>
                        <a:pt x="28194" y="26945"/>
                        <a:pt x="27908" y="27517"/>
                        <a:pt x="27337" y="27707"/>
                      </a:cubicBezTo>
                      <a:cubicBezTo>
                        <a:pt x="27432" y="27707"/>
                        <a:pt x="27432" y="28564"/>
                        <a:pt x="27527" y="30088"/>
                      </a:cubicBezTo>
                      <a:cubicBezTo>
                        <a:pt x="26860" y="30469"/>
                        <a:pt x="26575" y="31136"/>
                        <a:pt x="26575" y="31993"/>
                      </a:cubicBezTo>
                      <a:cubicBezTo>
                        <a:pt x="26575" y="32184"/>
                        <a:pt x="26575" y="32470"/>
                        <a:pt x="26575" y="32755"/>
                      </a:cubicBezTo>
                      <a:lnTo>
                        <a:pt x="26575" y="33517"/>
                      </a:lnTo>
                      <a:cubicBezTo>
                        <a:pt x="26575" y="34565"/>
                        <a:pt x="26194" y="35327"/>
                        <a:pt x="25241" y="35708"/>
                      </a:cubicBezTo>
                      <a:cubicBezTo>
                        <a:pt x="25432" y="35994"/>
                        <a:pt x="25622" y="36184"/>
                        <a:pt x="25622" y="36470"/>
                      </a:cubicBezTo>
                      <a:cubicBezTo>
                        <a:pt x="25622" y="36661"/>
                        <a:pt x="25527" y="37042"/>
                        <a:pt x="25241" y="37422"/>
                      </a:cubicBezTo>
                      <a:cubicBezTo>
                        <a:pt x="25051" y="37804"/>
                        <a:pt x="24860" y="38089"/>
                        <a:pt x="24860" y="38185"/>
                      </a:cubicBezTo>
                      <a:cubicBezTo>
                        <a:pt x="24860" y="38375"/>
                        <a:pt x="25051" y="38566"/>
                        <a:pt x="25432" y="38661"/>
                      </a:cubicBezTo>
                      <a:cubicBezTo>
                        <a:pt x="25051" y="39042"/>
                        <a:pt x="24765" y="39518"/>
                        <a:pt x="24670" y="40185"/>
                      </a:cubicBezTo>
                      <a:cubicBezTo>
                        <a:pt x="24575" y="40756"/>
                        <a:pt x="24384" y="41328"/>
                        <a:pt x="24289" y="41899"/>
                      </a:cubicBezTo>
                      <a:lnTo>
                        <a:pt x="23622" y="41137"/>
                      </a:lnTo>
                      <a:lnTo>
                        <a:pt x="23050" y="41709"/>
                      </a:lnTo>
                      <a:lnTo>
                        <a:pt x="23622" y="42376"/>
                      </a:lnTo>
                      <a:lnTo>
                        <a:pt x="23050" y="42852"/>
                      </a:lnTo>
                      <a:cubicBezTo>
                        <a:pt x="23050" y="42852"/>
                        <a:pt x="23241" y="43042"/>
                        <a:pt x="23622" y="43042"/>
                      </a:cubicBezTo>
                      <a:cubicBezTo>
                        <a:pt x="23622" y="44280"/>
                        <a:pt x="23336" y="45328"/>
                        <a:pt x="22574" y="46281"/>
                      </a:cubicBezTo>
                      <a:cubicBezTo>
                        <a:pt x="21622" y="46186"/>
                        <a:pt x="21050" y="46281"/>
                        <a:pt x="20860" y="46852"/>
                      </a:cubicBezTo>
                      <a:cubicBezTo>
                        <a:pt x="20860" y="46662"/>
                        <a:pt x="20669" y="46567"/>
                        <a:pt x="20479" y="46567"/>
                      </a:cubicBezTo>
                      <a:cubicBezTo>
                        <a:pt x="20479" y="46567"/>
                        <a:pt x="20288" y="46567"/>
                        <a:pt x="20003" y="46567"/>
                      </a:cubicBezTo>
                      <a:cubicBezTo>
                        <a:pt x="19812" y="46567"/>
                        <a:pt x="19621" y="46567"/>
                        <a:pt x="19431" y="46567"/>
                      </a:cubicBezTo>
                      <a:cubicBezTo>
                        <a:pt x="19145" y="46567"/>
                        <a:pt x="18859" y="46471"/>
                        <a:pt x="18764" y="46090"/>
                      </a:cubicBezTo>
                      <a:cubicBezTo>
                        <a:pt x="18764" y="46090"/>
                        <a:pt x="18764" y="46281"/>
                        <a:pt x="18574" y="46471"/>
                      </a:cubicBezTo>
                      <a:cubicBezTo>
                        <a:pt x="18383" y="46567"/>
                        <a:pt x="18383" y="46757"/>
                        <a:pt x="18383" y="46852"/>
                      </a:cubicBezTo>
                      <a:cubicBezTo>
                        <a:pt x="18002" y="46376"/>
                        <a:pt x="17526" y="46090"/>
                        <a:pt x="16954" y="46090"/>
                      </a:cubicBezTo>
                      <a:cubicBezTo>
                        <a:pt x="16859" y="46090"/>
                        <a:pt x="16764" y="46090"/>
                        <a:pt x="16574" y="46090"/>
                      </a:cubicBezTo>
                      <a:lnTo>
                        <a:pt x="16288" y="46852"/>
                      </a:lnTo>
                      <a:cubicBezTo>
                        <a:pt x="16288" y="46852"/>
                        <a:pt x="15526" y="46376"/>
                        <a:pt x="14954" y="46376"/>
                      </a:cubicBezTo>
                      <a:cubicBezTo>
                        <a:pt x="14383" y="46376"/>
                        <a:pt x="14002" y="46376"/>
                        <a:pt x="13716" y="46186"/>
                      </a:cubicBezTo>
                      <a:lnTo>
                        <a:pt x="13716" y="45995"/>
                      </a:lnTo>
                      <a:cubicBezTo>
                        <a:pt x="13716" y="45995"/>
                        <a:pt x="13907" y="46186"/>
                        <a:pt x="14097" y="46186"/>
                      </a:cubicBezTo>
                      <a:cubicBezTo>
                        <a:pt x="14573" y="46186"/>
                        <a:pt x="14859" y="45900"/>
                        <a:pt x="14859" y="45424"/>
                      </a:cubicBezTo>
                      <a:cubicBezTo>
                        <a:pt x="14859" y="45424"/>
                        <a:pt x="14859" y="45233"/>
                        <a:pt x="14859" y="45138"/>
                      </a:cubicBezTo>
                      <a:cubicBezTo>
                        <a:pt x="14097" y="44471"/>
                        <a:pt x="13335" y="43138"/>
                        <a:pt x="12383" y="41137"/>
                      </a:cubicBezTo>
                      <a:cubicBezTo>
                        <a:pt x="12192" y="41137"/>
                        <a:pt x="12097" y="41233"/>
                        <a:pt x="12001" y="41233"/>
                      </a:cubicBezTo>
                      <a:cubicBezTo>
                        <a:pt x="11906" y="41233"/>
                        <a:pt x="11716" y="41233"/>
                        <a:pt x="11430" y="41042"/>
                      </a:cubicBezTo>
                      <a:cubicBezTo>
                        <a:pt x="11144" y="40947"/>
                        <a:pt x="11049" y="40756"/>
                        <a:pt x="10954" y="40756"/>
                      </a:cubicBezTo>
                      <a:cubicBezTo>
                        <a:pt x="11525" y="40566"/>
                        <a:pt x="11811" y="40375"/>
                        <a:pt x="11906" y="40375"/>
                      </a:cubicBezTo>
                      <a:cubicBezTo>
                        <a:pt x="12287" y="40375"/>
                        <a:pt x="12573" y="40756"/>
                        <a:pt x="12763" y="41233"/>
                      </a:cubicBezTo>
                      <a:cubicBezTo>
                        <a:pt x="13145" y="40947"/>
                        <a:pt x="13240" y="40661"/>
                        <a:pt x="13240" y="40375"/>
                      </a:cubicBezTo>
                      <a:cubicBezTo>
                        <a:pt x="13240" y="40089"/>
                        <a:pt x="13145" y="39899"/>
                        <a:pt x="12954" y="39709"/>
                      </a:cubicBezTo>
                      <a:cubicBezTo>
                        <a:pt x="12954" y="39042"/>
                        <a:pt x="13240" y="38089"/>
                        <a:pt x="13811" y="37232"/>
                      </a:cubicBezTo>
                      <a:cubicBezTo>
                        <a:pt x="13811" y="37232"/>
                        <a:pt x="13621" y="37232"/>
                        <a:pt x="13430" y="37232"/>
                      </a:cubicBezTo>
                      <a:cubicBezTo>
                        <a:pt x="13430" y="37232"/>
                        <a:pt x="13145" y="37232"/>
                        <a:pt x="12954" y="37232"/>
                      </a:cubicBezTo>
                      <a:cubicBezTo>
                        <a:pt x="12763" y="37327"/>
                        <a:pt x="12668" y="37327"/>
                        <a:pt x="12573" y="37327"/>
                      </a:cubicBezTo>
                      <a:cubicBezTo>
                        <a:pt x="12287" y="37327"/>
                        <a:pt x="12097" y="37232"/>
                        <a:pt x="12001" y="36946"/>
                      </a:cubicBezTo>
                      <a:cubicBezTo>
                        <a:pt x="12001" y="36470"/>
                        <a:pt x="12383" y="35899"/>
                        <a:pt x="13145" y="35518"/>
                      </a:cubicBezTo>
                      <a:cubicBezTo>
                        <a:pt x="14002" y="35137"/>
                        <a:pt x="14383" y="34851"/>
                        <a:pt x="14383" y="34375"/>
                      </a:cubicBezTo>
                      <a:cubicBezTo>
                        <a:pt x="14383" y="34184"/>
                        <a:pt x="14383" y="33994"/>
                        <a:pt x="14192" y="33708"/>
                      </a:cubicBezTo>
                      <a:cubicBezTo>
                        <a:pt x="14002" y="34089"/>
                        <a:pt x="13811" y="34184"/>
                        <a:pt x="13430" y="34089"/>
                      </a:cubicBezTo>
                      <a:cubicBezTo>
                        <a:pt x="13049" y="33898"/>
                        <a:pt x="12859" y="33898"/>
                        <a:pt x="12763" y="34089"/>
                      </a:cubicBezTo>
                      <a:cubicBezTo>
                        <a:pt x="12668" y="34184"/>
                        <a:pt x="12573" y="34375"/>
                        <a:pt x="12573" y="34470"/>
                      </a:cubicBezTo>
                      <a:lnTo>
                        <a:pt x="12859" y="34660"/>
                      </a:lnTo>
                      <a:cubicBezTo>
                        <a:pt x="12859" y="34660"/>
                        <a:pt x="13145" y="34851"/>
                        <a:pt x="13145" y="34946"/>
                      </a:cubicBezTo>
                      <a:cubicBezTo>
                        <a:pt x="13145" y="34946"/>
                        <a:pt x="13049" y="35137"/>
                        <a:pt x="12859" y="35327"/>
                      </a:cubicBezTo>
                      <a:cubicBezTo>
                        <a:pt x="12192" y="35327"/>
                        <a:pt x="11906" y="35327"/>
                        <a:pt x="11906" y="34755"/>
                      </a:cubicBezTo>
                      <a:lnTo>
                        <a:pt x="11906" y="33994"/>
                      </a:lnTo>
                      <a:cubicBezTo>
                        <a:pt x="11906" y="33994"/>
                        <a:pt x="11906" y="33517"/>
                        <a:pt x="11716" y="33232"/>
                      </a:cubicBezTo>
                      <a:lnTo>
                        <a:pt x="12287" y="33232"/>
                      </a:lnTo>
                      <a:cubicBezTo>
                        <a:pt x="12287" y="33232"/>
                        <a:pt x="12287" y="32851"/>
                        <a:pt x="12192" y="32565"/>
                      </a:cubicBezTo>
                      <a:cubicBezTo>
                        <a:pt x="12001" y="32279"/>
                        <a:pt x="11716" y="31993"/>
                        <a:pt x="11430" y="31993"/>
                      </a:cubicBezTo>
                      <a:lnTo>
                        <a:pt x="10573" y="33041"/>
                      </a:lnTo>
                      <a:lnTo>
                        <a:pt x="10573" y="30946"/>
                      </a:lnTo>
                      <a:lnTo>
                        <a:pt x="11716" y="30946"/>
                      </a:lnTo>
                      <a:cubicBezTo>
                        <a:pt x="11716" y="30946"/>
                        <a:pt x="11621" y="30564"/>
                        <a:pt x="11621" y="30374"/>
                      </a:cubicBezTo>
                      <a:cubicBezTo>
                        <a:pt x="11621" y="30088"/>
                        <a:pt x="11621" y="29803"/>
                        <a:pt x="11906" y="29326"/>
                      </a:cubicBezTo>
                      <a:cubicBezTo>
                        <a:pt x="12097" y="28945"/>
                        <a:pt x="12097" y="28564"/>
                        <a:pt x="12097" y="28374"/>
                      </a:cubicBezTo>
                      <a:cubicBezTo>
                        <a:pt x="12097" y="28183"/>
                        <a:pt x="12097" y="27993"/>
                        <a:pt x="12001" y="27802"/>
                      </a:cubicBezTo>
                      <a:cubicBezTo>
                        <a:pt x="11906" y="27612"/>
                        <a:pt x="11621" y="27421"/>
                        <a:pt x="11049" y="27421"/>
                      </a:cubicBezTo>
                      <a:cubicBezTo>
                        <a:pt x="10573" y="27421"/>
                        <a:pt x="10382" y="27326"/>
                        <a:pt x="10382" y="27326"/>
                      </a:cubicBezTo>
                      <a:cubicBezTo>
                        <a:pt x="10382" y="27136"/>
                        <a:pt x="10478" y="26850"/>
                        <a:pt x="10858" y="26564"/>
                      </a:cubicBezTo>
                      <a:lnTo>
                        <a:pt x="11716" y="27136"/>
                      </a:lnTo>
                      <a:cubicBezTo>
                        <a:pt x="12287" y="26945"/>
                        <a:pt x="12478" y="26278"/>
                        <a:pt x="12287" y="25516"/>
                      </a:cubicBezTo>
                      <a:cubicBezTo>
                        <a:pt x="12287" y="25326"/>
                        <a:pt x="12097" y="25135"/>
                        <a:pt x="11906" y="25135"/>
                      </a:cubicBezTo>
                      <a:cubicBezTo>
                        <a:pt x="11716" y="25135"/>
                        <a:pt x="11621" y="25230"/>
                        <a:pt x="11525" y="25421"/>
                      </a:cubicBezTo>
                      <a:cubicBezTo>
                        <a:pt x="11525" y="25516"/>
                        <a:pt x="11430" y="25802"/>
                        <a:pt x="11049" y="26088"/>
                      </a:cubicBezTo>
                      <a:cubicBezTo>
                        <a:pt x="11049" y="26088"/>
                        <a:pt x="10668" y="25707"/>
                        <a:pt x="10192" y="24945"/>
                      </a:cubicBezTo>
                      <a:cubicBezTo>
                        <a:pt x="10382" y="24564"/>
                        <a:pt x="10478" y="24088"/>
                        <a:pt x="10478" y="23421"/>
                      </a:cubicBezTo>
                      <a:cubicBezTo>
                        <a:pt x="10478" y="22659"/>
                        <a:pt x="10287" y="21611"/>
                        <a:pt x="9811" y="20087"/>
                      </a:cubicBezTo>
                      <a:cubicBezTo>
                        <a:pt x="9334" y="18563"/>
                        <a:pt x="9144" y="17515"/>
                        <a:pt x="9144" y="16753"/>
                      </a:cubicBezTo>
                      <a:cubicBezTo>
                        <a:pt x="9144" y="16087"/>
                        <a:pt x="9239" y="15515"/>
                        <a:pt x="9525" y="14848"/>
                      </a:cubicBezTo>
                      <a:cubicBezTo>
                        <a:pt x="8858" y="13801"/>
                        <a:pt x="8477" y="12372"/>
                        <a:pt x="8287" y="10371"/>
                      </a:cubicBezTo>
                      <a:cubicBezTo>
                        <a:pt x="7906" y="7324"/>
                        <a:pt x="7715" y="5704"/>
                        <a:pt x="7715" y="5609"/>
                      </a:cubicBezTo>
                      <a:cubicBezTo>
                        <a:pt x="7715" y="4466"/>
                        <a:pt x="7715" y="3704"/>
                        <a:pt x="7715" y="3609"/>
                      </a:cubicBezTo>
                      <a:cubicBezTo>
                        <a:pt x="7810" y="2752"/>
                        <a:pt x="8192" y="2180"/>
                        <a:pt x="8763" y="1799"/>
                      </a:cubicBezTo>
                      <a:cubicBezTo>
                        <a:pt x="9239" y="1799"/>
                        <a:pt x="10001" y="1799"/>
                        <a:pt x="11144" y="1513"/>
                      </a:cubicBezTo>
                      <a:cubicBezTo>
                        <a:pt x="12287" y="1323"/>
                        <a:pt x="13049" y="1228"/>
                        <a:pt x="13430" y="1228"/>
                      </a:cubicBezTo>
                      <a:cubicBezTo>
                        <a:pt x="14764" y="1228"/>
                        <a:pt x="15716" y="1704"/>
                        <a:pt x="16383" y="2656"/>
                      </a:cubicBezTo>
                      <a:cubicBezTo>
                        <a:pt x="16383" y="2656"/>
                        <a:pt x="16383" y="2942"/>
                        <a:pt x="16383" y="3133"/>
                      </a:cubicBezTo>
                      <a:cubicBezTo>
                        <a:pt x="16383" y="3228"/>
                        <a:pt x="16383" y="3513"/>
                        <a:pt x="16383" y="3895"/>
                      </a:cubicBezTo>
                      <a:cubicBezTo>
                        <a:pt x="16383" y="4276"/>
                        <a:pt x="16383" y="4657"/>
                        <a:pt x="16383" y="4847"/>
                      </a:cubicBezTo>
                      <a:cubicBezTo>
                        <a:pt x="16383" y="5800"/>
                        <a:pt x="16764" y="6276"/>
                        <a:pt x="17526" y="6276"/>
                      </a:cubicBezTo>
                      <a:cubicBezTo>
                        <a:pt x="17240" y="6562"/>
                        <a:pt x="17050" y="6943"/>
                        <a:pt x="17050" y="7419"/>
                      </a:cubicBezTo>
                      <a:cubicBezTo>
                        <a:pt x="17050" y="7514"/>
                        <a:pt x="17050" y="7800"/>
                        <a:pt x="17050" y="8181"/>
                      </a:cubicBezTo>
                      <a:cubicBezTo>
                        <a:pt x="17050" y="8562"/>
                        <a:pt x="17050" y="8752"/>
                        <a:pt x="17050" y="8847"/>
                      </a:cubicBezTo>
                      <a:cubicBezTo>
                        <a:pt x="17050" y="9324"/>
                        <a:pt x="16859" y="9610"/>
                        <a:pt x="16478" y="9610"/>
                      </a:cubicBezTo>
                      <a:cubicBezTo>
                        <a:pt x="16288" y="9610"/>
                        <a:pt x="16097" y="9610"/>
                        <a:pt x="15907" y="9419"/>
                      </a:cubicBezTo>
                      <a:cubicBezTo>
                        <a:pt x="15907" y="9610"/>
                        <a:pt x="16192" y="9705"/>
                        <a:pt x="16383" y="9705"/>
                      </a:cubicBezTo>
                      <a:lnTo>
                        <a:pt x="16954" y="9705"/>
                      </a:lnTo>
                      <a:lnTo>
                        <a:pt x="16954" y="10371"/>
                      </a:lnTo>
                      <a:lnTo>
                        <a:pt x="16478" y="10371"/>
                      </a:lnTo>
                      <a:cubicBezTo>
                        <a:pt x="16478" y="10371"/>
                        <a:pt x="16859" y="11134"/>
                        <a:pt x="17335" y="11705"/>
                      </a:cubicBezTo>
                      <a:cubicBezTo>
                        <a:pt x="17812" y="12277"/>
                        <a:pt x="18097" y="12943"/>
                        <a:pt x="18193" y="13515"/>
                      </a:cubicBezTo>
                      <a:cubicBezTo>
                        <a:pt x="18002" y="15801"/>
                        <a:pt x="18383" y="17515"/>
                        <a:pt x="19526" y="18468"/>
                      </a:cubicBezTo>
                      <a:cubicBezTo>
                        <a:pt x="19526" y="18468"/>
                        <a:pt x="19717" y="18468"/>
                        <a:pt x="19812" y="18468"/>
                      </a:cubicBezTo>
                      <a:cubicBezTo>
                        <a:pt x="19907" y="18468"/>
                        <a:pt x="20098" y="18372"/>
                        <a:pt x="20288" y="18182"/>
                      </a:cubicBezTo>
                      <a:cubicBezTo>
                        <a:pt x="20383" y="17896"/>
                        <a:pt x="20574" y="17801"/>
                        <a:pt x="20669" y="17801"/>
                      </a:cubicBezTo>
                      <a:lnTo>
                        <a:pt x="20669" y="16753"/>
                      </a:lnTo>
                      <a:cubicBezTo>
                        <a:pt x="21146" y="16277"/>
                        <a:pt x="21431" y="15420"/>
                        <a:pt x="21241" y="14182"/>
                      </a:cubicBezTo>
                      <a:cubicBezTo>
                        <a:pt x="21812" y="13896"/>
                        <a:pt x="22098" y="12943"/>
                        <a:pt x="22193" y="11514"/>
                      </a:cubicBezTo>
                      <a:cubicBezTo>
                        <a:pt x="22193" y="9991"/>
                        <a:pt x="22574" y="9133"/>
                        <a:pt x="23146" y="8562"/>
                      </a:cubicBezTo>
                      <a:cubicBezTo>
                        <a:pt x="23050" y="8086"/>
                        <a:pt x="22765" y="7419"/>
                        <a:pt x="22384" y="6562"/>
                      </a:cubicBezTo>
                      <a:lnTo>
                        <a:pt x="24098" y="6371"/>
                      </a:lnTo>
                      <a:cubicBezTo>
                        <a:pt x="23622" y="4752"/>
                        <a:pt x="23813" y="3418"/>
                        <a:pt x="24575" y="2561"/>
                      </a:cubicBezTo>
                      <a:cubicBezTo>
                        <a:pt x="24955" y="1989"/>
                        <a:pt x="25337" y="1609"/>
                        <a:pt x="25908" y="1609"/>
                      </a:cubicBezTo>
                      <a:cubicBezTo>
                        <a:pt x="26194" y="1609"/>
                        <a:pt x="26479" y="1609"/>
                        <a:pt x="27051" y="1894"/>
                      </a:cubicBezTo>
                      <a:cubicBezTo>
                        <a:pt x="27527" y="1989"/>
                        <a:pt x="27908" y="2085"/>
                        <a:pt x="28099" y="2085"/>
                      </a:cubicBezTo>
                      <a:cubicBezTo>
                        <a:pt x="28670" y="2085"/>
                        <a:pt x="29146" y="1799"/>
                        <a:pt x="29432" y="1228"/>
                      </a:cubicBezTo>
                      <a:cubicBezTo>
                        <a:pt x="29718" y="1037"/>
                        <a:pt x="30099" y="942"/>
                        <a:pt x="30289" y="942"/>
                      </a:cubicBezTo>
                      <a:cubicBezTo>
                        <a:pt x="30766" y="942"/>
                        <a:pt x="31242" y="1228"/>
                        <a:pt x="31718" y="1894"/>
                      </a:cubicBezTo>
                      <a:cubicBezTo>
                        <a:pt x="32195" y="2561"/>
                        <a:pt x="32671" y="2942"/>
                        <a:pt x="33242" y="2942"/>
                      </a:cubicBezTo>
                      <a:cubicBezTo>
                        <a:pt x="33433" y="3418"/>
                        <a:pt x="33528" y="3895"/>
                        <a:pt x="33623" y="4466"/>
                      </a:cubicBezTo>
                      <a:cubicBezTo>
                        <a:pt x="33623" y="4942"/>
                        <a:pt x="34004" y="5323"/>
                        <a:pt x="34576" y="5419"/>
                      </a:cubicBezTo>
                      <a:cubicBezTo>
                        <a:pt x="34576" y="5609"/>
                        <a:pt x="34480" y="5895"/>
                        <a:pt x="34290" y="6466"/>
                      </a:cubicBezTo>
                      <a:cubicBezTo>
                        <a:pt x="34290" y="6943"/>
                        <a:pt x="34100" y="7324"/>
                        <a:pt x="34100" y="7609"/>
                      </a:cubicBezTo>
                      <a:cubicBezTo>
                        <a:pt x="34100" y="8086"/>
                        <a:pt x="34385" y="8467"/>
                        <a:pt x="34766" y="8657"/>
                      </a:cubicBezTo>
                      <a:lnTo>
                        <a:pt x="35433" y="8657"/>
                      </a:lnTo>
                      <a:cubicBezTo>
                        <a:pt x="35147" y="9324"/>
                        <a:pt x="34957" y="9895"/>
                        <a:pt x="34957" y="10562"/>
                      </a:cubicBezTo>
                      <a:cubicBezTo>
                        <a:pt x="34957" y="11514"/>
                        <a:pt x="35242" y="12467"/>
                        <a:pt x="35814" y="13324"/>
                      </a:cubicBezTo>
                      <a:cubicBezTo>
                        <a:pt x="35814" y="13515"/>
                        <a:pt x="35719" y="13801"/>
                        <a:pt x="35719" y="13991"/>
                      </a:cubicBezTo>
                      <a:cubicBezTo>
                        <a:pt x="35719" y="14467"/>
                        <a:pt x="35909" y="15134"/>
                        <a:pt x="36385" y="15991"/>
                      </a:cubicBezTo>
                      <a:cubicBezTo>
                        <a:pt x="36862" y="16753"/>
                        <a:pt x="37052" y="17420"/>
                        <a:pt x="37052" y="17896"/>
                      </a:cubicBezTo>
                      <a:cubicBezTo>
                        <a:pt x="37052" y="18182"/>
                        <a:pt x="37052" y="18468"/>
                        <a:pt x="36862" y="18754"/>
                      </a:cubicBezTo>
                      <a:cubicBezTo>
                        <a:pt x="36957" y="18944"/>
                        <a:pt x="37147" y="19325"/>
                        <a:pt x="37433" y="19706"/>
                      </a:cubicBezTo>
                      <a:cubicBezTo>
                        <a:pt x="38767" y="18944"/>
                        <a:pt x="39529" y="18087"/>
                        <a:pt x="39529" y="17134"/>
                      </a:cubicBezTo>
                      <a:cubicBezTo>
                        <a:pt x="39529" y="17039"/>
                        <a:pt x="39529" y="16944"/>
                        <a:pt x="39529" y="16753"/>
                      </a:cubicBezTo>
                      <a:cubicBezTo>
                        <a:pt x="39053" y="16753"/>
                        <a:pt x="38862" y="16372"/>
                        <a:pt x="38862" y="15801"/>
                      </a:cubicBezTo>
                      <a:cubicBezTo>
                        <a:pt x="38862" y="15610"/>
                        <a:pt x="38862" y="15325"/>
                        <a:pt x="38957" y="14848"/>
                      </a:cubicBezTo>
                      <a:cubicBezTo>
                        <a:pt x="38957" y="14467"/>
                        <a:pt x="39053" y="14182"/>
                        <a:pt x="39053" y="13991"/>
                      </a:cubicBezTo>
                      <a:cubicBezTo>
                        <a:pt x="39624" y="13801"/>
                        <a:pt x="40005" y="13229"/>
                        <a:pt x="40291" y="12277"/>
                      </a:cubicBezTo>
                      <a:cubicBezTo>
                        <a:pt x="40481" y="11229"/>
                        <a:pt x="40958" y="10753"/>
                        <a:pt x="41624" y="10657"/>
                      </a:cubicBezTo>
                      <a:cubicBezTo>
                        <a:pt x="41338" y="10657"/>
                        <a:pt x="41053" y="10467"/>
                        <a:pt x="40576" y="10467"/>
                      </a:cubicBezTo>
                      <a:cubicBezTo>
                        <a:pt x="40291" y="10467"/>
                        <a:pt x="40005" y="10276"/>
                        <a:pt x="39624" y="9991"/>
                      </a:cubicBezTo>
                      <a:cubicBezTo>
                        <a:pt x="39433" y="8657"/>
                        <a:pt x="39814" y="7419"/>
                        <a:pt x="40767" y="6371"/>
                      </a:cubicBezTo>
                      <a:cubicBezTo>
                        <a:pt x="40672" y="5704"/>
                        <a:pt x="40767" y="5228"/>
                        <a:pt x="41338" y="4847"/>
                      </a:cubicBezTo>
                      <a:cubicBezTo>
                        <a:pt x="40958" y="4847"/>
                        <a:pt x="40767" y="4561"/>
                        <a:pt x="40672" y="4085"/>
                      </a:cubicBezTo>
                      <a:cubicBezTo>
                        <a:pt x="40672" y="3704"/>
                        <a:pt x="40672" y="3418"/>
                        <a:pt x="40862" y="3037"/>
                      </a:cubicBezTo>
                      <a:cubicBezTo>
                        <a:pt x="41529" y="1894"/>
                        <a:pt x="42958" y="1323"/>
                        <a:pt x="44958" y="1323"/>
                      </a:cubicBezTo>
                      <a:lnTo>
                        <a:pt x="46672" y="1323"/>
                      </a:lnTo>
                      <a:cubicBezTo>
                        <a:pt x="47530" y="1323"/>
                        <a:pt x="48292" y="1323"/>
                        <a:pt x="48863" y="1037"/>
                      </a:cubicBezTo>
                      <a:cubicBezTo>
                        <a:pt x="49530" y="1609"/>
                        <a:pt x="49911" y="2466"/>
                        <a:pt x="50197" y="3704"/>
                      </a:cubicBezTo>
                      <a:cubicBezTo>
                        <a:pt x="49530" y="3990"/>
                        <a:pt x="49244" y="4752"/>
                        <a:pt x="49244" y="5800"/>
                      </a:cubicBezTo>
                      <a:cubicBezTo>
                        <a:pt x="49244" y="8086"/>
                        <a:pt x="49244" y="9038"/>
                        <a:pt x="49244" y="8847"/>
                      </a:cubicBezTo>
                      <a:close/>
                      <a:moveTo>
                        <a:pt x="9049" y="29612"/>
                      </a:moveTo>
                      <a:lnTo>
                        <a:pt x="8287" y="28850"/>
                      </a:lnTo>
                      <a:cubicBezTo>
                        <a:pt x="8287" y="28850"/>
                        <a:pt x="8858" y="29041"/>
                        <a:pt x="9334" y="29517"/>
                      </a:cubicBezTo>
                      <a:lnTo>
                        <a:pt x="9049" y="29707"/>
                      </a:lnTo>
                      <a:close/>
                      <a:moveTo>
                        <a:pt x="8572" y="31231"/>
                      </a:moveTo>
                      <a:cubicBezTo>
                        <a:pt x="8572" y="31231"/>
                        <a:pt x="9239" y="31708"/>
                        <a:pt x="9430" y="31612"/>
                      </a:cubicBezTo>
                      <a:lnTo>
                        <a:pt x="8192" y="31803"/>
                      </a:lnTo>
                      <a:lnTo>
                        <a:pt x="8572" y="31231"/>
                      </a:lnTo>
                      <a:close/>
                      <a:moveTo>
                        <a:pt x="11430" y="35899"/>
                      </a:moveTo>
                      <a:cubicBezTo>
                        <a:pt x="10763" y="35613"/>
                        <a:pt x="10287" y="35708"/>
                        <a:pt x="9906" y="36375"/>
                      </a:cubicBezTo>
                      <a:cubicBezTo>
                        <a:pt x="9906" y="36470"/>
                        <a:pt x="9716" y="36565"/>
                        <a:pt x="9525" y="36565"/>
                      </a:cubicBezTo>
                      <a:lnTo>
                        <a:pt x="8858" y="36565"/>
                      </a:lnTo>
                      <a:cubicBezTo>
                        <a:pt x="8858" y="36565"/>
                        <a:pt x="8572" y="36184"/>
                        <a:pt x="8477" y="36089"/>
                      </a:cubicBezTo>
                      <a:cubicBezTo>
                        <a:pt x="8382" y="35899"/>
                        <a:pt x="8287" y="35708"/>
                        <a:pt x="8477" y="35518"/>
                      </a:cubicBezTo>
                      <a:cubicBezTo>
                        <a:pt x="8858" y="35994"/>
                        <a:pt x="9239" y="36184"/>
                        <a:pt x="9525" y="36184"/>
                      </a:cubicBezTo>
                      <a:cubicBezTo>
                        <a:pt x="9716" y="36184"/>
                        <a:pt x="9906" y="36184"/>
                        <a:pt x="10001" y="35994"/>
                      </a:cubicBezTo>
                      <a:lnTo>
                        <a:pt x="10478" y="34946"/>
                      </a:lnTo>
                      <a:lnTo>
                        <a:pt x="11525" y="35994"/>
                      </a:lnTo>
                      <a:close/>
                      <a:moveTo>
                        <a:pt x="8572" y="23040"/>
                      </a:moveTo>
                      <a:lnTo>
                        <a:pt x="8572" y="22373"/>
                      </a:lnTo>
                      <a:lnTo>
                        <a:pt x="9906" y="23040"/>
                      </a:lnTo>
                      <a:lnTo>
                        <a:pt x="8572" y="23040"/>
                      </a:lnTo>
                      <a:close/>
                      <a:moveTo>
                        <a:pt x="9049" y="46662"/>
                      </a:moveTo>
                      <a:lnTo>
                        <a:pt x="8572" y="46090"/>
                      </a:lnTo>
                      <a:lnTo>
                        <a:pt x="9049" y="46376"/>
                      </a:lnTo>
                      <a:lnTo>
                        <a:pt x="9049" y="46662"/>
                      </a:lnTo>
                      <a:close/>
                      <a:moveTo>
                        <a:pt x="8858" y="37422"/>
                      </a:moveTo>
                      <a:lnTo>
                        <a:pt x="9239" y="37613"/>
                      </a:lnTo>
                      <a:lnTo>
                        <a:pt x="8954" y="38089"/>
                      </a:lnTo>
                      <a:lnTo>
                        <a:pt x="8763" y="38089"/>
                      </a:lnTo>
                      <a:lnTo>
                        <a:pt x="8763" y="37518"/>
                      </a:lnTo>
                      <a:close/>
                      <a:moveTo>
                        <a:pt x="8858" y="43900"/>
                      </a:moveTo>
                      <a:lnTo>
                        <a:pt x="9620" y="43900"/>
                      </a:lnTo>
                      <a:lnTo>
                        <a:pt x="9239" y="44185"/>
                      </a:lnTo>
                      <a:lnTo>
                        <a:pt x="8858" y="43900"/>
                      </a:lnTo>
                      <a:close/>
                      <a:moveTo>
                        <a:pt x="9049" y="42376"/>
                      </a:moveTo>
                      <a:cubicBezTo>
                        <a:pt x="9049" y="41613"/>
                        <a:pt x="9144" y="41233"/>
                        <a:pt x="9620" y="41233"/>
                      </a:cubicBezTo>
                      <a:cubicBezTo>
                        <a:pt x="9620" y="41233"/>
                        <a:pt x="9811" y="41233"/>
                        <a:pt x="9906" y="41328"/>
                      </a:cubicBezTo>
                      <a:cubicBezTo>
                        <a:pt x="9906" y="41613"/>
                        <a:pt x="9811" y="41899"/>
                        <a:pt x="9620" y="41899"/>
                      </a:cubicBezTo>
                      <a:cubicBezTo>
                        <a:pt x="9334" y="41899"/>
                        <a:pt x="9144" y="42090"/>
                        <a:pt x="9049" y="42376"/>
                      </a:cubicBezTo>
                      <a:close/>
                      <a:moveTo>
                        <a:pt x="10573" y="31231"/>
                      </a:moveTo>
                      <a:lnTo>
                        <a:pt x="10382" y="31231"/>
                      </a:lnTo>
                      <a:lnTo>
                        <a:pt x="9525" y="30279"/>
                      </a:lnTo>
                      <a:lnTo>
                        <a:pt x="10001" y="30279"/>
                      </a:lnTo>
                      <a:cubicBezTo>
                        <a:pt x="10001" y="30279"/>
                        <a:pt x="9906" y="30469"/>
                        <a:pt x="9906" y="30564"/>
                      </a:cubicBezTo>
                      <a:cubicBezTo>
                        <a:pt x="9906" y="30755"/>
                        <a:pt x="10001" y="30850"/>
                        <a:pt x="10287" y="30946"/>
                      </a:cubicBezTo>
                      <a:cubicBezTo>
                        <a:pt x="10478" y="31041"/>
                        <a:pt x="10668" y="31136"/>
                        <a:pt x="10668" y="31231"/>
                      </a:cubicBezTo>
                      <a:close/>
                      <a:moveTo>
                        <a:pt x="9525" y="33994"/>
                      </a:moveTo>
                      <a:cubicBezTo>
                        <a:pt x="9525" y="33994"/>
                        <a:pt x="10096" y="33994"/>
                        <a:pt x="10382" y="34184"/>
                      </a:cubicBezTo>
                      <a:lnTo>
                        <a:pt x="9525" y="34565"/>
                      </a:lnTo>
                      <a:lnTo>
                        <a:pt x="9525" y="33994"/>
                      </a:lnTo>
                      <a:close/>
                      <a:moveTo>
                        <a:pt x="9525" y="48376"/>
                      </a:moveTo>
                      <a:lnTo>
                        <a:pt x="9716" y="47995"/>
                      </a:lnTo>
                      <a:lnTo>
                        <a:pt x="10096" y="48376"/>
                      </a:lnTo>
                      <a:lnTo>
                        <a:pt x="9525" y="48376"/>
                      </a:lnTo>
                      <a:close/>
                      <a:moveTo>
                        <a:pt x="9716" y="32851"/>
                      </a:moveTo>
                      <a:lnTo>
                        <a:pt x="10382" y="32660"/>
                      </a:lnTo>
                      <a:lnTo>
                        <a:pt x="9906" y="33422"/>
                      </a:lnTo>
                      <a:lnTo>
                        <a:pt x="9620" y="32851"/>
                      </a:lnTo>
                      <a:close/>
                      <a:moveTo>
                        <a:pt x="10001" y="25897"/>
                      </a:moveTo>
                      <a:lnTo>
                        <a:pt x="10001" y="24850"/>
                      </a:lnTo>
                      <a:lnTo>
                        <a:pt x="10478" y="24850"/>
                      </a:lnTo>
                      <a:cubicBezTo>
                        <a:pt x="10478" y="25421"/>
                        <a:pt x="10287" y="25802"/>
                        <a:pt x="10001" y="25897"/>
                      </a:cubicBezTo>
                      <a:close/>
                      <a:moveTo>
                        <a:pt x="11049" y="38185"/>
                      </a:moveTo>
                      <a:cubicBezTo>
                        <a:pt x="11049" y="38185"/>
                        <a:pt x="10954" y="38756"/>
                        <a:pt x="10573" y="39042"/>
                      </a:cubicBezTo>
                      <a:lnTo>
                        <a:pt x="10573" y="37994"/>
                      </a:lnTo>
                      <a:cubicBezTo>
                        <a:pt x="10573" y="37994"/>
                        <a:pt x="10954" y="38280"/>
                        <a:pt x="11049" y="38185"/>
                      </a:cubicBezTo>
                      <a:close/>
                      <a:moveTo>
                        <a:pt x="10763" y="43804"/>
                      </a:moveTo>
                      <a:cubicBezTo>
                        <a:pt x="10763" y="43804"/>
                        <a:pt x="11335" y="43900"/>
                        <a:pt x="11430" y="44090"/>
                      </a:cubicBezTo>
                      <a:lnTo>
                        <a:pt x="11716" y="44852"/>
                      </a:lnTo>
                      <a:lnTo>
                        <a:pt x="11239" y="45043"/>
                      </a:lnTo>
                      <a:cubicBezTo>
                        <a:pt x="11239" y="45043"/>
                        <a:pt x="11335" y="44852"/>
                        <a:pt x="11335" y="44662"/>
                      </a:cubicBezTo>
                      <a:cubicBezTo>
                        <a:pt x="11335" y="44566"/>
                        <a:pt x="11239" y="44376"/>
                        <a:pt x="11049" y="44280"/>
                      </a:cubicBezTo>
                      <a:cubicBezTo>
                        <a:pt x="10763" y="44090"/>
                        <a:pt x="10668" y="43995"/>
                        <a:pt x="10668" y="43995"/>
                      </a:cubicBezTo>
                      <a:cubicBezTo>
                        <a:pt x="10668" y="43900"/>
                        <a:pt x="10668" y="43900"/>
                        <a:pt x="10668" y="43804"/>
                      </a:cubicBezTo>
                      <a:close/>
                      <a:moveTo>
                        <a:pt x="10763" y="40947"/>
                      </a:moveTo>
                      <a:cubicBezTo>
                        <a:pt x="10763" y="40947"/>
                        <a:pt x="11144" y="40661"/>
                        <a:pt x="11430" y="40852"/>
                      </a:cubicBezTo>
                      <a:cubicBezTo>
                        <a:pt x="11144" y="40947"/>
                        <a:pt x="10954" y="41042"/>
                        <a:pt x="10763" y="40947"/>
                      </a:cubicBezTo>
                      <a:close/>
                      <a:moveTo>
                        <a:pt x="11430" y="33898"/>
                      </a:moveTo>
                      <a:lnTo>
                        <a:pt x="11430" y="33898"/>
                      </a:lnTo>
                      <a:close/>
                      <a:moveTo>
                        <a:pt x="11811" y="34470"/>
                      </a:moveTo>
                      <a:lnTo>
                        <a:pt x="11621" y="34755"/>
                      </a:lnTo>
                      <a:lnTo>
                        <a:pt x="11430" y="34184"/>
                      </a:lnTo>
                      <a:cubicBezTo>
                        <a:pt x="11430" y="34184"/>
                        <a:pt x="11621" y="34375"/>
                        <a:pt x="11811" y="34470"/>
                      </a:cubicBezTo>
                      <a:close/>
                      <a:moveTo>
                        <a:pt x="13145" y="44852"/>
                      </a:moveTo>
                      <a:cubicBezTo>
                        <a:pt x="13145" y="44852"/>
                        <a:pt x="12668" y="44852"/>
                        <a:pt x="12573" y="44662"/>
                      </a:cubicBezTo>
                      <a:cubicBezTo>
                        <a:pt x="12478" y="44471"/>
                        <a:pt x="12383" y="44185"/>
                        <a:pt x="12287" y="43995"/>
                      </a:cubicBezTo>
                      <a:lnTo>
                        <a:pt x="13145" y="44852"/>
                      </a:lnTo>
                      <a:close/>
                      <a:moveTo>
                        <a:pt x="12859" y="28660"/>
                      </a:moveTo>
                      <a:cubicBezTo>
                        <a:pt x="13525" y="29136"/>
                        <a:pt x="14097" y="29326"/>
                        <a:pt x="14478" y="29326"/>
                      </a:cubicBezTo>
                      <a:cubicBezTo>
                        <a:pt x="14859" y="29326"/>
                        <a:pt x="15050" y="29136"/>
                        <a:pt x="15050" y="28660"/>
                      </a:cubicBezTo>
                      <a:lnTo>
                        <a:pt x="13811" y="28660"/>
                      </a:lnTo>
                      <a:cubicBezTo>
                        <a:pt x="13811" y="28660"/>
                        <a:pt x="13145" y="28374"/>
                        <a:pt x="12859" y="27993"/>
                      </a:cubicBezTo>
                      <a:lnTo>
                        <a:pt x="12859" y="28660"/>
                      </a:lnTo>
                      <a:close/>
                      <a:moveTo>
                        <a:pt x="13335" y="39804"/>
                      </a:moveTo>
                      <a:lnTo>
                        <a:pt x="13145" y="39613"/>
                      </a:lnTo>
                      <a:cubicBezTo>
                        <a:pt x="13145" y="39613"/>
                        <a:pt x="13145" y="39613"/>
                        <a:pt x="13335" y="39709"/>
                      </a:cubicBezTo>
                      <a:lnTo>
                        <a:pt x="13335" y="39709"/>
                      </a:lnTo>
                      <a:close/>
                      <a:moveTo>
                        <a:pt x="13621" y="36280"/>
                      </a:moveTo>
                      <a:lnTo>
                        <a:pt x="14383" y="36280"/>
                      </a:lnTo>
                      <a:lnTo>
                        <a:pt x="13811" y="35994"/>
                      </a:lnTo>
                      <a:lnTo>
                        <a:pt x="13621" y="36280"/>
                      </a:lnTo>
                      <a:close/>
                      <a:moveTo>
                        <a:pt x="13907" y="49234"/>
                      </a:moveTo>
                      <a:lnTo>
                        <a:pt x="13907" y="48662"/>
                      </a:lnTo>
                      <a:lnTo>
                        <a:pt x="14383" y="48662"/>
                      </a:lnTo>
                      <a:lnTo>
                        <a:pt x="14383" y="49234"/>
                      </a:lnTo>
                      <a:lnTo>
                        <a:pt x="13907" y="49234"/>
                      </a:lnTo>
                      <a:close/>
                      <a:moveTo>
                        <a:pt x="14954" y="26278"/>
                      </a:moveTo>
                      <a:lnTo>
                        <a:pt x="14573" y="26278"/>
                      </a:lnTo>
                      <a:lnTo>
                        <a:pt x="15240" y="26659"/>
                      </a:lnTo>
                      <a:lnTo>
                        <a:pt x="14954" y="26278"/>
                      </a:lnTo>
                      <a:close/>
                      <a:moveTo>
                        <a:pt x="14764" y="32565"/>
                      </a:moveTo>
                      <a:cubicBezTo>
                        <a:pt x="14764" y="32565"/>
                        <a:pt x="14954" y="32279"/>
                        <a:pt x="15050" y="32279"/>
                      </a:cubicBezTo>
                      <a:cubicBezTo>
                        <a:pt x="15240" y="32279"/>
                        <a:pt x="15335" y="32279"/>
                        <a:pt x="15430" y="32470"/>
                      </a:cubicBezTo>
                      <a:cubicBezTo>
                        <a:pt x="15526" y="32565"/>
                        <a:pt x="15621" y="32660"/>
                        <a:pt x="15716" y="32660"/>
                      </a:cubicBezTo>
                      <a:cubicBezTo>
                        <a:pt x="15812" y="32660"/>
                        <a:pt x="15907" y="32660"/>
                        <a:pt x="16002" y="32470"/>
                      </a:cubicBezTo>
                      <a:cubicBezTo>
                        <a:pt x="15907" y="32279"/>
                        <a:pt x="15812" y="32088"/>
                        <a:pt x="15526" y="31993"/>
                      </a:cubicBezTo>
                      <a:cubicBezTo>
                        <a:pt x="15240" y="31993"/>
                        <a:pt x="15050" y="31898"/>
                        <a:pt x="14859" y="31803"/>
                      </a:cubicBezTo>
                      <a:lnTo>
                        <a:pt x="14668" y="32374"/>
                      </a:lnTo>
                      <a:close/>
                      <a:moveTo>
                        <a:pt x="16097" y="37422"/>
                      </a:moveTo>
                      <a:lnTo>
                        <a:pt x="16288" y="37232"/>
                      </a:lnTo>
                      <a:lnTo>
                        <a:pt x="16097" y="37422"/>
                      </a:lnTo>
                      <a:cubicBezTo>
                        <a:pt x="16097" y="37422"/>
                        <a:pt x="15335" y="37708"/>
                        <a:pt x="15240" y="37422"/>
                      </a:cubicBezTo>
                      <a:cubicBezTo>
                        <a:pt x="15430" y="37708"/>
                        <a:pt x="15716" y="37708"/>
                        <a:pt x="16097" y="37422"/>
                      </a:cubicBezTo>
                      <a:close/>
                      <a:moveTo>
                        <a:pt x="15335" y="42185"/>
                      </a:moveTo>
                      <a:cubicBezTo>
                        <a:pt x="15335" y="42185"/>
                        <a:pt x="15430" y="41899"/>
                        <a:pt x="15621" y="41518"/>
                      </a:cubicBezTo>
                      <a:cubicBezTo>
                        <a:pt x="15716" y="41233"/>
                        <a:pt x="15907" y="41233"/>
                        <a:pt x="16288" y="41233"/>
                      </a:cubicBezTo>
                      <a:cubicBezTo>
                        <a:pt x="16192" y="41233"/>
                        <a:pt x="16002" y="41137"/>
                        <a:pt x="15907" y="41137"/>
                      </a:cubicBezTo>
                      <a:cubicBezTo>
                        <a:pt x="15716" y="41137"/>
                        <a:pt x="15526" y="41518"/>
                        <a:pt x="15335" y="42185"/>
                      </a:cubicBezTo>
                      <a:close/>
                      <a:moveTo>
                        <a:pt x="16383" y="47995"/>
                      </a:moveTo>
                      <a:cubicBezTo>
                        <a:pt x="16383" y="47995"/>
                        <a:pt x="16669" y="48281"/>
                        <a:pt x="16669" y="48376"/>
                      </a:cubicBezTo>
                      <a:cubicBezTo>
                        <a:pt x="16574" y="48567"/>
                        <a:pt x="16288" y="48567"/>
                        <a:pt x="15907" y="48567"/>
                      </a:cubicBezTo>
                      <a:lnTo>
                        <a:pt x="16383" y="47995"/>
                      </a:lnTo>
                      <a:close/>
                      <a:moveTo>
                        <a:pt x="16669" y="40661"/>
                      </a:moveTo>
                      <a:cubicBezTo>
                        <a:pt x="16669" y="40661"/>
                        <a:pt x="17431" y="40661"/>
                        <a:pt x="17717" y="41137"/>
                      </a:cubicBezTo>
                      <a:lnTo>
                        <a:pt x="18002" y="40566"/>
                      </a:lnTo>
                      <a:cubicBezTo>
                        <a:pt x="17240" y="40566"/>
                        <a:pt x="16764" y="40566"/>
                        <a:pt x="16669" y="40661"/>
                      </a:cubicBezTo>
                      <a:close/>
                      <a:moveTo>
                        <a:pt x="16954" y="42661"/>
                      </a:moveTo>
                      <a:lnTo>
                        <a:pt x="17335" y="42185"/>
                      </a:lnTo>
                      <a:lnTo>
                        <a:pt x="16954" y="42185"/>
                      </a:lnTo>
                      <a:lnTo>
                        <a:pt x="16954" y="42661"/>
                      </a:lnTo>
                      <a:close/>
                      <a:moveTo>
                        <a:pt x="18002" y="33994"/>
                      </a:moveTo>
                      <a:cubicBezTo>
                        <a:pt x="18002" y="33994"/>
                        <a:pt x="17812" y="33994"/>
                        <a:pt x="17621" y="33994"/>
                      </a:cubicBezTo>
                      <a:cubicBezTo>
                        <a:pt x="17431" y="34089"/>
                        <a:pt x="17335" y="34279"/>
                        <a:pt x="17335" y="34375"/>
                      </a:cubicBezTo>
                      <a:lnTo>
                        <a:pt x="17812" y="34375"/>
                      </a:lnTo>
                      <a:cubicBezTo>
                        <a:pt x="17812" y="34375"/>
                        <a:pt x="18002" y="34184"/>
                        <a:pt x="17907" y="33994"/>
                      </a:cubicBezTo>
                      <a:close/>
                      <a:moveTo>
                        <a:pt x="17907" y="31898"/>
                      </a:moveTo>
                      <a:lnTo>
                        <a:pt x="17717" y="32946"/>
                      </a:lnTo>
                      <a:lnTo>
                        <a:pt x="18002" y="31898"/>
                      </a:lnTo>
                      <a:lnTo>
                        <a:pt x="17907" y="31898"/>
                      </a:lnTo>
                      <a:close/>
                      <a:moveTo>
                        <a:pt x="18479" y="42757"/>
                      </a:moveTo>
                      <a:lnTo>
                        <a:pt x="18479" y="42566"/>
                      </a:lnTo>
                      <a:lnTo>
                        <a:pt x="18002" y="42090"/>
                      </a:lnTo>
                      <a:lnTo>
                        <a:pt x="18479" y="42661"/>
                      </a:lnTo>
                      <a:close/>
                      <a:moveTo>
                        <a:pt x="19621" y="33517"/>
                      </a:moveTo>
                      <a:cubicBezTo>
                        <a:pt x="19050" y="33994"/>
                        <a:pt x="18764" y="34279"/>
                        <a:pt x="18764" y="34375"/>
                      </a:cubicBezTo>
                      <a:lnTo>
                        <a:pt x="19812" y="34375"/>
                      </a:lnTo>
                      <a:lnTo>
                        <a:pt x="19050" y="33994"/>
                      </a:lnTo>
                      <a:lnTo>
                        <a:pt x="19526" y="33517"/>
                      </a:lnTo>
                      <a:close/>
                      <a:moveTo>
                        <a:pt x="18955" y="39042"/>
                      </a:moveTo>
                      <a:lnTo>
                        <a:pt x="19145" y="38851"/>
                      </a:lnTo>
                      <a:lnTo>
                        <a:pt x="19431" y="37994"/>
                      </a:lnTo>
                      <a:lnTo>
                        <a:pt x="18955" y="39042"/>
                      </a:lnTo>
                      <a:close/>
                      <a:moveTo>
                        <a:pt x="19145" y="43709"/>
                      </a:moveTo>
                      <a:cubicBezTo>
                        <a:pt x="19145" y="43709"/>
                        <a:pt x="19717" y="43709"/>
                        <a:pt x="20098" y="43423"/>
                      </a:cubicBezTo>
                      <a:cubicBezTo>
                        <a:pt x="19812" y="43423"/>
                        <a:pt x="19526" y="43423"/>
                        <a:pt x="19145" y="43709"/>
                      </a:cubicBezTo>
                      <a:close/>
                      <a:moveTo>
                        <a:pt x="20288" y="19706"/>
                      </a:moveTo>
                      <a:cubicBezTo>
                        <a:pt x="20288" y="19706"/>
                        <a:pt x="19621" y="19801"/>
                        <a:pt x="19621" y="20278"/>
                      </a:cubicBezTo>
                      <a:cubicBezTo>
                        <a:pt x="19621" y="20849"/>
                        <a:pt x="19717" y="21039"/>
                        <a:pt x="20098" y="21039"/>
                      </a:cubicBezTo>
                      <a:cubicBezTo>
                        <a:pt x="20193" y="20849"/>
                        <a:pt x="20288" y="20468"/>
                        <a:pt x="20288" y="19706"/>
                      </a:cubicBezTo>
                      <a:close/>
                      <a:moveTo>
                        <a:pt x="21336" y="31136"/>
                      </a:moveTo>
                      <a:cubicBezTo>
                        <a:pt x="21336" y="31136"/>
                        <a:pt x="20860" y="31041"/>
                        <a:pt x="20288" y="31422"/>
                      </a:cubicBezTo>
                      <a:cubicBezTo>
                        <a:pt x="20574" y="31422"/>
                        <a:pt x="20955" y="31422"/>
                        <a:pt x="21336" y="31136"/>
                      </a:cubicBezTo>
                      <a:close/>
                      <a:moveTo>
                        <a:pt x="21336" y="35899"/>
                      </a:moveTo>
                      <a:cubicBezTo>
                        <a:pt x="21336" y="35899"/>
                        <a:pt x="22098" y="35232"/>
                        <a:pt x="22288" y="35232"/>
                      </a:cubicBezTo>
                      <a:cubicBezTo>
                        <a:pt x="22384" y="35232"/>
                        <a:pt x="22574" y="35232"/>
                        <a:pt x="22670" y="35422"/>
                      </a:cubicBezTo>
                      <a:lnTo>
                        <a:pt x="22670" y="35137"/>
                      </a:lnTo>
                      <a:cubicBezTo>
                        <a:pt x="22670" y="35137"/>
                        <a:pt x="22193" y="34851"/>
                        <a:pt x="21717" y="34470"/>
                      </a:cubicBezTo>
                      <a:cubicBezTo>
                        <a:pt x="21336" y="34279"/>
                        <a:pt x="21050" y="34089"/>
                        <a:pt x="20669" y="34089"/>
                      </a:cubicBezTo>
                      <a:cubicBezTo>
                        <a:pt x="20574" y="34089"/>
                        <a:pt x="20383" y="34089"/>
                        <a:pt x="20193" y="34089"/>
                      </a:cubicBezTo>
                      <a:cubicBezTo>
                        <a:pt x="20669" y="34089"/>
                        <a:pt x="21241" y="34375"/>
                        <a:pt x="22003" y="35041"/>
                      </a:cubicBezTo>
                      <a:cubicBezTo>
                        <a:pt x="21908" y="35041"/>
                        <a:pt x="21717" y="35232"/>
                        <a:pt x="21526" y="35137"/>
                      </a:cubicBezTo>
                      <a:lnTo>
                        <a:pt x="20955" y="35137"/>
                      </a:lnTo>
                      <a:lnTo>
                        <a:pt x="21336" y="35803"/>
                      </a:lnTo>
                      <a:close/>
                      <a:moveTo>
                        <a:pt x="21336" y="47043"/>
                      </a:moveTo>
                      <a:cubicBezTo>
                        <a:pt x="21336" y="47043"/>
                        <a:pt x="21241" y="46852"/>
                        <a:pt x="21241" y="46662"/>
                      </a:cubicBezTo>
                      <a:lnTo>
                        <a:pt x="21241" y="46852"/>
                      </a:lnTo>
                      <a:cubicBezTo>
                        <a:pt x="21241" y="46852"/>
                        <a:pt x="21336" y="46947"/>
                        <a:pt x="21336" y="47043"/>
                      </a:cubicBezTo>
                      <a:close/>
                      <a:moveTo>
                        <a:pt x="23146" y="45138"/>
                      </a:moveTo>
                      <a:lnTo>
                        <a:pt x="23146" y="44757"/>
                      </a:lnTo>
                      <a:cubicBezTo>
                        <a:pt x="23146" y="44757"/>
                        <a:pt x="22860" y="44757"/>
                        <a:pt x="22765" y="44757"/>
                      </a:cubicBezTo>
                      <a:lnTo>
                        <a:pt x="22765" y="44566"/>
                      </a:lnTo>
                      <a:cubicBezTo>
                        <a:pt x="22765" y="44566"/>
                        <a:pt x="22765" y="44757"/>
                        <a:pt x="22765" y="44757"/>
                      </a:cubicBezTo>
                      <a:lnTo>
                        <a:pt x="23146" y="45233"/>
                      </a:lnTo>
                      <a:close/>
                      <a:moveTo>
                        <a:pt x="23241" y="39613"/>
                      </a:moveTo>
                      <a:cubicBezTo>
                        <a:pt x="23241" y="39613"/>
                        <a:pt x="23717" y="39042"/>
                        <a:pt x="23717" y="38946"/>
                      </a:cubicBezTo>
                      <a:cubicBezTo>
                        <a:pt x="23717" y="39042"/>
                        <a:pt x="23527" y="39042"/>
                        <a:pt x="23336" y="39042"/>
                      </a:cubicBezTo>
                      <a:cubicBezTo>
                        <a:pt x="23146" y="39042"/>
                        <a:pt x="23050" y="39137"/>
                        <a:pt x="23050" y="39328"/>
                      </a:cubicBezTo>
                      <a:cubicBezTo>
                        <a:pt x="23050" y="39328"/>
                        <a:pt x="23050" y="39518"/>
                        <a:pt x="23050" y="39613"/>
                      </a:cubicBezTo>
                      <a:lnTo>
                        <a:pt x="23146" y="39613"/>
                      </a:lnTo>
                      <a:close/>
                      <a:moveTo>
                        <a:pt x="24479" y="10943"/>
                      </a:moveTo>
                      <a:cubicBezTo>
                        <a:pt x="24479" y="10943"/>
                        <a:pt x="24289" y="11134"/>
                        <a:pt x="24098" y="11134"/>
                      </a:cubicBezTo>
                      <a:cubicBezTo>
                        <a:pt x="24098" y="11134"/>
                        <a:pt x="23908" y="11134"/>
                        <a:pt x="23813" y="10943"/>
                      </a:cubicBezTo>
                      <a:cubicBezTo>
                        <a:pt x="23622" y="10943"/>
                        <a:pt x="23432" y="10943"/>
                        <a:pt x="23432" y="11134"/>
                      </a:cubicBezTo>
                      <a:lnTo>
                        <a:pt x="24098" y="11134"/>
                      </a:lnTo>
                      <a:cubicBezTo>
                        <a:pt x="24098" y="11134"/>
                        <a:pt x="24289" y="11134"/>
                        <a:pt x="24479" y="10943"/>
                      </a:cubicBezTo>
                      <a:close/>
                      <a:moveTo>
                        <a:pt x="24479" y="85"/>
                      </a:moveTo>
                      <a:cubicBezTo>
                        <a:pt x="24479" y="85"/>
                        <a:pt x="25146" y="-106"/>
                        <a:pt x="25813" y="85"/>
                      </a:cubicBezTo>
                      <a:lnTo>
                        <a:pt x="24479" y="85"/>
                      </a:lnTo>
                      <a:close/>
                      <a:moveTo>
                        <a:pt x="25813" y="10276"/>
                      </a:moveTo>
                      <a:cubicBezTo>
                        <a:pt x="25813" y="10276"/>
                        <a:pt x="26003" y="9991"/>
                        <a:pt x="26003" y="9610"/>
                      </a:cubicBezTo>
                      <a:lnTo>
                        <a:pt x="25337" y="9610"/>
                      </a:lnTo>
                      <a:lnTo>
                        <a:pt x="25813" y="10276"/>
                      </a:lnTo>
                      <a:close/>
                      <a:moveTo>
                        <a:pt x="26575" y="85"/>
                      </a:moveTo>
                      <a:cubicBezTo>
                        <a:pt x="26575" y="85"/>
                        <a:pt x="26099" y="275"/>
                        <a:pt x="25813" y="85"/>
                      </a:cubicBezTo>
                      <a:lnTo>
                        <a:pt x="26575" y="85"/>
                      </a:lnTo>
                      <a:close/>
                      <a:moveTo>
                        <a:pt x="26575" y="38661"/>
                      </a:moveTo>
                      <a:cubicBezTo>
                        <a:pt x="26575" y="38661"/>
                        <a:pt x="26670" y="38851"/>
                        <a:pt x="26670" y="39042"/>
                      </a:cubicBezTo>
                      <a:cubicBezTo>
                        <a:pt x="26670" y="39232"/>
                        <a:pt x="26765" y="39328"/>
                        <a:pt x="26860" y="39423"/>
                      </a:cubicBezTo>
                      <a:cubicBezTo>
                        <a:pt x="26670" y="39423"/>
                        <a:pt x="26479" y="39423"/>
                        <a:pt x="26194" y="38946"/>
                      </a:cubicBezTo>
                      <a:lnTo>
                        <a:pt x="26479" y="38661"/>
                      </a:lnTo>
                      <a:close/>
                      <a:moveTo>
                        <a:pt x="28099" y="20563"/>
                      </a:moveTo>
                      <a:lnTo>
                        <a:pt x="28384" y="20373"/>
                      </a:lnTo>
                      <a:cubicBezTo>
                        <a:pt x="28384" y="20373"/>
                        <a:pt x="28194" y="20563"/>
                        <a:pt x="28099" y="20563"/>
                      </a:cubicBezTo>
                      <a:cubicBezTo>
                        <a:pt x="27718" y="20278"/>
                        <a:pt x="27527" y="20087"/>
                        <a:pt x="27242" y="20182"/>
                      </a:cubicBezTo>
                      <a:lnTo>
                        <a:pt x="26956" y="22278"/>
                      </a:lnTo>
                      <a:lnTo>
                        <a:pt x="27527" y="22278"/>
                      </a:lnTo>
                      <a:cubicBezTo>
                        <a:pt x="27337" y="21802"/>
                        <a:pt x="27527" y="21135"/>
                        <a:pt x="28004" y="20468"/>
                      </a:cubicBezTo>
                      <a:close/>
                      <a:moveTo>
                        <a:pt x="27051" y="37708"/>
                      </a:moveTo>
                      <a:lnTo>
                        <a:pt x="27527" y="36851"/>
                      </a:lnTo>
                      <a:lnTo>
                        <a:pt x="27908" y="36851"/>
                      </a:lnTo>
                      <a:lnTo>
                        <a:pt x="27051" y="37708"/>
                      </a:lnTo>
                      <a:close/>
                      <a:moveTo>
                        <a:pt x="27908" y="19135"/>
                      </a:moveTo>
                      <a:cubicBezTo>
                        <a:pt x="27908" y="19135"/>
                        <a:pt x="27622" y="19135"/>
                        <a:pt x="27432" y="19135"/>
                      </a:cubicBezTo>
                      <a:cubicBezTo>
                        <a:pt x="27242" y="19325"/>
                        <a:pt x="27146" y="19516"/>
                        <a:pt x="27146" y="19516"/>
                      </a:cubicBezTo>
                      <a:cubicBezTo>
                        <a:pt x="27146" y="19611"/>
                        <a:pt x="27146" y="19706"/>
                        <a:pt x="27242" y="19706"/>
                      </a:cubicBezTo>
                      <a:cubicBezTo>
                        <a:pt x="27337" y="19706"/>
                        <a:pt x="27432" y="19706"/>
                        <a:pt x="27622" y="19611"/>
                      </a:cubicBezTo>
                      <a:cubicBezTo>
                        <a:pt x="27813" y="19611"/>
                        <a:pt x="27908" y="19420"/>
                        <a:pt x="27813" y="19039"/>
                      </a:cubicBezTo>
                      <a:close/>
                      <a:moveTo>
                        <a:pt x="27622" y="15705"/>
                      </a:moveTo>
                      <a:lnTo>
                        <a:pt x="27432" y="16468"/>
                      </a:lnTo>
                      <a:lnTo>
                        <a:pt x="28004" y="16468"/>
                      </a:lnTo>
                      <a:lnTo>
                        <a:pt x="28004" y="15896"/>
                      </a:lnTo>
                      <a:cubicBezTo>
                        <a:pt x="28004" y="15896"/>
                        <a:pt x="27813" y="15896"/>
                        <a:pt x="27527" y="15705"/>
                      </a:cubicBezTo>
                      <a:close/>
                      <a:moveTo>
                        <a:pt x="30861" y="21325"/>
                      </a:moveTo>
                      <a:lnTo>
                        <a:pt x="30004" y="20849"/>
                      </a:lnTo>
                      <a:lnTo>
                        <a:pt x="30004" y="20563"/>
                      </a:lnTo>
                      <a:lnTo>
                        <a:pt x="30861" y="20087"/>
                      </a:lnTo>
                      <a:lnTo>
                        <a:pt x="30004" y="19420"/>
                      </a:lnTo>
                      <a:lnTo>
                        <a:pt x="30004" y="20659"/>
                      </a:lnTo>
                      <a:lnTo>
                        <a:pt x="29813" y="20659"/>
                      </a:lnTo>
                      <a:lnTo>
                        <a:pt x="30004" y="20944"/>
                      </a:lnTo>
                      <a:lnTo>
                        <a:pt x="30004" y="22087"/>
                      </a:lnTo>
                      <a:lnTo>
                        <a:pt x="30289" y="21325"/>
                      </a:lnTo>
                      <a:lnTo>
                        <a:pt x="30861" y="21325"/>
                      </a:lnTo>
                      <a:close/>
                      <a:moveTo>
                        <a:pt x="31147" y="13705"/>
                      </a:moveTo>
                      <a:lnTo>
                        <a:pt x="31147" y="13038"/>
                      </a:lnTo>
                      <a:cubicBezTo>
                        <a:pt x="31147" y="13038"/>
                        <a:pt x="30385" y="13038"/>
                        <a:pt x="30289" y="13420"/>
                      </a:cubicBezTo>
                      <a:cubicBezTo>
                        <a:pt x="30289" y="13610"/>
                        <a:pt x="30480" y="13705"/>
                        <a:pt x="30671" y="13705"/>
                      </a:cubicBezTo>
                      <a:lnTo>
                        <a:pt x="31147" y="13705"/>
                      </a:lnTo>
                      <a:close/>
                      <a:moveTo>
                        <a:pt x="35909" y="23135"/>
                      </a:moveTo>
                      <a:lnTo>
                        <a:pt x="36004" y="23135"/>
                      </a:lnTo>
                      <a:cubicBezTo>
                        <a:pt x="36004" y="23135"/>
                        <a:pt x="36195" y="22849"/>
                        <a:pt x="36290" y="22754"/>
                      </a:cubicBezTo>
                      <a:cubicBezTo>
                        <a:pt x="36767" y="23230"/>
                        <a:pt x="37052" y="23421"/>
                        <a:pt x="37147" y="23421"/>
                      </a:cubicBezTo>
                      <a:cubicBezTo>
                        <a:pt x="36957" y="23421"/>
                        <a:pt x="36767" y="23040"/>
                        <a:pt x="36576" y="22659"/>
                      </a:cubicBezTo>
                      <a:cubicBezTo>
                        <a:pt x="36290" y="22278"/>
                        <a:pt x="36004" y="22087"/>
                        <a:pt x="35719" y="22087"/>
                      </a:cubicBezTo>
                      <a:lnTo>
                        <a:pt x="36385" y="22754"/>
                      </a:lnTo>
                      <a:lnTo>
                        <a:pt x="36100" y="23040"/>
                      </a:lnTo>
                      <a:lnTo>
                        <a:pt x="36004" y="23040"/>
                      </a:lnTo>
                      <a:lnTo>
                        <a:pt x="36004" y="23230"/>
                      </a:lnTo>
                      <a:lnTo>
                        <a:pt x="36004" y="23230"/>
                      </a:lnTo>
                      <a:lnTo>
                        <a:pt x="36004" y="24278"/>
                      </a:lnTo>
                      <a:cubicBezTo>
                        <a:pt x="36004" y="24278"/>
                        <a:pt x="35147" y="23897"/>
                        <a:pt x="34385" y="23516"/>
                      </a:cubicBezTo>
                      <a:lnTo>
                        <a:pt x="34385" y="23516"/>
                      </a:lnTo>
                      <a:lnTo>
                        <a:pt x="34195" y="23230"/>
                      </a:lnTo>
                      <a:lnTo>
                        <a:pt x="34671" y="22754"/>
                      </a:lnTo>
                      <a:cubicBezTo>
                        <a:pt x="34671" y="22754"/>
                        <a:pt x="34195" y="22754"/>
                        <a:pt x="33718" y="22563"/>
                      </a:cubicBezTo>
                      <a:cubicBezTo>
                        <a:pt x="33338" y="22468"/>
                        <a:pt x="32957" y="22373"/>
                        <a:pt x="32766" y="22373"/>
                      </a:cubicBezTo>
                      <a:cubicBezTo>
                        <a:pt x="32480" y="22373"/>
                        <a:pt x="32290" y="22468"/>
                        <a:pt x="32004" y="22659"/>
                      </a:cubicBezTo>
                      <a:cubicBezTo>
                        <a:pt x="32957" y="22659"/>
                        <a:pt x="33528" y="23135"/>
                        <a:pt x="33528" y="23707"/>
                      </a:cubicBezTo>
                      <a:cubicBezTo>
                        <a:pt x="33528" y="23802"/>
                        <a:pt x="33528" y="23992"/>
                        <a:pt x="33433" y="24088"/>
                      </a:cubicBezTo>
                      <a:lnTo>
                        <a:pt x="31433" y="24278"/>
                      </a:lnTo>
                      <a:lnTo>
                        <a:pt x="31909" y="24754"/>
                      </a:lnTo>
                      <a:lnTo>
                        <a:pt x="32385" y="24278"/>
                      </a:lnTo>
                      <a:cubicBezTo>
                        <a:pt x="32385" y="24278"/>
                        <a:pt x="32575" y="24278"/>
                        <a:pt x="32861" y="24564"/>
                      </a:cubicBezTo>
                      <a:cubicBezTo>
                        <a:pt x="32861" y="24564"/>
                        <a:pt x="32861" y="24754"/>
                        <a:pt x="32575" y="24945"/>
                      </a:cubicBezTo>
                      <a:cubicBezTo>
                        <a:pt x="32671" y="24945"/>
                        <a:pt x="33147" y="24945"/>
                        <a:pt x="33909" y="25326"/>
                      </a:cubicBezTo>
                      <a:lnTo>
                        <a:pt x="33909" y="24754"/>
                      </a:lnTo>
                      <a:cubicBezTo>
                        <a:pt x="33909" y="24754"/>
                        <a:pt x="34385" y="24754"/>
                        <a:pt x="34480" y="24945"/>
                      </a:cubicBezTo>
                      <a:cubicBezTo>
                        <a:pt x="34766" y="24945"/>
                        <a:pt x="34957" y="25135"/>
                        <a:pt x="34957" y="25230"/>
                      </a:cubicBezTo>
                      <a:lnTo>
                        <a:pt x="33623" y="23707"/>
                      </a:lnTo>
                      <a:lnTo>
                        <a:pt x="34100" y="23230"/>
                      </a:lnTo>
                      <a:cubicBezTo>
                        <a:pt x="34100" y="23230"/>
                        <a:pt x="34290" y="23230"/>
                        <a:pt x="34290" y="23230"/>
                      </a:cubicBezTo>
                      <a:cubicBezTo>
                        <a:pt x="34290" y="23230"/>
                        <a:pt x="34385" y="23421"/>
                        <a:pt x="34480" y="23421"/>
                      </a:cubicBezTo>
                      <a:lnTo>
                        <a:pt x="34290" y="23611"/>
                      </a:lnTo>
                      <a:cubicBezTo>
                        <a:pt x="34766" y="24278"/>
                        <a:pt x="35719" y="24469"/>
                        <a:pt x="37147" y="24183"/>
                      </a:cubicBezTo>
                      <a:lnTo>
                        <a:pt x="36100" y="23135"/>
                      </a:lnTo>
                      <a:close/>
                      <a:moveTo>
                        <a:pt x="33052" y="26755"/>
                      </a:moveTo>
                      <a:lnTo>
                        <a:pt x="33052" y="25802"/>
                      </a:lnTo>
                      <a:lnTo>
                        <a:pt x="32861" y="25802"/>
                      </a:lnTo>
                      <a:lnTo>
                        <a:pt x="32861" y="26755"/>
                      </a:lnTo>
                      <a:lnTo>
                        <a:pt x="33052" y="26755"/>
                      </a:lnTo>
                      <a:close/>
                      <a:moveTo>
                        <a:pt x="36576" y="26374"/>
                      </a:moveTo>
                      <a:lnTo>
                        <a:pt x="36576" y="25993"/>
                      </a:lnTo>
                      <a:cubicBezTo>
                        <a:pt x="36576" y="25993"/>
                        <a:pt x="36100" y="25993"/>
                        <a:pt x="35719" y="25897"/>
                      </a:cubicBezTo>
                      <a:cubicBezTo>
                        <a:pt x="35242" y="25897"/>
                        <a:pt x="34957" y="25802"/>
                        <a:pt x="34766" y="25802"/>
                      </a:cubicBezTo>
                      <a:cubicBezTo>
                        <a:pt x="34195" y="25802"/>
                        <a:pt x="33814" y="26088"/>
                        <a:pt x="33528" y="26469"/>
                      </a:cubicBezTo>
                      <a:lnTo>
                        <a:pt x="36576" y="26469"/>
                      </a:lnTo>
                      <a:close/>
                      <a:moveTo>
                        <a:pt x="36100" y="24850"/>
                      </a:moveTo>
                      <a:lnTo>
                        <a:pt x="36671" y="25135"/>
                      </a:lnTo>
                      <a:lnTo>
                        <a:pt x="36671" y="24850"/>
                      </a:lnTo>
                      <a:lnTo>
                        <a:pt x="36100" y="24850"/>
                      </a:lnTo>
                      <a:close/>
                      <a:moveTo>
                        <a:pt x="45529" y="16944"/>
                      </a:moveTo>
                      <a:cubicBezTo>
                        <a:pt x="46196" y="16753"/>
                        <a:pt x="46577" y="16372"/>
                        <a:pt x="46577" y="15896"/>
                      </a:cubicBezTo>
                      <a:cubicBezTo>
                        <a:pt x="46577" y="15515"/>
                        <a:pt x="46958" y="15325"/>
                        <a:pt x="47530" y="15420"/>
                      </a:cubicBezTo>
                      <a:cubicBezTo>
                        <a:pt x="47339" y="15420"/>
                        <a:pt x="47244" y="15229"/>
                        <a:pt x="47054" y="15229"/>
                      </a:cubicBezTo>
                      <a:cubicBezTo>
                        <a:pt x="46768" y="15229"/>
                        <a:pt x="46387" y="15610"/>
                        <a:pt x="46006" y="16563"/>
                      </a:cubicBezTo>
                      <a:lnTo>
                        <a:pt x="45815" y="16277"/>
                      </a:lnTo>
                      <a:lnTo>
                        <a:pt x="46006" y="15896"/>
                      </a:lnTo>
                      <a:lnTo>
                        <a:pt x="44387" y="15229"/>
                      </a:lnTo>
                      <a:cubicBezTo>
                        <a:pt x="43339" y="16372"/>
                        <a:pt x="42100" y="17230"/>
                        <a:pt x="40672" y="17801"/>
                      </a:cubicBezTo>
                      <a:cubicBezTo>
                        <a:pt x="40672" y="17801"/>
                        <a:pt x="40576" y="18087"/>
                        <a:pt x="40291" y="18468"/>
                      </a:cubicBezTo>
                      <a:cubicBezTo>
                        <a:pt x="40100" y="18754"/>
                        <a:pt x="40005" y="18944"/>
                        <a:pt x="40005" y="19135"/>
                      </a:cubicBezTo>
                      <a:cubicBezTo>
                        <a:pt x="40005" y="19135"/>
                        <a:pt x="40100" y="19135"/>
                        <a:pt x="40291" y="19135"/>
                      </a:cubicBezTo>
                      <a:cubicBezTo>
                        <a:pt x="40291" y="18849"/>
                        <a:pt x="40576" y="18658"/>
                        <a:pt x="41053" y="18658"/>
                      </a:cubicBezTo>
                      <a:lnTo>
                        <a:pt x="41338" y="18658"/>
                      </a:lnTo>
                      <a:lnTo>
                        <a:pt x="41053" y="18277"/>
                      </a:lnTo>
                      <a:lnTo>
                        <a:pt x="41338" y="17896"/>
                      </a:lnTo>
                      <a:cubicBezTo>
                        <a:pt x="41338" y="17896"/>
                        <a:pt x="42005" y="17706"/>
                        <a:pt x="42386" y="17515"/>
                      </a:cubicBezTo>
                      <a:cubicBezTo>
                        <a:pt x="42767" y="17325"/>
                        <a:pt x="43053" y="17134"/>
                        <a:pt x="43243" y="17134"/>
                      </a:cubicBezTo>
                      <a:cubicBezTo>
                        <a:pt x="43434" y="17134"/>
                        <a:pt x="43529" y="17134"/>
                        <a:pt x="43720" y="17134"/>
                      </a:cubicBezTo>
                      <a:lnTo>
                        <a:pt x="42863" y="18658"/>
                      </a:lnTo>
                      <a:cubicBezTo>
                        <a:pt x="42863" y="18658"/>
                        <a:pt x="43339" y="18849"/>
                        <a:pt x="43529" y="18849"/>
                      </a:cubicBezTo>
                      <a:cubicBezTo>
                        <a:pt x="43910" y="18849"/>
                        <a:pt x="44005" y="18658"/>
                        <a:pt x="44005" y="18468"/>
                      </a:cubicBezTo>
                      <a:cubicBezTo>
                        <a:pt x="44005" y="18372"/>
                        <a:pt x="44005" y="18182"/>
                        <a:pt x="44005" y="17896"/>
                      </a:cubicBezTo>
                      <a:cubicBezTo>
                        <a:pt x="44005" y="17611"/>
                        <a:pt x="44005" y="17515"/>
                        <a:pt x="44005" y="17325"/>
                      </a:cubicBezTo>
                      <a:cubicBezTo>
                        <a:pt x="44005" y="16944"/>
                        <a:pt x="44196" y="16563"/>
                        <a:pt x="44577" y="16277"/>
                      </a:cubicBezTo>
                      <a:lnTo>
                        <a:pt x="45053" y="16658"/>
                      </a:lnTo>
                      <a:cubicBezTo>
                        <a:pt x="45053" y="16658"/>
                        <a:pt x="45149" y="16658"/>
                        <a:pt x="45244" y="16658"/>
                      </a:cubicBezTo>
                      <a:cubicBezTo>
                        <a:pt x="45053" y="16372"/>
                        <a:pt x="45053" y="16277"/>
                        <a:pt x="45053" y="16182"/>
                      </a:cubicBezTo>
                      <a:cubicBezTo>
                        <a:pt x="45053" y="15991"/>
                        <a:pt x="45149" y="15896"/>
                        <a:pt x="45529" y="15801"/>
                      </a:cubicBezTo>
                      <a:lnTo>
                        <a:pt x="46101" y="16753"/>
                      </a:lnTo>
                      <a:lnTo>
                        <a:pt x="45625" y="17134"/>
                      </a:lnTo>
                      <a:cubicBezTo>
                        <a:pt x="45625" y="17134"/>
                        <a:pt x="45625" y="17325"/>
                        <a:pt x="45815" y="17420"/>
                      </a:cubicBezTo>
                      <a:cubicBezTo>
                        <a:pt x="46006" y="17515"/>
                        <a:pt x="46101" y="17611"/>
                        <a:pt x="46101" y="17801"/>
                      </a:cubicBezTo>
                      <a:lnTo>
                        <a:pt x="45815" y="17134"/>
                      </a:lnTo>
                      <a:close/>
                      <a:moveTo>
                        <a:pt x="43434" y="2275"/>
                      </a:moveTo>
                      <a:lnTo>
                        <a:pt x="43434" y="2942"/>
                      </a:lnTo>
                      <a:lnTo>
                        <a:pt x="43720" y="2942"/>
                      </a:lnTo>
                      <a:lnTo>
                        <a:pt x="43720" y="2275"/>
                      </a:lnTo>
                      <a:lnTo>
                        <a:pt x="43434" y="2275"/>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 name="Google Shape;1560;p99"/>
                <p:cNvSpPr/>
                <p:nvPr/>
              </p:nvSpPr>
              <p:spPr>
                <a:xfrm>
                  <a:off x="3420045" y="4831746"/>
                  <a:ext cx="35433" cy="45910"/>
                </a:xfrm>
                <a:custGeom>
                  <a:avLst/>
                  <a:gdLst/>
                  <a:ahLst/>
                  <a:cxnLst/>
                  <a:rect l="l" t="t" r="r" b="b"/>
                  <a:pathLst>
                    <a:path w="35433" h="45910" extrusionOk="0">
                      <a:moveTo>
                        <a:pt x="31242" y="36862"/>
                      </a:moveTo>
                      <a:cubicBezTo>
                        <a:pt x="32004" y="37338"/>
                        <a:pt x="32385" y="38195"/>
                        <a:pt x="32480" y="39243"/>
                      </a:cubicBezTo>
                      <a:cubicBezTo>
                        <a:pt x="32480" y="40196"/>
                        <a:pt x="32480" y="41148"/>
                        <a:pt x="32480" y="42101"/>
                      </a:cubicBezTo>
                      <a:cubicBezTo>
                        <a:pt x="32480" y="42577"/>
                        <a:pt x="32575" y="43053"/>
                        <a:pt x="32671" y="43434"/>
                      </a:cubicBezTo>
                      <a:cubicBezTo>
                        <a:pt x="31623" y="45053"/>
                        <a:pt x="29908" y="45911"/>
                        <a:pt x="27337" y="45911"/>
                      </a:cubicBezTo>
                      <a:cubicBezTo>
                        <a:pt x="26575" y="45911"/>
                        <a:pt x="25527" y="45911"/>
                        <a:pt x="24003" y="45625"/>
                      </a:cubicBezTo>
                      <a:cubicBezTo>
                        <a:pt x="22479" y="45529"/>
                        <a:pt x="21336" y="45434"/>
                        <a:pt x="20574" y="45434"/>
                      </a:cubicBezTo>
                      <a:cubicBezTo>
                        <a:pt x="19812" y="45434"/>
                        <a:pt x="19050" y="45434"/>
                        <a:pt x="18479" y="45625"/>
                      </a:cubicBezTo>
                      <a:lnTo>
                        <a:pt x="5620" y="45625"/>
                      </a:lnTo>
                      <a:lnTo>
                        <a:pt x="5620" y="45434"/>
                      </a:lnTo>
                      <a:cubicBezTo>
                        <a:pt x="5620" y="45434"/>
                        <a:pt x="4382" y="45149"/>
                        <a:pt x="3238" y="45434"/>
                      </a:cubicBezTo>
                      <a:cubicBezTo>
                        <a:pt x="2096" y="45625"/>
                        <a:pt x="1238" y="45434"/>
                        <a:pt x="667" y="45053"/>
                      </a:cubicBezTo>
                      <a:cubicBezTo>
                        <a:pt x="857" y="39624"/>
                        <a:pt x="857" y="34385"/>
                        <a:pt x="857" y="29051"/>
                      </a:cubicBezTo>
                      <a:cubicBezTo>
                        <a:pt x="857" y="23717"/>
                        <a:pt x="857" y="18479"/>
                        <a:pt x="667" y="13049"/>
                      </a:cubicBezTo>
                      <a:cubicBezTo>
                        <a:pt x="857" y="13240"/>
                        <a:pt x="1048" y="13240"/>
                        <a:pt x="1048" y="13240"/>
                      </a:cubicBezTo>
                      <a:lnTo>
                        <a:pt x="1238" y="13049"/>
                      </a:lnTo>
                      <a:cubicBezTo>
                        <a:pt x="1238" y="13049"/>
                        <a:pt x="1143" y="12668"/>
                        <a:pt x="857" y="12573"/>
                      </a:cubicBezTo>
                      <a:cubicBezTo>
                        <a:pt x="667" y="12478"/>
                        <a:pt x="571" y="12383"/>
                        <a:pt x="571" y="12383"/>
                      </a:cubicBezTo>
                      <a:cubicBezTo>
                        <a:pt x="571" y="12383"/>
                        <a:pt x="571" y="12097"/>
                        <a:pt x="762" y="11906"/>
                      </a:cubicBezTo>
                      <a:cubicBezTo>
                        <a:pt x="762" y="12287"/>
                        <a:pt x="762" y="12478"/>
                        <a:pt x="953" y="12478"/>
                      </a:cubicBezTo>
                      <a:cubicBezTo>
                        <a:pt x="1333" y="12478"/>
                        <a:pt x="1429" y="12287"/>
                        <a:pt x="1238" y="11906"/>
                      </a:cubicBezTo>
                      <a:cubicBezTo>
                        <a:pt x="1048" y="11525"/>
                        <a:pt x="1143" y="11335"/>
                        <a:pt x="1333" y="11144"/>
                      </a:cubicBezTo>
                      <a:cubicBezTo>
                        <a:pt x="1333" y="11240"/>
                        <a:pt x="1333" y="11335"/>
                        <a:pt x="1333" y="11430"/>
                      </a:cubicBezTo>
                      <a:cubicBezTo>
                        <a:pt x="1333" y="11621"/>
                        <a:pt x="1429" y="11716"/>
                        <a:pt x="1619" y="11906"/>
                      </a:cubicBezTo>
                      <a:cubicBezTo>
                        <a:pt x="1810" y="12097"/>
                        <a:pt x="2000" y="12192"/>
                        <a:pt x="2000" y="12287"/>
                      </a:cubicBezTo>
                      <a:lnTo>
                        <a:pt x="2858" y="12097"/>
                      </a:lnTo>
                      <a:lnTo>
                        <a:pt x="2000" y="11430"/>
                      </a:lnTo>
                      <a:lnTo>
                        <a:pt x="2858" y="10954"/>
                      </a:lnTo>
                      <a:cubicBezTo>
                        <a:pt x="2858" y="10954"/>
                        <a:pt x="2572" y="10668"/>
                        <a:pt x="2191" y="10287"/>
                      </a:cubicBezTo>
                      <a:cubicBezTo>
                        <a:pt x="1810" y="10096"/>
                        <a:pt x="1619" y="9906"/>
                        <a:pt x="1429" y="9906"/>
                      </a:cubicBezTo>
                      <a:cubicBezTo>
                        <a:pt x="1238" y="9906"/>
                        <a:pt x="1048" y="10096"/>
                        <a:pt x="857" y="10382"/>
                      </a:cubicBezTo>
                      <a:cubicBezTo>
                        <a:pt x="571" y="10096"/>
                        <a:pt x="476" y="10096"/>
                        <a:pt x="476" y="9906"/>
                      </a:cubicBezTo>
                      <a:cubicBezTo>
                        <a:pt x="476" y="9811"/>
                        <a:pt x="571" y="9620"/>
                        <a:pt x="953" y="9430"/>
                      </a:cubicBezTo>
                      <a:cubicBezTo>
                        <a:pt x="1238" y="9144"/>
                        <a:pt x="1333" y="8954"/>
                        <a:pt x="1333" y="8763"/>
                      </a:cubicBezTo>
                      <a:lnTo>
                        <a:pt x="1810" y="9239"/>
                      </a:lnTo>
                      <a:lnTo>
                        <a:pt x="2096" y="8954"/>
                      </a:lnTo>
                      <a:cubicBezTo>
                        <a:pt x="2096" y="8954"/>
                        <a:pt x="2286" y="9144"/>
                        <a:pt x="2477" y="9144"/>
                      </a:cubicBezTo>
                      <a:cubicBezTo>
                        <a:pt x="2667" y="9144"/>
                        <a:pt x="2953" y="9049"/>
                        <a:pt x="3334" y="8858"/>
                      </a:cubicBezTo>
                      <a:cubicBezTo>
                        <a:pt x="3810" y="8668"/>
                        <a:pt x="4000" y="8573"/>
                        <a:pt x="4191" y="8573"/>
                      </a:cubicBezTo>
                      <a:cubicBezTo>
                        <a:pt x="4382" y="8573"/>
                        <a:pt x="4572" y="8668"/>
                        <a:pt x="4763" y="8858"/>
                      </a:cubicBezTo>
                      <a:lnTo>
                        <a:pt x="5048" y="8668"/>
                      </a:lnTo>
                      <a:cubicBezTo>
                        <a:pt x="5048" y="8668"/>
                        <a:pt x="4763" y="8192"/>
                        <a:pt x="4382" y="8001"/>
                      </a:cubicBezTo>
                      <a:cubicBezTo>
                        <a:pt x="4000" y="7811"/>
                        <a:pt x="3810" y="7715"/>
                        <a:pt x="3715" y="7620"/>
                      </a:cubicBezTo>
                      <a:cubicBezTo>
                        <a:pt x="3143" y="7620"/>
                        <a:pt x="2381" y="7620"/>
                        <a:pt x="1524" y="7620"/>
                      </a:cubicBezTo>
                      <a:cubicBezTo>
                        <a:pt x="1524" y="7811"/>
                        <a:pt x="1429" y="7906"/>
                        <a:pt x="1333" y="7906"/>
                      </a:cubicBezTo>
                      <a:cubicBezTo>
                        <a:pt x="1143" y="7906"/>
                        <a:pt x="1048" y="7715"/>
                        <a:pt x="1048" y="7715"/>
                      </a:cubicBezTo>
                      <a:cubicBezTo>
                        <a:pt x="1048" y="7715"/>
                        <a:pt x="857" y="7715"/>
                        <a:pt x="762" y="7715"/>
                      </a:cubicBezTo>
                      <a:lnTo>
                        <a:pt x="286" y="6001"/>
                      </a:lnTo>
                      <a:cubicBezTo>
                        <a:pt x="286" y="6001"/>
                        <a:pt x="762" y="6001"/>
                        <a:pt x="857" y="5715"/>
                      </a:cubicBezTo>
                      <a:cubicBezTo>
                        <a:pt x="857" y="5334"/>
                        <a:pt x="762" y="5239"/>
                        <a:pt x="476" y="5429"/>
                      </a:cubicBezTo>
                      <a:cubicBezTo>
                        <a:pt x="191" y="5620"/>
                        <a:pt x="0" y="5620"/>
                        <a:pt x="0" y="5334"/>
                      </a:cubicBezTo>
                      <a:lnTo>
                        <a:pt x="476" y="4953"/>
                      </a:lnTo>
                      <a:lnTo>
                        <a:pt x="857" y="5334"/>
                      </a:lnTo>
                      <a:cubicBezTo>
                        <a:pt x="857" y="5334"/>
                        <a:pt x="1048" y="4858"/>
                        <a:pt x="1048" y="4286"/>
                      </a:cubicBezTo>
                      <a:cubicBezTo>
                        <a:pt x="1048" y="4477"/>
                        <a:pt x="1048" y="4572"/>
                        <a:pt x="1238" y="4667"/>
                      </a:cubicBezTo>
                      <a:cubicBezTo>
                        <a:pt x="1524" y="4477"/>
                        <a:pt x="1715" y="4286"/>
                        <a:pt x="1715" y="4096"/>
                      </a:cubicBezTo>
                      <a:cubicBezTo>
                        <a:pt x="1715" y="3905"/>
                        <a:pt x="1524" y="3620"/>
                        <a:pt x="857" y="3238"/>
                      </a:cubicBezTo>
                      <a:cubicBezTo>
                        <a:pt x="381" y="2953"/>
                        <a:pt x="95" y="2572"/>
                        <a:pt x="95" y="2286"/>
                      </a:cubicBezTo>
                      <a:cubicBezTo>
                        <a:pt x="95" y="2000"/>
                        <a:pt x="191" y="1715"/>
                        <a:pt x="571" y="1429"/>
                      </a:cubicBezTo>
                      <a:lnTo>
                        <a:pt x="1715" y="286"/>
                      </a:lnTo>
                      <a:cubicBezTo>
                        <a:pt x="3620" y="95"/>
                        <a:pt x="5620" y="0"/>
                        <a:pt x="7811" y="0"/>
                      </a:cubicBezTo>
                      <a:cubicBezTo>
                        <a:pt x="9906" y="0"/>
                        <a:pt x="12954" y="191"/>
                        <a:pt x="17050" y="381"/>
                      </a:cubicBezTo>
                      <a:cubicBezTo>
                        <a:pt x="21241" y="571"/>
                        <a:pt x="24289" y="667"/>
                        <a:pt x="26479" y="667"/>
                      </a:cubicBezTo>
                      <a:cubicBezTo>
                        <a:pt x="28004" y="667"/>
                        <a:pt x="29432" y="667"/>
                        <a:pt x="30766" y="571"/>
                      </a:cubicBezTo>
                      <a:cubicBezTo>
                        <a:pt x="31623" y="1334"/>
                        <a:pt x="32099" y="2191"/>
                        <a:pt x="32099" y="3334"/>
                      </a:cubicBezTo>
                      <a:cubicBezTo>
                        <a:pt x="32099" y="3715"/>
                        <a:pt x="32099" y="4191"/>
                        <a:pt x="31909" y="5048"/>
                      </a:cubicBezTo>
                      <a:cubicBezTo>
                        <a:pt x="31813" y="5810"/>
                        <a:pt x="31718" y="6477"/>
                        <a:pt x="31718" y="6953"/>
                      </a:cubicBezTo>
                      <a:cubicBezTo>
                        <a:pt x="31718" y="7334"/>
                        <a:pt x="31718" y="7811"/>
                        <a:pt x="31813" y="8192"/>
                      </a:cubicBezTo>
                      <a:cubicBezTo>
                        <a:pt x="31813" y="8763"/>
                        <a:pt x="31433" y="9144"/>
                        <a:pt x="30766" y="9144"/>
                      </a:cubicBezTo>
                      <a:cubicBezTo>
                        <a:pt x="30671" y="9144"/>
                        <a:pt x="30385" y="9144"/>
                        <a:pt x="30194" y="9144"/>
                      </a:cubicBezTo>
                      <a:lnTo>
                        <a:pt x="29623" y="9144"/>
                      </a:lnTo>
                      <a:cubicBezTo>
                        <a:pt x="29623" y="9144"/>
                        <a:pt x="28861" y="9144"/>
                        <a:pt x="28670" y="9430"/>
                      </a:cubicBezTo>
                      <a:lnTo>
                        <a:pt x="27432" y="9430"/>
                      </a:lnTo>
                      <a:lnTo>
                        <a:pt x="27432" y="9144"/>
                      </a:lnTo>
                      <a:cubicBezTo>
                        <a:pt x="25717" y="9335"/>
                        <a:pt x="23717" y="9430"/>
                        <a:pt x="21527" y="9430"/>
                      </a:cubicBezTo>
                      <a:cubicBezTo>
                        <a:pt x="20193" y="9430"/>
                        <a:pt x="18288" y="9430"/>
                        <a:pt x="15621" y="9430"/>
                      </a:cubicBezTo>
                      <a:lnTo>
                        <a:pt x="9716" y="9430"/>
                      </a:lnTo>
                      <a:cubicBezTo>
                        <a:pt x="9430" y="10096"/>
                        <a:pt x="9334" y="10859"/>
                        <a:pt x="9334" y="11716"/>
                      </a:cubicBezTo>
                      <a:cubicBezTo>
                        <a:pt x="9334" y="12002"/>
                        <a:pt x="9334" y="12383"/>
                        <a:pt x="9334" y="12859"/>
                      </a:cubicBezTo>
                      <a:lnTo>
                        <a:pt x="9334" y="14002"/>
                      </a:lnTo>
                      <a:cubicBezTo>
                        <a:pt x="9334" y="14859"/>
                        <a:pt x="9239" y="15621"/>
                        <a:pt x="9049" y="16288"/>
                      </a:cubicBezTo>
                      <a:cubicBezTo>
                        <a:pt x="9049" y="16764"/>
                        <a:pt x="9239" y="17336"/>
                        <a:pt x="9334" y="17907"/>
                      </a:cubicBezTo>
                      <a:cubicBezTo>
                        <a:pt x="9525" y="18574"/>
                        <a:pt x="9906" y="18860"/>
                        <a:pt x="10382" y="18860"/>
                      </a:cubicBezTo>
                      <a:cubicBezTo>
                        <a:pt x="10478" y="18860"/>
                        <a:pt x="10763" y="18860"/>
                        <a:pt x="10858" y="18860"/>
                      </a:cubicBezTo>
                      <a:cubicBezTo>
                        <a:pt x="10858" y="18860"/>
                        <a:pt x="11144" y="18860"/>
                        <a:pt x="11240" y="18860"/>
                      </a:cubicBezTo>
                      <a:cubicBezTo>
                        <a:pt x="11430" y="18860"/>
                        <a:pt x="11621" y="18860"/>
                        <a:pt x="12002" y="18764"/>
                      </a:cubicBezTo>
                      <a:cubicBezTo>
                        <a:pt x="12287" y="18764"/>
                        <a:pt x="12478" y="18669"/>
                        <a:pt x="12573" y="18669"/>
                      </a:cubicBezTo>
                      <a:cubicBezTo>
                        <a:pt x="12859" y="18669"/>
                        <a:pt x="13145" y="18860"/>
                        <a:pt x="13335" y="19145"/>
                      </a:cubicBezTo>
                      <a:cubicBezTo>
                        <a:pt x="14288" y="18860"/>
                        <a:pt x="15526" y="18669"/>
                        <a:pt x="16859" y="18669"/>
                      </a:cubicBezTo>
                      <a:cubicBezTo>
                        <a:pt x="17526" y="18669"/>
                        <a:pt x="18574" y="18669"/>
                        <a:pt x="19812" y="18860"/>
                      </a:cubicBezTo>
                      <a:cubicBezTo>
                        <a:pt x="21146" y="18860"/>
                        <a:pt x="22098" y="18955"/>
                        <a:pt x="22670" y="18955"/>
                      </a:cubicBezTo>
                      <a:cubicBezTo>
                        <a:pt x="23241" y="18955"/>
                        <a:pt x="23908" y="18955"/>
                        <a:pt x="24479" y="18860"/>
                      </a:cubicBezTo>
                      <a:cubicBezTo>
                        <a:pt x="24765" y="19812"/>
                        <a:pt x="24860" y="21050"/>
                        <a:pt x="24860" y="22765"/>
                      </a:cubicBezTo>
                      <a:cubicBezTo>
                        <a:pt x="24860" y="24765"/>
                        <a:pt x="24860" y="26099"/>
                        <a:pt x="24860" y="26765"/>
                      </a:cubicBezTo>
                      <a:cubicBezTo>
                        <a:pt x="24098" y="27337"/>
                        <a:pt x="23050" y="27623"/>
                        <a:pt x="21622" y="27623"/>
                      </a:cubicBezTo>
                      <a:cubicBezTo>
                        <a:pt x="21050" y="27623"/>
                        <a:pt x="20193" y="27623"/>
                        <a:pt x="19050" y="27432"/>
                      </a:cubicBezTo>
                      <a:cubicBezTo>
                        <a:pt x="17907" y="27432"/>
                        <a:pt x="17050" y="27337"/>
                        <a:pt x="16478" y="27337"/>
                      </a:cubicBezTo>
                      <a:cubicBezTo>
                        <a:pt x="15907" y="27337"/>
                        <a:pt x="15335" y="27337"/>
                        <a:pt x="14859" y="27337"/>
                      </a:cubicBezTo>
                      <a:lnTo>
                        <a:pt x="14859" y="27051"/>
                      </a:lnTo>
                      <a:cubicBezTo>
                        <a:pt x="14859" y="27051"/>
                        <a:pt x="14002" y="27146"/>
                        <a:pt x="13049" y="27146"/>
                      </a:cubicBezTo>
                      <a:cubicBezTo>
                        <a:pt x="12478" y="27146"/>
                        <a:pt x="11906" y="27146"/>
                        <a:pt x="11335" y="27527"/>
                      </a:cubicBezTo>
                      <a:cubicBezTo>
                        <a:pt x="11144" y="27432"/>
                        <a:pt x="10954" y="27337"/>
                        <a:pt x="10573" y="27337"/>
                      </a:cubicBezTo>
                      <a:cubicBezTo>
                        <a:pt x="10192" y="27337"/>
                        <a:pt x="9906" y="27337"/>
                        <a:pt x="9811" y="27337"/>
                      </a:cubicBezTo>
                      <a:cubicBezTo>
                        <a:pt x="9239" y="27623"/>
                        <a:pt x="8954" y="28004"/>
                        <a:pt x="8954" y="28766"/>
                      </a:cubicBezTo>
                      <a:cubicBezTo>
                        <a:pt x="8954" y="29242"/>
                        <a:pt x="8954" y="29718"/>
                        <a:pt x="9239" y="30004"/>
                      </a:cubicBezTo>
                      <a:cubicBezTo>
                        <a:pt x="8382" y="29813"/>
                        <a:pt x="7620" y="30004"/>
                        <a:pt x="7049" y="30575"/>
                      </a:cubicBezTo>
                      <a:lnTo>
                        <a:pt x="8477" y="30290"/>
                      </a:lnTo>
                      <a:lnTo>
                        <a:pt x="8287" y="30575"/>
                      </a:lnTo>
                      <a:cubicBezTo>
                        <a:pt x="8287" y="30575"/>
                        <a:pt x="8477" y="30861"/>
                        <a:pt x="8477" y="30861"/>
                      </a:cubicBezTo>
                      <a:cubicBezTo>
                        <a:pt x="8477" y="30861"/>
                        <a:pt x="8668" y="30575"/>
                        <a:pt x="9144" y="30290"/>
                      </a:cubicBezTo>
                      <a:cubicBezTo>
                        <a:pt x="9144" y="30099"/>
                        <a:pt x="9144" y="31242"/>
                        <a:pt x="9144" y="33623"/>
                      </a:cubicBezTo>
                      <a:cubicBezTo>
                        <a:pt x="9144" y="34957"/>
                        <a:pt x="9334" y="36004"/>
                        <a:pt x="9811" y="36671"/>
                      </a:cubicBezTo>
                      <a:cubicBezTo>
                        <a:pt x="11240" y="36862"/>
                        <a:pt x="12668" y="36957"/>
                        <a:pt x="14192" y="36957"/>
                      </a:cubicBezTo>
                      <a:cubicBezTo>
                        <a:pt x="15335" y="36957"/>
                        <a:pt x="17050" y="36862"/>
                        <a:pt x="19336" y="36767"/>
                      </a:cubicBezTo>
                      <a:cubicBezTo>
                        <a:pt x="21527" y="36576"/>
                        <a:pt x="23241" y="36481"/>
                        <a:pt x="24384" y="36481"/>
                      </a:cubicBezTo>
                      <a:cubicBezTo>
                        <a:pt x="26003" y="36481"/>
                        <a:pt x="27623" y="36576"/>
                        <a:pt x="29146" y="36862"/>
                      </a:cubicBezTo>
                      <a:cubicBezTo>
                        <a:pt x="29432" y="36290"/>
                        <a:pt x="30004" y="36195"/>
                        <a:pt x="30766" y="36671"/>
                      </a:cubicBezTo>
                      <a:close/>
                      <a:moveTo>
                        <a:pt x="2191" y="8573"/>
                      </a:moveTo>
                      <a:lnTo>
                        <a:pt x="2477" y="9049"/>
                      </a:lnTo>
                      <a:lnTo>
                        <a:pt x="2477" y="9049"/>
                      </a:lnTo>
                      <a:cubicBezTo>
                        <a:pt x="2477" y="9049"/>
                        <a:pt x="2191" y="8763"/>
                        <a:pt x="2191" y="8573"/>
                      </a:cubicBezTo>
                      <a:close/>
                      <a:moveTo>
                        <a:pt x="13716" y="24765"/>
                      </a:moveTo>
                      <a:lnTo>
                        <a:pt x="13049" y="24765"/>
                      </a:lnTo>
                      <a:cubicBezTo>
                        <a:pt x="13049" y="24765"/>
                        <a:pt x="13430" y="25051"/>
                        <a:pt x="13716" y="24765"/>
                      </a:cubicBezTo>
                      <a:lnTo>
                        <a:pt x="14002" y="24765"/>
                      </a:lnTo>
                      <a:cubicBezTo>
                        <a:pt x="14002" y="24765"/>
                        <a:pt x="14097" y="24956"/>
                        <a:pt x="14097" y="25146"/>
                      </a:cubicBezTo>
                      <a:lnTo>
                        <a:pt x="14859" y="24765"/>
                      </a:lnTo>
                      <a:cubicBezTo>
                        <a:pt x="14859" y="24765"/>
                        <a:pt x="15145" y="25051"/>
                        <a:pt x="15145" y="25146"/>
                      </a:cubicBezTo>
                      <a:lnTo>
                        <a:pt x="16002" y="25146"/>
                      </a:lnTo>
                      <a:lnTo>
                        <a:pt x="16002" y="24765"/>
                      </a:lnTo>
                      <a:lnTo>
                        <a:pt x="14002" y="24765"/>
                      </a:lnTo>
                      <a:cubicBezTo>
                        <a:pt x="14002" y="24765"/>
                        <a:pt x="13811" y="24765"/>
                        <a:pt x="13716" y="24765"/>
                      </a:cubicBezTo>
                      <a:close/>
                      <a:moveTo>
                        <a:pt x="24670" y="3429"/>
                      </a:moveTo>
                      <a:lnTo>
                        <a:pt x="24289" y="3143"/>
                      </a:lnTo>
                      <a:lnTo>
                        <a:pt x="24670" y="4001"/>
                      </a:lnTo>
                      <a:lnTo>
                        <a:pt x="24670" y="3334"/>
                      </a:lnTo>
                      <a:close/>
                      <a:moveTo>
                        <a:pt x="35147" y="39910"/>
                      </a:moveTo>
                      <a:lnTo>
                        <a:pt x="35433" y="39910"/>
                      </a:lnTo>
                      <a:lnTo>
                        <a:pt x="34671" y="40386"/>
                      </a:lnTo>
                      <a:lnTo>
                        <a:pt x="35147" y="39910"/>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 name="Google Shape;1561;p99"/>
                <p:cNvSpPr/>
                <p:nvPr/>
              </p:nvSpPr>
              <p:spPr>
                <a:xfrm>
                  <a:off x="3451573" y="4831937"/>
                  <a:ext cx="38576" cy="52863"/>
                </a:xfrm>
                <a:custGeom>
                  <a:avLst/>
                  <a:gdLst/>
                  <a:ahLst/>
                  <a:cxnLst/>
                  <a:rect l="l" t="t" r="r" b="b"/>
                  <a:pathLst>
                    <a:path w="38576" h="52863" extrusionOk="0">
                      <a:moveTo>
                        <a:pt x="0" y="24479"/>
                      </a:moveTo>
                      <a:lnTo>
                        <a:pt x="286" y="24479"/>
                      </a:lnTo>
                      <a:cubicBezTo>
                        <a:pt x="286" y="24479"/>
                        <a:pt x="0" y="24479"/>
                        <a:pt x="0" y="24479"/>
                      </a:cubicBezTo>
                      <a:close/>
                      <a:moveTo>
                        <a:pt x="286" y="24479"/>
                      </a:moveTo>
                      <a:lnTo>
                        <a:pt x="762" y="24289"/>
                      </a:lnTo>
                      <a:cubicBezTo>
                        <a:pt x="762" y="24289"/>
                        <a:pt x="762" y="24479"/>
                        <a:pt x="667" y="24574"/>
                      </a:cubicBezTo>
                      <a:cubicBezTo>
                        <a:pt x="667" y="24574"/>
                        <a:pt x="571" y="24574"/>
                        <a:pt x="286" y="24574"/>
                      </a:cubicBezTo>
                      <a:close/>
                      <a:moveTo>
                        <a:pt x="2953" y="31432"/>
                      </a:moveTo>
                      <a:lnTo>
                        <a:pt x="2762" y="31623"/>
                      </a:lnTo>
                      <a:lnTo>
                        <a:pt x="2953" y="30861"/>
                      </a:lnTo>
                      <a:lnTo>
                        <a:pt x="2953" y="31432"/>
                      </a:lnTo>
                      <a:close/>
                      <a:moveTo>
                        <a:pt x="35338" y="21907"/>
                      </a:moveTo>
                      <a:lnTo>
                        <a:pt x="37529" y="25813"/>
                      </a:lnTo>
                      <a:cubicBezTo>
                        <a:pt x="37433" y="26670"/>
                        <a:pt x="37338" y="29718"/>
                        <a:pt x="37243" y="35147"/>
                      </a:cubicBezTo>
                      <a:cubicBezTo>
                        <a:pt x="36767" y="35433"/>
                        <a:pt x="36481" y="35814"/>
                        <a:pt x="36386" y="36290"/>
                      </a:cubicBezTo>
                      <a:lnTo>
                        <a:pt x="36386" y="37909"/>
                      </a:lnTo>
                      <a:lnTo>
                        <a:pt x="35814" y="37243"/>
                      </a:lnTo>
                      <a:cubicBezTo>
                        <a:pt x="35814" y="37243"/>
                        <a:pt x="35338" y="37433"/>
                        <a:pt x="35338" y="37719"/>
                      </a:cubicBezTo>
                      <a:cubicBezTo>
                        <a:pt x="35338" y="37719"/>
                        <a:pt x="35338" y="37909"/>
                        <a:pt x="35433" y="38195"/>
                      </a:cubicBezTo>
                      <a:cubicBezTo>
                        <a:pt x="35433" y="38386"/>
                        <a:pt x="35433" y="38576"/>
                        <a:pt x="35433" y="38671"/>
                      </a:cubicBezTo>
                      <a:cubicBezTo>
                        <a:pt x="35052" y="38671"/>
                        <a:pt x="34766" y="38862"/>
                        <a:pt x="34671" y="39433"/>
                      </a:cubicBezTo>
                      <a:lnTo>
                        <a:pt x="34385" y="40291"/>
                      </a:lnTo>
                      <a:lnTo>
                        <a:pt x="31147" y="43339"/>
                      </a:lnTo>
                      <a:lnTo>
                        <a:pt x="30671" y="42863"/>
                      </a:lnTo>
                      <a:cubicBezTo>
                        <a:pt x="30671" y="42863"/>
                        <a:pt x="30480" y="43339"/>
                        <a:pt x="30290" y="43243"/>
                      </a:cubicBezTo>
                      <a:cubicBezTo>
                        <a:pt x="30099" y="43243"/>
                        <a:pt x="29908" y="43243"/>
                        <a:pt x="29908" y="43339"/>
                      </a:cubicBezTo>
                      <a:lnTo>
                        <a:pt x="29242" y="44863"/>
                      </a:lnTo>
                      <a:lnTo>
                        <a:pt x="28575" y="43339"/>
                      </a:lnTo>
                      <a:cubicBezTo>
                        <a:pt x="28575" y="43339"/>
                        <a:pt x="28385" y="43529"/>
                        <a:pt x="28385" y="43720"/>
                      </a:cubicBezTo>
                      <a:lnTo>
                        <a:pt x="28385" y="44101"/>
                      </a:lnTo>
                      <a:cubicBezTo>
                        <a:pt x="28385" y="44101"/>
                        <a:pt x="28099" y="44101"/>
                        <a:pt x="28004" y="44101"/>
                      </a:cubicBezTo>
                      <a:cubicBezTo>
                        <a:pt x="27813" y="44101"/>
                        <a:pt x="27623" y="44291"/>
                        <a:pt x="27527" y="44767"/>
                      </a:cubicBezTo>
                      <a:cubicBezTo>
                        <a:pt x="27432" y="45148"/>
                        <a:pt x="27337" y="45434"/>
                        <a:pt x="27146" y="45529"/>
                      </a:cubicBezTo>
                      <a:cubicBezTo>
                        <a:pt x="26765" y="45910"/>
                        <a:pt x="26384" y="46006"/>
                        <a:pt x="26194" y="46006"/>
                      </a:cubicBezTo>
                      <a:cubicBezTo>
                        <a:pt x="25813" y="46006"/>
                        <a:pt x="25337" y="45720"/>
                        <a:pt x="24860" y="45244"/>
                      </a:cubicBezTo>
                      <a:cubicBezTo>
                        <a:pt x="24384" y="44767"/>
                        <a:pt x="24003" y="44482"/>
                        <a:pt x="23717" y="44482"/>
                      </a:cubicBezTo>
                      <a:cubicBezTo>
                        <a:pt x="23432" y="44482"/>
                        <a:pt x="23050" y="44863"/>
                        <a:pt x="22574" y="45434"/>
                      </a:cubicBezTo>
                      <a:cubicBezTo>
                        <a:pt x="22289" y="44958"/>
                        <a:pt x="22003" y="44863"/>
                        <a:pt x="21812" y="44863"/>
                      </a:cubicBezTo>
                      <a:cubicBezTo>
                        <a:pt x="21717" y="44863"/>
                        <a:pt x="21431" y="44863"/>
                        <a:pt x="20860" y="45244"/>
                      </a:cubicBezTo>
                      <a:cubicBezTo>
                        <a:pt x="20479" y="45529"/>
                        <a:pt x="20098" y="45529"/>
                        <a:pt x="19717" y="45244"/>
                      </a:cubicBezTo>
                      <a:cubicBezTo>
                        <a:pt x="18669" y="45053"/>
                        <a:pt x="18383" y="44291"/>
                        <a:pt x="18669" y="43148"/>
                      </a:cubicBezTo>
                      <a:cubicBezTo>
                        <a:pt x="19050" y="41910"/>
                        <a:pt x="18955" y="40957"/>
                        <a:pt x="18479" y="40672"/>
                      </a:cubicBezTo>
                      <a:cubicBezTo>
                        <a:pt x="18669" y="40291"/>
                        <a:pt x="18669" y="39433"/>
                        <a:pt x="18479" y="38100"/>
                      </a:cubicBezTo>
                      <a:cubicBezTo>
                        <a:pt x="18383" y="37243"/>
                        <a:pt x="18764" y="36671"/>
                        <a:pt x="19717" y="36290"/>
                      </a:cubicBezTo>
                      <a:lnTo>
                        <a:pt x="19526" y="36671"/>
                      </a:lnTo>
                      <a:cubicBezTo>
                        <a:pt x="20574" y="37052"/>
                        <a:pt x="21336" y="36862"/>
                        <a:pt x="21812" y="36481"/>
                      </a:cubicBezTo>
                      <a:lnTo>
                        <a:pt x="22289" y="36100"/>
                      </a:lnTo>
                      <a:cubicBezTo>
                        <a:pt x="22289" y="36100"/>
                        <a:pt x="21908" y="35814"/>
                        <a:pt x="21812" y="35909"/>
                      </a:cubicBezTo>
                      <a:cubicBezTo>
                        <a:pt x="21812" y="35719"/>
                        <a:pt x="21908" y="35528"/>
                        <a:pt x="22289" y="35242"/>
                      </a:cubicBezTo>
                      <a:cubicBezTo>
                        <a:pt x="22193" y="35433"/>
                        <a:pt x="22289" y="35719"/>
                        <a:pt x="22765" y="36100"/>
                      </a:cubicBezTo>
                      <a:cubicBezTo>
                        <a:pt x="22765" y="36100"/>
                        <a:pt x="23146" y="35909"/>
                        <a:pt x="23908" y="35719"/>
                      </a:cubicBezTo>
                      <a:cubicBezTo>
                        <a:pt x="24289" y="35719"/>
                        <a:pt x="24479" y="35338"/>
                        <a:pt x="24575" y="34957"/>
                      </a:cubicBezTo>
                      <a:lnTo>
                        <a:pt x="24384" y="34766"/>
                      </a:lnTo>
                      <a:lnTo>
                        <a:pt x="24384" y="34766"/>
                      </a:lnTo>
                      <a:cubicBezTo>
                        <a:pt x="24384" y="34766"/>
                        <a:pt x="24575" y="34766"/>
                        <a:pt x="24860" y="34766"/>
                      </a:cubicBezTo>
                      <a:cubicBezTo>
                        <a:pt x="25051" y="34862"/>
                        <a:pt x="25337" y="34957"/>
                        <a:pt x="25432" y="34957"/>
                      </a:cubicBezTo>
                      <a:cubicBezTo>
                        <a:pt x="25718" y="34957"/>
                        <a:pt x="25908" y="34766"/>
                        <a:pt x="26099" y="34480"/>
                      </a:cubicBezTo>
                      <a:lnTo>
                        <a:pt x="25622" y="34099"/>
                      </a:lnTo>
                      <a:cubicBezTo>
                        <a:pt x="25622" y="34099"/>
                        <a:pt x="26003" y="33718"/>
                        <a:pt x="26289" y="33433"/>
                      </a:cubicBezTo>
                      <a:cubicBezTo>
                        <a:pt x="26479" y="33242"/>
                        <a:pt x="26765" y="33052"/>
                        <a:pt x="27051" y="33242"/>
                      </a:cubicBezTo>
                      <a:cubicBezTo>
                        <a:pt x="27051" y="33338"/>
                        <a:pt x="26861" y="33528"/>
                        <a:pt x="26670" y="33909"/>
                      </a:cubicBezTo>
                      <a:lnTo>
                        <a:pt x="27051" y="34385"/>
                      </a:lnTo>
                      <a:cubicBezTo>
                        <a:pt x="27051" y="34385"/>
                        <a:pt x="27242" y="34195"/>
                        <a:pt x="27432" y="34004"/>
                      </a:cubicBezTo>
                      <a:cubicBezTo>
                        <a:pt x="27623" y="33814"/>
                        <a:pt x="27718" y="33718"/>
                        <a:pt x="27813" y="33718"/>
                      </a:cubicBezTo>
                      <a:lnTo>
                        <a:pt x="28099" y="33909"/>
                      </a:lnTo>
                      <a:cubicBezTo>
                        <a:pt x="28099" y="33909"/>
                        <a:pt x="28099" y="33718"/>
                        <a:pt x="28099" y="33623"/>
                      </a:cubicBezTo>
                      <a:cubicBezTo>
                        <a:pt x="28099" y="33433"/>
                        <a:pt x="28289" y="33147"/>
                        <a:pt x="28766" y="32861"/>
                      </a:cubicBezTo>
                      <a:cubicBezTo>
                        <a:pt x="29242" y="32575"/>
                        <a:pt x="29528" y="32385"/>
                        <a:pt x="29528" y="32099"/>
                      </a:cubicBezTo>
                      <a:lnTo>
                        <a:pt x="29528" y="31813"/>
                      </a:lnTo>
                      <a:cubicBezTo>
                        <a:pt x="29528" y="31813"/>
                        <a:pt x="30099" y="31909"/>
                        <a:pt x="30575" y="31813"/>
                      </a:cubicBezTo>
                      <a:cubicBezTo>
                        <a:pt x="31147" y="31623"/>
                        <a:pt x="31528" y="31623"/>
                        <a:pt x="31623" y="31623"/>
                      </a:cubicBezTo>
                      <a:lnTo>
                        <a:pt x="32195" y="30861"/>
                      </a:lnTo>
                      <a:cubicBezTo>
                        <a:pt x="32195" y="30861"/>
                        <a:pt x="32004" y="30575"/>
                        <a:pt x="32004" y="30575"/>
                      </a:cubicBezTo>
                      <a:cubicBezTo>
                        <a:pt x="31909" y="30575"/>
                        <a:pt x="31718" y="30766"/>
                        <a:pt x="31433" y="31051"/>
                      </a:cubicBezTo>
                      <a:lnTo>
                        <a:pt x="30480" y="30099"/>
                      </a:lnTo>
                      <a:lnTo>
                        <a:pt x="30290" y="30385"/>
                      </a:lnTo>
                      <a:cubicBezTo>
                        <a:pt x="30290" y="30385"/>
                        <a:pt x="30385" y="30099"/>
                        <a:pt x="30385" y="30099"/>
                      </a:cubicBezTo>
                      <a:cubicBezTo>
                        <a:pt x="30385" y="29908"/>
                        <a:pt x="30290" y="29908"/>
                        <a:pt x="30099" y="29908"/>
                      </a:cubicBezTo>
                      <a:cubicBezTo>
                        <a:pt x="30099" y="29908"/>
                        <a:pt x="29908" y="29908"/>
                        <a:pt x="29718" y="29908"/>
                      </a:cubicBezTo>
                      <a:lnTo>
                        <a:pt x="29337" y="29908"/>
                      </a:lnTo>
                      <a:cubicBezTo>
                        <a:pt x="29337" y="29908"/>
                        <a:pt x="28766" y="29908"/>
                        <a:pt x="28670" y="29528"/>
                      </a:cubicBezTo>
                      <a:lnTo>
                        <a:pt x="29337" y="29337"/>
                      </a:lnTo>
                      <a:cubicBezTo>
                        <a:pt x="28956" y="28670"/>
                        <a:pt x="28670" y="28384"/>
                        <a:pt x="28385" y="28384"/>
                      </a:cubicBezTo>
                      <a:cubicBezTo>
                        <a:pt x="28385" y="28480"/>
                        <a:pt x="28289" y="28670"/>
                        <a:pt x="28194" y="28861"/>
                      </a:cubicBezTo>
                      <a:cubicBezTo>
                        <a:pt x="28099" y="28670"/>
                        <a:pt x="27623" y="28384"/>
                        <a:pt x="26956" y="27813"/>
                      </a:cubicBezTo>
                      <a:cubicBezTo>
                        <a:pt x="26384" y="27432"/>
                        <a:pt x="26099" y="26956"/>
                        <a:pt x="26099" y="26575"/>
                      </a:cubicBezTo>
                      <a:cubicBezTo>
                        <a:pt x="26099" y="26479"/>
                        <a:pt x="26099" y="26384"/>
                        <a:pt x="26194" y="26098"/>
                      </a:cubicBezTo>
                      <a:lnTo>
                        <a:pt x="25527" y="26575"/>
                      </a:lnTo>
                      <a:cubicBezTo>
                        <a:pt x="25527" y="26098"/>
                        <a:pt x="25337" y="25717"/>
                        <a:pt x="24765" y="25622"/>
                      </a:cubicBezTo>
                      <a:cubicBezTo>
                        <a:pt x="24098" y="25432"/>
                        <a:pt x="23717" y="25241"/>
                        <a:pt x="23622" y="25051"/>
                      </a:cubicBezTo>
                      <a:lnTo>
                        <a:pt x="23813" y="24765"/>
                      </a:lnTo>
                      <a:lnTo>
                        <a:pt x="20479" y="24765"/>
                      </a:lnTo>
                      <a:lnTo>
                        <a:pt x="20765" y="24479"/>
                      </a:lnTo>
                      <a:cubicBezTo>
                        <a:pt x="20765" y="24479"/>
                        <a:pt x="20383" y="24574"/>
                        <a:pt x="20098" y="24574"/>
                      </a:cubicBezTo>
                      <a:cubicBezTo>
                        <a:pt x="19812" y="24574"/>
                        <a:pt x="19431" y="24384"/>
                        <a:pt x="19145" y="24003"/>
                      </a:cubicBezTo>
                      <a:cubicBezTo>
                        <a:pt x="18669" y="23431"/>
                        <a:pt x="18288" y="22955"/>
                        <a:pt x="18193" y="22955"/>
                      </a:cubicBezTo>
                      <a:cubicBezTo>
                        <a:pt x="18383" y="22670"/>
                        <a:pt x="18383" y="22384"/>
                        <a:pt x="18383" y="22003"/>
                      </a:cubicBezTo>
                      <a:cubicBezTo>
                        <a:pt x="18193" y="21622"/>
                        <a:pt x="18193" y="21336"/>
                        <a:pt x="18193" y="21241"/>
                      </a:cubicBezTo>
                      <a:cubicBezTo>
                        <a:pt x="17621" y="20955"/>
                        <a:pt x="17336" y="21241"/>
                        <a:pt x="17050" y="22098"/>
                      </a:cubicBezTo>
                      <a:cubicBezTo>
                        <a:pt x="17050" y="22193"/>
                        <a:pt x="17145" y="22479"/>
                        <a:pt x="17145" y="22574"/>
                      </a:cubicBezTo>
                      <a:cubicBezTo>
                        <a:pt x="17145" y="23050"/>
                        <a:pt x="16859" y="23431"/>
                        <a:pt x="16097" y="24003"/>
                      </a:cubicBezTo>
                      <a:cubicBezTo>
                        <a:pt x="15335" y="24479"/>
                        <a:pt x="15050" y="24860"/>
                        <a:pt x="15050" y="25241"/>
                      </a:cubicBezTo>
                      <a:cubicBezTo>
                        <a:pt x="14764" y="24574"/>
                        <a:pt x="14478" y="24193"/>
                        <a:pt x="14192" y="24003"/>
                      </a:cubicBezTo>
                      <a:cubicBezTo>
                        <a:pt x="13525" y="24003"/>
                        <a:pt x="13049" y="24289"/>
                        <a:pt x="12668" y="24860"/>
                      </a:cubicBezTo>
                      <a:cubicBezTo>
                        <a:pt x="12287" y="25622"/>
                        <a:pt x="11906" y="26003"/>
                        <a:pt x="11621" y="26194"/>
                      </a:cubicBezTo>
                      <a:cubicBezTo>
                        <a:pt x="11621" y="26479"/>
                        <a:pt x="11811" y="26575"/>
                        <a:pt x="11906" y="26575"/>
                      </a:cubicBezTo>
                      <a:lnTo>
                        <a:pt x="12383" y="26575"/>
                      </a:lnTo>
                      <a:lnTo>
                        <a:pt x="12668" y="30004"/>
                      </a:lnTo>
                      <a:lnTo>
                        <a:pt x="11144" y="29528"/>
                      </a:lnTo>
                      <a:cubicBezTo>
                        <a:pt x="11144" y="29528"/>
                        <a:pt x="11144" y="29908"/>
                        <a:pt x="10954" y="30004"/>
                      </a:cubicBezTo>
                      <a:cubicBezTo>
                        <a:pt x="10668" y="30194"/>
                        <a:pt x="10573" y="30385"/>
                        <a:pt x="10573" y="30385"/>
                      </a:cubicBezTo>
                      <a:lnTo>
                        <a:pt x="11144" y="30956"/>
                      </a:lnTo>
                      <a:cubicBezTo>
                        <a:pt x="11144" y="30956"/>
                        <a:pt x="10858" y="30956"/>
                        <a:pt x="10763" y="30956"/>
                      </a:cubicBezTo>
                      <a:cubicBezTo>
                        <a:pt x="10668" y="30956"/>
                        <a:pt x="10287" y="30671"/>
                        <a:pt x="9716" y="30289"/>
                      </a:cubicBezTo>
                      <a:cubicBezTo>
                        <a:pt x="9239" y="30004"/>
                        <a:pt x="8858" y="29908"/>
                        <a:pt x="8382" y="29908"/>
                      </a:cubicBezTo>
                      <a:cubicBezTo>
                        <a:pt x="8382" y="29908"/>
                        <a:pt x="8287" y="29908"/>
                        <a:pt x="8287" y="30099"/>
                      </a:cubicBezTo>
                      <a:cubicBezTo>
                        <a:pt x="8287" y="30194"/>
                        <a:pt x="8477" y="30385"/>
                        <a:pt x="8668" y="30575"/>
                      </a:cubicBezTo>
                      <a:cubicBezTo>
                        <a:pt x="8954" y="30861"/>
                        <a:pt x="9049" y="30956"/>
                        <a:pt x="9049" y="30956"/>
                      </a:cubicBezTo>
                      <a:cubicBezTo>
                        <a:pt x="9049" y="31147"/>
                        <a:pt x="8954" y="31242"/>
                        <a:pt x="8573" y="31432"/>
                      </a:cubicBezTo>
                      <a:cubicBezTo>
                        <a:pt x="8573" y="31623"/>
                        <a:pt x="8858" y="31623"/>
                        <a:pt x="9049" y="31623"/>
                      </a:cubicBezTo>
                      <a:lnTo>
                        <a:pt x="9525" y="31623"/>
                      </a:lnTo>
                      <a:lnTo>
                        <a:pt x="10001" y="31147"/>
                      </a:lnTo>
                      <a:lnTo>
                        <a:pt x="10573" y="31813"/>
                      </a:lnTo>
                      <a:cubicBezTo>
                        <a:pt x="10573" y="31813"/>
                        <a:pt x="10382" y="31623"/>
                        <a:pt x="10382" y="31623"/>
                      </a:cubicBezTo>
                      <a:lnTo>
                        <a:pt x="10001" y="32099"/>
                      </a:lnTo>
                      <a:cubicBezTo>
                        <a:pt x="10001" y="32099"/>
                        <a:pt x="10382" y="32290"/>
                        <a:pt x="10858" y="32290"/>
                      </a:cubicBezTo>
                      <a:cubicBezTo>
                        <a:pt x="10858" y="32671"/>
                        <a:pt x="10858" y="32861"/>
                        <a:pt x="11049" y="33147"/>
                      </a:cubicBezTo>
                      <a:cubicBezTo>
                        <a:pt x="11240" y="33338"/>
                        <a:pt x="11240" y="33528"/>
                        <a:pt x="11240" y="33623"/>
                      </a:cubicBezTo>
                      <a:cubicBezTo>
                        <a:pt x="11240" y="33718"/>
                        <a:pt x="11240" y="33909"/>
                        <a:pt x="11049" y="34195"/>
                      </a:cubicBezTo>
                      <a:cubicBezTo>
                        <a:pt x="11049" y="34195"/>
                        <a:pt x="11049" y="34385"/>
                        <a:pt x="11144" y="34385"/>
                      </a:cubicBezTo>
                      <a:cubicBezTo>
                        <a:pt x="11144" y="34385"/>
                        <a:pt x="11335" y="34385"/>
                        <a:pt x="11525" y="34195"/>
                      </a:cubicBezTo>
                      <a:cubicBezTo>
                        <a:pt x="11621" y="34195"/>
                        <a:pt x="11716" y="34195"/>
                        <a:pt x="11716" y="34195"/>
                      </a:cubicBezTo>
                      <a:cubicBezTo>
                        <a:pt x="11716" y="34385"/>
                        <a:pt x="11716" y="34480"/>
                        <a:pt x="11716" y="34480"/>
                      </a:cubicBezTo>
                      <a:lnTo>
                        <a:pt x="12478" y="34290"/>
                      </a:lnTo>
                      <a:cubicBezTo>
                        <a:pt x="12478" y="34290"/>
                        <a:pt x="12478" y="35147"/>
                        <a:pt x="12573" y="35623"/>
                      </a:cubicBezTo>
                      <a:cubicBezTo>
                        <a:pt x="12668" y="36195"/>
                        <a:pt x="12954" y="36481"/>
                        <a:pt x="13335" y="36671"/>
                      </a:cubicBezTo>
                      <a:lnTo>
                        <a:pt x="12859" y="37147"/>
                      </a:lnTo>
                      <a:cubicBezTo>
                        <a:pt x="12859" y="37147"/>
                        <a:pt x="13145" y="37147"/>
                        <a:pt x="14097" y="37052"/>
                      </a:cubicBezTo>
                      <a:cubicBezTo>
                        <a:pt x="14669" y="37052"/>
                        <a:pt x="15050" y="37147"/>
                        <a:pt x="15335" y="37433"/>
                      </a:cubicBezTo>
                      <a:lnTo>
                        <a:pt x="15716" y="36576"/>
                      </a:lnTo>
                      <a:cubicBezTo>
                        <a:pt x="15716" y="36576"/>
                        <a:pt x="16097" y="36766"/>
                        <a:pt x="16288" y="37052"/>
                      </a:cubicBezTo>
                      <a:cubicBezTo>
                        <a:pt x="16383" y="37433"/>
                        <a:pt x="16574" y="37529"/>
                        <a:pt x="16669" y="37529"/>
                      </a:cubicBezTo>
                      <a:cubicBezTo>
                        <a:pt x="16669" y="37529"/>
                        <a:pt x="16859" y="37529"/>
                        <a:pt x="17050" y="37433"/>
                      </a:cubicBezTo>
                      <a:cubicBezTo>
                        <a:pt x="17240" y="37624"/>
                        <a:pt x="17336" y="37719"/>
                        <a:pt x="17336" y="37909"/>
                      </a:cubicBezTo>
                      <a:cubicBezTo>
                        <a:pt x="17336" y="37909"/>
                        <a:pt x="17240" y="38100"/>
                        <a:pt x="17050" y="38100"/>
                      </a:cubicBezTo>
                      <a:cubicBezTo>
                        <a:pt x="16859" y="38195"/>
                        <a:pt x="16764" y="38386"/>
                        <a:pt x="16764" y="38481"/>
                      </a:cubicBezTo>
                      <a:cubicBezTo>
                        <a:pt x="16764" y="38481"/>
                        <a:pt x="16764" y="38576"/>
                        <a:pt x="16764" y="38671"/>
                      </a:cubicBezTo>
                      <a:lnTo>
                        <a:pt x="17240" y="38671"/>
                      </a:lnTo>
                      <a:cubicBezTo>
                        <a:pt x="17240" y="38671"/>
                        <a:pt x="17240" y="39243"/>
                        <a:pt x="17240" y="40005"/>
                      </a:cubicBezTo>
                      <a:cubicBezTo>
                        <a:pt x="17240" y="40576"/>
                        <a:pt x="17240" y="41053"/>
                        <a:pt x="17240" y="41243"/>
                      </a:cubicBezTo>
                      <a:cubicBezTo>
                        <a:pt x="17336" y="41624"/>
                        <a:pt x="17621" y="41815"/>
                        <a:pt x="18002" y="41720"/>
                      </a:cubicBezTo>
                      <a:lnTo>
                        <a:pt x="16859" y="42481"/>
                      </a:lnTo>
                      <a:lnTo>
                        <a:pt x="17336" y="42958"/>
                      </a:lnTo>
                      <a:cubicBezTo>
                        <a:pt x="17336" y="42958"/>
                        <a:pt x="17336" y="43148"/>
                        <a:pt x="17145" y="43243"/>
                      </a:cubicBezTo>
                      <a:cubicBezTo>
                        <a:pt x="17050" y="43434"/>
                        <a:pt x="16954" y="43529"/>
                        <a:pt x="16954" y="43624"/>
                      </a:cubicBezTo>
                      <a:lnTo>
                        <a:pt x="16193" y="45625"/>
                      </a:lnTo>
                      <a:cubicBezTo>
                        <a:pt x="15050" y="45339"/>
                        <a:pt x="13335" y="45339"/>
                        <a:pt x="11240" y="45625"/>
                      </a:cubicBezTo>
                      <a:lnTo>
                        <a:pt x="10763" y="44958"/>
                      </a:lnTo>
                      <a:cubicBezTo>
                        <a:pt x="10192" y="45339"/>
                        <a:pt x="9620" y="45244"/>
                        <a:pt x="9144" y="44672"/>
                      </a:cubicBezTo>
                      <a:lnTo>
                        <a:pt x="8668" y="45529"/>
                      </a:lnTo>
                      <a:cubicBezTo>
                        <a:pt x="8668" y="45529"/>
                        <a:pt x="8096" y="45339"/>
                        <a:pt x="7715" y="45339"/>
                      </a:cubicBezTo>
                      <a:cubicBezTo>
                        <a:pt x="7620" y="45339"/>
                        <a:pt x="7334" y="45339"/>
                        <a:pt x="7049" y="45339"/>
                      </a:cubicBezTo>
                      <a:cubicBezTo>
                        <a:pt x="6763" y="45339"/>
                        <a:pt x="6477" y="45339"/>
                        <a:pt x="6287" y="45339"/>
                      </a:cubicBezTo>
                      <a:cubicBezTo>
                        <a:pt x="5810" y="45339"/>
                        <a:pt x="5429" y="45148"/>
                        <a:pt x="4953" y="44767"/>
                      </a:cubicBezTo>
                      <a:lnTo>
                        <a:pt x="5429" y="44291"/>
                      </a:lnTo>
                      <a:cubicBezTo>
                        <a:pt x="5429" y="44291"/>
                        <a:pt x="5048" y="44101"/>
                        <a:pt x="4858" y="44101"/>
                      </a:cubicBezTo>
                      <a:lnTo>
                        <a:pt x="4191" y="44101"/>
                      </a:lnTo>
                      <a:cubicBezTo>
                        <a:pt x="4191" y="44101"/>
                        <a:pt x="3810" y="43910"/>
                        <a:pt x="3715" y="43624"/>
                      </a:cubicBezTo>
                      <a:lnTo>
                        <a:pt x="3715" y="42291"/>
                      </a:lnTo>
                      <a:cubicBezTo>
                        <a:pt x="3715" y="41720"/>
                        <a:pt x="3810" y="41338"/>
                        <a:pt x="4191" y="41053"/>
                      </a:cubicBezTo>
                      <a:lnTo>
                        <a:pt x="3334" y="40386"/>
                      </a:lnTo>
                      <a:lnTo>
                        <a:pt x="3905" y="39338"/>
                      </a:lnTo>
                      <a:cubicBezTo>
                        <a:pt x="3905" y="36671"/>
                        <a:pt x="3905" y="32671"/>
                        <a:pt x="4191" y="27337"/>
                      </a:cubicBezTo>
                      <a:lnTo>
                        <a:pt x="3715" y="27051"/>
                      </a:lnTo>
                      <a:lnTo>
                        <a:pt x="3715" y="23050"/>
                      </a:lnTo>
                      <a:cubicBezTo>
                        <a:pt x="3715" y="21241"/>
                        <a:pt x="3715" y="18383"/>
                        <a:pt x="3715" y="14478"/>
                      </a:cubicBezTo>
                      <a:cubicBezTo>
                        <a:pt x="3810" y="10573"/>
                        <a:pt x="3905" y="7620"/>
                        <a:pt x="3905" y="5620"/>
                      </a:cubicBezTo>
                      <a:cubicBezTo>
                        <a:pt x="3905" y="4096"/>
                        <a:pt x="3905" y="2572"/>
                        <a:pt x="3905" y="1333"/>
                      </a:cubicBezTo>
                      <a:cubicBezTo>
                        <a:pt x="5048" y="381"/>
                        <a:pt x="6668" y="0"/>
                        <a:pt x="8668" y="0"/>
                      </a:cubicBezTo>
                      <a:cubicBezTo>
                        <a:pt x="9335" y="0"/>
                        <a:pt x="10382" y="0"/>
                        <a:pt x="11716" y="0"/>
                      </a:cubicBezTo>
                      <a:cubicBezTo>
                        <a:pt x="13049" y="0"/>
                        <a:pt x="14002" y="0"/>
                        <a:pt x="14669" y="0"/>
                      </a:cubicBezTo>
                      <a:lnTo>
                        <a:pt x="16288" y="0"/>
                      </a:lnTo>
                      <a:cubicBezTo>
                        <a:pt x="17050" y="1048"/>
                        <a:pt x="17336" y="2381"/>
                        <a:pt x="17336" y="3905"/>
                      </a:cubicBezTo>
                      <a:cubicBezTo>
                        <a:pt x="17336" y="4286"/>
                        <a:pt x="17336" y="4953"/>
                        <a:pt x="17336" y="5905"/>
                      </a:cubicBezTo>
                      <a:cubicBezTo>
                        <a:pt x="17336" y="6858"/>
                        <a:pt x="17336" y="7620"/>
                        <a:pt x="17336" y="8096"/>
                      </a:cubicBezTo>
                      <a:cubicBezTo>
                        <a:pt x="15812" y="9239"/>
                        <a:pt x="14573" y="9906"/>
                        <a:pt x="13621" y="9906"/>
                      </a:cubicBezTo>
                      <a:cubicBezTo>
                        <a:pt x="13145" y="10382"/>
                        <a:pt x="12954" y="11335"/>
                        <a:pt x="12954" y="12382"/>
                      </a:cubicBezTo>
                      <a:cubicBezTo>
                        <a:pt x="12954" y="14478"/>
                        <a:pt x="12954" y="15526"/>
                        <a:pt x="12954" y="15335"/>
                      </a:cubicBezTo>
                      <a:cubicBezTo>
                        <a:pt x="12954" y="15335"/>
                        <a:pt x="14383" y="15335"/>
                        <a:pt x="16954" y="15526"/>
                      </a:cubicBezTo>
                      <a:cubicBezTo>
                        <a:pt x="16954" y="15716"/>
                        <a:pt x="16954" y="16002"/>
                        <a:pt x="16954" y="16192"/>
                      </a:cubicBezTo>
                      <a:cubicBezTo>
                        <a:pt x="16954" y="16669"/>
                        <a:pt x="16954" y="17050"/>
                        <a:pt x="17336" y="17716"/>
                      </a:cubicBezTo>
                      <a:cubicBezTo>
                        <a:pt x="17526" y="18288"/>
                        <a:pt x="17621" y="18764"/>
                        <a:pt x="17621" y="19145"/>
                      </a:cubicBezTo>
                      <a:cubicBezTo>
                        <a:pt x="17621" y="19431"/>
                        <a:pt x="17621" y="19717"/>
                        <a:pt x="17526" y="20003"/>
                      </a:cubicBezTo>
                      <a:lnTo>
                        <a:pt x="16954" y="20669"/>
                      </a:lnTo>
                      <a:cubicBezTo>
                        <a:pt x="16954" y="20669"/>
                        <a:pt x="17240" y="20860"/>
                        <a:pt x="17336" y="20860"/>
                      </a:cubicBezTo>
                      <a:cubicBezTo>
                        <a:pt x="17526" y="20860"/>
                        <a:pt x="17717" y="20860"/>
                        <a:pt x="18002" y="20669"/>
                      </a:cubicBezTo>
                      <a:cubicBezTo>
                        <a:pt x="18288" y="20574"/>
                        <a:pt x="18479" y="20479"/>
                        <a:pt x="18669" y="20479"/>
                      </a:cubicBezTo>
                      <a:cubicBezTo>
                        <a:pt x="18383" y="20288"/>
                        <a:pt x="18193" y="19812"/>
                        <a:pt x="18193" y="19145"/>
                      </a:cubicBezTo>
                      <a:cubicBezTo>
                        <a:pt x="18193" y="18669"/>
                        <a:pt x="18193" y="18097"/>
                        <a:pt x="18383" y="17240"/>
                      </a:cubicBezTo>
                      <a:cubicBezTo>
                        <a:pt x="18574" y="16383"/>
                        <a:pt x="18669" y="15907"/>
                        <a:pt x="18669" y="15621"/>
                      </a:cubicBezTo>
                      <a:lnTo>
                        <a:pt x="22860" y="15430"/>
                      </a:lnTo>
                      <a:lnTo>
                        <a:pt x="24956" y="12668"/>
                      </a:lnTo>
                      <a:cubicBezTo>
                        <a:pt x="23717" y="10668"/>
                        <a:pt x="22098" y="9620"/>
                        <a:pt x="20003" y="9620"/>
                      </a:cubicBezTo>
                      <a:cubicBezTo>
                        <a:pt x="19526" y="9620"/>
                        <a:pt x="19145" y="9620"/>
                        <a:pt x="18669" y="9620"/>
                      </a:cubicBezTo>
                      <a:cubicBezTo>
                        <a:pt x="18669" y="9334"/>
                        <a:pt x="18764" y="8954"/>
                        <a:pt x="18764" y="8477"/>
                      </a:cubicBezTo>
                      <a:cubicBezTo>
                        <a:pt x="18764" y="8096"/>
                        <a:pt x="18764" y="7334"/>
                        <a:pt x="18574" y="6287"/>
                      </a:cubicBezTo>
                      <a:cubicBezTo>
                        <a:pt x="18479" y="5334"/>
                        <a:pt x="18383" y="4572"/>
                        <a:pt x="18383" y="4096"/>
                      </a:cubicBezTo>
                      <a:cubicBezTo>
                        <a:pt x="18383" y="2953"/>
                        <a:pt x="18669" y="2000"/>
                        <a:pt x="19050" y="1238"/>
                      </a:cubicBezTo>
                      <a:lnTo>
                        <a:pt x="18574" y="1238"/>
                      </a:lnTo>
                      <a:cubicBezTo>
                        <a:pt x="18764" y="381"/>
                        <a:pt x="19336" y="95"/>
                        <a:pt x="20383" y="95"/>
                      </a:cubicBezTo>
                      <a:cubicBezTo>
                        <a:pt x="21908" y="190"/>
                        <a:pt x="22670" y="190"/>
                        <a:pt x="22765" y="190"/>
                      </a:cubicBezTo>
                      <a:cubicBezTo>
                        <a:pt x="23050" y="95"/>
                        <a:pt x="23336" y="190"/>
                        <a:pt x="23622" y="381"/>
                      </a:cubicBezTo>
                      <a:cubicBezTo>
                        <a:pt x="23908" y="667"/>
                        <a:pt x="24098" y="762"/>
                        <a:pt x="24098" y="762"/>
                      </a:cubicBezTo>
                      <a:cubicBezTo>
                        <a:pt x="24289" y="762"/>
                        <a:pt x="24479" y="476"/>
                        <a:pt x="24575" y="95"/>
                      </a:cubicBezTo>
                      <a:cubicBezTo>
                        <a:pt x="25051" y="667"/>
                        <a:pt x="25908" y="953"/>
                        <a:pt x="27242" y="953"/>
                      </a:cubicBezTo>
                      <a:cubicBezTo>
                        <a:pt x="28385" y="953"/>
                        <a:pt x="29051" y="1333"/>
                        <a:pt x="29146" y="1810"/>
                      </a:cubicBezTo>
                      <a:cubicBezTo>
                        <a:pt x="30099" y="2762"/>
                        <a:pt x="31052" y="3620"/>
                        <a:pt x="32099" y="4477"/>
                      </a:cubicBezTo>
                      <a:cubicBezTo>
                        <a:pt x="33242" y="5429"/>
                        <a:pt x="33909" y="6477"/>
                        <a:pt x="34195" y="7525"/>
                      </a:cubicBezTo>
                      <a:lnTo>
                        <a:pt x="34766" y="7525"/>
                      </a:lnTo>
                      <a:cubicBezTo>
                        <a:pt x="34481" y="9906"/>
                        <a:pt x="34290" y="12668"/>
                        <a:pt x="34290" y="15812"/>
                      </a:cubicBezTo>
                      <a:cubicBezTo>
                        <a:pt x="33719" y="15812"/>
                        <a:pt x="33433" y="16097"/>
                        <a:pt x="33433" y="16288"/>
                      </a:cubicBezTo>
                      <a:cubicBezTo>
                        <a:pt x="33433" y="16288"/>
                        <a:pt x="33433" y="16383"/>
                        <a:pt x="33528" y="16573"/>
                      </a:cubicBezTo>
                      <a:cubicBezTo>
                        <a:pt x="33623" y="16669"/>
                        <a:pt x="33623" y="16859"/>
                        <a:pt x="33623" y="16954"/>
                      </a:cubicBezTo>
                      <a:cubicBezTo>
                        <a:pt x="33623" y="17145"/>
                        <a:pt x="33433" y="17335"/>
                        <a:pt x="33147" y="17526"/>
                      </a:cubicBezTo>
                      <a:lnTo>
                        <a:pt x="33147" y="18193"/>
                      </a:lnTo>
                      <a:cubicBezTo>
                        <a:pt x="33147" y="18193"/>
                        <a:pt x="32766" y="17907"/>
                        <a:pt x="32671" y="17907"/>
                      </a:cubicBezTo>
                      <a:cubicBezTo>
                        <a:pt x="32290" y="18288"/>
                        <a:pt x="32099" y="18574"/>
                        <a:pt x="32099" y="18955"/>
                      </a:cubicBezTo>
                      <a:cubicBezTo>
                        <a:pt x="32099" y="19336"/>
                        <a:pt x="32575" y="19812"/>
                        <a:pt x="33433" y="20383"/>
                      </a:cubicBezTo>
                      <a:cubicBezTo>
                        <a:pt x="34195" y="20955"/>
                        <a:pt x="34671" y="21526"/>
                        <a:pt x="34862" y="21907"/>
                      </a:cubicBezTo>
                      <a:lnTo>
                        <a:pt x="35147" y="21622"/>
                      </a:lnTo>
                      <a:close/>
                      <a:moveTo>
                        <a:pt x="4858" y="31623"/>
                      </a:moveTo>
                      <a:lnTo>
                        <a:pt x="5334" y="31147"/>
                      </a:lnTo>
                      <a:lnTo>
                        <a:pt x="4191" y="31432"/>
                      </a:lnTo>
                      <a:lnTo>
                        <a:pt x="4858" y="31623"/>
                      </a:lnTo>
                      <a:close/>
                      <a:moveTo>
                        <a:pt x="5334" y="25527"/>
                      </a:moveTo>
                      <a:lnTo>
                        <a:pt x="6572" y="26479"/>
                      </a:lnTo>
                      <a:lnTo>
                        <a:pt x="6572" y="25717"/>
                      </a:lnTo>
                      <a:lnTo>
                        <a:pt x="6382" y="25908"/>
                      </a:lnTo>
                      <a:cubicBezTo>
                        <a:pt x="6382" y="25908"/>
                        <a:pt x="5906" y="25908"/>
                        <a:pt x="5906" y="25622"/>
                      </a:cubicBezTo>
                      <a:cubicBezTo>
                        <a:pt x="5906" y="25432"/>
                        <a:pt x="5810" y="25241"/>
                        <a:pt x="5715" y="25241"/>
                      </a:cubicBezTo>
                      <a:cubicBezTo>
                        <a:pt x="5620" y="25241"/>
                        <a:pt x="5525" y="25337"/>
                        <a:pt x="5334" y="25432"/>
                      </a:cubicBezTo>
                      <a:close/>
                      <a:moveTo>
                        <a:pt x="5429" y="35147"/>
                      </a:moveTo>
                      <a:cubicBezTo>
                        <a:pt x="5429" y="35147"/>
                        <a:pt x="5906" y="35052"/>
                        <a:pt x="6382" y="34671"/>
                      </a:cubicBezTo>
                      <a:cubicBezTo>
                        <a:pt x="6382" y="34671"/>
                        <a:pt x="6191" y="34671"/>
                        <a:pt x="6191" y="34671"/>
                      </a:cubicBezTo>
                      <a:cubicBezTo>
                        <a:pt x="6191" y="34671"/>
                        <a:pt x="6001" y="34671"/>
                        <a:pt x="5906" y="34957"/>
                      </a:cubicBezTo>
                      <a:cubicBezTo>
                        <a:pt x="5906" y="35147"/>
                        <a:pt x="5715" y="35242"/>
                        <a:pt x="5429" y="35242"/>
                      </a:cubicBezTo>
                      <a:close/>
                      <a:moveTo>
                        <a:pt x="7906" y="39529"/>
                      </a:moveTo>
                      <a:lnTo>
                        <a:pt x="7906" y="38767"/>
                      </a:lnTo>
                      <a:cubicBezTo>
                        <a:pt x="7906" y="38767"/>
                        <a:pt x="7144" y="39243"/>
                        <a:pt x="6668" y="40005"/>
                      </a:cubicBezTo>
                      <a:lnTo>
                        <a:pt x="6382" y="40386"/>
                      </a:lnTo>
                      <a:cubicBezTo>
                        <a:pt x="6382" y="40386"/>
                        <a:pt x="6572" y="40100"/>
                        <a:pt x="6668" y="40005"/>
                      </a:cubicBezTo>
                      <a:lnTo>
                        <a:pt x="7144" y="39243"/>
                      </a:lnTo>
                      <a:cubicBezTo>
                        <a:pt x="7144" y="39243"/>
                        <a:pt x="7525" y="39529"/>
                        <a:pt x="7906" y="39529"/>
                      </a:cubicBezTo>
                      <a:close/>
                      <a:moveTo>
                        <a:pt x="9811" y="42481"/>
                      </a:moveTo>
                      <a:lnTo>
                        <a:pt x="8954" y="42958"/>
                      </a:lnTo>
                      <a:lnTo>
                        <a:pt x="9525" y="42958"/>
                      </a:lnTo>
                      <a:lnTo>
                        <a:pt x="9811" y="42481"/>
                      </a:lnTo>
                      <a:close/>
                      <a:moveTo>
                        <a:pt x="9811" y="34957"/>
                      </a:moveTo>
                      <a:lnTo>
                        <a:pt x="9811" y="35242"/>
                      </a:lnTo>
                      <a:cubicBezTo>
                        <a:pt x="9811" y="35242"/>
                        <a:pt x="10001" y="35433"/>
                        <a:pt x="10478" y="35433"/>
                      </a:cubicBezTo>
                      <a:lnTo>
                        <a:pt x="9811" y="34957"/>
                      </a:lnTo>
                      <a:close/>
                      <a:moveTo>
                        <a:pt x="10573" y="31909"/>
                      </a:moveTo>
                      <a:cubicBezTo>
                        <a:pt x="10573" y="31909"/>
                        <a:pt x="10763" y="31909"/>
                        <a:pt x="10668" y="31909"/>
                      </a:cubicBezTo>
                      <a:lnTo>
                        <a:pt x="10573" y="31909"/>
                      </a:lnTo>
                      <a:close/>
                      <a:moveTo>
                        <a:pt x="11335" y="31051"/>
                      </a:moveTo>
                      <a:lnTo>
                        <a:pt x="11335" y="31051"/>
                      </a:lnTo>
                      <a:cubicBezTo>
                        <a:pt x="11335" y="31051"/>
                        <a:pt x="11335" y="31051"/>
                        <a:pt x="11335" y="31051"/>
                      </a:cubicBezTo>
                      <a:close/>
                      <a:moveTo>
                        <a:pt x="11811" y="31242"/>
                      </a:moveTo>
                      <a:lnTo>
                        <a:pt x="11811" y="31528"/>
                      </a:lnTo>
                      <a:cubicBezTo>
                        <a:pt x="11811" y="31528"/>
                        <a:pt x="11811" y="31528"/>
                        <a:pt x="11621" y="31337"/>
                      </a:cubicBezTo>
                      <a:cubicBezTo>
                        <a:pt x="11525" y="31242"/>
                        <a:pt x="11430" y="31147"/>
                        <a:pt x="11335" y="31147"/>
                      </a:cubicBezTo>
                      <a:lnTo>
                        <a:pt x="11811" y="30480"/>
                      </a:lnTo>
                      <a:cubicBezTo>
                        <a:pt x="11811" y="30480"/>
                        <a:pt x="12002" y="30861"/>
                        <a:pt x="12097" y="30861"/>
                      </a:cubicBezTo>
                      <a:lnTo>
                        <a:pt x="12287" y="30861"/>
                      </a:lnTo>
                      <a:cubicBezTo>
                        <a:pt x="12287" y="30861"/>
                        <a:pt x="12383" y="30671"/>
                        <a:pt x="12478" y="30671"/>
                      </a:cubicBezTo>
                      <a:cubicBezTo>
                        <a:pt x="12573" y="30671"/>
                        <a:pt x="12668" y="30861"/>
                        <a:pt x="12668" y="31147"/>
                      </a:cubicBezTo>
                      <a:lnTo>
                        <a:pt x="11621" y="31147"/>
                      </a:lnTo>
                      <a:lnTo>
                        <a:pt x="11906" y="31337"/>
                      </a:lnTo>
                      <a:close/>
                      <a:moveTo>
                        <a:pt x="12383" y="33718"/>
                      </a:moveTo>
                      <a:lnTo>
                        <a:pt x="12573" y="32956"/>
                      </a:lnTo>
                      <a:cubicBezTo>
                        <a:pt x="12573" y="32956"/>
                        <a:pt x="12859" y="33242"/>
                        <a:pt x="12859" y="33718"/>
                      </a:cubicBezTo>
                      <a:lnTo>
                        <a:pt x="12383" y="33718"/>
                      </a:lnTo>
                      <a:close/>
                      <a:moveTo>
                        <a:pt x="15240" y="25337"/>
                      </a:moveTo>
                      <a:cubicBezTo>
                        <a:pt x="15240" y="25337"/>
                        <a:pt x="15240" y="25337"/>
                        <a:pt x="15240" y="25527"/>
                      </a:cubicBezTo>
                      <a:lnTo>
                        <a:pt x="15240" y="25337"/>
                      </a:lnTo>
                      <a:close/>
                      <a:moveTo>
                        <a:pt x="17145" y="26098"/>
                      </a:moveTo>
                      <a:lnTo>
                        <a:pt x="16288" y="25622"/>
                      </a:lnTo>
                      <a:lnTo>
                        <a:pt x="17145" y="25813"/>
                      </a:lnTo>
                      <a:lnTo>
                        <a:pt x="17145" y="26003"/>
                      </a:lnTo>
                      <a:close/>
                      <a:moveTo>
                        <a:pt x="16859" y="24098"/>
                      </a:moveTo>
                      <a:lnTo>
                        <a:pt x="17336" y="25527"/>
                      </a:lnTo>
                      <a:cubicBezTo>
                        <a:pt x="17336" y="25527"/>
                        <a:pt x="16764" y="24955"/>
                        <a:pt x="16764" y="24479"/>
                      </a:cubicBezTo>
                      <a:cubicBezTo>
                        <a:pt x="16764" y="24289"/>
                        <a:pt x="16764" y="24098"/>
                        <a:pt x="16859" y="24003"/>
                      </a:cubicBezTo>
                      <a:close/>
                      <a:moveTo>
                        <a:pt x="18764" y="32575"/>
                      </a:moveTo>
                      <a:lnTo>
                        <a:pt x="19431" y="32861"/>
                      </a:lnTo>
                      <a:lnTo>
                        <a:pt x="18764" y="33052"/>
                      </a:lnTo>
                      <a:lnTo>
                        <a:pt x="18764" y="32575"/>
                      </a:lnTo>
                      <a:close/>
                      <a:moveTo>
                        <a:pt x="20574" y="42577"/>
                      </a:moveTo>
                      <a:lnTo>
                        <a:pt x="21050" y="40957"/>
                      </a:lnTo>
                      <a:cubicBezTo>
                        <a:pt x="21050" y="40957"/>
                        <a:pt x="20383" y="41720"/>
                        <a:pt x="20383" y="42100"/>
                      </a:cubicBezTo>
                      <a:cubicBezTo>
                        <a:pt x="20383" y="42291"/>
                        <a:pt x="20479" y="42481"/>
                        <a:pt x="20669" y="42672"/>
                      </a:cubicBezTo>
                      <a:close/>
                      <a:moveTo>
                        <a:pt x="21908" y="52864"/>
                      </a:moveTo>
                      <a:lnTo>
                        <a:pt x="21717" y="52197"/>
                      </a:lnTo>
                      <a:lnTo>
                        <a:pt x="22384" y="52197"/>
                      </a:lnTo>
                      <a:lnTo>
                        <a:pt x="22384" y="52673"/>
                      </a:lnTo>
                      <a:cubicBezTo>
                        <a:pt x="22384" y="52673"/>
                        <a:pt x="22193" y="52673"/>
                        <a:pt x="22003" y="52864"/>
                      </a:cubicBezTo>
                      <a:close/>
                      <a:moveTo>
                        <a:pt x="23717" y="43529"/>
                      </a:moveTo>
                      <a:lnTo>
                        <a:pt x="23717" y="43053"/>
                      </a:lnTo>
                      <a:cubicBezTo>
                        <a:pt x="23717" y="43053"/>
                        <a:pt x="23146" y="43053"/>
                        <a:pt x="23050" y="43243"/>
                      </a:cubicBezTo>
                      <a:lnTo>
                        <a:pt x="23717" y="43529"/>
                      </a:lnTo>
                      <a:close/>
                      <a:moveTo>
                        <a:pt x="26670" y="41529"/>
                      </a:moveTo>
                      <a:cubicBezTo>
                        <a:pt x="26670" y="41529"/>
                        <a:pt x="26861" y="41434"/>
                        <a:pt x="26956" y="41338"/>
                      </a:cubicBezTo>
                      <a:cubicBezTo>
                        <a:pt x="27051" y="41243"/>
                        <a:pt x="27146" y="41148"/>
                        <a:pt x="27242" y="41148"/>
                      </a:cubicBezTo>
                      <a:lnTo>
                        <a:pt x="26194" y="40957"/>
                      </a:lnTo>
                      <a:lnTo>
                        <a:pt x="26670" y="41529"/>
                      </a:lnTo>
                      <a:close/>
                      <a:moveTo>
                        <a:pt x="27146" y="38100"/>
                      </a:moveTo>
                      <a:cubicBezTo>
                        <a:pt x="27146" y="38100"/>
                        <a:pt x="27908" y="37433"/>
                        <a:pt x="28004" y="37433"/>
                      </a:cubicBezTo>
                      <a:lnTo>
                        <a:pt x="27718" y="37147"/>
                      </a:lnTo>
                      <a:lnTo>
                        <a:pt x="27146" y="38100"/>
                      </a:lnTo>
                      <a:close/>
                      <a:moveTo>
                        <a:pt x="27718" y="25717"/>
                      </a:moveTo>
                      <a:lnTo>
                        <a:pt x="28575" y="25717"/>
                      </a:lnTo>
                      <a:lnTo>
                        <a:pt x="28099" y="24860"/>
                      </a:lnTo>
                      <a:cubicBezTo>
                        <a:pt x="28099" y="24860"/>
                        <a:pt x="28099" y="25622"/>
                        <a:pt x="27718" y="25717"/>
                      </a:cubicBezTo>
                      <a:lnTo>
                        <a:pt x="27242" y="25717"/>
                      </a:lnTo>
                      <a:cubicBezTo>
                        <a:pt x="27242" y="25717"/>
                        <a:pt x="27623" y="25813"/>
                        <a:pt x="27718" y="25717"/>
                      </a:cubicBezTo>
                      <a:close/>
                      <a:moveTo>
                        <a:pt x="28575" y="32385"/>
                      </a:moveTo>
                      <a:cubicBezTo>
                        <a:pt x="28575" y="32385"/>
                        <a:pt x="28194" y="32385"/>
                        <a:pt x="28004" y="32195"/>
                      </a:cubicBezTo>
                      <a:cubicBezTo>
                        <a:pt x="27908" y="32004"/>
                        <a:pt x="27813" y="31718"/>
                        <a:pt x="28004" y="31528"/>
                      </a:cubicBezTo>
                      <a:lnTo>
                        <a:pt x="28670" y="32385"/>
                      </a:lnTo>
                      <a:close/>
                      <a:moveTo>
                        <a:pt x="29432" y="31528"/>
                      </a:moveTo>
                      <a:cubicBezTo>
                        <a:pt x="29432" y="31528"/>
                        <a:pt x="29242" y="31528"/>
                        <a:pt x="29146" y="31623"/>
                      </a:cubicBezTo>
                      <a:cubicBezTo>
                        <a:pt x="28956" y="31528"/>
                        <a:pt x="28861" y="31337"/>
                        <a:pt x="28766" y="31242"/>
                      </a:cubicBezTo>
                      <a:lnTo>
                        <a:pt x="28956" y="31051"/>
                      </a:lnTo>
                      <a:lnTo>
                        <a:pt x="27908" y="30861"/>
                      </a:lnTo>
                      <a:lnTo>
                        <a:pt x="29337" y="31051"/>
                      </a:lnTo>
                      <a:lnTo>
                        <a:pt x="29337" y="31528"/>
                      </a:lnTo>
                      <a:close/>
                      <a:moveTo>
                        <a:pt x="28099" y="30099"/>
                      </a:moveTo>
                      <a:lnTo>
                        <a:pt x="28099" y="28956"/>
                      </a:lnTo>
                      <a:cubicBezTo>
                        <a:pt x="28099" y="28956"/>
                        <a:pt x="28385" y="29623"/>
                        <a:pt x="28099" y="30099"/>
                      </a:cubicBezTo>
                      <a:close/>
                      <a:moveTo>
                        <a:pt x="29051" y="27337"/>
                      </a:moveTo>
                      <a:lnTo>
                        <a:pt x="29051" y="26860"/>
                      </a:lnTo>
                      <a:lnTo>
                        <a:pt x="28385" y="27622"/>
                      </a:lnTo>
                      <a:lnTo>
                        <a:pt x="29051" y="27337"/>
                      </a:lnTo>
                      <a:close/>
                      <a:moveTo>
                        <a:pt x="29051" y="31718"/>
                      </a:moveTo>
                      <a:cubicBezTo>
                        <a:pt x="29051" y="31718"/>
                        <a:pt x="29051" y="31718"/>
                        <a:pt x="29051" y="31718"/>
                      </a:cubicBezTo>
                      <a:lnTo>
                        <a:pt x="29051" y="31718"/>
                      </a:lnTo>
                      <a:cubicBezTo>
                        <a:pt x="29051" y="31718"/>
                        <a:pt x="29146" y="31813"/>
                        <a:pt x="29146" y="31909"/>
                      </a:cubicBezTo>
                      <a:cubicBezTo>
                        <a:pt x="29051" y="31909"/>
                        <a:pt x="28956" y="31813"/>
                        <a:pt x="28861" y="31718"/>
                      </a:cubicBezTo>
                      <a:close/>
                      <a:moveTo>
                        <a:pt x="29051" y="40005"/>
                      </a:moveTo>
                      <a:cubicBezTo>
                        <a:pt x="29051" y="40005"/>
                        <a:pt x="29718" y="40386"/>
                        <a:pt x="29718" y="40386"/>
                      </a:cubicBezTo>
                      <a:cubicBezTo>
                        <a:pt x="29337" y="40100"/>
                        <a:pt x="29242" y="39814"/>
                        <a:pt x="29337" y="39529"/>
                      </a:cubicBezTo>
                      <a:lnTo>
                        <a:pt x="29337" y="39243"/>
                      </a:lnTo>
                      <a:cubicBezTo>
                        <a:pt x="29337" y="39243"/>
                        <a:pt x="29337" y="39338"/>
                        <a:pt x="29337" y="39529"/>
                      </a:cubicBezTo>
                      <a:lnTo>
                        <a:pt x="29051" y="40005"/>
                      </a:lnTo>
                      <a:close/>
                      <a:moveTo>
                        <a:pt x="29908" y="18574"/>
                      </a:moveTo>
                      <a:lnTo>
                        <a:pt x="29908" y="17621"/>
                      </a:lnTo>
                      <a:lnTo>
                        <a:pt x="29718" y="17621"/>
                      </a:lnTo>
                      <a:lnTo>
                        <a:pt x="29718" y="18574"/>
                      </a:lnTo>
                      <a:lnTo>
                        <a:pt x="29908" y="18574"/>
                      </a:lnTo>
                      <a:close/>
                      <a:moveTo>
                        <a:pt x="31242" y="33052"/>
                      </a:moveTo>
                      <a:lnTo>
                        <a:pt x="31242" y="32385"/>
                      </a:lnTo>
                      <a:cubicBezTo>
                        <a:pt x="31242" y="32385"/>
                        <a:pt x="31147" y="32575"/>
                        <a:pt x="30766" y="32575"/>
                      </a:cubicBezTo>
                      <a:lnTo>
                        <a:pt x="30575" y="32195"/>
                      </a:lnTo>
                      <a:lnTo>
                        <a:pt x="29718" y="33338"/>
                      </a:lnTo>
                      <a:lnTo>
                        <a:pt x="30099" y="33338"/>
                      </a:lnTo>
                      <a:cubicBezTo>
                        <a:pt x="30099" y="33338"/>
                        <a:pt x="30004" y="33242"/>
                        <a:pt x="29908" y="33052"/>
                      </a:cubicBezTo>
                      <a:cubicBezTo>
                        <a:pt x="29908" y="32861"/>
                        <a:pt x="30099" y="32671"/>
                        <a:pt x="30290" y="32671"/>
                      </a:cubicBezTo>
                      <a:cubicBezTo>
                        <a:pt x="30290" y="32671"/>
                        <a:pt x="30480" y="32766"/>
                        <a:pt x="31242" y="33052"/>
                      </a:cubicBezTo>
                      <a:close/>
                      <a:moveTo>
                        <a:pt x="30099" y="39814"/>
                      </a:moveTo>
                      <a:lnTo>
                        <a:pt x="31337" y="40291"/>
                      </a:lnTo>
                      <a:lnTo>
                        <a:pt x="30956" y="39814"/>
                      </a:lnTo>
                      <a:lnTo>
                        <a:pt x="30099" y="39814"/>
                      </a:lnTo>
                      <a:close/>
                      <a:moveTo>
                        <a:pt x="32004" y="36195"/>
                      </a:moveTo>
                      <a:lnTo>
                        <a:pt x="32004" y="35528"/>
                      </a:lnTo>
                      <a:lnTo>
                        <a:pt x="31623" y="36385"/>
                      </a:lnTo>
                      <a:cubicBezTo>
                        <a:pt x="31623" y="36385"/>
                        <a:pt x="31909" y="36195"/>
                        <a:pt x="32004" y="36195"/>
                      </a:cubicBezTo>
                      <a:close/>
                      <a:moveTo>
                        <a:pt x="35814" y="42005"/>
                      </a:moveTo>
                      <a:cubicBezTo>
                        <a:pt x="35814" y="42005"/>
                        <a:pt x="35814" y="42767"/>
                        <a:pt x="36004" y="43243"/>
                      </a:cubicBezTo>
                      <a:lnTo>
                        <a:pt x="35719" y="43243"/>
                      </a:lnTo>
                      <a:cubicBezTo>
                        <a:pt x="35719" y="43243"/>
                        <a:pt x="35719" y="43053"/>
                        <a:pt x="35528" y="42863"/>
                      </a:cubicBezTo>
                      <a:cubicBezTo>
                        <a:pt x="35433" y="42767"/>
                        <a:pt x="35243" y="42672"/>
                        <a:pt x="35243" y="42577"/>
                      </a:cubicBezTo>
                      <a:lnTo>
                        <a:pt x="35909" y="42005"/>
                      </a:lnTo>
                      <a:close/>
                      <a:moveTo>
                        <a:pt x="38576" y="11811"/>
                      </a:moveTo>
                      <a:lnTo>
                        <a:pt x="38576" y="11811"/>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62" name="Google Shape;1562;p99"/>
              <p:cNvGrpSpPr/>
              <p:nvPr/>
            </p:nvGrpSpPr>
            <p:grpSpPr>
              <a:xfrm>
                <a:off x="8567636" y="6954012"/>
                <a:ext cx="176974" cy="34956"/>
                <a:chOff x="3314318" y="4672107"/>
                <a:chExt cx="176974" cy="34956"/>
              </a:xfrm>
            </p:grpSpPr>
            <p:sp>
              <p:nvSpPr>
                <p:cNvPr id="1563" name="Google Shape;1563;p99"/>
                <p:cNvSpPr/>
                <p:nvPr/>
              </p:nvSpPr>
              <p:spPr>
                <a:xfrm>
                  <a:off x="3314318" y="4675155"/>
                  <a:ext cx="29432" cy="31623"/>
                </a:xfrm>
                <a:custGeom>
                  <a:avLst/>
                  <a:gdLst/>
                  <a:ahLst/>
                  <a:cxnLst/>
                  <a:rect l="l" t="t" r="r" b="b"/>
                  <a:pathLst>
                    <a:path w="29432" h="31623" extrusionOk="0">
                      <a:moveTo>
                        <a:pt x="571" y="21717"/>
                      </a:moveTo>
                      <a:cubicBezTo>
                        <a:pt x="571" y="21717"/>
                        <a:pt x="571" y="22098"/>
                        <a:pt x="667" y="22098"/>
                      </a:cubicBezTo>
                      <a:cubicBezTo>
                        <a:pt x="667" y="22098"/>
                        <a:pt x="667" y="22098"/>
                        <a:pt x="762" y="22098"/>
                      </a:cubicBezTo>
                      <a:lnTo>
                        <a:pt x="952" y="22098"/>
                      </a:lnTo>
                      <a:cubicBezTo>
                        <a:pt x="952" y="22098"/>
                        <a:pt x="1048" y="22098"/>
                        <a:pt x="1048" y="22193"/>
                      </a:cubicBezTo>
                      <a:cubicBezTo>
                        <a:pt x="476" y="22193"/>
                        <a:pt x="95" y="22193"/>
                        <a:pt x="0" y="22098"/>
                      </a:cubicBezTo>
                      <a:lnTo>
                        <a:pt x="476" y="21717"/>
                      </a:lnTo>
                      <a:close/>
                      <a:moveTo>
                        <a:pt x="1143" y="25718"/>
                      </a:moveTo>
                      <a:cubicBezTo>
                        <a:pt x="1143" y="25718"/>
                        <a:pt x="1333" y="25527"/>
                        <a:pt x="1524" y="25527"/>
                      </a:cubicBezTo>
                      <a:lnTo>
                        <a:pt x="1905" y="25527"/>
                      </a:lnTo>
                      <a:cubicBezTo>
                        <a:pt x="1905" y="25527"/>
                        <a:pt x="1810" y="25718"/>
                        <a:pt x="1619" y="25718"/>
                      </a:cubicBezTo>
                      <a:lnTo>
                        <a:pt x="1143" y="25718"/>
                      </a:lnTo>
                      <a:close/>
                      <a:moveTo>
                        <a:pt x="2477" y="27813"/>
                      </a:moveTo>
                      <a:lnTo>
                        <a:pt x="2477" y="27337"/>
                      </a:lnTo>
                      <a:lnTo>
                        <a:pt x="2858" y="27337"/>
                      </a:lnTo>
                      <a:lnTo>
                        <a:pt x="2477" y="27813"/>
                      </a:lnTo>
                      <a:close/>
                      <a:moveTo>
                        <a:pt x="4191" y="25241"/>
                      </a:moveTo>
                      <a:cubicBezTo>
                        <a:pt x="4191" y="25241"/>
                        <a:pt x="4477" y="25241"/>
                        <a:pt x="4763" y="25527"/>
                      </a:cubicBezTo>
                      <a:lnTo>
                        <a:pt x="4763" y="25718"/>
                      </a:lnTo>
                      <a:lnTo>
                        <a:pt x="4191" y="25241"/>
                      </a:lnTo>
                      <a:close/>
                      <a:moveTo>
                        <a:pt x="4763" y="27813"/>
                      </a:moveTo>
                      <a:cubicBezTo>
                        <a:pt x="4763" y="27813"/>
                        <a:pt x="4953" y="27623"/>
                        <a:pt x="5048" y="27527"/>
                      </a:cubicBezTo>
                      <a:cubicBezTo>
                        <a:pt x="5048" y="27432"/>
                        <a:pt x="5239" y="27337"/>
                        <a:pt x="5239" y="27337"/>
                      </a:cubicBezTo>
                      <a:cubicBezTo>
                        <a:pt x="5239" y="27337"/>
                        <a:pt x="5239" y="27527"/>
                        <a:pt x="5048" y="27813"/>
                      </a:cubicBezTo>
                      <a:lnTo>
                        <a:pt x="4763" y="27813"/>
                      </a:lnTo>
                      <a:close/>
                      <a:moveTo>
                        <a:pt x="5524" y="24289"/>
                      </a:moveTo>
                      <a:lnTo>
                        <a:pt x="5524" y="24575"/>
                      </a:lnTo>
                      <a:lnTo>
                        <a:pt x="4953" y="24575"/>
                      </a:lnTo>
                      <a:cubicBezTo>
                        <a:pt x="4953" y="24575"/>
                        <a:pt x="5144" y="24098"/>
                        <a:pt x="5239" y="24098"/>
                      </a:cubicBezTo>
                      <a:cubicBezTo>
                        <a:pt x="5239" y="24098"/>
                        <a:pt x="5429" y="24098"/>
                        <a:pt x="5524" y="24289"/>
                      </a:cubicBezTo>
                      <a:close/>
                      <a:moveTo>
                        <a:pt x="6096" y="21527"/>
                      </a:moveTo>
                      <a:lnTo>
                        <a:pt x="6096" y="21812"/>
                      </a:lnTo>
                      <a:lnTo>
                        <a:pt x="5524" y="21241"/>
                      </a:lnTo>
                      <a:cubicBezTo>
                        <a:pt x="5524" y="21241"/>
                        <a:pt x="5906" y="21241"/>
                        <a:pt x="6096" y="21431"/>
                      </a:cubicBezTo>
                      <a:close/>
                      <a:moveTo>
                        <a:pt x="5524" y="26099"/>
                      </a:moveTo>
                      <a:cubicBezTo>
                        <a:pt x="5524" y="26099"/>
                        <a:pt x="5810" y="26194"/>
                        <a:pt x="5810" y="26479"/>
                      </a:cubicBezTo>
                      <a:lnTo>
                        <a:pt x="5524" y="26479"/>
                      </a:lnTo>
                      <a:lnTo>
                        <a:pt x="5524" y="26099"/>
                      </a:lnTo>
                      <a:close/>
                      <a:moveTo>
                        <a:pt x="6286" y="29433"/>
                      </a:moveTo>
                      <a:lnTo>
                        <a:pt x="6286" y="29242"/>
                      </a:lnTo>
                      <a:lnTo>
                        <a:pt x="6763" y="28956"/>
                      </a:lnTo>
                      <a:lnTo>
                        <a:pt x="6286" y="29433"/>
                      </a:lnTo>
                      <a:close/>
                      <a:moveTo>
                        <a:pt x="29337" y="23146"/>
                      </a:moveTo>
                      <a:lnTo>
                        <a:pt x="28003" y="23336"/>
                      </a:lnTo>
                      <a:lnTo>
                        <a:pt x="28003" y="23527"/>
                      </a:lnTo>
                      <a:cubicBezTo>
                        <a:pt x="28003" y="23527"/>
                        <a:pt x="28003" y="23717"/>
                        <a:pt x="28289" y="23813"/>
                      </a:cubicBezTo>
                      <a:cubicBezTo>
                        <a:pt x="28575" y="24003"/>
                        <a:pt x="28670" y="24098"/>
                        <a:pt x="28670" y="24289"/>
                      </a:cubicBezTo>
                      <a:lnTo>
                        <a:pt x="28956" y="24289"/>
                      </a:lnTo>
                      <a:cubicBezTo>
                        <a:pt x="28765" y="25051"/>
                        <a:pt x="28670" y="25908"/>
                        <a:pt x="28575" y="26670"/>
                      </a:cubicBezTo>
                      <a:cubicBezTo>
                        <a:pt x="28385" y="27527"/>
                        <a:pt x="27908" y="28099"/>
                        <a:pt x="27051" y="28385"/>
                      </a:cubicBezTo>
                      <a:cubicBezTo>
                        <a:pt x="26956" y="27908"/>
                        <a:pt x="26575" y="27813"/>
                        <a:pt x="26098" y="28004"/>
                      </a:cubicBezTo>
                      <a:lnTo>
                        <a:pt x="25908" y="28004"/>
                      </a:lnTo>
                      <a:lnTo>
                        <a:pt x="26480" y="28766"/>
                      </a:lnTo>
                      <a:cubicBezTo>
                        <a:pt x="26480" y="28766"/>
                        <a:pt x="25908" y="28575"/>
                        <a:pt x="25718" y="28385"/>
                      </a:cubicBezTo>
                      <a:cubicBezTo>
                        <a:pt x="25432" y="28099"/>
                        <a:pt x="25146" y="28004"/>
                        <a:pt x="25051" y="28004"/>
                      </a:cubicBezTo>
                      <a:cubicBezTo>
                        <a:pt x="24860" y="28004"/>
                        <a:pt x="24670" y="28004"/>
                        <a:pt x="24384" y="28289"/>
                      </a:cubicBezTo>
                      <a:lnTo>
                        <a:pt x="24860" y="28289"/>
                      </a:lnTo>
                      <a:lnTo>
                        <a:pt x="24860" y="28480"/>
                      </a:lnTo>
                      <a:cubicBezTo>
                        <a:pt x="24860" y="28480"/>
                        <a:pt x="25527" y="28861"/>
                        <a:pt x="26003" y="29242"/>
                      </a:cubicBezTo>
                      <a:lnTo>
                        <a:pt x="24860" y="29718"/>
                      </a:lnTo>
                      <a:lnTo>
                        <a:pt x="25146" y="29718"/>
                      </a:lnTo>
                      <a:cubicBezTo>
                        <a:pt x="25146" y="29718"/>
                        <a:pt x="24670" y="30004"/>
                        <a:pt x="23813" y="30385"/>
                      </a:cubicBezTo>
                      <a:cubicBezTo>
                        <a:pt x="23431" y="30575"/>
                        <a:pt x="23051" y="30671"/>
                        <a:pt x="22669" y="30671"/>
                      </a:cubicBezTo>
                      <a:cubicBezTo>
                        <a:pt x="22479" y="30671"/>
                        <a:pt x="22289" y="30671"/>
                        <a:pt x="22098" y="30671"/>
                      </a:cubicBezTo>
                      <a:cubicBezTo>
                        <a:pt x="22098" y="31052"/>
                        <a:pt x="22003" y="31242"/>
                        <a:pt x="22098" y="31433"/>
                      </a:cubicBezTo>
                      <a:lnTo>
                        <a:pt x="16097" y="31623"/>
                      </a:lnTo>
                      <a:cubicBezTo>
                        <a:pt x="15621" y="31147"/>
                        <a:pt x="14859" y="30766"/>
                        <a:pt x="13906" y="30480"/>
                      </a:cubicBezTo>
                      <a:cubicBezTo>
                        <a:pt x="12764" y="30194"/>
                        <a:pt x="12002" y="29909"/>
                        <a:pt x="11716" y="29718"/>
                      </a:cubicBezTo>
                      <a:cubicBezTo>
                        <a:pt x="11620" y="29528"/>
                        <a:pt x="11335" y="29433"/>
                        <a:pt x="11049" y="29242"/>
                      </a:cubicBezTo>
                      <a:cubicBezTo>
                        <a:pt x="10668" y="29242"/>
                        <a:pt x="10382" y="29051"/>
                        <a:pt x="10097" y="28956"/>
                      </a:cubicBezTo>
                      <a:lnTo>
                        <a:pt x="10573" y="28575"/>
                      </a:lnTo>
                      <a:lnTo>
                        <a:pt x="10001" y="28004"/>
                      </a:lnTo>
                      <a:lnTo>
                        <a:pt x="9811" y="28385"/>
                      </a:lnTo>
                      <a:cubicBezTo>
                        <a:pt x="9335" y="28385"/>
                        <a:pt x="8953" y="27813"/>
                        <a:pt x="8953" y="27146"/>
                      </a:cubicBezTo>
                      <a:cubicBezTo>
                        <a:pt x="8953" y="26479"/>
                        <a:pt x="8573" y="26194"/>
                        <a:pt x="7810" y="26194"/>
                      </a:cubicBezTo>
                      <a:lnTo>
                        <a:pt x="7334" y="26194"/>
                      </a:lnTo>
                      <a:cubicBezTo>
                        <a:pt x="7334" y="26194"/>
                        <a:pt x="8001" y="25908"/>
                        <a:pt x="8001" y="25527"/>
                      </a:cubicBezTo>
                      <a:cubicBezTo>
                        <a:pt x="8001" y="25337"/>
                        <a:pt x="8001" y="25146"/>
                        <a:pt x="7906" y="25051"/>
                      </a:cubicBezTo>
                      <a:cubicBezTo>
                        <a:pt x="7810" y="24956"/>
                        <a:pt x="7525" y="24765"/>
                        <a:pt x="7048" y="24670"/>
                      </a:cubicBezTo>
                      <a:lnTo>
                        <a:pt x="6953" y="24670"/>
                      </a:lnTo>
                      <a:cubicBezTo>
                        <a:pt x="6953" y="24670"/>
                        <a:pt x="6953" y="24860"/>
                        <a:pt x="6858" y="24860"/>
                      </a:cubicBezTo>
                      <a:cubicBezTo>
                        <a:pt x="6858" y="24860"/>
                        <a:pt x="6668" y="24765"/>
                        <a:pt x="6668" y="24575"/>
                      </a:cubicBezTo>
                      <a:cubicBezTo>
                        <a:pt x="6668" y="24384"/>
                        <a:pt x="6668" y="24194"/>
                        <a:pt x="6668" y="24098"/>
                      </a:cubicBezTo>
                      <a:cubicBezTo>
                        <a:pt x="6953" y="24003"/>
                        <a:pt x="7334" y="23717"/>
                        <a:pt x="7810" y="23241"/>
                      </a:cubicBezTo>
                      <a:cubicBezTo>
                        <a:pt x="8287" y="22765"/>
                        <a:pt x="8668" y="22574"/>
                        <a:pt x="8953" y="22574"/>
                      </a:cubicBezTo>
                      <a:cubicBezTo>
                        <a:pt x="9144" y="22574"/>
                        <a:pt x="9335" y="22574"/>
                        <a:pt x="9430" y="22670"/>
                      </a:cubicBezTo>
                      <a:cubicBezTo>
                        <a:pt x="9335" y="22479"/>
                        <a:pt x="9335" y="22289"/>
                        <a:pt x="9430" y="22193"/>
                      </a:cubicBezTo>
                      <a:cubicBezTo>
                        <a:pt x="9525" y="22098"/>
                        <a:pt x="9430" y="21908"/>
                        <a:pt x="9239" y="21622"/>
                      </a:cubicBezTo>
                      <a:lnTo>
                        <a:pt x="10573" y="20955"/>
                      </a:lnTo>
                      <a:lnTo>
                        <a:pt x="10192" y="20479"/>
                      </a:lnTo>
                      <a:cubicBezTo>
                        <a:pt x="10192" y="20479"/>
                        <a:pt x="10763" y="20479"/>
                        <a:pt x="11240" y="20098"/>
                      </a:cubicBezTo>
                      <a:cubicBezTo>
                        <a:pt x="11716" y="19908"/>
                        <a:pt x="12002" y="19717"/>
                        <a:pt x="12192" y="19717"/>
                      </a:cubicBezTo>
                      <a:cubicBezTo>
                        <a:pt x="12478" y="19717"/>
                        <a:pt x="12668" y="20003"/>
                        <a:pt x="12764" y="20384"/>
                      </a:cubicBezTo>
                      <a:cubicBezTo>
                        <a:pt x="12764" y="21241"/>
                        <a:pt x="12954" y="22098"/>
                        <a:pt x="13716" y="22955"/>
                      </a:cubicBezTo>
                      <a:cubicBezTo>
                        <a:pt x="14002" y="23432"/>
                        <a:pt x="14764" y="24003"/>
                        <a:pt x="15811" y="24956"/>
                      </a:cubicBezTo>
                      <a:cubicBezTo>
                        <a:pt x="16002" y="25337"/>
                        <a:pt x="16193" y="25527"/>
                        <a:pt x="16573" y="25527"/>
                      </a:cubicBezTo>
                      <a:cubicBezTo>
                        <a:pt x="16669" y="25527"/>
                        <a:pt x="16764" y="25527"/>
                        <a:pt x="17050" y="25432"/>
                      </a:cubicBezTo>
                      <a:cubicBezTo>
                        <a:pt x="17240" y="25432"/>
                        <a:pt x="17431" y="25432"/>
                        <a:pt x="17526" y="25432"/>
                      </a:cubicBezTo>
                      <a:cubicBezTo>
                        <a:pt x="17812" y="25432"/>
                        <a:pt x="18002" y="25432"/>
                        <a:pt x="18193" y="25622"/>
                      </a:cubicBezTo>
                      <a:cubicBezTo>
                        <a:pt x="18383" y="25622"/>
                        <a:pt x="18669" y="25718"/>
                        <a:pt x="18860" y="25718"/>
                      </a:cubicBezTo>
                      <a:cubicBezTo>
                        <a:pt x="19336" y="25718"/>
                        <a:pt x="19907" y="25527"/>
                        <a:pt x="20574" y="25051"/>
                      </a:cubicBezTo>
                      <a:cubicBezTo>
                        <a:pt x="21527" y="24479"/>
                        <a:pt x="22003" y="24098"/>
                        <a:pt x="22193" y="24098"/>
                      </a:cubicBezTo>
                      <a:cubicBezTo>
                        <a:pt x="22289" y="23813"/>
                        <a:pt x="22384" y="23622"/>
                        <a:pt x="22384" y="23432"/>
                      </a:cubicBezTo>
                      <a:cubicBezTo>
                        <a:pt x="22384" y="23146"/>
                        <a:pt x="22193" y="22670"/>
                        <a:pt x="21812" y="22193"/>
                      </a:cubicBezTo>
                      <a:cubicBezTo>
                        <a:pt x="21431" y="21622"/>
                        <a:pt x="21241" y="21241"/>
                        <a:pt x="21241" y="21050"/>
                      </a:cubicBezTo>
                      <a:cubicBezTo>
                        <a:pt x="20669" y="21050"/>
                        <a:pt x="20288" y="20669"/>
                        <a:pt x="20193" y="20288"/>
                      </a:cubicBezTo>
                      <a:lnTo>
                        <a:pt x="20384" y="20098"/>
                      </a:lnTo>
                      <a:cubicBezTo>
                        <a:pt x="19526" y="19717"/>
                        <a:pt x="18383" y="19145"/>
                        <a:pt x="16859" y="18288"/>
                      </a:cubicBezTo>
                      <a:cubicBezTo>
                        <a:pt x="16764" y="18479"/>
                        <a:pt x="16573" y="18479"/>
                        <a:pt x="16383" y="18479"/>
                      </a:cubicBezTo>
                      <a:cubicBezTo>
                        <a:pt x="16193" y="18479"/>
                        <a:pt x="15907" y="18288"/>
                        <a:pt x="15621" y="18098"/>
                      </a:cubicBezTo>
                      <a:cubicBezTo>
                        <a:pt x="15240" y="17812"/>
                        <a:pt x="15049" y="17717"/>
                        <a:pt x="14859" y="17717"/>
                      </a:cubicBezTo>
                      <a:cubicBezTo>
                        <a:pt x="14764" y="17717"/>
                        <a:pt x="14669" y="17717"/>
                        <a:pt x="14669" y="17717"/>
                      </a:cubicBezTo>
                      <a:cubicBezTo>
                        <a:pt x="14002" y="17621"/>
                        <a:pt x="13335" y="16954"/>
                        <a:pt x="12668" y="16097"/>
                      </a:cubicBezTo>
                      <a:cubicBezTo>
                        <a:pt x="11906" y="15050"/>
                        <a:pt x="11335" y="14478"/>
                        <a:pt x="10763" y="14192"/>
                      </a:cubicBezTo>
                      <a:cubicBezTo>
                        <a:pt x="10763" y="13907"/>
                        <a:pt x="10763" y="13526"/>
                        <a:pt x="10382" y="13145"/>
                      </a:cubicBezTo>
                      <a:cubicBezTo>
                        <a:pt x="10097" y="12668"/>
                        <a:pt x="10001" y="12383"/>
                        <a:pt x="10001" y="12097"/>
                      </a:cubicBezTo>
                      <a:cubicBezTo>
                        <a:pt x="9811" y="11811"/>
                        <a:pt x="9715" y="11049"/>
                        <a:pt x="9620" y="10097"/>
                      </a:cubicBezTo>
                      <a:cubicBezTo>
                        <a:pt x="9620" y="9239"/>
                        <a:pt x="9525" y="8382"/>
                        <a:pt x="9525" y="7525"/>
                      </a:cubicBezTo>
                      <a:cubicBezTo>
                        <a:pt x="9715" y="7429"/>
                        <a:pt x="9811" y="7334"/>
                        <a:pt x="9811" y="7144"/>
                      </a:cubicBezTo>
                      <a:cubicBezTo>
                        <a:pt x="9811" y="7144"/>
                        <a:pt x="9811" y="6953"/>
                        <a:pt x="9620" y="6763"/>
                      </a:cubicBezTo>
                      <a:cubicBezTo>
                        <a:pt x="9620" y="6572"/>
                        <a:pt x="9430" y="6477"/>
                        <a:pt x="9430" y="6382"/>
                      </a:cubicBezTo>
                      <a:cubicBezTo>
                        <a:pt x="9525" y="6001"/>
                        <a:pt x="10001" y="5525"/>
                        <a:pt x="10763" y="4953"/>
                      </a:cubicBezTo>
                      <a:cubicBezTo>
                        <a:pt x="11430" y="4382"/>
                        <a:pt x="11716" y="3905"/>
                        <a:pt x="11716" y="3334"/>
                      </a:cubicBezTo>
                      <a:cubicBezTo>
                        <a:pt x="11811" y="3334"/>
                        <a:pt x="12002" y="3239"/>
                        <a:pt x="12287" y="3048"/>
                      </a:cubicBezTo>
                      <a:cubicBezTo>
                        <a:pt x="12573" y="2858"/>
                        <a:pt x="12668" y="2762"/>
                        <a:pt x="12764" y="2762"/>
                      </a:cubicBezTo>
                      <a:cubicBezTo>
                        <a:pt x="12764" y="2762"/>
                        <a:pt x="12954" y="2762"/>
                        <a:pt x="13049" y="2858"/>
                      </a:cubicBezTo>
                      <a:cubicBezTo>
                        <a:pt x="13526" y="2096"/>
                        <a:pt x="14288" y="1524"/>
                        <a:pt x="15431" y="1048"/>
                      </a:cubicBezTo>
                      <a:cubicBezTo>
                        <a:pt x="16383" y="762"/>
                        <a:pt x="17335" y="476"/>
                        <a:pt x="18288" y="191"/>
                      </a:cubicBezTo>
                      <a:cubicBezTo>
                        <a:pt x="18574" y="95"/>
                        <a:pt x="18860" y="0"/>
                        <a:pt x="19145" y="0"/>
                      </a:cubicBezTo>
                      <a:cubicBezTo>
                        <a:pt x="19526" y="0"/>
                        <a:pt x="20098" y="191"/>
                        <a:pt x="20860" y="476"/>
                      </a:cubicBezTo>
                      <a:cubicBezTo>
                        <a:pt x="21622" y="762"/>
                        <a:pt x="22193" y="953"/>
                        <a:pt x="22574" y="953"/>
                      </a:cubicBezTo>
                      <a:cubicBezTo>
                        <a:pt x="22765" y="953"/>
                        <a:pt x="22955" y="953"/>
                        <a:pt x="23051" y="953"/>
                      </a:cubicBezTo>
                      <a:cubicBezTo>
                        <a:pt x="23241" y="1334"/>
                        <a:pt x="23622" y="1619"/>
                        <a:pt x="24003" y="1715"/>
                      </a:cubicBezTo>
                      <a:cubicBezTo>
                        <a:pt x="24670" y="1905"/>
                        <a:pt x="25051" y="2096"/>
                        <a:pt x="25241" y="2191"/>
                      </a:cubicBezTo>
                      <a:cubicBezTo>
                        <a:pt x="26098" y="2191"/>
                        <a:pt x="26860" y="3429"/>
                        <a:pt x="27623" y="5620"/>
                      </a:cubicBezTo>
                      <a:cubicBezTo>
                        <a:pt x="27623" y="5906"/>
                        <a:pt x="27337" y="6382"/>
                        <a:pt x="26956" y="6858"/>
                      </a:cubicBezTo>
                      <a:cubicBezTo>
                        <a:pt x="26480" y="7334"/>
                        <a:pt x="26289" y="7811"/>
                        <a:pt x="26289" y="8287"/>
                      </a:cubicBezTo>
                      <a:cubicBezTo>
                        <a:pt x="26003" y="8192"/>
                        <a:pt x="25813" y="8287"/>
                        <a:pt x="25813" y="8573"/>
                      </a:cubicBezTo>
                      <a:cubicBezTo>
                        <a:pt x="25813" y="8858"/>
                        <a:pt x="25718" y="9049"/>
                        <a:pt x="25622" y="9144"/>
                      </a:cubicBezTo>
                      <a:cubicBezTo>
                        <a:pt x="24860" y="9620"/>
                        <a:pt x="24384" y="9620"/>
                        <a:pt x="24098" y="9620"/>
                      </a:cubicBezTo>
                      <a:cubicBezTo>
                        <a:pt x="23717" y="9620"/>
                        <a:pt x="23241" y="9335"/>
                        <a:pt x="22955" y="8858"/>
                      </a:cubicBezTo>
                      <a:cubicBezTo>
                        <a:pt x="22955" y="8477"/>
                        <a:pt x="22669" y="8192"/>
                        <a:pt x="22193" y="7906"/>
                      </a:cubicBezTo>
                      <a:cubicBezTo>
                        <a:pt x="21622" y="7716"/>
                        <a:pt x="21241" y="7429"/>
                        <a:pt x="21145" y="7144"/>
                      </a:cubicBezTo>
                      <a:cubicBezTo>
                        <a:pt x="21050" y="7144"/>
                        <a:pt x="20574" y="6953"/>
                        <a:pt x="19907" y="6668"/>
                      </a:cubicBezTo>
                      <a:cubicBezTo>
                        <a:pt x="19431" y="6477"/>
                        <a:pt x="18955" y="6382"/>
                        <a:pt x="18669" y="6382"/>
                      </a:cubicBezTo>
                      <a:cubicBezTo>
                        <a:pt x="18193" y="6382"/>
                        <a:pt x="17812" y="6572"/>
                        <a:pt x="17526" y="7049"/>
                      </a:cubicBezTo>
                      <a:cubicBezTo>
                        <a:pt x="17431" y="7049"/>
                        <a:pt x="17335" y="7049"/>
                        <a:pt x="17240" y="7049"/>
                      </a:cubicBezTo>
                      <a:cubicBezTo>
                        <a:pt x="17050" y="7049"/>
                        <a:pt x="16669" y="7239"/>
                        <a:pt x="16288" y="7620"/>
                      </a:cubicBezTo>
                      <a:cubicBezTo>
                        <a:pt x="16383" y="7811"/>
                        <a:pt x="16478" y="8001"/>
                        <a:pt x="16478" y="8287"/>
                      </a:cubicBezTo>
                      <a:cubicBezTo>
                        <a:pt x="16478" y="8382"/>
                        <a:pt x="16288" y="8763"/>
                        <a:pt x="15907" y="8858"/>
                      </a:cubicBezTo>
                      <a:cubicBezTo>
                        <a:pt x="15526" y="9049"/>
                        <a:pt x="15335" y="9239"/>
                        <a:pt x="15335" y="9430"/>
                      </a:cubicBezTo>
                      <a:cubicBezTo>
                        <a:pt x="15335" y="9620"/>
                        <a:pt x="15335" y="9811"/>
                        <a:pt x="15621" y="10097"/>
                      </a:cubicBezTo>
                      <a:cubicBezTo>
                        <a:pt x="16764" y="11716"/>
                        <a:pt x="18383" y="12954"/>
                        <a:pt x="20669" y="13716"/>
                      </a:cubicBezTo>
                      <a:cubicBezTo>
                        <a:pt x="20955" y="13716"/>
                        <a:pt x="21336" y="14002"/>
                        <a:pt x="21907" y="14478"/>
                      </a:cubicBezTo>
                      <a:cubicBezTo>
                        <a:pt x="22384" y="14859"/>
                        <a:pt x="22860" y="15145"/>
                        <a:pt x="23241" y="15240"/>
                      </a:cubicBezTo>
                      <a:cubicBezTo>
                        <a:pt x="23622" y="15240"/>
                        <a:pt x="24098" y="15526"/>
                        <a:pt x="24765" y="16097"/>
                      </a:cubicBezTo>
                      <a:cubicBezTo>
                        <a:pt x="25336" y="16669"/>
                        <a:pt x="25908" y="16859"/>
                        <a:pt x="26384" y="16764"/>
                      </a:cubicBezTo>
                      <a:cubicBezTo>
                        <a:pt x="26384" y="16954"/>
                        <a:pt x="26384" y="17145"/>
                        <a:pt x="26480" y="17145"/>
                      </a:cubicBezTo>
                      <a:cubicBezTo>
                        <a:pt x="26670" y="17145"/>
                        <a:pt x="26860" y="17336"/>
                        <a:pt x="26956" y="17717"/>
                      </a:cubicBezTo>
                      <a:cubicBezTo>
                        <a:pt x="27051" y="18098"/>
                        <a:pt x="27242" y="18193"/>
                        <a:pt x="27527" y="18098"/>
                      </a:cubicBezTo>
                      <a:cubicBezTo>
                        <a:pt x="27527" y="18288"/>
                        <a:pt x="27908" y="18764"/>
                        <a:pt x="28480" y="19717"/>
                      </a:cubicBezTo>
                      <a:cubicBezTo>
                        <a:pt x="28956" y="20384"/>
                        <a:pt x="29242" y="21050"/>
                        <a:pt x="29242" y="21717"/>
                      </a:cubicBezTo>
                      <a:cubicBezTo>
                        <a:pt x="29337" y="21908"/>
                        <a:pt x="29432" y="22098"/>
                        <a:pt x="29432" y="22193"/>
                      </a:cubicBezTo>
                      <a:cubicBezTo>
                        <a:pt x="29432" y="22289"/>
                        <a:pt x="29432" y="22479"/>
                        <a:pt x="29242" y="22670"/>
                      </a:cubicBezTo>
                      <a:cubicBezTo>
                        <a:pt x="29051" y="22860"/>
                        <a:pt x="29051" y="23051"/>
                        <a:pt x="29051" y="23051"/>
                      </a:cubicBezTo>
                      <a:cubicBezTo>
                        <a:pt x="29051" y="23241"/>
                        <a:pt x="29147" y="23432"/>
                        <a:pt x="29337" y="23527"/>
                      </a:cubicBezTo>
                      <a:close/>
                      <a:moveTo>
                        <a:pt x="6763" y="24098"/>
                      </a:moveTo>
                      <a:lnTo>
                        <a:pt x="7715" y="23717"/>
                      </a:lnTo>
                      <a:lnTo>
                        <a:pt x="7239" y="23717"/>
                      </a:lnTo>
                      <a:lnTo>
                        <a:pt x="6763" y="24098"/>
                      </a:lnTo>
                      <a:close/>
                      <a:moveTo>
                        <a:pt x="7048" y="27908"/>
                      </a:moveTo>
                      <a:lnTo>
                        <a:pt x="7239" y="27908"/>
                      </a:lnTo>
                      <a:lnTo>
                        <a:pt x="7525" y="28099"/>
                      </a:lnTo>
                      <a:lnTo>
                        <a:pt x="7048" y="27908"/>
                      </a:lnTo>
                      <a:close/>
                      <a:moveTo>
                        <a:pt x="8287" y="30004"/>
                      </a:moveTo>
                      <a:cubicBezTo>
                        <a:pt x="8287" y="30004"/>
                        <a:pt x="8287" y="29433"/>
                        <a:pt x="8573" y="29147"/>
                      </a:cubicBezTo>
                      <a:lnTo>
                        <a:pt x="8573" y="29147"/>
                      </a:lnTo>
                      <a:cubicBezTo>
                        <a:pt x="8573" y="29147"/>
                        <a:pt x="8573" y="29337"/>
                        <a:pt x="8763" y="29528"/>
                      </a:cubicBezTo>
                      <a:cubicBezTo>
                        <a:pt x="8858" y="29528"/>
                        <a:pt x="8953" y="29718"/>
                        <a:pt x="8953" y="29718"/>
                      </a:cubicBezTo>
                      <a:cubicBezTo>
                        <a:pt x="8953" y="29813"/>
                        <a:pt x="8953" y="29909"/>
                        <a:pt x="8763" y="30004"/>
                      </a:cubicBezTo>
                      <a:lnTo>
                        <a:pt x="8287" y="30004"/>
                      </a:lnTo>
                      <a:close/>
                      <a:moveTo>
                        <a:pt x="8668" y="29051"/>
                      </a:moveTo>
                      <a:cubicBezTo>
                        <a:pt x="8668" y="29051"/>
                        <a:pt x="8668" y="29051"/>
                        <a:pt x="8668" y="29051"/>
                      </a:cubicBezTo>
                      <a:cubicBezTo>
                        <a:pt x="8668" y="29051"/>
                        <a:pt x="8668" y="29051"/>
                        <a:pt x="8668" y="29051"/>
                      </a:cubicBezTo>
                      <a:close/>
                      <a:moveTo>
                        <a:pt x="8763" y="28289"/>
                      </a:moveTo>
                      <a:cubicBezTo>
                        <a:pt x="8763" y="28289"/>
                        <a:pt x="8953" y="28385"/>
                        <a:pt x="9049" y="28480"/>
                      </a:cubicBezTo>
                      <a:cubicBezTo>
                        <a:pt x="9144" y="28670"/>
                        <a:pt x="9239" y="28670"/>
                        <a:pt x="9335" y="28766"/>
                      </a:cubicBezTo>
                      <a:cubicBezTo>
                        <a:pt x="9144" y="28766"/>
                        <a:pt x="8953" y="28956"/>
                        <a:pt x="8668" y="29147"/>
                      </a:cubicBezTo>
                      <a:cubicBezTo>
                        <a:pt x="8858" y="28861"/>
                        <a:pt x="8953" y="28670"/>
                        <a:pt x="8763" y="28385"/>
                      </a:cubicBezTo>
                      <a:close/>
                      <a:moveTo>
                        <a:pt x="9620" y="24956"/>
                      </a:moveTo>
                      <a:lnTo>
                        <a:pt x="9620" y="24575"/>
                      </a:lnTo>
                      <a:lnTo>
                        <a:pt x="8763" y="24194"/>
                      </a:lnTo>
                      <a:lnTo>
                        <a:pt x="9620" y="24956"/>
                      </a:lnTo>
                      <a:close/>
                      <a:moveTo>
                        <a:pt x="10382" y="26099"/>
                      </a:moveTo>
                      <a:cubicBezTo>
                        <a:pt x="10382" y="26099"/>
                        <a:pt x="10477" y="26194"/>
                        <a:pt x="10763" y="26194"/>
                      </a:cubicBezTo>
                      <a:cubicBezTo>
                        <a:pt x="10954" y="26194"/>
                        <a:pt x="11049" y="26194"/>
                        <a:pt x="11144" y="25908"/>
                      </a:cubicBezTo>
                      <a:cubicBezTo>
                        <a:pt x="10763" y="25813"/>
                        <a:pt x="10573" y="25908"/>
                        <a:pt x="10382" y="26003"/>
                      </a:cubicBezTo>
                      <a:cubicBezTo>
                        <a:pt x="10287" y="26003"/>
                        <a:pt x="10287" y="26099"/>
                        <a:pt x="10287" y="26099"/>
                      </a:cubicBezTo>
                      <a:lnTo>
                        <a:pt x="9906" y="26384"/>
                      </a:lnTo>
                      <a:lnTo>
                        <a:pt x="10287" y="26384"/>
                      </a:lnTo>
                      <a:lnTo>
                        <a:pt x="10287" y="26099"/>
                      </a:lnTo>
                      <a:lnTo>
                        <a:pt x="10382" y="26099"/>
                      </a:lnTo>
                      <a:close/>
                      <a:moveTo>
                        <a:pt x="10573" y="11049"/>
                      </a:moveTo>
                      <a:cubicBezTo>
                        <a:pt x="10573" y="11049"/>
                        <a:pt x="10763" y="10763"/>
                        <a:pt x="10763" y="10668"/>
                      </a:cubicBezTo>
                      <a:lnTo>
                        <a:pt x="10763" y="10383"/>
                      </a:lnTo>
                      <a:cubicBezTo>
                        <a:pt x="10763" y="10383"/>
                        <a:pt x="10573" y="10097"/>
                        <a:pt x="10477" y="10001"/>
                      </a:cubicBezTo>
                      <a:cubicBezTo>
                        <a:pt x="10382" y="10001"/>
                        <a:pt x="10192" y="10001"/>
                        <a:pt x="10097" y="10001"/>
                      </a:cubicBezTo>
                      <a:cubicBezTo>
                        <a:pt x="10573" y="10097"/>
                        <a:pt x="10763" y="10383"/>
                        <a:pt x="10763" y="10668"/>
                      </a:cubicBezTo>
                      <a:lnTo>
                        <a:pt x="10573" y="11049"/>
                      </a:lnTo>
                      <a:close/>
                      <a:moveTo>
                        <a:pt x="13335" y="8763"/>
                      </a:moveTo>
                      <a:lnTo>
                        <a:pt x="13335" y="8763"/>
                      </a:lnTo>
                      <a:cubicBezTo>
                        <a:pt x="13240" y="8001"/>
                        <a:pt x="12764" y="7716"/>
                        <a:pt x="11906" y="7716"/>
                      </a:cubicBezTo>
                      <a:cubicBezTo>
                        <a:pt x="11335" y="7716"/>
                        <a:pt x="10763" y="7906"/>
                        <a:pt x="10287" y="8192"/>
                      </a:cubicBezTo>
                      <a:cubicBezTo>
                        <a:pt x="10382" y="8192"/>
                        <a:pt x="10573" y="8477"/>
                        <a:pt x="10668" y="8954"/>
                      </a:cubicBezTo>
                      <a:cubicBezTo>
                        <a:pt x="10763" y="9430"/>
                        <a:pt x="11049" y="9620"/>
                        <a:pt x="11430" y="9525"/>
                      </a:cubicBezTo>
                      <a:lnTo>
                        <a:pt x="11430" y="9335"/>
                      </a:lnTo>
                      <a:cubicBezTo>
                        <a:pt x="11430" y="9335"/>
                        <a:pt x="11620" y="8954"/>
                        <a:pt x="11716" y="8477"/>
                      </a:cubicBezTo>
                      <a:cubicBezTo>
                        <a:pt x="11716" y="8096"/>
                        <a:pt x="12002" y="7811"/>
                        <a:pt x="12192" y="7811"/>
                      </a:cubicBezTo>
                      <a:cubicBezTo>
                        <a:pt x="12287" y="7811"/>
                        <a:pt x="12382" y="7811"/>
                        <a:pt x="12573" y="8001"/>
                      </a:cubicBezTo>
                      <a:lnTo>
                        <a:pt x="12573" y="8287"/>
                      </a:lnTo>
                      <a:cubicBezTo>
                        <a:pt x="12573" y="8287"/>
                        <a:pt x="12668" y="8192"/>
                        <a:pt x="12764" y="8192"/>
                      </a:cubicBezTo>
                      <a:cubicBezTo>
                        <a:pt x="12764" y="8192"/>
                        <a:pt x="13049" y="8382"/>
                        <a:pt x="13335" y="8668"/>
                      </a:cubicBezTo>
                      <a:close/>
                      <a:moveTo>
                        <a:pt x="10859" y="21431"/>
                      </a:moveTo>
                      <a:cubicBezTo>
                        <a:pt x="10859" y="21431"/>
                        <a:pt x="10477" y="21431"/>
                        <a:pt x="10477" y="21336"/>
                      </a:cubicBezTo>
                      <a:lnTo>
                        <a:pt x="10763" y="21812"/>
                      </a:lnTo>
                      <a:cubicBezTo>
                        <a:pt x="10763" y="21812"/>
                        <a:pt x="10954" y="21622"/>
                        <a:pt x="10763" y="21431"/>
                      </a:cubicBezTo>
                      <a:close/>
                      <a:moveTo>
                        <a:pt x="11240" y="9239"/>
                      </a:moveTo>
                      <a:lnTo>
                        <a:pt x="11430" y="9239"/>
                      </a:lnTo>
                      <a:cubicBezTo>
                        <a:pt x="11430" y="9239"/>
                        <a:pt x="11430" y="9144"/>
                        <a:pt x="11240" y="9239"/>
                      </a:cubicBezTo>
                      <a:close/>
                      <a:moveTo>
                        <a:pt x="11430" y="9144"/>
                      </a:moveTo>
                      <a:cubicBezTo>
                        <a:pt x="11430" y="9144"/>
                        <a:pt x="11430" y="9144"/>
                        <a:pt x="11525" y="9144"/>
                      </a:cubicBezTo>
                      <a:lnTo>
                        <a:pt x="11430" y="9144"/>
                      </a:lnTo>
                      <a:close/>
                      <a:moveTo>
                        <a:pt x="11716" y="28480"/>
                      </a:moveTo>
                      <a:lnTo>
                        <a:pt x="12002" y="28194"/>
                      </a:lnTo>
                      <a:cubicBezTo>
                        <a:pt x="12002" y="28194"/>
                        <a:pt x="11811" y="28004"/>
                        <a:pt x="11716" y="28004"/>
                      </a:cubicBezTo>
                      <a:lnTo>
                        <a:pt x="11716" y="28575"/>
                      </a:lnTo>
                      <a:close/>
                      <a:moveTo>
                        <a:pt x="12192" y="9716"/>
                      </a:moveTo>
                      <a:cubicBezTo>
                        <a:pt x="12192" y="9716"/>
                        <a:pt x="12192" y="9430"/>
                        <a:pt x="12002" y="9144"/>
                      </a:cubicBezTo>
                      <a:lnTo>
                        <a:pt x="12002" y="9906"/>
                      </a:lnTo>
                      <a:lnTo>
                        <a:pt x="12192" y="9716"/>
                      </a:lnTo>
                      <a:close/>
                      <a:moveTo>
                        <a:pt x="12764" y="30956"/>
                      </a:moveTo>
                      <a:lnTo>
                        <a:pt x="13049" y="30956"/>
                      </a:lnTo>
                      <a:cubicBezTo>
                        <a:pt x="13049" y="30956"/>
                        <a:pt x="12764" y="30956"/>
                        <a:pt x="12764" y="30956"/>
                      </a:cubicBezTo>
                      <a:close/>
                      <a:moveTo>
                        <a:pt x="16573" y="27718"/>
                      </a:moveTo>
                      <a:lnTo>
                        <a:pt x="16573" y="27718"/>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 name="Google Shape;1564;p99"/>
                <p:cNvSpPr/>
                <p:nvPr/>
              </p:nvSpPr>
              <p:spPr>
                <a:xfrm>
                  <a:off x="3344893" y="4675155"/>
                  <a:ext cx="23336" cy="31623"/>
                </a:xfrm>
                <a:custGeom>
                  <a:avLst/>
                  <a:gdLst/>
                  <a:ahLst/>
                  <a:cxnLst/>
                  <a:rect l="l" t="t" r="r" b="b"/>
                  <a:pathLst>
                    <a:path w="23336" h="31623" extrusionOk="0">
                      <a:moveTo>
                        <a:pt x="22574" y="0"/>
                      </a:moveTo>
                      <a:cubicBezTo>
                        <a:pt x="22574" y="0"/>
                        <a:pt x="22670" y="476"/>
                        <a:pt x="22955" y="762"/>
                      </a:cubicBezTo>
                      <a:cubicBezTo>
                        <a:pt x="23241" y="1048"/>
                        <a:pt x="23336" y="1238"/>
                        <a:pt x="23336" y="1238"/>
                      </a:cubicBezTo>
                      <a:cubicBezTo>
                        <a:pt x="23336" y="1429"/>
                        <a:pt x="23146" y="1715"/>
                        <a:pt x="22765" y="1905"/>
                      </a:cubicBezTo>
                      <a:cubicBezTo>
                        <a:pt x="22765" y="1905"/>
                        <a:pt x="22860" y="2096"/>
                        <a:pt x="22860" y="2191"/>
                      </a:cubicBezTo>
                      <a:cubicBezTo>
                        <a:pt x="22860" y="2572"/>
                        <a:pt x="22479" y="3048"/>
                        <a:pt x="21908" y="3620"/>
                      </a:cubicBezTo>
                      <a:lnTo>
                        <a:pt x="22193" y="4001"/>
                      </a:lnTo>
                      <a:cubicBezTo>
                        <a:pt x="21241" y="5048"/>
                        <a:pt x="20765" y="5906"/>
                        <a:pt x="20765" y="6572"/>
                      </a:cubicBezTo>
                      <a:cubicBezTo>
                        <a:pt x="20574" y="7049"/>
                        <a:pt x="20193" y="7144"/>
                        <a:pt x="19717" y="7049"/>
                      </a:cubicBezTo>
                      <a:cubicBezTo>
                        <a:pt x="19717" y="7144"/>
                        <a:pt x="19717" y="6668"/>
                        <a:pt x="19717" y="5715"/>
                      </a:cubicBezTo>
                      <a:cubicBezTo>
                        <a:pt x="19717" y="5334"/>
                        <a:pt x="19526" y="5048"/>
                        <a:pt x="19050" y="5048"/>
                      </a:cubicBezTo>
                      <a:lnTo>
                        <a:pt x="19050" y="6287"/>
                      </a:lnTo>
                      <a:cubicBezTo>
                        <a:pt x="19050" y="6287"/>
                        <a:pt x="18859" y="6287"/>
                        <a:pt x="18764" y="6477"/>
                      </a:cubicBezTo>
                      <a:cubicBezTo>
                        <a:pt x="18764" y="6668"/>
                        <a:pt x="18764" y="6668"/>
                        <a:pt x="18764" y="6668"/>
                      </a:cubicBezTo>
                      <a:cubicBezTo>
                        <a:pt x="18764" y="6668"/>
                        <a:pt x="18764" y="6668"/>
                        <a:pt x="18955" y="6668"/>
                      </a:cubicBezTo>
                      <a:lnTo>
                        <a:pt x="19050" y="6668"/>
                      </a:lnTo>
                      <a:cubicBezTo>
                        <a:pt x="19050" y="6668"/>
                        <a:pt x="19050" y="6668"/>
                        <a:pt x="19145" y="6763"/>
                      </a:cubicBezTo>
                      <a:lnTo>
                        <a:pt x="18193" y="7239"/>
                      </a:lnTo>
                      <a:lnTo>
                        <a:pt x="17907" y="6763"/>
                      </a:lnTo>
                      <a:lnTo>
                        <a:pt x="17526" y="7334"/>
                      </a:lnTo>
                      <a:lnTo>
                        <a:pt x="17526" y="7334"/>
                      </a:lnTo>
                      <a:cubicBezTo>
                        <a:pt x="17526" y="7334"/>
                        <a:pt x="17526" y="7049"/>
                        <a:pt x="17336" y="7049"/>
                      </a:cubicBezTo>
                      <a:cubicBezTo>
                        <a:pt x="17145" y="7049"/>
                        <a:pt x="17145" y="6953"/>
                        <a:pt x="17145" y="6953"/>
                      </a:cubicBezTo>
                      <a:cubicBezTo>
                        <a:pt x="17526" y="6763"/>
                        <a:pt x="17812" y="6572"/>
                        <a:pt x="18002" y="6382"/>
                      </a:cubicBezTo>
                      <a:cubicBezTo>
                        <a:pt x="18002" y="6191"/>
                        <a:pt x="17812" y="6191"/>
                        <a:pt x="17717" y="6191"/>
                      </a:cubicBezTo>
                      <a:lnTo>
                        <a:pt x="17526" y="6477"/>
                      </a:lnTo>
                      <a:cubicBezTo>
                        <a:pt x="17526" y="6477"/>
                        <a:pt x="17336" y="6287"/>
                        <a:pt x="17336" y="6191"/>
                      </a:cubicBezTo>
                      <a:cubicBezTo>
                        <a:pt x="17526" y="6096"/>
                        <a:pt x="17621" y="6001"/>
                        <a:pt x="17621" y="5810"/>
                      </a:cubicBezTo>
                      <a:cubicBezTo>
                        <a:pt x="17621" y="5810"/>
                        <a:pt x="17621" y="5525"/>
                        <a:pt x="17431" y="5334"/>
                      </a:cubicBezTo>
                      <a:cubicBezTo>
                        <a:pt x="17336" y="5144"/>
                        <a:pt x="17240" y="4953"/>
                        <a:pt x="17240" y="4858"/>
                      </a:cubicBezTo>
                      <a:cubicBezTo>
                        <a:pt x="17145" y="4858"/>
                        <a:pt x="17050" y="4858"/>
                        <a:pt x="16954" y="4858"/>
                      </a:cubicBezTo>
                      <a:cubicBezTo>
                        <a:pt x="16954" y="4858"/>
                        <a:pt x="16764" y="5048"/>
                        <a:pt x="16764" y="5144"/>
                      </a:cubicBezTo>
                      <a:cubicBezTo>
                        <a:pt x="16764" y="5239"/>
                        <a:pt x="16764" y="5429"/>
                        <a:pt x="17050" y="5715"/>
                      </a:cubicBezTo>
                      <a:lnTo>
                        <a:pt x="16954" y="5715"/>
                      </a:lnTo>
                      <a:cubicBezTo>
                        <a:pt x="16954" y="5715"/>
                        <a:pt x="16954" y="6096"/>
                        <a:pt x="16954" y="6668"/>
                      </a:cubicBezTo>
                      <a:cubicBezTo>
                        <a:pt x="16954" y="7049"/>
                        <a:pt x="16954" y="7334"/>
                        <a:pt x="16669" y="7429"/>
                      </a:cubicBezTo>
                      <a:cubicBezTo>
                        <a:pt x="16764" y="7429"/>
                        <a:pt x="16954" y="7525"/>
                        <a:pt x="17145" y="7716"/>
                      </a:cubicBezTo>
                      <a:cubicBezTo>
                        <a:pt x="17336" y="7906"/>
                        <a:pt x="17526" y="8001"/>
                        <a:pt x="17621" y="7906"/>
                      </a:cubicBezTo>
                      <a:lnTo>
                        <a:pt x="17812" y="7525"/>
                      </a:lnTo>
                      <a:cubicBezTo>
                        <a:pt x="17812" y="7525"/>
                        <a:pt x="17717" y="7811"/>
                        <a:pt x="17812" y="7906"/>
                      </a:cubicBezTo>
                      <a:cubicBezTo>
                        <a:pt x="17907" y="8096"/>
                        <a:pt x="18002" y="8096"/>
                        <a:pt x="18098" y="8192"/>
                      </a:cubicBezTo>
                      <a:cubicBezTo>
                        <a:pt x="18288" y="8192"/>
                        <a:pt x="18383" y="8096"/>
                        <a:pt x="18479" y="7906"/>
                      </a:cubicBezTo>
                      <a:cubicBezTo>
                        <a:pt x="18479" y="7716"/>
                        <a:pt x="18669" y="7620"/>
                        <a:pt x="18859" y="7716"/>
                      </a:cubicBezTo>
                      <a:cubicBezTo>
                        <a:pt x="18859" y="7716"/>
                        <a:pt x="18955" y="7811"/>
                        <a:pt x="19241" y="7811"/>
                      </a:cubicBezTo>
                      <a:lnTo>
                        <a:pt x="19907" y="7811"/>
                      </a:lnTo>
                      <a:cubicBezTo>
                        <a:pt x="19907" y="7811"/>
                        <a:pt x="20288" y="7811"/>
                        <a:pt x="20288" y="8001"/>
                      </a:cubicBezTo>
                      <a:cubicBezTo>
                        <a:pt x="20288" y="8001"/>
                        <a:pt x="20288" y="8192"/>
                        <a:pt x="20098" y="8382"/>
                      </a:cubicBezTo>
                      <a:lnTo>
                        <a:pt x="19621" y="7906"/>
                      </a:lnTo>
                      <a:cubicBezTo>
                        <a:pt x="19621" y="7906"/>
                        <a:pt x="19812" y="8287"/>
                        <a:pt x="19812" y="8382"/>
                      </a:cubicBezTo>
                      <a:cubicBezTo>
                        <a:pt x="19812" y="8858"/>
                        <a:pt x="19526" y="9430"/>
                        <a:pt x="18859" y="10192"/>
                      </a:cubicBezTo>
                      <a:lnTo>
                        <a:pt x="18383" y="10192"/>
                      </a:lnTo>
                      <a:cubicBezTo>
                        <a:pt x="18383" y="10192"/>
                        <a:pt x="18383" y="10383"/>
                        <a:pt x="18193" y="10763"/>
                      </a:cubicBezTo>
                      <a:cubicBezTo>
                        <a:pt x="18193" y="11049"/>
                        <a:pt x="18098" y="11335"/>
                        <a:pt x="18098" y="11430"/>
                      </a:cubicBezTo>
                      <a:cubicBezTo>
                        <a:pt x="18098" y="11621"/>
                        <a:pt x="18098" y="11716"/>
                        <a:pt x="18193" y="11906"/>
                      </a:cubicBezTo>
                      <a:cubicBezTo>
                        <a:pt x="18098" y="11906"/>
                        <a:pt x="18002" y="11811"/>
                        <a:pt x="17717" y="11621"/>
                      </a:cubicBezTo>
                      <a:cubicBezTo>
                        <a:pt x="17526" y="11335"/>
                        <a:pt x="17336" y="11240"/>
                        <a:pt x="17240" y="11240"/>
                      </a:cubicBezTo>
                      <a:cubicBezTo>
                        <a:pt x="17145" y="11240"/>
                        <a:pt x="17050" y="11335"/>
                        <a:pt x="16954" y="11621"/>
                      </a:cubicBezTo>
                      <a:cubicBezTo>
                        <a:pt x="17050" y="11716"/>
                        <a:pt x="17145" y="12002"/>
                        <a:pt x="17145" y="12383"/>
                      </a:cubicBezTo>
                      <a:cubicBezTo>
                        <a:pt x="17145" y="12573"/>
                        <a:pt x="17145" y="13049"/>
                        <a:pt x="16859" y="13716"/>
                      </a:cubicBezTo>
                      <a:cubicBezTo>
                        <a:pt x="16669" y="14288"/>
                        <a:pt x="16669" y="14669"/>
                        <a:pt x="16669" y="14954"/>
                      </a:cubicBezTo>
                      <a:cubicBezTo>
                        <a:pt x="16669" y="14954"/>
                        <a:pt x="16478" y="14954"/>
                        <a:pt x="16383" y="14954"/>
                      </a:cubicBezTo>
                      <a:cubicBezTo>
                        <a:pt x="16288" y="14954"/>
                        <a:pt x="16002" y="14954"/>
                        <a:pt x="15812" y="14954"/>
                      </a:cubicBezTo>
                      <a:cubicBezTo>
                        <a:pt x="15621" y="15145"/>
                        <a:pt x="15430" y="15145"/>
                        <a:pt x="15240" y="15145"/>
                      </a:cubicBezTo>
                      <a:cubicBezTo>
                        <a:pt x="15240" y="15145"/>
                        <a:pt x="15050" y="15145"/>
                        <a:pt x="15050" y="15145"/>
                      </a:cubicBezTo>
                      <a:cubicBezTo>
                        <a:pt x="15050" y="15240"/>
                        <a:pt x="15145" y="15526"/>
                        <a:pt x="15430" y="15907"/>
                      </a:cubicBezTo>
                      <a:cubicBezTo>
                        <a:pt x="15716" y="16288"/>
                        <a:pt x="15812" y="16574"/>
                        <a:pt x="15812" y="16859"/>
                      </a:cubicBezTo>
                      <a:cubicBezTo>
                        <a:pt x="15812" y="16954"/>
                        <a:pt x="15812" y="17241"/>
                        <a:pt x="15621" y="17336"/>
                      </a:cubicBezTo>
                      <a:lnTo>
                        <a:pt x="15050" y="18002"/>
                      </a:lnTo>
                      <a:cubicBezTo>
                        <a:pt x="15145" y="19908"/>
                        <a:pt x="15240" y="21908"/>
                        <a:pt x="15240" y="24194"/>
                      </a:cubicBezTo>
                      <a:cubicBezTo>
                        <a:pt x="15240" y="26479"/>
                        <a:pt x="15240" y="28575"/>
                        <a:pt x="15050" y="30575"/>
                      </a:cubicBezTo>
                      <a:cubicBezTo>
                        <a:pt x="14478" y="31242"/>
                        <a:pt x="13621" y="31623"/>
                        <a:pt x="12383" y="31623"/>
                      </a:cubicBezTo>
                      <a:cubicBezTo>
                        <a:pt x="12001" y="31623"/>
                        <a:pt x="11525" y="31623"/>
                        <a:pt x="10763" y="31528"/>
                      </a:cubicBezTo>
                      <a:cubicBezTo>
                        <a:pt x="10001" y="31528"/>
                        <a:pt x="9525" y="31433"/>
                        <a:pt x="9239" y="31433"/>
                      </a:cubicBezTo>
                      <a:cubicBezTo>
                        <a:pt x="8763" y="31242"/>
                        <a:pt x="8477" y="30861"/>
                        <a:pt x="8382" y="30290"/>
                      </a:cubicBezTo>
                      <a:cubicBezTo>
                        <a:pt x="8382" y="29813"/>
                        <a:pt x="8192" y="29337"/>
                        <a:pt x="8192" y="28670"/>
                      </a:cubicBezTo>
                      <a:cubicBezTo>
                        <a:pt x="8382" y="28194"/>
                        <a:pt x="8382" y="27432"/>
                        <a:pt x="8382" y="26479"/>
                      </a:cubicBezTo>
                      <a:cubicBezTo>
                        <a:pt x="8382" y="25337"/>
                        <a:pt x="8382" y="24670"/>
                        <a:pt x="8573" y="24098"/>
                      </a:cubicBezTo>
                      <a:cubicBezTo>
                        <a:pt x="8763" y="24289"/>
                        <a:pt x="8954" y="24384"/>
                        <a:pt x="9049" y="24384"/>
                      </a:cubicBezTo>
                      <a:cubicBezTo>
                        <a:pt x="9049" y="24384"/>
                        <a:pt x="9334" y="24384"/>
                        <a:pt x="9620" y="24098"/>
                      </a:cubicBezTo>
                      <a:cubicBezTo>
                        <a:pt x="9906" y="24098"/>
                        <a:pt x="10096" y="24098"/>
                        <a:pt x="10192" y="24194"/>
                      </a:cubicBezTo>
                      <a:lnTo>
                        <a:pt x="9716" y="23717"/>
                      </a:lnTo>
                      <a:lnTo>
                        <a:pt x="10096" y="23527"/>
                      </a:lnTo>
                      <a:lnTo>
                        <a:pt x="9620" y="23051"/>
                      </a:lnTo>
                      <a:lnTo>
                        <a:pt x="10096" y="23241"/>
                      </a:lnTo>
                      <a:lnTo>
                        <a:pt x="10096" y="22479"/>
                      </a:lnTo>
                      <a:lnTo>
                        <a:pt x="9144" y="22479"/>
                      </a:lnTo>
                      <a:cubicBezTo>
                        <a:pt x="9144" y="22479"/>
                        <a:pt x="9716" y="22193"/>
                        <a:pt x="9811" y="22193"/>
                      </a:cubicBezTo>
                      <a:cubicBezTo>
                        <a:pt x="10001" y="22193"/>
                        <a:pt x="10192" y="22289"/>
                        <a:pt x="10382" y="22670"/>
                      </a:cubicBezTo>
                      <a:cubicBezTo>
                        <a:pt x="10382" y="22670"/>
                        <a:pt x="10478" y="22479"/>
                        <a:pt x="10478" y="22479"/>
                      </a:cubicBezTo>
                      <a:cubicBezTo>
                        <a:pt x="10478" y="22289"/>
                        <a:pt x="10478" y="22193"/>
                        <a:pt x="10478" y="22098"/>
                      </a:cubicBezTo>
                      <a:lnTo>
                        <a:pt x="11240" y="22289"/>
                      </a:lnTo>
                      <a:cubicBezTo>
                        <a:pt x="11240" y="22289"/>
                        <a:pt x="11240" y="21717"/>
                        <a:pt x="11240" y="21717"/>
                      </a:cubicBezTo>
                      <a:lnTo>
                        <a:pt x="11525" y="21717"/>
                      </a:lnTo>
                      <a:cubicBezTo>
                        <a:pt x="11144" y="20955"/>
                        <a:pt x="10573" y="20860"/>
                        <a:pt x="9906" y="21146"/>
                      </a:cubicBezTo>
                      <a:cubicBezTo>
                        <a:pt x="9239" y="21527"/>
                        <a:pt x="8668" y="21431"/>
                        <a:pt x="8287" y="20860"/>
                      </a:cubicBezTo>
                      <a:cubicBezTo>
                        <a:pt x="8287" y="19526"/>
                        <a:pt x="8287" y="18574"/>
                        <a:pt x="8477" y="18002"/>
                      </a:cubicBezTo>
                      <a:cubicBezTo>
                        <a:pt x="7811" y="18002"/>
                        <a:pt x="7525" y="17621"/>
                        <a:pt x="7429" y="16669"/>
                      </a:cubicBezTo>
                      <a:cubicBezTo>
                        <a:pt x="7429" y="15716"/>
                        <a:pt x="7049" y="15145"/>
                        <a:pt x="6477" y="15050"/>
                      </a:cubicBezTo>
                      <a:cubicBezTo>
                        <a:pt x="5239" y="12287"/>
                        <a:pt x="3429" y="8287"/>
                        <a:pt x="857" y="2953"/>
                      </a:cubicBezTo>
                      <a:cubicBezTo>
                        <a:pt x="857" y="2953"/>
                        <a:pt x="857" y="2858"/>
                        <a:pt x="953" y="2762"/>
                      </a:cubicBezTo>
                      <a:cubicBezTo>
                        <a:pt x="1048" y="2762"/>
                        <a:pt x="1143" y="2667"/>
                        <a:pt x="1143" y="2572"/>
                      </a:cubicBezTo>
                      <a:cubicBezTo>
                        <a:pt x="857" y="2381"/>
                        <a:pt x="667" y="2096"/>
                        <a:pt x="381" y="1905"/>
                      </a:cubicBezTo>
                      <a:cubicBezTo>
                        <a:pt x="95" y="1715"/>
                        <a:pt x="0" y="1429"/>
                        <a:pt x="0" y="1143"/>
                      </a:cubicBezTo>
                      <a:cubicBezTo>
                        <a:pt x="0" y="1048"/>
                        <a:pt x="95" y="858"/>
                        <a:pt x="286" y="667"/>
                      </a:cubicBezTo>
                      <a:cubicBezTo>
                        <a:pt x="953" y="286"/>
                        <a:pt x="1810" y="95"/>
                        <a:pt x="2858" y="95"/>
                      </a:cubicBezTo>
                      <a:cubicBezTo>
                        <a:pt x="3238" y="95"/>
                        <a:pt x="3715" y="95"/>
                        <a:pt x="4382" y="191"/>
                      </a:cubicBezTo>
                      <a:cubicBezTo>
                        <a:pt x="5048" y="191"/>
                        <a:pt x="5620" y="191"/>
                        <a:pt x="5810" y="191"/>
                      </a:cubicBezTo>
                      <a:lnTo>
                        <a:pt x="6287" y="191"/>
                      </a:lnTo>
                      <a:cubicBezTo>
                        <a:pt x="6858" y="572"/>
                        <a:pt x="7334" y="1238"/>
                        <a:pt x="7715" y="2191"/>
                      </a:cubicBezTo>
                      <a:cubicBezTo>
                        <a:pt x="8096" y="3143"/>
                        <a:pt x="8477" y="3810"/>
                        <a:pt x="8954" y="4096"/>
                      </a:cubicBezTo>
                      <a:cubicBezTo>
                        <a:pt x="8954" y="4667"/>
                        <a:pt x="8954" y="5334"/>
                        <a:pt x="9430" y="6001"/>
                      </a:cubicBezTo>
                      <a:cubicBezTo>
                        <a:pt x="9620" y="6572"/>
                        <a:pt x="10001" y="7049"/>
                        <a:pt x="10192" y="7525"/>
                      </a:cubicBezTo>
                      <a:cubicBezTo>
                        <a:pt x="10096" y="8096"/>
                        <a:pt x="10192" y="8382"/>
                        <a:pt x="10668" y="8477"/>
                      </a:cubicBezTo>
                      <a:cubicBezTo>
                        <a:pt x="10668" y="8668"/>
                        <a:pt x="10668" y="8954"/>
                        <a:pt x="11144" y="9430"/>
                      </a:cubicBezTo>
                      <a:cubicBezTo>
                        <a:pt x="11525" y="9620"/>
                        <a:pt x="11716" y="10001"/>
                        <a:pt x="11716" y="10192"/>
                      </a:cubicBezTo>
                      <a:cubicBezTo>
                        <a:pt x="12954" y="9144"/>
                        <a:pt x="13811" y="7620"/>
                        <a:pt x="14192" y="5525"/>
                      </a:cubicBezTo>
                      <a:cubicBezTo>
                        <a:pt x="15145" y="4096"/>
                        <a:pt x="15716" y="2858"/>
                        <a:pt x="16002" y="1619"/>
                      </a:cubicBezTo>
                      <a:cubicBezTo>
                        <a:pt x="16574" y="667"/>
                        <a:pt x="17812" y="95"/>
                        <a:pt x="19526" y="95"/>
                      </a:cubicBezTo>
                      <a:cubicBezTo>
                        <a:pt x="21908" y="95"/>
                        <a:pt x="22955" y="95"/>
                        <a:pt x="22670" y="95"/>
                      </a:cubicBezTo>
                      <a:close/>
                      <a:moveTo>
                        <a:pt x="9144" y="22384"/>
                      </a:moveTo>
                      <a:cubicBezTo>
                        <a:pt x="9144" y="22384"/>
                        <a:pt x="8573" y="22670"/>
                        <a:pt x="8287" y="22384"/>
                      </a:cubicBezTo>
                      <a:lnTo>
                        <a:pt x="9144" y="22384"/>
                      </a:lnTo>
                      <a:close/>
                      <a:moveTo>
                        <a:pt x="10478" y="23051"/>
                      </a:moveTo>
                      <a:lnTo>
                        <a:pt x="10478" y="23051"/>
                      </a:lnTo>
                      <a:close/>
                      <a:moveTo>
                        <a:pt x="11525" y="21812"/>
                      </a:moveTo>
                      <a:lnTo>
                        <a:pt x="11525" y="21812"/>
                      </a:lnTo>
                      <a:close/>
                      <a:moveTo>
                        <a:pt x="12763" y="19431"/>
                      </a:moveTo>
                      <a:cubicBezTo>
                        <a:pt x="12763" y="19431"/>
                        <a:pt x="12954" y="19145"/>
                        <a:pt x="12763" y="18955"/>
                      </a:cubicBezTo>
                      <a:cubicBezTo>
                        <a:pt x="12763" y="18764"/>
                        <a:pt x="12668" y="18574"/>
                        <a:pt x="12573" y="18479"/>
                      </a:cubicBezTo>
                      <a:lnTo>
                        <a:pt x="12573" y="19526"/>
                      </a:lnTo>
                      <a:lnTo>
                        <a:pt x="12668" y="19526"/>
                      </a:lnTo>
                      <a:close/>
                      <a:moveTo>
                        <a:pt x="17431" y="8001"/>
                      </a:moveTo>
                      <a:lnTo>
                        <a:pt x="17431" y="8287"/>
                      </a:lnTo>
                      <a:cubicBezTo>
                        <a:pt x="17431" y="8287"/>
                        <a:pt x="17621" y="8668"/>
                        <a:pt x="17717" y="8668"/>
                      </a:cubicBezTo>
                      <a:cubicBezTo>
                        <a:pt x="17717" y="8477"/>
                        <a:pt x="17621" y="8287"/>
                        <a:pt x="17431" y="8001"/>
                      </a:cubicBezTo>
                      <a:close/>
                      <a:moveTo>
                        <a:pt x="18098" y="5525"/>
                      </a:moveTo>
                      <a:lnTo>
                        <a:pt x="18383" y="5525"/>
                      </a:lnTo>
                      <a:cubicBezTo>
                        <a:pt x="18383" y="5525"/>
                        <a:pt x="18098" y="5334"/>
                        <a:pt x="18098" y="5334"/>
                      </a:cubicBezTo>
                      <a:cubicBezTo>
                        <a:pt x="18002" y="5525"/>
                        <a:pt x="17907" y="5620"/>
                        <a:pt x="17907" y="5715"/>
                      </a:cubicBezTo>
                      <a:lnTo>
                        <a:pt x="17907" y="5715"/>
                      </a:lnTo>
                      <a:cubicBezTo>
                        <a:pt x="17907" y="5715"/>
                        <a:pt x="18002" y="5715"/>
                        <a:pt x="18098" y="5429"/>
                      </a:cubicBezTo>
                      <a:close/>
                      <a:moveTo>
                        <a:pt x="18479" y="8573"/>
                      </a:moveTo>
                      <a:cubicBezTo>
                        <a:pt x="18479" y="8573"/>
                        <a:pt x="18098" y="8763"/>
                        <a:pt x="18098" y="8858"/>
                      </a:cubicBezTo>
                      <a:cubicBezTo>
                        <a:pt x="18098" y="9144"/>
                        <a:pt x="18098" y="9335"/>
                        <a:pt x="18098" y="9335"/>
                      </a:cubicBezTo>
                      <a:cubicBezTo>
                        <a:pt x="18383" y="9144"/>
                        <a:pt x="18479" y="8858"/>
                        <a:pt x="18383" y="8573"/>
                      </a:cubicBezTo>
                      <a:close/>
                      <a:moveTo>
                        <a:pt x="18193" y="10097"/>
                      </a:moveTo>
                      <a:lnTo>
                        <a:pt x="18479" y="9620"/>
                      </a:lnTo>
                      <a:lnTo>
                        <a:pt x="18193" y="9620"/>
                      </a:lnTo>
                      <a:lnTo>
                        <a:pt x="18193" y="10097"/>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 name="Google Shape;1565;p99"/>
                <p:cNvSpPr/>
                <p:nvPr/>
              </p:nvSpPr>
              <p:spPr>
                <a:xfrm>
                  <a:off x="3362610" y="4675155"/>
                  <a:ext cx="29717" cy="31623"/>
                </a:xfrm>
                <a:custGeom>
                  <a:avLst/>
                  <a:gdLst/>
                  <a:ahLst/>
                  <a:cxnLst/>
                  <a:rect l="l" t="t" r="r" b="b"/>
                  <a:pathLst>
                    <a:path w="29717" h="31623" extrusionOk="0">
                      <a:moveTo>
                        <a:pt x="286" y="21717"/>
                      </a:moveTo>
                      <a:cubicBezTo>
                        <a:pt x="286" y="21717"/>
                        <a:pt x="286" y="22098"/>
                        <a:pt x="476" y="22098"/>
                      </a:cubicBezTo>
                      <a:cubicBezTo>
                        <a:pt x="476" y="22098"/>
                        <a:pt x="571" y="22098"/>
                        <a:pt x="667" y="22098"/>
                      </a:cubicBezTo>
                      <a:lnTo>
                        <a:pt x="857" y="22098"/>
                      </a:lnTo>
                      <a:cubicBezTo>
                        <a:pt x="857" y="22098"/>
                        <a:pt x="953" y="22098"/>
                        <a:pt x="1048" y="22193"/>
                      </a:cubicBezTo>
                      <a:cubicBezTo>
                        <a:pt x="381" y="22193"/>
                        <a:pt x="95" y="22193"/>
                        <a:pt x="0" y="22098"/>
                      </a:cubicBezTo>
                      <a:lnTo>
                        <a:pt x="381" y="21717"/>
                      </a:lnTo>
                      <a:close/>
                      <a:moveTo>
                        <a:pt x="953" y="25718"/>
                      </a:moveTo>
                      <a:cubicBezTo>
                        <a:pt x="953" y="25718"/>
                        <a:pt x="1143" y="25527"/>
                        <a:pt x="1333" y="25527"/>
                      </a:cubicBezTo>
                      <a:lnTo>
                        <a:pt x="1810" y="25527"/>
                      </a:lnTo>
                      <a:cubicBezTo>
                        <a:pt x="1810" y="25527"/>
                        <a:pt x="1619" y="25718"/>
                        <a:pt x="1429" y="25718"/>
                      </a:cubicBezTo>
                      <a:lnTo>
                        <a:pt x="953" y="25718"/>
                      </a:lnTo>
                      <a:close/>
                      <a:moveTo>
                        <a:pt x="2286" y="27813"/>
                      </a:moveTo>
                      <a:lnTo>
                        <a:pt x="2286" y="27337"/>
                      </a:lnTo>
                      <a:lnTo>
                        <a:pt x="2667" y="27337"/>
                      </a:lnTo>
                      <a:lnTo>
                        <a:pt x="2286" y="27813"/>
                      </a:lnTo>
                      <a:close/>
                      <a:moveTo>
                        <a:pt x="4000" y="25241"/>
                      </a:moveTo>
                      <a:cubicBezTo>
                        <a:pt x="4000" y="25241"/>
                        <a:pt x="4382" y="25241"/>
                        <a:pt x="4572" y="25527"/>
                      </a:cubicBezTo>
                      <a:lnTo>
                        <a:pt x="4572" y="25718"/>
                      </a:lnTo>
                      <a:lnTo>
                        <a:pt x="4000" y="25241"/>
                      </a:lnTo>
                      <a:close/>
                      <a:moveTo>
                        <a:pt x="4572" y="27813"/>
                      </a:moveTo>
                      <a:cubicBezTo>
                        <a:pt x="4572" y="27813"/>
                        <a:pt x="4763" y="27623"/>
                        <a:pt x="4763" y="27527"/>
                      </a:cubicBezTo>
                      <a:cubicBezTo>
                        <a:pt x="4858" y="27432"/>
                        <a:pt x="4953" y="27337"/>
                        <a:pt x="5048" y="27337"/>
                      </a:cubicBezTo>
                      <a:cubicBezTo>
                        <a:pt x="5048" y="27337"/>
                        <a:pt x="5048" y="27527"/>
                        <a:pt x="4858" y="27813"/>
                      </a:cubicBezTo>
                      <a:lnTo>
                        <a:pt x="4572" y="27813"/>
                      </a:lnTo>
                      <a:close/>
                      <a:moveTo>
                        <a:pt x="5334" y="24289"/>
                      </a:moveTo>
                      <a:lnTo>
                        <a:pt x="5334" y="24575"/>
                      </a:lnTo>
                      <a:lnTo>
                        <a:pt x="4763" y="24575"/>
                      </a:lnTo>
                      <a:cubicBezTo>
                        <a:pt x="4763" y="24575"/>
                        <a:pt x="4953" y="24098"/>
                        <a:pt x="5048" y="24098"/>
                      </a:cubicBezTo>
                      <a:cubicBezTo>
                        <a:pt x="5144" y="24098"/>
                        <a:pt x="5239" y="24098"/>
                        <a:pt x="5334" y="24289"/>
                      </a:cubicBezTo>
                      <a:close/>
                      <a:moveTo>
                        <a:pt x="6001" y="21527"/>
                      </a:moveTo>
                      <a:lnTo>
                        <a:pt x="6001" y="21812"/>
                      </a:lnTo>
                      <a:lnTo>
                        <a:pt x="5334" y="21241"/>
                      </a:lnTo>
                      <a:cubicBezTo>
                        <a:pt x="5334" y="21241"/>
                        <a:pt x="5715" y="21241"/>
                        <a:pt x="6001" y="21431"/>
                      </a:cubicBezTo>
                      <a:close/>
                      <a:moveTo>
                        <a:pt x="5334" y="26099"/>
                      </a:moveTo>
                      <a:cubicBezTo>
                        <a:pt x="5334" y="26099"/>
                        <a:pt x="5715" y="26194"/>
                        <a:pt x="5715" y="26479"/>
                      </a:cubicBezTo>
                      <a:lnTo>
                        <a:pt x="5334" y="26479"/>
                      </a:lnTo>
                      <a:lnTo>
                        <a:pt x="5334" y="26099"/>
                      </a:lnTo>
                      <a:close/>
                      <a:moveTo>
                        <a:pt x="6096" y="29433"/>
                      </a:moveTo>
                      <a:lnTo>
                        <a:pt x="6096" y="29242"/>
                      </a:lnTo>
                      <a:lnTo>
                        <a:pt x="6667" y="28956"/>
                      </a:lnTo>
                      <a:lnTo>
                        <a:pt x="6096" y="29433"/>
                      </a:lnTo>
                      <a:close/>
                      <a:moveTo>
                        <a:pt x="29242" y="23146"/>
                      </a:moveTo>
                      <a:lnTo>
                        <a:pt x="27908" y="23336"/>
                      </a:lnTo>
                      <a:cubicBezTo>
                        <a:pt x="27908" y="23336"/>
                        <a:pt x="27908" y="23432"/>
                        <a:pt x="27908" y="23527"/>
                      </a:cubicBezTo>
                      <a:cubicBezTo>
                        <a:pt x="27908" y="23527"/>
                        <a:pt x="28004" y="23717"/>
                        <a:pt x="28289" y="23813"/>
                      </a:cubicBezTo>
                      <a:cubicBezTo>
                        <a:pt x="28575" y="24003"/>
                        <a:pt x="28670" y="24098"/>
                        <a:pt x="28670" y="24289"/>
                      </a:cubicBezTo>
                      <a:lnTo>
                        <a:pt x="28956" y="24289"/>
                      </a:lnTo>
                      <a:cubicBezTo>
                        <a:pt x="28861" y="25051"/>
                        <a:pt x="28670" y="25908"/>
                        <a:pt x="28575" y="26670"/>
                      </a:cubicBezTo>
                      <a:cubicBezTo>
                        <a:pt x="28384" y="27527"/>
                        <a:pt x="27908" y="28099"/>
                        <a:pt x="27051" y="28385"/>
                      </a:cubicBezTo>
                      <a:cubicBezTo>
                        <a:pt x="26956" y="27908"/>
                        <a:pt x="26670" y="27813"/>
                        <a:pt x="26194" y="28004"/>
                      </a:cubicBezTo>
                      <a:lnTo>
                        <a:pt x="26003" y="28004"/>
                      </a:lnTo>
                      <a:lnTo>
                        <a:pt x="26575" y="28766"/>
                      </a:lnTo>
                      <a:cubicBezTo>
                        <a:pt x="26575" y="28766"/>
                        <a:pt x="26099" y="28575"/>
                        <a:pt x="25813" y="28385"/>
                      </a:cubicBezTo>
                      <a:cubicBezTo>
                        <a:pt x="25527" y="28099"/>
                        <a:pt x="25337" y="28004"/>
                        <a:pt x="25146" y="28004"/>
                      </a:cubicBezTo>
                      <a:cubicBezTo>
                        <a:pt x="24955" y="28004"/>
                        <a:pt x="24765" y="28004"/>
                        <a:pt x="24575" y="28289"/>
                      </a:cubicBezTo>
                      <a:lnTo>
                        <a:pt x="25146" y="28289"/>
                      </a:lnTo>
                      <a:lnTo>
                        <a:pt x="25146" y="28480"/>
                      </a:lnTo>
                      <a:cubicBezTo>
                        <a:pt x="25146" y="28480"/>
                        <a:pt x="25717" y="28861"/>
                        <a:pt x="26289" y="29242"/>
                      </a:cubicBezTo>
                      <a:lnTo>
                        <a:pt x="25146" y="29718"/>
                      </a:lnTo>
                      <a:lnTo>
                        <a:pt x="25337" y="29718"/>
                      </a:lnTo>
                      <a:cubicBezTo>
                        <a:pt x="25337" y="29718"/>
                        <a:pt x="24860" y="30004"/>
                        <a:pt x="24098" y="30385"/>
                      </a:cubicBezTo>
                      <a:cubicBezTo>
                        <a:pt x="23717" y="30575"/>
                        <a:pt x="23336" y="30671"/>
                        <a:pt x="22955" y="30671"/>
                      </a:cubicBezTo>
                      <a:cubicBezTo>
                        <a:pt x="22765" y="30671"/>
                        <a:pt x="22574" y="30671"/>
                        <a:pt x="22384" y="30671"/>
                      </a:cubicBezTo>
                      <a:cubicBezTo>
                        <a:pt x="22288" y="31052"/>
                        <a:pt x="22288" y="31242"/>
                        <a:pt x="22288" y="31433"/>
                      </a:cubicBezTo>
                      <a:lnTo>
                        <a:pt x="16288" y="31623"/>
                      </a:lnTo>
                      <a:cubicBezTo>
                        <a:pt x="15812" y="31147"/>
                        <a:pt x="15050" y="30766"/>
                        <a:pt x="14097" y="30480"/>
                      </a:cubicBezTo>
                      <a:cubicBezTo>
                        <a:pt x="12954" y="30194"/>
                        <a:pt x="12287" y="29909"/>
                        <a:pt x="11906" y="29718"/>
                      </a:cubicBezTo>
                      <a:cubicBezTo>
                        <a:pt x="11811" y="29528"/>
                        <a:pt x="11525" y="29433"/>
                        <a:pt x="11240" y="29242"/>
                      </a:cubicBezTo>
                      <a:cubicBezTo>
                        <a:pt x="10954" y="29242"/>
                        <a:pt x="10573" y="29051"/>
                        <a:pt x="10287" y="28956"/>
                      </a:cubicBezTo>
                      <a:lnTo>
                        <a:pt x="10763" y="28575"/>
                      </a:lnTo>
                      <a:lnTo>
                        <a:pt x="10192" y="28004"/>
                      </a:lnTo>
                      <a:lnTo>
                        <a:pt x="10001" y="28385"/>
                      </a:lnTo>
                      <a:cubicBezTo>
                        <a:pt x="9525" y="28385"/>
                        <a:pt x="9239" y="27813"/>
                        <a:pt x="9144" y="27146"/>
                      </a:cubicBezTo>
                      <a:cubicBezTo>
                        <a:pt x="9144" y="26479"/>
                        <a:pt x="8763" y="26194"/>
                        <a:pt x="8001" y="26194"/>
                      </a:cubicBezTo>
                      <a:lnTo>
                        <a:pt x="7525" y="26194"/>
                      </a:lnTo>
                      <a:cubicBezTo>
                        <a:pt x="7525" y="26194"/>
                        <a:pt x="8192" y="25908"/>
                        <a:pt x="8192" y="25527"/>
                      </a:cubicBezTo>
                      <a:cubicBezTo>
                        <a:pt x="8192" y="25337"/>
                        <a:pt x="8192" y="25146"/>
                        <a:pt x="8096" y="25051"/>
                      </a:cubicBezTo>
                      <a:cubicBezTo>
                        <a:pt x="8096" y="24956"/>
                        <a:pt x="7715" y="24765"/>
                        <a:pt x="7239" y="24670"/>
                      </a:cubicBezTo>
                      <a:lnTo>
                        <a:pt x="7144" y="24670"/>
                      </a:lnTo>
                      <a:cubicBezTo>
                        <a:pt x="7144" y="24670"/>
                        <a:pt x="7144" y="24860"/>
                        <a:pt x="7049" y="24860"/>
                      </a:cubicBezTo>
                      <a:cubicBezTo>
                        <a:pt x="6953" y="24860"/>
                        <a:pt x="6953" y="24765"/>
                        <a:pt x="6858" y="24575"/>
                      </a:cubicBezTo>
                      <a:cubicBezTo>
                        <a:pt x="6858" y="24384"/>
                        <a:pt x="6858" y="24194"/>
                        <a:pt x="6858" y="24098"/>
                      </a:cubicBezTo>
                      <a:cubicBezTo>
                        <a:pt x="7144" y="24003"/>
                        <a:pt x="7525" y="23717"/>
                        <a:pt x="8001" y="23241"/>
                      </a:cubicBezTo>
                      <a:cubicBezTo>
                        <a:pt x="8477" y="22765"/>
                        <a:pt x="8858" y="22574"/>
                        <a:pt x="9239" y="22574"/>
                      </a:cubicBezTo>
                      <a:cubicBezTo>
                        <a:pt x="9334" y="22574"/>
                        <a:pt x="9525" y="22574"/>
                        <a:pt x="9716" y="22670"/>
                      </a:cubicBezTo>
                      <a:cubicBezTo>
                        <a:pt x="9716" y="22479"/>
                        <a:pt x="9525" y="22289"/>
                        <a:pt x="9716" y="22193"/>
                      </a:cubicBezTo>
                      <a:cubicBezTo>
                        <a:pt x="9716" y="22098"/>
                        <a:pt x="9716" y="21908"/>
                        <a:pt x="9430" y="21622"/>
                      </a:cubicBezTo>
                      <a:lnTo>
                        <a:pt x="10763" y="20955"/>
                      </a:lnTo>
                      <a:lnTo>
                        <a:pt x="10478" y="20479"/>
                      </a:lnTo>
                      <a:cubicBezTo>
                        <a:pt x="10478" y="20479"/>
                        <a:pt x="11049" y="20479"/>
                        <a:pt x="11525" y="20098"/>
                      </a:cubicBezTo>
                      <a:cubicBezTo>
                        <a:pt x="12001" y="19908"/>
                        <a:pt x="12287" y="19717"/>
                        <a:pt x="12478" y="19717"/>
                      </a:cubicBezTo>
                      <a:cubicBezTo>
                        <a:pt x="12763" y="19717"/>
                        <a:pt x="12859" y="20003"/>
                        <a:pt x="12954" y="20384"/>
                      </a:cubicBezTo>
                      <a:cubicBezTo>
                        <a:pt x="12954" y="21241"/>
                        <a:pt x="13145" y="22098"/>
                        <a:pt x="13907" y="22955"/>
                      </a:cubicBezTo>
                      <a:cubicBezTo>
                        <a:pt x="14288" y="23432"/>
                        <a:pt x="14954" y="24003"/>
                        <a:pt x="16002" y="24956"/>
                      </a:cubicBezTo>
                      <a:cubicBezTo>
                        <a:pt x="16192" y="25337"/>
                        <a:pt x="16383" y="25527"/>
                        <a:pt x="16764" y="25527"/>
                      </a:cubicBezTo>
                      <a:cubicBezTo>
                        <a:pt x="16859" y="25527"/>
                        <a:pt x="16954" y="25527"/>
                        <a:pt x="17240" y="25432"/>
                      </a:cubicBezTo>
                      <a:cubicBezTo>
                        <a:pt x="17431" y="25432"/>
                        <a:pt x="17621" y="25432"/>
                        <a:pt x="17717" y="25432"/>
                      </a:cubicBezTo>
                      <a:cubicBezTo>
                        <a:pt x="18002" y="25432"/>
                        <a:pt x="18193" y="25432"/>
                        <a:pt x="18479" y="25622"/>
                      </a:cubicBezTo>
                      <a:cubicBezTo>
                        <a:pt x="18669" y="25622"/>
                        <a:pt x="18859" y="25718"/>
                        <a:pt x="19145" y="25718"/>
                      </a:cubicBezTo>
                      <a:cubicBezTo>
                        <a:pt x="19621" y="25718"/>
                        <a:pt x="20193" y="25527"/>
                        <a:pt x="20860" y="25051"/>
                      </a:cubicBezTo>
                      <a:cubicBezTo>
                        <a:pt x="21812" y="24479"/>
                        <a:pt x="22288" y="24098"/>
                        <a:pt x="22479" y="24098"/>
                      </a:cubicBezTo>
                      <a:cubicBezTo>
                        <a:pt x="22670" y="23813"/>
                        <a:pt x="22670" y="23622"/>
                        <a:pt x="22670" y="23432"/>
                      </a:cubicBezTo>
                      <a:cubicBezTo>
                        <a:pt x="22670" y="23146"/>
                        <a:pt x="22479" y="22670"/>
                        <a:pt x="22193" y="22193"/>
                      </a:cubicBezTo>
                      <a:cubicBezTo>
                        <a:pt x="21812" y="21622"/>
                        <a:pt x="21622" y="21241"/>
                        <a:pt x="21526" y="21050"/>
                      </a:cubicBezTo>
                      <a:cubicBezTo>
                        <a:pt x="20860" y="21050"/>
                        <a:pt x="20479" y="20669"/>
                        <a:pt x="20383" y="20288"/>
                      </a:cubicBezTo>
                      <a:lnTo>
                        <a:pt x="20574" y="20098"/>
                      </a:lnTo>
                      <a:cubicBezTo>
                        <a:pt x="19717" y="19717"/>
                        <a:pt x="18574" y="19145"/>
                        <a:pt x="17050" y="18288"/>
                      </a:cubicBezTo>
                      <a:cubicBezTo>
                        <a:pt x="16859" y="18479"/>
                        <a:pt x="16764" y="18479"/>
                        <a:pt x="16574" y="18479"/>
                      </a:cubicBezTo>
                      <a:cubicBezTo>
                        <a:pt x="16383" y="18479"/>
                        <a:pt x="16097" y="18288"/>
                        <a:pt x="15812" y="18098"/>
                      </a:cubicBezTo>
                      <a:cubicBezTo>
                        <a:pt x="15430" y="17812"/>
                        <a:pt x="15240" y="17717"/>
                        <a:pt x="15050" y="17717"/>
                      </a:cubicBezTo>
                      <a:cubicBezTo>
                        <a:pt x="15050" y="17717"/>
                        <a:pt x="14859" y="17717"/>
                        <a:pt x="14859" y="17717"/>
                      </a:cubicBezTo>
                      <a:cubicBezTo>
                        <a:pt x="14192" y="17621"/>
                        <a:pt x="13525" y="16954"/>
                        <a:pt x="12954" y="16097"/>
                      </a:cubicBezTo>
                      <a:cubicBezTo>
                        <a:pt x="12192" y="15050"/>
                        <a:pt x="11621" y="14478"/>
                        <a:pt x="11144" y="14192"/>
                      </a:cubicBezTo>
                      <a:cubicBezTo>
                        <a:pt x="11144" y="13907"/>
                        <a:pt x="11049" y="13526"/>
                        <a:pt x="10668" y="13145"/>
                      </a:cubicBezTo>
                      <a:cubicBezTo>
                        <a:pt x="10382" y="12668"/>
                        <a:pt x="10192" y="12383"/>
                        <a:pt x="10287" y="12097"/>
                      </a:cubicBezTo>
                      <a:cubicBezTo>
                        <a:pt x="10096" y="11811"/>
                        <a:pt x="10001" y="11049"/>
                        <a:pt x="9906" y="10097"/>
                      </a:cubicBezTo>
                      <a:cubicBezTo>
                        <a:pt x="9906" y="9239"/>
                        <a:pt x="9906" y="8382"/>
                        <a:pt x="9811" y="7525"/>
                      </a:cubicBezTo>
                      <a:cubicBezTo>
                        <a:pt x="10001" y="7429"/>
                        <a:pt x="10096" y="7334"/>
                        <a:pt x="10096" y="7144"/>
                      </a:cubicBezTo>
                      <a:cubicBezTo>
                        <a:pt x="10096" y="7144"/>
                        <a:pt x="10096" y="6953"/>
                        <a:pt x="9906" y="6763"/>
                      </a:cubicBezTo>
                      <a:cubicBezTo>
                        <a:pt x="9811" y="6572"/>
                        <a:pt x="9716" y="6477"/>
                        <a:pt x="9716" y="6382"/>
                      </a:cubicBezTo>
                      <a:cubicBezTo>
                        <a:pt x="9811" y="6001"/>
                        <a:pt x="10287" y="5525"/>
                        <a:pt x="11049" y="4953"/>
                      </a:cubicBezTo>
                      <a:cubicBezTo>
                        <a:pt x="11716" y="4382"/>
                        <a:pt x="12001" y="3905"/>
                        <a:pt x="12001" y="3334"/>
                      </a:cubicBezTo>
                      <a:cubicBezTo>
                        <a:pt x="12097" y="3334"/>
                        <a:pt x="12287" y="3239"/>
                        <a:pt x="12573" y="3048"/>
                      </a:cubicBezTo>
                      <a:cubicBezTo>
                        <a:pt x="12859" y="2858"/>
                        <a:pt x="13049" y="2762"/>
                        <a:pt x="13145" y="2762"/>
                      </a:cubicBezTo>
                      <a:cubicBezTo>
                        <a:pt x="13145" y="2762"/>
                        <a:pt x="13240" y="2762"/>
                        <a:pt x="13335" y="2858"/>
                      </a:cubicBezTo>
                      <a:cubicBezTo>
                        <a:pt x="13811" y="2096"/>
                        <a:pt x="14573" y="1524"/>
                        <a:pt x="15716" y="1048"/>
                      </a:cubicBezTo>
                      <a:cubicBezTo>
                        <a:pt x="16669" y="762"/>
                        <a:pt x="17621" y="476"/>
                        <a:pt x="18574" y="191"/>
                      </a:cubicBezTo>
                      <a:cubicBezTo>
                        <a:pt x="18859" y="95"/>
                        <a:pt x="19145" y="0"/>
                        <a:pt x="19431" y="0"/>
                      </a:cubicBezTo>
                      <a:cubicBezTo>
                        <a:pt x="19812" y="0"/>
                        <a:pt x="20383" y="191"/>
                        <a:pt x="21146" y="476"/>
                      </a:cubicBezTo>
                      <a:cubicBezTo>
                        <a:pt x="21812" y="762"/>
                        <a:pt x="22384" y="953"/>
                        <a:pt x="22860" y="953"/>
                      </a:cubicBezTo>
                      <a:cubicBezTo>
                        <a:pt x="23050" y="953"/>
                        <a:pt x="23241" y="953"/>
                        <a:pt x="23432" y="953"/>
                      </a:cubicBezTo>
                      <a:cubicBezTo>
                        <a:pt x="23622" y="1334"/>
                        <a:pt x="23908" y="1619"/>
                        <a:pt x="24384" y="1715"/>
                      </a:cubicBezTo>
                      <a:cubicBezTo>
                        <a:pt x="24955" y="1905"/>
                        <a:pt x="25432" y="2096"/>
                        <a:pt x="25527" y="2191"/>
                      </a:cubicBezTo>
                      <a:cubicBezTo>
                        <a:pt x="26479" y="2191"/>
                        <a:pt x="27242" y="3429"/>
                        <a:pt x="27908" y="5620"/>
                      </a:cubicBezTo>
                      <a:cubicBezTo>
                        <a:pt x="27908" y="5906"/>
                        <a:pt x="27622" y="6382"/>
                        <a:pt x="27146" y="6858"/>
                      </a:cubicBezTo>
                      <a:cubicBezTo>
                        <a:pt x="26765" y="7334"/>
                        <a:pt x="26479" y="7811"/>
                        <a:pt x="26575" y="8287"/>
                      </a:cubicBezTo>
                      <a:cubicBezTo>
                        <a:pt x="26289" y="8192"/>
                        <a:pt x="26099" y="8287"/>
                        <a:pt x="26099" y="8573"/>
                      </a:cubicBezTo>
                      <a:cubicBezTo>
                        <a:pt x="26099" y="8858"/>
                        <a:pt x="26099" y="9049"/>
                        <a:pt x="25908" y="9144"/>
                      </a:cubicBezTo>
                      <a:cubicBezTo>
                        <a:pt x="25146" y="9620"/>
                        <a:pt x="24670" y="9620"/>
                        <a:pt x="24384" y="9620"/>
                      </a:cubicBezTo>
                      <a:cubicBezTo>
                        <a:pt x="24003" y="9620"/>
                        <a:pt x="23622" y="9335"/>
                        <a:pt x="23241" y="8858"/>
                      </a:cubicBezTo>
                      <a:cubicBezTo>
                        <a:pt x="23241" y="8477"/>
                        <a:pt x="22955" y="8192"/>
                        <a:pt x="22479" y="7906"/>
                      </a:cubicBezTo>
                      <a:cubicBezTo>
                        <a:pt x="21908" y="7716"/>
                        <a:pt x="21622" y="7429"/>
                        <a:pt x="21431" y="7144"/>
                      </a:cubicBezTo>
                      <a:cubicBezTo>
                        <a:pt x="21241" y="7144"/>
                        <a:pt x="20860" y="6953"/>
                        <a:pt x="20193" y="6668"/>
                      </a:cubicBezTo>
                      <a:cubicBezTo>
                        <a:pt x="19717" y="6477"/>
                        <a:pt x="19241" y="6382"/>
                        <a:pt x="18955" y="6382"/>
                      </a:cubicBezTo>
                      <a:cubicBezTo>
                        <a:pt x="18479" y="6382"/>
                        <a:pt x="18097" y="6572"/>
                        <a:pt x="17812" y="7049"/>
                      </a:cubicBezTo>
                      <a:cubicBezTo>
                        <a:pt x="17717" y="7049"/>
                        <a:pt x="17621" y="7049"/>
                        <a:pt x="17526" y="7049"/>
                      </a:cubicBezTo>
                      <a:cubicBezTo>
                        <a:pt x="17336" y="7049"/>
                        <a:pt x="16954" y="7239"/>
                        <a:pt x="16574" y="7620"/>
                      </a:cubicBezTo>
                      <a:cubicBezTo>
                        <a:pt x="16764" y="7811"/>
                        <a:pt x="16764" y="8001"/>
                        <a:pt x="16764" y="8287"/>
                      </a:cubicBezTo>
                      <a:cubicBezTo>
                        <a:pt x="16764" y="8382"/>
                        <a:pt x="16574" y="8763"/>
                        <a:pt x="16192" y="8858"/>
                      </a:cubicBezTo>
                      <a:cubicBezTo>
                        <a:pt x="15812" y="9049"/>
                        <a:pt x="15621" y="9239"/>
                        <a:pt x="15621" y="9430"/>
                      </a:cubicBezTo>
                      <a:cubicBezTo>
                        <a:pt x="15621" y="9620"/>
                        <a:pt x="15621" y="9811"/>
                        <a:pt x="15907" y="10097"/>
                      </a:cubicBezTo>
                      <a:cubicBezTo>
                        <a:pt x="17050" y="11716"/>
                        <a:pt x="18669" y="12954"/>
                        <a:pt x="20955" y="13716"/>
                      </a:cubicBezTo>
                      <a:cubicBezTo>
                        <a:pt x="21241" y="13716"/>
                        <a:pt x="21622" y="14002"/>
                        <a:pt x="22098" y="14478"/>
                      </a:cubicBezTo>
                      <a:cubicBezTo>
                        <a:pt x="22574" y="14859"/>
                        <a:pt x="23146" y="15145"/>
                        <a:pt x="23432" y="15240"/>
                      </a:cubicBezTo>
                      <a:cubicBezTo>
                        <a:pt x="23813" y="15240"/>
                        <a:pt x="24289" y="15526"/>
                        <a:pt x="24955" y="16097"/>
                      </a:cubicBezTo>
                      <a:cubicBezTo>
                        <a:pt x="25527" y="16669"/>
                        <a:pt x="26003" y="16859"/>
                        <a:pt x="26575" y="16764"/>
                      </a:cubicBezTo>
                      <a:cubicBezTo>
                        <a:pt x="26575" y="16954"/>
                        <a:pt x="26575" y="17145"/>
                        <a:pt x="26670" y="17145"/>
                      </a:cubicBezTo>
                      <a:cubicBezTo>
                        <a:pt x="26956" y="17145"/>
                        <a:pt x="27146" y="17336"/>
                        <a:pt x="27242" y="17717"/>
                      </a:cubicBezTo>
                      <a:cubicBezTo>
                        <a:pt x="27337" y="18098"/>
                        <a:pt x="27527" y="18193"/>
                        <a:pt x="27813" y="18098"/>
                      </a:cubicBezTo>
                      <a:cubicBezTo>
                        <a:pt x="27813" y="18288"/>
                        <a:pt x="28194" y="18764"/>
                        <a:pt x="28861" y="19717"/>
                      </a:cubicBezTo>
                      <a:cubicBezTo>
                        <a:pt x="29337" y="20384"/>
                        <a:pt x="29528" y="21050"/>
                        <a:pt x="29528" y="21717"/>
                      </a:cubicBezTo>
                      <a:cubicBezTo>
                        <a:pt x="29623" y="21908"/>
                        <a:pt x="29718" y="22098"/>
                        <a:pt x="29718" y="22193"/>
                      </a:cubicBezTo>
                      <a:cubicBezTo>
                        <a:pt x="29718" y="22289"/>
                        <a:pt x="29623" y="22479"/>
                        <a:pt x="29528" y="22670"/>
                      </a:cubicBezTo>
                      <a:cubicBezTo>
                        <a:pt x="29432" y="22860"/>
                        <a:pt x="29337" y="23051"/>
                        <a:pt x="29337" y="23051"/>
                      </a:cubicBezTo>
                      <a:cubicBezTo>
                        <a:pt x="29337" y="23241"/>
                        <a:pt x="29432" y="23432"/>
                        <a:pt x="29718" y="23527"/>
                      </a:cubicBezTo>
                      <a:close/>
                      <a:moveTo>
                        <a:pt x="6667" y="24098"/>
                      </a:moveTo>
                      <a:lnTo>
                        <a:pt x="7525" y="23717"/>
                      </a:lnTo>
                      <a:lnTo>
                        <a:pt x="7049" y="23717"/>
                      </a:lnTo>
                      <a:lnTo>
                        <a:pt x="6572" y="24098"/>
                      </a:lnTo>
                      <a:close/>
                      <a:moveTo>
                        <a:pt x="6953" y="27908"/>
                      </a:moveTo>
                      <a:lnTo>
                        <a:pt x="7144" y="27908"/>
                      </a:lnTo>
                      <a:lnTo>
                        <a:pt x="7429" y="28099"/>
                      </a:lnTo>
                      <a:lnTo>
                        <a:pt x="6953" y="27908"/>
                      </a:lnTo>
                      <a:close/>
                      <a:moveTo>
                        <a:pt x="8192" y="30004"/>
                      </a:moveTo>
                      <a:cubicBezTo>
                        <a:pt x="8192" y="30004"/>
                        <a:pt x="8192" y="29433"/>
                        <a:pt x="8477" y="29147"/>
                      </a:cubicBezTo>
                      <a:lnTo>
                        <a:pt x="8477" y="29147"/>
                      </a:lnTo>
                      <a:cubicBezTo>
                        <a:pt x="8477" y="29147"/>
                        <a:pt x="8477" y="29337"/>
                        <a:pt x="8668" y="29528"/>
                      </a:cubicBezTo>
                      <a:cubicBezTo>
                        <a:pt x="8763" y="29528"/>
                        <a:pt x="8858" y="29718"/>
                        <a:pt x="8858" y="29718"/>
                      </a:cubicBezTo>
                      <a:cubicBezTo>
                        <a:pt x="8858" y="29813"/>
                        <a:pt x="8858" y="29909"/>
                        <a:pt x="8668" y="30004"/>
                      </a:cubicBezTo>
                      <a:lnTo>
                        <a:pt x="8192" y="30004"/>
                      </a:lnTo>
                      <a:close/>
                      <a:moveTo>
                        <a:pt x="8572" y="29051"/>
                      </a:moveTo>
                      <a:lnTo>
                        <a:pt x="8572" y="29051"/>
                      </a:lnTo>
                      <a:close/>
                      <a:moveTo>
                        <a:pt x="8668" y="28289"/>
                      </a:moveTo>
                      <a:cubicBezTo>
                        <a:pt x="8668" y="28289"/>
                        <a:pt x="8858" y="28385"/>
                        <a:pt x="9049" y="28480"/>
                      </a:cubicBezTo>
                      <a:cubicBezTo>
                        <a:pt x="9239" y="28670"/>
                        <a:pt x="9239" y="28670"/>
                        <a:pt x="9334" y="28766"/>
                      </a:cubicBezTo>
                      <a:cubicBezTo>
                        <a:pt x="9144" y="28766"/>
                        <a:pt x="8954" y="28956"/>
                        <a:pt x="8668" y="29147"/>
                      </a:cubicBezTo>
                      <a:cubicBezTo>
                        <a:pt x="8858" y="28861"/>
                        <a:pt x="8954" y="28670"/>
                        <a:pt x="8763" y="28385"/>
                      </a:cubicBezTo>
                      <a:close/>
                      <a:moveTo>
                        <a:pt x="9525" y="24956"/>
                      </a:moveTo>
                      <a:lnTo>
                        <a:pt x="9525" y="24575"/>
                      </a:lnTo>
                      <a:lnTo>
                        <a:pt x="8668" y="24194"/>
                      </a:lnTo>
                      <a:lnTo>
                        <a:pt x="9525" y="24956"/>
                      </a:lnTo>
                      <a:close/>
                      <a:moveTo>
                        <a:pt x="10287" y="26099"/>
                      </a:moveTo>
                      <a:cubicBezTo>
                        <a:pt x="10287" y="26099"/>
                        <a:pt x="10382" y="26194"/>
                        <a:pt x="10668" y="26194"/>
                      </a:cubicBezTo>
                      <a:cubicBezTo>
                        <a:pt x="10858" y="26194"/>
                        <a:pt x="10954" y="26194"/>
                        <a:pt x="11049" y="25908"/>
                      </a:cubicBezTo>
                      <a:cubicBezTo>
                        <a:pt x="10763" y="25813"/>
                        <a:pt x="10478" y="25908"/>
                        <a:pt x="10287" y="26003"/>
                      </a:cubicBezTo>
                      <a:cubicBezTo>
                        <a:pt x="10287" y="26003"/>
                        <a:pt x="10192" y="26099"/>
                        <a:pt x="10192" y="26099"/>
                      </a:cubicBezTo>
                      <a:lnTo>
                        <a:pt x="9906" y="26384"/>
                      </a:lnTo>
                      <a:lnTo>
                        <a:pt x="10192" y="26384"/>
                      </a:lnTo>
                      <a:lnTo>
                        <a:pt x="10192" y="26099"/>
                      </a:lnTo>
                      <a:lnTo>
                        <a:pt x="10287" y="26099"/>
                      </a:lnTo>
                      <a:close/>
                      <a:moveTo>
                        <a:pt x="10478" y="11049"/>
                      </a:moveTo>
                      <a:cubicBezTo>
                        <a:pt x="10478" y="11049"/>
                        <a:pt x="10573" y="10763"/>
                        <a:pt x="10573" y="10668"/>
                      </a:cubicBezTo>
                      <a:lnTo>
                        <a:pt x="10573" y="10383"/>
                      </a:lnTo>
                      <a:cubicBezTo>
                        <a:pt x="10573" y="10383"/>
                        <a:pt x="10478" y="10097"/>
                        <a:pt x="10287" y="10001"/>
                      </a:cubicBezTo>
                      <a:cubicBezTo>
                        <a:pt x="10096" y="10001"/>
                        <a:pt x="10001" y="10001"/>
                        <a:pt x="9906" y="10001"/>
                      </a:cubicBezTo>
                      <a:cubicBezTo>
                        <a:pt x="10382" y="10097"/>
                        <a:pt x="10573" y="10383"/>
                        <a:pt x="10573" y="10668"/>
                      </a:cubicBezTo>
                      <a:lnTo>
                        <a:pt x="10573" y="11049"/>
                      </a:lnTo>
                      <a:close/>
                      <a:moveTo>
                        <a:pt x="13049" y="8763"/>
                      </a:moveTo>
                      <a:lnTo>
                        <a:pt x="13049" y="8763"/>
                      </a:lnTo>
                      <a:cubicBezTo>
                        <a:pt x="12954" y="8001"/>
                        <a:pt x="12478" y="7716"/>
                        <a:pt x="11621" y="7716"/>
                      </a:cubicBezTo>
                      <a:cubicBezTo>
                        <a:pt x="10954" y="7716"/>
                        <a:pt x="10382" y="7906"/>
                        <a:pt x="10001" y="8192"/>
                      </a:cubicBezTo>
                      <a:cubicBezTo>
                        <a:pt x="10096" y="8192"/>
                        <a:pt x="10287" y="8477"/>
                        <a:pt x="10478" y="8954"/>
                      </a:cubicBezTo>
                      <a:cubicBezTo>
                        <a:pt x="10668" y="9430"/>
                        <a:pt x="10858" y="9620"/>
                        <a:pt x="11240" y="9525"/>
                      </a:cubicBezTo>
                      <a:lnTo>
                        <a:pt x="11240" y="9335"/>
                      </a:lnTo>
                      <a:cubicBezTo>
                        <a:pt x="11240" y="9335"/>
                        <a:pt x="11335" y="8954"/>
                        <a:pt x="11525" y="8477"/>
                      </a:cubicBezTo>
                      <a:cubicBezTo>
                        <a:pt x="11525" y="8096"/>
                        <a:pt x="11716" y="7811"/>
                        <a:pt x="12001" y="7811"/>
                      </a:cubicBezTo>
                      <a:cubicBezTo>
                        <a:pt x="12097" y="7811"/>
                        <a:pt x="12287" y="7811"/>
                        <a:pt x="12383" y="8001"/>
                      </a:cubicBezTo>
                      <a:lnTo>
                        <a:pt x="12383" y="8287"/>
                      </a:lnTo>
                      <a:cubicBezTo>
                        <a:pt x="12383" y="8287"/>
                        <a:pt x="12478" y="8192"/>
                        <a:pt x="12573" y="8192"/>
                      </a:cubicBezTo>
                      <a:cubicBezTo>
                        <a:pt x="12573" y="8192"/>
                        <a:pt x="12763" y="8382"/>
                        <a:pt x="13145" y="8668"/>
                      </a:cubicBezTo>
                      <a:close/>
                      <a:moveTo>
                        <a:pt x="10573" y="21431"/>
                      </a:moveTo>
                      <a:cubicBezTo>
                        <a:pt x="10573" y="21431"/>
                        <a:pt x="10192" y="21431"/>
                        <a:pt x="10096" y="21336"/>
                      </a:cubicBezTo>
                      <a:lnTo>
                        <a:pt x="10478" y="21812"/>
                      </a:lnTo>
                      <a:cubicBezTo>
                        <a:pt x="10478" y="21812"/>
                        <a:pt x="10573" y="21622"/>
                        <a:pt x="10478" y="21431"/>
                      </a:cubicBezTo>
                      <a:close/>
                      <a:moveTo>
                        <a:pt x="10858" y="9239"/>
                      </a:moveTo>
                      <a:lnTo>
                        <a:pt x="11144" y="9239"/>
                      </a:lnTo>
                      <a:cubicBezTo>
                        <a:pt x="11144" y="9239"/>
                        <a:pt x="11049" y="9144"/>
                        <a:pt x="10858" y="9239"/>
                      </a:cubicBezTo>
                      <a:close/>
                      <a:moveTo>
                        <a:pt x="11144" y="9144"/>
                      </a:moveTo>
                      <a:cubicBezTo>
                        <a:pt x="11144" y="9144"/>
                        <a:pt x="11144" y="9144"/>
                        <a:pt x="11240" y="9144"/>
                      </a:cubicBezTo>
                      <a:lnTo>
                        <a:pt x="11144" y="9144"/>
                      </a:lnTo>
                      <a:close/>
                      <a:moveTo>
                        <a:pt x="11335" y="28480"/>
                      </a:moveTo>
                      <a:lnTo>
                        <a:pt x="11716" y="28194"/>
                      </a:lnTo>
                      <a:cubicBezTo>
                        <a:pt x="11716" y="28194"/>
                        <a:pt x="11525" y="28004"/>
                        <a:pt x="11335" y="28004"/>
                      </a:cubicBezTo>
                      <a:lnTo>
                        <a:pt x="11335" y="28575"/>
                      </a:lnTo>
                      <a:close/>
                      <a:moveTo>
                        <a:pt x="11811" y="9716"/>
                      </a:moveTo>
                      <a:cubicBezTo>
                        <a:pt x="11811" y="9716"/>
                        <a:pt x="11811" y="9430"/>
                        <a:pt x="11716" y="9144"/>
                      </a:cubicBezTo>
                      <a:lnTo>
                        <a:pt x="11716" y="9716"/>
                      </a:lnTo>
                      <a:close/>
                      <a:moveTo>
                        <a:pt x="12573" y="30956"/>
                      </a:moveTo>
                      <a:lnTo>
                        <a:pt x="12763" y="30956"/>
                      </a:lnTo>
                      <a:cubicBezTo>
                        <a:pt x="12763" y="30956"/>
                        <a:pt x="12478" y="30956"/>
                        <a:pt x="12573" y="30956"/>
                      </a:cubicBezTo>
                      <a:close/>
                      <a:moveTo>
                        <a:pt x="16383" y="27718"/>
                      </a:moveTo>
                      <a:lnTo>
                        <a:pt x="16574" y="27527"/>
                      </a:lnTo>
                      <a:lnTo>
                        <a:pt x="16383" y="27051"/>
                      </a:lnTo>
                      <a:lnTo>
                        <a:pt x="16383" y="27718"/>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 name="Google Shape;1566;p99"/>
                <p:cNvSpPr/>
                <p:nvPr/>
              </p:nvSpPr>
              <p:spPr>
                <a:xfrm>
                  <a:off x="3393375" y="4675250"/>
                  <a:ext cx="21336" cy="31813"/>
                </a:xfrm>
                <a:custGeom>
                  <a:avLst/>
                  <a:gdLst/>
                  <a:ahLst/>
                  <a:cxnLst/>
                  <a:rect l="l" t="t" r="r" b="b"/>
                  <a:pathLst>
                    <a:path w="21336" h="31813" extrusionOk="0">
                      <a:moveTo>
                        <a:pt x="21050" y="953"/>
                      </a:moveTo>
                      <a:lnTo>
                        <a:pt x="21336" y="6572"/>
                      </a:lnTo>
                      <a:cubicBezTo>
                        <a:pt x="20669" y="6763"/>
                        <a:pt x="19812" y="6858"/>
                        <a:pt x="18669" y="6763"/>
                      </a:cubicBezTo>
                      <a:cubicBezTo>
                        <a:pt x="17336" y="6668"/>
                        <a:pt x="16478" y="6572"/>
                        <a:pt x="16097" y="6668"/>
                      </a:cubicBezTo>
                      <a:cubicBezTo>
                        <a:pt x="15145" y="6763"/>
                        <a:pt x="14383" y="7334"/>
                        <a:pt x="13811" y="8001"/>
                      </a:cubicBezTo>
                      <a:cubicBezTo>
                        <a:pt x="13811" y="8192"/>
                        <a:pt x="13811" y="8382"/>
                        <a:pt x="13811" y="8477"/>
                      </a:cubicBezTo>
                      <a:cubicBezTo>
                        <a:pt x="13811" y="8763"/>
                        <a:pt x="13811" y="9049"/>
                        <a:pt x="13716" y="9525"/>
                      </a:cubicBezTo>
                      <a:cubicBezTo>
                        <a:pt x="13716" y="9906"/>
                        <a:pt x="13621" y="10192"/>
                        <a:pt x="13621" y="10382"/>
                      </a:cubicBezTo>
                      <a:cubicBezTo>
                        <a:pt x="13621" y="10763"/>
                        <a:pt x="13621" y="11049"/>
                        <a:pt x="13811" y="11335"/>
                      </a:cubicBezTo>
                      <a:cubicBezTo>
                        <a:pt x="13811" y="11525"/>
                        <a:pt x="13907" y="11621"/>
                        <a:pt x="13907" y="11811"/>
                      </a:cubicBezTo>
                      <a:cubicBezTo>
                        <a:pt x="13907" y="11906"/>
                        <a:pt x="13907" y="12192"/>
                        <a:pt x="13716" y="12383"/>
                      </a:cubicBezTo>
                      <a:cubicBezTo>
                        <a:pt x="13621" y="12668"/>
                        <a:pt x="13525" y="12859"/>
                        <a:pt x="13525" y="12954"/>
                      </a:cubicBezTo>
                      <a:cubicBezTo>
                        <a:pt x="13525" y="13145"/>
                        <a:pt x="13621" y="13335"/>
                        <a:pt x="13716" y="13335"/>
                      </a:cubicBezTo>
                      <a:lnTo>
                        <a:pt x="13716" y="15145"/>
                      </a:lnTo>
                      <a:cubicBezTo>
                        <a:pt x="13716" y="15145"/>
                        <a:pt x="13430" y="14859"/>
                        <a:pt x="13145" y="14764"/>
                      </a:cubicBezTo>
                      <a:cubicBezTo>
                        <a:pt x="12764" y="14669"/>
                        <a:pt x="12573" y="14573"/>
                        <a:pt x="12478" y="14573"/>
                      </a:cubicBezTo>
                      <a:cubicBezTo>
                        <a:pt x="12383" y="14573"/>
                        <a:pt x="12383" y="14764"/>
                        <a:pt x="12383" y="14954"/>
                      </a:cubicBezTo>
                      <a:cubicBezTo>
                        <a:pt x="12383" y="14954"/>
                        <a:pt x="12383" y="15145"/>
                        <a:pt x="12383" y="15240"/>
                      </a:cubicBezTo>
                      <a:cubicBezTo>
                        <a:pt x="12478" y="15240"/>
                        <a:pt x="12668" y="15145"/>
                        <a:pt x="12764" y="15145"/>
                      </a:cubicBezTo>
                      <a:cubicBezTo>
                        <a:pt x="12954" y="15145"/>
                        <a:pt x="13049" y="15335"/>
                        <a:pt x="13240" y="15812"/>
                      </a:cubicBezTo>
                      <a:cubicBezTo>
                        <a:pt x="13335" y="16288"/>
                        <a:pt x="13430" y="16573"/>
                        <a:pt x="13525" y="16669"/>
                      </a:cubicBezTo>
                      <a:lnTo>
                        <a:pt x="13335" y="16669"/>
                      </a:lnTo>
                      <a:cubicBezTo>
                        <a:pt x="13621" y="17526"/>
                        <a:pt x="13811" y="18669"/>
                        <a:pt x="13811" y="20288"/>
                      </a:cubicBezTo>
                      <a:cubicBezTo>
                        <a:pt x="13811" y="21527"/>
                        <a:pt x="13811" y="22765"/>
                        <a:pt x="13811" y="24003"/>
                      </a:cubicBezTo>
                      <a:cubicBezTo>
                        <a:pt x="13811" y="24765"/>
                        <a:pt x="13811" y="25432"/>
                        <a:pt x="14002" y="26003"/>
                      </a:cubicBezTo>
                      <a:lnTo>
                        <a:pt x="14288" y="26194"/>
                      </a:lnTo>
                      <a:cubicBezTo>
                        <a:pt x="14288" y="26194"/>
                        <a:pt x="14573" y="26289"/>
                        <a:pt x="14764" y="26194"/>
                      </a:cubicBezTo>
                      <a:cubicBezTo>
                        <a:pt x="14573" y="26575"/>
                        <a:pt x="14478" y="27622"/>
                        <a:pt x="14383" y="29242"/>
                      </a:cubicBezTo>
                      <a:cubicBezTo>
                        <a:pt x="14383" y="30099"/>
                        <a:pt x="14097" y="30766"/>
                        <a:pt x="13621" y="31052"/>
                      </a:cubicBezTo>
                      <a:cubicBezTo>
                        <a:pt x="13621" y="31052"/>
                        <a:pt x="13716" y="31242"/>
                        <a:pt x="13716" y="31528"/>
                      </a:cubicBezTo>
                      <a:lnTo>
                        <a:pt x="11049" y="31528"/>
                      </a:lnTo>
                      <a:cubicBezTo>
                        <a:pt x="9906" y="31528"/>
                        <a:pt x="9049" y="31528"/>
                        <a:pt x="8382" y="31813"/>
                      </a:cubicBezTo>
                      <a:cubicBezTo>
                        <a:pt x="7811" y="31337"/>
                        <a:pt x="7525" y="30671"/>
                        <a:pt x="7525" y="29623"/>
                      </a:cubicBezTo>
                      <a:cubicBezTo>
                        <a:pt x="7525" y="28861"/>
                        <a:pt x="7525" y="28004"/>
                        <a:pt x="7525" y="27242"/>
                      </a:cubicBezTo>
                      <a:cubicBezTo>
                        <a:pt x="7715" y="24194"/>
                        <a:pt x="7715" y="21050"/>
                        <a:pt x="7715" y="17812"/>
                      </a:cubicBezTo>
                      <a:cubicBezTo>
                        <a:pt x="7715" y="14573"/>
                        <a:pt x="7715" y="11144"/>
                        <a:pt x="7525" y="7715"/>
                      </a:cubicBezTo>
                      <a:cubicBezTo>
                        <a:pt x="7429" y="7144"/>
                        <a:pt x="6953" y="6858"/>
                        <a:pt x="6287" y="6858"/>
                      </a:cubicBezTo>
                      <a:cubicBezTo>
                        <a:pt x="6096" y="6858"/>
                        <a:pt x="5906" y="6858"/>
                        <a:pt x="5715" y="6858"/>
                      </a:cubicBezTo>
                      <a:lnTo>
                        <a:pt x="5239" y="6858"/>
                      </a:lnTo>
                      <a:cubicBezTo>
                        <a:pt x="5239" y="6858"/>
                        <a:pt x="4572" y="6858"/>
                        <a:pt x="4382" y="6668"/>
                      </a:cubicBezTo>
                      <a:cubicBezTo>
                        <a:pt x="4572" y="6668"/>
                        <a:pt x="3810" y="6668"/>
                        <a:pt x="2000" y="6668"/>
                      </a:cubicBezTo>
                      <a:cubicBezTo>
                        <a:pt x="1238" y="6668"/>
                        <a:pt x="572" y="6477"/>
                        <a:pt x="0" y="6001"/>
                      </a:cubicBezTo>
                      <a:lnTo>
                        <a:pt x="0" y="476"/>
                      </a:lnTo>
                      <a:cubicBezTo>
                        <a:pt x="0" y="476"/>
                        <a:pt x="381" y="667"/>
                        <a:pt x="476" y="667"/>
                      </a:cubicBezTo>
                      <a:cubicBezTo>
                        <a:pt x="762" y="667"/>
                        <a:pt x="1048" y="476"/>
                        <a:pt x="1429" y="95"/>
                      </a:cubicBezTo>
                      <a:cubicBezTo>
                        <a:pt x="3048" y="0"/>
                        <a:pt x="5429" y="0"/>
                        <a:pt x="8477" y="95"/>
                      </a:cubicBezTo>
                      <a:cubicBezTo>
                        <a:pt x="11621" y="95"/>
                        <a:pt x="14002" y="95"/>
                        <a:pt x="15716" y="95"/>
                      </a:cubicBezTo>
                      <a:cubicBezTo>
                        <a:pt x="15716" y="286"/>
                        <a:pt x="15907" y="286"/>
                        <a:pt x="16097" y="286"/>
                      </a:cubicBezTo>
                      <a:cubicBezTo>
                        <a:pt x="16097" y="286"/>
                        <a:pt x="16383" y="286"/>
                        <a:pt x="16574" y="286"/>
                      </a:cubicBezTo>
                      <a:cubicBezTo>
                        <a:pt x="16669" y="286"/>
                        <a:pt x="16859" y="190"/>
                        <a:pt x="16954" y="190"/>
                      </a:cubicBezTo>
                      <a:cubicBezTo>
                        <a:pt x="17240" y="381"/>
                        <a:pt x="18098" y="381"/>
                        <a:pt x="19431" y="190"/>
                      </a:cubicBezTo>
                      <a:cubicBezTo>
                        <a:pt x="20479" y="95"/>
                        <a:pt x="20955" y="381"/>
                        <a:pt x="21050" y="1238"/>
                      </a:cubicBezTo>
                      <a:close/>
                      <a:moveTo>
                        <a:pt x="3429" y="2191"/>
                      </a:moveTo>
                      <a:cubicBezTo>
                        <a:pt x="3715" y="1714"/>
                        <a:pt x="4096" y="1524"/>
                        <a:pt x="4477" y="1524"/>
                      </a:cubicBezTo>
                      <a:cubicBezTo>
                        <a:pt x="4667" y="1524"/>
                        <a:pt x="4858" y="1524"/>
                        <a:pt x="5239" y="1524"/>
                      </a:cubicBezTo>
                      <a:cubicBezTo>
                        <a:pt x="5620" y="1524"/>
                        <a:pt x="5906" y="1714"/>
                        <a:pt x="6096" y="1714"/>
                      </a:cubicBezTo>
                      <a:cubicBezTo>
                        <a:pt x="6287" y="1714"/>
                        <a:pt x="6477" y="1714"/>
                        <a:pt x="6668" y="1714"/>
                      </a:cubicBezTo>
                      <a:lnTo>
                        <a:pt x="6096" y="1048"/>
                      </a:lnTo>
                      <a:cubicBezTo>
                        <a:pt x="6096" y="1048"/>
                        <a:pt x="5715" y="953"/>
                        <a:pt x="5715" y="762"/>
                      </a:cubicBezTo>
                      <a:cubicBezTo>
                        <a:pt x="5715" y="476"/>
                        <a:pt x="5715" y="381"/>
                        <a:pt x="5715" y="381"/>
                      </a:cubicBezTo>
                      <a:cubicBezTo>
                        <a:pt x="5715" y="571"/>
                        <a:pt x="5620" y="667"/>
                        <a:pt x="5525" y="667"/>
                      </a:cubicBezTo>
                      <a:cubicBezTo>
                        <a:pt x="5429" y="667"/>
                        <a:pt x="5429" y="667"/>
                        <a:pt x="5334" y="667"/>
                      </a:cubicBezTo>
                      <a:cubicBezTo>
                        <a:pt x="5334" y="667"/>
                        <a:pt x="5334" y="857"/>
                        <a:pt x="5334" y="1048"/>
                      </a:cubicBezTo>
                      <a:cubicBezTo>
                        <a:pt x="5048" y="1238"/>
                        <a:pt x="4572" y="1334"/>
                        <a:pt x="4096" y="1429"/>
                      </a:cubicBezTo>
                      <a:cubicBezTo>
                        <a:pt x="3429" y="1429"/>
                        <a:pt x="3143" y="1619"/>
                        <a:pt x="2858" y="1714"/>
                      </a:cubicBezTo>
                      <a:lnTo>
                        <a:pt x="3715" y="1714"/>
                      </a:lnTo>
                      <a:cubicBezTo>
                        <a:pt x="3715" y="1714"/>
                        <a:pt x="3429" y="2096"/>
                        <a:pt x="3239" y="2191"/>
                      </a:cubicBezTo>
                      <a:cubicBezTo>
                        <a:pt x="3239" y="2191"/>
                        <a:pt x="3239" y="2191"/>
                        <a:pt x="3239" y="2191"/>
                      </a:cubicBezTo>
                      <a:cubicBezTo>
                        <a:pt x="3239" y="2191"/>
                        <a:pt x="3143" y="2191"/>
                        <a:pt x="3048" y="2286"/>
                      </a:cubicBezTo>
                      <a:cubicBezTo>
                        <a:pt x="2858" y="2286"/>
                        <a:pt x="2762" y="2477"/>
                        <a:pt x="2667" y="2477"/>
                      </a:cubicBezTo>
                      <a:cubicBezTo>
                        <a:pt x="2572" y="2381"/>
                        <a:pt x="2381" y="2381"/>
                        <a:pt x="2286" y="2477"/>
                      </a:cubicBezTo>
                      <a:cubicBezTo>
                        <a:pt x="1715" y="2381"/>
                        <a:pt x="1333" y="2381"/>
                        <a:pt x="1143" y="2477"/>
                      </a:cubicBezTo>
                      <a:lnTo>
                        <a:pt x="1143" y="2191"/>
                      </a:lnTo>
                      <a:lnTo>
                        <a:pt x="762" y="2667"/>
                      </a:lnTo>
                      <a:cubicBezTo>
                        <a:pt x="762" y="2667"/>
                        <a:pt x="1048" y="2667"/>
                        <a:pt x="1143" y="2667"/>
                      </a:cubicBezTo>
                      <a:cubicBezTo>
                        <a:pt x="1143" y="2667"/>
                        <a:pt x="1619" y="2572"/>
                        <a:pt x="2381" y="2286"/>
                      </a:cubicBezTo>
                      <a:lnTo>
                        <a:pt x="2762" y="2286"/>
                      </a:lnTo>
                      <a:cubicBezTo>
                        <a:pt x="2762" y="2286"/>
                        <a:pt x="2858" y="2286"/>
                        <a:pt x="2953" y="2477"/>
                      </a:cubicBezTo>
                      <a:cubicBezTo>
                        <a:pt x="2953" y="2572"/>
                        <a:pt x="3048" y="2667"/>
                        <a:pt x="3143" y="2762"/>
                      </a:cubicBezTo>
                      <a:cubicBezTo>
                        <a:pt x="3143" y="2667"/>
                        <a:pt x="3143" y="2572"/>
                        <a:pt x="3048" y="2477"/>
                      </a:cubicBezTo>
                      <a:cubicBezTo>
                        <a:pt x="3048" y="2381"/>
                        <a:pt x="3048" y="2286"/>
                        <a:pt x="3143" y="2096"/>
                      </a:cubicBezTo>
                      <a:cubicBezTo>
                        <a:pt x="3143" y="2096"/>
                        <a:pt x="3239" y="2096"/>
                        <a:pt x="3334" y="2096"/>
                      </a:cubicBezTo>
                      <a:cubicBezTo>
                        <a:pt x="3524" y="2286"/>
                        <a:pt x="3620" y="2477"/>
                        <a:pt x="3620" y="2572"/>
                      </a:cubicBezTo>
                      <a:lnTo>
                        <a:pt x="4667" y="2381"/>
                      </a:lnTo>
                      <a:lnTo>
                        <a:pt x="3620" y="2381"/>
                      </a:lnTo>
                      <a:close/>
                      <a:moveTo>
                        <a:pt x="2667" y="3810"/>
                      </a:moveTo>
                      <a:lnTo>
                        <a:pt x="3334" y="3524"/>
                      </a:lnTo>
                      <a:lnTo>
                        <a:pt x="3048" y="3524"/>
                      </a:lnTo>
                      <a:lnTo>
                        <a:pt x="2762" y="3810"/>
                      </a:lnTo>
                      <a:close/>
                      <a:moveTo>
                        <a:pt x="7525" y="762"/>
                      </a:moveTo>
                      <a:lnTo>
                        <a:pt x="8001" y="286"/>
                      </a:lnTo>
                      <a:cubicBezTo>
                        <a:pt x="8001" y="286"/>
                        <a:pt x="7620" y="286"/>
                        <a:pt x="7334" y="0"/>
                      </a:cubicBezTo>
                      <a:lnTo>
                        <a:pt x="6858" y="762"/>
                      </a:lnTo>
                      <a:lnTo>
                        <a:pt x="6287" y="381"/>
                      </a:lnTo>
                      <a:lnTo>
                        <a:pt x="7049" y="1143"/>
                      </a:lnTo>
                      <a:cubicBezTo>
                        <a:pt x="7049" y="571"/>
                        <a:pt x="7144" y="286"/>
                        <a:pt x="7334" y="190"/>
                      </a:cubicBezTo>
                      <a:cubicBezTo>
                        <a:pt x="7334" y="190"/>
                        <a:pt x="7429" y="381"/>
                        <a:pt x="7429" y="667"/>
                      </a:cubicBezTo>
                      <a:close/>
                      <a:moveTo>
                        <a:pt x="9049" y="16478"/>
                      </a:moveTo>
                      <a:cubicBezTo>
                        <a:pt x="9525" y="16478"/>
                        <a:pt x="9716" y="16478"/>
                        <a:pt x="9716" y="16383"/>
                      </a:cubicBezTo>
                      <a:cubicBezTo>
                        <a:pt x="9620" y="16383"/>
                        <a:pt x="9430" y="16383"/>
                        <a:pt x="9049" y="16478"/>
                      </a:cubicBezTo>
                      <a:cubicBezTo>
                        <a:pt x="8954" y="16478"/>
                        <a:pt x="8763" y="16478"/>
                        <a:pt x="8763" y="16478"/>
                      </a:cubicBezTo>
                      <a:cubicBezTo>
                        <a:pt x="8858" y="16478"/>
                        <a:pt x="9049" y="16478"/>
                        <a:pt x="9049" y="16478"/>
                      </a:cubicBezTo>
                      <a:close/>
                      <a:moveTo>
                        <a:pt x="13240" y="15907"/>
                      </a:moveTo>
                      <a:cubicBezTo>
                        <a:pt x="13240" y="15907"/>
                        <a:pt x="12478" y="15526"/>
                        <a:pt x="12002" y="15526"/>
                      </a:cubicBezTo>
                      <a:cubicBezTo>
                        <a:pt x="11335" y="15526"/>
                        <a:pt x="10858" y="15526"/>
                        <a:pt x="10668" y="15526"/>
                      </a:cubicBezTo>
                      <a:lnTo>
                        <a:pt x="11716" y="16193"/>
                      </a:lnTo>
                      <a:cubicBezTo>
                        <a:pt x="11716" y="16193"/>
                        <a:pt x="11525" y="16288"/>
                        <a:pt x="11525" y="16478"/>
                      </a:cubicBezTo>
                      <a:lnTo>
                        <a:pt x="11811" y="16478"/>
                      </a:lnTo>
                      <a:cubicBezTo>
                        <a:pt x="11811" y="16478"/>
                        <a:pt x="12002" y="16573"/>
                        <a:pt x="12002" y="16669"/>
                      </a:cubicBezTo>
                      <a:lnTo>
                        <a:pt x="12002" y="16859"/>
                      </a:lnTo>
                      <a:cubicBezTo>
                        <a:pt x="12002" y="16859"/>
                        <a:pt x="11811" y="17050"/>
                        <a:pt x="11811" y="17240"/>
                      </a:cubicBezTo>
                      <a:lnTo>
                        <a:pt x="12478" y="17240"/>
                      </a:lnTo>
                      <a:cubicBezTo>
                        <a:pt x="12478" y="17240"/>
                        <a:pt x="12002" y="16764"/>
                        <a:pt x="12002" y="16478"/>
                      </a:cubicBezTo>
                      <a:cubicBezTo>
                        <a:pt x="12002" y="16478"/>
                        <a:pt x="12002" y="16288"/>
                        <a:pt x="12192" y="16288"/>
                      </a:cubicBezTo>
                      <a:cubicBezTo>
                        <a:pt x="12383" y="16288"/>
                        <a:pt x="12478" y="16193"/>
                        <a:pt x="12764" y="16097"/>
                      </a:cubicBezTo>
                      <a:cubicBezTo>
                        <a:pt x="12954" y="16002"/>
                        <a:pt x="13145" y="16097"/>
                        <a:pt x="13335" y="16288"/>
                      </a:cubicBezTo>
                      <a:lnTo>
                        <a:pt x="13335" y="16002"/>
                      </a:lnTo>
                      <a:close/>
                      <a:moveTo>
                        <a:pt x="11716" y="13145"/>
                      </a:moveTo>
                      <a:cubicBezTo>
                        <a:pt x="11716" y="13145"/>
                        <a:pt x="12097" y="13526"/>
                        <a:pt x="12383" y="13526"/>
                      </a:cubicBezTo>
                      <a:cubicBezTo>
                        <a:pt x="12764" y="13526"/>
                        <a:pt x="13145" y="13335"/>
                        <a:pt x="13430" y="13049"/>
                      </a:cubicBezTo>
                      <a:lnTo>
                        <a:pt x="12859" y="12859"/>
                      </a:lnTo>
                      <a:cubicBezTo>
                        <a:pt x="12859" y="12859"/>
                        <a:pt x="12859" y="13335"/>
                        <a:pt x="12668" y="13335"/>
                      </a:cubicBezTo>
                      <a:cubicBezTo>
                        <a:pt x="12668" y="13335"/>
                        <a:pt x="12478" y="13335"/>
                        <a:pt x="12287" y="13049"/>
                      </a:cubicBezTo>
                      <a:cubicBezTo>
                        <a:pt x="12097" y="12859"/>
                        <a:pt x="11906" y="12859"/>
                        <a:pt x="11811" y="12859"/>
                      </a:cubicBezTo>
                      <a:lnTo>
                        <a:pt x="11811" y="13145"/>
                      </a:lnTo>
                      <a:close/>
                      <a:moveTo>
                        <a:pt x="13145" y="16954"/>
                      </a:moveTo>
                      <a:lnTo>
                        <a:pt x="13145" y="16954"/>
                      </a:lnTo>
                      <a:lnTo>
                        <a:pt x="12478" y="16383"/>
                      </a:lnTo>
                      <a:cubicBezTo>
                        <a:pt x="12478" y="16383"/>
                        <a:pt x="12478" y="16764"/>
                        <a:pt x="12668" y="16859"/>
                      </a:cubicBezTo>
                      <a:cubicBezTo>
                        <a:pt x="12859" y="16859"/>
                        <a:pt x="12954" y="16859"/>
                        <a:pt x="13145" y="16954"/>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 name="Google Shape;1567;p99"/>
                <p:cNvSpPr/>
                <p:nvPr/>
              </p:nvSpPr>
              <p:spPr>
                <a:xfrm>
                  <a:off x="3416045" y="4674965"/>
                  <a:ext cx="24765" cy="31908"/>
                </a:xfrm>
                <a:custGeom>
                  <a:avLst/>
                  <a:gdLst/>
                  <a:ahLst/>
                  <a:cxnLst/>
                  <a:rect l="l" t="t" r="r" b="b"/>
                  <a:pathLst>
                    <a:path w="24765" h="31908" extrusionOk="0">
                      <a:moveTo>
                        <a:pt x="21908" y="25432"/>
                      </a:moveTo>
                      <a:cubicBezTo>
                        <a:pt x="22479" y="25813"/>
                        <a:pt x="22670" y="26384"/>
                        <a:pt x="22765" y="27146"/>
                      </a:cubicBezTo>
                      <a:lnTo>
                        <a:pt x="22765" y="29146"/>
                      </a:lnTo>
                      <a:cubicBezTo>
                        <a:pt x="22765" y="29146"/>
                        <a:pt x="22860" y="29813"/>
                        <a:pt x="22955" y="30099"/>
                      </a:cubicBezTo>
                      <a:cubicBezTo>
                        <a:pt x="22193" y="31337"/>
                        <a:pt x="20955" y="31909"/>
                        <a:pt x="19241" y="31909"/>
                      </a:cubicBezTo>
                      <a:cubicBezTo>
                        <a:pt x="18669" y="31909"/>
                        <a:pt x="17907" y="31909"/>
                        <a:pt x="16859" y="31718"/>
                      </a:cubicBezTo>
                      <a:cubicBezTo>
                        <a:pt x="15812" y="31623"/>
                        <a:pt x="15050" y="31623"/>
                        <a:pt x="14478" y="31623"/>
                      </a:cubicBezTo>
                      <a:cubicBezTo>
                        <a:pt x="13907" y="31623"/>
                        <a:pt x="13430" y="31623"/>
                        <a:pt x="13049" y="31623"/>
                      </a:cubicBezTo>
                      <a:lnTo>
                        <a:pt x="4096" y="31623"/>
                      </a:lnTo>
                      <a:cubicBezTo>
                        <a:pt x="4096" y="31623"/>
                        <a:pt x="3238" y="31242"/>
                        <a:pt x="2381" y="31432"/>
                      </a:cubicBezTo>
                      <a:cubicBezTo>
                        <a:pt x="1619" y="31623"/>
                        <a:pt x="953" y="31432"/>
                        <a:pt x="571" y="31147"/>
                      </a:cubicBezTo>
                      <a:cubicBezTo>
                        <a:pt x="667" y="27432"/>
                        <a:pt x="762" y="23717"/>
                        <a:pt x="762" y="20003"/>
                      </a:cubicBezTo>
                      <a:cubicBezTo>
                        <a:pt x="762" y="16288"/>
                        <a:pt x="667" y="12668"/>
                        <a:pt x="571" y="8858"/>
                      </a:cubicBezTo>
                      <a:cubicBezTo>
                        <a:pt x="762" y="9049"/>
                        <a:pt x="857" y="9049"/>
                        <a:pt x="857" y="9049"/>
                      </a:cubicBezTo>
                      <a:lnTo>
                        <a:pt x="857" y="8858"/>
                      </a:lnTo>
                      <a:cubicBezTo>
                        <a:pt x="857" y="8858"/>
                        <a:pt x="953" y="8668"/>
                        <a:pt x="857" y="8572"/>
                      </a:cubicBezTo>
                      <a:cubicBezTo>
                        <a:pt x="667" y="8477"/>
                        <a:pt x="667" y="8477"/>
                        <a:pt x="667" y="8382"/>
                      </a:cubicBezTo>
                      <a:cubicBezTo>
                        <a:pt x="667" y="8382"/>
                        <a:pt x="667" y="8382"/>
                        <a:pt x="857" y="8192"/>
                      </a:cubicBezTo>
                      <a:cubicBezTo>
                        <a:pt x="857" y="8382"/>
                        <a:pt x="857" y="8572"/>
                        <a:pt x="857" y="8668"/>
                      </a:cubicBezTo>
                      <a:cubicBezTo>
                        <a:pt x="1143" y="8668"/>
                        <a:pt x="1143" y="8477"/>
                        <a:pt x="1048" y="8192"/>
                      </a:cubicBezTo>
                      <a:cubicBezTo>
                        <a:pt x="953" y="8001"/>
                        <a:pt x="1048" y="7811"/>
                        <a:pt x="1143" y="7715"/>
                      </a:cubicBezTo>
                      <a:cubicBezTo>
                        <a:pt x="1143" y="7811"/>
                        <a:pt x="1143" y="7906"/>
                        <a:pt x="1143" y="7906"/>
                      </a:cubicBezTo>
                      <a:cubicBezTo>
                        <a:pt x="1143" y="8001"/>
                        <a:pt x="1143" y="8096"/>
                        <a:pt x="1333" y="8192"/>
                      </a:cubicBezTo>
                      <a:cubicBezTo>
                        <a:pt x="1524" y="8192"/>
                        <a:pt x="1524" y="8477"/>
                        <a:pt x="1619" y="8477"/>
                      </a:cubicBezTo>
                      <a:lnTo>
                        <a:pt x="2191" y="8477"/>
                      </a:lnTo>
                      <a:lnTo>
                        <a:pt x="1619" y="8001"/>
                      </a:lnTo>
                      <a:lnTo>
                        <a:pt x="2191" y="7715"/>
                      </a:lnTo>
                      <a:cubicBezTo>
                        <a:pt x="2191" y="7715"/>
                        <a:pt x="2000" y="7525"/>
                        <a:pt x="1715" y="7239"/>
                      </a:cubicBezTo>
                      <a:cubicBezTo>
                        <a:pt x="1524" y="7048"/>
                        <a:pt x="1333" y="6953"/>
                        <a:pt x="1238" y="6953"/>
                      </a:cubicBezTo>
                      <a:cubicBezTo>
                        <a:pt x="1143" y="6953"/>
                        <a:pt x="953" y="7048"/>
                        <a:pt x="857" y="7334"/>
                      </a:cubicBezTo>
                      <a:cubicBezTo>
                        <a:pt x="667" y="7144"/>
                        <a:pt x="571" y="7048"/>
                        <a:pt x="571" y="6953"/>
                      </a:cubicBezTo>
                      <a:lnTo>
                        <a:pt x="857" y="6572"/>
                      </a:lnTo>
                      <a:cubicBezTo>
                        <a:pt x="857" y="6572"/>
                        <a:pt x="1143" y="6287"/>
                        <a:pt x="1143" y="6096"/>
                      </a:cubicBezTo>
                      <a:lnTo>
                        <a:pt x="1429" y="6477"/>
                      </a:lnTo>
                      <a:lnTo>
                        <a:pt x="1619" y="6191"/>
                      </a:lnTo>
                      <a:cubicBezTo>
                        <a:pt x="1619" y="6191"/>
                        <a:pt x="1810" y="6287"/>
                        <a:pt x="1905" y="6287"/>
                      </a:cubicBezTo>
                      <a:cubicBezTo>
                        <a:pt x="2000" y="6287"/>
                        <a:pt x="2286" y="6287"/>
                        <a:pt x="2476" y="6096"/>
                      </a:cubicBezTo>
                      <a:cubicBezTo>
                        <a:pt x="2762" y="6001"/>
                        <a:pt x="2953" y="5905"/>
                        <a:pt x="3048" y="5905"/>
                      </a:cubicBezTo>
                      <a:cubicBezTo>
                        <a:pt x="3143" y="5905"/>
                        <a:pt x="3334" y="5905"/>
                        <a:pt x="3429" y="6096"/>
                      </a:cubicBezTo>
                      <a:lnTo>
                        <a:pt x="3620" y="6096"/>
                      </a:lnTo>
                      <a:cubicBezTo>
                        <a:pt x="3620" y="6096"/>
                        <a:pt x="3429" y="5620"/>
                        <a:pt x="3143" y="5525"/>
                      </a:cubicBezTo>
                      <a:cubicBezTo>
                        <a:pt x="2858" y="5525"/>
                        <a:pt x="2667" y="5334"/>
                        <a:pt x="2667" y="5239"/>
                      </a:cubicBezTo>
                      <a:lnTo>
                        <a:pt x="1143" y="5239"/>
                      </a:lnTo>
                      <a:cubicBezTo>
                        <a:pt x="1143" y="5239"/>
                        <a:pt x="1048" y="5429"/>
                        <a:pt x="953" y="5429"/>
                      </a:cubicBezTo>
                      <a:cubicBezTo>
                        <a:pt x="857" y="5334"/>
                        <a:pt x="762" y="5334"/>
                        <a:pt x="667" y="5334"/>
                      </a:cubicBezTo>
                      <a:lnTo>
                        <a:pt x="571" y="5334"/>
                      </a:lnTo>
                      <a:lnTo>
                        <a:pt x="191" y="4191"/>
                      </a:lnTo>
                      <a:cubicBezTo>
                        <a:pt x="191" y="4191"/>
                        <a:pt x="571" y="4191"/>
                        <a:pt x="667" y="4001"/>
                      </a:cubicBezTo>
                      <a:cubicBezTo>
                        <a:pt x="667" y="3810"/>
                        <a:pt x="667" y="3715"/>
                        <a:pt x="381" y="3810"/>
                      </a:cubicBezTo>
                      <a:cubicBezTo>
                        <a:pt x="191" y="3810"/>
                        <a:pt x="0" y="3810"/>
                        <a:pt x="0" y="3715"/>
                      </a:cubicBezTo>
                      <a:lnTo>
                        <a:pt x="286" y="3429"/>
                      </a:lnTo>
                      <a:lnTo>
                        <a:pt x="571" y="3715"/>
                      </a:lnTo>
                      <a:cubicBezTo>
                        <a:pt x="571" y="3715"/>
                        <a:pt x="667" y="3429"/>
                        <a:pt x="667" y="2953"/>
                      </a:cubicBezTo>
                      <a:cubicBezTo>
                        <a:pt x="667" y="3048"/>
                        <a:pt x="667" y="3143"/>
                        <a:pt x="857" y="3143"/>
                      </a:cubicBezTo>
                      <a:cubicBezTo>
                        <a:pt x="1048" y="3048"/>
                        <a:pt x="1143" y="2857"/>
                        <a:pt x="1143" y="2762"/>
                      </a:cubicBezTo>
                      <a:cubicBezTo>
                        <a:pt x="1143" y="2667"/>
                        <a:pt x="953" y="2381"/>
                        <a:pt x="571" y="2191"/>
                      </a:cubicBezTo>
                      <a:cubicBezTo>
                        <a:pt x="191" y="2000"/>
                        <a:pt x="0" y="1714"/>
                        <a:pt x="0" y="1524"/>
                      </a:cubicBezTo>
                      <a:cubicBezTo>
                        <a:pt x="0" y="1334"/>
                        <a:pt x="0" y="1143"/>
                        <a:pt x="381" y="953"/>
                      </a:cubicBezTo>
                      <a:lnTo>
                        <a:pt x="1143" y="190"/>
                      </a:lnTo>
                      <a:cubicBezTo>
                        <a:pt x="2476" y="95"/>
                        <a:pt x="3905" y="0"/>
                        <a:pt x="5429" y="0"/>
                      </a:cubicBezTo>
                      <a:cubicBezTo>
                        <a:pt x="6953" y="0"/>
                        <a:pt x="9049" y="95"/>
                        <a:pt x="11906" y="286"/>
                      </a:cubicBezTo>
                      <a:cubicBezTo>
                        <a:pt x="14764" y="381"/>
                        <a:pt x="16954" y="476"/>
                        <a:pt x="18479" y="476"/>
                      </a:cubicBezTo>
                      <a:cubicBezTo>
                        <a:pt x="19526" y="476"/>
                        <a:pt x="20574" y="476"/>
                        <a:pt x="21431" y="476"/>
                      </a:cubicBezTo>
                      <a:cubicBezTo>
                        <a:pt x="22003" y="953"/>
                        <a:pt x="22288" y="1524"/>
                        <a:pt x="22288" y="2381"/>
                      </a:cubicBezTo>
                      <a:cubicBezTo>
                        <a:pt x="22288" y="2572"/>
                        <a:pt x="22288" y="3048"/>
                        <a:pt x="22288" y="3620"/>
                      </a:cubicBezTo>
                      <a:cubicBezTo>
                        <a:pt x="22193" y="4191"/>
                        <a:pt x="22193" y="4667"/>
                        <a:pt x="22193" y="4953"/>
                      </a:cubicBezTo>
                      <a:cubicBezTo>
                        <a:pt x="22193" y="5239"/>
                        <a:pt x="22193" y="5525"/>
                        <a:pt x="22193" y="5810"/>
                      </a:cubicBezTo>
                      <a:cubicBezTo>
                        <a:pt x="22193" y="6191"/>
                        <a:pt x="22003" y="6477"/>
                        <a:pt x="21431" y="6477"/>
                      </a:cubicBezTo>
                      <a:cubicBezTo>
                        <a:pt x="21431" y="6477"/>
                        <a:pt x="21241" y="6477"/>
                        <a:pt x="21050" y="6477"/>
                      </a:cubicBezTo>
                      <a:lnTo>
                        <a:pt x="20669" y="6477"/>
                      </a:lnTo>
                      <a:cubicBezTo>
                        <a:pt x="20669" y="6477"/>
                        <a:pt x="20098" y="6477"/>
                        <a:pt x="19907" y="6668"/>
                      </a:cubicBezTo>
                      <a:lnTo>
                        <a:pt x="19050" y="6668"/>
                      </a:lnTo>
                      <a:lnTo>
                        <a:pt x="19050" y="6477"/>
                      </a:lnTo>
                      <a:cubicBezTo>
                        <a:pt x="17812" y="6668"/>
                        <a:pt x="16478" y="6668"/>
                        <a:pt x="14954" y="6668"/>
                      </a:cubicBezTo>
                      <a:lnTo>
                        <a:pt x="6763" y="6668"/>
                      </a:lnTo>
                      <a:cubicBezTo>
                        <a:pt x="6763" y="6668"/>
                        <a:pt x="6477" y="7715"/>
                        <a:pt x="6477" y="8287"/>
                      </a:cubicBezTo>
                      <a:cubicBezTo>
                        <a:pt x="6477" y="8477"/>
                        <a:pt x="6477" y="8668"/>
                        <a:pt x="6477" y="9049"/>
                      </a:cubicBezTo>
                      <a:lnTo>
                        <a:pt x="6477" y="9906"/>
                      </a:lnTo>
                      <a:cubicBezTo>
                        <a:pt x="6477" y="10573"/>
                        <a:pt x="6477" y="11049"/>
                        <a:pt x="6287" y="11525"/>
                      </a:cubicBezTo>
                      <a:cubicBezTo>
                        <a:pt x="6287" y="11906"/>
                        <a:pt x="6382" y="12287"/>
                        <a:pt x="6477" y="12668"/>
                      </a:cubicBezTo>
                      <a:cubicBezTo>
                        <a:pt x="6572" y="13145"/>
                        <a:pt x="6858" y="13335"/>
                        <a:pt x="7239" y="13335"/>
                      </a:cubicBezTo>
                      <a:lnTo>
                        <a:pt x="7811" y="13335"/>
                      </a:lnTo>
                      <a:cubicBezTo>
                        <a:pt x="7811" y="13335"/>
                        <a:pt x="8096" y="13335"/>
                        <a:pt x="8287" y="13335"/>
                      </a:cubicBezTo>
                      <a:cubicBezTo>
                        <a:pt x="8477" y="13335"/>
                        <a:pt x="8668" y="13335"/>
                        <a:pt x="8763" y="13335"/>
                      </a:cubicBezTo>
                      <a:cubicBezTo>
                        <a:pt x="8954" y="13335"/>
                        <a:pt x="9144" y="13430"/>
                        <a:pt x="9239" y="13716"/>
                      </a:cubicBezTo>
                      <a:cubicBezTo>
                        <a:pt x="10001" y="13430"/>
                        <a:pt x="10763" y="13335"/>
                        <a:pt x="11716" y="13335"/>
                      </a:cubicBezTo>
                      <a:cubicBezTo>
                        <a:pt x="12192" y="13335"/>
                        <a:pt x="12859" y="13335"/>
                        <a:pt x="13811" y="13430"/>
                      </a:cubicBezTo>
                      <a:cubicBezTo>
                        <a:pt x="14668" y="13430"/>
                        <a:pt x="15430" y="13430"/>
                        <a:pt x="15812" y="13430"/>
                      </a:cubicBezTo>
                      <a:cubicBezTo>
                        <a:pt x="16192" y="13430"/>
                        <a:pt x="16669" y="13430"/>
                        <a:pt x="17050" y="13430"/>
                      </a:cubicBezTo>
                      <a:cubicBezTo>
                        <a:pt x="17240" y="14097"/>
                        <a:pt x="17336" y="14954"/>
                        <a:pt x="17240" y="16193"/>
                      </a:cubicBezTo>
                      <a:cubicBezTo>
                        <a:pt x="17240" y="17526"/>
                        <a:pt x="17240" y="18383"/>
                        <a:pt x="17240" y="18955"/>
                      </a:cubicBezTo>
                      <a:cubicBezTo>
                        <a:pt x="16669" y="19431"/>
                        <a:pt x="15907" y="19526"/>
                        <a:pt x="15050" y="19526"/>
                      </a:cubicBezTo>
                      <a:cubicBezTo>
                        <a:pt x="14668" y="19526"/>
                        <a:pt x="14097" y="19526"/>
                        <a:pt x="13335" y="19431"/>
                      </a:cubicBezTo>
                      <a:cubicBezTo>
                        <a:pt x="12478" y="19431"/>
                        <a:pt x="11906" y="19336"/>
                        <a:pt x="11525" y="19336"/>
                      </a:cubicBezTo>
                      <a:cubicBezTo>
                        <a:pt x="11049" y="19336"/>
                        <a:pt x="10763" y="19336"/>
                        <a:pt x="10382" y="19336"/>
                      </a:cubicBezTo>
                      <a:lnTo>
                        <a:pt x="10382" y="19145"/>
                      </a:lnTo>
                      <a:cubicBezTo>
                        <a:pt x="10382" y="19145"/>
                        <a:pt x="9811" y="19145"/>
                        <a:pt x="9144" y="19145"/>
                      </a:cubicBezTo>
                      <a:cubicBezTo>
                        <a:pt x="8763" y="19145"/>
                        <a:pt x="8382" y="19145"/>
                        <a:pt x="8001" y="19431"/>
                      </a:cubicBezTo>
                      <a:cubicBezTo>
                        <a:pt x="7811" y="19336"/>
                        <a:pt x="7620" y="19240"/>
                        <a:pt x="7429" y="19240"/>
                      </a:cubicBezTo>
                      <a:lnTo>
                        <a:pt x="6953" y="19240"/>
                      </a:lnTo>
                      <a:cubicBezTo>
                        <a:pt x="6953" y="19240"/>
                        <a:pt x="6287" y="19717"/>
                        <a:pt x="6287" y="20193"/>
                      </a:cubicBezTo>
                      <a:cubicBezTo>
                        <a:pt x="6287" y="20479"/>
                        <a:pt x="6287" y="20860"/>
                        <a:pt x="6477" y="21050"/>
                      </a:cubicBezTo>
                      <a:cubicBezTo>
                        <a:pt x="5905" y="20955"/>
                        <a:pt x="5429" y="21050"/>
                        <a:pt x="4953" y="21527"/>
                      </a:cubicBezTo>
                      <a:lnTo>
                        <a:pt x="6001" y="21336"/>
                      </a:lnTo>
                      <a:lnTo>
                        <a:pt x="6001" y="21527"/>
                      </a:lnTo>
                      <a:cubicBezTo>
                        <a:pt x="6001" y="21527"/>
                        <a:pt x="6001" y="21622"/>
                        <a:pt x="6001" y="21622"/>
                      </a:cubicBezTo>
                      <a:cubicBezTo>
                        <a:pt x="6001" y="21622"/>
                        <a:pt x="6096" y="21527"/>
                        <a:pt x="6382" y="21336"/>
                      </a:cubicBezTo>
                      <a:cubicBezTo>
                        <a:pt x="6382" y="21146"/>
                        <a:pt x="6382" y="22003"/>
                        <a:pt x="6382" y="23527"/>
                      </a:cubicBezTo>
                      <a:cubicBezTo>
                        <a:pt x="6382" y="24479"/>
                        <a:pt x="6572" y="25146"/>
                        <a:pt x="6858" y="25622"/>
                      </a:cubicBezTo>
                      <a:cubicBezTo>
                        <a:pt x="7811" y="25908"/>
                        <a:pt x="8858" y="25908"/>
                        <a:pt x="9906" y="25908"/>
                      </a:cubicBezTo>
                      <a:cubicBezTo>
                        <a:pt x="10763" y="25908"/>
                        <a:pt x="11906" y="25908"/>
                        <a:pt x="13525" y="25718"/>
                      </a:cubicBezTo>
                      <a:cubicBezTo>
                        <a:pt x="15050" y="25622"/>
                        <a:pt x="16288" y="25622"/>
                        <a:pt x="17050" y="25622"/>
                      </a:cubicBezTo>
                      <a:cubicBezTo>
                        <a:pt x="18193" y="25622"/>
                        <a:pt x="19336" y="25622"/>
                        <a:pt x="20383" y="25813"/>
                      </a:cubicBezTo>
                      <a:cubicBezTo>
                        <a:pt x="20574" y="25432"/>
                        <a:pt x="20955" y="25432"/>
                        <a:pt x="21431" y="25718"/>
                      </a:cubicBezTo>
                      <a:close/>
                      <a:moveTo>
                        <a:pt x="1619" y="5715"/>
                      </a:moveTo>
                      <a:lnTo>
                        <a:pt x="1810" y="6001"/>
                      </a:lnTo>
                      <a:lnTo>
                        <a:pt x="1810" y="6001"/>
                      </a:lnTo>
                      <a:cubicBezTo>
                        <a:pt x="1810" y="6001"/>
                        <a:pt x="1619" y="5810"/>
                        <a:pt x="1619" y="5715"/>
                      </a:cubicBezTo>
                      <a:close/>
                      <a:moveTo>
                        <a:pt x="9620" y="16954"/>
                      </a:moveTo>
                      <a:lnTo>
                        <a:pt x="9144" y="16954"/>
                      </a:lnTo>
                      <a:cubicBezTo>
                        <a:pt x="9144" y="16954"/>
                        <a:pt x="9334" y="17145"/>
                        <a:pt x="9620" y="16954"/>
                      </a:cubicBezTo>
                      <a:lnTo>
                        <a:pt x="9811" y="16954"/>
                      </a:lnTo>
                      <a:cubicBezTo>
                        <a:pt x="9811" y="16954"/>
                        <a:pt x="9811" y="17145"/>
                        <a:pt x="9811" y="17240"/>
                      </a:cubicBezTo>
                      <a:lnTo>
                        <a:pt x="10382" y="16954"/>
                      </a:lnTo>
                      <a:cubicBezTo>
                        <a:pt x="10382" y="16954"/>
                        <a:pt x="10573" y="17240"/>
                        <a:pt x="10573" y="17240"/>
                      </a:cubicBezTo>
                      <a:lnTo>
                        <a:pt x="11144" y="17240"/>
                      </a:lnTo>
                      <a:lnTo>
                        <a:pt x="11144" y="16954"/>
                      </a:lnTo>
                      <a:lnTo>
                        <a:pt x="9525" y="16954"/>
                      </a:lnTo>
                      <a:close/>
                      <a:moveTo>
                        <a:pt x="17336" y="2191"/>
                      </a:moveTo>
                      <a:lnTo>
                        <a:pt x="16954" y="2000"/>
                      </a:lnTo>
                      <a:lnTo>
                        <a:pt x="17336" y="2667"/>
                      </a:lnTo>
                      <a:lnTo>
                        <a:pt x="17336" y="2191"/>
                      </a:lnTo>
                      <a:close/>
                      <a:moveTo>
                        <a:pt x="24575" y="27622"/>
                      </a:moveTo>
                      <a:lnTo>
                        <a:pt x="24765" y="27622"/>
                      </a:lnTo>
                      <a:lnTo>
                        <a:pt x="24289" y="27908"/>
                      </a:lnTo>
                      <a:lnTo>
                        <a:pt x="24575" y="27622"/>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 name="Google Shape;1568;p99"/>
                <p:cNvSpPr/>
                <p:nvPr/>
              </p:nvSpPr>
              <p:spPr>
                <a:xfrm>
                  <a:off x="3435000" y="4672107"/>
                  <a:ext cx="30575" cy="34670"/>
                </a:xfrm>
                <a:custGeom>
                  <a:avLst/>
                  <a:gdLst/>
                  <a:ahLst/>
                  <a:cxnLst/>
                  <a:rect l="l" t="t" r="r" b="b"/>
                  <a:pathLst>
                    <a:path w="30575" h="34670" extrusionOk="0">
                      <a:moveTo>
                        <a:pt x="0" y="14668"/>
                      </a:moveTo>
                      <a:lnTo>
                        <a:pt x="0" y="14097"/>
                      </a:lnTo>
                      <a:lnTo>
                        <a:pt x="190" y="14478"/>
                      </a:lnTo>
                      <a:lnTo>
                        <a:pt x="0" y="14668"/>
                      </a:lnTo>
                      <a:close/>
                      <a:moveTo>
                        <a:pt x="2286" y="19240"/>
                      </a:moveTo>
                      <a:cubicBezTo>
                        <a:pt x="2286" y="19240"/>
                        <a:pt x="2572" y="19240"/>
                        <a:pt x="2762" y="19431"/>
                      </a:cubicBezTo>
                      <a:lnTo>
                        <a:pt x="2286" y="19717"/>
                      </a:lnTo>
                      <a:lnTo>
                        <a:pt x="2286" y="19240"/>
                      </a:lnTo>
                      <a:close/>
                      <a:moveTo>
                        <a:pt x="3334" y="8477"/>
                      </a:moveTo>
                      <a:cubicBezTo>
                        <a:pt x="3334" y="8477"/>
                        <a:pt x="3143" y="8763"/>
                        <a:pt x="3048" y="8763"/>
                      </a:cubicBezTo>
                      <a:cubicBezTo>
                        <a:pt x="2953" y="8763"/>
                        <a:pt x="2857" y="8668"/>
                        <a:pt x="2857" y="8477"/>
                      </a:cubicBezTo>
                      <a:lnTo>
                        <a:pt x="2857" y="8001"/>
                      </a:lnTo>
                      <a:lnTo>
                        <a:pt x="3334" y="8572"/>
                      </a:lnTo>
                      <a:close/>
                      <a:moveTo>
                        <a:pt x="4000" y="9430"/>
                      </a:moveTo>
                      <a:lnTo>
                        <a:pt x="4000" y="8763"/>
                      </a:lnTo>
                      <a:lnTo>
                        <a:pt x="4572" y="9430"/>
                      </a:lnTo>
                      <a:lnTo>
                        <a:pt x="4000" y="9430"/>
                      </a:lnTo>
                      <a:close/>
                      <a:moveTo>
                        <a:pt x="5048" y="7620"/>
                      </a:moveTo>
                      <a:cubicBezTo>
                        <a:pt x="5048" y="7620"/>
                        <a:pt x="4858" y="7239"/>
                        <a:pt x="4572" y="7144"/>
                      </a:cubicBezTo>
                      <a:cubicBezTo>
                        <a:pt x="4286" y="7048"/>
                        <a:pt x="4096" y="6858"/>
                        <a:pt x="4096" y="6667"/>
                      </a:cubicBezTo>
                      <a:cubicBezTo>
                        <a:pt x="4286" y="6667"/>
                        <a:pt x="4477" y="6667"/>
                        <a:pt x="4667" y="6858"/>
                      </a:cubicBezTo>
                      <a:cubicBezTo>
                        <a:pt x="4953" y="7144"/>
                        <a:pt x="5048" y="7239"/>
                        <a:pt x="5048" y="7239"/>
                      </a:cubicBezTo>
                      <a:lnTo>
                        <a:pt x="5048" y="7525"/>
                      </a:lnTo>
                      <a:close/>
                      <a:moveTo>
                        <a:pt x="5334" y="9144"/>
                      </a:moveTo>
                      <a:lnTo>
                        <a:pt x="4953" y="9144"/>
                      </a:lnTo>
                      <a:cubicBezTo>
                        <a:pt x="4953" y="9144"/>
                        <a:pt x="4953" y="8954"/>
                        <a:pt x="5143" y="8858"/>
                      </a:cubicBezTo>
                      <a:cubicBezTo>
                        <a:pt x="5239" y="8858"/>
                        <a:pt x="5334" y="8858"/>
                        <a:pt x="5429" y="8954"/>
                      </a:cubicBezTo>
                      <a:lnTo>
                        <a:pt x="5429" y="9144"/>
                      </a:lnTo>
                      <a:close/>
                      <a:moveTo>
                        <a:pt x="4953" y="22574"/>
                      </a:moveTo>
                      <a:lnTo>
                        <a:pt x="5239" y="22098"/>
                      </a:lnTo>
                      <a:cubicBezTo>
                        <a:pt x="5239" y="22098"/>
                        <a:pt x="5239" y="22574"/>
                        <a:pt x="5143" y="22574"/>
                      </a:cubicBezTo>
                      <a:lnTo>
                        <a:pt x="4953" y="22574"/>
                      </a:lnTo>
                      <a:close/>
                      <a:moveTo>
                        <a:pt x="5143" y="20574"/>
                      </a:moveTo>
                      <a:cubicBezTo>
                        <a:pt x="5143" y="20574"/>
                        <a:pt x="5239" y="20288"/>
                        <a:pt x="5715" y="20288"/>
                      </a:cubicBezTo>
                      <a:cubicBezTo>
                        <a:pt x="5715" y="20383"/>
                        <a:pt x="5715" y="20574"/>
                        <a:pt x="5620" y="20574"/>
                      </a:cubicBezTo>
                      <a:lnTo>
                        <a:pt x="5143" y="20574"/>
                      </a:lnTo>
                      <a:close/>
                      <a:moveTo>
                        <a:pt x="30385" y="30099"/>
                      </a:moveTo>
                      <a:cubicBezTo>
                        <a:pt x="30194" y="30671"/>
                        <a:pt x="30289" y="32099"/>
                        <a:pt x="30575" y="34195"/>
                      </a:cubicBezTo>
                      <a:cubicBezTo>
                        <a:pt x="30480" y="34480"/>
                        <a:pt x="30194" y="34671"/>
                        <a:pt x="29908" y="34671"/>
                      </a:cubicBezTo>
                      <a:cubicBezTo>
                        <a:pt x="29718" y="34671"/>
                        <a:pt x="29527" y="34671"/>
                        <a:pt x="29146" y="34480"/>
                      </a:cubicBezTo>
                      <a:cubicBezTo>
                        <a:pt x="28861" y="34385"/>
                        <a:pt x="28575" y="34290"/>
                        <a:pt x="28480" y="34290"/>
                      </a:cubicBezTo>
                      <a:cubicBezTo>
                        <a:pt x="27908" y="34480"/>
                        <a:pt x="27337" y="34480"/>
                        <a:pt x="26575" y="34480"/>
                      </a:cubicBezTo>
                      <a:cubicBezTo>
                        <a:pt x="25813" y="34480"/>
                        <a:pt x="25051" y="34480"/>
                        <a:pt x="24479" y="34290"/>
                      </a:cubicBezTo>
                      <a:cubicBezTo>
                        <a:pt x="23908" y="33147"/>
                        <a:pt x="23622" y="31909"/>
                        <a:pt x="23622" y="30861"/>
                      </a:cubicBezTo>
                      <a:cubicBezTo>
                        <a:pt x="23622" y="30289"/>
                        <a:pt x="23717" y="29718"/>
                        <a:pt x="24003" y="29242"/>
                      </a:cubicBezTo>
                      <a:lnTo>
                        <a:pt x="24003" y="29242"/>
                      </a:lnTo>
                      <a:cubicBezTo>
                        <a:pt x="24003" y="29242"/>
                        <a:pt x="23527" y="28384"/>
                        <a:pt x="23717" y="27337"/>
                      </a:cubicBezTo>
                      <a:cubicBezTo>
                        <a:pt x="23908" y="26384"/>
                        <a:pt x="23813" y="25717"/>
                        <a:pt x="23622" y="25337"/>
                      </a:cubicBezTo>
                      <a:cubicBezTo>
                        <a:pt x="23717" y="24860"/>
                        <a:pt x="23813" y="24098"/>
                        <a:pt x="23717" y="23050"/>
                      </a:cubicBezTo>
                      <a:cubicBezTo>
                        <a:pt x="23717" y="22003"/>
                        <a:pt x="23717" y="21241"/>
                        <a:pt x="23908" y="20764"/>
                      </a:cubicBezTo>
                      <a:cubicBezTo>
                        <a:pt x="23622" y="20764"/>
                        <a:pt x="23431" y="20669"/>
                        <a:pt x="23241" y="20669"/>
                      </a:cubicBezTo>
                      <a:cubicBezTo>
                        <a:pt x="22669" y="20669"/>
                        <a:pt x="22193" y="21241"/>
                        <a:pt x="21717" y="22288"/>
                      </a:cubicBezTo>
                      <a:cubicBezTo>
                        <a:pt x="21146" y="23622"/>
                        <a:pt x="20764" y="24384"/>
                        <a:pt x="20383" y="24670"/>
                      </a:cubicBezTo>
                      <a:cubicBezTo>
                        <a:pt x="20383" y="24670"/>
                        <a:pt x="20288" y="24860"/>
                        <a:pt x="20288" y="24955"/>
                      </a:cubicBezTo>
                      <a:cubicBezTo>
                        <a:pt x="20288" y="25146"/>
                        <a:pt x="20288" y="25241"/>
                        <a:pt x="20479" y="25432"/>
                      </a:cubicBezTo>
                      <a:cubicBezTo>
                        <a:pt x="20574" y="25622"/>
                        <a:pt x="20669" y="25717"/>
                        <a:pt x="20669" y="25813"/>
                      </a:cubicBezTo>
                      <a:cubicBezTo>
                        <a:pt x="20669" y="26003"/>
                        <a:pt x="20669" y="26098"/>
                        <a:pt x="20479" y="26194"/>
                      </a:cubicBezTo>
                      <a:cubicBezTo>
                        <a:pt x="20002" y="26479"/>
                        <a:pt x="19621" y="26765"/>
                        <a:pt x="19336" y="26956"/>
                      </a:cubicBezTo>
                      <a:cubicBezTo>
                        <a:pt x="19526" y="27051"/>
                        <a:pt x="19621" y="27146"/>
                        <a:pt x="19717" y="27051"/>
                      </a:cubicBezTo>
                      <a:cubicBezTo>
                        <a:pt x="19621" y="27337"/>
                        <a:pt x="19336" y="27622"/>
                        <a:pt x="18859" y="27908"/>
                      </a:cubicBezTo>
                      <a:cubicBezTo>
                        <a:pt x="18288" y="28384"/>
                        <a:pt x="18002" y="28765"/>
                        <a:pt x="17812" y="28861"/>
                      </a:cubicBezTo>
                      <a:cubicBezTo>
                        <a:pt x="17431" y="28765"/>
                        <a:pt x="17050" y="28289"/>
                        <a:pt x="16764" y="27432"/>
                      </a:cubicBezTo>
                      <a:cubicBezTo>
                        <a:pt x="16478" y="26765"/>
                        <a:pt x="16097" y="26194"/>
                        <a:pt x="15430" y="26003"/>
                      </a:cubicBezTo>
                      <a:cubicBezTo>
                        <a:pt x="15526" y="25813"/>
                        <a:pt x="15526" y="25622"/>
                        <a:pt x="15526" y="25432"/>
                      </a:cubicBezTo>
                      <a:cubicBezTo>
                        <a:pt x="15526" y="25146"/>
                        <a:pt x="15335" y="24765"/>
                        <a:pt x="14954" y="24193"/>
                      </a:cubicBezTo>
                      <a:cubicBezTo>
                        <a:pt x="14478" y="23527"/>
                        <a:pt x="14288" y="23146"/>
                        <a:pt x="14192" y="22955"/>
                      </a:cubicBezTo>
                      <a:lnTo>
                        <a:pt x="14478" y="22288"/>
                      </a:lnTo>
                      <a:lnTo>
                        <a:pt x="12954" y="21812"/>
                      </a:lnTo>
                      <a:cubicBezTo>
                        <a:pt x="12954" y="21812"/>
                        <a:pt x="13144" y="21526"/>
                        <a:pt x="13240" y="21526"/>
                      </a:cubicBezTo>
                      <a:cubicBezTo>
                        <a:pt x="13430" y="21526"/>
                        <a:pt x="13621" y="21812"/>
                        <a:pt x="13811" y="22003"/>
                      </a:cubicBezTo>
                      <a:cubicBezTo>
                        <a:pt x="13811" y="20955"/>
                        <a:pt x="13335" y="20098"/>
                        <a:pt x="12478" y="19526"/>
                      </a:cubicBezTo>
                      <a:cubicBezTo>
                        <a:pt x="12192" y="19812"/>
                        <a:pt x="12097" y="20288"/>
                        <a:pt x="12097" y="21050"/>
                      </a:cubicBezTo>
                      <a:cubicBezTo>
                        <a:pt x="12097" y="21812"/>
                        <a:pt x="12001" y="22288"/>
                        <a:pt x="11716" y="22479"/>
                      </a:cubicBezTo>
                      <a:lnTo>
                        <a:pt x="11525" y="22193"/>
                      </a:lnTo>
                      <a:lnTo>
                        <a:pt x="11525" y="22479"/>
                      </a:lnTo>
                      <a:cubicBezTo>
                        <a:pt x="11525" y="22479"/>
                        <a:pt x="12097" y="23241"/>
                        <a:pt x="12097" y="23908"/>
                      </a:cubicBezTo>
                      <a:cubicBezTo>
                        <a:pt x="12097" y="23908"/>
                        <a:pt x="12097" y="24193"/>
                        <a:pt x="12097" y="24384"/>
                      </a:cubicBezTo>
                      <a:lnTo>
                        <a:pt x="12097" y="24955"/>
                      </a:lnTo>
                      <a:cubicBezTo>
                        <a:pt x="12097" y="24955"/>
                        <a:pt x="12097" y="25622"/>
                        <a:pt x="12287" y="25908"/>
                      </a:cubicBezTo>
                      <a:cubicBezTo>
                        <a:pt x="12287" y="26289"/>
                        <a:pt x="12097" y="26765"/>
                        <a:pt x="12097" y="27432"/>
                      </a:cubicBezTo>
                      <a:cubicBezTo>
                        <a:pt x="12097" y="28099"/>
                        <a:pt x="12097" y="28670"/>
                        <a:pt x="12001" y="29051"/>
                      </a:cubicBezTo>
                      <a:cubicBezTo>
                        <a:pt x="12001" y="29146"/>
                        <a:pt x="12001" y="29432"/>
                        <a:pt x="12097" y="29908"/>
                      </a:cubicBezTo>
                      <a:cubicBezTo>
                        <a:pt x="12097" y="30385"/>
                        <a:pt x="12192" y="30671"/>
                        <a:pt x="12192" y="30956"/>
                      </a:cubicBezTo>
                      <a:cubicBezTo>
                        <a:pt x="12192" y="31242"/>
                        <a:pt x="12192" y="31432"/>
                        <a:pt x="12001" y="31528"/>
                      </a:cubicBezTo>
                      <a:lnTo>
                        <a:pt x="12287" y="31909"/>
                      </a:lnTo>
                      <a:lnTo>
                        <a:pt x="12001" y="31909"/>
                      </a:lnTo>
                      <a:cubicBezTo>
                        <a:pt x="12001" y="31909"/>
                        <a:pt x="12001" y="32290"/>
                        <a:pt x="12001" y="32480"/>
                      </a:cubicBezTo>
                      <a:cubicBezTo>
                        <a:pt x="12001" y="33528"/>
                        <a:pt x="11621" y="34195"/>
                        <a:pt x="10763" y="34576"/>
                      </a:cubicBezTo>
                      <a:cubicBezTo>
                        <a:pt x="9906" y="34480"/>
                        <a:pt x="9049" y="34385"/>
                        <a:pt x="8192" y="34385"/>
                      </a:cubicBezTo>
                      <a:cubicBezTo>
                        <a:pt x="7144" y="34290"/>
                        <a:pt x="6286" y="34004"/>
                        <a:pt x="5810" y="33433"/>
                      </a:cubicBezTo>
                      <a:cubicBezTo>
                        <a:pt x="5810" y="31623"/>
                        <a:pt x="5810" y="28765"/>
                        <a:pt x="5715" y="24860"/>
                      </a:cubicBezTo>
                      <a:lnTo>
                        <a:pt x="6191" y="24384"/>
                      </a:lnTo>
                      <a:cubicBezTo>
                        <a:pt x="6191" y="24384"/>
                        <a:pt x="5905" y="23908"/>
                        <a:pt x="5905" y="23622"/>
                      </a:cubicBezTo>
                      <a:cubicBezTo>
                        <a:pt x="5905" y="23527"/>
                        <a:pt x="5905" y="23336"/>
                        <a:pt x="5905" y="22955"/>
                      </a:cubicBezTo>
                      <a:cubicBezTo>
                        <a:pt x="6001" y="22670"/>
                        <a:pt x="6096" y="22479"/>
                        <a:pt x="6096" y="22288"/>
                      </a:cubicBezTo>
                      <a:cubicBezTo>
                        <a:pt x="6096" y="21907"/>
                        <a:pt x="5905" y="21717"/>
                        <a:pt x="5715" y="21526"/>
                      </a:cubicBezTo>
                      <a:lnTo>
                        <a:pt x="5715" y="18002"/>
                      </a:lnTo>
                      <a:cubicBezTo>
                        <a:pt x="5715" y="18002"/>
                        <a:pt x="6096" y="17716"/>
                        <a:pt x="6096" y="17526"/>
                      </a:cubicBezTo>
                      <a:cubicBezTo>
                        <a:pt x="6096" y="17335"/>
                        <a:pt x="6001" y="17050"/>
                        <a:pt x="5810" y="16669"/>
                      </a:cubicBezTo>
                      <a:cubicBezTo>
                        <a:pt x="5620" y="16288"/>
                        <a:pt x="5525" y="16002"/>
                        <a:pt x="5525" y="15812"/>
                      </a:cubicBezTo>
                      <a:cubicBezTo>
                        <a:pt x="5810" y="15430"/>
                        <a:pt x="5905" y="14859"/>
                        <a:pt x="5905" y="14288"/>
                      </a:cubicBezTo>
                      <a:cubicBezTo>
                        <a:pt x="5905" y="13240"/>
                        <a:pt x="5905" y="12668"/>
                        <a:pt x="5905" y="12668"/>
                      </a:cubicBezTo>
                      <a:cubicBezTo>
                        <a:pt x="6191" y="12668"/>
                        <a:pt x="6382" y="12668"/>
                        <a:pt x="6382" y="12573"/>
                      </a:cubicBezTo>
                      <a:cubicBezTo>
                        <a:pt x="6382" y="12382"/>
                        <a:pt x="6382" y="12287"/>
                        <a:pt x="6286" y="12287"/>
                      </a:cubicBezTo>
                      <a:lnTo>
                        <a:pt x="6001" y="12287"/>
                      </a:lnTo>
                      <a:cubicBezTo>
                        <a:pt x="6001" y="12287"/>
                        <a:pt x="5905" y="12287"/>
                        <a:pt x="5810" y="12287"/>
                      </a:cubicBezTo>
                      <a:cubicBezTo>
                        <a:pt x="5810" y="12097"/>
                        <a:pt x="6001" y="11906"/>
                        <a:pt x="6191" y="12097"/>
                      </a:cubicBezTo>
                      <a:cubicBezTo>
                        <a:pt x="6382" y="12287"/>
                        <a:pt x="6572" y="12097"/>
                        <a:pt x="6763" y="12097"/>
                      </a:cubicBezTo>
                      <a:lnTo>
                        <a:pt x="6763" y="12573"/>
                      </a:lnTo>
                      <a:cubicBezTo>
                        <a:pt x="6763" y="12573"/>
                        <a:pt x="6953" y="12382"/>
                        <a:pt x="7048" y="12382"/>
                      </a:cubicBezTo>
                      <a:cubicBezTo>
                        <a:pt x="7048" y="12382"/>
                        <a:pt x="7048" y="12382"/>
                        <a:pt x="7144" y="12478"/>
                      </a:cubicBezTo>
                      <a:lnTo>
                        <a:pt x="7334" y="12478"/>
                      </a:lnTo>
                      <a:cubicBezTo>
                        <a:pt x="7334" y="12478"/>
                        <a:pt x="7334" y="12382"/>
                        <a:pt x="7334" y="12192"/>
                      </a:cubicBezTo>
                      <a:lnTo>
                        <a:pt x="6953" y="11906"/>
                      </a:lnTo>
                      <a:cubicBezTo>
                        <a:pt x="6953" y="11906"/>
                        <a:pt x="7334" y="12097"/>
                        <a:pt x="7429" y="12192"/>
                      </a:cubicBezTo>
                      <a:cubicBezTo>
                        <a:pt x="7620" y="12382"/>
                        <a:pt x="7810" y="12573"/>
                        <a:pt x="7906" y="12573"/>
                      </a:cubicBezTo>
                      <a:cubicBezTo>
                        <a:pt x="7906" y="12573"/>
                        <a:pt x="7906" y="12382"/>
                        <a:pt x="8001" y="12382"/>
                      </a:cubicBezTo>
                      <a:cubicBezTo>
                        <a:pt x="8001" y="12287"/>
                        <a:pt x="8096" y="12192"/>
                        <a:pt x="8001" y="12097"/>
                      </a:cubicBezTo>
                      <a:lnTo>
                        <a:pt x="7810" y="12097"/>
                      </a:lnTo>
                      <a:cubicBezTo>
                        <a:pt x="7810" y="12097"/>
                        <a:pt x="8096" y="11906"/>
                        <a:pt x="8192" y="11716"/>
                      </a:cubicBezTo>
                      <a:cubicBezTo>
                        <a:pt x="8382" y="11525"/>
                        <a:pt x="8477" y="11430"/>
                        <a:pt x="8668" y="11430"/>
                      </a:cubicBezTo>
                      <a:cubicBezTo>
                        <a:pt x="8668" y="11430"/>
                        <a:pt x="8858" y="11430"/>
                        <a:pt x="8954" y="11621"/>
                      </a:cubicBezTo>
                      <a:lnTo>
                        <a:pt x="8668" y="11239"/>
                      </a:lnTo>
                      <a:cubicBezTo>
                        <a:pt x="8668" y="11239"/>
                        <a:pt x="8858" y="11049"/>
                        <a:pt x="8763" y="10954"/>
                      </a:cubicBezTo>
                      <a:cubicBezTo>
                        <a:pt x="8477" y="10954"/>
                        <a:pt x="8382" y="10954"/>
                        <a:pt x="8096" y="10954"/>
                      </a:cubicBezTo>
                      <a:cubicBezTo>
                        <a:pt x="7810" y="10954"/>
                        <a:pt x="7525" y="10954"/>
                        <a:pt x="7048" y="10763"/>
                      </a:cubicBezTo>
                      <a:cubicBezTo>
                        <a:pt x="6572" y="10668"/>
                        <a:pt x="6191" y="10573"/>
                        <a:pt x="5905" y="10477"/>
                      </a:cubicBezTo>
                      <a:lnTo>
                        <a:pt x="6191" y="11144"/>
                      </a:lnTo>
                      <a:lnTo>
                        <a:pt x="5905" y="11144"/>
                      </a:lnTo>
                      <a:cubicBezTo>
                        <a:pt x="5905" y="11144"/>
                        <a:pt x="5715" y="10382"/>
                        <a:pt x="5715" y="9906"/>
                      </a:cubicBezTo>
                      <a:cubicBezTo>
                        <a:pt x="5715" y="9430"/>
                        <a:pt x="5715" y="9144"/>
                        <a:pt x="5620" y="8858"/>
                      </a:cubicBezTo>
                      <a:cubicBezTo>
                        <a:pt x="5525" y="8477"/>
                        <a:pt x="5620" y="8191"/>
                        <a:pt x="6096" y="8096"/>
                      </a:cubicBezTo>
                      <a:cubicBezTo>
                        <a:pt x="5715" y="7620"/>
                        <a:pt x="5525" y="7144"/>
                        <a:pt x="5525" y="6477"/>
                      </a:cubicBezTo>
                      <a:cubicBezTo>
                        <a:pt x="5525" y="6191"/>
                        <a:pt x="5525" y="5715"/>
                        <a:pt x="5715" y="5048"/>
                      </a:cubicBezTo>
                      <a:cubicBezTo>
                        <a:pt x="5810" y="4381"/>
                        <a:pt x="5810" y="3905"/>
                        <a:pt x="5810" y="3524"/>
                      </a:cubicBezTo>
                      <a:cubicBezTo>
                        <a:pt x="6763" y="3238"/>
                        <a:pt x="8001" y="3143"/>
                        <a:pt x="9430" y="3143"/>
                      </a:cubicBezTo>
                      <a:cubicBezTo>
                        <a:pt x="10001" y="3143"/>
                        <a:pt x="10477" y="3143"/>
                        <a:pt x="10954" y="3238"/>
                      </a:cubicBezTo>
                      <a:lnTo>
                        <a:pt x="12097" y="4191"/>
                      </a:lnTo>
                      <a:lnTo>
                        <a:pt x="12097" y="4191"/>
                      </a:lnTo>
                      <a:cubicBezTo>
                        <a:pt x="12097" y="4191"/>
                        <a:pt x="12668" y="4858"/>
                        <a:pt x="12859" y="5334"/>
                      </a:cubicBezTo>
                      <a:lnTo>
                        <a:pt x="13240" y="6667"/>
                      </a:lnTo>
                      <a:cubicBezTo>
                        <a:pt x="13811" y="7048"/>
                        <a:pt x="14192" y="7906"/>
                        <a:pt x="14573" y="9239"/>
                      </a:cubicBezTo>
                      <a:cubicBezTo>
                        <a:pt x="14859" y="10573"/>
                        <a:pt x="15335" y="11430"/>
                        <a:pt x="16002" y="11811"/>
                      </a:cubicBezTo>
                      <a:cubicBezTo>
                        <a:pt x="16288" y="12478"/>
                        <a:pt x="16573" y="13430"/>
                        <a:pt x="16954" y="14668"/>
                      </a:cubicBezTo>
                      <a:cubicBezTo>
                        <a:pt x="17145" y="14668"/>
                        <a:pt x="17240" y="14668"/>
                        <a:pt x="17240" y="14859"/>
                      </a:cubicBezTo>
                      <a:cubicBezTo>
                        <a:pt x="17240" y="14859"/>
                        <a:pt x="17240" y="14954"/>
                        <a:pt x="17240" y="15049"/>
                      </a:cubicBezTo>
                      <a:cubicBezTo>
                        <a:pt x="17240" y="15240"/>
                        <a:pt x="17145" y="15240"/>
                        <a:pt x="17145" y="15335"/>
                      </a:cubicBezTo>
                      <a:cubicBezTo>
                        <a:pt x="17145" y="15335"/>
                        <a:pt x="17145" y="15335"/>
                        <a:pt x="17335" y="15526"/>
                      </a:cubicBezTo>
                      <a:cubicBezTo>
                        <a:pt x="18097" y="14859"/>
                        <a:pt x="18574" y="14573"/>
                        <a:pt x="18669" y="14383"/>
                      </a:cubicBezTo>
                      <a:cubicBezTo>
                        <a:pt x="19050" y="14002"/>
                        <a:pt x="19336" y="13621"/>
                        <a:pt x="19621" y="13049"/>
                      </a:cubicBezTo>
                      <a:lnTo>
                        <a:pt x="19050" y="12763"/>
                      </a:lnTo>
                      <a:cubicBezTo>
                        <a:pt x="19050" y="12763"/>
                        <a:pt x="19240" y="12478"/>
                        <a:pt x="19717" y="12382"/>
                      </a:cubicBezTo>
                      <a:cubicBezTo>
                        <a:pt x="20193" y="12382"/>
                        <a:pt x="20383" y="12097"/>
                        <a:pt x="20383" y="11716"/>
                      </a:cubicBezTo>
                      <a:cubicBezTo>
                        <a:pt x="20288" y="11716"/>
                        <a:pt x="20193" y="11430"/>
                        <a:pt x="20193" y="11335"/>
                      </a:cubicBezTo>
                      <a:cubicBezTo>
                        <a:pt x="20193" y="11144"/>
                        <a:pt x="20383" y="10858"/>
                        <a:pt x="20764" y="10477"/>
                      </a:cubicBezTo>
                      <a:cubicBezTo>
                        <a:pt x="21146" y="10096"/>
                        <a:pt x="21336" y="9811"/>
                        <a:pt x="21336" y="9620"/>
                      </a:cubicBezTo>
                      <a:lnTo>
                        <a:pt x="21146" y="9430"/>
                      </a:lnTo>
                      <a:cubicBezTo>
                        <a:pt x="21146" y="9430"/>
                        <a:pt x="21526" y="8954"/>
                        <a:pt x="21812" y="8477"/>
                      </a:cubicBezTo>
                      <a:cubicBezTo>
                        <a:pt x="21622" y="8477"/>
                        <a:pt x="21526" y="8287"/>
                        <a:pt x="21526" y="8191"/>
                      </a:cubicBezTo>
                      <a:cubicBezTo>
                        <a:pt x="21526" y="8191"/>
                        <a:pt x="21526" y="8096"/>
                        <a:pt x="21622" y="7906"/>
                      </a:cubicBezTo>
                      <a:cubicBezTo>
                        <a:pt x="21622" y="7715"/>
                        <a:pt x="21812" y="7620"/>
                        <a:pt x="21812" y="7620"/>
                      </a:cubicBezTo>
                      <a:cubicBezTo>
                        <a:pt x="21812" y="7620"/>
                        <a:pt x="21907" y="7620"/>
                        <a:pt x="22003" y="7620"/>
                      </a:cubicBezTo>
                      <a:cubicBezTo>
                        <a:pt x="22193" y="7620"/>
                        <a:pt x="22288" y="7429"/>
                        <a:pt x="22384" y="7048"/>
                      </a:cubicBezTo>
                      <a:cubicBezTo>
                        <a:pt x="22479" y="6667"/>
                        <a:pt x="22669" y="6477"/>
                        <a:pt x="22955" y="6382"/>
                      </a:cubicBezTo>
                      <a:cubicBezTo>
                        <a:pt x="22955" y="6382"/>
                        <a:pt x="22860" y="6191"/>
                        <a:pt x="22860" y="6001"/>
                      </a:cubicBezTo>
                      <a:cubicBezTo>
                        <a:pt x="22860" y="5715"/>
                        <a:pt x="23146" y="5239"/>
                        <a:pt x="23622" y="4667"/>
                      </a:cubicBezTo>
                      <a:lnTo>
                        <a:pt x="23241" y="4286"/>
                      </a:lnTo>
                      <a:cubicBezTo>
                        <a:pt x="23241" y="4286"/>
                        <a:pt x="23336" y="4096"/>
                        <a:pt x="23336" y="4000"/>
                      </a:cubicBezTo>
                      <a:cubicBezTo>
                        <a:pt x="23431" y="4191"/>
                        <a:pt x="23717" y="4286"/>
                        <a:pt x="23813" y="4286"/>
                      </a:cubicBezTo>
                      <a:cubicBezTo>
                        <a:pt x="24003" y="4286"/>
                        <a:pt x="24193" y="4096"/>
                        <a:pt x="24479" y="3620"/>
                      </a:cubicBezTo>
                      <a:cubicBezTo>
                        <a:pt x="24765" y="3143"/>
                        <a:pt x="25146" y="2953"/>
                        <a:pt x="25432" y="2953"/>
                      </a:cubicBezTo>
                      <a:cubicBezTo>
                        <a:pt x="27432" y="2857"/>
                        <a:pt x="28956" y="2953"/>
                        <a:pt x="30004" y="3524"/>
                      </a:cubicBezTo>
                      <a:cubicBezTo>
                        <a:pt x="30194" y="4858"/>
                        <a:pt x="30289" y="5810"/>
                        <a:pt x="30289" y="6287"/>
                      </a:cubicBezTo>
                      <a:cubicBezTo>
                        <a:pt x="30289" y="7048"/>
                        <a:pt x="30289" y="7715"/>
                        <a:pt x="30004" y="8382"/>
                      </a:cubicBezTo>
                      <a:lnTo>
                        <a:pt x="30385" y="8668"/>
                      </a:lnTo>
                      <a:cubicBezTo>
                        <a:pt x="30194" y="11430"/>
                        <a:pt x="30099" y="14859"/>
                        <a:pt x="30099" y="19240"/>
                      </a:cubicBezTo>
                      <a:lnTo>
                        <a:pt x="30099" y="30004"/>
                      </a:lnTo>
                      <a:close/>
                      <a:moveTo>
                        <a:pt x="7525" y="14383"/>
                      </a:moveTo>
                      <a:lnTo>
                        <a:pt x="7525" y="14097"/>
                      </a:lnTo>
                      <a:lnTo>
                        <a:pt x="6953" y="14383"/>
                      </a:lnTo>
                      <a:lnTo>
                        <a:pt x="7525" y="14383"/>
                      </a:lnTo>
                      <a:close/>
                      <a:moveTo>
                        <a:pt x="8287" y="11906"/>
                      </a:moveTo>
                      <a:cubicBezTo>
                        <a:pt x="8287" y="11906"/>
                        <a:pt x="8096" y="11906"/>
                        <a:pt x="8001" y="11906"/>
                      </a:cubicBezTo>
                      <a:lnTo>
                        <a:pt x="8287" y="11906"/>
                      </a:lnTo>
                      <a:close/>
                      <a:moveTo>
                        <a:pt x="8477" y="4191"/>
                      </a:moveTo>
                      <a:lnTo>
                        <a:pt x="8477" y="4763"/>
                      </a:lnTo>
                      <a:lnTo>
                        <a:pt x="8668" y="4763"/>
                      </a:lnTo>
                      <a:lnTo>
                        <a:pt x="8477" y="4191"/>
                      </a:lnTo>
                      <a:close/>
                      <a:moveTo>
                        <a:pt x="9620" y="6096"/>
                      </a:moveTo>
                      <a:cubicBezTo>
                        <a:pt x="9620" y="6096"/>
                        <a:pt x="9620" y="6001"/>
                        <a:pt x="9811" y="5905"/>
                      </a:cubicBezTo>
                      <a:cubicBezTo>
                        <a:pt x="9811" y="5905"/>
                        <a:pt x="9715" y="6001"/>
                        <a:pt x="9620" y="6096"/>
                      </a:cubicBezTo>
                      <a:cubicBezTo>
                        <a:pt x="9430" y="6096"/>
                        <a:pt x="9430" y="6096"/>
                        <a:pt x="9239" y="5905"/>
                      </a:cubicBezTo>
                      <a:cubicBezTo>
                        <a:pt x="9144" y="5810"/>
                        <a:pt x="8954" y="5810"/>
                        <a:pt x="8954" y="5810"/>
                      </a:cubicBezTo>
                      <a:cubicBezTo>
                        <a:pt x="8954" y="5810"/>
                        <a:pt x="8763" y="5810"/>
                        <a:pt x="8763" y="5905"/>
                      </a:cubicBezTo>
                      <a:cubicBezTo>
                        <a:pt x="9049" y="6096"/>
                        <a:pt x="9334" y="6191"/>
                        <a:pt x="9715" y="6096"/>
                      </a:cubicBezTo>
                      <a:close/>
                      <a:moveTo>
                        <a:pt x="11716" y="12763"/>
                      </a:moveTo>
                      <a:cubicBezTo>
                        <a:pt x="11716" y="12763"/>
                        <a:pt x="11811" y="12478"/>
                        <a:pt x="11811" y="12287"/>
                      </a:cubicBezTo>
                      <a:cubicBezTo>
                        <a:pt x="11621" y="12097"/>
                        <a:pt x="11430" y="11906"/>
                        <a:pt x="11430" y="12001"/>
                      </a:cubicBezTo>
                      <a:cubicBezTo>
                        <a:pt x="11335" y="12001"/>
                        <a:pt x="11335" y="12192"/>
                        <a:pt x="11335" y="12287"/>
                      </a:cubicBezTo>
                      <a:cubicBezTo>
                        <a:pt x="11335" y="12478"/>
                        <a:pt x="11430" y="12763"/>
                        <a:pt x="11716" y="12763"/>
                      </a:cubicBezTo>
                      <a:close/>
                      <a:moveTo>
                        <a:pt x="11716" y="5239"/>
                      </a:moveTo>
                      <a:cubicBezTo>
                        <a:pt x="11716" y="5239"/>
                        <a:pt x="11430" y="5334"/>
                        <a:pt x="11430" y="5524"/>
                      </a:cubicBezTo>
                      <a:cubicBezTo>
                        <a:pt x="11430" y="5715"/>
                        <a:pt x="11430" y="5810"/>
                        <a:pt x="11430" y="5905"/>
                      </a:cubicBezTo>
                      <a:lnTo>
                        <a:pt x="11716" y="5143"/>
                      </a:lnTo>
                      <a:close/>
                      <a:moveTo>
                        <a:pt x="11811" y="8001"/>
                      </a:moveTo>
                      <a:cubicBezTo>
                        <a:pt x="11811" y="8001"/>
                        <a:pt x="12192" y="7525"/>
                        <a:pt x="12192" y="7525"/>
                      </a:cubicBezTo>
                      <a:lnTo>
                        <a:pt x="11811" y="7525"/>
                      </a:lnTo>
                      <a:lnTo>
                        <a:pt x="11811" y="8001"/>
                      </a:lnTo>
                      <a:close/>
                      <a:moveTo>
                        <a:pt x="12859" y="3620"/>
                      </a:moveTo>
                      <a:cubicBezTo>
                        <a:pt x="12859" y="3620"/>
                        <a:pt x="12668" y="3620"/>
                        <a:pt x="12478" y="3620"/>
                      </a:cubicBezTo>
                      <a:lnTo>
                        <a:pt x="12859" y="3620"/>
                      </a:lnTo>
                      <a:close/>
                      <a:moveTo>
                        <a:pt x="12859" y="3620"/>
                      </a:moveTo>
                      <a:lnTo>
                        <a:pt x="12859" y="3620"/>
                      </a:lnTo>
                      <a:close/>
                      <a:moveTo>
                        <a:pt x="13525" y="19050"/>
                      </a:moveTo>
                      <a:lnTo>
                        <a:pt x="14478" y="18764"/>
                      </a:lnTo>
                      <a:lnTo>
                        <a:pt x="13716" y="18764"/>
                      </a:lnTo>
                      <a:lnTo>
                        <a:pt x="13716" y="19050"/>
                      </a:lnTo>
                      <a:close/>
                      <a:moveTo>
                        <a:pt x="13811" y="190"/>
                      </a:moveTo>
                      <a:cubicBezTo>
                        <a:pt x="13811" y="190"/>
                        <a:pt x="13621" y="190"/>
                        <a:pt x="13525" y="190"/>
                      </a:cubicBezTo>
                      <a:lnTo>
                        <a:pt x="13811" y="190"/>
                      </a:lnTo>
                      <a:close/>
                      <a:moveTo>
                        <a:pt x="13811" y="190"/>
                      </a:moveTo>
                      <a:cubicBezTo>
                        <a:pt x="13811" y="190"/>
                        <a:pt x="13811" y="190"/>
                        <a:pt x="14002" y="0"/>
                      </a:cubicBezTo>
                      <a:cubicBezTo>
                        <a:pt x="14097" y="0"/>
                        <a:pt x="14192" y="0"/>
                        <a:pt x="14192" y="0"/>
                      </a:cubicBezTo>
                      <a:cubicBezTo>
                        <a:pt x="14288" y="0"/>
                        <a:pt x="14288" y="0"/>
                        <a:pt x="14383" y="190"/>
                      </a:cubicBezTo>
                      <a:lnTo>
                        <a:pt x="13811" y="190"/>
                      </a:lnTo>
                      <a:close/>
                      <a:moveTo>
                        <a:pt x="14954" y="22098"/>
                      </a:moveTo>
                      <a:lnTo>
                        <a:pt x="14954" y="21622"/>
                      </a:lnTo>
                      <a:lnTo>
                        <a:pt x="14573" y="21622"/>
                      </a:lnTo>
                      <a:lnTo>
                        <a:pt x="14954" y="22098"/>
                      </a:lnTo>
                      <a:close/>
                      <a:moveTo>
                        <a:pt x="15430" y="22193"/>
                      </a:moveTo>
                      <a:cubicBezTo>
                        <a:pt x="15430" y="22193"/>
                        <a:pt x="16002" y="22193"/>
                        <a:pt x="16097" y="21907"/>
                      </a:cubicBezTo>
                      <a:cubicBezTo>
                        <a:pt x="15811" y="21907"/>
                        <a:pt x="15716" y="21907"/>
                        <a:pt x="15621" y="21812"/>
                      </a:cubicBezTo>
                      <a:lnTo>
                        <a:pt x="15621" y="21526"/>
                      </a:lnTo>
                      <a:lnTo>
                        <a:pt x="15430" y="21526"/>
                      </a:lnTo>
                      <a:lnTo>
                        <a:pt x="15430" y="22193"/>
                      </a:lnTo>
                      <a:close/>
                      <a:moveTo>
                        <a:pt x="17050" y="10858"/>
                      </a:moveTo>
                      <a:cubicBezTo>
                        <a:pt x="17050" y="10858"/>
                        <a:pt x="16764" y="10763"/>
                        <a:pt x="16573" y="10573"/>
                      </a:cubicBezTo>
                      <a:cubicBezTo>
                        <a:pt x="16478" y="10382"/>
                        <a:pt x="16288" y="10287"/>
                        <a:pt x="16192" y="10287"/>
                      </a:cubicBezTo>
                      <a:lnTo>
                        <a:pt x="17145" y="9906"/>
                      </a:lnTo>
                      <a:lnTo>
                        <a:pt x="17145" y="10763"/>
                      </a:lnTo>
                      <a:close/>
                      <a:moveTo>
                        <a:pt x="16669" y="19336"/>
                      </a:moveTo>
                      <a:cubicBezTo>
                        <a:pt x="16669" y="19336"/>
                        <a:pt x="16573" y="19145"/>
                        <a:pt x="16478" y="19145"/>
                      </a:cubicBezTo>
                      <a:cubicBezTo>
                        <a:pt x="16478" y="19050"/>
                        <a:pt x="16478" y="18859"/>
                        <a:pt x="16764" y="18574"/>
                      </a:cubicBezTo>
                      <a:cubicBezTo>
                        <a:pt x="16954" y="18383"/>
                        <a:pt x="17145" y="18097"/>
                        <a:pt x="17145" y="18097"/>
                      </a:cubicBezTo>
                      <a:cubicBezTo>
                        <a:pt x="16859" y="18097"/>
                        <a:pt x="16573" y="18193"/>
                        <a:pt x="16478" y="18479"/>
                      </a:cubicBezTo>
                      <a:cubicBezTo>
                        <a:pt x="16383" y="18669"/>
                        <a:pt x="16288" y="18955"/>
                        <a:pt x="16383" y="19145"/>
                      </a:cubicBezTo>
                      <a:lnTo>
                        <a:pt x="16383" y="19145"/>
                      </a:lnTo>
                      <a:cubicBezTo>
                        <a:pt x="16383" y="19145"/>
                        <a:pt x="16383" y="19145"/>
                        <a:pt x="16573" y="19336"/>
                      </a:cubicBezTo>
                      <a:close/>
                      <a:moveTo>
                        <a:pt x="17050" y="9239"/>
                      </a:moveTo>
                      <a:cubicBezTo>
                        <a:pt x="17050" y="9239"/>
                        <a:pt x="16764" y="9239"/>
                        <a:pt x="16669" y="9239"/>
                      </a:cubicBezTo>
                      <a:cubicBezTo>
                        <a:pt x="16573" y="9049"/>
                        <a:pt x="16478" y="8954"/>
                        <a:pt x="16669" y="8954"/>
                      </a:cubicBezTo>
                      <a:lnTo>
                        <a:pt x="17145" y="8954"/>
                      </a:lnTo>
                      <a:lnTo>
                        <a:pt x="17145" y="9334"/>
                      </a:lnTo>
                      <a:close/>
                      <a:moveTo>
                        <a:pt x="18383" y="11621"/>
                      </a:moveTo>
                      <a:cubicBezTo>
                        <a:pt x="17812" y="11811"/>
                        <a:pt x="17526" y="11811"/>
                        <a:pt x="17335" y="11621"/>
                      </a:cubicBezTo>
                      <a:lnTo>
                        <a:pt x="17621" y="11144"/>
                      </a:lnTo>
                      <a:lnTo>
                        <a:pt x="18383" y="11621"/>
                      </a:lnTo>
                      <a:close/>
                      <a:moveTo>
                        <a:pt x="18002" y="8477"/>
                      </a:moveTo>
                      <a:cubicBezTo>
                        <a:pt x="18002" y="8477"/>
                        <a:pt x="17717" y="8477"/>
                        <a:pt x="17431" y="8477"/>
                      </a:cubicBezTo>
                      <a:lnTo>
                        <a:pt x="17431" y="7906"/>
                      </a:lnTo>
                      <a:lnTo>
                        <a:pt x="18002" y="8382"/>
                      </a:lnTo>
                      <a:close/>
                      <a:moveTo>
                        <a:pt x="17907" y="17145"/>
                      </a:moveTo>
                      <a:lnTo>
                        <a:pt x="18764" y="17145"/>
                      </a:lnTo>
                      <a:cubicBezTo>
                        <a:pt x="18764" y="17145"/>
                        <a:pt x="18764" y="16669"/>
                        <a:pt x="18574" y="16669"/>
                      </a:cubicBezTo>
                      <a:cubicBezTo>
                        <a:pt x="18574" y="16669"/>
                        <a:pt x="18383" y="16859"/>
                        <a:pt x="17907" y="17145"/>
                      </a:cubicBezTo>
                      <a:lnTo>
                        <a:pt x="17717" y="17145"/>
                      </a:lnTo>
                      <a:cubicBezTo>
                        <a:pt x="17717" y="17145"/>
                        <a:pt x="17812" y="17240"/>
                        <a:pt x="17907" y="17145"/>
                      </a:cubicBezTo>
                      <a:close/>
                      <a:moveTo>
                        <a:pt x="17717" y="21812"/>
                      </a:moveTo>
                      <a:cubicBezTo>
                        <a:pt x="17717" y="21812"/>
                        <a:pt x="18097" y="21717"/>
                        <a:pt x="18193" y="21431"/>
                      </a:cubicBezTo>
                      <a:cubicBezTo>
                        <a:pt x="18288" y="21146"/>
                        <a:pt x="18383" y="20955"/>
                        <a:pt x="18288" y="20860"/>
                      </a:cubicBezTo>
                      <a:cubicBezTo>
                        <a:pt x="18097" y="20860"/>
                        <a:pt x="18002" y="21050"/>
                        <a:pt x="17907" y="21336"/>
                      </a:cubicBezTo>
                      <a:cubicBezTo>
                        <a:pt x="17907" y="21622"/>
                        <a:pt x="17812" y="21717"/>
                        <a:pt x="17717" y="21812"/>
                      </a:cubicBezTo>
                      <a:close/>
                      <a:moveTo>
                        <a:pt x="18479" y="7144"/>
                      </a:moveTo>
                      <a:lnTo>
                        <a:pt x="18097" y="7429"/>
                      </a:lnTo>
                      <a:lnTo>
                        <a:pt x="17907" y="7144"/>
                      </a:lnTo>
                      <a:lnTo>
                        <a:pt x="18574" y="7144"/>
                      </a:lnTo>
                      <a:close/>
                      <a:moveTo>
                        <a:pt x="18955" y="5048"/>
                      </a:moveTo>
                      <a:lnTo>
                        <a:pt x="18955" y="5048"/>
                      </a:lnTo>
                      <a:lnTo>
                        <a:pt x="18479" y="4572"/>
                      </a:lnTo>
                      <a:lnTo>
                        <a:pt x="18955" y="5048"/>
                      </a:lnTo>
                      <a:close/>
                      <a:moveTo>
                        <a:pt x="18955" y="16192"/>
                      </a:moveTo>
                      <a:lnTo>
                        <a:pt x="18955" y="16002"/>
                      </a:lnTo>
                      <a:cubicBezTo>
                        <a:pt x="18955" y="16002"/>
                        <a:pt x="18764" y="15812"/>
                        <a:pt x="18479" y="15812"/>
                      </a:cubicBezTo>
                      <a:lnTo>
                        <a:pt x="18955" y="16192"/>
                      </a:lnTo>
                      <a:close/>
                      <a:moveTo>
                        <a:pt x="20193" y="10668"/>
                      </a:moveTo>
                      <a:lnTo>
                        <a:pt x="20002" y="10858"/>
                      </a:lnTo>
                      <a:lnTo>
                        <a:pt x="19717" y="10096"/>
                      </a:lnTo>
                      <a:lnTo>
                        <a:pt x="20193" y="10763"/>
                      </a:lnTo>
                      <a:close/>
                      <a:moveTo>
                        <a:pt x="20193" y="16192"/>
                      </a:moveTo>
                      <a:cubicBezTo>
                        <a:pt x="20193" y="16192"/>
                        <a:pt x="20479" y="16192"/>
                        <a:pt x="20955" y="16383"/>
                      </a:cubicBezTo>
                      <a:lnTo>
                        <a:pt x="20955" y="15907"/>
                      </a:lnTo>
                      <a:lnTo>
                        <a:pt x="20193" y="16097"/>
                      </a:lnTo>
                      <a:close/>
                      <a:moveTo>
                        <a:pt x="21241" y="8763"/>
                      </a:moveTo>
                      <a:lnTo>
                        <a:pt x="21146" y="8763"/>
                      </a:lnTo>
                      <a:lnTo>
                        <a:pt x="20669" y="8477"/>
                      </a:lnTo>
                      <a:cubicBezTo>
                        <a:pt x="20669" y="8477"/>
                        <a:pt x="21050" y="8477"/>
                        <a:pt x="21241" y="8763"/>
                      </a:cubicBezTo>
                      <a:close/>
                      <a:moveTo>
                        <a:pt x="21336" y="14288"/>
                      </a:moveTo>
                      <a:lnTo>
                        <a:pt x="21336" y="14097"/>
                      </a:lnTo>
                      <a:lnTo>
                        <a:pt x="20955" y="14668"/>
                      </a:lnTo>
                      <a:lnTo>
                        <a:pt x="21336" y="14288"/>
                      </a:lnTo>
                      <a:close/>
                      <a:moveTo>
                        <a:pt x="22098" y="9906"/>
                      </a:moveTo>
                      <a:lnTo>
                        <a:pt x="22098" y="9620"/>
                      </a:lnTo>
                      <a:lnTo>
                        <a:pt x="21907" y="10287"/>
                      </a:lnTo>
                      <a:lnTo>
                        <a:pt x="22098" y="9906"/>
                      </a:lnTo>
                      <a:close/>
                      <a:moveTo>
                        <a:pt x="23527" y="8954"/>
                      </a:moveTo>
                      <a:lnTo>
                        <a:pt x="23908" y="8954"/>
                      </a:lnTo>
                      <a:cubicBezTo>
                        <a:pt x="23908" y="8954"/>
                        <a:pt x="23431" y="8382"/>
                        <a:pt x="23050" y="8191"/>
                      </a:cubicBezTo>
                      <a:lnTo>
                        <a:pt x="23622" y="8858"/>
                      </a:lnTo>
                      <a:lnTo>
                        <a:pt x="23527" y="8858"/>
                      </a:lnTo>
                      <a:close/>
                      <a:moveTo>
                        <a:pt x="23050" y="16288"/>
                      </a:moveTo>
                      <a:lnTo>
                        <a:pt x="23527" y="15907"/>
                      </a:lnTo>
                      <a:lnTo>
                        <a:pt x="23050" y="15907"/>
                      </a:lnTo>
                      <a:lnTo>
                        <a:pt x="23050" y="16288"/>
                      </a:lnTo>
                      <a:close/>
                      <a:moveTo>
                        <a:pt x="24670" y="12287"/>
                      </a:moveTo>
                      <a:cubicBezTo>
                        <a:pt x="24670" y="12287"/>
                        <a:pt x="25146" y="12287"/>
                        <a:pt x="25336" y="12287"/>
                      </a:cubicBezTo>
                      <a:cubicBezTo>
                        <a:pt x="25622" y="12287"/>
                        <a:pt x="25717" y="12001"/>
                        <a:pt x="25813" y="11811"/>
                      </a:cubicBezTo>
                      <a:cubicBezTo>
                        <a:pt x="25813" y="11811"/>
                        <a:pt x="25336" y="12001"/>
                        <a:pt x="24670" y="12382"/>
                      </a:cubicBezTo>
                      <a:close/>
                      <a:moveTo>
                        <a:pt x="26003" y="4763"/>
                      </a:moveTo>
                      <a:lnTo>
                        <a:pt x="26575" y="4953"/>
                      </a:lnTo>
                      <a:cubicBezTo>
                        <a:pt x="26575" y="4953"/>
                        <a:pt x="26194" y="4381"/>
                        <a:pt x="26194" y="4381"/>
                      </a:cubicBezTo>
                      <a:lnTo>
                        <a:pt x="25908" y="4858"/>
                      </a:lnTo>
                      <a:close/>
                      <a:moveTo>
                        <a:pt x="26098" y="1429"/>
                      </a:moveTo>
                      <a:lnTo>
                        <a:pt x="26479" y="1238"/>
                      </a:lnTo>
                      <a:cubicBezTo>
                        <a:pt x="26479" y="1238"/>
                        <a:pt x="26765" y="1238"/>
                        <a:pt x="26765" y="1429"/>
                      </a:cubicBezTo>
                      <a:lnTo>
                        <a:pt x="26098" y="1429"/>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 name="Google Shape;1569;p99"/>
                <p:cNvSpPr/>
                <p:nvPr/>
              </p:nvSpPr>
              <p:spPr>
                <a:xfrm>
                  <a:off x="3461860" y="4675155"/>
                  <a:ext cx="29432" cy="31623"/>
                </a:xfrm>
                <a:custGeom>
                  <a:avLst/>
                  <a:gdLst/>
                  <a:ahLst/>
                  <a:cxnLst/>
                  <a:rect l="l" t="t" r="r" b="b"/>
                  <a:pathLst>
                    <a:path w="29432" h="31623" extrusionOk="0">
                      <a:moveTo>
                        <a:pt x="571" y="21717"/>
                      </a:moveTo>
                      <a:cubicBezTo>
                        <a:pt x="571" y="21717"/>
                        <a:pt x="571" y="22098"/>
                        <a:pt x="667" y="22098"/>
                      </a:cubicBezTo>
                      <a:cubicBezTo>
                        <a:pt x="667" y="22098"/>
                        <a:pt x="762" y="22098"/>
                        <a:pt x="762" y="22098"/>
                      </a:cubicBezTo>
                      <a:lnTo>
                        <a:pt x="953" y="22098"/>
                      </a:lnTo>
                      <a:cubicBezTo>
                        <a:pt x="953" y="22098"/>
                        <a:pt x="1048" y="22098"/>
                        <a:pt x="1048" y="22193"/>
                      </a:cubicBezTo>
                      <a:cubicBezTo>
                        <a:pt x="476" y="22193"/>
                        <a:pt x="95" y="22193"/>
                        <a:pt x="0" y="22098"/>
                      </a:cubicBezTo>
                      <a:lnTo>
                        <a:pt x="476" y="21717"/>
                      </a:lnTo>
                      <a:close/>
                      <a:moveTo>
                        <a:pt x="1143" y="25718"/>
                      </a:moveTo>
                      <a:cubicBezTo>
                        <a:pt x="1143" y="25718"/>
                        <a:pt x="1333" y="25527"/>
                        <a:pt x="1524" y="25527"/>
                      </a:cubicBezTo>
                      <a:lnTo>
                        <a:pt x="1905" y="25527"/>
                      </a:lnTo>
                      <a:cubicBezTo>
                        <a:pt x="1905" y="25527"/>
                        <a:pt x="1810" y="25718"/>
                        <a:pt x="1619" y="25718"/>
                      </a:cubicBezTo>
                      <a:lnTo>
                        <a:pt x="1143" y="25718"/>
                      </a:lnTo>
                      <a:close/>
                      <a:moveTo>
                        <a:pt x="2477" y="27813"/>
                      </a:moveTo>
                      <a:lnTo>
                        <a:pt x="2477" y="27337"/>
                      </a:lnTo>
                      <a:lnTo>
                        <a:pt x="2858" y="27337"/>
                      </a:lnTo>
                      <a:lnTo>
                        <a:pt x="2477" y="27813"/>
                      </a:lnTo>
                      <a:close/>
                      <a:moveTo>
                        <a:pt x="4191" y="25241"/>
                      </a:moveTo>
                      <a:cubicBezTo>
                        <a:pt x="4191" y="25241"/>
                        <a:pt x="4477" y="25241"/>
                        <a:pt x="4763" y="25527"/>
                      </a:cubicBezTo>
                      <a:lnTo>
                        <a:pt x="4763" y="25718"/>
                      </a:lnTo>
                      <a:lnTo>
                        <a:pt x="4191" y="25241"/>
                      </a:lnTo>
                      <a:close/>
                      <a:moveTo>
                        <a:pt x="4763" y="27813"/>
                      </a:moveTo>
                      <a:cubicBezTo>
                        <a:pt x="4763" y="27813"/>
                        <a:pt x="4953" y="27623"/>
                        <a:pt x="5048" y="27527"/>
                      </a:cubicBezTo>
                      <a:cubicBezTo>
                        <a:pt x="5144" y="27432"/>
                        <a:pt x="5239" y="27337"/>
                        <a:pt x="5334" y="27337"/>
                      </a:cubicBezTo>
                      <a:cubicBezTo>
                        <a:pt x="5334" y="27337"/>
                        <a:pt x="5334" y="27527"/>
                        <a:pt x="5144" y="27813"/>
                      </a:cubicBezTo>
                      <a:lnTo>
                        <a:pt x="4763" y="27813"/>
                      </a:lnTo>
                      <a:close/>
                      <a:moveTo>
                        <a:pt x="5525" y="24289"/>
                      </a:moveTo>
                      <a:lnTo>
                        <a:pt x="5525" y="24575"/>
                      </a:lnTo>
                      <a:lnTo>
                        <a:pt x="4953" y="24575"/>
                      </a:lnTo>
                      <a:cubicBezTo>
                        <a:pt x="4953" y="24575"/>
                        <a:pt x="5144" y="24098"/>
                        <a:pt x="5239" y="24098"/>
                      </a:cubicBezTo>
                      <a:cubicBezTo>
                        <a:pt x="5334" y="24098"/>
                        <a:pt x="5334" y="24098"/>
                        <a:pt x="5429" y="24289"/>
                      </a:cubicBezTo>
                      <a:close/>
                      <a:moveTo>
                        <a:pt x="6191" y="21527"/>
                      </a:moveTo>
                      <a:lnTo>
                        <a:pt x="6191" y="21812"/>
                      </a:lnTo>
                      <a:lnTo>
                        <a:pt x="5525" y="21241"/>
                      </a:lnTo>
                      <a:cubicBezTo>
                        <a:pt x="5525" y="21241"/>
                        <a:pt x="5906" y="21241"/>
                        <a:pt x="6191" y="21431"/>
                      </a:cubicBezTo>
                      <a:close/>
                      <a:moveTo>
                        <a:pt x="5525" y="26099"/>
                      </a:moveTo>
                      <a:cubicBezTo>
                        <a:pt x="5525" y="26099"/>
                        <a:pt x="5906" y="26194"/>
                        <a:pt x="5906" y="26479"/>
                      </a:cubicBezTo>
                      <a:lnTo>
                        <a:pt x="5525" y="26479"/>
                      </a:lnTo>
                      <a:lnTo>
                        <a:pt x="5525" y="26099"/>
                      </a:lnTo>
                      <a:close/>
                      <a:moveTo>
                        <a:pt x="6287" y="29433"/>
                      </a:moveTo>
                      <a:lnTo>
                        <a:pt x="6287" y="29242"/>
                      </a:lnTo>
                      <a:lnTo>
                        <a:pt x="6763" y="28956"/>
                      </a:lnTo>
                      <a:lnTo>
                        <a:pt x="6287" y="29433"/>
                      </a:lnTo>
                      <a:close/>
                      <a:moveTo>
                        <a:pt x="29432" y="23146"/>
                      </a:moveTo>
                      <a:lnTo>
                        <a:pt x="28004" y="23336"/>
                      </a:lnTo>
                      <a:lnTo>
                        <a:pt x="28004" y="23527"/>
                      </a:lnTo>
                      <a:cubicBezTo>
                        <a:pt x="28004" y="23527"/>
                        <a:pt x="28004" y="23717"/>
                        <a:pt x="28289" y="23813"/>
                      </a:cubicBezTo>
                      <a:cubicBezTo>
                        <a:pt x="28480" y="24003"/>
                        <a:pt x="28575" y="24098"/>
                        <a:pt x="28575" y="24289"/>
                      </a:cubicBezTo>
                      <a:lnTo>
                        <a:pt x="28861" y="24289"/>
                      </a:lnTo>
                      <a:cubicBezTo>
                        <a:pt x="28766" y="25051"/>
                        <a:pt x="28575" y="25908"/>
                        <a:pt x="28384" y="26670"/>
                      </a:cubicBezTo>
                      <a:cubicBezTo>
                        <a:pt x="28194" y="27527"/>
                        <a:pt x="27718" y="28099"/>
                        <a:pt x="26861" y="28385"/>
                      </a:cubicBezTo>
                      <a:cubicBezTo>
                        <a:pt x="26765" y="27908"/>
                        <a:pt x="26384" y="27813"/>
                        <a:pt x="25908" y="28004"/>
                      </a:cubicBezTo>
                      <a:lnTo>
                        <a:pt x="25717" y="28004"/>
                      </a:lnTo>
                      <a:lnTo>
                        <a:pt x="26289" y="28766"/>
                      </a:lnTo>
                      <a:cubicBezTo>
                        <a:pt x="26289" y="28766"/>
                        <a:pt x="25813" y="28575"/>
                        <a:pt x="25527" y="28385"/>
                      </a:cubicBezTo>
                      <a:cubicBezTo>
                        <a:pt x="25241" y="28099"/>
                        <a:pt x="24956" y="28004"/>
                        <a:pt x="24860" y="28004"/>
                      </a:cubicBezTo>
                      <a:cubicBezTo>
                        <a:pt x="24670" y="28004"/>
                        <a:pt x="24479" y="28004"/>
                        <a:pt x="24289" y="28289"/>
                      </a:cubicBezTo>
                      <a:lnTo>
                        <a:pt x="24765" y="28289"/>
                      </a:lnTo>
                      <a:lnTo>
                        <a:pt x="24765" y="28480"/>
                      </a:lnTo>
                      <a:cubicBezTo>
                        <a:pt x="24765" y="28480"/>
                        <a:pt x="25337" y="28861"/>
                        <a:pt x="25908" y="29242"/>
                      </a:cubicBezTo>
                      <a:lnTo>
                        <a:pt x="24765" y="29718"/>
                      </a:lnTo>
                      <a:lnTo>
                        <a:pt x="24956" y="29718"/>
                      </a:lnTo>
                      <a:cubicBezTo>
                        <a:pt x="24956" y="29718"/>
                        <a:pt x="24479" y="30004"/>
                        <a:pt x="23622" y="30385"/>
                      </a:cubicBezTo>
                      <a:cubicBezTo>
                        <a:pt x="23241" y="30575"/>
                        <a:pt x="22860" y="30671"/>
                        <a:pt x="22479" y="30671"/>
                      </a:cubicBezTo>
                      <a:cubicBezTo>
                        <a:pt x="22288" y="30671"/>
                        <a:pt x="22098" y="30671"/>
                        <a:pt x="21908" y="30671"/>
                      </a:cubicBezTo>
                      <a:cubicBezTo>
                        <a:pt x="21812" y="31052"/>
                        <a:pt x="21717" y="31242"/>
                        <a:pt x="21812" y="31433"/>
                      </a:cubicBezTo>
                      <a:lnTo>
                        <a:pt x="15812" y="31623"/>
                      </a:lnTo>
                      <a:cubicBezTo>
                        <a:pt x="15335" y="31147"/>
                        <a:pt x="14573" y="30766"/>
                        <a:pt x="13621" y="30480"/>
                      </a:cubicBezTo>
                      <a:cubicBezTo>
                        <a:pt x="12478" y="30194"/>
                        <a:pt x="11811" y="29909"/>
                        <a:pt x="11430" y="29718"/>
                      </a:cubicBezTo>
                      <a:cubicBezTo>
                        <a:pt x="11335" y="29528"/>
                        <a:pt x="11049" y="29433"/>
                        <a:pt x="10763" y="29242"/>
                      </a:cubicBezTo>
                      <a:cubicBezTo>
                        <a:pt x="10478" y="29242"/>
                        <a:pt x="10096" y="29051"/>
                        <a:pt x="9811" y="28956"/>
                      </a:cubicBezTo>
                      <a:lnTo>
                        <a:pt x="10287" y="28575"/>
                      </a:lnTo>
                      <a:lnTo>
                        <a:pt x="9716" y="28004"/>
                      </a:lnTo>
                      <a:lnTo>
                        <a:pt x="9716" y="28385"/>
                      </a:lnTo>
                      <a:cubicBezTo>
                        <a:pt x="9049" y="28385"/>
                        <a:pt x="8763" y="27813"/>
                        <a:pt x="8763" y="27146"/>
                      </a:cubicBezTo>
                      <a:cubicBezTo>
                        <a:pt x="8763" y="26479"/>
                        <a:pt x="8382" y="26194"/>
                        <a:pt x="7620" y="26194"/>
                      </a:cubicBezTo>
                      <a:lnTo>
                        <a:pt x="7049" y="26194"/>
                      </a:lnTo>
                      <a:cubicBezTo>
                        <a:pt x="7049" y="26194"/>
                        <a:pt x="7715" y="25908"/>
                        <a:pt x="7715" y="25527"/>
                      </a:cubicBezTo>
                      <a:cubicBezTo>
                        <a:pt x="7715" y="25337"/>
                        <a:pt x="7715" y="25146"/>
                        <a:pt x="7620" y="25051"/>
                      </a:cubicBezTo>
                      <a:cubicBezTo>
                        <a:pt x="7620" y="24956"/>
                        <a:pt x="7239" y="24765"/>
                        <a:pt x="6763" y="24670"/>
                      </a:cubicBezTo>
                      <a:lnTo>
                        <a:pt x="6667" y="24670"/>
                      </a:lnTo>
                      <a:cubicBezTo>
                        <a:pt x="6667" y="24670"/>
                        <a:pt x="6667" y="24860"/>
                        <a:pt x="6572" y="24860"/>
                      </a:cubicBezTo>
                      <a:cubicBezTo>
                        <a:pt x="6572" y="24860"/>
                        <a:pt x="6382" y="24765"/>
                        <a:pt x="6382" y="24575"/>
                      </a:cubicBezTo>
                      <a:cubicBezTo>
                        <a:pt x="6382" y="24384"/>
                        <a:pt x="6382" y="24194"/>
                        <a:pt x="6382" y="24098"/>
                      </a:cubicBezTo>
                      <a:cubicBezTo>
                        <a:pt x="6667" y="24003"/>
                        <a:pt x="7049" y="23717"/>
                        <a:pt x="7525" y="23241"/>
                      </a:cubicBezTo>
                      <a:cubicBezTo>
                        <a:pt x="8001" y="22765"/>
                        <a:pt x="8382" y="22574"/>
                        <a:pt x="8668" y="22574"/>
                      </a:cubicBezTo>
                      <a:cubicBezTo>
                        <a:pt x="8858" y="22574"/>
                        <a:pt x="9049" y="22574"/>
                        <a:pt x="9239" y="22670"/>
                      </a:cubicBezTo>
                      <a:cubicBezTo>
                        <a:pt x="9144" y="22479"/>
                        <a:pt x="9144" y="22289"/>
                        <a:pt x="9239" y="22193"/>
                      </a:cubicBezTo>
                      <a:cubicBezTo>
                        <a:pt x="9334" y="22098"/>
                        <a:pt x="9239" y="21908"/>
                        <a:pt x="8954" y="21622"/>
                      </a:cubicBezTo>
                      <a:lnTo>
                        <a:pt x="10287" y="20955"/>
                      </a:lnTo>
                      <a:lnTo>
                        <a:pt x="10001" y="20479"/>
                      </a:lnTo>
                      <a:cubicBezTo>
                        <a:pt x="10001" y="20479"/>
                        <a:pt x="10573" y="20479"/>
                        <a:pt x="11049" y="20098"/>
                      </a:cubicBezTo>
                      <a:cubicBezTo>
                        <a:pt x="11525" y="19908"/>
                        <a:pt x="11811" y="19717"/>
                        <a:pt x="11906" y="19717"/>
                      </a:cubicBezTo>
                      <a:cubicBezTo>
                        <a:pt x="12192" y="19717"/>
                        <a:pt x="12383" y="20003"/>
                        <a:pt x="12478" y="20384"/>
                      </a:cubicBezTo>
                      <a:cubicBezTo>
                        <a:pt x="12383" y="21241"/>
                        <a:pt x="12668" y="22098"/>
                        <a:pt x="13335" y="22955"/>
                      </a:cubicBezTo>
                      <a:cubicBezTo>
                        <a:pt x="13716" y="23432"/>
                        <a:pt x="14383" y="24003"/>
                        <a:pt x="15431" y="24956"/>
                      </a:cubicBezTo>
                      <a:cubicBezTo>
                        <a:pt x="15621" y="25337"/>
                        <a:pt x="15812" y="25527"/>
                        <a:pt x="16192" y="25527"/>
                      </a:cubicBezTo>
                      <a:cubicBezTo>
                        <a:pt x="16192" y="25527"/>
                        <a:pt x="16478" y="25527"/>
                        <a:pt x="16669" y="25432"/>
                      </a:cubicBezTo>
                      <a:cubicBezTo>
                        <a:pt x="16954" y="25432"/>
                        <a:pt x="17050" y="25432"/>
                        <a:pt x="17145" y="25432"/>
                      </a:cubicBezTo>
                      <a:cubicBezTo>
                        <a:pt x="17336" y="25432"/>
                        <a:pt x="17621" y="25432"/>
                        <a:pt x="17812" y="25622"/>
                      </a:cubicBezTo>
                      <a:cubicBezTo>
                        <a:pt x="18002" y="25622"/>
                        <a:pt x="18288" y="25718"/>
                        <a:pt x="18479" y="25718"/>
                      </a:cubicBezTo>
                      <a:cubicBezTo>
                        <a:pt x="18955" y="25718"/>
                        <a:pt x="19526" y="25527"/>
                        <a:pt x="20193" y="25051"/>
                      </a:cubicBezTo>
                      <a:cubicBezTo>
                        <a:pt x="21146" y="24479"/>
                        <a:pt x="21622" y="24098"/>
                        <a:pt x="21812" y="24098"/>
                      </a:cubicBezTo>
                      <a:cubicBezTo>
                        <a:pt x="21908" y="23813"/>
                        <a:pt x="22003" y="23622"/>
                        <a:pt x="22003" y="23432"/>
                      </a:cubicBezTo>
                      <a:cubicBezTo>
                        <a:pt x="22003" y="23146"/>
                        <a:pt x="21812" y="22670"/>
                        <a:pt x="21431" y="22193"/>
                      </a:cubicBezTo>
                      <a:cubicBezTo>
                        <a:pt x="21050" y="21622"/>
                        <a:pt x="20860" y="21241"/>
                        <a:pt x="20765" y="21050"/>
                      </a:cubicBezTo>
                      <a:cubicBezTo>
                        <a:pt x="20098" y="21050"/>
                        <a:pt x="19717" y="20669"/>
                        <a:pt x="19717" y="20288"/>
                      </a:cubicBezTo>
                      <a:lnTo>
                        <a:pt x="19907" y="20098"/>
                      </a:lnTo>
                      <a:cubicBezTo>
                        <a:pt x="19050" y="19717"/>
                        <a:pt x="17907" y="19145"/>
                        <a:pt x="16383" y="18288"/>
                      </a:cubicBezTo>
                      <a:cubicBezTo>
                        <a:pt x="16288" y="18479"/>
                        <a:pt x="16097" y="18479"/>
                        <a:pt x="15907" y="18479"/>
                      </a:cubicBezTo>
                      <a:cubicBezTo>
                        <a:pt x="15716" y="18479"/>
                        <a:pt x="15431" y="18288"/>
                        <a:pt x="15145" y="18098"/>
                      </a:cubicBezTo>
                      <a:cubicBezTo>
                        <a:pt x="14764" y="17812"/>
                        <a:pt x="14573" y="17717"/>
                        <a:pt x="14383" y="17717"/>
                      </a:cubicBezTo>
                      <a:lnTo>
                        <a:pt x="14192" y="17717"/>
                      </a:lnTo>
                      <a:cubicBezTo>
                        <a:pt x="13525" y="17621"/>
                        <a:pt x="12859" y="17050"/>
                        <a:pt x="12192" y="16097"/>
                      </a:cubicBezTo>
                      <a:cubicBezTo>
                        <a:pt x="11430" y="15050"/>
                        <a:pt x="10858" y="14478"/>
                        <a:pt x="10382" y="14192"/>
                      </a:cubicBezTo>
                      <a:cubicBezTo>
                        <a:pt x="10382" y="13907"/>
                        <a:pt x="10287" y="13526"/>
                        <a:pt x="10001" y="13145"/>
                      </a:cubicBezTo>
                      <a:cubicBezTo>
                        <a:pt x="9716" y="12668"/>
                        <a:pt x="9525" y="12383"/>
                        <a:pt x="9620" y="12097"/>
                      </a:cubicBezTo>
                      <a:cubicBezTo>
                        <a:pt x="9430" y="11811"/>
                        <a:pt x="9334" y="11049"/>
                        <a:pt x="9239" y="10097"/>
                      </a:cubicBezTo>
                      <a:cubicBezTo>
                        <a:pt x="9239" y="9239"/>
                        <a:pt x="9239" y="8382"/>
                        <a:pt x="9144" y="7525"/>
                      </a:cubicBezTo>
                      <a:cubicBezTo>
                        <a:pt x="9334" y="7429"/>
                        <a:pt x="9430" y="7334"/>
                        <a:pt x="9430" y="7144"/>
                      </a:cubicBezTo>
                      <a:cubicBezTo>
                        <a:pt x="9430" y="7144"/>
                        <a:pt x="9430" y="6953"/>
                        <a:pt x="9239" y="6763"/>
                      </a:cubicBezTo>
                      <a:cubicBezTo>
                        <a:pt x="9144" y="6572"/>
                        <a:pt x="9049" y="6477"/>
                        <a:pt x="9049" y="6382"/>
                      </a:cubicBezTo>
                      <a:cubicBezTo>
                        <a:pt x="9144" y="6001"/>
                        <a:pt x="9620" y="5525"/>
                        <a:pt x="10382" y="4953"/>
                      </a:cubicBezTo>
                      <a:cubicBezTo>
                        <a:pt x="10954" y="4382"/>
                        <a:pt x="11335" y="3905"/>
                        <a:pt x="11335" y="3334"/>
                      </a:cubicBezTo>
                      <a:cubicBezTo>
                        <a:pt x="11335" y="3334"/>
                        <a:pt x="11621" y="3239"/>
                        <a:pt x="11811" y="3048"/>
                      </a:cubicBezTo>
                      <a:cubicBezTo>
                        <a:pt x="12097" y="2858"/>
                        <a:pt x="12287" y="2762"/>
                        <a:pt x="12383" y="2762"/>
                      </a:cubicBezTo>
                      <a:cubicBezTo>
                        <a:pt x="12383" y="2762"/>
                        <a:pt x="12478" y="2762"/>
                        <a:pt x="12573" y="2858"/>
                      </a:cubicBezTo>
                      <a:cubicBezTo>
                        <a:pt x="13049" y="2096"/>
                        <a:pt x="13907" y="1524"/>
                        <a:pt x="14954" y="1048"/>
                      </a:cubicBezTo>
                      <a:cubicBezTo>
                        <a:pt x="15907" y="762"/>
                        <a:pt x="16859" y="476"/>
                        <a:pt x="17907" y="191"/>
                      </a:cubicBezTo>
                      <a:cubicBezTo>
                        <a:pt x="18193" y="95"/>
                        <a:pt x="18479" y="0"/>
                        <a:pt x="18764" y="0"/>
                      </a:cubicBezTo>
                      <a:cubicBezTo>
                        <a:pt x="19145" y="0"/>
                        <a:pt x="19717" y="191"/>
                        <a:pt x="20479" y="476"/>
                      </a:cubicBezTo>
                      <a:cubicBezTo>
                        <a:pt x="21146" y="762"/>
                        <a:pt x="21717" y="953"/>
                        <a:pt x="22193" y="953"/>
                      </a:cubicBezTo>
                      <a:cubicBezTo>
                        <a:pt x="22384" y="953"/>
                        <a:pt x="22479" y="953"/>
                        <a:pt x="22670" y="953"/>
                      </a:cubicBezTo>
                      <a:cubicBezTo>
                        <a:pt x="22860" y="1334"/>
                        <a:pt x="23241" y="1619"/>
                        <a:pt x="23622" y="1715"/>
                      </a:cubicBezTo>
                      <a:cubicBezTo>
                        <a:pt x="24194" y="1905"/>
                        <a:pt x="24670" y="2096"/>
                        <a:pt x="24860" y="2191"/>
                      </a:cubicBezTo>
                      <a:cubicBezTo>
                        <a:pt x="25717" y="2191"/>
                        <a:pt x="26479" y="3429"/>
                        <a:pt x="27242" y="5620"/>
                      </a:cubicBezTo>
                      <a:cubicBezTo>
                        <a:pt x="27242" y="5906"/>
                        <a:pt x="26956" y="6382"/>
                        <a:pt x="26575" y="6858"/>
                      </a:cubicBezTo>
                      <a:cubicBezTo>
                        <a:pt x="26099" y="7334"/>
                        <a:pt x="25908" y="7811"/>
                        <a:pt x="26003" y="8287"/>
                      </a:cubicBezTo>
                      <a:cubicBezTo>
                        <a:pt x="25717" y="8192"/>
                        <a:pt x="25527" y="8287"/>
                        <a:pt x="25527" y="8573"/>
                      </a:cubicBezTo>
                      <a:cubicBezTo>
                        <a:pt x="25527" y="8858"/>
                        <a:pt x="25432" y="9049"/>
                        <a:pt x="25337" y="9144"/>
                      </a:cubicBezTo>
                      <a:cubicBezTo>
                        <a:pt x="24575" y="9620"/>
                        <a:pt x="24098" y="9620"/>
                        <a:pt x="23813" y="9620"/>
                      </a:cubicBezTo>
                      <a:cubicBezTo>
                        <a:pt x="23336" y="9620"/>
                        <a:pt x="22955" y="9335"/>
                        <a:pt x="22574" y="8858"/>
                      </a:cubicBezTo>
                      <a:cubicBezTo>
                        <a:pt x="22574" y="8477"/>
                        <a:pt x="22288" y="8192"/>
                        <a:pt x="21812" y="7906"/>
                      </a:cubicBezTo>
                      <a:cubicBezTo>
                        <a:pt x="21241" y="7716"/>
                        <a:pt x="20955" y="7429"/>
                        <a:pt x="20765" y="7144"/>
                      </a:cubicBezTo>
                      <a:cubicBezTo>
                        <a:pt x="20574" y="7144"/>
                        <a:pt x="20193" y="6953"/>
                        <a:pt x="19526" y="6668"/>
                      </a:cubicBezTo>
                      <a:cubicBezTo>
                        <a:pt x="19050" y="6477"/>
                        <a:pt x="18574" y="6382"/>
                        <a:pt x="18288" y="6382"/>
                      </a:cubicBezTo>
                      <a:cubicBezTo>
                        <a:pt x="17812" y="6382"/>
                        <a:pt x="17431" y="6572"/>
                        <a:pt x="17145" y="7049"/>
                      </a:cubicBezTo>
                      <a:cubicBezTo>
                        <a:pt x="17050" y="7049"/>
                        <a:pt x="16954" y="7049"/>
                        <a:pt x="16859" y="7049"/>
                      </a:cubicBezTo>
                      <a:cubicBezTo>
                        <a:pt x="16669" y="7049"/>
                        <a:pt x="16383" y="7239"/>
                        <a:pt x="15812" y="7620"/>
                      </a:cubicBezTo>
                      <a:cubicBezTo>
                        <a:pt x="15907" y="7811"/>
                        <a:pt x="16002" y="8001"/>
                        <a:pt x="16002" y="8287"/>
                      </a:cubicBezTo>
                      <a:cubicBezTo>
                        <a:pt x="16002" y="8382"/>
                        <a:pt x="15812" y="8763"/>
                        <a:pt x="15431" y="8858"/>
                      </a:cubicBezTo>
                      <a:cubicBezTo>
                        <a:pt x="15050" y="9049"/>
                        <a:pt x="14859" y="9239"/>
                        <a:pt x="14859" y="9430"/>
                      </a:cubicBezTo>
                      <a:cubicBezTo>
                        <a:pt x="14859" y="9620"/>
                        <a:pt x="14954" y="9811"/>
                        <a:pt x="15145" y="10097"/>
                      </a:cubicBezTo>
                      <a:cubicBezTo>
                        <a:pt x="16288" y="11716"/>
                        <a:pt x="17907" y="12954"/>
                        <a:pt x="20193" y="13716"/>
                      </a:cubicBezTo>
                      <a:cubicBezTo>
                        <a:pt x="20479" y="13716"/>
                        <a:pt x="20860" y="14002"/>
                        <a:pt x="21431" y="14478"/>
                      </a:cubicBezTo>
                      <a:cubicBezTo>
                        <a:pt x="21908" y="14859"/>
                        <a:pt x="22384" y="15145"/>
                        <a:pt x="22765" y="15240"/>
                      </a:cubicBezTo>
                      <a:cubicBezTo>
                        <a:pt x="23146" y="15240"/>
                        <a:pt x="23622" y="15526"/>
                        <a:pt x="24289" y="16097"/>
                      </a:cubicBezTo>
                      <a:cubicBezTo>
                        <a:pt x="24860" y="16669"/>
                        <a:pt x="25432" y="16859"/>
                        <a:pt x="26003" y="16764"/>
                      </a:cubicBezTo>
                      <a:cubicBezTo>
                        <a:pt x="26003" y="16954"/>
                        <a:pt x="26003" y="17145"/>
                        <a:pt x="26099" y="17145"/>
                      </a:cubicBezTo>
                      <a:cubicBezTo>
                        <a:pt x="26289" y="17145"/>
                        <a:pt x="26575" y="17336"/>
                        <a:pt x="26575" y="17717"/>
                      </a:cubicBezTo>
                      <a:cubicBezTo>
                        <a:pt x="26670" y="18098"/>
                        <a:pt x="26861" y="18193"/>
                        <a:pt x="27051" y="18098"/>
                      </a:cubicBezTo>
                      <a:cubicBezTo>
                        <a:pt x="27051" y="18288"/>
                        <a:pt x="27432" y="18764"/>
                        <a:pt x="28099" y="19717"/>
                      </a:cubicBezTo>
                      <a:cubicBezTo>
                        <a:pt x="28575" y="20384"/>
                        <a:pt x="28861" y="21050"/>
                        <a:pt x="28861" y="21717"/>
                      </a:cubicBezTo>
                      <a:cubicBezTo>
                        <a:pt x="28956" y="21908"/>
                        <a:pt x="29051" y="22098"/>
                        <a:pt x="29051" y="22193"/>
                      </a:cubicBezTo>
                      <a:cubicBezTo>
                        <a:pt x="29051" y="22289"/>
                        <a:pt x="29051" y="22479"/>
                        <a:pt x="28861" y="22670"/>
                      </a:cubicBezTo>
                      <a:cubicBezTo>
                        <a:pt x="28670" y="22860"/>
                        <a:pt x="28670" y="23051"/>
                        <a:pt x="28670" y="23051"/>
                      </a:cubicBezTo>
                      <a:cubicBezTo>
                        <a:pt x="28670" y="23241"/>
                        <a:pt x="28766" y="23432"/>
                        <a:pt x="29051" y="23527"/>
                      </a:cubicBezTo>
                      <a:close/>
                      <a:moveTo>
                        <a:pt x="6763" y="24098"/>
                      </a:moveTo>
                      <a:lnTo>
                        <a:pt x="7715" y="23717"/>
                      </a:lnTo>
                      <a:lnTo>
                        <a:pt x="7239" y="23717"/>
                      </a:lnTo>
                      <a:lnTo>
                        <a:pt x="6763" y="24098"/>
                      </a:lnTo>
                      <a:close/>
                      <a:moveTo>
                        <a:pt x="7049" y="27908"/>
                      </a:moveTo>
                      <a:lnTo>
                        <a:pt x="7239" y="27908"/>
                      </a:lnTo>
                      <a:lnTo>
                        <a:pt x="7620" y="28099"/>
                      </a:lnTo>
                      <a:lnTo>
                        <a:pt x="7049" y="27908"/>
                      </a:lnTo>
                      <a:close/>
                      <a:moveTo>
                        <a:pt x="8287" y="30004"/>
                      </a:moveTo>
                      <a:cubicBezTo>
                        <a:pt x="8287" y="30004"/>
                        <a:pt x="8287" y="29433"/>
                        <a:pt x="8573" y="29147"/>
                      </a:cubicBezTo>
                      <a:lnTo>
                        <a:pt x="8573" y="29147"/>
                      </a:lnTo>
                      <a:cubicBezTo>
                        <a:pt x="8573" y="29147"/>
                        <a:pt x="8573" y="29337"/>
                        <a:pt x="8763" y="29528"/>
                      </a:cubicBezTo>
                      <a:cubicBezTo>
                        <a:pt x="8858" y="29528"/>
                        <a:pt x="8954" y="29718"/>
                        <a:pt x="8954" y="29718"/>
                      </a:cubicBezTo>
                      <a:cubicBezTo>
                        <a:pt x="8954" y="29813"/>
                        <a:pt x="8954" y="29909"/>
                        <a:pt x="8763" y="30004"/>
                      </a:cubicBezTo>
                      <a:lnTo>
                        <a:pt x="8382" y="30004"/>
                      </a:lnTo>
                      <a:close/>
                      <a:moveTo>
                        <a:pt x="8668" y="29051"/>
                      </a:moveTo>
                      <a:cubicBezTo>
                        <a:pt x="8668" y="29051"/>
                        <a:pt x="8573" y="29051"/>
                        <a:pt x="8573" y="29051"/>
                      </a:cubicBezTo>
                      <a:cubicBezTo>
                        <a:pt x="8573" y="29051"/>
                        <a:pt x="8573" y="29051"/>
                        <a:pt x="8668" y="29051"/>
                      </a:cubicBezTo>
                      <a:close/>
                      <a:moveTo>
                        <a:pt x="8668" y="28289"/>
                      </a:moveTo>
                      <a:cubicBezTo>
                        <a:pt x="8668" y="28289"/>
                        <a:pt x="8954" y="28385"/>
                        <a:pt x="9049" y="28480"/>
                      </a:cubicBezTo>
                      <a:cubicBezTo>
                        <a:pt x="9144" y="28670"/>
                        <a:pt x="9239" y="28670"/>
                        <a:pt x="9334" y="28766"/>
                      </a:cubicBezTo>
                      <a:cubicBezTo>
                        <a:pt x="9144" y="28766"/>
                        <a:pt x="8954" y="28956"/>
                        <a:pt x="8668" y="29147"/>
                      </a:cubicBezTo>
                      <a:cubicBezTo>
                        <a:pt x="8858" y="28861"/>
                        <a:pt x="8858" y="28670"/>
                        <a:pt x="8668" y="28385"/>
                      </a:cubicBezTo>
                      <a:close/>
                      <a:moveTo>
                        <a:pt x="9620" y="24956"/>
                      </a:moveTo>
                      <a:lnTo>
                        <a:pt x="9620" y="24575"/>
                      </a:lnTo>
                      <a:lnTo>
                        <a:pt x="8668" y="24194"/>
                      </a:lnTo>
                      <a:lnTo>
                        <a:pt x="9620" y="24956"/>
                      </a:lnTo>
                      <a:close/>
                      <a:moveTo>
                        <a:pt x="10382" y="26099"/>
                      </a:moveTo>
                      <a:cubicBezTo>
                        <a:pt x="10382" y="26099"/>
                        <a:pt x="10478" y="26194"/>
                        <a:pt x="10763" y="26194"/>
                      </a:cubicBezTo>
                      <a:cubicBezTo>
                        <a:pt x="10954" y="26194"/>
                        <a:pt x="11049" y="26194"/>
                        <a:pt x="11144" y="25908"/>
                      </a:cubicBezTo>
                      <a:cubicBezTo>
                        <a:pt x="10858" y="25813"/>
                        <a:pt x="10573" y="25908"/>
                        <a:pt x="10382" y="26003"/>
                      </a:cubicBezTo>
                      <a:cubicBezTo>
                        <a:pt x="10382" y="26003"/>
                        <a:pt x="10287" y="26099"/>
                        <a:pt x="10287" y="26099"/>
                      </a:cubicBezTo>
                      <a:lnTo>
                        <a:pt x="9906" y="26384"/>
                      </a:lnTo>
                      <a:lnTo>
                        <a:pt x="10287" y="26384"/>
                      </a:lnTo>
                      <a:lnTo>
                        <a:pt x="10287" y="26099"/>
                      </a:lnTo>
                      <a:lnTo>
                        <a:pt x="10382" y="26099"/>
                      </a:lnTo>
                      <a:close/>
                      <a:moveTo>
                        <a:pt x="10573" y="11049"/>
                      </a:moveTo>
                      <a:cubicBezTo>
                        <a:pt x="10573" y="11049"/>
                        <a:pt x="10763" y="10763"/>
                        <a:pt x="10573" y="10668"/>
                      </a:cubicBezTo>
                      <a:lnTo>
                        <a:pt x="10573" y="10383"/>
                      </a:lnTo>
                      <a:cubicBezTo>
                        <a:pt x="10573" y="10383"/>
                        <a:pt x="10478" y="10097"/>
                        <a:pt x="10287" y="10001"/>
                      </a:cubicBezTo>
                      <a:cubicBezTo>
                        <a:pt x="10096" y="10001"/>
                        <a:pt x="10001" y="10001"/>
                        <a:pt x="9906" y="10001"/>
                      </a:cubicBezTo>
                      <a:cubicBezTo>
                        <a:pt x="10382" y="10097"/>
                        <a:pt x="10478" y="10383"/>
                        <a:pt x="10478" y="10668"/>
                      </a:cubicBezTo>
                      <a:lnTo>
                        <a:pt x="10478" y="11049"/>
                      </a:lnTo>
                      <a:close/>
                      <a:moveTo>
                        <a:pt x="13240" y="8763"/>
                      </a:moveTo>
                      <a:lnTo>
                        <a:pt x="13240" y="8763"/>
                      </a:lnTo>
                      <a:cubicBezTo>
                        <a:pt x="13049" y="8001"/>
                        <a:pt x="12668" y="7716"/>
                        <a:pt x="11811" y="7716"/>
                      </a:cubicBezTo>
                      <a:cubicBezTo>
                        <a:pt x="11240" y="7716"/>
                        <a:pt x="10668" y="7906"/>
                        <a:pt x="10192" y="8192"/>
                      </a:cubicBezTo>
                      <a:cubicBezTo>
                        <a:pt x="10287" y="8192"/>
                        <a:pt x="10478" y="8477"/>
                        <a:pt x="10573" y="8954"/>
                      </a:cubicBezTo>
                      <a:cubicBezTo>
                        <a:pt x="10668" y="9430"/>
                        <a:pt x="10954" y="9620"/>
                        <a:pt x="11335" y="9525"/>
                      </a:cubicBezTo>
                      <a:lnTo>
                        <a:pt x="11335" y="9335"/>
                      </a:lnTo>
                      <a:cubicBezTo>
                        <a:pt x="11335" y="9335"/>
                        <a:pt x="11525" y="8954"/>
                        <a:pt x="11525" y="8477"/>
                      </a:cubicBezTo>
                      <a:cubicBezTo>
                        <a:pt x="11525" y="8096"/>
                        <a:pt x="11811" y="7811"/>
                        <a:pt x="12002" y="7811"/>
                      </a:cubicBezTo>
                      <a:cubicBezTo>
                        <a:pt x="12002" y="7811"/>
                        <a:pt x="12192" y="7811"/>
                        <a:pt x="12383" y="8001"/>
                      </a:cubicBezTo>
                      <a:lnTo>
                        <a:pt x="12383" y="8287"/>
                      </a:lnTo>
                      <a:lnTo>
                        <a:pt x="12573" y="8287"/>
                      </a:lnTo>
                      <a:cubicBezTo>
                        <a:pt x="12573" y="8287"/>
                        <a:pt x="12859" y="8287"/>
                        <a:pt x="13145" y="8668"/>
                      </a:cubicBezTo>
                      <a:close/>
                      <a:moveTo>
                        <a:pt x="10763" y="21431"/>
                      </a:moveTo>
                      <a:cubicBezTo>
                        <a:pt x="10763" y="21431"/>
                        <a:pt x="10382" y="21431"/>
                        <a:pt x="10382" y="21336"/>
                      </a:cubicBezTo>
                      <a:lnTo>
                        <a:pt x="10668" y="21812"/>
                      </a:lnTo>
                      <a:cubicBezTo>
                        <a:pt x="10668" y="21812"/>
                        <a:pt x="10858" y="21622"/>
                        <a:pt x="10763" y="21431"/>
                      </a:cubicBezTo>
                      <a:close/>
                      <a:moveTo>
                        <a:pt x="11049" y="9239"/>
                      </a:moveTo>
                      <a:lnTo>
                        <a:pt x="11240" y="9239"/>
                      </a:lnTo>
                      <a:cubicBezTo>
                        <a:pt x="11240" y="9239"/>
                        <a:pt x="11240" y="9144"/>
                        <a:pt x="11049" y="9239"/>
                      </a:cubicBezTo>
                      <a:close/>
                      <a:moveTo>
                        <a:pt x="11240" y="9144"/>
                      </a:moveTo>
                      <a:cubicBezTo>
                        <a:pt x="11240" y="9144"/>
                        <a:pt x="11240" y="9144"/>
                        <a:pt x="11335" y="9144"/>
                      </a:cubicBezTo>
                      <a:lnTo>
                        <a:pt x="11240" y="9144"/>
                      </a:lnTo>
                      <a:close/>
                      <a:moveTo>
                        <a:pt x="11525" y="28480"/>
                      </a:moveTo>
                      <a:lnTo>
                        <a:pt x="11811" y="28194"/>
                      </a:lnTo>
                      <a:cubicBezTo>
                        <a:pt x="11811" y="28194"/>
                        <a:pt x="11525" y="28004"/>
                        <a:pt x="11525" y="28004"/>
                      </a:cubicBezTo>
                      <a:lnTo>
                        <a:pt x="11525" y="28575"/>
                      </a:lnTo>
                      <a:close/>
                      <a:moveTo>
                        <a:pt x="12002" y="9716"/>
                      </a:moveTo>
                      <a:cubicBezTo>
                        <a:pt x="12002" y="9716"/>
                        <a:pt x="12002" y="9430"/>
                        <a:pt x="11906" y="9144"/>
                      </a:cubicBezTo>
                      <a:lnTo>
                        <a:pt x="11906" y="9716"/>
                      </a:lnTo>
                      <a:close/>
                      <a:moveTo>
                        <a:pt x="12763" y="30956"/>
                      </a:moveTo>
                      <a:lnTo>
                        <a:pt x="12954" y="30956"/>
                      </a:lnTo>
                      <a:cubicBezTo>
                        <a:pt x="12954" y="30956"/>
                        <a:pt x="12668" y="30956"/>
                        <a:pt x="12763" y="30956"/>
                      </a:cubicBezTo>
                      <a:close/>
                      <a:moveTo>
                        <a:pt x="16574" y="27718"/>
                      </a:moveTo>
                      <a:lnTo>
                        <a:pt x="16574" y="27718"/>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70" name="Google Shape;1570;p99"/>
              <p:cNvGrpSpPr/>
              <p:nvPr/>
            </p:nvGrpSpPr>
            <p:grpSpPr>
              <a:xfrm>
                <a:off x="8553158" y="6909435"/>
                <a:ext cx="178022" cy="43719"/>
                <a:chOff x="3299840" y="4627530"/>
                <a:chExt cx="178022" cy="43719"/>
              </a:xfrm>
            </p:grpSpPr>
            <p:sp>
              <p:nvSpPr>
                <p:cNvPr id="1571" name="Google Shape;1571;p99"/>
                <p:cNvSpPr/>
                <p:nvPr/>
              </p:nvSpPr>
              <p:spPr>
                <a:xfrm>
                  <a:off x="3299840" y="4628578"/>
                  <a:ext cx="34099" cy="36766"/>
                </a:xfrm>
                <a:custGeom>
                  <a:avLst/>
                  <a:gdLst/>
                  <a:ahLst/>
                  <a:cxnLst/>
                  <a:rect l="l" t="t" r="r" b="b"/>
                  <a:pathLst>
                    <a:path w="34099" h="36766" extrusionOk="0">
                      <a:moveTo>
                        <a:pt x="476" y="25432"/>
                      </a:moveTo>
                      <a:cubicBezTo>
                        <a:pt x="476" y="25432"/>
                        <a:pt x="476" y="25908"/>
                        <a:pt x="571" y="25908"/>
                      </a:cubicBezTo>
                      <a:cubicBezTo>
                        <a:pt x="571" y="25908"/>
                        <a:pt x="667" y="25908"/>
                        <a:pt x="762" y="25908"/>
                      </a:cubicBezTo>
                      <a:cubicBezTo>
                        <a:pt x="857" y="25908"/>
                        <a:pt x="952" y="25908"/>
                        <a:pt x="1048" y="25908"/>
                      </a:cubicBezTo>
                      <a:cubicBezTo>
                        <a:pt x="1048" y="25908"/>
                        <a:pt x="1143" y="25908"/>
                        <a:pt x="1238" y="26098"/>
                      </a:cubicBezTo>
                      <a:cubicBezTo>
                        <a:pt x="476" y="26098"/>
                        <a:pt x="95" y="26098"/>
                        <a:pt x="0" y="25908"/>
                      </a:cubicBezTo>
                      <a:lnTo>
                        <a:pt x="476" y="25527"/>
                      </a:lnTo>
                      <a:close/>
                      <a:moveTo>
                        <a:pt x="1238" y="30099"/>
                      </a:moveTo>
                      <a:cubicBezTo>
                        <a:pt x="1238" y="30099"/>
                        <a:pt x="1429" y="29813"/>
                        <a:pt x="1619" y="29813"/>
                      </a:cubicBezTo>
                      <a:lnTo>
                        <a:pt x="2096" y="29813"/>
                      </a:lnTo>
                      <a:cubicBezTo>
                        <a:pt x="2096" y="29813"/>
                        <a:pt x="1905" y="30099"/>
                        <a:pt x="1715" y="30099"/>
                      </a:cubicBezTo>
                      <a:lnTo>
                        <a:pt x="1238" y="30099"/>
                      </a:lnTo>
                      <a:close/>
                      <a:moveTo>
                        <a:pt x="2857" y="32480"/>
                      </a:moveTo>
                      <a:lnTo>
                        <a:pt x="2857" y="32004"/>
                      </a:lnTo>
                      <a:lnTo>
                        <a:pt x="3238" y="32004"/>
                      </a:lnTo>
                      <a:lnTo>
                        <a:pt x="2857" y="32480"/>
                      </a:lnTo>
                      <a:close/>
                      <a:moveTo>
                        <a:pt x="4858" y="29432"/>
                      </a:moveTo>
                      <a:cubicBezTo>
                        <a:pt x="4858" y="29432"/>
                        <a:pt x="5239" y="29432"/>
                        <a:pt x="5524" y="29813"/>
                      </a:cubicBezTo>
                      <a:lnTo>
                        <a:pt x="5524" y="30099"/>
                      </a:lnTo>
                      <a:lnTo>
                        <a:pt x="4858" y="29432"/>
                      </a:lnTo>
                      <a:close/>
                      <a:moveTo>
                        <a:pt x="5524" y="32480"/>
                      </a:moveTo>
                      <a:cubicBezTo>
                        <a:pt x="5524" y="32480"/>
                        <a:pt x="5715" y="32385"/>
                        <a:pt x="5810" y="32290"/>
                      </a:cubicBezTo>
                      <a:cubicBezTo>
                        <a:pt x="5905" y="32004"/>
                        <a:pt x="6001" y="32004"/>
                        <a:pt x="6096" y="32004"/>
                      </a:cubicBezTo>
                      <a:cubicBezTo>
                        <a:pt x="6096" y="32195"/>
                        <a:pt x="6001" y="32290"/>
                        <a:pt x="5810" y="32480"/>
                      </a:cubicBezTo>
                      <a:lnTo>
                        <a:pt x="5429" y="32480"/>
                      </a:lnTo>
                      <a:close/>
                      <a:moveTo>
                        <a:pt x="6382" y="28480"/>
                      </a:moveTo>
                      <a:lnTo>
                        <a:pt x="6191" y="28861"/>
                      </a:lnTo>
                      <a:lnTo>
                        <a:pt x="5715" y="28861"/>
                      </a:lnTo>
                      <a:cubicBezTo>
                        <a:pt x="5715" y="28861"/>
                        <a:pt x="6001" y="28289"/>
                        <a:pt x="6096" y="28289"/>
                      </a:cubicBezTo>
                      <a:cubicBezTo>
                        <a:pt x="6096" y="28289"/>
                        <a:pt x="6286" y="28289"/>
                        <a:pt x="6382" y="28480"/>
                      </a:cubicBezTo>
                      <a:close/>
                      <a:moveTo>
                        <a:pt x="7048" y="25337"/>
                      </a:moveTo>
                      <a:lnTo>
                        <a:pt x="7048" y="25718"/>
                      </a:lnTo>
                      <a:lnTo>
                        <a:pt x="6382" y="25051"/>
                      </a:lnTo>
                      <a:cubicBezTo>
                        <a:pt x="6382" y="25051"/>
                        <a:pt x="6763" y="25051"/>
                        <a:pt x="7048" y="25337"/>
                      </a:cubicBezTo>
                      <a:close/>
                      <a:moveTo>
                        <a:pt x="6382" y="30671"/>
                      </a:moveTo>
                      <a:cubicBezTo>
                        <a:pt x="6382" y="30671"/>
                        <a:pt x="6763" y="30861"/>
                        <a:pt x="6763" y="31147"/>
                      </a:cubicBezTo>
                      <a:lnTo>
                        <a:pt x="6382" y="31147"/>
                      </a:lnTo>
                      <a:lnTo>
                        <a:pt x="6382" y="30671"/>
                      </a:lnTo>
                      <a:close/>
                      <a:moveTo>
                        <a:pt x="7239" y="34480"/>
                      </a:moveTo>
                      <a:lnTo>
                        <a:pt x="7048" y="34290"/>
                      </a:lnTo>
                      <a:lnTo>
                        <a:pt x="7810" y="33814"/>
                      </a:lnTo>
                      <a:lnTo>
                        <a:pt x="7239" y="34480"/>
                      </a:lnTo>
                      <a:close/>
                      <a:moveTo>
                        <a:pt x="34004" y="27241"/>
                      </a:moveTo>
                      <a:lnTo>
                        <a:pt x="32385" y="27527"/>
                      </a:lnTo>
                      <a:cubicBezTo>
                        <a:pt x="32385" y="27527"/>
                        <a:pt x="32385" y="27527"/>
                        <a:pt x="32385" y="27527"/>
                      </a:cubicBezTo>
                      <a:cubicBezTo>
                        <a:pt x="32385" y="27622"/>
                        <a:pt x="32480" y="27813"/>
                        <a:pt x="32766" y="27908"/>
                      </a:cubicBezTo>
                      <a:cubicBezTo>
                        <a:pt x="33052" y="28099"/>
                        <a:pt x="33147" y="28194"/>
                        <a:pt x="33147" y="28385"/>
                      </a:cubicBezTo>
                      <a:lnTo>
                        <a:pt x="33528" y="28385"/>
                      </a:lnTo>
                      <a:cubicBezTo>
                        <a:pt x="33338" y="29242"/>
                        <a:pt x="33147" y="30289"/>
                        <a:pt x="33052" y="31147"/>
                      </a:cubicBezTo>
                      <a:cubicBezTo>
                        <a:pt x="32766" y="32195"/>
                        <a:pt x="32290" y="32861"/>
                        <a:pt x="31242" y="33147"/>
                      </a:cubicBezTo>
                      <a:cubicBezTo>
                        <a:pt x="31147" y="32575"/>
                        <a:pt x="30766" y="32385"/>
                        <a:pt x="30194" y="32671"/>
                      </a:cubicBezTo>
                      <a:lnTo>
                        <a:pt x="30004" y="32671"/>
                      </a:lnTo>
                      <a:lnTo>
                        <a:pt x="30671" y="33528"/>
                      </a:lnTo>
                      <a:cubicBezTo>
                        <a:pt x="30671" y="33528"/>
                        <a:pt x="30099" y="33242"/>
                        <a:pt x="29813" y="32956"/>
                      </a:cubicBezTo>
                      <a:cubicBezTo>
                        <a:pt x="29432" y="32671"/>
                        <a:pt x="29146" y="32575"/>
                        <a:pt x="28956" y="32575"/>
                      </a:cubicBezTo>
                      <a:cubicBezTo>
                        <a:pt x="28766" y="32575"/>
                        <a:pt x="28480" y="32671"/>
                        <a:pt x="28289" y="32956"/>
                      </a:cubicBezTo>
                      <a:lnTo>
                        <a:pt x="28956" y="32956"/>
                      </a:lnTo>
                      <a:lnTo>
                        <a:pt x="28766" y="33147"/>
                      </a:lnTo>
                      <a:cubicBezTo>
                        <a:pt x="28766" y="33147"/>
                        <a:pt x="29623" y="33528"/>
                        <a:pt x="30194" y="34004"/>
                      </a:cubicBezTo>
                      <a:lnTo>
                        <a:pt x="28956" y="34576"/>
                      </a:lnTo>
                      <a:lnTo>
                        <a:pt x="29146" y="34576"/>
                      </a:lnTo>
                      <a:cubicBezTo>
                        <a:pt x="29146" y="34576"/>
                        <a:pt x="28670" y="34862"/>
                        <a:pt x="27718" y="35338"/>
                      </a:cubicBezTo>
                      <a:cubicBezTo>
                        <a:pt x="27242" y="35528"/>
                        <a:pt x="26765" y="35623"/>
                        <a:pt x="26384" y="35623"/>
                      </a:cubicBezTo>
                      <a:lnTo>
                        <a:pt x="25622" y="35623"/>
                      </a:lnTo>
                      <a:cubicBezTo>
                        <a:pt x="25622" y="35623"/>
                        <a:pt x="25432" y="36290"/>
                        <a:pt x="25527" y="36481"/>
                      </a:cubicBezTo>
                      <a:lnTo>
                        <a:pt x="18574" y="36766"/>
                      </a:lnTo>
                      <a:cubicBezTo>
                        <a:pt x="18002" y="36195"/>
                        <a:pt x="17145" y="35814"/>
                        <a:pt x="15907" y="35433"/>
                      </a:cubicBezTo>
                      <a:cubicBezTo>
                        <a:pt x="14573" y="35052"/>
                        <a:pt x="13811" y="34766"/>
                        <a:pt x="13430" y="34480"/>
                      </a:cubicBezTo>
                      <a:cubicBezTo>
                        <a:pt x="13335" y="34290"/>
                        <a:pt x="13049" y="34195"/>
                        <a:pt x="12668" y="34099"/>
                      </a:cubicBezTo>
                      <a:cubicBezTo>
                        <a:pt x="12287" y="34004"/>
                        <a:pt x="11906" y="33909"/>
                        <a:pt x="11525" y="33814"/>
                      </a:cubicBezTo>
                      <a:lnTo>
                        <a:pt x="12001" y="33338"/>
                      </a:lnTo>
                      <a:lnTo>
                        <a:pt x="11335" y="32575"/>
                      </a:lnTo>
                      <a:lnTo>
                        <a:pt x="11144" y="33052"/>
                      </a:lnTo>
                      <a:cubicBezTo>
                        <a:pt x="10573" y="32956"/>
                        <a:pt x="10192" y="32385"/>
                        <a:pt x="10192" y="31528"/>
                      </a:cubicBezTo>
                      <a:cubicBezTo>
                        <a:pt x="10192" y="30766"/>
                        <a:pt x="9715" y="30385"/>
                        <a:pt x="8858" y="30385"/>
                      </a:cubicBezTo>
                      <a:lnTo>
                        <a:pt x="8287" y="30385"/>
                      </a:lnTo>
                      <a:cubicBezTo>
                        <a:pt x="8763" y="30385"/>
                        <a:pt x="9049" y="30099"/>
                        <a:pt x="9049" y="29528"/>
                      </a:cubicBezTo>
                      <a:cubicBezTo>
                        <a:pt x="9049" y="29337"/>
                        <a:pt x="9049" y="29242"/>
                        <a:pt x="8953" y="29051"/>
                      </a:cubicBezTo>
                      <a:cubicBezTo>
                        <a:pt x="8858" y="28956"/>
                        <a:pt x="8572" y="28765"/>
                        <a:pt x="8001" y="28480"/>
                      </a:cubicBezTo>
                      <a:lnTo>
                        <a:pt x="7810" y="28480"/>
                      </a:lnTo>
                      <a:cubicBezTo>
                        <a:pt x="7810" y="28480"/>
                        <a:pt x="7810" y="28670"/>
                        <a:pt x="7715" y="28670"/>
                      </a:cubicBezTo>
                      <a:cubicBezTo>
                        <a:pt x="7715" y="28670"/>
                        <a:pt x="7525" y="28480"/>
                        <a:pt x="7429" y="28289"/>
                      </a:cubicBezTo>
                      <a:cubicBezTo>
                        <a:pt x="7429" y="28099"/>
                        <a:pt x="7429" y="27813"/>
                        <a:pt x="7429" y="27622"/>
                      </a:cubicBezTo>
                      <a:cubicBezTo>
                        <a:pt x="7715" y="27622"/>
                        <a:pt x="8192" y="27241"/>
                        <a:pt x="8763" y="26670"/>
                      </a:cubicBezTo>
                      <a:cubicBezTo>
                        <a:pt x="9334" y="26194"/>
                        <a:pt x="9811" y="25908"/>
                        <a:pt x="10096" y="25908"/>
                      </a:cubicBezTo>
                      <a:cubicBezTo>
                        <a:pt x="10287" y="25908"/>
                        <a:pt x="10477" y="25908"/>
                        <a:pt x="10668" y="26003"/>
                      </a:cubicBezTo>
                      <a:cubicBezTo>
                        <a:pt x="10573" y="25813"/>
                        <a:pt x="10573" y="25622"/>
                        <a:pt x="10668" y="25432"/>
                      </a:cubicBezTo>
                      <a:cubicBezTo>
                        <a:pt x="10763" y="25337"/>
                        <a:pt x="10668" y="25051"/>
                        <a:pt x="10382" y="24765"/>
                      </a:cubicBezTo>
                      <a:lnTo>
                        <a:pt x="11906" y="24003"/>
                      </a:lnTo>
                      <a:lnTo>
                        <a:pt x="11525" y="23527"/>
                      </a:lnTo>
                      <a:cubicBezTo>
                        <a:pt x="11525" y="23527"/>
                        <a:pt x="12097" y="23431"/>
                        <a:pt x="12668" y="23146"/>
                      </a:cubicBezTo>
                      <a:cubicBezTo>
                        <a:pt x="13240" y="22765"/>
                        <a:pt x="13621" y="22670"/>
                        <a:pt x="13716" y="22670"/>
                      </a:cubicBezTo>
                      <a:cubicBezTo>
                        <a:pt x="14002" y="22670"/>
                        <a:pt x="14192" y="22955"/>
                        <a:pt x="14288" y="23336"/>
                      </a:cubicBezTo>
                      <a:cubicBezTo>
                        <a:pt x="14192" y="24384"/>
                        <a:pt x="14573" y="25337"/>
                        <a:pt x="15430" y="26289"/>
                      </a:cubicBezTo>
                      <a:cubicBezTo>
                        <a:pt x="15811" y="26765"/>
                        <a:pt x="16669" y="27527"/>
                        <a:pt x="17812" y="28575"/>
                      </a:cubicBezTo>
                      <a:cubicBezTo>
                        <a:pt x="18002" y="28956"/>
                        <a:pt x="18288" y="29242"/>
                        <a:pt x="18764" y="29242"/>
                      </a:cubicBezTo>
                      <a:cubicBezTo>
                        <a:pt x="18859" y="29242"/>
                        <a:pt x="19050" y="29242"/>
                        <a:pt x="19336" y="29146"/>
                      </a:cubicBezTo>
                      <a:cubicBezTo>
                        <a:pt x="19526" y="29146"/>
                        <a:pt x="19717" y="29146"/>
                        <a:pt x="19907" y="29146"/>
                      </a:cubicBezTo>
                      <a:cubicBezTo>
                        <a:pt x="20193" y="29146"/>
                        <a:pt x="20479" y="29146"/>
                        <a:pt x="20669" y="29337"/>
                      </a:cubicBezTo>
                      <a:cubicBezTo>
                        <a:pt x="20860" y="29432"/>
                        <a:pt x="21146" y="29528"/>
                        <a:pt x="21526" y="29528"/>
                      </a:cubicBezTo>
                      <a:cubicBezTo>
                        <a:pt x="22003" y="29528"/>
                        <a:pt x="22670" y="29337"/>
                        <a:pt x="23431" y="28765"/>
                      </a:cubicBezTo>
                      <a:cubicBezTo>
                        <a:pt x="24575" y="28004"/>
                        <a:pt x="25146" y="27622"/>
                        <a:pt x="25337" y="27527"/>
                      </a:cubicBezTo>
                      <a:cubicBezTo>
                        <a:pt x="25527" y="27337"/>
                        <a:pt x="25527" y="27051"/>
                        <a:pt x="25527" y="26861"/>
                      </a:cubicBezTo>
                      <a:cubicBezTo>
                        <a:pt x="25527" y="26479"/>
                        <a:pt x="25337" y="26003"/>
                        <a:pt x="24860" y="25432"/>
                      </a:cubicBezTo>
                      <a:cubicBezTo>
                        <a:pt x="24479" y="24860"/>
                        <a:pt x="24289" y="24384"/>
                        <a:pt x="24193" y="24098"/>
                      </a:cubicBezTo>
                      <a:cubicBezTo>
                        <a:pt x="23431" y="24003"/>
                        <a:pt x="22955" y="23717"/>
                        <a:pt x="22860" y="23241"/>
                      </a:cubicBezTo>
                      <a:lnTo>
                        <a:pt x="23050" y="23050"/>
                      </a:lnTo>
                      <a:cubicBezTo>
                        <a:pt x="22098" y="22574"/>
                        <a:pt x="20764" y="21907"/>
                        <a:pt x="19050" y="20955"/>
                      </a:cubicBezTo>
                      <a:cubicBezTo>
                        <a:pt x="18859" y="21146"/>
                        <a:pt x="18669" y="21241"/>
                        <a:pt x="18478" y="21241"/>
                      </a:cubicBezTo>
                      <a:cubicBezTo>
                        <a:pt x="18288" y="21241"/>
                        <a:pt x="18002" y="21050"/>
                        <a:pt x="17621" y="20669"/>
                      </a:cubicBezTo>
                      <a:cubicBezTo>
                        <a:pt x="17240" y="20383"/>
                        <a:pt x="16954" y="20193"/>
                        <a:pt x="16764" y="20193"/>
                      </a:cubicBezTo>
                      <a:cubicBezTo>
                        <a:pt x="16669" y="20193"/>
                        <a:pt x="16573" y="20193"/>
                        <a:pt x="16478" y="20288"/>
                      </a:cubicBezTo>
                      <a:cubicBezTo>
                        <a:pt x="15716" y="20098"/>
                        <a:pt x="14954" y="19431"/>
                        <a:pt x="14192" y="18383"/>
                      </a:cubicBezTo>
                      <a:cubicBezTo>
                        <a:pt x="13335" y="17240"/>
                        <a:pt x="12668" y="16573"/>
                        <a:pt x="12097" y="16193"/>
                      </a:cubicBezTo>
                      <a:cubicBezTo>
                        <a:pt x="12097" y="15907"/>
                        <a:pt x="12097" y="15430"/>
                        <a:pt x="11621" y="14954"/>
                      </a:cubicBezTo>
                      <a:cubicBezTo>
                        <a:pt x="11240" y="14478"/>
                        <a:pt x="11144" y="14097"/>
                        <a:pt x="11240" y="13811"/>
                      </a:cubicBezTo>
                      <a:cubicBezTo>
                        <a:pt x="10954" y="13430"/>
                        <a:pt x="10858" y="12668"/>
                        <a:pt x="10763" y="11525"/>
                      </a:cubicBezTo>
                      <a:cubicBezTo>
                        <a:pt x="10763" y="10478"/>
                        <a:pt x="10668" y="9525"/>
                        <a:pt x="10668" y="8477"/>
                      </a:cubicBezTo>
                      <a:cubicBezTo>
                        <a:pt x="10954" y="8477"/>
                        <a:pt x="11049" y="8287"/>
                        <a:pt x="11049" y="8096"/>
                      </a:cubicBezTo>
                      <a:cubicBezTo>
                        <a:pt x="11049" y="8096"/>
                        <a:pt x="11049" y="7906"/>
                        <a:pt x="10858" y="7715"/>
                      </a:cubicBezTo>
                      <a:cubicBezTo>
                        <a:pt x="10763" y="7525"/>
                        <a:pt x="10668" y="7334"/>
                        <a:pt x="10668" y="7239"/>
                      </a:cubicBezTo>
                      <a:cubicBezTo>
                        <a:pt x="10763" y="6763"/>
                        <a:pt x="11335" y="6191"/>
                        <a:pt x="12287" y="5524"/>
                      </a:cubicBezTo>
                      <a:cubicBezTo>
                        <a:pt x="12954" y="4858"/>
                        <a:pt x="13335" y="4286"/>
                        <a:pt x="13335" y="3715"/>
                      </a:cubicBezTo>
                      <a:cubicBezTo>
                        <a:pt x="13430" y="3715"/>
                        <a:pt x="13621" y="3524"/>
                        <a:pt x="13906" y="3334"/>
                      </a:cubicBezTo>
                      <a:cubicBezTo>
                        <a:pt x="14192" y="3143"/>
                        <a:pt x="14383" y="3048"/>
                        <a:pt x="14478" y="3048"/>
                      </a:cubicBezTo>
                      <a:cubicBezTo>
                        <a:pt x="14478" y="3048"/>
                        <a:pt x="14669" y="3143"/>
                        <a:pt x="14764" y="3334"/>
                      </a:cubicBezTo>
                      <a:cubicBezTo>
                        <a:pt x="15335" y="2381"/>
                        <a:pt x="16192" y="1714"/>
                        <a:pt x="17526" y="1143"/>
                      </a:cubicBezTo>
                      <a:cubicBezTo>
                        <a:pt x="18669" y="857"/>
                        <a:pt x="19717" y="476"/>
                        <a:pt x="20860" y="190"/>
                      </a:cubicBezTo>
                      <a:cubicBezTo>
                        <a:pt x="21241" y="0"/>
                        <a:pt x="21526" y="0"/>
                        <a:pt x="21908" y="0"/>
                      </a:cubicBezTo>
                      <a:cubicBezTo>
                        <a:pt x="22384" y="0"/>
                        <a:pt x="23050" y="190"/>
                        <a:pt x="23908" y="571"/>
                      </a:cubicBezTo>
                      <a:cubicBezTo>
                        <a:pt x="24670" y="953"/>
                        <a:pt x="25432" y="1048"/>
                        <a:pt x="25813" y="1048"/>
                      </a:cubicBezTo>
                      <a:cubicBezTo>
                        <a:pt x="26003" y="1048"/>
                        <a:pt x="26289" y="1048"/>
                        <a:pt x="26479" y="1048"/>
                      </a:cubicBezTo>
                      <a:cubicBezTo>
                        <a:pt x="26670" y="1429"/>
                        <a:pt x="27146" y="1714"/>
                        <a:pt x="27622" y="1905"/>
                      </a:cubicBezTo>
                      <a:cubicBezTo>
                        <a:pt x="28384" y="2096"/>
                        <a:pt x="28766" y="2286"/>
                        <a:pt x="28956" y="2477"/>
                      </a:cubicBezTo>
                      <a:cubicBezTo>
                        <a:pt x="30004" y="2477"/>
                        <a:pt x="30956" y="3905"/>
                        <a:pt x="31718" y="6477"/>
                      </a:cubicBezTo>
                      <a:cubicBezTo>
                        <a:pt x="31718" y="6858"/>
                        <a:pt x="31433" y="7429"/>
                        <a:pt x="30956" y="8001"/>
                      </a:cubicBezTo>
                      <a:cubicBezTo>
                        <a:pt x="30480" y="8668"/>
                        <a:pt x="30194" y="9144"/>
                        <a:pt x="30289" y="9620"/>
                      </a:cubicBezTo>
                      <a:cubicBezTo>
                        <a:pt x="29908" y="9525"/>
                        <a:pt x="29718" y="9620"/>
                        <a:pt x="29718" y="10001"/>
                      </a:cubicBezTo>
                      <a:cubicBezTo>
                        <a:pt x="29718" y="10382"/>
                        <a:pt x="29718" y="10573"/>
                        <a:pt x="29432" y="10668"/>
                      </a:cubicBezTo>
                      <a:cubicBezTo>
                        <a:pt x="28575" y="11049"/>
                        <a:pt x="28004" y="11239"/>
                        <a:pt x="27718" y="11239"/>
                      </a:cubicBezTo>
                      <a:cubicBezTo>
                        <a:pt x="27242" y="11239"/>
                        <a:pt x="26765" y="10954"/>
                        <a:pt x="26384" y="10287"/>
                      </a:cubicBezTo>
                      <a:cubicBezTo>
                        <a:pt x="26384" y="9811"/>
                        <a:pt x="26003" y="9430"/>
                        <a:pt x="25527" y="9144"/>
                      </a:cubicBezTo>
                      <a:cubicBezTo>
                        <a:pt x="24860" y="8954"/>
                        <a:pt x="24479" y="8668"/>
                        <a:pt x="24384" y="8287"/>
                      </a:cubicBezTo>
                      <a:cubicBezTo>
                        <a:pt x="24193" y="8287"/>
                        <a:pt x="23717" y="8096"/>
                        <a:pt x="22955" y="7811"/>
                      </a:cubicBezTo>
                      <a:cubicBezTo>
                        <a:pt x="22384" y="7620"/>
                        <a:pt x="21812" y="7429"/>
                        <a:pt x="21526" y="7429"/>
                      </a:cubicBezTo>
                      <a:cubicBezTo>
                        <a:pt x="21050" y="7429"/>
                        <a:pt x="20574" y="7620"/>
                        <a:pt x="20193" y="8191"/>
                      </a:cubicBezTo>
                      <a:cubicBezTo>
                        <a:pt x="20098" y="8191"/>
                        <a:pt x="20002" y="8191"/>
                        <a:pt x="19812" y="8191"/>
                      </a:cubicBezTo>
                      <a:cubicBezTo>
                        <a:pt x="19621" y="8191"/>
                        <a:pt x="19240" y="8382"/>
                        <a:pt x="18669" y="8858"/>
                      </a:cubicBezTo>
                      <a:cubicBezTo>
                        <a:pt x="18859" y="9144"/>
                        <a:pt x="18955" y="9430"/>
                        <a:pt x="18955" y="9620"/>
                      </a:cubicBezTo>
                      <a:cubicBezTo>
                        <a:pt x="18955" y="9906"/>
                        <a:pt x="18764" y="10096"/>
                        <a:pt x="18288" y="10287"/>
                      </a:cubicBezTo>
                      <a:cubicBezTo>
                        <a:pt x="17907" y="10478"/>
                        <a:pt x="17621" y="10763"/>
                        <a:pt x="17621" y="10954"/>
                      </a:cubicBezTo>
                      <a:cubicBezTo>
                        <a:pt x="17621" y="11144"/>
                        <a:pt x="17812" y="11430"/>
                        <a:pt x="18002" y="11716"/>
                      </a:cubicBezTo>
                      <a:cubicBezTo>
                        <a:pt x="19240" y="13621"/>
                        <a:pt x="21241" y="14954"/>
                        <a:pt x="23813" y="15907"/>
                      </a:cubicBezTo>
                      <a:cubicBezTo>
                        <a:pt x="24193" y="16002"/>
                        <a:pt x="24670" y="16288"/>
                        <a:pt x="25241" y="16764"/>
                      </a:cubicBezTo>
                      <a:cubicBezTo>
                        <a:pt x="25813" y="17240"/>
                        <a:pt x="26384" y="17621"/>
                        <a:pt x="26860" y="17621"/>
                      </a:cubicBezTo>
                      <a:cubicBezTo>
                        <a:pt x="27337" y="17621"/>
                        <a:pt x="27813" y="17907"/>
                        <a:pt x="28575" y="18574"/>
                      </a:cubicBezTo>
                      <a:cubicBezTo>
                        <a:pt x="29242" y="19145"/>
                        <a:pt x="29908" y="19431"/>
                        <a:pt x="30480" y="19336"/>
                      </a:cubicBezTo>
                      <a:cubicBezTo>
                        <a:pt x="30480" y="19621"/>
                        <a:pt x="30480" y="19812"/>
                        <a:pt x="30575" y="19812"/>
                      </a:cubicBezTo>
                      <a:cubicBezTo>
                        <a:pt x="30861" y="19812"/>
                        <a:pt x="31051" y="20003"/>
                        <a:pt x="31242" y="20479"/>
                      </a:cubicBezTo>
                      <a:cubicBezTo>
                        <a:pt x="31433" y="20860"/>
                        <a:pt x="31623" y="21050"/>
                        <a:pt x="31813" y="20955"/>
                      </a:cubicBezTo>
                      <a:cubicBezTo>
                        <a:pt x="31813" y="21241"/>
                        <a:pt x="32290" y="21812"/>
                        <a:pt x="33052" y="22860"/>
                      </a:cubicBezTo>
                      <a:cubicBezTo>
                        <a:pt x="33623" y="23717"/>
                        <a:pt x="33909" y="24479"/>
                        <a:pt x="33909" y="25146"/>
                      </a:cubicBezTo>
                      <a:cubicBezTo>
                        <a:pt x="34100" y="25337"/>
                        <a:pt x="34100" y="25527"/>
                        <a:pt x="34100" y="25718"/>
                      </a:cubicBezTo>
                      <a:cubicBezTo>
                        <a:pt x="34100" y="25908"/>
                        <a:pt x="34100" y="26098"/>
                        <a:pt x="33909" y="26289"/>
                      </a:cubicBezTo>
                      <a:cubicBezTo>
                        <a:pt x="33718" y="26479"/>
                        <a:pt x="33718" y="26670"/>
                        <a:pt x="33718" y="26765"/>
                      </a:cubicBezTo>
                      <a:cubicBezTo>
                        <a:pt x="33718" y="26956"/>
                        <a:pt x="33814" y="27146"/>
                        <a:pt x="34100" y="27337"/>
                      </a:cubicBezTo>
                      <a:close/>
                      <a:moveTo>
                        <a:pt x="7810" y="28385"/>
                      </a:moveTo>
                      <a:lnTo>
                        <a:pt x="8858" y="28004"/>
                      </a:lnTo>
                      <a:lnTo>
                        <a:pt x="8382" y="28004"/>
                      </a:lnTo>
                      <a:lnTo>
                        <a:pt x="7810" y="28385"/>
                      </a:lnTo>
                      <a:close/>
                      <a:moveTo>
                        <a:pt x="8096" y="32861"/>
                      </a:moveTo>
                      <a:lnTo>
                        <a:pt x="8287" y="32861"/>
                      </a:lnTo>
                      <a:lnTo>
                        <a:pt x="8668" y="33052"/>
                      </a:lnTo>
                      <a:lnTo>
                        <a:pt x="8096" y="32861"/>
                      </a:lnTo>
                      <a:close/>
                      <a:moveTo>
                        <a:pt x="9525" y="35243"/>
                      </a:moveTo>
                      <a:cubicBezTo>
                        <a:pt x="9525" y="35243"/>
                        <a:pt x="9525" y="34671"/>
                        <a:pt x="9811" y="34290"/>
                      </a:cubicBezTo>
                      <a:lnTo>
                        <a:pt x="9811" y="34290"/>
                      </a:lnTo>
                      <a:cubicBezTo>
                        <a:pt x="9811" y="34290"/>
                        <a:pt x="9811" y="34671"/>
                        <a:pt x="10001" y="34671"/>
                      </a:cubicBezTo>
                      <a:lnTo>
                        <a:pt x="10192" y="34957"/>
                      </a:lnTo>
                      <a:cubicBezTo>
                        <a:pt x="10192" y="34957"/>
                        <a:pt x="10192" y="35243"/>
                        <a:pt x="10001" y="35243"/>
                      </a:cubicBezTo>
                      <a:lnTo>
                        <a:pt x="9430" y="35243"/>
                      </a:lnTo>
                      <a:close/>
                      <a:moveTo>
                        <a:pt x="9906" y="34195"/>
                      </a:moveTo>
                      <a:cubicBezTo>
                        <a:pt x="9906" y="34195"/>
                        <a:pt x="9811" y="34195"/>
                        <a:pt x="9811" y="34195"/>
                      </a:cubicBezTo>
                      <a:cubicBezTo>
                        <a:pt x="9811" y="34195"/>
                        <a:pt x="9811" y="34195"/>
                        <a:pt x="9906" y="34195"/>
                      </a:cubicBezTo>
                      <a:close/>
                      <a:moveTo>
                        <a:pt x="10001" y="33338"/>
                      </a:moveTo>
                      <a:cubicBezTo>
                        <a:pt x="10001" y="33338"/>
                        <a:pt x="10287" y="33433"/>
                        <a:pt x="10382" y="33528"/>
                      </a:cubicBezTo>
                      <a:cubicBezTo>
                        <a:pt x="10477" y="33719"/>
                        <a:pt x="10573" y="33814"/>
                        <a:pt x="10573" y="33814"/>
                      </a:cubicBezTo>
                      <a:cubicBezTo>
                        <a:pt x="10382" y="33814"/>
                        <a:pt x="10192" y="34004"/>
                        <a:pt x="9811" y="34195"/>
                      </a:cubicBezTo>
                      <a:cubicBezTo>
                        <a:pt x="10096" y="33909"/>
                        <a:pt x="10096" y="33623"/>
                        <a:pt x="9906" y="33338"/>
                      </a:cubicBezTo>
                      <a:close/>
                      <a:moveTo>
                        <a:pt x="11049" y="29432"/>
                      </a:moveTo>
                      <a:lnTo>
                        <a:pt x="11049" y="29051"/>
                      </a:lnTo>
                      <a:lnTo>
                        <a:pt x="10001" y="28480"/>
                      </a:lnTo>
                      <a:lnTo>
                        <a:pt x="11049" y="29337"/>
                      </a:lnTo>
                      <a:close/>
                      <a:moveTo>
                        <a:pt x="11906" y="30861"/>
                      </a:moveTo>
                      <a:cubicBezTo>
                        <a:pt x="11906" y="30861"/>
                        <a:pt x="12001" y="30861"/>
                        <a:pt x="12382" y="30861"/>
                      </a:cubicBezTo>
                      <a:cubicBezTo>
                        <a:pt x="12573" y="30861"/>
                        <a:pt x="12668" y="30861"/>
                        <a:pt x="12763" y="30671"/>
                      </a:cubicBezTo>
                      <a:cubicBezTo>
                        <a:pt x="12382" y="30575"/>
                        <a:pt x="12097" y="30575"/>
                        <a:pt x="11906" y="30861"/>
                      </a:cubicBezTo>
                      <a:cubicBezTo>
                        <a:pt x="11811" y="30861"/>
                        <a:pt x="11811" y="30861"/>
                        <a:pt x="11811" y="30861"/>
                      </a:cubicBezTo>
                      <a:lnTo>
                        <a:pt x="11430" y="31242"/>
                      </a:lnTo>
                      <a:lnTo>
                        <a:pt x="11811" y="31242"/>
                      </a:lnTo>
                      <a:cubicBezTo>
                        <a:pt x="11811" y="31242"/>
                        <a:pt x="11811" y="30956"/>
                        <a:pt x="11811" y="30861"/>
                      </a:cubicBezTo>
                      <a:lnTo>
                        <a:pt x="11906" y="30861"/>
                      </a:lnTo>
                      <a:close/>
                      <a:moveTo>
                        <a:pt x="12097" y="13525"/>
                      </a:moveTo>
                      <a:cubicBezTo>
                        <a:pt x="12097" y="13525"/>
                        <a:pt x="12382" y="13240"/>
                        <a:pt x="12287" y="13145"/>
                      </a:cubicBezTo>
                      <a:lnTo>
                        <a:pt x="12287" y="12763"/>
                      </a:lnTo>
                      <a:cubicBezTo>
                        <a:pt x="12287" y="12763"/>
                        <a:pt x="12097" y="12573"/>
                        <a:pt x="11906" y="12382"/>
                      </a:cubicBezTo>
                      <a:cubicBezTo>
                        <a:pt x="11716" y="12382"/>
                        <a:pt x="11621" y="12287"/>
                        <a:pt x="11525" y="12287"/>
                      </a:cubicBezTo>
                      <a:cubicBezTo>
                        <a:pt x="12001" y="12573"/>
                        <a:pt x="12287" y="12763"/>
                        <a:pt x="12287" y="13145"/>
                      </a:cubicBezTo>
                      <a:lnTo>
                        <a:pt x="12097" y="13525"/>
                      </a:lnTo>
                      <a:close/>
                      <a:moveTo>
                        <a:pt x="15240" y="10858"/>
                      </a:moveTo>
                      <a:lnTo>
                        <a:pt x="15240" y="10668"/>
                      </a:lnTo>
                      <a:cubicBezTo>
                        <a:pt x="15145" y="9906"/>
                        <a:pt x="14573" y="9525"/>
                        <a:pt x="13621" y="9525"/>
                      </a:cubicBezTo>
                      <a:cubicBezTo>
                        <a:pt x="12859" y="9525"/>
                        <a:pt x="12192" y="9715"/>
                        <a:pt x="11716" y="10192"/>
                      </a:cubicBezTo>
                      <a:cubicBezTo>
                        <a:pt x="11811" y="10192"/>
                        <a:pt x="12097" y="10573"/>
                        <a:pt x="12192" y="11049"/>
                      </a:cubicBezTo>
                      <a:cubicBezTo>
                        <a:pt x="12382" y="11621"/>
                        <a:pt x="12668" y="11906"/>
                        <a:pt x="13049" y="11716"/>
                      </a:cubicBezTo>
                      <a:lnTo>
                        <a:pt x="13049" y="11716"/>
                      </a:lnTo>
                      <a:cubicBezTo>
                        <a:pt x="13049" y="11716"/>
                        <a:pt x="13240" y="11144"/>
                        <a:pt x="13335" y="10573"/>
                      </a:cubicBezTo>
                      <a:cubicBezTo>
                        <a:pt x="13430" y="10096"/>
                        <a:pt x="13621" y="9906"/>
                        <a:pt x="13906" y="9906"/>
                      </a:cubicBezTo>
                      <a:cubicBezTo>
                        <a:pt x="13906" y="9906"/>
                        <a:pt x="14097" y="9906"/>
                        <a:pt x="14288" y="10001"/>
                      </a:cubicBezTo>
                      <a:lnTo>
                        <a:pt x="14288" y="10382"/>
                      </a:lnTo>
                      <a:cubicBezTo>
                        <a:pt x="14288" y="10382"/>
                        <a:pt x="14383" y="10382"/>
                        <a:pt x="14478" y="10382"/>
                      </a:cubicBezTo>
                      <a:cubicBezTo>
                        <a:pt x="14478" y="10382"/>
                        <a:pt x="14764" y="10573"/>
                        <a:pt x="15145" y="10954"/>
                      </a:cubicBezTo>
                      <a:close/>
                      <a:moveTo>
                        <a:pt x="12382" y="25432"/>
                      </a:moveTo>
                      <a:cubicBezTo>
                        <a:pt x="12382" y="25432"/>
                        <a:pt x="12001" y="25432"/>
                        <a:pt x="11906" y="25241"/>
                      </a:cubicBezTo>
                      <a:lnTo>
                        <a:pt x="12287" y="25718"/>
                      </a:lnTo>
                      <a:cubicBezTo>
                        <a:pt x="12287" y="25718"/>
                        <a:pt x="12478" y="25527"/>
                        <a:pt x="12382" y="25337"/>
                      </a:cubicBezTo>
                      <a:close/>
                      <a:moveTo>
                        <a:pt x="12763" y="11335"/>
                      </a:moveTo>
                      <a:lnTo>
                        <a:pt x="12573" y="11144"/>
                      </a:lnTo>
                      <a:lnTo>
                        <a:pt x="12954" y="11144"/>
                      </a:lnTo>
                      <a:cubicBezTo>
                        <a:pt x="12954" y="11144"/>
                        <a:pt x="12954" y="11144"/>
                        <a:pt x="12763" y="11335"/>
                      </a:cubicBezTo>
                      <a:close/>
                      <a:moveTo>
                        <a:pt x="12954" y="11144"/>
                      </a:moveTo>
                      <a:cubicBezTo>
                        <a:pt x="12954" y="11144"/>
                        <a:pt x="13049" y="11144"/>
                        <a:pt x="13144" y="11144"/>
                      </a:cubicBezTo>
                      <a:lnTo>
                        <a:pt x="12954" y="11144"/>
                      </a:lnTo>
                      <a:close/>
                      <a:moveTo>
                        <a:pt x="13335" y="33528"/>
                      </a:moveTo>
                      <a:lnTo>
                        <a:pt x="13716" y="33147"/>
                      </a:lnTo>
                      <a:cubicBezTo>
                        <a:pt x="13716" y="33147"/>
                        <a:pt x="13430" y="32956"/>
                        <a:pt x="13335" y="32956"/>
                      </a:cubicBezTo>
                      <a:lnTo>
                        <a:pt x="13335" y="33623"/>
                      </a:lnTo>
                      <a:close/>
                      <a:moveTo>
                        <a:pt x="13906" y="11716"/>
                      </a:moveTo>
                      <a:cubicBezTo>
                        <a:pt x="13906" y="11716"/>
                        <a:pt x="13906" y="11335"/>
                        <a:pt x="13716" y="11049"/>
                      </a:cubicBezTo>
                      <a:lnTo>
                        <a:pt x="13716" y="11906"/>
                      </a:lnTo>
                      <a:lnTo>
                        <a:pt x="13906" y="11716"/>
                      </a:lnTo>
                      <a:close/>
                      <a:moveTo>
                        <a:pt x="14573" y="36386"/>
                      </a:moveTo>
                      <a:lnTo>
                        <a:pt x="14573" y="36195"/>
                      </a:lnTo>
                      <a:lnTo>
                        <a:pt x="14859" y="36195"/>
                      </a:lnTo>
                      <a:cubicBezTo>
                        <a:pt x="14859" y="36195"/>
                        <a:pt x="14573" y="36386"/>
                        <a:pt x="14573" y="36386"/>
                      </a:cubicBezTo>
                      <a:close/>
                      <a:moveTo>
                        <a:pt x="18955" y="32575"/>
                      </a:moveTo>
                      <a:lnTo>
                        <a:pt x="19145" y="32290"/>
                      </a:lnTo>
                      <a:lnTo>
                        <a:pt x="18955" y="31813"/>
                      </a:lnTo>
                      <a:lnTo>
                        <a:pt x="18955" y="32575"/>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 name="Google Shape;1572;p99"/>
                <p:cNvSpPr/>
                <p:nvPr/>
              </p:nvSpPr>
              <p:spPr>
                <a:xfrm>
                  <a:off x="3333368" y="4628768"/>
                  <a:ext cx="28765" cy="38576"/>
                </a:xfrm>
                <a:custGeom>
                  <a:avLst/>
                  <a:gdLst/>
                  <a:ahLst/>
                  <a:cxnLst/>
                  <a:rect l="l" t="t" r="r" b="b"/>
                  <a:pathLst>
                    <a:path w="28765" h="38576" extrusionOk="0">
                      <a:moveTo>
                        <a:pt x="571" y="38576"/>
                      </a:moveTo>
                      <a:lnTo>
                        <a:pt x="0" y="38195"/>
                      </a:lnTo>
                      <a:lnTo>
                        <a:pt x="571" y="38195"/>
                      </a:lnTo>
                      <a:lnTo>
                        <a:pt x="571" y="38576"/>
                      </a:lnTo>
                      <a:close/>
                      <a:moveTo>
                        <a:pt x="28099" y="14573"/>
                      </a:moveTo>
                      <a:cubicBezTo>
                        <a:pt x="28099" y="14573"/>
                        <a:pt x="28099" y="15240"/>
                        <a:pt x="28384" y="15621"/>
                      </a:cubicBezTo>
                      <a:cubicBezTo>
                        <a:pt x="28670" y="16002"/>
                        <a:pt x="28765" y="16288"/>
                        <a:pt x="28765" y="16383"/>
                      </a:cubicBezTo>
                      <a:cubicBezTo>
                        <a:pt x="28765" y="16669"/>
                        <a:pt x="28670" y="16859"/>
                        <a:pt x="28384" y="17145"/>
                      </a:cubicBezTo>
                      <a:cubicBezTo>
                        <a:pt x="28575" y="18383"/>
                        <a:pt x="28575" y="19717"/>
                        <a:pt x="28575" y="21146"/>
                      </a:cubicBezTo>
                      <a:cubicBezTo>
                        <a:pt x="28575" y="22479"/>
                        <a:pt x="28575" y="23813"/>
                        <a:pt x="28384" y="25051"/>
                      </a:cubicBezTo>
                      <a:cubicBezTo>
                        <a:pt x="27813" y="25241"/>
                        <a:pt x="27527" y="25527"/>
                        <a:pt x="27527" y="25908"/>
                      </a:cubicBezTo>
                      <a:cubicBezTo>
                        <a:pt x="27527" y="26003"/>
                        <a:pt x="27527" y="26289"/>
                        <a:pt x="27622" y="26575"/>
                      </a:cubicBezTo>
                      <a:cubicBezTo>
                        <a:pt x="27718" y="26861"/>
                        <a:pt x="27813" y="27146"/>
                        <a:pt x="27813" y="27337"/>
                      </a:cubicBezTo>
                      <a:cubicBezTo>
                        <a:pt x="27813" y="27432"/>
                        <a:pt x="27813" y="27622"/>
                        <a:pt x="27813" y="27718"/>
                      </a:cubicBezTo>
                      <a:lnTo>
                        <a:pt x="28003" y="29051"/>
                      </a:lnTo>
                      <a:cubicBezTo>
                        <a:pt x="28003" y="29051"/>
                        <a:pt x="27242" y="29623"/>
                        <a:pt x="27051" y="30290"/>
                      </a:cubicBezTo>
                      <a:cubicBezTo>
                        <a:pt x="26860" y="30861"/>
                        <a:pt x="26575" y="31433"/>
                        <a:pt x="26479" y="32004"/>
                      </a:cubicBezTo>
                      <a:cubicBezTo>
                        <a:pt x="25908" y="32290"/>
                        <a:pt x="24955" y="32861"/>
                        <a:pt x="23622" y="34004"/>
                      </a:cubicBezTo>
                      <a:lnTo>
                        <a:pt x="24098" y="34480"/>
                      </a:lnTo>
                      <a:cubicBezTo>
                        <a:pt x="22479" y="34480"/>
                        <a:pt x="21241" y="34957"/>
                        <a:pt x="20479" y="35719"/>
                      </a:cubicBezTo>
                      <a:cubicBezTo>
                        <a:pt x="20383" y="35624"/>
                        <a:pt x="20193" y="35624"/>
                        <a:pt x="20098" y="35624"/>
                      </a:cubicBezTo>
                      <a:cubicBezTo>
                        <a:pt x="19812" y="35624"/>
                        <a:pt x="19526" y="35719"/>
                        <a:pt x="19336" y="36004"/>
                      </a:cubicBezTo>
                      <a:cubicBezTo>
                        <a:pt x="19050" y="36195"/>
                        <a:pt x="18955" y="36481"/>
                        <a:pt x="19050" y="36767"/>
                      </a:cubicBezTo>
                      <a:cubicBezTo>
                        <a:pt x="18574" y="36481"/>
                        <a:pt x="18193" y="36481"/>
                        <a:pt x="17717" y="36481"/>
                      </a:cubicBezTo>
                      <a:lnTo>
                        <a:pt x="16288" y="36481"/>
                      </a:lnTo>
                      <a:cubicBezTo>
                        <a:pt x="16288" y="36481"/>
                        <a:pt x="16288" y="36100"/>
                        <a:pt x="15907" y="35909"/>
                      </a:cubicBezTo>
                      <a:cubicBezTo>
                        <a:pt x="15621" y="35814"/>
                        <a:pt x="15526" y="35624"/>
                        <a:pt x="15526" y="35528"/>
                      </a:cubicBezTo>
                      <a:cubicBezTo>
                        <a:pt x="15145" y="36100"/>
                        <a:pt x="14573" y="36386"/>
                        <a:pt x="13906" y="36481"/>
                      </a:cubicBezTo>
                      <a:cubicBezTo>
                        <a:pt x="13811" y="36481"/>
                        <a:pt x="13144" y="36481"/>
                        <a:pt x="12097" y="36481"/>
                      </a:cubicBezTo>
                      <a:cubicBezTo>
                        <a:pt x="11335" y="36195"/>
                        <a:pt x="10573" y="35814"/>
                        <a:pt x="9811" y="35528"/>
                      </a:cubicBezTo>
                      <a:cubicBezTo>
                        <a:pt x="8858" y="35147"/>
                        <a:pt x="8192" y="34671"/>
                        <a:pt x="7715" y="34195"/>
                      </a:cubicBezTo>
                      <a:cubicBezTo>
                        <a:pt x="7525" y="34480"/>
                        <a:pt x="7144" y="34385"/>
                        <a:pt x="6572" y="34195"/>
                      </a:cubicBezTo>
                      <a:cubicBezTo>
                        <a:pt x="5810" y="33242"/>
                        <a:pt x="5048" y="32385"/>
                        <a:pt x="4286" y="31433"/>
                      </a:cubicBezTo>
                      <a:cubicBezTo>
                        <a:pt x="3524" y="30290"/>
                        <a:pt x="3048" y="29337"/>
                        <a:pt x="2953" y="28385"/>
                      </a:cubicBezTo>
                      <a:cubicBezTo>
                        <a:pt x="2572" y="27908"/>
                        <a:pt x="2286" y="27146"/>
                        <a:pt x="2381" y="26099"/>
                      </a:cubicBezTo>
                      <a:cubicBezTo>
                        <a:pt x="2381" y="24670"/>
                        <a:pt x="2381" y="23908"/>
                        <a:pt x="2381" y="23717"/>
                      </a:cubicBezTo>
                      <a:cubicBezTo>
                        <a:pt x="2286" y="23527"/>
                        <a:pt x="2286" y="23241"/>
                        <a:pt x="2286" y="23051"/>
                      </a:cubicBezTo>
                      <a:cubicBezTo>
                        <a:pt x="2286" y="22765"/>
                        <a:pt x="2381" y="22193"/>
                        <a:pt x="2476" y="21527"/>
                      </a:cubicBezTo>
                      <a:cubicBezTo>
                        <a:pt x="2476" y="20860"/>
                        <a:pt x="2572" y="20288"/>
                        <a:pt x="2572" y="20003"/>
                      </a:cubicBezTo>
                      <a:cubicBezTo>
                        <a:pt x="2572" y="19336"/>
                        <a:pt x="2572" y="18764"/>
                        <a:pt x="2286" y="18288"/>
                      </a:cubicBezTo>
                      <a:cubicBezTo>
                        <a:pt x="2572" y="18288"/>
                        <a:pt x="2667" y="17907"/>
                        <a:pt x="2476" y="17621"/>
                      </a:cubicBezTo>
                      <a:cubicBezTo>
                        <a:pt x="2286" y="17336"/>
                        <a:pt x="2381" y="17050"/>
                        <a:pt x="2476" y="16859"/>
                      </a:cubicBezTo>
                      <a:cubicBezTo>
                        <a:pt x="2286" y="15335"/>
                        <a:pt x="2191" y="14192"/>
                        <a:pt x="2191" y="13145"/>
                      </a:cubicBezTo>
                      <a:cubicBezTo>
                        <a:pt x="2191" y="11335"/>
                        <a:pt x="2476" y="9811"/>
                        <a:pt x="3048" y="8572"/>
                      </a:cubicBezTo>
                      <a:cubicBezTo>
                        <a:pt x="3334" y="7525"/>
                        <a:pt x="3429" y="6858"/>
                        <a:pt x="3619" y="6572"/>
                      </a:cubicBezTo>
                      <a:cubicBezTo>
                        <a:pt x="4000" y="5810"/>
                        <a:pt x="4572" y="5429"/>
                        <a:pt x="5143" y="5239"/>
                      </a:cubicBezTo>
                      <a:cubicBezTo>
                        <a:pt x="5524" y="4191"/>
                        <a:pt x="6477" y="3238"/>
                        <a:pt x="7810" y="2477"/>
                      </a:cubicBezTo>
                      <a:lnTo>
                        <a:pt x="7525" y="2477"/>
                      </a:lnTo>
                      <a:cubicBezTo>
                        <a:pt x="7525" y="2477"/>
                        <a:pt x="8572" y="2000"/>
                        <a:pt x="9334" y="1334"/>
                      </a:cubicBezTo>
                      <a:cubicBezTo>
                        <a:pt x="10001" y="857"/>
                        <a:pt x="10668" y="667"/>
                        <a:pt x="11239" y="667"/>
                      </a:cubicBezTo>
                      <a:cubicBezTo>
                        <a:pt x="11239" y="286"/>
                        <a:pt x="11430" y="0"/>
                        <a:pt x="11716" y="0"/>
                      </a:cubicBezTo>
                      <a:cubicBezTo>
                        <a:pt x="11811" y="0"/>
                        <a:pt x="12097" y="0"/>
                        <a:pt x="12382" y="0"/>
                      </a:cubicBezTo>
                      <a:cubicBezTo>
                        <a:pt x="12668" y="0"/>
                        <a:pt x="12954" y="0"/>
                        <a:pt x="13049" y="0"/>
                      </a:cubicBezTo>
                      <a:cubicBezTo>
                        <a:pt x="13525" y="667"/>
                        <a:pt x="14097" y="1048"/>
                        <a:pt x="14954" y="1048"/>
                      </a:cubicBezTo>
                      <a:cubicBezTo>
                        <a:pt x="15335" y="1048"/>
                        <a:pt x="15907" y="857"/>
                        <a:pt x="16764" y="667"/>
                      </a:cubicBezTo>
                      <a:cubicBezTo>
                        <a:pt x="17431" y="857"/>
                        <a:pt x="18193" y="857"/>
                        <a:pt x="19145" y="667"/>
                      </a:cubicBezTo>
                      <a:lnTo>
                        <a:pt x="19145" y="857"/>
                      </a:lnTo>
                      <a:cubicBezTo>
                        <a:pt x="19145" y="857"/>
                        <a:pt x="19717" y="667"/>
                        <a:pt x="20002" y="667"/>
                      </a:cubicBezTo>
                      <a:cubicBezTo>
                        <a:pt x="20383" y="667"/>
                        <a:pt x="20860" y="953"/>
                        <a:pt x="21526" y="1429"/>
                      </a:cubicBezTo>
                      <a:cubicBezTo>
                        <a:pt x="22193" y="2000"/>
                        <a:pt x="22669" y="2191"/>
                        <a:pt x="23146" y="2286"/>
                      </a:cubicBezTo>
                      <a:cubicBezTo>
                        <a:pt x="23241" y="2762"/>
                        <a:pt x="23622" y="3238"/>
                        <a:pt x="24289" y="3810"/>
                      </a:cubicBezTo>
                      <a:cubicBezTo>
                        <a:pt x="24955" y="4286"/>
                        <a:pt x="25336" y="4572"/>
                        <a:pt x="25432" y="4858"/>
                      </a:cubicBezTo>
                      <a:cubicBezTo>
                        <a:pt x="25908" y="4858"/>
                        <a:pt x="26098" y="5144"/>
                        <a:pt x="26194" y="5810"/>
                      </a:cubicBezTo>
                      <a:cubicBezTo>
                        <a:pt x="26194" y="6477"/>
                        <a:pt x="26575" y="6763"/>
                        <a:pt x="26956" y="6763"/>
                      </a:cubicBezTo>
                      <a:cubicBezTo>
                        <a:pt x="27337" y="7144"/>
                        <a:pt x="27432" y="7715"/>
                        <a:pt x="27432" y="8477"/>
                      </a:cubicBezTo>
                      <a:lnTo>
                        <a:pt x="27432" y="9144"/>
                      </a:lnTo>
                      <a:cubicBezTo>
                        <a:pt x="27432" y="9144"/>
                        <a:pt x="27432" y="9620"/>
                        <a:pt x="27432" y="9716"/>
                      </a:cubicBezTo>
                      <a:cubicBezTo>
                        <a:pt x="27432" y="10668"/>
                        <a:pt x="27718" y="11240"/>
                        <a:pt x="28384" y="11621"/>
                      </a:cubicBezTo>
                      <a:cubicBezTo>
                        <a:pt x="28194" y="11811"/>
                        <a:pt x="28194" y="12097"/>
                        <a:pt x="28194" y="12383"/>
                      </a:cubicBezTo>
                      <a:cubicBezTo>
                        <a:pt x="28194" y="12668"/>
                        <a:pt x="28194" y="12954"/>
                        <a:pt x="28384" y="13335"/>
                      </a:cubicBezTo>
                      <a:cubicBezTo>
                        <a:pt x="28480" y="13716"/>
                        <a:pt x="28575" y="14002"/>
                        <a:pt x="28575" y="14097"/>
                      </a:cubicBezTo>
                      <a:cubicBezTo>
                        <a:pt x="28575" y="14478"/>
                        <a:pt x="28384" y="14764"/>
                        <a:pt x="27908" y="14764"/>
                      </a:cubicBezTo>
                      <a:close/>
                      <a:moveTo>
                        <a:pt x="23336" y="17050"/>
                      </a:moveTo>
                      <a:cubicBezTo>
                        <a:pt x="23336" y="17050"/>
                        <a:pt x="24193" y="17240"/>
                        <a:pt x="25432" y="17717"/>
                      </a:cubicBezTo>
                      <a:lnTo>
                        <a:pt x="25432" y="16669"/>
                      </a:lnTo>
                      <a:cubicBezTo>
                        <a:pt x="24384" y="16288"/>
                        <a:pt x="23908" y="16097"/>
                        <a:pt x="24098" y="16097"/>
                      </a:cubicBezTo>
                      <a:cubicBezTo>
                        <a:pt x="23908" y="16097"/>
                        <a:pt x="23813" y="16288"/>
                        <a:pt x="23813" y="16669"/>
                      </a:cubicBezTo>
                      <a:lnTo>
                        <a:pt x="23336" y="16097"/>
                      </a:lnTo>
                      <a:lnTo>
                        <a:pt x="23050" y="16097"/>
                      </a:lnTo>
                      <a:cubicBezTo>
                        <a:pt x="23050" y="16097"/>
                        <a:pt x="22574" y="15621"/>
                        <a:pt x="22193" y="15430"/>
                      </a:cubicBezTo>
                      <a:cubicBezTo>
                        <a:pt x="21526" y="15145"/>
                        <a:pt x="21145" y="14954"/>
                        <a:pt x="21050" y="14954"/>
                      </a:cubicBezTo>
                      <a:cubicBezTo>
                        <a:pt x="21145" y="14859"/>
                        <a:pt x="21241" y="14573"/>
                        <a:pt x="21145" y="14288"/>
                      </a:cubicBezTo>
                      <a:lnTo>
                        <a:pt x="21145" y="13430"/>
                      </a:lnTo>
                      <a:cubicBezTo>
                        <a:pt x="21145" y="13430"/>
                        <a:pt x="20669" y="12478"/>
                        <a:pt x="20098" y="11049"/>
                      </a:cubicBezTo>
                      <a:cubicBezTo>
                        <a:pt x="19717" y="10096"/>
                        <a:pt x="19336" y="9525"/>
                        <a:pt x="19050" y="9144"/>
                      </a:cubicBezTo>
                      <a:lnTo>
                        <a:pt x="19336" y="9144"/>
                      </a:lnTo>
                      <a:cubicBezTo>
                        <a:pt x="18955" y="8668"/>
                        <a:pt x="18478" y="8287"/>
                        <a:pt x="17907" y="8096"/>
                      </a:cubicBezTo>
                      <a:cubicBezTo>
                        <a:pt x="17335" y="7906"/>
                        <a:pt x="16764" y="7715"/>
                        <a:pt x="16288" y="7620"/>
                      </a:cubicBezTo>
                      <a:cubicBezTo>
                        <a:pt x="16288" y="7144"/>
                        <a:pt x="16097" y="6953"/>
                        <a:pt x="15716" y="6953"/>
                      </a:cubicBezTo>
                      <a:cubicBezTo>
                        <a:pt x="15145" y="6953"/>
                        <a:pt x="14764" y="7144"/>
                        <a:pt x="14573" y="7620"/>
                      </a:cubicBezTo>
                      <a:cubicBezTo>
                        <a:pt x="14192" y="7620"/>
                        <a:pt x="13811" y="7811"/>
                        <a:pt x="13240" y="8192"/>
                      </a:cubicBezTo>
                      <a:cubicBezTo>
                        <a:pt x="12668" y="8572"/>
                        <a:pt x="12287" y="8763"/>
                        <a:pt x="11906" y="8668"/>
                      </a:cubicBezTo>
                      <a:cubicBezTo>
                        <a:pt x="11335" y="8858"/>
                        <a:pt x="10858" y="9335"/>
                        <a:pt x="10668" y="10192"/>
                      </a:cubicBezTo>
                      <a:cubicBezTo>
                        <a:pt x="10382" y="11049"/>
                        <a:pt x="10096" y="11621"/>
                        <a:pt x="9811" y="11811"/>
                      </a:cubicBezTo>
                      <a:cubicBezTo>
                        <a:pt x="9811" y="12287"/>
                        <a:pt x="9811" y="12859"/>
                        <a:pt x="9715" y="13621"/>
                      </a:cubicBezTo>
                      <a:cubicBezTo>
                        <a:pt x="9620" y="14383"/>
                        <a:pt x="9525" y="14954"/>
                        <a:pt x="9525" y="15240"/>
                      </a:cubicBezTo>
                      <a:cubicBezTo>
                        <a:pt x="9525" y="15716"/>
                        <a:pt x="9525" y="16193"/>
                        <a:pt x="9811" y="16574"/>
                      </a:cubicBezTo>
                      <a:cubicBezTo>
                        <a:pt x="9525" y="16764"/>
                        <a:pt x="9430" y="17240"/>
                        <a:pt x="9715" y="18097"/>
                      </a:cubicBezTo>
                      <a:cubicBezTo>
                        <a:pt x="9906" y="18669"/>
                        <a:pt x="9811" y="18955"/>
                        <a:pt x="9334" y="19050"/>
                      </a:cubicBezTo>
                      <a:cubicBezTo>
                        <a:pt x="9715" y="20574"/>
                        <a:pt x="9906" y="21622"/>
                        <a:pt x="9906" y="22384"/>
                      </a:cubicBezTo>
                      <a:cubicBezTo>
                        <a:pt x="9906" y="22955"/>
                        <a:pt x="9906" y="23432"/>
                        <a:pt x="9811" y="23908"/>
                      </a:cubicBezTo>
                      <a:cubicBezTo>
                        <a:pt x="10001" y="24098"/>
                        <a:pt x="10477" y="25051"/>
                        <a:pt x="11144" y="26575"/>
                      </a:cubicBezTo>
                      <a:cubicBezTo>
                        <a:pt x="11620" y="27718"/>
                        <a:pt x="12382" y="28194"/>
                        <a:pt x="13335" y="28099"/>
                      </a:cubicBezTo>
                      <a:cubicBezTo>
                        <a:pt x="13430" y="28194"/>
                        <a:pt x="13525" y="28099"/>
                        <a:pt x="13716" y="28099"/>
                      </a:cubicBezTo>
                      <a:cubicBezTo>
                        <a:pt x="13716" y="28004"/>
                        <a:pt x="13906" y="27908"/>
                        <a:pt x="13906" y="27908"/>
                      </a:cubicBezTo>
                      <a:cubicBezTo>
                        <a:pt x="14002" y="27908"/>
                        <a:pt x="14097" y="27908"/>
                        <a:pt x="14192" y="28099"/>
                      </a:cubicBezTo>
                      <a:lnTo>
                        <a:pt x="14097" y="28099"/>
                      </a:lnTo>
                      <a:cubicBezTo>
                        <a:pt x="14097" y="28099"/>
                        <a:pt x="14097" y="28480"/>
                        <a:pt x="14288" y="28670"/>
                      </a:cubicBezTo>
                      <a:lnTo>
                        <a:pt x="14573" y="28956"/>
                      </a:lnTo>
                      <a:cubicBezTo>
                        <a:pt x="14573" y="28956"/>
                        <a:pt x="15049" y="29337"/>
                        <a:pt x="15430" y="29337"/>
                      </a:cubicBezTo>
                      <a:cubicBezTo>
                        <a:pt x="15811" y="29337"/>
                        <a:pt x="16097" y="29146"/>
                        <a:pt x="16097" y="28766"/>
                      </a:cubicBezTo>
                      <a:cubicBezTo>
                        <a:pt x="16288" y="28956"/>
                        <a:pt x="16478" y="29051"/>
                        <a:pt x="16669" y="29051"/>
                      </a:cubicBezTo>
                      <a:cubicBezTo>
                        <a:pt x="16859" y="29051"/>
                        <a:pt x="17050" y="28766"/>
                        <a:pt x="17240" y="28480"/>
                      </a:cubicBezTo>
                      <a:cubicBezTo>
                        <a:pt x="17431" y="28099"/>
                        <a:pt x="17717" y="27908"/>
                        <a:pt x="17907" y="27908"/>
                      </a:cubicBezTo>
                      <a:cubicBezTo>
                        <a:pt x="18097" y="27908"/>
                        <a:pt x="18288" y="27908"/>
                        <a:pt x="18574" y="28194"/>
                      </a:cubicBezTo>
                      <a:cubicBezTo>
                        <a:pt x="18574" y="28194"/>
                        <a:pt x="18955" y="27908"/>
                        <a:pt x="19431" y="27622"/>
                      </a:cubicBezTo>
                      <a:cubicBezTo>
                        <a:pt x="19812" y="27432"/>
                        <a:pt x="20098" y="27146"/>
                        <a:pt x="20098" y="26861"/>
                      </a:cubicBezTo>
                      <a:cubicBezTo>
                        <a:pt x="20098" y="26765"/>
                        <a:pt x="20098" y="26575"/>
                        <a:pt x="20098" y="26384"/>
                      </a:cubicBezTo>
                      <a:cubicBezTo>
                        <a:pt x="20479" y="26194"/>
                        <a:pt x="20764" y="25718"/>
                        <a:pt x="20860" y="24955"/>
                      </a:cubicBezTo>
                      <a:cubicBezTo>
                        <a:pt x="20955" y="24194"/>
                        <a:pt x="21145" y="23717"/>
                        <a:pt x="21431" y="23622"/>
                      </a:cubicBezTo>
                      <a:lnTo>
                        <a:pt x="21431" y="20574"/>
                      </a:lnTo>
                      <a:cubicBezTo>
                        <a:pt x="21431" y="20574"/>
                        <a:pt x="21431" y="20098"/>
                        <a:pt x="21431" y="19812"/>
                      </a:cubicBezTo>
                      <a:cubicBezTo>
                        <a:pt x="21431" y="19621"/>
                        <a:pt x="21431" y="19145"/>
                        <a:pt x="21336" y="18574"/>
                      </a:cubicBezTo>
                      <a:cubicBezTo>
                        <a:pt x="21336" y="18097"/>
                        <a:pt x="21241" y="17717"/>
                        <a:pt x="21241" y="17526"/>
                      </a:cubicBezTo>
                      <a:cubicBezTo>
                        <a:pt x="21241" y="17145"/>
                        <a:pt x="21241" y="16859"/>
                        <a:pt x="21431" y="16574"/>
                      </a:cubicBezTo>
                      <a:cubicBezTo>
                        <a:pt x="21431" y="16288"/>
                        <a:pt x="21431" y="16097"/>
                        <a:pt x="21717" y="16002"/>
                      </a:cubicBezTo>
                      <a:cubicBezTo>
                        <a:pt x="21717" y="16002"/>
                        <a:pt x="22003" y="16002"/>
                        <a:pt x="22479" y="16002"/>
                      </a:cubicBezTo>
                      <a:cubicBezTo>
                        <a:pt x="22860" y="16002"/>
                        <a:pt x="23050" y="16002"/>
                        <a:pt x="23241" y="16002"/>
                      </a:cubicBezTo>
                      <a:cubicBezTo>
                        <a:pt x="23527" y="16383"/>
                        <a:pt x="23622" y="16574"/>
                        <a:pt x="23622" y="16859"/>
                      </a:cubicBezTo>
                      <a:close/>
                      <a:moveTo>
                        <a:pt x="27242" y="14573"/>
                      </a:moveTo>
                      <a:cubicBezTo>
                        <a:pt x="27242" y="14573"/>
                        <a:pt x="26765" y="14383"/>
                        <a:pt x="26575" y="14383"/>
                      </a:cubicBezTo>
                      <a:cubicBezTo>
                        <a:pt x="26384" y="14383"/>
                        <a:pt x="26194" y="14383"/>
                        <a:pt x="25813" y="14573"/>
                      </a:cubicBezTo>
                      <a:cubicBezTo>
                        <a:pt x="25432" y="14573"/>
                        <a:pt x="25146" y="14573"/>
                        <a:pt x="24955" y="14573"/>
                      </a:cubicBezTo>
                      <a:lnTo>
                        <a:pt x="26003" y="15240"/>
                      </a:lnTo>
                      <a:lnTo>
                        <a:pt x="26003" y="14573"/>
                      </a:lnTo>
                      <a:cubicBezTo>
                        <a:pt x="26003" y="14573"/>
                        <a:pt x="26575" y="14669"/>
                        <a:pt x="27242" y="14954"/>
                      </a:cubicBezTo>
                      <a:lnTo>
                        <a:pt x="27242" y="14573"/>
                      </a:lnTo>
                      <a:close/>
                      <a:moveTo>
                        <a:pt x="26098" y="26003"/>
                      </a:moveTo>
                      <a:cubicBezTo>
                        <a:pt x="26098" y="26003"/>
                        <a:pt x="26194" y="26003"/>
                        <a:pt x="26194" y="26003"/>
                      </a:cubicBezTo>
                      <a:cubicBezTo>
                        <a:pt x="26194" y="26003"/>
                        <a:pt x="26194" y="25908"/>
                        <a:pt x="25908" y="25813"/>
                      </a:cubicBezTo>
                      <a:cubicBezTo>
                        <a:pt x="25813" y="25813"/>
                        <a:pt x="25717" y="25622"/>
                        <a:pt x="25717" y="25622"/>
                      </a:cubicBezTo>
                      <a:cubicBezTo>
                        <a:pt x="25717" y="25622"/>
                        <a:pt x="25717" y="25527"/>
                        <a:pt x="25908" y="25432"/>
                      </a:cubicBezTo>
                      <a:cubicBezTo>
                        <a:pt x="25717" y="25432"/>
                        <a:pt x="25527" y="25432"/>
                        <a:pt x="25336" y="25432"/>
                      </a:cubicBezTo>
                      <a:lnTo>
                        <a:pt x="24955" y="25718"/>
                      </a:lnTo>
                      <a:cubicBezTo>
                        <a:pt x="24955" y="25718"/>
                        <a:pt x="25336" y="25813"/>
                        <a:pt x="26003" y="26003"/>
                      </a:cubicBezTo>
                      <a:close/>
                      <a:moveTo>
                        <a:pt x="27337" y="16764"/>
                      </a:moveTo>
                      <a:lnTo>
                        <a:pt x="27908" y="16764"/>
                      </a:lnTo>
                      <a:cubicBezTo>
                        <a:pt x="27908" y="16764"/>
                        <a:pt x="27432" y="16574"/>
                        <a:pt x="27337" y="16764"/>
                      </a:cubicBezTo>
                      <a:cubicBezTo>
                        <a:pt x="26956" y="16764"/>
                        <a:pt x="26479" y="16574"/>
                        <a:pt x="25908" y="16383"/>
                      </a:cubicBezTo>
                      <a:cubicBezTo>
                        <a:pt x="25908" y="16193"/>
                        <a:pt x="25717" y="16002"/>
                        <a:pt x="25432" y="16002"/>
                      </a:cubicBezTo>
                      <a:cubicBezTo>
                        <a:pt x="25527" y="16097"/>
                        <a:pt x="25717" y="16097"/>
                        <a:pt x="25908" y="16383"/>
                      </a:cubicBezTo>
                      <a:cubicBezTo>
                        <a:pt x="25908" y="16383"/>
                        <a:pt x="25908" y="16669"/>
                        <a:pt x="25908" y="16859"/>
                      </a:cubicBezTo>
                      <a:cubicBezTo>
                        <a:pt x="25908" y="17050"/>
                        <a:pt x="25908" y="17240"/>
                        <a:pt x="25908" y="17240"/>
                      </a:cubicBezTo>
                      <a:cubicBezTo>
                        <a:pt x="25908" y="17336"/>
                        <a:pt x="25908" y="17336"/>
                        <a:pt x="26003" y="17336"/>
                      </a:cubicBezTo>
                      <a:lnTo>
                        <a:pt x="26575" y="16859"/>
                      </a:lnTo>
                      <a:lnTo>
                        <a:pt x="26765" y="16859"/>
                      </a:lnTo>
                      <a:cubicBezTo>
                        <a:pt x="26765" y="16859"/>
                        <a:pt x="26765" y="17240"/>
                        <a:pt x="26765" y="17431"/>
                      </a:cubicBezTo>
                      <a:cubicBezTo>
                        <a:pt x="26670" y="17431"/>
                        <a:pt x="26670" y="17621"/>
                        <a:pt x="26670" y="17717"/>
                      </a:cubicBezTo>
                      <a:cubicBezTo>
                        <a:pt x="26956" y="17717"/>
                        <a:pt x="27051" y="17717"/>
                        <a:pt x="27146" y="17526"/>
                      </a:cubicBezTo>
                      <a:cubicBezTo>
                        <a:pt x="27242" y="17240"/>
                        <a:pt x="27337" y="17050"/>
                        <a:pt x="27432" y="16859"/>
                      </a:cubicBezTo>
                      <a:lnTo>
                        <a:pt x="27432" y="16859"/>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 name="Google Shape;1573;p99"/>
                <p:cNvSpPr/>
                <p:nvPr/>
              </p:nvSpPr>
              <p:spPr>
                <a:xfrm>
                  <a:off x="3353656" y="4628292"/>
                  <a:ext cx="38290" cy="37337"/>
                </a:xfrm>
                <a:custGeom>
                  <a:avLst/>
                  <a:gdLst/>
                  <a:ahLst/>
                  <a:cxnLst/>
                  <a:rect l="l" t="t" r="r" b="b"/>
                  <a:pathLst>
                    <a:path w="38290" h="37337" extrusionOk="0">
                      <a:moveTo>
                        <a:pt x="286" y="19812"/>
                      </a:moveTo>
                      <a:cubicBezTo>
                        <a:pt x="286" y="19812"/>
                        <a:pt x="381" y="19907"/>
                        <a:pt x="571" y="20003"/>
                      </a:cubicBezTo>
                      <a:cubicBezTo>
                        <a:pt x="667" y="20098"/>
                        <a:pt x="762" y="20193"/>
                        <a:pt x="667" y="20288"/>
                      </a:cubicBezTo>
                      <a:lnTo>
                        <a:pt x="0" y="20288"/>
                      </a:lnTo>
                      <a:lnTo>
                        <a:pt x="286" y="19812"/>
                      </a:lnTo>
                      <a:close/>
                      <a:moveTo>
                        <a:pt x="0" y="22479"/>
                      </a:moveTo>
                      <a:cubicBezTo>
                        <a:pt x="0" y="22479"/>
                        <a:pt x="286" y="22860"/>
                        <a:pt x="667" y="22955"/>
                      </a:cubicBezTo>
                      <a:lnTo>
                        <a:pt x="0" y="22955"/>
                      </a:lnTo>
                      <a:lnTo>
                        <a:pt x="0" y="22479"/>
                      </a:lnTo>
                      <a:close/>
                      <a:moveTo>
                        <a:pt x="95" y="24955"/>
                      </a:moveTo>
                      <a:lnTo>
                        <a:pt x="95" y="24384"/>
                      </a:lnTo>
                      <a:cubicBezTo>
                        <a:pt x="95" y="24384"/>
                        <a:pt x="381" y="24479"/>
                        <a:pt x="667" y="24765"/>
                      </a:cubicBezTo>
                      <a:lnTo>
                        <a:pt x="95" y="24955"/>
                      </a:lnTo>
                      <a:close/>
                      <a:moveTo>
                        <a:pt x="1238" y="22955"/>
                      </a:moveTo>
                      <a:lnTo>
                        <a:pt x="1238" y="22955"/>
                      </a:lnTo>
                      <a:close/>
                      <a:moveTo>
                        <a:pt x="857" y="25813"/>
                      </a:moveTo>
                      <a:cubicBezTo>
                        <a:pt x="857" y="25813"/>
                        <a:pt x="1143" y="25813"/>
                        <a:pt x="1333" y="26098"/>
                      </a:cubicBezTo>
                      <a:lnTo>
                        <a:pt x="1333" y="26289"/>
                      </a:lnTo>
                      <a:lnTo>
                        <a:pt x="857" y="26289"/>
                      </a:lnTo>
                      <a:lnTo>
                        <a:pt x="857" y="25813"/>
                      </a:lnTo>
                      <a:close/>
                      <a:moveTo>
                        <a:pt x="2096" y="19336"/>
                      </a:moveTo>
                      <a:cubicBezTo>
                        <a:pt x="2096" y="19336"/>
                        <a:pt x="2286" y="19621"/>
                        <a:pt x="2286" y="20003"/>
                      </a:cubicBezTo>
                      <a:cubicBezTo>
                        <a:pt x="1905" y="20003"/>
                        <a:pt x="1715" y="20003"/>
                        <a:pt x="1715" y="19907"/>
                      </a:cubicBezTo>
                      <a:lnTo>
                        <a:pt x="2096" y="19431"/>
                      </a:lnTo>
                      <a:close/>
                      <a:moveTo>
                        <a:pt x="1715" y="31242"/>
                      </a:moveTo>
                      <a:cubicBezTo>
                        <a:pt x="1715" y="31242"/>
                        <a:pt x="1905" y="31147"/>
                        <a:pt x="2286" y="31147"/>
                      </a:cubicBezTo>
                      <a:lnTo>
                        <a:pt x="2286" y="31432"/>
                      </a:lnTo>
                      <a:lnTo>
                        <a:pt x="1715" y="31242"/>
                      </a:lnTo>
                      <a:close/>
                      <a:moveTo>
                        <a:pt x="3810" y="25241"/>
                      </a:moveTo>
                      <a:cubicBezTo>
                        <a:pt x="3810" y="25241"/>
                        <a:pt x="4191" y="25051"/>
                        <a:pt x="4382" y="24955"/>
                      </a:cubicBezTo>
                      <a:cubicBezTo>
                        <a:pt x="4667" y="24955"/>
                        <a:pt x="4858" y="24955"/>
                        <a:pt x="5048" y="25051"/>
                      </a:cubicBezTo>
                      <a:lnTo>
                        <a:pt x="3810" y="25241"/>
                      </a:lnTo>
                      <a:close/>
                      <a:moveTo>
                        <a:pt x="4667" y="20669"/>
                      </a:moveTo>
                      <a:cubicBezTo>
                        <a:pt x="4286" y="19717"/>
                        <a:pt x="4382" y="19145"/>
                        <a:pt x="5048" y="18764"/>
                      </a:cubicBezTo>
                      <a:lnTo>
                        <a:pt x="5239" y="18955"/>
                      </a:lnTo>
                      <a:cubicBezTo>
                        <a:pt x="5239" y="18955"/>
                        <a:pt x="4667" y="19145"/>
                        <a:pt x="4667" y="19621"/>
                      </a:cubicBezTo>
                      <a:cubicBezTo>
                        <a:pt x="4667" y="20003"/>
                        <a:pt x="4667" y="20383"/>
                        <a:pt x="4667" y="20669"/>
                      </a:cubicBezTo>
                      <a:close/>
                      <a:moveTo>
                        <a:pt x="9144" y="22955"/>
                      </a:moveTo>
                      <a:cubicBezTo>
                        <a:pt x="9144" y="22955"/>
                        <a:pt x="8858" y="22955"/>
                        <a:pt x="8763" y="22765"/>
                      </a:cubicBezTo>
                      <a:cubicBezTo>
                        <a:pt x="8668" y="22574"/>
                        <a:pt x="8477" y="22574"/>
                        <a:pt x="8477" y="22574"/>
                      </a:cubicBezTo>
                      <a:cubicBezTo>
                        <a:pt x="8477" y="22574"/>
                        <a:pt x="8477" y="22574"/>
                        <a:pt x="8287" y="22574"/>
                      </a:cubicBezTo>
                      <a:cubicBezTo>
                        <a:pt x="8763" y="22193"/>
                        <a:pt x="9239" y="22098"/>
                        <a:pt x="9525" y="22479"/>
                      </a:cubicBezTo>
                      <a:cubicBezTo>
                        <a:pt x="9525" y="22479"/>
                        <a:pt x="9525" y="22670"/>
                        <a:pt x="9525" y="22765"/>
                      </a:cubicBezTo>
                      <a:cubicBezTo>
                        <a:pt x="9525" y="22860"/>
                        <a:pt x="9335" y="22955"/>
                        <a:pt x="9239" y="22955"/>
                      </a:cubicBezTo>
                      <a:close/>
                      <a:moveTo>
                        <a:pt x="8763" y="13430"/>
                      </a:moveTo>
                      <a:lnTo>
                        <a:pt x="8763" y="13906"/>
                      </a:lnTo>
                      <a:lnTo>
                        <a:pt x="8573" y="13430"/>
                      </a:lnTo>
                      <a:lnTo>
                        <a:pt x="8763" y="13430"/>
                      </a:lnTo>
                      <a:close/>
                      <a:moveTo>
                        <a:pt x="8954" y="17621"/>
                      </a:moveTo>
                      <a:cubicBezTo>
                        <a:pt x="8954" y="17621"/>
                        <a:pt x="9335" y="17621"/>
                        <a:pt x="9430" y="17812"/>
                      </a:cubicBezTo>
                      <a:cubicBezTo>
                        <a:pt x="9430" y="17812"/>
                        <a:pt x="9239" y="18002"/>
                        <a:pt x="9144" y="17907"/>
                      </a:cubicBezTo>
                      <a:lnTo>
                        <a:pt x="8668" y="17907"/>
                      </a:lnTo>
                      <a:cubicBezTo>
                        <a:pt x="8668" y="17907"/>
                        <a:pt x="8668" y="17621"/>
                        <a:pt x="8858" y="17526"/>
                      </a:cubicBezTo>
                      <a:close/>
                      <a:moveTo>
                        <a:pt x="8954" y="27337"/>
                      </a:moveTo>
                      <a:lnTo>
                        <a:pt x="8954" y="27051"/>
                      </a:lnTo>
                      <a:lnTo>
                        <a:pt x="9525" y="27051"/>
                      </a:lnTo>
                      <a:lnTo>
                        <a:pt x="8954" y="27337"/>
                      </a:lnTo>
                      <a:close/>
                      <a:moveTo>
                        <a:pt x="9144" y="24860"/>
                      </a:moveTo>
                      <a:lnTo>
                        <a:pt x="9144" y="24289"/>
                      </a:lnTo>
                      <a:lnTo>
                        <a:pt x="9620" y="24860"/>
                      </a:lnTo>
                      <a:lnTo>
                        <a:pt x="9144" y="24860"/>
                      </a:lnTo>
                      <a:close/>
                      <a:moveTo>
                        <a:pt x="9525" y="21527"/>
                      </a:moveTo>
                      <a:cubicBezTo>
                        <a:pt x="9525" y="21527"/>
                        <a:pt x="10001" y="21527"/>
                        <a:pt x="10096" y="21717"/>
                      </a:cubicBezTo>
                      <a:lnTo>
                        <a:pt x="9525" y="22098"/>
                      </a:lnTo>
                      <a:lnTo>
                        <a:pt x="9525" y="21622"/>
                      </a:lnTo>
                      <a:close/>
                      <a:moveTo>
                        <a:pt x="10096" y="19907"/>
                      </a:moveTo>
                      <a:cubicBezTo>
                        <a:pt x="10382" y="20383"/>
                        <a:pt x="10382" y="20669"/>
                        <a:pt x="10192" y="20764"/>
                      </a:cubicBezTo>
                      <a:lnTo>
                        <a:pt x="10096" y="20764"/>
                      </a:lnTo>
                      <a:lnTo>
                        <a:pt x="10096" y="19907"/>
                      </a:lnTo>
                      <a:close/>
                      <a:moveTo>
                        <a:pt x="10192" y="30004"/>
                      </a:moveTo>
                      <a:cubicBezTo>
                        <a:pt x="10858" y="30194"/>
                        <a:pt x="11240" y="30004"/>
                        <a:pt x="11335" y="29432"/>
                      </a:cubicBezTo>
                      <a:cubicBezTo>
                        <a:pt x="11335" y="29623"/>
                        <a:pt x="11240" y="29908"/>
                        <a:pt x="10954" y="30289"/>
                      </a:cubicBezTo>
                      <a:cubicBezTo>
                        <a:pt x="10763" y="30289"/>
                        <a:pt x="10478" y="30289"/>
                        <a:pt x="10192" y="30004"/>
                      </a:cubicBezTo>
                      <a:close/>
                      <a:moveTo>
                        <a:pt x="10382" y="18955"/>
                      </a:moveTo>
                      <a:cubicBezTo>
                        <a:pt x="10382" y="18955"/>
                        <a:pt x="10954" y="18955"/>
                        <a:pt x="11240" y="19240"/>
                      </a:cubicBezTo>
                      <a:lnTo>
                        <a:pt x="10382" y="19240"/>
                      </a:lnTo>
                      <a:lnTo>
                        <a:pt x="10382" y="18955"/>
                      </a:lnTo>
                      <a:close/>
                      <a:moveTo>
                        <a:pt x="11144" y="20574"/>
                      </a:moveTo>
                      <a:cubicBezTo>
                        <a:pt x="11144" y="20574"/>
                        <a:pt x="11049" y="20383"/>
                        <a:pt x="11049" y="20288"/>
                      </a:cubicBezTo>
                      <a:lnTo>
                        <a:pt x="11049" y="20574"/>
                      </a:lnTo>
                      <a:close/>
                      <a:moveTo>
                        <a:pt x="11240" y="20574"/>
                      </a:moveTo>
                      <a:lnTo>
                        <a:pt x="11716" y="21050"/>
                      </a:lnTo>
                      <a:cubicBezTo>
                        <a:pt x="11716" y="21050"/>
                        <a:pt x="11716" y="21241"/>
                        <a:pt x="11525" y="21336"/>
                      </a:cubicBezTo>
                      <a:lnTo>
                        <a:pt x="11240" y="20574"/>
                      </a:lnTo>
                      <a:close/>
                      <a:moveTo>
                        <a:pt x="32099" y="29623"/>
                      </a:moveTo>
                      <a:cubicBezTo>
                        <a:pt x="32099" y="29623"/>
                        <a:pt x="32671" y="29623"/>
                        <a:pt x="32957" y="29623"/>
                      </a:cubicBezTo>
                      <a:cubicBezTo>
                        <a:pt x="33147" y="29623"/>
                        <a:pt x="33623" y="29623"/>
                        <a:pt x="34100" y="29623"/>
                      </a:cubicBezTo>
                      <a:cubicBezTo>
                        <a:pt x="34671" y="29623"/>
                        <a:pt x="35052" y="29623"/>
                        <a:pt x="35433" y="29623"/>
                      </a:cubicBezTo>
                      <a:cubicBezTo>
                        <a:pt x="36862" y="29623"/>
                        <a:pt x="37719" y="30004"/>
                        <a:pt x="38291" y="30956"/>
                      </a:cubicBezTo>
                      <a:cubicBezTo>
                        <a:pt x="38195" y="32004"/>
                        <a:pt x="38195" y="33052"/>
                        <a:pt x="38100" y="34099"/>
                      </a:cubicBezTo>
                      <a:cubicBezTo>
                        <a:pt x="38005" y="35338"/>
                        <a:pt x="37624" y="36290"/>
                        <a:pt x="37052" y="36957"/>
                      </a:cubicBezTo>
                      <a:cubicBezTo>
                        <a:pt x="36767" y="37243"/>
                        <a:pt x="36576" y="37338"/>
                        <a:pt x="36290" y="37338"/>
                      </a:cubicBezTo>
                      <a:cubicBezTo>
                        <a:pt x="36100" y="37338"/>
                        <a:pt x="35719" y="37338"/>
                        <a:pt x="35338" y="36957"/>
                      </a:cubicBezTo>
                      <a:cubicBezTo>
                        <a:pt x="34862" y="36671"/>
                        <a:pt x="34576" y="36576"/>
                        <a:pt x="34290" y="36576"/>
                      </a:cubicBezTo>
                      <a:cubicBezTo>
                        <a:pt x="34004" y="36576"/>
                        <a:pt x="33719" y="36766"/>
                        <a:pt x="33528" y="36957"/>
                      </a:cubicBezTo>
                      <a:cubicBezTo>
                        <a:pt x="32385" y="37052"/>
                        <a:pt x="30956" y="37147"/>
                        <a:pt x="29051" y="37052"/>
                      </a:cubicBezTo>
                      <a:cubicBezTo>
                        <a:pt x="27242" y="36957"/>
                        <a:pt x="25813" y="36957"/>
                        <a:pt x="24670" y="37052"/>
                      </a:cubicBezTo>
                      <a:lnTo>
                        <a:pt x="24670" y="37052"/>
                      </a:lnTo>
                      <a:cubicBezTo>
                        <a:pt x="23432" y="36862"/>
                        <a:pt x="21717" y="36957"/>
                        <a:pt x="19336" y="37052"/>
                      </a:cubicBezTo>
                      <a:cubicBezTo>
                        <a:pt x="18479" y="36862"/>
                        <a:pt x="17431" y="36766"/>
                        <a:pt x="16097" y="37052"/>
                      </a:cubicBezTo>
                      <a:lnTo>
                        <a:pt x="12383" y="37052"/>
                      </a:lnTo>
                      <a:lnTo>
                        <a:pt x="12383" y="26575"/>
                      </a:lnTo>
                      <a:lnTo>
                        <a:pt x="12954" y="26194"/>
                      </a:lnTo>
                      <a:lnTo>
                        <a:pt x="11716" y="26194"/>
                      </a:lnTo>
                      <a:cubicBezTo>
                        <a:pt x="11716" y="26194"/>
                        <a:pt x="12383" y="25527"/>
                        <a:pt x="12383" y="25051"/>
                      </a:cubicBezTo>
                      <a:cubicBezTo>
                        <a:pt x="12383" y="24955"/>
                        <a:pt x="12383" y="24670"/>
                        <a:pt x="12383" y="24384"/>
                      </a:cubicBezTo>
                      <a:cubicBezTo>
                        <a:pt x="12383" y="24003"/>
                        <a:pt x="12383" y="23717"/>
                        <a:pt x="12383" y="23527"/>
                      </a:cubicBezTo>
                      <a:cubicBezTo>
                        <a:pt x="12383" y="23336"/>
                        <a:pt x="12383" y="23241"/>
                        <a:pt x="12383" y="23050"/>
                      </a:cubicBezTo>
                      <a:lnTo>
                        <a:pt x="11906" y="23050"/>
                      </a:lnTo>
                      <a:cubicBezTo>
                        <a:pt x="11906" y="23050"/>
                        <a:pt x="12478" y="22670"/>
                        <a:pt x="12859" y="22193"/>
                      </a:cubicBezTo>
                      <a:cubicBezTo>
                        <a:pt x="12478" y="21907"/>
                        <a:pt x="12287" y="21431"/>
                        <a:pt x="12287" y="20860"/>
                      </a:cubicBezTo>
                      <a:cubicBezTo>
                        <a:pt x="12287" y="20574"/>
                        <a:pt x="12383" y="20098"/>
                        <a:pt x="12668" y="19431"/>
                      </a:cubicBezTo>
                      <a:cubicBezTo>
                        <a:pt x="12859" y="18764"/>
                        <a:pt x="12954" y="18288"/>
                        <a:pt x="12954" y="18002"/>
                      </a:cubicBezTo>
                      <a:cubicBezTo>
                        <a:pt x="13049" y="18002"/>
                        <a:pt x="13049" y="18002"/>
                        <a:pt x="13145" y="18288"/>
                      </a:cubicBezTo>
                      <a:cubicBezTo>
                        <a:pt x="13145" y="18383"/>
                        <a:pt x="13145" y="18479"/>
                        <a:pt x="13145" y="18479"/>
                      </a:cubicBezTo>
                      <a:cubicBezTo>
                        <a:pt x="13240" y="18479"/>
                        <a:pt x="13335" y="18479"/>
                        <a:pt x="13525" y="18288"/>
                      </a:cubicBezTo>
                      <a:lnTo>
                        <a:pt x="14192" y="19621"/>
                      </a:lnTo>
                      <a:cubicBezTo>
                        <a:pt x="14192" y="19621"/>
                        <a:pt x="14478" y="18574"/>
                        <a:pt x="14288" y="17621"/>
                      </a:cubicBezTo>
                      <a:cubicBezTo>
                        <a:pt x="14192" y="17526"/>
                        <a:pt x="13907" y="17431"/>
                        <a:pt x="13525" y="17431"/>
                      </a:cubicBezTo>
                      <a:lnTo>
                        <a:pt x="12859" y="17431"/>
                      </a:lnTo>
                      <a:cubicBezTo>
                        <a:pt x="12859" y="17431"/>
                        <a:pt x="12859" y="17145"/>
                        <a:pt x="12668" y="17145"/>
                      </a:cubicBezTo>
                      <a:lnTo>
                        <a:pt x="13716" y="16954"/>
                      </a:lnTo>
                      <a:cubicBezTo>
                        <a:pt x="13145" y="16764"/>
                        <a:pt x="12859" y="16383"/>
                        <a:pt x="12668" y="15812"/>
                      </a:cubicBezTo>
                      <a:cubicBezTo>
                        <a:pt x="12668" y="15335"/>
                        <a:pt x="12668" y="14859"/>
                        <a:pt x="12668" y="14288"/>
                      </a:cubicBezTo>
                      <a:lnTo>
                        <a:pt x="13049" y="13906"/>
                      </a:lnTo>
                      <a:lnTo>
                        <a:pt x="12192" y="12763"/>
                      </a:lnTo>
                      <a:cubicBezTo>
                        <a:pt x="12573" y="11049"/>
                        <a:pt x="12763" y="10096"/>
                        <a:pt x="12763" y="9906"/>
                      </a:cubicBezTo>
                      <a:cubicBezTo>
                        <a:pt x="12763" y="9335"/>
                        <a:pt x="12573" y="8858"/>
                        <a:pt x="12383" y="8477"/>
                      </a:cubicBezTo>
                      <a:cubicBezTo>
                        <a:pt x="12383" y="8382"/>
                        <a:pt x="12383" y="6953"/>
                        <a:pt x="12573" y="4286"/>
                      </a:cubicBezTo>
                      <a:cubicBezTo>
                        <a:pt x="12668" y="2667"/>
                        <a:pt x="12954" y="1333"/>
                        <a:pt x="13621" y="571"/>
                      </a:cubicBezTo>
                      <a:cubicBezTo>
                        <a:pt x="13430" y="571"/>
                        <a:pt x="14288" y="571"/>
                        <a:pt x="16002" y="571"/>
                      </a:cubicBezTo>
                      <a:cubicBezTo>
                        <a:pt x="16954" y="571"/>
                        <a:pt x="17717" y="476"/>
                        <a:pt x="18288" y="0"/>
                      </a:cubicBezTo>
                      <a:cubicBezTo>
                        <a:pt x="19145" y="953"/>
                        <a:pt x="19526" y="2572"/>
                        <a:pt x="19526" y="4763"/>
                      </a:cubicBezTo>
                      <a:lnTo>
                        <a:pt x="19526" y="8382"/>
                      </a:lnTo>
                      <a:cubicBezTo>
                        <a:pt x="19526" y="9335"/>
                        <a:pt x="19526" y="10192"/>
                        <a:pt x="19717" y="10858"/>
                      </a:cubicBezTo>
                      <a:cubicBezTo>
                        <a:pt x="19431" y="10954"/>
                        <a:pt x="19336" y="11239"/>
                        <a:pt x="19336" y="11621"/>
                      </a:cubicBezTo>
                      <a:cubicBezTo>
                        <a:pt x="19336" y="11811"/>
                        <a:pt x="19336" y="12002"/>
                        <a:pt x="19431" y="12287"/>
                      </a:cubicBezTo>
                      <a:cubicBezTo>
                        <a:pt x="19431" y="12573"/>
                        <a:pt x="19431" y="12859"/>
                        <a:pt x="19431" y="12954"/>
                      </a:cubicBezTo>
                      <a:cubicBezTo>
                        <a:pt x="19431" y="12954"/>
                        <a:pt x="19431" y="13145"/>
                        <a:pt x="19431" y="13335"/>
                      </a:cubicBezTo>
                      <a:lnTo>
                        <a:pt x="19431" y="13145"/>
                      </a:lnTo>
                      <a:cubicBezTo>
                        <a:pt x="19431" y="13145"/>
                        <a:pt x="19431" y="13716"/>
                        <a:pt x="19431" y="14192"/>
                      </a:cubicBezTo>
                      <a:cubicBezTo>
                        <a:pt x="19431" y="14669"/>
                        <a:pt x="19621" y="15049"/>
                        <a:pt x="19621" y="15335"/>
                      </a:cubicBezTo>
                      <a:cubicBezTo>
                        <a:pt x="19621" y="15621"/>
                        <a:pt x="19621" y="15907"/>
                        <a:pt x="19431" y="16192"/>
                      </a:cubicBezTo>
                      <a:lnTo>
                        <a:pt x="19717" y="16859"/>
                      </a:lnTo>
                      <a:lnTo>
                        <a:pt x="19621" y="16859"/>
                      </a:lnTo>
                      <a:cubicBezTo>
                        <a:pt x="19621" y="16859"/>
                        <a:pt x="19431" y="17621"/>
                        <a:pt x="19431" y="18383"/>
                      </a:cubicBezTo>
                      <a:cubicBezTo>
                        <a:pt x="19431" y="19050"/>
                        <a:pt x="19241" y="19526"/>
                        <a:pt x="18860" y="19812"/>
                      </a:cubicBezTo>
                      <a:cubicBezTo>
                        <a:pt x="18955" y="19907"/>
                        <a:pt x="19145" y="19907"/>
                        <a:pt x="19431" y="19907"/>
                      </a:cubicBezTo>
                      <a:cubicBezTo>
                        <a:pt x="19621" y="23431"/>
                        <a:pt x="19621" y="26289"/>
                        <a:pt x="19431" y="28385"/>
                      </a:cubicBezTo>
                      <a:cubicBezTo>
                        <a:pt x="19431" y="28289"/>
                        <a:pt x="19336" y="28194"/>
                        <a:pt x="19145" y="28194"/>
                      </a:cubicBezTo>
                      <a:lnTo>
                        <a:pt x="18669" y="28194"/>
                      </a:lnTo>
                      <a:cubicBezTo>
                        <a:pt x="18669" y="28194"/>
                        <a:pt x="18764" y="28385"/>
                        <a:pt x="18764" y="28480"/>
                      </a:cubicBezTo>
                      <a:cubicBezTo>
                        <a:pt x="18764" y="28670"/>
                        <a:pt x="18669" y="28861"/>
                        <a:pt x="18479" y="29051"/>
                      </a:cubicBezTo>
                      <a:cubicBezTo>
                        <a:pt x="18383" y="29242"/>
                        <a:pt x="18193" y="29432"/>
                        <a:pt x="18193" y="29528"/>
                      </a:cubicBezTo>
                      <a:cubicBezTo>
                        <a:pt x="18193" y="29718"/>
                        <a:pt x="18193" y="29813"/>
                        <a:pt x="18479" y="30004"/>
                      </a:cubicBezTo>
                      <a:cubicBezTo>
                        <a:pt x="18669" y="29432"/>
                        <a:pt x="18955" y="29051"/>
                        <a:pt x="19336" y="29051"/>
                      </a:cubicBezTo>
                      <a:cubicBezTo>
                        <a:pt x="19621" y="29051"/>
                        <a:pt x="20193" y="29337"/>
                        <a:pt x="21146" y="30004"/>
                      </a:cubicBezTo>
                      <a:cubicBezTo>
                        <a:pt x="21146" y="30004"/>
                        <a:pt x="21336" y="30004"/>
                        <a:pt x="21527" y="29813"/>
                      </a:cubicBezTo>
                      <a:lnTo>
                        <a:pt x="21527" y="29432"/>
                      </a:lnTo>
                      <a:cubicBezTo>
                        <a:pt x="21527" y="29432"/>
                        <a:pt x="22098" y="29718"/>
                        <a:pt x="22860" y="29718"/>
                      </a:cubicBezTo>
                      <a:lnTo>
                        <a:pt x="22765" y="29718"/>
                      </a:lnTo>
                      <a:cubicBezTo>
                        <a:pt x="22765" y="29718"/>
                        <a:pt x="23146" y="30004"/>
                        <a:pt x="23336" y="30004"/>
                      </a:cubicBezTo>
                      <a:cubicBezTo>
                        <a:pt x="23527" y="30004"/>
                        <a:pt x="23813" y="30004"/>
                        <a:pt x="24098" y="29718"/>
                      </a:cubicBezTo>
                      <a:cubicBezTo>
                        <a:pt x="24384" y="29528"/>
                        <a:pt x="24670" y="29432"/>
                        <a:pt x="24860" y="29432"/>
                      </a:cubicBezTo>
                      <a:cubicBezTo>
                        <a:pt x="25146" y="29432"/>
                        <a:pt x="25337" y="29623"/>
                        <a:pt x="25622" y="29813"/>
                      </a:cubicBezTo>
                      <a:cubicBezTo>
                        <a:pt x="26289" y="29623"/>
                        <a:pt x="26861" y="29432"/>
                        <a:pt x="27623" y="29432"/>
                      </a:cubicBezTo>
                      <a:cubicBezTo>
                        <a:pt x="27908" y="29432"/>
                        <a:pt x="28575" y="29432"/>
                        <a:pt x="29242" y="29623"/>
                      </a:cubicBezTo>
                      <a:cubicBezTo>
                        <a:pt x="29908" y="29718"/>
                        <a:pt x="30480" y="29718"/>
                        <a:pt x="30956" y="29718"/>
                      </a:cubicBezTo>
                      <a:cubicBezTo>
                        <a:pt x="31337" y="29718"/>
                        <a:pt x="31623" y="29718"/>
                        <a:pt x="32004" y="29718"/>
                      </a:cubicBezTo>
                      <a:close/>
                      <a:moveTo>
                        <a:pt x="12383" y="15716"/>
                      </a:moveTo>
                      <a:lnTo>
                        <a:pt x="12383" y="16097"/>
                      </a:lnTo>
                      <a:lnTo>
                        <a:pt x="11906" y="15526"/>
                      </a:lnTo>
                      <a:cubicBezTo>
                        <a:pt x="11906" y="15526"/>
                        <a:pt x="12192" y="15526"/>
                        <a:pt x="12383" y="15716"/>
                      </a:cubicBezTo>
                      <a:close/>
                      <a:moveTo>
                        <a:pt x="12954" y="17240"/>
                      </a:moveTo>
                      <a:cubicBezTo>
                        <a:pt x="12954" y="17240"/>
                        <a:pt x="12954" y="17240"/>
                        <a:pt x="12954" y="17240"/>
                      </a:cubicBezTo>
                      <a:lnTo>
                        <a:pt x="12954" y="17240"/>
                      </a:lnTo>
                      <a:close/>
                      <a:moveTo>
                        <a:pt x="13430" y="27527"/>
                      </a:moveTo>
                      <a:lnTo>
                        <a:pt x="13049" y="27051"/>
                      </a:lnTo>
                      <a:lnTo>
                        <a:pt x="13621" y="26575"/>
                      </a:lnTo>
                      <a:lnTo>
                        <a:pt x="13240" y="26575"/>
                      </a:lnTo>
                      <a:lnTo>
                        <a:pt x="13430" y="26003"/>
                      </a:lnTo>
                      <a:lnTo>
                        <a:pt x="12859" y="26956"/>
                      </a:lnTo>
                      <a:lnTo>
                        <a:pt x="13049" y="27337"/>
                      </a:lnTo>
                      <a:cubicBezTo>
                        <a:pt x="13049" y="27337"/>
                        <a:pt x="13240" y="27527"/>
                        <a:pt x="13430" y="27527"/>
                      </a:cubicBezTo>
                      <a:close/>
                      <a:moveTo>
                        <a:pt x="14669" y="28385"/>
                      </a:moveTo>
                      <a:lnTo>
                        <a:pt x="15431" y="28194"/>
                      </a:lnTo>
                      <a:lnTo>
                        <a:pt x="14954" y="28194"/>
                      </a:lnTo>
                      <a:lnTo>
                        <a:pt x="14669" y="28385"/>
                      </a:lnTo>
                      <a:close/>
                      <a:moveTo>
                        <a:pt x="16954" y="18955"/>
                      </a:moveTo>
                      <a:lnTo>
                        <a:pt x="17526" y="18669"/>
                      </a:lnTo>
                      <a:lnTo>
                        <a:pt x="17145" y="18669"/>
                      </a:lnTo>
                      <a:lnTo>
                        <a:pt x="16859" y="18955"/>
                      </a:lnTo>
                      <a:close/>
                      <a:moveTo>
                        <a:pt x="17526" y="13049"/>
                      </a:moveTo>
                      <a:lnTo>
                        <a:pt x="17717" y="12573"/>
                      </a:lnTo>
                      <a:lnTo>
                        <a:pt x="17240" y="12382"/>
                      </a:lnTo>
                      <a:lnTo>
                        <a:pt x="17621" y="13049"/>
                      </a:lnTo>
                      <a:close/>
                      <a:moveTo>
                        <a:pt x="23813" y="8477"/>
                      </a:moveTo>
                      <a:lnTo>
                        <a:pt x="23813" y="9144"/>
                      </a:lnTo>
                      <a:lnTo>
                        <a:pt x="23717" y="9144"/>
                      </a:lnTo>
                      <a:lnTo>
                        <a:pt x="23717" y="8477"/>
                      </a:lnTo>
                      <a:lnTo>
                        <a:pt x="23813" y="8477"/>
                      </a:lnTo>
                      <a:close/>
                      <a:moveTo>
                        <a:pt x="32385" y="31147"/>
                      </a:moveTo>
                      <a:lnTo>
                        <a:pt x="32385" y="30671"/>
                      </a:lnTo>
                      <a:lnTo>
                        <a:pt x="32195" y="30289"/>
                      </a:lnTo>
                      <a:lnTo>
                        <a:pt x="32385" y="31052"/>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 name="Google Shape;1574;p99"/>
                <p:cNvSpPr/>
                <p:nvPr/>
              </p:nvSpPr>
              <p:spPr>
                <a:xfrm>
                  <a:off x="3383374" y="4627530"/>
                  <a:ext cx="42195" cy="38100"/>
                </a:xfrm>
                <a:custGeom>
                  <a:avLst/>
                  <a:gdLst/>
                  <a:ahLst/>
                  <a:cxnLst/>
                  <a:rect l="l" t="t" r="r" b="b"/>
                  <a:pathLst>
                    <a:path w="42195" h="38100" extrusionOk="0">
                      <a:moveTo>
                        <a:pt x="0" y="20479"/>
                      </a:moveTo>
                      <a:cubicBezTo>
                        <a:pt x="571" y="20860"/>
                        <a:pt x="952" y="21241"/>
                        <a:pt x="857" y="21717"/>
                      </a:cubicBezTo>
                      <a:lnTo>
                        <a:pt x="381" y="21717"/>
                      </a:lnTo>
                      <a:cubicBezTo>
                        <a:pt x="381" y="21717"/>
                        <a:pt x="476" y="21431"/>
                        <a:pt x="476" y="21336"/>
                      </a:cubicBezTo>
                      <a:cubicBezTo>
                        <a:pt x="476" y="21050"/>
                        <a:pt x="286" y="20765"/>
                        <a:pt x="0" y="20479"/>
                      </a:cubicBezTo>
                      <a:close/>
                      <a:moveTo>
                        <a:pt x="95" y="26003"/>
                      </a:moveTo>
                      <a:lnTo>
                        <a:pt x="381" y="26003"/>
                      </a:lnTo>
                      <a:lnTo>
                        <a:pt x="762" y="26289"/>
                      </a:lnTo>
                      <a:lnTo>
                        <a:pt x="190" y="26003"/>
                      </a:lnTo>
                      <a:close/>
                      <a:moveTo>
                        <a:pt x="2857" y="32576"/>
                      </a:moveTo>
                      <a:cubicBezTo>
                        <a:pt x="2286" y="32671"/>
                        <a:pt x="2000" y="32576"/>
                        <a:pt x="2000" y="32290"/>
                      </a:cubicBezTo>
                      <a:lnTo>
                        <a:pt x="2857" y="32576"/>
                      </a:lnTo>
                      <a:close/>
                      <a:moveTo>
                        <a:pt x="2000" y="191"/>
                      </a:moveTo>
                      <a:lnTo>
                        <a:pt x="2191" y="0"/>
                      </a:lnTo>
                      <a:lnTo>
                        <a:pt x="3429" y="0"/>
                      </a:lnTo>
                      <a:lnTo>
                        <a:pt x="2095" y="191"/>
                      </a:lnTo>
                      <a:close/>
                      <a:moveTo>
                        <a:pt x="2000" y="27718"/>
                      </a:moveTo>
                      <a:cubicBezTo>
                        <a:pt x="2000" y="27718"/>
                        <a:pt x="2191" y="27432"/>
                        <a:pt x="2191" y="27337"/>
                      </a:cubicBezTo>
                      <a:cubicBezTo>
                        <a:pt x="2191" y="26861"/>
                        <a:pt x="2191" y="26670"/>
                        <a:pt x="2191" y="26861"/>
                      </a:cubicBezTo>
                      <a:lnTo>
                        <a:pt x="2572" y="26861"/>
                      </a:lnTo>
                      <a:cubicBezTo>
                        <a:pt x="2572" y="26861"/>
                        <a:pt x="2572" y="27242"/>
                        <a:pt x="2381" y="27527"/>
                      </a:cubicBezTo>
                      <a:cubicBezTo>
                        <a:pt x="2381" y="27718"/>
                        <a:pt x="2191" y="27813"/>
                        <a:pt x="2000" y="27813"/>
                      </a:cubicBezTo>
                      <a:close/>
                      <a:moveTo>
                        <a:pt x="2857" y="32576"/>
                      </a:moveTo>
                      <a:lnTo>
                        <a:pt x="2857" y="32576"/>
                      </a:lnTo>
                      <a:close/>
                      <a:moveTo>
                        <a:pt x="4381" y="18860"/>
                      </a:moveTo>
                      <a:lnTo>
                        <a:pt x="5048" y="19050"/>
                      </a:lnTo>
                      <a:lnTo>
                        <a:pt x="4667" y="19431"/>
                      </a:lnTo>
                      <a:lnTo>
                        <a:pt x="4286" y="18860"/>
                      </a:lnTo>
                      <a:close/>
                      <a:moveTo>
                        <a:pt x="4858" y="20955"/>
                      </a:moveTo>
                      <a:cubicBezTo>
                        <a:pt x="4858" y="20955"/>
                        <a:pt x="5239" y="20860"/>
                        <a:pt x="5334" y="20860"/>
                      </a:cubicBezTo>
                      <a:cubicBezTo>
                        <a:pt x="5715" y="20860"/>
                        <a:pt x="6096" y="21050"/>
                        <a:pt x="6477" y="21336"/>
                      </a:cubicBezTo>
                      <a:lnTo>
                        <a:pt x="4858" y="20955"/>
                      </a:lnTo>
                      <a:close/>
                      <a:moveTo>
                        <a:pt x="5715" y="14764"/>
                      </a:moveTo>
                      <a:lnTo>
                        <a:pt x="5715" y="15050"/>
                      </a:lnTo>
                      <a:lnTo>
                        <a:pt x="5048" y="14669"/>
                      </a:lnTo>
                      <a:cubicBezTo>
                        <a:pt x="5048" y="14669"/>
                        <a:pt x="5429" y="14669"/>
                        <a:pt x="5715" y="14764"/>
                      </a:cubicBezTo>
                      <a:close/>
                      <a:moveTo>
                        <a:pt x="5334" y="31242"/>
                      </a:moveTo>
                      <a:lnTo>
                        <a:pt x="5048" y="31052"/>
                      </a:lnTo>
                      <a:lnTo>
                        <a:pt x="5524" y="30861"/>
                      </a:lnTo>
                      <a:lnTo>
                        <a:pt x="5334" y="31242"/>
                      </a:lnTo>
                      <a:close/>
                      <a:moveTo>
                        <a:pt x="5905" y="24098"/>
                      </a:moveTo>
                      <a:lnTo>
                        <a:pt x="5715" y="24098"/>
                      </a:lnTo>
                      <a:lnTo>
                        <a:pt x="5524" y="23717"/>
                      </a:lnTo>
                      <a:lnTo>
                        <a:pt x="5905" y="24098"/>
                      </a:lnTo>
                      <a:close/>
                      <a:moveTo>
                        <a:pt x="5715" y="27908"/>
                      </a:moveTo>
                      <a:cubicBezTo>
                        <a:pt x="5715" y="27908"/>
                        <a:pt x="5810" y="27908"/>
                        <a:pt x="6477" y="27908"/>
                      </a:cubicBezTo>
                      <a:cubicBezTo>
                        <a:pt x="6763" y="27908"/>
                        <a:pt x="6953" y="28004"/>
                        <a:pt x="7144" y="28194"/>
                      </a:cubicBezTo>
                      <a:cubicBezTo>
                        <a:pt x="7048" y="28194"/>
                        <a:pt x="6858" y="28194"/>
                        <a:pt x="6667" y="28289"/>
                      </a:cubicBezTo>
                      <a:cubicBezTo>
                        <a:pt x="6477" y="28289"/>
                        <a:pt x="6286" y="28289"/>
                        <a:pt x="6191" y="28289"/>
                      </a:cubicBezTo>
                      <a:cubicBezTo>
                        <a:pt x="6001" y="28289"/>
                        <a:pt x="5810" y="28099"/>
                        <a:pt x="5715" y="27813"/>
                      </a:cubicBezTo>
                      <a:close/>
                      <a:moveTo>
                        <a:pt x="6477" y="26003"/>
                      </a:moveTo>
                      <a:lnTo>
                        <a:pt x="5715" y="26861"/>
                      </a:lnTo>
                      <a:cubicBezTo>
                        <a:pt x="5715" y="26861"/>
                        <a:pt x="5715" y="26575"/>
                        <a:pt x="5905" y="26384"/>
                      </a:cubicBezTo>
                      <a:cubicBezTo>
                        <a:pt x="6096" y="26099"/>
                        <a:pt x="6286" y="26003"/>
                        <a:pt x="6477" y="26003"/>
                      </a:cubicBezTo>
                      <a:close/>
                      <a:moveTo>
                        <a:pt x="6286" y="13716"/>
                      </a:moveTo>
                      <a:lnTo>
                        <a:pt x="6286" y="14288"/>
                      </a:lnTo>
                      <a:lnTo>
                        <a:pt x="5905" y="13240"/>
                      </a:lnTo>
                      <a:cubicBezTo>
                        <a:pt x="5905" y="13240"/>
                        <a:pt x="6191" y="13240"/>
                        <a:pt x="6191" y="13335"/>
                      </a:cubicBezTo>
                      <a:cubicBezTo>
                        <a:pt x="6191" y="13430"/>
                        <a:pt x="6191" y="13621"/>
                        <a:pt x="6191" y="13716"/>
                      </a:cubicBezTo>
                      <a:close/>
                      <a:moveTo>
                        <a:pt x="6858" y="31528"/>
                      </a:moveTo>
                      <a:lnTo>
                        <a:pt x="7048" y="31718"/>
                      </a:lnTo>
                      <a:lnTo>
                        <a:pt x="6286" y="31528"/>
                      </a:lnTo>
                      <a:lnTo>
                        <a:pt x="6858" y="31528"/>
                      </a:lnTo>
                      <a:close/>
                      <a:moveTo>
                        <a:pt x="7048" y="5620"/>
                      </a:moveTo>
                      <a:lnTo>
                        <a:pt x="7048" y="5620"/>
                      </a:lnTo>
                      <a:close/>
                      <a:moveTo>
                        <a:pt x="6477" y="29718"/>
                      </a:moveTo>
                      <a:cubicBezTo>
                        <a:pt x="7239" y="29718"/>
                        <a:pt x="7620" y="29528"/>
                        <a:pt x="7810" y="29242"/>
                      </a:cubicBezTo>
                      <a:lnTo>
                        <a:pt x="7810" y="30004"/>
                      </a:lnTo>
                      <a:cubicBezTo>
                        <a:pt x="7810" y="30004"/>
                        <a:pt x="7525" y="30194"/>
                        <a:pt x="7525" y="30194"/>
                      </a:cubicBezTo>
                      <a:cubicBezTo>
                        <a:pt x="7334" y="30194"/>
                        <a:pt x="7144" y="30194"/>
                        <a:pt x="6953" y="30004"/>
                      </a:cubicBezTo>
                      <a:cubicBezTo>
                        <a:pt x="6763" y="30004"/>
                        <a:pt x="6572" y="29813"/>
                        <a:pt x="6477" y="29813"/>
                      </a:cubicBezTo>
                      <a:close/>
                      <a:moveTo>
                        <a:pt x="6858" y="15050"/>
                      </a:moveTo>
                      <a:cubicBezTo>
                        <a:pt x="6858" y="15050"/>
                        <a:pt x="7048" y="15050"/>
                        <a:pt x="7239" y="15240"/>
                      </a:cubicBezTo>
                      <a:cubicBezTo>
                        <a:pt x="7334" y="15431"/>
                        <a:pt x="7429" y="15431"/>
                        <a:pt x="7525" y="15526"/>
                      </a:cubicBezTo>
                      <a:cubicBezTo>
                        <a:pt x="7334" y="15526"/>
                        <a:pt x="7239" y="15526"/>
                        <a:pt x="7144" y="15526"/>
                      </a:cubicBezTo>
                      <a:cubicBezTo>
                        <a:pt x="7048" y="15716"/>
                        <a:pt x="7048" y="15716"/>
                        <a:pt x="6953" y="15907"/>
                      </a:cubicBezTo>
                      <a:cubicBezTo>
                        <a:pt x="6667" y="15812"/>
                        <a:pt x="6572" y="15716"/>
                        <a:pt x="6667" y="15526"/>
                      </a:cubicBezTo>
                      <a:cubicBezTo>
                        <a:pt x="6667" y="15431"/>
                        <a:pt x="6763" y="15240"/>
                        <a:pt x="6953" y="15145"/>
                      </a:cubicBezTo>
                      <a:close/>
                      <a:moveTo>
                        <a:pt x="6858" y="34100"/>
                      </a:moveTo>
                      <a:cubicBezTo>
                        <a:pt x="6858" y="34100"/>
                        <a:pt x="7620" y="34576"/>
                        <a:pt x="7620" y="35052"/>
                      </a:cubicBezTo>
                      <a:cubicBezTo>
                        <a:pt x="7620" y="35243"/>
                        <a:pt x="7525" y="35433"/>
                        <a:pt x="7429" y="35433"/>
                      </a:cubicBezTo>
                      <a:lnTo>
                        <a:pt x="7048" y="35052"/>
                      </a:lnTo>
                      <a:cubicBezTo>
                        <a:pt x="7048" y="35052"/>
                        <a:pt x="6763" y="34671"/>
                        <a:pt x="6763" y="34576"/>
                      </a:cubicBezTo>
                      <a:cubicBezTo>
                        <a:pt x="6763" y="34385"/>
                        <a:pt x="6763" y="34290"/>
                        <a:pt x="6953" y="34100"/>
                      </a:cubicBezTo>
                      <a:close/>
                      <a:moveTo>
                        <a:pt x="6667" y="29051"/>
                      </a:moveTo>
                      <a:cubicBezTo>
                        <a:pt x="6858" y="28575"/>
                        <a:pt x="7144" y="28385"/>
                        <a:pt x="7715" y="28575"/>
                      </a:cubicBezTo>
                      <a:cubicBezTo>
                        <a:pt x="7620" y="28670"/>
                        <a:pt x="7239" y="28861"/>
                        <a:pt x="6667" y="29051"/>
                      </a:cubicBezTo>
                      <a:close/>
                      <a:moveTo>
                        <a:pt x="7048" y="19908"/>
                      </a:moveTo>
                      <a:lnTo>
                        <a:pt x="6858" y="19336"/>
                      </a:lnTo>
                      <a:lnTo>
                        <a:pt x="7048" y="19622"/>
                      </a:lnTo>
                      <a:lnTo>
                        <a:pt x="7048" y="19908"/>
                      </a:lnTo>
                      <a:close/>
                      <a:moveTo>
                        <a:pt x="7144" y="23527"/>
                      </a:moveTo>
                      <a:cubicBezTo>
                        <a:pt x="7525" y="23051"/>
                        <a:pt x="7906" y="23051"/>
                        <a:pt x="8382" y="23432"/>
                      </a:cubicBezTo>
                      <a:cubicBezTo>
                        <a:pt x="8382" y="23432"/>
                        <a:pt x="8192" y="23432"/>
                        <a:pt x="8001" y="23622"/>
                      </a:cubicBezTo>
                      <a:cubicBezTo>
                        <a:pt x="7810" y="23813"/>
                        <a:pt x="7620" y="23908"/>
                        <a:pt x="7525" y="23908"/>
                      </a:cubicBezTo>
                      <a:cubicBezTo>
                        <a:pt x="7334" y="23908"/>
                        <a:pt x="7239" y="23908"/>
                        <a:pt x="7144" y="23622"/>
                      </a:cubicBezTo>
                      <a:close/>
                      <a:moveTo>
                        <a:pt x="7429" y="35719"/>
                      </a:moveTo>
                      <a:lnTo>
                        <a:pt x="7144" y="35719"/>
                      </a:lnTo>
                      <a:cubicBezTo>
                        <a:pt x="7144" y="35719"/>
                        <a:pt x="7239" y="35528"/>
                        <a:pt x="7334" y="35528"/>
                      </a:cubicBezTo>
                      <a:cubicBezTo>
                        <a:pt x="7429" y="35528"/>
                        <a:pt x="7429" y="35719"/>
                        <a:pt x="7429" y="35719"/>
                      </a:cubicBezTo>
                      <a:close/>
                      <a:moveTo>
                        <a:pt x="7429" y="26766"/>
                      </a:moveTo>
                      <a:lnTo>
                        <a:pt x="7429" y="26194"/>
                      </a:lnTo>
                      <a:lnTo>
                        <a:pt x="8287" y="26479"/>
                      </a:lnTo>
                      <a:cubicBezTo>
                        <a:pt x="8287" y="26479"/>
                        <a:pt x="7715" y="26861"/>
                        <a:pt x="7429" y="26861"/>
                      </a:cubicBezTo>
                      <a:close/>
                      <a:moveTo>
                        <a:pt x="8001" y="15526"/>
                      </a:moveTo>
                      <a:cubicBezTo>
                        <a:pt x="8001" y="15526"/>
                        <a:pt x="7810" y="15526"/>
                        <a:pt x="7715" y="15431"/>
                      </a:cubicBezTo>
                      <a:lnTo>
                        <a:pt x="8001" y="15050"/>
                      </a:lnTo>
                      <a:lnTo>
                        <a:pt x="8001" y="15526"/>
                      </a:lnTo>
                      <a:close/>
                      <a:moveTo>
                        <a:pt x="8001" y="34100"/>
                      </a:moveTo>
                      <a:cubicBezTo>
                        <a:pt x="8001" y="34100"/>
                        <a:pt x="7715" y="33909"/>
                        <a:pt x="7715" y="33814"/>
                      </a:cubicBezTo>
                      <a:lnTo>
                        <a:pt x="7715" y="33528"/>
                      </a:lnTo>
                      <a:cubicBezTo>
                        <a:pt x="7715" y="33528"/>
                        <a:pt x="8001" y="33338"/>
                        <a:pt x="8001" y="33242"/>
                      </a:cubicBezTo>
                      <a:lnTo>
                        <a:pt x="8001" y="34100"/>
                      </a:lnTo>
                      <a:close/>
                      <a:moveTo>
                        <a:pt x="7906" y="20765"/>
                      </a:moveTo>
                      <a:cubicBezTo>
                        <a:pt x="7906" y="20765"/>
                        <a:pt x="8192" y="20384"/>
                        <a:pt x="8763" y="20098"/>
                      </a:cubicBezTo>
                      <a:cubicBezTo>
                        <a:pt x="8572" y="20193"/>
                        <a:pt x="8287" y="20479"/>
                        <a:pt x="7906" y="20765"/>
                      </a:cubicBezTo>
                      <a:close/>
                      <a:moveTo>
                        <a:pt x="7906" y="24956"/>
                      </a:moveTo>
                      <a:lnTo>
                        <a:pt x="8287" y="24765"/>
                      </a:lnTo>
                      <a:cubicBezTo>
                        <a:pt x="8287" y="24765"/>
                        <a:pt x="8572" y="24765"/>
                        <a:pt x="8668" y="24956"/>
                      </a:cubicBezTo>
                      <a:lnTo>
                        <a:pt x="7906" y="24956"/>
                      </a:lnTo>
                      <a:close/>
                      <a:moveTo>
                        <a:pt x="8763" y="14192"/>
                      </a:moveTo>
                      <a:cubicBezTo>
                        <a:pt x="8763" y="14192"/>
                        <a:pt x="8287" y="13907"/>
                        <a:pt x="8287" y="13526"/>
                      </a:cubicBezTo>
                      <a:cubicBezTo>
                        <a:pt x="8287" y="13335"/>
                        <a:pt x="8287" y="13240"/>
                        <a:pt x="8382" y="13145"/>
                      </a:cubicBezTo>
                      <a:cubicBezTo>
                        <a:pt x="8382" y="13335"/>
                        <a:pt x="8382" y="13526"/>
                        <a:pt x="8572" y="13811"/>
                      </a:cubicBezTo>
                      <a:lnTo>
                        <a:pt x="8858" y="13811"/>
                      </a:lnTo>
                      <a:cubicBezTo>
                        <a:pt x="8858" y="13811"/>
                        <a:pt x="8668" y="14192"/>
                        <a:pt x="8668" y="14192"/>
                      </a:cubicBezTo>
                      <a:close/>
                      <a:moveTo>
                        <a:pt x="8763" y="32195"/>
                      </a:moveTo>
                      <a:lnTo>
                        <a:pt x="9144" y="32576"/>
                      </a:lnTo>
                      <a:cubicBezTo>
                        <a:pt x="9144" y="32576"/>
                        <a:pt x="9049" y="32766"/>
                        <a:pt x="8858" y="32766"/>
                      </a:cubicBezTo>
                      <a:lnTo>
                        <a:pt x="8382" y="32766"/>
                      </a:lnTo>
                      <a:cubicBezTo>
                        <a:pt x="8382" y="32766"/>
                        <a:pt x="8763" y="32290"/>
                        <a:pt x="8763" y="32195"/>
                      </a:cubicBezTo>
                      <a:close/>
                      <a:moveTo>
                        <a:pt x="8668" y="32099"/>
                      </a:moveTo>
                      <a:cubicBezTo>
                        <a:pt x="8668" y="32099"/>
                        <a:pt x="8763" y="32099"/>
                        <a:pt x="8763" y="32195"/>
                      </a:cubicBezTo>
                      <a:lnTo>
                        <a:pt x="8668" y="32195"/>
                      </a:lnTo>
                      <a:close/>
                      <a:moveTo>
                        <a:pt x="9715" y="29337"/>
                      </a:moveTo>
                      <a:cubicBezTo>
                        <a:pt x="9715" y="29337"/>
                        <a:pt x="9715" y="29528"/>
                        <a:pt x="9715" y="29718"/>
                      </a:cubicBezTo>
                      <a:cubicBezTo>
                        <a:pt x="9715" y="29909"/>
                        <a:pt x="9620" y="30004"/>
                        <a:pt x="9430" y="30004"/>
                      </a:cubicBezTo>
                      <a:cubicBezTo>
                        <a:pt x="9144" y="30004"/>
                        <a:pt x="8953" y="29909"/>
                        <a:pt x="8763" y="29718"/>
                      </a:cubicBezTo>
                      <a:cubicBezTo>
                        <a:pt x="8572" y="29528"/>
                        <a:pt x="8572" y="29337"/>
                        <a:pt x="8763" y="29147"/>
                      </a:cubicBezTo>
                      <a:lnTo>
                        <a:pt x="9715" y="29337"/>
                      </a:lnTo>
                      <a:close/>
                      <a:moveTo>
                        <a:pt x="8763" y="20098"/>
                      </a:moveTo>
                      <a:cubicBezTo>
                        <a:pt x="8763" y="20098"/>
                        <a:pt x="8858" y="20003"/>
                        <a:pt x="8953" y="20003"/>
                      </a:cubicBezTo>
                      <a:cubicBezTo>
                        <a:pt x="8953" y="20003"/>
                        <a:pt x="8858" y="20003"/>
                        <a:pt x="8763" y="20098"/>
                      </a:cubicBezTo>
                      <a:close/>
                      <a:moveTo>
                        <a:pt x="10192" y="22860"/>
                      </a:moveTo>
                      <a:cubicBezTo>
                        <a:pt x="10192" y="22860"/>
                        <a:pt x="10192" y="22860"/>
                        <a:pt x="10001" y="23241"/>
                      </a:cubicBezTo>
                      <a:lnTo>
                        <a:pt x="8953" y="22289"/>
                      </a:lnTo>
                      <a:cubicBezTo>
                        <a:pt x="8953" y="22289"/>
                        <a:pt x="9334" y="22289"/>
                        <a:pt x="9525" y="22574"/>
                      </a:cubicBezTo>
                      <a:cubicBezTo>
                        <a:pt x="9811" y="22765"/>
                        <a:pt x="10001" y="22860"/>
                        <a:pt x="10192" y="22860"/>
                      </a:cubicBezTo>
                      <a:close/>
                      <a:moveTo>
                        <a:pt x="9525" y="18383"/>
                      </a:moveTo>
                      <a:cubicBezTo>
                        <a:pt x="9525" y="18383"/>
                        <a:pt x="9525" y="18383"/>
                        <a:pt x="9525" y="18574"/>
                      </a:cubicBezTo>
                      <a:cubicBezTo>
                        <a:pt x="9334" y="18288"/>
                        <a:pt x="9334" y="18098"/>
                        <a:pt x="9334" y="17907"/>
                      </a:cubicBezTo>
                      <a:lnTo>
                        <a:pt x="9334" y="17907"/>
                      </a:lnTo>
                      <a:cubicBezTo>
                        <a:pt x="9334" y="17907"/>
                        <a:pt x="9525" y="17907"/>
                        <a:pt x="9525" y="18098"/>
                      </a:cubicBezTo>
                      <a:cubicBezTo>
                        <a:pt x="9525" y="18288"/>
                        <a:pt x="9525" y="18383"/>
                        <a:pt x="9525" y="18383"/>
                      </a:cubicBezTo>
                      <a:close/>
                      <a:moveTo>
                        <a:pt x="9715" y="16193"/>
                      </a:moveTo>
                      <a:cubicBezTo>
                        <a:pt x="9715" y="16193"/>
                        <a:pt x="10001" y="16193"/>
                        <a:pt x="10192" y="16002"/>
                      </a:cubicBezTo>
                      <a:cubicBezTo>
                        <a:pt x="10382" y="16002"/>
                        <a:pt x="10573" y="15907"/>
                        <a:pt x="10763" y="16002"/>
                      </a:cubicBezTo>
                      <a:cubicBezTo>
                        <a:pt x="10668" y="16288"/>
                        <a:pt x="10287" y="16383"/>
                        <a:pt x="9811" y="16383"/>
                      </a:cubicBezTo>
                      <a:lnTo>
                        <a:pt x="9811" y="16193"/>
                      </a:lnTo>
                      <a:close/>
                      <a:moveTo>
                        <a:pt x="10287" y="32195"/>
                      </a:moveTo>
                      <a:cubicBezTo>
                        <a:pt x="10287" y="32195"/>
                        <a:pt x="10287" y="32385"/>
                        <a:pt x="10287" y="32480"/>
                      </a:cubicBezTo>
                      <a:cubicBezTo>
                        <a:pt x="10192" y="32671"/>
                        <a:pt x="10001" y="32766"/>
                        <a:pt x="9906" y="32766"/>
                      </a:cubicBezTo>
                      <a:cubicBezTo>
                        <a:pt x="9811" y="32766"/>
                        <a:pt x="9715" y="32766"/>
                        <a:pt x="9620" y="32766"/>
                      </a:cubicBezTo>
                      <a:lnTo>
                        <a:pt x="9620" y="32099"/>
                      </a:lnTo>
                      <a:lnTo>
                        <a:pt x="10287" y="32099"/>
                      </a:lnTo>
                      <a:close/>
                      <a:moveTo>
                        <a:pt x="28384" y="1715"/>
                      </a:moveTo>
                      <a:cubicBezTo>
                        <a:pt x="29146" y="1429"/>
                        <a:pt x="29908" y="1238"/>
                        <a:pt x="30766" y="1238"/>
                      </a:cubicBezTo>
                      <a:cubicBezTo>
                        <a:pt x="32480" y="1238"/>
                        <a:pt x="33909" y="1810"/>
                        <a:pt x="35242" y="2953"/>
                      </a:cubicBezTo>
                      <a:cubicBezTo>
                        <a:pt x="35242" y="3048"/>
                        <a:pt x="35052" y="3620"/>
                        <a:pt x="34766" y="4477"/>
                      </a:cubicBezTo>
                      <a:cubicBezTo>
                        <a:pt x="34480" y="5239"/>
                        <a:pt x="34290" y="5810"/>
                        <a:pt x="34385" y="6287"/>
                      </a:cubicBezTo>
                      <a:lnTo>
                        <a:pt x="34004" y="6287"/>
                      </a:lnTo>
                      <a:cubicBezTo>
                        <a:pt x="34004" y="6287"/>
                        <a:pt x="34004" y="6668"/>
                        <a:pt x="34004" y="6858"/>
                      </a:cubicBezTo>
                      <a:cubicBezTo>
                        <a:pt x="34004" y="7334"/>
                        <a:pt x="33909" y="8192"/>
                        <a:pt x="33433" y="9144"/>
                      </a:cubicBezTo>
                      <a:cubicBezTo>
                        <a:pt x="33052" y="10097"/>
                        <a:pt x="32861" y="10859"/>
                        <a:pt x="32861" y="11430"/>
                      </a:cubicBezTo>
                      <a:cubicBezTo>
                        <a:pt x="32861" y="11621"/>
                        <a:pt x="32861" y="11811"/>
                        <a:pt x="32861" y="12002"/>
                      </a:cubicBezTo>
                      <a:cubicBezTo>
                        <a:pt x="32385" y="12002"/>
                        <a:pt x="32194" y="12383"/>
                        <a:pt x="32099" y="12954"/>
                      </a:cubicBezTo>
                      <a:cubicBezTo>
                        <a:pt x="32004" y="13621"/>
                        <a:pt x="31813" y="14002"/>
                        <a:pt x="31528" y="14097"/>
                      </a:cubicBezTo>
                      <a:cubicBezTo>
                        <a:pt x="31528" y="14669"/>
                        <a:pt x="31623" y="15335"/>
                        <a:pt x="31623" y="15716"/>
                      </a:cubicBezTo>
                      <a:cubicBezTo>
                        <a:pt x="31623" y="17050"/>
                        <a:pt x="31337" y="18002"/>
                        <a:pt x="30575" y="18479"/>
                      </a:cubicBezTo>
                      <a:cubicBezTo>
                        <a:pt x="30575" y="18860"/>
                        <a:pt x="30670" y="19050"/>
                        <a:pt x="30670" y="19431"/>
                      </a:cubicBezTo>
                      <a:cubicBezTo>
                        <a:pt x="30670" y="20003"/>
                        <a:pt x="30480" y="20669"/>
                        <a:pt x="30004" y="21431"/>
                      </a:cubicBezTo>
                      <a:cubicBezTo>
                        <a:pt x="29623" y="22384"/>
                        <a:pt x="29242" y="23051"/>
                        <a:pt x="29146" y="23527"/>
                      </a:cubicBezTo>
                      <a:lnTo>
                        <a:pt x="29146" y="25337"/>
                      </a:lnTo>
                      <a:cubicBezTo>
                        <a:pt x="29146" y="25337"/>
                        <a:pt x="28480" y="26670"/>
                        <a:pt x="28480" y="28385"/>
                      </a:cubicBezTo>
                      <a:cubicBezTo>
                        <a:pt x="28003" y="28385"/>
                        <a:pt x="27813" y="28670"/>
                        <a:pt x="27718" y="29242"/>
                      </a:cubicBezTo>
                      <a:cubicBezTo>
                        <a:pt x="27718" y="30004"/>
                        <a:pt x="27622" y="30385"/>
                        <a:pt x="27432" y="30575"/>
                      </a:cubicBezTo>
                      <a:cubicBezTo>
                        <a:pt x="27432" y="30861"/>
                        <a:pt x="27432" y="31242"/>
                        <a:pt x="27242" y="31623"/>
                      </a:cubicBezTo>
                      <a:cubicBezTo>
                        <a:pt x="27242" y="32099"/>
                        <a:pt x="27146" y="32385"/>
                        <a:pt x="27146" y="32576"/>
                      </a:cubicBezTo>
                      <a:cubicBezTo>
                        <a:pt x="27146" y="32766"/>
                        <a:pt x="27146" y="33052"/>
                        <a:pt x="27337" y="33242"/>
                      </a:cubicBezTo>
                      <a:cubicBezTo>
                        <a:pt x="26765" y="33528"/>
                        <a:pt x="26479" y="34100"/>
                        <a:pt x="26384" y="35243"/>
                      </a:cubicBezTo>
                      <a:cubicBezTo>
                        <a:pt x="26289" y="36291"/>
                        <a:pt x="25908" y="36957"/>
                        <a:pt x="25336" y="37243"/>
                      </a:cubicBezTo>
                      <a:cubicBezTo>
                        <a:pt x="25336" y="37529"/>
                        <a:pt x="25336" y="37719"/>
                        <a:pt x="24955" y="37814"/>
                      </a:cubicBezTo>
                      <a:cubicBezTo>
                        <a:pt x="24574" y="37814"/>
                        <a:pt x="24289" y="37910"/>
                        <a:pt x="23908" y="38100"/>
                      </a:cubicBezTo>
                      <a:cubicBezTo>
                        <a:pt x="23527" y="37910"/>
                        <a:pt x="22955" y="37910"/>
                        <a:pt x="22384" y="37910"/>
                      </a:cubicBezTo>
                      <a:cubicBezTo>
                        <a:pt x="22193" y="37910"/>
                        <a:pt x="21907" y="37910"/>
                        <a:pt x="21622" y="37910"/>
                      </a:cubicBezTo>
                      <a:lnTo>
                        <a:pt x="20860" y="37910"/>
                      </a:lnTo>
                      <a:cubicBezTo>
                        <a:pt x="19717" y="37910"/>
                        <a:pt x="18955" y="37624"/>
                        <a:pt x="18288" y="37148"/>
                      </a:cubicBezTo>
                      <a:cubicBezTo>
                        <a:pt x="18288" y="36957"/>
                        <a:pt x="18288" y="36767"/>
                        <a:pt x="18288" y="36576"/>
                      </a:cubicBezTo>
                      <a:cubicBezTo>
                        <a:pt x="18288" y="36291"/>
                        <a:pt x="18097" y="35909"/>
                        <a:pt x="17812" y="35528"/>
                      </a:cubicBezTo>
                      <a:cubicBezTo>
                        <a:pt x="17526" y="35052"/>
                        <a:pt x="17431" y="34576"/>
                        <a:pt x="17431" y="34385"/>
                      </a:cubicBezTo>
                      <a:cubicBezTo>
                        <a:pt x="17431" y="34195"/>
                        <a:pt x="17431" y="34004"/>
                        <a:pt x="17526" y="33814"/>
                      </a:cubicBezTo>
                      <a:cubicBezTo>
                        <a:pt x="17526" y="33433"/>
                        <a:pt x="17335" y="32957"/>
                        <a:pt x="16859" y="32671"/>
                      </a:cubicBezTo>
                      <a:cubicBezTo>
                        <a:pt x="16478" y="32290"/>
                        <a:pt x="16192" y="32004"/>
                        <a:pt x="16192" y="31814"/>
                      </a:cubicBezTo>
                      <a:lnTo>
                        <a:pt x="16097" y="31814"/>
                      </a:lnTo>
                      <a:cubicBezTo>
                        <a:pt x="16573" y="31528"/>
                        <a:pt x="16764" y="31052"/>
                        <a:pt x="16573" y="30194"/>
                      </a:cubicBezTo>
                      <a:cubicBezTo>
                        <a:pt x="16573" y="30194"/>
                        <a:pt x="16288" y="30004"/>
                        <a:pt x="16002" y="30004"/>
                      </a:cubicBezTo>
                      <a:cubicBezTo>
                        <a:pt x="15811" y="30004"/>
                        <a:pt x="15716" y="29813"/>
                        <a:pt x="15716" y="29528"/>
                      </a:cubicBezTo>
                      <a:lnTo>
                        <a:pt x="16383" y="29147"/>
                      </a:lnTo>
                      <a:cubicBezTo>
                        <a:pt x="16383" y="29147"/>
                        <a:pt x="16097" y="28861"/>
                        <a:pt x="16002" y="28385"/>
                      </a:cubicBezTo>
                      <a:cubicBezTo>
                        <a:pt x="15907" y="28004"/>
                        <a:pt x="15716" y="27718"/>
                        <a:pt x="15621" y="27718"/>
                      </a:cubicBezTo>
                      <a:cubicBezTo>
                        <a:pt x="15811" y="27718"/>
                        <a:pt x="16002" y="27718"/>
                        <a:pt x="16288" y="27432"/>
                      </a:cubicBezTo>
                      <a:cubicBezTo>
                        <a:pt x="16288" y="27146"/>
                        <a:pt x="16288" y="26956"/>
                        <a:pt x="15907" y="26861"/>
                      </a:cubicBezTo>
                      <a:cubicBezTo>
                        <a:pt x="15526" y="26766"/>
                        <a:pt x="15335" y="26670"/>
                        <a:pt x="15240" y="26479"/>
                      </a:cubicBezTo>
                      <a:lnTo>
                        <a:pt x="15240" y="24670"/>
                      </a:lnTo>
                      <a:cubicBezTo>
                        <a:pt x="15240" y="23908"/>
                        <a:pt x="15049" y="23432"/>
                        <a:pt x="14478" y="23336"/>
                      </a:cubicBezTo>
                      <a:cubicBezTo>
                        <a:pt x="14478" y="23051"/>
                        <a:pt x="14573" y="22860"/>
                        <a:pt x="14668" y="22955"/>
                      </a:cubicBezTo>
                      <a:cubicBezTo>
                        <a:pt x="14383" y="22955"/>
                        <a:pt x="14288" y="22765"/>
                        <a:pt x="14288" y="22670"/>
                      </a:cubicBezTo>
                      <a:cubicBezTo>
                        <a:pt x="14288" y="22670"/>
                        <a:pt x="14288" y="22603"/>
                        <a:pt x="14288" y="22479"/>
                      </a:cubicBezTo>
                      <a:lnTo>
                        <a:pt x="14288" y="22289"/>
                      </a:lnTo>
                      <a:cubicBezTo>
                        <a:pt x="14288" y="22289"/>
                        <a:pt x="14097" y="22098"/>
                        <a:pt x="13716" y="22098"/>
                      </a:cubicBezTo>
                      <a:cubicBezTo>
                        <a:pt x="13716" y="21336"/>
                        <a:pt x="13811" y="20860"/>
                        <a:pt x="13811" y="20479"/>
                      </a:cubicBezTo>
                      <a:cubicBezTo>
                        <a:pt x="13811" y="19622"/>
                        <a:pt x="13525" y="18955"/>
                        <a:pt x="13049" y="18574"/>
                      </a:cubicBezTo>
                      <a:cubicBezTo>
                        <a:pt x="13049" y="18574"/>
                        <a:pt x="13049" y="18383"/>
                        <a:pt x="13049" y="18383"/>
                      </a:cubicBezTo>
                      <a:cubicBezTo>
                        <a:pt x="13049" y="18193"/>
                        <a:pt x="13049" y="18002"/>
                        <a:pt x="12954" y="17812"/>
                      </a:cubicBezTo>
                      <a:cubicBezTo>
                        <a:pt x="12954" y="17621"/>
                        <a:pt x="12954" y="17431"/>
                        <a:pt x="12954" y="17336"/>
                      </a:cubicBezTo>
                      <a:cubicBezTo>
                        <a:pt x="12954" y="17145"/>
                        <a:pt x="12954" y="17050"/>
                        <a:pt x="13240" y="16954"/>
                      </a:cubicBezTo>
                      <a:cubicBezTo>
                        <a:pt x="12668" y="16669"/>
                        <a:pt x="12382" y="16002"/>
                        <a:pt x="12287" y="14859"/>
                      </a:cubicBezTo>
                      <a:cubicBezTo>
                        <a:pt x="12192" y="13811"/>
                        <a:pt x="12001" y="13145"/>
                        <a:pt x="11716" y="12954"/>
                      </a:cubicBezTo>
                      <a:cubicBezTo>
                        <a:pt x="11716" y="12668"/>
                        <a:pt x="11716" y="12478"/>
                        <a:pt x="11716" y="12287"/>
                      </a:cubicBezTo>
                      <a:cubicBezTo>
                        <a:pt x="11716" y="11811"/>
                        <a:pt x="11525" y="11144"/>
                        <a:pt x="11144" y="10287"/>
                      </a:cubicBezTo>
                      <a:cubicBezTo>
                        <a:pt x="10763" y="9430"/>
                        <a:pt x="10573" y="8763"/>
                        <a:pt x="10573" y="8382"/>
                      </a:cubicBezTo>
                      <a:cubicBezTo>
                        <a:pt x="10573" y="8096"/>
                        <a:pt x="10573" y="7716"/>
                        <a:pt x="10763" y="7429"/>
                      </a:cubicBezTo>
                      <a:cubicBezTo>
                        <a:pt x="10477" y="7239"/>
                        <a:pt x="10287" y="6858"/>
                        <a:pt x="10192" y="6191"/>
                      </a:cubicBezTo>
                      <a:cubicBezTo>
                        <a:pt x="10096" y="5525"/>
                        <a:pt x="10001" y="4953"/>
                        <a:pt x="9906" y="4191"/>
                      </a:cubicBezTo>
                      <a:cubicBezTo>
                        <a:pt x="9239" y="3905"/>
                        <a:pt x="9144" y="3334"/>
                        <a:pt x="9334" y="2381"/>
                      </a:cubicBezTo>
                      <a:cubicBezTo>
                        <a:pt x="9715" y="1619"/>
                        <a:pt x="10287" y="1334"/>
                        <a:pt x="11144" y="1334"/>
                      </a:cubicBezTo>
                      <a:cubicBezTo>
                        <a:pt x="11430" y="1334"/>
                        <a:pt x="11811" y="1334"/>
                        <a:pt x="12287" y="1524"/>
                      </a:cubicBezTo>
                      <a:cubicBezTo>
                        <a:pt x="12763" y="1715"/>
                        <a:pt x="13144" y="1715"/>
                        <a:pt x="13430" y="1715"/>
                      </a:cubicBezTo>
                      <a:cubicBezTo>
                        <a:pt x="14097" y="1715"/>
                        <a:pt x="14573" y="1524"/>
                        <a:pt x="14954" y="1143"/>
                      </a:cubicBezTo>
                      <a:cubicBezTo>
                        <a:pt x="15240" y="1143"/>
                        <a:pt x="15621" y="1619"/>
                        <a:pt x="16002" y="2191"/>
                      </a:cubicBezTo>
                      <a:cubicBezTo>
                        <a:pt x="16383" y="2762"/>
                        <a:pt x="16764" y="3048"/>
                        <a:pt x="17050" y="3143"/>
                      </a:cubicBezTo>
                      <a:cubicBezTo>
                        <a:pt x="17050" y="3239"/>
                        <a:pt x="17145" y="3810"/>
                        <a:pt x="17145" y="4572"/>
                      </a:cubicBezTo>
                      <a:cubicBezTo>
                        <a:pt x="17145" y="5239"/>
                        <a:pt x="17431" y="5620"/>
                        <a:pt x="17907" y="5715"/>
                      </a:cubicBezTo>
                      <a:cubicBezTo>
                        <a:pt x="17907" y="5906"/>
                        <a:pt x="17907" y="6096"/>
                        <a:pt x="17907" y="6287"/>
                      </a:cubicBezTo>
                      <a:cubicBezTo>
                        <a:pt x="17907" y="6477"/>
                        <a:pt x="17907" y="6763"/>
                        <a:pt x="17717" y="7239"/>
                      </a:cubicBezTo>
                      <a:cubicBezTo>
                        <a:pt x="17717" y="7716"/>
                        <a:pt x="17621" y="8001"/>
                        <a:pt x="17621" y="8192"/>
                      </a:cubicBezTo>
                      <a:cubicBezTo>
                        <a:pt x="17621" y="8668"/>
                        <a:pt x="17907" y="8954"/>
                        <a:pt x="18478" y="9049"/>
                      </a:cubicBezTo>
                      <a:cubicBezTo>
                        <a:pt x="18478" y="9239"/>
                        <a:pt x="18478" y="9430"/>
                        <a:pt x="18478" y="9620"/>
                      </a:cubicBezTo>
                      <a:cubicBezTo>
                        <a:pt x="18478" y="9811"/>
                        <a:pt x="18478" y="10192"/>
                        <a:pt x="18383" y="10478"/>
                      </a:cubicBezTo>
                      <a:cubicBezTo>
                        <a:pt x="18383" y="10859"/>
                        <a:pt x="18193" y="11049"/>
                        <a:pt x="18193" y="11240"/>
                      </a:cubicBezTo>
                      <a:cubicBezTo>
                        <a:pt x="18193" y="11621"/>
                        <a:pt x="18478" y="11906"/>
                        <a:pt x="19050" y="12002"/>
                      </a:cubicBezTo>
                      <a:cubicBezTo>
                        <a:pt x="18955" y="12287"/>
                        <a:pt x="18859" y="12668"/>
                        <a:pt x="18859" y="12954"/>
                      </a:cubicBezTo>
                      <a:cubicBezTo>
                        <a:pt x="18859" y="13240"/>
                        <a:pt x="19050" y="13811"/>
                        <a:pt x="19431" y="14573"/>
                      </a:cubicBezTo>
                      <a:cubicBezTo>
                        <a:pt x="19812" y="15240"/>
                        <a:pt x="20002" y="15812"/>
                        <a:pt x="20002" y="16193"/>
                      </a:cubicBezTo>
                      <a:cubicBezTo>
                        <a:pt x="20002" y="16574"/>
                        <a:pt x="20002" y="16954"/>
                        <a:pt x="19717" y="17336"/>
                      </a:cubicBezTo>
                      <a:cubicBezTo>
                        <a:pt x="20193" y="17431"/>
                        <a:pt x="20479" y="18098"/>
                        <a:pt x="20574" y="19336"/>
                      </a:cubicBezTo>
                      <a:cubicBezTo>
                        <a:pt x="20669" y="20574"/>
                        <a:pt x="21241" y="21050"/>
                        <a:pt x="22193" y="21050"/>
                      </a:cubicBezTo>
                      <a:cubicBezTo>
                        <a:pt x="22479" y="20955"/>
                        <a:pt x="22574" y="20765"/>
                        <a:pt x="22574" y="20479"/>
                      </a:cubicBezTo>
                      <a:cubicBezTo>
                        <a:pt x="22574" y="20288"/>
                        <a:pt x="22479" y="19908"/>
                        <a:pt x="22193" y="19622"/>
                      </a:cubicBezTo>
                      <a:cubicBezTo>
                        <a:pt x="22288" y="18860"/>
                        <a:pt x="22574" y="18002"/>
                        <a:pt x="23146" y="17050"/>
                      </a:cubicBezTo>
                      <a:cubicBezTo>
                        <a:pt x="23717" y="16002"/>
                        <a:pt x="24003" y="15240"/>
                        <a:pt x="24003" y="14669"/>
                      </a:cubicBezTo>
                      <a:cubicBezTo>
                        <a:pt x="24003" y="14383"/>
                        <a:pt x="24003" y="14192"/>
                        <a:pt x="23908" y="13907"/>
                      </a:cubicBezTo>
                      <a:cubicBezTo>
                        <a:pt x="24289" y="13526"/>
                        <a:pt x="24479" y="12954"/>
                        <a:pt x="24479" y="11906"/>
                      </a:cubicBezTo>
                      <a:cubicBezTo>
                        <a:pt x="24574" y="10954"/>
                        <a:pt x="24860" y="10287"/>
                        <a:pt x="25146" y="10001"/>
                      </a:cubicBezTo>
                      <a:cubicBezTo>
                        <a:pt x="25146" y="9716"/>
                        <a:pt x="25051" y="9620"/>
                        <a:pt x="25051" y="9430"/>
                      </a:cubicBezTo>
                      <a:cubicBezTo>
                        <a:pt x="25051" y="9049"/>
                        <a:pt x="25241" y="8477"/>
                        <a:pt x="25527" y="8001"/>
                      </a:cubicBezTo>
                      <a:cubicBezTo>
                        <a:pt x="25908" y="7334"/>
                        <a:pt x="26098" y="6953"/>
                        <a:pt x="26098" y="6763"/>
                      </a:cubicBezTo>
                      <a:cubicBezTo>
                        <a:pt x="26098" y="6477"/>
                        <a:pt x="26003" y="6287"/>
                        <a:pt x="25813" y="6096"/>
                      </a:cubicBezTo>
                      <a:cubicBezTo>
                        <a:pt x="25813" y="6001"/>
                        <a:pt x="26003" y="5620"/>
                        <a:pt x="26384" y="5048"/>
                      </a:cubicBezTo>
                      <a:cubicBezTo>
                        <a:pt x="26765" y="4477"/>
                        <a:pt x="26956" y="4001"/>
                        <a:pt x="26956" y="3620"/>
                      </a:cubicBezTo>
                      <a:cubicBezTo>
                        <a:pt x="26956" y="3429"/>
                        <a:pt x="26956" y="3334"/>
                        <a:pt x="26956" y="3143"/>
                      </a:cubicBezTo>
                      <a:cubicBezTo>
                        <a:pt x="27146" y="3143"/>
                        <a:pt x="27432" y="2858"/>
                        <a:pt x="27527" y="2572"/>
                      </a:cubicBezTo>
                      <a:cubicBezTo>
                        <a:pt x="27527" y="2381"/>
                        <a:pt x="27622" y="2191"/>
                        <a:pt x="27718" y="1905"/>
                      </a:cubicBezTo>
                      <a:close/>
                      <a:moveTo>
                        <a:pt x="11525" y="31147"/>
                      </a:moveTo>
                      <a:lnTo>
                        <a:pt x="11335" y="30766"/>
                      </a:lnTo>
                      <a:lnTo>
                        <a:pt x="11716" y="30766"/>
                      </a:lnTo>
                      <a:cubicBezTo>
                        <a:pt x="11716" y="31242"/>
                        <a:pt x="11430" y="31528"/>
                        <a:pt x="11049" y="31528"/>
                      </a:cubicBezTo>
                      <a:cubicBezTo>
                        <a:pt x="10954" y="31528"/>
                        <a:pt x="10763" y="31528"/>
                        <a:pt x="10477" y="31433"/>
                      </a:cubicBezTo>
                      <a:cubicBezTo>
                        <a:pt x="10192" y="31433"/>
                        <a:pt x="10001" y="31433"/>
                        <a:pt x="9811" y="31433"/>
                      </a:cubicBezTo>
                      <a:cubicBezTo>
                        <a:pt x="10001" y="31433"/>
                        <a:pt x="10096" y="31337"/>
                        <a:pt x="10192" y="31337"/>
                      </a:cubicBezTo>
                      <a:cubicBezTo>
                        <a:pt x="10192" y="31337"/>
                        <a:pt x="10477" y="31337"/>
                        <a:pt x="10668" y="31433"/>
                      </a:cubicBezTo>
                      <a:cubicBezTo>
                        <a:pt x="10858" y="31433"/>
                        <a:pt x="11049" y="31623"/>
                        <a:pt x="11049" y="31623"/>
                      </a:cubicBezTo>
                      <a:cubicBezTo>
                        <a:pt x="11239" y="31623"/>
                        <a:pt x="11430" y="31433"/>
                        <a:pt x="11525" y="31242"/>
                      </a:cubicBezTo>
                      <a:close/>
                      <a:moveTo>
                        <a:pt x="9906" y="17717"/>
                      </a:moveTo>
                      <a:cubicBezTo>
                        <a:pt x="9906" y="17717"/>
                        <a:pt x="10477" y="17526"/>
                        <a:pt x="10573" y="17526"/>
                      </a:cubicBezTo>
                      <a:cubicBezTo>
                        <a:pt x="10763" y="17526"/>
                        <a:pt x="10954" y="17526"/>
                        <a:pt x="11239" y="17717"/>
                      </a:cubicBezTo>
                      <a:lnTo>
                        <a:pt x="10858" y="18098"/>
                      </a:lnTo>
                      <a:lnTo>
                        <a:pt x="11430" y="18574"/>
                      </a:lnTo>
                      <a:cubicBezTo>
                        <a:pt x="11430" y="18574"/>
                        <a:pt x="10858" y="19050"/>
                        <a:pt x="10573" y="18669"/>
                      </a:cubicBezTo>
                      <a:lnTo>
                        <a:pt x="10287" y="18288"/>
                      </a:lnTo>
                      <a:lnTo>
                        <a:pt x="10382" y="18288"/>
                      </a:lnTo>
                      <a:lnTo>
                        <a:pt x="9906" y="17621"/>
                      </a:lnTo>
                      <a:close/>
                      <a:moveTo>
                        <a:pt x="10763" y="29813"/>
                      </a:moveTo>
                      <a:cubicBezTo>
                        <a:pt x="10763" y="29813"/>
                        <a:pt x="10573" y="30004"/>
                        <a:pt x="10382" y="29909"/>
                      </a:cubicBezTo>
                      <a:cubicBezTo>
                        <a:pt x="10096" y="29909"/>
                        <a:pt x="9906" y="29623"/>
                        <a:pt x="9906" y="29528"/>
                      </a:cubicBezTo>
                      <a:lnTo>
                        <a:pt x="10763" y="29813"/>
                      </a:lnTo>
                      <a:close/>
                      <a:moveTo>
                        <a:pt x="10287" y="24479"/>
                      </a:moveTo>
                      <a:lnTo>
                        <a:pt x="10287" y="24194"/>
                      </a:lnTo>
                      <a:lnTo>
                        <a:pt x="11239" y="24194"/>
                      </a:lnTo>
                      <a:cubicBezTo>
                        <a:pt x="11239" y="24194"/>
                        <a:pt x="10668" y="24479"/>
                        <a:pt x="10287" y="24479"/>
                      </a:cubicBezTo>
                      <a:close/>
                      <a:moveTo>
                        <a:pt x="11811" y="23622"/>
                      </a:moveTo>
                      <a:cubicBezTo>
                        <a:pt x="11811" y="23622"/>
                        <a:pt x="11430" y="24003"/>
                        <a:pt x="11239" y="24194"/>
                      </a:cubicBezTo>
                      <a:lnTo>
                        <a:pt x="11049" y="23527"/>
                      </a:lnTo>
                      <a:lnTo>
                        <a:pt x="11716" y="23527"/>
                      </a:lnTo>
                      <a:close/>
                      <a:moveTo>
                        <a:pt x="11239" y="15240"/>
                      </a:moveTo>
                      <a:cubicBezTo>
                        <a:pt x="11239" y="15240"/>
                        <a:pt x="11239" y="15145"/>
                        <a:pt x="11239" y="15050"/>
                      </a:cubicBezTo>
                      <a:cubicBezTo>
                        <a:pt x="11239" y="14954"/>
                        <a:pt x="11239" y="14954"/>
                        <a:pt x="11144" y="14859"/>
                      </a:cubicBezTo>
                      <a:lnTo>
                        <a:pt x="11144" y="14859"/>
                      </a:lnTo>
                      <a:cubicBezTo>
                        <a:pt x="11144" y="14859"/>
                        <a:pt x="11239" y="14669"/>
                        <a:pt x="11430" y="14573"/>
                      </a:cubicBezTo>
                      <a:lnTo>
                        <a:pt x="11811" y="15335"/>
                      </a:lnTo>
                      <a:lnTo>
                        <a:pt x="11239" y="15335"/>
                      </a:lnTo>
                      <a:close/>
                      <a:moveTo>
                        <a:pt x="11239" y="24384"/>
                      </a:moveTo>
                      <a:lnTo>
                        <a:pt x="11239" y="24384"/>
                      </a:lnTo>
                      <a:cubicBezTo>
                        <a:pt x="11239" y="24384"/>
                        <a:pt x="11239" y="24384"/>
                        <a:pt x="11239" y="24384"/>
                      </a:cubicBezTo>
                      <a:lnTo>
                        <a:pt x="11239" y="24384"/>
                      </a:lnTo>
                      <a:close/>
                      <a:moveTo>
                        <a:pt x="11430" y="25527"/>
                      </a:moveTo>
                      <a:cubicBezTo>
                        <a:pt x="11430" y="25527"/>
                        <a:pt x="11811" y="25337"/>
                        <a:pt x="11906" y="25051"/>
                      </a:cubicBezTo>
                      <a:cubicBezTo>
                        <a:pt x="11906" y="24670"/>
                        <a:pt x="12097" y="24575"/>
                        <a:pt x="12287" y="24575"/>
                      </a:cubicBezTo>
                      <a:lnTo>
                        <a:pt x="11906" y="26003"/>
                      </a:lnTo>
                      <a:lnTo>
                        <a:pt x="11335" y="25527"/>
                      </a:lnTo>
                      <a:close/>
                      <a:moveTo>
                        <a:pt x="11430" y="29718"/>
                      </a:moveTo>
                      <a:lnTo>
                        <a:pt x="12001" y="29718"/>
                      </a:lnTo>
                      <a:lnTo>
                        <a:pt x="11620" y="30004"/>
                      </a:lnTo>
                      <a:lnTo>
                        <a:pt x="11430" y="29718"/>
                      </a:lnTo>
                      <a:close/>
                      <a:moveTo>
                        <a:pt x="12287" y="34100"/>
                      </a:moveTo>
                      <a:cubicBezTo>
                        <a:pt x="12287" y="34100"/>
                        <a:pt x="12287" y="34290"/>
                        <a:pt x="12382" y="34385"/>
                      </a:cubicBezTo>
                      <a:lnTo>
                        <a:pt x="12573" y="34576"/>
                      </a:lnTo>
                      <a:lnTo>
                        <a:pt x="11906" y="34100"/>
                      </a:lnTo>
                      <a:lnTo>
                        <a:pt x="12287" y="34100"/>
                      </a:lnTo>
                      <a:close/>
                      <a:moveTo>
                        <a:pt x="12097" y="31623"/>
                      </a:moveTo>
                      <a:cubicBezTo>
                        <a:pt x="12097" y="31623"/>
                        <a:pt x="12573" y="31814"/>
                        <a:pt x="12954" y="32099"/>
                      </a:cubicBezTo>
                      <a:cubicBezTo>
                        <a:pt x="12763" y="32099"/>
                        <a:pt x="12573" y="32099"/>
                        <a:pt x="12287" y="32099"/>
                      </a:cubicBezTo>
                      <a:cubicBezTo>
                        <a:pt x="12097" y="32004"/>
                        <a:pt x="12001" y="31909"/>
                        <a:pt x="12001" y="31814"/>
                      </a:cubicBezTo>
                      <a:cubicBezTo>
                        <a:pt x="12001" y="31814"/>
                        <a:pt x="12001" y="31623"/>
                        <a:pt x="12001" y="31623"/>
                      </a:cubicBezTo>
                      <a:close/>
                      <a:moveTo>
                        <a:pt x="13049" y="28004"/>
                      </a:moveTo>
                      <a:cubicBezTo>
                        <a:pt x="13049" y="28004"/>
                        <a:pt x="12859" y="27718"/>
                        <a:pt x="12478" y="27623"/>
                      </a:cubicBezTo>
                      <a:cubicBezTo>
                        <a:pt x="12097" y="27527"/>
                        <a:pt x="12001" y="27337"/>
                        <a:pt x="12001" y="26956"/>
                      </a:cubicBezTo>
                      <a:lnTo>
                        <a:pt x="12763" y="26575"/>
                      </a:lnTo>
                      <a:cubicBezTo>
                        <a:pt x="12763" y="26575"/>
                        <a:pt x="12763" y="26861"/>
                        <a:pt x="13049" y="27051"/>
                      </a:cubicBezTo>
                      <a:cubicBezTo>
                        <a:pt x="13240" y="27242"/>
                        <a:pt x="13335" y="27432"/>
                        <a:pt x="13335" y="27527"/>
                      </a:cubicBezTo>
                      <a:cubicBezTo>
                        <a:pt x="13335" y="27623"/>
                        <a:pt x="13335" y="27718"/>
                        <a:pt x="13144" y="27908"/>
                      </a:cubicBezTo>
                      <a:close/>
                      <a:moveTo>
                        <a:pt x="13240" y="21050"/>
                      </a:moveTo>
                      <a:cubicBezTo>
                        <a:pt x="13240" y="21050"/>
                        <a:pt x="13049" y="20860"/>
                        <a:pt x="12954" y="20860"/>
                      </a:cubicBezTo>
                      <a:cubicBezTo>
                        <a:pt x="12859" y="20860"/>
                        <a:pt x="12763" y="20860"/>
                        <a:pt x="12668" y="21050"/>
                      </a:cubicBezTo>
                      <a:cubicBezTo>
                        <a:pt x="12573" y="21146"/>
                        <a:pt x="12573" y="21241"/>
                        <a:pt x="12478" y="21241"/>
                      </a:cubicBezTo>
                      <a:cubicBezTo>
                        <a:pt x="12382" y="21241"/>
                        <a:pt x="12287" y="21241"/>
                        <a:pt x="12287" y="21050"/>
                      </a:cubicBezTo>
                      <a:cubicBezTo>
                        <a:pt x="12287" y="21050"/>
                        <a:pt x="12478" y="21050"/>
                        <a:pt x="12668" y="20955"/>
                      </a:cubicBezTo>
                      <a:cubicBezTo>
                        <a:pt x="12859" y="20955"/>
                        <a:pt x="13049" y="20860"/>
                        <a:pt x="13144" y="20860"/>
                      </a:cubicBezTo>
                      <a:cubicBezTo>
                        <a:pt x="13144" y="20860"/>
                        <a:pt x="13335" y="20955"/>
                        <a:pt x="13335" y="21050"/>
                      </a:cubicBezTo>
                      <a:close/>
                      <a:moveTo>
                        <a:pt x="12478" y="29718"/>
                      </a:moveTo>
                      <a:lnTo>
                        <a:pt x="12478" y="29147"/>
                      </a:lnTo>
                      <a:cubicBezTo>
                        <a:pt x="12478" y="29147"/>
                        <a:pt x="12668" y="29147"/>
                        <a:pt x="12859" y="29337"/>
                      </a:cubicBezTo>
                      <a:lnTo>
                        <a:pt x="12478" y="29718"/>
                      </a:lnTo>
                      <a:close/>
                      <a:moveTo>
                        <a:pt x="12668" y="25622"/>
                      </a:moveTo>
                      <a:cubicBezTo>
                        <a:pt x="12668" y="25622"/>
                        <a:pt x="13430" y="25432"/>
                        <a:pt x="13525" y="25622"/>
                      </a:cubicBezTo>
                      <a:lnTo>
                        <a:pt x="12668" y="25622"/>
                      </a:lnTo>
                      <a:close/>
                      <a:moveTo>
                        <a:pt x="13144" y="30861"/>
                      </a:moveTo>
                      <a:lnTo>
                        <a:pt x="13144" y="31528"/>
                      </a:lnTo>
                      <a:lnTo>
                        <a:pt x="12668" y="30766"/>
                      </a:lnTo>
                      <a:cubicBezTo>
                        <a:pt x="12668" y="30766"/>
                        <a:pt x="13144" y="30766"/>
                        <a:pt x="13144" y="30956"/>
                      </a:cubicBezTo>
                      <a:close/>
                      <a:moveTo>
                        <a:pt x="12859" y="36004"/>
                      </a:moveTo>
                      <a:lnTo>
                        <a:pt x="12859" y="36004"/>
                      </a:lnTo>
                      <a:close/>
                      <a:moveTo>
                        <a:pt x="12859" y="36004"/>
                      </a:moveTo>
                      <a:cubicBezTo>
                        <a:pt x="12859" y="36004"/>
                        <a:pt x="12954" y="36004"/>
                        <a:pt x="13049" y="35814"/>
                      </a:cubicBezTo>
                      <a:cubicBezTo>
                        <a:pt x="13049" y="35814"/>
                        <a:pt x="13240" y="35814"/>
                        <a:pt x="13240" y="35814"/>
                      </a:cubicBezTo>
                      <a:lnTo>
                        <a:pt x="13240" y="36100"/>
                      </a:lnTo>
                      <a:lnTo>
                        <a:pt x="12859" y="36100"/>
                      </a:lnTo>
                      <a:close/>
                      <a:moveTo>
                        <a:pt x="14002" y="18574"/>
                      </a:moveTo>
                      <a:lnTo>
                        <a:pt x="14764" y="18193"/>
                      </a:lnTo>
                      <a:cubicBezTo>
                        <a:pt x="14764" y="18193"/>
                        <a:pt x="14383" y="17812"/>
                        <a:pt x="14002" y="17812"/>
                      </a:cubicBezTo>
                      <a:lnTo>
                        <a:pt x="14002" y="18479"/>
                      </a:lnTo>
                      <a:close/>
                      <a:moveTo>
                        <a:pt x="14002" y="32480"/>
                      </a:moveTo>
                      <a:lnTo>
                        <a:pt x="14192" y="32290"/>
                      </a:lnTo>
                      <a:lnTo>
                        <a:pt x="14573" y="32290"/>
                      </a:lnTo>
                      <a:lnTo>
                        <a:pt x="14002" y="32480"/>
                      </a:lnTo>
                      <a:close/>
                      <a:moveTo>
                        <a:pt x="15049" y="28099"/>
                      </a:moveTo>
                      <a:cubicBezTo>
                        <a:pt x="15049" y="28099"/>
                        <a:pt x="15049" y="27527"/>
                        <a:pt x="15240" y="27146"/>
                      </a:cubicBezTo>
                      <a:lnTo>
                        <a:pt x="15430" y="27813"/>
                      </a:lnTo>
                      <a:cubicBezTo>
                        <a:pt x="15430" y="27813"/>
                        <a:pt x="15240" y="28004"/>
                        <a:pt x="15049" y="28099"/>
                      </a:cubicBezTo>
                      <a:close/>
                      <a:moveTo>
                        <a:pt x="15049" y="33052"/>
                      </a:moveTo>
                      <a:cubicBezTo>
                        <a:pt x="15049" y="33052"/>
                        <a:pt x="15335" y="32671"/>
                        <a:pt x="15526" y="32480"/>
                      </a:cubicBezTo>
                      <a:cubicBezTo>
                        <a:pt x="15526" y="32766"/>
                        <a:pt x="15526" y="32957"/>
                        <a:pt x="15526" y="33052"/>
                      </a:cubicBezTo>
                      <a:lnTo>
                        <a:pt x="15145" y="33052"/>
                      </a:lnTo>
                      <a:close/>
                      <a:moveTo>
                        <a:pt x="15430" y="27813"/>
                      </a:moveTo>
                      <a:lnTo>
                        <a:pt x="15621" y="27813"/>
                      </a:lnTo>
                      <a:cubicBezTo>
                        <a:pt x="15621" y="27813"/>
                        <a:pt x="15430" y="27813"/>
                        <a:pt x="15430" y="27813"/>
                      </a:cubicBezTo>
                      <a:lnTo>
                        <a:pt x="15430" y="27813"/>
                      </a:lnTo>
                      <a:close/>
                      <a:moveTo>
                        <a:pt x="16192" y="31814"/>
                      </a:moveTo>
                      <a:cubicBezTo>
                        <a:pt x="16192" y="31814"/>
                        <a:pt x="15907" y="32099"/>
                        <a:pt x="15526" y="32195"/>
                      </a:cubicBezTo>
                      <a:lnTo>
                        <a:pt x="16192" y="31814"/>
                      </a:lnTo>
                      <a:close/>
                      <a:moveTo>
                        <a:pt x="16288" y="24670"/>
                      </a:moveTo>
                      <a:lnTo>
                        <a:pt x="16288" y="24194"/>
                      </a:lnTo>
                      <a:lnTo>
                        <a:pt x="16097" y="24194"/>
                      </a:lnTo>
                      <a:lnTo>
                        <a:pt x="16288" y="24670"/>
                      </a:lnTo>
                      <a:close/>
                      <a:moveTo>
                        <a:pt x="17335" y="16954"/>
                      </a:moveTo>
                      <a:cubicBezTo>
                        <a:pt x="17240" y="16478"/>
                        <a:pt x="16859" y="16193"/>
                        <a:pt x="16478" y="16478"/>
                      </a:cubicBezTo>
                      <a:lnTo>
                        <a:pt x="16764" y="17145"/>
                      </a:lnTo>
                      <a:lnTo>
                        <a:pt x="16764" y="16954"/>
                      </a:lnTo>
                      <a:cubicBezTo>
                        <a:pt x="16764" y="16954"/>
                        <a:pt x="17335" y="17431"/>
                        <a:pt x="17335" y="17431"/>
                      </a:cubicBezTo>
                      <a:lnTo>
                        <a:pt x="17335" y="16954"/>
                      </a:lnTo>
                      <a:close/>
                      <a:moveTo>
                        <a:pt x="16573" y="19145"/>
                      </a:moveTo>
                      <a:lnTo>
                        <a:pt x="17335" y="18669"/>
                      </a:lnTo>
                      <a:cubicBezTo>
                        <a:pt x="17335" y="18669"/>
                        <a:pt x="17145" y="18574"/>
                        <a:pt x="17050" y="18574"/>
                      </a:cubicBezTo>
                      <a:cubicBezTo>
                        <a:pt x="16859" y="18574"/>
                        <a:pt x="16669" y="18574"/>
                        <a:pt x="16573" y="18574"/>
                      </a:cubicBezTo>
                      <a:lnTo>
                        <a:pt x="16954" y="18955"/>
                      </a:lnTo>
                      <a:lnTo>
                        <a:pt x="16573" y="19241"/>
                      </a:lnTo>
                      <a:close/>
                      <a:moveTo>
                        <a:pt x="18193" y="26479"/>
                      </a:moveTo>
                      <a:lnTo>
                        <a:pt x="18669" y="26003"/>
                      </a:lnTo>
                      <a:cubicBezTo>
                        <a:pt x="18669" y="26003"/>
                        <a:pt x="18288" y="25813"/>
                        <a:pt x="18097" y="25527"/>
                      </a:cubicBezTo>
                      <a:cubicBezTo>
                        <a:pt x="17907" y="25337"/>
                        <a:pt x="17717" y="25241"/>
                        <a:pt x="17717" y="25241"/>
                      </a:cubicBezTo>
                      <a:cubicBezTo>
                        <a:pt x="17621" y="25241"/>
                        <a:pt x="17431" y="25241"/>
                        <a:pt x="17335" y="25622"/>
                      </a:cubicBezTo>
                      <a:lnTo>
                        <a:pt x="18193" y="26479"/>
                      </a:lnTo>
                      <a:close/>
                      <a:moveTo>
                        <a:pt x="18574" y="31528"/>
                      </a:moveTo>
                      <a:cubicBezTo>
                        <a:pt x="18574" y="31528"/>
                        <a:pt x="18478" y="31242"/>
                        <a:pt x="18478" y="31147"/>
                      </a:cubicBezTo>
                      <a:cubicBezTo>
                        <a:pt x="18288" y="31147"/>
                        <a:pt x="18288" y="31147"/>
                        <a:pt x="18193" y="31147"/>
                      </a:cubicBezTo>
                      <a:lnTo>
                        <a:pt x="18097" y="31147"/>
                      </a:lnTo>
                      <a:lnTo>
                        <a:pt x="18097" y="30575"/>
                      </a:lnTo>
                      <a:lnTo>
                        <a:pt x="18193" y="30575"/>
                      </a:lnTo>
                      <a:cubicBezTo>
                        <a:pt x="18193" y="30575"/>
                        <a:pt x="18097" y="30575"/>
                        <a:pt x="18097" y="30575"/>
                      </a:cubicBezTo>
                      <a:lnTo>
                        <a:pt x="17431" y="31242"/>
                      </a:lnTo>
                      <a:lnTo>
                        <a:pt x="17717" y="31433"/>
                      </a:lnTo>
                      <a:lnTo>
                        <a:pt x="18097" y="31052"/>
                      </a:lnTo>
                      <a:lnTo>
                        <a:pt x="18574" y="31528"/>
                      </a:lnTo>
                      <a:close/>
                      <a:moveTo>
                        <a:pt x="18574" y="20669"/>
                      </a:moveTo>
                      <a:cubicBezTo>
                        <a:pt x="18574" y="20669"/>
                        <a:pt x="18955" y="20479"/>
                        <a:pt x="19336" y="20479"/>
                      </a:cubicBezTo>
                      <a:cubicBezTo>
                        <a:pt x="19621" y="20479"/>
                        <a:pt x="19812" y="20288"/>
                        <a:pt x="19907" y="20098"/>
                      </a:cubicBezTo>
                      <a:cubicBezTo>
                        <a:pt x="19336" y="19812"/>
                        <a:pt x="18859" y="20003"/>
                        <a:pt x="18574" y="20669"/>
                      </a:cubicBezTo>
                      <a:close/>
                      <a:moveTo>
                        <a:pt x="20098" y="27718"/>
                      </a:moveTo>
                      <a:lnTo>
                        <a:pt x="20098" y="27337"/>
                      </a:lnTo>
                      <a:lnTo>
                        <a:pt x="19907" y="26861"/>
                      </a:lnTo>
                      <a:lnTo>
                        <a:pt x="20098" y="27718"/>
                      </a:lnTo>
                      <a:close/>
                      <a:moveTo>
                        <a:pt x="22193" y="31433"/>
                      </a:moveTo>
                      <a:cubicBezTo>
                        <a:pt x="22193" y="31433"/>
                        <a:pt x="22193" y="30956"/>
                        <a:pt x="22098" y="30480"/>
                      </a:cubicBezTo>
                      <a:lnTo>
                        <a:pt x="21812" y="30671"/>
                      </a:lnTo>
                      <a:cubicBezTo>
                        <a:pt x="21241" y="29623"/>
                        <a:pt x="21050" y="28766"/>
                        <a:pt x="21145" y="27718"/>
                      </a:cubicBezTo>
                      <a:lnTo>
                        <a:pt x="20669" y="28289"/>
                      </a:lnTo>
                      <a:cubicBezTo>
                        <a:pt x="20669" y="28289"/>
                        <a:pt x="21050" y="28575"/>
                        <a:pt x="21050" y="28956"/>
                      </a:cubicBezTo>
                      <a:cubicBezTo>
                        <a:pt x="21050" y="29051"/>
                        <a:pt x="21050" y="29337"/>
                        <a:pt x="21050" y="29528"/>
                      </a:cubicBezTo>
                      <a:lnTo>
                        <a:pt x="21050" y="30099"/>
                      </a:lnTo>
                      <a:cubicBezTo>
                        <a:pt x="21050" y="30671"/>
                        <a:pt x="21241" y="30956"/>
                        <a:pt x="21622" y="31052"/>
                      </a:cubicBezTo>
                      <a:cubicBezTo>
                        <a:pt x="21431" y="31052"/>
                        <a:pt x="21336" y="31242"/>
                        <a:pt x="21241" y="31242"/>
                      </a:cubicBezTo>
                      <a:lnTo>
                        <a:pt x="21241" y="32385"/>
                      </a:lnTo>
                      <a:cubicBezTo>
                        <a:pt x="21241" y="32385"/>
                        <a:pt x="21526" y="32195"/>
                        <a:pt x="21622" y="32195"/>
                      </a:cubicBezTo>
                      <a:cubicBezTo>
                        <a:pt x="21622" y="31528"/>
                        <a:pt x="21622" y="31052"/>
                        <a:pt x="21907" y="30861"/>
                      </a:cubicBezTo>
                      <a:cubicBezTo>
                        <a:pt x="22193" y="31052"/>
                        <a:pt x="22288" y="31242"/>
                        <a:pt x="22288" y="31433"/>
                      </a:cubicBezTo>
                      <a:close/>
                      <a:moveTo>
                        <a:pt x="21622" y="26861"/>
                      </a:moveTo>
                      <a:cubicBezTo>
                        <a:pt x="21622" y="26861"/>
                        <a:pt x="21431" y="26670"/>
                        <a:pt x="21431" y="26670"/>
                      </a:cubicBezTo>
                      <a:cubicBezTo>
                        <a:pt x="21241" y="26670"/>
                        <a:pt x="21145" y="26670"/>
                        <a:pt x="20955" y="26956"/>
                      </a:cubicBezTo>
                      <a:lnTo>
                        <a:pt x="21717" y="26956"/>
                      </a:lnTo>
                      <a:close/>
                      <a:moveTo>
                        <a:pt x="21241" y="25146"/>
                      </a:moveTo>
                      <a:lnTo>
                        <a:pt x="21241" y="25622"/>
                      </a:lnTo>
                      <a:lnTo>
                        <a:pt x="21622" y="25241"/>
                      </a:lnTo>
                      <a:cubicBezTo>
                        <a:pt x="21622" y="25241"/>
                        <a:pt x="21336" y="25051"/>
                        <a:pt x="21241" y="25146"/>
                      </a:cubicBezTo>
                      <a:close/>
                      <a:moveTo>
                        <a:pt x="24289" y="27242"/>
                      </a:moveTo>
                      <a:lnTo>
                        <a:pt x="24289" y="26861"/>
                      </a:lnTo>
                      <a:lnTo>
                        <a:pt x="24098" y="26861"/>
                      </a:lnTo>
                      <a:lnTo>
                        <a:pt x="24098" y="25908"/>
                      </a:lnTo>
                      <a:lnTo>
                        <a:pt x="23431" y="26766"/>
                      </a:lnTo>
                      <a:lnTo>
                        <a:pt x="22860" y="26194"/>
                      </a:lnTo>
                      <a:cubicBezTo>
                        <a:pt x="22765" y="26766"/>
                        <a:pt x="22955" y="27051"/>
                        <a:pt x="23527" y="27146"/>
                      </a:cubicBezTo>
                      <a:cubicBezTo>
                        <a:pt x="24003" y="27146"/>
                        <a:pt x="24384" y="27146"/>
                        <a:pt x="24384" y="27337"/>
                      </a:cubicBezTo>
                      <a:close/>
                      <a:moveTo>
                        <a:pt x="26098" y="23717"/>
                      </a:moveTo>
                      <a:cubicBezTo>
                        <a:pt x="26098" y="23717"/>
                        <a:pt x="26384" y="23717"/>
                        <a:pt x="26479" y="23432"/>
                      </a:cubicBezTo>
                      <a:cubicBezTo>
                        <a:pt x="26479" y="23241"/>
                        <a:pt x="26670" y="23146"/>
                        <a:pt x="26765" y="23146"/>
                      </a:cubicBezTo>
                      <a:cubicBezTo>
                        <a:pt x="26765" y="23146"/>
                        <a:pt x="26956" y="23146"/>
                        <a:pt x="27051" y="23336"/>
                      </a:cubicBezTo>
                      <a:cubicBezTo>
                        <a:pt x="26956" y="23146"/>
                        <a:pt x="26860" y="23051"/>
                        <a:pt x="26670" y="23051"/>
                      </a:cubicBezTo>
                      <a:cubicBezTo>
                        <a:pt x="26575" y="23051"/>
                        <a:pt x="26384" y="23146"/>
                        <a:pt x="26003" y="23432"/>
                      </a:cubicBezTo>
                      <a:cubicBezTo>
                        <a:pt x="25622" y="23717"/>
                        <a:pt x="25432" y="23908"/>
                        <a:pt x="25146" y="23908"/>
                      </a:cubicBezTo>
                      <a:cubicBezTo>
                        <a:pt x="25051" y="23908"/>
                        <a:pt x="24955" y="23908"/>
                        <a:pt x="24860" y="23813"/>
                      </a:cubicBezTo>
                      <a:cubicBezTo>
                        <a:pt x="24670" y="23432"/>
                        <a:pt x="24574" y="23241"/>
                        <a:pt x="24574" y="23241"/>
                      </a:cubicBezTo>
                      <a:cubicBezTo>
                        <a:pt x="24574" y="23146"/>
                        <a:pt x="24670" y="22955"/>
                        <a:pt x="24860" y="22955"/>
                      </a:cubicBezTo>
                      <a:cubicBezTo>
                        <a:pt x="24860" y="22955"/>
                        <a:pt x="25051" y="22955"/>
                        <a:pt x="25432" y="23336"/>
                      </a:cubicBezTo>
                      <a:cubicBezTo>
                        <a:pt x="25432" y="23146"/>
                        <a:pt x="25432" y="22955"/>
                        <a:pt x="25051" y="22860"/>
                      </a:cubicBezTo>
                      <a:cubicBezTo>
                        <a:pt x="24860" y="22860"/>
                        <a:pt x="24670" y="22670"/>
                        <a:pt x="24479" y="22574"/>
                      </a:cubicBezTo>
                      <a:lnTo>
                        <a:pt x="24670" y="22860"/>
                      </a:lnTo>
                      <a:lnTo>
                        <a:pt x="23336" y="22860"/>
                      </a:lnTo>
                      <a:cubicBezTo>
                        <a:pt x="24003" y="22860"/>
                        <a:pt x="24384" y="23146"/>
                        <a:pt x="24479" y="23432"/>
                      </a:cubicBezTo>
                      <a:lnTo>
                        <a:pt x="23241" y="24289"/>
                      </a:lnTo>
                      <a:cubicBezTo>
                        <a:pt x="24098" y="24289"/>
                        <a:pt x="24955" y="24098"/>
                        <a:pt x="25813" y="23813"/>
                      </a:cubicBezTo>
                      <a:lnTo>
                        <a:pt x="25813" y="24479"/>
                      </a:lnTo>
                      <a:cubicBezTo>
                        <a:pt x="25813" y="24479"/>
                        <a:pt x="26384" y="24098"/>
                        <a:pt x="26765" y="23813"/>
                      </a:cubicBezTo>
                      <a:lnTo>
                        <a:pt x="26098" y="23813"/>
                      </a:lnTo>
                      <a:close/>
                      <a:moveTo>
                        <a:pt x="23527" y="20098"/>
                      </a:moveTo>
                      <a:lnTo>
                        <a:pt x="23527" y="20765"/>
                      </a:lnTo>
                      <a:lnTo>
                        <a:pt x="23717" y="20765"/>
                      </a:lnTo>
                      <a:lnTo>
                        <a:pt x="23717" y="20098"/>
                      </a:lnTo>
                      <a:lnTo>
                        <a:pt x="23527" y="20098"/>
                      </a:lnTo>
                      <a:close/>
                      <a:moveTo>
                        <a:pt x="26098" y="27146"/>
                      </a:moveTo>
                      <a:cubicBezTo>
                        <a:pt x="26098" y="27146"/>
                        <a:pt x="26098" y="26766"/>
                        <a:pt x="26003" y="26479"/>
                      </a:cubicBezTo>
                      <a:cubicBezTo>
                        <a:pt x="25908" y="26194"/>
                        <a:pt x="25813" y="26003"/>
                        <a:pt x="25908" y="25908"/>
                      </a:cubicBezTo>
                      <a:cubicBezTo>
                        <a:pt x="25908" y="25908"/>
                        <a:pt x="25622" y="25908"/>
                        <a:pt x="25051" y="25813"/>
                      </a:cubicBezTo>
                      <a:lnTo>
                        <a:pt x="24860" y="26289"/>
                      </a:lnTo>
                      <a:cubicBezTo>
                        <a:pt x="24860" y="26289"/>
                        <a:pt x="25336" y="26289"/>
                        <a:pt x="25336" y="26289"/>
                      </a:cubicBezTo>
                      <a:cubicBezTo>
                        <a:pt x="25336" y="26289"/>
                        <a:pt x="25336" y="26479"/>
                        <a:pt x="25241" y="26670"/>
                      </a:cubicBezTo>
                      <a:cubicBezTo>
                        <a:pt x="25241" y="26766"/>
                        <a:pt x="25241" y="26956"/>
                        <a:pt x="25241" y="26956"/>
                      </a:cubicBezTo>
                      <a:cubicBezTo>
                        <a:pt x="25241" y="26956"/>
                        <a:pt x="25241" y="26956"/>
                        <a:pt x="25432" y="26956"/>
                      </a:cubicBezTo>
                      <a:lnTo>
                        <a:pt x="25241" y="26956"/>
                      </a:lnTo>
                      <a:lnTo>
                        <a:pt x="25813" y="26384"/>
                      </a:lnTo>
                      <a:lnTo>
                        <a:pt x="26194" y="27242"/>
                      </a:lnTo>
                      <a:close/>
                      <a:moveTo>
                        <a:pt x="39814" y="37719"/>
                      </a:moveTo>
                      <a:lnTo>
                        <a:pt x="39814" y="37719"/>
                      </a:lnTo>
                      <a:close/>
                      <a:moveTo>
                        <a:pt x="41815" y="8954"/>
                      </a:moveTo>
                      <a:lnTo>
                        <a:pt x="42196" y="8954"/>
                      </a:lnTo>
                      <a:lnTo>
                        <a:pt x="42196" y="9525"/>
                      </a:lnTo>
                      <a:lnTo>
                        <a:pt x="41815" y="8954"/>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 name="Google Shape;1575;p99"/>
                <p:cNvSpPr/>
                <p:nvPr/>
              </p:nvSpPr>
              <p:spPr>
                <a:xfrm>
                  <a:off x="3418807" y="4628292"/>
                  <a:ext cx="28479" cy="37242"/>
                </a:xfrm>
                <a:custGeom>
                  <a:avLst/>
                  <a:gdLst/>
                  <a:ahLst/>
                  <a:cxnLst/>
                  <a:rect l="l" t="t" r="r" b="b"/>
                  <a:pathLst>
                    <a:path w="28479" h="37242" extrusionOk="0">
                      <a:moveTo>
                        <a:pt x="25241" y="29908"/>
                      </a:moveTo>
                      <a:cubicBezTo>
                        <a:pt x="25813" y="30289"/>
                        <a:pt x="26194" y="30956"/>
                        <a:pt x="26194" y="31813"/>
                      </a:cubicBezTo>
                      <a:cubicBezTo>
                        <a:pt x="26194" y="32575"/>
                        <a:pt x="26194" y="33433"/>
                        <a:pt x="26194" y="34195"/>
                      </a:cubicBezTo>
                      <a:cubicBezTo>
                        <a:pt x="26194" y="34576"/>
                        <a:pt x="26194" y="34957"/>
                        <a:pt x="26384" y="35242"/>
                      </a:cubicBezTo>
                      <a:cubicBezTo>
                        <a:pt x="25527" y="36576"/>
                        <a:pt x="24098" y="37243"/>
                        <a:pt x="22098" y="37243"/>
                      </a:cubicBezTo>
                      <a:cubicBezTo>
                        <a:pt x="21527" y="37243"/>
                        <a:pt x="20574" y="37243"/>
                        <a:pt x="19431" y="37052"/>
                      </a:cubicBezTo>
                      <a:cubicBezTo>
                        <a:pt x="18193" y="36957"/>
                        <a:pt x="17240" y="36957"/>
                        <a:pt x="16669" y="36957"/>
                      </a:cubicBezTo>
                      <a:cubicBezTo>
                        <a:pt x="16002" y="36957"/>
                        <a:pt x="15431" y="36957"/>
                        <a:pt x="14954" y="36957"/>
                      </a:cubicBezTo>
                      <a:lnTo>
                        <a:pt x="4572" y="36957"/>
                      </a:lnTo>
                      <a:lnTo>
                        <a:pt x="4572" y="36766"/>
                      </a:lnTo>
                      <a:cubicBezTo>
                        <a:pt x="4572" y="36766"/>
                        <a:pt x="3524" y="36576"/>
                        <a:pt x="2667" y="36766"/>
                      </a:cubicBezTo>
                      <a:cubicBezTo>
                        <a:pt x="1810" y="36957"/>
                        <a:pt x="1048" y="36766"/>
                        <a:pt x="572" y="36481"/>
                      </a:cubicBezTo>
                      <a:cubicBezTo>
                        <a:pt x="667" y="32195"/>
                        <a:pt x="762" y="27813"/>
                        <a:pt x="762" y="23527"/>
                      </a:cubicBezTo>
                      <a:cubicBezTo>
                        <a:pt x="762" y="19240"/>
                        <a:pt x="762" y="15049"/>
                        <a:pt x="572" y="10668"/>
                      </a:cubicBezTo>
                      <a:cubicBezTo>
                        <a:pt x="667" y="10858"/>
                        <a:pt x="857" y="10858"/>
                        <a:pt x="953" y="10858"/>
                      </a:cubicBezTo>
                      <a:lnTo>
                        <a:pt x="953" y="10668"/>
                      </a:lnTo>
                      <a:cubicBezTo>
                        <a:pt x="953" y="10668"/>
                        <a:pt x="1048" y="10382"/>
                        <a:pt x="857" y="10287"/>
                      </a:cubicBezTo>
                      <a:cubicBezTo>
                        <a:pt x="667" y="10192"/>
                        <a:pt x="572" y="10096"/>
                        <a:pt x="572" y="10001"/>
                      </a:cubicBezTo>
                      <a:cubicBezTo>
                        <a:pt x="572" y="10001"/>
                        <a:pt x="572" y="9906"/>
                        <a:pt x="762" y="9715"/>
                      </a:cubicBezTo>
                      <a:cubicBezTo>
                        <a:pt x="762" y="10001"/>
                        <a:pt x="762" y="10096"/>
                        <a:pt x="953" y="10192"/>
                      </a:cubicBezTo>
                      <a:cubicBezTo>
                        <a:pt x="1238" y="10192"/>
                        <a:pt x="1334" y="9906"/>
                        <a:pt x="1238" y="9620"/>
                      </a:cubicBezTo>
                      <a:cubicBezTo>
                        <a:pt x="1048" y="9239"/>
                        <a:pt x="1143" y="9049"/>
                        <a:pt x="1334" y="9049"/>
                      </a:cubicBezTo>
                      <a:cubicBezTo>
                        <a:pt x="1334" y="9049"/>
                        <a:pt x="1238" y="9144"/>
                        <a:pt x="1238" y="9239"/>
                      </a:cubicBezTo>
                      <a:cubicBezTo>
                        <a:pt x="1238" y="9335"/>
                        <a:pt x="1334" y="9525"/>
                        <a:pt x="1524" y="9620"/>
                      </a:cubicBezTo>
                      <a:cubicBezTo>
                        <a:pt x="1715" y="9811"/>
                        <a:pt x="1810" y="9811"/>
                        <a:pt x="1810" y="9906"/>
                      </a:cubicBezTo>
                      <a:lnTo>
                        <a:pt x="2477" y="9715"/>
                      </a:lnTo>
                      <a:lnTo>
                        <a:pt x="1810" y="9239"/>
                      </a:lnTo>
                      <a:lnTo>
                        <a:pt x="2477" y="8858"/>
                      </a:lnTo>
                      <a:cubicBezTo>
                        <a:pt x="2477" y="8858"/>
                        <a:pt x="2286" y="8572"/>
                        <a:pt x="1905" y="8287"/>
                      </a:cubicBezTo>
                      <a:cubicBezTo>
                        <a:pt x="1619" y="8096"/>
                        <a:pt x="1429" y="8001"/>
                        <a:pt x="1334" y="8001"/>
                      </a:cubicBezTo>
                      <a:cubicBezTo>
                        <a:pt x="1143" y="8001"/>
                        <a:pt x="953" y="8096"/>
                        <a:pt x="857" y="8382"/>
                      </a:cubicBezTo>
                      <a:cubicBezTo>
                        <a:pt x="667" y="8191"/>
                        <a:pt x="476" y="8096"/>
                        <a:pt x="476" y="8001"/>
                      </a:cubicBezTo>
                      <a:cubicBezTo>
                        <a:pt x="476" y="8001"/>
                        <a:pt x="572" y="7811"/>
                        <a:pt x="857" y="7620"/>
                      </a:cubicBezTo>
                      <a:cubicBezTo>
                        <a:pt x="1143" y="7334"/>
                        <a:pt x="1238" y="7239"/>
                        <a:pt x="1238" y="7048"/>
                      </a:cubicBezTo>
                      <a:lnTo>
                        <a:pt x="1619" y="7429"/>
                      </a:lnTo>
                      <a:lnTo>
                        <a:pt x="1905" y="7144"/>
                      </a:lnTo>
                      <a:cubicBezTo>
                        <a:pt x="1905" y="7144"/>
                        <a:pt x="2096" y="7239"/>
                        <a:pt x="2191" y="7239"/>
                      </a:cubicBezTo>
                      <a:cubicBezTo>
                        <a:pt x="2381" y="7239"/>
                        <a:pt x="2572" y="7239"/>
                        <a:pt x="2858" y="6953"/>
                      </a:cubicBezTo>
                      <a:cubicBezTo>
                        <a:pt x="3239" y="6858"/>
                        <a:pt x="3429" y="6667"/>
                        <a:pt x="3620" y="6667"/>
                      </a:cubicBezTo>
                      <a:cubicBezTo>
                        <a:pt x="3810" y="6667"/>
                        <a:pt x="4001" y="6763"/>
                        <a:pt x="4096" y="6953"/>
                      </a:cubicBezTo>
                      <a:lnTo>
                        <a:pt x="4286" y="6953"/>
                      </a:lnTo>
                      <a:cubicBezTo>
                        <a:pt x="4286" y="6953"/>
                        <a:pt x="4096" y="6382"/>
                        <a:pt x="3715" y="6287"/>
                      </a:cubicBezTo>
                      <a:cubicBezTo>
                        <a:pt x="3429" y="6287"/>
                        <a:pt x="3239" y="6096"/>
                        <a:pt x="3239" y="6001"/>
                      </a:cubicBezTo>
                      <a:cubicBezTo>
                        <a:pt x="2762" y="6001"/>
                        <a:pt x="2191" y="6001"/>
                        <a:pt x="1429" y="6001"/>
                      </a:cubicBezTo>
                      <a:cubicBezTo>
                        <a:pt x="1429" y="6096"/>
                        <a:pt x="1334" y="6191"/>
                        <a:pt x="1143" y="6191"/>
                      </a:cubicBezTo>
                      <a:cubicBezTo>
                        <a:pt x="1143" y="6191"/>
                        <a:pt x="953" y="6001"/>
                        <a:pt x="857" y="6001"/>
                      </a:cubicBezTo>
                      <a:cubicBezTo>
                        <a:pt x="857" y="6001"/>
                        <a:pt x="762" y="6001"/>
                        <a:pt x="667" y="6001"/>
                      </a:cubicBezTo>
                      <a:lnTo>
                        <a:pt x="286" y="4667"/>
                      </a:lnTo>
                      <a:cubicBezTo>
                        <a:pt x="286" y="4667"/>
                        <a:pt x="667" y="4667"/>
                        <a:pt x="762" y="4477"/>
                      </a:cubicBezTo>
                      <a:cubicBezTo>
                        <a:pt x="762" y="4191"/>
                        <a:pt x="667" y="4096"/>
                        <a:pt x="381" y="4191"/>
                      </a:cubicBezTo>
                      <a:cubicBezTo>
                        <a:pt x="95" y="4286"/>
                        <a:pt x="0" y="4286"/>
                        <a:pt x="0" y="4191"/>
                      </a:cubicBezTo>
                      <a:lnTo>
                        <a:pt x="381" y="3810"/>
                      </a:lnTo>
                      <a:lnTo>
                        <a:pt x="762" y="4191"/>
                      </a:lnTo>
                      <a:cubicBezTo>
                        <a:pt x="762" y="4191"/>
                        <a:pt x="857" y="3810"/>
                        <a:pt x="857" y="3334"/>
                      </a:cubicBezTo>
                      <a:cubicBezTo>
                        <a:pt x="857" y="3429"/>
                        <a:pt x="953" y="3524"/>
                        <a:pt x="1143" y="3620"/>
                      </a:cubicBezTo>
                      <a:cubicBezTo>
                        <a:pt x="1334" y="3429"/>
                        <a:pt x="1524" y="3238"/>
                        <a:pt x="1524" y="3238"/>
                      </a:cubicBezTo>
                      <a:cubicBezTo>
                        <a:pt x="1524" y="2953"/>
                        <a:pt x="1334" y="2857"/>
                        <a:pt x="953" y="2572"/>
                      </a:cubicBezTo>
                      <a:cubicBezTo>
                        <a:pt x="572" y="2286"/>
                        <a:pt x="381" y="2000"/>
                        <a:pt x="381" y="1810"/>
                      </a:cubicBezTo>
                      <a:cubicBezTo>
                        <a:pt x="381" y="1619"/>
                        <a:pt x="476" y="1333"/>
                        <a:pt x="762" y="1143"/>
                      </a:cubicBezTo>
                      <a:lnTo>
                        <a:pt x="1619" y="190"/>
                      </a:lnTo>
                      <a:cubicBezTo>
                        <a:pt x="3239" y="95"/>
                        <a:pt x="4858" y="0"/>
                        <a:pt x="6572" y="0"/>
                      </a:cubicBezTo>
                      <a:cubicBezTo>
                        <a:pt x="8287" y="0"/>
                        <a:pt x="10763" y="0"/>
                        <a:pt x="14097" y="286"/>
                      </a:cubicBezTo>
                      <a:cubicBezTo>
                        <a:pt x="17431" y="571"/>
                        <a:pt x="20003" y="571"/>
                        <a:pt x="21717" y="571"/>
                      </a:cubicBezTo>
                      <a:cubicBezTo>
                        <a:pt x="22860" y="571"/>
                        <a:pt x="24098" y="571"/>
                        <a:pt x="25146" y="571"/>
                      </a:cubicBezTo>
                      <a:cubicBezTo>
                        <a:pt x="25813" y="1048"/>
                        <a:pt x="26194" y="1810"/>
                        <a:pt x="26194" y="2667"/>
                      </a:cubicBezTo>
                      <a:cubicBezTo>
                        <a:pt x="26194" y="2953"/>
                        <a:pt x="26194" y="3429"/>
                        <a:pt x="26003" y="4096"/>
                      </a:cubicBezTo>
                      <a:cubicBezTo>
                        <a:pt x="26003" y="4763"/>
                        <a:pt x="25908" y="5239"/>
                        <a:pt x="25908" y="5620"/>
                      </a:cubicBezTo>
                      <a:cubicBezTo>
                        <a:pt x="25908" y="6001"/>
                        <a:pt x="25908" y="6287"/>
                        <a:pt x="25908" y="6572"/>
                      </a:cubicBezTo>
                      <a:cubicBezTo>
                        <a:pt x="25908" y="7048"/>
                        <a:pt x="25622" y="7334"/>
                        <a:pt x="25051" y="7334"/>
                      </a:cubicBezTo>
                      <a:cubicBezTo>
                        <a:pt x="24956" y="7334"/>
                        <a:pt x="24765" y="7334"/>
                        <a:pt x="24575" y="7334"/>
                      </a:cubicBezTo>
                      <a:lnTo>
                        <a:pt x="24098" y="7334"/>
                      </a:lnTo>
                      <a:cubicBezTo>
                        <a:pt x="24098" y="7334"/>
                        <a:pt x="23432" y="7334"/>
                        <a:pt x="23336" y="7525"/>
                      </a:cubicBezTo>
                      <a:lnTo>
                        <a:pt x="22289" y="7525"/>
                      </a:lnTo>
                      <a:lnTo>
                        <a:pt x="22289" y="7334"/>
                      </a:lnTo>
                      <a:cubicBezTo>
                        <a:pt x="20955" y="7334"/>
                        <a:pt x="19336" y="7525"/>
                        <a:pt x="17526" y="7525"/>
                      </a:cubicBezTo>
                      <a:cubicBezTo>
                        <a:pt x="16478" y="7525"/>
                        <a:pt x="14859" y="7525"/>
                        <a:pt x="12764" y="7525"/>
                      </a:cubicBezTo>
                      <a:lnTo>
                        <a:pt x="8001" y="7525"/>
                      </a:lnTo>
                      <a:cubicBezTo>
                        <a:pt x="7715" y="8096"/>
                        <a:pt x="7715" y="8668"/>
                        <a:pt x="7715" y="9335"/>
                      </a:cubicBezTo>
                      <a:cubicBezTo>
                        <a:pt x="7715" y="9525"/>
                        <a:pt x="7715" y="9906"/>
                        <a:pt x="7715" y="10287"/>
                      </a:cubicBezTo>
                      <a:lnTo>
                        <a:pt x="7715" y="11335"/>
                      </a:lnTo>
                      <a:cubicBezTo>
                        <a:pt x="7715" y="12002"/>
                        <a:pt x="7715" y="12573"/>
                        <a:pt x="7430" y="13145"/>
                      </a:cubicBezTo>
                      <a:cubicBezTo>
                        <a:pt x="7525" y="13621"/>
                        <a:pt x="7620" y="14002"/>
                        <a:pt x="7715" y="14383"/>
                      </a:cubicBezTo>
                      <a:cubicBezTo>
                        <a:pt x="7906" y="14954"/>
                        <a:pt x="8096" y="15240"/>
                        <a:pt x="8573" y="15240"/>
                      </a:cubicBezTo>
                      <a:cubicBezTo>
                        <a:pt x="8668" y="15240"/>
                        <a:pt x="8763" y="15240"/>
                        <a:pt x="8954" y="15240"/>
                      </a:cubicBezTo>
                      <a:cubicBezTo>
                        <a:pt x="9049" y="15240"/>
                        <a:pt x="9144" y="15240"/>
                        <a:pt x="9335" y="15240"/>
                      </a:cubicBezTo>
                      <a:cubicBezTo>
                        <a:pt x="9525" y="15240"/>
                        <a:pt x="9620" y="15240"/>
                        <a:pt x="9811" y="15240"/>
                      </a:cubicBezTo>
                      <a:cubicBezTo>
                        <a:pt x="10097" y="15240"/>
                        <a:pt x="10287" y="15145"/>
                        <a:pt x="10287" y="15145"/>
                      </a:cubicBezTo>
                      <a:cubicBezTo>
                        <a:pt x="10573" y="15145"/>
                        <a:pt x="10763" y="15240"/>
                        <a:pt x="10859" y="15526"/>
                      </a:cubicBezTo>
                      <a:cubicBezTo>
                        <a:pt x="11716" y="15240"/>
                        <a:pt x="12668" y="15145"/>
                        <a:pt x="13716" y="15145"/>
                      </a:cubicBezTo>
                      <a:cubicBezTo>
                        <a:pt x="14192" y="15145"/>
                        <a:pt x="15050" y="15145"/>
                        <a:pt x="16097" y="15240"/>
                      </a:cubicBezTo>
                      <a:cubicBezTo>
                        <a:pt x="17145" y="15240"/>
                        <a:pt x="18002" y="15430"/>
                        <a:pt x="18479" y="15430"/>
                      </a:cubicBezTo>
                      <a:cubicBezTo>
                        <a:pt x="18955" y="15430"/>
                        <a:pt x="19431" y="15430"/>
                        <a:pt x="19907" y="15240"/>
                      </a:cubicBezTo>
                      <a:cubicBezTo>
                        <a:pt x="20098" y="16097"/>
                        <a:pt x="20193" y="17145"/>
                        <a:pt x="20193" y="18383"/>
                      </a:cubicBezTo>
                      <a:cubicBezTo>
                        <a:pt x="20193" y="20003"/>
                        <a:pt x="20193" y="21050"/>
                        <a:pt x="20288" y="21622"/>
                      </a:cubicBezTo>
                      <a:cubicBezTo>
                        <a:pt x="19622" y="22098"/>
                        <a:pt x="18764" y="22288"/>
                        <a:pt x="17717" y="22288"/>
                      </a:cubicBezTo>
                      <a:cubicBezTo>
                        <a:pt x="17240" y="22288"/>
                        <a:pt x="16574" y="22288"/>
                        <a:pt x="15621" y="22288"/>
                      </a:cubicBezTo>
                      <a:cubicBezTo>
                        <a:pt x="14669" y="22288"/>
                        <a:pt x="14002" y="22098"/>
                        <a:pt x="13526" y="22098"/>
                      </a:cubicBezTo>
                      <a:cubicBezTo>
                        <a:pt x="13049" y="22098"/>
                        <a:pt x="12668" y="22098"/>
                        <a:pt x="12287" y="22098"/>
                      </a:cubicBezTo>
                      <a:lnTo>
                        <a:pt x="12287" y="21812"/>
                      </a:lnTo>
                      <a:cubicBezTo>
                        <a:pt x="12287" y="21812"/>
                        <a:pt x="11621" y="21812"/>
                        <a:pt x="10859" y="21812"/>
                      </a:cubicBezTo>
                      <a:cubicBezTo>
                        <a:pt x="10382" y="21812"/>
                        <a:pt x="9906" y="21812"/>
                        <a:pt x="9525" y="22098"/>
                      </a:cubicBezTo>
                      <a:cubicBezTo>
                        <a:pt x="9335" y="22098"/>
                        <a:pt x="9239" y="21907"/>
                        <a:pt x="8954" y="21907"/>
                      </a:cubicBezTo>
                      <a:cubicBezTo>
                        <a:pt x="8573" y="21907"/>
                        <a:pt x="8382" y="21907"/>
                        <a:pt x="8287" y="21907"/>
                      </a:cubicBezTo>
                      <a:cubicBezTo>
                        <a:pt x="7811" y="22098"/>
                        <a:pt x="7525" y="22479"/>
                        <a:pt x="7525" y="23050"/>
                      </a:cubicBezTo>
                      <a:cubicBezTo>
                        <a:pt x="7525" y="23527"/>
                        <a:pt x="7620" y="23813"/>
                        <a:pt x="7811" y="24003"/>
                      </a:cubicBezTo>
                      <a:cubicBezTo>
                        <a:pt x="7144" y="23908"/>
                        <a:pt x="6572" y="24003"/>
                        <a:pt x="6001" y="24574"/>
                      </a:cubicBezTo>
                      <a:lnTo>
                        <a:pt x="7144" y="24384"/>
                      </a:lnTo>
                      <a:lnTo>
                        <a:pt x="7144" y="24574"/>
                      </a:lnTo>
                      <a:cubicBezTo>
                        <a:pt x="7144" y="24574"/>
                        <a:pt x="7144" y="24765"/>
                        <a:pt x="7144" y="24765"/>
                      </a:cubicBezTo>
                      <a:cubicBezTo>
                        <a:pt x="7144" y="24765"/>
                        <a:pt x="7239" y="24574"/>
                        <a:pt x="7715" y="24384"/>
                      </a:cubicBezTo>
                      <a:cubicBezTo>
                        <a:pt x="7715" y="24194"/>
                        <a:pt x="7715" y="25146"/>
                        <a:pt x="7715" y="27051"/>
                      </a:cubicBezTo>
                      <a:cubicBezTo>
                        <a:pt x="7715" y="28099"/>
                        <a:pt x="7811" y="28956"/>
                        <a:pt x="8287" y="29528"/>
                      </a:cubicBezTo>
                      <a:cubicBezTo>
                        <a:pt x="9430" y="29623"/>
                        <a:pt x="10573" y="29718"/>
                        <a:pt x="11906" y="29718"/>
                      </a:cubicBezTo>
                      <a:cubicBezTo>
                        <a:pt x="12764" y="29718"/>
                        <a:pt x="14192" y="29718"/>
                        <a:pt x="16002" y="29528"/>
                      </a:cubicBezTo>
                      <a:cubicBezTo>
                        <a:pt x="17812" y="29432"/>
                        <a:pt x="19145" y="29337"/>
                        <a:pt x="20003" y="29337"/>
                      </a:cubicBezTo>
                      <a:cubicBezTo>
                        <a:pt x="21431" y="29337"/>
                        <a:pt x="22765" y="29337"/>
                        <a:pt x="23908" y="29623"/>
                      </a:cubicBezTo>
                      <a:cubicBezTo>
                        <a:pt x="24098" y="29146"/>
                        <a:pt x="24575" y="29051"/>
                        <a:pt x="25146" y="29528"/>
                      </a:cubicBezTo>
                      <a:close/>
                      <a:moveTo>
                        <a:pt x="1715" y="6953"/>
                      </a:moveTo>
                      <a:lnTo>
                        <a:pt x="2000" y="7334"/>
                      </a:lnTo>
                      <a:lnTo>
                        <a:pt x="2000" y="7525"/>
                      </a:lnTo>
                      <a:cubicBezTo>
                        <a:pt x="2000" y="7525"/>
                        <a:pt x="1810" y="7239"/>
                        <a:pt x="1715" y="7048"/>
                      </a:cubicBezTo>
                      <a:close/>
                      <a:moveTo>
                        <a:pt x="11049" y="20003"/>
                      </a:moveTo>
                      <a:lnTo>
                        <a:pt x="10478" y="20003"/>
                      </a:lnTo>
                      <a:cubicBezTo>
                        <a:pt x="10478" y="20003"/>
                        <a:pt x="10763" y="20288"/>
                        <a:pt x="11049" y="20003"/>
                      </a:cubicBezTo>
                      <a:lnTo>
                        <a:pt x="11240" y="20003"/>
                      </a:lnTo>
                      <a:cubicBezTo>
                        <a:pt x="11240" y="20003"/>
                        <a:pt x="11240" y="20193"/>
                        <a:pt x="11240" y="20288"/>
                      </a:cubicBezTo>
                      <a:lnTo>
                        <a:pt x="11906" y="20003"/>
                      </a:lnTo>
                      <a:cubicBezTo>
                        <a:pt x="11906" y="20003"/>
                        <a:pt x="12192" y="20288"/>
                        <a:pt x="12192" y="20288"/>
                      </a:cubicBezTo>
                      <a:lnTo>
                        <a:pt x="12859" y="20288"/>
                      </a:lnTo>
                      <a:lnTo>
                        <a:pt x="12859" y="20003"/>
                      </a:lnTo>
                      <a:lnTo>
                        <a:pt x="11240" y="20003"/>
                      </a:lnTo>
                      <a:cubicBezTo>
                        <a:pt x="11240" y="20003"/>
                        <a:pt x="11049" y="20003"/>
                        <a:pt x="11049" y="20003"/>
                      </a:cubicBezTo>
                      <a:close/>
                      <a:moveTo>
                        <a:pt x="19907" y="2857"/>
                      </a:moveTo>
                      <a:lnTo>
                        <a:pt x="19526" y="2572"/>
                      </a:lnTo>
                      <a:lnTo>
                        <a:pt x="19907" y="3334"/>
                      </a:lnTo>
                      <a:lnTo>
                        <a:pt x="19907" y="2857"/>
                      </a:lnTo>
                      <a:close/>
                      <a:moveTo>
                        <a:pt x="28289" y="32385"/>
                      </a:moveTo>
                      <a:lnTo>
                        <a:pt x="28480" y="32385"/>
                      </a:lnTo>
                      <a:lnTo>
                        <a:pt x="28004" y="32766"/>
                      </a:lnTo>
                      <a:lnTo>
                        <a:pt x="28385" y="32385"/>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 name="Google Shape;1576;p99"/>
                <p:cNvSpPr/>
                <p:nvPr/>
              </p:nvSpPr>
              <p:spPr>
                <a:xfrm>
                  <a:off x="3446811" y="4628673"/>
                  <a:ext cx="31051" cy="42576"/>
                </a:xfrm>
                <a:custGeom>
                  <a:avLst/>
                  <a:gdLst/>
                  <a:ahLst/>
                  <a:cxnLst/>
                  <a:rect l="l" t="t" r="r" b="b"/>
                  <a:pathLst>
                    <a:path w="31051" h="42576" extrusionOk="0">
                      <a:moveTo>
                        <a:pt x="26575" y="20479"/>
                      </a:moveTo>
                      <a:cubicBezTo>
                        <a:pt x="26575" y="20479"/>
                        <a:pt x="26575" y="20193"/>
                        <a:pt x="26384" y="20098"/>
                      </a:cubicBezTo>
                      <a:lnTo>
                        <a:pt x="26289" y="20098"/>
                      </a:lnTo>
                      <a:cubicBezTo>
                        <a:pt x="26289" y="20098"/>
                        <a:pt x="26289" y="20288"/>
                        <a:pt x="26289" y="20383"/>
                      </a:cubicBezTo>
                      <a:cubicBezTo>
                        <a:pt x="26289" y="20479"/>
                        <a:pt x="26289" y="20669"/>
                        <a:pt x="26003" y="21050"/>
                      </a:cubicBezTo>
                      <a:cubicBezTo>
                        <a:pt x="25813" y="21241"/>
                        <a:pt x="25813" y="21526"/>
                        <a:pt x="25813" y="21622"/>
                      </a:cubicBezTo>
                      <a:cubicBezTo>
                        <a:pt x="25813" y="21907"/>
                        <a:pt x="25908" y="22098"/>
                        <a:pt x="26194" y="22288"/>
                      </a:cubicBezTo>
                      <a:cubicBezTo>
                        <a:pt x="26194" y="22288"/>
                        <a:pt x="26099" y="22479"/>
                        <a:pt x="25908" y="22669"/>
                      </a:cubicBezTo>
                      <a:cubicBezTo>
                        <a:pt x="25718" y="22860"/>
                        <a:pt x="25718" y="23146"/>
                        <a:pt x="25718" y="23336"/>
                      </a:cubicBezTo>
                      <a:lnTo>
                        <a:pt x="25908" y="23527"/>
                      </a:lnTo>
                      <a:cubicBezTo>
                        <a:pt x="25908" y="23527"/>
                        <a:pt x="25527" y="23717"/>
                        <a:pt x="25241" y="23717"/>
                      </a:cubicBezTo>
                      <a:lnTo>
                        <a:pt x="24479" y="23717"/>
                      </a:lnTo>
                      <a:cubicBezTo>
                        <a:pt x="24479" y="23717"/>
                        <a:pt x="24289" y="23431"/>
                        <a:pt x="24289" y="23336"/>
                      </a:cubicBezTo>
                      <a:cubicBezTo>
                        <a:pt x="24194" y="23146"/>
                        <a:pt x="24003" y="23146"/>
                        <a:pt x="23813" y="23146"/>
                      </a:cubicBezTo>
                      <a:cubicBezTo>
                        <a:pt x="23527" y="23431"/>
                        <a:pt x="23432" y="23622"/>
                        <a:pt x="23432" y="23813"/>
                      </a:cubicBezTo>
                      <a:cubicBezTo>
                        <a:pt x="23432" y="24003"/>
                        <a:pt x="23717" y="24098"/>
                        <a:pt x="24289" y="24098"/>
                      </a:cubicBezTo>
                      <a:cubicBezTo>
                        <a:pt x="24860" y="24098"/>
                        <a:pt x="25146" y="24289"/>
                        <a:pt x="25241" y="24574"/>
                      </a:cubicBezTo>
                      <a:lnTo>
                        <a:pt x="25718" y="24098"/>
                      </a:lnTo>
                      <a:lnTo>
                        <a:pt x="25527" y="26765"/>
                      </a:lnTo>
                      <a:cubicBezTo>
                        <a:pt x="25527" y="26765"/>
                        <a:pt x="25527" y="26194"/>
                        <a:pt x="25432" y="26098"/>
                      </a:cubicBezTo>
                      <a:cubicBezTo>
                        <a:pt x="25432" y="26098"/>
                        <a:pt x="25241" y="26194"/>
                        <a:pt x="24860" y="26479"/>
                      </a:cubicBezTo>
                      <a:cubicBezTo>
                        <a:pt x="25146" y="26670"/>
                        <a:pt x="25527" y="27527"/>
                        <a:pt x="26194" y="28956"/>
                      </a:cubicBezTo>
                      <a:cubicBezTo>
                        <a:pt x="26003" y="28956"/>
                        <a:pt x="25718" y="28765"/>
                        <a:pt x="25432" y="28480"/>
                      </a:cubicBezTo>
                      <a:cubicBezTo>
                        <a:pt x="25432" y="28956"/>
                        <a:pt x="25432" y="29432"/>
                        <a:pt x="25432" y="29908"/>
                      </a:cubicBezTo>
                      <a:cubicBezTo>
                        <a:pt x="25432" y="30385"/>
                        <a:pt x="25622" y="30766"/>
                        <a:pt x="25813" y="31242"/>
                      </a:cubicBezTo>
                      <a:cubicBezTo>
                        <a:pt x="25527" y="31718"/>
                        <a:pt x="25146" y="31813"/>
                        <a:pt x="24860" y="31432"/>
                      </a:cubicBezTo>
                      <a:cubicBezTo>
                        <a:pt x="24670" y="31147"/>
                        <a:pt x="24479" y="31337"/>
                        <a:pt x="24384" y="31909"/>
                      </a:cubicBezTo>
                      <a:cubicBezTo>
                        <a:pt x="24384" y="32099"/>
                        <a:pt x="24575" y="32290"/>
                        <a:pt x="24765" y="32290"/>
                      </a:cubicBezTo>
                      <a:cubicBezTo>
                        <a:pt x="24956" y="32290"/>
                        <a:pt x="25051" y="32290"/>
                        <a:pt x="25051" y="32290"/>
                      </a:cubicBezTo>
                      <a:cubicBezTo>
                        <a:pt x="25051" y="32290"/>
                        <a:pt x="25051" y="32480"/>
                        <a:pt x="24860" y="32671"/>
                      </a:cubicBezTo>
                      <a:cubicBezTo>
                        <a:pt x="24194" y="32956"/>
                        <a:pt x="23717" y="33433"/>
                        <a:pt x="23432" y="33909"/>
                      </a:cubicBezTo>
                      <a:cubicBezTo>
                        <a:pt x="23241" y="34576"/>
                        <a:pt x="22765" y="34957"/>
                        <a:pt x="22098" y="35242"/>
                      </a:cubicBezTo>
                      <a:cubicBezTo>
                        <a:pt x="22003" y="35433"/>
                        <a:pt x="21717" y="35623"/>
                        <a:pt x="21431" y="35814"/>
                      </a:cubicBezTo>
                      <a:cubicBezTo>
                        <a:pt x="21050" y="35909"/>
                        <a:pt x="20765" y="36100"/>
                        <a:pt x="20479" y="35909"/>
                      </a:cubicBezTo>
                      <a:lnTo>
                        <a:pt x="19812" y="36766"/>
                      </a:lnTo>
                      <a:lnTo>
                        <a:pt x="19812" y="37052"/>
                      </a:lnTo>
                      <a:cubicBezTo>
                        <a:pt x="18955" y="36671"/>
                        <a:pt x="18002" y="36481"/>
                        <a:pt x="16859" y="36481"/>
                      </a:cubicBezTo>
                      <a:lnTo>
                        <a:pt x="15716" y="36481"/>
                      </a:lnTo>
                      <a:cubicBezTo>
                        <a:pt x="14954" y="36481"/>
                        <a:pt x="14288" y="36385"/>
                        <a:pt x="13621" y="36290"/>
                      </a:cubicBezTo>
                      <a:cubicBezTo>
                        <a:pt x="13335" y="35814"/>
                        <a:pt x="13049" y="35623"/>
                        <a:pt x="12859" y="35623"/>
                      </a:cubicBezTo>
                      <a:cubicBezTo>
                        <a:pt x="12668" y="35623"/>
                        <a:pt x="12287" y="35623"/>
                        <a:pt x="11906" y="36004"/>
                      </a:cubicBezTo>
                      <a:cubicBezTo>
                        <a:pt x="11430" y="36290"/>
                        <a:pt x="11144" y="36481"/>
                        <a:pt x="10858" y="36481"/>
                      </a:cubicBezTo>
                      <a:cubicBezTo>
                        <a:pt x="10763" y="36481"/>
                        <a:pt x="10573" y="36481"/>
                        <a:pt x="10573" y="36385"/>
                      </a:cubicBezTo>
                      <a:cubicBezTo>
                        <a:pt x="5429" y="36385"/>
                        <a:pt x="2191" y="36385"/>
                        <a:pt x="1048" y="36385"/>
                      </a:cubicBezTo>
                      <a:cubicBezTo>
                        <a:pt x="571" y="35909"/>
                        <a:pt x="381" y="35052"/>
                        <a:pt x="381" y="33814"/>
                      </a:cubicBezTo>
                      <a:lnTo>
                        <a:pt x="381" y="32099"/>
                      </a:lnTo>
                      <a:cubicBezTo>
                        <a:pt x="381" y="31242"/>
                        <a:pt x="286" y="30671"/>
                        <a:pt x="0" y="30289"/>
                      </a:cubicBezTo>
                      <a:cubicBezTo>
                        <a:pt x="381" y="29146"/>
                        <a:pt x="476" y="27813"/>
                        <a:pt x="476" y="26289"/>
                      </a:cubicBezTo>
                      <a:cubicBezTo>
                        <a:pt x="476" y="25527"/>
                        <a:pt x="476" y="24098"/>
                        <a:pt x="286" y="22098"/>
                      </a:cubicBezTo>
                      <a:cubicBezTo>
                        <a:pt x="95" y="20383"/>
                        <a:pt x="95" y="18955"/>
                        <a:pt x="95" y="17907"/>
                      </a:cubicBezTo>
                      <a:lnTo>
                        <a:pt x="95" y="17335"/>
                      </a:lnTo>
                      <a:cubicBezTo>
                        <a:pt x="95" y="17335"/>
                        <a:pt x="191" y="16764"/>
                        <a:pt x="476" y="16573"/>
                      </a:cubicBezTo>
                      <a:cubicBezTo>
                        <a:pt x="476" y="16192"/>
                        <a:pt x="476" y="15811"/>
                        <a:pt x="476" y="15430"/>
                      </a:cubicBezTo>
                      <a:cubicBezTo>
                        <a:pt x="476" y="14954"/>
                        <a:pt x="476" y="14478"/>
                        <a:pt x="476" y="13716"/>
                      </a:cubicBezTo>
                      <a:cubicBezTo>
                        <a:pt x="476" y="13049"/>
                        <a:pt x="476" y="12382"/>
                        <a:pt x="476" y="12097"/>
                      </a:cubicBezTo>
                      <a:cubicBezTo>
                        <a:pt x="476" y="11335"/>
                        <a:pt x="381" y="10763"/>
                        <a:pt x="191" y="10382"/>
                      </a:cubicBezTo>
                      <a:cubicBezTo>
                        <a:pt x="95" y="9811"/>
                        <a:pt x="0" y="9144"/>
                        <a:pt x="0" y="8477"/>
                      </a:cubicBezTo>
                      <a:cubicBezTo>
                        <a:pt x="0" y="7810"/>
                        <a:pt x="95" y="6763"/>
                        <a:pt x="191" y="5429"/>
                      </a:cubicBezTo>
                      <a:cubicBezTo>
                        <a:pt x="381" y="4000"/>
                        <a:pt x="476" y="2953"/>
                        <a:pt x="476" y="2191"/>
                      </a:cubicBezTo>
                      <a:cubicBezTo>
                        <a:pt x="476" y="1714"/>
                        <a:pt x="476" y="1333"/>
                        <a:pt x="381" y="857"/>
                      </a:cubicBezTo>
                      <a:cubicBezTo>
                        <a:pt x="762" y="571"/>
                        <a:pt x="1619" y="286"/>
                        <a:pt x="3048" y="0"/>
                      </a:cubicBezTo>
                      <a:lnTo>
                        <a:pt x="10954" y="190"/>
                      </a:lnTo>
                      <a:cubicBezTo>
                        <a:pt x="11430" y="381"/>
                        <a:pt x="11716" y="857"/>
                        <a:pt x="11716" y="1714"/>
                      </a:cubicBezTo>
                      <a:cubicBezTo>
                        <a:pt x="11716" y="2667"/>
                        <a:pt x="11716" y="3238"/>
                        <a:pt x="11906" y="3334"/>
                      </a:cubicBezTo>
                      <a:cubicBezTo>
                        <a:pt x="12192" y="3429"/>
                        <a:pt x="12573" y="3238"/>
                        <a:pt x="12764" y="2572"/>
                      </a:cubicBezTo>
                      <a:cubicBezTo>
                        <a:pt x="12764" y="2572"/>
                        <a:pt x="12764" y="2286"/>
                        <a:pt x="12573" y="2000"/>
                      </a:cubicBezTo>
                      <a:cubicBezTo>
                        <a:pt x="12573" y="1714"/>
                        <a:pt x="12478" y="1524"/>
                        <a:pt x="12478" y="1333"/>
                      </a:cubicBezTo>
                      <a:cubicBezTo>
                        <a:pt x="12478" y="952"/>
                        <a:pt x="12764" y="667"/>
                        <a:pt x="13240" y="667"/>
                      </a:cubicBezTo>
                      <a:cubicBezTo>
                        <a:pt x="13335" y="762"/>
                        <a:pt x="13525" y="857"/>
                        <a:pt x="13621" y="857"/>
                      </a:cubicBezTo>
                      <a:cubicBezTo>
                        <a:pt x="14002" y="857"/>
                        <a:pt x="14192" y="667"/>
                        <a:pt x="14288" y="190"/>
                      </a:cubicBezTo>
                      <a:lnTo>
                        <a:pt x="20669" y="381"/>
                      </a:lnTo>
                      <a:cubicBezTo>
                        <a:pt x="20669" y="381"/>
                        <a:pt x="20955" y="857"/>
                        <a:pt x="21241" y="762"/>
                      </a:cubicBezTo>
                      <a:cubicBezTo>
                        <a:pt x="21431" y="762"/>
                        <a:pt x="21717" y="762"/>
                        <a:pt x="21812" y="952"/>
                      </a:cubicBezTo>
                      <a:cubicBezTo>
                        <a:pt x="22765" y="1333"/>
                        <a:pt x="23527" y="1810"/>
                        <a:pt x="24194" y="2762"/>
                      </a:cubicBezTo>
                      <a:cubicBezTo>
                        <a:pt x="24670" y="3619"/>
                        <a:pt x="25146" y="4381"/>
                        <a:pt x="25718" y="5143"/>
                      </a:cubicBezTo>
                      <a:cubicBezTo>
                        <a:pt x="25432" y="6001"/>
                        <a:pt x="25337" y="6858"/>
                        <a:pt x="25337" y="7810"/>
                      </a:cubicBezTo>
                      <a:cubicBezTo>
                        <a:pt x="25337" y="8667"/>
                        <a:pt x="25527" y="10001"/>
                        <a:pt x="25813" y="11716"/>
                      </a:cubicBezTo>
                      <a:cubicBezTo>
                        <a:pt x="26099" y="13430"/>
                        <a:pt x="26289" y="14859"/>
                        <a:pt x="26289" y="15716"/>
                      </a:cubicBezTo>
                      <a:cubicBezTo>
                        <a:pt x="26289" y="16573"/>
                        <a:pt x="26289" y="17431"/>
                        <a:pt x="26003" y="18288"/>
                      </a:cubicBezTo>
                      <a:lnTo>
                        <a:pt x="26670" y="18574"/>
                      </a:lnTo>
                      <a:cubicBezTo>
                        <a:pt x="26670" y="18574"/>
                        <a:pt x="26194" y="18859"/>
                        <a:pt x="25813" y="19145"/>
                      </a:cubicBezTo>
                      <a:cubicBezTo>
                        <a:pt x="25813" y="19145"/>
                        <a:pt x="25813" y="19336"/>
                        <a:pt x="25813" y="19526"/>
                      </a:cubicBezTo>
                      <a:cubicBezTo>
                        <a:pt x="25813" y="19621"/>
                        <a:pt x="26003" y="19812"/>
                        <a:pt x="26289" y="19907"/>
                      </a:cubicBezTo>
                      <a:cubicBezTo>
                        <a:pt x="26575" y="19907"/>
                        <a:pt x="26765" y="20002"/>
                        <a:pt x="26861" y="20098"/>
                      </a:cubicBezTo>
                      <a:lnTo>
                        <a:pt x="26479" y="20479"/>
                      </a:lnTo>
                      <a:close/>
                      <a:moveTo>
                        <a:pt x="3048" y="12192"/>
                      </a:moveTo>
                      <a:cubicBezTo>
                        <a:pt x="3048" y="12192"/>
                        <a:pt x="3524" y="11906"/>
                        <a:pt x="3524" y="12001"/>
                      </a:cubicBezTo>
                      <a:cubicBezTo>
                        <a:pt x="3524" y="12001"/>
                        <a:pt x="3429" y="11811"/>
                        <a:pt x="3429" y="11621"/>
                      </a:cubicBezTo>
                      <a:lnTo>
                        <a:pt x="3429" y="11144"/>
                      </a:lnTo>
                      <a:cubicBezTo>
                        <a:pt x="3429" y="11144"/>
                        <a:pt x="3048" y="11716"/>
                        <a:pt x="3048" y="12192"/>
                      </a:cubicBezTo>
                      <a:close/>
                      <a:moveTo>
                        <a:pt x="24670" y="24670"/>
                      </a:moveTo>
                      <a:cubicBezTo>
                        <a:pt x="24670" y="24670"/>
                        <a:pt x="23813" y="24003"/>
                        <a:pt x="23336" y="23717"/>
                      </a:cubicBezTo>
                      <a:cubicBezTo>
                        <a:pt x="22765" y="23336"/>
                        <a:pt x="22193" y="23241"/>
                        <a:pt x="21717" y="23336"/>
                      </a:cubicBezTo>
                      <a:cubicBezTo>
                        <a:pt x="21527" y="22955"/>
                        <a:pt x="21050" y="22765"/>
                        <a:pt x="20288" y="22669"/>
                      </a:cubicBezTo>
                      <a:cubicBezTo>
                        <a:pt x="19526" y="22669"/>
                        <a:pt x="19050" y="22384"/>
                        <a:pt x="18764" y="21907"/>
                      </a:cubicBezTo>
                      <a:lnTo>
                        <a:pt x="19145" y="21526"/>
                      </a:lnTo>
                      <a:lnTo>
                        <a:pt x="18669" y="21050"/>
                      </a:lnTo>
                      <a:cubicBezTo>
                        <a:pt x="18669" y="19717"/>
                        <a:pt x="18669" y="18383"/>
                        <a:pt x="18669" y="16954"/>
                      </a:cubicBezTo>
                      <a:cubicBezTo>
                        <a:pt x="18669" y="15335"/>
                        <a:pt x="18764" y="14002"/>
                        <a:pt x="19050" y="12954"/>
                      </a:cubicBezTo>
                      <a:cubicBezTo>
                        <a:pt x="18955" y="12668"/>
                        <a:pt x="18860" y="12382"/>
                        <a:pt x="18860" y="11906"/>
                      </a:cubicBezTo>
                      <a:cubicBezTo>
                        <a:pt x="18860" y="11525"/>
                        <a:pt x="18955" y="11335"/>
                        <a:pt x="19050" y="11049"/>
                      </a:cubicBezTo>
                      <a:cubicBezTo>
                        <a:pt x="19050" y="10668"/>
                        <a:pt x="19431" y="10573"/>
                        <a:pt x="20003" y="10763"/>
                      </a:cubicBezTo>
                      <a:lnTo>
                        <a:pt x="20003" y="10763"/>
                      </a:lnTo>
                      <a:cubicBezTo>
                        <a:pt x="20003" y="10763"/>
                        <a:pt x="20003" y="10763"/>
                        <a:pt x="20003" y="10763"/>
                      </a:cubicBezTo>
                      <a:lnTo>
                        <a:pt x="20383" y="10287"/>
                      </a:lnTo>
                      <a:cubicBezTo>
                        <a:pt x="20383" y="10287"/>
                        <a:pt x="20098" y="10001"/>
                        <a:pt x="19907" y="10192"/>
                      </a:cubicBezTo>
                      <a:cubicBezTo>
                        <a:pt x="19621" y="10382"/>
                        <a:pt x="19526" y="10192"/>
                        <a:pt x="19526" y="9906"/>
                      </a:cubicBezTo>
                      <a:lnTo>
                        <a:pt x="18860" y="10096"/>
                      </a:lnTo>
                      <a:cubicBezTo>
                        <a:pt x="18860" y="8954"/>
                        <a:pt x="18860" y="8287"/>
                        <a:pt x="18764" y="8096"/>
                      </a:cubicBezTo>
                      <a:cubicBezTo>
                        <a:pt x="17526" y="7334"/>
                        <a:pt x="16193" y="6953"/>
                        <a:pt x="14764" y="6953"/>
                      </a:cubicBezTo>
                      <a:cubicBezTo>
                        <a:pt x="14478" y="6953"/>
                        <a:pt x="14192" y="6953"/>
                        <a:pt x="13907" y="6953"/>
                      </a:cubicBezTo>
                      <a:cubicBezTo>
                        <a:pt x="13335" y="6953"/>
                        <a:pt x="13049" y="6382"/>
                        <a:pt x="13049" y="5715"/>
                      </a:cubicBezTo>
                      <a:lnTo>
                        <a:pt x="13049" y="5239"/>
                      </a:lnTo>
                      <a:cubicBezTo>
                        <a:pt x="13049" y="5239"/>
                        <a:pt x="13049" y="4763"/>
                        <a:pt x="13049" y="4572"/>
                      </a:cubicBezTo>
                      <a:cubicBezTo>
                        <a:pt x="13049" y="4191"/>
                        <a:pt x="13049" y="4000"/>
                        <a:pt x="12859" y="3810"/>
                      </a:cubicBezTo>
                      <a:cubicBezTo>
                        <a:pt x="12668" y="4096"/>
                        <a:pt x="12478" y="4667"/>
                        <a:pt x="12478" y="5334"/>
                      </a:cubicBezTo>
                      <a:cubicBezTo>
                        <a:pt x="12383" y="6096"/>
                        <a:pt x="12287" y="6667"/>
                        <a:pt x="12002" y="7048"/>
                      </a:cubicBezTo>
                      <a:cubicBezTo>
                        <a:pt x="11335" y="7048"/>
                        <a:pt x="10478" y="7048"/>
                        <a:pt x="9525" y="6858"/>
                      </a:cubicBezTo>
                      <a:cubicBezTo>
                        <a:pt x="8477" y="6667"/>
                        <a:pt x="7906" y="7144"/>
                        <a:pt x="7906" y="8191"/>
                      </a:cubicBezTo>
                      <a:cubicBezTo>
                        <a:pt x="7906" y="8477"/>
                        <a:pt x="7906" y="8858"/>
                        <a:pt x="7906" y="9334"/>
                      </a:cubicBezTo>
                      <a:cubicBezTo>
                        <a:pt x="7906" y="9811"/>
                        <a:pt x="8001" y="10192"/>
                        <a:pt x="8001" y="10192"/>
                      </a:cubicBezTo>
                      <a:cubicBezTo>
                        <a:pt x="7715" y="10668"/>
                        <a:pt x="7620" y="10954"/>
                        <a:pt x="7620" y="11335"/>
                      </a:cubicBezTo>
                      <a:cubicBezTo>
                        <a:pt x="7620" y="11525"/>
                        <a:pt x="7715" y="11811"/>
                        <a:pt x="8001" y="12001"/>
                      </a:cubicBezTo>
                      <a:cubicBezTo>
                        <a:pt x="7715" y="12097"/>
                        <a:pt x="7525" y="12382"/>
                        <a:pt x="7525" y="12763"/>
                      </a:cubicBezTo>
                      <a:lnTo>
                        <a:pt x="7525" y="13716"/>
                      </a:lnTo>
                      <a:cubicBezTo>
                        <a:pt x="7525" y="13716"/>
                        <a:pt x="7049" y="13240"/>
                        <a:pt x="7144" y="12763"/>
                      </a:cubicBezTo>
                      <a:cubicBezTo>
                        <a:pt x="7144" y="12287"/>
                        <a:pt x="7144" y="11906"/>
                        <a:pt x="6953" y="11716"/>
                      </a:cubicBezTo>
                      <a:cubicBezTo>
                        <a:pt x="6668" y="11621"/>
                        <a:pt x="6001" y="11525"/>
                        <a:pt x="5048" y="11525"/>
                      </a:cubicBezTo>
                      <a:lnTo>
                        <a:pt x="6477" y="12954"/>
                      </a:lnTo>
                      <a:cubicBezTo>
                        <a:pt x="6477" y="12954"/>
                        <a:pt x="6953" y="12954"/>
                        <a:pt x="6953" y="13240"/>
                      </a:cubicBezTo>
                      <a:lnTo>
                        <a:pt x="6953" y="13906"/>
                      </a:lnTo>
                      <a:cubicBezTo>
                        <a:pt x="6953" y="13906"/>
                        <a:pt x="6953" y="14383"/>
                        <a:pt x="7144" y="14573"/>
                      </a:cubicBezTo>
                      <a:lnTo>
                        <a:pt x="7334" y="14288"/>
                      </a:lnTo>
                      <a:cubicBezTo>
                        <a:pt x="7811" y="14668"/>
                        <a:pt x="8096" y="15145"/>
                        <a:pt x="8096" y="16097"/>
                      </a:cubicBezTo>
                      <a:lnTo>
                        <a:pt x="8096" y="18097"/>
                      </a:lnTo>
                      <a:cubicBezTo>
                        <a:pt x="8096" y="18097"/>
                        <a:pt x="8096" y="18955"/>
                        <a:pt x="8096" y="19621"/>
                      </a:cubicBezTo>
                      <a:cubicBezTo>
                        <a:pt x="8096" y="20193"/>
                        <a:pt x="8096" y="20955"/>
                        <a:pt x="8096" y="22098"/>
                      </a:cubicBezTo>
                      <a:cubicBezTo>
                        <a:pt x="8096" y="23146"/>
                        <a:pt x="8096" y="24003"/>
                        <a:pt x="8096" y="24574"/>
                      </a:cubicBezTo>
                      <a:cubicBezTo>
                        <a:pt x="8096" y="25622"/>
                        <a:pt x="8096" y="26670"/>
                        <a:pt x="7811" y="27432"/>
                      </a:cubicBezTo>
                      <a:cubicBezTo>
                        <a:pt x="7715" y="27717"/>
                        <a:pt x="7811" y="27908"/>
                        <a:pt x="8096" y="28289"/>
                      </a:cubicBezTo>
                      <a:cubicBezTo>
                        <a:pt x="8382" y="28765"/>
                        <a:pt x="8477" y="28956"/>
                        <a:pt x="8477" y="29051"/>
                      </a:cubicBezTo>
                      <a:cubicBezTo>
                        <a:pt x="8477" y="29242"/>
                        <a:pt x="8287" y="29337"/>
                        <a:pt x="7906" y="29527"/>
                      </a:cubicBezTo>
                      <a:cubicBezTo>
                        <a:pt x="8287" y="29527"/>
                        <a:pt x="8573" y="29337"/>
                        <a:pt x="8763" y="29146"/>
                      </a:cubicBezTo>
                      <a:cubicBezTo>
                        <a:pt x="8954" y="29146"/>
                        <a:pt x="9239" y="29146"/>
                        <a:pt x="9620" y="29146"/>
                      </a:cubicBezTo>
                      <a:cubicBezTo>
                        <a:pt x="10096" y="29146"/>
                        <a:pt x="10382" y="29146"/>
                        <a:pt x="10573" y="29146"/>
                      </a:cubicBezTo>
                      <a:cubicBezTo>
                        <a:pt x="11335" y="29146"/>
                        <a:pt x="11811" y="29337"/>
                        <a:pt x="12097" y="29718"/>
                      </a:cubicBezTo>
                      <a:cubicBezTo>
                        <a:pt x="11811" y="30004"/>
                        <a:pt x="11811" y="30385"/>
                        <a:pt x="12192" y="30575"/>
                      </a:cubicBezTo>
                      <a:cubicBezTo>
                        <a:pt x="12192" y="31051"/>
                        <a:pt x="12097" y="32194"/>
                        <a:pt x="12097" y="34004"/>
                      </a:cubicBezTo>
                      <a:cubicBezTo>
                        <a:pt x="11906" y="34004"/>
                        <a:pt x="11716" y="33814"/>
                        <a:pt x="11621" y="33623"/>
                      </a:cubicBezTo>
                      <a:cubicBezTo>
                        <a:pt x="11525" y="33338"/>
                        <a:pt x="11335" y="33242"/>
                        <a:pt x="11240" y="33242"/>
                      </a:cubicBezTo>
                      <a:cubicBezTo>
                        <a:pt x="11240" y="33528"/>
                        <a:pt x="11525" y="33814"/>
                        <a:pt x="12002" y="34099"/>
                      </a:cubicBezTo>
                      <a:cubicBezTo>
                        <a:pt x="12478" y="34385"/>
                        <a:pt x="12668" y="34671"/>
                        <a:pt x="12668" y="34957"/>
                      </a:cubicBezTo>
                      <a:cubicBezTo>
                        <a:pt x="12668" y="35147"/>
                        <a:pt x="12668" y="35242"/>
                        <a:pt x="12478" y="35433"/>
                      </a:cubicBezTo>
                      <a:cubicBezTo>
                        <a:pt x="12764" y="35242"/>
                        <a:pt x="13049" y="35052"/>
                        <a:pt x="13430" y="34861"/>
                      </a:cubicBezTo>
                      <a:lnTo>
                        <a:pt x="13145" y="34861"/>
                      </a:lnTo>
                      <a:cubicBezTo>
                        <a:pt x="12954" y="34099"/>
                        <a:pt x="12668" y="32766"/>
                        <a:pt x="12287" y="30956"/>
                      </a:cubicBezTo>
                      <a:cubicBezTo>
                        <a:pt x="12478" y="30289"/>
                        <a:pt x="12954" y="29718"/>
                        <a:pt x="13716" y="29337"/>
                      </a:cubicBezTo>
                      <a:cubicBezTo>
                        <a:pt x="14002" y="29242"/>
                        <a:pt x="14669" y="28861"/>
                        <a:pt x="15716" y="28480"/>
                      </a:cubicBezTo>
                      <a:cubicBezTo>
                        <a:pt x="15907" y="28670"/>
                        <a:pt x="15907" y="28765"/>
                        <a:pt x="15907" y="28861"/>
                      </a:cubicBezTo>
                      <a:lnTo>
                        <a:pt x="17145" y="29051"/>
                      </a:lnTo>
                      <a:cubicBezTo>
                        <a:pt x="17145" y="29051"/>
                        <a:pt x="17145" y="28480"/>
                        <a:pt x="17145" y="28384"/>
                      </a:cubicBezTo>
                      <a:cubicBezTo>
                        <a:pt x="17145" y="28099"/>
                        <a:pt x="17050" y="28004"/>
                        <a:pt x="17050" y="27908"/>
                      </a:cubicBezTo>
                      <a:cubicBezTo>
                        <a:pt x="17336" y="27622"/>
                        <a:pt x="17717" y="27241"/>
                        <a:pt x="18288" y="26765"/>
                      </a:cubicBezTo>
                      <a:lnTo>
                        <a:pt x="18288" y="27527"/>
                      </a:lnTo>
                      <a:cubicBezTo>
                        <a:pt x="18288" y="27527"/>
                        <a:pt x="18764" y="27146"/>
                        <a:pt x="18764" y="26860"/>
                      </a:cubicBezTo>
                      <a:cubicBezTo>
                        <a:pt x="18764" y="26765"/>
                        <a:pt x="18669" y="26575"/>
                        <a:pt x="18574" y="26289"/>
                      </a:cubicBezTo>
                      <a:cubicBezTo>
                        <a:pt x="18479" y="26003"/>
                        <a:pt x="18383" y="25908"/>
                        <a:pt x="18383" y="25813"/>
                      </a:cubicBezTo>
                      <a:cubicBezTo>
                        <a:pt x="18383" y="25813"/>
                        <a:pt x="18383" y="25622"/>
                        <a:pt x="18574" y="25527"/>
                      </a:cubicBezTo>
                      <a:lnTo>
                        <a:pt x="18288" y="24289"/>
                      </a:lnTo>
                      <a:cubicBezTo>
                        <a:pt x="18288" y="24289"/>
                        <a:pt x="17812" y="24289"/>
                        <a:pt x="17526" y="24384"/>
                      </a:cubicBezTo>
                      <a:cubicBezTo>
                        <a:pt x="17050" y="24003"/>
                        <a:pt x="16859" y="23717"/>
                        <a:pt x="16954" y="23336"/>
                      </a:cubicBezTo>
                      <a:cubicBezTo>
                        <a:pt x="16954" y="23336"/>
                        <a:pt x="17145" y="23146"/>
                        <a:pt x="17526" y="23146"/>
                      </a:cubicBezTo>
                      <a:cubicBezTo>
                        <a:pt x="17526" y="23431"/>
                        <a:pt x="17717" y="23622"/>
                        <a:pt x="17717" y="23527"/>
                      </a:cubicBezTo>
                      <a:cubicBezTo>
                        <a:pt x="18764" y="23527"/>
                        <a:pt x="19621" y="23527"/>
                        <a:pt x="20383" y="24003"/>
                      </a:cubicBezTo>
                      <a:lnTo>
                        <a:pt x="20383" y="24289"/>
                      </a:lnTo>
                      <a:cubicBezTo>
                        <a:pt x="20383" y="24289"/>
                        <a:pt x="20383" y="24479"/>
                        <a:pt x="20098" y="24574"/>
                      </a:cubicBezTo>
                      <a:cubicBezTo>
                        <a:pt x="19907" y="24574"/>
                        <a:pt x="19717" y="24670"/>
                        <a:pt x="19717" y="24765"/>
                      </a:cubicBezTo>
                      <a:lnTo>
                        <a:pt x="20383" y="24765"/>
                      </a:lnTo>
                      <a:cubicBezTo>
                        <a:pt x="20383" y="24765"/>
                        <a:pt x="20574" y="24955"/>
                        <a:pt x="20574" y="25241"/>
                      </a:cubicBezTo>
                      <a:cubicBezTo>
                        <a:pt x="20860" y="24955"/>
                        <a:pt x="20955" y="24860"/>
                        <a:pt x="21146" y="24860"/>
                      </a:cubicBezTo>
                      <a:cubicBezTo>
                        <a:pt x="21241" y="24860"/>
                        <a:pt x="21431" y="25051"/>
                        <a:pt x="21527" y="25527"/>
                      </a:cubicBezTo>
                      <a:cubicBezTo>
                        <a:pt x="21717" y="25908"/>
                        <a:pt x="21812" y="26194"/>
                        <a:pt x="22098" y="26194"/>
                      </a:cubicBezTo>
                      <a:lnTo>
                        <a:pt x="22098" y="24765"/>
                      </a:lnTo>
                      <a:cubicBezTo>
                        <a:pt x="22098" y="24765"/>
                        <a:pt x="22384" y="24955"/>
                        <a:pt x="22479" y="24955"/>
                      </a:cubicBezTo>
                      <a:cubicBezTo>
                        <a:pt x="22574" y="24955"/>
                        <a:pt x="22765" y="24955"/>
                        <a:pt x="23050" y="24765"/>
                      </a:cubicBezTo>
                      <a:cubicBezTo>
                        <a:pt x="23336" y="24670"/>
                        <a:pt x="23432" y="24574"/>
                        <a:pt x="23622" y="24670"/>
                      </a:cubicBezTo>
                      <a:cubicBezTo>
                        <a:pt x="23717" y="24670"/>
                        <a:pt x="23813" y="24860"/>
                        <a:pt x="23813" y="24955"/>
                      </a:cubicBezTo>
                      <a:cubicBezTo>
                        <a:pt x="23813" y="24955"/>
                        <a:pt x="23813" y="25241"/>
                        <a:pt x="23527" y="25336"/>
                      </a:cubicBezTo>
                      <a:cubicBezTo>
                        <a:pt x="23336" y="25527"/>
                        <a:pt x="23241" y="25622"/>
                        <a:pt x="23241" y="25717"/>
                      </a:cubicBezTo>
                      <a:lnTo>
                        <a:pt x="23717" y="25717"/>
                      </a:lnTo>
                      <a:lnTo>
                        <a:pt x="23908" y="24193"/>
                      </a:lnTo>
                      <a:lnTo>
                        <a:pt x="24479" y="24765"/>
                      </a:lnTo>
                      <a:cubicBezTo>
                        <a:pt x="24479" y="24765"/>
                        <a:pt x="24479" y="24574"/>
                        <a:pt x="24575" y="24479"/>
                      </a:cubicBezTo>
                      <a:cubicBezTo>
                        <a:pt x="24670" y="24479"/>
                        <a:pt x="24765" y="24479"/>
                        <a:pt x="24956" y="24574"/>
                      </a:cubicBezTo>
                      <a:cubicBezTo>
                        <a:pt x="25146" y="24765"/>
                        <a:pt x="25241" y="24765"/>
                        <a:pt x="25146" y="24574"/>
                      </a:cubicBezTo>
                      <a:cubicBezTo>
                        <a:pt x="25146" y="24574"/>
                        <a:pt x="25146" y="24574"/>
                        <a:pt x="25146" y="24574"/>
                      </a:cubicBezTo>
                      <a:lnTo>
                        <a:pt x="25051" y="24574"/>
                      </a:lnTo>
                      <a:cubicBezTo>
                        <a:pt x="25051" y="24574"/>
                        <a:pt x="24765" y="24384"/>
                        <a:pt x="24670" y="24479"/>
                      </a:cubicBezTo>
                      <a:close/>
                      <a:moveTo>
                        <a:pt x="13525" y="29432"/>
                      </a:moveTo>
                      <a:lnTo>
                        <a:pt x="13525" y="29051"/>
                      </a:lnTo>
                      <a:lnTo>
                        <a:pt x="13811" y="29051"/>
                      </a:lnTo>
                      <a:lnTo>
                        <a:pt x="13525" y="29432"/>
                      </a:lnTo>
                      <a:close/>
                      <a:moveTo>
                        <a:pt x="14573" y="33718"/>
                      </a:moveTo>
                      <a:lnTo>
                        <a:pt x="14573" y="33338"/>
                      </a:lnTo>
                      <a:cubicBezTo>
                        <a:pt x="14573" y="33338"/>
                        <a:pt x="14288" y="33242"/>
                        <a:pt x="14002" y="33052"/>
                      </a:cubicBezTo>
                      <a:cubicBezTo>
                        <a:pt x="14002" y="33242"/>
                        <a:pt x="14002" y="33433"/>
                        <a:pt x="14002" y="33528"/>
                      </a:cubicBezTo>
                      <a:cubicBezTo>
                        <a:pt x="14097" y="33623"/>
                        <a:pt x="14288" y="33718"/>
                        <a:pt x="14478" y="33623"/>
                      </a:cubicBezTo>
                      <a:close/>
                      <a:moveTo>
                        <a:pt x="14669" y="36004"/>
                      </a:moveTo>
                      <a:lnTo>
                        <a:pt x="15050" y="35623"/>
                      </a:lnTo>
                      <a:lnTo>
                        <a:pt x="14669" y="35242"/>
                      </a:lnTo>
                      <a:lnTo>
                        <a:pt x="14669" y="36004"/>
                      </a:lnTo>
                      <a:close/>
                      <a:moveTo>
                        <a:pt x="16383" y="34766"/>
                      </a:moveTo>
                      <a:cubicBezTo>
                        <a:pt x="16383" y="34766"/>
                        <a:pt x="16383" y="34099"/>
                        <a:pt x="16097" y="34099"/>
                      </a:cubicBezTo>
                      <a:cubicBezTo>
                        <a:pt x="16002" y="34099"/>
                        <a:pt x="15716" y="34195"/>
                        <a:pt x="15335" y="34480"/>
                      </a:cubicBezTo>
                      <a:cubicBezTo>
                        <a:pt x="15050" y="34671"/>
                        <a:pt x="14859" y="34766"/>
                        <a:pt x="14764" y="34766"/>
                      </a:cubicBezTo>
                      <a:cubicBezTo>
                        <a:pt x="14954" y="34861"/>
                        <a:pt x="15050" y="34957"/>
                        <a:pt x="15145" y="34957"/>
                      </a:cubicBezTo>
                      <a:cubicBezTo>
                        <a:pt x="15145" y="34957"/>
                        <a:pt x="15335" y="34957"/>
                        <a:pt x="15526" y="34766"/>
                      </a:cubicBezTo>
                      <a:cubicBezTo>
                        <a:pt x="15716" y="34671"/>
                        <a:pt x="15812" y="34576"/>
                        <a:pt x="15907" y="34576"/>
                      </a:cubicBezTo>
                      <a:cubicBezTo>
                        <a:pt x="16002" y="34576"/>
                        <a:pt x="16193" y="34576"/>
                        <a:pt x="16288" y="34766"/>
                      </a:cubicBezTo>
                      <a:close/>
                      <a:moveTo>
                        <a:pt x="15812" y="27717"/>
                      </a:moveTo>
                      <a:cubicBezTo>
                        <a:pt x="15812" y="27717"/>
                        <a:pt x="15335" y="27051"/>
                        <a:pt x="15716" y="26860"/>
                      </a:cubicBezTo>
                      <a:lnTo>
                        <a:pt x="16288" y="27622"/>
                      </a:lnTo>
                      <a:cubicBezTo>
                        <a:pt x="16288" y="27622"/>
                        <a:pt x="16002" y="27622"/>
                        <a:pt x="15907" y="27813"/>
                      </a:cubicBezTo>
                      <a:close/>
                      <a:moveTo>
                        <a:pt x="17431" y="38957"/>
                      </a:moveTo>
                      <a:cubicBezTo>
                        <a:pt x="17431" y="38957"/>
                        <a:pt x="17145" y="38671"/>
                        <a:pt x="17145" y="38576"/>
                      </a:cubicBezTo>
                      <a:cubicBezTo>
                        <a:pt x="17145" y="38481"/>
                        <a:pt x="17336" y="38290"/>
                        <a:pt x="17717" y="38195"/>
                      </a:cubicBezTo>
                      <a:cubicBezTo>
                        <a:pt x="18098" y="38005"/>
                        <a:pt x="18288" y="38005"/>
                        <a:pt x="18479" y="37814"/>
                      </a:cubicBezTo>
                      <a:cubicBezTo>
                        <a:pt x="18479" y="37909"/>
                        <a:pt x="18288" y="38005"/>
                        <a:pt x="17907" y="38195"/>
                      </a:cubicBezTo>
                      <a:cubicBezTo>
                        <a:pt x="17621" y="38290"/>
                        <a:pt x="17431" y="38481"/>
                        <a:pt x="17431" y="38671"/>
                      </a:cubicBezTo>
                      <a:cubicBezTo>
                        <a:pt x="17431" y="38767"/>
                        <a:pt x="17431" y="38862"/>
                        <a:pt x="17717" y="39052"/>
                      </a:cubicBezTo>
                      <a:lnTo>
                        <a:pt x="17431" y="39052"/>
                      </a:lnTo>
                      <a:close/>
                      <a:moveTo>
                        <a:pt x="18860" y="23146"/>
                      </a:moveTo>
                      <a:cubicBezTo>
                        <a:pt x="18860" y="23146"/>
                        <a:pt x="19336" y="23241"/>
                        <a:pt x="19336" y="23336"/>
                      </a:cubicBezTo>
                      <a:lnTo>
                        <a:pt x="19050" y="23527"/>
                      </a:lnTo>
                      <a:lnTo>
                        <a:pt x="19050" y="23146"/>
                      </a:lnTo>
                      <a:close/>
                      <a:moveTo>
                        <a:pt x="19145" y="31337"/>
                      </a:moveTo>
                      <a:lnTo>
                        <a:pt x="20288" y="31147"/>
                      </a:lnTo>
                      <a:lnTo>
                        <a:pt x="20288" y="30766"/>
                      </a:lnTo>
                      <a:cubicBezTo>
                        <a:pt x="20288" y="30289"/>
                        <a:pt x="20383" y="29908"/>
                        <a:pt x="20669" y="29813"/>
                      </a:cubicBezTo>
                      <a:lnTo>
                        <a:pt x="20003" y="29527"/>
                      </a:lnTo>
                      <a:cubicBezTo>
                        <a:pt x="20003" y="29527"/>
                        <a:pt x="20003" y="30194"/>
                        <a:pt x="19907" y="30766"/>
                      </a:cubicBezTo>
                      <a:cubicBezTo>
                        <a:pt x="19907" y="31147"/>
                        <a:pt x="19621" y="31242"/>
                        <a:pt x="19145" y="31337"/>
                      </a:cubicBezTo>
                      <a:close/>
                      <a:moveTo>
                        <a:pt x="19717" y="33718"/>
                      </a:moveTo>
                      <a:lnTo>
                        <a:pt x="19717" y="32766"/>
                      </a:lnTo>
                      <a:lnTo>
                        <a:pt x="19621" y="32766"/>
                      </a:lnTo>
                      <a:lnTo>
                        <a:pt x="19621" y="33718"/>
                      </a:lnTo>
                      <a:lnTo>
                        <a:pt x="19717" y="33718"/>
                      </a:lnTo>
                      <a:close/>
                      <a:moveTo>
                        <a:pt x="21050" y="18479"/>
                      </a:moveTo>
                      <a:lnTo>
                        <a:pt x="20003" y="18479"/>
                      </a:lnTo>
                      <a:lnTo>
                        <a:pt x="19717" y="18955"/>
                      </a:lnTo>
                      <a:cubicBezTo>
                        <a:pt x="20193" y="19336"/>
                        <a:pt x="20574" y="19526"/>
                        <a:pt x="20860" y="19526"/>
                      </a:cubicBezTo>
                      <a:cubicBezTo>
                        <a:pt x="21050" y="19526"/>
                        <a:pt x="21146" y="19431"/>
                        <a:pt x="21336" y="19336"/>
                      </a:cubicBezTo>
                      <a:cubicBezTo>
                        <a:pt x="20574" y="19526"/>
                        <a:pt x="20288" y="19336"/>
                        <a:pt x="20193" y="18859"/>
                      </a:cubicBezTo>
                      <a:lnTo>
                        <a:pt x="20955" y="18479"/>
                      </a:lnTo>
                      <a:close/>
                      <a:moveTo>
                        <a:pt x="19717" y="25908"/>
                      </a:moveTo>
                      <a:lnTo>
                        <a:pt x="20098" y="25908"/>
                      </a:lnTo>
                      <a:lnTo>
                        <a:pt x="20098" y="25527"/>
                      </a:lnTo>
                      <a:lnTo>
                        <a:pt x="19717" y="25527"/>
                      </a:lnTo>
                      <a:lnTo>
                        <a:pt x="19717" y="25908"/>
                      </a:lnTo>
                      <a:close/>
                      <a:moveTo>
                        <a:pt x="20860" y="35433"/>
                      </a:moveTo>
                      <a:cubicBezTo>
                        <a:pt x="20860" y="35433"/>
                        <a:pt x="21241" y="34766"/>
                        <a:pt x="21717" y="34290"/>
                      </a:cubicBezTo>
                      <a:lnTo>
                        <a:pt x="21146" y="34290"/>
                      </a:lnTo>
                      <a:lnTo>
                        <a:pt x="21146" y="33718"/>
                      </a:lnTo>
                      <a:cubicBezTo>
                        <a:pt x="20383" y="34004"/>
                        <a:pt x="20193" y="34290"/>
                        <a:pt x="20288" y="34671"/>
                      </a:cubicBezTo>
                      <a:lnTo>
                        <a:pt x="20860" y="34671"/>
                      </a:lnTo>
                      <a:lnTo>
                        <a:pt x="20860" y="35433"/>
                      </a:lnTo>
                      <a:close/>
                      <a:moveTo>
                        <a:pt x="20860" y="32766"/>
                      </a:moveTo>
                      <a:lnTo>
                        <a:pt x="21146" y="31623"/>
                      </a:lnTo>
                      <a:lnTo>
                        <a:pt x="21050" y="31623"/>
                      </a:lnTo>
                      <a:lnTo>
                        <a:pt x="20860" y="32766"/>
                      </a:lnTo>
                      <a:close/>
                      <a:moveTo>
                        <a:pt x="21908" y="22003"/>
                      </a:moveTo>
                      <a:cubicBezTo>
                        <a:pt x="21908" y="22003"/>
                        <a:pt x="21717" y="21812"/>
                        <a:pt x="21431" y="21812"/>
                      </a:cubicBezTo>
                      <a:lnTo>
                        <a:pt x="21431" y="22288"/>
                      </a:lnTo>
                      <a:lnTo>
                        <a:pt x="21812" y="22288"/>
                      </a:lnTo>
                      <a:cubicBezTo>
                        <a:pt x="21812" y="22288"/>
                        <a:pt x="21908" y="22003"/>
                        <a:pt x="21908" y="21907"/>
                      </a:cubicBezTo>
                      <a:close/>
                      <a:moveTo>
                        <a:pt x="22384" y="14573"/>
                      </a:moveTo>
                      <a:cubicBezTo>
                        <a:pt x="22384" y="14573"/>
                        <a:pt x="22574" y="14859"/>
                        <a:pt x="22574" y="14954"/>
                      </a:cubicBezTo>
                      <a:cubicBezTo>
                        <a:pt x="22574" y="15240"/>
                        <a:pt x="22384" y="15430"/>
                        <a:pt x="22003" y="15430"/>
                      </a:cubicBezTo>
                      <a:lnTo>
                        <a:pt x="22384" y="15430"/>
                      </a:lnTo>
                      <a:cubicBezTo>
                        <a:pt x="22384" y="15430"/>
                        <a:pt x="22574" y="15240"/>
                        <a:pt x="22670" y="15049"/>
                      </a:cubicBezTo>
                      <a:cubicBezTo>
                        <a:pt x="22670" y="14954"/>
                        <a:pt x="22765" y="14668"/>
                        <a:pt x="22670" y="14478"/>
                      </a:cubicBezTo>
                      <a:lnTo>
                        <a:pt x="22289" y="14478"/>
                      </a:lnTo>
                      <a:close/>
                      <a:moveTo>
                        <a:pt x="23336" y="22003"/>
                      </a:moveTo>
                      <a:cubicBezTo>
                        <a:pt x="23336" y="22003"/>
                        <a:pt x="22955" y="21717"/>
                        <a:pt x="22384" y="21526"/>
                      </a:cubicBezTo>
                      <a:lnTo>
                        <a:pt x="22384" y="21812"/>
                      </a:lnTo>
                      <a:lnTo>
                        <a:pt x="23336" y="22003"/>
                      </a:lnTo>
                      <a:close/>
                      <a:moveTo>
                        <a:pt x="22670" y="4763"/>
                      </a:moveTo>
                      <a:lnTo>
                        <a:pt x="22670" y="5143"/>
                      </a:lnTo>
                      <a:lnTo>
                        <a:pt x="23146" y="4953"/>
                      </a:lnTo>
                      <a:cubicBezTo>
                        <a:pt x="23146" y="4953"/>
                        <a:pt x="22860" y="4667"/>
                        <a:pt x="22670" y="4667"/>
                      </a:cubicBezTo>
                      <a:close/>
                      <a:moveTo>
                        <a:pt x="22955" y="27241"/>
                      </a:moveTo>
                      <a:lnTo>
                        <a:pt x="24098" y="27241"/>
                      </a:lnTo>
                      <a:cubicBezTo>
                        <a:pt x="24098" y="27241"/>
                        <a:pt x="23717" y="26956"/>
                        <a:pt x="23432" y="26956"/>
                      </a:cubicBezTo>
                      <a:cubicBezTo>
                        <a:pt x="23146" y="26956"/>
                        <a:pt x="22955" y="27051"/>
                        <a:pt x="22955" y="27241"/>
                      </a:cubicBezTo>
                      <a:close/>
                      <a:moveTo>
                        <a:pt x="24098" y="14573"/>
                      </a:moveTo>
                      <a:lnTo>
                        <a:pt x="24860" y="15430"/>
                      </a:lnTo>
                      <a:lnTo>
                        <a:pt x="24860" y="15049"/>
                      </a:lnTo>
                      <a:cubicBezTo>
                        <a:pt x="24860" y="15049"/>
                        <a:pt x="24194" y="14668"/>
                        <a:pt x="24098" y="14668"/>
                      </a:cubicBezTo>
                      <a:close/>
                      <a:moveTo>
                        <a:pt x="25051" y="19240"/>
                      </a:moveTo>
                      <a:lnTo>
                        <a:pt x="25527" y="18669"/>
                      </a:lnTo>
                      <a:cubicBezTo>
                        <a:pt x="25527" y="18669"/>
                        <a:pt x="25051" y="18383"/>
                        <a:pt x="24384" y="18097"/>
                      </a:cubicBezTo>
                      <a:lnTo>
                        <a:pt x="25051" y="19240"/>
                      </a:lnTo>
                      <a:close/>
                      <a:moveTo>
                        <a:pt x="25241" y="21907"/>
                      </a:moveTo>
                      <a:lnTo>
                        <a:pt x="25241" y="21146"/>
                      </a:lnTo>
                      <a:lnTo>
                        <a:pt x="25051" y="21146"/>
                      </a:lnTo>
                      <a:lnTo>
                        <a:pt x="25051" y="21907"/>
                      </a:lnTo>
                      <a:lnTo>
                        <a:pt x="25241" y="21907"/>
                      </a:lnTo>
                      <a:close/>
                      <a:moveTo>
                        <a:pt x="25527" y="41624"/>
                      </a:moveTo>
                      <a:cubicBezTo>
                        <a:pt x="25527" y="41624"/>
                        <a:pt x="26003" y="42100"/>
                        <a:pt x="25908" y="42291"/>
                      </a:cubicBezTo>
                      <a:lnTo>
                        <a:pt x="25718" y="42577"/>
                      </a:lnTo>
                      <a:cubicBezTo>
                        <a:pt x="25718" y="42577"/>
                        <a:pt x="25527" y="42291"/>
                        <a:pt x="25527" y="42196"/>
                      </a:cubicBezTo>
                      <a:lnTo>
                        <a:pt x="25527" y="41719"/>
                      </a:lnTo>
                      <a:close/>
                      <a:moveTo>
                        <a:pt x="26384" y="36004"/>
                      </a:moveTo>
                      <a:cubicBezTo>
                        <a:pt x="26384" y="36004"/>
                        <a:pt x="26956" y="36004"/>
                        <a:pt x="27242" y="36100"/>
                      </a:cubicBezTo>
                      <a:cubicBezTo>
                        <a:pt x="27337" y="36385"/>
                        <a:pt x="27242" y="36481"/>
                        <a:pt x="27051" y="36576"/>
                      </a:cubicBezTo>
                      <a:cubicBezTo>
                        <a:pt x="26861" y="36671"/>
                        <a:pt x="26670" y="36862"/>
                        <a:pt x="26575" y="36957"/>
                      </a:cubicBezTo>
                      <a:lnTo>
                        <a:pt x="26384" y="36957"/>
                      </a:lnTo>
                      <a:lnTo>
                        <a:pt x="26384" y="36004"/>
                      </a:lnTo>
                      <a:close/>
                      <a:moveTo>
                        <a:pt x="26575" y="28099"/>
                      </a:moveTo>
                      <a:cubicBezTo>
                        <a:pt x="26575" y="28099"/>
                        <a:pt x="26861" y="27717"/>
                        <a:pt x="26956" y="27717"/>
                      </a:cubicBezTo>
                      <a:cubicBezTo>
                        <a:pt x="26956" y="27717"/>
                        <a:pt x="26956" y="27717"/>
                        <a:pt x="26765" y="27908"/>
                      </a:cubicBezTo>
                      <a:cubicBezTo>
                        <a:pt x="26670" y="27908"/>
                        <a:pt x="26575" y="28099"/>
                        <a:pt x="26575" y="28099"/>
                      </a:cubicBezTo>
                      <a:close/>
                      <a:moveTo>
                        <a:pt x="27623" y="27717"/>
                      </a:moveTo>
                      <a:cubicBezTo>
                        <a:pt x="27623" y="27717"/>
                        <a:pt x="27718" y="27717"/>
                        <a:pt x="28004" y="27717"/>
                      </a:cubicBezTo>
                      <a:cubicBezTo>
                        <a:pt x="27813" y="27908"/>
                        <a:pt x="27623" y="27908"/>
                        <a:pt x="27432" y="27717"/>
                      </a:cubicBezTo>
                      <a:cubicBezTo>
                        <a:pt x="27146" y="27717"/>
                        <a:pt x="27051" y="27717"/>
                        <a:pt x="26956" y="27717"/>
                      </a:cubicBezTo>
                      <a:cubicBezTo>
                        <a:pt x="27242" y="27432"/>
                        <a:pt x="27432" y="27432"/>
                        <a:pt x="27623" y="27717"/>
                      </a:cubicBezTo>
                      <a:close/>
                      <a:moveTo>
                        <a:pt x="27813" y="24955"/>
                      </a:moveTo>
                      <a:lnTo>
                        <a:pt x="27813" y="25146"/>
                      </a:lnTo>
                      <a:lnTo>
                        <a:pt x="27242" y="24955"/>
                      </a:lnTo>
                      <a:lnTo>
                        <a:pt x="27813" y="24955"/>
                      </a:lnTo>
                      <a:close/>
                      <a:moveTo>
                        <a:pt x="30480" y="22765"/>
                      </a:moveTo>
                      <a:lnTo>
                        <a:pt x="31052" y="23431"/>
                      </a:lnTo>
                      <a:lnTo>
                        <a:pt x="30194" y="23241"/>
                      </a:lnTo>
                      <a:lnTo>
                        <a:pt x="30385" y="22765"/>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77" name="Google Shape;1577;p99"/>
              <p:cNvGrpSpPr/>
              <p:nvPr/>
            </p:nvGrpSpPr>
            <p:grpSpPr>
              <a:xfrm>
                <a:off x="8489245" y="6550914"/>
                <a:ext cx="280797" cy="68485"/>
                <a:chOff x="3235927" y="4269009"/>
                <a:chExt cx="280797" cy="68485"/>
              </a:xfrm>
            </p:grpSpPr>
            <p:sp>
              <p:nvSpPr>
                <p:cNvPr id="1578" name="Google Shape;1578;p99"/>
                <p:cNvSpPr/>
                <p:nvPr/>
              </p:nvSpPr>
              <p:spPr>
                <a:xfrm>
                  <a:off x="3235927" y="4270533"/>
                  <a:ext cx="54292" cy="57816"/>
                </a:xfrm>
                <a:custGeom>
                  <a:avLst/>
                  <a:gdLst/>
                  <a:ahLst/>
                  <a:cxnLst/>
                  <a:rect l="l" t="t" r="r" b="b"/>
                  <a:pathLst>
                    <a:path w="54292" h="57816" extrusionOk="0">
                      <a:moveTo>
                        <a:pt x="762" y="39910"/>
                      </a:moveTo>
                      <a:cubicBezTo>
                        <a:pt x="762" y="40386"/>
                        <a:pt x="762" y="40672"/>
                        <a:pt x="952" y="40672"/>
                      </a:cubicBezTo>
                      <a:cubicBezTo>
                        <a:pt x="1048" y="40672"/>
                        <a:pt x="1143" y="40672"/>
                        <a:pt x="1238" y="40672"/>
                      </a:cubicBezTo>
                      <a:cubicBezTo>
                        <a:pt x="1429" y="40672"/>
                        <a:pt x="1524" y="40672"/>
                        <a:pt x="1619" y="40672"/>
                      </a:cubicBezTo>
                      <a:cubicBezTo>
                        <a:pt x="1715" y="40672"/>
                        <a:pt x="1905" y="40767"/>
                        <a:pt x="1905" y="40957"/>
                      </a:cubicBezTo>
                      <a:cubicBezTo>
                        <a:pt x="762" y="40957"/>
                        <a:pt x="95" y="40862"/>
                        <a:pt x="0" y="40672"/>
                      </a:cubicBezTo>
                      <a:lnTo>
                        <a:pt x="857" y="40100"/>
                      </a:lnTo>
                      <a:close/>
                      <a:moveTo>
                        <a:pt x="1905" y="47244"/>
                      </a:moveTo>
                      <a:cubicBezTo>
                        <a:pt x="1905" y="47244"/>
                        <a:pt x="2191" y="46863"/>
                        <a:pt x="2476" y="46863"/>
                      </a:cubicBezTo>
                      <a:lnTo>
                        <a:pt x="3238" y="46863"/>
                      </a:lnTo>
                      <a:cubicBezTo>
                        <a:pt x="3238" y="46863"/>
                        <a:pt x="3048" y="47244"/>
                        <a:pt x="2667" y="47244"/>
                      </a:cubicBezTo>
                      <a:lnTo>
                        <a:pt x="1905" y="47244"/>
                      </a:lnTo>
                      <a:close/>
                      <a:moveTo>
                        <a:pt x="4286" y="50959"/>
                      </a:moveTo>
                      <a:lnTo>
                        <a:pt x="4286" y="50197"/>
                      </a:lnTo>
                      <a:lnTo>
                        <a:pt x="4858" y="50197"/>
                      </a:lnTo>
                      <a:lnTo>
                        <a:pt x="4286" y="50959"/>
                      </a:lnTo>
                      <a:close/>
                      <a:moveTo>
                        <a:pt x="7429" y="46196"/>
                      </a:moveTo>
                      <a:cubicBezTo>
                        <a:pt x="7429" y="46196"/>
                        <a:pt x="8001" y="46196"/>
                        <a:pt x="8477" y="46768"/>
                      </a:cubicBezTo>
                      <a:lnTo>
                        <a:pt x="8287" y="47149"/>
                      </a:lnTo>
                      <a:lnTo>
                        <a:pt x="7429" y="46196"/>
                      </a:lnTo>
                      <a:close/>
                      <a:moveTo>
                        <a:pt x="8477" y="50959"/>
                      </a:moveTo>
                      <a:cubicBezTo>
                        <a:pt x="8477" y="50959"/>
                        <a:pt x="8763" y="50768"/>
                        <a:pt x="8953" y="50578"/>
                      </a:cubicBezTo>
                      <a:cubicBezTo>
                        <a:pt x="9144" y="50387"/>
                        <a:pt x="9334" y="50197"/>
                        <a:pt x="9430" y="50197"/>
                      </a:cubicBezTo>
                      <a:cubicBezTo>
                        <a:pt x="9430" y="50387"/>
                        <a:pt x="9334" y="50673"/>
                        <a:pt x="9049" y="50959"/>
                      </a:cubicBezTo>
                      <a:lnTo>
                        <a:pt x="8477" y="50959"/>
                      </a:lnTo>
                      <a:close/>
                      <a:moveTo>
                        <a:pt x="9906" y="44577"/>
                      </a:moveTo>
                      <a:lnTo>
                        <a:pt x="9715" y="45148"/>
                      </a:lnTo>
                      <a:lnTo>
                        <a:pt x="8858" y="45148"/>
                      </a:lnTo>
                      <a:cubicBezTo>
                        <a:pt x="9049" y="44577"/>
                        <a:pt x="9239" y="44291"/>
                        <a:pt x="9430" y="44291"/>
                      </a:cubicBezTo>
                      <a:cubicBezTo>
                        <a:pt x="9620" y="44291"/>
                        <a:pt x="9715" y="44387"/>
                        <a:pt x="9906" y="44577"/>
                      </a:cubicBezTo>
                      <a:close/>
                      <a:moveTo>
                        <a:pt x="11049" y="39624"/>
                      </a:moveTo>
                      <a:lnTo>
                        <a:pt x="11049" y="40196"/>
                      </a:lnTo>
                      <a:lnTo>
                        <a:pt x="9906" y="39243"/>
                      </a:lnTo>
                      <a:cubicBezTo>
                        <a:pt x="9906" y="39243"/>
                        <a:pt x="10573" y="39243"/>
                        <a:pt x="11049" y="39624"/>
                      </a:cubicBezTo>
                      <a:close/>
                      <a:moveTo>
                        <a:pt x="9906" y="48006"/>
                      </a:moveTo>
                      <a:cubicBezTo>
                        <a:pt x="9906" y="48006"/>
                        <a:pt x="10477" y="48292"/>
                        <a:pt x="10477" y="48768"/>
                      </a:cubicBezTo>
                      <a:lnTo>
                        <a:pt x="9906" y="48768"/>
                      </a:lnTo>
                      <a:lnTo>
                        <a:pt x="9906" y="48006"/>
                      </a:lnTo>
                      <a:close/>
                      <a:moveTo>
                        <a:pt x="11240" y="54102"/>
                      </a:moveTo>
                      <a:lnTo>
                        <a:pt x="11049" y="53816"/>
                      </a:lnTo>
                      <a:lnTo>
                        <a:pt x="12192" y="53149"/>
                      </a:lnTo>
                      <a:lnTo>
                        <a:pt x="11240" y="54102"/>
                      </a:lnTo>
                      <a:close/>
                      <a:moveTo>
                        <a:pt x="53530" y="42672"/>
                      </a:moveTo>
                      <a:lnTo>
                        <a:pt x="51054" y="43053"/>
                      </a:lnTo>
                      <a:cubicBezTo>
                        <a:pt x="51054" y="43053"/>
                        <a:pt x="51054" y="43148"/>
                        <a:pt x="51054" y="43244"/>
                      </a:cubicBezTo>
                      <a:cubicBezTo>
                        <a:pt x="51054" y="43339"/>
                        <a:pt x="51244" y="43529"/>
                        <a:pt x="51625" y="43815"/>
                      </a:cubicBezTo>
                      <a:cubicBezTo>
                        <a:pt x="52006" y="44101"/>
                        <a:pt x="52292" y="44291"/>
                        <a:pt x="52292" y="44577"/>
                      </a:cubicBezTo>
                      <a:lnTo>
                        <a:pt x="52864" y="44577"/>
                      </a:lnTo>
                      <a:cubicBezTo>
                        <a:pt x="52578" y="46006"/>
                        <a:pt x="52292" y="47530"/>
                        <a:pt x="52102" y="49054"/>
                      </a:cubicBezTo>
                      <a:cubicBezTo>
                        <a:pt x="51721" y="50578"/>
                        <a:pt x="50768" y="51721"/>
                        <a:pt x="49340" y="52102"/>
                      </a:cubicBezTo>
                      <a:cubicBezTo>
                        <a:pt x="49054" y="51245"/>
                        <a:pt x="48482" y="50959"/>
                        <a:pt x="47625" y="51340"/>
                      </a:cubicBezTo>
                      <a:lnTo>
                        <a:pt x="47339" y="51625"/>
                      </a:lnTo>
                      <a:lnTo>
                        <a:pt x="48387" y="52769"/>
                      </a:lnTo>
                      <a:cubicBezTo>
                        <a:pt x="48387" y="52769"/>
                        <a:pt x="47434" y="52388"/>
                        <a:pt x="46958" y="51911"/>
                      </a:cubicBezTo>
                      <a:cubicBezTo>
                        <a:pt x="46387" y="51435"/>
                        <a:pt x="46006" y="51245"/>
                        <a:pt x="45720" y="51245"/>
                      </a:cubicBezTo>
                      <a:cubicBezTo>
                        <a:pt x="45434" y="51245"/>
                        <a:pt x="45053" y="51435"/>
                        <a:pt x="44577" y="51816"/>
                      </a:cubicBezTo>
                      <a:lnTo>
                        <a:pt x="45625" y="51816"/>
                      </a:lnTo>
                      <a:lnTo>
                        <a:pt x="45434" y="52197"/>
                      </a:lnTo>
                      <a:cubicBezTo>
                        <a:pt x="46006" y="52388"/>
                        <a:pt x="46768" y="52864"/>
                        <a:pt x="47625" y="53626"/>
                      </a:cubicBezTo>
                      <a:lnTo>
                        <a:pt x="45625" y="54483"/>
                      </a:lnTo>
                      <a:lnTo>
                        <a:pt x="46006" y="54673"/>
                      </a:lnTo>
                      <a:cubicBezTo>
                        <a:pt x="46006" y="54673"/>
                        <a:pt x="45148" y="55150"/>
                        <a:pt x="43624" y="55721"/>
                      </a:cubicBezTo>
                      <a:cubicBezTo>
                        <a:pt x="42863" y="56007"/>
                        <a:pt x="42196" y="56197"/>
                        <a:pt x="41529" y="56197"/>
                      </a:cubicBezTo>
                      <a:cubicBezTo>
                        <a:pt x="41243" y="56197"/>
                        <a:pt x="40862" y="56197"/>
                        <a:pt x="40481" y="56102"/>
                      </a:cubicBezTo>
                      <a:cubicBezTo>
                        <a:pt x="40291" y="56674"/>
                        <a:pt x="40195" y="57150"/>
                        <a:pt x="40291" y="57436"/>
                      </a:cubicBezTo>
                      <a:lnTo>
                        <a:pt x="29432" y="57817"/>
                      </a:lnTo>
                      <a:cubicBezTo>
                        <a:pt x="28575" y="56959"/>
                        <a:pt x="27146" y="56293"/>
                        <a:pt x="25336" y="55721"/>
                      </a:cubicBezTo>
                      <a:cubicBezTo>
                        <a:pt x="23336" y="55054"/>
                        <a:pt x="22003" y="54578"/>
                        <a:pt x="21431" y="54197"/>
                      </a:cubicBezTo>
                      <a:cubicBezTo>
                        <a:pt x="21145" y="53816"/>
                        <a:pt x="20765" y="53626"/>
                        <a:pt x="20193" y="53435"/>
                      </a:cubicBezTo>
                      <a:cubicBezTo>
                        <a:pt x="19621" y="53340"/>
                        <a:pt x="19050" y="53245"/>
                        <a:pt x="18478" y="53054"/>
                      </a:cubicBezTo>
                      <a:lnTo>
                        <a:pt x="19336" y="52292"/>
                      </a:lnTo>
                      <a:lnTo>
                        <a:pt x="18193" y="51149"/>
                      </a:lnTo>
                      <a:lnTo>
                        <a:pt x="17907" y="51911"/>
                      </a:lnTo>
                      <a:cubicBezTo>
                        <a:pt x="16954" y="51625"/>
                        <a:pt x="16478" y="50959"/>
                        <a:pt x="16383" y="49530"/>
                      </a:cubicBezTo>
                      <a:cubicBezTo>
                        <a:pt x="16383" y="48292"/>
                        <a:pt x="15621" y="47720"/>
                        <a:pt x="14383" y="47720"/>
                      </a:cubicBezTo>
                      <a:lnTo>
                        <a:pt x="13430" y="47720"/>
                      </a:lnTo>
                      <a:cubicBezTo>
                        <a:pt x="14192" y="47720"/>
                        <a:pt x="14668" y="47244"/>
                        <a:pt x="14668" y="46291"/>
                      </a:cubicBezTo>
                      <a:cubicBezTo>
                        <a:pt x="14668" y="46006"/>
                        <a:pt x="14668" y="45720"/>
                        <a:pt x="14478" y="45529"/>
                      </a:cubicBezTo>
                      <a:cubicBezTo>
                        <a:pt x="14288" y="45244"/>
                        <a:pt x="13811" y="45053"/>
                        <a:pt x="12954" y="44672"/>
                      </a:cubicBezTo>
                      <a:lnTo>
                        <a:pt x="12668" y="44863"/>
                      </a:lnTo>
                      <a:cubicBezTo>
                        <a:pt x="12668" y="44863"/>
                        <a:pt x="12668" y="45053"/>
                        <a:pt x="12478" y="45053"/>
                      </a:cubicBezTo>
                      <a:cubicBezTo>
                        <a:pt x="12287" y="45053"/>
                        <a:pt x="12192" y="44767"/>
                        <a:pt x="12097" y="44482"/>
                      </a:cubicBezTo>
                      <a:cubicBezTo>
                        <a:pt x="12001" y="44101"/>
                        <a:pt x="12001" y="43815"/>
                        <a:pt x="12097" y="43529"/>
                      </a:cubicBezTo>
                      <a:cubicBezTo>
                        <a:pt x="12573" y="43434"/>
                        <a:pt x="13335" y="42863"/>
                        <a:pt x="14288" y="42005"/>
                      </a:cubicBezTo>
                      <a:cubicBezTo>
                        <a:pt x="15145" y="41243"/>
                        <a:pt x="15907" y="40862"/>
                        <a:pt x="16478" y="40862"/>
                      </a:cubicBezTo>
                      <a:cubicBezTo>
                        <a:pt x="16764" y="40862"/>
                        <a:pt x="17050" y="40862"/>
                        <a:pt x="17431" y="41053"/>
                      </a:cubicBezTo>
                      <a:cubicBezTo>
                        <a:pt x="17240" y="40767"/>
                        <a:pt x="17240" y="40481"/>
                        <a:pt x="17431" y="40196"/>
                      </a:cubicBezTo>
                      <a:cubicBezTo>
                        <a:pt x="17621" y="40005"/>
                        <a:pt x="17431" y="39624"/>
                        <a:pt x="16954" y="39148"/>
                      </a:cubicBezTo>
                      <a:lnTo>
                        <a:pt x="19431" y="38005"/>
                      </a:lnTo>
                      <a:lnTo>
                        <a:pt x="18859" y="37243"/>
                      </a:lnTo>
                      <a:cubicBezTo>
                        <a:pt x="18859" y="37243"/>
                        <a:pt x="19812" y="37052"/>
                        <a:pt x="20669" y="36576"/>
                      </a:cubicBezTo>
                      <a:cubicBezTo>
                        <a:pt x="21526" y="36100"/>
                        <a:pt x="22098" y="35909"/>
                        <a:pt x="22384" y="35909"/>
                      </a:cubicBezTo>
                      <a:cubicBezTo>
                        <a:pt x="22860" y="35909"/>
                        <a:pt x="23146" y="36290"/>
                        <a:pt x="23336" y="36957"/>
                      </a:cubicBezTo>
                      <a:cubicBezTo>
                        <a:pt x="23146" y="38576"/>
                        <a:pt x="23717" y="40196"/>
                        <a:pt x="25051" y="41720"/>
                      </a:cubicBezTo>
                      <a:cubicBezTo>
                        <a:pt x="25622" y="42481"/>
                        <a:pt x="26956" y="43720"/>
                        <a:pt x="28861" y="45339"/>
                      </a:cubicBezTo>
                      <a:cubicBezTo>
                        <a:pt x="29146" y="46006"/>
                        <a:pt x="29623" y="46387"/>
                        <a:pt x="30290" y="46387"/>
                      </a:cubicBezTo>
                      <a:cubicBezTo>
                        <a:pt x="30480" y="46387"/>
                        <a:pt x="30766" y="46387"/>
                        <a:pt x="31147" y="46196"/>
                      </a:cubicBezTo>
                      <a:cubicBezTo>
                        <a:pt x="31528" y="46196"/>
                        <a:pt x="31909" y="46196"/>
                        <a:pt x="32004" y="46196"/>
                      </a:cubicBezTo>
                      <a:cubicBezTo>
                        <a:pt x="32385" y="46196"/>
                        <a:pt x="32861" y="46196"/>
                        <a:pt x="33242" y="46482"/>
                      </a:cubicBezTo>
                      <a:cubicBezTo>
                        <a:pt x="33623" y="46672"/>
                        <a:pt x="34099" y="46768"/>
                        <a:pt x="34576" y="46768"/>
                      </a:cubicBezTo>
                      <a:cubicBezTo>
                        <a:pt x="35433" y="46768"/>
                        <a:pt x="36481" y="46387"/>
                        <a:pt x="37624" y="45529"/>
                      </a:cubicBezTo>
                      <a:cubicBezTo>
                        <a:pt x="39338" y="44387"/>
                        <a:pt x="40386" y="43815"/>
                        <a:pt x="40576" y="43720"/>
                      </a:cubicBezTo>
                      <a:cubicBezTo>
                        <a:pt x="40767" y="43244"/>
                        <a:pt x="40957" y="42958"/>
                        <a:pt x="40957" y="42577"/>
                      </a:cubicBezTo>
                      <a:cubicBezTo>
                        <a:pt x="40957" y="42005"/>
                        <a:pt x="40672" y="41243"/>
                        <a:pt x="40005" y="40386"/>
                      </a:cubicBezTo>
                      <a:cubicBezTo>
                        <a:pt x="39433" y="39433"/>
                        <a:pt x="39052" y="38767"/>
                        <a:pt x="38862" y="38195"/>
                      </a:cubicBezTo>
                      <a:cubicBezTo>
                        <a:pt x="37719" y="38005"/>
                        <a:pt x="37052" y="37529"/>
                        <a:pt x="36862" y="36862"/>
                      </a:cubicBezTo>
                      <a:lnTo>
                        <a:pt x="37243" y="36576"/>
                      </a:lnTo>
                      <a:cubicBezTo>
                        <a:pt x="35719" y="35814"/>
                        <a:pt x="33623" y="34766"/>
                        <a:pt x="30861" y="33242"/>
                      </a:cubicBezTo>
                      <a:cubicBezTo>
                        <a:pt x="30575" y="33433"/>
                        <a:pt x="30290" y="33623"/>
                        <a:pt x="30004" y="33623"/>
                      </a:cubicBezTo>
                      <a:cubicBezTo>
                        <a:pt x="29623" y="33623"/>
                        <a:pt x="29146" y="33338"/>
                        <a:pt x="28575" y="32861"/>
                      </a:cubicBezTo>
                      <a:cubicBezTo>
                        <a:pt x="28003" y="32290"/>
                        <a:pt x="27527" y="32099"/>
                        <a:pt x="27241" y="32099"/>
                      </a:cubicBezTo>
                      <a:cubicBezTo>
                        <a:pt x="27051" y="32099"/>
                        <a:pt x="26956" y="32099"/>
                        <a:pt x="26860" y="32195"/>
                      </a:cubicBezTo>
                      <a:cubicBezTo>
                        <a:pt x="25622" y="31909"/>
                        <a:pt x="24479" y="30861"/>
                        <a:pt x="23241" y="29242"/>
                      </a:cubicBezTo>
                      <a:cubicBezTo>
                        <a:pt x="21907" y="27432"/>
                        <a:pt x="20860" y="26194"/>
                        <a:pt x="19907" y="25717"/>
                      </a:cubicBezTo>
                      <a:cubicBezTo>
                        <a:pt x="19907" y="25241"/>
                        <a:pt x="19717" y="24574"/>
                        <a:pt x="19145" y="23717"/>
                      </a:cubicBezTo>
                      <a:cubicBezTo>
                        <a:pt x="18574" y="22860"/>
                        <a:pt x="18383" y="22288"/>
                        <a:pt x="18383" y="21907"/>
                      </a:cubicBezTo>
                      <a:cubicBezTo>
                        <a:pt x="18097" y="21336"/>
                        <a:pt x="17812" y="20098"/>
                        <a:pt x="17812" y="18288"/>
                      </a:cubicBezTo>
                      <a:cubicBezTo>
                        <a:pt x="17716" y="16669"/>
                        <a:pt x="17621" y="15145"/>
                        <a:pt x="17621" y="13525"/>
                      </a:cubicBezTo>
                      <a:cubicBezTo>
                        <a:pt x="18002" y="13335"/>
                        <a:pt x="18193" y="13145"/>
                        <a:pt x="18193" y="13049"/>
                      </a:cubicBezTo>
                      <a:cubicBezTo>
                        <a:pt x="18193" y="12859"/>
                        <a:pt x="18193" y="12668"/>
                        <a:pt x="17907" y="12287"/>
                      </a:cubicBezTo>
                      <a:cubicBezTo>
                        <a:pt x="17716" y="11906"/>
                        <a:pt x="17621" y="11716"/>
                        <a:pt x="17621" y="11621"/>
                      </a:cubicBezTo>
                      <a:cubicBezTo>
                        <a:pt x="17812" y="10954"/>
                        <a:pt x="18669" y="10096"/>
                        <a:pt x="20098" y="8954"/>
                      </a:cubicBezTo>
                      <a:cubicBezTo>
                        <a:pt x="21241" y="7906"/>
                        <a:pt x="21812" y="6953"/>
                        <a:pt x="21812" y="6001"/>
                      </a:cubicBezTo>
                      <a:cubicBezTo>
                        <a:pt x="22003" y="6001"/>
                        <a:pt x="22288" y="5810"/>
                        <a:pt x="22765" y="5429"/>
                      </a:cubicBezTo>
                      <a:cubicBezTo>
                        <a:pt x="23241" y="5048"/>
                        <a:pt x="23527" y="4858"/>
                        <a:pt x="23717" y="4858"/>
                      </a:cubicBezTo>
                      <a:cubicBezTo>
                        <a:pt x="23813" y="4858"/>
                        <a:pt x="24003" y="4953"/>
                        <a:pt x="24098" y="5239"/>
                      </a:cubicBezTo>
                      <a:cubicBezTo>
                        <a:pt x="24955" y="3810"/>
                        <a:pt x="26479" y="2762"/>
                        <a:pt x="28384" y="2000"/>
                      </a:cubicBezTo>
                      <a:cubicBezTo>
                        <a:pt x="30194" y="1429"/>
                        <a:pt x="32004" y="857"/>
                        <a:pt x="33718" y="286"/>
                      </a:cubicBezTo>
                      <a:cubicBezTo>
                        <a:pt x="34290" y="95"/>
                        <a:pt x="34766" y="0"/>
                        <a:pt x="35338" y="0"/>
                      </a:cubicBezTo>
                      <a:cubicBezTo>
                        <a:pt x="36100" y="0"/>
                        <a:pt x="37147" y="286"/>
                        <a:pt x="38386" y="857"/>
                      </a:cubicBezTo>
                      <a:cubicBezTo>
                        <a:pt x="39719" y="1524"/>
                        <a:pt x="40767" y="1810"/>
                        <a:pt x="41529" y="1810"/>
                      </a:cubicBezTo>
                      <a:cubicBezTo>
                        <a:pt x="41815" y="1810"/>
                        <a:pt x="42196" y="1714"/>
                        <a:pt x="42481" y="1714"/>
                      </a:cubicBezTo>
                      <a:cubicBezTo>
                        <a:pt x="42863" y="2381"/>
                        <a:pt x="43434" y="2857"/>
                        <a:pt x="44291" y="3048"/>
                      </a:cubicBezTo>
                      <a:cubicBezTo>
                        <a:pt x="45434" y="3429"/>
                        <a:pt x="46101" y="3715"/>
                        <a:pt x="46482" y="3905"/>
                      </a:cubicBezTo>
                      <a:cubicBezTo>
                        <a:pt x="48101" y="4096"/>
                        <a:pt x="49530" y="6191"/>
                        <a:pt x="50863" y="10287"/>
                      </a:cubicBezTo>
                      <a:cubicBezTo>
                        <a:pt x="50863" y="10858"/>
                        <a:pt x="50387" y="11621"/>
                        <a:pt x="49530" y="12573"/>
                      </a:cubicBezTo>
                      <a:cubicBezTo>
                        <a:pt x="48768" y="13525"/>
                        <a:pt x="48387" y="14288"/>
                        <a:pt x="48482" y="14954"/>
                      </a:cubicBezTo>
                      <a:cubicBezTo>
                        <a:pt x="48006" y="14954"/>
                        <a:pt x="47625" y="15049"/>
                        <a:pt x="47625" y="15526"/>
                      </a:cubicBezTo>
                      <a:cubicBezTo>
                        <a:pt x="47625" y="16192"/>
                        <a:pt x="47434" y="16573"/>
                        <a:pt x="47244" y="16573"/>
                      </a:cubicBezTo>
                      <a:cubicBezTo>
                        <a:pt x="45910" y="17240"/>
                        <a:pt x="44958" y="17526"/>
                        <a:pt x="44482" y="17526"/>
                      </a:cubicBezTo>
                      <a:cubicBezTo>
                        <a:pt x="43720" y="17526"/>
                        <a:pt x="42958" y="17050"/>
                        <a:pt x="42291" y="16002"/>
                      </a:cubicBezTo>
                      <a:cubicBezTo>
                        <a:pt x="42291" y="15335"/>
                        <a:pt x="41719" y="14669"/>
                        <a:pt x="40862" y="14383"/>
                      </a:cubicBezTo>
                      <a:cubicBezTo>
                        <a:pt x="39815" y="14002"/>
                        <a:pt x="39148" y="13621"/>
                        <a:pt x="38957" y="13049"/>
                      </a:cubicBezTo>
                      <a:cubicBezTo>
                        <a:pt x="38671" y="12954"/>
                        <a:pt x="38005" y="12668"/>
                        <a:pt x="36766" y="12192"/>
                      </a:cubicBezTo>
                      <a:cubicBezTo>
                        <a:pt x="35814" y="11811"/>
                        <a:pt x="35052" y="11621"/>
                        <a:pt x="34480" y="11621"/>
                      </a:cubicBezTo>
                      <a:cubicBezTo>
                        <a:pt x="33623" y="11621"/>
                        <a:pt x="32956" y="12001"/>
                        <a:pt x="32385" y="12859"/>
                      </a:cubicBezTo>
                      <a:cubicBezTo>
                        <a:pt x="32194" y="12859"/>
                        <a:pt x="32004" y="12763"/>
                        <a:pt x="31909" y="12763"/>
                      </a:cubicBezTo>
                      <a:cubicBezTo>
                        <a:pt x="31432" y="12763"/>
                        <a:pt x="30956" y="13145"/>
                        <a:pt x="30099" y="13811"/>
                      </a:cubicBezTo>
                      <a:cubicBezTo>
                        <a:pt x="30290" y="14192"/>
                        <a:pt x="30480" y="14573"/>
                        <a:pt x="30480" y="14954"/>
                      </a:cubicBezTo>
                      <a:cubicBezTo>
                        <a:pt x="30480" y="15430"/>
                        <a:pt x="30099" y="15812"/>
                        <a:pt x="29432" y="16192"/>
                      </a:cubicBezTo>
                      <a:cubicBezTo>
                        <a:pt x="28861" y="16573"/>
                        <a:pt x="28480" y="16859"/>
                        <a:pt x="28480" y="17240"/>
                      </a:cubicBezTo>
                      <a:cubicBezTo>
                        <a:pt x="28480" y="17526"/>
                        <a:pt x="28670" y="17907"/>
                        <a:pt x="28956" y="18383"/>
                      </a:cubicBezTo>
                      <a:cubicBezTo>
                        <a:pt x="30956" y="21241"/>
                        <a:pt x="34004" y="23527"/>
                        <a:pt x="38100" y="24955"/>
                      </a:cubicBezTo>
                      <a:cubicBezTo>
                        <a:pt x="38576" y="25146"/>
                        <a:pt x="39338" y="25622"/>
                        <a:pt x="40386" y="26384"/>
                      </a:cubicBezTo>
                      <a:cubicBezTo>
                        <a:pt x="41338" y="27146"/>
                        <a:pt x="42196" y="27622"/>
                        <a:pt x="42863" y="27718"/>
                      </a:cubicBezTo>
                      <a:cubicBezTo>
                        <a:pt x="43529" y="27718"/>
                        <a:pt x="44482" y="28289"/>
                        <a:pt x="45625" y="29337"/>
                      </a:cubicBezTo>
                      <a:cubicBezTo>
                        <a:pt x="46672" y="30289"/>
                        <a:pt x="47720" y="30671"/>
                        <a:pt x="48673" y="30575"/>
                      </a:cubicBezTo>
                      <a:cubicBezTo>
                        <a:pt x="48673" y="31051"/>
                        <a:pt x="48673" y="31337"/>
                        <a:pt x="48863" y="31337"/>
                      </a:cubicBezTo>
                      <a:cubicBezTo>
                        <a:pt x="49340" y="31337"/>
                        <a:pt x="49625" y="31718"/>
                        <a:pt x="49816" y="32385"/>
                      </a:cubicBezTo>
                      <a:cubicBezTo>
                        <a:pt x="50006" y="33052"/>
                        <a:pt x="50387" y="33242"/>
                        <a:pt x="50863" y="33147"/>
                      </a:cubicBezTo>
                      <a:cubicBezTo>
                        <a:pt x="50863" y="33528"/>
                        <a:pt x="51530" y="34480"/>
                        <a:pt x="52673" y="36195"/>
                      </a:cubicBezTo>
                      <a:cubicBezTo>
                        <a:pt x="53530" y="37529"/>
                        <a:pt x="53911" y="38767"/>
                        <a:pt x="53911" y="39814"/>
                      </a:cubicBezTo>
                      <a:cubicBezTo>
                        <a:pt x="54197" y="40100"/>
                        <a:pt x="54292" y="40386"/>
                        <a:pt x="54292" y="40672"/>
                      </a:cubicBezTo>
                      <a:cubicBezTo>
                        <a:pt x="54292" y="40957"/>
                        <a:pt x="54197" y="41243"/>
                        <a:pt x="53911" y="41624"/>
                      </a:cubicBezTo>
                      <a:cubicBezTo>
                        <a:pt x="53626" y="42005"/>
                        <a:pt x="53530" y="42196"/>
                        <a:pt x="53530" y="42386"/>
                      </a:cubicBezTo>
                      <a:cubicBezTo>
                        <a:pt x="53530" y="42672"/>
                        <a:pt x="53816" y="42958"/>
                        <a:pt x="54102" y="43244"/>
                      </a:cubicBezTo>
                      <a:close/>
                      <a:moveTo>
                        <a:pt x="12192" y="44387"/>
                      </a:moveTo>
                      <a:lnTo>
                        <a:pt x="13906" y="43815"/>
                      </a:lnTo>
                      <a:lnTo>
                        <a:pt x="13144" y="43815"/>
                      </a:lnTo>
                      <a:lnTo>
                        <a:pt x="12192" y="44387"/>
                      </a:lnTo>
                      <a:close/>
                      <a:moveTo>
                        <a:pt x="12763" y="51340"/>
                      </a:moveTo>
                      <a:lnTo>
                        <a:pt x="13144" y="51340"/>
                      </a:lnTo>
                      <a:lnTo>
                        <a:pt x="13716" y="51816"/>
                      </a:lnTo>
                      <a:lnTo>
                        <a:pt x="12763" y="51340"/>
                      </a:lnTo>
                      <a:close/>
                      <a:moveTo>
                        <a:pt x="15049" y="55245"/>
                      </a:moveTo>
                      <a:cubicBezTo>
                        <a:pt x="14954" y="54673"/>
                        <a:pt x="15049" y="54197"/>
                        <a:pt x="15526" y="53816"/>
                      </a:cubicBezTo>
                      <a:lnTo>
                        <a:pt x="15526" y="53816"/>
                      </a:lnTo>
                      <a:cubicBezTo>
                        <a:pt x="15526" y="53816"/>
                        <a:pt x="15621" y="54197"/>
                        <a:pt x="15811" y="54388"/>
                      </a:cubicBezTo>
                      <a:cubicBezTo>
                        <a:pt x="16002" y="54578"/>
                        <a:pt x="16097" y="54769"/>
                        <a:pt x="16097" y="54864"/>
                      </a:cubicBezTo>
                      <a:cubicBezTo>
                        <a:pt x="16097" y="55054"/>
                        <a:pt x="16097" y="55150"/>
                        <a:pt x="15811" y="55245"/>
                      </a:cubicBezTo>
                      <a:lnTo>
                        <a:pt x="14954" y="55245"/>
                      </a:lnTo>
                      <a:close/>
                      <a:moveTo>
                        <a:pt x="15716" y="53626"/>
                      </a:moveTo>
                      <a:cubicBezTo>
                        <a:pt x="15716" y="53626"/>
                        <a:pt x="15526" y="53721"/>
                        <a:pt x="15526" y="53816"/>
                      </a:cubicBezTo>
                      <a:cubicBezTo>
                        <a:pt x="15526" y="53721"/>
                        <a:pt x="15526" y="53721"/>
                        <a:pt x="15716" y="53626"/>
                      </a:cubicBezTo>
                      <a:close/>
                      <a:moveTo>
                        <a:pt x="15907" y="52197"/>
                      </a:moveTo>
                      <a:cubicBezTo>
                        <a:pt x="15907" y="52197"/>
                        <a:pt x="16288" y="52388"/>
                        <a:pt x="16478" y="52578"/>
                      </a:cubicBezTo>
                      <a:cubicBezTo>
                        <a:pt x="16669" y="52864"/>
                        <a:pt x="16859" y="52959"/>
                        <a:pt x="16954" y="53054"/>
                      </a:cubicBezTo>
                      <a:cubicBezTo>
                        <a:pt x="16669" y="53054"/>
                        <a:pt x="16192" y="53245"/>
                        <a:pt x="15716" y="53626"/>
                      </a:cubicBezTo>
                      <a:cubicBezTo>
                        <a:pt x="16097" y="53149"/>
                        <a:pt x="16097" y="52673"/>
                        <a:pt x="15907" y="52197"/>
                      </a:cubicBezTo>
                      <a:close/>
                      <a:moveTo>
                        <a:pt x="17526" y="46101"/>
                      </a:moveTo>
                      <a:lnTo>
                        <a:pt x="17526" y="45529"/>
                      </a:lnTo>
                      <a:lnTo>
                        <a:pt x="15907" y="44672"/>
                      </a:lnTo>
                      <a:lnTo>
                        <a:pt x="17526" y="46101"/>
                      </a:lnTo>
                      <a:close/>
                      <a:moveTo>
                        <a:pt x="18955" y="48292"/>
                      </a:moveTo>
                      <a:cubicBezTo>
                        <a:pt x="18955" y="48292"/>
                        <a:pt x="19145" y="48292"/>
                        <a:pt x="19621" y="48482"/>
                      </a:cubicBezTo>
                      <a:cubicBezTo>
                        <a:pt x="19907" y="48482"/>
                        <a:pt x="20193" y="48387"/>
                        <a:pt x="20288" y="48101"/>
                      </a:cubicBezTo>
                      <a:cubicBezTo>
                        <a:pt x="19717" y="47911"/>
                        <a:pt x="19240" y="48006"/>
                        <a:pt x="18955" y="48387"/>
                      </a:cubicBezTo>
                      <a:cubicBezTo>
                        <a:pt x="18764" y="48387"/>
                        <a:pt x="18764" y="48387"/>
                        <a:pt x="18764" y="48578"/>
                      </a:cubicBezTo>
                      <a:lnTo>
                        <a:pt x="18193" y="49149"/>
                      </a:lnTo>
                      <a:lnTo>
                        <a:pt x="18764" y="49149"/>
                      </a:lnTo>
                      <a:cubicBezTo>
                        <a:pt x="18764" y="49149"/>
                        <a:pt x="18764" y="48768"/>
                        <a:pt x="18764" y="48578"/>
                      </a:cubicBezTo>
                      <a:lnTo>
                        <a:pt x="18955" y="48387"/>
                      </a:lnTo>
                      <a:close/>
                      <a:moveTo>
                        <a:pt x="19336" y="21050"/>
                      </a:moveTo>
                      <a:cubicBezTo>
                        <a:pt x="19336" y="21050"/>
                        <a:pt x="19621" y="20574"/>
                        <a:pt x="19526" y="20383"/>
                      </a:cubicBezTo>
                      <a:lnTo>
                        <a:pt x="19717" y="19907"/>
                      </a:lnTo>
                      <a:cubicBezTo>
                        <a:pt x="19717" y="19907"/>
                        <a:pt x="19336" y="19431"/>
                        <a:pt x="18955" y="19336"/>
                      </a:cubicBezTo>
                      <a:cubicBezTo>
                        <a:pt x="18669" y="19145"/>
                        <a:pt x="18383" y="19050"/>
                        <a:pt x="18383" y="19050"/>
                      </a:cubicBezTo>
                      <a:cubicBezTo>
                        <a:pt x="19145" y="19431"/>
                        <a:pt x="19526" y="19907"/>
                        <a:pt x="19526" y="20383"/>
                      </a:cubicBezTo>
                      <a:lnTo>
                        <a:pt x="19336" y="21050"/>
                      </a:lnTo>
                      <a:close/>
                      <a:moveTo>
                        <a:pt x="24289" y="16859"/>
                      </a:moveTo>
                      <a:lnTo>
                        <a:pt x="24289" y="16573"/>
                      </a:lnTo>
                      <a:cubicBezTo>
                        <a:pt x="24098" y="15335"/>
                        <a:pt x="23241" y="14764"/>
                        <a:pt x="21717" y="14764"/>
                      </a:cubicBezTo>
                      <a:cubicBezTo>
                        <a:pt x="20479" y="14764"/>
                        <a:pt x="19526" y="15049"/>
                        <a:pt x="18764" y="15716"/>
                      </a:cubicBezTo>
                      <a:cubicBezTo>
                        <a:pt x="18955" y="15812"/>
                        <a:pt x="19240" y="16288"/>
                        <a:pt x="19526" y="17240"/>
                      </a:cubicBezTo>
                      <a:cubicBezTo>
                        <a:pt x="19812" y="18002"/>
                        <a:pt x="20288" y="18383"/>
                        <a:pt x="20955" y="18193"/>
                      </a:cubicBezTo>
                      <a:lnTo>
                        <a:pt x="20955" y="18002"/>
                      </a:lnTo>
                      <a:cubicBezTo>
                        <a:pt x="20955" y="18002"/>
                        <a:pt x="21241" y="17336"/>
                        <a:pt x="21431" y="16383"/>
                      </a:cubicBezTo>
                      <a:cubicBezTo>
                        <a:pt x="21526" y="15621"/>
                        <a:pt x="21812" y="15240"/>
                        <a:pt x="22288" y="15240"/>
                      </a:cubicBezTo>
                      <a:cubicBezTo>
                        <a:pt x="22479" y="15240"/>
                        <a:pt x="22669" y="15240"/>
                        <a:pt x="22955" y="15430"/>
                      </a:cubicBezTo>
                      <a:lnTo>
                        <a:pt x="22955" y="16002"/>
                      </a:lnTo>
                      <a:cubicBezTo>
                        <a:pt x="22955" y="16002"/>
                        <a:pt x="23146" y="16002"/>
                        <a:pt x="23241" y="16002"/>
                      </a:cubicBezTo>
                      <a:cubicBezTo>
                        <a:pt x="23431" y="16002"/>
                        <a:pt x="23717" y="16288"/>
                        <a:pt x="24289" y="16859"/>
                      </a:cubicBezTo>
                      <a:close/>
                      <a:moveTo>
                        <a:pt x="19717" y="39814"/>
                      </a:moveTo>
                      <a:cubicBezTo>
                        <a:pt x="19717" y="39814"/>
                        <a:pt x="19050" y="39719"/>
                        <a:pt x="18955" y="39624"/>
                      </a:cubicBezTo>
                      <a:lnTo>
                        <a:pt x="19526" y="40386"/>
                      </a:lnTo>
                      <a:cubicBezTo>
                        <a:pt x="19526" y="40386"/>
                        <a:pt x="19907" y="40100"/>
                        <a:pt x="19717" y="39814"/>
                      </a:cubicBezTo>
                      <a:close/>
                      <a:moveTo>
                        <a:pt x="20288" y="17621"/>
                      </a:moveTo>
                      <a:lnTo>
                        <a:pt x="20098" y="17431"/>
                      </a:lnTo>
                      <a:lnTo>
                        <a:pt x="20669" y="17431"/>
                      </a:lnTo>
                      <a:cubicBezTo>
                        <a:pt x="20669" y="17431"/>
                        <a:pt x="20479" y="17431"/>
                        <a:pt x="20288" y="17621"/>
                      </a:cubicBezTo>
                      <a:close/>
                      <a:moveTo>
                        <a:pt x="20669" y="17431"/>
                      </a:moveTo>
                      <a:cubicBezTo>
                        <a:pt x="20669" y="17431"/>
                        <a:pt x="20765" y="17431"/>
                        <a:pt x="20860" y="17431"/>
                      </a:cubicBezTo>
                      <a:lnTo>
                        <a:pt x="20669" y="17431"/>
                      </a:lnTo>
                      <a:close/>
                      <a:moveTo>
                        <a:pt x="21145" y="52673"/>
                      </a:moveTo>
                      <a:lnTo>
                        <a:pt x="21717" y="52006"/>
                      </a:lnTo>
                      <a:cubicBezTo>
                        <a:pt x="21717" y="52006"/>
                        <a:pt x="21241" y="51625"/>
                        <a:pt x="21145" y="51625"/>
                      </a:cubicBezTo>
                      <a:lnTo>
                        <a:pt x="21145" y="52578"/>
                      </a:lnTo>
                      <a:close/>
                      <a:moveTo>
                        <a:pt x="22003" y="18383"/>
                      </a:moveTo>
                      <a:cubicBezTo>
                        <a:pt x="22003" y="18383"/>
                        <a:pt x="22003" y="17716"/>
                        <a:pt x="21717" y="17431"/>
                      </a:cubicBezTo>
                      <a:lnTo>
                        <a:pt x="21717" y="18764"/>
                      </a:lnTo>
                      <a:lnTo>
                        <a:pt x="22003" y="18383"/>
                      </a:lnTo>
                      <a:close/>
                      <a:moveTo>
                        <a:pt x="23050" y="57245"/>
                      </a:moveTo>
                      <a:lnTo>
                        <a:pt x="22860" y="56959"/>
                      </a:lnTo>
                      <a:lnTo>
                        <a:pt x="23431" y="56959"/>
                      </a:lnTo>
                      <a:cubicBezTo>
                        <a:pt x="23431" y="56959"/>
                        <a:pt x="22955" y="57245"/>
                        <a:pt x="23050" y="57245"/>
                      </a:cubicBezTo>
                      <a:close/>
                      <a:moveTo>
                        <a:pt x="30004" y="51245"/>
                      </a:moveTo>
                      <a:lnTo>
                        <a:pt x="30290" y="50863"/>
                      </a:lnTo>
                      <a:lnTo>
                        <a:pt x="30004" y="50101"/>
                      </a:lnTo>
                      <a:lnTo>
                        <a:pt x="30004" y="51245"/>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 name="Google Shape;1579;p99"/>
                <p:cNvSpPr/>
                <p:nvPr/>
              </p:nvSpPr>
              <p:spPr>
                <a:xfrm>
                  <a:off x="3288696" y="4270057"/>
                  <a:ext cx="45434" cy="61436"/>
                </a:xfrm>
                <a:custGeom>
                  <a:avLst/>
                  <a:gdLst/>
                  <a:ahLst/>
                  <a:cxnLst/>
                  <a:rect l="l" t="t" r="r" b="b"/>
                  <a:pathLst>
                    <a:path w="45434" h="61436" extrusionOk="0">
                      <a:moveTo>
                        <a:pt x="953" y="61436"/>
                      </a:moveTo>
                      <a:lnTo>
                        <a:pt x="0" y="60865"/>
                      </a:lnTo>
                      <a:lnTo>
                        <a:pt x="953" y="61055"/>
                      </a:lnTo>
                      <a:lnTo>
                        <a:pt x="953" y="61436"/>
                      </a:lnTo>
                      <a:close/>
                      <a:moveTo>
                        <a:pt x="44386" y="23622"/>
                      </a:moveTo>
                      <a:cubicBezTo>
                        <a:pt x="44196" y="24098"/>
                        <a:pt x="44386" y="24670"/>
                        <a:pt x="44768" y="25241"/>
                      </a:cubicBezTo>
                      <a:cubicBezTo>
                        <a:pt x="45148" y="25813"/>
                        <a:pt x="45434" y="26194"/>
                        <a:pt x="45434" y="26384"/>
                      </a:cubicBezTo>
                      <a:cubicBezTo>
                        <a:pt x="45434" y="26765"/>
                        <a:pt x="45244" y="27146"/>
                        <a:pt x="44863" y="27527"/>
                      </a:cubicBezTo>
                      <a:cubicBezTo>
                        <a:pt x="45148" y="29528"/>
                        <a:pt x="45244" y="31528"/>
                        <a:pt x="45244" y="33719"/>
                      </a:cubicBezTo>
                      <a:cubicBezTo>
                        <a:pt x="45244" y="35909"/>
                        <a:pt x="45148" y="37910"/>
                        <a:pt x="44863" y="39910"/>
                      </a:cubicBezTo>
                      <a:cubicBezTo>
                        <a:pt x="44006" y="40196"/>
                        <a:pt x="43529" y="40672"/>
                        <a:pt x="43529" y="41339"/>
                      </a:cubicBezTo>
                      <a:cubicBezTo>
                        <a:pt x="43529" y="41529"/>
                        <a:pt x="43529" y="41910"/>
                        <a:pt x="43720" y="42291"/>
                      </a:cubicBezTo>
                      <a:cubicBezTo>
                        <a:pt x="43910" y="42767"/>
                        <a:pt x="43910" y="43148"/>
                        <a:pt x="43910" y="43434"/>
                      </a:cubicBezTo>
                      <a:cubicBezTo>
                        <a:pt x="43910" y="43720"/>
                        <a:pt x="43910" y="43910"/>
                        <a:pt x="43815" y="44101"/>
                      </a:cubicBezTo>
                      <a:lnTo>
                        <a:pt x="44101" y="46101"/>
                      </a:lnTo>
                      <a:cubicBezTo>
                        <a:pt x="43434" y="46387"/>
                        <a:pt x="42958" y="47054"/>
                        <a:pt x="42577" y="48006"/>
                      </a:cubicBezTo>
                      <a:cubicBezTo>
                        <a:pt x="42196" y="48959"/>
                        <a:pt x="41910" y="49816"/>
                        <a:pt x="41624" y="50673"/>
                      </a:cubicBezTo>
                      <a:cubicBezTo>
                        <a:pt x="40767" y="51054"/>
                        <a:pt x="39243" y="52102"/>
                        <a:pt x="37148" y="53816"/>
                      </a:cubicBezTo>
                      <a:lnTo>
                        <a:pt x="37910" y="54578"/>
                      </a:lnTo>
                      <a:cubicBezTo>
                        <a:pt x="35243" y="54674"/>
                        <a:pt x="33338" y="55340"/>
                        <a:pt x="32099" y="56579"/>
                      </a:cubicBezTo>
                      <a:cubicBezTo>
                        <a:pt x="31909" y="56579"/>
                        <a:pt x="31718" y="56579"/>
                        <a:pt x="31528" y="56579"/>
                      </a:cubicBezTo>
                      <a:cubicBezTo>
                        <a:pt x="31052" y="56579"/>
                        <a:pt x="30671" y="56769"/>
                        <a:pt x="30385" y="57150"/>
                      </a:cubicBezTo>
                      <a:cubicBezTo>
                        <a:pt x="30004" y="57436"/>
                        <a:pt x="29909" y="57912"/>
                        <a:pt x="29909" y="58293"/>
                      </a:cubicBezTo>
                      <a:cubicBezTo>
                        <a:pt x="29337" y="57912"/>
                        <a:pt x="28575" y="57721"/>
                        <a:pt x="27813" y="57721"/>
                      </a:cubicBezTo>
                      <a:lnTo>
                        <a:pt x="25527" y="57721"/>
                      </a:lnTo>
                      <a:cubicBezTo>
                        <a:pt x="25527" y="57721"/>
                        <a:pt x="25527" y="57150"/>
                        <a:pt x="25051" y="56960"/>
                      </a:cubicBezTo>
                      <a:cubicBezTo>
                        <a:pt x="24670" y="56769"/>
                        <a:pt x="24479" y="56483"/>
                        <a:pt x="24384" y="56293"/>
                      </a:cubicBezTo>
                      <a:cubicBezTo>
                        <a:pt x="23813" y="57245"/>
                        <a:pt x="22955" y="57626"/>
                        <a:pt x="21812" y="57817"/>
                      </a:cubicBezTo>
                      <a:cubicBezTo>
                        <a:pt x="21622" y="57817"/>
                        <a:pt x="20669" y="57817"/>
                        <a:pt x="19050" y="57817"/>
                      </a:cubicBezTo>
                      <a:cubicBezTo>
                        <a:pt x="17812" y="57341"/>
                        <a:pt x="16669" y="56864"/>
                        <a:pt x="15431" y="56293"/>
                      </a:cubicBezTo>
                      <a:cubicBezTo>
                        <a:pt x="14002" y="55626"/>
                        <a:pt x="12859" y="54959"/>
                        <a:pt x="12097" y="54197"/>
                      </a:cubicBezTo>
                      <a:cubicBezTo>
                        <a:pt x="11811" y="54483"/>
                        <a:pt x="11240" y="54388"/>
                        <a:pt x="10287" y="54007"/>
                      </a:cubicBezTo>
                      <a:cubicBezTo>
                        <a:pt x="9144" y="52578"/>
                        <a:pt x="8001" y="51054"/>
                        <a:pt x="6763" y="49625"/>
                      </a:cubicBezTo>
                      <a:cubicBezTo>
                        <a:pt x="5429" y="47911"/>
                        <a:pt x="4763" y="46292"/>
                        <a:pt x="4667" y="44768"/>
                      </a:cubicBezTo>
                      <a:cubicBezTo>
                        <a:pt x="4001" y="44006"/>
                        <a:pt x="3715" y="42767"/>
                        <a:pt x="3715" y="41243"/>
                      </a:cubicBezTo>
                      <a:cubicBezTo>
                        <a:pt x="3715" y="39053"/>
                        <a:pt x="3715" y="37719"/>
                        <a:pt x="3715" y="37529"/>
                      </a:cubicBezTo>
                      <a:cubicBezTo>
                        <a:pt x="3715" y="37148"/>
                        <a:pt x="3715" y="36767"/>
                        <a:pt x="3715" y="36386"/>
                      </a:cubicBezTo>
                      <a:cubicBezTo>
                        <a:pt x="3715" y="35909"/>
                        <a:pt x="3715" y="35052"/>
                        <a:pt x="3905" y="34004"/>
                      </a:cubicBezTo>
                      <a:cubicBezTo>
                        <a:pt x="4001" y="32957"/>
                        <a:pt x="4191" y="32099"/>
                        <a:pt x="4191" y="31528"/>
                      </a:cubicBezTo>
                      <a:cubicBezTo>
                        <a:pt x="4191" y="30575"/>
                        <a:pt x="4001" y="29623"/>
                        <a:pt x="3524" y="28956"/>
                      </a:cubicBezTo>
                      <a:cubicBezTo>
                        <a:pt x="4001" y="28766"/>
                        <a:pt x="4191" y="28385"/>
                        <a:pt x="3905" y="27908"/>
                      </a:cubicBezTo>
                      <a:cubicBezTo>
                        <a:pt x="3715" y="27432"/>
                        <a:pt x="3715" y="26956"/>
                        <a:pt x="4096" y="26765"/>
                      </a:cubicBezTo>
                      <a:cubicBezTo>
                        <a:pt x="3810" y="24479"/>
                        <a:pt x="3620" y="22479"/>
                        <a:pt x="3620" y="20860"/>
                      </a:cubicBezTo>
                      <a:cubicBezTo>
                        <a:pt x="3620" y="18002"/>
                        <a:pt x="4001" y="15716"/>
                        <a:pt x="4858" y="13716"/>
                      </a:cubicBezTo>
                      <a:cubicBezTo>
                        <a:pt x="5239" y="12002"/>
                        <a:pt x="5620" y="10954"/>
                        <a:pt x="5810" y="10478"/>
                      </a:cubicBezTo>
                      <a:cubicBezTo>
                        <a:pt x="6382" y="9335"/>
                        <a:pt x="7144" y="8668"/>
                        <a:pt x="8192" y="8382"/>
                      </a:cubicBezTo>
                      <a:cubicBezTo>
                        <a:pt x="8858" y="6763"/>
                        <a:pt x="10192" y="5239"/>
                        <a:pt x="12383" y="4001"/>
                      </a:cubicBezTo>
                      <a:lnTo>
                        <a:pt x="12002" y="3715"/>
                      </a:lnTo>
                      <a:cubicBezTo>
                        <a:pt x="12764" y="3524"/>
                        <a:pt x="13621" y="3048"/>
                        <a:pt x="14859" y="2096"/>
                      </a:cubicBezTo>
                      <a:cubicBezTo>
                        <a:pt x="15907" y="1334"/>
                        <a:pt x="16955" y="953"/>
                        <a:pt x="17812" y="1143"/>
                      </a:cubicBezTo>
                      <a:cubicBezTo>
                        <a:pt x="17812" y="476"/>
                        <a:pt x="18098" y="0"/>
                        <a:pt x="18669" y="0"/>
                      </a:cubicBezTo>
                      <a:cubicBezTo>
                        <a:pt x="18860" y="0"/>
                        <a:pt x="19241" y="0"/>
                        <a:pt x="19717" y="191"/>
                      </a:cubicBezTo>
                      <a:cubicBezTo>
                        <a:pt x="20288" y="286"/>
                        <a:pt x="20574" y="381"/>
                        <a:pt x="20765" y="286"/>
                      </a:cubicBezTo>
                      <a:cubicBezTo>
                        <a:pt x="21527" y="1429"/>
                        <a:pt x="22574" y="1905"/>
                        <a:pt x="23813" y="1905"/>
                      </a:cubicBezTo>
                      <a:cubicBezTo>
                        <a:pt x="24384" y="1905"/>
                        <a:pt x="25337" y="1715"/>
                        <a:pt x="26670" y="1334"/>
                      </a:cubicBezTo>
                      <a:cubicBezTo>
                        <a:pt x="27718" y="1619"/>
                        <a:pt x="28956" y="1619"/>
                        <a:pt x="30480" y="1334"/>
                      </a:cubicBezTo>
                      <a:lnTo>
                        <a:pt x="30480" y="1619"/>
                      </a:lnTo>
                      <a:cubicBezTo>
                        <a:pt x="30480" y="1619"/>
                        <a:pt x="31337" y="1334"/>
                        <a:pt x="31718" y="1334"/>
                      </a:cubicBezTo>
                      <a:cubicBezTo>
                        <a:pt x="32385" y="1334"/>
                        <a:pt x="33147" y="1715"/>
                        <a:pt x="34100" y="2572"/>
                      </a:cubicBezTo>
                      <a:cubicBezTo>
                        <a:pt x="35052" y="3334"/>
                        <a:pt x="35909" y="3810"/>
                        <a:pt x="36671" y="3905"/>
                      </a:cubicBezTo>
                      <a:cubicBezTo>
                        <a:pt x="36862" y="4667"/>
                        <a:pt x="37529" y="5429"/>
                        <a:pt x="38481" y="6191"/>
                      </a:cubicBezTo>
                      <a:cubicBezTo>
                        <a:pt x="39529" y="6953"/>
                        <a:pt x="40100" y="7525"/>
                        <a:pt x="40291" y="7906"/>
                      </a:cubicBezTo>
                      <a:cubicBezTo>
                        <a:pt x="40958" y="7906"/>
                        <a:pt x="41434" y="8382"/>
                        <a:pt x="41529" y="9335"/>
                      </a:cubicBezTo>
                      <a:cubicBezTo>
                        <a:pt x="41624" y="10383"/>
                        <a:pt x="42101" y="10859"/>
                        <a:pt x="42672" y="10859"/>
                      </a:cubicBezTo>
                      <a:cubicBezTo>
                        <a:pt x="43244" y="11525"/>
                        <a:pt x="43529" y="12383"/>
                        <a:pt x="43529" y="13526"/>
                      </a:cubicBezTo>
                      <a:lnTo>
                        <a:pt x="43529" y="14478"/>
                      </a:lnTo>
                      <a:cubicBezTo>
                        <a:pt x="43529" y="14478"/>
                        <a:pt x="43529" y="15240"/>
                        <a:pt x="43529" y="15526"/>
                      </a:cubicBezTo>
                      <a:cubicBezTo>
                        <a:pt x="43529" y="16859"/>
                        <a:pt x="44006" y="17907"/>
                        <a:pt x="45053" y="18479"/>
                      </a:cubicBezTo>
                      <a:cubicBezTo>
                        <a:pt x="44768" y="18764"/>
                        <a:pt x="44768" y="19241"/>
                        <a:pt x="44768" y="19621"/>
                      </a:cubicBezTo>
                      <a:cubicBezTo>
                        <a:pt x="44768" y="20003"/>
                        <a:pt x="44768" y="20479"/>
                        <a:pt x="45053" y="21146"/>
                      </a:cubicBezTo>
                      <a:cubicBezTo>
                        <a:pt x="45244" y="21812"/>
                        <a:pt x="45339" y="22193"/>
                        <a:pt x="45339" y="22479"/>
                      </a:cubicBezTo>
                      <a:cubicBezTo>
                        <a:pt x="45339" y="23051"/>
                        <a:pt x="44958" y="23432"/>
                        <a:pt x="44291" y="23527"/>
                      </a:cubicBezTo>
                      <a:close/>
                      <a:moveTo>
                        <a:pt x="36862" y="27527"/>
                      </a:moveTo>
                      <a:cubicBezTo>
                        <a:pt x="36862" y="27527"/>
                        <a:pt x="38195" y="27908"/>
                        <a:pt x="40100" y="28575"/>
                      </a:cubicBezTo>
                      <a:lnTo>
                        <a:pt x="40100" y="26956"/>
                      </a:lnTo>
                      <a:cubicBezTo>
                        <a:pt x="38576" y="26384"/>
                        <a:pt x="37910" y="26099"/>
                        <a:pt x="38005" y="26099"/>
                      </a:cubicBezTo>
                      <a:cubicBezTo>
                        <a:pt x="37624" y="26099"/>
                        <a:pt x="37529" y="26289"/>
                        <a:pt x="37624" y="26956"/>
                      </a:cubicBezTo>
                      <a:lnTo>
                        <a:pt x="36767" y="26099"/>
                      </a:lnTo>
                      <a:lnTo>
                        <a:pt x="36385" y="26289"/>
                      </a:lnTo>
                      <a:cubicBezTo>
                        <a:pt x="36100" y="25813"/>
                        <a:pt x="35623" y="25337"/>
                        <a:pt x="34957" y="25051"/>
                      </a:cubicBezTo>
                      <a:cubicBezTo>
                        <a:pt x="33909" y="24670"/>
                        <a:pt x="33242" y="24479"/>
                        <a:pt x="33147" y="24384"/>
                      </a:cubicBezTo>
                      <a:cubicBezTo>
                        <a:pt x="33338" y="24098"/>
                        <a:pt x="33433" y="23717"/>
                        <a:pt x="33338" y="23146"/>
                      </a:cubicBezTo>
                      <a:lnTo>
                        <a:pt x="33338" y="21908"/>
                      </a:lnTo>
                      <a:cubicBezTo>
                        <a:pt x="33338" y="21908"/>
                        <a:pt x="32671" y="20384"/>
                        <a:pt x="31718" y="18193"/>
                      </a:cubicBezTo>
                      <a:cubicBezTo>
                        <a:pt x="31052" y="16669"/>
                        <a:pt x="30575" y="15716"/>
                        <a:pt x="30004" y="15240"/>
                      </a:cubicBezTo>
                      <a:lnTo>
                        <a:pt x="30385" y="14954"/>
                      </a:lnTo>
                      <a:cubicBezTo>
                        <a:pt x="29813" y="14288"/>
                        <a:pt x="29147" y="13811"/>
                        <a:pt x="28194" y="13621"/>
                      </a:cubicBezTo>
                      <a:cubicBezTo>
                        <a:pt x="27337" y="13240"/>
                        <a:pt x="26480" y="13049"/>
                        <a:pt x="25622" y="12764"/>
                      </a:cubicBezTo>
                      <a:cubicBezTo>
                        <a:pt x="25622" y="12002"/>
                        <a:pt x="25337" y="11621"/>
                        <a:pt x="24670" y="11621"/>
                      </a:cubicBezTo>
                      <a:cubicBezTo>
                        <a:pt x="23717" y="11621"/>
                        <a:pt x="23146" y="12002"/>
                        <a:pt x="22860" y="12764"/>
                      </a:cubicBezTo>
                      <a:cubicBezTo>
                        <a:pt x="22289" y="12764"/>
                        <a:pt x="21622" y="13145"/>
                        <a:pt x="20669" y="13621"/>
                      </a:cubicBezTo>
                      <a:cubicBezTo>
                        <a:pt x="19812" y="14192"/>
                        <a:pt x="19145" y="14478"/>
                        <a:pt x="18669" y="14383"/>
                      </a:cubicBezTo>
                      <a:cubicBezTo>
                        <a:pt x="17717" y="14669"/>
                        <a:pt x="17050" y="15526"/>
                        <a:pt x="16669" y="16764"/>
                      </a:cubicBezTo>
                      <a:cubicBezTo>
                        <a:pt x="16288" y="18193"/>
                        <a:pt x="15812" y="19145"/>
                        <a:pt x="15335" y="19336"/>
                      </a:cubicBezTo>
                      <a:cubicBezTo>
                        <a:pt x="15335" y="20003"/>
                        <a:pt x="15335" y="20955"/>
                        <a:pt x="15145" y="22193"/>
                      </a:cubicBezTo>
                      <a:cubicBezTo>
                        <a:pt x="14954" y="23336"/>
                        <a:pt x="14859" y="24289"/>
                        <a:pt x="14859" y="24765"/>
                      </a:cubicBezTo>
                      <a:cubicBezTo>
                        <a:pt x="14859" y="25527"/>
                        <a:pt x="15050" y="26289"/>
                        <a:pt x="15335" y="26861"/>
                      </a:cubicBezTo>
                      <a:cubicBezTo>
                        <a:pt x="14764" y="27242"/>
                        <a:pt x="14669" y="28004"/>
                        <a:pt x="15145" y="29146"/>
                      </a:cubicBezTo>
                      <a:cubicBezTo>
                        <a:pt x="15526" y="30099"/>
                        <a:pt x="15335" y="30671"/>
                        <a:pt x="14573" y="30766"/>
                      </a:cubicBezTo>
                      <a:cubicBezTo>
                        <a:pt x="15145" y="33052"/>
                        <a:pt x="15431" y="34766"/>
                        <a:pt x="15431" y="36004"/>
                      </a:cubicBezTo>
                      <a:cubicBezTo>
                        <a:pt x="15431" y="36862"/>
                        <a:pt x="15431" y="37719"/>
                        <a:pt x="15240" y="38481"/>
                      </a:cubicBezTo>
                      <a:cubicBezTo>
                        <a:pt x="15621" y="38767"/>
                        <a:pt x="16288" y="40196"/>
                        <a:pt x="17240" y="42672"/>
                      </a:cubicBezTo>
                      <a:cubicBezTo>
                        <a:pt x="17907" y="44482"/>
                        <a:pt x="19145" y="45339"/>
                        <a:pt x="20765" y="45149"/>
                      </a:cubicBezTo>
                      <a:cubicBezTo>
                        <a:pt x="20955" y="45149"/>
                        <a:pt x="21050" y="45149"/>
                        <a:pt x="21336" y="44958"/>
                      </a:cubicBezTo>
                      <a:cubicBezTo>
                        <a:pt x="21527" y="44768"/>
                        <a:pt x="21622" y="44672"/>
                        <a:pt x="21717" y="44672"/>
                      </a:cubicBezTo>
                      <a:cubicBezTo>
                        <a:pt x="21812" y="44672"/>
                        <a:pt x="22003" y="44768"/>
                        <a:pt x="22193" y="44958"/>
                      </a:cubicBezTo>
                      <a:lnTo>
                        <a:pt x="21812" y="45149"/>
                      </a:lnTo>
                      <a:cubicBezTo>
                        <a:pt x="21812" y="45149"/>
                        <a:pt x="21908" y="45625"/>
                        <a:pt x="22193" y="45815"/>
                      </a:cubicBezTo>
                      <a:lnTo>
                        <a:pt x="22670" y="46292"/>
                      </a:lnTo>
                      <a:cubicBezTo>
                        <a:pt x="22670" y="46292"/>
                        <a:pt x="23432" y="46958"/>
                        <a:pt x="24003" y="46958"/>
                      </a:cubicBezTo>
                      <a:cubicBezTo>
                        <a:pt x="24765" y="46958"/>
                        <a:pt x="25051" y="46673"/>
                        <a:pt x="25146" y="46101"/>
                      </a:cubicBezTo>
                      <a:cubicBezTo>
                        <a:pt x="25432" y="46387"/>
                        <a:pt x="25813" y="46577"/>
                        <a:pt x="26099" y="46577"/>
                      </a:cubicBezTo>
                      <a:cubicBezTo>
                        <a:pt x="26384" y="46577"/>
                        <a:pt x="26670" y="46292"/>
                        <a:pt x="27051" y="45625"/>
                      </a:cubicBezTo>
                      <a:cubicBezTo>
                        <a:pt x="27432" y="44958"/>
                        <a:pt x="27718" y="44672"/>
                        <a:pt x="28004" y="44672"/>
                      </a:cubicBezTo>
                      <a:cubicBezTo>
                        <a:pt x="28289" y="44672"/>
                        <a:pt x="28670" y="44863"/>
                        <a:pt x="29147" y="45149"/>
                      </a:cubicBezTo>
                      <a:cubicBezTo>
                        <a:pt x="29147" y="44958"/>
                        <a:pt x="29718" y="44672"/>
                        <a:pt x="30480" y="44291"/>
                      </a:cubicBezTo>
                      <a:cubicBezTo>
                        <a:pt x="31147" y="44006"/>
                        <a:pt x="31433" y="43625"/>
                        <a:pt x="31433" y="43053"/>
                      </a:cubicBezTo>
                      <a:cubicBezTo>
                        <a:pt x="31433" y="42863"/>
                        <a:pt x="31433" y="42577"/>
                        <a:pt x="31337" y="42291"/>
                      </a:cubicBezTo>
                      <a:cubicBezTo>
                        <a:pt x="32004" y="41910"/>
                        <a:pt x="32385" y="41243"/>
                        <a:pt x="32576" y="40005"/>
                      </a:cubicBezTo>
                      <a:cubicBezTo>
                        <a:pt x="32766" y="38862"/>
                        <a:pt x="33052" y="38195"/>
                        <a:pt x="33528" y="37910"/>
                      </a:cubicBezTo>
                      <a:lnTo>
                        <a:pt x="33528" y="33147"/>
                      </a:lnTo>
                      <a:cubicBezTo>
                        <a:pt x="33528" y="33147"/>
                        <a:pt x="33719" y="32385"/>
                        <a:pt x="33719" y="32004"/>
                      </a:cubicBezTo>
                      <a:cubicBezTo>
                        <a:pt x="33719" y="31623"/>
                        <a:pt x="33623" y="30956"/>
                        <a:pt x="33528" y="30099"/>
                      </a:cubicBezTo>
                      <a:cubicBezTo>
                        <a:pt x="33338" y="29337"/>
                        <a:pt x="33338" y="28766"/>
                        <a:pt x="33338" y="28385"/>
                      </a:cubicBezTo>
                      <a:cubicBezTo>
                        <a:pt x="33338" y="27813"/>
                        <a:pt x="33338" y="27337"/>
                        <a:pt x="33623" y="27051"/>
                      </a:cubicBezTo>
                      <a:cubicBezTo>
                        <a:pt x="33623" y="26479"/>
                        <a:pt x="33719" y="26194"/>
                        <a:pt x="34004" y="26099"/>
                      </a:cubicBezTo>
                      <a:cubicBezTo>
                        <a:pt x="34195" y="26099"/>
                        <a:pt x="34576" y="26099"/>
                        <a:pt x="35243" y="26194"/>
                      </a:cubicBezTo>
                      <a:cubicBezTo>
                        <a:pt x="35814" y="26289"/>
                        <a:pt x="36195" y="26289"/>
                        <a:pt x="36385" y="26194"/>
                      </a:cubicBezTo>
                      <a:cubicBezTo>
                        <a:pt x="36862" y="26575"/>
                        <a:pt x="37052" y="27051"/>
                        <a:pt x="36957" y="27432"/>
                      </a:cubicBezTo>
                      <a:close/>
                      <a:moveTo>
                        <a:pt x="42958" y="23622"/>
                      </a:moveTo>
                      <a:cubicBezTo>
                        <a:pt x="42958" y="23622"/>
                        <a:pt x="42196" y="23336"/>
                        <a:pt x="41815" y="23336"/>
                      </a:cubicBezTo>
                      <a:cubicBezTo>
                        <a:pt x="41624" y="23336"/>
                        <a:pt x="41243" y="23432"/>
                        <a:pt x="40672" y="23527"/>
                      </a:cubicBezTo>
                      <a:cubicBezTo>
                        <a:pt x="40100" y="23622"/>
                        <a:pt x="39719" y="23717"/>
                        <a:pt x="39338" y="23622"/>
                      </a:cubicBezTo>
                      <a:lnTo>
                        <a:pt x="41053" y="24765"/>
                      </a:lnTo>
                      <a:lnTo>
                        <a:pt x="41243" y="23622"/>
                      </a:lnTo>
                      <a:cubicBezTo>
                        <a:pt x="41243" y="23622"/>
                        <a:pt x="41910" y="23813"/>
                        <a:pt x="42958" y="24194"/>
                      </a:cubicBezTo>
                      <a:lnTo>
                        <a:pt x="42958" y="23622"/>
                      </a:lnTo>
                      <a:close/>
                      <a:moveTo>
                        <a:pt x="41243" y="41624"/>
                      </a:moveTo>
                      <a:cubicBezTo>
                        <a:pt x="41243" y="41624"/>
                        <a:pt x="41339" y="41624"/>
                        <a:pt x="41339" y="41434"/>
                      </a:cubicBezTo>
                      <a:cubicBezTo>
                        <a:pt x="41339" y="41434"/>
                        <a:pt x="41243" y="41339"/>
                        <a:pt x="40958" y="41243"/>
                      </a:cubicBezTo>
                      <a:cubicBezTo>
                        <a:pt x="40672" y="41148"/>
                        <a:pt x="40577" y="40958"/>
                        <a:pt x="40577" y="40862"/>
                      </a:cubicBezTo>
                      <a:cubicBezTo>
                        <a:pt x="40577" y="40767"/>
                        <a:pt x="40672" y="40577"/>
                        <a:pt x="40958" y="40481"/>
                      </a:cubicBezTo>
                      <a:cubicBezTo>
                        <a:pt x="40672" y="40481"/>
                        <a:pt x="40386" y="40481"/>
                        <a:pt x="40005" y="40577"/>
                      </a:cubicBezTo>
                      <a:cubicBezTo>
                        <a:pt x="39624" y="40862"/>
                        <a:pt x="39338" y="40958"/>
                        <a:pt x="39338" y="40958"/>
                      </a:cubicBezTo>
                      <a:cubicBezTo>
                        <a:pt x="39434" y="40958"/>
                        <a:pt x="40100" y="41148"/>
                        <a:pt x="41148" y="41529"/>
                      </a:cubicBezTo>
                      <a:close/>
                      <a:moveTo>
                        <a:pt x="43148" y="26956"/>
                      </a:moveTo>
                      <a:lnTo>
                        <a:pt x="44006" y="26956"/>
                      </a:lnTo>
                      <a:cubicBezTo>
                        <a:pt x="44006" y="26956"/>
                        <a:pt x="43244" y="26670"/>
                        <a:pt x="43148" y="26956"/>
                      </a:cubicBezTo>
                      <a:cubicBezTo>
                        <a:pt x="42577" y="26765"/>
                        <a:pt x="41910" y="26575"/>
                        <a:pt x="40958" y="26289"/>
                      </a:cubicBezTo>
                      <a:cubicBezTo>
                        <a:pt x="40958" y="26003"/>
                        <a:pt x="40577" y="25813"/>
                        <a:pt x="40100" y="25813"/>
                      </a:cubicBezTo>
                      <a:cubicBezTo>
                        <a:pt x="40291" y="25908"/>
                        <a:pt x="40577" y="26099"/>
                        <a:pt x="40958" y="26289"/>
                      </a:cubicBezTo>
                      <a:cubicBezTo>
                        <a:pt x="40958" y="26479"/>
                        <a:pt x="41053" y="26670"/>
                        <a:pt x="41053" y="27051"/>
                      </a:cubicBezTo>
                      <a:cubicBezTo>
                        <a:pt x="41053" y="27432"/>
                        <a:pt x="41053" y="27623"/>
                        <a:pt x="41053" y="27718"/>
                      </a:cubicBezTo>
                      <a:cubicBezTo>
                        <a:pt x="41053" y="27908"/>
                        <a:pt x="41053" y="27908"/>
                        <a:pt x="41243" y="27908"/>
                      </a:cubicBezTo>
                      <a:lnTo>
                        <a:pt x="42005" y="27051"/>
                      </a:lnTo>
                      <a:lnTo>
                        <a:pt x="42386" y="27242"/>
                      </a:lnTo>
                      <a:cubicBezTo>
                        <a:pt x="42386" y="27242"/>
                        <a:pt x="42386" y="27623"/>
                        <a:pt x="42196" y="27813"/>
                      </a:cubicBezTo>
                      <a:cubicBezTo>
                        <a:pt x="42101" y="28004"/>
                        <a:pt x="42005" y="28194"/>
                        <a:pt x="42005" y="28289"/>
                      </a:cubicBezTo>
                      <a:cubicBezTo>
                        <a:pt x="42386" y="28385"/>
                        <a:pt x="42672" y="28289"/>
                        <a:pt x="42863" y="27908"/>
                      </a:cubicBezTo>
                      <a:cubicBezTo>
                        <a:pt x="42958" y="27527"/>
                        <a:pt x="43053" y="27146"/>
                        <a:pt x="43148" y="26861"/>
                      </a:cubicBezTo>
                      <a:lnTo>
                        <a:pt x="43148" y="2686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 name="Google Shape;1580;p99"/>
                <p:cNvSpPr/>
                <p:nvPr/>
              </p:nvSpPr>
              <p:spPr>
                <a:xfrm>
                  <a:off x="3320604" y="4269581"/>
                  <a:ext cx="60293" cy="58864"/>
                </a:xfrm>
                <a:custGeom>
                  <a:avLst/>
                  <a:gdLst/>
                  <a:ahLst/>
                  <a:cxnLst/>
                  <a:rect l="l" t="t" r="r" b="b"/>
                  <a:pathLst>
                    <a:path w="60293" h="58864" extrusionOk="0">
                      <a:moveTo>
                        <a:pt x="571" y="31528"/>
                      </a:moveTo>
                      <a:cubicBezTo>
                        <a:pt x="571" y="31528"/>
                        <a:pt x="571" y="31718"/>
                        <a:pt x="857" y="31909"/>
                      </a:cubicBezTo>
                      <a:cubicBezTo>
                        <a:pt x="1048" y="32099"/>
                        <a:pt x="1143" y="32290"/>
                        <a:pt x="1143" y="32385"/>
                      </a:cubicBezTo>
                      <a:lnTo>
                        <a:pt x="0" y="32385"/>
                      </a:lnTo>
                      <a:lnTo>
                        <a:pt x="571" y="31528"/>
                      </a:lnTo>
                      <a:close/>
                      <a:moveTo>
                        <a:pt x="0" y="35719"/>
                      </a:moveTo>
                      <a:cubicBezTo>
                        <a:pt x="0" y="35719"/>
                        <a:pt x="571" y="36386"/>
                        <a:pt x="1048" y="36481"/>
                      </a:cubicBezTo>
                      <a:lnTo>
                        <a:pt x="0" y="36481"/>
                      </a:lnTo>
                      <a:lnTo>
                        <a:pt x="0" y="35719"/>
                      </a:lnTo>
                      <a:close/>
                      <a:moveTo>
                        <a:pt x="191" y="39624"/>
                      </a:moveTo>
                      <a:lnTo>
                        <a:pt x="0" y="38767"/>
                      </a:lnTo>
                      <a:cubicBezTo>
                        <a:pt x="0" y="38767"/>
                        <a:pt x="667" y="39053"/>
                        <a:pt x="1143" y="39338"/>
                      </a:cubicBezTo>
                      <a:lnTo>
                        <a:pt x="191" y="39624"/>
                      </a:lnTo>
                      <a:close/>
                      <a:moveTo>
                        <a:pt x="1905" y="36481"/>
                      </a:moveTo>
                      <a:cubicBezTo>
                        <a:pt x="1905" y="36481"/>
                        <a:pt x="1238" y="36481"/>
                        <a:pt x="1048" y="36481"/>
                      </a:cubicBezTo>
                      <a:lnTo>
                        <a:pt x="1905" y="36481"/>
                      </a:lnTo>
                      <a:close/>
                      <a:moveTo>
                        <a:pt x="1333" y="41053"/>
                      </a:moveTo>
                      <a:cubicBezTo>
                        <a:pt x="1333" y="41053"/>
                        <a:pt x="1810" y="41053"/>
                        <a:pt x="2096" y="41434"/>
                      </a:cubicBezTo>
                      <a:lnTo>
                        <a:pt x="2096" y="41815"/>
                      </a:lnTo>
                      <a:lnTo>
                        <a:pt x="1333" y="41815"/>
                      </a:lnTo>
                      <a:lnTo>
                        <a:pt x="1333" y="41053"/>
                      </a:lnTo>
                      <a:close/>
                      <a:moveTo>
                        <a:pt x="3334" y="30766"/>
                      </a:moveTo>
                      <a:cubicBezTo>
                        <a:pt x="3334" y="30766"/>
                        <a:pt x="3620" y="31337"/>
                        <a:pt x="3620" y="31718"/>
                      </a:cubicBezTo>
                      <a:cubicBezTo>
                        <a:pt x="3048" y="31718"/>
                        <a:pt x="2762" y="31718"/>
                        <a:pt x="2762" y="31528"/>
                      </a:cubicBezTo>
                      <a:lnTo>
                        <a:pt x="3334" y="30766"/>
                      </a:lnTo>
                      <a:close/>
                      <a:moveTo>
                        <a:pt x="2762" y="49530"/>
                      </a:moveTo>
                      <a:cubicBezTo>
                        <a:pt x="2762" y="49530"/>
                        <a:pt x="3143" y="49339"/>
                        <a:pt x="3620" y="49339"/>
                      </a:cubicBezTo>
                      <a:lnTo>
                        <a:pt x="3620" y="49816"/>
                      </a:lnTo>
                      <a:lnTo>
                        <a:pt x="2762" y="49530"/>
                      </a:lnTo>
                      <a:close/>
                      <a:moveTo>
                        <a:pt x="6191" y="40100"/>
                      </a:moveTo>
                      <a:cubicBezTo>
                        <a:pt x="6191" y="40100"/>
                        <a:pt x="6858" y="39814"/>
                        <a:pt x="7144" y="39719"/>
                      </a:cubicBezTo>
                      <a:cubicBezTo>
                        <a:pt x="7620" y="39624"/>
                        <a:pt x="7906" y="39624"/>
                        <a:pt x="8192" y="39814"/>
                      </a:cubicBezTo>
                      <a:lnTo>
                        <a:pt x="6191" y="40100"/>
                      </a:lnTo>
                      <a:close/>
                      <a:moveTo>
                        <a:pt x="7525" y="32861"/>
                      </a:moveTo>
                      <a:cubicBezTo>
                        <a:pt x="6953" y="31337"/>
                        <a:pt x="7049" y="30385"/>
                        <a:pt x="8096" y="29813"/>
                      </a:cubicBezTo>
                      <a:lnTo>
                        <a:pt x="8382" y="30099"/>
                      </a:lnTo>
                      <a:cubicBezTo>
                        <a:pt x="7811" y="30099"/>
                        <a:pt x="7525" y="30480"/>
                        <a:pt x="7429" y="31147"/>
                      </a:cubicBezTo>
                      <a:cubicBezTo>
                        <a:pt x="7429" y="31718"/>
                        <a:pt x="7429" y="32290"/>
                        <a:pt x="7429" y="32861"/>
                      </a:cubicBezTo>
                      <a:close/>
                      <a:moveTo>
                        <a:pt x="14478" y="36386"/>
                      </a:moveTo>
                      <a:cubicBezTo>
                        <a:pt x="14478" y="36386"/>
                        <a:pt x="14097" y="36386"/>
                        <a:pt x="13907" y="36195"/>
                      </a:cubicBezTo>
                      <a:cubicBezTo>
                        <a:pt x="13716" y="35909"/>
                        <a:pt x="13525" y="35814"/>
                        <a:pt x="13430" y="35814"/>
                      </a:cubicBezTo>
                      <a:cubicBezTo>
                        <a:pt x="13430" y="35814"/>
                        <a:pt x="13335" y="35814"/>
                        <a:pt x="13145" y="35814"/>
                      </a:cubicBezTo>
                      <a:cubicBezTo>
                        <a:pt x="13907" y="35243"/>
                        <a:pt x="14573" y="35147"/>
                        <a:pt x="15145" y="35623"/>
                      </a:cubicBezTo>
                      <a:cubicBezTo>
                        <a:pt x="15145" y="35814"/>
                        <a:pt x="15145" y="35909"/>
                        <a:pt x="14954" y="36100"/>
                      </a:cubicBezTo>
                      <a:cubicBezTo>
                        <a:pt x="14859" y="36100"/>
                        <a:pt x="14764" y="36290"/>
                        <a:pt x="14478" y="36386"/>
                      </a:cubicBezTo>
                      <a:close/>
                      <a:moveTo>
                        <a:pt x="13907" y="21431"/>
                      </a:moveTo>
                      <a:lnTo>
                        <a:pt x="13907" y="22288"/>
                      </a:lnTo>
                      <a:lnTo>
                        <a:pt x="13716" y="21431"/>
                      </a:lnTo>
                      <a:lnTo>
                        <a:pt x="13907" y="21431"/>
                      </a:lnTo>
                      <a:close/>
                      <a:moveTo>
                        <a:pt x="14288" y="28099"/>
                      </a:moveTo>
                      <a:cubicBezTo>
                        <a:pt x="14288" y="28099"/>
                        <a:pt x="14859" y="28099"/>
                        <a:pt x="15050" y="28385"/>
                      </a:cubicBezTo>
                      <a:cubicBezTo>
                        <a:pt x="14954" y="28575"/>
                        <a:pt x="14764" y="28765"/>
                        <a:pt x="14573" y="28575"/>
                      </a:cubicBezTo>
                      <a:lnTo>
                        <a:pt x="13907" y="28575"/>
                      </a:lnTo>
                      <a:cubicBezTo>
                        <a:pt x="13907" y="28575"/>
                        <a:pt x="13907" y="28099"/>
                        <a:pt x="14288" y="28004"/>
                      </a:cubicBezTo>
                      <a:close/>
                      <a:moveTo>
                        <a:pt x="14097" y="43339"/>
                      </a:moveTo>
                      <a:lnTo>
                        <a:pt x="14097" y="43053"/>
                      </a:lnTo>
                      <a:lnTo>
                        <a:pt x="15050" y="43053"/>
                      </a:lnTo>
                      <a:lnTo>
                        <a:pt x="14097" y="43339"/>
                      </a:lnTo>
                      <a:close/>
                      <a:moveTo>
                        <a:pt x="14478" y="39434"/>
                      </a:moveTo>
                      <a:lnTo>
                        <a:pt x="14478" y="38576"/>
                      </a:lnTo>
                      <a:lnTo>
                        <a:pt x="15335" y="39434"/>
                      </a:lnTo>
                      <a:lnTo>
                        <a:pt x="14478" y="39434"/>
                      </a:lnTo>
                      <a:close/>
                      <a:moveTo>
                        <a:pt x="15050" y="34099"/>
                      </a:moveTo>
                      <a:cubicBezTo>
                        <a:pt x="15050" y="34099"/>
                        <a:pt x="15716" y="34099"/>
                        <a:pt x="15812" y="34385"/>
                      </a:cubicBezTo>
                      <a:lnTo>
                        <a:pt x="15050" y="34862"/>
                      </a:lnTo>
                      <a:lnTo>
                        <a:pt x="15050" y="34099"/>
                      </a:lnTo>
                      <a:close/>
                      <a:moveTo>
                        <a:pt x="15812" y="31528"/>
                      </a:moveTo>
                      <a:cubicBezTo>
                        <a:pt x="16288" y="32290"/>
                        <a:pt x="16288" y="32766"/>
                        <a:pt x="16002" y="32956"/>
                      </a:cubicBezTo>
                      <a:lnTo>
                        <a:pt x="15812" y="32956"/>
                      </a:lnTo>
                      <a:lnTo>
                        <a:pt x="15812" y="31528"/>
                      </a:lnTo>
                      <a:close/>
                      <a:moveTo>
                        <a:pt x="16002" y="47435"/>
                      </a:moveTo>
                      <a:cubicBezTo>
                        <a:pt x="17050" y="47625"/>
                        <a:pt x="17621" y="47435"/>
                        <a:pt x="17717" y="46577"/>
                      </a:cubicBezTo>
                      <a:cubicBezTo>
                        <a:pt x="17717" y="46768"/>
                        <a:pt x="17526" y="47244"/>
                        <a:pt x="17145" y="47815"/>
                      </a:cubicBezTo>
                      <a:cubicBezTo>
                        <a:pt x="16859" y="47815"/>
                        <a:pt x="16478" y="47815"/>
                        <a:pt x="15907" y="47435"/>
                      </a:cubicBezTo>
                      <a:close/>
                      <a:moveTo>
                        <a:pt x="16383" y="30194"/>
                      </a:moveTo>
                      <a:cubicBezTo>
                        <a:pt x="16383" y="30194"/>
                        <a:pt x="17240" y="30194"/>
                        <a:pt x="17717" y="30575"/>
                      </a:cubicBezTo>
                      <a:lnTo>
                        <a:pt x="16383" y="30575"/>
                      </a:lnTo>
                      <a:lnTo>
                        <a:pt x="16383" y="30194"/>
                      </a:lnTo>
                      <a:close/>
                      <a:moveTo>
                        <a:pt x="17621" y="32576"/>
                      </a:moveTo>
                      <a:cubicBezTo>
                        <a:pt x="17621" y="32576"/>
                        <a:pt x="17431" y="32195"/>
                        <a:pt x="17431" y="32099"/>
                      </a:cubicBezTo>
                      <a:lnTo>
                        <a:pt x="17621" y="32576"/>
                      </a:lnTo>
                      <a:close/>
                      <a:moveTo>
                        <a:pt x="17621" y="32576"/>
                      </a:moveTo>
                      <a:lnTo>
                        <a:pt x="18383" y="33433"/>
                      </a:lnTo>
                      <a:cubicBezTo>
                        <a:pt x="18383" y="33433"/>
                        <a:pt x="18288" y="33719"/>
                        <a:pt x="18098" y="33909"/>
                      </a:cubicBezTo>
                      <a:lnTo>
                        <a:pt x="17621" y="32671"/>
                      </a:lnTo>
                      <a:close/>
                      <a:moveTo>
                        <a:pt x="50578" y="46863"/>
                      </a:moveTo>
                      <a:cubicBezTo>
                        <a:pt x="50578" y="46863"/>
                        <a:pt x="51435" y="47054"/>
                        <a:pt x="51911" y="47054"/>
                      </a:cubicBezTo>
                      <a:cubicBezTo>
                        <a:pt x="52292" y="47054"/>
                        <a:pt x="52959" y="47054"/>
                        <a:pt x="53816" y="47054"/>
                      </a:cubicBezTo>
                      <a:cubicBezTo>
                        <a:pt x="54769" y="46958"/>
                        <a:pt x="55340" y="46958"/>
                        <a:pt x="55817" y="46958"/>
                      </a:cubicBezTo>
                      <a:cubicBezTo>
                        <a:pt x="58007" y="46958"/>
                        <a:pt x="59531" y="47625"/>
                        <a:pt x="60293" y="48959"/>
                      </a:cubicBezTo>
                      <a:cubicBezTo>
                        <a:pt x="60198" y="50578"/>
                        <a:pt x="60103" y="52292"/>
                        <a:pt x="60008" y="53912"/>
                      </a:cubicBezTo>
                      <a:cubicBezTo>
                        <a:pt x="59817" y="55912"/>
                        <a:pt x="59246" y="57436"/>
                        <a:pt x="58388" y="58388"/>
                      </a:cubicBezTo>
                      <a:cubicBezTo>
                        <a:pt x="58007" y="58674"/>
                        <a:pt x="57626" y="58864"/>
                        <a:pt x="57245" y="58864"/>
                      </a:cubicBezTo>
                      <a:cubicBezTo>
                        <a:pt x="56864" y="58864"/>
                        <a:pt x="56293" y="58674"/>
                        <a:pt x="55626" y="58388"/>
                      </a:cubicBezTo>
                      <a:cubicBezTo>
                        <a:pt x="54959" y="58007"/>
                        <a:pt x="54483" y="57912"/>
                        <a:pt x="54102" y="57912"/>
                      </a:cubicBezTo>
                      <a:cubicBezTo>
                        <a:pt x="53626" y="57912"/>
                        <a:pt x="53245" y="58103"/>
                        <a:pt x="52769" y="58484"/>
                      </a:cubicBezTo>
                      <a:cubicBezTo>
                        <a:pt x="50959" y="58674"/>
                        <a:pt x="48673" y="58674"/>
                        <a:pt x="45815" y="58484"/>
                      </a:cubicBezTo>
                      <a:cubicBezTo>
                        <a:pt x="42863" y="58388"/>
                        <a:pt x="40577" y="58484"/>
                        <a:pt x="38957" y="58579"/>
                      </a:cubicBezTo>
                      <a:lnTo>
                        <a:pt x="38957" y="58579"/>
                      </a:lnTo>
                      <a:cubicBezTo>
                        <a:pt x="37052" y="58388"/>
                        <a:pt x="34290" y="58388"/>
                        <a:pt x="30575" y="58579"/>
                      </a:cubicBezTo>
                      <a:cubicBezTo>
                        <a:pt x="29337" y="58293"/>
                        <a:pt x="27623" y="58198"/>
                        <a:pt x="25527" y="58484"/>
                      </a:cubicBezTo>
                      <a:lnTo>
                        <a:pt x="19621" y="58484"/>
                      </a:lnTo>
                      <a:lnTo>
                        <a:pt x="19621" y="41910"/>
                      </a:lnTo>
                      <a:lnTo>
                        <a:pt x="20574" y="41434"/>
                      </a:lnTo>
                      <a:lnTo>
                        <a:pt x="18669" y="41148"/>
                      </a:lnTo>
                      <a:cubicBezTo>
                        <a:pt x="19336" y="40767"/>
                        <a:pt x="19621" y="40291"/>
                        <a:pt x="19621" y="39529"/>
                      </a:cubicBezTo>
                      <a:cubicBezTo>
                        <a:pt x="19621" y="39243"/>
                        <a:pt x="19621" y="38862"/>
                        <a:pt x="19526" y="38290"/>
                      </a:cubicBezTo>
                      <a:cubicBezTo>
                        <a:pt x="19526" y="37814"/>
                        <a:pt x="19336" y="37338"/>
                        <a:pt x="19336" y="37147"/>
                      </a:cubicBezTo>
                      <a:cubicBezTo>
                        <a:pt x="19336" y="36862"/>
                        <a:pt x="19336" y="36576"/>
                        <a:pt x="19431" y="36386"/>
                      </a:cubicBezTo>
                      <a:lnTo>
                        <a:pt x="18574" y="36386"/>
                      </a:lnTo>
                      <a:cubicBezTo>
                        <a:pt x="18574" y="36386"/>
                        <a:pt x="19526" y="35814"/>
                        <a:pt x="20098" y="35052"/>
                      </a:cubicBezTo>
                      <a:cubicBezTo>
                        <a:pt x="19431" y="34576"/>
                        <a:pt x="19145" y="33814"/>
                        <a:pt x="19145" y="33052"/>
                      </a:cubicBezTo>
                      <a:cubicBezTo>
                        <a:pt x="19145" y="32576"/>
                        <a:pt x="19241" y="31813"/>
                        <a:pt x="19621" y="30766"/>
                      </a:cubicBezTo>
                      <a:cubicBezTo>
                        <a:pt x="20003" y="29623"/>
                        <a:pt x="20098" y="28956"/>
                        <a:pt x="20098" y="28480"/>
                      </a:cubicBezTo>
                      <a:cubicBezTo>
                        <a:pt x="20288" y="28480"/>
                        <a:pt x="20383" y="28670"/>
                        <a:pt x="20383" y="28861"/>
                      </a:cubicBezTo>
                      <a:cubicBezTo>
                        <a:pt x="20383" y="29146"/>
                        <a:pt x="20479" y="29242"/>
                        <a:pt x="20479" y="29242"/>
                      </a:cubicBezTo>
                      <a:cubicBezTo>
                        <a:pt x="20669" y="29242"/>
                        <a:pt x="20860" y="29146"/>
                        <a:pt x="21050" y="28861"/>
                      </a:cubicBezTo>
                      <a:lnTo>
                        <a:pt x="22193" y="30861"/>
                      </a:lnTo>
                      <a:cubicBezTo>
                        <a:pt x="22479" y="30289"/>
                        <a:pt x="22574" y="29242"/>
                        <a:pt x="22384" y="27813"/>
                      </a:cubicBezTo>
                      <a:cubicBezTo>
                        <a:pt x="22098" y="27527"/>
                        <a:pt x="21717" y="27432"/>
                        <a:pt x="21241" y="27432"/>
                      </a:cubicBezTo>
                      <a:lnTo>
                        <a:pt x="20288" y="27432"/>
                      </a:lnTo>
                      <a:cubicBezTo>
                        <a:pt x="20288" y="27432"/>
                        <a:pt x="20288" y="27051"/>
                        <a:pt x="20003" y="27051"/>
                      </a:cubicBezTo>
                      <a:lnTo>
                        <a:pt x="21622" y="26670"/>
                      </a:lnTo>
                      <a:cubicBezTo>
                        <a:pt x="20765" y="26384"/>
                        <a:pt x="20193" y="25813"/>
                        <a:pt x="20003" y="24860"/>
                      </a:cubicBezTo>
                      <a:cubicBezTo>
                        <a:pt x="20003" y="24098"/>
                        <a:pt x="20003" y="23336"/>
                        <a:pt x="20003" y="22574"/>
                      </a:cubicBezTo>
                      <a:lnTo>
                        <a:pt x="20574" y="22003"/>
                      </a:lnTo>
                      <a:lnTo>
                        <a:pt x="19241" y="20098"/>
                      </a:lnTo>
                      <a:cubicBezTo>
                        <a:pt x="19812" y="17431"/>
                        <a:pt x="20098" y="15907"/>
                        <a:pt x="20098" y="15716"/>
                      </a:cubicBezTo>
                      <a:cubicBezTo>
                        <a:pt x="20098" y="14764"/>
                        <a:pt x="19907" y="14002"/>
                        <a:pt x="19526" y="13430"/>
                      </a:cubicBezTo>
                      <a:cubicBezTo>
                        <a:pt x="19526" y="13240"/>
                        <a:pt x="19621" y="11049"/>
                        <a:pt x="19907" y="6763"/>
                      </a:cubicBezTo>
                      <a:cubicBezTo>
                        <a:pt x="20003" y="4191"/>
                        <a:pt x="20574" y="2191"/>
                        <a:pt x="21527" y="953"/>
                      </a:cubicBezTo>
                      <a:cubicBezTo>
                        <a:pt x="21336" y="953"/>
                        <a:pt x="22574" y="953"/>
                        <a:pt x="25432" y="953"/>
                      </a:cubicBezTo>
                      <a:cubicBezTo>
                        <a:pt x="26956" y="953"/>
                        <a:pt x="28194" y="667"/>
                        <a:pt x="29051" y="0"/>
                      </a:cubicBezTo>
                      <a:cubicBezTo>
                        <a:pt x="30385" y="1619"/>
                        <a:pt x="31052" y="4096"/>
                        <a:pt x="31052" y="7620"/>
                      </a:cubicBezTo>
                      <a:lnTo>
                        <a:pt x="31052" y="13335"/>
                      </a:lnTo>
                      <a:cubicBezTo>
                        <a:pt x="31052" y="14859"/>
                        <a:pt x="31052" y="16193"/>
                        <a:pt x="31337" y="17240"/>
                      </a:cubicBezTo>
                      <a:cubicBezTo>
                        <a:pt x="30956" y="17526"/>
                        <a:pt x="30766" y="17812"/>
                        <a:pt x="30766" y="18383"/>
                      </a:cubicBezTo>
                      <a:cubicBezTo>
                        <a:pt x="30766" y="18574"/>
                        <a:pt x="30766" y="19050"/>
                        <a:pt x="30861" y="19431"/>
                      </a:cubicBezTo>
                      <a:cubicBezTo>
                        <a:pt x="30956" y="19907"/>
                        <a:pt x="31052" y="20193"/>
                        <a:pt x="31052" y="20384"/>
                      </a:cubicBezTo>
                      <a:cubicBezTo>
                        <a:pt x="31052" y="20669"/>
                        <a:pt x="31052" y="20860"/>
                        <a:pt x="30956" y="20955"/>
                      </a:cubicBezTo>
                      <a:lnTo>
                        <a:pt x="30766" y="20764"/>
                      </a:lnTo>
                      <a:cubicBezTo>
                        <a:pt x="30766" y="20764"/>
                        <a:pt x="30766" y="21622"/>
                        <a:pt x="30956" y="22384"/>
                      </a:cubicBezTo>
                      <a:cubicBezTo>
                        <a:pt x="31147" y="23146"/>
                        <a:pt x="31242" y="23717"/>
                        <a:pt x="31242" y="24098"/>
                      </a:cubicBezTo>
                      <a:cubicBezTo>
                        <a:pt x="31242" y="24670"/>
                        <a:pt x="31242" y="25146"/>
                        <a:pt x="31052" y="25527"/>
                      </a:cubicBezTo>
                      <a:lnTo>
                        <a:pt x="31528" y="26575"/>
                      </a:lnTo>
                      <a:lnTo>
                        <a:pt x="31337" y="26575"/>
                      </a:lnTo>
                      <a:cubicBezTo>
                        <a:pt x="31337" y="26575"/>
                        <a:pt x="31052" y="27718"/>
                        <a:pt x="31052" y="29051"/>
                      </a:cubicBezTo>
                      <a:cubicBezTo>
                        <a:pt x="31052" y="30099"/>
                        <a:pt x="30766" y="30861"/>
                        <a:pt x="30194" y="31242"/>
                      </a:cubicBezTo>
                      <a:cubicBezTo>
                        <a:pt x="30290" y="31432"/>
                        <a:pt x="30575" y="31432"/>
                        <a:pt x="31052" y="31432"/>
                      </a:cubicBezTo>
                      <a:cubicBezTo>
                        <a:pt x="31337" y="36957"/>
                        <a:pt x="31337" y="41434"/>
                        <a:pt x="31052" y="44958"/>
                      </a:cubicBezTo>
                      <a:cubicBezTo>
                        <a:pt x="31052" y="44672"/>
                        <a:pt x="30861" y="44577"/>
                        <a:pt x="30575" y="44577"/>
                      </a:cubicBezTo>
                      <a:lnTo>
                        <a:pt x="29908" y="44577"/>
                      </a:lnTo>
                      <a:cubicBezTo>
                        <a:pt x="29908" y="44577"/>
                        <a:pt x="30004" y="44863"/>
                        <a:pt x="30004" y="45053"/>
                      </a:cubicBezTo>
                      <a:cubicBezTo>
                        <a:pt x="30004" y="45339"/>
                        <a:pt x="29908" y="45625"/>
                        <a:pt x="29623" y="45911"/>
                      </a:cubicBezTo>
                      <a:cubicBezTo>
                        <a:pt x="29337" y="46291"/>
                        <a:pt x="29146" y="46482"/>
                        <a:pt x="29146" y="46672"/>
                      </a:cubicBezTo>
                      <a:cubicBezTo>
                        <a:pt x="29146" y="46958"/>
                        <a:pt x="29242" y="47149"/>
                        <a:pt x="29528" y="47435"/>
                      </a:cubicBezTo>
                      <a:cubicBezTo>
                        <a:pt x="29908" y="46482"/>
                        <a:pt x="30385" y="46006"/>
                        <a:pt x="30956" y="46006"/>
                      </a:cubicBezTo>
                      <a:cubicBezTo>
                        <a:pt x="31337" y="46006"/>
                        <a:pt x="32290" y="46482"/>
                        <a:pt x="33814" y="47435"/>
                      </a:cubicBezTo>
                      <a:cubicBezTo>
                        <a:pt x="33909" y="47435"/>
                        <a:pt x="34195" y="47435"/>
                        <a:pt x="34385" y="47149"/>
                      </a:cubicBezTo>
                      <a:lnTo>
                        <a:pt x="34385" y="46577"/>
                      </a:lnTo>
                      <a:cubicBezTo>
                        <a:pt x="34385" y="46577"/>
                        <a:pt x="35338" y="46863"/>
                        <a:pt x="36481" y="46863"/>
                      </a:cubicBezTo>
                      <a:lnTo>
                        <a:pt x="36290" y="47149"/>
                      </a:lnTo>
                      <a:cubicBezTo>
                        <a:pt x="36290" y="47149"/>
                        <a:pt x="36862" y="47339"/>
                        <a:pt x="37148" y="47339"/>
                      </a:cubicBezTo>
                      <a:cubicBezTo>
                        <a:pt x="37433" y="47339"/>
                        <a:pt x="37910" y="47244"/>
                        <a:pt x="38386" y="46958"/>
                      </a:cubicBezTo>
                      <a:cubicBezTo>
                        <a:pt x="38957" y="46672"/>
                        <a:pt x="39338" y="46577"/>
                        <a:pt x="39529" y="46577"/>
                      </a:cubicBezTo>
                      <a:cubicBezTo>
                        <a:pt x="39910" y="46577"/>
                        <a:pt x="40291" y="46768"/>
                        <a:pt x="40672" y="47149"/>
                      </a:cubicBezTo>
                      <a:cubicBezTo>
                        <a:pt x="41624" y="46768"/>
                        <a:pt x="42672" y="46577"/>
                        <a:pt x="43815" y="46577"/>
                      </a:cubicBezTo>
                      <a:cubicBezTo>
                        <a:pt x="44387" y="46577"/>
                        <a:pt x="45244" y="46577"/>
                        <a:pt x="46387" y="46768"/>
                      </a:cubicBezTo>
                      <a:cubicBezTo>
                        <a:pt x="47530" y="46958"/>
                        <a:pt x="48387" y="46958"/>
                        <a:pt x="49054" y="46958"/>
                      </a:cubicBezTo>
                      <a:cubicBezTo>
                        <a:pt x="49625" y="46958"/>
                        <a:pt x="50197" y="46958"/>
                        <a:pt x="50673" y="46768"/>
                      </a:cubicBezTo>
                      <a:close/>
                      <a:moveTo>
                        <a:pt x="19526" y="24955"/>
                      </a:moveTo>
                      <a:lnTo>
                        <a:pt x="19526" y="25527"/>
                      </a:lnTo>
                      <a:lnTo>
                        <a:pt x="18669" y="24670"/>
                      </a:lnTo>
                      <a:cubicBezTo>
                        <a:pt x="18669" y="24670"/>
                        <a:pt x="19145" y="24765"/>
                        <a:pt x="19526" y="24955"/>
                      </a:cubicBezTo>
                      <a:close/>
                      <a:moveTo>
                        <a:pt x="20383" y="27337"/>
                      </a:moveTo>
                      <a:cubicBezTo>
                        <a:pt x="20383" y="27337"/>
                        <a:pt x="20383" y="27527"/>
                        <a:pt x="20383" y="27337"/>
                      </a:cubicBezTo>
                      <a:lnTo>
                        <a:pt x="20383" y="27337"/>
                      </a:lnTo>
                      <a:close/>
                      <a:moveTo>
                        <a:pt x="21241" y="43529"/>
                      </a:moveTo>
                      <a:lnTo>
                        <a:pt x="20669" y="42958"/>
                      </a:lnTo>
                      <a:lnTo>
                        <a:pt x="21527" y="42196"/>
                      </a:lnTo>
                      <a:lnTo>
                        <a:pt x="20860" y="42196"/>
                      </a:lnTo>
                      <a:lnTo>
                        <a:pt x="21146" y="41243"/>
                      </a:lnTo>
                      <a:lnTo>
                        <a:pt x="20193" y="42672"/>
                      </a:lnTo>
                      <a:lnTo>
                        <a:pt x="20479" y="43339"/>
                      </a:lnTo>
                      <a:cubicBezTo>
                        <a:pt x="20479" y="43339"/>
                        <a:pt x="20765" y="43624"/>
                        <a:pt x="21050" y="43529"/>
                      </a:cubicBezTo>
                      <a:close/>
                      <a:moveTo>
                        <a:pt x="23146" y="45053"/>
                      </a:moveTo>
                      <a:lnTo>
                        <a:pt x="24289" y="44672"/>
                      </a:lnTo>
                      <a:lnTo>
                        <a:pt x="23432" y="44672"/>
                      </a:lnTo>
                      <a:lnTo>
                        <a:pt x="23146" y="45053"/>
                      </a:lnTo>
                      <a:close/>
                      <a:moveTo>
                        <a:pt x="26670" y="30194"/>
                      </a:moveTo>
                      <a:lnTo>
                        <a:pt x="27623" y="29718"/>
                      </a:lnTo>
                      <a:lnTo>
                        <a:pt x="27051" y="29718"/>
                      </a:lnTo>
                      <a:lnTo>
                        <a:pt x="26670" y="30194"/>
                      </a:lnTo>
                      <a:close/>
                      <a:moveTo>
                        <a:pt x="27623" y="20764"/>
                      </a:moveTo>
                      <a:lnTo>
                        <a:pt x="27813" y="20003"/>
                      </a:lnTo>
                      <a:lnTo>
                        <a:pt x="27051" y="19621"/>
                      </a:lnTo>
                      <a:lnTo>
                        <a:pt x="27623" y="20764"/>
                      </a:lnTo>
                      <a:close/>
                      <a:moveTo>
                        <a:pt x="37529" y="13621"/>
                      </a:moveTo>
                      <a:lnTo>
                        <a:pt x="37529" y="14573"/>
                      </a:lnTo>
                      <a:lnTo>
                        <a:pt x="37338" y="14573"/>
                      </a:lnTo>
                      <a:lnTo>
                        <a:pt x="37338" y="13621"/>
                      </a:lnTo>
                      <a:lnTo>
                        <a:pt x="37529" y="13621"/>
                      </a:lnTo>
                      <a:close/>
                      <a:moveTo>
                        <a:pt x="51149" y="49339"/>
                      </a:moveTo>
                      <a:lnTo>
                        <a:pt x="51149" y="48482"/>
                      </a:lnTo>
                      <a:lnTo>
                        <a:pt x="50864" y="47911"/>
                      </a:lnTo>
                      <a:lnTo>
                        <a:pt x="51149" y="49244"/>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 name="Google Shape;1581;p99"/>
                <p:cNvSpPr/>
                <p:nvPr/>
              </p:nvSpPr>
              <p:spPr>
                <a:xfrm>
                  <a:off x="3367563" y="4269009"/>
                  <a:ext cx="67055" cy="59912"/>
                </a:xfrm>
                <a:custGeom>
                  <a:avLst/>
                  <a:gdLst/>
                  <a:ahLst/>
                  <a:cxnLst/>
                  <a:rect l="l" t="t" r="r" b="b"/>
                  <a:pathLst>
                    <a:path w="67055" h="59912" extrusionOk="0">
                      <a:moveTo>
                        <a:pt x="0" y="32099"/>
                      </a:moveTo>
                      <a:cubicBezTo>
                        <a:pt x="1048" y="32671"/>
                        <a:pt x="1524" y="33242"/>
                        <a:pt x="1524" y="34004"/>
                      </a:cubicBezTo>
                      <a:lnTo>
                        <a:pt x="667" y="34004"/>
                      </a:lnTo>
                      <a:cubicBezTo>
                        <a:pt x="667" y="34004"/>
                        <a:pt x="857" y="33623"/>
                        <a:pt x="857" y="33433"/>
                      </a:cubicBezTo>
                      <a:cubicBezTo>
                        <a:pt x="857" y="32956"/>
                        <a:pt x="571" y="32480"/>
                        <a:pt x="95" y="32099"/>
                      </a:cubicBezTo>
                      <a:close/>
                      <a:moveTo>
                        <a:pt x="286" y="40767"/>
                      </a:moveTo>
                      <a:lnTo>
                        <a:pt x="667" y="40767"/>
                      </a:lnTo>
                      <a:lnTo>
                        <a:pt x="1238" y="41243"/>
                      </a:lnTo>
                      <a:lnTo>
                        <a:pt x="286" y="40767"/>
                      </a:lnTo>
                      <a:close/>
                      <a:moveTo>
                        <a:pt x="4667" y="51245"/>
                      </a:moveTo>
                      <a:cubicBezTo>
                        <a:pt x="3715" y="51435"/>
                        <a:pt x="3334" y="51245"/>
                        <a:pt x="3334" y="50768"/>
                      </a:cubicBezTo>
                      <a:lnTo>
                        <a:pt x="4667" y="51245"/>
                      </a:lnTo>
                      <a:close/>
                      <a:moveTo>
                        <a:pt x="3334" y="286"/>
                      </a:moveTo>
                      <a:lnTo>
                        <a:pt x="3524" y="0"/>
                      </a:lnTo>
                      <a:lnTo>
                        <a:pt x="5429" y="0"/>
                      </a:lnTo>
                      <a:lnTo>
                        <a:pt x="3238" y="286"/>
                      </a:lnTo>
                      <a:close/>
                      <a:moveTo>
                        <a:pt x="3334" y="43529"/>
                      </a:moveTo>
                      <a:cubicBezTo>
                        <a:pt x="3334" y="43529"/>
                        <a:pt x="3715" y="43244"/>
                        <a:pt x="3619" y="42958"/>
                      </a:cubicBezTo>
                      <a:cubicBezTo>
                        <a:pt x="3619" y="42196"/>
                        <a:pt x="3619" y="41815"/>
                        <a:pt x="3619" y="42196"/>
                      </a:cubicBezTo>
                      <a:lnTo>
                        <a:pt x="4191" y="42196"/>
                      </a:lnTo>
                      <a:cubicBezTo>
                        <a:pt x="4191" y="42196"/>
                        <a:pt x="4191" y="42767"/>
                        <a:pt x="4096" y="43148"/>
                      </a:cubicBezTo>
                      <a:cubicBezTo>
                        <a:pt x="4000" y="43529"/>
                        <a:pt x="3810" y="43624"/>
                        <a:pt x="3429" y="43529"/>
                      </a:cubicBezTo>
                      <a:close/>
                      <a:moveTo>
                        <a:pt x="4667" y="51245"/>
                      </a:moveTo>
                      <a:lnTo>
                        <a:pt x="4667" y="51245"/>
                      </a:lnTo>
                      <a:close/>
                      <a:moveTo>
                        <a:pt x="6953" y="29623"/>
                      </a:moveTo>
                      <a:lnTo>
                        <a:pt x="8096" y="29908"/>
                      </a:lnTo>
                      <a:lnTo>
                        <a:pt x="7525" y="30480"/>
                      </a:lnTo>
                      <a:lnTo>
                        <a:pt x="6953" y="29623"/>
                      </a:lnTo>
                      <a:close/>
                      <a:moveTo>
                        <a:pt x="7715" y="32956"/>
                      </a:moveTo>
                      <a:cubicBezTo>
                        <a:pt x="7715" y="32956"/>
                        <a:pt x="8192" y="32671"/>
                        <a:pt x="8477" y="32671"/>
                      </a:cubicBezTo>
                      <a:cubicBezTo>
                        <a:pt x="8954" y="32671"/>
                        <a:pt x="9620" y="32956"/>
                        <a:pt x="10287" y="33433"/>
                      </a:cubicBezTo>
                      <a:lnTo>
                        <a:pt x="7810" y="32861"/>
                      </a:lnTo>
                      <a:close/>
                      <a:moveTo>
                        <a:pt x="9144" y="23241"/>
                      </a:moveTo>
                      <a:lnTo>
                        <a:pt x="9144" y="23622"/>
                      </a:lnTo>
                      <a:lnTo>
                        <a:pt x="8096" y="22955"/>
                      </a:lnTo>
                      <a:cubicBezTo>
                        <a:pt x="8096" y="22955"/>
                        <a:pt x="8668" y="22955"/>
                        <a:pt x="9144" y="23241"/>
                      </a:cubicBezTo>
                      <a:close/>
                      <a:moveTo>
                        <a:pt x="8572" y="49149"/>
                      </a:moveTo>
                      <a:lnTo>
                        <a:pt x="8096" y="48863"/>
                      </a:lnTo>
                      <a:lnTo>
                        <a:pt x="8858" y="48578"/>
                      </a:lnTo>
                      <a:lnTo>
                        <a:pt x="8477" y="49149"/>
                      </a:lnTo>
                      <a:close/>
                      <a:moveTo>
                        <a:pt x="9525" y="38005"/>
                      </a:moveTo>
                      <a:lnTo>
                        <a:pt x="9239" y="38195"/>
                      </a:lnTo>
                      <a:lnTo>
                        <a:pt x="8954" y="37433"/>
                      </a:lnTo>
                      <a:lnTo>
                        <a:pt x="9525" y="38005"/>
                      </a:lnTo>
                      <a:close/>
                      <a:moveTo>
                        <a:pt x="9239" y="44005"/>
                      </a:moveTo>
                      <a:cubicBezTo>
                        <a:pt x="9239" y="44005"/>
                        <a:pt x="9239" y="44005"/>
                        <a:pt x="10382" y="44005"/>
                      </a:cubicBezTo>
                      <a:cubicBezTo>
                        <a:pt x="10858" y="44005"/>
                        <a:pt x="11144" y="44196"/>
                        <a:pt x="11430" y="44387"/>
                      </a:cubicBezTo>
                      <a:cubicBezTo>
                        <a:pt x="11239" y="44387"/>
                        <a:pt x="11049" y="44387"/>
                        <a:pt x="10668" y="44672"/>
                      </a:cubicBezTo>
                      <a:cubicBezTo>
                        <a:pt x="10287" y="44768"/>
                        <a:pt x="10001" y="44863"/>
                        <a:pt x="9811" y="44863"/>
                      </a:cubicBezTo>
                      <a:cubicBezTo>
                        <a:pt x="9430" y="44863"/>
                        <a:pt x="9239" y="44577"/>
                        <a:pt x="9144" y="44005"/>
                      </a:cubicBezTo>
                      <a:close/>
                      <a:moveTo>
                        <a:pt x="10382" y="40957"/>
                      </a:moveTo>
                      <a:lnTo>
                        <a:pt x="9239" y="42291"/>
                      </a:lnTo>
                      <a:cubicBezTo>
                        <a:pt x="9239" y="42291"/>
                        <a:pt x="9239" y="41815"/>
                        <a:pt x="9430" y="41434"/>
                      </a:cubicBezTo>
                      <a:cubicBezTo>
                        <a:pt x="9620" y="41053"/>
                        <a:pt x="9906" y="40862"/>
                        <a:pt x="10287" y="40862"/>
                      </a:cubicBezTo>
                      <a:close/>
                      <a:moveTo>
                        <a:pt x="10096" y="21527"/>
                      </a:moveTo>
                      <a:lnTo>
                        <a:pt x="10096" y="22384"/>
                      </a:lnTo>
                      <a:lnTo>
                        <a:pt x="9620" y="20764"/>
                      </a:lnTo>
                      <a:cubicBezTo>
                        <a:pt x="9620" y="20764"/>
                        <a:pt x="10001" y="20764"/>
                        <a:pt x="10096" y="20955"/>
                      </a:cubicBezTo>
                      <a:cubicBezTo>
                        <a:pt x="10096" y="21146"/>
                        <a:pt x="10096" y="21336"/>
                        <a:pt x="10096" y="21527"/>
                      </a:cubicBezTo>
                      <a:close/>
                      <a:moveTo>
                        <a:pt x="10954" y="49530"/>
                      </a:moveTo>
                      <a:lnTo>
                        <a:pt x="11239" y="49816"/>
                      </a:lnTo>
                      <a:lnTo>
                        <a:pt x="10096" y="49530"/>
                      </a:lnTo>
                      <a:lnTo>
                        <a:pt x="10954" y="49530"/>
                      </a:lnTo>
                      <a:close/>
                      <a:moveTo>
                        <a:pt x="11239" y="8763"/>
                      </a:moveTo>
                      <a:lnTo>
                        <a:pt x="11239" y="9049"/>
                      </a:lnTo>
                      <a:lnTo>
                        <a:pt x="10382" y="9049"/>
                      </a:lnTo>
                      <a:cubicBezTo>
                        <a:pt x="10382" y="9049"/>
                        <a:pt x="10763" y="8763"/>
                        <a:pt x="11239" y="8763"/>
                      </a:cubicBezTo>
                      <a:close/>
                      <a:moveTo>
                        <a:pt x="10382" y="46768"/>
                      </a:moveTo>
                      <a:cubicBezTo>
                        <a:pt x="11525" y="46768"/>
                        <a:pt x="12192" y="46577"/>
                        <a:pt x="12383" y="46006"/>
                      </a:cubicBezTo>
                      <a:lnTo>
                        <a:pt x="12383" y="47149"/>
                      </a:lnTo>
                      <a:cubicBezTo>
                        <a:pt x="12383" y="47149"/>
                        <a:pt x="12001" y="47435"/>
                        <a:pt x="11811" y="47435"/>
                      </a:cubicBezTo>
                      <a:cubicBezTo>
                        <a:pt x="11621" y="47435"/>
                        <a:pt x="11335" y="47339"/>
                        <a:pt x="11049" y="47149"/>
                      </a:cubicBezTo>
                      <a:cubicBezTo>
                        <a:pt x="10668" y="46958"/>
                        <a:pt x="10477" y="46863"/>
                        <a:pt x="10382" y="46768"/>
                      </a:cubicBezTo>
                      <a:close/>
                      <a:moveTo>
                        <a:pt x="10954" y="23717"/>
                      </a:moveTo>
                      <a:cubicBezTo>
                        <a:pt x="10954" y="23717"/>
                        <a:pt x="11239" y="23717"/>
                        <a:pt x="11430" y="23908"/>
                      </a:cubicBezTo>
                      <a:cubicBezTo>
                        <a:pt x="11621" y="24098"/>
                        <a:pt x="11716" y="24194"/>
                        <a:pt x="11811" y="24289"/>
                      </a:cubicBezTo>
                      <a:cubicBezTo>
                        <a:pt x="11621" y="24194"/>
                        <a:pt x="11430" y="24289"/>
                        <a:pt x="11335" y="24289"/>
                      </a:cubicBezTo>
                      <a:cubicBezTo>
                        <a:pt x="11239" y="24479"/>
                        <a:pt x="11049" y="24574"/>
                        <a:pt x="10954" y="24765"/>
                      </a:cubicBezTo>
                      <a:cubicBezTo>
                        <a:pt x="10573" y="24765"/>
                        <a:pt x="10382" y="24574"/>
                        <a:pt x="10382" y="24289"/>
                      </a:cubicBezTo>
                      <a:cubicBezTo>
                        <a:pt x="10382" y="24003"/>
                        <a:pt x="10573" y="23813"/>
                        <a:pt x="10954" y="23622"/>
                      </a:cubicBezTo>
                      <a:close/>
                      <a:moveTo>
                        <a:pt x="10954" y="53721"/>
                      </a:moveTo>
                      <a:cubicBezTo>
                        <a:pt x="11621" y="53912"/>
                        <a:pt x="12001" y="54483"/>
                        <a:pt x="12001" y="55245"/>
                      </a:cubicBezTo>
                      <a:cubicBezTo>
                        <a:pt x="12001" y="55531"/>
                        <a:pt x="11906" y="55721"/>
                        <a:pt x="11621" y="55912"/>
                      </a:cubicBezTo>
                      <a:lnTo>
                        <a:pt x="11049" y="55245"/>
                      </a:lnTo>
                      <a:cubicBezTo>
                        <a:pt x="11049" y="55245"/>
                        <a:pt x="10573" y="54673"/>
                        <a:pt x="10573" y="54483"/>
                      </a:cubicBezTo>
                      <a:cubicBezTo>
                        <a:pt x="10573" y="54197"/>
                        <a:pt x="10763" y="54007"/>
                        <a:pt x="10954" y="53721"/>
                      </a:cubicBezTo>
                      <a:close/>
                      <a:moveTo>
                        <a:pt x="10668" y="45815"/>
                      </a:moveTo>
                      <a:cubicBezTo>
                        <a:pt x="10954" y="45148"/>
                        <a:pt x="11525" y="44768"/>
                        <a:pt x="12383" y="45053"/>
                      </a:cubicBezTo>
                      <a:cubicBezTo>
                        <a:pt x="12287" y="45244"/>
                        <a:pt x="11621" y="45529"/>
                        <a:pt x="10668" y="45815"/>
                      </a:cubicBezTo>
                      <a:close/>
                      <a:moveTo>
                        <a:pt x="11239" y="31337"/>
                      </a:moveTo>
                      <a:lnTo>
                        <a:pt x="10954" y="30480"/>
                      </a:lnTo>
                      <a:lnTo>
                        <a:pt x="11239" y="31052"/>
                      </a:lnTo>
                      <a:lnTo>
                        <a:pt x="11239" y="31337"/>
                      </a:lnTo>
                      <a:close/>
                      <a:moveTo>
                        <a:pt x="11525" y="37147"/>
                      </a:moveTo>
                      <a:cubicBezTo>
                        <a:pt x="12097" y="36290"/>
                        <a:pt x="12763" y="36290"/>
                        <a:pt x="13430" y="36957"/>
                      </a:cubicBezTo>
                      <a:cubicBezTo>
                        <a:pt x="13430" y="36957"/>
                        <a:pt x="13144" y="36957"/>
                        <a:pt x="12763" y="37243"/>
                      </a:cubicBezTo>
                      <a:cubicBezTo>
                        <a:pt x="12478" y="37529"/>
                        <a:pt x="12192" y="37624"/>
                        <a:pt x="12097" y="37624"/>
                      </a:cubicBezTo>
                      <a:cubicBezTo>
                        <a:pt x="11811" y="37624"/>
                        <a:pt x="11621" y="37433"/>
                        <a:pt x="11525" y="37147"/>
                      </a:cubicBezTo>
                      <a:close/>
                      <a:moveTo>
                        <a:pt x="11906" y="56293"/>
                      </a:moveTo>
                      <a:lnTo>
                        <a:pt x="11525" y="56102"/>
                      </a:lnTo>
                      <a:cubicBezTo>
                        <a:pt x="11525" y="56102"/>
                        <a:pt x="11716" y="56102"/>
                        <a:pt x="11811" y="55912"/>
                      </a:cubicBezTo>
                      <a:cubicBezTo>
                        <a:pt x="12001" y="56102"/>
                        <a:pt x="12001" y="56197"/>
                        <a:pt x="11811" y="56293"/>
                      </a:cubicBezTo>
                      <a:close/>
                      <a:moveTo>
                        <a:pt x="11906" y="42196"/>
                      </a:moveTo>
                      <a:lnTo>
                        <a:pt x="11906" y="41243"/>
                      </a:lnTo>
                      <a:lnTo>
                        <a:pt x="13335" y="41624"/>
                      </a:lnTo>
                      <a:cubicBezTo>
                        <a:pt x="13335" y="41624"/>
                        <a:pt x="12478" y="42196"/>
                        <a:pt x="11906" y="42196"/>
                      </a:cubicBezTo>
                      <a:close/>
                      <a:moveTo>
                        <a:pt x="12954" y="24384"/>
                      </a:moveTo>
                      <a:cubicBezTo>
                        <a:pt x="12954" y="24384"/>
                        <a:pt x="12668" y="24384"/>
                        <a:pt x="12478" y="24098"/>
                      </a:cubicBezTo>
                      <a:lnTo>
                        <a:pt x="12954" y="23622"/>
                      </a:lnTo>
                      <a:lnTo>
                        <a:pt x="12954" y="24384"/>
                      </a:lnTo>
                      <a:close/>
                      <a:moveTo>
                        <a:pt x="12954" y="53721"/>
                      </a:moveTo>
                      <a:cubicBezTo>
                        <a:pt x="12954" y="53721"/>
                        <a:pt x="12478" y="53435"/>
                        <a:pt x="12478" y="53340"/>
                      </a:cubicBezTo>
                      <a:cubicBezTo>
                        <a:pt x="12478" y="53340"/>
                        <a:pt x="12478" y="53054"/>
                        <a:pt x="12668" y="52959"/>
                      </a:cubicBezTo>
                      <a:cubicBezTo>
                        <a:pt x="12763" y="52769"/>
                        <a:pt x="12859" y="52578"/>
                        <a:pt x="12859" y="52483"/>
                      </a:cubicBezTo>
                      <a:lnTo>
                        <a:pt x="12859" y="53816"/>
                      </a:lnTo>
                      <a:close/>
                      <a:moveTo>
                        <a:pt x="12763" y="32671"/>
                      </a:moveTo>
                      <a:cubicBezTo>
                        <a:pt x="12763" y="32671"/>
                        <a:pt x="13240" y="32195"/>
                        <a:pt x="14097" y="31718"/>
                      </a:cubicBezTo>
                      <a:cubicBezTo>
                        <a:pt x="13811" y="32004"/>
                        <a:pt x="13335" y="32290"/>
                        <a:pt x="12763" y="32671"/>
                      </a:cubicBezTo>
                      <a:close/>
                      <a:moveTo>
                        <a:pt x="12763" y="39338"/>
                      </a:moveTo>
                      <a:lnTo>
                        <a:pt x="13335" y="39148"/>
                      </a:lnTo>
                      <a:cubicBezTo>
                        <a:pt x="13335" y="39148"/>
                        <a:pt x="13716" y="39148"/>
                        <a:pt x="13906" y="39338"/>
                      </a:cubicBezTo>
                      <a:lnTo>
                        <a:pt x="12763" y="39338"/>
                      </a:lnTo>
                      <a:close/>
                      <a:moveTo>
                        <a:pt x="14097" y="22384"/>
                      </a:moveTo>
                      <a:cubicBezTo>
                        <a:pt x="13525" y="22288"/>
                        <a:pt x="13335" y="21907"/>
                        <a:pt x="13335" y="21241"/>
                      </a:cubicBezTo>
                      <a:cubicBezTo>
                        <a:pt x="13335" y="21050"/>
                        <a:pt x="13335" y="20860"/>
                        <a:pt x="13525" y="20669"/>
                      </a:cubicBezTo>
                      <a:cubicBezTo>
                        <a:pt x="13525" y="20955"/>
                        <a:pt x="13525" y="21336"/>
                        <a:pt x="13906" y="21717"/>
                      </a:cubicBezTo>
                      <a:lnTo>
                        <a:pt x="14383" y="21717"/>
                      </a:lnTo>
                      <a:cubicBezTo>
                        <a:pt x="14383" y="21717"/>
                        <a:pt x="14097" y="22288"/>
                        <a:pt x="14097" y="22288"/>
                      </a:cubicBezTo>
                      <a:close/>
                      <a:moveTo>
                        <a:pt x="14097" y="50673"/>
                      </a:moveTo>
                      <a:lnTo>
                        <a:pt x="14668" y="51149"/>
                      </a:lnTo>
                      <a:cubicBezTo>
                        <a:pt x="14668" y="51149"/>
                        <a:pt x="14478" y="51435"/>
                        <a:pt x="14192" y="51435"/>
                      </a:cubicBezTo>
                      <a:lnTo>
                        <a:pt x="13430" y="51435"/>
                      </a:lnTo>
                      <a:cubicBezTo>
                        <a:pt x="13430" y="51435"/>
                        <a:pt x="14002" y="50673"/>
                        <a:pt x="14002" y="50673"/>
                      </a:cubicBezTo>
                      <a:close/>
                      <a:moveTo>
                        <a:pt x="13906" y="50482"/>
                      </a:moveTo>
                      <a:cubicBezTo>
                        <a:pt x="13906" y="50482"/>
                        <a:pt x="14097" y="50578"/>
                        <a:pt x="14097" y="50673"/>
                      </a:cubicBezTo>
                      <a:lnTo>
                        <a:pt x="13906" y="50482"/>
                      </a:lnTo>
                      <a:close/>
                      <a:moveTo>
                        <a:pt x="15526" y="46291"/>
                      </a:moveTo>
                      <a:cubicBezTo>
                        <a:pt x="15526" y="46291"/>
                        <a:pt x="15716" y="46672"/>
                        <a:pt x="15716" y="46863"/>
                      </a:cubicBezTo>
                      <a:cubicBezTo>
                        <a:pt x="15716" y="47149"/>
                        <a:pt x="15526" y="47339"/>
                        <a:pt x="15145" y="47339"/>
                      </a:cubicBezTo>
                      <a:cubicBezTo>
                        <a:pt x="14764" y="47339"/>
                        <a:pt x="14478" y="47149"/>
                        <a:pt x="14192" y="46863"/>
                      </a:cubicBezTo>
                      <a:cubicBezTo>
                        <a:pt x="13906" y="46672"/>
                        <a:pt x="13811" y="46291"/>
                        <a:pt x="14192" y="46006"/>
                      </a:cubicBezTo>
                      <a:lnTo>
                        <a:pt x="15621" y="46291"/>
                      </a:lnTo>
                      <a:close/>
                      <a:moveTo>
                        <a:pt x="14097" y="31718"/>
                      </a:moveTo>
                      <a:cubicBezTo>
                        <a:pt x="14097" y="31718"/>
                        <a:pt x="14288" y="31528"/>
                        <a:pt x="14383" y="31528"/>
                      </a:cubicBezTo>
                      <a:cubicBezTo>
                        <a:pt x="14383" y="31528"/>
                        <a:pt x="14192" y="31528"/>
                        <a:pt x="14097" y="31718"/>
                      </a:cubicBezTo>
                      <a:close/>
                      <a:moveTo>
                        <a:pt x="16288" y="36100"/>
                      </a:moveTo>
                      <a:cubicBezTo>
                        <a:pt x="16288" y="36100"/>
                        <a:pt x="16192" y="36195"/>
                        <a:pt x="16097" y="36671"/>
                      </a:cubicBezTo>
                      <a:lnTo>
                        <a:pt x="14383" y="35243"/>
                      </a:lnTo>
                      <a:cubicBezTo>
                        <a:pt x="14383" y="35243"/>
                        <a:pt x="14954" y="35433"/>
                        <a:pt x="15335" y="35719"/>
                      </a:cubicBezTo>
                      <a:cubicBezTo>
                        <a:pt x="15716" y="36004"/>
                        <a:pt x="16002" y="36195"/>
                        <a:pt x="16288" y="36100"/>
                      </a:cubicBezTo>
                      <a:close/>
                      <a:moveTo>
                        <a:pt x="15335" y="29051"/>
                      </a:moveTo>
                      <a:cubicBezTo>
                        <a:pt x="15335" y="29051"/>
                        <a:pt x="15145" y="29242"/>
                        <a:pt x="15145" y="29242"/>
                      </a:cubicBezTo>
                      <a:cubicBezTo>
                        <a:pt x="14954" y="28861"/>
                        <a:pt x="14859" y="28385"/>
                        <a:pt x="14859" y="28194"/>
                      </a:cubicBezTo>
                      <a:cubicBezTo>
                        <a:pt x="14859" y="28194"/>
                        <a:pt x="14859" y="28004"/>
                        <a:pt x="14859" y="27908"/>
                      </a:cubicBezTo>
                      <a:cubicBezTo>
                        <a:pt x="14954" y="27908"/>
                        <a:pt x="15145" y="28194"/>
                        <a:pt x="15240" y="28480"/>
                      </a:cubicBezTo>
                      <a:cubicBezTo>
                        <a:pt x="15240" y="28765"/>
                        <a:pt x="15240" y="28956"/>
                        <a:pt x="15240" y="28956"/>
                      </a:cubicBezTo>
                      <a:close/>
                      <a:moveTo>
                        <a:pt x="15526" y="25527"/>
                      </a:moveTo>
                      <a:cubicBezTo>
                        <a:pt x="15526" y="25527"/>
                        <a:pt x="16002" y="25527"/>
                        <a:pt x="16288" y="25337"/>
                      </a:cubicBezTo>
                      <a:cubicBezTo>
                        <a:pt x="16573" y="25146"/>
                        <a:pt x="16954" y="25051"/>
                        <a:pt x="17145" y="25241"/>
                      </a:cubicBezTo>
                      <a:cubicBezTo>
                        <a:pt x="16954" y="25813"/>
                        <a:pt x="16478" y="25908"/>
                        <a:pt x="15716" y="25813"/>
                      </a:cubicBezTo>
                      <a:lnTo>
                        <a:pt x="15526" y="25527"/>
                      </a:lnTo>
                      <a:close/>
                      <a:moveTo>
                        <a:pt x="16669" y="50768"/>
                      </a:moveTo>
                      <a:cubicBezTo>
                        <a:pt x="16669" y="50768"/>
                        <a:pt x="16669" y="51054"/>
                        <a:pt x="16669" y="51149"/>
                      </a:cubicBezTo>
                      <a:cubicBezTo>
                        <a:pt x="16478" y="51530"/>
                        <a:pt x="16288" y="51625"/>
                        <a:pt x="16002" y="51625"/>
                      </a:cubicBezTo>
                      <a:cubicBezTo>
                        <a:pt x="15907" y="51625"/>
                        <a:pt x="15716" y="51625"/>
                        <a:pt x="15526" y="51435"/>
                      </a:cubicBezTo>
                      <a:lnTo>
                        <a:pt x="15716" y="50482"/>
                      </a:lnTo>
                      <a:lnTo>
                        <a:pt x="16669" y="50673"/>
                      </a:lnTo>
                      <a:close/>
                      <a:moveTo>
                        <a:pt x="45244" y="2572"/>
                      </a:moveTo>
                      <a:cubicBezTo>
                        <a:pt x="46387" y="2096"/>
                        <a:pt x="47530" y="1810"/>
                        <a:pt x="48863" y="1810"/>
                      </a:cubicBezTo>
                      <a:cubicBezTo>
                        <a:pt x="51530" y="1810"/>
                        <a:pt x="53912" y="2762"/>
                        <a:pt x="56007" y="4477"/>
                      </a:cubicBezTo>
                      <a:cubicBezTo>
                        <a:pt x="56007" y="4667"/>
                        <a:pt x="55626" y="5524"/>
                        <a:pt x="55150" y="7048"/>
                      </a:cubicBezTo>
                      <a:cubicBezTo>
                        <a:pt x="54673" y="8191"/>
                        <a:pt x="54483" y="9144"/>
                        <a:pt x="54673" y="9811"/>
                      </a:cubicBezTo>
                      <a:lnTo>
                        <a:pt x="54102" y="9811"/>
                      </a:lnTo>
                      <a:cubicBezTo>
                        <a:pt x="54102" y="9811"/>
                        <a:pt x="54197" y="10478"/>
                        <a:pt x="54197" y="10763"/>
                      </a:cubicBezTo>
                      <a:cubicBezTo>
                        <a:pt x="54197" y="11621"/>
                        <a:pt x="53912" y="12859"/>
                        <a:pt x="53245" y="14383"/>
                      </a:cubicBezTo>
                      <a:cubicBezTo>
                        <a:pt x="52673" y="16002"/>
                        <a:pt x="52388" y="17145"/>
                        <a:pt x="52388" y="18002"/>
                      </a:cubicBezTo>
                      <a:cubicBezTo>
                        <a:pt x="52388" y="18288"/>
                        <a:pt x="52388" y="18669"/>
                        <a:pt x="52483" y="18955"/>
                      </a:cubicBezTo>
                      <a:cubicBezTo>
                        <a:pt x="51816" y="18955"/>
                        <a:pt x="51340" y="19526"/>
                        <a:pt x="51244" y="20574"/>
                      </a:cubicBezTo>
                      <a:cubicBezTo>
                        <a:pt x="51149" y="21622"/>
                        <a:pt x="50768" y="22193"/>
                        <a:pt x="50292" y="22288"/>
                      </a:cubicBezTo>
                      <a:cubicBezTo>
                        <a:pt x="50387" y="23336"/>
                        <a:pt x="50483" y="24194"/>
                        <a:pt x="50483" y="24955"/>
                      </a:cubicBezTo>
                      <a:cubicBezTo>
                        <a:pt x="50483" y="27146"/>
                        <a:pt x="49911" y="28575"/>
                        <a:pt x="48863" y="29242"/>
                      </a:cubicBezTo>
                      <a:cubicBezTo>
                        <a:pt x="49054" y="29718"/>
                        <a:pt x="49054" y="30099"/>
                        <a:pt x="49054" y="30575"/>
                      </a:cubicBezTo>
                      <a:cubicBezTo>
                        <a:pt x="49054" y="31432"/>
                        <a:pt x="48673" y="32480"/>
                        <a:pt x="48006" y="33814"/>
                      </a:cubicBezTo>
                      <a:cubicBezTo>
                        <a:pt x="47244" y="35338"/>
                        <a:pt x="46768" y="36386"/>
                        <a:pt x="46672" y="37052"/>
                      </a:cubicBezTo>
                      <a:lnTo>
                        <a:pt x="46672" y="39814"/>
                      </a:lnTo>
                      <a:cubicBezTo>
                        <a:pt x="45910" y="40386"/>
                        <a:pt x="45529" y="42005"/>
                        <a:pt x="45529" y="44482"/>
                      </a:cubicBezTo>
                      <a:cubicBezTo>
                        <a:pt x="44958" y="44482"/>
                        <a:pt x="44577" y="44958"/>
                        <a:pt x="44482" y="45815"/>
                      </a:cubicBezTo>
                      <a:cubicBezTo>
                        <a:pt x="44482" y="46958"/>
                        <a:pt x="44291" y="47625"/>
                        <a:pt x="44101" y="47815"/>
                      </a:cubicBezTo>
                      <a:cubicBezTo>
                        <a:pt x="44101" y="48292"/>
                        <a:pt x="44101" y="48958"/>
                        <a:pt x="43815" y="49625"/>
                      </a:cubicBezTo>
                      <a:cubicBezTo>
                        <a:pt x="43625" y="50292"/>
                        <a:pt x="43529" y="50768"/>
                        <a:pt x="43529" y="51054"/>
                      </a:cubicBezTo>
                      <a:cubicBezTo>
                        <a:pt x="43529" y="51435"/>
                        <a:pt x="43625" y="51816"/>
                        <a:pt x="43815" y="52197"/>
                      </a:cubicBezTo>
                      <a:cubicBezTo>
                        <a:pt x="43053" y="52673"/>
                        <a:pt x="42481" y="53626"/>
                        <a:pt x="42291" y="55340"/>
                      </a:cubicBezTo>
                      <a:cubicBezTo>
                        <a:pt x="42100" y="57055"/>
                        <a:pt x="41624" y="58103"/>
                        <a:pt x="40767" y="58483"/>
                      </a:cubicBezTo>
                      <a:cubicBezTo>
                        <a:pt x="40862" y="58960"/>
                        <a:pt x="40767" y="59341"/>
                        <a:pt x="40100" y="59436"/>
                      </a:cubicBezTo>
                      <a:cubicBezTo>
                        <a:pt x="39529" y="59531"/>
                        <a:pt x="38957" y="59722"/>
                        <a:pt x="38481" y="59817"/>
                      </a:cubicBezTo>
                      <a:cubicBezTo>
                        <a:pt x="37814" y="59722"/>
                        <a:pt x="37052" y="59531"/>
                        <a:pt x="36100" y="59531"/>
                      </a:cubicBezTo>
                      <a:cubicBezTo>
                        <a:pt x="35814" y="59531"/>
                        <a:pt x="35433" y="59531"/>
                        <a:pt x="34957" y="59531"/>
                      </a:cubicBezTo>
                      <a:lnTo>
                        <a:pt x="33718" y="59531"/>
                      </a:lnTo>
                      <a:cubicBezTo>
                        <a:pt x="32004" y="59531"/>
                        <a:pt x="30575" y="59150"/>
                        <a:pt x="29623" y="58388"/>
                      </a:cubicBezTo>
                      <a:cubicBezTo>
                        <a:pt x="29623" y="58103"/>
                        <a:pt x="29718" y="57912"/>
                        <a:pt x="29718" y="57626"/>
                      </a:cubicBezTo>
                      <a:cubicBezTo>
                        <a:pt x="29718" y="57150"/>
                        <a:pt x="29527" y="56579"/>
                        <a:pt x="29051" y="55816"/>
                      </a:cubicBezTo>
                      <a:cubicBezTo>
                        <a:pt x="28575" y="55054"/>
                        <a:pt x="28384" y="54483"/>
                        <a:pt x="28384" y="54102"/>
                      </a:cubicBezTo>
                      <a:cubicBezTo>
                        <a:pt x="28384" y="53721"/>
                        <a:pt x="28384" y="53435"/>
                        <a:pt x="28575" y="53054"/>
                      </a:cubicBezTo>
                      <a:cubicBezTo>
                        <a:pt x="28575" y="52483"/>
                        <a:pt x="28194" y="51911"/>
                        <a:pt x="27622" y="51340"/>
                      </a:cubicBezTo>
                      <a:cubicBezTo>
                        <a:pt x="26956" y="50863"/>
                        <a:pt x="26575" y="50387"/>
                        <a:pt x="26479" y="50006"/>
                      </a:cubicBezTo>
                      <a:lnTo>
                        <a:pt x="26384" y="50006"/>
                      </a:lnTo>
                      <a:cubicBezTo>
                        <a:pt x="27146" y="49530"/>
                        <a:pt x="27337" y="48578"/>
                        <a:pt x="27051" y="47435"/>
                      </a:cubicBezTo>
                      <a:cubicBezTo>
                        <a:pt x="27051" y="47435"/>
                        <a:pt x="26670" y="47244"/>
                        <a:pt x="26194" y="47149"/>
                      </a:cubicBezTo>
                      <a:cubicBezTo>
                        <a:pt x="25908" y="47054"/>
                        <a:pt x="25717" y="46768"/>
                        <a:pt x="25717" y="46387"/>
                      </a:cubicBezTo>
                      <a:lnTo>
                        <a:pt x="26670" y="45815"/>
                      </a:lnTo>
                      <a:cubicBezTo>
                        <a:pt x="26670" y="45815"/>
                        <a:pt x="26194" y="45339"/>
                        <a:pt x="26098" y="44768"/>
                      </a:cubicBezTo>
                      <a:cubicBezTo>
                        <a:pt x="25908" y="44101"/>
                        <a:pt x="25622" y="43815"/>
                        <a:pt x="25432" y="43815"/>
                      </a:cubicBezTo>
                      <a:cubicBezTo>
                        <a:pt x="25813" y="43815"/>
                        <a:pt x="26098" y="43624"/>
                        <a:pt x="26479" y="43339"/>
                      </a:cubicBezTo>
                      <a:cubicBezTo>
                        <a:pt x="26575" y="42863"/>
                        <a:pt x="26479" y="42577"/>
                        <a:pt x="25908" y="42386"/>
                      </a:cubicBezTo>
                      <a:cubicBezTo>
                        <a:pt x="25432" y="42196"/>
                        <a:pt x="25051" y="42005"/>
                        <a:pt x="24955" y="41720"/>
                      </a:cubicBezTo>
                      <a:cubicBezTo>
                        <a:pt x="24955" y="41529"/>
                        <a:pt x="24955" y="40577"/>
                        <a:pt x="24955" y="38957"/>
                      </a:cubicBezTo>
                      <a:cubicBezTo>
                        <a:pt x="24955" y="37719"/>
                        <a:pt x="24575" y="37052"/>
                        <a:pt x="23813" y="36766"/>
                      </a:cubicBezTo>
                      <a:cubicBezTo>
                        <a:pt x="23908" y="36290"/>
                        <a:pt x="24003" y="36100"/>
                        <a:pt x="24098" y="36195"/>
                      </a:cubicBezTo>
                      <a:cubicBezTo>
                        <a:pt x="23622" y="36100"/>
                        <a:pt x="23431" y="35814"/>
                        <a:pt x="23431" y="35528"/>
                      </a:cubicBezTo>
                      <a:cubicBezTo>
                        <a:pt x="23431" y="35528"/>
                        <a:pt x="23431" y="35433"/>
                        <a:pt x="23527" y="35243"/>
                      </a:cubicBezTo>
                      <a:lnTo>
                        <a:pt x="23527" y="34957"/>
                      </a:lnTo>
                      <a:cubicBezTo>
                        <a:pt x="23527" y="34957"/>
                        <a:pt x="23241" y="34671"/>
                        <a:pt x="22669" y="34671"/>
                      </a:cubicBezTo>
                      <a:cubicBezTo>
                        <a:pt x="22765" y="33433"/>
                        <a:pt x="22860" y="32575"/>
                        <a:pt x="22860" y="32099"/>
                      </a:cubicBezTo>
                      <a:cubicBezTo>
                        <a:pt x="22860" y="30766"/>
                        <a:pt x="22384" y="29813"/>
                        <a:pt x="21622" y="29051"/>
                      </a:cubicBezTo>
                      <a:cubicBezTo>
                        <a:pt x="21622" y="28861"/>
                        <a:pt x="21622" y="28765"/>
                        <a:pt x="21622" y="28575"/>
                      </a:cubicBezTo>
                      <a:cubicBezTo>
                        <a:pt x="21622" y="28289"/>
                        <a:pt x="21622" y="28004"/>
                        <a:pt x="21431" y="27622"/>
                      </a:cubicBezTo>
                      <a:cubicBezTo>
                        <a:pt x="21431" y="27337"/>
                        <a:pt x="21241" y="27051"/>
                        <a:pt x="21241" y="26861"/>
                      </a:cubicBezTo>
                      <a:cubicBezTo>
                        <a:pt x="21241" y="26575"/>
                        <a:pt x="21431" y="26384"/>
                        <a:pt x="21717" y="26098"/>
                      </a:cubicBezTo>
                      <a:cubicBezTo>
                        <a:pt x="20860" y="25718"/>
                        <a:pt x="20383" y="24670"/>
                        <a:pt x="20193" y="22955"/>
                      </a:cubicBezTo>
                      <a:cubicBezTo>
                        <a:pt x="20002" y="21241"/>
                        <a:pt x="19717" y="20193"/>
                        <a:pt x="19241" y="19812"/>
                      </a:cubicBezTo>
                      <a:cubicBezTo>
                        <a:pt x="19241" y="19431"/>
                        <a:pt x="19241" y="19145"/>
                        <a:pt x="19241" y="18860"/>
                      </a:cubicBezTo>
                      <a:cubicBezTo>
                        <a:pt x="19241" y="18002"/>
                        <a:pt x="18955" y="17050"/>
                        <a:pt x="18383" y="15716"/>
                      </a:cubicBezTo>
                      <a:cubicBezTo>
                        <a:pt x="17812" y="14383"/>
                        <a:pt x="17526" y="13335"/>
                        <a:pt x="17526" y="12668"/>
                      </a:cubicBezTo>
                      <a:cubicBezTo>
                        <a:pt x="17526" y="12097"/>
                        <a:pt x="17526" y="11621"/>
                        <a:pt x="17812" y="11049"/>
                      </a:cubicBezTo>
                      <a:cubicBezTo>
                        <a:pt x="17335" y="10763"/>
                        <a:pt x="17050" y="10096"/>
                        <a:pt x="16954" y="9144"/>
                      </a:cubicBezTo>
                      <a:cubicBezTo>
                        <a:pt x="16764" y="8096"/>
                        <a:pt x="16573" y="7144"/>
                        <a:pt x="16478" y="6096"/>
                      </a:cubicBezTo>
                      <a:cubicBezTo>
                        <a:pt x="15526" y="5620"/>
                        <a:pt x="15240" y="4667"/>
                        <a:pt x="15526" y="3334"/>
                      </a:cubicBezTo>
                      <a:cubicBezTo>
                        <a:pt x="16097" y="2191"/>
                        <a:pt x="17050" y="1714"/>
                        <a:pt x="18383" y="1714"/>
                      </a:cubicBezTo>
                      <a:cubicBezTo>
                        <a:pt x="18764" y="1714"/>
                        <a:pt x="19336" y="1714"/>
                        <a:pt x="20098" y="2000"/>
                      </a:cubicBezTo>
                      <a:cubicBezTo>
                        <a:pt x="20955" y="2191"/>
                        <a:pt x="21526" y="2286"/>
                        <a:pt x="21908" y="2286"/>
                      </a:cubicBezTo>
                      <a:cubicBezTo>
                        <a:pt x="22955" y="2286"/>
                        <a:pt x="23717" y="2000"/>
                        <a:pt x="24384" y="1429"/>
                      </a:cubicBezTo>
                      <a:cubicBezTo>
                        <a:pt x="24955" y="1619"/>
                        <a:pt x="25527" y="2191"/>
                        <a:pt x="26098" y="3048"/>
                      </a:cubicBezTo>
                      <a:cubicBezTo>
                        <a:pt x="26670" y="3905"/>
                        <a:pt x="27242" y="4477"/>
                        <a:pt x="27718" y="4477"/>
                      </a:cubicBezTo>
                      <a:cubicBezTo>
                        <a:pt x="27908" y="4667"/>
                        <a:pt x="28004" y="5429"/>
                        <a:pt x="28004" y="6858"/>
                      </a:cubicBezTo>
                      <a:cubicBezTo>
                        <a:pt x="28004" y="7811"/>
                        <a:pt x="28384" y="8382"/>
                        <a:pt x="29146" y="8572"/>
                      </a:cubicBezTo>
                      <a:cubicBezTo>
                        <a:pt x="29242" y="8858"/>
                        <a:pt x="29337" y="9144"/>
                        <a:pt x="29337" y="9525"/>
                      </a:cubicBezTo>
                      <a:cubicBezTo>
                        <a:pt x="29337" y="9906"/>
                        <a:pt x="29337" y="10287"/>
                        <a:pt x="29051" y="11049"/>
                      </a:cubicBezTo>
                      <a:cubicBezTo>
                        <a:pt x="28956" y="11716"/>
                        <a:pt x="28861" y="12192"/>
                        <a:pt x="28861" y="12478"/>
                      </a:cubicBezTo>
                      <a:cubicBezTo>
                        <a:pt x="28861" y="13240"/>
                        <a:pt x="29337" y="13716"/>
                        <a:pt x="30289" y="13906"/>
                      </a:cubicBezTo>
                      <a:cubicBezTo>
                        <a:pt x="30289" y="14288"/>
                        <a:pt x="30385" y="14478"/>
                        <a:pt x="30385" y="14764"/>
                      </a:cubicBezTo>
                      <a:cubicBezTo>
                        <a:pt x="30385" y="15145"/>
                        <a:pt x="30385" y="15526"/>
                        <a:pt x="30194" y="16097"/>
                      </a:cubicBezTo>
                      <a:cubicBezTo>
                        <a:pt x="30099" y="16669"/>
                        <a:pt x="30004" y="17050"/>
                        <a:pt x="30004" y="17336"/>
                      </a:cubicBezTo>
                      <a:cubicBezTo>
                        <a:pt x="30004" y="17907"/>
                        <a:pt x="30385" y="18383"/>
                        <a:pt x="31337" y="18574"/>
                      </a:cubicBezTo>
                      <a:cubicBezTo>
                        <a:pt x="31147" y="19050"/>
                        <a:pt x="31051" y="19526"/>
                        <a:pt x="31051" y="20003"/>
                      </a:cubicBezTo>
                      <a:cubicBezTo>
                        <a:pt x="31051" y="20574"/>
                        <a:pt x="31337" y="21527"/>
                        <a:pt x="31909" y="22670"/>
                      </a:cubicBezTo>
                      <a:cubicBezTo>
                        <a:pt x="32480" y="23813"/>
                        <a:pt x="32766" y="24670"/>
                        <a:pt x="32766" y="25241"/>
                      </a:cubicBezTo>
                      <a:cubicBezTo>
                        <a:pt x="32766" y="25813"/>
                        <a:pt x="32575" y="26384"/>
                        <a:pt x="32194" y="26956"/>
                      </a:cubicBezTo>
                      <a:cubicBezTo>
                        <a:pt x="32956" y="27146"/>
                        <a:pt x="33433" y="28194"/>
                        <a:pt x="33623" y="30099"/>
                      </a:cubicBezTo>
                      <a:cubicBezTo>
                        <a:pt x="33814" y="32004"/>
                        <a:pt x="34671" y="32861"/>
                        <a:pt x="36195" y="32766"/>
                      </a:cubicBezTo>
                      <a:cubicBezTo>
                        <a:pt x="36576" y="32575"/>
                        <a:pt x="36767" y="32385"/>
                        <a:pt x="36767" y="32004"/>
                      </a:cubicBezTo>
                      <a:cubicBezTo>
                        <a:pt x="36767" y="31623"/>
                        <a:pt x="36576" y="31242"/>
                        <a:pt x="36195" y="30575"/>
                      </a:cubicBezTo>
                      <a:cubicBezTo>
                        <a:pt x="36385" y="29528"/>
                        <a:pt x="36862" y="28099"/>
                        <a:pt x="37719" y="26575"/>
                      </a:cubicBezTo>
                      <a:cubicBezTo>
                        <a:pt x="38576" y="25051"/>
                        <a:pt x="39052" y="23717"/>
                        <a:pt x="39052" y="22574"/>
                      </a:cubicBezTo>
                      <a:cubicBezTo>
                        <a:pt x="39052" y="22193"/>
                        <a:pt x="39052" y="21907"/>
                        <a:pt x="38957" y="21431"/>
                      </a:cubicBezTo>
                      <a:cubicBezTo>
                        <a:pt x="39433" y="20860"/>
                        <a:pt x="39814" y="19907"/>
                        <a:pt x="39910" y="18383"/>
                      </a:cubicBezTo>
                      <a:cubicBezTo>
                        <a:pt x="40005" y="16859"/>
                        <a:pt x="40386" y="15907"/>
                        <a:pt x="40958" y="15335"/>
                      </a:cubicBezTo>
                      <a:cubicBezTo>
                        <a:pt x="40862" y="14954"/>
                        <a:pt x="40767" y="14764"/>
                        <a:pt x="40767" y="14478"/>
                      </a:cubicBezTo>
                      <a:cubicBezTo>
                        <a:pt x="40767" y="13811"/>
                        <a:pt x="41053" y="13049"/>
                        <a:pt x="41624" y="12097"/>
                      </a:cubicBezTo>
                      <a:cubicBezTo>
                        <a:pt x="42196" y="11144"/>
                        <a:pt x="42481" y="10478"/>
                        <a:pt x="42481" y="10096"/>
                      </a:cubicBezTo>
                      <a:cubicBezTo>
                        <a:pt x="42481" y="9715"/>
                        <a:pt x="42291" y="9335"/>
                        <a:pt x="42005" y="9144"/>
                      </a:cubicBezTo>
                      <a:cubicBezTo>
                        <a:pt x="42005" y="8858"/>
                        <a:pt x="42386" y="8382"/>
                        <a:pt x="42958" y="7429"/>
                      </a:cubicBezTo>
                      <a:cubicBezTo>
                        <a:pt x="43529" y="6572"/>
                        <a:pt x="43815" y="5905"/>
                        <a:pt x="43815" y="5239"/>
                      </a:cubicBezTo>
                      <a:cubicBezTo>
                        <a:pt x="43815" y="5048"/>
                        <a:pt x="43815" y="4763"/>
                        <a:pt x="43625" y="4477"/>
                      </a:cubicBezTo>
                      <a:cubicBezTo>
                        <a:pt x="44005" y="4477"/>
                        <a:pt x="44387" y="4096"/>
                        <a:pt x="44672" y="3524"/>
                      </a:cubicBezTo>
                      <a:cubicBezTo>
                        <a:pt x="44672" y="3238"/>
                        <a:pt x="44863" y="2857"/>
                        <a:pt x="45053" y="2572"/>
                      </a:cubicBezTo>
                      <a:close/>
                      <a:moveTo>
                        <a:pt x="18574" y="48863"/>
                      </a:moveTo>
                      <a:lnTo>
                        <a:pt x="18288" y="48292"/>
                      </a:lnTo>
                      <a:lnTo>
                        <a:pt x="18859" y="48292"/>
                      </a:lnTo>
                      <a:cubicBezTo>
                        <a:pt x="18859" y="49054"/>
                        <a:pt x="18479" y="49530"/>
                        <a:pt x="17812" y="49530"/>
                      </a:cubicBezTo>
                      <a:cubicBezTo>
                        <a:pt x="17621" y="49530"/>
                        <a:pt x="17335" y="49530"/>
                        <a:pt x="16859" y="49435"/>
                      </a:cubicBezTo>
                      <a:cubicBezTo>
                        <a:pt x="16383" y="49435"/>
                        <a:pt x="16002" y="49244"/>
                        <a:pt x="15812" y="49244"/>
                      </a:cubicBezTo>
                      <a:cubicBezTo>
                        <a:pt x="16002" y="49244"/>
                        <a:pt x="16192" y="49149"/>
                        <a:pt x="16383" y="49149"/>
                      </a:cubicBezTo>
                      <a:cubicBezTo>
                        <a:pt x="16573" y="49149"/>
                        <a:pt x="16859" y="49149"/>
                        <a:pt x="17240" y="49339"/>
                      </a:cubicBezTo>
                      <a:cubicBezTo>
                        <a:pt x="17526" y="49530"/>
                        <a:pt x="17812" y="49530"/>
                        <a:pt x="17907" y="49530"/>
                      </a:cubicBezTo>
                      <a:cubicBezTo>
                        <a:pt x="18193" y="49530"/>
                        <a:pt x="18383" y="49339"/>
                        <a:pt x="18574" y="48958"/>
                      </a:cubicBezTo>
                      <a:close/>
                      <a:moveTo>
                        <a:pt x="16097" y="27718"/>
                      </a:moveTo>
                      <a:cubicBezTo>
                        <a:pt x="16573" y="27527"/>
                        <a:pt x="16954" y="27337"/>
                        <a:pt x="17240" y="27337"/>
                      </a:cubicBezTo>
                      <a:cubicBezTo>
                        <a:pt x="17431" y="27337"/>
                        <a:pt x="17812" y="27527"/>
                        <a:pt x="18383" y="27718"/>
                      </a:cubicBezTo>
                      <a:lnTo>
                        <a:pt x="17812" y="28289"/>
                      </a:lnTo>
                      <a:lnTo>
                        <a:pt x="18669" y="29146"/>
                      </a:lnTo>
                      <a:cubicBezTo>
                        <a:pt x="18288" y="29623"/>
                        <a:pt x="17812" y="29813"/>
                        <a:pt x="17240" y="29337"/>
                      </a:cubicBezTo>
                      <a:lnTo>
                        <a:pt x="16764" y="28670"/>
                      </a:lnTo>
                      <a:lnTo>
                        <a:pt x="16954" y="28480"/>
                      </a:lnTo>
                      <a:lnTo>
                        <a:pt x="16097" y="27622"/>
                      </a:lnTo>
                      <a:close/>
                      <a:moveTo>
                        <a:pt x="17526" y="46768"/>
                      </a:moveTo>
                      <a:cubicBezTo>
                        <a:pt x="17526" y="46768"/>
                        <a:pt x="17240" y="47054"/>
                        <a:pt x="16859" y="46958"/>
                      </a:cubicBezTo>
                      <a:cubicBezTo>
                        <a:pt x="16383" y="46863"/>
                        <a:pt x="16097" y="46577"/>
                        <a:pt x="16097" y="46291"/>
                      </a:cubicBezTo>
                      <a:lnTo>
                        <a:pt x="17526" y="46768"/>
                      </a:lnTo>
                      <a:close/>
                      <a:moveTo>
                        <a:pt x="16764" y="38386"/>
                      </a:moveTo>
                      <a:lnTo>
                        <a:pt x="16764" y="38005"/>
                      </a:lnTo>
                      <a:lnTo>
                        <a:pt x="18193" y="38005"/>
                      </a:lnTo>
                      <a:cubicBezTo>
                        <a:pt x="18193" y="38005"/>
                        <a:pt x="17240" y="38386"/>
                        <a:pt x="16764" y="38386"/>
                      </a:cubicBezTo>
                      <a:close/>
                      <a:moveTo>
                        <a:pt x="19241" y="37052"/>
                      </a:moveTo>
                      <a:cubicBezTo>
                        <a:pt x="19241" y="37052"/>
                        <a:pt x="18669" y="37719"/>
                        <a:pt x="18383" y="37910"/>
                      </a:cubicBezTo>
                      <a:lnTo>
                        <a:pt x="18097" y="36862"/>
                      </a:lnTo>
                      <a:lnTo>
                        <a:pt x="19241" y="37052"/>
                      </a:lnTo>
                      <a:close/>
                      <a:moveTo>
                        <a:pt x="18383" y="23622"/>
                      </a:moveTo>
                      <a:cubicBezTo>
                        <a:pt x="18383" y="23622"/>
                        <a:pt x="18383" y="23336"/>
                        <a:pt x="18383" y="23241"/>
                      </a:cubicBezTo>
                      <a:cubicBezTo>
                        <a:pt x="18383" y="23241"/>
                        <a:pt x="18383" y="23050"/>
                        <a:pt x="18288" y="22955"/>
                      </a:cubicBezTo>
                      <a:cubicBezTo>
                        <a:pt x="18288" y="22765"/>
                        <a:pt x="18193" y="22765"/>
                        <a:pt x="18193" y="22670"/>
                      </a:cubicBezTo>
                      <a:cubicBezTo>
                        <a:pt x="18193" y="22670"/>
                        <a:pt x="18383" y="22479"/>
                        <a:pt x="18669" y="22384"/>
                      </a:cubicBezTo>
                      <a:lnTo>
                        <a:pt x="19241" y="23527"/>
                      </a:lnTo>
                      <a:lnTo>
                        <a:pt x="18383" y="23527"/>
                      </a:lnTo>
                      <a:close/>
                      <a:moveTo>
                        <a:pt x="18383" y="38005"/>
                      </a:moveTo>
                      <a:lnTo>
                        <a:pt x="18193" y="38005"/>
                      </a:lnTo>
                      <a:cubicBezTo>
                        <a:pt x="18193" y="38005"/>
                        <a:pt x="18288" y="38005"/>
                        <a:pt x="18383" y="38005"/>
                      </a:cubicBezTo>
                      <a:lnTo>
                        <a:pt x="18383" y="38005"/>
                      </a:lnTo>
                      <a:close/>
                      <a:moveTo>
                        <a:pt x="18669" y="39719"/>
                      </a:moveTo>
                      <a:cubicBezTo>
                        <a:pt x="18669" y="39719"/>
                        <a:pt x="19336" y="39529"/>
                        <a:pt x="19431" y="38957"/>
                      </a:cubicBezTo>
                      <a:cubicBezTo>
                        <a:pt x="19431" y="38481"/>
                        <a:pt x="19717" y="38195"/>
                        <a:pt x="20002" y="38290"/>
                      </a:cubicBezTo>
                      <a:lnTo>
                        <a:pt x="19526" y="40481"/>
                      </a:lnTo>
                      <a:lnTo>
                        <a:pt x="18669" y="39719"/>
                      </a:lnTo>
                      <a:close/>
                      <a:moveTo>
                        <a:pt x="18669" y="46387"/>
                      </a:moveTo>
                      <a:lnTo>
                        <a:pt x="19526" y="46387"/>
                      </a:lnTo>
                      <a:lnTo>
                        <a:pt x="18955" y="46863"/>
                      </a:lnTo>
                      <a:lnTo>
                        <a:pt x="18669" y="46387"/>
                      </a:lnTo>
                      <a:close/>
                      <a:moveTo>
                        <a:pt x="20002" y="53340"/>
                      </a:moveTo>
                      <a:cubicBezTo>
                        <a:pt x="20002" y="53340"/>
                        <a:pt x="20002" y="53626"/>
                        <a:pt x="20193" y="53816"/>
                      </a:cubicBezTo>
                      <a:cubicBezTo>
                        <a:pt x="20383" y="54007"/>
                        <a:pt x="20479" y="54102"/>
                        <a:pt x="20574" y="54197"/>
                      </a:cubicBezTo>
                      <a:lnTo>
                        <a:pt x="19526" y="53340"/>
                      </a:lnTo>
                      <a:lnTo>
                        <a:pt x="20002" y="53340"/>
                      </a:lnTo>
                      <a:close/>
                      <a:moveTo>
                        <a:pt x="19812" y="49435"/>
                      </a:moveTo>
                      <a:cubicBezTo>
                        <a:pt x="19812" y="49435"/>
                        <a:pt x="20574" y="49816"/>
                        <a:pt x="21146" y="50197"/>
                      </a:cubicBezTo>
                      <a:cubicBezTo>
                        <a:pt x="20860" y="50387"/>
                        <a:pt x="20574" y="50387"/>
                        <a:pt x="20193" y="50197"/>
                      </a:cubicBezTo>
                      <a:cubicBezTo>
                        <a:pt x="19812" y="50197"/>
                        <a:pt x="19717" y="50006"/>
                        <a:pt x="19717" y="49721"/>
                      </a:cubicBezTo>
                      <a:cubicBezTo>
                        <a:pt x="19717" y="49721"/>
                        <a:pt x="19717" y="49625"/>
                        <a:pt x="19907" y="49435"/>
                      </a:cubicBezTo>
                      <a:close/>
                      <a:moveTo>
                        <a:pt x="21336" y="43815"/>
                      </a:moveTo>
                      <a:cubicBezTo>
                        <a:pt x="21336" y="43815"/>
                        <a:pt x="20955" y="43434"/>
                        <a:pt x="20383" y="43244"/>
                      </a:cubicBezTo>
                      <a:cubicBezTo>
                        <a:pt x="19812" y="43148"/>
                        <a:pt x="19621" y="42767"/>
                        <a:pt x="19717" y="42291"/>
                      </a:cubicBezTo>
                      <a:lnTo>
                        <a:pt x="20860" y="41720"/>
                      </a:lnTo>
                      <a:cubicBezTo>
                        <a:pt x="20860" y="41720"/>
                        <a:pt x="20860" y="42196"/>
                        <a:pt x="21146" y="42481"/>
                      </a:cubicBezTo>
                      <a:cubicBezTo>
                        <a:pt x="21431" y="42767"/>
                        <a:pt x="21622" y="43053"/>
                        <a:pt x="21622" y="43244"/>
                      </a:cubicBezTo>
                      <a:cubicBezTo>
                        <a:pt x="21622" y="43434"/>
                        <a:pt x="21526" y="43624"/>
                        <a:pt x="21241" y="43910"/>
                      </a:cubicBezTo>
                      <a:close/>
                      <a:moveTo>
                        <a:pt x="21717" y="32766"/>
                      </a:moveTo>
                      <a:cubicBezTo>
                        <a:pt x="21717" y="32766"/>
                        <a:pt x="21336" y="32575"/>
                        <a:pt x="21241" y="32575"/>
                      </a:cubicBezTo>
                      <a:cubicBezTo>
                        <a:pt x="21050" y="32575"/>
                        <a:pt x="20860" y="32575"/>
                        <a:pt x="20669" y="32861"/>
                      </a:cubicBezTo>
                      <a:cubicBezTo>
                        <a:pt x="20574" y="33052"/>
                        <a:pt x="20383" y="33147"/>
                        <a:pt x="20383" y="33147"/>
                      </a:cubicBezTo>
                      <a:cubicBezTo>
                        <a:pt x="20193" y="33147"/>
                        <a:pt x="20098" y="33052"/>
                        <a:pt x="19907" y="32766"/>
                      </a:cubicBezTo>
                      <a:cubicBezTo>
                        <a:pt x="20002" y="32766"/>
                        <a:pt x="20288" y="32766"/>
                        <a:pt x="20574" y="32766"/>
                      </a:cubicBezTo>
                      <a:cubicBezTo>
                        <a:pt x="20860" y="32671"/>
                        <a:pt x="21146" y="32480"/>
                        <a:pt x="21241" y="32480"/>
                      </a:cubicBezTo>
                      <a:cubicBezTo>
                        <a:pt x="21431" y="32480"/>
                        <a:pt x="21526" y="32575"/>
                        <a:pt x="21622" y="32766"/>
                      </a:cubicBezTo>
                      <a:close/>
                      <a:moveTo>
                        <a:pt x="20574" y="46387"/>
                      </a:moveTo>
                      <a:lnTo>
                        <a:pt x="20574" y="45529"/>
                      </a:lnTo>
                      <a:cubicBezTo>
                        <a:pt x="20574" y="45529"/>
                        <a:pt x="20955" y="45625"/>
                        <a:pt x="21146" y="45911"/>
                      </a:cubicBezTo>
                      <a:lnTo>
                        <a:pt x="20574" y="46482"/>
                      </a:lnTo>
                      <a:close/>
                      <a:moveTo>
                        <a:pt x="20955" y="40005"/>
                      </a:moveTo>
                      <a:cubicBezTo>
                        <a:pt x="21622" y="39624"/>
                        <a:pt x="22098" y="39624"/>
                        <a:pt x="22288" y="40005"/>
                      </a:cubicBezTo>
                      <a:lnTo>
                        <a:pt x="20955" y="40005"/>
                      </a:lnTo>
                      <a:close/>
                      <a:moveTo>
                        <a:pt x="21717" y="48292"/>
                      </a:moveTo>
                      <a:lnTo>
                        <a:pt x="21717" y="49149"/>
                      </a:lnTo>
                      <a:lnTo>
                        <a:pt x="20955" y="48006"/>
                      </a:lnTo>
                      <a:cubicBezTo>
                        <a:pt x="20955" y="48006"/>
                        <a:pt x="21622" y="48006"/>
                        <a:pt x="21717" y="48292"/>
                      </a:cubicBezTo>
                      <a:close/>
                      <a:moveTo>
                        <a:pt x="21241" y="56483"/>
                      </a:moveTo>
                      <a:lnTo>
                        <a:pt x="21241" y="56483"/>
                      </a:lnTo>
                      <a:close/>
                      <a:moveTo>
                        <a:pt x="21241" y="56483"/>
                      </a:moveTo>
                      <a:cubicBezTo>
                        <a:pt x="21241" y="56483"/>
                        <a:pt x="21336" y="56388"/>
                        <a:pt x="21526" y="56293"/>
                      </a:cubicBezTo>
                      <a:cubicBezTo>
                        <a:pt x="21622" y="56102"/>
                        <a:pt x="21812" y="56102"/>
                        <a:pt x="21812" y="56293"/>
                      </a:cubicBezTo>
                      <a:lnTo>
                        <a:pt x="21812" y="56769"/>
                      </a:lnTo>
                      <a:lnTo>
                        <a:pt x="21146" y="56579"/>
                      </a:lnTo>
                      <a:close/>
                      <a:moveTo>
                        <a:pt x="23050" y="29242"/>
                      </a:moveTo>
                      <a:lnTo>
                        <a:pt x="24098" y="28670"/>
                      </a:lnTo>
                      <a:cubicBezTo>
                        <a:pt x="23717" y="28194"/>
                        <a:pt x="23431" y="28004"/>
                        <a:pt x="23050" y="28099"/>
                      </a:cubicBezTo>
                      <a:lnTo>
                        <a:pt x="23050" y="29242"/>
                      </a:lnTo>
                      <a:close/>
                      <a:moveTo>
                        <a:pt x="23050" y="51054"/>
                      </a:moveTo>
                      <a:lnTo>
                        <a:pt x="23336" y="50863"/>
                      </a:lnTo>
                      <a:lnTo>
                        <a:pt x="23908" y="50863"/>
                      </a:lnTo>
                      <a:lnTo>
                        <a:pt x="23146" y="51054"/>
                      </a:lnTo>
                      <a:close/>
                      <a:moveTo>
                        <a:pt x="24670" y="44101"/>
                      </a:moveTo>
                      <a:cubicBezTo>
                        <a:pt x="24670" y="44101"/>
                        <a:pt x="24670" y="43244"/>
                        <a:pt x="25051" y="42672"/>
                      </a:cubicBezTo>
                      <a:lnTo>
                        <a:pt x="25241" y="43720"/>
                      </a:lnTo>
                      <a:cubicBezTo>
                        <a:pt x="25241" y="43720"/>
                        <a:pt x="24955" y="43910"/>
                        <a:pt x="24670" y="44101"/>
                      </a:cubicBezTo>
                      <a:close/>
                      <a:moveTo>
                        <a:pt x="24670" y="52006"/>
                      </a:moveTo>
                      <a:cubicBezTo>
                        <a:pt x="24670" y="52006"/>
                        <a:pt x="25146" y="51340"/>
                        <a:pt x="25432" y="51054"/>
                      </a:cubicBezTo>
                      <a:cubicBezTo>
                        <a:pt x="25432" y="51530"/>
                        <a:pt x="25432" y="51911"/>
                        <a:pt x="25241" y="52006"/>
                      </a:cubicBezTo>
                      <a:lnTo>
                        <a:pt x="24670" y="52006"/>
                      </a:lnTo>
                      <a:close/>
                      <a:moveTo>
                        <a:pt x="25241" y="43720"/>
                      </a:moveTo>
                      <a:lnTo>
                        <a:pt x="25527" y="43720"/>
                      </a:lnTo>
                      <a:cubicBezTo>
                        <a:pt x="25527" y="43720"/>
                        <a:pt x="25241" y="43720"/>
                        <a:pt x="25241" y="43815"/>
                      </a:cubicBezTo>
                      <a:lnTo>
                        <a:pt x="25241" y="43815"/>
                      </a:lnTo>
                      <a:close/>
                      <a:moveTo>
                        <a:pt x="26479" y="50006"/>
                      </a:moveTo>
                      <a:cubicBezTo>
                        <a:pt x="26479" y="50006"/>
                        <a:pt x="26003" y="50292"/>
                        <a:pt x="25432" y="50482"/>
                      </a:cubicBezTo>
                      <a:lnTo>
                        <a:pt x="26479" y="50006"/>
                      </a:lnTo>
                      <a:close/>
                      <a:moveTo>
                        <a:pt x="26575" y="38767"/>
                      </a:moveTo>
                      <a:lnTo>
                        <a:pt x="26765" y="38005"/>
                      </a:lnTo>
                      <a:lnTo>
                        <a:pt x="26289" y="38005"/>
                      </a:lnTo>
                      <a:lnTo>
                        <a:pt x="26479" y="38767"/>
                      </a:lnTo>
                      <a:close/>
                      <a:moveTo>
                        <a:pt x="28289" y="26575"/>
                      </a:moveTo>
                      <a:cubicBezTo>
                        <a:pt x="28099" y="25813"/>
                        <a:pt x="27527" y="25527"/>
                        <a:pt x="26860" y="25813"/>
                      </a:cubicBezTo>
                      <a:lnTo>
                        <a:pt x="27242" y="26956"/>
                      </a:lnTo>
                      <a:lnTo>
                        <a:pt x="27432" y="26575"/>
                      </a:lnTo>
                      <a:cubicBezTo>
                        <a:pt x="27432" y="26575"/>
                        <a:pt x="28099" y="27337"/>
                        <a:pt x="28099" y="27337"/>
                      </a:cubicBezTo>
                      <a:lnTo>
                        <a:pt x="28384" y="26575"/>
                      </a:lnTo>
                      <a:close/>
                      <a:moveTo>
                        <a:pt x="26860" y="30099"/>
                      </a:moveTo>
                      <a:lnTo>
                        <a:pt x="28099" y="29337"/>
                      </a:lnTo>
                      <a:cubicBezTo>
                        <a:pt x="28099" y="29337"/>
                        <a:pt x="27908" y="29146"/>
                        <a:pt x="27622" y="29146"/>
                      </a:cubicBezTo>
                      <a:cubicBezTo>
                        <a:pt x="27242" y="29146"/>
                        <a:pt x="27051" y="29146"/>
                        <a:pt x="26860" y="29146"/>
                      </a:cubicBezTo>
                      <a:lnTo>
                        <a:pt x="27432" y="29623"/>
                      </a:lnTo>
                      <a:lnTo>
                        <a:pt x="26860" y="30099"/>
                      </a:lnTo>
                      <a:close/>
                      <a:moveTo>
                        <a:pt x="29432" y="41624"/>
                      </a:moveTo>
                      <a:lnTo>
                        <a:pt x="30194" y="40767"/>
                      </a:lnTo>
                      <a:cubicBezTo>
                        <a:pt x="30194" y="40767"/>
                        <a:pt x="29623" y="40577"/>
                        <a:pt x="29337" y="40196"/>
                      </a:cubicBezTo>
                      <a:cubicBezTo>
                        <a:pt x="29051" y="39814"/>
                        <a:pt x="28766" y="39624"/>
                        <a:pt x="28670" y="39624"/>
                      </a:cubicBezTo>
                      <a:cubicBezTo>
                        <a:pt x="28480" y="39624"/>
                        <a:pt x="28289" y="39719"/>
                        <a:pt x="28099" y="40196"/>
                      </a:cubicBezTo>
                      <a:lnTo>
                        <a:pt x="29432" y="41529"/>
                      </a:lnTo>
                      <a:close/>
                      <a:moveTo>
                        <a:pt x="30004" y="49625"/>
                      </a:moveTo>
                      <a:cubicBezTo>
                        <a:pt x="30004" y="49625"/>
                        <a:pt x="30004" y="49244"/>
                        <a:pt x="30004" y="48958"/>
                      </a:cubicBezTo>
                      <a:cubicBezTo>
                        <a:pt x="29718" y="48958"/>
                        <a:pt x="29623" y="48958"/>
                        <a:pt x="29527" y="48958"/>
                      </a:cubicBezTo>
                      <a:lnTo>
                        <a:pt x="29337" y="48768"/>
                      </a:lnTo>
                      <a:lnTo>
                        <a:pt x="29337" y="48101"/>
                      </a:lnTo>
                      <a:lnTo>
                        <a:pt x="29527" y="47911"/>
                      </a:lnTo>
                      <a:cubicBezTo>
                        <a:pt x="29527" y="47911"/>
                        <a:pt x="29527" y="48006"/>
                        <a:pt x="29337" y="48101"/>
                      </a:cubicBezTo>
                      <a:lnTo>
                        <a:pt x="28384" y="49054"/>
                      </a:lnTo>
                      <a:lnTo>
                        <a:pt x="28766" y="49339"/>
                      </a:lnTo>
                      <a:lnTo>
                        <a:pt x="29337" y="48768"/>
                      </a:lnTo>
                      <a:lnTo>
                        <a:pt x="30099" y="49530"/>
                      </a:lnTo>
                      <a:close/>
                      <a:moveTo>
                        <a:pt x="30004" y="32480"/>
                      </a:moveTo>
                      <a:cubicBezTo>
                        <a:pt x="30004" y="32480"/>
                        <a:pt x="30575" y="32290"/>
                        <a:pt x="31337" y="32195"/>
                      </a:cubicBezTo>
                      <a:cubicBezTo>
                        <a:pt x="31718" y="32195"/>
                        <a:pt x="32004" y="32004"/>
                        <a:pt x="32099" y="31528"/>
                      </a:cubicBezTo>
                      <a:cubicBezTo>
                        <a:pt x="31147" y="31147"/>
                        <a:pt x="30480" y="31432"/>
                        <a:pt x="30004" y="32480"/>
                      </a:cubicBezTo>
                      <a:close/>
                      <a:moveTo>
                        <a:pt x="32385" y="43529"/>
                      </a:moveTo>
                      <a:lnTo>
                        <a:pt x="32385" y="42958"/>
                      </a:lnTo>
                      <a:lnTo>
                        <a:pt x="32099" y="42196"/>
                      </a:lnTo>
                      <a:lnTo>
                        <a:pt x="32385" y="43529"/>
                      </a:lnTo>
                      <a:close/>
                      <a:moveTo>
                        <a:pt x="35719" y="49339"/>
                      </a:moveTo>
                      <a:cubicBezTo>
                        <a:pt x="35719" y="49339"/>
                        <a:pt x="35719" y="48673"/>
                        <a:pt x="35433" y="47911"/>
                      </a:cubicBezTo>
                      <a:lnTo>
                        <a:pt x="35052" y="48196"/>
                      </a:lnTo>
                      <a:cubicBezTo>
                        <a:pt x="34195" y="46672"/>
                        <a:pt x="33909" y="45053"/>
                        <a:pt x="34100" y="43529"/>
                      </a:cubicBezTo>
                      <a:lnTo>
                        <a:pt x="33338" y="44387"/>
                      </a:lnTo>
                      <a:cubicBezTo>
                        <a:pt x="33338" y="44387"/>
                        <a:pt x="33814" y="44958"/>
                        <a:pt x="33814" y="45625"/>
                      </a:cubicBezTo>
                      <a:cubicBezTo>
                        <a:pt x="33814" y="45720"/>
                        <a:pt x="33814" y="46101"/>
                        <a:pt x="33814" y="46482"/>
                      </a:cubicBezTo>
                      <a:lnTo>
                        <a:pt x="33814" y="47435"/>
                      </a:lnTo>
                      <a:cubicBezTo>
                        <a:pt x="33814" y="48292"/>
                        <a:pt x="34195" y="48768"/>
                        <a:pt x="34766" y="48958"/>
                      </a:cubicBezTo>
                      <a:cubicBezTo>
                        <a:pt x="34480" y="49149"/>
                        <a:pt x="34290" y="49244"/>
                        <a:pt x="34195" y="49244"/>
                      </a:cubicBezTo>
                      <a:lnTo>
                        <a:pt x="34195" y="51054"/>
                      </a:lnTo>
                      <a:cubicBezTo>
                        <a:pt x="34195" y="51054"/>
                        <a:pt x="34576" y="50768"/>
                        <a:pt x="34766" y="50863"/>
                      </a:cubicBezTo>
                      <a:cubicBezTo>
                        <a:pt x="34671" y="49721"/>
                        <a:pt x="34766" y="49054"/>
                        <a:pt x="35147" y="48673"/>
                      </a:cubicBezTo>
                      <a:cubicBezTo>
                        <a:pt x="35623" y="49054"/>
                        <a:pt x="35814" y="49339"/>
                        <a:pt x="35719" y="49530"/>
                      </a:cubicBezTo>
                      <a:close/>
                      <a:moveTo>
                        <a:pt x="34671" y="42196"/>
                      </a:moveTo>
                      <a:cubicBezTo>
                        <a:pt x="34671" y="42196"/>
                        <a:pt x="34385" y="41815"/>
                        <a:pt x="34290" y="41815"/>
                      </a:cubicBezTo>
                      <a:cubicBezTo>
                        <a:pt x="34100" y="41815"/>
                        <a:pt x="33814" y="42005"/>
                        <a:pt x="33528" y="42386"/>
                      </a:cubicBezTo>
                      <a:lnTo>
                        <a:pt x="34671" y="42386"/>
                      </a:lnTo>
                      <a:lnTo>
                        <a:pt x="34671" y="42196"/>
                      </a:lnTo>
                      <a:close/>
                      <a:moveTo>
                        <a:pt x="34100" y="39719"/>
                      </a:moveTo>
                      <a:lnTo>
                        <a:pt x="34100" y="40481"/>
                      </a:lnTo>
                      <a:lnTo>
                        <a:pt x="34671" y="39910"/>
                      </a:lnTo>
                      <a:cubicBezTo>
                        <a:pt x="34671" y="39910"/>
                        <a:pt x="34195" y="39624"/>
                        <a:pt x="34100" y="39719"/>
                      </a:cubicBezTo>
                      <a:close/>
                      <a:moveTo>
                        <a:pt x="38862" y="42958"/>
                      </a:moveTo>
                      <a:lnTo>
                        <a:pt x="39148" y="42386"/>
                      </a:lnTo>
                      <a:lnTo>
                        <a:pt x="38576" y="42577"/>
                      </a:lnTo>
                      <a:lnTo>
                        <a:pt x="38386" y="40767"/>
                      </a:lnTo>
                      <a:lnTo>
                        <a:pt x="37624" y="42196"/>
                      </a:lnTo>
                      <a:lnTo>
                        <a:pt x="36671" y="41243"/>
                      </a:lnTo>
                      <a:cubicBezTo>
                        <a:pt x="36481" y="42100"/>
                        <a:pt x="36767" y="42577"/>
                        <a:pt x="37624" y="42672"/>
                      </a:cubicBezTo>
                      <a:cubicBezTo>
                        <a:pt x="38386" y="42672"/>
                        <a:pt x="38862" y="42863"/>
                        <a:pt x="38957" y="42958"/>
                      </a:cubicBezTo>
                      <a:close/>
                      <a:moveTo>
                        <a:pt x="41624" y="37433"/>
                      </a:moveTo>
                      <a:cubicBezTo>
                        <a:pt x="41624" y="37433"/>
                        <a:pt x="42100" y="37433"/>
                        <a:pt x="42196" y="37052"/>
                      </a:cubicBezTo>
                      <a:cubicBezTo>
                        <a:pt x="42386" y="36671"/>
                        <a:pt x="42481" y="36576"/>
                        <a:pt x="42577" y="36576"/>
                      </a:cubicBezTo>
                      <a:cubicBezTo>
                        <a:pt x="42672" y="36576"/>
                        <a:pt x="42767" y="36576"/>
                        <a:pt x="43053" y="36957"/>
                      </a:cubicBezTo>
                      <a:cubicBezTo>
                        <a:pt x="42958" y="36576"/>
                        <a:pt x="42767" y="36386"/>
                        <a:pt x="42577" y="36386"/>
                      </a:cubicBezTo>
                      <a:cubicBezTo>
                        <a:pt x="42386" y="36386"/>
                        <a:pt x="42100" y="36576"/>
                        <a:pt x="41529" y="37052"/>
                      </a:cubicBezTo>
                      <a:cubicBezTo>
                        <a:pt x="40958" y="37529"/>
                        <a:pt x="40576" y="37814"/>
                        <a:pt x="40196" y="37814"/>
                      </a:cubicBezTo>
                      <a:cubicBezTo>
                        <a:pt x="40005" y="37814"/>
                        <a:pt x="39814" y="37814"/>
                        <a:pt x="39624" y="37624"/>
                      </a:cubicBezTo>
                      <a:cubicBezTo>
                        <a:pt x="39338" y="37052"/>
                        <a:pt x="39148" y="36766"/>
                        <a:pt x="39148" y="36766"/>
                      </a:cubicBezTo>
                      <a:cubicBezTo>
                        <a:pt x="39148" y="36576"/>
                        <a:pt x="39338" y="36386"/>
                        <a:pt x="39624" y="36290"/>
                      </a:cubicBezTo>
                      <a:cubicBezTo>
                        <a:pt x="39719" y="36290"/>
                        <a:pt x="40005" y="36386"/>
                        <a:pt x="40481" y="36862"/>
                      </a:cubicBezTo>
                      <a:cubicBezTo>
                        <a:pt x="40481" y="36481"/>
                        <a:pt x="40386" y="36290"/>
                        <a:pt x="40005" y="36004"/>
                      </a:cubicBezTo>
                      <a:cubicBezTo>
                        <a:pt x="39624" y="35909"/>
                        <a:pt x="39433" y="35814"/>
                        <a:pt x="39148" y="35623"/>
                      </a:cubicBezTo>
                      <a:lnTo>
                        <a:pt x="39338" y="36004"/>
                      </a:lnTo>
                      <a:lnTo>
                        <a:pt x="37338" y="36004"/>
                      </a:lnTo>
                      <a:cubicBezTo>
                        <a:pt x="38291" y="36100"/>
                        <a:pt x="38957" y="36481"/>
                        <a:pt x="39148" y="36957"/>
                      </a:cubicBezTo>
                      <a:lnTo>
                        <a:pt x="37147" y="38290"/>
                      </a:lnTo>
                      <a:cubicBezTo>
                        <a:pt x="38576" y="38290"/>
                        <a:pt x="39910" y="38005"/>
                        <a:pt x="41148" y="37529"/>
                      </a:cubicBezTo>
                      <a:lnTo>
                        <a:pt x="41338" y="38671"/>
                      </a:lnTo>
                      <a:cubicBezTo>
                        <a:pt x="41338" y="38671"/>
                        <a:pt x="42100" y="37910"/>
                        <a:pt x="42672" y="37529"/>
                      </a:cubicBezTo>
                      <a:lnTo>
                        <a:pt x="41719" y="37338"/>
                      </a:lnTo>
                      <a:close/>
                      <a:moveTo>
                        <a:pt x="37719" y="31909"/>
                      </a:moveTo>
                      <a:lnTo>
                        <a:pt x="37719" y="32956"/>
                      </a:lnTo>
                      <a:lnTo>
                        <a:pt x="37909" y="32956"/>
                      </a:lnTo>
                      <a:lnTo>
                        <a:pt x="37909" y="31909"/>
                      </a:lnTo>
                      <a:lnTo>
                        <a:pt x="37719" y="31909"/>
                      </a:lnTo>
                      <a:close/>
                      <a:moveTo>
                        <a:pt x="41624" y="42958"/>
                      </a:moveTo>
                      <a:cubicBezTo>
                        <a:pt x="41624" y="42958"/>
                        <a:pt x="41624" y="42291"/>
                        <a:pt x="41529" y="41815"/>
                      </a:cubicBezTo>
                      <a:cubicBezTo>
                        <a:pt x="41338" y="41434"/>
                        <a:pt x="41243" y="41148"/>
                        <a:pt x="41338" y="40957"/>
                      </a:cubicBezTo>
                      <a:cubicBezTo>
                        <a:pt x="41338" y="40957"/>
                        <a:pt x="40958" y="40957"/>
                        <a:pt x="39910" y="40767"/>
                      </a:cubicBezTo>
                      <a:lnTo>
                        <a:pt x="39624" y="41624"/>
                      </a:lnTo>
                      <a:cubicBezTo>
                        <a:pt x="39624" y="41624"/>
                        <a:pt x="40291" y="41624"/>
                        <a:pt x="40386" y="41815"/>
                      </a:cubicBezTo>
                      <a:cubicBezTo>
                        <a:pt x="40386" y="41910"/>
                        <a:pt x="40386" y="42100"/>
                        <a:pt x="40291" y="42386"/>
                      </a:cubicBezTo>
                      <a:cubicBezTo>
                        <a:pt x="40291" y="42672"/>
                        <a:pt x="40291" y="42767"/>
                        <a:pt x="40291" y="42767"/>
                      </a:cubicBezTo>
                      <a:cubicBezTo>
                        <a:pt x="40291" y="42767"/>
                        <a:pt x="40386" y="42767"/>
                        <a:pt x="40576" y="42767"/>
                      </a:cubicBezTo>
                      <a:lnTo>
                        <a:pt x="40291" y="42577"/>
                      </a:lnTo>
                      <a:lnTo>
                        <a:pt x="41243" y="41815"/>
                      </a:lnTo>
                      <a:lnTo>
                        <a:pt x="41815" y="43148"/>
                      </a:lnTo>
                      <a:close/>
                      <a:moveTo>
                        <a:pt x="63246" y="59627"/>
                      </a:moveTo>
                      <a:lnTo>
                        <a:pt x="64008" y="59627"/>
                      </a:lnTo>
                      <a:lnTo>
                        <a:pt x="64198" y="59912"/>
                      </a:lnTo>
                      <a:lnTo>
                        <a:pt x="63246" y="59627"/>
                      </a:lnTo>
                      <a:close/>
                      <a:moveTo>
                        <a:pt x="66484" y="14478"/>
                      </a:moveTo>
                      <a:lnTo>
                        <a:pt x="67056" y="14478"/>
                      </a:lnTo>
                      <a:lnTo>
                        <a:pt x="67056" y="15240"/>
                      </a:lnTo>
                      <a:lnTo>
                        <a:pt x="66484" y="14478"/>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 name="Google Shape;1582;p99"/>
                <p:cNvSpPr/>
                <p:nvPr/>
              </p:nvSpPr>
              <p:spPr>
                <a:xfrm>
                  <a:off x="3423570" y="4270057"/>
                  <a:ext cx="44767" cy="58578"/>
                </a:xfrm>
                <a:custGeom>
                  <a:avLst/>
                  <a:gdLst/>
                  <a:ahLst/>
                  <a:cxnLst/>
                  <a:rect l="l" t="t" r="r" b="b"/>
                  <a:pathLst>
                    <a:path w="44767" h="58578" extrusionOk="0">
                      <a:moveTo>
                        <a:pt x="39434" y="46958"/>
                      </a:moveTo>
                      <a:cubicBezTo>
                        <a:pt x="40386" y="47530"/>
                        <a:pt x="40862" y="48578"/>
                        <a:pt x="41053" y="50006"/>
                      </a:cubicBezTo>
                      <a:cubicBezTo>
                        <a:pt x="41053" y="51245"/>
                        <a:pt x="41053" y="52483"/>
                        <a:pt x="41053" y="53626"/>
                      </a:cubicBezTo>
                      <a:cubicBezTo>
                        <a:pt x="41053" y="54293"/>
                        <a:pt x="41148" y="54864"/>
                        <a:pt x="41339" y="55340"/>
                      </a:cubicBezTo>
                      <a:cubicBezTo>
                        <a:pt x="40005" y="57531"/>
                        <a:pt x="37719" y="58579"/>
                        <a:pt x="34576" y="58579"/>
                      </a:cubicBezTo>
                      <a:cubicBezTo>
                        <a:pt x="33719" y="58579"/>
                        <a:pt x="32290" y="58388"/>
                        <a:pt x="30385" y="58293"/>
                      </a:cubicBezTo>
                      <a:cubicBezTo>
                        <a:pt x="28480" y="58103"/>
                        <a:pt x="26956" y="58008"/>
                        <a:pt x="26003" y="58008"/>
                      </a:cubicBezTo>
                      <a:cubicBezTo>
                        <a:pt x="24956" y="58008"/>
                        <a:pt x="24098" y="58008"/>
                        <a:pt x="23336" y="58103"/>
                      </a:cubicBezTo>
                      <a:lnTo>
                        <a:pt x="6953" y="58103"/>
                      </a:lnTo>
                      <a:lnTo>
                        <a:pt x="6953" y="57912"/>
                      </a:lnTo>
                      <a:cubicBezTo>
                        <a:pt x="6287" y="57626"/>
                        <a:pt x="5334" y="57531"/>
                        <a:pt x="3905" y="57721"/>
                      </a:cubicBezTo>
                      <a:cubicBezTo>
                        <a:pt x="2477" y="57912"/>
                        <a:pt x="1334" y="57721"/>
                        <a:pt x="572" y="57341"/>
                      </a:cubicBezTo>
                      <a:cubicBezTo>
                        <a:pt x="762" y="50483"/>
                        <a:pt x="953" y="43720"/>
                        <a:pt x="953" y="36957"/>
                      </a:cubicBezTo>
                      <a:cubicBezTo>
                        <a:pt x="953" y="30194"/>
                        <a:pt x="857" y="23432"/>
                        <a:pt x="572" y="16574"/>
                      </a:cubicBezTo>
                      <a:cubicBezTo>
                        <a:pt x="857" y="16764"/>
                        <a:pt x="1048" y="16859"/>
                        <a:pt x="1143" y="16764"/>
                      </a:cubicBezTo>
                      <a:lnTo>
                        <a:pt x="1334" y="16574"/>
                      </a:lnTo>
                      <a:cubicBezTo>
                        <a:pt x="1334" y="16574"/>
                        <a:pt x="1334" y="16097"/>
                        <a:pt x="953" y="16002"/>
                      </a:cubicBezTo>
                      <a:cubicBezTo>
                        <a:pt x="667" y="15812"/>
                        <a:pt x="572" y="15812"/>
                        <a:pt x="572" y="15716"/>
                      </a:cubicBezTo>
                      <a:cubicBezTo>
                        <a:pt x="572" y="15621"/>
                        <a:pt x="667" y="15431"/>
                        <a:pt x="953" y="15240"/>
                      </a:cubicBezTo>
                      <a:cubicBezTo>
                        <a:pt x="953" y="15716"/>
                        <a:pt x="953" y="15907"/>
                        <a:pt x="1143" y="16002"/>
                      </a:cubicBezTo>
                      <a:cubicBezTo>
                        <a:pt x="1619" y="16002"/>
                        <a:pt x="1715" y="15621"/>
                        <a:pt x="1524" y="15145"/>
                      </a:cubicBezTo>
                      <a:cubicBezTo>
                        <a:pt x="1334" y="14669"/>
                        <a:pt x="1334" y="14288"/>
                        <a:pt x="1715" y="14288"/>
                      </a:cubicBezTo>
                      <a:cubicBezTo>
                        <a:pt x="1715" y="14288"/>
                        <a:pt x="1715" y="14573"/>
                        <a:pt x="1715" y="14573"/>
                      </a:cubicBezTo>
                      <a:cubicBezTo>
                        <a:pt x="1715" y="14764"/>
                        <a:pt x="1810" y="15050"/>
                        <a:pt x="2096" y="15240"/>
                      </a:cubicBezTo>
                      <a:cubicBezTo>
                        <a:pt x="2286" y="15431"/>
                        <a:pt x="2477" y="15621"/>
                        <a:pt x="2572" y="15716"/>
                      </a:cubicBezTo>
                      <a:lnTo>
                        <a:pt x="3715" y="15526"/>
                      </a:lnTo>
                      <a:lnTo>
                        <a:pt x="2572" y="14669"/>
                      </a:lnTo>
                      <a:lnTo>
                        <a:pt x="3715" y="14097"/>
                      </a:lnTo>
                      <a:cubicBezTo>
                        <a:pt x="3715" y="14097"/>
                        <a:pt x="3429" y="13811"/>
                        <a:pt x="2858" y="13240"/>
                      </a:cubicBezTo>
                      <a:cubicBezTo>
                        <a:pt x="2477" y="12954"/>
                        <a:pt x="2191" y="12764"/>
                        <a:pt x="1905" y="12764"/>
                      </a:cubicBezTo>
                      <a:cubicBezTo>
                        <a:pt x="1619" y="12764"/>
                        <a:pt x="1334" y="12954"/>
                        <a:pt x="1238" y="13335"/>
                      </a:cubicBezTo>
                      <a:cubicBezTo>
                        <a:pt x="857" y="13145"/>
                        <a:pt x="667" y="12954"/>
                        <a:pt x="667" y="12764"/>
                      </a:cubicBezTo>
                      <a:cubicBezTo>
                        <a:pt x="667" y="12764"/>
                        <a:pt x="857" y="12478"/>
                        <a:pt x="1238" y="12192"/>
                      </a:cubicBezTo>
                      <a:cubicBezTo>
                        <a:pt x="1619" y="11811"/>
                        <a:pt x="1810" y="11621"/>
                        <a:pt x="1715" y="11430"/>
                      </a:cubicBezTo>
                      <a:lnTo>
                        <a:pt x="2286" y="12002"/>
                      </a:lnTo>
                      <a:lnTo>
                        <a:pt x="2667" y="11525"/>
                      </a:lnTo>
                      <a:cubicBezTo>
                        <a:pt x="2667" y="11525"/>
                        <a:pt x="2953" y="11716"/>
                        <a:pt x="3239" y="11716"/>
                      </a:cubicBezTo>
                      <a:cubicBezTo>
                        <a:pt x="3429" y="11716"/>
                        <a:pt x="3810" y="11621"/>
                        <a:pt x="4286" y="11335"/>
                      </a:cubicBezTo>
                      <a:cubicBezTo>
                        <a:pt x="4763" y="11144"/>
                        <a:pt x="5144" y="10954"/>
                        <a:pt x="5429" y="10954"/>
                      </a:cubicBezTo>
                      <a:cubicBezTo>
                        <a:pt x="5715" y="10954"/>
                        <a:pt x="6001" y="11144"/>
                        <a:pt x="6191" y="11335"/>
                      </a:cubicBezTo>
                      <a:lnTo>
                        <a:pt x="6572" y="11144"/>
                      </a:lnTo>
                      <a:cubicBezTo>
                        <a:pt x="6572" y="11144"/>
                        <a:pt x="6287" y="10383"/>
                        <a:pt x="5715" y="10192"/>
                      </a:cubicBezTo>
                      <a:cubicBezTo>
                        <a:pt x="5239" y="10096"/>
                        <a:pt x="4953" y="9906"/>
                        <a:pt x="4858" y="9811"/>
                      </a:cubicBezTo>
                      <a:cubicBezTo>
                        <a:pt x="4096" y="9811"/>
                        <a:pt x="3143" y="9811"/>
                        <a:pt x="2096" y="9811"/>
                      </a:cubicBezTo>
                      <a:cubicBezTo>
                        <a:pt x="2000" y="10001"/>
                        <a:pt x="1905" y="10192"/>
                        <a:pt x="1810" y="10192"/>
                      </a:cubicBezTo>
                      <a:cubicBezTo>
                        <a:pt x="1619" y="10096"/>
                        <a:pt x="1524" y="10001"/>
                        <a:pt x="1334" y="10001"/>
                      </a:cubicBezTo>
                      <a:cubicBezTo>
                        <a:pt x="1334" y="10001"/>
                        <a:pt x="1143" y="10001"/>
                        <a:pt x="1048" y="10001"/>
                      </a:cubicBezTo>
                      <a:lnTo>
                        <a:pt x="476" y="7811"/>
                      </a:lnTo>
                      <a:cubicBezTo>
                        <a:pt x="476" y="7811"/>
                        <a:pt x="1143" y="7715"/>
                        <a:pt x="1238" y="7334"/>
                      </a:cubicBezTo>
                      <a:cubicBezTo>
                        <a:pt x="1238" y="6953"/>
                        <a:pt x="1048" y="6858"/>
                        <a:pt x="667" y="7049"/>
                      </a:cubicBezTo>
                      <a:cubicBezTo>
                        <a:pt x="286" y="7239"/>
                        <a:pt x="95" y="7144"/>
                        <a:pt x="0" y="6858"/>
                      </a:cubicBezTo>
                      <a:lnTo>
                        <a:pt x="572" y="6287"/>
                      </a:lnTo>
                      <a:lnTo>
                        <a:pt x="1143" y="6858"/>
                      </a:lnTo>
                      <a:cubicBezTo>
                        <a:pt x="1143" y="6858"/>
                        <a:pt x="1334" y="6287"/>
                        <a:pt x="1334" y="5525"/>
                      </a:cubicBezTo>
                      <a:cubicBezTo>
                        <a:pt x="1334" y="5715"/>
                        <a:pt x="1334" y="5810"/>
                        <a:pt x="1715" y="6001"/>
                      </a:cubicBezTo>
                      <a:cubicBezTo>
                        <a:pt x="2096" y="5715"/>
                        <a:pt x="2286" y="5429"/>
                        <a:pt x="2286" y="5239"/>
                      </a:cubicBezTo>
                      <a:cubicBezTo>
                        <a:pt x="2286" y="4953"/>
                        <a:pt x="2000" y="4667"/>
                        <a:pt x="1334" y="4191"/>
                      </a:cubicBezTo>
                      <a:cubicBezTo>
                        <a:pt x="667" y="3715"/>
                        <a:pt x="381" y="3239"/>
                        <a:pt x="381" y="2858"/>
                      </a:cubicBezTo>
                      <a:cubicBezTo>
                        <a:pt x="381" y="2477"/>
                        <a:pt x="572" y="2096"/>
                        <a:pt x="953" y="1810"/>
                      </a:cubicBezTo>
                      <a:lnTo>
                        <a:pt x="2286" y="381"/>
                      </a:lnTo>
                      <a:cubicBezTo>
                        <a:pt x="4763" y="95"/>
                        <a:pt x="7334" y="0"/>
                        <a:pt x="10097" y="0"/>
                      </a:cubicBezTo>
                      <a:cubicBezTo>
                        <a:pt x="12764" y="0"/>
                        <a:pt x="16669" y="95"/>
                        <a:pt x="21908" y="381"/>
                      </a:cubicBezTo>
                      <a:cubicBezTo>
                        <a:pt x="27242" y="762"/>
                        <a:pt x="31242" y="858"/>
                        <a:pt x="33814" y="858"/>
                      </a:cubicBezTo>
                      <a:cubicBezTo>
                        <a:pt x="35719" y="858"/>
                        <a:pt x="37624" y="858"/>
                        <a:pt x="39243" y="762"/>
                      </a:cubicBezTo>
                      <a:cubicBezTo>
                        <a:pt x="40386" y="1619"/>
                        <a:pt x="40958" y="2762"/>
                        <a:pt x="40958" y="4191"/>
                      </a:cubicBezTo>
                      <a:cubicBezTo>
                        <a:pt x="40958" y="4572"/>
                        <a:pt x="40958" y="5334"/>
                        <a:pt x="40767" y="6477"/>
                      </a:cubicBezTo>
                      <a:cubicBezTo>
                        <a:pt x="40577" y="7525"/>
                        <a:pt x="40577" y="8287"/>
                        <a:pt x="40577" y="8954"/>
                      </a:cubicBezTo>
                      <a:cubicBezTo>
                        <a:pt x="40577" y="9525"/>
                        <a:pt x="40577" y="10001"/>
                        <a:pt x="40672" y="10573"/>
                      </a:cubicBezTo>
                      <a:cubicBezTo>
                        <a:pt x="40672" y="11335"/>
                        <a:pt x="40196" y="11716"/>
                        <a:pt x="39243" y="11716"/>
                      </a:cubicBezTo>
                      <a:cubicBezTo>
                        <a:pt x="39053" y="11716"/>
                        <a:pt x="38862" y="11716"/>
                        <a:pt x="38481" y="11716"/>
                      </a:cubicBezTo>
                      <a:lnTo>
                        <a:pt x="37719" y="11716"/>
                      </a:lnTo>
                      <a:cubicBezTo>
                        <a:pt x="37148" y="11716"/>
                        <a:pt x="36671" y="11716"/>
                        <a:pt x="36386" y="12002"/>
                      </a:cubicBezTo>
                      <a:lnTo>
                        <a:pt x="34862" y="12002"/>
                      </a:lnTo>
                      <a:lnTo>
                        <a:pt x="34862" y="11716"/>
                      </a:lnTo>
                      <a:cubicBezTo>
                        <a:pt x="32671" y="11906"/>
                        <a:pt x="30194" y="12002"/>
                        <a:pt x="27337" y="12002"/>
                      </a:cubicBezTo>
                      <a:cubicBezTo>
                        <a:pt x="25622" y="12002"/>
                        <a:pt x="23146" y="12002"/>
                        <a:pt x="19812" y="12002"/>
                      </a:cubicBezTo>
                      <a:lnTo>
                        <a:pt x="12287" y="12002"/>
                      </a:lnTo>
                      <a:cubicBezTo>
                        <a:pt x="12002" y="12859"/>
                        <a:pt x="11811" y="13811"/>
                        <a:pt x="11811" y="14859"/>
                      </a:cubicBezTo>
                      <a:cubicBezTo>
                        <a:pt x="11811" y="15240"/>
                        <a:pt x="11811" y="15716"/>
                        <a:pt x="11811" y="16383"/>
                      </a:cubicBezTo>
                      <a:lnTo>
                        <a:pt x="11811" y="18002"/>
                      </a:lnTo>
                      <a:cubicBezTo>
                        <a:pt x="11811" y="19050"/>
                        <a:pt x="11716" y="20003"/>
                        <a:pt x="11430" y="20860"/>
                      </a:cubicBezTo>
                      <a:cubicBezTo>
                        <a:pt x="11621" y="21527"/>
                        <a:pt x="11716" y="22193"/>
                        <a:pt x="11811" y="22955"/>
                      </a:cubicBezTo>
                      <a:cubicBezTo>
                        <a:pt x="12002" y="23813"/>
                        <a:pt x="12478" y="24194"/>
                        <a:pt x="13145" y="24194"/>
                      </a:cubicBezTo>
                      <a:cubicBezTo>
                        <a:pt x="13335" y="24194"/>
                        <a:pt x="13526" y="24194"/>
                        <a:pt x="13716" y="24194"/>
                      </a:cubicBezTo>
                      <a:cubicBezTo>
                        <a:pt x="13907" y="24194"/>
                        <a:pt x="14002" y="24194"/>
                        <a:pt x="14288" y="24194"/>
                      </a:cubicBezTo>
                      <a:cubicBezTo>
                        <a:pt x="14478" y="24194"/>
                        <a:pt x="14764" y="24194"/>
                        <a:pt x="15050" y="24098"/>
                      </a:cubicBezTo>
                      <a:cubicBezTo>
                        <a:pt x="15431" y="24003"/>
                        <a:pt x="15716" y="23908"/>
                        <a:pt x="15907" y="23908"/>
                      </a:cubicBezTo>
                      <a:cubicBezTo>
                        <a:pt x="16288" y="23908"/>
                        <a:pt x="16574" y="24098"/>
                        <a:pt x="16859" y="24479"/>
                      </a:cubicBezTo>
                      <a:cubicBezTo>
                        <a:pt x="18193" y="24098"/>
                        <a:pt x="19622" y="23908"/>
                        <a:pt x="21336" y="23908"/>
                      </a:cubicBezTo>
                      <a:cubicBezTo>
                        <a:pt x="22193" y="23908"/>
                        <a:pt x="23432" y="24003"/>
                        <a:pt x="25146" y="24098"/>
                      </a:cubicBezTo>
                      <a:cubicBezTo>
                        <a:pt x="26765" y="24194"/>
                        <a:pt x="28099" y="24289"/>
                        <a:pt x="28861" y="24289"/>
                      </a:cubicBezTo>
                      <a:cubicBezTo>
                        <a:pt x="29718" y="24289"/>
                        <a:pt x="30480" y="24289"/>
                        <a:pt x="31147" y="24194"/>
                      </a:cubicBezTo>
                      <a:cubicBezTo>
                        <a:pt x="31528" y="25432"/>
                        <a:pt x="31623" y="27051"/>
                        <a:pt x="31623" y="29242"/>
                      </a:cubicBezTo>
                      <a:cubicBezTo>
                        <a:pt x="31623" y="31718"/>
                        <a:pt x="31623" y="33433"/>
                        <a:pt x="31718" y="34290"/>
                      </a:cubicBezTo>
                      <a:cubicBezTo>
                        <a:pt x="30766" y="34957"/>
                        <a:pt x="29337" y="35338"/>
                        <a:pt x="27623" y="35338"/>
                      </a:cubicBezTo>
                      <a:cubicBezTo>
                        <a:pt x="26861" y="35338"/>
                        <a:pt x="25813" y="35338"/>
                        <a:pt x="24384" y="35147"/>
                      </a:cubicBezTo>
                      <a:cubicBezTo>
                        <a:pt x="22860" y="35052"/>
                        <a:pt x="21812" y="34957"/>
                        <a:pt x="21050" y="34957"/>
                      </a:cubicBezTo>
                      <a:cubicBezTo>
                        <a:pt x="20288" y="34957"/>
                        <a:pt x="19622" y="34957"/>
                        <a:pt x="19050" y="35147"/>
                      </a:cubicBezTo>
                      <a:lnTo>
                        <a:pt x="19050" y="34766"/>
                      </a:lnTo>
                      <a:cubicBezTo>
                        <a:pt x="19050" y="34766"/>
                        <a:pt x="18002" y="34862"/>
                        <a:pt x="16859" y="34862"/>
                      </a:cubicBezTo>
                      <a:cubicBezTo>
                        <a:pt x="16097" y="34862"/>
                        <a:pt x="15335" y="35052"/>
                        <a:pt x="14669" y="35338"/>
                      </a:cubicBezTo>
                      <a:cubicBezTo>
                        <a:pt x="14383" y="35147"/>
                        <a:pt x="14097" y="35147"/>
                        <a:pt x="13716" y="35147"/>
                      </a:cubicBezTo>
                      <a:cubicBezTo>
                        <a:pt x="13145" y="35147"/>
                        <a:pt x="12859" y="35147"/>
                        <a:pt x="12764" y="35147"/>
                      </a:cubicBezTo>
                      <a:cubicBezTo>
                        <a:pt x="12002" y="35338"/>
                        <a:pt x="11621" y="36004"/>
                        <a:pt x="11621" y="36957"/>
                      </a:cubicBezTo>
                      <a:cubicBezTo>
                        <a:pt x="11621" y="37624"/>
                        <a:pt x="11716" y="38195"/>
                        <a:pt x="12002" y="38481"/>
                      </a:cubicBezTo>
                      <a:cubicBezTo>
                        <a:pt x="10954" y="38195"/>
                        <a:pt x="10001" y="38481"/>
                        <a:pt x="9239" y="39243"/>
                      </a:cubicBezTo>
                      <a:lnTo>
                        <a:pt x="11144" y="38958"/>
                      </a:lnTo>
                      <a:lnTo>
                        <a:pt x="10859" y="39243"/>
                      </a:lnTo>
                      <a:cubicBezTo>
                        <a:pt x="10859" y="39243"/>
                        <a:pt x="11144" y="39529"/>
                        <a:pt x="11240" y="39529"/>
                      </a:cubicBezTo>
                      <a:cubicBezTo>
                        <a:pt x="11240" y="39529"/>
                        <a:pt x="11430" y="39338"/>
                        <a:pt x="12002" y="38958"/>
                      </a:cubicBezTo>
                      <a:cubicBezTo>
                        <a:pt x="12002" y="38767"/>
                        <a:pt x="12002" y="40196"/>
                        <a:pt x="12002" y="43148"/>
                      </a:cubicBezTo>
                      <a:cubicBezTo>
                        <a:pt x="12002" y="44863"/>
                        <a:pt x="12192" y="46196"/>
                        <a:pt x="12859" y="47149"/>
                      </a:cubicBezTo>
                      <a:cubicBezTo>
                        <a:pt x="14669" y="47339"/>
                        <a:pt x="16478" y="47530"/>
                        <a:pt x="18479" y="47530"/>
                      </a:cubicBezTo>
                      <a:cubicBezTo>
                        <a:pt x="19907" y="47530"/>
                        <a:pt x="22098" y="47435"/>
                        <a:pt x="24956" y="47244"/>
                      </a:cubicBezTo>
                      <a:cubicBezTo>
                        <a:pt x="27813" y="47054"/>
                        <a:pt x="30004" y="46958"/>
                        <a:pt x="31433" y="46958"/>
                      </a:cubicBezTo>
                      <a:cubicBezTo>
                        <a:pt x="33623" y="46958"/>
                        <a:pt x="35624" y="47054"/>
                        <a:pt x="37433" y="47435"/>
                      </a:cubicBezTo>
                      <a:cubicBezTo>
                        <a:pt x="37814" y="46577"/>
                        <a:pt x="38481" y="46577"/>
                        <a:pt x="39434" y="47244"/>
                      </a:cubicBezTo>
                      <a:close/>
                      <a:moveTo>
                        <a:pt x="2381" y="10859"/>
                      </a:moveTo>
                      <a:lnTo>
                        <a:pt x="2762" y="11430"/>
                      </a:lnTo>
                      <a:lnTo>
                        <a:pt x="2762" y="11430"/>
                      </a:lnTo>
                      <a:cubicBezTo>
                        <a:pt x="2762" y="11430"/>
                        <a:pt x="2477" y="11144"/>
                        <a:pt x="2381" y="10859"/>
                      </a:cubicBezTo>
                      <a:close/>
                      <a:moveTo>
                        <a:pt x="17145" y="31337"/>
                      </a:moveTo>
                      <a:lnTo>
                        <a:pt x="16288" y="31337"/>
                      </a:lnTo>
                      <a:cubicBezTo>
                        <a:pt x="16288" y="31337"/>
                        <a:pt x="16669" y="31718"/>
                        <a:pt x="17145" y="31337"/>
                      </a:cubicBezTo>
                      <a:lnTo>
                        <a:pt x="17526" y="31337"/>
                      </a:lnTo>
                      <a:cubicBezTo>
                        <a:pt x="17526" y="31337"/>
                        <a:pt x="17621" y="31623"/>
                        <a:pt x="17621" y="31909"/>
                      </a:cubicBezTo>
                      <a:lnTo>
                        <a:pt x="18574" y="31337"/>
                      </a:lnTo>
                      <a:cubicBezTo>
                        <a:pt x="18574" y="31337"/>
                        <a:pt x="18955" y="31814"/>
                        <a:pt x="18955" y="31909"/>
                      </a:cubicBezTo>
                      <a:lnTo>
                        <a:pt x="20003" y="31909"/>
                      </a:lnTo>
                      <a:lnTo>
                        <a:pt x="20003" y="31337"/>
                      </a:lnTo>
                      <a:lnTo>
                        <a:pt x="17431" y="31337"/>
                      </a:lnTo>
                      <a:cubicBezTo>
                        <a:pt x="17431" y="31337"/>
                        <a:pt x="17240" y="31337"/>
                        <a:pt x="17050" y="31337"/>
                      </a:cubicBezTo>
                      <a:close/>
                      <a:moveTo>
                        <a:pt x="31147" y="4286"/>
                      </a:moveTo>
                      <a:lnTo>
                        <a:pt x="30575" y="3905"/>
                      </a:lnTo>
                      <a:lnTo>
                        <a:pt x="31147" y="4953"/>
                      </a:lnTo>
                      <a:lnTo>
                        <a:pt x="31147" y="4191"/>
                      </a:lnTo>
                      <a:close/>
                      <a:moveTo>
                        <a:pt x="44482" y="50768"/>
                      </a:moveTo>
                      <a:lnTo>
                        <a:pt x="44768" y="50768"/>
                      </a:lnTo>
                      <a:lnTo>
                        <a:pt x="43910" y="51245"/>
                      </a:lnTo>
                      <a:lnTo>
                        <a:pt x="44577" y="50768"/>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 name="Google Shape;1583;p99"/>
                <p:cNvSpPr/>
                <p:nvPr/>
              </p:nvSpPr>
              <p:spPr>
                <a:xfrm>
                  <a:off x="3467766" y="4270819"/>
                  <a:ext cx="48958" cy="66675"/>
                </a:xfrm>
                <a:custGeom>
                  <a:avLst/>
                  <a:gdLst/>
                  <a:ahLst/>
                  <a:cxnLst/>
                  <a:rect l="l" t="t" r="r" b="b"/>
                  <a:pathLst>
                    <a:path w="48958" h="66675" extrusionOk="0">
                      <a:moveTo>
                        <a:pt x="41624" y="32004"/>
                      </a:moveTo>
                      <a:cubicBezTo>
                        <a:pt x="41624" y="32004"/>
                        <a:pt x="41624" y="31623"/>
                        <a:pt x="41338" y="31432"/>
                      </a:cubicBezTo>
                      <a:lnTo>
                        <a:pt x="41148" y="31432"/>
                      </a:lnTo>
                      <a:cubicBezTo>
                        <a:pt x="41148" y="31432"/>
                        <a:pt x="41243" y="31718"/>
                        <a:pt x="41243" y="31909"/>
                      </a:cubicBezTo>
                      <a:cubicBezTo>
                        <a:pt x="41243" y="32099"/>
                        <a:pt x="41148" y="32385"/>
                        <a:pt x="40862" y="32861"/>
                      </a:cubicBezTo>
                      <a:cubicBezTo>
                        <a:pt x="40576" y="33338"/>
                        <a:pt x="40481" y="33623"/>
                        <a:pt x="40481" y="33909"/>
                      </a:cubicBezTo>
                      <a:cubicBezTo>
                        <a:pt x="40481" y="34195"/>
                        <a:pt x="40672" y="34576"/>
                        <a:pt x="41148" y="34862"/>
                      </a:cubicBezTo>
                      <a:cubicBezTo>
                        <a:pt x="41148" y="34862"/>
                        <a:pt x="41053" y="35242"/>
                        <a:pt x="40767" y="35528"/>
                      </a:cubicBezTo>
                      <a:cubicBezTo>
                        <a:pt x="40481" y="35909"/>
                        <a:pt x="40386" y="36195"/>
                        <a:pt x="40576" y="36481"/>
                      </a:cubicBezTo>
                      <a:lnTo>
                        <a:pt x="40767" y="36671"/>
                      </a:lnTo>
                      <a:cubicBezTo>
                        <a:pt x="40767" y="36671"/>
                        <a:pt x="40195" y="37052"/>
                        <a:pt x="39814" y="37052"/>
                      </a:cubicBezTo>
                      <a:lnTo>
                        <a:pt x="38671" y="37052"/>
                      </a:lnTo>
                      <a:cubicBezTo>
                        <a:pt x="38671" y="37052"/>
                        <a:pt x="38386" y="36671"/>
                        <a:pt x="38195" y="36386"/>
                      </a:cubicBezTo>
                      <a:cubicBezTo>
                        <a:pt x="38005" y="36195"/>
                        <a:pt x="37814" y="36100"/>
                        <a:pt x="37433" y="36290"/>
                      </a:cubicBezTo>
                      <a:cubicBezTo>
                        <a:pt x="37052" y="36671"/>
                        <a:pt x="36862" y="36957"/>
                        <a:pt x="36862" y="37147"/>
                      </a:cubicBezTo>
                      <a:cubicBezTo>
                        <a:pt x="36862" y="37433"/>
                        <a:pt x="37338" y="37624"/>
                        <a:pt x="38195" y="37719"/>
                      </a:cubicBezTo>
                      <a:cubicBezTo>
                        <a:pt x="39052" y="37814"/>
                        <a:pt x="39624" y="38100"/>
                        <a:pt x="39719" y="38481"/>
                      </a:cubicBezTo>
                      <a:lnTo>
                        <a:pt x="40481" y="37624"/>
                      </a:lnTo>
                      <a:lnTo>
                        <a:pt x="40100" y="41815"/>
                      </a:lnTo>
                      <a:cubicBezTo>
                        <a:pt x="40100" y="41338"/>
                        <a:pt x="40100" y="40957"/>
                        <a:pt x="39814" y="40862"/>
                      </a:cubicBezTo>
                      <a:cubicBezTo>
                        <a:pt x="39814" y="40862"/>
                        <a:pt x="39624" y="41053"/>
                        <a:pt x="39052" y="41434"/>
                      </a:cubicBezTo>
                      <a:cubicBezTo>
                        <a:pt x="39433" y="41815"/>
                        <a:pt x="40005" y="43053"/>
                        <a:pt x="41053" y="45339"/>
                      </a:cubicBezTo>
                      <a:cubicBezTo>
                        <a:pt x="40672" y="45339"/>
                        <a:pt x="40386" y="45053"/>
                        <a:pt x="39814" y="44577"/>
                      </a:cubicBezTo>
                      <a:cubicBezTo>
                        <a:pt x="39814" y="45339"/>
                        <a:pt x="39910" y="46101"/>
                        <a:pt x="40005" y="46863"/>
                      </a:cubicBezTo>
                      <a:cubicBezTo>
                        <a:pt x="40005" y="47625"/>
                        <a:pt x="40291" y="48387"/>
                        <a:pt x="40672" y="48958"/>
                      </a:cubicBezTo>
                      <a:cubicBezTo>
                        <a:pt x="40195" y="49721"/>
                        <a:pt x="39719" y="49816"/>
                        <a:pt x="39243" y="49244"/>
                      </a:cubicBezTo>
                      <a:cubicBezTo>
                        <a:pt x="38862" y="48863"/>
                        <a:pt x="38671" y="49054"/>
                        <a:pt x="38481" y="50102"/>
                      </a:cubicBezTo>
                      <a:cubicBezTo>
                        <a:pt x="38576" y="50482"/>
                        <a:pt x="38767" y="50673"/>
                        <a:pt x="39052" y="50673"/>
                      </a:cubicBezTo>
                      <a:cubicBezTo>
                        <a:pt x="39338" y="50673"/>
                        <a:pt x="39529" y="50673"/>
                        <a:pt x="39529" y="50768"/>
                      </a:cubicBezTo>
                      <a:cubicBezTo>
                        <a:pt x="39529" y="50863"/>
                        <a:pt x="39433" y="51054"/>
                        <a:pt x="39243" y="51435"/>
                      </a:cubicBezTo>
                      <a:cubicBezTo>
                        <a:pt x="38100" y="51816"/>
                        <a:pt x="37433" y="52578"/>
                        <a:pt x="37052" y="53435"/>
                      </a:cubicBezTo>
                      <a:cubicBezTo>
                        <a:pt x="36671" y="54388"/>
                        <a:pt x="36004" y="55054"/>
                        <a:pt x="34861" y="55531"/>
                      </a:cubicBezTo>
                      <a:cubicBezTo>
                        <a:pt x="34671" y="55912"/>
                        <a:pt x="34290" y="56102"/>
                        <a:pt x="33718" y="56388"/>
                      </a:cubicBezTo>
                      <a:cubicBezTo>
                        <a:pt x="33147" y="56674"/>
                        <a:pt x="32671" y="56769"/>
                        <a:pt x="32290" y="56674"/>
                      </a:cubicBezTo>
                      <a:lnTo>
                        <a:pt x="31242" y="58103"/>
                      </a:lnTo>
                      <a:lnTo>
                        <a:pt x="31432" y="58483"/>
                      </a:lnTo>
                      <a:cubicBezTo>
                        <a:pt x="30004" y="57912"/>
                        <a:pt x="28289" y="57626"/>
                        <a:pt x="26575" y="57531"/>
                      </a:cubicBezTo>
                      <a:lnTo>
                        <a:pt x="24765" y="57531"/>
                      </a:lnTo>
                      <a:cubicBezTo>
                        <a:pt x="23622" y="57531"/>
                        <a:pt x="22479" y="57531"/>
                        <a:pt x="21526" y="57340"/>
                      </a:cubicBezTo>
                      <a:cubicBezTo>
                        <a:pt x="21145" y="56579"/>
                        <a:pt x="20669" y="56197"/>
                        <a:pt x="20288" y="56197"/>
                      </a:cubicBezTo>
                      <a:cubicBezTo>
                        <a:pt x="19907" y="56197"/>
                        <a:pt x="19431" y="56388"/>
                        <a:pt x="18764" y="56864"/>
                      </a:cubicBezTo>
                      <a:cubicBezTo>
                        <a:pt x="18097" y="57340"/>
                        <a:pt x="17526" y="57531"/>
                        <a:pt x="17050" y="57531"/>
                      </a:cubicBezTo>
                      <a:cubicBezTo>
                        <a:pt x="16954" y="57531"/>
                        <a:pt x="16764" y="57531"/>
                        <a:pt x="16573" y="57531"/>
                      </a:cubicBezTo>
                      <a:cubicBezTo>
                        <a:pt x="8382" y="57531"/>
                        <a:pt x="3429" y="57531"/>
                        <a:pt x="1524" y="57340"/>
                      </a:cubicBezTo>
                      <a:cubicBezTo>
                        <a:pt x="762" y="56579"/>
                        <a:pt x="476" y="55245"/>
                        <a:pt x="476" y="53435"/>
                      </a:cubicBezTo>
                      <a:lnTo>
                        <a:pt x="476" y="50768"/>
                      </a:lnTo>
                      <a:cubicBezTo>
                        <a:pt x="476" y="49435"/>
                        <a:pt x="286" y="48482"/>
                        <a:pt x="0" y="47911"/>
                      </a:cubicBezTo>
                      <a:cubicBezTo>
                        <a:pt x="476" y="46101"/>
                        <a:pt x="762" y="44005"/>
                        <a:pt x="762" y="41624"/>
                      </a:cubicBezTo>
                      <a:cubicBezTo>
                        <a:pt x="762" y="40481"/>
                        <a:pt x="667" y="38290"/>
                        <a:pt x="381" y="35052"/>
                      </a:cubicBezTo>
                      <a:cubicBezTo>
                        <a:pt x="190" y="32290"/>
                        <a:pt x="95" y="30004"/>
                        <a:pt x="190" y="28480"/>
                      </a:cubicBezTo>
                      <a:lnTo>
                        <a:pt x="190" y="27622"/>
                      </a:lnTo>
                      <a:cubicBezTo>
                        <a:pt x="190" y="27146"/>
                        <a:pt x="381" y="26765"/>
                        <a:pt x="762" y="26384"/>
                      </a:cubicBezTo>
                      <a:cubicBezTo>
                        <a:pt x="762" y="25813"/>
                        <a:pt x="762" y="25241"/>
                        <a:pt x="762" y="24670"/>
                      </a:cubicBezTo>
                      <a:cubicBezTo>
                        <a:pt x="762" y="24098"/>
                        <a:pt x="762" y="23146"/>
                        <a:pt x="857" y="21907"/>
                      </a:cubicBezTo>
                      <a:cubicBezTo>
                        <a:pt x="857" y="20764"/>
                        <a:pt x="952" y="19907"/>
                        <a:pt x="952" y="19431"/>
                      </a:cubicBezTo>
                      <a:cubicBezTo>
                        <a:pt x="952" y="18193"/>
                        <a:pt x="762" y="17240"/>
                        <a:pt x="381" y="16669"/>
                      </a:cubicBezTo>
                      <a:cubicBezTo>
                        <a:pt x="286" y="15716"/>
                        <a:pt x="95" y="14764"/>
                        <a:pt x="95" y="13621"/>
                      </a:cubicBezTo>
                      <a:cubicBezTo>
                        <a:pt x="95" y="12478"/>
                        <a:pt x="190" y="10858"/>
                        <a:pt x="476" y="8668"/>
                      </a:cubicBezTo>
                      <a:cubicBezTo>
                        <a:pt x="762" y="6477"/>
                        <a:pt x="952" y="4667"/>
                        <a:pt x="952" y="3524"/>
                      </a:cubicBezTo>
                      <a:cubicBezTo>
                        <a:pt x="952" y="2762"/>
                        <a:pt x="952" y="2096"/>
                        <a:pt x="762" y="1333"/>
                      </a:cubicBezTo>
                      <a:cubicBezTo>
                        <a:pt x="1333" y="953"/>
                        <a:pt x="2667" y="476"/>
                        <a:pt x="4953" y="0"/>
                      </a:cubicBezTo>
                      <a:lnTo>
                        <a:pt x="17335" y="286"/>
                      </a:lnTo>
                      <a:cubicBezTo>
                        <a:pt x="18097" y="571"/>
                        <a:pt x="18574" y="1333"/>
                        <a:pt x="18478" y="2572"/>
                      </a:cubicBezTo>
                      <a:cubicBezTo>
                        <a:pt x="18383" y="4096"/>
                        <a:pt x="18478" y="4953"/>
                        <a:pt x="18669" y="5239"/>
                      </a:cubicBezTo>
                      <a:cubicBezTo>
                        <a:pt x="19240" y="5429"/>
                        <a:pt x="19717" y="5048"/>
                        <a:pt x="20098" y="4000"/>
                      </a:cubicBezTo>
                      <a:cubicBezTo>
                        <a:pt x="20098" y="3905"/>
                        <a:pt x="20098" y="3524"/>
                        <a:pt x="19907" y="3048"/>
                      </a:cubicBezTo>
                      <a:cubicBezTo>
                        <a:pt x="19717" y="2572"/>
                        <a:pt x="19717" y="2191"/>
                        <a:pt x="19717" y="2000"/>
                      </a:cubicBezTo>
                      <a:cubicBezTo>
                        <a:pt x="19717" y="1429"/>
                        <a:pt x="20098" y="1048"/>
                        <a:pt x="20955" y="953"/>
                      </a:cubicBezTo>
                      <a:cubicBezTo>
                        <a:pt x="21145" y="1143"/>
                        <a:pt x="21336" y="1238"/>
                        <a:pt x="21526" y="1238"/>
                      </a:cubicBezTo>
                      <a:cubicBezTo>
                        <a:pt x="22098" y="1238"/>
                        <a:pt x="22384" y="857"/>
                        <a:pt x="22574" y="190"/>
                      </a:cubicBezTo>
                      <a:lnTo>
                        <a:pt x="32671" y="381"/>
                      </a:lnTo>
                      <a:cubicBezTo>
                        <a:pt x="32861" y="857"/>
                        <a:pt x="33147" y="1048"/>
                        <a:pt x="33528" y="1048"/>
                      </a:cubicBezTo>
                      <a:cubicBezTo>
                        <a:pt x="34004" y="1048"/>
                        <a:pt x="34195" y="1048"/>
                        <a:pt x="34480" y="1238"/>
                      </a:cubicBezTo>
                      <a:cubicBezTo>
                        <a:pt x="36004" y="1714"/>
                        <a:pt x="37243" y="2762"/>
                        <a:pt x="38195" y="4191"/>
                      </a:cubicBezTo>
                      <a:cubicBezTo>
                        <a:pt x="38957" y="5429"/>
                        <a:pt x="39719" y="6763"/>
                        <a:pt x="40576" y="8001"/>
                      </a:cubicBezTo>
                      <a:cubicBezTo>
                        <a:pt x="40195" y="9334"/>
                        <a:pt x="40005" y="10668"/>
                        <a:pt x="40005" y="12192"/>
                      </a:cubicBezTo>
                      <a:cubicBezTo>
                        <a:pt x="40005" y="13525"/>
                        <a:pt x="40195" y="15621"/>
                        <a:pt x="40767" y="18288"/>
                      </a:cubicBezTo>
                      <a:cubicBezTo>
                        <a:pt x="41243" y="21050"/>
                        <a:pt x="41434" y="23146"/>
                        <a:pt x="41434" y="24574"/>
                      </a:cubicBezTo>
                      <a:cubicBezTo>
                        <a:pt x="41434" y="26003"/>
                        <a:pt x="41243" y="27337"/>
                        <a:pt x="40957" y="28670"/>
                      </a:cubicBezTo>
                      <a:lnTo>
                        <a:pt x="42005" y="29242"/>
                      </a:lnTo>
                      <a:cubicBezTo>
                        <a:pt x="42005" y="29242"/>
                        <a:pt x="41148" y="29623"/>
                        <a:pt x="40576" y="30004"/>
                      </a:cubicBezTo>
                      <a:cubicBezTo>
                        <a:pt x="40481" y="30194"/>
                        <a:pt x="40386" y="30385"/>
                        <a:pt x="40386" y="30480"/>
                      </a:cubicBezTo>
                      <a:cubicBezTo>
                        <a:pt x="40386" y="30766"/>
                        <a:pt x="40672" y="30956"/>
                        <a:pt x="41148" y="31052"/>
                      </a:cubicBezTo>
                      <a:cubicBezTo>
                        <a:pt x="41624" y="31147"/>
                        <a:pt x="41910" y="31242"/>
                        <a:pt x="42005" y="31337"/>
                      </a:cubicBezTo>
                      <a:lnTo>
                        <a:pt x="41434" y="31909"/>
                      </a:lnTo>
                      <a:close/>
                      <a:moveTo>
                        <a:pt x="4572" y="19145"/>
                      </a:moveTo>
                      <a:cubicBezTo>
                        <a:pt x="4572" y="19145"/>
                        <a:pt x="5239" y="18669"/>
                        <a:pt x="5334" y="18669"/>
                      </a:cubicBezTo>
                      <a:cubicBezTo>
                        <a:pt x="5239" y="18574"/>
                        <a:pt x="5143" y="18288"/>
                        <a:pt x="5143" y="18097"/>
                      </a:cubicBezTo>
                      <a:cubicBezTo>
                        <a:pt x="5143" y="17716"/>
                        <a:pt x="5143" y="17526"/>
                        <a:pt x="5143" y="17336"/>
                      </a:cubicBezTo>
                      <a:cubicBezTo>
                        <a:pt x="4763" y="17621"/>
                        <a:pt x="4572" y="18193"/>
                        <a:pt x="4572" y="19050"/>
                      </a:cubicBezTo>
                      <a:close/>
                      <a:moveTo>
                        <a:pt x="38576" y="38671"/>
                      </a:moveTo>
                      <a:cubicBezTo>
                        <a:pt x="37814" y="38290"/>
                        <a:pt x="37052" y="37719"/>
                        <a:pt x="36385" y="37243"/>
                      </a:cubicBezTo>
                      <a:cubicBezTo>
                        <a:pt x="35433" y="36576"/>
                        <a:pt x="34576" y="36481"/>
                        <a:pt x="33814" y="36576"/>
                      </a:cubicBezTo>
                      <a:cubicBezTo>
                        <a:pt x="33528" y="36100"/>
                        <a:pt x="32766" y="35814"/>
                        <a:pt x="31623" y="35719"/>
                      </a:cubicBezTo>
                      <a:cubicBezTo>
                        <a:pt x="30385" y="35623"/>
                        <a:pt x="29623" y="35147"/>
                        <a:pt x="29146" y="34385"/>
                      </a:cubicBezTo>
                      <a:lnTo>
                        <a:pt x="29718" y="33814"/>
                      </a:lnTo>
                      <a:lnTo>
                        <a:pt x="28956" y="33052"/>
                      </a:lnTo>
                      <a:cubicBezTo>
                        <a:pt x="28956" y="30956"/>
                        <a:pt x="28956" y="28765"/>
                        <a:pt x="28956" y="26575"/>
                      </a:cubicBezTo>
                      <a:cubicBezTo>
                        <a:pt x="28956" y="24098"/>
                        <a:pt x="29146" y="21907"/>
                        <a:pt x="29527" y="20288"/>
                      </a:cubicBezTo>
                      <a:cubicBezTo>
                        <a:pt x="29337" y="19907"/>
                        <a:pt x="29242" y="19336"/>
                        <a:pt x="29242" y="18764"/>
                      </a:cubicBezTo>
                      <a:cubicBezTo>
                        <a:pt x="29242" y="18193"/>
                        <a:pt x="29337" y="17716"/>
                        <a:pt x="29527" y="17336"/>
                      </a:cubicBezTo>
                      <a:cubicBezTo>
                        <a:pt x="29527" y="16669"/>
                        <a:pt x="30099" y="16573"/>
                        <a:pt x="31051" y="16859"/>
                      </a:cubicBezTo>
                      <a:lnTo>
                        <a:pt x="31051" y="16859"/>
                      </a:lnTo>
                      <a:cubicBezTo>
                        <a:pt x="31051" y="16859"/>
                        <a:pt x="31147" y="16859"/>
                        <a:pt x="31051" y="16859"/>
                      </a:cubicBezTo>
                      <a:lnTo>
                        <a:pt x="31623" y="16097"/>
                      </a:lnTo>
                      <a:cubicBezTo>
                        <a:pt x="31623" y="16097"/>
                        <a:pt x="31242" y="15716"/>
                        <a:pt x="30861" y="15907"/>
                      </a:cubicBezTo>
                      <a:cubicBezTo>
                        <a:pt x="30480" y="16192"/>
                        <a:pt x="30289" y="16002"/>
                        <a:pt x="30289" y="15430"/>
                      </a:cubicBezTo>
                      <a:lnTo>
                        <a:pt x="29146" y="15812"/>
                      </a:lnTo>
                      <a:cubicBezTo>
                        <a:pt x="29146" y="14002"/>
                        <a:pt x="29146" y="12954"/>
                        <a:pt x="28956" y="12763"/>
                      </a:cubicBezTo>
                      <a:cubicBezTo>
                        <a:pt x="27051" y="11621"/>
                        <a:pt x="24955" y="11049"/>
                        <a:pt x="22669" y="11049"/>
                      </a:cubicBezTo>
                      <a:cubicBezTo>
                        <a:pt x="22193" y="11049"/>
                        <a:pt x="21812" y="11049"/>
                        <a:pt x="21336" y="11049"/>
                      </a:cubicBezTo>
                      <a:cubicBezTo>
                        <a:pt x="20383" y="10858"/>
                        <a:pt x="20002" y="10192"/>
                        <a:pt x="20002" y="9144"/>
                      </a:cubicBezTo>
                      <a:lnTo>
                        <a:pt x="20002" y="8287"/>
                      </a:lnTo>
                      <a:cubicBezTo>
                        <a:pt x="20002" y="8287"/>
                        <a:pt x="20002" y="7525"/>
                        <a:pt x="20002" y="7239"/>
                      </a:cubicBezTo>
                      <a:cubicBezTo>
                        <a:pt x="20002" y="6763"/>
                        <a:pt x="19907" y="6382"/>
                        <a:pt x="19717" y="6001"/>
                      </a:cubicBezTo>
                      <a:cubicBezTo>
                        <a:pt x="19336" y="6572"/>
                        <a:pt x="19145" y="7429"/>
                        <a:pt x="19050" y="8477"/>
                      </a:cubicBezTo>
                      <a:cubicBezTo>
                        <a:pt x="18859" y="9620"/>
                        <a:pt x="18669" y="10573"/>
                        <a:pt x="18383" y="11239"/>
                      </a:cubicBezTo>
                      <a:cubicBezTo>
                        <a:pt x="17335" y="11239"/>
                        <a:pt x="16097" y="11239"/>
                        <a:pt x="14478" y="10954"/>
                      </a:cubicBezTo>
                      <a:cubicBezTo>
                        <a:pt x="12763" y="10668"/>
                        <a:pt x="11906" y="11430"/>
                        <a:pt x="11906" y="13049"/>
                      </a:cubicBezTo>
                      <a:cubicBezTo>
                        <a:pt x="11906" y="13430"/>
                        <a:pt x="11906" y="14002"/>
                        <a:pt x="12097" y="14764"/>
                      </a:cubicBezTo>
                      <a:cubicBezTo>
                        <a:pt x="12192" y="15526"/>
                        <a:pt x="12287" y="16002"/>
                        <a:pt x="12287" y="16192"/>
                      </a:cubicBezTo>
                      <a:cubicBezTo>
                        <a:pt x="11906" y="16859"/>
                        <a:pt x="11716" y="17431"/>
                        <a:pt x="11716" y="17812"/>
                      </a:cubicBezTo>
                      <a:cubicBezTo>
                        <a:pt x="11716" y="18288"/>
                        <a:pt x="11906" y="18574"/>
                        <a:pt x="12287" y="18859"/>
                      </a:cubicBezTo>
                      <a:cubicBezTo>
                        <a:pt x="11716" y="19050"/>
                        <a:pt x="11525" y="19526"/>
                        <a:pt x="11525" y="20098"/>
                      </a:cubicBezTo>
                      <a:lnTo>
                        <a:pt x="11525" y="21717"/>
                      </a:lnTo>
                      <a:cubicBezTo>
                        <a:pt x="11049" y="21527"/>
                        <a:pt x="10763" y="20955"/>
                        <a:pt x="10858" y="20098"/>
                      </a:cubicBezTo>
                      <a:cubicBezTo>
                        <a:pt x="10858" y="19336"/>
                        <a:pt x="10858" y="18764"/>
                        <a:pt x="10668" y="18479"/>
                      </a:cubicBezTo>
                      <a:cubicBezTo>
                        <a:pt x="10192" y="18193"/>
                        <a:pt x="9144" y="18097"/>
                        <a:pt x="7525" y="18097"/>
                      </a:cubicBezTo>
                      <a:lnTo>
                        <a:pt x="9811" y="20383"/>
                      </a:lnTo>
                      <a:cubicBezTo>
                        <a:pt x="10382" y="20288"/>
                        <a:pt x="10573" y="20383"/>
                        <a:pt x="10573" y="20860"/>
                      </a:cubicBezTo>
                      <a:lnTo>
                        <a:pt x="10573" y="21336"/>
                      </a:lnTo>
                      <a:cubicBezTo>
                        <a:pt x="10573" y="21336"/>
                        <a:pt x="10477" y="21812"/>
                        <a:pt x="10477" y="21907"/>
                      </a:cubicBezTo>
                      <a:cubicBezTo>
                        <a:pt x="10477" y="22288"/>
                        <a:pt x="10573" y="22574"/>
                        <a:pt x="10763" y="22860"/>
                      </a:cubicBezTo>
                      <a:lnTo>
                        <a:pt x="11144" y="22479"/>
                      </a:lnTo>
                      <a:cubicBezTo>
                        <a:pt x="11906" y="22955"/>
                        <a:pt x="12287" y="23813"/>
                        <a:pt x="12287" y="25241"/>
                      </a:cubicBezTo>
                      <a:lnTo>
                        <a:pt x="12287" y="28384"/>
                      </a:lnTo>
                      <a:cubicBezTo>
                        <a:pt x="12192" y="29146"/>
                        <a:pt x="12192" y="29908"/>
                        <a:pt x="12192" y="30766"/>
                      </a:cubicBezTo>
                      <a:cubicBezTo>
                        <a:pt x="12192" y="31623"/>
                        <a:pt x="12192" y="32861"/>
                        <a:pt x="12287" y="34671"/>
                      </a:cubicBezTo>
                      <a:cubicBezTo>
                        <a:pt x="12382" y="36386"/>
                        <a:pt x="12382" y="37719"/>
                        <a:pt x="12382" y="38576"/>
                      </a:cubicBezTo>
                      <a:cubicBezTo>
                        <a:pt x="12382" y="40291"/>
                        <a:pt x="12192" y="41815"/>
                        <a:pt x="11906" y="43244"/>
                      </a:cubicBezTo>
                      <a:cubicBezTo>
                        <a:pt x="11811" y="43529"/>
                        <a:pt x="11906" y="44005"/>
                        <a:pt x="12382" y="44577"/>
                      </a:cubicBezTo>
                      <a:cubicBezTo>
                        <a:pt x="12859" y="45148"/>
                        <a:pt x="13049" y="45529"/>
                        <a:pt x="13049" y="45720"/>
                      </a:cubicBezTo>
                      <a:cubicBezTo>
                        <a:pt x="13049" y="46006"/>
                        <a:pt x="12763" y="46196"/>
                        <a:pt x="12192" y="46387"/>
                      </a:cubicBezTo>
                      <a:cubicBezTo>
                        <a:pt x="12763" y="46387"/>
                        <a:pt x="13240" y="46196"/>
                        <a:pt x="13621" y="45815"/>
                      </a:cubicBezTo>
                      <a:cubicBezTo>
                        <a:pt x="13906" y="45815"/>
                        <a:pt x="14383" y="45815"/>
                        <a:pt x="15049" y="45720"/>
                      </a:cubicBezTo>
                      <a:cubicBezTo>
                        <a:pt x="15716" y="45720"/>
                        <a:pt x="16192" y="45625"/>
                        <a:pt x="16573" y="45625"/>
                      </a:cubicBezTo>
                      <a:cubicBezTo>
                        <a:pt x="17716" y="45625"/>
                        <a:pt x="18478" y="46006"/>
                        <a:pt x="18859" y="46672"/>
                      </a:cubicBezTo>
                      <a:cubicBezTo>
                        <a:pt x="18478" y="47149"/>
                        <a:pt x="18478" y="47625"/>
                        <a:pt x="19145" y="48006"/>
                      </a:cubicBezTo>
                      <a:cubicBezTo>
                        <a:pt x="19050" y="48768"/>
                        <a:pt x="18859" y="50578"/>
                        <a:pt x="18859" y="53340"/>
                      </a:cubicBezTo>
                      <a:cubicBezTo>
                        <a:pt x="18478" y="53340"/>
                        <a:pt x="18288" y="53149"/>
                        <a:pt x="18193" y="52769"/>
                      </a:cubicBezTo>
                      <a:cubicBezTo>
                        <a:pt x="18002" y="52388"/>
                        <a:pt x="17812" y="52197"/>
                        <a:pt x="17526" y="52197"/>
                      </a:cubicBezTo>
                      <a:cubicBezTo>
                        <a:pt x="17526" y="52673"/>
                        <a:pt x="18002" y="53149"/>
                        <a:pt x="18669" y="53530"/>
                      </a:cubicBezTo>
                      <a:cubicBezTo>
                        <a:pt x="19336" y="54007"/>
                        <a:pt x="19717" y="54388"/>
                        <a:pt x="19717" y="54769"/>
                      </a:cubicBezTo>
                      <a:cubicBezTo>
                        <a:pt x="19717" y="54959"/>
                        <a:pt x="19621" y="55245"/>
                        <a:pt x="19431" y="55626"/>
                      </a:cubicBezTo>
                      <a:cubicBezTo>
                        <a:pt x="19907" y="55245"/>
                        <a:pt x="20288" y="54959"/>
                        <a:pt x="20860" y="54769"/>
                      </a:cubicBezTo>
                      <a:lnTo>
                        <a:pt x="20479" y="54769"/>
                      </a:lnTo>
                      <a:cubicBezTo>
                        <a:pt x="20193" y="53530"/>
                        <a:pt x="19717" y="51435"/>
                        <a:pt x="19145" y="48578"/>
                      </a:cubicBezTo>
                      <a:cubicBezTo>
                        <a:pt x="19526" y="47530"/>
                        <a:pt x="20288" y="46672"/>
                        <a:pt x="21431" y="46006"/>
                      </a:cubicBezTo>
                      <a:cubicBezTo>
                        <a:pt x="21717" y="45815"/>
                        <a:pt x="22860" y="45434"/>
                        <a:pt x="24670" y="44672"/>
                      </a:cubicBezTo>
                      <a:cubicBezTo>
                        <a:pt x="24860" y="44958"/>
                        <a:pt x="24955" y="45148"/>
                        <a:pt x="24860" y="45244"/>
                      </a:cubicBezTo>
                      <a:lnTo>
                        <a:pt x="26860" y="45529"/>
                      </a:lnTo>
                      <a:cubicBezTo>
                        <a:pt x="26860" y="45053"/>
                        <a:pt x="26860" y="44672"/>
                        <a:pt x="26860" y="44291"/>
                      </a:cubicBezTo>
                      <a:cubicBezTo>
                        <a:pt x="26670" y="44005"/>
                        <a:pt x="26575" y="43720"/>
                        <a:pt x="26575" y="43529"/>
                      </a:cubicBezTo>
                      <a:cubicBezTo>
                        <a:pt x="26956" y="43053"/>
                        <a:pt x="27622" y="42481"/>
                        <a:pt x="28670" y="41815"/>
                      </a:cubicBezTo>
                      <a:lnTo>
                        <a:pt x="28670" y="42958"/>
                      </a:lnTo>
                      <a:cubicBezTo>
                        <a:pt x="29146" y="42767"/>
                        <a:pt x="29432" y="42386"/>
                        <a:pt x="29432" y="42100"/>
                      </a:cubicBezTo>
                      <a:cubicBezTo>
                        <a:pt x="29432" y="41910"/>
                        <a:pt x="29337" y="41624"/>
                        <a:pt x="29146" y="41243"/>
                      </a:cubicBezTo>
                      <a:cubicBezTo>
                        <a:pt x="28956" y="40767"/>
                        <a:pt x="28861" y="40577"/>
                        <a:pt x="28861" y="40481"/>
                      </a:cubicBezTo>
                      <a:cubicBezTo>
                        <a:pt x="28861" y="40291"/>
                        <a:pt x="28956" y="40100"/>
                        <a:pt x="29146" y="40005"/>
                      </a:cubicBezTo>
                      <a:lnTo>
                        <a:pt x="28765" y="38100"/>
                      </a:lnTo>
                      <a:cubicBezTo>
                        <a:pt x="28765" y="38100"/>
                        <a:pt x="28003" y="38100"/>
                        <a:pt x="27527" y="38290"/>
                      </a:cubicBezTo>
                      <a:cubicBezTo>
                        <a:pt x="26860" y="37624"/>
                        <a:pt x="26575" y="37147"/>
                        <a:pt x="26670" y="36671"/>
                      </a:cubicBezTo>
                      <a:cubicBezTo>
                        <a:pt x="26670" y="36671"/>
                        <a:pt x="27051" y="36481"/>
                        <a:pt x="27527" y="36290"/>
                      </a:cubicBezTo>
                      <a:cubicBezTo>
                        <a:pt x="27718" y="36766"/>
                        <a:pt x="27813" y="36957"/>
                        <a:pt x="27813" y="36957"/>
                      </a:cubicBezTo>
                      <a:cubicBezTo>
                        <a:pt x="29432" y="36766"/>
                        <a:pt x="30861" y="37052"/>
                        <a:pt x="32004" y="37719"/>
                      </a:cubicBezTo>
                      <a:cubicBezTo>
                        <a:pt x="32004" y="37909"/>
                        <a:pt x="32004" y="38005"/>
                        <a:pt x="32004" y="38195"/>
                      </a:cubicBezTo>
                      <a:cubicBezTo>
                        <a:pt x="32004" y="38386"/>
                        <a:pt x="31813" y="38481"/>
                        <a:pt x="31528" y="38576"/>
                      </a:cubicBezTo>
                      <a:cubicBezTo>
                        <a:pt x="31147" y="38671"/>
                        <a:pt x="30956" y="38862"/>
                        <a:pt x="30861" y="38862"/>
                      </a:cubicBezTo>
                      <a:lnTo>
                        <a:pt x="31909" y="38862"/>
                      </a:lnTo>
                      <a:cubicBezTo>
                        <a:pt x="31909" y="38862"/>
                        <a:pt x="32290" y="39243"/>
                        <a:pt x="32290" y="39624"/>
                      </a:cubicBezTo>
                      <a:cubicBezTo>
                        <a:pt x="32671" y="39243"/>
                        <a:pt x="32956" y="38957"/>
                        <a:pt x="33242" y="38957"/>
                      </a:cubicBezTo>
                      <a:cubicBezTo>
                        <a:pt x="33433" y="38957"/>
                        <a:pt x="33623" y="39243"/>
                        <a:pt x="33909" y="39910"/>
                      </a:cubicBezTo>
                      <a:cubicBezTo>
                        <a:pt x="34099" y="40577"/>
                        <a:pt x="34385" y="40862"/>
                        <a:pt x="34766" y="40957"/>
                      </a:cubicBezTo>
                      <a:lnTo>
                        <a:pt x="34766" y="38767"/>
                      </a:lnTo>
                      <a:cubicBezTo>
                        <a:pt x="34766" y="38767"/>
                        <a:pt x="35147" y="39053"/>
                        <a:pt x="35338" y="39053"/>
                      </a:cubicBezTo>
                      <a:cubicBezTo>
                        <a:pt x="35528" y="39053"/>
                        <a:pt x="35814" y="39053"/>
                        <a:pt x="36195" y="38767"/>
                      </a:cubicBezTo>
                      <a:cubicBezTo>
                        <a:pt x="36576" y="38576"/>
                        <a:pt x="36862" y="38481"/>
                        <a:pt x="37052" y="38576"/>
                      </a:cubicBezTo>
                      <a:cubicBezTo>
                        <a:pt x="37243" y="38671"/>
                        <a:pt x="37338" y="38862"/>
                        <a:pt x="37338" y="39053"/>
                      </a:cubicBezTo>
                      <a:cubicBezTo>
                        <a:pt x="37338" y="39148"/>
                        <a:pt x="37147" y="39433"/>
                        <a:pt x="36862" y="39719"/>
                      </a:cubicBezTo>
                      <a:cubicBezTo>
                        <a:pt x="36576" y="40100"/>
                        <a:pt x="36481" y="40291"/>
                        <a:pt x="36481" y="40481"/>
                      </a:cubicBezTo>
                      <a:lnTo>
                        <a:pt x="37338" y="40481"/>
                      </a:lnTo>
                      <a:lnTo>
                        <a:pt x="37528" y="38100"/>
                      </a:lnTo>
                      <a:lnTo>
                        <a:pt x="38481" y="38862"/>
                      </a:lnTo>
                      <a:cubicBezTo>
                        <a:pt x="38481" y="38862"/>
                        <a:pt x="38481" y="38481"/>
                        <a:pt x="38671" y="38290"/>
                      </a:cubicBezTo>
                      <a:cubicBezTo>
                        <a:pt x="38767" y="38290"/>
                        <a:pt x="38957" y="38386"/>
                        <a:pt x="39148" y="38481"/>
                      </a:cubicBezTo>
                      <a:cubicBezTo>
                        <a:pt x="39433" y="38767"/>
                        <a:pt x="39529" y="38767"/>
                        <a:pt x="39433" y="38576"/>
                      </a:cubicBezTo>
                      <a:cubicBezTo>
                        <a:pt x="39433" y="38576"/>
                        <a:pt x="39338" y="38576"/>
                        <a:pt x="39243" y="38481"/>
                      </a:cubicBezTo>
                      <a:lnTo>
                        <a:pt x="39052" y="38481"/>
                      </a:lnTo>
                      <a:cubicBezTo>
                        <a:pt x="39052" y="38481"/>
                        <a:pt x="38671" y="38195"/>
                        <a:pt x="38576" y="38290"/>
                      </a:cubicBezTo>
                      <a:close/>
                      <a:moveTo>
                        <a:pt x="20860" y="46196"/>
                      </a:moveTo>
                      <a:lnTo>
                        <a:pt x="20860" y="45625"/>
                      </a:lnTo>
                      <a:lnTo>
                        <a:pt x="21241" y="45625"/>
                      </a:lnTo>
                      <a:lnTo>
                        <a:pt x="20860" y="46196"/>
                      </a:lnTo>
                      <a:close/>
                      <a:moveTo>
                        <a:pt x="22479" y="52864"/>
                      </a:moveTo>
                      <a:lnTo>
                        <a:pt x="22479" y="52292"/>
                      </a:lnTo>
                      <a:cubicBezTo>
                        <a:pt x="22479" y="52292"/>
                        <a:pt x="22003" y="52102"/>
                        <a:pt x="21622" y="51911"/>
                      </a:cubicBezTo>
                      <a:cubicBezTo>
                        <a:pt x="21622" y="52197"/>
                        <a:pt x="21622" y="52483"/>
                        <a:pt x="21812" y="52578"/>
                      </a:cubicBezTo>
                      <a:cubicBezTo>
                        <a:pt x="22003" y="52864"/>
                        <a:pt x="22193" y="52959"/>
                        <a:pt x="22479" y="52769"/>
                      </a:cubicBezTo>
                      <a:close/>
                      <a:moveTo>
                        <a:pt x="22669" y="56388"/>
                      </a:moveTo>
                      <a:lnTo>
                        <a:pt x="23241" y="55912"/>
                      </a:lnTo>
                      <a:lnTo>
                        <a:pt x="22669" y="55150"/>
                      </a:lnTo>
                      <a:lnTo>
                        <a:pt x="22669" y="56388"/>
                      </a:lnTo>
                      <a:close/>
                      <a:moveTo>
                        <a:pt x="25432" y="54388"/>
                      </a:moveTo>
                      <a:cubicBezTo>
                        <a:pt x="25432" y="53721"/>
                        <a:pt x="25432" y="53435"/>
                        <a:pt x="25051" y="53435"/>
                      </a:cubicBezTo>
                      <a:cubicBezTo>
                        <a:pt x="24765" y="53435"/>
                        <a:pt x="24479" y="53626"/>
                        <a:pt x="23908" y="54007"/>
                      </a:cubicBezTo>
                      <a:cubicBezTo>
                        <a:pt x="23336" y="54388"/>
                        <a:pt x="23050" y="54483"/>
                        <a:pt x="23050" y="54483"/>
                      </a:cubicBezTo>
                      <a:cubicBezTo>
                        <a:pt x="23336" y="54769"/>
                        <a:pt x="23527" y="54864"/>
                        <a:pt x="23717" y="54864"/>
                      </a:cubicBezTo>
                      <a:cubicBezTo>
                        <a:pt x="23908" y="54864"/>
                        <a:pt x="24098" y="54769"/>
                        <a:pt x="24289" y="54483"/>
                      </a:cubicBezTo>
                      <a:cubicBezTo>
                        <a:pt x="24574" y="54292"/>
                        <a:pt x="24765" y="54197"/>
                        <a:pt x="24860" y="54197"/>
                      </a:cubicBezTo>
                      <a:cubicBezTo>
                        <a:pt x="25051" y="54197"/>
                        <a:pt x="25241" y="54292"/>
                        <a:pt x="25432" y="54483"/>
                      </a:cubicBezTo>
                      <a:close/>
                      <a:moveTo>
                        <a:pt x="24670" y="43339"/>
                      </a:moveTo>
                      <a:cubicBezTo>
                        <a:pt x="24003" y="42767"/>
                        <a:pt x="23908" y="42291"/>
                        <a:pt x="24384" y="42005"/>
                      </a:cubicBezTo>
                      <a:lnTo>
                        <a:pt x="25146" y="43148"/>
                      </a:lnTo>
                      <a:cubicBezTo>
                        <a:pt x="25146" y="43148"/>
                        <a:pt x="24765" y="43148"/>
                        <a:pt x="24574" y="43339"/>
                      </a:cubicBezTo>
                      <a:close/>
                      <a:moveTo>
                        <a:pt x="27146" y="61055"/>
                      </a:moveTo>
                      <a:cubicBezTo>
                        <a:pt x="27146" y="61055"/>
                        <a:pt x="26860" y="60674"/>
                        <a:pt x="26860" y="60388"/>
                      </a:cubicBezTo>
                      <a:cubicBezTo>
                        <a:pt x="26860" y="60198"/>
                        <a:pt x="27146" y="59912"/>
                        <a:pt x="27718" y="59627"/>
                      </a:cubicBezTo>
                      <a:cubicBezTo>
                        <a:pt x="28289" y="59436"/>
                        <a:pt x="28670" y="59150"/>
                        <a:pt x="28861" y="59055"/>
                      </a:cubicBezTo>
                      <a:cubicBezTo>
                        <a:pt x="28861" y="59246"/>
                        <a:pt x="28575" y="59436"/>
                        <a:pt x="28099" y="59722"/>
                      </a:cubicBezTo>
                      <a:cubicBezTo>
                        <a:pt x="27622" y="60007"/>
                        <a:pt x="27337" y="60198"/>
                        <a:pt x="27337" y="60484"/>
                      </a:cubicBezTo>
                      <a:cubicBezTo>
                        <a:pt x="27337" y="60674"/>
                        <a:pt x="27432" y="60865"/>
                        <a:pt x="27718" y="61055"/>
                      </a:cubicBezTo>
                      <a:lnTo>
                        <a:pt x="27146" y="61055"/>
                      </a:lnTo>
                      <a:close/>
                      <a:moveTo>
                        <a:pt x="29432" y="36195"/>
                      </a:moveTo>
                      <a:cubicBezTo>
                        <a:pt x="29908" y="36195"/>
                        <a:pt x="30194" y="36290"/>
                        <a:pt x="30194" y="36481"/>
                      </a:cubicBezTo>
                      <a:lnTo>
                        <a:pt x="29623" y="36671"/>
                      </a:lnTo>
                      <a:lnTo>
                        <a:pt x="29432" y="36195"/>
                      </a:lnTo>
                      <a:close/>
                      <a:moveTo>
                        <a:pt x="30004" y="49054"/>
                      </a:moveTo>
                      <a:lnTo>
                        <a:pt x="31909" y="48863"/>
                      </a:lnTo>
                      <a:lnTo>
                        <a:pt x="31909" y="48292"/>
                      </a:lnTo>
                      <a:cubicBezTo>
                        <a:pt x="31909" y="47339"/>
                        <a:pt x="32099" y="46863"/>
                        <a:pt x="32480" y="46768"/>
                      </a:cubicBezTo>
                      <a:lnTo>
                        <a:pt x="31432" y="46387"/>
                      </a:lnTo>
                      <a:cubicBezTo>
                        <a:pt x="31432" y="46387"/>
                        <a:pt x="31337" y="47434"/>
                        <a:pt x="31242" y="48292"/>
                      </a:cubicBezTo>
                      <a:cubicBezTo>
                        <a:pt x="31242" y="48768"/>
                        <a:pt x="30861" y="48958"/>
                        <a:pt x="30099" y="49054"/>
                      </a:cubicBezTo>
                      <a:close/>
                      <a:moveTo>
                        <a:pt x="30956" y="52769"/>
                      </a:moveTo>
                      <a:lnTo>
                        <a:pt x="30956" y="51340"/>
                      </a:lnTo>
                      <a:lnTo>
                        <a:pt x="30766" y="51340"/>
                      </a:lnTo>
                      <a:lnTo>
                        <a:pt x="30766" y="52769"/>
                      </a:lnTo>
                      <a:lnTo>
                        <a:pt x="30956" y="52769"/>
                      </a:lnTo>
                      <a:close/>
                      <a:moveTo>
                        <a:pt x="32956" y="28861"/>
                      </a:moveTo>
                      <a:lnTo>
                        <a:pt x="31337" y="28670"/>
                      </a:lnTo>
                      <a:lnTo>
                        <a:pt x="30956" y="29623"/>
                      </a:lnTo>
                      <a:cubicBezTo>
                        <a:pt x="31718" y="30194"/>
                        <a:pt x="32290" y="30480"/>
                        <a:pt x="32766" y="30480"/>
                      </a:cubicBezTo>
                      <a:cubicBezTo>
                        <a:pt x="33052" y="30480"/>
                        <a:pt x="33338" y="30480"/>
                        <a:pt x="33528" y="30194"/>
                      </a:cubicBezTo>
                      <a:cubicBezTo>
                        <a:pt x="32385" y="30480"/>
                        <a:pt x="31813" y="30194"/>
                        <a:pt x="31813" y="29432"/>
                      </a:cubicBezTo>
                      <a:lnTo>
                        <a:pt x="32956" y="28861"/>
                      </a:lnTo>
                      <a:close/>
                      <a:moveTo>
                        <a:pt x="30956" y="40481"/>
                      </a:moveTo>
                      <a:lnTo>
                        <a:pt x="31528" y="40481"/>
                      </a:lnTo>
                      <a:lnTo>
                        <a:pt x="31528" y="39910"/>
                      </a:lnTo>
                      <a:lnTo>
                        <a:pt x="30956" y="39910"/>
                      </a:lnTo>
                      <a:lnTo>
                        <a:pt x="30956" y="40481"/>
                      </a:lnTo>
                      <a:close/>
                      <a:moveTo>
                        <a:pt x="32766" y="55531"/>
                      </a:moveTo>
                      <a:cubicBezTo>
                        <a:pt x="32766" y="55531"/>
                        <a:pt x="33528" y="54578"/>
                        <a:pt x="34099" y="53816"/>
                      </a:cubicBezTo>
                      <a:lnTo>
                        <a:pt x="33718" y="53626"/>
                      </a:lnTo>
                      <a:lnTo>
                        <a:pt x="33147" y="53816"/>
                      </a:lnTo>
                      <a:lnTo>
                        <a:pt x="32956" y="52769"/>
                      </a:lnTo>
                      <a:cubicBezTo>
                        <a:pt x="32004" y="53245"/>
                        <a:pt x="31623" y="53816"/>
                        <a:pt x="31813" y="54292"/>
                      </a:cubicBezTo>
                      <a:lnTo>
                        <a:pt x="32766" y="54102"/>
                      </a:lnTo>
                      <a:lnTo>
                        <a:pt x="32766" y="55436"/>
                      </a:lnTo>
                      <a:close/>
                      <a:moveTo>
                        <a:pt x="32766" y="51340"/>
                      </a:moveTo>
                      <a:lnTo>
                        <a:pt x="33147" y="49625"/>
                      </a:lnTo>
                      <a:lnTo>
                        <a:pt x="32956" y="49625"/>
                      </a:lnTo>
                      <a:lnTo>
                        <a:pt x="32766" y="51340"/>
                      </a:lnTo>
                      <a:close/>
                      <a:moveTo>
                        <a:pt x="34385" y="34385"/>
                      </a:moveTo>
                      <a:cubicBezTo>
                        <a:pt x="34385" y="34385"/>
                        <a:pt x="34099" y="34195"/>
                        <a:pt x="33528" y="34195"/>
                      </a:cubicBezTo>
                      <a:lnTo>
                        <a:pt x="33528" y="35052"/>
                      </a:lnTo>
                      <a:lnTo>
                        <a:pt x="34099" y="35052"/>
                      </a:lnTo>
                      <a:cubicBezTo>
                        <a:pt x="34099" y="35052"/>
                        <a:pt x="34385" y="34576"/>
                        <a:pt x="34385" y="34480"/>
                      </a:cubicBezTo>
                      <a:close/>
                      <a:moveTo>
                        <a:pt x="35147" y="22765"/>
                      </a:moveTo>
                      <a:cubicBezTo>
                        <a:pt x="35147" y="22765"/>
                        <a:pt x="35528" y="23146"/>
                        <a:pt x="35528" y="23336"/>
                      </a:cubicBezTo>
                      <a:cubicBezTo>
                        <a:pt x="35528" y="23908"/>
                        <a:pt x="35242" y="24098"/>
                        <a:pt x="34576" y="24098"/>
                      </a:cubicBezTo>
                      <a:lnTo>
                        <a:pt x="35147" y="24098"/>
                      </a:lnTo>
                      <a:cubicBezTo>
                        <a:pt x="35147" y="24098"/>
                        <a:pt x="35433" y="23717"/>
                        <a:pt x="35623" y="23431"/>
                      </a:cubicBezTo>
                      <a:cubicBezTo>
                        <a:pt x="35814" y="23241"/>
                        <a:pt x="35814" y="23050"/>
                        <a:pt x="35719" y="22670"/>
                      </a:cubicBezTo>
                      <a:lnTo>
                        <a:pt x="35147" y="22670"/>
                      </a:lnTo>
                      <a:close/>
                      <a:moveTo>
                        <a:pt x="36576" y="34385"/>
                      </a:moveTo>
                      <a:cubicBezTo>
                        <a:pt x="36576" y="34385"/>
                        <a:pt x="36004" y="34004"/>
                        <a:pt x="35147" y="33623"/>
                      </a:cubicBezTo>
                      <a:lnTo>
                        <a:pt x="34957" y="34195"/>
                      </a:lnTo>
                      <a:lnTo>
                        <a:pt x="36576" y="34385"/>
                      </a:lnTo>
                      <a:close/>
                      <a:moveTo>
                        <a:pt x="35528" y="7334"/>
                      </a:moveTo>
                      <a:lnTo>
                        <a:pt x="35528" y="7906"/>
                      </a:lnTo>
                      <a:lnTo>
                        <a:pt x="36385" y="7715"/>
                      </a:lnTo>
                      <a:cubicBezTo>
                        <a:pt x="36385" y="7715"/>
                        <a:pt x="35909" y="7334"/>
                        <a:pt x="35528" y="7334"/>
                      </a:cubicBezTo>
                      <a:close/>
                      <a:moveTo>
                        <a:pt x="36004" y="42767"/>
                      </a:moveTo>
                      <a:lnTo>
                        <a:pt x="37909" y="42577"/>
                      </a:lnTo>
                      <a:cubicBezTo>
                        <a:pt x="37909" y="42577"/>
                        <a:pt x="37243" y="42196"/>
                        <a:pt x="36766" y="42196"/>
                      </a:cubicBezTo>
                      <a:cubicBezTo>
                        <a:pt x="36290" y="42196"/>
                        <a:pt x="36100" y="42386"/>
                        <a:pt x="36004" y="42767"/>
                      </a:cubicBezTo>
                      <a:close/>
                      <a:moveTo>
                        <a:pt x="37909" y="22860"/>
                      </a:moveTo>
                      <a:lnTo>
                        <a:pt x="39052" y="24003"/>
                      </a:lnTo>
                      <a:lnTo>
                        <a:pt x="39052" y="23431"/>
                      </a:lnTo>
                      <a:cubicBezTo>
                        <a:pt x="38386" y="23050"/>
                        <a:pt x="38005" y="22860"/>
                        <a:pt x="37909" y="22860"/>
                      </a:cubicBezTo>
                      <a:close/>
                      <a:moveTo>
                        <a:pt x="39338" y="30099"/>
                      </a:moveTo>
                      <a:lnTo>
                        <a:pt x="40100" y="29337"/>
                      </a:lnTo>
                      <a:cubicBezTo>
                        <a:pt x="40100" y="29337"/>
                        <a:pt x="39338" y="28861"/>
                        <a:pt x="38290" y="28384"/>
                      </a:cubicBezTo>
                      <a:lnTo>
                        <a:pt x="39338" y="30099"/>
                      </a:lnTo>
                      <a:close/>
                      <a:moveTo>
                        <a:pt x="39719" y="34195"/>
                      </a:moveTo>
                      <a:lnTo>
                        <a:pt x="39719" y="33147"/>
                      </a:lnTo>
                      <a:lnTo>
                        <a:pt x="39338" y="33147"/>
                      </a:lnTo>
                      <a:lnTo>
                        <a:pt x="39338" y="34195"/>
                      </a:lnTo>
                      <a:lnTo>
                        <a:pt x="39719" y="34195"/>
                      </a:lnTo>
                      <a:close/>
                      <a:moveTo>
                        <a:pt x="40100" y="65246"/>
                      </a:moveTo>
                      <a:cubicBezTo>
                        <a:pt x="40672" y="65532"/>
                        <a:pt x="40862" y="65913"/>
                        <a:pt x="40672" y="66294"/>
                      </a:cubicBezTo>
                      <a:lnTo>
                        <a:pt x="40481" y="66675"/>
                      </a:lnTo>
                      <a:cubicBezTo>
                        <a:pt x="40481" y="66675"/>
                        <a:pt x="40100" y="66294"/>
                        <a:pt x="40100" y="66104"/>
                      </a:cubicBezTo>
                      <a:lnTo>
                        <a:pt x="40100" y="65246"/>
                      </a:lnTo>
                      <a:close/>
                      <a:moveTo>
                        <a:pt x="41529" y="56388"/>
                      </a:moveTo>
                      <a:cubicBezTo>
                        <a:pt x="41529" y="56388"/>
                        <a:pt x="42386" y="56388"/>
                        <a:pt x="42863" y="56674"/>
                      </a:cubicBezTo>
                      <a:cubicBezTo>
                        <a:pt x="42958" y="57055"/>
                        <a:pt x="42958" y="57245"/>
                        <a:pt x="42672" y="57436"/>
                      </a:cubicBezTo>
                      <a:cubicBezTo>
                        <a:pt x="42386" y="57531"/>
                        <a:pt x="42100" y="57721"/>
                        <a:pt x="41815" y="57912"/>
                      </a:cubicBezTo>
                      <a:lnTo>
                        <a:pt x="41529" y="57912"/>
                      </a:lnTo>
                      <a:lnTo>
                        <a:pt x="41529" y="56483"/>
                      </a:lnTo>
                      <a:close/>
                      <a:moveTo>
                        <a:pt x="41815" y="43910"/>
                      </a:moveTo>
                      <a:cubicBezTo>
                        <a:pt x="41815" y="43910"/>
                        <a:pt x="42196" y="43339"/>
                        <a:pt x="42481" y="43339"/>
                      </a:cubicBezTo>
                      <a:cubicBezTo>
                        <a:pt x="42386" y="43339"/>
                        <a:pt x="42291" y="43529"/>
                        <a:pt x="42196" y="43624"/>
                      </a:cubicBezTo>
                      <a:cubicBezTo>
                        <a:pt x="42100" y="43815"/>
                        <a:pt x="41910" y="43910"/>
                        <a:pt x="41815" y="43910"/>
                      </a:cubicBezTo>
                      <a:close/>
                      <a:moveTo>
                        <a:pt x="43434" y="43339"/>
                      </a:moveTo>
                      <a:cubicBezTo>
                        <a:pt x="43434" y="43339"/>
                        <a:pt x="43624" y="43339"/>
                        <a:pt x="44005" y="43624"/>
                      </a:cubicBezTo>
                      <a:cubicBezTo>
                        <a:pt x="43720" y="43720"/>
                        <a:pt x="43434" y="43720"/>
                        <a:pt x="43148" y="43624"/>
                      </a:cubicBezTo>
                      <a:cubicBezTo>
                        <a:pt x="42767" y="43434"/>
                        <a:pt x="42481" y="43339"/>
                        <a:pt x="42481" y="43339"/>
                      </a:cubicBezTo>
                      <a:cubicBezTo>
                        <a:pt x="42863" y="42958"/>
                        <a:pt x="43148" y="42958"/>
                        <a:pt x="43434" y="43339"/>
                      </a:cubicBezTo>
                      <a:close/>
                      <a:moveTo>
                        <a:pt x="43815" y="39053"/>
                      </a:moveTo>
                      <a:lnTo>
                        <a:pt x="43815" y="39433"/>
                      </a:lnTo>
                      <a:lnTo>
                        <a:pt x="42863" y="39053"/>
                      </a:lnTo>
                      <a:lnTo>
                        <a:pt x="43815" y="39053"/>
                      </a:lnTo>
                      <a:close/>
                      <a:moveTo>
                        <a:pt x="48006" y="35623"/>
                      </a:moveTo>
                      <a:lnTo>
                        <a:pt x="48958" y="36671"/>
                      </a:lnTo>
                      <a:lnTo>
                        <a:pt x="47625" y="36481"/>
                      </a:lnTo>
                      <a:lnTo>
                        <a:pt x="48006" y="35623"/>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84" name="Google Shape;1584;p99"/>
              <p:cNvGrpSpPr/>
              <p:nvPr/>
            </p:nvGrpSpPr>
            <p:grpSpPr>
              <a:xfrm>
                <a:off x="8506200" y="6622256"/>
                <a:ext cx="208883" cy="66580"/>
                <a:chOff x="3252882" y="4340351"/>
                <a:chExt cx="208883" cy="66580"/>
              </a:xfrm>
            </p:grpSpPr>
            <p:sp>
              <p:nvSpPr>
                <p:cNvPr id="1585" name="Google Shape;1585;p99"/>
                <p:cNvSpPr/>
                <p:nvPr/>
              </p:nvSpPr>
              <p:spPr>
                <a:xfrm>
                  <a:off x="3252882" y="4340351"/>
                  <a:ext cx="60674" cy="65817"/>
                </a:xfrm>
                <a:custGeom>
                  <a:avLst/>
                  <a:gdLst/>
                  <a:ahLst/>
                  <a:cxnLst/>
                  <a:rect l="l" t="t" r="r" b="b"/>
                  <a:pathLst>
                    <a:path w="60674" h="65817" extrusionOk="0">
                      <a:moveTo>
                        <a:pt x="762" y="45625"/>
                      </a:moveTo>
                      <a:cubicBezTo>
                        <a:pt x="762" y="46196"/>
                        <a:pt x="762" y="46482"/>
                        <a:pt x="1048" y="46482"/>
                      </a:cubicBezTo>
                      <a:cubicBezTo>
                        <a:pt x="1048" y="46482"/>
                        <a:pt x="1238" y="46482"/>
                        <a:pt x="1429" y="46387"/>
                      </a:cubicBezTo>
                      <a:cubicBezTo>
                        <a:pt x="1524" y="46387"/>
                        <a:pt x="1715" y="46387"/>
                        <a:pt x="1810" y="46387"/>
                      </a:cubicBezTo>
                      <a:cubicBezTo>
                        <a:pt x="2000" y="46387"/>
                        <a:pt x="2096" y="46482"/>
                        <a:pt x="2191" y="46672"/>
                      </a:cubicBezTo>
                      <a:cubicBezTo>
                        <a:pt x="857" y="46672"/>
                        <a:pt x="190" y="46672"/>
                        <a:pt x="0" y="46387"/>
                      </a:cubicBezTo>
                      <a:lnTo>
                        <a:pt x="857" y="45720"/>
                      </a:lnTo>
                      <a:close/>
                      <a:moveTo>
                        <a:pt x="2096" y="53912"/>
                      </a:moveTo>
                      <a:cubicBezTo>
                        <a:pt x="2096" y="53912"/>
                        <a:pt x="2476" y="53530"/>
                        <a:pt x="2762" y="53530"/>
                      </a:cubicBezTo>
                      <a:lnTo>
                        <a:pt x="3715" y="53530"/>
                      </a:lnTo>
                      <a:cubicBezTo>
                        <a:pt x="3715" y="53530"/>
                        <a:pt x="3334" y="53912"/>
                        <a:pt x="3048" y="53912"/>
                      </a:cubicBezTo>
                      <a:lnTo>
                        <a:pt x="2191" y="53912"/>
                      </a:lnTo>
                      <a:close/>
                      <a:moveTo>
                        <a:pt x="4858" y="58198"/>
                      </a:moveTo>
                      <a:lnTo>
                        <a:pt x="4858" y="57341"/>
                      </a:lnTo>
                      <a:lnTo>
                        <a:pt x="5524" y="57341"/>
                      </a:lnTo>
                      <a:lnTo>
                        <a:pt x="4858" y="58198"/>
                      </a:lnTo>
                      <a:close/>
                      <a:moveTo>
                        <a:pt x="8382" y="52769"/>
                      </a:moveTo>
                      <a:cubicBezTo>
                        <a:pt x="8382" y="52769"/>
                        <a:pt x="9049" y="52959"/>
                        <a:pt x="9620" y="53435"/>
                      </a:cubicBezTo>
                      <a:lnTo>
                        <a:pt x="9334" y="53816"/>
                      </a:lnTo>
                      <a:lnTo>
                        <a:pt x="8382" y="52673"/>
                      </a:lnTo>
                      <a:close/>
                      <a:moveTo>
                        <a:pt x="9620" y="58198"/>
                      </a:moveTo>
                      <a:cubicBezTo>
                        <a:pt x="9620" y="58198"/>
                        <a:pt x="10001" y="58007"/>
                        <a:pt x="10192" y="57721"/>
                      </a:cubicBezTo>
                      <a:cubicBezTo>
                        <a:pt x="10382" y="57531"/>
                        <a:pt x="10573" y="57341"/>
                        <a:pt x="10668" y="57341"/>
                      </a:cubicBezTo>
                      <a:cubicBezTo>
                        <a:pt x="10668" y="57626"/>
                        <a:pt x="10573" y="57817"/>
                        <a:pt x="10287" y="58198"/>
                      </a:cubicBezTo>
                      <a:lnTo>
                        <a:pt x="9620" y="58198"/>
                      </a:lnTo>
                      <a:close/>
                      <a:moveTo>
                        <a:pt x="11144" y="50959"/>
                      </a:moveTo>
                      <a:lnTo>
                        <a:pt x="10858" y="51626"/>
                      </a:lnTo>
                      <a:lnTo>
                        <a:pt x="10001" y="51626"/>
                      </a:lnTo>
                      <a:cubicBezTo>
                        <a:pt x="10287" y="50959"/>
                        <a:pt x="10382" y="50578"/>
                        <a:pt x="10668" y="50578"/>
                      </a:cubicBezTo>
                      <a:cubicBezTo>
                        <a:pt x="10858" y="50578"/>
                        <a:pt x="11049" y="50768"/>
                        <a:pt x="11144" y="50959"/>
                      </a:cubicBezTo>
                      <a:close/>
                      <a:moveTo>
                        <a:pt x="12478" y="45339"/>
                      </a:moveTo>
                      <a:lnTo>
                        <a:pt x="12478" y="46006"/>
                      </a:lnTo>
                      <a:lnTo>
                        <a:pt x="11144" y="44958"/>
                      </a:lnTo>
                      <a:cubicBezTo>
                        <a:pt x="11144" y="44958"/>
                        <a:pt x="11906" y="44958"/>
                        <a:pt x="12478" y="45339"/>
                      </a:cubicBezTo>
                      <a:close/>
                      <a:moveTo>
                        <a:pt x="11144" y="54864"/>
                      </a:moveTo>
                      <a:cubicBezTo>
                        <a:pt x="11144" y="54864"/>
                        <a:pt x="11811" y="55150"/>
                        <a:pt x="11811" y="55721"/>
                      </a:cubicBezTo>
                      <a:lnTo>
                        <a:pt x="11144" y="55721"/>
                      </a:lnTo>
                      <a:lnTo>
                        <a:pt x="11144" y="54864"/>
                      </a:lnTo>
                      <a:close/>
                      <a:moveTo>
                        <a:pt x="12668" y="61817"/>
                      </a:moveTo>
                      <a:lnTo>
                        <a:pt x="12478" y="61436"/>
                      </a:lnTo>
                      <a:lnTo>
                        <a:pt x="13811" y="60674"/>
                      </a:lnTo>
                      <a:lnTo>
                        <a:pt x="12763" y="61722"/>
                      </a:lnTo>
                      <a:close/>
                      <a:moveTo>
                        <a:pt x="60674" y="48863"/>
                      </a:moveTo>
                      <a:lnTo>
                        <a:pt x="57817" y="49244"/>
                      </a:lnTo>
                      <a:cubicBezTo>
                        <a:pt x="57817" y="49244"/>
                        <a:pt x="57817" y="49435"/>
                        <a:pt x="57817" y="49435"/>
                      </a:cubicBezTo>
                      <a:cubicBezTo>
                        <a:pt x="57817" y="49625"/>
                        <a:pt x="58007" y="49816"/>
                        <a:pt x="58483" y="50102"/>
                      </a:cubicBezTo>
                      <a:cubicBezTo>
                        <a:pt x="58960" y="50387"/>
                        <a:pt x="59246" y="50578"/>
                        <a:pt x="59246" y="50959"/>
                      </a:cubicBezTo>
                      <a:lnTo>
                        <a:pt x="59912" y="50959"/>
                      </a:lnTo>
                      <a:cubicBezTo>
                        <a:pt x="59626" y="52673"/>
                        <a:pt x="59246" y="54388"/>
                        <a:pt x="59055" y="56007"/>
                      </a:cubicBezTo>
                      <a:cubicBezTo>
                        <a:pt x="58579" y="57817"/>
                        <a:pt x="57531" y="58960"/>
                        <a:pt x="55817" y="59531"/>
                      </a:cubicBezTo>
                      <a:cubicBezTo>
                        <a:pt x="55531" y="58579"/>
                        <a:pt x="54864" y="58293"/>
                        <a:pt x="53816" y="58674"/>
                      </a:cubicBezTo>
                      <a:lnTo>
                        <a:pt x="53435" y="58864"/>
                      </a:lnTo>
                      <a:lnTo>
                        <a:pt x="54673" y="60198"/>
                      </a:lnTo>
                      <a:cubicBezTo>
                        <a:pt x="54673" y="60198"/>
                        <a:pt x="53721" y="59817"/>
                        <a:pt x="53054" y="59246"/>
                      </a:cubicBezTo>
                      <a:cubicBezTo>
                        <a:pt x="52483" y="58674"/>
                        <a:pt x="52006" y="58484"/>
                        <a:pt x="51625" y="58484"/>
                      </a:cubicBezTo>
                      <a:cubicBezTo>
                        <a:pt x="51244" y="58484"/>
                        <a:pt x="50863" y="58674"/>
                        <a:pt x="50387" y="59150"/>
                      </a:cubicBezTo>
                      <a:lnTo>
                        <a:pt x="51530" y="59150"/>
                      </a:lnTo>
                      <a:lnTo>
                        <a:pt x="51244" y="59531"/>
                      </a:lnTo>
                      <a:cubicBezTo>
                        <a:pt x="51911" y="59817"/>
                        <a:pt x="52769" y="60293"/>
                        <a:pt x="53816" y="61151"/>
                      </a:cubicBezTo>
                      <a:lnTo>
                        <a:pt x="51530" y="62103"/>
                      </a:lnTo>
                      <a:lnTo>
                        <a:pt x="51911" y="62294"/>
                      </a:lnTo>
                      <a:cubicBezTo>
                        <a:pt x="51911" y="62294"/>
                        <a:pt x="50959" y="62770"/>
                        <a:pt x="49340" y="63437"/>
                      </a:cubicBezTo>
                      <a:cubicBezTo>
                        <a:pt x="48482" y="63722"/>
                        <a:pt x="47625" y="63913"/>
                        <a:pt x="46863" y="63913"/>
                      </a:cubicBezTo>
                      <a:cubicBezTo>
                        <a:pt x="46482" y="63913"/>
                        <a:pt x="46101" y="63913"/>
                        <a:pt x="45625" y="63913"/>
                      </a:cubicBezTo>
                      <a:cubicBezTo>
                        <a:pt x="45339" y="64675"/>
                        <a:pt x="45244" y="65151"/>
                        <a:pt x="45339" y="65437"/>
                      </a:cubicBezTo>
                      <a:lnTo>
                        <a:pt x="32861" y="65818"/>
                      </a:lnTo>
                      <a:cubicBezTo>
                        <a:pt x="31909" y="64865"/>
                        <a:pt x="30290" y="64103"/>
                        <a:pt x="28194" y="63437"/>
                      </a:cubicBezTo>
                      <a:cubicBezTo>
                        <a:pt x="25813" y="62770"/>
                        <a:pt x="24384" y="62198"/>
                        <a:pt x="23717" y="61817"/>
                      </a:cubicBezTo>
                      <a:cubicBezTo>
                        <a:pt x="23431" y="61436"/>
                        <a:pt x="22955" y="61151"/>
                        <a:pt x="22288" y="61055"/>
                      </a:cubicBezTo>
                      <a:cubicBezTo>
                        <a:pt x="21622" y="60865"/>
                        <a:pt x="20955" y="60674"/>
                        <a:pt x="20288" y="60579"/>
                      </a:cubicBezTo>
                      <a:lnTo>
                        <a:pt x="21146" y="59627"/>
                      </a:lnTo>
                      <a:lnTo>
                        <a:pt x="19907" y="58293"/>
                      </a:lnTo>
                      <a:lnTo>
                        <a:pt x="19621" y="59246"/>
                      </a:lnTo>
                      <a:cubicBezTo>
                        <a:pt x="18478" y="58960"/>
                        <a:pt x="17907" y="58103"/>
                        <a:pt x="17812" y="56579"/>
                      </a:cubicBezTo>
                      <a:cubicBezTo>
                        <a:pt x="17812" y="55150"/>
                        <a:pt x="16954" y="54578"/>
                        <a:pt x="15526" y="54578"/>
                      </a:cubicBezTo>
                      <a:lnTo>
                        <a:pt x="14478" y="54578"/>
                      </a:lnTo>
                      <a:cubicBezTo>
                        <a:pt x="15430" y="54578"/>
                        <a:pt x="15907" y="53912"/>
                        <a:pt x="15907" y="52959"/>
                      </a:cubicBezTo>
                      <a:cubicBezTo>
                        <a:pt x="15907" y="52673"/>
                        <a:pt x="15907" y="52388"/>
                        <a:pt x="15621" y="52102"/>
                      </a:cubicBezTo>
                      <a:cubicBezTo>
                        <a:pt x="15430" y="51816"/>
                        <a:pt x="14859" y="51530"/>
                        <a:pt x="13906" y="51149"/>
                      </a:cubicBezTo>
                      <a:lnTo>
                        <a:pt x="13621" y="51435"/>
                      </a:lnTo>
                      <a:cubicBezTo>
                        <a:pt x="13621" y="51435"/>
                        <a:pt x="13525" y="51530"/>
                        <a:pt x="13335" y="51530"/>
                      </a:cubicBezTo>
                      <a:cubicBezTo>
                        <a:pt x="13144" y="51530"/>
                        <a:pt x="13049" y="51340"/>
                        <a:pt x="12954" y="50863"/>
                      </a:cubicBezTo>
                      <a:cubicBezTo>
                        <a:pt x="12954" y="50483"/>
                        <a:pt x="12954" y="50102"/>
                        <a:pt x="12954" y="49816"/>
                      </a:cubicBezTo>
                      <a:cubicBezTo>
                        <a:pt x="13525" y="49625"/>
                        <a:pt x="14383" y="49054"/>
                        <a:pt x="15430" y="48101"/>
                      </a:cubicBezTo>
                      <a:cubicBezTo>
                        <a:pt x="16383" y="47244"/>
                        <a:pt x="17240" y="46768"/>
                        <a:pt x="17907" y="46768"/>
                      </a:cubicBezTo>
                      <a:cubicBezTo>
                        <a:pt x="18193" y="46768"/>
                        <a:pt x="18574" y="46768"/>
                        <a:pt x="18955" y="47054"/>
                      </a:cubicBezTo>
                      <a:cubicBezTo>
                        <a:pt x="18764" y="46672"/>
                        <a:pt x="18669" y="46292"/>
                        <a:pt x="18955" y="46101"/>
                      </a:cubicBezTo>
                      <a:cubicBezTo>
                        <a:pt x="19145" y="45815"/>
                        <a:pt x="18955" y="45434"/>
                        <a:pt x="18383" y="44863"/>
                      </a:cubicBezTo>
                      <a:lnTo>
                        <a:pt x="21146" y="43529"/>
                      </a:lnTo>
                      <a:lnTo>
                        <a:pt x="20479" y="42672"/>
                      </a:lnTo>
                      <a:cubicBezTo>
                        <a:pt x="20479" y="42672"/>
                        <a:pt x="21622" y="42386"/>
                        <a:pt x="22574" y="41910"/>
                      </a:cubicBezTo>
                      <a:cubicBezTo>
                        <a:pt x="23527" y="41434"/>
                        <a:pt x="24194" y="41148"/>
                        <a:pt x="24479" y="41148"/>
                      </a:cubicBezTo>
                      <a:cubicBezTo>
                        <a:pt x="25051" y="41148"/>
                        <a:pt x="25432" y="41529"/>
                        <a:pt x="25527" y="42386"/>
                      </a:cubicBezTo>
                      <a:cubicBezTo>
                        <a:pt x="25336" y="44196"/>
                        <a:pt x="26003" y="45911"/>
                        <a:pt x="27432" y="47720"/>
                      </a:cubicBezTo>
                      <a:cubicBezTo>
                        <a:pt x="28194" y="48578"/>
                        <a:pt x="29623" y="49911"/>
                        <a:pt x="31813" y="51816"/>
                      </a:cubicBezTo>
                      <a:cubicBezTo>
                        <a:pt x="32099" y="52578"/>
                        <a:pt x="32671" y="52959"/>
                        <a:pt x="33433" y="52959"/>
                      </a:cubicBezTo>
                      <a:cubicBezTo>
                        <a:pt x="33623" y="52959"/>
                        <a:pt x="34004" y="52959"/>
                        <a:pt x="34480" y="52959"/>
                      </a:cubicBezTo>
                      <a:cubicBezTo>
                        <a:pt x="34957" y="52864"/>
                        <a:pt x="35242" y="52769"/>
                        <a:pt x="35433" y="52769"/>
                      </a:cubicBezTo>
                      <a:cubicBezTo>
                        <a:pt x="35909" y="52769"/>
                        <a:pt x="36385" y="52864"/>
                        <a:pt x="36862" y="53054"/>
                      </a:cubicBezTo>
                      <a:cubicBezTo>
                        <a:pt x="37338" y="53245"/>
                        <a:pt x="37814" y="53435"/>
                        <a:pt x="38386" y="53435"/>
                      </a:cubicBezTo>
                      <a:cubicBezTo>
                        <a:pt x="39338" y="53435"/>
                        <a:pt x="40481" y="52959"/>
                        <a:pt x="41815" y="52007"/>
                      </a:cubicBezTo>
                      <a:cubicBezTo>
                        <a:pt x="43815" y="50768"/>
                        <a:pt x="44863" y="50006"/>
                        <a:pt x="45148" y="49911"/>
                      </a:cubicBezTo>
                      <a:cubicBezTo>
                        <a:pt x="45434" y="49435"/>
                        <a:pt x="45529" y="49054"/>
                        <a:pt x="45529" y="48578"/>
                      </a:cubicBezTo>
                      <a:cubicBezTo>
                        <a:pt x="45529" y="47911"/>
                        <a:pt x="45148" y="47054"/>
                        <a:pt x="44386" y="45911"/>
                      </a:cubicBezTo>
                      <a:cubicBezTo>
                        <a:pt x="43624" y="44863"/>
                        <a:pt x="43244" y="44101"/>
                        <a:pt x="43148" y="43529"/>
                      </a:cubicBezTo>
                      <a:cubicBezTo>
                        <a:pt x="41815" y="43339"/>
                        <a:pt x="40957" y="42767"/>
                        <a:pt x="40862" y="42005"/>
                      </a:cubicBezTo>
                      <a:lnTo>
                        <a:pt x="41243" y="41720"/>
                      </a:lnTo>
                      <a:cubicBezTo>
                        <a:pt x="39529" y="40958"/>
                        <a:pt x="37052" y="39624"/>
                        <a:pt x="34004" y="37910"/>
                      </a:cubicBezTo>
                      <a:cubicBezTo>
                        <a:pt x="33719" y="38195"/>
                        <a:pt x="33338" y="38291"/>
                        <a:pt x="33052" y="38291"/>
                      </a:cubicBezTo>
                      <a:cubicBezTo>
                        <a:pt x="32575" y="38291"/>
                        <a:pt x="32099" y="38005"/>
                        <a:pt x="31432" y="37338"/>
                      </a:cubicBezTo>
                      <a:cubicBezTo>
                        <a:pt x="30766" y="36767"/>
                        <a:pt x="30290" y="36481"/>
                        <a:pt x="29908" y="36481"/>
                      </a:cubicBezTo>
                      <a:cubicBezTo>
                        <a:pt x="29718" y="36481"/>
                        <a:pt x="29527" y="36576"/>
                        <a:pt x="29432" y="36671"/>
                      </a:cubicBezTo>
                      <a:cubicBezTo>
                        <a:pt x="28099" y="36290"/>
                        <a:pt x="26670" y="35147"/>
                        <a:pt x="25336" y="33338"/>
                      </a:cubicBezTo>
                      <a:cubicBezTo>
                        <a:pt x="23813" y="31337"/>
                        <a:pt x="22574" y="30004"/>
                        <a:pt x="21526" y="29337"/>
                      </a:cubicBezTo>
                      <a:cubicBezTo>
                        <a:pt x="21526" y="28670"/>
                        <a:pt x="21336" y="28004"/>
                        <a:pt x="20765" y="27051"/>
                      </a:cubicBezTo>
                      <a:cubicBezTo>
                        <a:pt x="20098" y="26099"/>
                        <a:pt x="19812" y="25432"/>
                        <a:pt x="19907" y="24955"/>
                      </a:cubicBezTo>
                      <a:cubicBezTo>
                        <a:pt x="19526" y="24194"/>
                        <a:pt x="19240" y="22860"/>
                        <a:pt x="19145" y="20860"/>
                      </a:cubicBezTo>
                      <a:cubicBezTo>
                        <a:pt x="19050" y="19050"/>
                        <a:pt x="18955" y="17240"/>
                        <a:pt x="18955" y="15430"/>
                      </a:cubicBezTo>
                      <a:cubicBezTo>
                        <a:pt x="19431" y="15240"/>
                        <a:pt x="19621" y="15050"/>
                        <a:pt x="19621" y="14764"/>
                      </a:cubicBezTo>
                      <a:cubicBezTo>
                        <a:pt x="19621" y="14573"/>
                        <a:pt x="19526" y="14288"/>
                        <a:pt x="19240" y="14002"/>
                      </a:cubicBezTo>
                      <a:cubicBezTo>
                        <a:pt x="19050" y="13621"/>
                        <a:pt x="18859" y="13335"/>
                        <a:pt x="18859" y="13240"/>
                      </a:cubicBezTo>
                      <a:cubicBezTo>
                        <a:pt x="19145" y="12478"/>
                        <a:pt x="20098" y="11430"/>
                        <a:pt x="21622" y="10192"/>
                      </a:cubicBezTo>
                      <a:cubicBezTo>
                        <a:pt x="22955" y="9049"/>
                        <a:pt x="23527" y="7906"/>
                        <a:pt x="23527" y="6858"/>
                      </a:cubicBezTo>
                      <a:cubicBezTo>
                        <a:pt x="23717" y="6858"/>
                        <a:pt x="24098" y="6572"/>
                        <a:pt x="24574" y="6191"/>
                      </a:cubicBezTo>
                      <a:cubicBezTo>
                        <a:pt x="25146" y="5715"/>
                        <a:pt x="25527" y="5620"/>
                        <a:pt x="25717" y="5620"/>
                      </a:cubicBezTo>
                      <a:cubicBezTo>
                        <a:pt x="25908" y="5620"/>
                        <a:pt x="26003" y="5715"/>
                        <a:pt x="26098" y="5905"/>
                      </a:cubicBezTo>
                      <a:cubicBezTo>
                        <a:pt x="27146" y="4286"/>
                        <a:pt x="28861" y="3143"/>
                        <a:pt x="31051" y="2286"/>
                      </a:cubicBezTo>
                      <a:cubicBezTo>
                        <a:pt x="33052" y="1619"/>
                        <a:pt x="35052" y="1048"/>
                        <a:pt x="37052" y="286"/>
                      </a:cubicBezTo>
                      <a:cubicBezTo>
                        <a:pt x="37624" y="95"/>
                        <a:pt x="38290" y="0"/>
                        <a:pt x="38767" y="0"/>
                      </a:cubicBezTo>
                      <a:cubicBezTo>
                        <a:pt x="39719" y="0"/>
                        <a:pt x="40862" y="381"/>
                        <a:pt x="42291" y="1048"/>
                      </a:cubicBezTo>
                      <a:cubicBezTo>
                        <a:pt x="43720" y="1714"/>
                        <a:pt x="44958" y="2096"/>
                        <a:pt x="45815" y="2096"/>
                      </a:cubicBezTo>
                      <a:cubicBezTo>
                        <a:pt x="46196" y="2096"/>
                        <a:pt x="46577" y="2096"/>
                        <a:pt x="46958" y="1905"/>
                      </a:cubicBezTo>
                      <a:cubicBezTo>
                        <a:pt x="47339" y="2572"/>
                        <a:pt x="48006" y="3143"/>
                        <a:pt x="48958" y="3429"/>
                      </a:cubicBezTo>
                      <a:cubicBezTo>
                        <a:pt x="50197" y="3810"/>
                        <a:pt x="51054" y="4096"/>
                        <a:pt x="51340" y="4477"/>
                      </a:cubicBezTo>
                      <a:cubicBezTo>
                        <a:pt x="53149" y="4572"/>
                        <a:pt x="54864" y="7049"/>
                        <a:pt x="56293" y="11621"/>
                      </a:cubicBezTo>
                      <a:cubicBezTo>
                        <a:pt x="56293" y="12287"/>
                        <a:pt x="55817" y="13145"/>
                        <a:pt x="54864" y="14192"/>
                      </a:cubicBezTo>
                      <a:cubicBezTo>
                        <a:pt x="53911" y="15240"/>
                        <a:pt x="53530" y="16193"/>
                        <a:pt x="53626" y="16954"/>
                      </a:cubicBezTo>
                      <a:cubicBezTo>
                        <a:pt x="53054" y="16954"/>
                        <a:pt x="52769" y="16954"/>
                        <a:pt x="52673" y="17621"/>
                      </a:cubicBezTo>
                      <a:cubicBezTo>
                        <a:pt x="52673" y="18383"/>
                        <a:pt x="52483" y="18764"/>
                        <a:pt x="52292" y="18860"/>
                      </a:cubicBezTo>
                      <a:cubicBezTo>
                        <a:pt x="50768" y="19526"/>
                        <a:pt x="49721" y="19907"/>
                        <a:pt x="49149" y="19907"/>
                      </a:cubicBezTo>
                      <a:cubicBezTo>
                        <a:pt x="48292" y="19907"/>
                        <a:pt x="47434" y="19431"/>
                        <a:pt x="46673" y="18288"/>
                      </a:cubicBezTo>
                      <a:cubicBezTo>
                        <a:pt x="46673" y="17431"/>
                        <a:pt x="46101" y="16764"/>
                        <a:pt x="45053" y="16288"/>
                      </a:cubicBezTo>
                      <a:cubicBezTo>
                        <a:pt x="43910" y="15907"/>
                        <a:pt x="43148" y="15335"/>
                        <a:pt x="42958" y="14764"/>
                      </a:cubicBezTo>
                      <a:cubicBezTo>
                        <a:pt x="42672" y="14764"/>
                        <a:pt x="41719" y="14383"/>
                        <a:pt x="40386" y="13811"/>
                      </a:cubicBezTo>
                      <a:cubicBezTo>
                        <a:pt x="39338" y="13430"/>
                        <a:pt x="38386" y="13145"/>
                        <a:pt x="37814" y="13145"/>
                      </a:cubicBezTo>
                      <a:cubicBezTo>
                        <a:pt x="36862" y="13145"/>
                        <a:pt x="36100" y="13526"/>
                        <a:pt x="35433" y="14478"/>
                      </a:cubicBezTo>
                      <a:cubicBezTo>
                        <a:pt x="35147" y="14478"/>
                        <a:pt x="35052" y="14478"/>
                        <a:pt x="34861" y="14478"/>
                      </a:cubicBezTo>
                      <a:cubicBezTo>
                        <a:pt x="34480" y="14478"/>
                        <a:pt x="33719" y="14954"/>
                        <a:pt x="32861" y="15716"/>
                      </a:cubicBezTo>
                      <a:cubicBezTo>
                        <a:pt x="33147" y="16193"/>
                        <a:pt x="33242" y="16669"/>
                        <a:pt x="33242" y="17050"/>
                      </a:cubicBezTo>
                      <a:cubicBezTo>
                        <a:pt x="33242" y="17526"/>
                        <a:pt x="32861" y="17907"/>
                        <a:pt x="32099" y="18383"/>
                      </a:cubicBezTo>
                      <a:cubicBezTo>
                        <a:pt x="31337" y="18764"/>
                        <a:pt x="30956" y="19145"/>
                        <a:pt x="30956" y="19526"/>
                      </a:cubicBezTo>
                      <a:cubicBezTo>
                        <a:pt x="30956" y="19812"/>
                        <a:pt x="31242" y="20288"/>
                        <a:pt x="31528" y="20860"/>
                      </a:cubicBezTo>
                      <a:cubicBezTo>
                        <a:pt x="33814" y="24194"/>
                        <a:pt x="37243" y="26765"/>
                        <a:pt x="41910" y="28385"/>
                      </a:cubicBezTo>
                      <a:cubicBezTo>
                        <a:pt x="42577" y="28575"/>
                        <a:pt x="43434" y="29051"/>
                        <a:pt x="44482" y="29909"/>
                      </a:cubicBezTo>
                      <a:cubicBezTo>
                        <a:pt x="45529" y="30861"/>
                        <a:pt x="46577" y="31337"/>
                        <a:pt x="47244" y="31433"/>
                      </a:cubicBezTo>
                      <a:cubicBezTo>
                        <a:pt x="48006" y="31433"/>
                        <a:pt x="49054" y="32195"/>
                        <a:pt x="50387" y="33242"/>
                      </a:cubicBezTo>
                      <a:cubicBezTo>
                        <a:pt x="51625" y="34385"/>
                        <a:pt x="52769" y="34766"/>
                        <a:pt x="53816" y="34671"/>
                      </a:cubicBezTo>
                      <a:cubicBezTo>
                        <a:pt x="53816" y="35243"/>
                        <a:pt x="53816" y="35528"/>
                        <a:pt x="54007" y="35528"/>
                      </a:cubicBezTo>
                      <a:cubicBezTo>
                        <a:pt x="54483" y="35528"/>
                        <a:pt x="54864" y="35909"/>
                        <a:pt x="55054" y="36671"/>
                      </a:cubicBezTo>
                      <a:cubicBezTo>
                        <a:pt x="55340" y="37338"/>
                        <a:pt x="55721" y="37624"/>
                        <a:pt x="56198" y="37529"/>
                      </a:cubicBezTo>
                      <a:cubicBezTo>
                        <a:pt x="56293" y="37910"/>
                        <a:pt x="57055" y="39053"/>
                        <a:pt x="58388" y="40862"/>
                      </a:cubicBezTo>
                      <a:cubicBezTo>
                        <a:pt x="59341" y="42482"/>
                        <a:pt x="59817" y="43815"/>
                        <a:pt x="59817" y="45053"/>
                      </a:cubicBezTo>
                      <a:cubicBezTo>
                        <a:pt x="60007" y="45339"/>
                        <a:pt x="60198" y="45720"/>
                        <a:pt x="60198" y="46006"/>
                      </a:cubicBezTo>
                      <a:cubicBezTo>
                        <a:pt x="60198" y="46292"/>
                        <a:pt x="60007" y="46577"/>
                        <a:pt x="59817" y="46958"/>
                      </a:cubicBezTo>
                      <a:cubicBezTo>
                        <a:pt x="59531" y="47435"/>
                        <a:pt x="59341" y="47720"/>
                        <a:pt x="59341" y="47911"/>
                      </a:cubicBezTo>
                      <a:cubicBezTo>
                        <a:pt x="59341" y="48196"/>
                        <a:pt x="59531" y="48482"/>
                        <a:pt x="60007" y="48863"/>
                      </a:cubicBezTo>
                      <a:close/>
                      <a:moveTo>
                        <a:pt x="13716" y="50768"/>
                      </a:moveTo>
                      <a:lnTo>
                        <a:pt x="15621" y="50102"/>
                      </a:lnTo>
                      <a:lnTo>
                        <a:pt x="14764" y="50102"/>
                      </a:lnTo>
                      <a:lnTo>
                        <a:pt x="13811" y="50768"/>
                      </a:lnTo>
                      <a:close/>
                      <a:moveTo>
                        <a:pt x="14288" y="58769"/>
                      </a:moveTo>
                      <a:lnTo>
                        <a:pt x="14669" y="58769"/>
                      </a:lnTo>
                      <a:lnTo>
                        <a:pt x="15335" y="59246"/>
                      </a:lnTo>
                      <a:lnTo>
                        <a:pt x="14288" y="58769"/>
                      </a:lnTo>
                      <a:close/>
                      <a:moveTo>
                        <a:pt x="16859" y="63055"/>
                      </a:moveTo>
                      <a:cubicBezTo>
                        <a:pt x="16764" y="62389"/>
                        <a:pt x="16859" y="61913"/>
                        <a:pt x="17431" y="61436"/>
                      </a:cubicBezTo>
                      <a:lnTo>
                        <a:pt x="17335" y="61436"/>
                      </a:lnTo>
                      <a:cubicBezTo>
                        <a:pt x="17335" y="61436"/>
                        <a:pt x="17431" y="61913"/>
                        <a:pt x="17717" y="62103"/>
                      </a:cubicBezTo>
                      <a:cubicBezTo>
                        <a:pt x="17907" y="62389"/>
                        <a:pt x="18098" y="62484"/>
                        <a:pt x="18098" y="62675"/>
                      </a:cubicBezTo>
                      <a:cubicBezTo>
                        <a:pt x="18098" y="62865"/>
                        <a:pt x="18002" y="62960"/>
                        <a:pt x="17812" y="63055"/>
                      </a:cubicBezTo>
                      <a:lnTo>
                        <a:pt x="16859" y="63055"/>
                      </a:lnTo>
                      <a:close/>
                      <a:moveTo>
                        <a:pt x="17621" y="61151"/>
                      </a:moveTo>
                      <a:cubicBezTo>
                        <a:pt x="17621" y="61151"/>
                        <a:pt x="17431" y="61341"/>
                        <a:pt x="17431" y="61436"/>
                      </a:cubicBezTo>
                      <a:cubicBezTo>
                        <a:pt x="17431" y="61436"/>
                        <a:pt x="17431" y="61341"/>
                        <a:pt x="17621" y="61151"/>
                      </a:cubicBezTo>
                      <a:close/>
                      <a:moveTo>
                        <a:pt x="17812" y="59531"/>
                      </a:moveTo>
                      <a:cubicBezTo>
                        <a:pt x="17812" y="59531"/>
                        <a:pt x="18288" y="59627"/>
                        <a:pt x="18478" y="60008"/>
                      </a:cubicBezTo>
                      <a:cubicBezTo>
                        <a:pt x="18764" y="60293"/>
                        <a:pt x="18955" y="60388"/>
                        <a:pt x="18955" y="60484"/>
                      </a:cubicBezTo>
                      <a:cubicBezTo>
                        <a:pt x="18669" y="60484"/>
                        <a:pt x="18193" y="60770"/>
                        <a:pt x="17621" y="61151"/>
                      </a:cubicBezTo>
                      <a:cubicBezTo>
                        <a:pt x="18002" y="60579"/>
                        <a:pt x="18098" y="60103"/>
                        <a:pt x="17812" y="59531"/>
                      </a:cubicBezTo>
                      <a:close/>
                      <a:moveTo>
                        <a:pt x="19717" y="52578"/>
                      </a:moveTo>
                      <a:lnTo>
                        <a:pt x="19717" y="51911"/>
                      </a:lnTo>
                      <a:lnTo>
                        <a:pt x="17812" y="50959"/>
                      </a:lnTo>
                      <a:lnTo>
                        <a:pt x="19717" y="52578"/>
                      </a:lnTo>
                      <a:close/>
                      <a:moveTo>
                        <a:pt x="21241" y="55054"/>
                      </a:moveTo>
                      <a:cubicBezTo>
                        <a:pt x="21241" y="55054"/>
                        <a:pt x="21431" y="55150"/>
                        <a:pt x="22098" y="55245"/>
                      </a:cubicBezTo>
                      <a:cubicBezTo>
                        <a:pt x="22384" y="55340"/>
                        <a:pt x="22669" y="55245"/>
                        <a:pt x="22860" y="54769"/>
                      </a:cubicBezTo>
                      <a:cubicBezTo>
                        <a:pt x="22193" y="54578"/>
                        <a:pt x="21717" y="54674"/>
                        <a:pt x="21336" y="55054"/>
                      </a:cubicBezTo>
                      <a:cubicBezTo>
                        <a:pt x="21146" y="55054"/>
                        <a:pt x="21050" y="55150"/>
                        <a:pt x="21050" y="55340"/>
                      </a:cubicBezTo>
                      <a:lnTo>
                        <a:pt x="20383" y="55912"/>
                      </a:lnTo>
                      <a:lnTo>
                        <a:pt x="21050" y="55912"/>
                      </a:lnTo>
                      <a:cubicBezTo>
                        <a:pt x="21050" y="55912"/>
                        <a:pt x="21050" y="55436"/>
                        <a:pt x="21050" y="55340"/>
                      </a:cubicBezTo>
                      <a:lnTo>
                        <a:pt x="21336" y="55054"/>
                      </a:lnTo>
                      <a:close/>
                      <a:moveTo>
                        <a:pt x="21622" y="24098"/>
                      </a:moveTo>
                      <a:cubicBezTo>
                        <a:pt x="21622" y="24098"/>
                        <a:pt x="22003" y="23622"/>
                        <a:pt x="21812" y="23336"/>
                      </a:cubicBezTo>
                      <a:lnTo>
                        <a:pt x="22098" y="22765"/>
                      </a:lnTo>
                      <a:cubicBezTo>
                        <a:pt x="22098" y="22765"/>
                        <a:pt x="21526" y="22288"/>
                        <a:pt x="21241" y="22098"/>
                      </a:cubicBezTo>
                      <a:cubicBezTo>
                        <a:pt x="20860" y="21908"/>
                        <a:pt x="20669" y="21812"/>
                        <a:pt x="20479" y="21812"/>
                      </a:cubicBezTo>
                      <a:cubicBezTo>
                        <a:pt x="21336" y="22193"/>
                        <a:pt x="21812" y="22765"/>
                        <a:pt x="21812" y="23241"/>
                      </a:cubicBezTo>
                      <a:lnTo>
                        <a:pt x="21622" y="24003"/>
                      </a:lnTo>
                      <a:close/>
                      <a:moveTo>
                        <a:pt x="27242" y="19336"/>
                      </a:moveTo>
                      <a:lnTo>
                        <a:pt x="27242" y="19050"/>
                      </a:lnTo>
                      <a:cubicBezTo>
                        <a:pt x="27051" y="17717"/>
                        <a:pt x="26003" y="17050"/>
                        <a:pt x="24289" y="17050"/>
                      </a:cubicBezTo>
                      <a:cubicBezTo>
                        <a:pt x="22860" y="17050"/>
                        <a:pt x="21812" y="17431"/>
                        <a:pt x="20955" y="18193"/>
                      </a:cubicBezTo>
                      <a:cubicBezTo>
                        <a:pt x="21241" y="18193"/>
                        <a:pt x="21526" y="18860"/>
                        <a:pt x="21812" y="19812"/>
                      </a:cubicBezTo>
                      <a:cubicBezTo>
                        <a:pt x="22098" y="20764"/>
                        <a:pt x="22669" y="21146"/>
                        <a:pt x="23431" y="20955"/>
                      </a:cubicBezTo>
                      <a:lnTo>
                        <a:pt x="23431" y="20764"/>
                      </a:lnTo>
                      <a:cubicBezTo>
                        <a:pt x="23431" y="20764"/>
                        <a:pt x="23813" y="20003"/>
                        <a:pt x="24003" y="18955"/>
                      </a:cubicBezTo>
                      <a:cubicBezTo>
                        <a:pt x="24194" y="18193"/>
                        <a:pt x="24479" y="17717"/>
                        <a:pt x="24955" y="17717"/>
                      </a:cubicBezTo>
                      <a:cubicBezTo>
                        <a:pt x="25146" y="17717"/>
                        <a:pt x="25432" y="17717"/>
                        <a:pt x="25717" y="17907"/>
                      </a:cubicBezTo>
                      <a:lnTo>
                        <a:pt x="25717" y="18574"/>
                      </a:lnTo>
                      <a:cubicBezTo>
                        <a:pt x="25717" y="18574"/>
                        <a:pt x="26003" y="18479"/>
                        <a:pt x="26098" y="18479"/>
                      </a:cubicBezTo>
                      <a:cubicBezTo>
                        <a:pt x="26194" y="18479"/>
                        <a:pt x="26575" y="18860"/>
                        <a:pt x="27242" y="19526"/>
                      </a:cubicBezTo>
                      <a:close/>
                      <a:moveTo>
                        <a:pt x="22098" y="45434"/>
                      </a:moveTo>
                      <a:cubicBezTo>
                        <a:pt x="21622" y="45434"/>
                        <a:pt x="21336" y="45339"/>
                        <a:pt x="21146" y="45149"/>
                      </a:cubicBezTo>
                      <a:lnTo>
                        <a:pt x="21812" y="46006"/>
                      </a:lnTo>
                      <a:cubicBezTo>
                        <a:pt x="21812" y="46006"/>
                        <a:pt x="22193" y="45625"/>
                        <a:pt x="22098" y="45339"/>
                      </a:cubicBezTo>
                      <a:close/>
                      <a:moveTo>
                        <a:pt x="22765" y="20193"/>
                      </a:moveTo>
                      <a:lnTo>
                        <a:pt x="22479" y="19907"/>
                      </a:lnTo>
                      <a:lnTo>
                        <a:pt x="23146" y="19907"/>
                      </a:lnTo>
                      <a:cubicBezTo>
                        <a:pt x="23146" y="19907"/>
                        <a:pt x="22955" y="20003"/>
                        <a:pt x="22669" y="20193"/>
                      </a:cubicBezTo>
                      <a:close/>
                      <a:moveTo>
                        <a:pt x="23241" y="19907"/>
                      </a:moveTo>
                      <a:cubicBezTo>
                        <a:pt x="23241" y="19907"/>
                        <a:pt x="23431" y="19812"/>
                        <a:pt x="23431" y="19907"/>
                      </a:cubicBezTo>
                      <a:lnTo>
                        <a:pt x="23241" y="19907"/>
                      </a:lnTo>
                      <a:close/>
                      <a:moveTo>
                        <a:pt x="23813" y="60008"/>
                      </a:moveTo>
                      <a:lnTo>
                        <a:pt x="24479" y="59341"/>
                      </a:lnTo>
                      <a:cubicBezTo>
                        <a:pt x="24479" y="59341"/>
                        <a:pt x="24003" y="58960"/>
                        <a:pt x="23813" y="58960"/>
                      </a:cubicBezTo>
                      <a:lnTo>
                        <a:pt x="23813" y="60008"/>
                      </a:lnTo>
                      <a:close/>
                      <a:moveTo>
                        <a:pt x="24860" y="21050"/>
                      </a:moveTo>
                      <a:cubicBezTo>
                        <a:pt x="24860" y="21050"/>
                        <a:pt x="24860" y="20384"/>
                        <a:pt x="24479" y="19907"/>
                      </a:cubicBezTo>
                      <a:lnTo>
                        <a:pt x="24479" y="21431"/>
                      </a:lnTo>
                      <a:lnTo>
                        <a:pt x="24860" y="21050"/>
                      </a:lnTo>
                      <a:close/>
                      <a:moveTo>
                        <a:pt x="26098" y="65246"/>
                      </a:moveTo>
                      <a:lnTo>
                        <a:pt x="25813" y="64961"/>
                      </a:lnTo>
                      <a:lnTo>
                        <a:pt x="26479" y="64961"/>
                      </a:lnTo>
                      <a:cubicBezTo>
                        <a:pt x="26479" y="64961"/>
                        <a:pt x="26003" y="65246"/>
                        <a:pt x="26098" y="65246"/>
                      </a:cubicBezTo>
                      <a:close/>
                      <a:moveTo>
                        <a:pt x="34099" y="58484"/>
                      </a:moveTo>
                      <a:lnTo>
                        <a:pt x="34385" y="58007"/>
                      </a:lnTo>
                      <a:lnTo>
                        <a:pt x="34099" y="57150"/>
                      </a:lnTo>
                      <a:lnTo>
                        <a:pt x="34099" y="58484"/>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 name="Google Shape;1586;p99"/>
                <p:cNvSpPr/>
                <p:nvPr/>
              </p:nvSpPr>
              <p:spPr>
                <a:xfrm>
                  <a:off x="3316985" y="4340637"/>
                  <a:ext cx="50387" cy="66198"/>
                </a:xfrm>
                <a:custGeom>
                  <a:avLst/>
                  <a:gdLst/>
                  <a:ahLst/>
                  <a:cxnLst/>
                  <a:rect l="l" t="t" r="r" b="b"/>
                  <a:pathLst>
                    <a:path w="50387" h="66198" extrusionOk="0">
                      <a:moveTo>
                        <a:pt x="44386" y="52864"/>
                      </a:moveTo>
                      <a:cubicBezTo>
                        <a:pt x="45530" y="53530"/>
                        <a:pt x="46006" y="54769"/>
                        <a:pt x="46196" y="56388"/>
                      </a:cubicBezTo>
                      <a:cubicBezTo>
                        <a:pt x="46196" y="57817"/>
                        <a:pt x="46196" y="59246"/>
                        <a:pt x="46196" y="60579"/>
                      </a:cubicBezTo>
                      <a:cubicBezTo>
                        <a:pt x="46196" y="61341"/>
                        <a:pt x="46387" y="62008"/>
                        <a:pt x="46577" y="62484"/>
                      </a:cubicBezTo>
                      <a:cubicBezTo>
                        <a:pt x="45053" y="64961"/>
                        <a:pt x="42481" y="66199"/>
                        <a:pt x="38957" y="66199"/>
                      </a:cubicBezTo>
                      <a:cubicBezTo>
                        <a:pt x="37910" y="66199"/>
                        <a:pt x="36290" y="66104"/>
                        <a:pt x="34100" y="65913"/>
                      </a:cubicBezTo>
                      <a:cubicBezTo>
                        <a:pt x="31909" y="65722"/>
                        <a:pt x="30194" y="65532"/>
                        <a:pt x="29147" y="65532"/>
                      </a:cubicBezTo>
                      <a:cubicBezTo>
                        <a:pt x="28003" y="65532"/>
                        <a:pt x="26956" y="65532"/>
                        <a:pt x="26098" y="65722"/>
                      </a:cubicBezTo>
                      <a:lnTo>
                        <a:pt x="7430" y="65722"/>
                      </a:lnTo>
                      <a:lnTo>
                        <a:pt x="7430" y="65532"/>
                      </a:lnTo>
                      <a:cubicBezTo>
                        <a:pt x="6763" y="65151"/>
                        <a:pt x="5620" y="65056"/>
                        <a:pt x="4001" y="65342"/>
                      </a:cubicBezTo>
                      <a:cubicBezTo>
                        <a:pt x="2381" y="65532"/>
                        <a:pt x="1143" y="65342"/>
                        <a:pt x="286" y="64865"/>
                      </a:cubicBezTo>
                      <a:cubicBezTo>
                        <a:pt x="476" y="57055"/>
                        <a:pt x="667" y="49340"/>
                        <a:pt x="667" y="41720"/>
                      </a:cubicBezTo>
                      <a:cubicBezTo>
                        <a:pt x="667" y="34100"/>
                        <a:pt x="476" y="26384"/>
                        <a:pt x="286" y="18669"/>
                      </a:cubicBezTo>
                      <a:cubicBezTo>
                        <a:pt x="572" y="18860"/>
                        <a:pt x="857" y="18860"/>
                        <a:pt x="952" y="18860"/>
                      </a:cubicBezTo>
                      <a:lnTo>
                        <a:pt x="1238" y="18669"/>
                      </a:lnTo>
                      <a:cubicBezTo>
                        <a:pt x="1238" y="18669"/>
                        <a:pt x="1238" y="18097"/>
                        <a:pt x="857" y="17907"/>
                      </a:cubicBezTo>
                      <a:cubicBezTo>
                        <a:pt x="476" y="17717"/>
                        <a:pt x="381" y="17621"/>
                        <a:pt x="381" y="17621"/>
                      </a:cubicBezTo>
                      <a:cubicBezTo>
                        <a:pt x="381" y="17526"/>
                        <a:pt x="476" y="17336"/>
                        <a:pt x="762" y="17050"/>
                      </a:cubicBezTo>
                      <a:cubicBezTo>
                        <a:pt x="762" y="17526"/>
                        <a:pt x="857" y="17812"/>
                        <a:pt x="1048" y="18002"/>
                      </a:cubicBezTo>
                      <a:cubicBezTo>
                        <a:pt x="1619" y="18002"/>
                        <a:pt x="1715" y="17621"/>
                        <a:pt x="1524" y="17050"/>
                      </a:cubicBezTo>
                      <a:cubicBezTo>
                        <a:pt x="1238" y="16478"/>
                        <a:pt x="1333" y="16193"/>
                        <a:pt x="1715" y="16002"/>
                      </a:cubicBezTo>
                      <a:cubicBezTo>
                        <a:pt x="1715" y="16193"/>
                        <a:pt x="1715" y="16193"/>
                        <a:pt x="1715" y="16383"/>
                      </a:cubicBezTo>
                      <a:cubicBezTo>
                        <a:pt x="1715" y="16574"/>
                        <a:pt x="1810" y="16859"/>
                        <a:pt x="2191" y="17050"/>
                      </a:cubicBezTo>
                      <a:cubicBezTo>
                        <a:pt x="2477" y="17240"/>
                        <a:pt x="2667" y="17431"/>
                        <a:pt x="2762" y="17526"/>
                      </a:cubicBezTo>
                      <a:lnTo>
                        <a:pt x="4096" y="17336"/>
                      </a:lnTo>
                      <a:lnTo>
                        <a:pt x="2762" y="16478"/>
                      </a:lnTo>
                      <a:lnTo>
                        <a:pt x="4096" y="15812"/>
                      </a:lnTo>
                      <a:cubicBezTo>
                        <a:pt x="4096" y="15812"/>
                        <a:pt x="3715" y="15430"/>
                        <a:pt x="3143" y="14859"/>
                      </a:cubicBezTo>
                      <a:cubicBezTo>
                        <a:pt x="2667" y="14478"/>
                        <a:pt x="2286" y="14288"/>
                        <a:pt x="2096" y="14288"/>
                      </a:cubicBezTo>
                      <a:cubicBezTo>
                        <a:pt x="1810" y="14288"/>
                        <a:pt x="1524" y="14573"/>
                        <a:pt x="1238" y="14954"/>
                      </a:cubicBezTo>
                      <a:cubicBezTo>
                        <a:pt x="857" y="14764"/>
                        <a:pt x="667" y="14573"/>
                        <a:pt x="667" y="14288"/>
                      </a:cubicBezTo>
                      <a:cubicBezTo>
                        <a:pt x="667" y="14288"/>
                        <a:pt x="952" y="14002"/>
                        <a:pt x="1333" y="13621"/>
                      </a:cubicBezTo>
                      <a:cubicBezTo>
                        <a:pt x="1810" y="13240"/>
                        <a:pt x="1905" y="12954"/>
                        <a:pt x="1905" y="12668"/>
                      </a:cubicBezTo>
                      <a:lnTo>
                        <a:pt x="2572" y="13335"/>
                      </a:lnTo>
                      <a:lnTo>
                        <a:pt x="2953" y="12859"/>
                      </a:lnTo>
                      <a:cubicBezTo>
                        <a:pt x="2953" y="12859"/>
                        <a:pt x="3334" y="13145"/>
                        <a:pt x="3524" y="13145"/>
                      </a:cubicBezTo>
                      <a:cubicBezTo>
                        <a:pt x="3810" y="13145"/>
                        <a:pt x="4191" y="13049"/>
                        <a:pt x="4858" y="12763"/>
                      </a:cubicBezTo>
                      <a:cubicBezTo>
                        <a:pt x="5429" y="12478"/>
                        <a:pt x="5906" y="12383"/>
                        <a:pt x="6096" y="12383"/>
                      </a:cubicBezTo>
                      <a:cubicBezTo>
                        <a:pt x="6382" y="12383"/>
                        <a:pt x="6668" y="12478"/>
                        <a:pt x="6953" y="12763"/>
                      </a:cubicBezTo>
                      <a:lnTo>
                        <a:pt x="7334" y="12573"/>
                      </a:lnTo>
                      <a:cubicBezTo>
                        <a:pt x="7334" y="12097"/>
                        <a:pt x="6953" y="11716"/>
                        <a:pt x="6382" y="11525"/>
                      </a:cubicBezTo>
                      <a:cubicBezTo>
                        <a:pt x="5810" y="11240"/>
                        <a:pt x="5525" y="11144"/>
                        <a:pt x="5334" y="10954"/>
                      </a:cubicBezTo>
                      <a:cubicBezTo>
                        <a:pt x="4477" y="10954"/>
                        <a:pt x="3429" y="10954"/>
                        <a:pt x="2191" y="10954"/>
                      </a:cubicBezTo>
                      <a:cubicBezTo>
                        <a:pt x="2096" y="11240"/>
                        <a:pt x="1905" y="11335"/>
                        <a:pt x="1905" y="11335"/>
                      </a:cubicBezTo>
                      <a:cubicBezTo>
                        <a:pt x="1619" y="11240"/>
                        <a:pt x="1524" y="11049"/>
                        <a:pt x="1429" y="11049"/>
                      </a:cubicBezTo>
                      <a:cubicBezTo>
                        <a:pt x="1238" y="11049"/>
                        <a:pt x="1143" y="11049"/>
                        <a:pt x="1048" y="11144"/>
                      </a:cubicBezTo>
                      <a:lnTo>
                        <a:pt x="381" y="8668"/>
                      </a:lnTo>
                      <a:cubicBezTo>
                        <a:pt x="381" y="8668"/>
                        <a:pt x="1143" y="8477"/>
                        <a:pt x="1333" y="8287"/>
                      </a:cubicBezTo>
                      <a:cubicBezTo>
                        <a:pt x="1333" y="7811"/>
                        <a:pt x="1143" y="7620"/>
                        <a:pt x="667" y="7811"/>
                      </a:cubicBezTo>
                      <a:cubicBezTo>
                        <a:pt x="286" y="8001"/>
                        <a:pt x="95" y="8001"/>
                        <a:pt x="0" y="7620"/>
                      </a:cubicBezTo>
                      <a:lnTo>
                        <a:pt x="667" y="6953"/>
                      </a:lnTo>
                      <a:lnTo>
                        <a:pt x="1333" y="7620"/>
                      </a:lnTo>
                      <a:cubicBezTo>
                        <a:pt x="1333" y="7620"/>
                        <a:pt x="1619" y="6953"/>
                        <a:pt x="1619" y="6096"/>
                      </a:cubicBezTo>
                      <a:cubicBezTo>
                        <a:pt x="1619" y="6382"/>
                        <a:pt x="1810" y="6477"/>
                        <a:pt x="2000" y="6572"/>
                      </a:cubicBezTo>
                      <a:cubicBezTo>
                        <a:pt x="2381" y="6287"/>
                        <a:pt x="2667" y="6001"/>
                        <a:pt x="2667" y="5810"/>
                      </a:cubicBezTo>
                      <a:cubicBezTo>
                        <a:pt x="2667" y="5525"/>
                        <a:pt x="2286" y="5144"/>
                        <a:pt x="1619" y="4667"/>
                      </a:cubicBezTo>
                      <a:cubicBezTo>
                        <a:pt x="857" y="4096"/>
                        <a:pt x="476" y="3715"/>
                        <a:pt x="476" y="3238"/>
                      </a:cubicBezTo>
                      <a:cubicBezTo>
                        <a:pt x="476" y="2858"/>
                        <a:pt x="667" y="2477"/>
                        <a:pt x="1143" y="2000"/>
                      </a:cubicBezTo>
                      <a:lnTo>
                        <a:pt x="2667" y="381"/>
                      </a:lnTo>
                      <a:cubicBezTo>
                        <a:pt x="5429" y="95"/>
                        <a:pt x="8382" y="0"/>
                        <a:pt x="11525" y="0"/>
                      </a:cubicBezTo>
                      <a:cubicBezTo>
                        <a:pt x="14573" y="0"/>
                        <a:pt x="19050" y="95"/>
                        <a:pt x="25051" y="476"/>
                      </a:cubicBezTo>
                      <a:cubicBezTo>
                        <a:pt x="30956" y="857"/>
                        <a:pt x="35528" y="953"/>
                        <a:pt x="38576" y="953"/>
                      </a:cubicBezTo>
                      <a:cubicBezTo>
                        <a:pt x="40767" y="953"/>
                        <a:pt x="42863" y="953"/>
                        <a:pt x="44768" y="857"/>
                      </a:cubicBezTo>
                      <a:cubicBezTo>
                        <a:pt x="46006" y="1810"/>
                        <a:pt x="46577" y="3143"/>
                        <a:pt x="46577" y="4763"/>
                      </a:cubicBezTo>
                      <a:cubicBezTo>
                        <a:pt x="46577" y="5239"/>
                        <a:pt x="46577" y="6096"/>
                        <a:pt x="46292" y="7334"/>
                      </a:cubicBezTo>
                      <a:cubicBezTo>
                        <a:pt x="46196" y="8477"/>
                        <a:pt x="46101" y="9430"/>
                        <a:pt x="46101" y="10096"/>
                      </a:cubicBezTo>
                      <a:cubicBezTo>
                        <a:pt x="46101" y="10763"/>
                        <a:pt x="46101" y="11240"/>
                        <a:pt x="46292" y="11906"/>
                      </a:cubicBezTo>
                      <a:cubicBezTo>
                        <a:pt x="46292" y="12763"/>
                        <a:pt x="45720" y="13240"/>
                        <a:pt x="44672" y="13240"/>
                      </a:cubicBezTo>
                      <a:cubicBezTo>
                        <a:pt x="44577" y="13240"/>
                        <a:pt x="44291" y="13240"/>
                        <a:pt x="43815" y="13240"/>
                      </a:cubicBezTo>
                      <a:lnTo>
                        <a:pt x="42958" y="13240"/>
                      </a:lnTo>
                      <a:cubicBezTo>
                        <a:pt x="42386" y="13240"/>
                        <a:pt x="41910" y="13240"/>
                        <a:pt x="41529" y="13526"/>
                      </a:cubicBezTo>
                      <a:lnTo>
                        <a:pt x="39719" y="13526"/>
                      </a:lnTo>
                      <a:lnTo>
                        <a:pt x="39719" y="13240"/>
                      </a:lnTo>
                      <a:cubicBezTo>
                        <a:pt x="37243" y="13430"/>
                        <a:pt x="34385" y="13526"/>
                        <a:pt x="31242" y="13526"/>
                      </a:cubicBezTo>
                      <a:cubicBezTo>
                        <a:pt x="29337" y="13526"/>
                        <a:pt x="26480" y="13526"/>
                        <a:pt x="22669" y="13526"/>
                      </a:cubicBezTo>
                      <a:lnTo>
                        <a:pt x="14097" y="13526"/>
                      </a:lnTo>
                      <a:cubicBezTo>
                        <a:pt x="13716" y="14478"/>
                        <a:pt x="13526" y="15621"/>
                        <a:pt x="13526" y="16859"/>
                      </a:cubicBezTo>
                      <a:cubicBezTo>
                        <a:pt x="13526" y="17240"/>
                        <a:pt x="13526" y="17812"/>
                        <a:pt x="13621" y="18574"/>
                      </a:cubicBezTo>
                      <a:lnTo>
                        <a:pt x="13621" y="20384"/>
                      </a:lnTo>
                      <a:cubicBezTo>
                        <a:pt x="13621" y="21622"/>
                        <a:pt x="13430" y="22670"/>
                        <a:pt x="13144" y="23717"/>
                      </a:cubicBezTo>
                      <a:cubicBezTo>
                        <a:pt x="13335" y="24479"/>
                        <a:pt x="13430" y="25241"/>
                        <a:pt x="13621" y="26003"/>
                      </a:cubicBezTo>
                      <a:cubicBezTo>
                        <a:pt x="13906" y="26956"/>
                        <a:pt x="14383" y="27432"/>
                        <a:pt x="15050" y="27432"/>
                      </a:cubicBezTo>
                      <a:cubicBezTo>
                        <a:pt x="15240" y="27432"/>
                        <a:pt x="15431" y="27432"/>
                        <a:pt x="15621" y="27432"/>
                      </a:cubicBezTo>
                      <a:cubicBezTo>
                        <a:pt x="15811" y="27432"/>
                        <a:pt x="16002" y="27432"/>
                        <a:pt x="16193" y="27432"/>
                      </a:cubicBezTo>
                      <a:cubicBezTo>
                        <a:pt x="16478" y="27432"/>
                        <a:pt x="16764" y="27432"/>
                        <a:pt x="17240" y="27337"/>
                      </a:cubicBezTo>
                      <a:cubicBezTo>
                        <a:pt x="17717" y="27146"/>
                        <a:pt x="18002" y="27146"/>
                        <a:pt x="18098" y="27146"/>
                      </a:cubicBezTo>
                      <a:cubicBezTo>
                        <a:pt x="18574" y="27146"/>
                        <a:pt x="18860" y="27337"/>
                        <a:pt x="19145" y="27813"/>
                      </a:cubicBezTo>
                      <a:cubicBezTo>
                        <a:pt x="20574" y="27337"/>
                        <a:pt x="22289" y="27146"/>
                        <a:pt x="24289" y="27146"/>
                      </a:cubicBezTo>
                      <a:cubicBezTo>
                        <a:pt x="25241" y="27146"/>
                        <a:pt x="26670" y="27146"/>
                        <a:pt x="28575" y="27337"/>
                      </a:cubicBezTo>
                      <a:cubicBezTo>
                        <a:pt x="30480" y="27527"/>
                        <a:pt x="31814" y="27527"/>
                        <a:pt x="32766" y="27527"/>
                      </a:cubicBezTo>
                      <a:cubicBezTo>
                        <a:pt x="33719" y="27527"/>
                        <a:pt x="34576" y="27527"/>
                        <a:pt x="35433" y="27432"/>
                      </a:cubicBezTo>
                      <a:cubicBezTo>
                        <a:pt x="35814" y="28766"/>
                        <a:pt x="35909" y="30671"/>
                        <a:pt x="35909" y="33147"/>
                      </a:cubicBezTo>
                      <a:cubicBezTo>
                        <a:pt x="35909" y="35909"/>
                        <a:pt x="35909" y="37814"/>
                        <a:pt x="36100" y="38862"/>
                      </a:cubicBezTo>
                      <a:cubicBezTo>
                        <a:pt x="34957" y="39719"/>
                        <a:pt x="33433" y="40100"/>
                        <a:pt x="31432" y="40100"/>
                      </a:cubicBezTo>
                      <a:cubicBezTo>
                        <a:pt x="30671" y="40100"/>
                        <a:pt x="29337" y="40100"/>
                        <a:pt x="27718" y="39815"/>
                      </a:cubicBezTo>
                      <a:cubicBezTo>
                        <a:pt x="26003" y="39624"/>
                        <a:pt x="24765" y="39624"/>
                        <a:pt x="23908" y="39624"/>
                      </a:cubicBezTo>
                      <a:cubicBezTo>
                        <a:pt x="23051" y="39624"/>
                        <a:pt x="22289" y="39624"/>
                        <a:pt x="21622" y="39815"/>
                      </a:cubicBezTo>
                      <a:lnTo>
                        <a:pt x="21622" y="39338"/>
                      </a:lnTo>
                      <a:cubicBezTo>
                        <a:pt x="21622" y="39338"/>
                        <a:pt x="20384" y="39338"/>
                        <a:pt x="19050" y="39338"/>
                      </a:cubicBezTo>
                      <a:cubicBezTo>
                        <a:pt x="18193" y="39338"/>
                        <a:pt x="17431" y="39529"/>
                        <a:pt x="16573" y="39910"/>
                      </a:cubicBezTo>
                      <a:cubicBezTo>
                        <a:pt x="16383" y="39719"/>
                        <a:pt x="16002" y="39624"/>
                        <a:pt x="15526" y="39624"/>
                      </a:cubicBezTo>
                      <a:lnTo>
                        <a:pt x="14383" y="39624"/>
                      </a:lnTo>
                      <a:cubicBezTo>
                        <a:pt x="13526" y="39910"/>
                        <a:pt x="13144" y="40577"/>
                        <a:pt x="13144" y="41624"/>
                      </a:cubicBezTo>
                      <a:cubicBezTo>
                        <a:pt x="13144" y="42386"/>
                        <a:pt x="13240" y="42958"/>
                        <a:pt x="13621" y="43339"/>
                      </a:cubicBezTo>
                      <a:cubicBezTo>
                        <a:pt x="12382" y="42958"/>
                        <a:pt x="11335" y="43339"/>
                        <a:pt x="10382" y="44196"/>
                      </a:cubicBezTo>
                      <a:lnTo>
                        <a:pt x="12478" y="43815"/>
                      </a:lnTo>
                      <a:lnTo>
                        <a:pt x="12192" y="44196"/>
                      </a:lnTo>
                      <a:cubicBezTo>
                        <a:pt x="12192" y="44196"/>
                        <a:pt x="12478" y="44577"/>
                        <a:pt x="12573" y="44577"/>
                      </a:cubicBezTo>
                      <a:cubicBezTo>
                        <a:pt x="12478" y="44577"/>
                        <a:pt x="12764" y="44291"/>
                        <a:pt x="13526" y="43815"/>
                      </a:cubicBezTo>
                      <a:cubicBezTo>
                        <a:pt x="13526" y="43529"/>
                        <a:pt x="13526" y="45149"/>
                        <a:pt x="13430" y="48578"/>
                      </a:cubicBezTo>
                      <a:cubicBezTo>
                        <a:pt x="13430" y="50483"/>
                        <a:pt x="13716" y="52007"/>
                        <a:pt x="14383" y="53054"/>
                      </a:cubicBezTo>
                      <a:cubicBezTo>
                        <a:pt x="16478" y="53340"/>
                        <a:pt x="18574" y="53435"/>
                        <a:pt x="20765" y="53435"/>
                      </a:cubicBezTo>
                      <a:cubicBezTo>
                        <a:pt x="22479" y="53435"/>
                        <a:pt x="24956" y="53435"/>
                        <a:pt x="28194" y="53150"/>
                      </a:cubicBezTo>
                      <a:cubicBezTo>
                        <a:pt x="31432" y="52959"/>
                        <a:pt x="33814" y="52769"/>
                        <a:pt x="35528" y="52769"/>
                      </a:cubicBezTo>
                      <a:cubicBezTo>
                        <a:pt x="38005" y="52769"/>
                        <a:pt x="40291" y="52959"/>
                        <a:pt x="42386" y="53340"/>
                      </a:cubicBezTo>
                      <a:cubicBezTo>
                        <a:pt x="42767" y="52388"/>
                        <a:pt x="43529" y="52292"/>
                        <a:pt x="44672" y="53054"/>
                      </a:cubicBezTo>
                      <a:close/>
                      <a:moveTo>
                        <a:pt x="2191" y="11811"/>
                      </a:moveTo>
                      <a:lnTo>
                        <a:pt x="2667" y="12478"/>
                      </a:lnTo>
                      <a:lnTo>
                        <a:pt x="2572" y="12478"/>
                      </a:lnTo>
                      <a:cubicBezTo>
                        <a:pt x="2572" y="12478"/>
                        <a:pt x="2286" y="12192"/>
                        <a:pt x="2191" y="11811"/>
                      </a:cubicBezTo>
                      <a:close/>
                      <a:moveTo>
                        <a:pt x="18955" y="35147"/>
                      </a:moveTo>
                      <a:lnTo>
                        <a:pt x="18002" y="35147"/>
                      </a:lnTo>
                      <a:cubicBezTo>
                        <a:pt x="18002" y="35147"/>
                        <a:pt x="18478" y="35528"/>
                        <a:pt x="18955" y="35147"/>
                      </a:cubicBezTo>
                      <a:lnTo>
                        <a:pt x="19336" y="35147"/>
                      </a:lnTo>
                      <a:cubicBezTo>
                        <a:pt x="19336" y="35147"/>
                        <a:pt x="19431" y="35528"/>
                        <a:pt x="19431" y="35719"/>
                      </a:cubicBezTo>
                      <a:lnTo>
                        <a:pt x="20574" y="35147"/>
                      </a:lnTo>
                      <a:cubicBezTo>
                        <a:pt x="20574" y="35147"/>
                        <a:pt x="20955" y="35624"/>
                        <a:pt x="20955" y="35719"/>
                      </a:cubicBezTo>
                      <a:lnTo>
                        <a:pt x="22193" y="35719"/>
                      </a:lnTo>
                      <a:lnTo>
                        <a:pt x="22193" y="35147"/>
                      </a:lnTo>
                      <a:lnTo>
                        <a:pt x="19240" y="35147"/>
                      </a:lnTo>
                      <a:cubicBezTo>
                        <a:pt x="19240" y="35147"/>
                        <a:pt x="18955" y="35147"/>
                        <a:pt x="18860" y="35147"/>
                      </a:cubicBezTo>
                      <a:close/>
                      <a:moveTo>
                        <a:pt x="34861" y="4382"/>
                      </a:moveTo>
                      <a:lnTo>
                        <a:pt x="34195" y="4001"/>
                      </a:lnTo>
                      <a:lnTo>
                        <a:pt x="34861" y="5334"/>
                      </a:lnTo>
                      <a:lnTo>
                        <a:pt x="34861" y="4382"/>
                      </a:lnTo>
                      <a:close/>
                      <a:moveTo>
                        <a:pt x="50006" y="57245"/>
                      </a:moveTo>
                      <a:lnTo>
                        <a:pt x="50387" y="57245"/>
                      </a:lnTo>
                      <a:lnTo>
                        <a:pt x="49435" y="57817"/>
                      </a:lnTo>
                      <a:lnTo>
                        <a:pt x="50102" y="57245"/>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 name="Google Shape;1587;p99"/>
                <p:cNvSpPr/>
                <p:nvPr/>
              </p:nvSpPr>
              <p:spPr>
                <a:xfrm>
                  <a:off x="3367467" y="4340960"/>
                  <a:ext cx="44005" cy="65971"/>
                </a:xfrm>
                <a:custGeom>
                  <a:avLst/>
                  <a:gdLst/>
                  <a:ahLst/>
                  <a:cxnLst/>
                  <a:rect l="l" t="t" r="r" b="b"/>
                  <a:pathLst>
                    <a:path w="44005" h="65971" extrusionOk="0">
                      <a:moveTo>
                        <a:pt x="43434" y="2250"/>
                      </a:moveTo>
                      <a:lnTo>
                        <a:pt x="44006" y="13775"/>
                      </a:lnTo>
                      <a:cubicBezTo>
                        <a:pt x="42672" y="14251"/>
                        <a:pt x="40767" y="14346"/>
                        <a:pt x="38481" y="14156"/>
                      </a:cubicBezTo>
                      <a:cubicBezTo>
                        <a:pt x="35719" y="13870"/>
                        <a:pt x="33909" y="13775"/>
                        <a:pt x="33052" y="13870"/>
                      </a:cubicBezTo>
                      <a:cubicBezTo>
                        <a:pt x="31147" y="14156"/>
                        <a:pt x="29528" y="15108"/>
                        <a:pt x="28385" y="16632"/>
                      </a:cubicBezTo>
                      <a:cubicBezTo>
                        <a:pt x="28480" y="17013"/>
                        <a:pt x="28480" y="17394"/>
                        <a:pt x="28480" y="17870"/>
                      </a:cubicBezTo>
                      <a:cubicBezTo>
                        <a:pt x="28480" y="18347"/>
                        <a:pt x="28480" y="19013"/>
                        <a:pt x="28194" y="19776"/>
                      </a:cubicBezTo>
                      <a:cubicBezTo>
                        <a:pt x="28099" y="20633"/>
                        <a:pt x="27908" y="21300"/>
                        <a:pt x="27908" y="21680"/>
                      </a:cubicBezTo>
                      <a:cubicBezTo>
                        <a:pt x="27908" y="22347"/>
                        <a:pt x="28004" y="22919"/>
                        <a:pt x="28289" y="23585"/>
                      </a:cubicBezTo>
                      <a:cubicBezTo>
                        <a:pt x="28385" y="23967"/>
                        <a:pt x="28575" y="24157"/>
                        <a:pt x="28575" y="24443"/>
                      </a:cubicBezTo>
                      <a:cubicBezTo>
                        <a:pt x="28575" y="24824"/>
                        <a:pt x="28480" y="25300"/>
                        <a:pt x="28194" y="25776"/>
                      </a:cubicBezTo>
                      <a:cubicBezTo>
                        <a:pt x="28004" y="26252"/>
                        <a:pt x="27908" y="26634"/>
                        <a:pt x="27908" y="26824"/>
                      </a:cubicBezTo>
                      <a:cubicBezTo>
                        <a:pt x="27908" y="27205"/>
                        <a:pt x="28004" y="27491"/>
                        <a:pt x="28385" y="27776"/>
                      </a:cubicBezTo>
                      <a:lnTo>
                        <a:pt x="28099" y="31491"/>
                      </a:lnTo>
                      <a:cubicBezTo>
                        <a:pt x="28099" y="31491"/>
                        <a:pt x="27718" y="30729"/>
                        <a:pt x="27146" y="30634"/>
                      </a:cubicBezTo>
                      <a:cubicBezTo>
                        <a:pt x="26384" y="30443"/>
                        <a:pt x="26003" y="30253"/>
                        <a:pt x="25908" y="30253"/>
                      </a:cubicBezTo>
                      <a:cubicBezTo>
                        <a:pt x="25718" y="30443"/>
                        <a:pt x="25527" y="30634"/>
                        <a:pt x="25622" y="30825"/>
                      </a:cubicBezTo>
                      <a:cubicBezTo>
                        <a:pt x="25622" y="31110"/>
                        <a:pt x="25622" y="31301"/>
                        <a:pt x="25527" y="31586"/>
                      </a:cubicBezTo>
                      <a:cubicBezTo>
                        <a:pt x="25908" y="31491"/>
                        <a:pt x="26099" y="31301"/>
                        <a:pt x="26384" y="31301"/>
                      </a:cubicBezTo>
                      <a:cubicBezTo>
                        <a:pt x="26765" y="31301"/>
                        <a:pt x="27051" y="31777"/>
                        <a:pt x="27242" y="32539"/>
                      </a:cubicBezTo>
                      <a:cubicBezTo>
                        <a:pt x="27432" y="33587"/>
                        <a:pt x="27623" y="34158"/>
                        <a:pt x="27813" y="34349"/>
                      </a:cubicBezTo>
                      <a:lnTo>
                        <a:pt x="27337" y="34349"/>
                      </a:lnTo>
                      <a:cubicBezTo>
                        <a:pt x="28004" y="36159"/>
                        <a:pt x="28385" y="38635"/>
                        <a:pt x="28385" y="41874"/>
                      </a:cubicBezTo>
                      <a:cubicBezTo>
                        <a:pt x="28385" y="44445"/>
                        <a:pt x="28385" y="47112"/>
                        <a:pt x="28385" y="49684"/>
                      </a:cubicBezTo>
                      <a:cubicBezTo>
                        <a:pt x="28385" y="51113"/>
                        <a:pt x="28575" y="52542"/>
                        <a:pt x="28670" y="53780"/>
                      </a:cubicBezTo>
                      <a:cubicBezTo>
                        <a:pt x="28670" y="53780"/>
                        <a:pt x="28956" y="53780"/>
                        <a:pt x="29337" y="54066"/>
                      </a:cubicBezTo>
                      <a:cubicBezTo>
                        <a:pt x="29718" y="54256"/>
                        <a:pt x="30004" y="54351"/>
                        <a:pt x="30290" y="54256"/>
                      </a:cubicBezTo>
                      <a:cubicBezTo>
                        <a:pt x="29908" y="55018"/>
                        <a:pt x="29623" y="57113"/>
                        <a:pt x="29528" y="60543"/>
                      </a:cubicBezTo>
                      <a:cubicBezTo>
                        <a:pt x="29528" y="62352"/>
                        <a:pt x="28861" y="63686"/>
                        <a:pt x="27813" y="64448"/>
                      </a:cubicBezTo>
                      <a:cubicBezTo>
                        <a:pt x="27908" y="64448"/>
                        <a:pt x="28099" y="64829"/>
                        <a:pt x="28099" y="65305"/>
                      </a:cubicBezTo>
                      <a:cubicBezTo>
                        <a:pt x="27432" y="65305"/>
                        <a:pt x="25622" y="65305"/>
                        <a:pt x="22479" y="65305"/>
                      </a:cubicBezTo>
                      <a:cubicBezTo>
                        <a:pt x="20193" y="65305"/>
                        <a:pt x="18383" y="65495"/>
                        <a:pt x="17050" y="65972"/>
                      </a:cubicBezTo>
                      <a:cubicBezTo>
                        <a:pt x="15907" y="65019"/>
                        <a:pt x="15240" y="63495"/>
                        <a:pt x="15240" y="61590"/>
                      </a:cubicBezTo>
                      <a:cubicBezTo>
                        <a:pt x="15240" y="59971"/>
                        <a:pt x="15335" y="58256"/>
                        <a:pt x="15335" y="56542"/>
                      </a:cubicBezTo>
                      <a:cubicBezTo>
                        <a:pt x="15621" y="50255"/>
                        <a:pt x="15716" y="43683"/>
                        <a:pt x="15716" y="36920"/>
                      </a:cubicBezTo>
                      <a:cubicBezTo>
                        <a:pt x="15716" y="30158"/>
                        <a:pt x="15526" y="23204"/>
                        <a:pt x="15335" y="15966"/>
                      </a:cubicBezTo>
                      <a:cubicBezTo>
                        <a:pt x="15050" y="14822"/>
                        <a:pt x="14097" y="14251"/>
                        <a:pt x="12764" y="14251"/>
                      </a:cubicBezTo>
                      <a:cubicBezTo>
                        <a:pt x="12478" y="14251"/>
                        <a:pt x="12097" y="14251"/>
                        <a:pt x="11621" y="14251"/>
                      </a:cubicBezTo>
                      <a:lnTo>
                        <a:pt x="10573" y="14251"/>
                      </a:lnTo>
                      <a:cubicBezTo>
                        <a:pt x="9906" y="14251"/>
                        <a:pt x="9335" y="14156"/>
                        <a:pt x="8858" y="13870"/>
                      </a:cubicBezTo>
                      <a:cubicBezTo>
                        <a:pt x="9335" y="13870"/>
                        <a:pt x="7715" y="13870"/>
                        <a:pt x="4001" y="13870"/>
                      </a:cubicBezTo>
                      <a:cubicBezTo>
                        <a:pt x="2286" y="13870"/>
                        <a:pt x="953" y="13489"/>
                        <a:pt x="0" y="12536"/>
                      </a:cubicBezTo>
                      <a:lnTo>
                        <a:pt x="0" y="1106"/>
                      </a:lnTo>
                      <a:cubicBezTo>
                        <a:pt x="0" y="1106"/>
                        <a:pt x="572" y="1583"/>
                        <a:pt x="953" y="1583"/>
                      </a:cubicBezTo>
                      <a:cubicBezTo>
                        <a:pt x="1524" y="1583"/>
                        <a:pt x="2191" y="1106"/>
                        <a:pt x="2858" y="344"/>
                      </a:cubicBezTo>
                      <a:cubicBezTo>
                        <a:pt x="6191" y="154"/>
                        <a:pt x="11144" y="59"/>
                        <a:pt x="17621" y="249"/>
                      </a:cubicBezTo>
                      <a:cubicBezTo>
                        <a:pt x="24098" y="440"/>
                        <a:pt x="29051" y="344"/>
                        <a:pt x="32576" y="59"/>
                      </a:cubicBezTo>
                      <a:cubicBezTo>
                        <a:pt x="32766" y="440"/>
                        <a:pt x="32957" y="535"/>
                        <a:pt x="33338" y="535"/>
                      </a:cubicBezTo>
                      <a:cubicBezTo>
                        <a:pt x="33623" y="535"/>
                        <a:pt x="33909" y="535"/>
                        <a:pt x="34195" y="344"/>
                      </a:cubicBezTo>
                      <a:cubicBezTo>
                        <a:pt x="34576" y="154"/>
                        <a:pt x="34862" y="59"/>
                        <a:pt x="35052" y="59"/>
                      </a:cubicBezTo>
                      <a:cubicBezTo>
                        <a:pt x="35719" y="440"/>
                        <a:pt x="37338" y="440"/>
                        <a:pt x="40196" y="59"/>
                      </a:cubicBezTo>
                      <a:cubicBezTo>
                        <a:pt x="42291" y="-227"/>
                        <a:pt x="43339" y="535"/>
                        <a:pt x="43529" y="2250"/>
                      </a:cubicBezTo>
                      <a:close/>
                      <a:moveTo>
                        <a:pt x="6953" y="4821"/>
                      </a:moveTo>
                      <a:cubicBezTo>
                        <a:pt x="7430" y="3964"/>
                        <a:pt x="8192" y="3488"/>
                        <a:pt x="9049" y="3488"/>
                      </a:cubicBezTo>
                      <a:cubicBezTo>
                        <a:pt x="9430" y="3488"/>
                        <a:pt x="9906" y="3678"/>
                        <a:pt x="10668" y="3774"/>
                      </a:cubicBezTo>
                      <a:cubicBezTo>
                        <a:pt x="11430" y="3964"/>
                        <a:pt x="12002" y="3964"/>
                        <a:pt x="12383" y="3964"/>
                      </a:cubicBezTo>
                      <a:cubicBezTo>
                        <a:pt x="12764" y="3964"/>
                        <a:pt x="13240" y="3964"/>
                        <a:pt x="13621" y="3869"/>
                      </a:cubicBezTo>
                      <a:lnTo>
                        <a:pt x="12287" y="2535"/>
                      </a:lnTo>
                      <a:cubicBezTo>
                        <a:pt x="11811" y="2535"/>
                        <a:pt x="11621" y="2345"/>
                        <a:pt x="11621" y="1964"/>
                      </a:cubicBezTo>
                      <a:cubicBezTo>
                        <a:pt x="11716" y="1392"/>
                        <a:pt x="11716" y="1106"/>
                        <a:pt x="11621" y="1011"/>
                      </a:cubicBezTo>
                      <a:cubicBezTo>
                        <a:pt x="11430" y="1392"/>
                        <a:pt x="11240" y="1487"/>
                        <a:pt x="11049" y="1583"/>
                      </a:cubicBezTo>
                      <a:cubicBezTo>
                        <a:pt x="10954" y="1583"/>
                        <a:pt x="10763" y="1583"/>
                        <a:pt x="10668" y="1583"/>
                      </a:cubicBezTo>
                      <a:cubicBezTo>
                        <a:pt x="10668" y="1583"/>
                        <a:pt x="10668" y="1964"/>
                        <a:pt x="10668" y="2345"/>
                      </a:cubicBezTo>
                      <a:cubicBezTo>
                        <a:pt x="10001" y="2821"/>
                        <a:pt x="9144" y="3011"/>
                        <a:pt x="8096" y="3107"/>
                      </a:cubicBezTo>
                      <a:cubicBezTo>
                        <a:pt x="6858" y="3297"/>
                        <a:pt x="6096" y="3393"/>
                        <a:pt x="5620" y="3488"/>
                      </a:cubicBezTo>
                      <a:lnTo>
                        <a:pt x="7239" y="3488"/>
                      </a:lnTo>
                      <a:cubicBezTo>
                        <a:pt x="6953" y="3964"/>
                        <a:pt x="6668" y="4345"/>
                        <a:pt x="6287" y="4440"/>
                      </a:cubicBezTo>
                      <a:cubicBezTo>
                        <a:pt x="6287" y="4440"/>
                        <a:pt x="6287" y="4440"/>
                        <a:pt x="6287" y="4440"/>
                      </a:cubicBezTo>
                      <a:cubicBezTo>
                        <a:pt x="6287" y="4440"/>
                        <a:pt x="6001" y="4535"/>
                        <a:pt x="5906" y="4726"/>
                      </a:cubicBezTo>
                      <a:cubicBezTo>
                        <a:pt x="5620" y="4726"/>
                        <a:pt x="5334" y="4917"/>
                        <a:pt x="5144" y="4917"/>
                      </a:cubicBezTo>
                      <a:cubicBezTo>
                        <a:pt x="4953" y="4821"/>
                        <a:pt x="4667" y="4821"/>
                        <a:pt x="4286" y="4917"/>
                      </a:cubicBezTo>
                      <a:cubicBezTo>
                        <a:pt x="3143" y="4821"/>
                        <a:pt x="2381" y="4821"/>
                        <a:pt x="1905" y="4917"/>
                      </a:cubicBezTo>
                      <a:lnTo>
                        <a:pt x="1905" y="4440"/>
                      </a:lnTo>
                      <a:lnTo>
                        <a:pt x="953" y="5583"/>
                      </a:lnTo>
                      <a:cubicBezTo>
                        <a:pt x="953" y="5583"/>
                        <a:pt x="1524" y="5774"/>
                        <a:pt x="1905" y="5774"/>
                      </a:cubicBezTo>
                      <a:cubicBezTo>
                        <a:pt x="1905" y="5774"/>
                        <a:pt x="2858" y="5488"/>
                        <a:pt x="4382" y="4917"/>
                      </a:cubicBezTo>
                      <a:lnTo>
                        <a:pt x="5239" y="4917"/>
                      </a:lnTo>
                      <a:cubicBezTo>
                        <a:pt x="5239" y="4917"/>
                        <a:pt x="5620" y="5202"/>
                        <a:pt x="5715" y="5393"/>
                      </a:cubicBezTo>
                      <a:cubicBezTo>
                        <a:pt x="5810" y="5583"/>
                        <a:pt x="5906" y="5774"/>
                        <a:pt x="6001" y="6059"/>
                      </a:cubicBezTo>
                      <a:cubicBezTo>
                        <a:pt x="6001" y="5869"/>
                        <a:pt x="5810" y="5678"/>
                        <a:pt x="5715" y="5488"/>
                      </a:cubicBezTo>
                      <a:cubicBezTo>
                        <a:pt x="5715" y="5202"/>
                        <a:pt x="5810" y="4917"/>
                        <a:pt x="6001" y="4821"/>
                      </a:cubicBezTo>
                      <a:cubicBezTo>
                        <a:pt x="6001" y="4821"/>
                        <a:pt x="6287" y="4821"/>
                        <a:pt x="6382" y="4631"/>
                      </a:cubicBezTo>
                      <a:cubicBezTo>
                        <a:pt x="6763" y="5202"/>
                        <a:pt x="6953" y="5583"/>
                        <a:pt x="6953" y="5678"/>
                      </a:cubicBezTo>
                      <a:lnTo>
                        <a:pt x="9144" y="5297"/>
                      </a:lnTo>
                      <a:lnTo>
                        <a:pt x="6953" y="5012"/>
                      </a:lnTo>
                      <a:close/>
                      <a:moveTo>
                        <a:pt x="5334" y="8536"/>
                      </a:moveTo>
                      <a:lnTo>
                        <a:pt x="6572" y="7869"/>
                      </a:lnTo>
                      <a:lnTo>
                        <a:pt x="5906" y="7869"/>
                      </a:lnTo>
                      <a:lnTo>
                        <a:pt x="5239" y="8536"/>
                      </a:lnTo>
                      <a:close/>
                      <a:moveTo>
                        <a:pt x="15431" y="2250"/>
                      </a:moveTo>
                      <a:lnTo>
                        <a:pt x="16383" y="1202"/>
                      </a:lnTo>
                      <a:cubicBezTo>
                        <a:pt x="16383" y="1202"/>
                        <a:pt x="15716" y="1011"/>
                        <a:pt x="15145" y="726"/>
                      </a:cubicBezTo>
                      <a:lnTo>
                        <a:pt x="14097" y="2345"/>
                      </a:lnTo>
                      <a:lnTo>
                        <a:pt x="12954" y="1678"/>
                      </a:lnTo>
                      <a:lnTo>
                        <a:pt x="14478" y="3202"/>
                      </a:lnTo>
                      <a:cubicBezTo>
                        <a:pt x="14478" y="2154"/>
                        <a:pt x="14669" y="1487"/>
                        <a:pt x="15145" y="1202"/>
                      </a:cubicBezTo>
                      <a:cubicBezTo>
                        <a:pt x="15240" y="1297"/>
                        <a:pt x="15431" y="1678"/>
                        <a:pt x="15431" y="2250"/>
                      </a:cubicBezTo>
                      <a:close/>
                      <a:moveTo>
                        <a:pt x="18574" y="35016"/>
                      </a:moveTo>
                      <a:cubicBezTo>
                        <a:pt x="19526" y="35016"/>
                        <a:pt x="20003" y="35016"/>
                        <a:pt x="19907" y="34825"/>
                      </a:cubicBezTo>
                      <a:cubicBezTo>
                        <a:pt x="19622" y="34730"/>
                        <a:pt x="19241" y="34825"/>
                        <a:pt x="18574" y="35016"/>
                      </a:cubicBezTo>
                      <a:cubicBezTo>
                        <a:pt x="18383" y="34920"/>
                        <a:pt x="18098" y="34920"/>
                        <a:pt x="17907" y="35016"/>
                      </a:cubicBezTo>
                      <a:cubicBezTo>
                        <a:pt x="18193" y="35016"/>
                        <a:pt x="18383" y="35016"/>
                        <a:pt x="18574" y="35016"/>
                      </a:cubicBezTo>
                      <a:close/>
                      <a:moveTo>
                        <a:pt x="27146" y="33682"/>
                      </a:moveTo>
                      <a:cubicBezTo>
                        <a:pt x="26575" y="33301"/>
                        <a:pt x="25622" y="33110"/>
                        <a:pt x="24575" y="33110"/>
                      </a:cubicBezTo>
                      <a:cubicBezTo>
                        <a:pt x="23241" y="33110"/>
                        <a:pt x="22289" y="33015"/>
                        <a:pt x="21812" y="32825"/>
                      </a:cubicBezTo>
                      <a:lnTo>
                        <a:pt x="24003" y="34158"/>
                      </a:lnTo>
                      <a:cubicBezTo>
                        <a:pt x="24003" y="34158"/>
                        <a:pt x="23622" y="34444"/>
                        <a:pt x="23622" y="34825"/>
                      </a:cubicBezTo>
                      <a:lnTo>
                        <a:pt x="24194" y="34825"/>
                      </a:lnTo>
                      <a:cubicBezTo>
                        <a:pt x="24194" y="34825"/>
                        <a:pt x="24575" y="35016"/>
                        <a:pt x="24575" y="35111"/>
                      </a:cubicBezTo>
                      <a:cubicBezTo>
                        <a:pt x="24575" y="35111"/>
                        <a:pt x="24479" y="35301"/>
                        <a:pt x="24289" y="35587"/>
                      </a:cubicBezTo>
                      <a:cubicBezTo>
                        <a:pt x="24194" y="35873"/>
                        <a:pt x="24098" y="36063"/>
                        <a:pt x="24194" y="36349"/>
                      </a:cubicBezTo>
                      <a:lnTo>
                        <a:pt x="25527" y="36349"/>
                      </a:lnTo>
                      <a:cubicBezTo>
                        <a:pt x="24860" y="35682"/>
                        <a:pt x="24575" y="35206"/>
                        <a:pt x="24575" y="34920"/>
                      </a:cubicBezTo>
                      <a:cubicBezTo>
                        <a:pt x="24575" y="34730"/>
                        <a:pt x="24765" y="34539"/>
                        <a:pt x="25051" y="34444"/>
                      </a:cubicBezTo>
                      <a:cubicBezTo>
                        <a:pt x="25337" y="34349"/>
                        <a:pt x="25718" y="34158"/>
                        <a:pt x="26194" y="33968"/>
                      </a:cubicBezTo>
                      <a:cubicBezTo>
                        <a:pt x="26575" y="33968"/>
                        <a:pt x="26956" y="33968"/>
                        <a:pt x="27242" y="34444"/>
                      </a:cubicBezTo>
                      <a:lnTo>
                        <a:pt x="27242" y="33777"/>
                      </a:lnTo>
                      <a:close/>
                      <a:moveTo>
                        <a:pt x="23908" y="28062"/>
                      </a:moveTo>
                      <a:cubicBezTo>
                        <a:pt x="23908" y="28062"/>
                        <a:pt x="24765" y="28729"/>
                        <a:pt x="25241" y="28729"/>
                      </a:cubicBezTo>
                      <a:cubicBezTo>
                        <a:pt x="26099" y="28729"/>
                        <a:pt x="26765" y="28443"/>
                        <a:pt x="27337" y="27872"/>
                      </a:cubicBezTo>
                      <a:lnTo>
                        <a:pt x="26099" y="27491"/>
                      </a:lnTo>
                      <a:cubicBezTo>
                        <a:pt x="26099" y="28062"/>
                        <a:pt x="25908" y="28443"/>
                        <a:pt x="25718" y="28443"/>
                      </a:cubicBezTo>
                      <a:cubicBezTo>
                        <a:pt x="25718" y="28443"/>
                        <a:pt x="25432" y="28253"/>
                        <a:pt x="24956" y="27872"/>
                      </a:cubicBezTo>
                      <a:cubicBezTo>
                        <a:pt x="24575" y="27491"/>
                        <a:pt x="24194" y="27300"/>
                        <a:pt x="23813" y="27491"/>
                      </a:cubicBezTo>
                      <a:lnTo>
                        <a:pt x="23813" y="28062"/>
                      </a:lnTo>
                      <a:close/>
                      <a:moveTo>
                        <a:pt x="26956" y="35777"/>
                      </a:moveTo>
                      <a:lnTo>
                        <a:pt x="26956" y="35777"/>
                      </a:lnTo>
                      <a:lnTo>
                        <a:pt x="25527" y="34730"/>
                      </a:lnTo>
                      <a:cubicBezTo>
                        <a:pt x="25337" y="35206"/>
                        <a:pt x="25527" y="35587"/>
                        <a:pt x="26003" y="35587"/>
                      </a:cubicBezTo>
                      <a:cubicBezTo>
                        <a:pt x="26384" y="35587"/>
                        <a:pt x="26670" y="35777"/>
                        <a:pt x="26956" y="35777"/>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 name="Google Shape;1588;p99"/>
                <p:cNvSpPr/>
                <p:nvPr/>
              </p:nvSpPr>
              <p:spPr>
                <a:xfrm>
                  <a:off x="3400710" y="4340351"/>
                  <a:ext cx="61055" cy="65817"/>
                </a:xfrm>
                <a:custGeom>
                  <a:avLst/>
                  <a:gdLst/>
                  <a:ahLst/>
                  <a:cxnLst/>
                  <a:rect l="l" t="t" r="r" b="b"/>
                  <a:pathLst>
                    <a:path w="61055" h="65817" extrusionOk="0">
                      <a:moveTo>
                        <a:pt x="953" y="45625"/>
                      </a:moveTo>
                      <a:cubicBezTo>
                        <a:pt x="953" y="46196"/>
                        <a:pt x="953" y="46482"/>
                        <a:pt x="1238" y="46482"/>
                      </a:cubicBezTo>
                      <a:cubicBezTo>
                        <a:pt x="1238" y="46482"/>
                        <a:pt x="1333" y="46482"/>
                        <a:pt x="1524" y="46387"/>
                      </a:cubicBezTo>
                      <a:cubicBezTo>
                        <a:pt x="1715" y="46387"/>
                        <a:pt x="1905" y="46387"/>
                        <a:pt x="1905" y="46387"/>
                      </a:cubicBezTo>
                      <a:cubicBezTo>
                        <a:pt x="2096" y="46387"/>
                        <a:pt x="2191" y="46482"/>
                        <a:pt x="2191" y="46672"/>
                      </a:cubicBezTo>
                      <a:cubicBezTo>
                        <a:pt x="953" y="46672"/>
                        <a:pt x="191" y="46672"/>
                        <a:pt x="0" y="46387"/>
                      </a:cubicBezTo>
                      <a:lnTo>
                        <a:pt x="857" y="45720"/>
                      </a:lnTo>
                      <a:close/>
                      <a:moveTo>
                        <a:pt x="2191" y="53912"/>
                      </a:moveTo>
                      <a:cubicBezTo>
                        <a:pt x="2191" y="53912"/>
                        <a:pt x="2572" y="53530"/>
                        <a:pt x="2858" y="53530"/>
                      </a:cubicBezTo>
                      <a:lnTo>
                        <a:pt x="3715" y="53530"/>
                      </a:lnTo>
                      <a:cubicBezTo>
                        <a:pt x="3715" y="53530"/>
                        <a:pt x="3429" y="53912"/>
                        <a:pt x="3048" y="53912"/>
                      </a:cubicBezTo>
                      <a:lnTo>
                        <a:pt x="2191" y="53912"/>
                      </a:lnTo>
                      <a:close/>
                      <a:moveTo>
                        <a:pt x="4953" y="58198"/>
                      </a:moveTo>
                      <a:lnTo>
                        <a:pt x="4953" y="57341"/>
                      </a:lnTo>
                      <a:lnTo>
                        <a:pt x="5620" y="57341"/>
                      </a:lnTo>
                      <a:lnTo>
                        <a:pt x="4953" y="58198"/>
                      </a:lnTo>
                      <a:close/>
                      <a:moveTo>
                        <a:pt x="8477" y="52769"/>
                      </a:moveTo>
                      <a:cubicBezTo>
                        <a:pt x="8477" y="52769"/>
                        <a:pt x="9144" y="52959"/>
                        <a:pt x="9716" y="53435"/>
                      </a:cubicBezTo>
                      <a:lnTo>
                        <a:pt x="9430" y="53816"/>
                      </a:lnTo>
                      <a:lnTo>
                        <a:pt x="8477" y="52673"/>
                      </a:lnTo>
                      <a:close/>
                      <a:moveTo>
                        <a:pt x="9716" y="58198"/>
                      </a:moveTo>
                      <a:cubicBezTo>
                        <a:pt x="9716" y="58198"/>
                        <a:pt x="10096" y="58007"/>
                        <a:pt x="10192" y="57721"/>
                      </a:cubicBezTo>
                      <a:cubicBezTo>
                        <a:pt x="10382" y="57531"/>
                        <a:pt x="10573" y="57341"/>
                        <a:pt x="10763" y="57341"/>
                      </a:cubicBezTo>
                      <a:cubicBezTo>
                        <a:pt x="10763" y="57626"/>
                        <a:pt x="10668" y="57817"/>
                        <a:pt x="10382" y="58198"/>
                      </a:cubicBezTo>
                      <a:lnTo>
                        <a:pt x="9716" y="58198"/>
                      </a:lnTo>
                      <a:close/>
                      <a:moveTo>
                        <a:pt x="11240" y="50959"/>
                      </a:moveTo>
                      <a:lnTo>
                        <a:pt x="11049" y="51626"/>
                      </a:lnTo>
                      <a:lnTo>
                        <a:pt x="10192" y="51626"/>
                      </a:lnTo>
                      <a:cubicBezTo>
                        <a:pt x="10382" y="50959"/>
                        <a:pt x="10573" y="50578"/>
                        <a:pt x="10858" y="50578"/>
                      </a:cubicBezTo>
                      <a:cubicBezTo>
                        <a:pt x="11049" y="50578"/>
                        <a:pt x="11240" y="50768"/>
                        <a:pt x="11335" y="50959"/>
                      </a:cubicBezTo>
                      <a:close/>
                      <a:moveTo>
                        <a:pt x="12573" y="45339"/>
                      </a:moveTo>
                      <a:lnTo>
                        <a:pt x="12573" y="46006"/>
                      </a:lnTo>
                      <a:lnTo>
                        <a:pt x="11240" y="44958"/>
                      </a:lnTo>
                      <a:cubicBezTo>
                        <a:pt x="11240" y="44958"/>
                        <a:pt x="12001" y="44958"/>
                        <a:pt x="12573" y="45339"/>
                      </a:cubicBezTo>
                      <a:close/>
                      <a:moveTo>
                        <a:pt x="11240" y="54864"/>
                      </a:moveTo>
                      <a:cubicBezTo>
                        <a:pt x="11240" y="54864"/>
                        <a:pt x="11906" y="55150"/>
                        <a:pt x="11906" y="55721"/>
                      </a:cubicBezTo>
                      <a:lnTo>
                        <a:pt x="11240" y="55721"/>
                      </a:lnTo>
                      <a:lnTo>
                        <a:pt x="11240" y="54864"/>
                      </a:lnTo>
                      <a:close/>
                      <a:moveTo>
                        <a:pt x="12763" y="61817"/>
                      </a:moveTo>
                      <a:lnTo>
                        <a:pt x="12478" y="61436"/>
                      </a:lnTo>
                      <a:lnTo>
                        <a:pt x="13716" y="60674"/>
                      </a:lnTo>
                      <a:lnTo>
                        <a:pt x="12668" y="61722"/>
                      </a:lnTo>
                      <a:close/>
                      <a:moveTo>
                        <a:pt x="60770" y="48863"/>
                      </a:moveTo>
                      <a:lnTo>
                        <a:pt x="57912" y="49244"/>
                      </a:lnTo>
                      <a:cubicBezTo>
                        <a:pt x="57912" y="49244"/>
                        <a:pt x="57817" y="49435"/>
                        <a:pt x="57817" y="49435"/>
                      </a:cubicBezTo>
                      <a:cubicBezTo>
                        <a:pt x="57817" y="49625"/>
                        <a:pt x="58103" y="49816"/>
                        <a:pt x="58483" y="50102"/>
                      </a:cubicBezTo>
                      <a:cubicBezTo>
                        <a:pt x="58960" y="50387"/>
                        <a:pt x="59150" y="50578"/>
                        <a:pt x="59150" y="50959"/>
                      </a:cubicBezTo>
                      <a:lnTo>
                        <a:pt x="59817" y="50959"/>
                      </a:lnTo>
                      <a:cubicBezTo>
                        <a:pt x="59531" y="52673"/>
                        <a:pt x="59246" y="54388"/>
                        <a:pt x="58960" y="56007"/>
                      </a:cubicBezTo>
                      <a:cubicBezTo>
                        <a:pt x="58483" y="57817"/>
                        <a:pt x="57436" y="58960"/>
                        <a:pt x="55817" y="59531"/>
                      </a:cubicBezTo>
                      <a:cubicBezTo>
                        <a:pt x="55531" y="58579"/>
                        <a:pt x="54959" y="58293"/>
                        <a:pt x="53816" y="58674"/>
                      </a:cubicBezTo>
                      <a:lnTo>
                        <a:pt x="53530" y="58864"/>
                      </a:lnTo>
                      <a:lnTo>
                        <a:pt x="54769" y="60198"/>
                      </a:lnTo>
                      <a:cubicBezTo>
                        <a:pt x="54292" y="60008"/>
                        <a:pt x="53721" y="59817"/>
                        <a:pt x="53150" y="59246"/>
                      </a:cubicBezTo>
                      <a:cubicBezTo>
                        <a:pt x="52483" y="58674"/>
                        <a:pt x="52102" y="58484"/>
                        <a:pt x="51721" y="58484"/>
                      </a:cubicBezTo>
                      <a:cubicBezTo>
                        <a:pt x="51340" y="58484"/>
                        <a:pt x="50863" y="58674"/>
                        <a:pt x="50387" y="59150"/>
                      </a:cubicBezTo>
                      <a:lnTo>
                        <a:pt x="51530" y="59150"/>
                      </a:lnTo>
                      <a:lnTo>
                        <a:pt x="51245" y="59531"/>
                      </a:lnTo>
                      <a:cubicBezTo>
                        <a:pt x="51911" y="59817"/>
                        <a:pt x="52769" y="60293"/>
                        <a:pt x="53721" y="61151"/>
                      </a:cubicBezTo>
                      <a:lnTo>
                        <a:pt x="51435" y="62103"/>
                      </a:lnTo>
                      <a:lnTo>
                        <a:pt x="51816" y="62294"/>
                      </a:lnTo>
                      <a:cubicBezTo>
                        <a:pt x="51816" y="62294"/>
                        <a:pt x="50863" y="62770"/>
                        <a:pt x="49244" y="63437"/>
                      </a:cubicBezTo>
                      <a:cubicBezTo>
                        <a:pt x="48387" y="63722"/>
                        <a:pt x="47530" y="63913"/>
                        <a:pt x="46768" y="63913"/>
                      </a:cubicBezTo>
                      <a:cubicBezTo>
                        <a:pt x="46387" y="63913"/>
                        <a:pt x="46006" y="63913"/>
                        <a:pt x="45529" y="63913"/>
                      </a:cubicBezTo>
                      <a:cubicBezTo>
                        <a:pt x="45244" y="64675"/>
                        <a:pt x="45149" y="65151"/>
                        <a:pt x="45244" y="65437"/>
                      </a:cubicBezTo>
                      <a:lnTo>
                        <a:pt x="32861" y="65818"/>
                      </a:lnTo>
                      <a:cubicBezTo>
                        <a:pt x="31909" y="64865"/>
                        <a:pt x="30290" y="64103"/>
                        <a:pt x="28194" y="63437"/>
                      </a:cubicBezTo>
                      <a:cubicBezTo>
                        <a:pt x="25813" y="62770"/>
                        <a:pt x="24384" y="62198"/>
                        <a:pt x="23717" y="61817"/>
                      </a:cubicBezTo>
                      <a:cubicBezTo>
                        <a:pt x="23432" y="61436"/>
                        <a:pt x="22955" y="61151"/>
                        <a:pt x="22288" y="61055"/>
                      </a:cubicBezTo>
                      <a:cubicBezTo>
                        <a:pt x="21526" y="60865"/>
                        <a:pt x="20955" y="60674"/>
                        <a:pt x="20288" y="60579"/>
                      </a:cubicBezTo>
                      <a:lnTo>
                        <a:pt x="21241" y="59627"/>
                      </a:lnTo>
                      <a:lnTo>
                        <a:pt x="20003" y="58293"/>
                      </a:lnTo>
                      <a:lnTo>
                        <a:pt x="19717" y="59246"/>
                      </a:lnTo>
                      <a:cubicBezTo>
                        <a:pt x="18574" y="58960"/>
                        <a:pt x="18002" y="58103"/>
                        <a:pt x="17907" y="56579"/>
                      </a:cubicBezTo>
                      <a:cubicBezTo>
                        <a:pt x="17907" y="55150"/>
                        <a:pt x="17145" y="54578"/>
                        <a:pt x="15716" y="54578"/>
                      </a:cubicBezTo>
                      <a:lnTo>
                        <a:pt x="14573" y="54578"/>
                      </a:lnTo>
                      <a:cubicBezTo>
                        <a:pt x="15526" y="54578"/>
                        <a:pt x="16002" y="53912"/>
                        <a:pt x="16002" y="52959"/>
                      </a:cubicBezTo>
                      <a:cubicBezTo>
                        <a:pt x="16002" y="52673"/>
                        <a:pt x="16002" y="52388"/>
                        <a:pt x="15812" y="52102"/>
                      </a:cubicBezTo>
                      <a:cubicBezTo>
                        <a:pt x="15621" y="51816"/>
                        <a:pt x="15050" y="51530"/>
                        <a:pt x="14097" y="51149"/>
                      </a:cubicBezTo>
                      <a:lnTo>
                        <a:pt x="13811" y="51435"/>
                      </a:lnTo>
                      <a:cubicBezTo>
                        <a:pt x="13811" y="51435"/>
                        <a:pt x="13716" y="51530"/>
                        <a:pt x="13525" y="51530"/>
                      </a:cubicBezTo>
                      <a:cubicBezTo>
                        <a:pt x="13430" y="51530"/>
                        <a:pt x="13240" y="51340"/>
                        <a:pt x="13145" y="50863"/>
                      </a:cubicBezTo>
                      <a:cubicBezTo>
                        <a:pt x="13145" y="50483"/>
                        <a:pt x="13145" y="50102"/>
                        <a:pt x="13145" y="49816"/>
                      </a:cubicBezTo>
                      <a:cubicBezTo>
                        <a:pt x="13716" y="49625"/>
                        <a:pt x="14478" y="49054"/>
                        <a:pt x="15621" y="48101"/>
                      </a:cubicBezTo>
                      <a:cubicBezTo>
                        <a:pt x="16574" y="47244"/>
                        <a:pt x="17431" y="46768"/>
                        <a:pt x="18097" y="46768"/>
                      </a:cubicBezTo>
                      <a:cubicBezTo>
                        <a:pt x="18479" y="46768"/>
                        <a:pt x="18764" y="46768"/>
                        <a:pt x="19145" y="47054"/>
                      </a:cubicBezTo>
                      <a:cubicBezTo>
                        <a:pt x="18955" y="46672"/>
                        <a:pt x="18859" y="46292"/>
                        <a:pt x="19145" y="46101"/>
                      </a:cubicBezTo>
                      <a:cubicBezTo>
                        <a:pt x="19336" y="45815"/>
                        <a:pt x="19145" y="45434"/>
                        <a:pt x="18669" y="44863"/>
                      </a:cubicBezTo>
                      <a:lnTo>
                        <a:pt x="21431" y="43529"/>
                      </a:lnTo>
                      <a:lnTo>
                        <a:pt x="20765" y="42672"/>
                      </a:lnTo>
                      <a:cubicBezTo>
                        <a:pt x="20765" y="42672"/>
                        <a:pt x="21908" y="42386"/>
                        <a:pt x="22955" y="41910"/>
                      </a:cubicBezTo>
                      <a:cubicBezTo>
                        <a:pt x="23908" y="41434"/>
                        <a:pt x="24575" y="41148"/>
                        <a:pt x="24860" y="41148"/>
                      </a:cubicBezTo>
                      <a:cubicBezTo>
                        <a:pt x="25432" y="41148"/>
                        <a:pt x="25717" y="41529"/>
                        <a:pt x="25908" y="42386"/>
                      </a:cubicBezTo>
                      <a:cubicBezTo>
                        <a:pt x="25717" y="44196"/>
                        <a:pt x="26384" y="45911"/>
                        <a:pt x="27813" y="47720"/>
                      </a:cubicBezTo>
                      <a:cubicBezTo>
                        <a:pt x="28575" y="48578"/>
                        <a:pt x="29908" y="49911"/>
                        <a:pt x="32099" y="51816"/>
                      </a:cubicBezTo>
                      <a:cubicBezTo>
                        <a:pt x="32480" y="52578"/>
                        <a:pt x="32957" y="52959"/>
                        <a:pt x="33814" y="52959"/>
                      </a:cubicBezTo>
                      <a:cubicBezTo>
                        <a:pt x="34004" y="52959"/>
                        <a:pt x="34385" y="52959"/>
                        <a:pt x="34862" y="52959"/>
                      </a:cubicBezTo>
                      <a:cubicBezTo>
                        <a:pt x="35338" y="52864"/>
                        <a:pt x="35624" y="52769"/>
                        <a:pt x="35909" y="52769"/>
                      </a:cubicBezTo>
                      <a:cubicBezTo>
                        <a:pt x="36386" y="52769"/>
                        <a:pt x="36862" y="52864"/>
                        <a:pt x="37243" y="53054"/>
                      </a:cubicBezTo>
                      <a:cubicBezTo>
                        <a:pt x="37624" y="53245"/>
                        <a:pt x="38195" y="53435"/>
                        <a:pt x="38671" y="53435"/>
                      </a:cubicBezTo>
                      <a:cubicBezTo>
                        <a:pt x="39624" y="53435"/>
                        <a:pt x="40767" y="52959"/>
                        <a:pt x="42100" y="52007"/>
                      </a:cubicBezTo>
                      <a:cubicBezTo>
                        <a:pt x="44005" y="50768"/>
                        <a:pt x="45149" y="50006"/>
                        <a:pt x="45434" y="49911"/>
                      </a:cubicBezTo>
                      <a:cubicBezTo>
                        <a:pt x="45720" y="49435"/>
                        <a:pt x="45911" y="49054"/>
                        <a:pt x="45911" y="48578"/>
                      </a:cubicBezTo>
                      <a:cubicBezTo>
                        <a:pt x="45911" y="47911"/>
                        <a:pt x="45529" y="47054"/>
                        <a:pt x="44767" y="45911"/>
                      </a:cubicBezTo>
                      <a:cubicBezTo>
                        <a:pt x="44005" y="44863"/>
                        <a:pt x="43625" y="44101"/>
                        <a:pt x="43529" y="43529"/>
                      </a:cubicBezTo>
                      <a:cubicBezTo>
                        <a:pt x="42196" y="43339"/>
                        <a:pt x="41434" y="42767"/>
                        <a:pt x="41243" y="42005"/>
                      </a:cubicBezTo>
                      <a:lnTo>
                        <a:pt x="41624" y="41720"/>
                      </a:lnTo>
                      <a:cubicBezTo>
                        <a:pt x="39910" y="40958"/>
                        <a:pt x="37433" y="39624"/>
                        <a:pt x="34385" y="37910"/>
                      </a:cubicBezTo>
                      <a:cubicBezTo>
                        <a:pt x="34004" y="38195"/>
                        <a:pt x="33719" y="38291"/>
                        <a:pt x="33433" y="38291"/>
                      </a:cubicBezTo>
                      <a:cubicBezTo>
                        <a:pt x="33052" y="38291"/>
                        <a:pt x="32385" y="38005"/>
                        <a:pt x="31813" y="37338"/>
                      </a:cubicBezTo>
                      <a:cubicBezTo>
                        <a:pt x="31147" y="36767"/>
                        <a:pt x="30671" y="36481"/>
                        <a:pt x="30290" y="36481"/>
                      </a:cubicBezTo>
                      <a:cubicBezTo>
                        <a:pt x="30099" y="36481"/>
                        <a:pt x="29908" y="36576"/>
                        <a:pt x="29813" y="36671"/>
                      </a:cubicBezTo>
                      <a:cubicBezTo>
                        <a:pt x="28480" y="36290"/>
                        <a:pt x="27146" y="35147"/>
                        <a:pt x="25717" y="33338"/>
                      </a:cubicBezTo>
                      <a:cubicBezTo>
                        <a:pt x="24194" y="31337"/>
                        <a:pt x="22860" y="30004"/>
                        <a:pt x="21812" y="29337"/>
                      </a:cubicBezTo>
                      <a:cubicBezTo>
                        <a:pt x="21908" y="28670"/>
                        <a:pt x="21717" y="28004"/>
                        <a:pt x="21050" y="27051"/>
                      </a:cubicBezTo>
                      <a:cubicBezTo>
                        <a:pt x="20383" y="26099"/>
                        <a:pt x="20098" y="25432"/>
                        <a:pt x="20288" y="24955"/>
                      </a:cubicBezTo>
                      <a:cubicBezTo>
                        <a:pt x="19907" y="24194"/>
                        <a:pt x="19717" y="22860"/>
                        <a:pt x="19526" y="20860"/>
                      </a:cubicBezTo>
                      <a:cubicBezTo>
                        <a:pt x="19431" y="19050"/>
                        <a:pt x="19336" y="17240"/>
                        <a:pt x="19241" y="15430"/>
                      </a:cubicBezTo>
                      <a:cubicBezTo>
                        <a:pt x="19621" y="15240"/>
                        <a:pt x="19907" y="15050"/>
                        <a:pt x="19907" y="14764"/>
                      </a:cubicBezTo>
                      <a:cubicBezTo>
                        <a:pt x="19907" y="14573"/>
                        <a:pt x="19812" y="14288"/>
                        <a:pt x="19526" y="14002"/>
                      </a:cubicBezTo>
                      <a:cubicBezTo>
                        <a:pt x="19336" y="13621"/>
                        <a:pt x="19241" y="13335"/>
                        <a:pt x="19241" y="13240"/>
                      </a:cubicBezTo>
                      <a:cubicBezTo>
                        <a:pt x="19526" y="12478"/>
                        <a:pt x="20383" y="11430"/>
                        <a:pt x="22003" y="10192"/>
                      </a:cubicBezTo>
                      <a:cubicBezTo>
                        <a:pt x="23336" y="9049"/>
                        <a:pt x="24003" y="7906"/>
                        <a:pt x="24003" y="6858"/>
                      </a:cubicBezTo>
                      <a:cubicBezTo>
                        <a:pt x="24194" y="6858"/>
                        <a:pt x="24575" y="6572"/>
                        <a:pt x="25146" y="6191"/>
                      </a:cubicBezTo>
                      <a:cubicBezTo>
                        <a:pt x="25622" y="5715"/>
                        <a:pt x="26003" y="5620"/>
                        <a:pt x="26289" y="5620"/>
                      </a:cubicBezTo>
                      <a:cubicBezTo>
                        <a:pt x="26479" y="5620"/>
                        <a:pt x="26575" y="5715"/>
                        <a:pt x="26670" y="5905"/>
                      </a:cubicBezTo>
                      <a:cubicBezTo>
                        <a:pt x="27622" y="4286"/>
                        <a:pt x="29337" y="3143"/>
                        <a:pt x="31623" y="2286"/>
                      </a:cubicBezTo>
                      <a:cubicBezTo>
                        <a:pt x="33623" y="1619"/>
                        <a:pt x="35624" y="1048"/>
                        <a:pt x="37719" y="286"/>
                      </a:cubicBezTo>
                      <a:cubicBezTo>
                        <a:pt x="38291" y="95"/>
                        <a:pt x="38862" y="0"/>
                        <a:pt x="39433" y="0"/>
                      </a:cubicBezTo>
                      <a:cubicBezTo>
                        <a:pt x="40291" y="0"/>
                        <a:pt x="41529" y="381"/>
                        <a:pt x="42958" y="1048"/>
                      </a:cubicBezTo>
                      <a:cubicBezTo>
                        <a:pt x="44387" y="1714"/>
                        <a:pt x="45625" y="2096"/>
                        <a:pt x="46482" y="2096"/>
                      </a:cubicBezTo>
                      <a:cubicBezTo>
                        <a:pt x="46863" y="2096"/>
                        <a:pt x="47244" y="2096"/>
                        <a:pt x="47625" y="1905"/>
                      </a:cubicBezTo>
                      <a:cubicBezTo>
                        <a:pt x="48006" y="2572"/>
                        <a:pt x="48673" y="3143"/>
                        <a:pt x="49625" y="3429"/>
                      </a:cubicBezTo>
                      <a:cubicBezTo>
                        <a:pt x="50863" y="3810"/>
                        <a:pt x="51625" y="4096"/>
                        <a:pt x="52007" y="4477"/>
                      </a:cubicBezTo>
                      <a:cubicBezTo>
                        <a:pt x="53912" y="4572"/>
                        <a:pt x="55531" y="7049"/>
                        <a:pt x="56959" y="11621"/>
                      </a:cubicBezTo>
                      <a:cubicBezTo>
                        <a:pt x="56959" y="12287"/>
                        <a:pt x="56388" y="13145"/>
                        <a:pt x="55531" y="14192"/>
                      </a:cubicBezTo>
                      <a:cubicBezTo>
                        <a:pt x="54674" y="15240"/>
                        <a:pt x="54197" y="16193"/>
                        <a:pt x="54292" y="16954"/>
                      </a:cubicBezTo>
                      <a:cubicBezTo>
                        <a:pt x="53721" y="16954"/>
                        <a:pt x="53340" y="16954"/>
                        <a:pt x="53245" y="17621"/>
                      </a:cubicBezTo>
                      <a:cubicBezTo>
                        <a:pt x="53245" y="18383"/>
                        <a:pt x="53054" y="18764"/>
                        <a:pt x="52769" y="18860"/>
                      </a:cubicBezTo>
                      <a:cubicBezTo>
                        <a:pt x="51245" y="19526"/>
                        <a:pt x="50197" y="19907"/>
                        <a:pt x="49625" y="19907"/>
                      </a:cubicBezTo>
                      <a:cubicBezTo>
                        <a:pt x="48768" y="19907"/>
                        <a:pt x="47911" y="19431"/>
                        <a:pt x="47149" y="18288"/>
                      </a:cubicBezTo>
                      <a:cubicBezTo>
                        <a:pt x="47149" y="17431"/>
                        <a:pt x="46482" y="16764"/>
                        <a:pt x="45529" y="16288"/>
                      </a:cubicBezTo>
                      <a:cubicBezTo>
                        <a:pt x="44387" y="15907"/>
                        <a:pt x="43625" y="15335"/>
                        <a:pt x="43434" y="14764"/>
                      </a:cubicBezTo>
                      <a:cubicBezTo>
                        <a:pt x="43148" y="14764"/>
                        <a:pt x="42291" y="14383"/>
                        <a:pt x="40958" y="13811"/>
                      </a:cubicBezTo>
                      <a:cubicBezTo>
                        <a:pt x="39910" y="13430"/>
                        <a:pt x="38957" y="13145"/>
                        <a:pt x="38386" y="13145"/>
                      </a:cubicBezTo>
                      <a:cubicBezTo>
                        <a:pt x="37433" y="13145"/>
                        <a:pt x="36671" y="13526"/>
                        <a:pt x="36004" y="14478"/>
                      </a:cubicBezTo>
                      <a:cubicBezTo>
                        <a:pt x="35814" y="14478"/>
                        <a:pt x="35624" y="14478"/>
                        <a:pt x="35433" y="14478"/>
                      </a:cubicBezTo>
                      <a:cubicBezTo>
                        <a:pt x="34957" y="14478"/>
                        <a:pt x="34385" y="14954"/>
                        <a:pt x="33433" y="15716"/>
                      </a:cubicBezTo>
                      <a:cubicBezTo>
                        <a:pt x="33623" y="16193"/>
                        <a:pt x="33814" y="16669"/>
                        <a:pt x="33814" y="17050"/>
                      </a:cubicBezTo>
                      <a:cubicBezTo>
                        <a:pt x="33814" y="17526"/>
                        <a:pt x="33433" y="17907"/>
                        <a:pt x="32671" y="18383"/>
                      </a:cubicBezTo>
                      <a:cubicBezTo>
                        <a:pt x="31909" y="18764"/>
                        <a:pt x="31528" y="19145"/>
                        <a:pt x="31528" y="19526"/>
                      </a:cubicBezTo>
                      <a:cubicBezTo>
                        <a:pt x="31528" y="19812"/>
                        <a:pt x="31718" y="20288"/>
                        <a:pt x="32099" y="20860"/>
                      </a:cubicBezTo>
                      <a:cubicBezTo>
                        <a:pt x="34385" y="24194"/>
                        <a:pt x="37909" y="26765"/>
                        <a:pt x="42482" y="28385"/>
                      </a:cubicBezTo>
                      <a:cubicBezTo>
                        <a:pt x="43148" y="28575"/>
                        <a:pt x="44005" y="29051"/>
                        <a:pt x="45053" y="29909"/>
                      </a:cubicBezTo>
                      <a:cubicBezTo>
                        <a:pt x="46196" y="30861"/>
                        <a:pt x="47149" y="31337"/>
                        <a:pt x="47911" y="31433"/>
                      </a:cubicBezTo>
                      <a:cubicBezTo>
                        <a:pt x="48673" y="31433"/>
                        <a:pt x="49721" y="32195"/>
                        <a:pt x="51149" y="33242"/>
                      </a:cubicBezTo>
                      <a:cubicBezTo>
                        <a:pt x="52292" y="34385"/>
                        <a:pt x="53530" y="34766"/>
                        <a:pt x="54578" y="34671"/>
                      </a:cubicBezTo>
                      <a:cubicBezTo>
                        <a:pt x="54578" y="35243"/>
                        <a:pt x="54578" y="35528"/>
                        <a:pt x="54864" y="35528"/>
                      </a:cubicBezTo>
                      <a:cubicBezTo>
                        <a:pt x="55340" y="35528"/>
                        <a:pt x="55721" y="35909"/>
                        <a:pt x="55912" y="36671"/>
                      </a:cubicBezTo>
                      <a:cubicBezTo>
                        <a:pt x="56197" y="37338"/>
                        <a:pt x="56579" y="37624"/>
                        <a:pt x="57055" y="37529"/>
                      </a:cubicBezTo>
                      <a:cubicBezTo>
                        <a:pt x="57150" y="37910"/>
                        <a:pt x="57817" y="39053"/>
                        <a:pt x="59150" y="40862"/>
                      </a:cubicBezTo>
                      <a:cubicBezTo>
                        <a:pt x="60103" y="42482"/>
                        <a:pt x="60674" y="43815"/>
                        <a:pt x="60674" y="45053"/>
                      </a:cubicBezTo>
                      <a:cubicBezTo>
                        <a:pt x="60960" y="45339"/>
                        <a:pt x="61055" y="45720"/>
                        <a:pt x="61055" y="46006"/>
                      </a:cubicBezTo>
                      <a:cubicBezTo>
                        <a:pt x="61055" y="46292"/>
                        <a:pt x="60960" y="46577"/>
                        <a:pt x="60674" y="46958"/>
                      </a:cubicBezTo>
                      <a:cubicBezTo>
                        <a:pt x="60388" y="47435"/>
                        <a:pt x="60293" y="47720"/>
                        <a:pt x="60293" y="47911"/>
                      </a:cubicBezTo>
                      <a:cubicBezTo>
                        <a:pt x="60293" y="48196"/>
                        <a:pt x="60579" y="48482"/>
                        <a:pt x="60960" y="48863"/>
                      </a:cubicBezTo>
                      <a:close/>
                      <a:moveTo>
                        <a:pt x="13811" y="50768"/>
                      </a:moveTo>
                      <a:lnTo>
                        <a:pt x="15716" y="50102"/>
                      </a:lnTo>
                      <a:lnTo>
                        <a:pt x="14764" y="50102"/>
                      </a:lnTo>
                      <a:lnTo>
                        <a:pt x="13811" y="50768"/>
                      </a:lnTo>
                      <a:close/>
                      <a:moveTo>
                        <a:pt x="14383" y="58769"/>
                      </a:moveTo>
                      <a:lnTo>
                        <a:pt x="14764" y="58769"/>
                      </a:lnTo>
                      <a:lnTo>
                        <a:pt x="15430" y="59246"/>
                      </a:lnTo>
                      <a:lnTo>
                        <a:pt x="14288" y="58769"/>
                      </a:lnTo>
                      <a:close/>
                      <a:moveTo>
                        <a:pt x="16954" y="63055"/>
                      </a:moveTo>
                      <a:cubicBezTo>
                        <a:pt x="16954" y="62389"/>
                        <a:pt x="17050" y="61913"/>
                        <a:pt x="17526" y="61436"/>
                      </a:cubicBezTo>
                      <a:lnTo>
                        <a:pt x="17431" y="61436"/>
                      </a:lnTo>
                      <a:cubicBezTo>
                        <a:pt x="17431" y="61436"/>
                        <a:pt x="17526" y="61913"/>
                        <a:pt x="17812" y="62103"/>
                      </a:cubicBezTo>
                      <a:cubicBezTo>
                        <a:pt x="18002" y="62389"/>
                        <a:pt x="18193" y="62484"/>
                        <a:pt x="18193" y="62675"/>
                      </a:cubicBezTo>
                      <a:cubicBezTo>
                        <a:pt x="18193" y="62865"/>
                        <a:pt x="18193" y="62960"/>
                        <a:pt x="17907" y="63055"/>
                      </a:cubicBezTo>
                      <a:lnTo>
                        <a:pt x="16954" y="63055"/>
                      </a:lnTo>
                      <a:close/>
                      <a:moveTo>
                        <a:pt x="17717" y="61151"/>
                      </a:moveTo>
                      <a:cubicBezTo>
                        <a:pt x="17717" y="61151"/>
                        <a:pt x="17621" y="61341"/>
                        <a:pt x="17621" y="61436"/>
                      </a:cubicBezTo>
                      <a:cubicBezTo>
                        <a:pt x="17621" y="61436"/>
                        <a:pt x="17621" y="61341"/>
                        <a:pt x="17717" y="61151"/>
                      </a:cubicBezTo>
                      <a:close/>
                      <a:moveTo>
                        <a:pt x="17907" y="59531"/>
                      </a:moveTo>
                      <a:cubicBezTo>
                        <a:pt x="17907" y="59531"/>
                        <a:pt x="18383" y="59627"/>
                        <a:pt x="18669" y="60008"/>
                      </a:cubicBezTo>
                      <a:cubicBezTo>
                        <a:pt x="18955" y="60293"/>
                        <a:pt x="19050" y="60388"/>
                        <a:pt x="19145" y="60484"/>
                      </a:cubicBezTo>
                      <a:cubicBezTo>
                        <a:pt x="18764" y="60484"/>
                        <a:pt x="18288" y="60770"/>
                        <a:pt x="17717" y="61151"/>
                      </a:cubicBezTo>
                      <a:cubicBezTo>
                        <a:pt x="18193" y="60579"/>
                        <a:pt x="18193" y="60103"/>
                        <a:pt x="17907" y="59531"/>
                      </a:cubicBezTo>
                      <a:close/>
                      <a:moveTo>
                        <a:pt x="19812" y="52578"/>
                      </a:moveTo>
                      <a:lnTo>
                        <a:pt x="19812" y="51911"/>
                      </a:lnTo>
                      <a:lnTo>
                        <a:pt x="17907" y="50959"/>
                      </a:lnTo>
                      <a:lnTo>
                        <a:pt x="19812" y="52578"/>
                      </a:lnTo>
                      <a:close/>
                      <a:moveTo>
                        <a:pt x="21336" y="55054"/>
                      </a:moveTo>
                      <a:cubicBezTo>
                        <a:pt x="21336" y="55054"/>
                        <a:pt x="21526" y="55150"/>
                        <a:pt x="22098" y="55245"/>
                      </a:cubicBezTo>
                      <a:cubicBezTo>
                        <a:pt x="22479" y="55340"/>
                        <a:pt x="22670" y="55245"/>
                        <a:pt x="22860" y="54769"/>
                      </a:cubicBezTo>
                      <a:cubicBezTo>
                        <a:pt x="22193" y="54578"/>
                        <a:pt x="21717" y="54674"/>
                        <a:pt x="21336" y="55054"/>
                      </a:cubicBezTo>
                      <a:cubicBezTo>
                        <a:pt x="21146" y="55054"/>
                        <a:pt x="21146" y="55150"/>
                        <a:pt x="21146" y="55340"/>
                      </a:cubicBezTo>
                      <a:lnTo>
                        <a:pt x="20383" y="55912"/>
                      </a:lnTo>
                      <a:lnTo>
                        <a:pt x="21146" y="55912"/>
                      </a:lnTo>
                      <a:cubicBezTo>
                        <a:pt x="21146" y="55912"/>
                        <a:pt x="21146" y="55436"/>
                        <a:pt x="21146" y="55340"/>
                      </a:cubicBezTo>
                      <a:lnTo>
                        <a:pt x="21336" y="55054"/>
                      </a:lnTo>
                      <a:close/>
                      <a:moveTo>
                        <a:pt x="21717" y="24098"/>
                      </a:moveTo>
                      <a:cubicBezTo>
                        <a:pt x="21717" y="24098"/>
                        <a:pt x="22098" y="23622"/>
                        <a:pt x="22003" y="23336"/>
                      </a:cubicBezTo>
                      <a:lnTo>
                        <a:pt x="22288" y="22765"/>
                      </a:lnTo>
                      <a:cubicBezTo>
                        <a:pt x="22288" y="22765"/>
                        <a:pt x="21812" y="22288"/>
                        <a:pt x="21431" y="22098"/>
                      </a:cubicBezTo>
                      <a:cubicBezTo>
                        <a:pt x="21050" y="21908"/>
                        <a:pt x="20860" y="21812"/>
                        <a:pt x="20765" y="21812"/>
                      </a:cubicBezTo>
                      <a:cubicBezTo>
                        <a:pt x="21622" y="22193"/>
                        <a:pt x="22098" y="22765"/>
                        <a:pt x="22098" y="23241"/>
                      </a:cubicBezTo>
                      <a:lnTo>
                        <a:pt x="21812" y="24003"/>
                      </a:lnTo>
                      <a:close/>
                      <a:moveTo>
                        <a:pt x="27337" y="19336"/>
                      </a:moveTo>
                      <a:lnTo>
                        <a:pt x="27337" y="19050"/>
                      </a:lnTo>
                      <a:cubicBezTo>
                        <a:pt x="27146" y="17717"/>
                        <a:pt x="26194" y="17050"/>
                        <a:pt x="24384" y="17050"/>
                      </a:cubicBezTo>
                      <a:cubicBezTo>
                        <a:pt x="23050" y="17050"/>
                        <a:pt x="21908" y="17431"/>
                        <a:pt x="21146" y="18193"/>
                      </a:cubicBezTo>
                      <a:cubicBezTo>
                        <a:pt x="21336" y="18193"/>
                        <a:pt x="21622" y="18860"/>
                        <a:pt x="22003" y="19812"/>
                      </a:cubicBezTo>
                      <a:cubicBezTo>
                        <a:pt x="22288" y="20764"/>
                        <a:pt x="22765" y="21146"/>
                        <a:pt x="23622" y="20955"/>
                      </a:cubicBezTo>
                      <a:lnTo>
                        <a:pt x="23622" y="20764"/>
                      </a:lnTo>
                      <a:cubicBezTo>
                        <a:pt x="23622" y="20764"/>
                        <a:pt x="24003" y="20003"/>
                        <a:pt x="24194" y="18955"/>
                      </a:cubicBezTo>
                      <a:cubicBezTo>
                        <a:pt x="24384" y="18193"/>
                        <a:pt x="24670" y="17717"/>
                        <a:pt x="25146" y="17717"/>
                      </a:cubicBezTo>
                      <a:cubicBezTo>
                        <a:pt x="25337" y="17717"/>
                        <a:pt x="25622" y="17717"/>
                        <a:pt x="25908" y="17907"/>
                      </a:cubicBezTo>
                      <a:lnTo>
                        <a:pt x="25908" y="18574"/>
                      </a:lnTo>
                      <a:cubicBezTo>
                        <a:pt x="25908" y="18574"/>
                        <a:pt x="26194" y="18479"/>
                        <a:pt x="26289" y="18479"/>
                      </a:cubicBezTo>
                      <a:cubicBezTo>
                        <a:pt x="26384" y="18479"/>
                        <a:pt x="26765" y="18860"/>
                        <a:pt x="27432" y="19526"/>
                      </a:cubicBezTo>
                      <a:close/>
                      <a:moveTo>
                        <a:pt x="22193" y="45434"/>
                      </a:moveTo>
                      <a:cubicBezTo>
                        <a:pt x="21717" y="45434"/>
                        <a:pt x="21431" y="45339"/>
                        <a:pt x="21336" y="45149"/>
                      </a:cubicBezTo>
                      <a:lnTo>
                        <a:pt x="22003" y="46006"/>
                      </a:lnTo>
                      <a:cubicBezTo>
                        <a:pt x="22003" y="46006"/>
                        <a:pt x="22384" y="45625"/>
                        <a:pt x="22288" y="45339"/>
                      </a:cubicBezTo>
                      <a:close/>
                      <a:moveTo>
                        <a:pt x="22860" y="20193"/>
                      </a:moveTo>
                      <a:lnTo>
                        <a:pt x="22574" y="19907"/>
                      </a:lnTo>
                      <a:lnTo>
                        <a:pt x="23241" y="19907"/>
                      </a:lnTo>
                      <a:cubicBezTo>
                        <a:pt x="23241" y="19907"/>
                        <a:pt x="23050" y="20003"/>
                        <a:pt x="22765" y="20193"/>
                      </a:cubicBezTo>
                      <a:close/>
                      <a:moveTo>
                        <a:pt x="23336" y="19907"/>
                      </a:moveTo>
                      <a:cubicBezTo>
                        <a:pt x="23336" y="19907"/>
                        <a:pt x="23527" y="19812"/>
                        <a:pt x="23622" y="19907"/>
                      </a:cubicBezTo>
                      <a:lnTo>
                        <a:pt x="23336" y="19907"/>
                      </a:lnTo>
                      <a:close/>
                      <a:moveTo>
                        <a:pt x="23908" y="60008"/>
                      </a:moveTo>
                      <a:lnTo>
                        <a:pt x="24575" y="59341"/>
                      </a:lnTo>
                      <a:cubicBezTo>
                        <a:pt x="24575" y="59341"/>
                        <a:pt x="24098" y="58960"/>
                        <a:pt x="23908" y="58960"/>
                      </a:cubicBezTo>
                      <a:lnTo>
                        <a:pt x="23908" y="60008"/>
                      </a:lnTo>
                      <a:close/>
                      <a:moveTo>
                        <a:pt x="24860" y="21050"/>
                      </a:moveTo>
                      <a:cubicBezTo>
                        <a:pt x="24860" y="21050"/>
                        <a:pt x="24860" y="20384"/>
                        <a:pt x="24575" y="19907"/>
                      </a:cubicBezTo>
                      <a:lnTo>
                        <a:pt x="24575" y="21431"/>
                      </a:lnTo>
                      <a:lnTo>
                        <a:pt x="24860" y="21050"/>
                      </a:lnTo>
                      <a:close/>
                      <a:moveTo>
                        <a:pt x="26099" y="65246"/>
                      </a:moveTo>
                      <a:lnTo>
                        <a:pt x="25813" y="64961"/>
                      </a:lnTo>
                      <a:lnTo>
                        <a:pt x="26479" y="64961"/>
                      </a:lnTo>
                      <a:cubicBezTo>
                        <a:pt x="26479" y="64961"/>
                        <a:pt x="26003" y="65246"/>
                        <a:pt x="26099" y="65246"/>
                      </a:cubicBezTo>
                      <a:close/>
                      <a:moveTo>
                        <a:pt x="34004" y="58484"/>
                      </a:moveTo>
                      <a:lnTo>
                        <a:pt x="34385" y="58007"/>
                      </a:lnTo>
                      <a:lnTo>
                        <a:pt x="34004" y="57150"/>
                      </a:lnTo>
                      <a:lnTo>
                        <a:pt x="34004" y="58484"/>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89" name="Google Shape;1589;p99"/>
              <p:cNvGrpSpPr/>
              <p:nvPr/>
            </p:nvGrpSpPr>
            <p:grpSpPr>
              <a:xfrm>
                <a:off x="8500104" y="6468237"/>
                <a:ext cx="257079" cy="68389"/>
                <a:chOff x="3246786" y="4186332"/>
                <a:chExt cx="257079" cy="68389"/>
              </a:xfrm>
            </p:grpSpPr>
            <p:sp>
              <p:nvSpPr>
                <p:cNvPr id="1590" name="Google Shape;1590;p99"/>
                <p:cNvSpPr/>
                <p:nvPr/>
              </p:nvSpPr>
              <p:spPr>
                <a:xfrm>
                  <a:off x="3246786" y="4186332"/>
                  <a:ext cx="56006" cy="68199"/>
                </a:xfrm>
                <a:custGeom>
                  <a:avLst/>
                  <a:gdLst/>
                  <a:ahLst/>
                  <a:cxnLst/>
                  <a:rect l="l" t="t" r="r" b="b"/>
                  <a:pathLst>
                    <a:path w="56006" h="68199" extrusionOk="0">
                      <a:moveTo>
                        <a:pt x="48577" y="2286"/>
                      </a:moveTo>
                      <a:cubicBezTo>
                        <a:pt x="51054" y="2286"/>
                        <a:pt x="52673" y="3715"/>
                        <a:pt x="53435" y="6477"/>
                      </a:cubicBezTo>
                      <a:cubicBezTo>
                        <a:pt x="54388" y="10287"/>
                        <a:pt x="55340" y="12478"/>
                        <a:pt x="56007" y="13145"/>
                      </a:cubicBezTo>
                      <a:lnTo>
                        <a:pt x="55626" y="55531"/>
                      </a:lnTo>
                      <a:cubicBezTo>
                        <a:pt x="54673" y="56293"/>
                        <a:pt x="53816" y="57817"/>
                        <a:pt x="52959" y="60103"/>
                      </a:cubicBezTo>
                      <a:cubicBezTo>
                        <a:pt x="52197" y="62389"/>
                        <a:pt x="51054" y="64008"/>
                        <a:pt x="49625" y="64865"/>
                      </a:cubicBezTo>
                      <a:cubicBezTo>
                        <a:pt x="47815" y="64865"/>
                        <a:pt x="46101" y="65913"/>
                        <a:pt x="44577" y="67818"/>
                      </a:cubicBezTo>
                      <a:cubicBezTo>
                        <a:pt x="43434" y="67818"/>
                        <a:pt x="41719" y="67818"/>
                        <a:pt x="39433" y="67818"/>
                      </a:cubicBezTo>
                      <a:cubicBezTo>
                        <a:pt x="36767" y="68104"/>
                        <a:pt x="34766" y="68199"/>
                        <a:pt x="33814" y="68199"/>
                      </a:cubicBezTo>
                      <a:cubicBezTo>
                        <a:pt x="29908" y="68199"/>
                        <a:pt x="27146" y="67246"/>
                        <a:pt x="25146" y="65246"/>
                      </a:cubicBezTo>
                      <a:cubicBezTo>
                        <a:pt x="24479" y="66770"/>
                        <a:pt x="23336" y="67627"/>
                        <a:pt x="21526" y="67627"/>
                      </a:cubicBezTo>
                      <a:cubicBezTo>
                        <a:pt x="20955" y="67627"/>
                        <a:pt x="19907" y="67437"/>
                        <a:pt x="18478" y="67151"/>
                      </a:cubicBezTo>
                      <a:cubicBezTo>
                        <a:pt x="17050" y="66865"/>
                        <a:pt x="16002" y="66675"/>
                        <a:pt x="15335" y="66675"/>
                      </a:cubicBezTo>
                      <a:cubicBezTo>
                        <a:pt x="14764" y="66675"/>
                        <a:pt x="14192" y="66675"/>
                        <a:pt x="13811" y="66961"/>
                      </a:cubicBezTo>
                      <a:lnTo>
                        <a:pt x="14288" y="66294"/>
                      </a:lnTo>
                      <a:cubicBezTo>
                        <a:pt x="13811" y="65722"/>
                        <a:pt x="13335" y="65437"/>
                        <a:pt x="12668" y="65437"/>
                      </a:cubicBezTo>
                      <a:cubicBezTo>
                        <a:pt x="12192" y="65437"/>
                        <a:pt x="11620" y="65627"/>
                        <a:pt x="10763" y="66008"/>
                      </a:cubicBezTo>
                      <a:cubicBezTo>
                        <a:pt x="9906" y="66389"/>
                        <a:pt x="9334" y="66580"/>
                        <a:pt x="9049" y="66580"/>
                      </a:cubicBezTo>
                      <a:cubicBezTo>
                        <a:pt x="8572" y="66580"/>
                        <a:pt x="8192" y="66389"/>
                        <a:pt x="7906" y="66008"/>
                      </a:cubicBezTo>
                      <a:cubicBezTo>
                        <a:pt x="7525" y="66484"/>
                        <a:pt x="7048" y="66770"/>
                        <a:pt x="6667" y="66770"/>
                      </a:cubicBezTo>
                      <a:cubicBezTo>
                        <a:pt x="6096" y="66770"/>
                        <a:pt x="5620" y="66389"/>
                        <a:pt x="5144" y="65532"/>
                      </a:cubicBezTo>
                      <a:cubicBezTo>
                        <a:pt x="4667" y="64770"/>
                        <a:pt x="4286" y="64294"/>
                        <a:pt x="4191" y="64294"/>
                      </a:cubicBezTo>
                      <a:cubicBezTo>
                        <a:pt x="4000" y="64294"/>
                        <a:pt x="3905" y="64865"/>
                        <a:pt x="3810" y="66008"/>
                      </a:cubicBezTo>
                      <a:cubicBezTo>
                        <a:pt x="3524" y="65056"/>
                        <a:pt x="3143" y="64484"/>
                        <a:pt x="2572" y="64198"/>
                      </a:cubicBezTo>
                      <a:cubicBezTo>
                        <a:pt x="1715" y="63817"/>
                        <a:pt x="1048" y="63246"/>
                        <a:pt x="571" y="62579"/>
                      </a:cubicBezTo>
                      <a:lnTo>
                        <a:pt x="952" y="45339"/>
                      </a:lnTo>
                      <a:cubicBezTo>
                        <a:pt x="381" y="44767"/>
                        <a:pt x="286" y="43529"/>
                        <a:pt x="762" y="41624"/>
                      </a:cubicBezTo>
                      <a:cubicBezTo>
                        <a:pt x="1143" y="39719"/>
                        <a:pt x="857" y="38290"/>
                        <a:pt x="0" y="37529"/>
                      </a:cubicBezTo>
                      <a:cubicBezTo>
                        <a:pt x="476" y="36481"/>
                        <a:pt x="667" y="34576"/>
                        <a:pt x="286" y="32004"/>
                      </a:cubicBezTo>
                      <a:cubicBezTo>
                        <a:pt x="0" y="29432"/>
                        <a:pt x="286" y="27432"/>
                        <a:pt x="1048" y="26289"/>
                      </a:cubicBezTo>
                      <a:cubicBezTo>
                        <a:pt x="667" y="23717"/>
                        <a:pt x="381" y="22479"/>
                        <a:pt x="381" y="22574"/>
                      </a:cubicBezTo>
                      <a:cubicBezTo>
                        <a:pt x="381" y="21431"/>
                        <a:pt x="952" y="20669"/>
                        <a:pt x="2095" y="20288"/>
                      </a:cubicBezTo>
                      <a:cubicBezTo>
                        <a:pt x="1238" y="19907"/>
                        <a:pt x="857" y="19145"/>
                        <a:pt x="857" y="18288"/>
                      </a:cubicBezTo>
                      <a:cubicBezTo>
                        <a:pt x="857" y="18002"/>
                        <a:pt x="857" y="17621"/>
                        <a:pt x="952" y="17145"/>
                      </a:cubicBezTo>
                      <a:cubicBezTo>
                        <a:pt x="1048" y="16669"/>
                        <a:pt x="1048" y="16383"/>
                        <a:pt x="1048" y="16192"/>
                      </a:cubicBezTo>
                      <a:cubicBezTo>
                        <a:pt x="1048" y="15716"/>
                        <a:pt x="952" y="15430"/>
                        <a:pt x="667" y="15335"/>
                      </a:cubicBezTo>
                      <a:cubicBezTo>
                        <a:pt x="1333" y="14954"/>
                        <a:pt x="1810" y="14288"/>
                        <a:pt x="2095" y="13525"/>
                      </a:cubicBezTo>
                      <a:cubicBezTo>
                        <a:pt x="2667" y="12382"/>
                        <a:pt x="3048" y="11430"/>
                        <a:pt x="3524" y="10858"/>
                      </a:cubicBezTo>
                      <a:cubicBezTo>
                        <a:pt x="1810" y="10573"/>
                        <a:pt x="952" y="9620"/>
                        <a:pt x="952" y="8001"/>
                      </a:cubicBezTo>
                      <a:lnTo>
                        <a:pt x="952" y="6572"/>
                      </a:lnTo>
                      <a:cubicBezTo>
                        <a:pt x="1048" y="5905"/>
                        <a:pt x="1048" y="5334"/>
                        <a:pt x="1048" y="4953"/>
                      </a:cubicBezTo>
                      <a:cubicBezTo>
                        <a:pt x="1048" y="4191"/>
                        <a:pt x="952" y="3524"/>
                        <a:pt x="667" y="3048"/>
                      </a:cubicBezTo>
                      <a:cubicBezTo>
                        <a:pt x="1619" y="1714"/>
                        <a:pt x="3143" y="952"/>
                        <a:pt x="5334" y="952"/>
                      </a:cubicBezTo>
                      <a:lnTo>
                        <a:pt x="8287" y="952"/>
                      </a:lnTo>
                      <a:cubicBezTo>
                        <a:pt x="10001" y="952"/>
                        <a:pt x="11430" y="667"/>
                        <a:pt x="12382" y="0"/>
                      </a:cubicBezTo>
                      <a:cubicBezTo>
                        <a:pt x="14954" y="667"/>
                        <a:pt x="17907" y="952"/>
                        <a:pt x="21431" y="952"/>
                      </a:cubicBezTo>
                      <a:cubicBezTo>
                        <a:pt x="22955" y="952"/>
                        <a:pt x="25336" y="952"/>
                        <a:pt x="28480" y="667"/>
                      </a:cubicBezTo>
                      <a:cubicBezTo>
                        <a:pt x="31623" y="476"/>
                        <a:pt x="34004" y="381"/>
                        <a:pt x="35623" y="381"/>
                      </a:cubicBezTo>
                      <a:cubicBezTo>
                        <a:pt x="37338" y="381"/>
                        <a:pt x="38862" y="381"/>
                        <a:pt x="40195" y="667"/>
                      </a:cubicBezTo>
                      <a:cubicBezTo>
                        <a:pt x="40767" y="857"/>
                        <a:pt x="41815" y="1333"/>
                        <a:pt x="43529" y="2191"/>
                      </a:cubicBezTo>
                      <a:cubicBezTo>
                        <a:pt x="44767" y="2857"/>
                        <a:pt x="45720" y="3143"/>
                        <a:pt x="46482" y="3143"/>
                      </a:cubicBezTo>
                      <a:cubicBezTo>
                        <a:pt x="47149" y="3143"/>
                        <a:pt x="47911" y="2953"/>
                        <a:pt x="48673" y="2476"/>
                      </a:cubicBezTo>
                      <a:close/>
                      <a:moveTo>
                        <a:pt x="2095" y="47339"/>
                      </a:moveTo>
                      <a:cubicBezTo>
                        <a:pt x="2857" y="47434"/>
                        <a:pt x="3715" y="47244"/>
                        <a:pt x="4477" y="46768"/>
                      </a:cubicBezTo>
                      <a:lnTo>
                        <a:pt x="3334" y="46101"/>
                      </a:lnTo>
                      <a:cubicBezTo>
                        <a:pt x="3334" y="46101"/>
                        <a:pt x="2476" y="45625"/>
                        <a:pt x="2095" y="45815"/>
                      </a:cubicBezTo>
                      <a:lnTo>
                        <a:pt x="2095" y="47339"/>
                      </a:lnTo>
                      <a:close/>
                      <a:moveTo>
                        <a:pt x="6477" y="8954"/>
                      </a:moveTo>
                      <a:cubicBezTo>
                        <a:pt x="5620" y="8191"/>
                        <a:pt x="5144" y="7906"/>
                        <a:pt x="4858" y="7906"/>
                      </a:cubicBezTo>
                      <a:lnTo>
                        <a:pt x="5810" y="9715"/>
                      </a:lnTo>
                      <a:cubicBezTo>
                        <a:pt x="5810" y="9715"/>
                        <a:pt x="5905" y="9239"/>
                        <a:pt x="6382" y="8954"/>
                      </a:cubicBezTo>
                      <a:close/>
                      <a:moveTo>
                        <a:pt x="4858" y="18193"/>
                      </a:moveTo>
                      <a:cubicBezTo>
                        <a:pt x="5429" y="18288"/>
                        <a:pt x="5810" y="18002"/>
                        <a:pt x="6477" y="17431"/>
                      </a:cubicBezTo>
                      <a:cubicBezTo>
                        <a:pt x="6953" y="16859"/>
                        <a:pt x="7144" y="16288"/>
                        <a:pt x="6953" y="15716"/>
                      </a:cubicBezTo>
                      <a:cubicBezTo>
                        <a:pt x="6572" y="15621"/>
                        <a:pt x="6191" y="15526"/>
                        <a:pt x="6001" y="15526"/>
                      </a:cubicBezTo>
                      <a:cubicBezTo>
                        <a:pt x="5715" y="15526"/>
                        <a:pt x="5524" y="16097"/>
                        <a:pt x="5429" y="17335"/>
                      </a:cubicBezTo>
                      <a:cubicBezTo>
                        <a:pt x="5334" y="17716"/>
                        <a:pt x="5144" y="18002"/>
                        <a:pt x="4858" y="18288"/>
                      </a:cubicBezTo>
                      <a:close/>
                      <a:moveTo>
                        <a:pt x="39719" y="31242"/>
                      </a:moveTo>
                      <a:cubicBezTo>
                        <a:pt x="38671" y="27813"/>
                        <a:pt x="38671" y="22765"/>
                        <a:pt x="39719" y="16288"/>
                      </a:cubicBezTo>
                      <a:cubicBezTo>
                        <a:pt x="38481" y="14859"/>
                        <a:pt x="35814" y="14192"/>
                        <a:pt x="31909" y="14192"/>
                      </a:cubicBezTo>
                      <a:lnTo>
                        <a:pt x="33338" y="11716"/>
                      </a:lnTo>
                      <a:cubicBezTo>
                        <a:pt x="33052" y="12478"/>
                        <a:pt x="32004" y="12763"/>
                        <a:pt x="30385" y="12763"/>
                      </a:cubicBezTo>
                      <a:cubicBezTo>
                        <a:pt x="30194" y="12763"/>
                        <a:pt x="29623" y="12763"/>
                        <a:pt x="28956" y="12573"/>
                      </a:cubicBezTo>
                      <a:lnTo>
                        <a:pt x="27242" y="12573"/>
                      </a:lnTo>
                      <a:cubicBezTo>
                        <a:pt x="24670" y="12573"/>
                        <a:pt x="23050" y="13335"/>
                        <a:pt x="22384" y="14668"/>
                      </a:cubicBezTo>
                      <a:cubicBezTo>
                        <a:pt x="21812" y="14478"/>
                        <a:pt x="21431" y="14383"/>
                        <a:pt x="20955" y="14383"/>
                      </a:cubicBezTo>
                      <a:cubicBezTo>
                        <a:pt x="20193" y="14383"/>
                        <a:pt x="19240" y="14764"/>
                        <a:pt x="18097" y="15430"/>
                      </a:cubicBezTo>
                      <a:cubicBezTo>
                        <a:pt x="16954" y="16097"/>
                        <a:pt x="16192" y="16478"/>
                        <a:pt x="15526" y="16478"/>
                      </a:cubicBezTo>
                      <a:cubicBezTo>
                        <a:pt x="15145" y="16478"/>
                        <a:pt x="14764" y="16478"/>
                        <a:pt x="14383" y="16192"/>
                      </a:cubicBezTo>
                      <a:cubicBezTo>
                        <a:pt x="14764" y="16573"/>
                        <a:pt x="14859" y="16764"/>
                        <a:pt x="14859" y="17050"/>
                      </a:cubicBezTo>
                      <a:cubicBezTo>
                        <a:pt x="14859" y="17335"/>
                        <a:pt x="14383" y="17526"/>
                        <a:pt x="13621" y="17621"/>
                      </a:cubicBezTo>
                      <a:cubicBezTo>
                        <a:pt x="12859" y="17621"/>
                        <a:pt x="12382" y="17812"/>
                        <a:pt x="12287" y="18097"/>
                      </a:cubicBezTo>
                      <a:cubicBezTo>
                        <a:pt x="11620" y="18574"/>
                        <a:pt x="11240" y="18955"/>
                        <a:pt x="11240" y="19336"/>
                      </a:cubicBezTo>
                      <a:cubicBezTo>
                        <a:pt x="11240" y="19621"/>
                        <a:pt x="11525" y="20002"/>
                        <a:pt x="12287" y="20574"/>
                      </a:cubicBezTo>
                      <a:cubicBezTo>
                        <a:pt x="12954" y="21146"/>
                        <a:pt x="13240" y="21622"/>
                        <a:pt x="13240" y="22098"/>
                      </a:cubicBezTo>
                      <a:lnTo>
                        <a:pt x="10477" y="23050"/>
                      </a:lnTo>
                      <a:cubicBezTo>
                        <a:pt x="10477" y="23050"/>
                        <a:pt x="10954" y="23050"/>
                        <a:pt x="11240" y="23050"/>
                      </a:cubicBezTo>
                      <a:cubicBezTo>
                        <a:pt x="11811" y="23050"/>
                        <a:pt x="12382" y="23527"/>
                        <a:pt x="12954" y="24479"/>
                      </a:cubicBezTo>
                      <a:cubicBezTo>
                        <a:pt x="13430" y="25432"/>
                        <a:pt x="13906" y="26098"/>
                        <a:pt x="14383" y="26289"/>
                      </a:cubicBezTo>
                      <a:cubicBezTo>
                        <a:pt x="16097" y="26479"/>
                        <a:pt x="16954" y="28099"/>
                        <a:pt x="17145" y="31051"/>
                      </a:cubicBezTo>
                      <a:cubicBezTo>
                        <a:pt x="17050" y="33528"/>
                        <a:pt x="17050" y="36004"/>
                        <a:pt x="17050" y="38481"/>
                      </a:cubicBezTo>
                      <a:cubicBezTo>
                        <a:pt x="16859" y="38767"/>
                        <a:pt x="16859" y="39052"/>
                        <a:pt x="16859" y="39243"/>
                      </a:cubicBezTo>
                      <a:cubicBezTo>
                        <a:pt x="16859" y="39529"/>
                        <a:pt x="16954" y="39910"/>
                        <a:pt x="17335" y="40196"/>
                      </a:cubicBezTo>
                      <a:cubicBezTo>
                        <a:pt x="17717" y="40672"/>
                        <a:pt x="17907" y="40957"/>
                        <a:pt x="17907" y="41148"/>
                      </a:cubicBezTo>
                      <a:cubicBezTo>
                        <a:pt x="17907" y="41243"/>
                        <a:pt x="17812" y="41529"/>
                        <a:pt x="17431" y="41815"/>
                      </a:cubicBezTo>
                      <a:cubicBezTo>
                        <a:pt x="16192" y="44672"/>
                        <a:pt x="16383" y="46291"/>
                        <a:pt x="17812" y="46863"/>
                      </a:cubicBezTo>
                      <a:lnTo>
                        <a:pt x="16383" y="47911"/>
                      </a:lnTo>
                      <a:cubicBezTo>
                        <a:pt x="16859" y="48387"/>
                        <a:pt x="17050" y="48958"/>
                        <a:pt x="17050" y="49721"/>
                      </a:cubicBezTo>
                      <a:lnTo>
                        <a:pt x="17050" y="50768"/>
                      </a:lnTo>
                      <a:cubicBezTo>
                        <a:pt x="17050" y="50768"/>
                        <a:pt x="16954" y="51435"/>
                        <a:pt x="16954" y="51625"/>
                      </a:cubicBezTo>
                      <a:cubicBezTo>
                        <a:pt x="16954" y="52673"/>
                        <a:pt x="17431" y="53340"/>
                        <a:pt x="18478" y="53912"/>
                      </a:cubicBezTo>
                      <a:cubicBezTo>
                        <a:pt x="19621" y="53912"/>
                        <a:pt x="21336" y="53721"/>
                        <a:pt x="23527" y="53245"/>
                      </a:cubicBezTo>
                      <a:cubicBezTo>
                        <a:pt x="24479" y="55054"/>
                        <a:pt x="25527" y="55912"/>
                        <a:pt x="26860" y="55912"/>
                      </a:cubicBezTo>
                      <a:cubicBezTo>
                        <a:pt x="27718" y="55912"/>
                        <a:pt x="29051" y="55340"/>
                        <a:pt x="30861" y="54102"/>
                      </a:cubicBezTo>
                      <a:cubicBezTo>
                        <a:pt x="32766" y="52959"/>
                        <a:pt x="34099" y="52292"/>
                        <a:pt x="35052" y="52292"/>
                      </a:cubicBezTo>
                      <a:cubicBezTo>
                        <a:pt x="35909" y="52292"/>
                        <a:pt x="36576" y="52578"/>
                        <a:pt x="37338" y="53149"/>
                      </a:cubicBezTo>
                      <a:cubicBezTo>
                        <a:pt x="38767" y="51625"/>
                        <a:pt x="39529" y="49530"/>
                        <a:pt x="39529" y="46863"/>
                      </a:cubicBezTo>
                      <a:cubicBezTo>
                        <a:pt x="39529" y="44863"/>
                        <a:pt x="39148" y="42863"/>
                        <a:pt x="38386" y="40957"/>
                      </a:cubicBezTo>
                      <a:cubicBezTo>
                        <a:pt x="39529" y="40100"/>
                        <a:pt x="40005" y="38481"/>
                        <a:pt x="39624" y="36004"/>
                      </a:cubicBezTo>
                      <a:cubicBezTo>
                        <a:pt x="39243" y="33528"/>
                        <a:pt x="39338" y="31909"/>
                        <a:pt x="39910" y="31147"/>
                      </a:cubicBezTo>
                      <a:close/>
                      <a:moveTo>
                        <a:pt x="10954" y="28670"/>
                      </a:moveTo>
                      <a:lnTo>
                        <a:pt x="12954" y="29051"/>
                      </a:lnTo>
                      <a:lnTo>
                        <a:pt x="12478" y="28670"/>
                      </a:lnTo>
                      <a:lnTo>
                        <a:pt x="11049" y="28670"/>
                      </a:lnTo>
                      <a:close/>
                      <a:moveTo>
                        <a:pt x="14954" y="20574"/>
                      </a:moveTo>
                      <a:cubicBezTo>
                        <a:pt x="14954" y="20574"/>
                        <a:pt x="15621" y="20193"/>
                        <a:pt x="16383" y="20193"/>
                      </a:cubicBezTo>
                      <a:cubicBezTo>
                        <a:pt x="16192" y="20574"/>
                        <a:pt x="15716" y="20669"/>
                        <a:pt x="15145" y="20669"/>
                      </a:cubicBezTo>
                      <a:lnTo>
                        <a:pt x="13430" y="20669"/>
                      </a:lnTo>
                      <a:lnTo>
                        <a:pt x="13430" y="19526"/>
                      </a:lnTo>
                      <a:cubicBezTo>
                        <a:pt x="13430" y="19526"/>
                        <a:pt x="14002" y="19526"/>
                        <a:pt x="14288" y="20002"/>
                      </a:cubicBezTo>
                      <a:cubicBezTo>
                        <a:pt x="14573" y="20383"/>
                        <a:pt x="14764" y="20574"/>
                        <a:pt x="14954" y="20574"/>
                      </a:cubicBezTo>
                      <a:close/>
                      <a:moveTo>
                        <a:pt x="30290" y="8287"/>
                      </a:moveTo>
                      <a:cubicBezTo>
                        <a:pt x="30290" y="8287"/>
                        <a:pt x="29623" y="7906"/>
                        <a:pt x="28765" y="7906"/>
                      </a:cubicBezTo>
                      <a:lnTo>
                        <a:pt x="29432" y="9334"/>
                      </a:lnTo>
                      <a:lnTo>
                        <a:pt x="30385" y="8287"/>
                      </a:lnTo>
                      <a:close/>
                      <a:moveTo>
                        <a:pt x="31337" y="3048"/>
                      </a:moveTo>
                      <a:lnTo>
                        <a:pt x="30956" y="2381"/>
                      </a:lnTo>
                      <a:lnTo>
                        <a:pt x="31337" y="4381"/>
                      </a:lnTo>
                      <a:lnTo>
                        <a:pt x="31337" y="3048"/>
                      </a:lnTo>
                      <a:close/>
                      <a:moveTo>
                        <a:pt x="34766" y="4763"/>
                      </a:moveTo>
                      <a:cubicBezTo>
                        <a:pt x="34766" y="4763"/>
                        <a:pt x="34004" y="4763"/>
                        <a:pt x="33909" y="5143"/>
                      </a:cubicBezTo>
                      <a:cubicBezTo>
                        <a:pt x="33719" y="5524"/>
                        <a:pt x="33528" y="5810"/>
                        <a:pt x="33338" y="5810"/>
                      </a:cubicBezTo>
                      <a:lnTo>
                        <a:pt x="34766" y="5810"/>
                      </a:lnTo>
                      <a:lnTo>
                        <a:pt x="34766" y="4763"/>
                      </a:lnTo>
                      <a:close/>
                      <a:moveTo>
                        <a:pt x="37243" y="12859"/>
                      </a:moveTo>
                      <a:cubicBezTo>
                        <a:pt x="37243" y="11906"/>
                        <a:pt x="37624" y="11716"/>
                        <a:pt x="38386" y="12097"/>
                      </a:cubicBezTo>
                      <a:cubicBezTo>
                        <a:pt x="39243" y="12573"/>
                        <a:pt x="39624" y="12478"/>
                        <a:pt x="39719" y="11811"/>
                      </a:cubicBezTo>
                      <a:cubicBezTo>
                        <a:pt x="39433" y="12001"/>
                        <a:pt x="39243" y="12097"/>
                        <a:pt x="38957" y="12097"/>
                      </a:cubicBezTo>
                      <a:cubicBezTo>
                        <a:pt x="38671" y="12097"/>
                        <a:pt x="38290" y="11906"/>
                        <a:pt x="37814" y="11430"/>
                      </a:cubicBezTo>
                      <a:cubicBezTo>
                        <a:pt x="37243" y="10954"/>
                        <a:pt x="36671" y="10763"/>
                        <a:pt x="36195" y="10858"/>
                      </a:cubicBezTo>
                      <a:lnTo>
                        <a:pt x="36195" y="12859"/>
                      </a:lnTo>
                      <a:lnTo>
                        <a:pt x="37243" y="12859"/>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 name="Google Shape;1591;p99"/>
                <p:cNvSpPr/>
                <p:nvPr/>
              </p:nvSpPr>
              <p:spPr>
                <a:xfrm>
                  <a:off x="3312212" y="4186999"/>
                  <a:ext cx="59922" cy="67722"/>
                </a:xfrm>
                <a:custGeom>
                  <a:avLst/>
                  <a:gdLst/>
                  <a:ahLst/>
                  <a:cxnLst/>
                  <a:rect l="l" t="t" r="r" b="b"/>
                  <a:pathLst>
                    <a:path w="59922" h="67722" extrusionOk="0">
                      <a:moveTo>
                        <a:pt x="57732" y="59055"/>
                      </a:moveTo>
                      <a:cubicBezTo>
                        <a:pt x="59160" y="59246"/>
                        <a:pt x="59922" y="60198"/>
                        <a:pt x="59922" y="61722"/>
                      </a:cubicBezTo>
                      <a:cubicBezTo>
                        <a:pt x="59922" y="60960"/>
                        <a:pt x="59732" y="62198"/>
                        <a:pt x="59256" y="65342"/>
                      </a:cubicBezTo>
                      <a:cubicBezTo>
                        <a:pt x="57922" y="66866"/>
                        <a:pt x="55731" y="67628"/>
                        <a:pt x="52683" y="67628"/>
                      </a:cubicBezTo>
                      <a:cubicBezTo>
                        <a:pt x="47921" y="67628"/>
                        <a:pt x="45635" y="67628"/>
                        <a:pt x="45825" y="67628"/>
                      </a:cubicBezTo>
                      <a:cubicBezTo>
                        <a:pt x="44111" y="67151"/>
                        <a:pt x="43158" y="65532"/>
                        <a:pt x="43063" y="62770"/>
                      </a:cubicBezTo>
                      <a:cubicBezTo>
                        <a:pt x="43063" y="60103"/>
                        <a:pt x="42396" y="58388"/>
                        <a:pt x="41253" y="57722"/>
                      </a:cubicBezTo>
                      <a:cubicBezTo>
                        <a:pt x="40587" y="57531"/>
                        <a:pt x="38777" y="57245"/>
                        <a:pt x="36015" y="57245"/>
                      </a:cubicBezTo>
                      <a:cubicBezTo>
                        <a:pt x="33919" y="57245"/>
                        <a:pt x="32395" y="56769"/>
                        <a:pt x="31252" y="55721"/>
                      </a:cubicBezTo>
                      <a:cubicBezTo>
                        <a:pt x="31062" y="55626"/>
                        <a:pt x="30966" y="54578"/>
                        <a:pt x="30776" y="52388"/>
                      </a:cubicBezTo>
                      <a:cubicBezTo>
                        <a:pt x="30776" y="51435"/>
                        <a:pt x="30300" y="50864"/>
                        <a:pt x="29728" y="50768"/>
                      </a:cubicBezTo>
                      <a:cubicBezTo>
                        <a:pt x="29157" y="51911"/>
                        <a:pt x="28680" y="53054"/>
                        <a:pt x="28299" y="54388"/>
                      </a:cubicBezTo>
                      <a:cubicBezTo>
                        <a:pt x="27918" y="56102"/>
                        <a:pt x="27633" y="57531"/>
                        <a:pt x="27252" y="58293"/>
                      </a:cubicBezTo>
                      <a:cubicBezTo>
                        <a:pt x="26585" y="58484"/>
                        <a:pt x="25537" y="58484"/>
                        <a:pt x="24013" y="58293"/>
                      </a:cubicBezTo>
                      <a:cubicBezTo>
                        <a:pt x="22299" y="58008"/>
                        <a:pt x="21251" y="57817"/>
                        <a:pt x="20679" y="57817"/>
                      </a:cubicBezTo>
                      <a:cubicBezTo>
                        <a:pt x="18870" y="57817"/>
                        <a:pt x="17727" y="58674"/>
                        <a:pt x="17155" y="60389"/>
                      </a:cubicBezTo>
                      <a:cubicBezTo>
                        <a:pt x="17155" y="60484"/>
                        <a:pt x="16774" y="61532"/>
                        <a:pt x="15917" y="63246"/>
                      </a:cubicBezTo>
                      <a:cubicBezTo>
                        <a:pt x="15155" y="64579"/>
                        <a:pt x="14869" y="65627"/>
                        <a:pt x="14869" y="66485"/>
                      </a:cubicBezTo>
                      <a:cubicBezTo>
                        <a:pt x="14869" y="66961"/>
                        <a:pt x="14869" y="67437"/>
                        <a:pt x="15155" y="67723"/>
                      </a:cubicBezTo>
                      <a:lnTo>
                        <a:pt x="7440" y="67723"/>
                      </a:lnTo>
                      <a:cubicBezTo>
                        <a:pt x="4106" y="67723"/>
                        <a:pt x="1629" y="67342"/>
                        <a:pt x="10" y="66675"/>
                      </a:cubicBezTo>
                      <a:cubicBezTo>
                        <a:pt x="-85" y="62675"/>
                        <a:pt x="486" y="58769"/>
                        <a:pt x="2010" y="55054"/>
                      </a:cubicBezTo>
                      <a:cubicBezTo>
                        <a:pt x="3534" y="51340"/>
                        <a:pt x="5058" y="47530"/>
                        <a:pt x="6773" y="43815"/>
                      </a:cubicBezTo>
                      <a:cubicBezTo>
                        <a:pt x="6106" y="43434"/>
                        <a:pt x="5725" y="43053"/>
                        <a:pt x="5725" y="42672"/>
                      </a:cubicBezTo>
                      <a:cubicBezTo>
                        <a:pt x="5725" y="42291"/>
                        <a:pt x="5916" y="42005"/>
                        <a:pt x="6106" y="41434"/>
                      </a:cubicBezTo>
                      <a:cubicBezTo>
                        <a:pt x="6297" y="40862"/>
                        <a:pt x="6487" y="40481"/>
                        <a:pt x="6487" y="40196"/>
                      </a:cubicBezTo>
                      <a:cubicBezTo>
                        <a:pt x="6487" y="39815"/>
                        <a:pt x="6392" y="39529"/>
                        <a:pt x="6201" y="39243"/>
                      </a:cubicBezTo>
                      <a:cubicBezTo>
                        <a:pt x="6011" y="38195"/>
                        <a:pt x="6678" y="37433"/>
                        <a:pt x="8297" y="36957"/>
                      </a:cubicBezTo>
                      <a:cubicBezTo>
                        <a:pt x="9916" y="36386"/>
                        <a:pt x="10678" y="35909"/>
                        <a:pt x="10678" y="35528"/>
                      </a:cubicBezTo>
                      <a:cubicBezTo>
                        <a:pt x="10678" y="35243"/>
                        <a:pt x="10488" y="34862"/>
                        <a:pt x="10011" y="34385"/>
                      </a:cubicBezTo>
                      <a:lnTo>
                        <a:pt x="10011" y="34385"/>
                      </a:lnTo>
                      <a:cubicBezTo>
                        <a:pt x="10011" y="34385"/>
                        <a:pt x="9916" y="33909"/>
                        <a:pt x="9630" y="33909"/>
                      </a:cubicBezTo>
                      <a:cubicBezTo>
                        <a:pt x="10011" y="33338"/>
                        <a:pt x="10678" y="33052"/>
                        <a:pt x="11631" y="33052"/>
                      </a:cubicBezTo>
                      <a:cubicBezTo>
                        <a:pt x="13250" y="32766"/>
                        <a:pt x="14298" y="32576"/>
                        <a:pt x="14583" y="32576"/>
                      </a:cubicBezTo>
                      <a:cubicBezTo>
                        <a:pt x="14583" y="31814"/>
                        <a:pt x="14393" y="31052"/>
                        <a:pt x="13917" y="30385"/>
                      </a:cubicBezTo>
                      <a:cubicBezTo>
                        <a:pt x="13345" y="29337"/>
                        <a:pt x="12583" y="29051"/>
                        <a:pt x="11726" y="29337"/>
                      </a:cubicBezTo>
                      <a:lnTo>
                        <a:pt x="9916" y="29337"/>
                      </a:lnTo>
                      <a:cubicBezTo>
                        <a:pt x="9916" y="28099"/>
                        <a:pt x="10392" y="26956"/>
                        <a:pt x="11726" y="26003"/>
                      </a:cubicBezTo>
                      <a:lnTo>
                        <a:pt x="12488" y="18955"/>
                      </a:lnTo>
                      <a:cubicBezTo>
                        <a:pt x="13250" y="18955"/>
                        <a:pt x="13821" y="18383"/>
                        <a:pt x="13917" y="17621"/>
                      </a:cubicBezTo>
                      <a:cubicBezTo>
                        <a:pt x="14107" y="16383"/>
                        <a:pt x="14298" y="15716"/>
                        <a:pt x="14583" y="15431"/>
                      </a:cubicBezTo>
                      <a:cubicBezTo>
                        <a:pt x="14583" y="14383"/>
                        <a:pt x="15060" y="12764"/>
                        <a:pt x="16012" y="10573"/>
                      </a:cubicBezTo>
                      <a:cubicBezTo>
                        <a:pt x="16869" y="8287"/>
                        <a:pt x="17441" y="6572"/>
                        <a:pt x="17536" y="5429"/>
                      </a:cubicBezTo>
                      <a:cubicBezTo>
                        <a:pt x="17727" y="5334"/>
                        <a:pt x="17917" y="4286"/>
                        <a:pt x="18203" y="2477"/>
                      </a:cubicBezTo>
                      <a:cubicBezTo>
                        <a:pt x="18489" y="1334"/>
                        <a:pt x="19060" y="667"/>
                        <a:pt x="20108" y="381"/>
                      </a:cubicBezTo>
                      <a:lnTo>
                        <a:pt x="22203" y="381"/>
                      </a:lnTo>
                      <a:cubicBezTo>
                        <a:pt x="22489" y="1524"/>
                        <a:pt x="22870" y="2096"/>
                        <a:pt x="23346" y="2096"/>
                      </a:cubicBezTo>
                      <a:cubicBezTo>
                        <a:pt x="23632" y="2096"/>
                        <a:pt x="24108" y="1715"/>
                        <a:pt x="24775" y="1048"/>
                      </a:cubicBezTo>
                      <a:cubicBezTo>
                        <a:pt x="25442" y="286"/>
                        <a:pt x="26109" y="0"/>
                        <a:pt x="26585" y="0"/>
                      </a:cubicBezTo>
                      <a:cubicBezTo>
                        <a:pt x="26775" y="0"/>
                        <a:pt x="26966" y="0"/>
                        <a:pt x="27156" y="95"/>
                      </a:cubicBezTo>
                      <a:lnTo>
                        <a:pt x="38205" y="476"/>
                      </a:lnTo>
                      <a:cubicBezTo>
                        <a:pt x="41063" y="4763"/>
                        <a:pt x="42492" y="7525"/>
                        <a:pt x="42492" y="8763"/>
                      </a:cubicBezTo>
                      <a:cubicBezTo>
                        <a:pt x="42492" y="9144"/>
                        <a:pt x="42396" y="9620"/>
                        <a:pt x="42206" y="10097"/>
                      </a:cubicBezTo>
                      <a:cubicBezTo>
                        <a:pt x="44016" y="10954"/>
                        <a:pt x="44873" y="12287"/>
                        <a:pt x="44873" y="13811"/>
                      </a:cubicBezTo>
                      <a:cubicBezTo>
                        <a:pt x="44873" y="14288"/>
                        <a:pt x="44778" y="14954"/>
                        <a:pt x="44587" y="15812"/>
                      </a:cubicBezTo>
                      <a:cubicBezTo>
                        <a:pt x="44397" y="16764"/>
                        <a:pt x="44301" y="17336"/>
                        <a:pt x="44301" y="17812"/>
                      </a:cubicBezTo>
                      <a:cubicBezTo>
                        <a:pt x="44301" y="19241"/>
                        <a:pt x="45159" y="20384"/>
                        <a:pt x="47064" y="21146"/>
                      </a:cubicBezTo>
                      <a:cubicBezTo>
                        <a:pt x="46683" y="23336"/>
                        <a:pt x="47064" y="25813"/>
                        <a:pt x="48111" y="28861"/>
                      </a:cubicBezTo>
                      <a:cubicBezTo>
                        <a:pt x="48873" y="31528"/>
                        <a:pt x="49826" y="34100"/>
                        <a:pt x="50683" y="36671"/>
                      </a:cubicBezTo>
                      <a:lnTo>
                        <a:pt x="50016" y="36671"/>
                      </a:lnTo>
                      <a:cubicBezTo>
                        <a:pt x="50016" y="36671"/>
                        <a:pt x="50588" y="37433"/>
                        <a:pt x="50588" y="38672"/>
                      </a:cubicBezTo>
                      <a:cubicBezTo>
                        <a:pt x="50588" y="39815"/>
                        <a:pt x="50969" y="40386"/>
                        <a:pt x="51540" y="40386"/>
                      </a:cubicBezTo>
                      <a:cubicBezTo>
                        <a:pt x="51826" y="40386"/>
                        <a:pt x="52112" y="40386"/>
                        <a:pt x="52398" y="40196"/>
                      </a:cubicBezTo>
                      <a:cubicBezTo>
                        <a:pt x="52493" y="41529"/>
                        <a:pt x="52588" y="42958"/>
                        <a:pt x="52683" y="44291"/>
                      </a:cubicBezTo>
                      <a:cubicBezTo>
                        <a:pt x="52969" y="46101"/>
                        <a:pt x="53731" y="47339"/>
                        <a:pt x="54969" y="48006"/>
                      </a:cubicBezTo>
                      <a:cubicBezTo>
                        <a:pt x="54779" y="48768"/>
                        <a:pt x="54588" y="49530"/>
                        <a:pt x="54588" y="50197"/>
                      </a:cubicBezTo>
                      <a:cubicBezTo>
                        <a:pt x="54588" y="51245"/>
                        <a:pt x="55065" y="52578"/>
                        <a:pt x="56112" y="54007"/>
                      </a:cubicBezTo>
                      <a:cubicBezTo>
                        <a:pt x="57160" y="55531"/>
                        <a:pt x="57636" y="56769"/>
                        <a:pt x="57636" y="57722"/>
                      </a:cubicBezTo>
                      <a:cubicBezTo>
                        <a:pt x="57636" y="58198"/>
                        <a:pt x="57636" y="58769"/>
                        <a:pt x="57351" y="59436"/>
                      </a:cubicBezTo>
                      <a:close/>
                      <a:moveTo>
                        <a:pt x="8202" y="34290"/>
                      </a:moveTo>
                      <a:lnTo>
                        <a:pt x="8202" y="36004"/>
                      </a:lnTo>
                      <a:lnTo>
                        <a:pt x="7535" y="34290"/>
                      </a:lnTo>
                      <a:lnTo>
                        <a:pt x="8202" y="34290"/>
                      </a:lnTo>
                      <a:close/>
                      <a:moveTo>
                        <a:pt x="10678" y="60484"/>
                      </a:moveTo>
                      <a:cubicBezTo>
                        <a:pt x="10678" y="60484"/>
                        <a:pt x="11059" y="59627"/>
                        <a:pt x="10678" y="59246"/>
                      </a:cubicBezTo>
                      <a:lnTo>
                        <a:pt x="10678" y="60484"/>
                      </a:lnTo>
                      <a:cubicBezTo>
                        <a:pt x="10678" y="60484"/>
                        <a:pt x="10011" y="61055"/>
                        <a:pt x="9726" y="61436"/>
                      </a:cubicBezTo>
                      <a:cubicBezTo>
                        <a:pt x="9821" y="61436"/>
                        <a:pt x="10202" y="61627"/>
                        <a:pt x="10678" y="61627"/>
                      </a:cubicBezTo>
                      <a:lnTo>
                        <a:pt x="10678" y="60484"/>
                      </a:lnTo>
                      <a:close/>
                      <a:moveTo>
                        <a:pt x="11154" y="11430"/>
                      </a:moveTo>
                      <a:cubicBezTo>
                        <a:pt x="10488" y="10763"/>
                        <a:pt x="10107" y="10287"/>
                        <a:pt x="10107" y="10001"/>
                      </a:cubicBezTo>
                      <a:cubicBezTo>
                        <a:pt x="10107" y="9716"/>
                        <a:pt x="10202" y="9430"/>
                        <a:pt x="10583" y="9239"/>
                      </a:cubicBezTo>
                      <a:cubicBezTo>
                        <a:pt x="10869" y="9239"/>
                        <a:pt x="11059" y="9525"/>
                        <a:pt x="11059" y="10192"/>
                      </a:cubicBezTo>
                      <a:lnTo>
                        <a:pt x="11059" y="11430"/>
                      </a:lnTo>
                      <a:close/>
                      <a:moveTo>
                        <a:pt x="36586" y="44863"/>
                      </a:moveTo>
                      <a:cubicBezTo>
                        <a:pt x="37158" y="44196"/>
                        <a:pt x="37443" y="43434"/>
                        <a:pt x="37443" y="42577"/>
                      </a:cubicBezTo>
                      <a:cubicBezTo>
                        <a:pt x="37443" y="41720"/>
                        <a:pt x="37062" y="40577"/>
                        <a:pt x="36300" y="39338"/>
                      </a:cubicBezTo>
                      <a:cubicBezTo>
                        <a:pt x="35538" y="37910"/>
                        <a:pt x="35157" y="36957"/>
                        <a:pt x="35157" y="36481"/>
                      </a:cubicBezTo>
                      <a:cubicBezTo>
                        <a:pt x="35157" y="35814"/>
                        <a:pt x="35443" y="35243"/>
                        <a:pt x="36205" y="34862"/>
                      </a:cubicBezTo>
                      <a:lnTo>
                        <a:pt x="34776" y="33433"/>
                      </a:lnTo>
                      <a:cubicBezTo>
                        <a:pt x="35253" y="32766"/>
                        <a:pt x="35443" y="32099"/>
                        <a:pt x="35443" y="31528"/>
                      </a:cubicBezTo>
                      <a:cubicBezTo>
                        <a:pt x="35443" y="30766"/>
                        <a:pt x="34776" y="29909"/>
                        <a:pt x="33538" y="28956"/>
                      </a:cubicBezTo>
                      <a:cubicBezTo>
                        <a:pt x="32205" y="27908"/>
                        <a:pt x="31633" y="26956"/>
                        <a:pt x="31633" y="26194"/>
                      </a:cubicBezTo>
                      <a:cubicBezTo>
                        <a:pt x="31633" y="25622"/>
                        <a:pt x="31824" y="24956"/>
                        <a:pt x="32300" y="24289"/>
                      </a:cubicBezTo>
                      <a:cubicBezTo>
                        <a:pt x="31062" y="21717"/>
                        <a:pt x="29919" y="20479"/>
                        <a:pt x="28680" y="20479"/>
                      </a:cubicBezTo>
                      <a:cubicBezTo>
                        <a:pt x="27061" y="21908"/>
                        <a:pt x="26299" y="25241"/>
                        <a:pt x="26299" y="30385"/>
                      </a:cubicBezTo>
                      <a:cubicBezTo>
                        <a:pt x="24585" y="30099"/>
                        <a:pt x="23727" y="30671"/>
                        <a:pt x="23727" y="31909"/>
                      </a:cubicBezTo>
                      <a:cubicBezTo>
                        <a:pt x="23727" y="32385"/>
                        <a:pt x="23918" y="33242"/>
                        <a:pt x="24299" y="34385"/>
                      </a:cubicBezTo>
                      <a:cubicBezTo>
                        <a:pt x="24680" y="35528"/>
                        <a:pt x="24870" y="36195"/>
                        <a:pt x="24680" y="36386"/>
                      </a:cubicBezTo>
                      <a:cubicBezTo>
                        <a:pt x="24680" y="36862"/>
                        <a:pt x="24299" y="37338"/>
                        <a:pt x="23537" y="37624"/>
                      </a:cubicBezTo>
                      <a:cubicBezTo>
                        <a:pt x="22775" y="38005"/>
                        <a:pt x="22489" y="38291"/>
                        <a:pt x="22299" y="38386"/>
                      </a:cubicBezTo>
                      <a:cubicBezTo>
                        <a:pt x="22108" y="39148"/>
                        <a:pt x="22013" y="39910"/>
                        <a:pt x="22013" y="40577"/>
                      </a:cubicBezTo>
                      <a:cubicBezTo>
                        <a:pt x="22013" y="43910"/>
                        <a:pt x="23918" y="45816"/>
                        <a:pt x="27728" y="46292"/>
                      </a:cubicBezTo>
                      <a:cubicBezTo>
                        <a:pt x="28395" y="46482"/>
                        <a:pt x="28680" y="46863"/>
                        <a:pt x="28680" y="47435"/>
                      </a:cubicBezTo>
                      <a:cubicBezTo>
                        <a:pt x="28680" y="48006"/>
                        <a:pt x="28680" y="48578"/>
                        <a:pt x="28871" y="48959"/>
                      </a:cubicBezTo>
                      <a:cubicBezTo>
                        <a:pt x="28966" y="49435"/>
                        <a:pt x="29252" y="49721"/>
                        <a:pt x="29728" y="49816"/>
                      </a:cubicBezTo>
                      <a:cubicBezTo>
                        <a:pt x="29538" y="47816"/>
                        <a:pt x="30395" y="46577"/>
                        <a:pt x="32109" y="46101"/>
                      </a:cubicBezTo>
                      <a:cubicBezTo>
                        <a:pt x="33538" y="45720"/>
                        <a:pt x="35062" y="45244"/>
                        <a:pt x="36586" y="44863"/>
                      </a:cubicBezTo>
                      <a:close/>
                      <a:moveTo>
                        <a:pt x="48302" y="40196"/>
                      </a:moveTo>
                      <a:lnTo>
                        <a:pt x="47254" y="39243"/>
                      </a:lnTo>
                      <a:lnTo>
                        <a:pt x="48302" y="38291"/>
                      </a:lnTo>
                      <a:lnTo>
                        <a:pt x="47254" y="38291"/>
                      </a:lnTo>
                      <a:cubicBezTo>
                        <a:pt x="47254" y="38291"/>
                        <a:pt x="46683" y="38862"/>
                        <a:pt x="46492" y="38862"/>
                      </a:cubicBezTo>
                      <a:cubicBezTo>
                        <a:pt x="46302" y="38862"/>
                        <a:pt x="45921" y="38576"/>
                        <a:pt x="45540" y="38100"/>
                      </a:cubicBezTo>
                      <a:cubicBezTo>
                        <a:pt x="45159" y="37529"/>
                        <a:pt x="44873" y="37338"/>
                        <a:pt x="44873" y="37338"/>
                      </a:cubicBezTo>
                      <a:cubicBezTo>
                        <a:pt x="44492" y="38672"/>
                        <a:pt x="45635" y="39624"/>
                        <a:pt x="48302" y="40196"/>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 name="Google Shape;1592;p99"/>
                <p:cNvSpPr/>
                <p:nvPr/>
              </p:nvSpPr>
              <p:spPr>
                <a:xfrm>
                  <a:off x="3379374" y="4186589"/>
                  <a:ext cx="56292" cy="68132"/>
                </a:xfrm>
                <a:custGeom>
                  <a:avLst/>
                  <a:gdLst/>
                  <a:ahLst/>
                  <a:cxnLst/>
                  <a:rect l="l" t="t" r="r" b="b"/>
                  <a:pathLst>
                    <a:path w="56292" h="68132" extrusionOk="0">
                      <a:moveTo>
                        <a:pt x="54864" y="314"/>
                      </a:moveTo>
                      <a:lnTo>
                        <a:pt x="56293" y="2315"/>
                      </a:lnTo>
                      <a:lnTo>
                        <a:pt x="55245" y="13745"/>
                      </a:lnTo>
                      <a:cubicBezTo>
                        <a:pt x="55245" y="13745"/>
                        <a:pt x="54007" y="13649"/>
                        <a:pt x="50102" y="13649"/>
                      </a:cubicBezTo>
                      <a:cubicBezTo>
                        <a:pt x="48292" y="13649"/>
                        <a:pt x="47149" y="14411"/>
                        <a:pt x="46673" y="15840"/>
                      </a:cubicBezTo>
                      <a:cubicBezTo>
                        <a:pt x="46006" y="14697"/>
                        <a:pt x="45053" y="14030"/>
                        <a:pt x="43720" y="14030"/>
                      </a:cubicBezTo>
                      <a:cubicBezTo>
                        <a:pt x="43148" y="14030"/>
                        <a:pt x="42196" y="14126"/>
                        <a:pt x="41148" y="14411"/>
                      </a:cubicBezTo>
                      <a:cubicBezTo>
                        <a:pt x="40005" y="14697"/>
                        <a:pt x="39243" y="14792"/>
                        <a:pt x="38672" y="14792"/>
                      </a:cubicBezTo>
                      <a:cubicBezTo>
                        <a:pt x="38005" y="16983"/>
                        <a:pt x="37529" y="19745"/>
                        <a:pt x="37529" y="23079"/>
                      </a:cubicBezTo>
                      <a:cubicBezTo>
                        <a:pt x="37529" y="24032"/>
                        <a:pt x="37529" y="25460"/>
                        <a:pt x="37624" y="27270"/>
                      </a:cubicBezTo>
                      <a:cubicBezTo>
                        <a:pt x="37719" y="29175"/>
                        <a:pt x="37814" y="30509"/>
                        <a:pt x="37814" y="31366"/>
                      </a:cubicBezTo>
                      <a:cubicBezTo>
                        <a:pt x="37814" y="33652"/>
                        <a:pt x="37624" y="35652"/>
                        <a:pt x="37338" y="37272"/>
                      </a:cubicBezTo>
                      <a:lnTo>
                        <a:pt x="34862" y="38700"/>
                      </a:lnTo>
                      <a:lnTo>
                        <a:pt x="35243" y="38319"/>
                      </a:lnTo>
                      <a:cubicBezTo>
                        <a:pt x="34576" y="37652"/>
                        <a:pt x="33814" y="37272"/>
                        <a:pt x="33052" y="37272"/>
                      </a:cubicBezTo>
                      <a:cubicBezTo>
                        <a:pt x="32480" y="37272"/>
                        <a:pt x="31528" y="37652"/>
                        <a:pt x="30194" y="38319"/>
                      </a:cubicBezTo>
                      <a:cubicBezTo>
                        <a:pt x="28956" y="38986"/>
                        <a:pt x="27908" y="39272"/>
                        <a:pt x="27242" y="39367"/>
                      </a:cubicBezTo>
                      <a:lnTo>
                        <a:pt x="27242" y="39748"/>
                      </a:lnTo>
                      <a:lnTo>
                        <a:pt x="31623" y="40129"/>
                      </a:lnTo>
                      <a:cubicBezTo>
                        <a:pt x="31623" y="40129"/>
                        <a:pt x="31909" y="40891"/>
                        <a:pt x="32671" y="41748"/>
                      </a:cubicBezTo>
                      <a:cubicBezTo>
                        <a:pt x="33052" y="41176"/>
                        <a:pt x="33242" y="40891"/>
                        <a:pt x="33338" y="40986"/>
                      </a:cubicBezTo>
                      <a:cubicBezTo>
                        <a:pt x="33528" y="40986"/>
                        <a:pt x="33814" y="41176"/>
                        <a:pt x="34195" y="41748"/>
                      </a:cubicBezTo>
                      <a:lnTo>
                        <a:pt x="35243" y="40129"/>
                      </a:lnTo>
                      <a:cubicBezTo>
                        <a:pt x="35052" y="40796"/>
                        <a:pt x="34957" y="41367"/>
                        <a:pt x="34957" y="42034"/>
                      </a:cubicBezTo>
                      <a:cubicBezTo>
                        <a:pt x="34957" y="43177"/>
                        <a:pt x="35338" y="44701"/>
                        <a:pt x="36195" y="46415"/>
                      </a:cubicBezTo>
                      <a:cubicBezTo>
                        <a:pt x="37052" y="48225"/>
                        <a:pt x="37433" y="49654"/>
                        <a:pt x="37433" y="50701"/>
                      </a:cubicBezTo>
                      <a:cubicBezTo>
                        <a:pt x="37433" y="51845"/>
                        <a:pt x="37148" y="52892"/>
                        <a:pt x="36481" y="54035"/>
                      </a:cubicBezTo>
                      <a:cubicBezTo>
                        <a:pt x="36481" y="54226"/>
                        <a:pt x="36671" y="55369"/>
                        <a:pt x="37052" y="57369"/>
                      </a:cubicBezTo>
                      <a:cubicBezTo>
                        <a:pt x="37338" y="58988"/>
                        <a:pt x="37433" y="60322"/>
                        <a:pt x="37433" y="61370"/>
                      </a:cubicBezTo>
                      <a:cubicBezTo>
                        <a:pt x="37433" y="64322"/>
                        <a:pt x="36481" y="66608"/>
                        <a:pt x="34766" y="68132"/>
                      </a:cubicBezTo>
                      <a:lnTo>
                        <a:pt x="21146" y="67561"/>
                      </a:lnTo>
                      <a:cubicBezTo>
                        <a:pt x="20765" y="64989"/>
                        <a:pt x="20669" y="61941"/>
                        <a:pt x="20669" y="58417"/>
                      </a:cubicBezTo>
                      <a:cubicBezTo>
                        <a:pt x="20669" y="55940"/>
                        <a:pt x="20860" y="51368"/>
                        <a:pt x="21146" y="44701"/>
                      </a:cubicBezTo>
                      <a:cubicBezTo>
                        <a:pt x="21527" y="38510"/>
                        <a:pt x="21622" y="33652"/>
                        <a:pt x="21527" y="30128"/>
                      </a:cubicBezTo>
                      <a:cubicBezTo>
                        <a:pt x="21241" y="28604"/>
                        <a:pt x="21050" y="26127"/>
                        <a:pt x="21146" y="22603"/>
                      </a:cubicBezTo>
                      <a:cubicBezTo>
                        <a:pt x="21146" y="19364"/>
                        <a:pt x="20955" y="16888"/>
                        <a:pt x="20479" y="15269"/>
                      </a:cubicBezTo>
                      <a:cubicBezTo>
                        <a:pt x="18764" y="14792"/>
                        <a:pt x="16859" y="14411"/>
                        <a:pt x="14954" y="14316"/>
                      </a:cubicBezTo>
                      <a:cubicBezTo>
                        <a:pt x="13716" y="14316"/>
                        <a:pt x="11811" y="14316"/>
                        <a:pt x="9430" y="14316"/>
                      </a:cubicBezTo>
                      <a:cubicBezTo>
                        <a:pt x="6763" y="14411"/>
                        <a:pt x="4858" y="14411"/>
                        <a:pt x="3620" y="14411"/>
                      </a:cubicBezTo>
                      <a:cubicBezTo>
                        <a:pt x="1810" y="13840"/>
                        <a:pt x="857" y="12601"/>
                        <a:pt x="572" y="10887"/>
                      </a:cubicBezTo>
                      <a:cubicBezTo>
                        <a:pt x="286" y="8506"/>
                        <a:pt x="0" y="7077"/>
                        <a:pt x="0" y="6982"/>
                      </a:cubicBezTo>
                      <a:cubicBezTo>
                        <a:pt x="0" y="5458"/>
                        <a:pt x="191" y="3839"/>
                        <a:pt x="286" y="2219"/>
                      </a:cubicBezTo>
                      <a:cubicBezTo>
                        <a:pt x="381" y="600"/>
                        <a:pt x="1524" y="-162"/>
                        <a:pt x="3620" y="29"/>
                      </a:cubicBezTo>
                      <a:cubicBezTo>
                        <a:pt x="9811" y="410"/>
                        <a:pt x="18383" y="505"/>
                        <a:pt x="29147" y="314"/>
                      </a:cubicBezTo>
                      <a:cubicBezTo>
                        <a:pt x="40672" y="29"/>
                        <a:pt x="49340" y="29"/>
                        <a:pt x="54864" y="314"/>
                      </a:cubicBezTo>
                      <a:close/>
                      <a:moveTo>
                        <a:pt x="54864" y="25175"/>
                      </a:moveTo>
                      <a:lnTo>
                        <a:pt x="54197" y="22793"/>
                      </a:lnTo>
                      <a:lnTo>
                        <a:pt x="54864" y="22793"/>
                      </a:lnTo>
                      <a:lnTo>
                        <a:pt x="54864" y="25175"/>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 name="Google Shape;1593;p99"/>
                <p:cNvSpPr/>
                <p:nvPr/>
              </p:nvSpPr>
              <p:spPr>
                <a:xfrm>
                  <a:off x="3443826" y="4186999"/>
                  <a:ext cx="60039" cy="67722"/>
                </a:xfrm>
                <a:custGeom>
                  <a:avLst/>
                  <a:gdLst/>
                  <a:ahLst/>
                  <a:cxnLst/>
                  <a:rect l="l" t="t" r="r" b="b"/>
                  <a:pathLst>
                    <a:path w="60039" h="67722" extrusionOk="0">
                      <a:moveTo>
                        <a:pt x="57849" y="59055"/>
                      </a:moveTo>
                      <a:cubicBezTo>
                        <a:pt x="59277" y="59246"/>
                        <a:pt x="60039" y="60198"/>
                        <a:pt x="60039" y="61722"/>
                      </a:cubicBezTo>
                      <a:cubicBezTo>
                        <a:pt x="60039" y="60960"/>
                        <a:pt x="59849" y="62198"/>
                        <a:pt x="59468" y="65342"/>
                      </a:cubicBezTo>
                      <a:cubicBezTo>
                        <a:pt x="58134" y="66866"/>
                        <a:pt x="55943" y="67628"/>
                        <a:pt x="52896" y="67628"/>
                      </a:cubicBezTo>
                      <a:cubicBezTo>
                        <a:pt x="48038" y="67628"/>
                        <a:pt x="45847" y="67628"/>
                        <a:pt x="46038" y="67628"/>
                      </a:cubicBezTo>
                      <a:cubicBezTo>
                        <a:pt x="44228" y="67151"/>
                        <a:pt x="43275" y="65532"/>
                        <a:pt x="43275" y="62770"/>
                      </a:cubicBezTo>
                      <a:cubicBezTo>
                        <a:pt x="43275" y="60103"/>
                        <a:pt x="42609" y="58388"/>
                        <a:pt x="41370" y="57722"/>
                      </a:cubicBezTo>
                      <a:cubicBezTo>
                        <a:pt x="40704" y="57531"/>
                        <a:pt x="38989" y="57245"/>
                        <a:pt x="36132" y="57245"/>
                      </a:cubicBezTo>
                      <a:cubicBezTo>
                        <a:pt x="34131" y="57245"/>
                        <a:pt x="32512" y="56769"/>
                        <a:pt x="31369" y="55721"/>
                      </a:cubicBezTo>
                      <a:cubicBezTo>
                        <a:pt x="31179" y="55626"/>
                        <a:pt x="30988" y="54578"/>
                        <a:pt x="30797" y="52388"/>
                      </a:cubicBezTo>
                      <a:cubicBezTo>
                        <a:pt x="30797" y="51435"/>
                        <a:pt x="30321" y="50864"/>
                        <a:pt x="29750" y="50768"/>
                      </a:cubicBezTo>
                      <a:cubicBezTo>
                        <a:pt x="29178" y="51911"/>
                        <a:pt x="28702" y="53054"/>
                        <a:pt x="28321" y="54388"/>
                      </a:cubicBezTo>
                      <a:cubicBezTo>
                        <a:pt x="27940" y="56102"/>
                        <a:pt x="27654" y="57531"/>
                        <a:pt x="27273" y="58293"/>
                      </a:cubicBezTo>
                      <a:cubicBezTo>
                        <a:pt x="26607" y="58484"/>
                        <a:pt x="25463" y="58484"/>
                        <a:pt x="24035" y="58293"/>
                      </a:cubicBezTo>
                      <a:cubicBezTo>
                        <a:pt x="22320" y="58008"/>
                        <a:pt x="21177" y="57817"/>
                        <a:pt x="20701" y="57817"/>
                      </a:cubicBezTo>
                      <a:cubicBezTo>
                        <a:pt x="18891" y="57817"/>
                        <a:pt x="17748" y="58674"/>
                        <a:pt x="17177" y="60389"/>
                      </a:cubicBezTo>
                      <a:cubicBezTo>
                        <a:pt x="17177" y="60484"/>
                        <a:pt x="16796" y="61532"/>
                        <a:pt x="15938" y="63246"/>
                      </a:cubicBezTo>
                      <a:cubicBezTo>
                        <a:pt x="15272" y="64579"/>
                        <a:pt x="14891" y="65627"/>
                        <a:pt x="14891" y="66485"/>
                      </a:cubicBezTo>
                      <a:cubicBezTo>
                        <a:pt x="14891" y="66961"/>
                        <a:pt x="14986" y="67437"/>
                        <a:pt x="15176" y="67723"/>
                      </a:cubicBezTo>
                      <a:lnTo>
                        <a:pt x="7461" y="67723"/>
                      </a:lnTo>
                      <a:cubicBezTo>
                        <a:pt x="4128" y="67723"/>
                        <a:pt x="1651" y="67342"/>
                        <a:pt x="32" y="66675"/>
                      </a:cubicBezTo>
                      <a:cubicBezTo>
                        <a:pt x="-159" y="62675"/>
                        <a:pt x="508" y="58769"/>
                        <a:pt x="2032" y="55054"/>
                      </a:cubicBezTo>
                      <a:cubicBezTo>
                        <a:pt x="3556" y="51340"/>
                        <a:pt x="5080" y="47530"/>
                        <a:pt x="6699" y="43815"/>
                      </a:cubicBezTo>
                      <a:cubicBezTo>
                        <a:pt x="5937" y="43434"/>
                        <a:pt x="5651" y="43053"/>
                        <a:pt x="5651" y="42672"/>
                      </a:cubicBezTo>
                      <a:cubicBezTo>
                        <a:pt x="5651" y="42291"/>
                        <a:pt x="5747" y="42005"/>
                        <a:pt x="6033" y="41434"/>
                      </a:cubicBezTo>
                      <a:cubicBezTo>
                        <a:pt x="6318" y="40862"/>
                        <a:pt x="6509" y="40481"/>
                        <a:pt x="6509" y="40196"/>
                      </a:cubicBezTo>
                      <a:cubicBezTo>
                        <a:pt x="6509" y="39815"/>
                        <a:pt x="6413" y="39529"/>
                        <a:pt x="6223" y="39243"/>
                      </a:cubicBezTo>
                      <a:cubicBezTo>
                        <a:pt x="6033" y="38195"/>
                        <a:pt x="6699" y="37433"/>
                        <a:pt x="8318" y="36957"/>
                      </a:cubicBezTo>
                      <a:cubicBezTo>
                        <a:pt x="9938" y="36386"/>
                        <a:pt x="10700" y="35909"/>
                        <a:pt x="10700" y="35528"/>
                      </a:cubicBezTo>
                      <a:cubicBezTo>
                        <a:pt x="10700" y="35243"/>
                        <a:pt x="10509" y="34862"/>
                        <a:pt x="10128" y="34385"/>
                      </a:cubicBezTo>
                      <a:lnTo>
                        <a:pt x="10128" y="34385"/>
                      </a:lnTo>
                      <a:cubicBezTo>
                        <a:pt x="10128" y="34385"/>
                        <a:pt x="9938" y="33909"/>
                        <a:pt x="9747" y="33909"/>
                      </a:cubicBezTo>
                      <a:cubicBezTo>
                        <a:pt x="10128" y="33338"/>
                        <a:pt x="10795" y="33052"/>
                        <a:pt x="11747" y="33052"/>
                      </a:cubicBezTo>
                      <a:cubicBezTo>
                        <a:pt x="13367" y="32766"/>
                        <a:pt x="14319" y="32576"/>
                        <a:pt x="14700" y="32576"/>
                      </a:cubicBezTo>
                      <a:cubicBezTo>
                        <a:pt x="14700" y="31814"/>
                        <a:pt x="14510" y="31052"/>
                        <a:pt x="14034" y="30385"/>
                      </a:cubicBezTo>
                      <a:cubicBezTo>
                        <a:pt x="13367" y="29337"/>
                        <a:pt x="12700" y="29051"/>
                        <a:pt x="11843" y="29337"/>
                      </a:cubicBezTo>
                      <a:lnTo>
                        <a:pt x="10033" y="29337"/>
                      </a:lnTo>
                      <a:cubicBezTo>
                        <a:pt x="10033" y="28099"/>
                        <a:pt x="10509" y="26956"/>
                        <a:pt x="11843" y="26003"/>
                      </a:cubicBezTo>
                      <a:lnTo>
                        <a:pt x="12605" y="18955"/>
                      </a:lnTo>
                      <a:cubicBezTo>
                        <a:pt x="13367" y="18955"/>
                        <a:pt x="13843" y="18383"/>
                        <a:pt x="14034" y="17621"/>
                      </a:cubicBezTo>
                      <a:cubicBezTo>
                        <a:pt x="14224" y="16383"/>
                        <a:pt x="14415" y="15716"/>
                        <a:pt x="14700" y="15431"/>
                      </a:cubicBezTo>
                      <a:cubicBezTo>
                        <a:pt x="14700" y="14383"/>
                        <a:pt x="15176" y="12764"/>
                        <a:pt x="16129" y="10573"/>
                      </a:cubicBezTo>
                      <a:cubicBezTo>
                        <a:pt x="17082" y="8287"/>
                        <a:pt x="17653" y="6572"/>
                        <a:pt x="17653" y="5429"/>
                      </a:cubicBezTo>
                      <a:cubicBezTo>
                        <a:pt x="17843" y="5334"/>
                        <a:pt x="18034" y="4286"/>
                        <a:pt x="18320" y="2477"/>
                      </a:cubicBezTo>
                      <a:cubicBezTo>
                        <a:pt x="18605" y="1334"/>
                        <a:pt x="19177" y="667"/>
                        <a:pt x="20225" y="381"/>
                      </a:cubicBezTo>
                      <a:lnTo>
                        <a:pt x="22320" y="381"/>
                      </a:lnTo>
                      <a:cubicBezTo>
                        <a:pt x="22606" y="1524"/>
                        <a:pt x="23082" y="2096"/>
                        <a:pt x="23463" y="2096"/>
                      </a:cubicBezTo>
                      <a:cubicBezTo>
                        <a:pt x="23654" y="2096"/>
                        <a:pt x="24225" y="1715"/>
                        <a:pt x="24892" y="1048"/>
                      </a:cubicBezTo>
                      <a:cubicBezTo>
                        <a:pt x="25559" y="286"/>
                        <a:pt x="26130" y="0"/>
                        <a:pt x="26702" y="0"/>
                      </a:cubicBezTo>
                      <a:cubicBezTo>
                        <a:pt x="26892" y="0"/>
                        <a:pt x="27083" y="0"/>
                        <a:pt x="27368" y="95"/>
                      </a:cubicBezTo>
                      <a:lnTo>
                        <a:pt x="38417" y="476"/>
                      </a:lnTo>
                      <a:cubicBezTo>
                        <a:pt x="41180" y="4763"/>
                        <a:pt x="42609" y="7525"/>
                        <a:pt x="42609" y="8763"/>
                      </a:cubicBezTo>
                      <a:cubicBezTo>
                        <a:pt x="42609" y="9144"/>
                        <a:pt x="42513" y="9620"/>
                        <a:pt x="42323" y="10097"/>
                      </a:cubicBezTo>
                      <a:cubicBezTo>
                        <a:pt x="44133" y="10954"/>
                        <a:pt x="44990" y="12287"/>
                        <a:pt x="44990" y="13811"/>
                      </a:cubicBezTo>
                      <a:cubicBezTo>
                        <a:pt x="44990" y="14288"/>
                        <a:pt x="44990" y="14954"/>
                        <a:pt x="44704" y="15812"/>
                      </a:cubicBezTo>
                      <a:cubicBezTo>
                        <a:pt x="44513" y="16764"/>
                        <a:pt x="44418" y="17336"/>
                        <a:pt x="44418" y="17812"/>
                      </a:cubicBezTo>
                      <a:cubicBezTo>
                        <a:pt x="44418" y="19241"/>
                        <a:pt x="45371" y="20384"/>
                        <a:pt x="47276" y="21146"/>
                      </a:cubicBezTo>
                      <a:cubicBezTo>
                        <a:pt x="46895" y="23336"/>
                        <a:pt x="47276" y="25813"/>
                        <a:pt x="48324" y="28861"/>
                      </a:cubicBezTo>
                      <a:cubicBezTo>
                        <a:pt x="49181" y="31528"/>
                        <a:pt x="50038" y="34100"/>
                        <a:pt x="50895" y="36671"/>
                      </a:cubicBezTo>
                      <a:lnTo>
                        <a:pt x="50229" y="36671"/>
                      </a:lnTo>
                      <a:cubicBezTo>
                        <a:pt x="50229" y="36671"/>
                        <a:pt x="50800" y="37433"/>
                        <a:pt x="50800" y="38672"/>
                      </a:cubicBezTo>
                      <a:cubicBezTo>
                        <a:pt x="50800" y="39815"/>
                        <a:pt x="51181" y="40386"/>
                        <a:pt x="51753" y="40386"/>
                      </a:cubicBezTo>
                      <a:cubicBezTo>
                        <a:pt x="52038" y="40386"/>
                        <a:pt x="52324" y="40386"/>
                        <a:pt x="52705" y="40196"/>
                      </a:cubicBezTo>
                      <a:cubicBezTo>
                        <a:pt x="52705" y="41529"/>
                        <a:pt x="52896" y="42958"/>
                        <a:pt x="52991" y="44291"/>
                      </a:cubicBezTo>
                      <a:cubicBezTo>
                        <a:pt x="53276" y="46101"/>
                        <a:pt x="54038" y="47339"/>
                        <a:pt x="55277" y="48006"/>
                      </a:cubicBezTo>
                      <a:cubicBezTo>
                        <a:pt x="54991" y="48768"/>
                        <a:pt x="54896" y="49530"/>
                        <a:pt x="54896" y="50197"/>
                      </a:cubicBezTo>
                      <a:cubicBezTo>
                        <a:pt x="54896" y="51245"/>
                        <a:pt x="55372" y="52578"/>
                        <a:pt x="56420" y="54007"/>
                      </a:cubicBezTo>
                      <a:cubicBezTo>
                        <a:pt x="57467" y="55531"/>
                        <a:pt x="57944" y="56769"/>
                        <a:pt x="57944" y="57722"/>
                      </a:cubicBezTo>
                      <a:cubicBezTo>
                        <a:pt x="57944" y="58198"/>
                        <a:pt x="57944" y="58769"/>
                        <a:pt x="57658" y="59436"/>
                      </a:cubicBezTo>
                      <a:close/>
                      <a:moveTo>
                        <a:pt x="8318" y="34290"/>
                      </a:moveTo>
                      <a:lnTo>
                        <a:pt x="8318" y="36004"/>
                      </a:lnTo>
                      <a:lnTo>
                        <a:pt x="7652" y="34290"/>
                      </a:lnTo>
                      <a:lnTo>
                        <a:pt x="8318" y="34290"/>
                      </a:lnTo>
                      <a:close/>
                      <a:moveTo>
                        <a:pt x="10700" y="60484"/>
                      </a:moveTo>
                      <a:cubicBezTo>
                        <a:pt x="10700" y="60484"/>
                        <a:pt x="11176" y="59627"/>
                        <a:pt x="10700" y="59246"/>
                      </a:cubicBezTo>
                      <a:lnTo>
                        <a:pt x="10700" y="60484"/>
                      </a:lnTo>
                      <a:cubicBezTo>
                        <a:pt x="10700" y="60484"/>
                        <a:pt x="10128" y="61055"/>
                        <a:pt x="9842" y="61436"/>
                      </a:cubicBezTo>
                      <a:cubicBezTo>
                        <a:pt x="9842" y="61436"/>
                        <a:pt x="10224" y="61627"/>
                        <a:pt x="10700" y="61627"/>
                      </a:cubicBezTo>
                      <a:lnTo>
                        <a:pt x="10700" y="60484"/>
                      </a:lnTo>
                      <a:close/>
                      <a:moveTo>
                        <a:pt x="11271" y="11430"/>
                      </a:moveTo>
                      <a:cubicBezTo>
                        <a:pt x="10605" y="10763"/>
                        <a:pt x="10224" y="10287"/>
                        <a:pt x="10224" y="10001"/>
                      </a:cubicBezTo>
                      <a:cubicBezTo>
                        <a:pt x="10224" y="9716"/>
                        <a:pt x="10414" y="9430"/>
                        <a:pt x="10700" y="9239"/>
                      </a:cubicBezTo>
                      <a:cubicBezTo>
                        <a:pt x="11081" y="9239"/>
                        <a:pt x="11271" y="9525"/>
                        <a:pt x="11271" y="10192"/>
                      </a:cubicBezTo>
                      <a:lnTo>
                        <a:pt x="11271" y="11430"/>
                      </a:lnTo>
                      <a:close/>
                      <a:moveTo>
                        <a:pt x="36703" y="44863"/>
                      </a:moveTo>
                      <a:cubicBezTo>
                        <a:pt x="37370" y="44196"/>
                        <a:pt x="37655" y="43434"/>
                        <a:pt x="37655" y="42577"/>
                      </a:cubicBezTo>
                      <a:cubicBezTo>
                        <a:pt x="37655" y="41720"/>
                        <a:pt x="37275" y="40577"/>
                        <a:pt x="36513" y="39338"/>
                      </a:cubicBezTo>
                      <a:cubicBezTo>
                        <a:pt x="35751" y="37910"/>
                        <a:pt x="35370" y="36957"/>
                        <a:pt x="35370" y="36481"/>
                      </a:cubicBezTo>
                      <a:cubicBezTo>
                        <a:pt x="35370" y="35814"/>
                        <a:pt x="35655" y="35243"/>
                        <a:pt x="36417" y="34862"/>
                      </a:cubicBezTo>
                      <a:lnTo>
                        <a:pt x="34988" y="33433"/>
                      </a:lnTo>
                      <a:cubicBezTo>
                        <a:pt x="35465" y="32766"/>
                        <a:pt x="35655" y="32099"/>
                        <a:pt x="35655" y="31528"/>
                      </a:cubicBezTo>
                      <a:cubicBezTo>
                        <a:pt x="35655" y="30766"/>
                        <a:pt x="34988" y="29909"/>
                        <a:pt x="33750" y="28956"/>
                      </a:cubicBezTo>
                      <a:cubicBezTo>
                        <a:pt x="32417" y="27908"/>
                        <a:pt x="31845" y="26956"/>
                        <a:pt x="31845" y="26194"/>
                      </a:cubicBezTo>
                      <a:cubicBezTo>
                        <a:pt x="31845" y="25622"/>
                        <a:pt x="32036" y="24956"/>
                        <a:pt x="32512" y="24289"/>
                      </a:cubicBezTo>
                      <a:cubicBezTo>
                        <a:pt x="31369" y="21717"/>
                        <a:pt x="30131" y="20479"/>
                        <a:pt x="28892" y="20479"/>
                      </a:cubicBezTo>
                      <a:cubicBezTo>
                        <a:pt x="27273" y="21908"/>
                        <a:pt x="26416" y="25241"/>
                        <a:pt x="26416" y="30385"/>
                      </a:cubicBezTo>
                      <a:cubicBezTo>
                        <a:pt x="24701" y="30099"/>
                        <a:pt x="23844" y="30671"/>
                        <a:pt x="23844" y="31909"/>
                      </a:cubicBezTo>
                      <a:cubicBezTo>
                        <a:pt x="23844" y="32385"/>
                        <a:pt x="24130" y="33242"/>
                        <a:pt x="24416" y="34385"/>
                      </a:cubicBezTo>
                      <a:cubicBezTo>
                        <a:pt x="24797" y="35528"/>
                        <a:pt x="24987" y="36195"/>
                        <a:pt x="24797" y="36386"/>
                      </a:cubicBezTo>
                      <a:cubicBezTo>
                        <a:pt x="24797" y="36862"/>
                        <a:pt x="24416" y="37338"/>
                        <a:pt x="23654" y="37624"/>
                      </a:cubicBezTo>
                      <a:cubicBezTo>
                        <a:pt x="22987" y="38005"/>
                        <a:pt x="22606" y="38291"/>
                        <a:pt x="22320" y="38386"/>
                      </a:cubicBezTo>
                      <a:cubicBezTo>
                        <a:pt x="22130" y="39148"/>
                        <a:pt x="22034" y="39910"/>
                        <a:pt x="22034" y="40577"/>
                      </a:cubicBezTo>
                      <a:cubicBezTo>
                        <a:pt x="22034" y="43910"/>
                        <a:pt x="23940" y="45816"/>
                        <a:pt x="27750" y="46292"/>
                      </a:cubicBezTo>
                      <a:cubicBezTo>
                        <a:pt x="28416" y="46482"/>
                        <a:pt x="28797" y="46863"/>
                        <a:pt x="28797" y="47435"/>
                      </a:cubicBezTo>
                      <a:cubicBezTo>
                        <a:pt x="28797" y="48006"/>
                        <a:pt x="28797" y="48578"/>
                        <a:pt x="28892" y="48959"/>
                      </a:cubicBezTo>
                      <a:cubicBezTo>
                        <a:pt x="28892" y="49435"/>
                        <a:pt x="29274" y="49721"/>
                        <a:pt x="29750" y="49816"/>
                      </a:cubicBezTo>
                      <a:cubicBezTo>
                        <a:pt x="29559" y="47816"/>
                        <a:pt x="30417" y="46577"/>
                        <a:pt x="32131" y="46101"/>
                      </a:cubicBezTo>
                      <a:cubicBezTo>
                        <a:pt x="33655" y="45720"/>
                        <a:pt x="35179" y="45244"/>
                        <a:pt x="36703" y="44863"/>
                      </a:cubicBezTo>
                      <a:close/>
                      <a:moveTo>
                        <a:pt x="48419" y="40196"/>
                      </a:moveTo>
                      <a:lnTo>
                        <a:pt x="47371" y="39243"/>
                      </a:lnTo>
                      <a:lnTo>
                        <a:pt x="48419" y="38291"/>
                      </a:lnTo>
                      <a:lnTo>
                        <a:pt x="47371" y="38291"/>
                      </a:lnTo>
                      <a:cubicBezTo>
                        <a:pt x="47371" y="38291"/>
                        <a:pt x="46895" y="38862"/>
                        <a:pt x="46609" y="38862"/>
                      </a:cubicBezTo>
                      <a:cubicBezTo>
                        <a:pt x="46323" y="38862"/>
                        <a:pt x="46038" y="38576"/>
                        <a:pt x="45561" y="38100"/>
                      </a:cubicBezTo>
                      <a:cubicBezTo>
                        <a:pt x="45180" y="37529"/>
                        <a:pt x="44990" y="37338"/>
                        <a:pt x="44895" y="37338"/>
                      </a:cubicBezTo>
                      <a:cubicBezTo>
                        <a:pt x="44513" y="38672"/>
                        <a:pt x="45752" y="39624"/>
                        <a:pt x="48324" y="40196"/>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94" name="Google Shape;1594;p99"/>
              <p:cNvGrpSpPr/>
              <p:nvPr/>
            </p:nvGrpSpPr>
            <p:grpSpPr>
              <a:xfrm>
                <a:off x="8601640" y="7070408"/>
                <a:ext cx="141541" cy="36670"/>
                <a:chOff x="3348322" y="4788503"/>
                <a:chExt cx="141541" cy="36670"/>
              </a:xfrm>
            </p:grpSpPr>
            <p:sp>
              <p:nvSpPr>
                <p:cNvPr id="1595" name="Google Shape;1595;p99"/>
                <p:cNvSpPr/>
                <p:nvPr/>
              </p:nvSpPr>
              <p:spPr>
                <a:xfrm>
                  <a:off x="3348322" y="4789060"/>
                  <a:ext cx="25050" cy="34494"/>
                </a:xfrm>
                <a:custGeom>
                  <a:avLst/>
                  <a:gdLst/>
                  <a:ahLst/>
                  <a:cxnLst/>
                  <a:rect l="l" t="t" r="r" b="b"/>
                  <a:pathLst>
                    <a:path w="25050" h="34494" extrusionOk="0">
                      <a:moveTo>
                        <a:pt x="24670" y="1253"/>
                      </a:moveTo>
                      <a:lnTo>
                        <a:pt x="25051" y="7348"/>
                      </a:lnTo>
                      <a:cubicBezTo>
                        <a:pt x="24289" y="7539"/>
                        <a:pt x="23241" y="7634"/>
                        <a:pt x="21908" y="7539"/>
                      </a:cubicBezTo>
                      <a:cubicBezTo>
                        <a:pt x="20383" y="7348"/>
                        <a:pt x="19336" y="7348"/>
                        <a:pt x="18859" y="7348"/>
                      </a:cubicBezTo>
                      <a:cubicBezTo>
                        <a:pt x="17812" y="7539"/>
                        <a:pt x="16859" y="8015"/>
                        <a:pt x="16192" y="8777"/>
                      </a:cubicBezTo>
                      <a:cubicBezTo>
                        <a:pt x="16192" y="8968"/>
                        <a:pt x="16288" y="9158"/>
                        <a:pt x="16288" y="9444"/>
                      </a:cubicBezTo>
                      <a:cubicBezTo>
                        <a:pt x="16288" y="9634"/>
                        <a:pt x="16192" y="10015"/>
                        <a:pt x="16097" y="10492"/>
                      </a:cubicBezTo>
                      <a:cubicBezTo>
                        <a:pt x="16097" y="10873"/>
                        <a:pt x="15907" y="11254"/>
                        <a:pt x="15907" y="11444"/>
                      </a:cubicBezTo>
                      <a:cubicBezTo>
                        <a:pt x="15907" y="11730"/>
                        <a:pt x="16002" y="12111"/>
                        <a:pt x="16097" y="12492"/>
                      </a:cubicBezTo>
                      <a:cubicBezTo>
                        <a:pt x="16192" y="12682"/>
                        <a:pt x="16192" y="12778"/>
                        <a:pt x="16192" y="12968"/>
                      </a:cubicBezTo>
                      <a:cubicBezTo>
                        <a:pt x="16192" y="13159"/>
                        <a:pt x="16192" y="13349"/>
                        <a:pt x="16002" y="13635"/>
                      </a:cubicBezTo>
                      <a:cubicBezTo>
                        <a:pt x="15907" y="13921"/>
                        <a:pt x="15812" y="14016"/>
                        <a:pt x="15812" y="14206"/>
                      </a:cubicBezTo>
                      <a:cubicBezTo>
                        <a:pt x="15812" y="14397"/>
                        <a:pt x="15907" y="14492"/>
                        <a:pt x="16002" y="14683"/>
                      </a:cubicBezTo>
                      <a:lnTo>
                        <a:pt x="16002" y="16588"/>
                      </a:lnTo>
                      <a:cubicBezTo>
                        <a:pt x="16002" y="16588"/>
                        <a:pt x="15621" y="16207"/>
                        <a:pt x="15335" y="16207"/>
                      </a:cubicBezTo>
                      <a:cubicBezTo>
                        <a:pt x="14859" y="16207"/>
                        <a:pt x="14669" y="16016"/>
                        <a:pt x="14573" y="16016"/>
                      </a:cubicBezTo>
                      <a:cubicBezTo>
                        <a:pt x="14478" y="16016"/>
                        <a:pt x="14383" y="16207"/>
                        <a:pt x="14383" y="16302"/>
                      </a:cubicBezTo>
                      <a:cubicBezTo>
                        <a:pt x="14383" y="16492"/>
                        <a:pt x="14383" y="16588"/>
                        <a:pt x="14383" y="16683"/>
                      </a:cubicBezTo>
                      <a:cubicBezTo>
                        <a:pt x="14573" y="16683"/>
                        <a:pt x="14764" y="16492"/>
                        <a:pt x="14859" y="16492"/>
                      </a:cubicBezTo>
                      <a:cubicBezTo>
                        <a:pt x="15145" y="16492"/>
                        <a:pt x="15240" y="16778"/>
                        <a:pt x="15430" y="17159"/>
                      </a:cubicBezTo>
                      <a:cubicBezTo>
                        <a:pt x="15526" y="17636"/>
                        <a:pt x="15621" y="18016"/>
                        <a:pt x="15812" y="18112"/>
                      </a:cubicBezTo>
                      <a:lnTo>
                        <a:pt x="15526" y="18112"/>
                      </a:lnTo>
                      <a:cubicBezTo>
                        <a:pt x="15907" y="19064"/>
                        <a:pt x="16097" y="20398"/>
                        <a:pt x="16192" y="22017"/>
                      </a:cubicBezTo>
                      <a:cubicBezTo>
                        <a:pt x="16097" y="23350"/>
                        <a:pt x="16097" y="24684"/>
                        <a:pt x="16097" y="26113"/>
                      </a:cubicBezTo>
                      <a:cubicBezTo>
                        <a:pt x="16097" y="26875"/>
                        <a:pt x="16192" y="27541"/>
                        <a:pt x="16288" y="28208"/>
                      </a:cubicBezTo>
                      <a:cubicBezTo>
                        <a:pt x="16288" y="28208"/>
                        <a:pt x="16478" y="28208"/>
                        <a:pt x="16574" y="28399"/>
                      </a:cubicBezTo>
                      <a:cubicBezTo>
                        <a:pt x="16764" y="28494"/>
                        <a:pt x="16954" y="28494"/>
                        <a:pt x="17145" y="28399"/>
                      </a:cubicBezTo>
                      <a:cubicBezTo>
                        <a:pt x="16954" y="28875"/>
                        <a:pt x="16764" y="29923"/>
                        <a:pt x="16669" y="31732"/>
                      </a:cubicBezTo>
                      <a:cubicBezTo>
                        <a:pt x="16669" y="32685"/>
                        <a:pt x="16383" y="33352"/>
                        <a:pt x="15716" y="33733"/>
                      </a:cubicBezTo>
                      <a:cubicBezTo>
                        <a:pt x="15716" y="33733"/>
                        <a:pt x="15812" y="33923"/>
                        <a:pt x="15812" y="34209"/>
                      </a:cubicBezTo>
                      <a:cubicBezTo>
                        <a:pt x="15430" y="34209"/>
                        <a:pt x="14383" y="34209"/>
                        <a:pt x="12668" y="34209"/>
                      </a:cubicBezTo>
                      <a:cubicBezTo>
                        <a:pt x="11430" y="34209"/>
                        <a:pt x="10382" y="34304"/>
                        <a:pt x="9620" y="34495"/>
                      </a:cubicBezTo>
                      <a:cubicBezTo>
                        <a:pt x="8954" y="34018"/>
                        <a:pt x="8668" y="33256"/>
                        <a:pt x="8668" y="32209"/>
                      </a:cubicBezTo>
                      <a:cubicBezTo>
                        <a:pt x="8668" y="31351"/>
                        <a:pt x="8668" y="30494"/>
                        <a:pt x="8668" y="29542"/>
                      </a:cubicBezTo>
                      <a:cubicBezTo>
                        <a:pt x="8858" y="26303"/>
                        <a:pt x="8858" y="22874"/>
                        <a:pt x="8858" y="19350"/>
                      </a:cubicBezTo>
                      <a:cubicBezTo>
                        <a:pt x="8858" y="15826"/>
                        <a:pt x="8858" y="12206"/>
                        <a:pt x="8668" y="8396"/>
                      </a:cubicBezTo>
                      <a:cubicBezTo>
                        <a:pt x="8477" y="7920"/>
                        <a:pt x="8001" y="7539"/>
                        <a:pt x="7239" y="7539"/>
                      </a:cubicBezTo>
                      <a:cubicBezTo>
                        <a:pt x="7049" y="7539"/>
                        <a:pt x="6858" y="7539"/>
                        <a:pt x="6572" y="7539"/>
                      </a:cubicBezTo>
                      <a:lnTo>
                        <a:pt x="6001" y="7539"/>
                      </a:lnTo>
                      <a:cubicBezTo>
                        <a:pt x="6001" y="7539"/>
                        <a:pt x="5239" y="7444"/>
                        <a:pt x="5048" y="7348"/>
                      </a:cubicBezTo>
                      <a:cubicBezTo>
                        <a:pt x="5334" y="7348"/>
                        <a:pt x="4477" y="7348"/>
                        <a:pt x="2286" y="7348"/>
                      </a:cubicBezTo>
                      <a:cubicBezTo>
                        <a:pt x="1333" y="7348"/>
                        <a:pt x="571" y="7063"/>
                        <a:pt x="0" y="6682"/>
                      </a:cubicBezTo>
                      <a:lnTo>
                        <a:pt x="0" y="681"/>
                      </a:lnTo>
                      <a:cubicBezTo>
                        <a:pt x="0" y="681"/>
                        <a:pt x="381" y="872"/>
                        <a:pt x="571" y="872"/>
                      </a:cubicBezTo>
                      <a:cubicBezTo>
                        <a:pt x="953" y="872"/>
                        <a:pt x="1333" y="586"/>
                        <a:pt x="1715" y="205"/>
                      </a:cubicBezTo>
                      <a:cubicBezTo>
                        <a:pt x="3524" y="109"/>
                        <a:pt x="6287" y="14"/>
                        <a:pt x="10001" y="205"/>
                      </a:cubicBezTo>
                      <a:cubicBezTo>
                        <a:pt x="13621" y="205"/>
                        <a:pt x="16383" y="205"/>
                        <a:pt x="18383" y="109"/>
                      </a:cubicBezTo>
                      <a:cubicBezTo>
                        <a:pt x="18383" y="300"/>
                        <a:pt x="18574" y="395"/>
                        <a:pt x="18859" y="395"/>
                      </a:cubicBezTo>
                      <a:cubicBezTo>
                        <a:pt x="18955" y="395"/>
                        <a:pt x="19145" y="300"/>
                        <a:pt x="19336" y="205"/>
                      </a:cubicBezTo>
                      <a:cubicBezTo>
                        <a:pt x="19526" y="205"/>
                        <a:pt x="19717" y="14"/>
                        <a:pt x="19812" y="14"/>
                      </a:cubicBezTo>
                      <a:cubicBezTo>
                        <a:pt x="20193" y="205"/>
                        <a:pt x="21146" y="205"/>
                        <a:pt x="22670" y="14"/>
                      </a:cubicBezTo>
                      <a:cubicBezTo>
                        <a:pt x="23813" y="-81"/>
                        <a:pt x="24384" y="300"/>
                        <a:pt x="24479" y="1157"/>
                      </a:cubicBezTo>
                      <a:close/>
                      <a:moveTo>
                        <a:pt x="4191" y="2586"/>
                      </a:moveTo>
                      <a:cubicBezTo>
                        <a:pt x="4191" y="2586"/>
                        <a:pt x="4953" y="1919"/>
                        <a:pt x="5334" y="1919"/>
                      </a:cubicBezTo>
                      <a:cubicBezTo>
                        <a:pt x="5525" y="1919"/>
                        <a:pt x="5810" y="1919"/>
                        <a:pt x="6191" y="2014"/>
                      </a:cubicBezTo>
                      <a:cubicBezTo>
                        <a:pt x="6667" y="2014"/>
                        <a:pt x="6953" y="2110"/>
                        <a:pt x="7144" y="2110"/>
                      </a:cubicBezTo>
                      <a:cubicBezTo>
                        <a:pt x="7334" y="2110"/>
                        <a:pt x="7620" y="2110"/>
                        <a:pt x="7811" y="2014"/>
                      </a:cubicBezTo>
                      <a:lnTo>
                        <a:pt x="7049" y="1348"/>
                      </a:lnTo>
                      <a:cubicBezTo>
                        <a:pt x="7049" y="1348"/>
                        <a:pt x="6667" y="1253"/>
                        <a:pt x="6667" y="967"/>
                      </a:cubicBezTo>
                      <a:cubicBezTo>
                        <a:pt x="6667" y="681"/>
                        <a:pt x="6667" y="586"/>
                        <a:pt x="6667" y="490"/>
                      </a:cubicBezTo>
                      <a:cubicBezTo>
                        <a:pt x="6667" y="681"/>
                        <a:pt x="6477" y="776"/>
                        <a:pt x="6287" y="776"/>
                      </a:cubicBezTo>
                      <a:lnTo>
                        <a:pt x="6096" y="776"/>
                      </a:lnTo>
                      <a:cubicBezTo>
                        <a:pt x="6096" y="776"/>
                        <a:pt x="6096" y="872"/>
                        <a:pt x="6096" y="1157"/>
                      </a:cubicBezTo>
                      <a:cubicBezTo>
                        <a:pt x="5715" y="1348"/>
                        <a:pt x="5239" y="1538"/>
                        <a:pt x="4667" y="1538"/>
                      </a:cubicBezTo>
                      <a:cubicBezTo>
                        <a:pt x="4000" y="1633"/>
                        <a:pt x="3524" y="1729"/>
                        <a:pt x="3334" y="1824"/>
                      </a:cubicBezTo>
                      <a:lnTo>
                        <a:pt x="4191" y="1824"/>
                      </a:lnTo>
                      <a:cubicBezTo>
                        <a:pt x="4191" y="1824"/>
                        <a:pt x="3810" y="2205"/>
                        <a:pt x="3620" y="2300"/>
                      </a:cubicBezTo>
                      <a:cubicBezTo>
                        <a:pt x="3620" y="2300"/>
                        <a:pt x="3620" y="2300"/>
                        <a:pt x="3620" y="2300"/>
                      </a:cubicBezTo>
                      <a:cubicBezTo>
                        <a:pt x="3620" y="2300"/>
                        <a:pt x="3429" y="2300"/>
                        <a:pt x="3429" y="2396"/>
                      </a:cubicBezTo>
                      <a:cubicBezTo>
                        <a:pt x="3238" y="2396"/>
                        <a:pt x="3048" y="2396"/>
                        <a:pt x="3048" y="2396"/>
                      </a:cubicBezTo>
                      <a:cubicBezTo>
                        <a:pt x="2953" y="2396"/>
                        <a:pt x="2762" y="2396"/>
                        <a:pt x="2572" y="2396"/>
                      </a:cubicBezTo>
                      <a:cubicBezTo>
                        <a:pt x="1905" y="2396"/>
                        <a:pt x="1524" y="2396"/>
                        <a:pt x="1238" y="2396"/>
                      </a:cubicBezTo>
                      <a:lnTo>
                        <a:pt x="1238" y="2205"/>
                      </a:lnTo>
                      <a:lnTo>
                        <a:pt x="667" y="2776"/>
                      </a:lnTo>
                      <a:cubicBezTo>
                        <a:pt x="667" y="2776"/>
                        <a:pt x="953" y="2776"/>
                        <a:pt x="1143" y="2776"/>
                      </a:cubicBezTo>
                      <a:cubicBezTo>
                        <a:pt x="1143" y="2776"/>
                        <a:pt x="1715" y="2586"/>
                        <a:pt x="2572" y="2396"/>
                      </a:cubicBezTo>
                      <a:lnTo>
                        <a:pt x="3048" y="2396"/>
                      </a:lnTo>
                      <a:cubicBezTo>
                        <a:pt x="3048" y="2396"/>
                        <a:pt x="3238" y="2491"/>
                        <a:pt x="3238" y="2681"/>
                      </a:cubicBezTo>
                      <a:cubicBezTo>
                        <a:pt x="3334" y="2681"/>
                        <a:pt x="3334" y="2872"/>
                        <a:pt x="3429" y="3062"/>
                      </a:cubicBezTo>
                      <a:cubicBezTo>
                        <a:pt x="3429" y="2967"/>
                        <a:pt x="3334" y="2872"/>
                        <a:pt x="3334" y="2776"/>
                      </a:cubicBezTo>
                      <a:cubicBezTo>
                        <a:pt x="3334" y="2586"/>
                        <a:pt x="3334" y="2396"/>
                        <a:pt x="3429" y="2396"/>
                      </a:cubicBezTo>
                      <a:lnTo>
                        <a:pt x="3620" y="2396"/>
                      </a:lnTo>
                      <a:cubicBezTo>
                        <a:pt x="3620" y="2396"/>
                        <a:pt x="3905" y="2681"/>
                        <a:pt x="3905" y="2776"/>
                      </a:cubicBezTo>
                      <a:lnTo>
                        <a:pt x="5144" y="2586"/>
                      </a:lnTo>
                      <a:lnTo>
                        <a:pt x="3905" y="2586"/>
                      </a:lnTo>
                      <a:close/>
                      <a:moveTo>
                        <a:pt x="3238" y="4396"/>
                      </a:moveTo>
                      <a:lnTo>
                        <a:pt x="4000" y="4015"/>
                      </a:lnTo>
                      <a:lnTo>
                        <a:pt x="3620" y="4015"/>
                      </a:lnTo>
                      <a:lnTo>
                        <a:pt x="3238" y="4396"/>
                      </a:lnTo>
                      <a:close/>
                      <a:moveTo>
                        <a:pt x="8954" y="1062"/>
                      </a:moveTo>
                      <a:lnTo>
                        <a:pt x="9525" y="490"/>
                      </a:lnTo>
                      <a:cubicBezTo>
                        <a:pt x="9525" y="490"/>
                        <a:pt x="9049" y="395"/>
                        <a:pt x="8858" y="205"/>
                      </a:cubicBezTo>
                      <a:lnTo>
                        <a:pt x="8287" y="967"/>
                      </a:lnTo>
                      <a:lnTo>
                        <a:pt x="7620" y="681"/>
                      </a:lnTo>
                      <a:lnTo>
                        <a:pt x="8477" y="1538"/>
                      </a:lnTo>
                      <a:cubicBezTo>
                        <a:pt x="8477" y="967"/>
                        <a:pt x="8572" y="586"/>
                        <a:pt x="8858" y="490"/>
                      </a:cubicBezTo>
                      <a:cubicBezTo>
                        <a:pt x="8858" y="490"/>
                        <a:pt x="8954" y="681"/>
                        <a:pt x="8954" y="1062"/>
                      </a:cubicBezTo>
                      <a:close/>
                      <a:moveTo>
                        <a:pt x="10763" y="18112"/>
                      </a:moveTo>
                      <a:cubicBezTo>
                        <a:pt x="11335" y="18112"/>
                        <a:pt x="11525" y="18112"/>
                        <a:pt x="11430" y="18112"/>
                      </a:cubicBezTo>
                      <a:cubicBezTo>
                        <a:pt x="11335" y="18016"/>
                        <a:pt x="11049" y="18112"/>
                        <a:pt x="10763" y="18112"/>
                      </a:cubicBezTo>
                      <a:cubicBezTo>
                        <a:pt x="10573" y="18112"/>
                        <a:pt x="10478" y="18112"/>
                        <a:pt x="10382" y="18112"/>
                      </a:cubicBezTo>
                      <a:cubicBezTo>
                        <a:pt x="10478" y="18112"/>
                        <a:pt x="10668" y="18112"/>
                        <a:pt x="10763" y="18112"/>
                      </a:cubicBezTo>
                      <a:close/>
                      <a:moveTo>
                        <a:pt x="15621" y="17445"/>
                      </a:moveTo>
                      <a:cubicBezTo>
                        <a:pt x="15621" y="17445"/>
                        <a:pt x="14764" y="17159"/>
                        <a:pt x="14097" y="17159"/>
                      </a:cubicBezTo>
                      <a:cubicBezTo>
                        <a:pt x="13240" y="17159"/>
                        <a:pt x="12763" y="17159"/>
                        <a:pt x="12573" y="16969"/>
                      </a:cubicBezTo>
                      <a:lnTo>
                        <a:pt x="13811" y="17636"/>
                      </a:lnTo>
                      <a:cubicBezTo>
                        <a:pt x="13811" y="17636"/>
                        <a:pt x="13621" y="17826"/>
                        <a:pt x="13621" y="18016"/>
                      </a:cubicBezTo>
                      <a:lnTo>
                        <a:pt x="14002" y="18016"/>
                      </a:lnTo>
                      <a:cubicBezTo>
                        <a:pt x="14002" y="18016"/>
                        <a:pt x="14192" y="18016"/>
                        <a:pt x="14192" y="18207"/>
                      </a:cubicBezTo>
                      <a:lnTo>
                        <a:pt x="14192" y="18397"/>
                      </a:lnTo>
                      <a:cubicBezTo>
                        <a:pt x="14192" y="18397"/>
                        <a:pt x="13907" y="18683"/>
                        <a:pt x="14002" y="18779"/>
                      </a:cubicBezTo>
                      <a:lnTo>
                        <a:pt x="14669" y="18779"/>
                      </a:lnTo>
                      <a:cubicBezTo>
                        <a:pt x="14669" y="18779"/>
                        <a:pt x="14192" y="18207"/>
                        <a:pt x="14192" y="18016"/>
                      </a:cubicBezTo>
                      <a:cubicBezTo>
                        <a:pt x="14192" y="17921"/>
                        <a:pt x="14192" y="17826"/>
                        <a:pt x="14383" y="17731"/>
                      </a:cubicBezTo>
                      <a:cubicBezTo>
                        <a:pt x="14573" y="17731"/>
                        <a:pt x="14764" y="17540"/>
                        <a:pt x="15050" y="17445"/>
                      </a:cubicBezTo>
                      <a:cubicBezTo>
                        <a:pt x="15240" y="17445"/>
                        <a:pt x="15430" y="17445"/>
                        <a:pt x="15716" y="17636"/>
                      </a:cubicBezTo>
                      <a:lnTo>
                        <a:pt x="15716" y="17255"/>
                      </a:lnTo>
                      <a:close/>
                      <a:moveTo>
                        <a:pt x="13811" y="14492"/>
                      </a:moveTo>
                      <a:cubicBezTo>
                        <a:pt x="13811" y="14492"/>
                        <a:pt x="14192" y="14873"/>
                        <a:pt x="14573" y="14873"/>
                      </a:cubicBezTo>
                      <a:cubicBezTo>
                        <a:pt x="15050" y="14873"/>
                        <a:pt x="15430" y="14778"/>
                        <a:pt x="15716" y="14397"/>
                      </a:cubicBezTo>
                      <a:lnTo>
                        <a:pt x="15050" y="14206"/>
                      </a:lnTo>
                      <a:cubicBezTo>
                        <a:pt x="15050" y="14206"/>
                        <a:pt x="14954" y="14778"/>
                        <a:pt x="14859" y="14778"/>
                      </a:cubicBezTo>
                      <a:cubicBezTo>
                        <a:pt x="14859" y="14778"/>
                        <a:pt x="14669" y="14778"/>
                        <a:pt x="14478" y="14492"/>
                      </a:cubicBezTo>
                      <a:cubicBezTo>
                        <a:pt x="14288" y="14302"/>
                        <a:pt x="14002" y="14206"/>
                        <a:pt x="13811" y="14302"/>
                      </a:cubicBezTo>
                      <a:lnTo>
                        <a:pt x="13811" y="14683"/>
                      </a:lnTo>
                      <a:close/>
                      <a:moveTo>
                        <a:pt x="15526" y="18588"/>
                      </a:moveTo>
                      <a:lnTo>
                        <a:pt x="15526" y="18588"/>
                      </a:lnTo>
                      <a:lnTo>
                        <a:pt x="14669" y="18112"/>
                      </a:lnTo>
                      <a:cubicBezTo>
                        <a:pt x="14669" y="18112"/>
                        <a:pt x="14669" y="18493"/>
                        <a:pt x="14954" y="18493"/>
                      </a:cubicBezTo>
                      <a:cubicBezTo>
                        <a:pt x="15145" y="18493"/>
                        <a:pt x="15335" y="18493"/>
                        <a:pt x="15526" y="18493"/>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 name="Google Shape;1596;p99"/>
                <p:cNvSpPr/>
                <p:nvPr/>
              </p:nvSpPr>
              <p:spPr>
                <a:xfrm>
                  <a:off x="3373278" y="4789074"/>
                  <a:ext cx="28860" cy="36099"/>
                </a:xfrm>
                <a:custGeom>
                  <a:avLst/>
                  <a:gdLst/>
                  <a:ahLst/>
                  <a:cxnLst/>
                  <a:rect l="l" t="t" r="r" b="b"/>
                  <a:pathLst>
                    <a:path w="28860" h="36099" extrusionOk="0">
                      <a:moveTo>
                        <a:pt x="572" y="36100"/>
                      </a:moveTo>
                      <a:lnTo>
                        <a:pt x="0" y="35719"/>
                      </a:lnTo>
                      <a:lnTo>
                        <a:pt x="572" y="35719"/>
                      </a:lnTo>
                      <a:lnTo>
                        <a:pt x="572" y="36100"/>
                      </a:lnTo>
                      <a:close/>
                      <a:moveTo>
                        <a:pt x="28194" y="13621"/>
                      </a:moveTo>
                      <a:cubicBezTo>
                        <a:pt x="28194" y="13621"/>
                        <a:pt x="28194" y="14288"/>
                        <a:pt x="28480" y="14573"/>
                      </a:cubicBezTo>
                      <a:cubicBezTo>
                        <a:pt x="28766" y="14954"/>
                        <a:pt x="28861" y="15145"/>
                        <a:pt x="28861" y="15335"/>
                      </a:cubicBezTo>
                      <a:cubicBezTo>
                        <a:pt x="28861" y="15526"/>
                        <a:pt x="28766" y="15716"/>
                        <a:pt x="28480" y="16002"/>
                      </a:cubicBezTo>
                      <a:cubicBezTo>
                        <a:pt x="28575" y="17145"/>
                        <a:pt x="28670" y="18383"/>
                        <a:pt x="28670" y="19717"/>
                      </a:cubicBezTo>
                      <a:cubicBezTo>
                        <a:pt x="28670" y="21050"/>
                        <a:pt x="28670" y="22193"/>
                        <a:pt x="28480" y="23431"/>
                      </a:cubicBezTo>
                      <a:cubicBezTo>
                        <a:pt x="27908" y="23622"/>
                        <a:pt x="27623" y="23908"/>
                        <a:pt x="27623" y="24193"/>
                      </a:cubicBezTo>
                      <a:cubicBezTo>
                        <a:pt x="27623" y="24384"/>
                        <a:pt x="27623" y="24574"/>
                        <a:pt x="27718" y="24860"/>
                      </a:cubicBezTo>
                      <a:cubicBezTo>
                        <a:pt x="27718" y="25146"/>
                        <a:pt x="27813" y="25337"/>
                        <a:pt x="27813" y="25527"/>
                      </a:cubicBezTo>
                      <a:cubicBezTo>
                        <a:pt x="27813" y="25717"/>
                        <a:pt x="27813" y="25813"/>
                        <a:pt x="27813" y="26003"/>
                      </a:cubicBezTo>
                      <a:lnTo>
                        <a:pt x="28004" y="27146"/>
                      </a:lnTo>
                      <a:cubicBezTo>
                        <a:pt x="28004" y="27146"/>
                        <a:pt x="27337" y="27718"/>
                        <a:pt x="27051" y="28289"/>
                      </a:cubicBezTo>
                      <a:cubicBezTo>
                        <a:pt x="26861" y="28861"/>
                        <a:pt x="26575" y="29337"/>
                        <a:pt x="26479" y="29908"/>
                      </a:cubicBezTo>
                      <a:cubicBezTo>
                        <a:pt x="25908" y="30194"/>
                        <a:pt x="24956" y="30766"/>
                        <a:pt x="23622" y="31813"/>
                      </a:cubicBezTo>
                      <a:lnTo>
                        <a:pt x="24098" y="32290"/>
                      </a:lnTo>
                      <a:cubicBezTo>
                        <a:pt x="22479" y="32290"/>
                        <a:pt x="21241" y="32766"/>
                        <a:pt x="20479" y="33433"/>
                      </a:cubicBezTo>
                      <a:cubicBezTo>
                        <a:pt x="20383" y="33433"/>
                        <a:pt x="20193" y="33433"/>
                        <a:pt x="20098" y="33433"/>
                      </a:cubicBezTo>
                      <a:cubicBezTo>
                        <a:pt x="19812" y="33433"/>
                        <a:pt x="19526" y="33623"/>
                        <a:pt x="19336" y="33814"/>
                      </a:cubicBezTo>
                      <a:cubicBezTo>
                        <a:pt x="19145" y="34004"/>
                        <a:pt x="19050" y="34195"/>
                        <a:pt x="19050" y="34576"/>
                      </a:cubicBezTo>
                      <a:cubicBezTo>
                        <a:pt x="18669" y="34385"/>
                        <a:pt x="18288" y="34195"/>
                        <a:pt x="17717" y="34195"/>
                      </a:cubicBezTo>
                      <a:lnTo>
                        <a:pt x="16193" y="34195"/>
                      </a:lnTo>
                      <a:cubicBezTo>
                        <a:pt x="16193" y="34195"/>
                        <a:pt x="16193" y="33814"/>
                        <a:pt x="15907" y="33718"/>
                      </a:cubicBezTo>
                      <a:cubicBezTo>
                        <a:pt x="15621" y="33718"/>
                        <a:pt x="15526" y="33528"/>
                        <a:pt x="15526" y="33338"/>
                      </a:cubicBezTo>
                      <a:cubicBezTo>
                        <a:pt x="15145" y="33909"/>
                        <a:pt x="14669" y="34195"/>
                        <a:pt x="13907" y="34195"/>
                      </a:cubicBezTo>
                      <a:cubicBezTo>
                        <a:pt x="13811" y="34195"/>
                        <a:pt x="13240" y="34195"/>
                        <a:pt x="12097" y="34195"/>
                      </a:cubicBezTo>
                      <a:cubicBezTo>
                        <a:pt x="11335" y="33909"/>
                        <a:pt x="10573" y="33623"/>
                        <a:pt x="9716" y="33338"/>
                      </a:cubicBezTo>
                      <a:cubicBezTo>
                        <a:pt x="8763" y="32956"/>
                        <a:pt x="8096" y="32575"/>
                        <a:pt x="7620" y="32099"/>
                      </a:cubicBezTo>
                      <a:cubicBezTo>
                        <a:pt x="7429" y="32290"/>
                        <a:pt x="7049" y="32195"/>
                        <a:pt x="6477" y="32004"/>
                      </a:cubicBezTo>
                      <a:cubicBezTo>
                        <a:pt x="5715" y="31147"/>
                        <a:pt x="4953" y="30289"/>
                        <a:pt x="4191" y="29432"/>
                      </a:cubicBezTo>
                      <a:cubicBezTo>
                        <a:pt x="3429" y="28384"/>
                        <a:pt x="2953" y="27432"/>
                        <a:pt x="2858" y="26575"/>
                      </a:cubicBezTo>
                      <a:cubicBezTo>
                        <a:pt x="2381" y="26098"/>
                        <a:pt x="2286" y="25432"/>
                        <a:pt x="2286" y="24479"/>
                      </a:cubicBezTo>
                      <a:cubicBezTo>
                        <a:pt x="2286" y="23146"/>
                        <a:pt x="2286" y="22384"/>
                        <a:pt x="2286" y="22288"/>
                      </a:cubicBezTo>
                      <a:cubicBezTo>
                        <a:pt x="2286" y="22098"/>
                        <a:pt x="2286" y="21907"/>
                        <a:pt x="2286" y="21622"/>
                      </a:cubicBezTo>
                      <a:cubicBezTo>
                        <a:pt x="2286" y="21336"/>
                        <a:pt x="2286" y="20860"/>
                        <a:pt x="2477" y="20193"/>
                      </a:cubicBezTo>
                      <a:cubicBezTo>
                        <a:pt x="2477" y="19621"/>
                        <a:pt x="2572" y="19050"/>
                        <a:pt x="2572" y="18764"/>
                      </a:cubicBezTo>
                      <a:cubicBezTo>
                        <a:pt x="2572" y="18097"/>
                        <a:pt x="2477" y="17621"/>
                        <a:pt x="2191" y="17145"/>
                      </a:cubicBezTo>
                      <a:cubicBezTo>
                        <a:pt x="2477" y="17145"/>
                        <a:pt x="2572" y="16764"/>
                        <a:pt x="2381" y="16478"/>
                      </a:cubicBezTo>
                      <a:cubicBezTo>
                        <a:pt x="2286" y="16192"/>
                        <a:pt x="2381" y="16002"/>
                        <a:pt x="2477" y="15812"/>
                      </a:cubicBezTo>
                      <a:cubicBezTo>
                        <a:pt x="2286" y="14478"/>
                        <a:pt x="2191" y="13335"/>
                        <a:pt x="2191" y="12287"/>
                      </a:cubicBezTo>
                      <a:cubicBezTo>
                        <a:pt x="2191" y="10668"/>
                        <a:pt x="2477" y="9239"/>
                        <a:pt x="2953" y="8096"/>
                      </a:cubicBezTo>
                      <a:cubicBezTo>
                        <a:pt x="3239" y="7144"/>
                        <a:pt x="3429" y="6477"/>
                        <a:pt x="3524" y="6096"/>
                      </a:cubicBezTo>
                      <a:cubicBezTo>
                        <a:pt x="3905" y="5334"/>
                        <a:pt x="4382" y="5048"/>
                        <a:pt x="5144" y="4858"/>
                      </a:cubicBezTo>
                      <a:cubicBezTo>
                        <a:pt x="5525" y="3905"/>
                        <a:pt x="6382" y="3048"/>
                        <a:pt x="7715" y="2286"/>
                      </a:cubicBezTo>
                      <a:lnTo>
                        <a:pt x="7525" y="2286"/>
                      </a:lnTo>
                      <a:cubicBezTo>
                        <a:pt x="7525" y="2286"/>
                        <a:pt x="8573" y="1714"/>
                        <a:pt x="9335" y="1238"/>
                      </a:cubicBezTo>
                      <a:cubicBezTo>
                        <a:pt x="10001" y="762"/>
                        <a:pt x="10668" y="571"/>
                        <a:pt x="11240" y="667"/>
                      </a:cubicBezTo>
                      <a:cubicBezTo>
                        <a:pt x="11240" y="190"/>
                        <a:pt x="11430" y="0"/>
                        <a:pt x="11811" y="0"/>
                      </a:cubicBezTo>
                      <a:cubicBezTo>
                        <a:pt x="11906" y="0"/>
                        <a:pt x="12192" y="0"/>
                        <a:pt x="12478" y="0"/>
                      </a:cubicBezTo>
                      <a:cubicBezTo>
                        <a:pt x="12859" y="0"/>
                        <a:pt x="13049" y="0"/>
                        <a:pt x="13145" y="0"/>
                      </a:cubicBezTo>
                      <a:cubicBezTo>
                        <a:pt x="13621" y="667"/>
                        <a:pt x="14192" y="953"/>
                        <a:pt x="15050" y="953"/>
                      </a:cubicBezTo>
                      <a:cubicBezTo>
                        <a:pt x="15431" y="953"/>
                        <a:pt x="16002" y="953"/>
                        <a:pt x="16859" y="667"/>
                      </a:cubicBezTo>
                      <a:cubicBezTo>
                        <a:pt x="17526" y="857"/>
                        <a:pt x="18383" y="857"/>
                        <a:pt x="19241" y="667"/>
                      </a:cubicBezTo>
                      <a:lnTo>
                        <a:pt x="19241" y="857"/>
                      </a:lnTo>
                      <a:cubicBezTo>
                        <a:pt x="19241" y="857"/>
                        <a:pt x="19812" y="667"/>
                        <a:pt x="20098" y="667"/>
                      </a:cubicBezTo>
                      <a:cubicBezTo>
                        <a:pt x="20479" y="667"/>
                        <a:pt x="21050" y="857"/>
                        <a:pt x="21622" y="1333"/>
                      </a:cubicBezTo>
                      <a:cubicBezTo>
                        <a:pt x="22193" y="1810"/>
                        <a:pt x="22765" y="2096"/>
                        <a:pt x="23241" y="2096"/>
                      </a:cubicBezTo>
                      <a:cubicBezTo>
                        <a:pt x="23336" y="2572"/>
                        <a:pt x="23717" y="2953"/>
                        <a:pt x="24384" y="3429"/>
                      </a:cubicBezTo>
                      <a:cubicBezTo>
                        <a:pt x="25051" y="3905"/>
                        <a:pt x="25432" y="4191"/>
                        <a:pt x="25527" y="4381"/>
                      </a:cubicBezTo>
                      <a:cubicBezTo>
                        <a:pt x="26003" y="4381"/>
                        <a:pt x="26289" y="4667"/>
                        <a:pt x="26384" y="5239"/>
                      </a:cubicBezTo>
                      <a:cubicBezTo>
                        <a:pt x="26384" y="5810"/>
                        <a:pt x="26670" y="6096"/>
                        <a:pt x="27146" y="6096"/>
                      </a:cubicBezTo>
                      <a:cubicBezTo>
                        <a:pt x="27432" y="6477"/>
                        <a:pt x="27623" y="7048"/>
                        <a:pt x="27623" y="7715"/>
                      </a:cubicBezTo>
                      <a:lnTo>
                        <a:pt x="27623" y="8191"/>
                      </a:lnTo>
                      <a:cubicBezTo>
                        <a:pt x="27623" y="8191"/>
                        <a:pt x="27623" y="8668"/>
                        <a:pt x="27623" y="8858"/>
                      </a:cubicBezTo>
                      <a:cubicBezTo>
                        <a:pt x="27623" y="9620"/>
                        <a:pt x="27908" y="10287"/>
                        <a:pt x="28575" y="10668"/>
                      </a:cubicBezTo>
                      <a:cubicBezTo>
                        <a:pt x="28480" y="10858"/>
                        <a:pt x="28385" y="11049"/>
                        <a:pt x="28385" y="11335"/>
                      </a:cubicBezTo>
                      <a:cubicBezTo>
                        <a:pt x="28385" y="11621"/>
                        <a:pt x="28385" y="11906"/>
                        <a:pt x="28575" y="12287"/>
                      </a:cubicBezTo>
                      <a:cubicBezTo>
                        <a:pt x="28575" y="12668"/>
                        <a:pt x="28766" y="12859"/>
                        <a:pt x="28766" y="13049"/>
                      </a:cubicBezTo>
                      <a:cubicBezTo>
                        <a:pt x="28766" y="13430"/>
                        <a:pt x="28480" y="13621"/>
                        <a:pt x="28004" y="13621"/>
                      </a:cubicBezTo>
                      <a:close/>
                      <a:moveTo>
                        <a:pt x="23432" y="16002"/>
                      </a:moveTo>
                      <a:cubicBezTo>
                        <a:pt x="23432" y="16002"/>
                        <a:pt x="24289" y="16192"/>
                        <a:pt x="25527" y="16669"/>
                      </a:cubicBezTo>
                      <a:lnTo>
                        <a:pt x="25527" y="15716"/>
                      </a:lnTo>
                      <a:cubicBezTo>
                        <a:pt x="24575" y="15335"/>
                        <a:pt x="24098" y="15240"/>
                        <a:pt x="24194" y="15240"/>
                      </a:cubicBezTo>
                      <a:cubicBezTo>
                        <a:pt x="23908" y="15240"/>
                        <a:pt x="23908" y="15430"/>
                        <a:pt x="23908" y="15716"/>
                      </a:cubicBezTo>
                      <a:lnTo>
                        <a:pt x="23432" y="15240"/>
                      </a:lnTo>
                      <a:lnTo>
                        <a:pt x="23146" y="15240"/>
                      </a:lnTo>
                      <a:cubicBezTo>
                        <a:pt x="23146" y="15240"/>
                        <a:pt x="22670" y="14764"/>
                        <a:pt x="22193" y="14573"/>
                      </a:cubicBezTo>
                      <a:cubicBezTo>
                        <a:pt x="21527" y="14288"/>
                        <a:pt x="21146" y="14192"/>
                        <a:pt x="21050" y="14097"/>
                      </a:cubicBezTo>
                      <a:cubicBezTo>
                        <a:pt x="21146" y="14097"/>
                        <a:pt x="21241" y="13811"/>
                        <a:pt x="21146" y="13430"/>
                      </a:cubicBezTo>
                      <a:lnTo>
                        <a:pt x="21146" y="12668"/>
                      </a:lnTo>
                      <a:cubicBezTo>
                        <a:pt x="21146" y="12668"/>
                        <a:pt x="20669" y="11716"/>
                        <a:pt x="20098" y="10478"/>
                      </a:cubicBezTo>
                      <a:cubicBezTo>
                        <a:pt x="19717" y="9620"/>
                        <a:pt x="19336" y="8954"/>
                        <a:pt x="19050" y="8763"/>
                      </a:cubicBezTo>
                      <a:lnTo>
                        <a:pt x="19241" y="8763"/>
                      </a:lnTo>
                      <a:cubicBezTo>
                        <a:pt x="18955" y="8191"/>
                        <a:pt x="18479" y="8001"/>
                        <a:pt x="17907" y="7810"/>
                      </a:cubicBezTo>
                      <a:cubicBezTo>
                        <a:pt x="17336" y="7620"/>
                        <a:pt x="16764" y="7429"/>
                        <a:pt x="16288" y="7334"/>
                      </a:cubicBezTo>
                      <a:cubicBezTo>
                        <a:pt x="16288" y="6858"/>
                        <a:pt x="16097" y="6667"/>
                        <a:pt x="15716" y="6667"/>
                      </a:cubicBezTo>
                      <a:cubicBezTo>
                        <a:pt x="15145" y="6667"/>
                        <a:pt x="14764" y="6953"/>
                        <a:pt x="14573" y="7334"/>
                      </a:cubicBezTo>
                      <a:cubicBezTo>
                        <a:pt x="14288" y="7334"/>
                        <a:pt x="13811" y="7525"/>
                        <a:pt x="13240" y="7906"/>
                      </a:cubicBezTo>
                      <a:cubicBezTo>
                        <a:pt x="12668" y="8191"/>
                        <a:pt x="12287" y="8382"/>
                        <a:pt x="11906" y="8287"/>
                      </a:cubicBezTo>
                      <a:cubicBezTo>
                        <a:pt x="11335" y="8477"/>
                        <a:pt x="10858" y="8954"/>
                        <a:pt x="10573" y="9620"/>
                      </a:cubicBezTo>
                      <a:cubicBezTo>
                        <a:pt x="10287" y="10478"/>
                        <a:pt x="10097" y="10954"/>
                        <a:pt x="9716" y="11239"/>
                      </a:cubicBezTo>
                      <a:cubicBezTo>
                        <a:pt x="9716" y="11621"/>
                        <a:pt x="9716" y="12192"/>
                        <a:pt x="9620" y="12859"/>
                      </a:cubicBezTo>
                      <a:cubicBezTo>
                        <a:pt x="9525" y="13621"/>
                        <a:pt x="9430" y="14097"/>
                        <a:pt x="9430" y="14383"/>
                      </a:cubicBezTo>
                      <a:cubicBezTo>
                        <a:pt x="9430" y="14859"/>
                        <a:pt x="9430" y="15240"/>
                        <a:pt x="9716" y="15716"/>
                      </a:cubicBezTo>
                      <a:cubicBezTo>
                        <a:pt x="9335" y="15907"/>
                        <a:pt x="9335" y="16383"/>
                        <a:pt x="9525" y="17050"/>
                      </a:cubicBezTo>
                      <a:cubicBezTo>
                        <a:pt x="9716" y="17621"/>
                        <a:pt x="9525" y="18002"/>
                        <a:pt x="9144" y="18002"/>
                      </a:cubicBezTo>
                      <a:cubicBezTo>
                        <a:pt x="9430" y="19336"/>
                        <a:pt x="9716" y="20383"/>
                        <a:pt x="9716" y="21146"/>
                      </a:cubicBezTo>
                      <a:cubicBezTo>
                        <a:pt x="9716" y="21717"/>
                        <a:pt x="9716" y="22193"/>
                        <a:pt x="9525" y="22670"/>
                      </a:cubicBezTo>
                      <a:cubicBezTo>
                        <a:pt x="9716" y="22860"/>
                        <a:pt x="10192" y="23622"/>
                        <a:pt x="10763" y="25146"/>
                      </a:cubicBezTo>
                      <a:cubicBezTo>
                        <a:pt x="11240" y="26194"/>
                        <a:pt x="12002" y="26670"/>
                        <a:pt x="12954" y="26575"/>
                      </a:cubicBezTo>
                      <a:cubicBezTo>
                        <a:pt x="13049" y="26575"/>
                        <a:pt x="13145" y="26575"/>
                        <a:pt x="13240" y="26479"/>
                      </a:cubicBezTo>
                      <a:cubicBezTo>
                        <a:pt x="13335" y="26384"/>
                        <a:pt x="13430" y="26289"/>
                        <a:pt x="13526" y="26289"/>
                      </a:cubicBezTo>
                      <a:cubicBezTo>
                        <a:pt x="13526" y="26289"/>
                        <a:pt x="13621" y="26289"/>
                        <a:pt x="13811" y="26479"/>
                      </a:cubicBezTo>
                      <a:lnTo>
                        <a:pt x="13621" y="26479"/>
                      </a:lnTo>
                      <a:cubicBezTo>
                        <a:pt x="13621" y="26479"/>
                        <a:pt x="13621" y="26860"/>
                        <a:pt x="13907" y="26956"/>
                      </a:cubicBezTo>
                      <a:lnTo>
                        <a:pt x="14192" y="27241"/>
                      </a:lnTo>
                      <a:cubicBezTo>
                        <a:pt x="14192" y="27241"/>
                        <a:pt x="14669" y="27622"/>
                        <a:pt x="15050" y="27622"/>
                      </a:cubicBezTo>
                      <a:cubicBezTo>
                        <a:pt x="15526" y="27622"/>
                        <a:pt x="15716" y="27432"/>
                        <a:pt x="15716" y="27146"/>
                      </a:cubicBezTo>
                      <a:cubicBezTo>
                        <a:pt x="16002" y="27241"/>
                        <a:pt x="16193" y="27337"/>
                        <a:pt x="16383" y="27337"/>
                      </a:cubicBezTo>
                      <a:cubicBezTo>
                        <a:pt x="16574" y="27337"/>
                        <a:pt x="16764" y="27146"/>
                        <a:pt x="16954" y="26765"/>
                      </a:cubicBezTo>
                      <a:cubicBezTo>
                        <a:pt x="17145" y="26384"/>
                        <a:pt x="17336" y="26194"/>
                        <a:pt x="17526" y="26194"/>
                      </a:cubicBezTo>
                      <a:cubicBezTo>
                        <a:pt x="17717" y="26194"/>
                        <a:pt x="17907" y="26194"/>
                        <a:pt x="18193" y="26479"/>
                      </a:cubicBezTo>
                      <a:cubicBezTo>
                        <a:pt x="18288" y="26384"/>
                        <a:pt x="18574" y="26194"/>
                        <a:pt x="19050" y="26003"/>
                      </a:cubicBezTo>
                      <a:cubicBezTo>
                        <a:pt x="19526" y="25813"/>
                        <a:pt x="19717" y="25527"/>
                        <a:pt x="19717" y="25241"/>
                      </a:cubicBezTo>
                      <a:cubicBezTo>
                        <a:pt x="19717" y="25051"/>
                        <a:pt x="19717" y="25051"/>
                        <a:pt x="19622" y="24860"/>
                      </a:cubicBezTo>
                      <a:cubicBezTo>
                        <a:pt x="20003" y="24670"/>
                        <a:pt x="20288" y="24098"/>
                        <a:pt x="20383" y="23431"/>
                      </a:cubicBezTo>
                      <a:cubicBezTo>
                        <a:pt x="20383" y="22765"/>
                        <a:pt x="20669" y="22384"/>
                        <a:pt x="20955" y="22193"/>
                      </a:cubicBezTo>
                      <a:lnTo>
                        <a:pt x="20955" y="19431"/>
                      </a:lnTo>
                      <a:cubicBezTo>
                        <a:pt x="20955" y="19431"/>
                        <a:pt x="21050" y="18955"/>
                        <a:pt x="21050" y="18764"/>
                      </a:cubicBezTo>
                      <a:cubicBezTo>
                        <a:pt x="21050" y="18574"/>
                        <a:pt x="21050" y="18097"/>
                        <a:pt x="20860" y="17621"/>
                      </a:cubicBezTo>
                      <a:cubicBezTo>
                        <a:pt x="20765" y="17145"/>
                        <a:pt x="20765" y="16859"/>
                        <a:pt x="20765" y="16669"/>
                      </a:cubicBezTo>
                      <a:cubicBezTo>
                        <a:pt x="20765" y="16288"/>
                        <a:pt x="20765" y="16097"/>
                        <a:pt x="20860" y="15812"/>
                      </a:cubicBezTo>
                      <a:cubicBezTo>
                        <a:pt x="20860" y="15526"/>
                        <a:pt x="20955" y="15335"/>
                        <a:pt x="21146" y="15240"/>
                      </a:cubicBezTo>
                      <a:cubicBezTo>
                        <a:pt x="21241" y="15240"/>
                        <a:pt x="21527" y="15240"/>
                        <a:pt x="22003" y="15240"/>
                      </a:cubicBezTo>
                      <a:cubicBezTo>
                        <a:pt x="22289" y="15240"/>
                        <a:pt x="22574" y="15240"/>
                        <a:pt x="22765" y="15240"/>
                      </a:cubicBezTo>
                      <a:cubicBezTo>
                        <a:pt x="22955" y="15526"/>
                        <a:pt x="23146" y="15716"/>
                        <a:pt x="23146" y="16002"/>
                      </a:cubicBezTo>
                      <a:close/>
                      <a:moveTo>
                        <a:pt x="27337" y="13621"/>
                      </a:moveTo>
                      <a:cubicBezTo>
                        <a:pt x="27337" y="13621"/>
                        <a:pt x="26861" y="13525"/>
                        <a:pt x="26575" y="13525"/>
                      </a:cubicBezTo>
                      <a:cubicBezTo>
                        <a:pt x="26384" y="13525"/>
                        <a:pt x="26194" y="13525"/>
                        <a:pt x="25813" y="13621"/>
                      </a:cubicBezTo>
                      <a:cubicBezTo>
                        <a:pt x="25527" y="13621"/>
                        <a:pt x="25241" y="13621"/>
                        <a:pt x="24956" y="13621"/>
                      </a:cubicBezTo>
                      <a:lnTo>
                        <a:pt x="26003" y="14383"/>
                      </a:lnTo>
                      <a:lnTo>
                        <a:pt x="26194" y="13621"/>
                      </a:lnTo>
                      <a:cubicBezTo>
                        <a:pt x="26194" y="13621"/>
                        <a:pt x="26575" y="13811"/>
                        <a:pt x="27337" y="14002"/>
                      </a:cubicBezTo>
                      <a:lnTo>
                        <a:pt x="27337" y="13621"/>
                      </a:lnTo>
                      <a:close/>
                      <a:moveTo>
                        <a:pt x="26194" y="24384"/>
                      </a:moveTo>
                      <a:lnTo>
                        <a:pt x="26194" y="24384"/>
                      </a:lnTo>
                      <a:cubicBezTo>
                        <a:pt x="26194" y="24384"/>
                        <a:pt x="26194" y="24289"/>
                        <a:pt x="25908" y="24098"/>
                      </a:cubicBezTo>
                      <a:cubicBezTo>
                        <a:pt x="25813" y="24098"/>
                        <a:pt x="25718" y="24003"/>
                        <a:pt x="25718" y="23908"/>
                      </a:cubicBezTo>
                      <a:cubicBezTo>
                        <a:pt x="25718" y="23813"/>
                        <a:pt x="25718" y="23813"/>
                        <a:pt x="25908" y="23717"/>
                      </a:cubicBezTo>
                      <a:cubicBezTo>
                        <a:pt x="25718" y="23717"/>
                        <a:pt x="25527" y="23717"/>
                        <a:pt x="25337" y="23717"/>
                      </a:cubicBezTo>
                      <a:cubicBezTo>
                        <a:pt x="25051" y="23908"/>
                        <a:pt x="24956" y="24003"/>
                        <a:pt x="24860" y="24003"/>
                      </a:cubicBezTo>
                      <a:cubicBezTo>
                        <a:pt x="24860" y="24003"/>
                        <a:pt x="25337" y="24003"/>
                        <a:pt x="26003" y="24384"/>
                      </a:cubicBezTo>
                      <a:close/>
                      <a:moveTo>
                        <a:pt x="27432" y="15716"/>
                      </a:moveTo>
                      <a:lnTo>
                        <a:pt x="28004" y="15716"/>
                      </a:lnTo>
                      <a:cubicBezTo>
                        <a:pt x="28004" y="15716"/>
                        <a:pt x="27527" y="15526"/>
                        <a:pt x="27432" y="15621"/>
                      </a:cubicBezTo>
                      <a:cubicBezTo>
                        <a:pt x="27051" y="15621"/>
                        <a:pt x="26575" y="15430"/>
                        <a:pt x="26003" y="15240"/>
                      </a:cubicBezTo>
                      <a:cubicBezTo>
                        <a:pt x="26003" y="15049"/>
                        <a:pt x="25813" y="14954"/>
                        <a:pt x="25527" y="14954"/>
                      </a:cubicBezTo>
                      <a:cubicBezTo>
                        <a:pt x="25622" y="14954"/>
                        <a:pt x="25813" y="15145"/>
                        <a:pt x="26003" y="15240"/>
                      </a:cubicBezTo>
                      <a:cubicBezTo>
                        <a:pt x="26003" y="15430"/>
                        <a:pt x="26003" y="15430"/>
                        <a:pt x="26003" y="15716"/>
                      </a:cubicBezTo>
                      <a:lnTo>
                        <a:pt x="26003" y="16097"/>
                      </a:lnTo>
                      <a:cubicBezTo>
                        <a:pt x="26003" y="16097"/>
                        <a:pt x="26003" y="16097"/>
                        <a:pt x="26194" y="16097"/>
                      </a:cubicBezTo>
                      <a:lnTo>
                        <a:pt x="26670" y="15621"/>
                      </a:lnTo>
                      <a:lnTo>
                        <a:pt x="26956" y="15621"/>
                      </a:lnTo>
                      <a:cubicBezTo>
                        <a:pt x="26956" y="15621"/>
                        <a:pt x="26956" y="16002"/>
                        <a:pt x="26861" y="16097"/>
                      </a:cubicBezTo>
                      <a:cubicBezTo>
                        <a:pt x="26765" y="16288"/>
                        <a:pt x="26670" y="16383"/>
                        <a:pt x="26670" y="16478"/>
                      </a:cubicBezTo>
                      <a:cubicBezTo>
                        <a:pt x="26956" y="16478"/>
                        <a:pt x="27146" y="16478"/>
                        <a:pt x="27146" y="16192"/>
                      </a:cubicBezTo>
                      <a:cubicBezTo>
                        <a:pt x="27242" y="16002"/>
                        <a:pt x="27337" y="15812"/>
                        <a:pt x="27337" y="15526"/>
                      </a:cubicBezTo>
                      <a:lnTo>
                        <a:pt x="27337" y="15526"/>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 name="Google Shape;1597;p99"/>
                <p:cNvSpPr/>
                <p:nvPr/>
              </p:nvSpPr>
              <p:spPr>
                <a:xfrm>
                  <a:off x="3403662" y="4789074"/>
                  <a:ext cx="28956" cy="36099"/>
                </a:xfrm>
                <a:custGeom>
                  <a:avLst/>
                  <a:gdLst/>
                  <a:ahLst/>
                  <a:cxnLst/>
                  <a:rect l="l" t="t" r="r" b="b"/>
                  <a:pathLst>
                    <a:path w="28956" h="36099" extrusionOk="0">
                      <a:moveTo>
                        <a:pt x="571" y="36100"/>
                      </a:moveTo>
                      <a:lnTo>
                        <a:pt x="0" y="35719"/>
                      </a:lnTo>
                      <a:lnTo>
                        <a:pt x="571" y="35719"/>
                      </a:lnTo>
                      <a:lnTo>
                        <a:pt x="571" y="36100"/>
                      </a:lnTo>
                      <a:close/>
                      <a:moveTo>
                        <a:pt x="28289" y="13621"/>
                      </a:moveTo>
                      <a:cubicBezTo>
                        <a:pt x="28289" y="13621"/>
                        <a:pt x="28289" y="14288"/>
                        <a:pt x="28575" y="14573"/>
                      </a:cubicBezTo>
                      <a:cubicBezTo>
                        <a:pt x="28861" y="14954"/>
                        <a:pt x="28956" y="15145"/>
                        <a:pt x="28956" y="15335"/>
                      </a:cubicBezTo>
                      <a:cubicBezTo>
                        <a:pt x="28956" y="15526"/>
                        <a:pt x="28861" y="15716"/>
                        <a:pt x="28575" y="16002"/>
                      </a:cubicBezTo>
                      <a:cubicBezTo>
                        <a:pt x="28766" y="17145"/>
                        <a:pt x="28861" y="18383"/>
                        <a:pt x="28861" y="19717"/>
                      </a:cubicBezTo>
                      <a:cubicBezTo>
                        <a:pt x="28861" y="21050"/>
                        <a:pt x="28861" y="22193"/>
                        <a:pt x="28575" y="23431"/>
                      </a:cubicBezTo>
                      <a:cubicBezTo>
                        <a:pt x="28004" y="23622"/>
                        <a:pt x="27718" y="23908"/>
                        <a:pt x="27718" y="24193"/>
                      </a:cubicBezTo>
                      <a:cubicBezTo>
                        <a:pt x="27718" y="24384"/>
                        <a:pt x="27718" y="24574"/>
                        <a:pt x="27813" y="24860"/>
                      </a:cubicBezTo>
                      <a:cubicBezTo>
                        <a:pt x="28004" y="25146"/>
                        <a:pt x="28004" y="25337"/>
                        <a:pt x="28004" y="25527"/>
                      </a:cubicBezTo>
                      <a:cubicBezTo>
                        <a:pt x="28004" y="25717"/>
                        <a:pt x="28004" y="25813"/>
                        <a:pt x="28004" y="26003"/>
                      </a:cubicBezTo>
                      <a:lnTo>
                        <a:pt x="28194" y="27146"/>
                      </a:lnTo>
                      <a:cubicBezTo>
                        <a:pt x="28194" y="27146"/>
                        <a:pt x="27527" y="27718"/>
                        <a:pt x="27242" y="28289"/>
                      </a:cubicBezTo>
                      <a:cubicBezTo>
                        <a:pt x="27051" y="28861"/>
                        <a:pt x="26861" y="29337"/>
                        <a:pt x="26575" y="29908"/>
                      </a:cubicBezTo>
                      <a:cubicBezTo>
                        <a:pt x="26099" y="30194"/>
                        <a:pt x="25051" y="30766"/>
                        <a:pt x="23717" y="31813"/>
                      </a:cubicBezTo>
                      <a:lnTo>
                        <a:pt x="24194" y="32290"/>
                      </a:lnTo>
                      <a:cubicBezTo>
                        <a:pt x="22479" y="32290"/>
                        <a:pt x="21241" y="32766"/>
                        <a:pt x="20479" y="33433"/>
                      </a:cubicBezTo>
                      <a:cubicBezTo>
                        <a:pt x="20383" y="33433"/>
                        <a:pt x="20193" y="33433"/>
                        <a:pt x="20098" y="33433"/>
                      </a:cubicBezTo>
                      <a:cubicBezTo>
                        <a:pt x="19812" y="33433"/>
                        <a:pt x="19526" y="33623"/>
                        <a:pt x="19336" y="33814"/>
                      </a:cubicBezTo>
                      <a:cubicBezTo>
                        <a:pt x="19145" y="34004"/>
                        <a:pt x="19050" y="34195"/>
                        <a:pt x="19050" y="34576"/>
                      </a:cubicBezTo>
                      <a:cubicBezTo>
                        <a:pt x="18669" y="34385"/>
                        <a:pt x="18193" y="34195"/>
                        <a:pt x="17717" y="34195"/>
                      </a:cubicBezTo>
                      <a:lnTo>
                        <a:pt x="16192" y="34195"/>
                      </a:lnTo>
                      <a:cubicBezTo>
                        <a:pt x="16192" y="34195"/>
                        <a:pt x="16192" y="33814"/>
                        <a:pt x="15907" y="33718"/>
                      </a:cubicBezTo>
                      <a:cubicBezTo>
                        <a:pt x="15716" y="33718"/>
                        <a:pt x="15526" y="33528"/>
                        <a:pt x="15431" y="33338"/>
                      </a:cubicBezTo>
                      <a:cubicBezTo>
                        <a:pt x="15050" y="33909"/>
                        <a:pt x="14573" y="34195"/>
                        <a:pt x="13811" y="34195"/>
                      </a:cubicBezTo>
                      <a:cubicBezTo>
                        <a:pt x="13716" y="34195"/>
                        <a:pt x="13049" y="34195"/>
                        <a:pt x="12002" y="34195"/>
                      </a:cubicBezTo>
                      <a:cubicBezTo>
                        <a:pt x="11240" y="33909"/>
                        <a:pt x="10478" y="33623"/>
                        <a:pt x="9620" y="33338"/>
                      </a:cubicBezTo>
                      <a:cubicBezTo>
                        <a:pt x="8763" y="32956"/>
                        <a:pt x="8001" y="32575"/>
                        <a:pt x="7525" y="32099"/>
                      </a:cubicBezTo>
                      <a:cubicBezTo>
                        <a:pt x="7334" y="32290"/>
                        <a:pt x="6953" y="32195"/>
                        <a:pt x="6382" y="32004"/>
                      </a:cubicBezTo>
                      <a:cubicBezTo>
                        <a:pt x="5715" y="31147"/>
                        <a:pt x="4858" y="30289"/>
                        <a:pt x="4191" y="29432"/>
                      </a:cubicBezTo>
                      <a:cubicBezTo>
                        <a:pt x="3429" y="28384"/>
                        <a:pt x="2953" y="27432"/>
                        <a:pt x="2858" y="26575"/>
                      </a:cubicBezTo>
                      <a:cubicBezTo>
                        <a:pt x="2477" y="26098"/>
                        <a:pt x="2191" y="25432"/>
                        <a:pt x="2286" y="24479"/>
                      </a:cubicBezTo>
                      <a:cubicBezTo>
                        <a:pt x="2286" y="23146"/>
                        <a:pt x="2286" y="22384"/>
                        <a:pt x="2286" y="22288"/>
                      </a:cubicBezTo>
                      <a:cubicBezTo>
                        <a:pt x="2286" y="22098"/>
                        <a:pt x="2286" y="21907"/>
                        <a:pt x="2286" y="21622"/>
                      </a:cubicBezTo>
                      <a:cubicBezTo>
                        <a:pt x="2286" y="21336"/>
                        <a:pt x="2286" y="20860"/>
                        <a:pt x="2381" y="20193"/>
                      </a:cubicBezTo>
                      <a:cubicBezTo>
                        <a:pt x="2381" y="19621"/>
                        <a:pt x="2477" y="19050"/>
                        <a:pt x="2477" y="18764"/>
                      </a:cubicBezTo>
                      <a:cubicBezTo>
                        <a:pt x="2477" y="18097"/>
                        <a:pt x="2381" y="17621"/>
                        <a:pt x="2096" y="17145"/>
                      </a:cubicBezTo>
                      <a:cubicBezTo>
                        <a:pt x="2477" y="17145"/>
                        <a:pt x="2477" y="16764"/>
                        <a:pt x="2381" y="16478"/>
                      </a:cubicBezTo>
                      <a:cubicBezTo>
                        <a:pt x="2191" y="16192"/>
                        <a:pt x="2286" y="16002"/>
                        <a:pt x="2381" y="15812"/>
                      </a:cubicBezTo>
                      <a:cubicBezTo>
                        <a:pt x="2191" y="14478"/>
                        <a:pt x="2096" y="13335"/>
                        <a:pt x="2096" y="12287"/>
                      </a:cubicBezTo>
                      <a:cubicBezTo>
                        <a:pt x="2096" y="10668"/>
                        <a:pt x="2381" y="9239"/>
                        <a:pt x="2858" y="8096"/>
                      </a:cubicBezTo>
                      <a:cubicBezTo>
                        <a:pt x="3048" y="7144"/>
                        <a:pt x="3334" y="6477"/>
                        <a:pt x="3429" y="6096"/>
                      </a:cubicBezTo>
                      <a:cubicBezTo>
                        <a:pt x="3810" y="5334"/>
                        <a:pt x="4286" y="5048"/>
                        <a:pt x="4953" y="4858"/>
                      </a:cubicBezTo>
                      <a:cubicBezTo>
                        <a:pt x="5334" y="3905"/>
                        <a:pt x="6191" y="3048"/>
                        <a:pt x="7620" y="2286"/>
                      </a:cubicBezTo>
                      <a:lnTo>
                        <a:pt x="7429" y="2286"/>
                      </a:lnTo>
                      <a:cubicBezTo>
                        <a:pt x="7429" y="2286"/>
                        <a:pt x="8477" y="1714"/>
                        <a:pt x="9239" y="1238"/>
                      </a:cubicBezTo>
                      <a:cubicBezTo>
                        <a:pt x="9906" y="762"/>
                        <a:pt x="10573" y="571"/>
                        <a:pt x="11240" y="667"/>
                      </a:cubicBezTo>
                      <a:cubicBezTo>
                        <a:pt x="11240" y="190"/>
                        <a:pt x="11430" y="0"/>
                        <a:pt x="11716" y="0"/>
                      </a:cubicBezTo>
                      <a:cubicBezTo>
                        <a:pt x="11906" y="0"/>
                        <a:pt x="12097" y="0"/>
                        <a:pt x="12383" y="0"/>
                      </a:cubicBezTo>
                      <a:cubicBezTo>
                        <a:pt x="12763" y="0"/>
                        <a:pt x="12954" y="0"/>
                        <a:pt x="13049" y="0"/>
                      </a:cubicBezTo>
                      <a:cubicBezTo>
                        <a:pt x="13525" y="667"/>
                        <a:pt x="14192" y="953"/>
                        <a:pt x="14954" y="953"/>
                      </a:cubicBezTo>
                      <a:cubicBezTo>
                        <a:pt x="15335" y="953"/>
                        <a:pt x="15907" y="953"/>
                        <a:pt x="16859" y="667"/>
                      </a:cubicBezTo>
                      <a:cubicBezTo>
                        <a:pt x="17526" y="857"/>
                        <a:pt x="18288" y="857"/>
                        <a:pt x="19241" y="667"/>
                      </a:cubicBezTo>
                      <a:lnTo>
                        <a:pt x="19241" y="857"/>
                      </a:lnTo>
                      <a:cubicBezTo>
                        <a:pt x="19241" y="857"/>
                        <a:pt x="19812" y="667"/>
                        <a:pt x="20098" y="667"/>
                      </a:cubicBezTo>
                      <a:cubicBezTo>
                        <a:pt x="20479" y="667"/>
                        <a:pt x="21050" y="857"/>
                        <a:pt x="21622" y="1333"/>
                      </a:cubicBezTo>
                      <a:cubicBezTo>
                        <a:pt x="22193" y="1810"/>
                        <a:pt x="22765" y="2096"/>
                        <a:pt x="23241" y="2096"/>
                      </a:cubicBezTo>
                      <a:cubicBezTo>
                        <a:pt x="23336" y="2572"/>
                        <a:pt x="23717" y="2953"/>
                        <a:pt x="24384" y="3429"/>
                      </a:cubicBezTo>
                      <a:cubicBezTo>
                        <a:pt x="25051" y="3905"/>
                        <a:pt x="25432" y="4191"/>
                        <a:pt x="25527" y="4381"/>
                      </a:cubicBezTo>
                      <a:cubicBezTo>
                        <a:pt x="26003" y="4381"/>
                        <a:pt x="26289" y="4667"/>
                        <a:pt x="26384" y="5239"/>
                      </a:cubicBezTo>
                      <a:cubicBezTo>
                        <a:pt x="26479" y="5810"/>
                        <a:pt x="26765" y="6096"/>
                        <a:pt x="27146" y="6096"/>
                      </a:cubicBezTo>
                      <a:cubicBezTo>
                        <a:pt x="27432" y="6477"/>
                        <a:pt x="27623" y="7048"/>
                        <a:pt x="27623" y="7715"/>
                      </a:cubicBezTo>
                      <a:lnTo>
                        <a:pt x="27623" y="8191"/>
                      </a:lnTo>
                      <a:cubicBezTo>
                        <a:pt x="27623" y="8191"/>
                        <a:pt x="27623" y="8668"/>
                        <a:pt x="27623" y="8858"/>
                      </a:cubicBezTo>
                      <a:cubicBezTo>
                        <a:pt x="27623" y="9620"/>
                        <a:pt x="28004" y="10287"/>
                        <a:pt x="28575" y="10668"/>
                      </a:cubicBezTo>
                      <a:cubicBezTo>
                        <a:pt x="28480" y="10858"/>
                        <a:pt x="28385" y="11049"/>
                        <a:pt x="28385" y="11335"/>
                      </a:cubicBezTo>
                      <a:cubicBezTo>
                        <a:pt x="28385" y="11621"/>
                        <a:pt x="28385" y="11906"/>
                        <a:pt x="28575" y="12287"/>
                      </a:cubicBezTo>
                      <a:cubicBezTo>
                        <a:pt x="28670" y="12668"/>
                        <a:pt x="28766" y="12859"/>
                        <a:pt x="28766" y="13049"/>
                      </a:cubicBezTo>
                      <a:cubicBezTo>
                        <a:pt x="28766" y="13430"/>
                        <a:pt x="28480" y="13621"/>
                        <a:pt x="28099" y="13621"/>
                      </a:cubicBezTo>
                      <a:close/>
                      <a:moveTo>
                        <a:pt x="23527" y="16002"/>
                      </a:moveTo>
                      <a:cubicBezTo>
                        <a:pt x="23527" y="16002"/>
                        <a:pt x="24384" y="16192"/>
                        <a:pt x="25622" y="16669"/>
                      </a:cubicBezTo>
                      <a:lnTo>
                        <a:pt x="25622" y="15716"/>
                      </a:lnTo>
                      <a:cubicBezTo>
                        <a:pt x="24575" y="15335"/>
                        <a:pt x="24194" y="15240"/>
                        <a:pt x="24194" y="15240"/>
                      </a:cubicBezTo>
                      <a:cubicBezTo>
                        <a:pt x="24003" y="15240"/>
                        <a:pt x="23908" y="15430"/>
                        <a:pt x="24003" y="15716"/>
                      </a:cubicBezTo>
                      <a:lnTo>
                        <a:pt x="23527" y="15240"/>
                      </a:lnTo>
                      <a:lnTo>
                        <a:pt x="23241" y="15240"/>
                      </a:lnTo>
                      <a:cubicBezTo>
                        <a:pt x="23241" y="15240"/>
                        <a:pt x="22670" y="14764"/>
                        <a:pt x="22288" y="14573"/>
                      </a:cubicBezTo>
                      <a:cubicBezTo>
                        <a:pt x="21622" y="14288"/>
                        <a:pt x="21241" y="14192"/>
                        <a:pt x="21146" y="14097"/>
                      </a:cubicBezTo>
                      <a:cubicBezTo>
                        <a:pt x="21241" y="14097"/>
                        <a:pt x="21241" y="13811"/>
                        <a:pt x="21241" y="13430"/>
                      </a:cubicBezTo>
                      <a:lnTo>
                        <a:pt x="21241" y="12668"/>
                      </a:lnTo>
                      <a:cubicBezTo>
                        <a:pt x="21241" y="12668"/>
                        <a:pt x="20765" y="11716"/>
                        <a:pt x="20193" y="10478"/>
                      </a:cubicBezTo>
                      <a:cubicBezTo>
                        <a:pt x="19812" y="9620"/>
                        <a:pt x="19431" y="8954"/>
                        <a:pt x="19145" y="8763"/>
                      </a:cubicBezTo>
                      <a:lnTo>
                        <a:pt x="19336" y="8763"/>
                      </a:lnTo>
                      <a:cubicBezTo>
                        <a:pt x="18955" y="8191"/>
                        <a:pt x="18574" y="8001"/>
                        <a:pt x="18002" y="7810"/>
                      </a:cubicBezTo>
                      <a:cubicBezTo>
                        <a:pt x="17431" y="7620"/>
                        <a:pt x="16859" y="7429"/>
                        <a:pt x="16288" y="7334"/>
                      </a:cubicBezTo>
                      <a:cubicBezTo>
                        <a:pt x="16383" y="6858"/>
                        <a:pt x="16192" y="6667"/>
                        <a:pt x="15716" y="6667"/>
                      </a:cubicBezTo>
                      <a:cubicBezTo>
                        <a:pt x="15145" y="6667"/>
                        <a:pt x="14764" y="6953"/>
                        <a:pt x="14573" y="7334"/>
                      </a:cubicBezTo>
                      <a:cubicBezTo>
                        <a:pt x="14192" y="7334"/>
                        <a:pt x="13811" y="7525"/>
                        <a:pt x="13240" y="7906"/>
                      </a:cubicBezTo>
                      <a:cubicBezTo>
                        <a:pt x="12668" y="8191"/>
                        <a:pt x="12192" y="8382"/>
                        <a:pt x="11906" y="8287"/>
                      </a:cubicBezTo>
                      <a:cubicBezTo>
                        <a:pt x="11335" y="8477"/>
                        <a:pt x="10858" y="8954"/>
                        <a:pt x="10668" y="9620"/>
                      </a:cubicBezTo>
                      <a:cubicBezTo>
                        <a:pt x="10478" y="10478"/>
                        <a:pt x="10096" y="10954"/>
                        <a:pt x="9811" y="11239"/>
                      </a:cubicBezTo>
                      <a:cubicBezTo>
                        <a:pt x="9811" y="11621"/>
                        <a:pt x="9811" y="12192"/>
                        <a:pt x="9716" y="12859"/>
                      </a:cubicBezTo>
                      <a:cubicBezTo>
                        <a:pt x="9620" y="13621"/>
                        <a:pt x="9525" y="14097"/>
                        <a:pt x="9525" y="14383"/>
                      </a:cubicBezTo>
                      <a:cubicBezTo>
                        <a:pt x="9525" y="14859"/>
                        <a:pt x="9525" y="15240"/>
                        <a:pt x="9811" y="15716"/>
                      </a:cubicBezTo>
                      <a:cubicBezTo>
                        <a:pt x="9430" y="15907"/>
                        <a:pt x="9430" y="16383"/>
                        <a:pt x="9620" y="17050"/>
                      </a:cubicBezTo>
                      <a:cubicBezTo>
                        <a:pt x="9811" y="17621"/>
                        <a:pt x="9620" y="18002"/>
                        <a:pt x="9335" y="18002"/>
                      </a:cubicBezTo>
                      <a:cubicBezTo>
                        <a:pt x="9620" y="19336"/>
                        <a:pt x="9811" y="20383"/>
                        <a:pt x="9811" y="21146"/>
                      </a:cubicBezTo>
                      <a:cubicBezTo>
                        <a:pt x="9811" y="21717"/>
                        <a:pt x="9716" y="22193"/>
                        <a:pt x="9620" y="22670"/>
                      </a:cubicBezTo>
                      <a:cubicBezTo>
                        <a:pt x="9811" y="22860"/>
                        <a:pt x="10287" y="23622"/>
                        <a:pt x="10858" y="25146"/>
                      </a:cubicBezTo>
                      <a:cubicBezTo>
                        <a:pt x="11335" y="26194"/>
                        <a:pt x="12097" y="26670"/>
                        <a:pt x="13145" y="26575"/>
                      </a:cubicBezTo>
                      <a:cubicBezTo>
                        <a:pt x="13145" y="26575"/>
                        <a:pt x="13335" y="26575"/>
                        <a:pt x="13430" y="26479"/>
                      </a:cubicBezTo>
                      <a:cubicBezTo>
                        <a:pt x="13525" y="26384"/>
                        <a:pt x="13621" y="26289"/>
                        <a:pt x="13716" y="26289"/>
                      </a:cubicBezTo>
                      <a:cubicBezTo>
                        <a:pt x="13811" y="26289"/>
                        <a:pt x="13907" y="26289"/>
                        <a:pt x="14002" y="26479"/>
                      </a:cubicBezTo>
                      <a:lnTo>
                        <a:pt x="13811" y="26479"/>
                      </a:lnTo>
                      <a:cubicBezTo>
                        <a:pt x="13811" y="26479"/>
                        <a:pt x="13811" y="26860"/>
                        <a:pt x="14002" y="26956"/>
                      </a:cubicBezTo>
                      <a:lnTo>
                        <a:pt x="14288" y="27241"/>
                      </a:lnTo>
                      <a:cubicBezTo>
                        <a:pt x="14288" y="27241"/>
                        <a:pt x="14764" y="27622"/>
                        <a:pt x="15050" y="27622"/>
                      </a:cubicBezTo>
                      <a:cubicBezTo>
                        <a:pt x="15526" y="27622"/>
                        <a:pt x="15812" y="27432"/>
                        <a:pt x="15812" y="27146"/>
                      </a:cubicBezTo>
                      <a:cubicBezTo>
                        <a:pt x="16002" y="27241"/>
                        <a:pt x="16288" y="27337"/>
                        <a:pt x="16478" y="27337"/>
                      </a:cubicBezTo>
                      <a:cubicBezTo>
                        <a:pt x="16669" y="27337"/>
                        <a:pt x="16859" y="27146"/>
                        <a:pt x="17145" y="26765"/>
                      </a:cubicBezTo>
                      <a:cubicBezTo>
                        <a:pt x="17336" y="26384"/>
                        <a:pt x="17621" y="26194"/>
                        <a:pt x="17717" y="26194"/>
                      </a:cubicBezTo>
                      <a:cubicBezTo>
                        <a:pt x="17907" y="26194"/>
                        <a:pt x="18193" y="26194"/>
                        <a:pt x="18383" y="26479"/>
                      </a:cubicBezTo>
                      <a:cubicBezTo>
                        <a:pt x="18383" y="26384"/>
                        <a:pt x="18764" y="26194"/>
                        <a:pt x="19241" y="26003"/>
                      </a:cubicBezTo>
                      <a:cubicBezTo>
                        <a:pt x="19621" y="25813"/>
                        <a:pt x="19907" y="25527"/>
                        <a:pt x="19907" y="25241"/>
                      </a:cubicBezTo>
                      <a:cubicBezTo>
                        <a:pt x="19907" y="25051"/>
                        <a:pt x="19907" y="25051"/>
                        <a:pt x="19812" y="24860"/>
                      </a:cubicBezTo>
                      <a:cubicBezTo>
                        <a:pt x="20288" y="24670"/>
                        <a:pt x="20479" y="24098"/>
                        <a:pt x="20669" y="23431"/>
                      </a:cubicBezTo>
                      <a:cubicBezTo>
                        <a:pt x="20765" y="22765"/>
                        <a:pt x="20955" y="22384"/>
                        <a:pt x="21241" y="22193"/>
                      </a:cubicBezTo>
                      <a:lnTo>
                        <a:pt x="21241" y="19431"/>
                      </a:lnTo>
                      <a:cubicBezTo>
                        <a:pt x="21241" y="19431"/>
                        <a:pt x="21241" y="18955"/>
                        <a:pt x="21241" y="18764"/>
                      </a:cubicBezTo>
                      <a:cubicBezTo>
                        <a:pt x="21241" y="18574"/>
                        <a:pt x="21241" y="18097"/>
                        <a:pt x="21146" y="17621"/>
                      </a:cubicBezTo>
                      <a:cubicBezTo>
                        <a:pt x="21050" y="17145"/>
                        <a:pt x="20955" y="16859"/>
                        <a:pt x="20955" y="16669"/>
                      </a:cubicBezTo>
                      <a:cubicBezTo>
                        <a:pt x="20955" y="16288"/>
                        <a:pt x="20955" y="16097"/>
                        <a:pt x="21146" y="15812"/>
                      </a:cubicBezTo>
                      <a:cubicBezTo>
                        <a:pt x="21146" y="15526"/>
                        <a:pt x="21146" y="15335"/>
                        <a:pt x="21431" y="15240"/>
                      </a:cubicBezTo>
                      <a:cubicBezTo>
                        <a:pt x="21527" y="15240"/>
                        <a:pt x="21812" y="15240"/>
                        <a:pt x="22288" y="15240"/>
                      </a:cubicBezTo>
                      <a:cubicBezTo>
                        <a:pt x="22574" y="15240"/>
                        <a:pt x="22860" y="15240"/>
                        <a:pt x="23050" y="15240"/>
                      </a:cubicBezTo>
                      <a:cubicBezTo>
                        <a:pt x="23336" y="15526"/>
                        <a:pt x="23432" y="15716"/>
                        <a:pt x="23432" y="16002"/>
                      </a:cubicBezTo>
                      <a:close/>
                      <a:moveTo>
                        <a:pt x="27337" y="13621"/>
                      </a:moveTo>
                      <a:cubicBezTo>
                        <a:pt x="27337" y="13621"/>
                        <a:pt x="26861" y="13525"/>
                        <a:pt x="26670" y="13525"/>
                      </a:cubicBezTo>
                      <a:cubicBezTo>
                        <a:pt x="26479" y="13525"/>
                        <a:pt x="26194" y="13525"/>
                        <a:pt x="25908" y="13621"/>
                      </a:cubicBezTo>
                      <a:cubicBezTo>
                        <a:pt x="25527" y="13621"/>
                        <a:pt x="25241" y="13621"/>
                        <a:pt x="25051" y="13621"/>
                      </a:cubicBezTo>
                      <a:lnTo>
                        <a:pt x="26194" y="14383"/>
                      </a:lnTo>
                      <a:lnTo>
                        <a:pt x="26194" y="13621"/>
                      </a:lnTo>
                      <a:cubicBezTo>
                        <a:pt x="26194" y="13621"/>
                        <a:pt x="26765" y="13811"/>
                        <a:pt x="27432" y="14002"/>
                      </a:cubicBezTo>
                      <a:lnTo>
                        <a:pt x="27432" y="13621"/>
                      </a:lnTo>
                      <a:close/>
                      <a:moveTo>
                        <a:pt x="26289" y="24384"/>
                      </a:moveTo>
                      <a:cubicBezTo>
                        <a:pt x="26289" y="24384"/>
                        <a:pt x="26289" y="24384"/>
                        <a:pt x="26289" y="24384"/>
                      </a:cubicBezTo>
                      <a:cubicBezTo>
                        <a:pt x="26289" y="24384"/>
                        <a:pt x="26289" y="24384"/>
                        <a:pt x="26099" y="24193"/>
                      </a:cubicBezTo>
                      <a:cubicBezTo>
                        <a:pt x="25908" y="24193"/>
                        <a:pt x="25908" y="24098"/>
                        <a:pt x="25908" y="24003"/>
                      </a:cubicBezTo>
                      <a:cubicBezTo>
                        <a:pt x="25908" y="23908"/>
                        <a:pt x="25908" y="23908"/>
                        <a:pt x="26099" y="23813"/>
                      </a:cubicBezTo>
                      <a:cubicBezTo>
                        <a:pt x="25908" y="23813"/>
                        <a:pt x="25717" y="23813"/>
                        <a:pt x="25527" y="23813"/>
                      </a:cubicBezTo>
                      <a:cubicBezTo>
                        <a:pt x="25241" y="24003"/>
                        <a:pt x="25051" y="24098"/>
                        <a:pt x="25051" y="24098"/>
                      </a:cubicBezTo>
                      <a:cubicBezTo>
                        <a:pt x="25146" y="24098"/>
                        <a:pt x="25527" y="24098"/>
                        <a:pt x="26194" y="24479"/>
                      </a:cubicBezTo>
                      <a:close/>
                      <a:moveTo>
                        <a:pt x="27527" y="15716"/>
                      </a:moveTo>
                      <a:lnTo>
                        <a:pt x="28099" y="15716"/>
                      </a:lnTo>
                      <a:cubicBezTo>
                        <a:pt x="28099" y="15716"/>
                        <a:pt x="27623" y="15526"/>
                        <a:pt x="27527" y="15621"/>
                      </a:cubicBezTo>
                      <a:cubicBezTo>
                        <a:pt x="27242" y="15621"/>
                        <a:pt x="26765" y="15430"/>
                        <a:pt x="26099" y="15240"/>
                      </a:cubicBezTo>
                      <a:cubicBezTo>
                        <a:pt x="26099" y="15049"/>
                        <a:pt x="25908" y="14954"/>
                        <a:pt x="25622" y="14954"/>
                      </a:cubicBezTo>
                      <a:cubicBezTo>
                        <a:pt x="25717" y="14954"/>
                        <a:pt x="25908" y="15145"/>
                        <a:pt x="26099" y="15240"/>
                      </a:cubicBezTo>
                      <a:cubicBezTo>
                        <a:pt x="26099" y="15430"/>
                        <a:pt x="26099" y="15430"/>
                        <a:pt x="26099" y="15716"/>
                      </a:cubicBezTo>
                      <a:cubicBezTo>
                        <a:pt x="26099" y="15907"/>
                        <a:pt x="26099" y="16097"/>
                        <a:pt x="26099" y="16097"/>
                      </a:cubicBezTo>
                      <a:cubicBezTo>
                        <a:pt x="26099" y="16097"/>
                        <a:pt x="26099" y="16097"/>
                        <a:pt x="26194" y="16097"/>
                      </a:cubicBezTo>
                      <a:lnTo>
                        <a:pt x="26765" y="15621"/>
                      </a:lnTo>
                      <a:lnTo>
                        <a:pt x="26956" y="15621"/>
                      </a:lnTo>
                      <a:cubicBezTo>
                        <a:pt x="26956" y="15621"/>
                        <a:pt x="26956" y="16002"/>
                        <a:pt x="26956" y="16097"/>
                      </a:cubicBezTo>
                      <a:cubicBezTo>
                        <a:pt x="26861" y="16288"/>
                        <a:pt x="26861" y="16383"/>
                        <a:pt x="26861" y="16478"/>
                      </a:cubicBezTo>
                      <a:cubicBezTo>
                        <a:pt x="27146" y="16478"/>
                        <a:pt x="27242" y="16478"/>
                        <a:pt x="27337" y="16192"/>
                      </a:cubicBezTo>
                      <a:cubicBezTo>
                        <a:pt x="27337" y="16002"/>
                        <a:pt x="27432" y="15812"/>
                        <a:pt x="27527" y="15526"/>
                      </a:cubicBezTo>
                      <a:lnTo>
                        <a:pt x="27527" y="15526"/>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 name="Google Shape;1598;p99"/>
                <p:cNvSpPr/>
                <p:nvPr/>
              </p:nvSpPr>
              <p:spPr>
                <a:xfrm>
                  <a:off x="3423951" y="4788503"/>
                  <a:ext cx="38480" cy="34956"/>
                </a:xfrm>
                <a:custGeom>
                  <a:avLst/>
                  <a:gdLst/>
                  <a:ahLst/>
                  <a:cxnLst/>
                  <a:rect l="l" t="t" r="r" b="b"/>
                  <a:pathLst>
                    <a:path w="38480" h="34956" extrusionOk="0">
                      <a:moveTo>
                        <a:pt x="381" y="18574"/>
                      </a:moveTo>
                      <a:cubicBezTo>
                        <a:pt x="381" y="18574"/>
                        <a:pt x="381" y="18574"/>
                        <a:pt x="571" y="18764"/>
                      </a:cubicBezTo>
                      <a:cubicBezTo>
                        <a:pt x="762" y="18859"/>
                        <a:pt x="762" y="18955"/>
                        <a:pt x="762" y="19050"/>
                      </a:cubicBezTo>
                      <a:lnTo>
                        <a:pt x="0" y="19050"/>
                      </a:lnTo>
                      <a:lnTo>
                        <a:pt x="381" y="18574"/>
                      </a:lnTo>
                      <a:close/>
                      <a:moveTo>
                        <a:pt x="0" y="21050"/>
                      </a:moveTo>
                      <a:cubicBezTo>
                        <a:pt x="0" y="21050"/>
                        <a:pt x="381" y="21431"/>
                        <a:pt x="667" y="21526"/>
                      </a:cubicBezTo>
                      <a:lnTo>
                        <a:pt x="0" y="21526"/>
                      </a:lnTo>
                      <a:lnTo>
                        <a:pt x="0" y="21050"/>
                      </a:lnTo>
                      <a:close/>
                      <a:moveTo>
                        <a:pt x="191" y="23336"/>
                      </a:moveTo>
                      <a:lnTo>
                        <a:pt x="0" y="22860"/>
                      </a:lnTo>
                      <a:cubicBezTo>
                        <a:pt x="0" y="22860"/>
                        <a:pt x="476" y="22955"/>
                        <a:pt x="762" y="23241"/>
                      </a:cubicBezTo>
                      <a:lnTo>
                        <a:pt x="191" y="23241"/>
                      </a:lnTo>
                      <a:close/>
                      <a:moveTo>
                        <a:pt x="1333" y="21622"/>
                      </a:moveTo>
                      <a:cubicBezTo>
                        <a:pt x="1333" y="21622"/>
                        <a:pt x="857" y="21622"/>
                        <a:pt x="762" y="21622"/>
                      </a:cubicBezTo>
                      <a:lnTo>
                        <a:pt x="1333" y="21622"/>
                      </a:lnTo>
                      <a:close/>
                      <a:moveTo>
                        <a:pt x="953" y="24289"/>
                      </a:moveTo>
                      <a:cubicBezTo>
                        <a:pt x="953" y="24289"/>
                        <a:pt x="1238" y="24289"/>
                        <a:pt x="1429" y="24574"/>
                      </a:cubicBezTo>
                      <a:lnTo>
                        <a:pt x="1429" y="24765"/>
                      </a:lnTo>
                      <a:lnTo>
                        <a:pt x="953" y="24765"/>
                      </a:lnTo>
                      <a:lnTo>
                        <a:pt x="953" y="24289"/>
                      </a:lnTo>
                      <a:close/>
                      <a:moveTo>
                        <a:pt x="2191" y="18193"/>
                      </a:moveTo>
                      <a:cubicBezTo>
                        <a:pt x="2191" y="18193"/>
                        <a:pt x="2286" y="18479"/>
                        <a:pt x="2381" y="18859"/>
                      </a:cubicBezTo>
                      <a:cubicBezTo>
                        <a:pt x="2096" y="18859"/>
                        <a:pt x="1905" y="18764"/>
                        <a:pt x="1905" y="18669"/>
                      </a:cubicBezTo>
                      <a:lnTo>
                        <a:pt x="2286" y="18193"/>
                      </a:lnTo>
                      <a:close/>
                      <a:moveTo>
                        <a:pt x="1810" y="29337"/>
                      </a:moveTo>
                      <a:cubicBezTo>
                        <a:pt x="1810" y="29337"/>
                        <a:pt x="2000" y="29146"/>
                        <a:pt x="2286" y="29146"/>
                      </a:cubicBezTo>
                      <a:lnTo>
                        <a:pt x="2286" y="29432"/>
                      </a:lnTo>
                      <a:lnTo>
                        <a:pt x="1810" y="29432"/>
                      </a:lnTo>
                      <a:close/>
                      <a:moveTo>
                        <a:pt x="3905" y="23622"/>
                      </a:moveTo>
                      <a:cubicBezTo>
                        <a:pt x="3905" y="23622"/>
                        <a:pt x="4381" y="23431"/>
                        <a:pt x="4572" y="23431"/>
                      </a:cubicBezTo>
                      <a:cubicBezTo>
                        <a:pt x="4858" y="23336"/>
                        <a:pt x="5048" y="23431"/>
                        <a:pt x="5143" y="23431"/>
                      </a:cubicBezTo>
                      <a:lnTo>
                        <a:pt x="3905" y="23622"/>
                      </a:lnTo>
                      <a:close/>
                      <a:moveTo>
                        <a:pt x="4763" y="19431"/>
                      </a:moveTo>
                      <a:cubicBezTo>
                        <a:pt x="4381" y="18479"/>
                        <a:pt x="4477" y="17907"/>
                        <a:pt x="5143" y="17621"/>
                      </a:cubicBezTo>
                      <a:lnTo>
                        <a:pt x="5334" y="17621"/>
                      </a:lnTo>
                      <a:cubicBezTo>
                        <a:pt x="5334" y="17621"/>
                        <a:pt x="4763" y="18002"/>
                        <a:pt x="4763" y="18383"/>
                      </a:cubicBezTo>
                      <a:cubicBezTo>
                        <a:pt x="4763" y="18764"/>
                        <a:pt x="4763" y="19050"/>
                        <a:pt x="4763" y="19431"/>
                      </a:cubicBezTo>
                      <a:close/>
                      <a:moveTo>
                        <a:pt x="9239" y="21526"/>
                      </a:moveTo>
                      <a:cubicBezTo>
                        <a:pt x="9239" y="21526"/>
                        <a:pt x="8954" y="21526"/>
                        <a:pt x="8858" y="21431"/>
                      </a:cubicBezTo>
                      <a:cubicBezTo>
                        <a:pt x="8763" y="21336"/>
                        <a:pt x="8572" y="21241"/>
                        <a:pt x="8477" y="21241"/>
                      </a:cubicBezTo>
                      <a:lnTo>
                        <a:pt x="8382" y="21241"/>
                      </a:lnTo>
                      <a:cubicBezTo>
                        <a:pt x="8382" y="21241"/>
                        <a:pt x="9239" y="20860"/>
                        <a:pt x="9620" y="21146"/>
                      </a:cubicBezTo>
                      <a:cubicBezTo>
                        <a:pt x="9620" y="21241"/>
                        <a:pt x="9620" y="21336"/>
                        <a:pt x="9525" y="21431"/>
                      </a:cubicBezTo>
                      <a:cubicBezTo>
                        <a:pt x="9525" y="21526"/>
                        <a:pt x="9334" y="21526"/>
                        <a:pt x="9239" y="21622"/>
                      </a:cubicBezTo>
                      <a:close/>
                      <a:moveTo>
                        <a:pt x="8858" y="12668"/>
                      </a:moveTo>
                      <a:lnTo>
                        <a:pt x="8858" y="12668"/>
                      </a:lnTo>
                      <a:lnTo>
                        <a:pt x="8858" y="12668"/>
                      </a:lnTo>
                      <a:close/>
                      <a:moveTo>
                        <a:pt x="9144" y="16573"/>
                      </a:moveTo>
                      <a:cubicBezTo>
                        <a:pt x="9144" y="16573"/>
                        <a:pt x="9525" y="16573"/>
                        <a:pt x="9620" y="16859"/>
                      </a:cubicBezTo>
                      <a:cubicBezTo>
                        <a:pt x="9620" y="16859"/>
                        <a:pt x="9430" y="16859"/>
                        <a:pt x="9239" y="16859"/>
                      </a:cubicBezTo>
                      <a:lnTo>
                        <a:pt x="8858" y="16859"/>
                      </a:lnTo>
                      <a:cubicBezTo>
                        <a:pt x="8858" y="16859"/>
                        <a:pt x="8858" y="16478"/>
                        <a:pt x="9144" y="16478"/>
                      </a:cubicBezTo>
                      <a:close/>
                      <a:moveTo>
                        <a:pt x="9049" y="25622"/>
                      </a:moveTo>
                      <a:lnTo>
                        <a:pt x="9049" y="25432"/>
                      </a:lnTo>
                      <a:lnTo>
                        <a:pt x="9716" y="25432"/>
                      </a:lnTo>
                      <a:lnTo>
                        <a:pt x="9049" y="25622"/>
                      </a:lnTo>
                      <a:close/>
                      <a:moveTo>
                        <a:pt x="9334" y="23241"/>
                      </a:moveTo>
                      <a:lnTo>
                        <a:pt x="9334" y="22765"/>
                      </a:lnTo>
                      <a:lnTo>
                        <a:pt x="9811" y="23241"/>
                      </a:lnTo>
                      <a:lnTo>
                        <a:pt x="9334" y="23241"/>
                      </a:lnTo>
                      <a:close/>
                      <a:moveTo>
                        <a:pt x="9716" y="20193"/>
                      </a:moveTo>
                      <a:cubicBezTo>
                        <a:pt x="9716" y="20193"/>
                        <a:pt x="10192" y="20193"/>
                        <a:pt x="10192" y="20383"/>
                      </a:cubicBezTo>
                      <a:lnTo>
                        <a:pt x="9716" y="20669"/>
                      </a:lnTo>
                      <a:lnTo>
                        <a:pt x="9716" y="20193"/>
                      </a:lnTo>
                      <a:close/>
                      <a:moveTo>
                        <a:pt x="10192" y="18764"/>
                      </a:moveTo>
                      <a:cubicBezTo>
                        <a:pt x="10192" y="18764"/>
                        <a:pt x="10478" y="19431"/>
                        <a:pt x="10287" y="19526"/>
                      </a:cubicBezTo>
                      <a:lnTo>
                        <a:pt x="10192" y="19526"/>
                      </a:lnTo>
                      <a:lnTo>
                        <a:pt x="10192" y="18764"/>
                      </a:lnTo>
                      <a:close/>
                      <a:moveTo>
                        <a:pt x="10287" y="28099"/>
                      </a:moveTo>
                      <a:cubicBezTo>
                        <a:pt x="10954" y="28289"/>
                        <a:pt x="11335" y="28099"/>
                        <a:pt x="11430" y="27622"/>
                      </a:cubicBezTo>
                      <a:cubicBezTo>
                        <a:pt x="11430" y="27718"/>
                        <a:pt x="11430" y="28004"/>
                        <a:pt x="11049" y="28289"/>
                      </a:cubicBezTo>
                      <a:cubicBezTo>
                        <a:pt x="10858" y="28289"/>
                        <a:pt x="10668" y="28289"/>
                        <a:pt x="10287" y="28099"/>
                      </a:cubicBezTo>
                      <a:close/>
                      <a:moveTo>
                        <a:pt x="10478" y="17907"/>
                      </a:moveTo>
                      <a:cubicBezTo>
                        <a:pt x="10478" y="17907"/>
                        <a:pt x="10954" y="17907"/>
                        <a:pt x="11335" y="18097"/>
                      </a:cubicBezTo>
                      <a:lnTo>
                        <a:pt x="10478" y="18097"/>
                      </a:lnTo>
                      <a:lnTo>
                        <a:pt x="10478" y="17907"/>
                      </a:lnTo>
                      <a:close/>
                      <a:moveTo>
                        <a:pt x="11239" y="19336"/>
                      </a:moveTo>
                      <a:cubicBezTo>
                        <a:pt x="11239" y="19336"/>
                        <a:pt x="11144" y="19145"/>
                        <a:pt x="11239" y="19050"/>
                      </a:cubicBezTo>
                      <a:lnTo>
                        <a:pt x="11239" y="19336"/>
                      </a:lnTo>
                      <a:close/>
                      <a:moveTo>
                        <a:pt x="11239" y="19336"/>
                      </a:moveTo>
                      <a:lnTo>
                        <a:pt x="11716" y="19812"/>
                      </a:lnTo>
                      <a:cubicBezTo>
                        <a:pt x="11716" y="19812"/>
                        <a:pt x="11716" y="20002"/>
                        <a:pt x="11525" y="20098"/>
                      </a:cubicBezTo>
                      <a:lnTo>
                        <a:pt x="11239" y="19336"/>
                      </a:lnTo>
                      <a:close/>
                      <a:moveTo>
                        <a:pt x="32290" y="27813"/>
                      </a:moveTo>
                      <a:cubicBezTo>
                        <a:pt x="32290" y="27813"/>
                        <a:pt x="32766" y="27908"/>
                        <a:pt x="33147" y="27908"/>
                      </a:cubicBezTo>
                      <a:cubicBezTo>
                        <a:pt x="33433" y="27908"/>
                        <a:pt x="33814" y="27908"/>
                        <a:pt x="34385" y="27908"/>
                      </a:cubicBezTo>
                      <a:cubicBezTo>
                        <a:pt x="34957" y="27908"/>
                        <a:pt x="35338" y="27813"/>
                        <a:pt x="35624" y="27813"/>
                      </a:cubicBezTo>
                      <a:cubicBezTo>
                        <a:pt x="37052" y="27813"/>
                        <a:pt x="38005" y="28194"/>
                        <a:pt x="38481" y="29051"/>
                      </a:cubicBezTo>
                      <a:cubicBezTo>
                        <a:pt x="38481" y="30004"/>
                        <a:pt x="38386" y="31051"/>
                        <a:pt x="38291" y="32004"/>
                      </a:cubicBezTo>
                      <a:cubicBezTo>
                        <a:pt x="38195" y="33147"/>
                        <a:pt x="37814" y="34004"/>
                        <a:pt x="37243" y="34671"/>
                      </a:cubicBezTo>
                      <a:cubicBezTo>
                        <a:pt x="36957" y="34862"/>
                        <a:pt x="36767" y="34957"/>
                        <a:pt x="36481" y="34957"/>
                      </a:cubicBezTo>
                      <a:cubicBezTo>
                        <a:pt x="36195" y="34957"/>
                        <a:pt x="35909" y="34862"/>
                        <a:pt x="35528" y="34576"/>
                      </a:cubicBezTo>
                      <a:cubicBezTo>
                        <a:pt x="35147" y="34385"/>
                        <a:pt x="34862" y="34290"/>
                        <a:pt x="34576" y="34290"/>
                      </a:cubicBezTo>
                      <a:cubicBezTo>
                        <a:pt x="34290" y="34290"/>
                        <a:pt x="34004" y="34290"/>
                        <a:pt x="33718" y="34576"/>
                      </a:cubicBezTo>
                      <a:cubicBezTo>
                        <a:pt x="32575" y="34671"/>
                        <a:pt x="31147" y="34671"/>
                        <a:pt x="29242" y="34576"/>
                      </a:cubicBezTo>
                      <a:cubicBezTo>
                        <a:pt x="27432" y="34576"/>
                        <a:pt x="25908" y="34576"/>
                        <a:pt x="24860" y="34671"/>
                      </a:cubicBezTo>
                      <a:lnTo>
                        <a:pt x="24860" y="34671"/>
                      </a:lnTo>
                      <a:cubicBezTo>
                        <a:pt x="23622" y="34576"/>
                        <a:pt x="21812" y="34576"/>
                        <a:pt x="19526" y="34671"/>
                      </a:cubicBezTo>
                      <a:cubicBezTo>
                        <a:pt x="18764" y="34480"/>
                        <a:pt x="17717" y="34385"/>
                        <a:pt x="16288" y="34576"/>
                      </a:cubicBezTo>
                      <a:lnTo>
                        <a:pt x="12573" y="34576"/>
                      </a:lnTo>
                      <a:lnTo>
                        <a:pt x="12573" y="24765"/>
                      </a:lnTo>
                      <a:lnTo>
                        <a:pt x="13145" y="24384"/>
                      </a:lnTo>
                      <a:lnTo>
                        <a:pt x="11906" y="24384"/>
                      </a:lnTo>
                      <a:cubicBezTo>
                        <a:pt x="11906" y="24384"/>
                        <a:pt x="12573" y="23717"/>
                        <a:pt x="12573" y="23241"/>
                      </a:cubicBezTo>
                      <a:cubicBezTo>
                        <a:pt x="12573" y="23241"/>
                        <a:pt x="12573" y="22860"/>
                        <a:pt x="12573" y="22574"/>
                      </a:cubicBezTo>
                      <a:cubicBezTo>
                        <a:pt x="12573" y="22288"/>
                        <a:pt x="12573" y="22003"/>
                        <a:pt x="12573" y="21907"/>
                      </a:cubicBezTo>
                      <a:cubicBezTo>
                        <a:pt x="12573" y="21717"/>
                        <a:pt x="12573" y="21622"/>
                        <a:pt x="12573" y="21431"/>
                      </a:cubicBezTo>
                      <a:lnTo>
                        <a:pt x="12097" y="21431"/>
                      </a:lnTo>
                      <a:cubicBezTo>
                        <a:pt x="12097" y="21431"/>
                        <a:pt x="12763" y="21050"/>
                        <a:pt x="13049" y="20669"/>
                      </a:cubicBezTo>
                      <a:cubicBezTo>
                        <a:pt x="12668" y="20383"/>
                        <a:pt x="12383" y="19907"/>
                        <a:pt x="12383" y="19431"/>
                      </a:cubicBezTo>
                      <a:cubicBezTo>
                        <a:pt x="12383" y="19145"/>
                        <a:pt x="12478" y="18669"/>
                        <a:pt x="12763" y="18002"/>
                      </a:cubicBezTo>
                      <a:cubicBezTo>
                        <a:pt x="12954" y="17431"/>
                        <a:pt x="13049" y="16954"/>
                        <a:pt x="13049" y="16764"/>
                      </a:cubicBezTo>
                      <a:cubicBezTo>
                        <a:pt x="13145" y="16764"/>
                        <a:pt x="13240" y="16764"/>
                        <a:pt x="13240" y="16954"/>
                      </a:cubicBezTo>
                      <a:cubicBezTo>
                        <a:pt x="13240" y="17145"/>
                        <a:pt x="13240" y="17240"/>
                        <a:pt x="13240" y="17240"/>
                      </a:cubicBezTo>
                      <a:cubicBezTo>
                        <a:pt x="13335" y="17240"/>
                        <a:pt x="13430" y="17240"/>
                        <a:pt x="13621" y="17050"/>
                      </a:cubicBezTo>
                      <a:lnTo>
                        <a:pt x="14383" y="18193"/>
                      </a:lnTo>
                      <a:cubicBezTo>
                        <a:pt x="14383" y="18193"/>
                        <a:pt x="14668" y="17240"/>
                        <a:pt x="14478" y="16383"/>
                      </a:cubicBezTo>
                      <a:cubicBezTo>
                        <a:pt x="14288" y="16288"/>
                        <a:pt x="14097" y="16192"/>
                        <a:pt x="13716" y="16192"/>
                      </a:cubicBezTo>
                      <a:lnTo>
                        <a:pt x="13049" y="16192"/>
                      </a:lnTo>
                      <a:cubicBezTo>
                        <a:pt x="13049" y="16192"/>
                        <a:pt x="12954" y="16002"/>
                        <a:pt x="12859" y="16002"/>
                      </a:cubicBezTo>
                      <a:lnTo>
                        <a:pt x="14002" y="15812"/>
                      </a:lnTo>
                      <a:cubicBezTo>
                        <a:pt x="13430" y="15621"/>
                        <a:pt x="13145" y="15240"/>
                        <a:pt x="12954" y="14764"/>
                      </a:cubicBezTo>
                      <a:cubicBezTo>
                        <a:pt x="12954" y="14288"/>
                        <a:pt x="12954" y="13811"/>
                        <a:pt x="12954" y="13335"/>
                      </a:cubicBezTo>
                      <a:lnTo>
                        <a:pt x="13335" y="12954"/>
                      </a:lnTo>
                      <a:lnTo>
                        <a:pt x="12478" y="11906"/>
                      </a:lnTo>
                      <a:cubicBezTo>
                        <a:pt x="12859" y="10287"/>
                        <a:pt x="13049" y="9430"/>
                        <a:pt x="13049" y="9239"/>
                      </a:cubicBezTo>
                      <a:cubicBezTo>
                        <a:pt x="13049" y="8668"/>
                        <a:pt x="12954" y="8287"/>
                        <a:pt x="12573" y="7906"/>
                      </a:cubicBezTo>
                      <a:cubicBezTo>
                        <a:pt x="12573" y="7906"/>
                        <a:pt x="12763" y="6572"/>
                        <a:pt x="12859" y="4000"/>
                      </a:cubicBezTo>
                      <a:cubicBezTo>
                        <a:pt x="12954" y="2476"/>
                        <a:pt x="13335" y="1238"/>
                        <a:pt x="13906" y="476"/>
                      </a:cubicBezTo>
                      <a:cubicBezTo>
                        <a:pt x="13716" y="476"/>
                        <a:pt x="14573" y="476"/>
                        <a:pt x="16383" y="476"/>
                      </a:cubicBezTo>
                      <a:cubicBezTo>
                        <a:pt x="17335" y="476"/>
                        <a:pt x="18097" y="476"/>
                        <a:pt x="18574" y="0"/>
                      </a:cubicBezTo>
                      <a:cubicBezTo>
                        <a:pt x="19431" y="952"/>
                        <a:pt x="19812" y="2381"/>
                        <a:pt x="19812" y="4477"/>
                      </a:cubicBezTo>
                      <a:lnTo>
                        <a:pt x="19812" y="7810"/>
                      </a:lnTo>
                      <a:cubicBezTo>
                        <a:pt x="19812" y="8763"/>
                        <a:pt x="19812" y="9525"/>
                        <a:pt x="20003" y="10096"/>
                      </a:cubicBezTo>
                      <a:cubicBezTo>
                        <a:pt x="19812" y="10287"/>
                        <a:pt x="19621" y="10573"/>
                        <a:pt x="19621" y="10858"/>
                      </a:cubicBezTo>
                      <a:cubicBezTo>
                        <a:pt x="19621" y="10858"/>
                        <a:pt x="19621" y="11144"/>
                        <a:pt x="19717" y="11430"/>
                      </a:cubicBezTo>
                      <a:cubicBezTo>
                        <a:pt x="19717" y="11716"/>
                        <a:pt x="19717" y="12001"/>
                        <a:pt x="19717" y="12097"/>
                      </a:cubicBezTo>
                      <a:cubicBezTo>
                        <a:pt x="19717" y="12192"/>
                        <a:pt x="19717" y="12382"/>
                        <a:pt x="19717" y="12382"/>
                      </a:cubicBezTo>
                      <a:lnTo>
                        <a:pt x="19526" y="12192"/>
                      </a:lnTo>
                      <a:cubicBezTo>
                        <a:pt x="19526" y="12192"/>
                        <a:pt x="19526" y="12668"/>
                        <a:pt x="19717" y="13144"/>
                      </a:cubicBezTo>
                      <a:cubicBezTo>
                        <a:pt x="19812" y="13621"/>
                        <a:pt x="19907" y="14002"/>
                        <a:pt x="19907" y="14192"/>
                      </a:cubicBezTo>
                      <a:cubicBezTo>
                        <a:pt x="19907" y="14478"/>
                        <a:pt x="19907" y="14764"/>
                        <a:pt x="19717" y="15049"/>
                      </a:cubicBezTo>
                      <a:lnTo>
                        <a:pt x="20098" y="15716"/>
                      </a:lnTo>
                      <a:lnTo>
                        <a:pt x="19907" y="15716"/>
                      </a:lnTo>
                      <a:cubicBezTo>
                        <a:pt x="19907" y="15716"/>
                        <a:pt x="19717" y="16478"/>
                        <a:pt x="19717" y="17240"/>
                      </a:cubicBezTo>
                      <a:cubicBezTo>
                        <a:pt x="19717" y="17907"/>
                        <a:pt x="19526" y="18288"/>
                        <a:pt x="19145" y="18574"/>
                      </a:cubicBezTo>
                      <a:cubicBezTo>
                        <a:pt x="19145" y="18574"/>
                        <a:pt x="19431" y="18764"/>
                        <a:pt x="19717" y="18764"/>
                      </a:cubicBezTo>
                      <a:cubicBezTo>
                        <a:pt x="19907" y="22003"/>
                        <a:pt x="19907" y="24670"/>
                        <a:pt x="19717" y="26765"/>
                      </a:cubicBezTo>
                      <a:cubicBezTo>
                        <a:pt x="19717" y="26575"/>
                        <a:pt x="19621" y="26479"/>
                        <a:pt x="19431" y="26479"/>
                      </a:cubicBezTo>
                      <a:lnTo>
                        <a:pt x="19050" y="26479"/>
                      </a:lnTo>
                      <a:cubicBezTo>
                        <a:pt x="19050" y="26479"/>
                        <a:pt x="19050" y="26670"/>
                        <a:pt x="19050" y="26765"/>
                      </a:cubicBezTo>
                      <a:cubicBezTo>
                        <a:pt x="19050" y="26765"/>
                        <a:pt x="19050" y="27051"/>
                        <a:pt x="18764" y="27241"/>
                      </a:cubicBezTo>
                      <a:cubicBezTo>
                        <a:pt x="18574" y="27432"/>
                        <a:pt x="18479" y="27622"/>
                        <a:pt x="18479" y="27718"/>
                      </a:cubicBezTo>
                      <a:cubicBezTo>
                        <a:pt x="18479" y="27908"/>
                        <a:pt x="18574" y="28004"/>
                        <a:pt x="18669" y="28099"/>
                      </a:cubicBezTo>
                      <a:cubicBezTo>
                        <a:pt x="18955" y="27527"/>
                        <a:pt x="19145" y="27241"/>
                        <a:pt x="19621" y="27241"/>
                      </a:cubicBezTo>
                      <a:cubicBezTo>
                        <a:pt x="19812" y="27241"/>
                        <a:pt x="20479" y="27527"/>
                        <a:pt x="21336" y="28099"/>
                      </a:cubicBezTo>
                      <a:cubicBezTo>
                        <a:pt x="21431" y="28099"/>
                        <a:pt x="21622" y="28099"/>
                        <a:pt x="21717" y="27908"/>
                      </a:cubicBezTo>
                      <a:lnTo>
                        <a:pt x="21717" y="27622"/>
                      </a:lnTo>
                      <a:cubicBezTo>
                        <a:pt x="21717" y="27622"/>
                        <a:pt x="22288" y="27718"/>
                        <a:pt x="23050" y="27718"/>
                      </a:cubicBezTo>
                      <a:lnTo>
                        <a:pt x="23050" y="27908"/>
                      </a:lnTo>
                      <a:cubicBezTo>
                        <a:pt x="23050" y="27908"/>
                        <a:pt x="23241" y="28004"/>
                        <a:pt x="23527" y="28004"/>
                      </a:cubicBezTo>
                      <a:cubicBezTo>
                        <a:pt x="23717" y="28004"/>
                        <a:pt x="23908" y="28004"/>
                        <a:pt x="24289" y="27813"/>
                      </a:cubicBezTo>
                      <a:cubicBezTo>
                        <a:pt x="24575" y="27622"/>
                        <a:pt x="24860" y="27622"/>
                        <a:pt x="24955" y="27622"/>
                      </a:cubicBezTo>
                      <a:cubicBezTo>
                        <a:pt x="25146" y="27622"/>
                        <a:pt x="25432" y="27622"/>
                        <a:pt x="25717" y="27908"/>
                      </a:cubicBezTo>
                      <a:cubicBezTo>
                        <a:pt x="26289" y="27718"/>
                        <a:pt x="26956" y="27622"/>
                        <a:pt x="27718" y="27622"/>
                      </a:cubicBezTo>
                      <a:cubicBezTo>
                        <a:pt x="28099" y="27622"/>
                        <a:pt x="28575" y="27622"/>
                        <a:pt x="29337" y="27622"/>
                      </a:cubicBezTo>
                      <a:cubicBezTo>
                        <a:pt x="30099" y="27718"/>
                        <a:pt x="30671" y="27813"/>
                        <a:pt x="31051" y="27813"/>
                      </a:cubicBezTo>
                      <a:cubicBezTo>
                        <a:pt x="31433" y="27813"/>
                        <a:pt x="31718" y="27813"/>
                        <a:pt x="32099" y="27718"/>
                      </a:cubicBezTo>
                      <a:close/>
                      <a:moveTo>
                        <a:pt x="12383" y="14859"/>
                      </a:moveTo>
                      <a:lnTo>
                        <a:pt x="12383" y="15240"/>
                      </a:lnTo>
                      <a:lnTo>
                        <a:pt x="11906" y="14668"/>
                      </a:lnTo>
                      <a:cubicBezTo>
                        <a:pt x="11906" y="14668"/>
                        <a:pt x="12192" y="14668"/>
                        <a:pt x="12383" y="14859"/>
                      </a:cubicBezTo>
                      <a:close/>
                      <a:moveTo>
                        <a:pt x="12954" y="16288"/>
                      </a:moveTo>
                      <a:cubicBezTo>
                        <a:pt x="12954" y="16288"/>
                        <a:pt x="12954" y="16383"/>
                        <a:pt x="12954" y="16288"/>
                      </a:cubicBezTo>
                      <a:lnTo>
                        <a:pt x="12954" y="16288"/>
                      </a:lnTo>
                      <a:close/>
                      <a:moveTo>
                        <a:pt x="13430" y="25908"/>
                      </a:moveTo>
                      <a:lnTo>
                        <a:pt x="13049" y="25527"/>
                      </a:lnTo>
                      <a:lnTo>
                        <a:pt x="13621" y="25051"/>
                      </a:lnTo>
                      <a:lnTo>
                        <a:pt x="13145" y="25051"/>
                      </a:lnTo>
                      <a:lnTo>
                        <a:pt x="13335" y="24479"/>
                      </a:lnTo>
                      <a:lnTo>
                        <a:pt x="12763" y="25337"/>
                      </a:lnTo>
                      <a:lnTo>
                        <a:pt x="12954" y="25622"/>
                      </a:lnTo>
                      <a:cubicBezTo>
                        <a:pt x="12954" y="25622"/>
                        <a:pt x="13145" y="25813"/>
                        <a:pt x="13335" y="25813"/>
                      </a:cubicBezTo>
                      <a:close/>
                      <a:moveTo>
                        <a:pt x="14668" y="26860"/>
                      </a:moveTo>
                      <a:lnTo>
                        <a:pt x="15430" y="26575"/>
                      </a:lnTo>
                      <a:lnTo>
                        <a:pt x="14954" y="26575"/>
                      </a:lnTo>
                      <a:lnTo>
                        <a:pt x="14764" y="26860"/>
                      </a:lnTo>
                      <a:close/>
                      <a:moveTo>
                        <a:pt x="16954" y="18002"/>
                      </a:moveTo>
                      <a:lnTo>
                        <a:pt x="17621" y="17716"/>
                      </a:lnTo>
                      <a:lnTo>
                        <a:pt x="17240" y="17716"/>
                      </a:lnTo>
                      <a:lnTo>
                        <a:pt x="17050" y="18002"/>
                      </a:lnTo>
                      <a:close/>
                      <a:moveTo>
                        <a:pt x="17621" y="12382"/>
                      </a:moveTo>
                      <a:lnTo>
                        <a:pt x="17621" y="12001"/>
                      </a:lnTo>
                      <a:lnTo>
                        <a:pt x="17240" y="11716"/>
                      </a:lnTo>
                      <a:lnTo>
                        <a:pt x="17621" y="12382"/>
                      </a:lnTo>
                      <a:close/>
                      <a:moveTo>
                        <a:pt x="23908" y="8191"/>
                      </a:moveTo>
                      <a:lnTo>
                        <a:pt x="23908" y="8763"/>
                      </a:lnTo>
                      <a:lnTo>
                        <a:pt x="23813" y="8763"/>
                      </a:lnTo>
                      <a:lnTo>
                        <a:pt x="23813" y="8191"/>
                      </a:lnTo>
                      <a:lnTo>
                        <a:pt x="23908" y="8191"/>
                      </a:lnTo>
                      <a:close/>
                      <a:moveTo>
                        <a:pt x="32575" y="29337"/>
                      </a:moveTo>
                      <a:lnTo>
                        <a:pt x="32575" y="28861"/>
                      </a:lnTo>
                      <a:lnTo>
                        <a:pt x="32385" y="28480"/>
                      </a:lnTo>
                      <a:lnTo>
                        <a:pt x="32575" y="29242"/>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 name="Google Shape;1599;p99"/>
                <p:cNvSpPr/>
                <p:nvPr/>
              </p:nvSpPr>
              <p:spPr>
                <a:xfrm>
                  <a:off x="3455288" y="4788789"/>
                  <a:ext cx="34575" cy="34480"/>
                </a:xfrm>
                <a:custGeom>
                  <a:avLst/>
                  <a:gdLst/>
                  <a:ahLst/>
                  <a:cxnLst/>
                  <a:rect l="l" t="t" r="r" b="b"/>
                  <a:pathLst>
                    <a:path w="34575" h="34480" extrusionOk="0">
                      <a:moveTo>
                        <a:pt x="476" y="23813"/>
                      </a:moveTo>
                      <a:cubicBezTo>
                        <a:pt x="476" y="23813"/>
                        <a:pt x="476" y="24193"/>
                        <a:pt x="667" y="24193"/>
                      </a:cubicBezTo>
                      <a:cubicBezTo>
                        <a:pt x="667" y="24193"/>
                        <a:pt x="667" y="24193"/>
                        <a:pt x="857" y="24193"/>
                      </a:cubicBezTo>
                      <a:lnTo>
                        <a:pt x="1048" y="24193"/>
                      </a:lnTo>
                      <a:cubicBezTo>
                        <a:pt x="1048" y="24193"/>
                        <a:pt x="1238" y="24193"/>
                        <a:pt x="1238" y="24289"/>
                      </a:cubicBezTo>
                      <a:cubicBezTo>
                        <a:pt x="476" y="24289"/>
                        <a:pt x="95" y="24289"/>
                        <a:pt x="0" y="24193"/>
                      </a:cubicBezTo>
                      <a:lnTo>
                        <a:pt x="476" y="23813"/>
                      </a:lnTo>
                      <a:close/>
                      <a:moveTo>
                        <a:pt x="1238" y="28099"/>
                      </a:moveTo>
                      <a:cubicBezTo>
                        <a:pt x="1238" y="28099"/>
                        <a:pt x="1429" y="27908"/>
                        <a:pt x="1619" y="27908"/>
                      </a:cubicBezTo>
                      <a:lnTo>
                        <a:pt x="2191" y="27908"/>
                      </a:lnTo>
                      <a:cubicBezTo>
                        <a:pt x="2191" y="27908"/>
                        <a:pt x="2000" y="28099"/>
                        <a:pt x="1905" y="28099"/>
                      </a:cubicBezTo>
                      <a:lnTo>
                        <a:pt x="1333" y="28099"/>
                      </a:lnTo>
                      <a:close/>
                      <a:moveTo>
                        <a:pt x="2858" y="30385"/>
                      </a:moveTo>
                      <a:lnTo>
                        <a:pt x="2858" y="29908"/>
                      </a:lnTo>
                      <a:lnTo>
                        <a:pt x="3239" y="29908"/>
                      </a:lnTo>
                      <a:lnTo>
                        <a:pt x="2858" y="30385"/>
                      </a:lnTo>
                      <a:close/>
                      <a:moveTo>
                        <a:pt x="4763" y="27527"/>
                      </a:moveTo>
                      <a:cubicBezTo>
                        <a:pt x="4763" y="27527"/>
                        <a:pt x="5144" y="27527"/>
                        <a:pt x="5429" y="27908"/>
                      </a:cubicBezTo>
                      <a:lnTo>
                        <a:pt x="5429" y="28099"/>
                      </a:lnTo>
                      <a:lnTo>
                        <a:pt x="4763" y="27622"/>
                      </a:lnTo>
                      <a:close/>
                      <a:moveTo>
                        <a:pt x="5429" y="30385"/>
                      </a:moveTo>
                      <a:cubicBezTo>
                        <a:pt x="5429" y="30385"/>
                        <a:pt x="5620" y="30194"/>
                        <a:pt x="5715" y="30099"/>
                      </a:cubicBezTo>
                      <a:cubicBezTo>
                        <a:pt x="5810" y="29908"/>
                        <a:pt x="5906" y="29908"/>
                        <a:pt x="6096" y="29908"/>
                      </a:cubicBezTo>
                      <a:cubicBezTo>
                        <a:pt x="6096" y="30004"/>
                        <a:pt x="6096" y="30194"/>
                        <a:pt x="5810" y="30385"/>
                      </a:cubicBezTo>
                      <a:lnTo>
                        <a:pt x="5429" y="30385"/>
                      </a:lnTo>
                      <a:close/>
                      <a:moveTo>
                        <a:pt x="6287" y="26575"/>
                      </a:moveTo>
                      <a:lnTo>
                        <a:pt x="6287" y="26956"/>
                      </a:lnTo>
                      <a:lnTo>
                        <a:pt x="5620" y="26956"/>
                      </a:lnTo>
                      <a:cubicBezTo>
                        <a:pt x="5620" y="26956"/>
                        <a:pt x="5906" y="26479"/>
                        <a:pt x="6001" y="26479"/>
                      </a:cubicBezTo>
                      <a:cubicBezTo>
                        <a:pt x="6001" y="26479"/>
                        <a:pt x="6191" y="26479"/>
                        <a:pt x="6287" y="26670"/>
                      </a:cubicBezTo>
                      <a:close/>
                      <a:moveTo>
                        <a:pt x="7049" y="23622"/>
                      </a:moveTo>
                      <a:lnTo>
                        <a:pt x="7049" y="23908"/>
                      </a:lnTo>
                      <a:lnTo>
                        <a:pt x="6287" y="23336"/>
                      </a:lnTo>
                      <a:cubicBezTo>
                        <a:pt x="6287" y="23336"/>
                        <a:pt x="6763" y="23336"/>
                        <a:pt x="7049" y="23527"/>
                      </a:cubicBezTo>
                      <a:close/>
                      <a:moveTo>
                        <a:pt x="6287" y="28575"/>
                      </a:moveTo>
                      <a:cubicBezTo>
                        <a:pt x="6287" y="28575"/>
                        <a:pt x="6668" y="28765"/>
                        <a:pt x="6668" y="29051"/>
                      </a:cubicBezTo>
                      <a:lnTo>
                        <a:pt x="6287" y="29051"/>
                      </a:lnTo>
                      <a:lnTo>
                        <a:pt x="6287" y="28575"/>
                      </a:lnTo>
                      <a:close/>
                      <a:moveTo>
                        <a:pt x="7144" y="32195"/>
                      </a:moveTo>
                      <a:lnTo>
                        <a:pt x="7049" y="32195"/>
                      </a:lnTo>
                      <a:lnTo>
                        <a:pt x="7811" y="31623"/>
                      </a:lnTo>
                      <a:lnTo>
                        <a:pt x="7239" y="32195"/>
                      </a:lnTo>
                      <a:close/>
                      <a:moveTo>
                        <a:pt x="34100" y="25432"/>
                      </a:moveTo>
                      <a:lnTo>
                        <a:pt x="32480" y="25622"/>
                      </a:lnTo>
                      <a:cubicBezTo>
                        <a:pt x="32480" y="25622"/>
                        <a:pt x="32480" y="25717"/>
                        <a:pt x="32480" y="25813"/>
                      </a:cubicBezTo>
                      <a:cubicBezTo>
                        <a:pt x="32480" y="25813"/>
                        <a:pt x="32575" y="26003"/>
                        <a:pt x="32861" y="26098"/>
                      </a:cubicBezTo>
                      <a:cubicBezTo>
                        <a:pt x="33052" y="26289"/>
                        <a:pt x="33242" y="26479"/>
                        <a:pt x="33242" y="26575"/>
                      </a:cubicBezTo>
                      <a:lnTo>
                        <a:pt x="33623" y="26575"/>
                      </a:lnTo>
                      <a:cubicBezTo>
                        <a:pt x="33433" y="27432"/>
                        <a:pt x="33242" y="28289"/>
                        <a:pt x="33147" y="29242"/>
                      </a:cubicBezTo>
                      <a:cubicBezTo>
                        <a:pt x="32957" y="30194"/>
                        <a:pt x="32290" y="30766"/>
                        <a:pt x="31337" y="31051"/>
                      </a:cubicBezTo>
                      <a:cubicBezTo>
                        <a:pt x="31242" y="30575"/>
                        <a:pt x="30861" y="30385"/>
                        <a:pt x="30290" y="30575"/>
                      </a:cubicBezTo>
                      <a:lnTo>
                        <a:pt x="30099" y="30766"/>
                      </a:lnTo>
                      <a:lnTo>
                        <a:pt x="30766" y="31432"/>
                      </a:lnTo>
                      <a:cubicBezTo>
                        <a:pt x="30766" y="31432"/>
                        <a:pt x="30099" y="31147"/>
                        <a:pt x="29813" y="30956"/>
                      </a:cubicBezTo>
                      <a:cubicBezTo>
                        <a:pt x="29432" y="30671"/>
                        <a:pt x="29242" y="30575"/>
                        <a:pt x="29051" y="30575"/>
                      </a:cubicBezTo>
                      <a:cubicBezTo>
                        <a:pt x="28861" y="30575"/>
                        <a:pt x="28575" y="30575"/>
                        <a:pt x="28289" y="30861"/>
                      </a:cubicBezTo>
                      <a:lnTo>
                        <a:pt x="28956" y="30861"/>
                      </a:lnTo>
                      <a:lnTo>
                        <a:pt x="28766" y="31051"/>
                      </a:lnTo>
                      <a:cubicBezTo>
                        <a:pt x="28766" y="31051"/>
                        <a:pt x="29623" y="31432"/>
                        <a:pt x="30194" y="31909"/>
                      </a:cubicBezTo>
                      <a:lnTo>
                        <a:pt x="28956" y="32480"/>
                      </a:lnTo>
                      <a:lnTo>
                        <a:pt x="29147" y="32480"/>
                      </a:lnTo>
                      <a:cubicBezTo>
                        <a:pt x="29147" y="32480"/>
                        <a:pt x="28575" y="32861"/>
                        <a:pt x="27718" y="33147"/>
                      </a:cubicBezTo>
                      <a:cubicBezTo>
                        <a:pt x="27242" y="33338"/>
                        <a:pt x="26765" y="33433"/>
                        <a:pt x="26289" y="33433"/>
                      </a:cubicBezTo>
                      <a:cubicBezTo>
                        <a:pt x="26099" y="33433"/>
                        <a:pt x="25813" y="33433"/>
                        <a:pt x="25622" y="33433"/>
                      </a:cubicBezTo>
                      <a:cubicBezTo>
                        <a:pt x="25432" y="33814"/>
                        <a:pt x="25432" y="34099"/>
                        <a:pt x="25527" y="34290"/>
                      </a:cubicBezTo>
                      <a:lnTo>
                        <a:pt x="18574" y="34480"/>
                      </a:lnTo>
                      <a:cubicBezTo>
                        <a:pt x="18002" y="34004"/>
                        <a:pt x="17145" y="33623"/>
                        <a:pt x="16002" y="33242"/>
                      </a:cubicBezTo>
                      <a:cubicBezTo>
                        <a:pt x="14669" y="32861"/>
                        <a:pt x="13907" y="32575"/>
                        <a:pt x="13525" y="32290"/>
                      </a:cubicBezTo>
                      <a:cubicBezTo>
                        <a:pt x="13430" y="32099"/>
                        <a:pt x="13145" y="31909"/>
                        <a:pt x="12764" y="31909"/>
                      </a:cubicBezTo>
                      <a:cubicBezTo>
                        <a:pt x="12383" y="31909"/>
                        <a:pt x="12002" y="31718"/>
                        <a:pt x="11621" y="31623"/>
                      </a:cubicBezTo>
                      <a:lnTo>
                        <a:pt x="12097" y="31147"/>
                      </a:lnTo>
                      <a:lnTo>
                        <a:pt x="11335" y="30480"/>
                      </a:lnTo>
                      <a:lnTo>
                        <a:pt x="11144" y="30861"/>
                      </a:lnTo>
                      <a:cubicBezTo>
                        <a:pt x="10573" y="30861"/>
                        <a:pt x="10192" y="30289"/>
                        <a:pt x="10097" y="29432"/>
                      </a:cubicBezTo>
                      <a:cubicBezTo>
                        <a:pt x="10097" y="28765"/>
                        <a:pt x="9620" y="28384"/>
                        <a:pt x="8858" y="28384"/>
                      </a:cubicBezTo>
                      <a:lnTo>
                        <a:pt x="8287" y="28384"/>
                      </a:lnTo>
                      <a:cubicBezTo>
                        <a:pt x="8763" y="28384"/>
                        <a:pt x="9049" y="28099"/>
                        <a:pt x="9049" y="27527"/>
                      </a:cubicBezTo>
                      <a:cubicBezTo>
                        <a:pt x="9049" y="27337"/>
                        <a:pt x="9049" y="27241"/>
                        <a:pt x="8954" y="27051"/>
                      </a:cubicBezTo>
                      <a:cubicBezTo>
                        <a:pt x="8954" y="26956"/>
                        <a:pt x="8573" y="26765"/>
                        <a:pt x="8001" y="26575"/>
                      </a:cubicBezTo>
                      <a:lnTo>
                        <a:pt x="7811" y="26575"/>
                      </a:lnTo>
                      <a:cubicBezTo>
                        <a:pt x="7811" y="26575"/>
                        <a:pt x="7811" y="26765"/>
                        <a:pt x="7715" y="26765"/>
                      </a:cubicBezTo>
                      <a:cubicBezTo>
                        <a:pt x="7620" y="26765"/>
                        <a:pt x="7620" y="26670"/>
                        <a:pt x="7429" y="26479"/>
                      </a:cubicBezTo>
                      <a:cubicBezTo>
                        <a:pt x="7429" y="26289"/>
                        <a:pt x="7429" y="26098"/>
                        <a:pt x="7429" y="25908"/>
                      </a:cubicBezTo>
                      <a:cubicBezTo>
                        <a:pt x="7715" y="25813"/>
                        <a:pt x="8192" y="25527"/>
                        <a:pt x="8858" y="24955"/>
                      </a:cubicBezTo>
                      <a:cubicBezTo>
                        <a:pt x="9430" y="24574"/>
                        <a:pt x="9811" y="24289"/>
                        <a:pt x="10192" y="24289"/>
                      </a:cubicBezTo>
                      <a:cubicBezTo>
                        <a:pt x="10382" y="24289"/>
                        <a:pt x="10573" y="24289"/>
                        <a:pt x="10763" y="24479"/>
                      </a:cubicBezTo>
                      <a:cubicBezTo>
                        <a:pt x="10668" y="24289"/>
                        <a:pt x="10668" y="24098"/>
                        <a:pt x="10763" y="24003"/>
                      </a:cubicBezTo>
                      <a:cubicBezTo>
                        <a:pt x="10858" y="23813"/>
                        <a:pt x="10763" y="23622"/>
                        <a:pt x="10478" y="23336"/>
                      </a:cubicBezTo>
                      <a:lnTo>
                        <a:pt x="12002" y="22670"/>
                      </a:lnTo>
                      <a:lnTo>
                        <a:pt x="11621" y="22193"/>
                      </a:lnTo>
                      <a:cubicBezTo>
                        <a:pt x="11621" y="22193"/>
                        <a:pt x="12287" y="22098"/>
                        <a:pt x="12764" y="21812"/>
                      </a:cubicBezTo>
                      <a:cubicBezTo>
                        <a:pt x="13335" y="21526"/>
                        <a:pt x="13716" y="21431"/>
                        <a:pt x="13907" y="21431"/>
                      </a:cubicBezTo>
                      <a:cubicBezTo>
                        <a:pt x="14192" y="21431"/>
                        <a:pt x="14478" y="21622"/>
                        <a:pt x="14573" y="22098"/>
                      </a:cubicBezTo>
                      <a:cubicBezTo>
                        <a:pt x="14573" y="23050"/>
                        <a:pt x="14764" y="24003"/>
                        <a:pt x="15621" y="24955"/>
                      </a:cubicBezTo>
                      <a:cubicBezTo>
                        <a:pt x="16002" y="25432"/>
                        <a:pt x="16859" y="26098"/>
                        <a:pt x="18098" y="27051"/>
                      </a:cubicBezTo>
                      <a:cubicBezTo>
                        <a:pt x="18288" y="27432"/>
                        <a:pt x="18574" y="27622"/>
                        <a:pt x="18955" y="27622"/>
                      </a:cubicBezTo>
                      <a:cubicBezTo>
                        <a:pt x="19050" y="27622"/>
                        <a:pt x="19241" y="27622"/>
                        <a:pt x="19526" y="27622"/>
                      </a:cubicBezTo>
                      <a:cubicBezTo>
                        <a:pt x="19812" y="27622"/>
                        <a:pt x="20003" y="27622"/>
                        <a:pt x="20098" y="27622"/>
                      </a:cubicBezTo>
                      <a:cubicBezTo>
                        <a:pt x="20383" y="27622"/>
                        <a:pt x="20574" y="27622"/>
                        <a:pt x="20860" y="27813"/>
                      </a:cubicBezTo>
                      <a:cubicBezTo>
                        <a:pt x="21146" y="27908"/>
                        <a:pt x="21431" y="28004"/>
                        <a:pt x="21717" y="28004"/>
                      </a:cubicBezTo>
                      <a:cubicBezTo>
                        <a:pt x="22289" y="28004"/>
                        <a:pt x="22955" y="27813"/>
                        <a:pt x="23717" y="27241"/>
                      </a:cubicBezTo>
                      <a:cubicBezTo>
                        <a:pt x="24765" y="26575"/>
                        <a:pt x="25432" y="26194"/>
                        <a:pt x="25622" y="26194"/>
                      </a:cubicBezTo>
                      <a:cubicBezTo>
                        <a:pt x="25813" y="25908"/>
                        <a:pt x="25813" y="25717"/>
                        <a:pt x="25813" y="25527"/>
                      </a:cubicBezTo>
                      <a:cubicBezTo>
                        <a:pt x="25813" y="25146"/>
                        <a:pt x="25622" y="24670"/>
                        <a:pt x="25241" y="24193"/>
                      </a:cubicBezTo>
                      <a:cubicBezTo>
                        <a:pt x="24860" y="23622"/>
                        <a:pt x="24575" y="23241"/>
                        <a:pt x="24575" y="22860"/>
                      </a:cubicBezTo>
                      <a:cubicBezTo>
                        <a:pt x="23813" y="22860"/>
                        <a:pt x="23432" y="22479"/>
                        <a:pt x="23336" y="22098"/>
                      </a:cubicBezTo>
                      <a:lnTo>
                        <a:pt x="23527" y="21907"/>
                      </a:lnTo>
                      <a:cubicBezTo>
                        <a:pt x="22574" y="21431"/>
                        <a:pt x="21146" y="20860"/>
                        <a:pt x="19431" y="19907"/>
                      </a:cubicBezTo>
                      <a:cubicBezTo>
                        <a:pt x="19241" y="20002"/>
                        <a:pt x="19050" y="20098"/>
                        <a:pt x="18860" y="20098"/>
                      </a:cubicBezTo>
                      <a:cubicBezTo>
                        <a:pt x="18669" y="20098"/>
                        <a:pt x="18383" y="19907"/>
                        <a:pt x="18002" y="19621"/>
                      </a:cubicBezTo>
                      <a:cubicBezTo>
                        <a:pt x="17621" y="19336"/>
                        <a:pt x="17336" y="19145"/>
                        <a:pt x="17145" y="19145"/>
                      </a:cubicBezTo>
                      <a:cubicBezTo>
                        <a:pt x="17050" y="19145"/>
                        <a:pt x="16954" y="19145"/>
                        <a:pt x="16859" y="19145"/>
                      </a:cubicBezTo>
                      <a:cubicBezTo>
                        <a:pt x="16097" y="18955"/>
                        <a:pt x="15335" y="18383"/>
                        <a:pt x="14573" y="17431"/>
                      </a:cubicBezTo>
                      <a:cubicBezTo>
                        <a:pt x="13716" y="16288"/>
                        <a:pt x="12954" y="15621"/>
                        <a:pt x="12478" y="15335"/>
                      </a:cubicBezTo>
                      <a:cubicBezTo>
                        <a:pt x="12478" y="15049"/>
                        <a:pt x="12383" y="14668"/>
                        <a:pt x="12002" y="14097"/>
                      </a:cubicBezTo>
                      <a:cubicBezTo>
                        <a:pt x="11621" y="13621"/>
                        <a:pt x="11525" y="13240"/>
                        <a:pt x="11525" y="13049"/>
                      </a:cubicBezTo>
                      <a:cubicBezTo>
                        <a:pt x="11335" y="12668"/>
                        <a:pt x="11144" y="12001"/>
                        <a:pt x="11144" y="10954"/>
                      </a:cubicBezTo>
                      <a:cubicBezTo>
                        <a:pt x="11144" y="10001"/>
                        <a:pt x="11049" y="9049"/>
                        <a:pt x="11049" y="8096"/>
                      </a:cubicBezTo>
                      <a:cubicBezTo>
                        <a:pt x="11240" y="8096"/>
                        <a:pt x="11430" y="7906"/>
                        <a:pt x="11430" y="7810"/>
                      </a:cubicBezTo>
                      <a:cubicBezTo>
                        <a:pt x="11430" y="7715"/>
                        <a:pt x="11430" y="7525"/>
                        <a:pt x="11144" y="7334"/>
                      </a:cubicBezTo>
                      <a:cubicBezTo>
                        <a:pt x="11144" y="7144"/>
                        <a:pt x="11049" y="7048"/>
                        <a:pt x="11049" y="6953"/>
                      </a:cubicBezTo>
                      <a:cubicBezTo>
                        <a:pt x="11144" y="6572"/>
                        <a:pt x="11716" y="6001"/>
                        <a:pt x="12573" y="5334"/>
                      </a:cubicBezTo>
                      <a:cubicBezTo>
                        <a:pt x="13335" y="4667"/>
                        <a:pt x="13716" y="4191"/>
                        <a:pt x="13716" y="3524"/>
                      </a:cubicBezTo>
                      <a:cubicBezTo>
                        <a:pt x="13811" y="3524"/>
                        <a:pt x="14097" y="3524"/>
                        <a:pt x="14383" y="3238"/>
                      </a:cubicBezTo>
                      <a:cubicBezTo>
                        <a:pt x="14669" y="3048"/>
                        <a:pt x="14859" y="2953"/>
                        <a:pt x="14954" y="2953"/>
                      </a:cubicBezTo>
                      <a:cubicBezTo>
                        <a:pt x="14954" y="2953"/>
                        <a:pt x="15145" y="2953"/>
                        <a:pt x="15240" y="3143"/>
                      </a:cubicBezTo>
                      <a:cubicBezTo>
                        <a:pt x="15812" y="2286"/>
                        <a:pt x="16764" y="1619"/>
                        <a:pt x="18002" y="1238"/>
                      </a:cubicBezTo>
                      <a:cubicBezTo>
                        <a:pt x="19145" y="857"/>
                        <a:pt x="20288" y="476"/>
                        <a:pt x="21431" y="190"/>
                      </a:cubicBezTo>
                      <a:cubicBezTo>
                        <a:pt x="21812" y="95"/>
                        <a:pt x="22098" y="0"/>
                        <a:pt x="22384" y="0"/>
                      </a:cubicBezTo>
                      <a:cubicBezTo>
                        <a:pt x="22860" y="0"/>
                        <a:pt x="23527" y="190"/>
                        <a:pt x="24384" y="476"/>
                      </a:cubicBezTo>
                      <a:cubicBezTo>
                        <a:pt x="25241" y="857"/>
                        <a:pt x="25813" y="1048"/>
                        <a:pt x="26289" y="1048"/>
                      </a:cubicBezTo>
                      <a:cubicBezTo>
                        <a:pt x="26479" y="1048"/>
                        <a:pt x="26765" y="1048"/>
                        <a:pt x="26956" y="1048"/>
                      </a:cubicBezTo>
                      <a:cubicBezTo>
                        <a:pt x="27146" y="1429"/>
                        <a:pt x="27527" y="1714"/>
                        <a:pt x="28099" y="1810"/>
                      </a:cubicBezTo>
                      <a:cubicBezTo>
                        <a:pt x="28766" y="2000"/>
                        <a:pt x="29242" y="2191"/>
                        <a:pt x="29432" y="2286"/>
                      </a:cubicBezTo>
                      <a:cubicBezTo>
                        <a:pt x="30480" y="2381"/>
                        <a:pt x="31433" y="3620"/>
                        <a:pt x="32195" y="6096"/>
                      </a:cubicBezTo>
                      <a:cubicBezTo>
                        <a:pt x="32195" y="6382"/>
                        <a:pt x="31909" y="6858"/>
                        <a:pt x="31433" y="7429"/>
                      </a:cubicBezTo>
                      <a:cubicBezTo>
                        <a:pt x="30956" y="8001"/>
                        <a:pt x="30671" y="8382"/>
                        <a:pt x="30671" y="8763"/>
                      </a:cubicBezTo>
                      <a:cubicBezTo>
                        <a:pt x="30290" y="8763"/>
                        <a:pt x="30194" y="8763"/>
                        <a:pt x="30099" y="9144"/>
                      </a:cubicBezTo>
                      <a:cubicBezTo>
                        <a:pt x="30099" y="9525"/>
                        <a:pt x="30004" y="9715"/>
                        <a:pt x="29908" y="9811"/>
                      </a:cubicBezTo>
                      <a:cubicBezTo>
                        <a:pt x="29051" y="10192"/>
                        <a:pt x="28385" y="10382"/>
                        <a:pt x="28099" y="10382"/>
                      </a:cubicBezTo>
                      <a:cubicBezTo>
                        <a:pt x="27623" y="10382"/>
                        <a:pt x="27146" y="10096"/>
                        <a:pt x="26765" y="9525"/>
                      </a:cubicBezTo>
                      <a:cubicBezTo>
                        <a:pt x="26765" y="9144"/>
                        <a:pt x="26384" y="8668"/>
                        <a:pt x="25813" y="8477"/>
                      </a:cubicBezTo>
                      <a:cubicBezTo>
                        <a:pt x="25146" y="8287"/>
                        <a:pt x="24765" y="8001"/>
                        <a:pt x="24670" y="7715"/>
                      </a:cubicBezTo>
                      <a:cubicBezTo>
                        <a:pt x="24479" y="7715"/>
                        <a:pt x="24003" y="7525"/>
                        <a:pt x="23241" y="7239"/>
                      </a:cubicBezTo>
                      <a:cubicBezTo>
                        <a:pt x="22670" y="7048"/>
                        <a:pt x="22098" y="6858"/>
                        <a:pt x="21717" y="6858"/>
                      </a:cubicBezTo>
                      <a:cubicBezTo>
                        <a:pt x="21146" y="6858"/>
                        <a:pt x="20765" y="7144"/>
                        <a:pt x="20383" y="7525"/>
                      </a:cubicBezTo>
                      <a:cubicBezTo>
                        <a:pt x="20288" y="7525"/>
                        <a:pt x="20193" y="7525"/>
                        <a:pt x="20098" y="7525"/>
                      </a:cubicBezTo>
                      <a:cubicBezTo>
                        <a:pt x="19812" y="7525"/>
                        <a:pt x="19431" y="7715"/>
                        <a:pt x="18955" y="8191"/>
                      </a:cubicBezTo>
                      <a:cubicBezTo>
                        <a:pt x="19145" y="8382"/>
                        <a:pt x="19241" y="8668"/>
                        <a:pt x="19241" y="8858"/>
                      </a:cubicBezTo>
                      <a:cubicBezTo>
                        <a:pt x="19241" y="9144"/>
                        <a:pt x="19050" y="9334"/>
                        <a:pt x="18574" y="9620"/>
                      </a:cubicBezTo>
                      <a:cubicBezTo>
                        <a:pt x="18193" y="9906"/>
                        <a:pt x="18002" y="10001"/>
                        <a:pt x="18002" y="10287"/>
                      </a:cubicBezTo>
                      <a:cubicBezTo>
                        <a:pt x="18002" y="10382"/>
                        <a:pt x="18002" y="10668"/>
                        <a:pt x="18288" y="10954"/>
                      </a:cubicBezTo>
                      <a:cubicBezTo>
                        <a:pt x="19526" y="12668"/>
                        <a:pt x="21431" y="14002"/>
                        <a:pt x="24098" y="14859"/>
                      </a:cubicBezTo>
                      <a:cubicBezTo>
                        <a:pt x="24384" y="14859"/>
                        <a:pt x="24956" y="15240"/>
                        <a:pt x="25527" y="15716"/>
                      </a:cubicBezTo>
                      <a:cubicBezTo>
                        <a:pt x="26194" y="16192"/>
                        <a:pt x="26670" y="16383"/>
                        <a:pt x="27146" y="16478"/>
                      </a:cubicBezTo>
                      <a:cubicBezTo>
                        <a:pt x="27527" y="16478"/>
                        <a:pt x="28099" y="16859"/>
                        <a:pt x="28956" y="17431"/>
                      </a:cubicBezTo>
                      <a:cubicBezTo>
                        <a:pt x="29623" y="18002"/>
                        <a:pt x="30290" y="18193"/>
                        <a:pt x="30861" y="18193"/>
                      </a:cubicBezTo>
                      <a:cubicBezTo>
                        <a:pt x="30861" y="18479"/>
                        <a:pt x="30861" y="18669"/>
                        <a:pt x="31052" y="18669"/>
                      </a:cubicBezTo>
                      <a:cubicBezTo>
                        <a:pt x="31337" y="18669"/>
                        <a:pt x="31528" y="18859"/>
                        <a:pt x="31718" y="19336"/>
                      </a:cubicBezTo>
                      <a:cubicBezTo>
                        <a:pt x="31814" y="19717"/>
                        <a:pt x="32004" y="19812"/>
                        <a:pt x="32290" y="19717"/>
                      </a:cubicBezTo>
                      <a:cubicBezTo>
                        <a:pt x="32290" y="19907"/>
                        <a:pt x="32766" y="20479"/>
                        <a:pt x="33433" y="21431"/>
                      </a:cubicBezTo>
                      <a:cubicBezTo>
                        <a:pt x="34004" y="22193"/>
                        <a:pt x="34290" y="22955"/>
                        <a:pt x="34290" y="23622"/>
                      </a:cubicBezTo>
                      <a:cubicBezTo>
                        <a:pt x="34385" y="23813"/>
                        <a:pt x="34576" y="24003"/>
                        <a:pt x="34576" y="24193"/>
                      </a:cubicBezTo>
                      <a:cubicBezTo>
                        <a:pt x="34576" y="24289"/>
                        <a:pt x="34481" y="24479"/>
                        <a:pt x="34290" y="24670"/>
                      </a:cubicBezTo>
                      <a:cubicBezTo>
                        <a:pt x="34100" y="24860"/>
                        <a:pt x="34004" y="25051"/>
                        <a:pt x="34004" y="25146"/>
                      </a:cubicBezTo>
                      <a:cubicBezTo>
                        <a:pt x="34004" y="25337"/>
                        <a:pt x="34100" y="25527"/>
                        <a:pt x="34385" y="25717"/>
                      </a:cubicBezTo>
                      <a:close/>
                      <a:moveTo>
                        <a:pt x="7715" y="26479"/>
                      </a:moveTo>
                      <a:lnTo>
                        <a:pt x="8763" y="26098"/>
                      </a:lnTo>
                      <a:lnTo>
                        <a:pt x="8192" y="26098"/>
                      </a:lnTo>
                      <a:lnTo>
                        <a:pt x="7620" y="26479"/>
                      </a:lnTo>
                      <a:close/>
                      <a:moveTo>
                        <a:pt x="8096" y="30575"/>
                      </a:moveTo>
                      <a:lnTo>
                        <a:pt x="8287" y="30575"/>
                      </a:lnTo>
                      <a:lnTo>
                        <a:pt x="8668" y="30766"/>
                      </a:lnTo>
                      <a:lnTo>
                        <a:pt x="8096" y="30575"/>
                      </a:lnTo>
                      <a:close/>
                      <a:moveTo>
                        <a:pt x="9620" y="32861"/>
                      </a:moveTo>
                      <a:cubicBezTo>
                        <a:pt x="9620" y="32861"/>
                        <a:pt x="9620" y="32290"/>
                        <a:pt x="10001" y="32004"/>
                      </a:cubicBezTo>
                      <a:lnTo>
                        <a:pt x="10001" y="32004"/>
                      </a:lnTo>
                      <a:cubicBezTo>
                        <a:pt x="10001" y="32004"/>
                        <a:pt x="10001" y="32195"/>
                        <a:pt x="10192" y="32385"/>
                      </a:cubicBezTo>
                      <a:cubicBezTo>
                        <a:pt x="10382" y="32480"/>
                        <a:pt x="10382" y="32575"/>
                        <a:pt x="10382" y="32671"/>
                      </a:cubicBezTo>
                      <a:cubicBezTo>
                        <a:pt x="10382" y="32671"/>
                        <a:pt x="10382" y="32861"/>
                        <a:pt x="10192" y="32861"/>
                      </a:cubicBezTo>
                      <a:lnTo>
                        <a:pt x="9716" y="32861"/>
                      </a:lnTo>
                      <a:close/>
                      <a:moveTo>
                        <a:pt x="10001" y="31909"/>
                      </a:moveTo>
                      <a:cubicBezTo>
                        <a:pt x="10001" y="31909"/>
                        <a:pt x="10001" y="31909"/>
                        <a:pt x="10001" y="32004"/>
                      </a:cubicBezTo>
                      <a:cubicBezTo>
                        <a:pt x="10001" y="32004"/>
                        <a:pt x="10001" y="32004"/>
                        <a:pt x="10001" y="31909"/>
                      </a:cubicBezTo>
                      <a:close/>
                      <a:moveTo>
                        <a:pt x="10097" y="31051"/>
                      </a:moveTo>
                      <a:cubicBezTo>
                        <a:pt x="10097" y="31051"/>
                        <a:pt x="10382" y="31147"/>
                        <a:pt x="10478" y="31337"/>
                      </a:cubicBezTo>
                      <a:cubicBezTo>
                        <a:pt x="10668" y="31528"/>
                        <a:pt x="10763" y="31528"/>
                        <a:pt x="10763" y="31528"/>
                      </a:cubicBezTo>
                      <a:cubicBezTo>
                        <a:pt x="10573" y="31528"/>
                        <a:pt x="10287" y="31718"/>
                        <a:pt x="9906" y="31909"/>
                      </a:cubicBezTo>
                      <a:cubicBezTo>
                        <a:pt x="10192" y="31623"/>
                        <a:pt x="10192" y="31337"/>
                        <a:pt x="10001" y="31051"/>
                      </a:cubicBezTo>
                      <a:close/>
                      <a:moveTo>
                        <a:pt x="11144" y="27432"/>
                      </a:moveTo>
                      <a:lnTo>
                        <a:pt x="11144" y="27146"/>
                      </a:lnTo>
                      <a:lnTo>
                        <a:pt x="10097" y="26670"/>
                      </a:lnTo>
                      <a:lnTo>
                        <a:pt x="11144" y="27527"/>
                      </a:lnTo>
                      <a:close/>
                      <a:moveTo>
                        <a:pt x="12002" y="28765"/>
                      </a:moveTo>
                      <a:cubicBezTo>
                        <a:pt x="12002" y="28765"/>
                        <a:pt x="12097" y="28765"/>
                        <a:pt x="12478" y="28765"/>
                      </a:cubicBezTo>
                      <a:cubicBezTo>
                        <a:pt x="12668" y="28861"/>
                        <a:pt x="12764" y="28765"/>
                        <a:pt x="12859" y="28575"/>
                      </a:cubicBezTo>
                      <a:cubicBezTo>
                        <a:pt x="12478" y="28480"/>
                        <a:pt x="12192" y="28480"/>
                        <a:pt x="12002" y="28765"/>
                      </a:cubicBezTo>
                      <a:cubicBezTo>
                        <a:pt x="11906" y="28765"/>
                        <a:pt x="11906" y="28765"/>
                        <a:pt x="11906" y="28861"/>
                      </a:cubicBezTo>
                      <a:lnTo>
                        <a:pt x="11525" y="29242"/>
                      </a:lnTo>
                      <a:lnTo>
                        <a:pt x="11906" y="29242"/>
                      </a:lnTo>
                      <a:cubicBezTo>
                        <a:pt x="11906" y="29242"/>
                        <a:pt x="11906" y="28956"/>
                        <a:pt x="11906" y="28861"/>
                      </a:cubicBezTo>
                      <a:lnTo>
                        <a:pt x="12002" y="28861"/>
                      </a:lnTo>
                      <a:close/>
                      <a:moveTo>
                        <a:pt x="12192" y="12478"/>
                      </a:moveTo>
                      <a:cubicBezTo>
                        <a:pt x="12192" y="12478"/>
                        <a:pt x="12383" y="12097"/>
                        <a:pt x="12287" y="12001"/>
                      </a:cubicBezTo>
                      <a:lnTo>
                        <a:pt x="12287" y="11716"/>
                      </a:lnTo>
                      <a:cubicBezTo>
                        <a:pt x="12287" y="11716"/>
                        <a:pt x="12097" y="11430"/>
                        <a:pt x="11906" y="11335"/>
                      </a:cubicBezTo>
                      <a:cubicBezTo>
                        <a:pt x="11716" y="11335"/>
                        <a:pt x="11525" y="11239"/>
                        <a:pt x="11525" y="11239"/>
                      </a:cubicBezTo>
                      <a:cubicBezTo>
                        <a:pt x="12002" y="11525"/>
                        <a:pt x="12287" y="11716"/>
                        <a:pt x="12287" y="12001"/>
                      </a:cubicBezTo>
                      <a:lnTo>
                        <a:pt x="12287" y="12478"/>
                      </a:lnTo>
                      <a:close/>
                      <a:moveTo>
                        <a:pt x="15240" y="10001"/>
                      </a:moveTo>
                      <a:lnTo>
                        <a:pt x="15240" y="9811"/>
                      </a:lnTo>
                      <a:cubicBezTo>
                        <a:pt x="15145" y="9049"/>
                        <a:pt x="14573" y="8668"/>
                        <a:pt x="13621" y="8668"/>
                      </a:cubicBezTo>
                      <a:cubicBezTo>
                        <a:pt x="12859" y="8668"/>
                        <a:pt x="12192" y="8954"/>
                        <a:pt x="11716" y="9334"/>
                      </a:cubicBezTo>
                      <a:cubicBezTo>
                        <a:pt x="11811" y="9334"/>
                        <a:pt x="12002" y="9715"/>
                        <a:pt x="12192" y="10192"/>
                      </a:cubicBezTo>
                      <a:cubicBezTo>
                        <a:pt x="12383" y="10668"/>
                        <a:pt x="12668" y="10858"/>
                        <a:pt x="13049" y="10763"/>
                      </a:cubicBezTo>
                      <a:lnTo>
                        <a:pt x="13049" y="10763"/>
                      </a:lnTo>
                      <a:cubicBezTo>
                        <a:pt x="13049" y="10763"/>
                        <a:pt x="13240" y="10192"/>
                        <a:pt x="13335" y="9620"/>
                      </a:cubicBezTo>
                      <a:cubicBezTo>
                        <a:pt x="13430" y="9239"/>
                        <a:pt x="13716" y="8954"/>
                        <a:pt x="13907" y="8954"/>
                      </a:cubicBezTo>
                      <a:cubicBezTo>
                        <a:pt x="14002" y="8954"/>
                        <a:pt x="14192" y="8954"/>
                        <a:pt x="14288" y="9049"/>
                      </a:cubicBezTo>
                      <a:lnTo>
                        <a:pt x="14288" y="9430"/>
                      </a:lnTo>
                      <a:cubicBezTo>
                        <a:pt x="14288" y="9430"/>
                        <a:pt x="14383" y="9430"/>
                        <a:pt x="14478" y="9430"/>
                      </a:cubicBezTo>
                      <a:cubicBezTo>
                        <a:pt x="14573" y="9430"/>
                        <a:pt x="14764" y="9620"/>
                        <a:pt x="15145" y="10001"/>
                      </a:cubicBezTo>
                      <a:close/>
                      <a:moveTo>
                        <a:pt x="12383" y="23622"/>
                      </a:moveTo>
                      <a:cubicBezTo>
                        <a:pt x="12383" y="23622"/>
                        <a:pt x="11906" y="23527"/>
                        <a:pt x="11906" y="23431"/>
                      </a:cubicBezTo>
                      <a:lnTo>
                        <a:pt x="12287" y="23908"/>
                      </a:lnTo>
                      <a:cubicBezTo>
                        <a:pt x="12287" y="23908"/>
                        <a:pt x="12478" y="23622"/>
                        <a:pt x="12383" y="23527"/>
                      </a:cubicBezTo>
                      <a:close/>
                      <a:moveTo>
                        <a:pt x="12764" y="10477"/>
                      </a:moveTo>
                      <a:lnTo>
                        <a:pt x="12764" y="10287"/>
                      </a:lnTo>
                      <a:lnTo>
                        <a:pt x="12954" y="10287"/>
                      </a:lnTo>
                      <a:cubicBezTo>
                        <a:pt x="12954" y="10287"/>
                        <a:pt x="12859" y="10287"/>
                        <a:pt x="12764" y="10477"/>
                      </a:cubicBezTo>
                      <a:close/>
                      <a:moveTo>
                        <a:pt x="12954" y="10287"/>
                      </a:moveTo>
                      <a:cubicBezTo>
                        <a:pt x="12954" y="10287"/>
                        <a:pt x="12954" y="10287"/>
                        <a:pt x="13049" y="10287"/>
                      </a:cubicBezTo>
                      <a:lnTo>
                        <a:pt x="12954" y="10287"/>
                      </a:lnTo>
                      <a:close/>
                      <a:moveTo>
                        <a:pt x="13240" y="31242"/>
                      </a:moveTo>
                      <a:lnTo>
                        <a:pt x="13621" y="30861"/>
                      </a:lnTo>
                      <a:cubicBezTo>
                        <a:pt x="13621" y="30861"/>
                        <a:pt x="13335" y="30671"/>
                        <a:pt x="13240" y="30671"/>
                      </a:cubicBezTo>
                      <a:lnTo>
                        <a:pt x="13240" y="31242"/>
                      </a:lnTo>
                      <a:close/>
                      <a:moveTo>
                        <a:pt x="13811" y="10954"/>
                      </a:moveTo>
                      <a:cubicBezTo>
                        <a:pt x="13811" y="10954"/>
                        <a:pt x="13811" y="10573"/>
                        <a:pt x="13621" y="10287"/>
                      </a:cubicBezTo>
                      <a:lnTo>
                        <a:pt x="13621" y="11144"/>
                      </a:lnTo>
                      <a:lnTo>
                        <a:pt x="13811" y="10954"/>
                      </a:lnTo>
                      <a:close/>
                      <a:moveTo>
                        <a:pt x="14478" y="34004"/>
                      </a:moveTo>
                      <a:lnTo>
                        <a:pt x="14764" y="34004"/>
                      </a:lnTo>
                      <a:cubicBezTo>
                        <a:pt x="14764" y="34004"/>
                        <a:pt x="14478" y="34004"/>
                        <a:pt x="14478" y="34004"/>
                      </a:cubicBezTo>
                      <a:close/>
                      <a:moveTo>
                        <a:pt x="18955" y="30480"/>
                      </a:moveTo>
                      <a:lnTo>
                        <a:pt x="19145" y="30289"/>
                      </a:lnTo>
                      <a:lnTo>
                        <a:pt x="18955" y="29813"/>
                      </a:lnTo>
                      <a:lnTo>
                        <a:pt x="18955" y="30480"/>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00" name="Google Shape;1600;p99"/>
              <p:cNvGrpSpPr/>
              <p:nvPr/>
            </p:nvGrpSpPr>
            <p:grpSpPr>
              <a:xfrm>
                <a:off x="8547729" y="6865007"/>
                <a:ext cx="182975" cy="42142"/>
                <a:chOff x="3294411" y="4583102"/>
                <a:chExt cx="182975" cy="42142"/>
              </a:xfrm>
            </p:grpSpPr>
            <p:sp>
              <p:nvSpPr>
                <p:cNvPr id="1601" name="Google Shape;1601;p99"/>
                <p:cNvSpPr/>
                <p:nvPr/>
              </p:nvSpPr>
              <p:spPr>
                <a:xfrm>
                  <a:off x="3294411" y="4585525"/>
                  <a:ext cx="42386" cy="37718"/>
                </a:xfrm>
                <a:custGeom>
                  <a:avLst/>
                  <a:gdLst/>
                  <a:ahLst/>
                  <a:cxnLst/>
                  <a:rect l="l" t="t" r="r" b="b"/>
                  <a:pathLst>
                    <a:path w="42386" h="37718" extrusionOk="0">
                      <a:moveTo>
                        <a:pt x="0" y="20383"/>
                      </a:moveTo>
                      <a:cubicBezTo>
                        <a:pt x="667" y="20764"/>
                        <a:pt x="952" y="21146"/>
                        <a:pt x="952" y="21622"/>
                      </a:cubicBezTo>
                      <a:lnTo>
                        <a:pt x="381" y="21622"/>
                      </a:lnTo>
                      <a:cubicBezTo>
                        <a:pt x="381" y="21622"/>
                        <a:pt x="476" y="21431"/>
                        <a:pt x="476" y="21336"/>
                      </a:cubicBezTo>
                      <a:cubicBezTo>
                        <a:pt x="476" y="20955"/>
                        <a:pt x="286" y="20669"/>
                        <a:pt x="0" y="20383"/>
                      </a:cubicBezTo>
                      <a:close/>
                      <a:moveTo>
                        <a:pt x="95" y="25908"/>
                      </a:moveTo>
                      <a:lnTo>
                        <a:pt x="286" y="25908"/>
                      </a:lnTo>
                      <a:lnTo>
                        <a:pt x="667" y="26098"/>
                      </a:lnTo>
                      <a:lnTo>
                        <a:pt x="95" y="25908"/>
                      </a:lnTo>
                      <a:close/>
                      <a:moveTo>
                        <a:pt x="2857" y="32480"/>
                      </a:moveTo>
                      <a:cubicBezTo>
                        <a:pt x="2381" y="32575"/>
                        <a:pt x="2000" y="32480"/>
                        <a:pt x="2095" y="32194"/>
                      </a:cubicBezTo>
                      <a:lnTo>
                        <a:pt x="2857" y="32480"/>
                      </a:lnTo>
                      <a:close/>
                      <a:moveTo>
                        <a:pt x="2095" y="190"/>
                      </a:moveTo>
                      <a:lnTo>
                        <a:pt x="2095" y="0"/>
                      </a:lnTo>
                      <a:lnTo>
                        <a:pt x="3429" y="0"/>
                      </a:lnTo>
                      <a:lnTo>
                        <a:pt x="2095" y="190"/>
                      </a:lnTo>
                      <a:close/>
                      <a:moveTo>
                        <a:pt x="2095" y="27622"/>
                      </a:moveTo>
                      <a:cubicBezTo>
                        <a:pt x="2095" y="27622"/>
                        <a:pt x="2286" y="27432"/>
                        <a:pt x="2286" y="27241"/>
                      </a:cubicBezTo>
                      <a:cubicBezTo>
                        <a:pt x="2286" y="26670"/>
                        <a:pt x="2286" y="26575"/>
                        <a:pt x="2286" y="26765"/>
                      </a:cubicBezTo>
                      <a:lnTo>
                        <a:pt x="2667" y="26765"/>
                      </a:lnTo>
                      <a:cubicBezTo>
                        <a:pt x="2667" y="26765"/>
                        <a:pt x="2667" y="27146"/>
                        <a:pt x="2572" y="27432"/>
                      </a:cubicBezTo>
                      <a:cubicBezTo>
                        <a:pt x="2572" y="27622"/>
                        <a:pt x="2381" y="27717"/>
                        <a:pt x="2191" y="27622"/>
                      </a:cubicBezTo>
                      <a:close/>
                      <a:moveTo>
                        <a:pt x="2857" y="32480"/>
                      </a:moveTo>
                      <a:lnTo>
                        <a:pt x="2857" y="32480"/>
                      </a:lnTo>
                      <a:close/>
                      <a:moveTo>
                        <a:pt x="4381" y="18859"/>
                      </a:moveTo>
                      <a:lnTo>
                        <a:pt x="5144" y="19050"/>
                      </a:lnTo>
                      <a:lnTo>
                        <a:pt x="4763" y="19431"/>
                      </a:lnTo>
                      <a:lnTo>
                        <a:pt x="4381" y="18955"/>
                      </a:lnTo>
                      <a:close/>
                      <a:moveTo>
                        <a:pt x="4858" y="20859"/>
                      </a:moveTo>
                      <a:cubicBezTo>
                        <a:pt x="4858" y="20859"/>
                        <a:pt x="5144" y="20764"/>
                        <a:pt x="5334" y="20764"/>
                      </a:cubicBezTo>
                      <a:cubicBezTo>
                        <a:pt x="5715" y="20764"/>
                        <a:pt x="6096" y="20955"/>
                        <a:pt x="6477" y="21336"/>
                      </a:cubicBezTo>
                      <a:lnTo>
                        <a:pt x="4953" y="20955"/>
                      </a:lnTo>
                      <a:close/>
                      <a:moveTo>
                        <a:pt x="5715" y="14764"/>
                      </a:moveTo>
                      <a:lnTo>
                        <a:pt x="5715" y="14954"/>
                      </a:lnTo>
                      <a:lnTo>
                        <a:pt x="5048" y="14573"/>
                      </a:lnTo>
                      <a:cubicBezTo>
                        <a:pt x="5048" y="14573"/>
                        <a:pt x="5334" y="14573"/>
                        <a:pt x="5715" y="14764"/>
                      </a:cubicBezTo>
                      <a:close/>
                      <a:moveTo>
                        <a:pt x="5334" y="31147"/>
                      </a:moveTo>
                      <a:lnTo>
                        <a:pt x="5048" y="30956"/>
                      </a:lnTo>
                      <a:lnTo>
                        <a:pt x="5524" y="30766"/>
                      </a:lnTo>
                      <a:lnTo>
                        <a:pt x="5334" y="31147"/>
                      </a:lnTo>
                      <a:close/>
                      <a:moveTo>
                        <a:pt x="5905" y="24098"/>
                      </a:moveTo>
                      <a:lnTo>
                        <a:pt x="5715" y="24098"/>
                      </a:lnTo>
                      <a:lnTo>
                        <a:pt x="5524" y="23717"/>
                      </a:lnTo>
                      <a:lnTo>
                        <a:pt x="5905" y="24098"/>
                      </a:lnTo>
                      <a:close/>
                      <a:moveTo>
                        <a:pt x="5715" y="27908"/>
                      </a:moveTo>
                      <a:cubicBezTo>
                        <a:pt x="5715" y="27908"/>
                        <a:pt x="5715" y="27908"/>
                        <a:pt x="6477" y="27908"/>
                      </a:cubicBezTo>
                      <a:cubicBezTo>
                        <a:pt x="6763" y="27908"/>
                        <a:pt x="6953" y="27908"/>
                        <a:pt x="7144" y="28194"/>
                      </a:cubicBezTo>
                      <a:cubicBezTo>
                        <a:pt x="7048" y="28194"/>
                        <a:pt x="6858" y="28194"/>
                        <a:pt x="6667" y="28194"/>
                      </a:cubicBezTo>
                      <a:cubicBezTo>
                        <a:pt x="6477" y="28289"/>
                        <a:pt x="6286" y="28384"/>
                        <a:pt x="6191" y="28384"/>
                      </a:cubicBezTo>
                      <a:cubicBezTo>
                        <a:pt x="6001" y="28384"/>
                        <a:pt x="5810" y="28194"/>
                        <a:pt x="5810" y="27908"/>
                      </a:cubicBezTo>
                      <a:close/>
                      <a:moveTo>
                        <a:pt x="6382" y="26003"/>
                      </a:moveTo>
                      <a:lnTo>
                        <a:pt x="5715" y="26860"/>
                      </a:lnTo>
                      <a:cubicBezTo>
                        <a:pt x="5715" y="26860"/>
                        <a:pt x="5715" y="26575"/>
                        <a:pt x="5905" y="26384"/>
                      </a:cubicBezTo>
                      <a:cubicBezTo>
                        <a:pt x="6001" y="26098"/>
                        <a:pt x="6191" y="26003"/>
                        <a:pt x="6382" y="26003"/>
                      </a:cubicBezTo>
                      <a:close/>
                      <a:moveTo>
                        <a:pt x="6286" y="13716"/>
                      </a:moveTo>
                      <a:lnTo>
                        <a:pt x="6286" y="14288"/>
                      </a:lnTo>
                      <a:lnTo>
                        <a:pt x="5905" y="13240"/>
                      </a:lnTo>
                      <a:cubicBezTo>
                        <a:pt x="5905" y="13240"/>
                        <a:pt x="6096" y="13240"/>
                        <a:pt x="6191" y="13430"/>
                      </a:cubicBezTo>
                      <a:cubicBezTo>
                        <a:pt x="6191" y="13525"/>
                        <a:pt x="6191" y="13716"/>
                        <a:pt x="6191" y="13811"/>
                      </a:cubicBezTo>
                      <a:close/>
                      <a:moveTo>
                        <a:pt x="6763" y="31432"/>
                      </a:moveTo>
                      <a:lnTo>
                        <a:pt x="6953" y="31623"/>
                      </a:lnTo>
                      <a:lnTo>
                        <a:pt x="6191" y="31432"/>
                      </a:lnTo>
                      <a:lnTo>
                        <a:pt x="6667" y="31432"/>
                      </a:lnTo>
                      <a:close/>
                      <a:moveTo>
                        <a:pt x="6953" y="5620"/>
                      </a:moveTo>
                      <a:lnTo>
                        <a:pt x="6382" y="5620"/>
                      </a:lnTo>
                      <a:cubicBezTo>
                        <a:pt x="6382" y="5620"/>
                        <a:pt x="6572" y="5620"/>
                        <a:pt x="6953" y="5620"/>
                      </a:cubicBezTo>
                      <a:close/>
                      <a:moveTo>
                        <a:pt x="6382" y="29623"/>
                      </a:moveTo>
                      <a:cubicBezTo>
                        <a:pt x="7144" y="29623"/>
                        <a:pt x="7525" y="29432"/>
                        <a:pt x="7715" y="29146"/>
                      </a:cubicBezTo>
                      <a:lnTo>
                        <a:pt x="7715" y="29813"/>
                      </a:lnTo>
                      <a:cubicBezTo>
                        <a:pt x="7715" y="29813"/>
                        <a:pt x="7429" y="30004"/>
                        <a:pt x="7334" y="30004"/>
                      </a:cubicBezTo>
                      <a:cubicBezTo>
                        <a:pt x="7239" y="30004"/>
                        <a:pt x="7048" y="30004"/>
                        <a:pt x="6858" y="29813"/>
                      </a:cubicBezTo>
                      <a:cubicBezTo>
                        <a:pt x="6667" y="29813"/>
                        <a:pt x="6477" y="29623"/>
                        <a:pt x="6382" y="29527"/>
                      </a:cubicBezTo>
                      <a:close/>
                      <a:moveTo>
                        <a:pt x="6763" y="15145"/>
                      </a:moveTo>
                      <a:cubicBezTo>
                        <a:pt x="6763" y="15145"/>
                        <a:pt x="6953" y="15145"/>
                        <a:pt x="7144" y="15240"/>
                      </a:cubicBezTo>
                      <a:lnTo>
                        <a:pt x="7334" y="15430"/>
                      </a:lnTo>
                      <a:cubicBezTo>
                        <a:pt x="7334" y="15430"/>
                        <a:pt x="7144" y="15430"/>
                        <a:pt x="7048" y="15526"/>
                      </a:cubicBezTo>
                      <a:cubicBezTo>
                        <a:pt x="7048" y="15526"/>
                        <a:pt x="6858" y="15716"/>
                        <a:pt x="6763" y="15716"/>
                      </a:cubicBezTo>
                      <a:cubicBezTo>
                        <a:pt x="6477" y="15716"/>
                        <a:pt x="6477" y="15716"/>
                        <a:pt x="6477" y="15430"/>
                      </a:cubicBezTo>
                      <a:cubicBezTo>
                        <a:pt x="6477" y="15240"/>
                        <a:pt x="6572" y="15145"/>
                        <a:pt x="6763" y="15049"/>
                      </a:cubicBezTo>
                      <a:close/>
                      <a:moveTo>
                        <a:pt x="6763" y="34099"/>
                      </a:moveTo>
                      <a:cubicBezTo>
                        <a:pt x="6763" y="34099"/>
                        <a:pt x="7429" y="34576"/>
                        <a:pt x="7429" y="35052"/>
                      </a:cubicBezTo>
                      <a:cubicBezTo>
                        <a:pt x="7429" y="35242"/>
                        <a:pt x="7429" y="35433"/>
                        <a:pt x="7239" y="35433"/>
                      </a:cubicBezTo>
                      <a:lnTo>
                        <a:pt x="6763" y="35052"/>
                      </a:lnTo>
                      <a:cubicBezTo>
                        <a:pt x="6763" y="35052"/>
                        <a:pt x="6382" y="34766"/>
                        <a:pt x="6382" y="34576"/>
                      </a:cubicBezTo>
                      <a:cubicBezTo>
                        <a:pt x="6382" y="34480"/>
                        <a:pt x="6382" y="34290"/>
                        <a:pt x="6667" y="34099"/>
                      </a:cubicBezTo>
                      <a:close/>
                      <a:moveTo>
                        <a:pt x="6572" y="29051"/>
                      </a:moveTo>
                      <a:cubicBezTo>
                        <a:pt x="6763" y="28575"/>
                        <a:pt x="7144" y="28384"/>
                        <a:pt x="7715" y="28575"/>
                      </a:cubicBezTo>
                      <a:cubicBezTo>
                        <a:pt x="7620" y="28670"/>
                        <a:pt x="7239" y="28861"/>
                        <a:pt x="6572" y="29051"/>
                      </a:cubicBezTo>
                      <a:close/>
                      <a:moveTo>
                        <a:pt x="6953" y="19907"/>
                      </a:moveTo>
                      <a:lnTo>
                        <a:pt x="6763" y="19336"/>
                      </a:lnTo>
                      <a:lnTo>
                        <a:pt x="6953" y="19717"/>
                      </a:lnTo>
                      <a:lnTo>
                        <a:pt x="6953" y="19907"/>
                      </a:lnTo>
                      <a:close/>
                      <a:moveTo>
                        <a:pt x="7144" y="23527"/>
                      </a:moveTo>
                      <a:cubicBezTo>
                        <a:pt x="7525" y="23050"/>
                        <a:pt x="7906" y="22955"/>
                        <a:pt x="8382" y="23431"/>
                      </a:cubicBezTo>
                      <a:cubicBezTo>
                        <a:pt x="8382" y="23431"/>
                        <a:pt x="8192" y="23431"/>
                        <a:pt x="8001" y="23622"/>
                      </a:cubicBezTo>
                      <a:cubicBezTo>
                        <a:pt x="7810" y="23813"/>
                        <a:pt x="7620" y="23908"/>
                        <a:pt x="7525" y="23908"/>
                      </a:cubicBezTo>
                      <a:cubicBezTo>
                        <a:pt x="7429" y="23908"/>
                        <a:pt x="7239" y="23908"/>
                        <a:pt x="7239" y="23622"/>
                      </a:cubicBezTo>
                      <a:close/>
                      <a:moveTo>
                        <a:pt x="7334" y="35719"/>
                      </a:moveTo>
                      <a:lnTo>
                        <a:pt x="7144" y="35528"/>
                      </a:lnTo>
                      <a:cubicBezTo>
                        <a:pt x="7144" y="35528"/>
                        <a:pt x="7144" y="35528"/>
                        <a:pt x="7334" y="35528"/>
                      </a:cubicBezTo>
                      <a:cubicBezTo>
                        <a:pt x="7334" y="35528"/>
                        <a:pt x="7334" y="35719"/>
                        <a:pt x="7334" y="35814"/>
                      </a:cubicBezTo>
                      <a:close/>
                      <a:moveTo>
                        <a:pt x="7334" y="26765"/>
                      </a:moveTo>
                      <a:lnTo>
                        <a:pt x="7334" y="26098"/>
                      </a:lnTo>
                      <a:lnTo>
                        <a:pt x="8192" y="26384"/>
                      </a:lnTo>
                      <a:cubicBezTo>
                        <a:pt x="8192" y="26384"/>
                        <a:pt x="7620" y="26765"/>
                        <a:pt x="7334" y="26765"/>
                      </a:cubicBezTo>
                      <a:close/>
                      <a:moveTo>
                        <a:pt x="8001" y="15430"/>
                      </a:moveTo>
                      <a:cubicBezTo>
                        <a:pt x="8001" y="15430"/>
                        <a:pt x="7810" y="15430"/>
                        <a:pt x="7715" y="15335"/>
                      </a:cubicBezTo>
                      <a:lnTo>
                        <a:pt x="8001" y="14954"/>
                      </a:lnTo>
                      <a:lnTo>
                        <a:pt x="8001" y="15430"/>
                      </a:lnTo>
                      <a:close/>
                      <a:moveTo>
                        <a:pt x="8001" y="34099"/>
                      </a:moveTo>
                      <a:cubicBezTo>
                        <a:pt x="8001" y="34099"/>
                        <a:pt x="7715" y="33909"/>
                        <a:pt x="7715" y="33909"/>
                      </a:cubicBezTo>
                      <a:cubicBezTo>
                        <a:pt x="7715" y="33814"/>
                        <a:pt x="7715" y="33718"/>
                        <a:pt x="7810" y="33623"/>
                      </a:cubicBezTo>
                      <a:cubicBezTo>
                        <a:pt x="7906" y="33528"/>
                        <a:pt x="7906" y="33338"/>
                        <a:pt x="7906" y="33338"/>
                      </a:cubicBezTo>
                      <a:lnTo>
                        <a:pt x="7906" y="34195"/>
                      </a:lnTo>
                      <a:close/>
                      <a:moveTo>
                        <a:pt x="7906" y="20764"/>
                      </a:moveTo>
                      <a:cubicBezTo>
                        <a:pt x="7906" y="20764"/>
                        <a:pt x="8192" y="20383"/>
                        <a:pt x="8763" y="20098"/>
                      </a:cubicBezTo>
                      <a:cubicBezTo>
                        <a:pt x="8572" y="20288"/>
                        <a:pt x="8287" y="20479"/>
                        <a:pt x="7906" y="20764"/>
                      </a:cubicBezTo>
                      <a:close/>
                      <a:moveTo>
                        <a:pt x="7906" y="24955"/>
                      </a:moveTo>
                      <a:lnTo>
                        <a:pt x="8287" y="24955"/>
                      </a:lnTo>
                      <a:cubicBezTo>
                        <a:pt x="8287" y="24955"/>
                        <a:pt x="8572" y="24955"/>
                        <a:pt x="8668" y="24955"/>
                      </a:cubicBezTo>
                      <a:lnTo>
                        <a:pt x="8001" y="24955"/>
                      </a:lnTo>
                      <a:close/>
                      <a:moveTo>
                        <a:pt x="8763" y="14288"/>
                      </a:moveTo>
                      <a:cubicBezTo>
                        <a:pt x="8763" y="14288"/>
                        <a:pt x="8287" y="13906"/>
                        <a:pt x="8287" y="13525"/>
                      </a:cubicBezTo>
                      <a:cubicBezTo>
                        <a:pt x="8287" y="13430"/>
                        <a:pt x="8287" y="13240"/>
                        <a:pt x="8382" y="13144"/>
                      </a:cubicBezTo>
                      <a:cubicBezTo>
                        <a:pt x="8382" y="13335"/>
                        <a:pt x="8382" y="13525"/>
                        <a:pt x="8572" y="13811"/>
                      </a:cubicBezTo>
                      <a:lnTo>
                        <a:pt x="8858" y="13811"/>
                      </a:lnTo>
                      <a:cubicBezTo>
                        <a:pt x="8858" y="13811"/>
                        <a:pt x="8668" y="14192"/>
                        <a:pt x="8668" y="14192"/>
                      </a:cubicBezTo>
                      <a:close/>
                      <a:moveTo>
                        <a:pt x="8763" y="32290"/>
                      </a:moveTo>
                      <a:lnTo>
                        <a:pt x="9144" y="32575"/>
                      </a:lnTo>
                      <a:cubicBezTo>
                        <a:pt x="9144" y="32575"/>
                        <a:pt x="9049" y="32766"/>
                        <a:pt x="8858" y="32766"/>
                      </a:cubicBezTo>
                      <a:lnTo>
                        <a:pt x="8382" y="32766"/>
                      </a:lnTo>
                      <a:cubicBezTo>
                        <a:pt x="8382" y="32766"/>
                        <a:pt x="8763" y="32290"/>
                        <a:pt x="8763" y="32290"/>
                      </a:cubicBezTo>
                      <a:close/>
                      <a:moveTo>
                        <a:pt x="8572" y="32099"/>
                      </a:moveTo>
                      <a:cubicBezTo>
                        <a:pt x="8572" y="32099"/>
                        <a:pt x="8763" y="32099"/>
                        <a:pt x="8763" y="32290"/>
                      </a:cubicBezTo>
                      <a:lnTo>
                        <a:pt x="8572" y="32099"/>
                      </a:lnTo>
                      <a:close/>
                      <a:moveTo>
                        <a:pt x="9620" y="29432"/>
                      </a:moveTo>
                      <a:cubicBezTo>
                        <a:pt x="9620" y="29432"/>
                        <a:pt x="9715" y="29623"/>
                        <a:pt x="9715" y="29718"/>
                      </a:cubicBezTo>
                      <a:cubicBezTo>
                        <a:pt x="9715" y="29908"/>
                        <a:pt x="9620" y="30004"/>
                        <a:pt x="9430" y="30004"/>
                      </a:cubicBezTo>
                      <a:cubicBezTo>
                        <a:pt x="9144" y="30004"/>
                        <a:pt x="8953" y="30004"/>
                        <a:pt x="8763" y="29718"/>
                      </a:cubicBezTo>
                      <a:cubicBezTo>
                        <a:pt x="8572" y="29623"/>
                        <a:pt x="8572" y="29432"/>
                        <a:pt x="8763" y="29146"/>
                      </a:cubicBezTo>
                      <a:lnTo>
                        <a:pt x="9620" y="29337"/>
                      </a:lnTo>
                      <a:close/>
                      <a:moveTo>
                        <a:pt x="8763" y="20193"/>
                      </a:moveTo>
                      <a:cubicBezTo>
                        <a:pt x="8763" y="20193"/>
                        <a:pt x="8858" y="20098"/>
                        <a:pt x="8953" y="20098"/>
                      </a:cubicBezTo>
                      <a:cubicBezTo>
                        <a:pt x="8953" y="20098"/>
                        <a:pt x="8858" y="20193"/>
                        <a:pt x="8763" y="20193"/>
                      </a:cubicBezTo>
                      <a:close/>
                      <a:moveTo>
                        <a:pt x="10192" y="22955"/>
                      </a:moveTo>
                      <a:cubicBezTo>
                        <a:pt x="10192" y="22955"/>
                        <a:pt x="10192" y="22955"/>
                        <a:pt x="10096" y="23336"/>
                      </a:cubicBezTo>
                      <a:lnTo>
                        <a:pt x="8953" y="22384"/>
                      </a:lnTo>
                      <a:cubicBezTo>
                        <a:pt x="8953" y="22384"/>
                        <a:pt x="9334" y="22479"/>
                        <a:pt x="9525" y="22669"/>
                      </a:cubicBezTo>
                      <a:cubicBezTo>
                        <a:pt x="9811" y="22860"/>
                        <a:pt x="10001" y="22955"/>
                        <a:pt x="10192" y="22955"/>
                      </a:cubicBezTo>
                      <a:close/>
                      <a:moveTo>
                        <a:pt x="9525" y="18478"/>
                      </a:moveTo>
                      <a:lnTo>
                        <a:pt x="9525" y="18478"/>
                      </a:lnTo>
                      <a:cubicBezTo>
                        <a:pt x="9525" y="18478"/>
                        <a:pt x="9334" y="18097"/>
                        <a:pt x="9334" y="17907"/>
                      </a:cubicBezTo>
                      <a:lnTo>
                        <a:pt x="9334" y="17907"/>
                      </a:lnTo>
                      <a:cubicBezTo>
                        <a:pt x="9334" y="17907"/>
                        <a:pt x="9525" y="17907"/>
                        <a:pt x="9525" y="18097"/>
                      </a:cubicBezTo>
                      <a:cubicBezTo>
                        <a:pt x="9525" y="18288"/>
                        <a:pt x="9525" y="18478"/>
                        <a:pt x="9525" y="18478"/>
                      </a:cubicBezTo>
                      <a:close/>
                      <a:moveTo>
                        <a:pt x="9715" y="16192"/>
                      </a:moveTo>
                      <a:cubicBezTo>
                        <a:pt x="9715" y="16192"/>
                        <a:pt x="10001" y="16192"/>
                        <a:pt x="10192" y="16002"/>
                      </a:cubicBezTo>
                      <a:cubicBezTo>
                        <a:pt x="10382" y="15907"/>
                        <a:pt x="10573" y="15907"/>
                        <a:pt x="10763" y="16002"/>
                      </a:cubicBezTo>
                      <a:cubicBezTo>
                        <a:pt x="10668" y="16288"/>
                        <a:pt x="10287" y="16478"/>
                        <a:pt x="9906" y="16288"/>
                      </a:cubicBezTo>
                      <a:lnTo>
                        <a:pt x="9715" y="16288"/>
                      </a:lnTo>
                      <a:close/>
                      <a:moveTo>
                        <a:pt x="10477" y="32099"/>
                      </a:moveTo>
                      <a:cubicBezTo>
                        <a:pt x="10477" y="32099"/>
                        <a:pt x="10477" y="32194"/>
                        <a:pt x="10477" y="32290"/>
                      </a:cubicBezTo>
                      <a:cubicBezTo>
                        <a:pt x="10477" y="32575"/>
                        <a:pt x="10287" y="32575"/>
                        <a:pt x="10096" y="32575"/>
                      </a:cubicBezTo>
                      <a:cubicBezTo>
                        <a:pt x="10001" y="32575"/>
                        <a:pt x="9906" y="32575"/>
                        <a:pt x="9811" y="32575"/>
                      </a:cubicBezTo>
                      <a:lnTo>
                        <a:pt x="10001" y="31909"/>
                      </a:lnTo>
                      <a:lnTo>
                        <a:pt x="10573" y="32099"/>
                      </a:lnTo>
                      <a:close/>
                      <a:moveTo>
                        <a:pt x="28480" y="1429"/>
                      </a:moveTo>
                      <a:cubicBezTo>
                        <a:pt x="29242" y="1143"/>
                        <a:pt x="30004" y="952"/>
                        <a:pt x="30861" y="952"/>
                      </a:cubicBezTo>
                      <a:cubicBezTo>
                        <a:pt x="32480" y="952"/>
                        <a:pt x="34004" y="1619"/>
                        <a:pt x="35338" y="2667"/>
                      </a:cubicBezTo>
                      <a:cubicBezTo>
                        <a:pt x="35338" y="2762"/>
                        <a:pt x="35147" y="3334"/>
                        <a:pt x="34766" y="4191"/>
                      </a:cubicBezTo>
                      <a:cubicBezTo>
                        <a:pt x="34481" y="4953"/>
                        <a:pt x="34385" y="5524"/>
                        <a:pt x="34481" y="6001"/>
                      </a:cubicBezTo>
                      <a:lnTo>
                        <a:pt x="34099" y="6001"/>
                      </a:lnTo>
                      <a:cubicBezTo>
                        <a:pt x="34099" y="6001"/>
                        <a:pt x="34099" y="6382"/>
                        <a:pt x="34099" y="6572"/>
                      </a:cubicBezTo>
                      <a:cubicBezTo>
                        <a:pt x="34099" y="7144"/>
                        <a:pt x="33909" y="7906"/>
                        <a:pt x="33528" y="8953"/>
                      </a:cubicBezTo>
                      <a:cubicBezTo>
                        <a:pt x="33147" y="9906"/>
                        <a:pt x="32956" y="10668"/>
                        <a:pt x="32956" y="11239"/>
                      </a:cubicBezTo>
                      <a:cubicBezTo>
                        <a:pt x="32956" y="11430"/>
                        <a:pt x="32956" y="11621"/>
                        <a:pt x="32956" y="11811"/>
                      </a:cubicBezTo>
                      <a:cubicBezTo>
                        <a:pt x="32480" y="11811"/>
                        <a:pt x="32290" y="12097"/>
                        <a:pt x="32194" y="12763"/>
                      </a:cubicBezTo>
                      <a:cubicBezTo>
                        <a:pt x="32099" y="13430"/>
                        <a:pt x="31909" y="13811"/>
                        <a:pt x="31623" y="13906"/>
                      </a:cubicBezTo>
                      <a:cubicBezTo>
                        <a:pt x="31718" y="14573"/>
                        <a:pt x="31718" y="15049"/>
                        <a:pt x="31718" y="15526"/>
                      </a:cubicBezTo>
                      <a:cubicBezTo>
                        <a:pt x="31718" y="16859"/>
                        <a:pt x="31337" y="17812"/>
                        <a:pt x="30670" y="18192"/>
                      </a:cubicBezTo>
                      <a:cubicBezTo>
                        <a:pt x="30766" y="18574"/>
                        <a:pt x="30861" y="18859"/>
                        <a:pt x="30861" y="19050"/>
                      </a:cubicBezTo>
                      <a:cubicBezTo>
                        <a:pt x="30861" y="19621"/>
                        <a:pt x="30670" y="20288"/>
                        <a:pt x="30194" y="21146"/>
                      </a:cubicBezTo>
                      <a:cubicBezTo>
                        <a:pt x="29718" y="22098"/>
                        <a:pt x="29432" y="22765"/>
                        <a:pt x="29337" y="23146"/>
                      </a:cubicBezTo>
                      <a:lnTo>
                        <a:pt x="29337" y="24955"/>
                      </a:lnTo>
                      <a:cubicBezTo>
                        <a:pt x="28861" y="25336"/>
                        <a:pt x="28575" y="26289"/>
                        <a:pt x="28575" y="28003"/>
                      </a:cubicBezTo>
                      <a:cubicBezTo>
                        <a:pt x="28194" y="28003"/>
                        <a:pt x="28003" y="28289"/>
                        <a:pt x="27908" y="28765"/>
                      </a:cubicBezTo>
                      <a:cubicBezTo>
                        <a:pt x="27908" y="29527"/>
                        <a:pt x="27813" y="29908"/>
                        <a:pt x="27718" y="30099"/>
                      </a:cubicBezTo>
                      <a:cubicBezTo>
                        <a:pt x="27718" y="30480"/>
                        <a:pt x="27718" y="30766"/>
                        <a:pt x="27527" y="31242"/>
                      </a:cubicBezTo>
                      <a:cubicBezTo>
                        <a:pt x="27527" y="31623"/>
                        <a:pt x="27337" y="32004"/>
                        <a:pt x="27337" y="32194"/>
                      </a:cubicBezTo>
                      <a:cubicBezTo>
                        <a:pt x="27337" y="32480"/>
                        <a:pt x="27337" y="32671"/>
                        <a:pt x="27527" y="32956"/>
                      </a:cubicBezTo>
                      <a:cubicBezTo>
                        <a:pt x="26956" y="33147"/>
                        <a:pt x="26670" y="33814"/>
                        <a:pt x="26575" y="34861"/>
                      </a:cubicBezTo>
                      <a:cubicBezTo>
                        <a:pt x="26479" y="35909"/>
                        <a:pt x="26098" y="36576"/>
                        <a:pt x="25527" y="36862"/>
                      </a:cubicBezTo>
                      <a:cubicBezTo>
                        <a:pt x="25527" y="37147"/>
                        <a:pt x="25527" y="37338"/>
                        <a:pt x="25146" y="37433"/>
                      </a:cubicBezTo>
                      <a:cubicBezTo>
                        <a:pt x="24765" y="37528"/>
                        <a:pt x="24479" y="37624"/>
                        <a:pt x="24098" y="37719"/>
                      </a:cubicBezTo>
                      <a:cubicBezTo>
                        <a:pt x="23622" y="37719"/>
                        <a:pt x="23146" y="37528"/>
                        <a:pt x="22574" y="37528"/>
                      </a:cubicBezTo>
                      <a:cubicBezTo>
                        <a:pt x="22384" y="37528"/>
                        <a:pt x="22098" y="37528"/>
                        <a:pt x="21812" y="37528"/>
                      </a:cubicBezTo>
                      <a:lnTo>
                        <a:pt x="21050" y="37528"/>
                      </a:lnTo>
                      <a:cubicBezTo>
                        <a:pt x="20002" y="37528"/>
                        <a:pt x="19050" y="37338"/>
                        <a:pt x="18478" y="36766"/>
                      </a:cubicBezTo>
                      <a:cubicBezTo>
                        <a:pt x="18478" y="36576"/>
                        <a:pt x="18478" y="36385"/>
                        <a:pt x="18478" y="36195"/>
                      </a:cubicBezTo>
                      <a:cubicBezTo>
                        <a:pt x="18478" y="35909"/>
                        <a:pt x="18383" y="35528"/>
                        <a:pt x="18097" y="35052"/>
                      </a:cubicBezTo>
                      <a:cubicBezTo>
                        <a:pt x="17812" y="34576"/>
                        <a:pt x="17621" y="34195"/>
                        <a:pt x="17621" y="34004"/>
                      </a:cubicBezTo>
                      <a:cubicBezTo>
                        <a:pt x="17621" y="33814"/>
                        <a:pt x="17621" y="33528"/>
                        <a:pt x="17717" y="33338"/>
                      </a:cubicBezTo>
                      <a:cubicBezTo>
                        <a:pt x="17717" y="32956"/>
                        <a:pt x="17526" y="32575"/>
                        <a:pt x="17145" y="32290"/>
                      </a:cubicBezTo>
                      <a:cubicBezTo>
                        <a:pt x="16669" y="32004"/>
                        <a:pt x="16478" y="31718"/>
                        <a:pt x="16383" y="31432"/>
                      </a:cubicBezTo>
                      <a:lnTo>
                        <a:pt x="16383" y="31432"/>
                      </a:lnTo>
                      <a:cubicBezTo>
                        <a:pt x="16859" y="31147"/>
                        <a:pt x="17050" y="30575"/>
                        <a:pt x="16859" y="29813"/>
                      </a:cubicBezTo>
                      <a:cubicBezTo>
                        <a:pt x="16859" y="29813"/>
                        <a:pt x="16669" y="29813"/>
                        <a:pt x="16288" y="29623"/>
                      </a:cubicBezTo>
                      <a:cubicBezTo>
                        <a:pt x="16097" y="29623"/>
                        <a:pt x="16002" y="29337"/>
                        <a:pt x="16002" y="29146"/>
                      </a:cubicBezTo>
                      <a:lnTo>
                        <a:pt x="16669" y="28765"/>
                      </a:lnTo>
                      <a:cubicBezTo>
                        <a:pt x="16669" y="28765"/>
                        <a:pt x="16383" y="28384"/>
                        <a:pt x="16288" y="28003"/>
                      </a:cubicBezTo>
                      <a:cubicBezTo>
                        <a:pt x="16192" y="27622"/>
                        <a:pt x="16002" y="27527"/>
                        <a:pt x="15907" y="27432"/>
                      </a:cubicBezTo>
                      <a:cubicBezTo>
                        <a:pt x="16097" y="27432"/>
                        <a:pt x="16288" y="27337"/>
                        <a:pt x="16573" y="27146"/>
                      </a:cubicBezTo>
                      <a:cubicBezTo>
                        <a:pt x="16573" y="26860"/>
                        <a:pt x="16573" y="26670"/>
                        <a:pt x="16192" y="26479"/>
                      </a:cubicBezTo>
                      <a:cubicBezTo>
                        <a:pt x="15811" y="26479"/>
                        <a:pt x="15621" y="26289"/>
                        <a:pt x="15526" y="26098"/>
                      </a:cubicBezTo>
                      <a:lnTo>
                        <a:pt x="15526" y="24193"/>
                      </a:lnTo>
                      <a:cubicBezTo>
                        <a:pt x="15526" y="23527"/>
                        <a:pt x="15335" y="23050"/>
                        <a:pt x="14764" y="22860"/>
                      </a:cubicBezTo>
                      <a:cubicBezTo>
                        <a:pt x="14764" y="22574"/>
                        <a:pt x="14859" y="22479"/>
                        <a:pt x="14859" y="22479"/>
                      </a:cubicBezTo>
                      <a:cubicBezTo>
                        <a:pt x="14573" y="22479"/>
                        <a:pt x="14478" y="22288"/>
                        <a:pt x="14478" y="22098"/>
                      </a:cubicBezTo>
                      <a:cubicBezTo>
                        <a:pt x="14478" y="22098"/>
                        <a:pt x="14478" y="22098"/>
                        <a:pt x="14478" y="22003"/>
                      </a:cubicBezTo>
                      <a:lnTo>
                        <a:pt x="14478" y="21812"/>
                      </a:lnTo>
                      <a:cubicBezTo>
                        <a:pt x="14478" y="21812"/>
                        <a:pt x="14288" y="21622"/>
                        <a:pt x="13906" y="21622"/>
                      </a:cubicBezTo>
                      <a:cubicBezTo>
                        <a:pt x="13906" y="20764"/>
                        <a:pt x="14002" y="20288"/>
                        <a:pt x="14002" y="20002"/>
                      </a:cubicBezTo>
                      <a:cubicBezTo>
                        <a:pt x="14002" y="19240"/>
                        <a:pt x="13716" y="18478"/>
                        <a:pt x="13240" y="18097"/>
                      </a:cubicBezTo>
                      <a:cubicBezTo>
                        <a:pt x="13240" y="18097"/>
                        <a:pt x="13240" y="17812"/>
                        <a:pt x="13240" y="17812"/>
                      </a:cubicBezTo>
                      <a:cubicBezTo>
                        <a:pt x="13240" y="17812"/>
                        <a:pt x="13240" y="17526"/>
                        <a:pt x="13144" y="17240"/>
                      </a:cubicBezTo>
                      <a:cubicBezTo>
                        <a:pt x="13049" y="17050"/>
                        <a:pt x="13049" y="16859"/>
                        <a:pt x="13049" y="16764"/>
                      </a:cubicBezTo>
                      <a:cubicBezTo>
                        <a:pt x="13049" y="16573"/>
                        <a:pt x="13144" y="16478"/>
                        <a:pt x="13335" y="16383"/>
                      </a:cubicBezTo>
                      <a:cubicBezTo>
                        <a:pt x="12763" y="16097"/>
                        <a:pt x="12478" y="15430"/>
                        <a:pt x="12382" y="14288"/>
                      </a:cubicBezTo>
                      <a:cubicBezTo>
                        <a:pt x="12287" y="13240"/>
                        <a:pt x="12097" y="12573"/>
                        <a:pt x="11811" y="12287"/>
                      </a:cubicBezTo>
                      <a:cubicBezTo>
                        <a:pt x="11811" y="12097"/>
                        <a:pt x="11811" y="11906"/>
                        <a:pt x="11811" y="11716"/>
                      </a:cubicBezTo>
                      <a:cubicBezTo>
                        <a:pt x="11811" y="11239"/>
                        <a:pt x="11620" y="10573"/>
                        <a:pt x="11335" y="9715"/>
                      </a:cubicBezTo>
                      <a:cubicBezTo>
                        <a:pt x="10954" y="8858"/>
                        <a:pt x="10763" y="8191"/>
                        <a:pt x="10763" y="7810"/>
                      </a:cubicBezTo>
                      <a:cubicBezTo>
                        <a:pt x="10763" y="7525"/>
                        <a:pt x="10858" y="7144"/>
                        <a:pt x="10954" y="6858"/>
                      </a:cubicBezTo>
                      <a:cubicBezTo>
                        <a:pt x="10668" y="6667"/>
                        <a:pt x="10477" y="6286"/>
                        <a:pt x="10382" y="5620"/>
                      </a:cubicBezTo>
                      <a:cubicBezTo>
                        <a:pt x="10287" y="5048"/>
                        <a:pt x="10192" y="4381"/>
                        <a:pt x="10096" y="3715"/>
                      </a:cubicBezTo>
                      <a:cubicBezTo>
                        <a:pt x="9430" y="3429"/>
                        <a:pt x="9239" y="2857"/>
                        <a:pt x="9525" y="1905"/>
                      </a:cubicBezTo>
                      <a:cubicBezTo>
                        <a:pt x="9906" y="1238"/>
                        <a:pt x="10477" y="857"/>
                        <a:pt x="11335" y="857"/>
                      </a:cubicBezTo>
                      <a:cubicBezTo>
                        <a:pt x="11525" y="857"/>
                        <a:pt x="11906" y="857"/>
                        <a:pt x="12382" y="1048"/>
                      </a:cubicBezTo>
                      <a:cubicBezTo>
                        <a:pt x="12859" y="1143"/>
                        <a:pt x="13240" y="1238"/>
                        <a:pt x="13525" y="1238"/>
                      </a:cubicBezTo>
                      <a:cubicBezTo>
                        <a:pt x="14192" y="1238"/>
                        <a:pt x="14669" y="1048"/>
                        <a:pt x="15145" y="667"/>
                      </a:cubicBezTo>
                      <a:cubicBezTo>
                        <a:pt x="15526" y="857"/>
                        <a:pt x="15907" y="1143"/>
                        <a:pt x="16288" y="1714"/>
                      </a:cubicBezTo>
                      <a:cubicBezTo>
                        <a:pt x="16669" y="2381"/>
                        <a:pt x="17050" y="2572"/>
                        <a:pt x="17240" y="2572"/>
                      </a:cubicBezTo>
                      <a:cubicBezTo>
                        <a:pt x="17335" y="2667"/>
                        <a:pt x="17431" y="3238"/>
                        <a:pt x="17431" y="4096"/>
                      </a:cubicBezTo>
                      <a:cubicBezTo>
                        <a:pt x="17431" y="4763"/>
                        <a:pt x="17717" y="5048"/>
                        <a:pt x="18193" y="5239"/>
                      </a:cubicBezTo>
                      <a:cubicBezTo>
                        <a:pt x="18193" y="5429"/>
                        <a:pt x="18193" y="5620"/>
                        <a:pt x="18193" y="5810"/>
                      </a:cubicBezTo>
                      <a:cubicBezTo>
                        <a:pt x="18193" y="6096"/>
                        <a:pt x="18193" y="6382"/>
                        <a:pt x="18002" y="6763"/>
                      </a:cubicBezTo>
                      <a:cubicBezTo>
                        <a:pt x="18002" y="7239"/>
                        <a:pt x="17907" y="7525"/>
                        <a:pt x="17907" y="7715"/>
                      </a:cubicBezTo>
                      <a:cubicBezTo>
                        <a:pt x="17907" y="8191"/>
                        <a:pt x="18193" y="8572"/>
                        <a:pt x="18859" y="8667"/>
                      </a:cubicBezTo>
                      <a:cubicBezTo>
                        <a:pt x="18859" y="8858"/>
                        <a:pt x="18859" y="9049"/>
                        <a:pt x="18859" y="9239"/>
                      </a:cubicBezTo>
                      <a:cubicBezTo>
                        <a:pt x="18859" y="9525"/>
                        <a:pt x="18859" y="9811"/>
                        <a:pt x="18764" y="10192"/>
                      </a:cubicBezTo>
                      <a:cubicBezTo>
                        <a:pt x="18764" y="10477"/>
                        <a:pt x="18574" y="10763"/>
                        <a:pt x="18574" y="10954"/>
                      </a:cubicBezTo>
                      <a:cubicBezTo>
                        <a:pt x="18574" y="11334"/>
                        <a:pt x="18859" y="11621"/>
                        <a:pt x="19431" y="11811"/>
                      </a:cubicBezTo>
                      <a:cubicBezTo>
                        <a:pt x="19336" y="12097"/>
                        <a:pt x="19240" y="12382"/>
                        <a:pt x="19240" y="12668"/>
                      </a:cubicBezTo>
                      <a:cubicBezTo>
                        <a:pt x="19240" y="13049"/>
                        <a:pt x="19431" y="13621"/>
                        <a:pt x="19812" y="14288"/>
                      </a:cubicBezTo>
                      <a:cubicBezTo>
                        <a:pt x="20098" y="15049"/>
                        <a:pt x="20383" y="15621"/>
                        <a:pt x="20383" y="16002"/>
                      </a:cubicBezTo>
                      <a:cubicBezTo>
                        <a:pt x="20383" y="16288"/>
                        <a:pt x="20288" y="16669"/>
                        <a:pt x="20098" y="17050"/>
                      </a:cubicBezTo>
                      <a:cubicBezTo>
                        <a:pt x="20574" y="17050"/>
                        <a:pt x="20955" y="17812"/>
                        <a:pt x="21050" y="19050"/>
                      </a:cubicBezTo>
                      <a:cubicBezTo>
                        <a:pt x="21145" y="20288"/>
                        <a:pt x="21622" y="20764"/>
                        <a:pt x="22574" y="20764"/>
                      </a:cubicBezTo>
                      <a:cubicBezTo>
                        <a:pt x="22860" y="20764"/>
                        <a:pt x="22955" y="20479"/>
                        <a:pt x="22955" y="20288"/>
                      </a:cubicBezTo>
                      <a:cubicBezTo>
                        <a:pt x="22955" y="20098"/>
                        <a:pt x="22860" y="19717"/>
                        <a:pt x="22574" y="19336"/>
                      </a:cubicBezTo>
                      <a:cubicBezTo>
                        <a:pt x="22574" y="18669"/>
                        <a:pt x="22955" y="17812"/>
                        <a:pt x="23527" y="16764"/>
                      </a:cubicBezTo>
                      <a:cubicBezTo>
                        <a:pt x="24098" y="15716"/>
                        <a:pt x="24384" y="14954"/>
                        <a:pt x="24384" y="14288"/>
                      </a:cubicBezTo>
                      <a:cubicBezTo>
                        <a:pt x="24384" y="14097"/>
                        <a:pt x="24384" y="13811"/>
                        <a:pt x="24384" y="13525"/>
                      </a:cubicBezTo>
                      <a:cubicBezTo>
                        <a:pt x="24670" y="13240"/>
                        <a:pt x="24860" y="12573"/>
                        <a:pt x="24955" y="11621"/>
                      </a:cubicBezTo>
                      <a:cubicBezTo>
                        <a:pt x="24955" y="10668"/>
                        <a:pt x="25241" y="10001"/>
                        <a:pt x="25622" y="9715"/>
                      </a:cubicBezTo>
                      <a:cubicBezTo>
                        <a:pt x="25622" y="9525"/>
                        <a:pt x="25527" y="9334"/>
                        <a:pt x="25527" y="9144"/>
                      </a:cubicBezTo>
                      <a:cubicBezTo>
                        <a:pt x="25527" y="8763"/>
                        <a:pt x="25718" y="8287"/>
                        <a:pt x="26098" y="7715"/>
                      </a:cubicBezTo>
                      <a:cubicBezTo>
                        <a:pt x="26479" y="7144"/>
                        <a:pt x="26670" y="6667"/>
                        <a:pt x="26670" y="6477"/>
                      </a:cubicBezTo>
                      <a:cubicBezTo>
                        <a:pt x="26670" y="6191"/>
                        <a:pt x="26575" y="6001"/>
                        <a:pt x="26384" y="5810"/>
                      </a:cubicBezTo>
                      <a:cubicBezTo>
                        <a:pt x="26384" y="5715"/>
                        <a:pt x="26575" y="5334"/>
                        <a:pt x="26956" y="4763"/>
                      </a:cubicBezTo>
                      <a:cubicBezTo>
                        <a:pt x="27337" y="4191"/>
                        <a:pt x="27527" y="3715"/>
                        <a:pt x="27527" y="3334"/>
                      </a:cubicBezTo>
                      <a:cubicBezTo>
                        <a:pt x="27527" y="3143"/>
                        <a:pt x="27527" y="3048"/>
                        <a:pt x="27527" y="2857"/>
                      </a:cubicBezTo>
                      <a:cubicBezTo>
                        <a:pt x="27813" y="2857"/>
                        <a:pt x="28003" y="2667"/>
                        <a:pt x="28099" y="2286"/>
                      </a:cubicBezTo>
                      <a:cubicBezTo>
                        <a:pt x="28099" y="2000"/>
                        <a:pt x="28289" y="1905"/>
                        <a:pt x="28385" y="1619"/>
                      </a:cubicBezTo>
                      <a:close/>
                      <a:moveTo>
                        <a:pt x="11525" y="30766"/>
                      </a:moveTo>
                      <a:lnTo>
                        <a:pt x="11335" y="30384"/>
                      </a:lnTo>
                      <a:lnTo>
                        <a:pt x="11716" y="30384"/>
                      </a:lnTo>
                      <a:cubicBezTo>
                        <a:pt x="11716" y="30384"/>
                        <a:pt x="11430" y="31147"/>
                        <a:pt x="10954" y="31147"/>
                      </a:cubicBezTo>
                      <a:cubicBezTo>
                        <a:pt x="10954" y="31147"/>
                        <a:pt x="10668" y="31147"/>
                        <a:pt x="10382" y="31147"/>
                      </a:cubicBezTo>
                      <a:cubicBezTo>
                        <a:pt x="10096" y="31147"/>
                        <a:pt x="9811" y="31051"/>
                        <a:pt x="9715" y="31051"/>
                      </a:cubicBezTo>
                      <a:cubicBezTo>
                        <a:pt x="9811" y="31051"/>
                        <a:pt x="9906" y="31051"/>
                        <a:pt x="10096" y="31051"/>
                      </a:cubicBezTo>
                      <a:cubicBezTo>
                        <a:pt x="10192" y="31051"/>
                        <a:pt x="10382" y="31051"/>
                        <a:pt x="10668" y="31242"/>
                      </a:cubicBezTo>
                      <a:cubicBezTo>
                        <a:pt x="10858" y="31242"/>
                        <a:pt x="10954" y="31337"/>
                        <a:pt x="11049" y="31337"/>
                      </a:cubicBezTo>
                      <a:cubicBezTo>
                        <a:pt x="11240" y="31337"/>
                        <a:pt x="11430" y="31147"/>
                        <a:pt x="11525" y="30956"/>
                      </a:cubicBezTo>
                      <a:close/>
                      <a:moveTo>
                        <a:pt x="10001" y="17431"/>
                      </a:moveTo>
                      <a:cubicBezTo>
                        <a:pt x="10001" y="17431"/>
                        <a:pt x="10573" y="17240"/>
                        <a:pt x="10668" y="17240"/>
                      </a:cubicBezTo>
                      <a:cubicBezTo>
                        <a:pt x="10858" y="17240"/>
                        <a:pt x="11049" y="17240"/>
                        <a:pt x="11335" y="17431"/>
                      </a:cubicBezTo>
                      <a:lnTo>
                        <a:pt x="10954" y="17812"/>
                      </a:lnTo>
                      <a:lnTo>
                        <a:pt x="11525" y="18288"/>
                      </a:lnTo>
                      <a:cubicBezTo>
                        <a:pt x="11525" y="18288"/>
                        <a:pt x="11049" y="18764"/>
                        <a:pt x="10668" y="18383"/>
                      </a:cubicBezTo>
                      <a:lnTo>
                        <a:pt x="10382" y="18002"/>
                      </a:lnTo>
                      <a:lnTo>
                        <a:pt x="10477" y="18002"/>
                      </a:lnTo>
                      <a:lnTo>
                        <a:pt x="10001" y="17431"/>
                      </a:lnTo>
                      <a:close/>
                      <a:moveTo>
                        <a:pt x="10858" y="29432"/>
                      </a:moveTo>
                      <a:cubicBezTo>
                        <a:pt x="10858" y="29432"/>
                        <a:pt x="10668" y="29718"/>
                        <a:pt x="10382" y="29623"/>
                      </a:cubicBezTo>
                      <a:cubicBezTo>
                        <a:pt x="10096" y="29623"/>
                        <a:pt x="10001" y="29432"/>
                        <a:pt x="10001" y="29242"/>
                      </a:cubicBezTo>
                      <a:lnTo>
                        <a:pt x="10858" y="29432"/>
                      </a:lnTo>
                      <a:close/>
                      <a:moveTo>
                        <a:pt x="10382" y="24193"/>
                      </a:moveTo>
                      <a:lnTo>
                        <a:pt x="10382" y="23908"/>
                      </a:lnTo>
                      <a:lnTo>
                        <a:pt x="11240" y="23908"/>
                      </a:lnTo>
                      <a:cubicBezTo>
                        <a:pt x="11240" y="23908"/>
                        <a:pt x="10668" y="24193"/>
                        <a:pt x="10382" y="24193"/>
                      </a:cubicBezTo>
                      <a:close/>
                      <a:moveTo>
                        <a:pt x="11906" y="23336"/>
                      </a:moveTo>
                      <a:cubicBezTo>
                        <a:pt x="11906" y="23336"/>
                        <a:pt x="11525" y="23813"/>
                        <a:pt x="11430" y="23908"/>
                      </a:cubicBezTo>
                      <a:lnTo>
                        <a:pt x="11430" y="23241"/>
                      </a:lnTo>
                      <a:lnTo>
                        <a:pt x="11906" y="23241"/>
                      </a:lnTo>
                      <a:close/>
                      <a:moveTo>
                        <a:pt x="11430" y="14859"/>
                      </a:moveTo>
                      <a:lnTo>
                        <a:pt x="11430" y="14478"/>
                      </a:lnTo>
                      <a:cubicBezTo>
                        <a:pt x="11430" y="14478"/>
                        <a:pt x="11335" y="14288"/>
                        <a:pt x="11335" y="14288"/>
                      </a:cubicBezTo>
                      <a:cubicBezTo>
                        <a:pt x="11335" y="14192"/>
                        <a:pt x="11430" y="14097"/>
                        <a:pt x="11620" y="14097"/>
                      </a:cubicBezTo>
                      <a:lnTo>
                        <a:pt x="12001" y="14764"/>
                      </a:lnTo>
                      <a:lnTo>
                        <a:pt x="11525" y="14764"/>
                      </a:lnTo>
                      <a:close/>
                      <a:moveTo>
                        <a:pt x="11430" y="24003"/>
                      </a:moveTo>
                      <a:lnTo>
                        <a:pt x="11430" y="24003"/>
                      </a:lnTo>
                      <a:close/>
                      <a:moveTo>
                        <a:pt x="11620" y="25051"/>
                      </a:moveTo>
                      <a:cubicBezTo>
                        <a:pt x="11620" y="25051"/>
                        <a:pt x="12097" y="24955"/>
                        <a:pt x="12097" y="24574"/>
                      </a:cubicBezTo>
                      <a:cubicBezTo>
                        <a:pt x="12097" y="24193"/>
                        <a:pt x="12287" y="24098"/>
                        <a:pt x="12573" y="24098"/>
                      </a:cubicBezTo>
                      <a:lnTo>
                        <a:pt x="12287" y="25527"/>
                      </a:lnTo>
                      <a:lnTo>
                        <a:pt x="11716" y="25051"/>
                      </a:lnTo>
                      <a:close/>
                      <a:moveTo>
                        <a:pt x="11620" y="29242"/>
                      </a:moveTo>
                      <a:lnTo>
                        <a:pt x="12192" y="29242"/>
                      </a:lnTo>
                      <a:lnTo>
                        <a:pt x="11811" y="29432"/>
                      </a:lnTo>
                      <a:lnTo>
                        <a:pt x="11620" y="29242"/>
                      </a:lnTo>
                      <a:close/>
                      <a:moveTo>
                        <a:pt x="12573" y="33623"/>
                      </a:moveTo>
                      <a:cubicBezTo>
                        <a:pt x="12573" y="33623"/>
                        <a:pt x="12573" y="33814"/>
                        <a:pt x="12668" y="33909"/>
                      </a:cubicBezTo>
                      <a:cubicBezTo>
                        <a:pt x="12763" y="34004"/>
                        <a:pt x="12859" y="34099"/>
                        <a:pt x="12859" y="34195"/>
                      </a:cubicBezTo>
                      <a:lnTo>
                        <a:pt x="12192" y="33623"/>
                      </a:lnTo>
                      <a:lnTo>
                        <a:pt x="12478" y="33623"/>
                      </a:lnTo>
                      <a:close/>
                      <a:moveTo>
                        <a:pt x="12382" y="31147"/>
                      </a:moveTo>
                      <a:cubicBezTo>
                        <a:pt x="12382" y="31147"/>
                        <a:pt x="12859" y="31432"/>
                        <a:pt x="13240" y="31623"/>
                      </a:cubicBezTo>
                      <a:cubicBezTo>
                        <a:pt x="13049" y="31623"/>
                        <a:pt x="12859" y="31623"/>
                        <a:pt x="12668" y="31623"/>
                      </a:cubicBezTo>
                      <a:cubicBezTo>
                        <a:pt x="12382" y="31623"/>
                        <a:pt x="12287" y="31432"/>
                        <a:pt x="12287" y="31337"/>
                      </a:cubicBezTo>
                      <a:lnTo>
                        <a:pt x="12287" y="31147"/>
                      </a:lnTo>
                      <a:close/>
                      <a:moveTo>
                        <a:pt x="13525" y="27622"/>
                      </a:moveTo>
                      <a:cubicBezTo>
                        <a:pt x="13525" y="27622"/>
                        <a:pt x="13240" y="27432"/>
                        <a:pt x="12954" y="27241"/>
                      </a:cubicBezTo>
                      <a:cubicBezTo>
                        <a:pt x="12573" y="27146"/>
                        <a:pt x="12478" y="26956"/>
                        <a:pt x="12478" y="26575"/>
                      </a:cubicBezTo>
                      <a:lnTo>
                        <a:pt x="13240" y="26194"/>
                      </a:lnTo>
                      <a:cubicBezTo>
                        <a:pt x="13240" y="26194"/>
                        <a:pt x="13240" y="26479"/>
                        <a:pt x="13430" y="26670"/>
                      </a:cubicBezTo>
                      <a:cubicBezTo>
                        <a:pt x="13621" y="26860"/>
                        <a:pt x="13716" y="26956"/>
                        <a:pt x="13716" y="27146"/>
                      </a:cubicBezTo>
                      <a:cubicBezTo>
                        <a:pt x="13716" y="27146"/>
                        <a:pt x="13716" y="27337"/>
                        <a:pt x="13525" y="27527"/>
                      </a:cubicBezTo>
                      <a:close/>
                      <a:moveTo>
                        <a:pt x="13716" y="20574"/>
                      </a:moveTo>
                      <a:cubicBezTo>
                        <a:pt x="13716" y="20574"/>
                        <a:pt x="13525" y="20479"/>
                        <a:pt x="13430" y="20479"/>
                      </a:cubicBezTo>
                      <a:cubicBezTo>
                        <a:pt x="13430" y="20479"/>
                        <a:pt x="13240" y="20574"/>
                        <a:pt x="13144" y="20669"/>
                      </a:cubicBezTo>
                      <a:cubicBezTo>
                        <a:pt x="13049" y="20764"/>
                        <a:pt x="12954" y="20859"/>
                        <a:pt x="12954" y="20859"/>
                      </a:cubicBezTo>
                      <a:cubicBezTo>
                        <a:pt x="12954" y="20859"/>
                        <a:pt x="12763" y="20859"/>
                        <a:pt x="12763" y="20669"/>
                      </a:cubicBezTo>
                      <a:cubicBezTo>
                        <a:pt x="12763" y="20669"/>
                        <a:pt x="12954" y="20669"/>
                        <a:pt x="13144" y="20669"/>
                      </a:cubicBezTo>
                      <a:cubicBezTo>
                        <a:pt x="13335" y="20574"/>
                        <a:pt x="13525" y="20479"/>
                        <a:pt x="13621" y="20479"/>
                      </a:cubicBezTo>
                      <a:cubicBezTo>
                        <a:pt x="13621" y="20479"/>
                        <a:pt x="13811" y="20479"/>
                        <a:pt x="13811" y="20669"/>
                      </a:cubicBezTo>
                      <a:close/>
                      <a:moveTo>
                        <a:pt x="12954" y="29242"/>
                      </a:moveTo>
                      <a:lnTo>
                        <a:pt x="12954" y="28670"/>
                      </a:lnTo>
                      <a:cubicBezTo>
                        <a:pt x="12954" y="28670"/>
                        <a:pt x="13144" y="28670"/>
                        <a:pt x="13335" y="28956"/>
                      </a:cubicBezTo>
                      <a:lnTo>
                        <a:pt x="12954" y="29337"/>
                      </a:lnTo>
                      <a:close/>
                      <a:moveTo>
                        <a:pt x="13144" y="25146"/>
                      </a:moveTo>
                      <a:cubicBezTo>
                        <a:pt x="13621" y="24955"/>
                        <a:pt x="13906" y="24955"/>
                        <a:pt x="14002" y="25146"/>
                      </a:cubicBezTo>
                      <a:lnTo>
                        <a:pt x="13144" y="25146"/>
                      </a:lnTo>
                      <a:close/>
                      <a:moveTo>
                        <a:pt x="13621" y="30480"/>
                      </a:moveTo>
                      <a:lnTo>
                        <a:pt x="13621" y="31051"/>
                      </a:lnTo>
                      <a:lnTo>
                        <a:pt x="13144" y="30289"/>
                      </a:lnTo>
                      <a:cubicBezTo>
                        <a:pt x="13144" y="30289"/>
                        <a:pt x="13621" y="30289"/>
                        <a:pt x="13621" y="30480"/>
                      </a:cubicBezTo>
                      <a:close/>
                      <a:moveTo>
                        <a:pt x="13335" y="35623"/>
                      </a:moveTo>
                      <a:lnTo>
                        <a:pt x="13335" y="35623"/>
                      </a:lnTo>
                      <a:close/>
                      <a:moveTo>
                        <a:pt x="13335" y="35623"/>
                      </a:moveTo>
                      <a:cubicBezTo>
                        <a:pt x="13335" y="35623"/>
                        <a:pt x="13430" y="35623"/>
                        <a:pt x="13525" y="35433"/>
                      </a:cubicBezTo>
                      <a:cubicBezTo>
                        <a:pt x="13525" y="35433"/>
                        <a:pt x="13716" y="35433"/>
                        <a:pt x="13811" y="35433"/>
                      </a:cubicBezTo>
                      <a:lnTo>
                        <a:pt x="13811" y="35814"/>
                      </a:lnTo>
                      <a:lnTo>
                        <a:pt x="13335" y="35623"/>
                      </a:lnTo>
                      <a:close/>
                      <a:moveTo>
                        <a:pt x="14478" y="18383"/>
                      </a:moveTo>
                      <a:lnTo>
                        <a:pt x="15145" y="18002"/>
                      </a:lnTo>
                      <a:cubicBezTo>
                        <a:pt x="15145" y="18002"/>
                        <a:pt x="14764" y="17526"/>
                        <a:pt x="14478" y="17621"/>
                      </a:cubicBezTo>
                      <a:lnTo>
                        <a:pt x="14478" y="18383"/>
                      </a:lnTo>
                      <a:close/>
                      <a:moveTo>
                        <a:pt x="14478" y="32194"/>
                      </a:moveTo>
                      <a:lnTo>
                        <a:pt x="14478" y="32194"/>
                      </a:lnTo>
                      <a:close/>
                      <a:moveTo>
                        <a:pt x="15526" y="27813"/>
                      </a:moveTo>
                      <a:cubicBezTo>
                        <a:pt x="15526" y="27813"/>
                        <a:pt x="15526" y="27241"/>
                        <a:pt x="15716" y="26860"/>
                      </a:cubicBezTo>
                      <a:lnTo>
                        <a:pt x="15907" y="27527"/>
                      </a:lnTo>
                      <a:cubicBezTo>
                        <a:pt x="15907" y="27527"/>
                        <a:pt x="15716" y="27527"/>
                        <a:pt x="15526" y="27717"/>
                      </a:cubicBezTo>
                      <a:close/>
                      <a:moveTo>
                        <a:pt x="15526" y="32766"/>
                      </a:moveTo>
                      <a:cubicBezTo>
                        <a:pt x="15526" y="32766"/>
                        <a:pt x="15811" y="32385"/>
                        <a:pt x="16002" y="32099"/>
                      </a:cubicBezTo>
                      <a:cubicBezTo>
                        <a:pt x="16002" y="32480"/>
                        <a:pt x="16002" y="32575"/>
                        <a:pt x="15907" y="32766"/>
                      </a:cubicBezTo>
                      <a:lnTo>
                        <a:pt x="15526" y="32766"/>
                      </a:lnTo>
                      <a:close/>
                      <a:moveTo>
                        <a:pt x="15907" y="27527"/>
                      </a:moveTo>
                      <a:lnTo>
                        <a:pt x="16097" y="27527"/>
                      </a:lnTo>
                      <a:cubicBezTo>
                        <a:pt x="16097" y="27527"/>
                        <a:pt x="15907" y="27527"/>
                        <a:pt x="15907" y="27527"/>
                      </a:cubicBezTo>
                      <a:lnTo>
                        <a:pt x="15907" y="27527"/>
                      </a:lnTo>
                      <a:close/>
                      <a:moveTo>
                        <a:pt x="16669" y="31528"/>
                      </a:moveTo>
                      <a:cubicBezTo>
                        <a:pt x="16669" y="31528"/>
                        <a:pt x="16288" y="31623"/>
                        <a:pt x="16002" y="31813"/>
                      </a:cubicBezTo>
                      <a:lnTo>
                        <a:pt x="16669" y="31528"/>
                      </a:lnTo>
                      <a:close/>
                      <a:moveTo>
                        <a:pt x="16669" y="24384"/>
                      </a:moveTo>
                      <a:lnTo>
                        <a:pt x="16859" y="23908"/>
                      </a:lnTo>
                      <a:lnTo>
                        <a:pt x="16573" y="23908"/>
                      </a:lnTo>
                      <a:lnTo>
                        <a:pt x="16573" y="24384"/>
                      </a:lnTo>
                      <a:close/>
                      <a:moveTo>
                        <a:pt x="17812" y="16669"/>
                      </a:moveTo>
                      <a:cubicBezTo>
                        <a:pt x="17812" y="16669"/>
                        <a:pt x="17335" y="16002"/>
                        <a:pt x="16954" y="16097"/>
                      </a:cubicBezTo>
                      <a:lnTo>
                        <a:pt x="17145" y="16859"/>
                      </a:lnTo>
                      <a:lnTo>
                        <a:pt x="17145" y="16669"/>
                      </a:lnTo>
                      <a:cubicBezTo>
                        <a:pt x="17145" y="16669"/>
                        <a:pt x="17621" y="17145"/>
                        <a:pt x="17621" y="17145"/>
                      </a:cubicBezTo>
                      <a:lnTo>
                        <a:pt x="17812" y="16669"/>
                      </a:lnTo>
                      <a:close/>
                      <a:moveTo>
                        <a:pt x="16954" y="18859"/>
                      </a:moveTo>
                      <a:lnTo>
                        <a:pt x="17717" y="18288"/>
                      </a:lnTo>
                      <a:cubicBezTo>
                        <a:pt x="17717" y="18288"/>
                        <a:pt x="17621" y="18192"/>
                        <a:pt x="17431" y="18192"/>
                      </a:cubicBezTo>
                      <a:cubicBezTo>
                        <a:pt x="17145" y="18192"/>
                        <a:pt x="17050" y="18192"/>
                        <a:pt x="16954" y="18192"/>
                      </a:cubicBezTo>
                      <a:lnTo>
                        <a:pt x="17335" y="18574"/>
                      </a:lnTo>
                      <a:lnTo>
                        <a:pt x="16954" y="18859"/>
                      </a:lnTo>
                      <a:close/>
                      <a:moveTo>
                        <a:pt x="18574" y="26194"/>
                      </a:moveTo>
                      <a:lnTo>
                        <a:pt x="19050" y="25717"/>
                      </a:lnTo>
                      <a:cubicBezTo>
                        <a:pt x="19050" y="25717"/>
                        <a:pt x="18669" y="25527"/>
                        <a:pt x="18478" y="25336"/>
                      </a:cubicBezTo>
                      <a:cubicBezTo>
                        <a:pt x="18288" y="25051"/>
                        <a:pt x="18193" y="24955"/>
                        <a:pt x="18002" y="24955"/>
                      </a:cubicBezTo>
                      <a:cubicBezTo>
                        <a:pt x="17812" y="24955"/>
                        <a:pt x="17717" y="24955"/>
                        <a:pt x="17621" y="25336"/>
                      </a:cubicBezTo>
                      <a:lnTo>
                        <a:pt x="18574" y="26194"/>
                      </a:lnTo>
                      <a:close/>
                      <a:moveTo>
                        <a:pt x="18859" y="31242"/>
                      </a:moveTo>
                      <a:cubicBezTo>
                        <a:pt x="18859" y="31242"/>
                        <a:pt x="18859" y="30956"/>
                        <a:pt x="18859" y="30861"/>
                      </a:cubicBezTo>
                      <a:cubicBezTo>
                        <a:pt x="18669" y="30861"/>
                        <a:pt x="18574" y="30861"/>
                        <a:pt x="18574" y="30861"/>
                      </a:cubicBezTo>
                      <a:lnTo>
                        <a:pt x="18383" y="30861"/>
                      </a:lnTo>
                      <a:lnTo>
                        <a:pt x="18383" y="30384"/>
                      </a:lnTo>
                      <a:lnTo>
                        <a:pt x="18574" y="30194"/>
                      </a:lnTo>
                      <a:cubicBezTo>
                        <a:pt x="18574" y="30194"/>
                        <a:pt x="18574" y="30194"/>
                        <a:pt x="18383" y="30384"/>
                      </a:cubicBezTo>
                      <a:lnTo>
                        <a:pt x="17812" y="30956"/>
                      </a:lnTo>
                      <a:lnTo>
                        <a:pt x="18002" y="31147"/>
                      </a:lnTo>
                      <a:lnTo>
                        <a:pt x="18383" y="30766"/>
                      </a:lnTo>
                      <a:lnTo>
                        <a:pt x="18859" y="31242"/>
                      </a:lnTo>
                      <a:close/>
                      <a:moveTo>
                        <a:pt x="18859" y="20383"/>
                      </a:moveTo>
                      <a:cubicBezTo>
                        <a:pt x="18859" y="20383"/>
                        <a:pt x="19240" y="20288"/>
                        <a:pt x="19717" y="20193"/>
                      </a:cubicBezTo>
                      <a:cubicBezTo>
                        <a:pt x="20002" y="20193"/>
                        <a:pt x="20193" y="20002"/>
                        <a:pt x="20288" y="19812"/>
                      </a:cubicBezTo>
                      <a:cubicBezTo>
                        <a:pt x="19621" y="19621"/>
                        <a:pt x="19240" y="19812"/>
                        <a:pt x="18859" y="20383"/>
                      </a:cubicBezTo>
                      <a:close/>
                      <a:moveTo>
                        <a:pt x="20383" y="27337"/>
                      </a:moveTo>
                      <a:lnTo>
                        <a:pt x="20383" y="26956"/>
                      </a:lnTo>
                      <a:lnTo>
                        <a:pt x="20193" y="26479"/>
                      </a:lnTo>
                      <a:lnTo>
                        <a:pt x="20383" y="27337"/>
                      </a:lnTo>
                      <a:close/>
                      <a:moveTo>
                        <a:pt x="22479" y="31051"/>
                      </a:moveTo>
                      <a:cubicBezTo>
                        <a:pt x="22479" y="31051"/>
                        <a:pt x="22479" y="30671"/>
                        <a:pt x="22384" y="30099"/>
                      </a:cubicBezTo>
                      <a:lnTo>
                        <a:pt x="22098" y="30289"/>
                      </a:lnTo>
                      <a:cubicBezTo>
                        <a:pt x="21526" y="29337"/>
                        <a:pt x="21336" y="28289"/>
                        <a:pt x="21526" y="27337"/>
                      </a:cubicBezTo>
                      <a:lnTo>
                        <a:pt x="20955" y="27908"/>
                      </a:lnTo>
                      <a:cubicBezTo>
                        <a:pt x="20955" y="27908"/>
                        <a:pt x="21336" y="28194"/>
                        <a:pt x="21336" y="28670"/>
                      </a:cubicBezTo>
                      <a:cubicBezTo>
                        <a:pt x="21336" y="28765"/>
                        <a:pt x="21336" y="28956"/>
                        <a:pt x="21336" y="29146"/>
                      </a:cubicBezTo>
                      <a:lnTo>
                        <a:pt x="21336" y="29718"/>
                      </a:lnTo>
                      <a:cubicBezTo>
                        <a:pt x="21336" y="30384"/>
                        <a:pt x="21526" y="30671"/>
                        <a:pt x="21907" y="30671"/>
                      </a:cubicBezTo>
                      <a:cubicBezTo>
                        <a:pt x="21717" y="30766"/>
                        <a:pt x="21622" y="30861"/>
                        <a:pt x="21622" y="30861"/>
                      </a:cubicBezTo>
                      <a:lnTo>
                        <a:pt x="21622" y="32004"/>
                      </a:lnTo>
                      <a:cubicBezTo>
                        <a:pt x="21622" y="32004"/>
                        <a:pt x="21907" y="31813"/>
                        <a:pt x="21907" y="32004"/>
                      </a:cubicBezTo>
                      <a:cubicBezTo>
                        <a:pt x="21907" y="31337"/>
                        <a:pt x="21907" y="30861"/>
                        <a:pt x="22193" y="30575"/>
                      </a:cubicBezTo>
                      <a:cubicBezTo>
                        <a:pt x="22479" y="30861"/>
                        <a:pt x="22574" y="31051"/>
                        <a:pt x="22574" y="31147"/>
                      </a:cubicBezTo>
                      <a:close/>
                      <a:moveTo>
                        <a:pt x="21812" y="26479"/>
                      </a:moveTo>
                      <a:cubicBezTo>
                        <a:pt x="21812" y="26479"/>
                        <a:pt x="21717" y="26289"/>
                        <a:pt x="21622" y="26289"/>
                      </a:cubicBezTo>
                      <a:cubicBezTo>
                        <a:pt x="21526" y="26289"/>
                        <a:pt x="21336" y="26384"/>
                        <a:pt x="21145" y="26575"/>
                      </a:cubicBezTo>
                      <a:lnTo>
                        <a:pt x="21812" y="26575"/>
                      </a:lnTo>
                      <a:lnTo>
                        <a:pt x="21812" y="26384"/>
                      </a:lnTo>
                      <a:close/>
                      <a:moveTo>
                        <a:pt x="21526" y="24860"/>
                      </a:moveTo>
                      <a:lnTo>
                        <a:pt x="21526" y="25336"/>
                      </a:lnTo>
                      <a:lnTo>
                        <a:pt x="21812" y="24955"/>
                      </a:lnTo>
                      <a:cubicBezTo>
                        <a:pt x="21812" y="24955"/>
                        <a:pt x="21526" y="24860"/>
                        <a:pt x="21526" y="24955"/>
                      </a:cubicBezTo>
                      <a:close/>
                      <a:moveTo>
                        <a:pt x="24479" y="26956"/>
                      </a:moveTo>
                      <a:lnTo>
                        <a:pt x="24670" y="26575"/>
                      </a:lnTo>
                      <a:lnTo>
                        <a:pt x="24289" y="26575"/>
                      </a:lnTo>
                      <a:lnTo>
                        <a:pt x="24289" y="25622"/>
                      </a:lnTo>
                      <a:lnTo>
                        <a:pt x="23717" y="26479"/>
                      </a:lnTo>
                      <a:lnTo>
                        <a:pt x="23050" y="25813"/>
                      </a:lnTo>
                      <a:cubicBezTo>
                        <a:pt x="22955" y="26384"/>
                        <a:pt x="23146" y="26670"/>
                        <a:pt x="23717" y="26765"/>
                      </a:cubicBezTo>
                      <a:cubicBezTo>
                        <a:pt x="24289" y="26765"/>
                        <a:pt x="24479" y="26765"/>
                        <a:pt x="24574" y="26956"/>
                      </a:cubicBezTo>
                      <a:close/>
                      <a:moveTo>
                        <a:pt x="26194" y="23431"/>
                      </a:moveTo>
                      <a:cubicBezTo>
                        <a:pt x="26194" y="23431"/>
                        <a:pt x="26479" y="23431"/>
                        <a:pt x="26575" y="23146"/>
                      </a:cubicBezTo>
                      <a:cubicBezTo>
                        <a:pt x="26575" y="22955"/>
                        <a:pt x="26765" y="22860"/>
                        <a:pt x="26765" y="22860"/>
                      </a:cubicBezTo>
                      <a:cubicBezTo>
                        <a:pt x="26765" y="22860"/>
                        <a:pt x="26956" y="22955"/>
                        <a:pt x="27051" y="23050"/>
                      </a:cubicBezTo>
                      <a:cubicBezTo>
                        <a:pt x="26956" y="22860"/>
                        <a:pt x="26860" y="22669"/>
                        <a:pt x="26765" y="22669"/>
                      </a:cubicBezTo>
                      <a:cubicBezTo>
                        <a:pt x="26670" y="22669"/>
                        <a:pt x="26384" y="22860"/>
                        <a:pt x="26098" y="23146"/>
                      </a:cubicBezTo>
                      <a:cubicBezTo>
                        <a:pt x="25813" y="23431"/>
                        <a:pt x="25432" y="23622"/>
                        <a:pt x="25241" y="23622"/>
                      </a:cubicBezTo>
                      <a:cubicBezTo>
                        <a:pt x="25146" y="23622"/>
                        <a:pt x="25051" y="23622"/>
                        <a:pt x="24955" y="23622"/>
                      </a:cubicBezTo>
                      <a:cubicBezTo>
                        <a:pt x="24765" y="23241"/>
                        <a:pt x="24670" y="23050"/>
                        <a:pt x="24670" y="23050"/>
                      </a:cubicBezTo>
                      <a:cubicBezTo>
                        <a:pt x="24670" y="23050"/>
                        <a:pt x="24670" y="22860"/>
                        <a:pt x="24955" y="22765"/>
                      </a:cubicBezTo>
                      <a:cubicBezTo>
                        <a:pt x="24955" y="22765"/>
                        <a:pt x="25146" y="22765"/>
                        <a:pt x="25432" y="23146"/>
                      </a:cubicBezTo>
                      <a:cubicBezTo>
                        <a:pt x="25432" y="22955"/>
                        <a:pt x="25432" y="22765"/>
                        <a:pt x="25051" y="22669"/>
                      </a:cubicBezTo>
                      <a:cubicBezTo>
                        <a:pt x="24860" y="22669"/>
                        <a:pt x="24670" y="22574"/>
                        <a:pt x="24574" y="22384"/>
                      </a:cubicBezTo>
                      <a:lnTo>
                        <a:pt x="24574" y="22669"/>
                      </a:lnTo>
                      <a:lnTo>
                        <a:pt x="23431" y="22669"/>
                      </a:lnTo>
                      <a:cubicBezTo>
                        <a:pt x="24098" y="22765"/>
                        <a:pt x="24479" y="22955"/>
                        <a:pt x="24574" y="23336"/>
                      </a:cubicBezTo>
                      <a:lnTo>
                        <a:pt x="23336" y="24193"/>
                      </a:lnTo>
                      <a:cubicBezTo>
                        <a:pt x="24194" y="24193"/>
                        <a:pt x="25051" y="24003"/>
                        <a:pt x="25813" y="23717"/>
                      </a:cubicBezTo>
                      <a:lnTo>
                        <a:pt x="25813" y="24384"/>
                      </a:lnTo>
                      <a:cubicBezTo>
                        <a:pt x="25813" y="24384"/>
                        <a:pt x="26384" y="24003"/>
                        <a:pt x="26765" y="23717"/>
                      </a:cubicBezTo>
                      <a:lnTo>
                        <a:pt x="26098" y="23527"/>
                      </a:lnTo>
                      <a:close/>
                      <a:moveTo>
                        <a:pt x="23717" y="19907"/>
                      </a:moveTo>
                      <a:lnTo>
                        <a:pt x="23717" y="20574"/>
                      </a:lnTo>
                      <a:lnTo>
                        <a:pt x="23813" y="20574"/>
                      </a:lnTo>
                      <a:lnTo>
                        <a:pt x="23813" y="19907"/>
                      </a:lnTo>
                      <a:lnTo>
                        <a:pt x="23717" y="19907"/>
                      </a:lnTo>
                      <a:close/>
                      <a:moveTo>
                        <a:pt x="26194" y="26956"/>
                      </a:moveTo>
                      <a:cubicBezTo>
                        <a:pt x="26194" y="26956"/>
                        <a:pt x="26194" y="26479"/>
                        <a:pt x="26194" y="26289"/>
                      </a:cubicBezTo>
                      <a:cubicBezTo>
                        <a:pt x="26098" y="26003"/>
                        <a:pt x="26003" y="25813"/>
                        <a:pt x="26098" y="25717"/>
                      </a:cubicBezTo>
                      <a:cubicBezTo>
                        <a:pt x="26098" y="25717"/>
                        <a:pt x="25813" y="25717"/>
                        <a:pt x="25146" y="25622"/>
                      </a:cubicBezTo>
                      <a:lnTo>
                        <a:pt x="25146" y="26098"/>
                      </a:lnTo>
                      <a:cubicBezTo>
                        <a:pt x="25146" y="26098"/>
                        <a:pt x="25432" y="26098"/>
                        <a:pt x="25527" y="26098"/>
                      </a:cubicBezTo>
                      <a:cubicBezTo>
                        <a:pt x="25527" y="26098"/>
                        <a:pt x="25527" y="26194"/>
                        <a:pt x="25527" y="26384"/>
                      </a:cubicBezTo>
                      <a:cubicBezTo>
                        <a:pt x="25527" y="26575"/>
                        <a:pt x="25527" y="26670"/>
                        <a:pt x="25527" y="26670"/>
                      </a:cubicBezTo>
                      <a:lnTo>
                        <a:pt x="25622" y="26670"/>
                      </a:lnTo>
                      <a:lnTo>
                        <a:pt x="25622" y="26479"/>
                      </a:lnTo>
                      <a:lnTo>
                        <a:pt x="26003" y="26003"/>
                      </a:lnTo>
                      <a:lnTo>
                        <a:pt x="26289" y="26860"/>
                      </a:lnTo>
                      <a:close/>
                      <a:moveTo>
                        <a:pt x="39910" y="37528"/>
                      </a:moveTo>
                      <a:lnTo>
                        <a:pt x="39910" y="37528"/>
                      </a:lnTo>
                      <a:close/>
                      <a:moveTo>
                        <a:pt x="42005" y="8858"/>
                      </a:moveTo>
                      <a:lnTo>
                        <a:pt x="42386" y="8858"/>
                      </a:lnTo>
                      <a:lnTo>
                        <a:pt x="42386" y="9430"/>
                      </a:lnTo>
                      <a:lnTo>
                        <a:pt x="42005" y="8858"/>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 name="Google Shape;1602;p99"/>
                <p:cNvSpPr/>
                <p:nvPr/>
              </p:nvSpPr>
              <p:spPr>
                <a:xfrm>
                  <a:off x="3327939" y="4586192"/>
                  <a:ext cx="28860" cy="39052"/>
                </a:xfrm>
                <a:custGeom>
                  <a:avLst/>
                  <a:gdLst/>
                  <a:ahLst/>
                  <a:cxnLst/>
                  <a:rect l="l" t="t" r="r" b="b"/>
                  <a:pathLst>
                    <a:path w="28860" h="39052" extrusionOk="0">
                      <a:moveTo>
                        <a:pt x="571" y="39053"/>
                      </a:moveTo>
                      <a:lnTo>
                        <a:pt x="0" y="38671"/>
                      </a:lnTo>
                      <a:lnTo>
                        <a:pt x="571" y="38671"/>
                      </a:lnTo>
                      <a:lnTo>
                        <a:pt x="571" y="39053"/>
                      </a:lnTo>
                      <a:close/>
                      <a:moveTo>
                        <a:pt x="28099" y="15050"/>
                      </a:moveTo>
                      <a:cubicBezTo>
                        <a:pt x="28099" y="15050"/>
                        <a:pt x="28099" y="15716"/>
                        <a:pt x="28289" y="16097"/>
                      </a:cubicBezTo>
                      <a:cubicBezTo>
                        <a:pt x="28480" y="16478"/>
                        <a:pt x="28670" y="16764"/>
                        <a:pt x="28670" y="16859"/>
                      </a:cubicBezTo>
                      <a:cubicBezTo>
                        <a:pt x="28670" y="17050"/>
                        <a:pt x="28575" y="17336"/>
                        <a:pt x="28289" y="17526"/>
                      </a:cubicBezTo>
                      <a:cubicBezTo>
                        <a:pt x="28480" y="18764"/>
                        <a:pt x="28480" y="20098"/>
                        <a:pt x="28480" y="21431"/>
                      </a:cubicBezTo>
                      <a:cubicBezTo>
                        <a:pt x="28480" y="22765"/>
                        <a:pt x="28480" y="24194"/>
                        <a:pt x="28289" y="25432"/>
                      </a:cubicBezTo>
                      <a:cubicBezTo>
                        <a:pt x="27718" y="25622"/>
                        <a:pt x="27432" y="25908"/>
                        <a:pt x="27432" y="26194"/>
                      </a:cubicBezTo>
                      <a:cubicBezTo>
                        <a:pt x="27432" y="26384"/>
                        <a:pt x="27432" y="26575"/>
                        <a:pt x="27527" y="26861"/>
                      </a:cubicBezTo>
                      <a:cubicBezTo>
                        <a:pt x="27622" y="27242"/>
                        <a:pt x="27718" y="27432"/>
                        <a:pt x="27718" y="27623"/>
                      </a:cubicBezTo>
                      <a:cubicBezTo>
                        <a:pt x="27718" y="27623"/>
                        <a:pt x="27718" y="27813"/>
                        <a:pt x="27718" y="28004"/>
                      </a:cubicBezTo>
                      <a:lnTo>
                        <a:pt x="27908" y="29337"/>
                      </a:lnTo>
                      <a:cubicBezTo>
                        <a:pt x="27908" y="29337"/>
                        <a:pt x="27242" y="29909"/>
                        <a:pt x="26956" y="30480"/>
                      </a:cubicBezTo>
                      <a:cubicBezTo>
                        <a:pt x="26765" y="31052"/>
                        <a:pt x="26479" y="31623"/>
                        <a:pt x="26384" y="32195"/>
                      </a:cubicBezTo>
                      <a:cubicBezTo>
                        <a:pt x="25813" y="32480"/>
                        <a:pt x="24860" y="33147"/>
                        <a:pt x="23432" y="34195"/>
                      </a:cubicBezTo>
                      <a:lnTo>
                        <a:pt x="24003" y="34671"/>
                      </a:lnTo>
                      <a:cubicBezTo>
                        <a:pt x="22384" y="34671"/>
                        <a:pt x="21050" y="35147"/>
                        <a:pt x="20383" y="35909"/>
                      </a:cubicBezTo>
                      <a:cubicBezTo>
                        <a:pt x="20193" y="35909"/>
                        <a:pt x="20098" y="35909"/>
                        <a:pt x="20003" y="35909"/>
                      </a:cubicBezTo>
                      <a:cubicBezTo>
                        <a:pt x="19717" y="35909"/>
                        <a:pt x="19526" y="36004"/>
                        <a:pt x="19241" y="36290"/>
                      </a:cubicBezTo>
                      <a:cubicBezTo>
                        <a:pt x="19050" y="36576"/>
                        <a:pt x="18955" y="36767"/>
                        <a:pt x="18955" y="37052"/>
                      </a:cubicBezTo>
                      <a:cubicBezTo>
                        <a:pt x="18574" y="36767"/>
                        <a:pt x="18193" y="36671"/>
                        <a:pt x="17717" y="36671"/>
                      </a:cubicBezTo>
                      <a:lnTo>
                        <a:pt x="16288" y="36671"/>
                      </a:lnTo>
                      <a:cubicBezTo>
                        <a:pt x="16288" y="36671"/>
                        <a:pt x="16288" y="36290"/>
                        <a:pt x="16002" y="36195"/>
                      </a:cubicBezTo>
                      <a:cubicBezTo>
                        <a:pt x="15716" y="36004"/>
                        <a:pt x="15621" y="35909"/>
                        <a:pt x="15526" y="35719"/>
                      </a:cubicBezTo>
                      <a:cubicBezTo>
                        <a:pt x="15145" y="36290"/>
                        <a:pt x="14668" y="36671"/>
                        <a:pt x="14002" y="36671"/>
                      </a:cubicBezTo>
                      <a:cubicBezTo>
                        <a:pt x="13907" y="36671"/>
                        <a:pt x="13240" y="36671"/>
                        <a:pt x="12192" y="36671"/>
                      </a:cubicBezTo>
                      <a:cubicBezTo>
                        <a:pt x="11430" y="36386"/>
                        <a:pt x="10668" y="36004"/>
                        <a:pt x="9811" y="35719"/>
                      </a:cubicBezTo>
                      <a:cubicBezTo>
                        <a:pt x="8954" y="35338"/>
                        <a:pt x="8192" y="34862"/>
                        <a:pt x="7715" y="34385"/>
                      </a:cubicBezTo>
                      <a:cubicBezTo>
                        <a:pt x="7525" y="34576"/>
                        <a:pt x="7144" y="34576"/>
                        <a:pt x="6572" y="34290"/>
                      </a:cubicBezTo>
                      <a:cubicBezTo>
                        <a:pt x="5810" y="33433"/>
                        <a:pt x="5048" y="32480"/>
                        <a:pt x="4286" y="31528"/>
                      </a:cubicBezTo>
                      <a:cubicBezTo>
                        <a:pt x="3524" y="30385"/>
                        <a:pt x="3143" y="29432"/>
                        <a:pt x="2953" y="28385"/>
                      </a:cubicBezTo>
                      <a:cubicBezTo>
                        <a:pt x="2572" y="27908"/>
                        <a:pt x="2381" y="27146"/>
                        <a:pt x="2381" y="26194"/>
                      </a:cubicBezTo>
                      <a:lnTo>
                        <a:pt x="2381" y="23813"/>
                      </a:lnTo>
                      <a:cubicBezTo>
                        <a:pt x="2381" y="23813"/>
                        <a:pt x="2381" y="23432"/>
                        <a:pt x="2381" y="23146"/>
                      </a:cubicBezTo>
                      <a:cubicBezTo>
                        <a:pt x="2381" y="22860"/>
                        <a:pt x="2381" y="22384"/>
                        <a:pt x="2476" y="21622"/>
                      </a:cubicBezTo>
                      <a:cubicBezTo>
                        <a:pt x="2476" y="20955"/>
                        <a:pt x="2572" y="20384"/>
                        <a:pt x="2572" y="20098"/>
                      </a:cubicBezTo>
                      <a:cubicBezTo>
                        <a:pt x="2572" y="19431"/>
                        <a:pt x="2572" y="18955"/>
                        <a:pt x="2286" y="18479"/>
                      </a:cubicBezTo>
                      <a:cubicBezTo>
                        <a:pt x="2572" y="18383"/>
                        <a:pt x="2667" y="18193"/>
                        <a:pt x="2572" y="17812"/>
                      </a:cubicBezTo>
                      <a:cubicBezTo>
                        <a:pt x="2381" y="17431"/>
                        <a:pt x="2476" y="17240"/>
                        <a:pt x="2572" y="17050"/>
                      </a:cubicBezTo>
                      <a:cubicBezTo>
                        <a:pt x="2381" y="15621"/>
                        <a:pt x="2381" y="14288"/>
                        <a:pt x="2381" y="13335"/>
                      </a:cubicBezTo>
                      <a:cubicBezTo>
                        <a:pt x="2381" y="11621"/>
                        <a:pt x="2572" y="10001"/>
                        <a:pt x="3143" y="8763"/>
                      </a:cubicBezTo>
                      <a:cubicBezTo>
                        <a:pt x="3429" y="7715"/>
                        <a:pt x="3620" y="7049"/>
                        <a:pt x="3715" y="6668"/>
                      </a:cubicBezTo>
                      <a:cubicBezTo>
                        <a:pt x="4096" y="5905"/>
                        <a:pt x="4572" y="5525"/>
                        <a:pt x="5239" y="5334"/>
                      </a:cubicBezTo>
                      <a:cubicBezTo>
                        <a:pt x="5620" y="4286"/>
                        <a:pt x="6477" y="3334"/>
                        <a:pt x="7811" y="2572"/>
                      </a:cubicBezTo>
                      <a:lnTo>
                        <a:pt x="7620" y="2381"/>
                      </a:lnTo>
                      <a:cubicBezTo>
                        <a:pt x="7620" y="2381"/>
                        <a:pt x="8668" y="2000"/>
                        <a:pt x="9430" y="1334"/>
                      </a:cubicBezTo>
                      <a:cubicBezTo>
                        <a:pt x="10096" y="857"/>
                        <a:pt x="10763" y="667"/>
                        <a:pt x="11335" y="667"/>
                      </a:cubicBezTo>
                      <a:cubicBezTo>
                        <a:pt x="11335" y="191"/>
                        <a:pt x="11430" y="0"/>
                        <a:pt x="11811" y="0"/>
                      </a:cubicBezTo>
                      <a:cubicBezTo>
                        <a:pt x="11906" y="0"/>
                        <a:pt x="12192" y="95"/>
                        <a:pt x="12478" y="95"/>
                      </a:cubicBezTo>
                      <a:cubicBezTo>
                        <a:pt x="12763" y="95"/>
                        <a:pt x="13049" y="286"/>
                        <a:pt x="13145" y="95"/>
                      </a:cubicBezTo>
                      <a:cubicBezTo>
                        <a:pt x="13621" y="857"/>
                        <a:pt x="14192" y="1143"/>
                        <a:pt x="15050" y="1143"/>
                      </a:cubicBezTo>
                      <a:cubicBezTo>
                        <a:pt x="15430" y="1143"/>
                        <a:pt x="16002" y="1048"/>
                        <a:pt x="16859" y="762"/>
                      </a:cubicBezTo>
                      <a:cubicBezTo>
                        <a:pt x="17526" y="953"/>
                        <a:pt x="18288" y="953"/>
                        <a:pt x="19241" y="762"/>
                      </a:cubicBezTo>
                      <a:lnTo>
                        <a:pt x="19241" y="953"/>
                      </a:lnTo>
                      <a:cubicBezTo>
                        <a:pt x="19241" y="953"/>
                        <a:pt x="19812" y="762"/>
                        <a:pt x="20098" y="762"/>
                      </a:cubicBezTo>
                      <a:cubicBezTo>
                        <a:pt x="20479" y="762"/>
                        <a:pt x="20955" y="1048"/>
                        <a:pt x="21622" y="1524"/>
                      </a:cubicBezTo>
                      <a:cubicBezTo>
                        <a:pt x="22288" y="2000"/>
                        <a:pt x="22765" y="2286"/>
                        <a:pt x="23241" y="2381"/>
                      </a:cubicBezTo>
                      <a:cubicBezTo>
                        <a:pt x="23336" y="2858"/>
                        <a:pt x="23813" y="3334"/>
                        <a:pt x="24384" y="3810"/>
                      </a:cubicBezTo>
                      <a:cubicBezTo>
                        <a:pt x="25051" y="4286"/>
                        <a:pt x="25432" y="4572"/>
                        <a:pt x="25527" y="4858"/>
                      </a:cubicBezTo>
                      <a:cubicBezTo>
                        <a:pt x="26003" y="4858"/>
                        <a:pt x="26289" y="5239"/>
                        <a:pt x="26384" y="5810"/>
                      </a:cubicBezTo>
                      <a:cubicBezTo>
                        <a:pt x="26479" y="6477"/>
                        <a:pt x="26765" y="6763"/>
                        <a:pt x="27146" y="6763"/>
                      </a:cubicBezTo>
                      <a:cubicBezTo>
                        <a:pt x="27527" y="7144"/>
                        <a:pt x="27718" y="7715"/>
                        <a:pt x="27718" y="8382"/>
                      </a:cubicBezTo>
                      <a:lnTo>
                        <a:pt x="27718" y="9049"/>
                      </a:lnTo>
                      <a:cubicBezTo>
                        <a:pt x="27718" y="9049"/>
                        <a:pt x="27718" y="9620"/>
                        <a:pt x="27718" y="9716"/>
                      </a:cubicBezTo>
                      <a:cubicBezTo>
                        <a:pt x="27718" y="10668"/>
                        <a:pt x="28099" y="11335"/>
                        <a:pt x="28670" y="11621"/>
                      </a:cubicBezTo>
                      <a:cubicBezTo>
                        <a:pt x="28575" y="11811"/>
                        <a:pt x="28480" y="12002"/>
                        <a:pt x="28480" y="12383"/>
                      </a:cubicBezTo>
                      <a:cubicBezTo>
                        <a:pt x="28480" y="12668"/>
                        <a:pt x="28480" y="12954"/>
                        <a:pt x="28670" y="13335"/>
                      </a:cubicBezTo>
                      <a:cubicBezTo>
                        <a:pt x="28766" y="13716"/>
                        <a:pt x="28861" y="14002"/>
                        <a:pt x="28861" y="14192"/>
                      </a:cubicBezTo>
                      <a:cubicBezTo>
                        <a:pt x="28861" y="14573"/>
                        <a:pt x="28670" y="14764"/>
                        <a:pt x="28194" y="14859"/>
                      </a:cubicBezTo>
                      <a:close/>
                      <a:moveTo>
                        <a:pt x="23241" y="17526"/>
                      </a:moveTo>
                      <a:cubicBezTo>
                        <a:pt x="23241" y="17526"/>
                        <a:pt x="24098" y="17812"/>
                        <a:pt x="25337" y="18193"/>
                      </a:cubicBezTo>
                      <a:lnTo>
                        <a:pt x="25337" y="17145"/>
                      </a:lnTo>
                      <a:cubicBezTo>
                        <a:pt x="24384" y="16764"/>
                        <a:pt x="23908" y="16669"/>
                        <a:pt x="24003" y="16669"/>
                      </a:cubicBezTo>
                      <a:cubicBezTo>
                        <a:pt x="23717" y="16669"/>
                        <a:pt x="23717" y="16764"/>
                        <a:pt x="23717" y="17145"/>
                      </a:cubicBezTo>
                      <a:lnTo>
                        <a:pt x="23241" y="16669"/>
                      </a:lnTo>
                      <a:lnTo>
                        <a:pt x="23050" y="16669"/>
                      </a:lnTo>
                      <a:cubicBezTo>
                        <a:pt x="23050" y="16669"/>
                        <a:pt x="22574" y="16193"/>
                        <a:pt x="22098" y="16002"/>
                      </a:cubicBezTo>
                      <a:cubicBezTo>
                        <a:pt x="21431" y="15716"/>
                        <a:pt x="21050" y="15621"/>
                        <a:pt x="20955" y="15526"/>
                      </a:cubicBezTo>
                      <a:cubicBezTo>
                        <a:pt x="21050" y="15335"/>
                        <a:pt x="21146" y="15050"/>
                        <a:pt x="21050" y="14764"/>
                      </a:cubicBezTo>
                      <a:lnTo>
                        <a:pt x="21050" y="14002"/>
                      </a:lnTo>
                      <a:cubicBezTo>
                        <a:pt x="21050" y="14002"/>
                        <a:pt x="20574" y="13049"/>
                        <a:pt x="20003" y="11525"/>
                      </a:cubicBezTo>
                      <a:cubicBezTo>
                        <a:pt x="19621" y="10573"/>
                        <a:pt x="19241" y="10001"/>
                        <a:pt x="18955" y="9716"/>
                      </a:cubicBezTo>
                      <a:lnTo>
                        <a:pt x="19145" y="9716"/>
                      </a:lnTo>
                      <a:cubicBezTo>
                        <a:pt x="18859" y="9144"/>
                        <a:pt x="18383" y="8858"/>
                        <a:pt x="17812" y="8668"/>
                      </a:cubicBezTo>
                      <a:cubicBezTo>
                        <a:pt x="17240" y="8477"/>
                        <a:pt x="16669" y="8287"/>
                        <a:pt x="16192" y="8192"/>
                      </a:cubicBezTo>
                      <a:cubicBezTo>
                        <a:pt x="16192" y="7715"/>
                        <a:pt x="16002" y="7429"/>
                        <a:pt x="15621" y="7429"/>
                      </a:cubicBezTo>
                      <a:cubicBezTo>
                        <a:pt x="15050" y="7429"/>
                        <a:pt x="14668" y="7620"/>
                        <a:pt x="14478" y="8192"/>
                      </a:cubicBezTo>
                      <a:cubicBezTo>
                        <a:pt x="14097" y="8192"/>
                        <a:pt x="13716" y="8382"/>
                        <a:pt x="13145" y="8763"/>
                      </a:cubicBezTo>
                      <a:cubicBezTo>
                        <a:pt x="12573" y="9144"/>
                        <a:pt x="12097" y="9335"/>
                        <a:pt x="11811" y="9239"/>
                      </a:cubicBezTo>
                      <a:cubicBezTo>
                        <a:pt x="11240" y="9430"/>
                        <a:pt x="10763" y="9906"/>
                        <a:pt x="10573" y="10763"/>
                      </a:cubicBezTo>
                      <a:cubicBezTo>
                        <a:pt x="10287" y="11621"/>
                        <a:pt x="10001" y="12192"/>
                        <a:pt x="9716" y="12383"/>
                      </a:cubicBezTo>
                      <a:cubicBezTo>
                        <a:pt x="9716" y="12859"/>
                        <a:pt x="9716" y="13430"/>
                        <a:pt x="9620" y="14192"/>
                      </a:cubicBezTo>
                      <a:cubicBezTo>
                        <a:pt x="9525" y="14954"/>
                        <a:pt x="9430" y="15430"/>
                        <a:pt x="9430" y="15716"/>
                      </a:cubicBezTo>
                      <a:cubicBezTo>
                        <a:pt x="9430" y="16288"/>
                        <a:pt x="9525" y="16669"/>
                        <a:pt x="9716" y="17145"/>
                      </a:cubicBezTo>
                      <a:cubicBezTo>
                        <a:pt x="9334" y="17336"/>
                        <a:pt x="9334" y="17907"/>
                        <a:pt x="9525" y="18574"/>
                      </a:cubicBezTo>
                      <a:cubicBezTo>
                        <a:pt x="9716" y="19145"/>
                        <a:pt x="9525" y="19526"/>
                        <a:pt x="9239" y="19621"/>
                      </a:cubicBezTo>
                      <a:cubicBezTo>
                        <a:pt x="9525" y="21050"/>
                        <a:pt x="9716" y="22193"/>
                        <a:pt x="9716" y="22955"/>
                      </a:cubicBezTo>
                      <a:cubicBezTo>
                        <a:pt x="9716" y="23527"/>
                        <a:pt x="9716" y="24003"/>
                        <a:pt x="9525" y="24575"/>
                      </a:cubicBezTo>
                      <a:cubicBezTo>
                        <a:pt x="9716" y="24765"/>
                        <a:pt x="10192" y="25718"/>
                        <a:pt x="10763" y="27146"/>
                      </a:cubicBezTo>
                      <a:cubicBezTo>
                        <a:pt x="11240" y="28289"/>
                        <a:pt x="12001" y="28861"/>
                        <a:pt x="12954" y="28670"/>
                      </a:cubicBezTo>
                      <a:cubicBezTo>
                        <a:pt x="13049" y="28670"/>
                        <a:pt x="13145" y="28670"/>
                        <a:pt x="13335" y="28575"/>
                      </a:cubicBezTo>
                      <a:cubicBezTo>
                        <a:pt x="13430" y="28575"/>
                        <a:pt x="13525" y="28385"/>
                        <a:pt x="13621" y="28385"/>
                      </a:cubicBezTo>
                      <a:cubicBezTo>
                        <a:pt x="13716" y="28385"/>
                        <a:pt x="13811" y="28385"/>
                        <a:pt x="13907" y="28575"/>
                      </a:cubicBezTo>
                      <a:lnTo>
                        <a:pt x="13811" y="28575"/>
                      </a:lnTo>
                      <a:cubicBezTo>
                        <a:pt x="13811" y="28575"/>
                        <a:pt x="13811" y="29051"/>
                        <a:pt x="14002" y="29146"/>
                      </a:cubicBezTo>
                      <a:lnTo>
                        <a:pt x="14288" y="29432"/>
                      </a:lnTo>
                      <a:cubicBezTo>
                        <a:pt x="14288" y="29432"/>
                        <a:pt x="14764" y="29909"/>
                        <a:pt x="15145" y="29909"/>
                      </a:cubicBezTo>
                      <a:cubicBezTo>
                        <a:pt x="15621" y="29909"/>
                        <a:pt x="15812" y="29718"/>
                        <a:pt x="15907" y="29337"/>
                      </a:cubicBezTo>
                      <a:cubicBezTo>
                        <a:pt x="16192" y="29528"/>
                        <a:pt x="16383" y="29528"/>
                        <a:pt x="16478" y="29528"/>
                      </a:cubicBezTo>
                      <a:cubicBezTo>
                        <a:pt x="16669" y="29528"/>
                        <a:pt x="16859" y="29337"/>
                        <a:pt x="17050" y="28956"/>
                      </a:cubicBezTo>
                      <a:cubicBezTo>
                        <a:pt x="17336" y="28575"/>
                        <a:pt x="17526" y="28289"/>
                        <a:pt x="17621" y="28289"/>
                      </a:cubicBezTo>
                      <a:cubicBezTo>
                        <a:pt x="17812" y="28289"/>
                        <a:pt x="18002" y="28385"/>
                        <a:pt x="18288" y="28575"/>
                      </a:cubicBezTo>
                      <a:cubicBezTo>
                        <a:pt x="18383" y="28575"/>
                        <a:pt x="18669" y="28289"/>
                        <a:pt x="19145" y="28099"/>
                      </a:cubicBezTo>
                      <a:cubicBezTo>
                        <a:pt x="19526" y="27908"/>
                        <a:pt x="19812" y="27623"/>
                        <a:pt x="19812" y="27242"/>
                      </a:cubicBezTo>
                      <a:cubicBezTo>
                        <a:pt x="19812" y="27146"/>
                        <a:pt x="19812" y="26956"/>
                        <a:pt x="19717" y="26861"/>
                      </a:cubicBezTo>
                      <a:cubicBezTo>
                        <a:pt x="20098" y="26575"/>
                        <a:pt x="20383" y="26099"/>
                        <a:pt x="20479" y="25432"/>
                      </a:cubicBezTo>
                      <a:cubicBezTo>
                        <a:pt x="20479" y="24670"/>
                        <a:pt x="20765" y="24289"/>
                        <a:pt x="21050" y="24098"/>
                      </a:cubicBezTo>
                      <a:lnTo>
                        <a:pt x="21050" y="21050"/>
                      </a:lnTo>
                      <a:cubicBezTo>
                        <a:pt x="21050" y="21050"/>
                        <a:pt x="21146" y="20574"/>
                        <a:pt x="21146" y="20288"/>
                      </a:cubicBezTo>
                      <a:cubicBezTo>
                        <a:pt x="21146" y="20003"/>
                        <a:pt x="21146" y="19621"/>
                        <a:pt x="21050" y="19145"/>
                      </a:cubicBezTo>
                      <a:cubicBezTo>
                        <a:pt x="20955" y="18574"/>
                        <a:pt x="20955" y="18193"/>
                        <a:pt x="20955" y="18002"/>
                      </a:cubicBezTo>
                      <a:cubicBezTo>
                        <a:pt x="20955" y="17621"/>
                        <a:pt x="20955" y="17336"/>
                        <a:pt x="21146" y="17145"/>
                      </a:cubicBezTo>
                      <a:cubicBezTo>
                        <a:pt x="21146" y="16764"/>
                        <a:pt x="21146" y="16574"/>
                        <a:pt x="21431" y="16478"/>
                      </a:cubicBezTo>
                      <a:cubicBezTo>
                        <a:pt x="21431" y="16478"/>
                        <a:pt x="21812" y="16478"/>
                        <a:pt x="22193" y="16574"/>
                      </a:cubicBezTo>
                      <a:cubicBezTo>
                        <a:pt x="22574" y="16574"/>
                        <a:pt x="22765" y="16574"/>
                        <a:pt x="22955" y="16574"/>
                      </a:cubicBezTo>
                      <a:cubicBezTo>
                        <a:pt x="23241" y="16859"/>
                        <a:pt x="23336" y="17145"/>
                        <a:pt x="23336" y="17336"/>
                      </a:cubicBezTo>
                      <a:close/>
                      <a:moveTo>
                        <a:pt x="27146" y="15050"/>
                      </a:moveTo>
                      <a:cubicBezTo>
                        <a:pt x="27146" y="15050"/>
                        <a:pt x="26670" y="14859"/>
                        <a:pt x="26479" y="14859"/>
                      </a:cubicBezTo>
                      <a:cubicBezTo>
                        <a:pt x="26289" y="14859"/>
                        <a:pt x="26099" y="14859"/>
                        <a:pt x="25717" y="15050"/>
                      </a:cubicBezTo>
                      <a:cubicBezTo>
                        <a:pt x="25432" y="15050"/>
                        <a:pt x="25051" y="15050"/>
                        <a:pt x="24860" y="15050"/>
                      </a:cubicBezTo>
                      <a:lnTo>
                        <a:pt x="25908" y="15812"/>
                      </a:lnTo>
                      <a:lnTo>
                        <a:pt x="26099" y="15050"/>
                      </a:lnTo>
                      <a:cubicBezTo>
                        <a:pt x="26099" y="15050"/>
                        <a:pt x="26479" y="15240"/>
                        <a:pt x="27146" y="15430"/>
                      </a:cubicBezTo>
                      <a:lnTo>
                        <a:pt x="27146" y="15050"/>
                      </a:lnTo>
                      <a:close/>
                      <a:moveTo>
                        <a:pt x="26099" y="26479"/>
                      </a:moveTo>
                      <a:lnTo>
                        <a:pt x="26194" y="26479"/>
                      </a:lnTo>
                      <a:cubicBezTo>
                        <a:pt x="26194" y="26479"/>
                        <a:pt x="26099" y="26384"/>
                        <a:pt x="25908" y="26289"/>
                      </a:cubicBezTo>
                      <a:cubicBezTo>
                        <a:pt x="25717" y="26289"/>
                        <a:pt x="25717" y="26099"/>
                        <a:pt x="25717" y="26099"/>
                      </a:cubicBezTo>
                      <a:cubicBezTo>
                        <a:pt x="25717" y="26099"/>
                        <a:pt x="25717" y="26003"/>
                        <a:pt x="25908" y="25908"/>
                      </a:cubicBezTo>
                      <a:cubicBezTo>
                        <a:pt x="25717" y="25908"/>
                        <a:pt x="25527" y="25908"/>
                        <a:pt x="25337" y="25908"/>
                      </a:cubicBezTo>
                      <a:cubicBezTo>
                        <a:pt x="25051" y="26099"/>
                        <a:pt x="24955" y="26099"/>
                        <a:pt x="24860" y="26099"/>
                      </a:cubicBezTo>
                      <a:cubicBezTo>
                        <a:pt x="24860" y="26099"/>
                        <a:pt x="25337" y="26289"/>
                        <a:pt x="26003" y="26479"/>
                      </a:cubicBezTo>
                      <a:close/>
                      <a:moveTo>
                        <a:pt x="27337" y="17240"/>
                      </a:moveTo>
                      <a:lnTo>
                        <a:pt x="27908" y="17240"/>
                      </a:lnTo>
                      <a:cubicBezTo>
                        <a:pt x="27908" y="17240"/>
                        <a:pt x="27432" y="17050"/>
                        <a:pt x="27337" y="17240"/>
                      </a:cubicBezTo>
                      <a:cubicBezTo>
                        <a:pt x="26956" y="17145"/>
                        <a:pt x="26479" y="16954"/>
                        <a:pt x="25908" y="16764"/>
                      </a:cubicBezTo>
                      <a:cubicBezTo>
                        <a:pt x="25908" y="16574"/>
                        <a:pt x="25717" y="16478"/>
                        <a:pt x="25432" y="16478"/>
                      </a:cubicBezTo>
                      <a:cubicBezTo>
                        <a:pt x="25527" y="16478"/>
                        <a:pt x="25717" y="16669"/>
                        <a:pt x="25908" y="16764"/>
                      </a:cubicBezTo>
                      <a:cubicBezTo>
                        <a:pt x="25908" y="16954"/>
                        <a:pt x="25908" y="17050"/>
                        <a:pt x="25908" y="17240"/>
                      </a:cubicBezTo>
                      <a:lnTo>
                        <a:pt x="25908" y="17621"/>
                      </a:lnTo>
                      <a:cubicBezTo>
                        <a:pt x="25908" y="17621"/>
                        <a:pt x="25908" y="17717"/>
                        <a:pt x="26099" y="17621"/>
                      </a:cubicBezTo>
                      <a:lnTo>
                        <a:pt x="26575" y="17145"/>
                      </a:lnTo>
                      <a:lnTo>
                        <a:pt x="26765" y="17336"/>
                      </a:lnTo>
                      <a:cubicBezTo>
                        <a:pt x="26765" y="17336"/>
                        <a:pt x="26765" y="17526"/>
                        <a:pt x="26765" y="17717"/>
                      </a:cubicBezTo>
                      <a:cubicBezTo>
                        <a:pt x="26670" y="17812"/>
                        <a:pt x="26670" y="17907"/>
                        <a:pt x="26670" y="18002"/>
                      </a:cubicBezTo>
                      <a:cubicBezTo>
                        <a:pt x="26956" y="18098"/>
                        <a:pt x="27146" y="18002"/>
                        <a:pt x="27146" y="17812"/>
                      </a:cubicBezTo>
                      <a:cubicBezTo>
                        <a:pt x="27146" y="17621"/>
                        <a:pt x="27337" y="17431"/>
                        <a:pt x="27337" y="17240"/>
                      </a:cubicBezTo>
                      <a:lnTo>
                        <a:pt x="27337" y="17240"/>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 name="Google Shape;1603;p99"/>
                <p:cNvSpPr/>
                <p:nvPr/>
              </p:nvSpPr>
              <p:spPr>
                <a:xfrm>
                  <a:off x="3348037" y="4585906"/>
                  <a:ext cx="38195" cy="37338"/>
                </a:xfrm>
                <a:custGeom>
                  <a:avLst/>
                  <a:gdLst/>
                  <a:ahLst/>
                  <a:cxnLst/>
                  <a:rect l="l" t="t" r="r" b="b"/>
                  <a:pathLst>
                    <a:path w="38195" h="37338" extrusionOk="0">
                      <a:moveTo>
                        <a:pt x="381" y="20003"/>
                      </a:moveTo>
                      <a:cubicBezTo>
                        <a:pt x="381" y="20003"/>
                        <a:pt x="381" y="20003"/>
                        <a:pt x="571" y="20193"/>
                      </a:cubicBezTo>
                      <a:cubicBezTo>
                        <a:pt x="762" y="20288"/>
                        <a:pt x="762" y="20479"/>
                        <a:pt x="762" y="20479"/>
                      </a:cubicBezTo>
                      <a:lnTo>
                        <a:pt x="0" y="20479"/>
                      </a:lnTo>
                      <a:lnTo>
                        <a:pt x="381" y="20003"/>
                      </a:lnTo>
                      <a:close/>
                      <a:moveTo>
                        <a:pt x="0" y="22670"/>
                      </a:moveTo>
                      <a:cubicBezTo>
                        <a:pt x="0" y="22670"/>
                        <a:pt x="381" y="23146"/>
                        <a:pt x="667" y="23146"/>
                      </a:cubicBezTo>
                      <a:lnTo>
                        <a:pt x="0" y="23146"/>
                      </a:lnTo>
                      <a:lnTo>
                        <a:pt x="0" y="22670"/>
                      </a:lnTo>
                      <a:close/>
                      <a:moveTo>
                        <a:pt x="191" y="25146"/>
                      </a:moveTo>
                      <a:lnTo>
                        <a:pt x="0" y="24575"/>
                      </a:lnTo>
                      <a:cubicBezTo>
                        <a:pt x="0" y="24575"/>
                        <a:pt x="381" y="24765"/>
                        <a:pt x="762" y="24955"/>
                      </a:cubicBezTo>
                      <a:lnTo>
                        <a:pt x="191" y="25146"/>
                      </a:lnTo>
                      <a:close/>
                      <a:moveTo>
                        <a:pt x="1238" y="23146"/>
                      </a:moveTo>
                      <a:cubicBezTo>
                        <a:pt x="1238" y="23146"/>
                        <a:pt x="857" y="23146"/>
                        <a:pt x="667" y="23146"/>
                      </a:cubicBezTo>
                      <a:lnTo>
                        <a:pt x="1238" y="23146"/>
                      </a:lnTo>
                      <a:close/>
                      <a:moveTo>
                        <a:pt x="857" y="26003"/>
                      </a:moveTo>
                      <a:cubicBezTo>
                        <a:pt x="857" y="26003"/>
                        <a:pt x="1143" y="26003"/>
                        <a:pt x="1333" y="26289"/>
                      </a:cubicBezTo>
                      <a:lnTo>
                        <a:pt x="1333" y="26479"/>
                      </a:lnTo>
                      <a:lnTo>
                        <a:pt x="857" y="26479"/>
                      </a:lnTo>
                      <a:lnTo>
                        <a:pt x="857" y="26003"/>
                      </a:lnTo>
                      <a:close/>
                      <a:moveTo>
                        <a:pt x="2096" y="19431"/>
                      </a:moveTo>
                      <a:cubicBezTo>
                        <a:pt x="2096" y="19431"/>
                        <a:pt x="2286" y="19812"/>
                        <a:pt x="2286" y="20098"/>
                      </a:cubicBezTo>
                      <a:cubicBezTo>
                        <a:pt x="2000" y="20098"/>
                        <a:pt x="1714" y="20098"/>
                        <a:pt x="1714" y="19907"/>
                      </a:cubicBezTo>
                      <a:lnTo>
                        <a:pt x="2096" y="19431"/>
                      </a:lnTo>
                      <a:close/>
                      <a:moveTo>
                        <a:pt x="1714" y="31337"/>
                      </a:moveTo>
                      <a:cubicBezTo>
                        <a:pt x="1714" y="31337"/>
                        <a:pt x="2000" y="31242"/>
                        <a:pt x="2286" y="31242"/>
                      </a:cubicBezTo>
                      <a:lnTo>
                        <a:pt x="2286" y="31528"/>
                      </a:lnTo>
                      <a:lnTo>
                        <a:pt x="1714" y="31337"/>
                      </a:lnTo>
                      <a:close/>
                      <a:moveTo>
                        <a:pt x="3905" y="25337"/>
                      </a:moveTo>
                      <a:cubicBezTo>
                        <a:pt x="3905" y="25337"/>
                        <a:pt x="4286" y="25146"/>
                        <a:pt x="4477" y="25051"/>
                      </a:cubicBezTo>
                      <a:cubicBezTo>
                        <a:pt x="4763" y="25051"/>
                        <a:pt x="4953" y="25051"/>
                        <a:pt x="5143" y="25146"/>
                      </a:cubicBezTo>
                      <a:lnTo>
                        <a:pt x="3905" y="25337"/>
                      </a:lnTo>
                      <a:close/>
                      <a:moveTo>
                        <a:pt x="4763" y="20765"/>
                      </a:moveTo>
                      <a:cubicBezTo>
                        <a:pt x="4382" y="19812"/>
                        <a:pt x="4477" y="19145"/>
                        <a:pt x="5143" y="18860"/>
                      </a:cubicBezTo>
                      <a:lnTo>
                        <a:pt x="5334" y="19050"/>
                      </a:lnTo>
                      <a:cubicBezTo>
                        <a:pt x="5334" y="19050"/>
                        <a:pt x="4763" y="19241"/>
                        <a:pt x="4763" y="19717"/>
                      </a:cubicBezTo>
                      <a:cubicBezTo>
                        <a:pt x="4763" y="20098"/>
                        <a:pt x="4763" y="20384"/>
                        <a:pt x="4763" y="20765"/>
                      </a:cubicBezTo>
                      <a:close/>
                      <a:moveTo>
                        <a:pt x="9144" y="23051"/>
                      </a:moveTo>
                      <a:cubicBezTo>
                        <a:pt x="9144" y="23051"/>
                        <a:pt x="8858" y="23051"/>
                        <a:pt x="8763" y="22860"/>
                      </a:cubicBezTo>
                      <a:cubicBezTo>
                        <a:pt x="8668" y="22765"/>
                        <a:pt x="8477" y="22670"/>
                        <a:pt x="8382" y="22670"/>
                      </a:cubicBezTo>
                      <a:cubicBezTo>
                        <a:pt x="8382" y="22670"/>
                        <a:pt x="8382" y="22670"/>
                        <a:pt x="8287" y="22670"/>
                      </a:cubicBezTo>
                      <a:cubicBezTo>
                        <a:pt x="8763" y="22288"/>
                        <a:pt x="9144" y="22288"/>
                        <a:pt x="9525" y="22479"/>
                      </a:cubicBezTo>
                      <a:cubicBezTo>
                        <a:pt x="9525" y="22670"/>
                        <a:pt x="9525" y="22765"/>
                        <a:pt x="9430" y="22860"/>
                      </a:cubicBezTo>
                      <a:cubicBezTo>
                        <a:pt x="9430" y="22860"/>
                        <a:pt x="9334" y="22955"/>
                        <a:pt x="9144" y="23051"/>
                      </a:cubicBezTo>
                      <a:close/>
                      <a:moveTo>
                        <a:pt x="8763" y="13526"/>
                      </a:moveTo>
                      <a:lnTo>
                        <a:pt x="8763" y="13526"/>
                      </a:lnTo>
                      <a:lnTo>
                        <a:pt x="8763" y="13526"/>
                      </a:lnTo>
                      <a:close/>
                      <a:moveTo>
                        <a:pt x="9049" y="17717"/>
                      </a:moveTo>
                      <a:cubicBezTo>
                        <a:pt x="9049" y="17717"/>
                        <a:pt x="9430" y="17717"/>
                        <a:pt x="9525" y="18002"/>
                      </a:cubicBezTo>
                      <a:cubicBezTo>
                        <a:pt x="9525" y="18097"/>
                        <a:pt x="9430" y="18193"/>
                        <a:pt x="9239" y="18097"/>
                      </a:cubicBezTo>
                      <a:lnTo>
                        <a:pt x="8858" y="18097"/>
                      </a:lnTo>
                      <a:cubicBezTo>
                        <a:pt x="8858" y="18097"/>
                        <a:pt x="8858" y="17812"/>
                        <a:pt x="9144" y="17717"/>
                      </a:cubicBezTo>
                      <a:close/>
                      <a:moveTo>
                        <a:pt x="8954" y="27432"/>
                      </a:moveTo>
                      <a:lnTo>
                        <a:pt x="8954" y="27242"/>
                      </a:lnTo>
                      <a:lnTo>
                        <a:pt x="9525" y="27242"/>
                      </a:lnTo>
                      <a:lnTo>
                        <a:pt x="8954" y="27432"/>
                      </a:lnTo>
                      <a:close/>
                      <a:moveTo>
                        <a:pt x="9144" y="25051"/>
                      </a:moveTo>
                      <a:lnTo>
                        <a:pt x="9144" y="24479"/>
                      </a:lnTo>
                      <a:lnTo>
                        <a:pt x="9620" y="25051"/>
                      </a:lnTo>
                      <a:lnTo>
                        <a:pt x="9144" y="25051"/>
                      </a:lnTo>
                      <a:close/>
                      <a:moveTo>
                        <a:pt x="9525" y="21622"/>
                      </a:moveTo>
                      <a:cubicBezTo>
                        <a:pt x="9525" y="21622"/>
                        <a:pt x="10001" y="21717"/>
                        <a:pt x="10001" y="21812"/>
                      </a:cubicBezTo>
                      <a:lnTo>
                        <a:pt x="9525" y="22193"/>
                      </a:lnTo>
                      <a:lnTo>
                        <a:pt x="9525" y="21622"/>
                      </a:lnTo>
                      <a:close/>
                      <a:moveTo>
                        <a:pt x="10001" y="20098"/>
                      </a:moveTo>
                      <a:cubicBezTo>
                        <a:pt x="10192" y="20574"/>
                        <a:pt x="10287" y="20955"/>
                        <a:pt x="10096" y="21050"/>
                      </a:cubicBezTo>
                      <a:lnTo>
                        <a:pt x="10001" y="21050"/>
                      </a:lnTo>
                      <a:lnTo>
                        <a:pt x="10001" y="20098"/>
                      </a:lnTo>
                      <a:close/>
                      <a:moveTo>
                        <a:pt x="10096" y="30194"/>
                      </a:moveTo>
                      <a:cubicBezTo>
                        <a:pt x="10763" y="30290"/>
                        <a:pt x="11144" y="30194"/>
                        <a:pt x="11144" y="29623"/>
                      </a:cubicBezTo>
                      <a:cubicBezTo>
                        <a:pt x="11144" y="29813"/>
                        <a:pt x="11144" y="30099"/>
                        <a:pt x="10763" y="30385"/>
                      </a:cubicBezTo>
                      <a:cubicBezTo>
                        <a:pt x="10573" y="30385"/>
                        <a:pt x="10382" y="30385"/>
                        <a:pt x="10001" y="30194"/>
                      </a:cubicBezTo>
                      <a:close/>
                      <a:moveTo>
                        <a:pt x="10287" y="19241"/>
                      </a:moveTo>
                      <a:cubicBezTo>
                        <a:pt x="10287" y="19241"/>
                        <a:pt x="10763" y="19241"/>
                        <a:pt x="11144" y="19431"/>
                      </a:cubicBezTo>
                      <a:lnTo>
                        <a:pt x="10287" y="19431"/>
                      </a:lnTo>
                      <a:lnTo>
                        <a:pt x="10287" y="19241"/>
                      </a:lnTo>
                      <a:close/>
                      <a:moveTo>
                        <a:pt x="11049" y="20765"/>
                      </a:moveTo>
                      <a:cubicBezTo>
                        <a:pt x="11049" y="20765"/>
                        <a:pt x="10954" y="20574"/>
                        <a:pt x="10954" y="20384"/>
                      </a:cubicBezTo>
                      <a:lnTo>
                        <a:pt x="10954" y="20765"/>
                      </a:lnTo>
                      <a:close/>
                      <a:moveTo>
                        <a:pt x="11144" y="20765"/>
                      </a:moveTo>
                      <a:lnTo>
                        <a:pt x="11621" y="21336"/>
                      </a:lnTo>
                      <a:cubicBezTo>
                        <a:pt x="11621" y="21336"/>
                        <a:pt x="11621" y="21527"/>
                        <a:pt x="11430" y="21622"/>
                      </a:cubicBezTo>
                      <a:lnTo>
                        <a:pt x="11144" y="20860"/>
                      </a:lnTo>
                      <a:close/>
                      <a:moveTo>
                        <a:pt x="32004" y="29813"/>
                      </a:moveTo>
                      <a:cubicBezTo>
                        <a:pt x="32004" y="29813"/>
                        <a:pt x="32575" y="29909"/>
                        <a:pt x="32861" y="29909"/>
                      </a:cubicBezTo>
                      <a:cubicBezTo>
                        <a:pt x="33147" y="29909"/>
                        <a:pt x="33528" y="29909"/>
                        <a:pt x="34100" y="29813"/>
                      </a:cubicBezTo>
                      <a:lnTo>
                        <a:pt x="35338" y="29813"/>
                      </a:lnTo>
                      <a:cubicBezTo>
                        <a:pt x="36767" y="29813"/>
                        <a:pt x="37719" y="30194"/>
                        <a:pt x="38195" y="31052"/>
                      </a:cubicBezTo>
                      <a:cubicBezTo>
                        <a:pt x="38195" y="32099"/>
                        <a:pt x="38100" y="33147"/>
                        <a:pt x="38005" y="34195"/>
                      </a:cubicBezTo>
                      <a:cubicBezTo>
                        <a:pt x="37909" y="35433"/>
                        <a:pt x="37529" y="36386"/>
                        <a:pt x="36957" y="37052"/>
                      </a:cubicBezTo>
                      <a:cubicBezTo>
                        <a:pt x="36671" y="37243"/>
                        <a:pt x="36481" y="37338"/>
                        <a:pt x="36195" y="37338"/>
                      </a:cubicBezTo>
                      <a:cubicBezTo>
                        <a:pt x="35909" y="37338"/>
                        <a:pt x="35624" y="37147"/>
                        <a:pt x="35242" y="36957"/>
                      </a:cubicBezTo>
                      <a:cubicBezTo>
                        <a:pt x="34862" y="36767"/>
                        <a:pt x="34480" y="36671"/>
                        <a:pt x="34290" y="36671"/>
                      </a:cubicBezTo>
                      <a:cubicBezTo>
                        <a:pt x="34004" y="36671"/>
                        <a:pt x="33718" y="36767"/>
                        <a:pt x="33433" y="37052"/>
                      </a:cubicBezTo>
                      <a:cubicBezTo>
                        <a:pt x="32290" y="37147"/>
                        <a:pt x="30861" y="37147"/>
                        <a:pt x="28956" y="37052"/>
                      </a:cubicBezTo>
                      <a:cubicBezTo>
                        <a:pt x="27051" y="37052"/>
                        <a:pt x="25622" y="37052"/>
                        <a:pt x="24575" y="37147"/>
                      </a:cubicBezTo>
                      <a:lnTo>
                        <a:pt x="24575" y="37147"/>
                      </a:lnTo>
                      <a:cubicBezTo>
                        <a:pt x="23336" y="36957"/>
                        <a:pt x="21622" y="37052"/>
                        <a:pt x="19336" y="37147"/>
                      </a:cubicBezTo>
                      <a:cubicBezTo>
                        <a:pt x="18479" y="36957"/>
                        <a:pt x="17431" y="36957"/>
                        <a:pt x="16097" y="37052"/>
                      </a:cubicBezTo>
                      <a:lnTo>
                        <a:pt x="12383" y="37052"/>
                      </a:lnTo>
                      <a:lnTo>
                        <a:pt x="12383" y="26575"/>
                      </a:lnTo>
                      <a:lnTo>
                        <a:pt x="12954" y="26194"/>
                      </a:lnTo>
                      <a:lnTo>
                        <a:pt x="11716" y="26194"/>
                      </a:lnTo>
                      <a:cubicBezTo>
                        <a:pt x="11716" y="26194"/>
                        <a:pt x="12383" y="25527"/>
                        <a:pt x="12383" y="25051"/>
                      </a:cubicBezTo>
                      <a:cubicBezTo>
                        <a:pt x="12383" y="24860"/>
                        <a:pt x="12383" y="24670"/>
                        <a:pt x="12287" y="24289"/>
                      </a:cubicBezTo>
                      <a:cubicBezTo>
                        <a:pt x="12287" y="23908"/>
                        <a:pt x="12287" y="23717"/>
                        <a:pt x="12287" y="23527"/>
                      </a:cubicBezTo>
                      <a:cubicBezTo>
                        <a:pt x="12287" y="23336"/>
                        <a:pt x="12287" y="23241"/>
                        <a:pt x="12287" y="23051"/>
                      </a:cubicBezTo>
                      <a:lnTo>
                        <a:pt x="11811" y="23051"/>
                      </a:lnTo>
                      <a:cubicBezTo>
                        <a:pt x="11811" y="23051"/>
                        <a:pt x="12383" y="22670"/>
                        <a:pt x="12763" y="22193"/>
                      </a:cubicBezTo>
                      <a:cubicBezTo>
                        <a:pt x="12383" y="21812"/>
                        <a:pt x="12097" y="21431"/>
                        <a:pt x="12097" y="20860"/>
                      </a:cubicBezTo>
                      <a:cubicBezTo>
                        <a:pt x="12097" y="20574"/>
                        <a:pt x="12192" y="20003"/>
                        <a:pt x="12478" y="19431"/>
                      </a:cubicBezTo>
                      <a:cubicBezTo>
                        <a:pt x="12668" y="18764"/>
                        <a:pt x="12763" y="18288"/>
                        <a:pt x="12763" y="18097"/>
                      </a:cubicBezTo>
                      <a:cubicBezTo>
                        <a:pt x="12859" y="18097"/>
                        <a:pt x="12859" y="18097"/>
                        <a:pt x="12954" y="18383"/>
                      </a:cubicBezTo>
                      <a:cubicBezTo>
                        <a:pt x="12954" y="18574"/>
                        <a:pt x="12954" y="18669"/>
                        <a:pt x="12954" y="18669"/>
                      </a:cubicBezTo>
                      <a:cubicBezTo>
                        <a:pt x="12954" y="18669"/>
                        <a:pt x="13145" y="18669"/>
                        <a:pt x="13335" y="18383"/>
                      </a:cubicBezTo>
                      <a:lnTo>
                        <a:pt x="14002" y="19621"/>
                      </a:lnTo>
                      <a:cubicBezTo>
                        <a:pt x="14002" y="19621"/>
                        <a:pt x="14288" y="18574"/>
                        <a:pt x="14192" y="17717"/>
                      </a:cubicBezTo>
                      <a:cubicBezTo>
                        <a:pt x="14002" y="17621"/>
                        <a:pt x="13811" y="17526"/>
                        <a:pt x="13430" y="17526"/>
                      </a:cubicBezTo>
                      <a:lnTo>
                        <a:pt x="12859" y="17526"/>
                      </a:lnTo>
                      <a:cubicBezTo>
                        <a:pt x="12859" y="17526"/>
                        <a:pt x="12763" y="17240"/>
                        <a:pt x="12668" y="17240"/>
                      </a:cubicBezTo>
                      <a:lnTo>
                        <a:pt x="13716" y="16954"/>
                      </a:lnTo>
                      <a:cubicBezTo>
                        <a:pt x="13145" y="16764"/>
                        <a:pt x="12763" y="16478"/>
                        <a:pt x="12668" y="15812"/>
                      </a:cubicBezTo>
                      <a:cubicBezTo>
                        <a:pt x="12668" y="15335"/>
                        <a:pt x="12668" y="14859"/>
                        <a:pt x="12668" y="14288"/>
                      </a:cubicBezTo>
                      <a:lnTo>
                        <a:pt x="13049" y="14002"/>
                      </a:lnTo>
                      <a:lnTo>
                        <a:pt x="12192" y="12763"/>
                      </a:lnTo>
                      <a:cubicBezTo>
                        <a:pt x="12573" y="11049"/>
                        <a:pt x="12763" y="10096"/>
                        <a:pt x="12763" y="10001"/>
                      </a:cubicBezTo>
                      <a:cubicBezTo>
                        <a:pt x="12763" y="9430"/>
                        <a:pt x="12573" y="8954"/>
                        <a:pt x="12383" y="8572"/>
                      </a:cubicBezTo>
                      <a:cubicBezTo>
                        <a:pt x="12383" y="8477"/>
                        <a:pt x="12478" y="6953"/>
                        <a:pt x="12573" y="4382"/>
                      </a:cubicBezTo>
                      <a:cubicBezTo>
                        <a:pt x="12573" y="2667"/>
                        <a:pt x="12954" y="1429"/>
                        <a:pt x="13621" y="571"/>
                      </a:cubicBezTo>
                      <a:cubicBezTo>
                        <a:pt x="13525" y="571"/>
                        <a:pt x="14288" y="571"/>
                        <a:pt x="16097" y="571"/>
                      </a:cubicBezTo>
                      <a:cubicBezTo>
                        <a:pt x="17050" y="571"/>
                        <a:pt x="17812" y="476"/>
                        <a:pt x="18383" y="0"/>
                      </a:cubicBezTo>
                      <a:cubicBezTo>
                        <a:pt x="19241" y="953"/>
                        <a:pt x="19621" y="2572"/>
                        <a:pt x="19621" y="4763"/>
                      </a:cubicBezTo>
                      <a:lnTo>
                        <a:pt x="19621" y="8382"/>
                      </a:lnTo>
                      <a:cubicBezTo>
                        <a:pt x="19621" y="9335"/>
                        <a:pt x="19621" y="10192"/>
                        <a:pt x="19812" y="10954"/>
                      </a:cubicBezTo>
                      <a:cubicBezTo>
                        <a:pt x="19526" y="11049"/>
                        <a:pt x="19431" y="11335"/>
                        <a:pt x="19431" y="11716"/>
                      </a:cubicBezTo>
                      <a:cubicBezTo>
                        <a:pt x="19431" y="11906"/>
                        <a:pt x="19431" y="12097"/>
                        <a:pt x="19431" y="12383"/>
                      </a:cubicBezTo>
                      <a:cubicBezTo>
                        <a:pt x="19431" y="12668"/>
                        <a:pt x="19526" y="12954"/>
                        <a:pt x="19526" y="13049"/>
                      </a:cubicBezTo>
                      <a:cubicBezTo>
                        <a:pt x="19526" y="13145"/>
                        <a:pt x="19526" y="13240"/>
                        <a:pt x="19526" y="13430"/>
                      </a:cubicBezTo>
                      <a:lnTo>
                        <a:pt x="19526" y="13240"/>
                      </a:lnTo>
                      <a:cubicBezTo>
                        <a:pt x="19526" y="13240"/>
                        <a:pt x="19431" y="13811"/>
                        <a:pt x="19526" y="14288"/>
                      </a:cubicBezTo>
                      <a:cubicBezTo>
                        <a:pt x="19621" y="14764"/>
                        <a:pt x="19717" y="15050"/>
                        <a:pt x="19717" y="15335"/>
                      </a:cubicBezTo>
                      <a:cubicBezTo>
                        <a:pt x="19717" y="15716"/>
                        <a:pt x="19717" y="16002"/>
                        <a:pt x="19621" y="16288"/>
                      </a:cubicBezTo>
                      <a:lnTo>
                        <a:pt x="20003" y="16954"/>
                      </a:lnTo>
                      <a:lnTo>
                        <a:pt x="19812" y="16954"/>
                      </a:lnTo>
                      <a:cubicBezTo>
                        <a:pt x="19812" y="16954"/>
                        <a:pt x="19621" y="17717"/>
                        <a:pt x="19621" y="18574"/>
                      </a:cubicBezTo>
                      <a:cubicBezTo>
                        <a:pt x="19621" y="19241"/>
                        <a:pt x="19431" y="19717"/>
                        <a:pt x="19050" y="19907"/>
                      </a:cubicBezTo>
                      <a:cubicBezTo>
                        <a:pt x="19050" y="19907"/>
                        <a:pt x="19336" y="20098"/>
                        <a:pt x="19621" y="20098"/>
                      </a:cubicBezTo>
                      <a:cubicBezTo>
                        <a:pt x="19812" y="23622"/>
                        <a:pt x="19812" y="26479"/>
                        <a:pt x="19621" y="28670"/>
                      </a:cubicBezTo>
                      <a:cubicBezTo>
                        <a:pt x="19621" y="28480"/>
                        <a:pt x="19431" y="28480"/>
                        <a:pt x="19336" y="28480"/>
                      </a:cubicBezTo>
                      <a:lnTo>
                        <a:pt x="18859" y="28480"/>
                      </a:lnTo>
                      <a:cubicBezTo>
                        <a:pt x="18859" y="28480"/>
                        <a:pt x="18955" y="28670"/>
                        <a:pt x="18955" y="28670"/>
                      </a:cubicBezTo>
                      <a:cubicBezTo>
                        <a:pt x="18955" y="28861"/>
                        <a:pt x="18859" y="29051"/>
                        <a:pt x="18669" y="29146"/>
                      </a:cubicBezTo>
                      <a:cubicBezTo>
                        <a:pt x="18479" y="29432"/>
                        <a:pt x="18288" y="29623"/>
                        <a:pt x="18288" y="29623"/>
                      </a:cubicBezTo>
                      <a:cubicBezTo>
                        <a:pt x="18288" y="29813"/>
                        <a:pt x="18383" y="29909"/>
                        <a:pt x="18574" y="30099"/>
                      </a:cubicBezTo>
                      <a:cubicBezTo>
                        <a:pt x="18764" y="29528"/>
                        <a:pt x="19050" y="29146"/>
                        <a:pt x="19526" y="29146"/>
                      </a:cubicBezTo>
                      <a:cubicBezTo>
                        <a:pt x="19812" y="29146"/>
                        <a:pt x="20288" y="29432"/>
                        <a:pt x="21241" y="30099"/>
                      </a:cubicBezTo>
                      <a:cubicBezTo>
                        <a:pt x="21336" y="30099"/>
                        <a:pt x="21431" y="30099"/>
                        <a:pt x="21622" y="29909"/>
                      </a:cubicBezTo>
                      <a:lnTo>
                        <a:pt x="21622" y="29528"/>
                      </a:lnTo>
                      <a:cubicBezTo>
                        <a:pt x="21622" y="29528"/>
                        <a:pt x="22193" y="29718"/>
                        <a:pt x="22955" y="29718"/>
                      </a:cubicBezTo>
                      <a:lnTo>
                        <a:pt x="22955" y="29909"/>
                      </a:lnTo>
                      <a:cubicBezTo>
                        <a:pt x="22955" y="29909"/>
                        <a:pt x="23241" y="30099"/>
                        <a:pt x="23336" y="30099"/>
                      </a:cubicBezTo>
                      <a:cubicBezTo>
                        <a:pt x="23527" y="30099"/>
                        <a:pt x="23813" y="30099"/>
                        <a:pt x="24098" y="29909"/>
                      </a:cubicBezTo>
                      <a:cubicBezTo>
                        <a:pt x="24479" y="29718"/>
                        <a:pt x="24765" y="29623"/>
                        <a:pt x="24860" y="29623"/>
                      </a:cubicBezTo>
                      <a:cubicBezTo>
                        <a:pt x="25051" y="29623"/>
                        <a:pt x="25337" y="29813"/>
                        <a:pt x="25622" y="30004"/>
                      </a:cubicBezTo>
                      <a:cubicBezTo>
                        <a:pt x="26194" y="29813"/>
                        <a:pt x="26861" y="29623"/>
                        <a:pt x="27622" y="29623"/>
                      </a:cubicBezTo>
                      <a:cubicBezTo>
                        <a:pt x="28004" y="29623"/>
                        <a:pt x="28480" y="29623"/>
                        <a:pt x="29242" y="29813"/>
                      </a:cubicBezTo>
                      <a:cubicBezTo>
                        <a:pt x="29908" y="29813"/>
                        <a:pt x="30480" y="29909"/>
                        <a:pt x="30956" y="29909"/>
                      </a:cubicBezTo>
                      <a:cubicBezTo>
                        <a:pt x="31337" y="29909"/>
                        <a:pt x="31623" y="29909"/>
                        <a:pt x="32004" y="29813"/>
                      </a:cubicBezTo>
                      <a:close/>
                      <a:moveTo>
                        <a:pt x="12287" y="16002"/>
                      </a:moveTo>
                      <a:lnTo>
                        <a:pt x="12287" y="16288"/>
                      </a:lnTo>
                      <a:lnTo>
                        <a:pt x="11811" y="15716"/>
                      </a:lnTo>
                      <a:cubicBezTo>
                        <a:pt x="11811" y="15716"/>
                        <a:pt x="12097" y="15716"/>
                        <a:pt x="12287" y="15907"/>
                      </a:cubicBezTo>
                      <a:close/>
                      <a:moveTo>
                        <a:pt x="12859" y="17526"/>
                      </a:moveTo>
                      <a:cubicBezTo>
                        <a:pt x="12859" y="17526"/>
                        <a:pt x="12859" y="17717"/>
                        <a:pt x="12859" y="17526"/>
                      </a:cubicBezTo>
                      <a:lnTo>
                        <a:pt x="12859" y="17526"/>
                      </a:lnTo>
                      <a:close/>
                      <a:moveTo>
                        <a:pt x="13335" y="27813"/>
                      </a:moveTo>
                      <a:lnTo>
                        <a:pt x="12954" y="27432"/>
                      </a:lnTo>
                      <a:lnTo>
                        <a:pt x="13430" y="26861"/>
                      </a:lnTo>
                      <a:lnTo>
                        <a:pt x="13049" y="26861"/>
                      </a:lnTo>
                      <a:lnTo>
                        <a:pt x="13240" y="26289"/>
                      </a:lnTo>
                      <a:lnTo>
                        <a:pt x="12668" y="27146"/>
                      </a:lnTo>
                      <a:lnTo>
                        <a:pt x="12859" y="27622"/>
                      </a:lnTo>
                      <a:cubicBezTo>
                        <a:pt x="12859" y="27622"/>
                        <a:pt x="13049" y="27813"/>
                        <a:pt x="13240" y="27718"/>
                      </a:cubicBezTo>
                      <a:close/>
                      <a:moveTo>
                        <a:pt x="14573" y="28766"/>
                      </a:moveTo>
                      <a:lnTo>
                        <a:pt x="15335" y="28575"/>
                      </a:lnTo>
                      <a:lnTo>
                        <a:pt x="14859" y="28575"/>
                      </a:lnTo>
                      <a:lnTo>
                        <a:pt x="14668" y="28766"/>
                      </a:lnTo>
                      <a:close/>
                      <a:moveTo>
                        <a:pt x="16859" y="19336"/>
                      </a:moveTo>
                      <a:lnTo>
                        <a:pt x="17431" y="19050"/>
                      </a:lnTo>
                      <a:lnTo>
                        <a:pt x="17050" y="19050"/>
                      </a:lnTo>
                      <a:lnTo>
                        <a:pt x="16859" y="19336"/>
                      </a:lnTo>
                      <a:close/>
                      <a:moveTo>
                        <a:pt x="17431" y="13335"/>
                      </a:moveTo>
                      <a:lnTo>
                        <a:pt x="17431" y="12859"/>
                      </a:lnTo>
                      <a:lnTo>
                        <a:pt x="17050" y="12573"/>
                      </a:lnTo>
                      <a:lnTo>
                        <a:pt x="17431" y="13335"/>
                      </a:lnTo>
                      <a:close/>
                      <a:moveTo>
                        <a:pt x="23717" y="8858"/>
                      </a:moveTo>
                      <a:lnTo>
                        <a:pt x="23717" y="9525"/>
                      </a:lnTo>
                      <a:lnTo>
                        <a:pt x="23527" y="9525"/>
                      </a:lnTo>
                      <a:lnTo>
                        <a:pt x="23527" y="8858"/>
                      </a:lnTo>
                      <a:lnTo>
                        <a:pt x="23717" y="8858"/>
                      </a:lnTo>
                      <a:close/>
                      <a:moveTo>
                        <a:pt x="32290" y="31433"/>
                      </a:moveTo>
                      <a:lnTo>
                        <a:pt x="32290" y="30956"/>
                      </a:lnTo>
                      <a:lnTo>
                        <a:pt x="32099" y="30575"/>
                      </a:lnTo>
                      <a:lnTo>
                        <a:pt x="32290" y="31433"/>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 name="Google Shape;1604;p99"/>
                <p:cNvSpPr/>
                <p:nvPr/>
              </p:nvSpPr>
              <p:spPr>
                <a:xfrm>
                  <a:off x="3376612" y="4586382"/>
                  <a:ext cx="36099" cy="38576"/>
                </a:xfrm>
                <a:custGeom>
                  <a:avLst/>
                  <a:gdLst/>
                  <a:ahLst/>
                  <a:cxnLst/>
                  <a:rect l="l" t="t" r="r" b="b"/>
                  <a:pathLst>
                    <a:path w="36099" h="38576" extrusionOk="0">
                      <a:moveTo>
                        <a:pt x="1429" y="32575"/>
                      </a:moveTo>
                      <a:cubicBezTo>
                        <a:pt x="1429" y="32575"/>
                        <a:pt x="1619" y="32861"/>
                        <a:pt x="1619" y="33052"/>
                      </a:cubicBezTo>
                      <a:cubicBezTo>
                        <a:pt x="1619" y="33052"/>
                        <a:pt x="1619" y="33242"/>
                        <a:pt x="1524" y="33338"/>
                      </a:cubicBezTo>
                      <a:cubicBezTo>
                        <a:pt x="1429" y="33528"/>
                        <a:pt x="1429" y="33718"/>
                        <a:pt x="1429" y="33814"/>
                      </a:cubicBezTo>
                      <a:lnTo>
                        <a:pt x="1238" y="33338"/>
                      </a:lnTo>
                      <a:lnTo>
                        <a:pt x="0" y="33718"/>
                      </a:lnTo>
                      <a:cubicBezTo>
                        <a:pt x="0" y="33718"/>
                        <a:pt x="381" y="33147"/>
                        <a:pt x="857" y="33147"/>
                      </a:cubicBezTo>
                      <a:cubicBezTo>
                        <a:pt x="1333" y="33147"/>
                        <a:pt x="1524" y="32956"/>
                        <a:pt x="1429" y="32575"/>
                      </a:cubicBezTo>
                      <a:close/>
                      <a:moveTo>
                        <a:pt x="191" y="29242"/>
                      </a:moveTo>
                      <a:cubicBezTo>
                        <a:pt x="191" y="29242"/>
                        <a:pt x="286" y="28670"/>
                        <a:pt x="667" y="28670"/>
                      </a:cubicBezTo>
                      <a:cubicBezTo>
                        <a:pt x="667" y="28670"/>
                        <a:pt x="857" y="28670"/>
                        <a:pt x="857" y="28861"/>
                      </a:cubicBezTo>
                      <a:lnTo>
                        <a:pt x="191" y="29242"/>
                      </a:lnTo>
                      <a:close/>
                      <a:moveTo>
                        <a:pt x="1619" y="25432"/>
                      </a:moveTo>
                      <a:lnTo>
                        <a:pt x="1048" y="25432"/>
                      </a:lnTo>
                      <a:lnTo>
                        <a:pt x="1714" y="24955"/>
                      </a:lnTo>
                      <a:lnTo>
                        <a:pt x="1714" y="25432"/>
                      </a:lnTo>
                      <a:close/>
                      <a:moveTo>
                        <a:pt x="1333" y="28194"/>
                      </a:moveTo>
                      <a:lnTo>
                        <a:pt x="1524" y="28384"/>
                      </a:lnTo>
                      <a:lnTo>
                        <a:pt x="1524" y="28861"/>
                      </a:lnTo>
                      <a:lnTo>
                        <a:pt x="1333" y="28194"/>
                      </a:lnTo>
                      <a:close/>
                      <a:moveTo>
                        <a:pt x="1905" y="26194"/>
                      </a:moveTo>
                      <a:cubicBezTo>
                        <a:pt x="1905" y="26194"/>
                        <a:pt x="2096" y="26003"/>
                        <a:pt x="2191" y="26194"/>
                      </a:cubicBezTo>
                      <a:cubicBezTo>
                        <a:pt x="2286" y="26194"/>
                        <a:pt x="2381" y="26384"/>
                        <a:pt x="2476" y="26384"/>
                      </a:cubicBezTo>
                      <a:cubicBezTo>
                        <a:pt x="2381" y="26479"/>
                        <a:pt x="2286" y="26575"/>
                        <a:pt x="2286" y="26575"/>
                      </a:cubicBezTo>
                      <a:cubicBezTo>
                        <a:pt x="2191" y="26384"/>
                        <a:pt x="2000" y="26289"/>
                        <a:pt x="1905" y="26289"/>
                      </a:cubicBezTo>
                      <a:close/>
                      <a:moveTo>
                        <a:pt x="1905" y="38576"/>
                      </a:moveTo>
                      <a:lnTo>
                        <a:pt x="1905" y="37814"/>
                      </a:lnTo>
                      <a:lnTo>
                        <a:pt x="2191" y="38290"/>
                      </a:lnTo>
                      <a:cubicBezTo>
                        <a:pt x="2191" y="38290"/>
                        <a:pt x="1905" y="38290"/>
                        <a:pt x="1905" y="38576"/>
                      </a:cubicBezTo>
                      <a:close/>
                      <a:moveTo>
                        <a:pt x="3429" y="22193"/>
                      </a:moveTo>
                      <a:lnTo>
                        <a:pt x="3429" y="23050"/>
                      </a:lnTo>
                      <a:lnTo>
                        <a:pt x="3238" y="23050"/>
                      </a:lnTo>
                      <a:lnTo>
                        <a:pt x="3238" y="22193"/>
                      </a:lnTo>
                      <a:lnTo>
                        <a:pt x="3429" y="22193"/>
                      </a:lnTo>
                      <a:close/>
                      <a:moveTo>
                        <a:pt x="4000" y="30385"/>
                      </a:moveTo>
                      <a:cubicBezTo>
                        <a:pt x="4000" y="30385"/>
                        <a:pt x="4000" y="30671"/>
                        <a:pt x="4191" y="30766"/>
                      </a:cubicBezTo>
                      <a:lnTo>
                        <a:pt x="3238" y="30766"/>
                      </a:lnTo>
                      <a:lnTo>
                        <a:pt x="3238" y="30385"/>
                      </a:lnTo>
                      <a:lnTo>
                        <a:pt x="4000" y="30385"/>
                      </a:lnTo>
                      <a:close/>
                      <a:moveTo>
                        <a:pt x="4382" y="29051"/>
                      </a:moveTo>
                      <a:cubicBezTo>
                        <a:pt x="4382" y="29051"/>
                        <a:pt x="4382" y="29337"/>
                        <a:pt x="4191" y="29813"/>
                      </a:cubicBezTo>
                      <a:cubicBezTo>
                        <a:pt x="4191" y="29813"/>
                        <a:pt x="4000" y="29813"/>
                        <a:pt x="3810" y="29623"/>
                      </a:cubicBezTo>
                      <a:cubicBezTo>
                        <a:pt x="3810" y="29242"/>
                        <a:pt x="3905" y="29051"/>
                        <a:pt x="4286" y="29051"/>
                      </a:cubicBezTo>
                      <a:close/>
                      <a:moveTo>
                        <a:pt x="4953" y="20955"/>
                      </a:moveTo>
                      <a:lnTo>
                        <a:pt x="4953" y="21241"/>
                      </a:lnTo>
                      <a:lnTo>
                        <a:pt x="4191" y="20955"/>
                      </a:lnTo>
                      <a:lnTo>
                        <a:pt x="4953" y="20955"/>
                      </a:lnTo>
                      <a:close/>
                      <a:moveTo>
                        <a:pt x="4382" y="28480"/>
                      </a:moveTo>
                      <a:lnTo>
                        <a:pt x="4572" y="28480"/>
                      </a:lnTo>
                      <a:lnTo>
                        <a:pt x="4191" y="28004"/>
                      </a:lnTo>
                      <a:cubicBezTo>
                        <a:pt x="4191" y="28004"/>
                        <a:pt x="4382" y="28004"/>
                        <a:pt x="4763" y="27813"/>
                      </a:cubicBezTo>
                      <a:cubicBezTo>
                        <a:pt x="4763" y="28004"/>
                        <a:pt x="4763" y="28194"/>
                        <a:pt x="4953" y="28480"/>
                      </a:cubicBezTo>
                      <a:lnTo>
                        <a:pt x="4382" y="28480"/>
                      </a:lnTo>
                      <a:close/>
                      <a:moveTo>
                        <a:pt x="4953" y="30385"/>
                      </a:moveTo>
                      <a:lnTo>
                        <a:pt x="5239" y="30766"/>
                      </a:lnTo>
                      <a:lnTo>
                        <a:pt x="4572" y="30385"/>
                      </a:lnTo>
                      <a:lnTo>
                        <a:pt x="4953" y="30385"/>
                      </a:lnTo>
                      <a:close/>
                      <a:moveTo>
                        <a:pt x="7049" y="25813"/>
                      </a:moveTo>
                      <a:lnTo>
                        <a:pt x="6382" y="25813"/>
                      </a:lnTo>
                      <a:lnTo>
                        <a:pt x="6572" y="26575"/>
                      </a:lnTo>
                      <a:cubicBezTo>
                        <a:pt x="6572" y="26575"/>
                        <a:pt x="6191" y="26575"/>
                        <a:pt x="6001" y="26384"/>
                      </a:cubicBezTo>
                      <a:cubicBezTo>
                        <a:pt x="5715" y="26194"/>
                        <a:pt x="5620" y="26098"/>
                        <a:pt x="5525" y="26098"/>
                      </a:cubicBezTo>
                      <a:cubicBezTo>
                        <a:pt x="5334" y="26098"/>
                        <a:pt x="5143" y="26194"/>
                        <a:pt x="5048" y="26479"/>
                      </a:cubicBezTo>
                      <a:cubicBezTo>
                        <a:pt x="4953" y="26098"/>
                        <a:pt x="4858" y="25908"/>
                        <a:pt x="4858" y="25813"/>
                      </a:cubicBezTo>
                      <a:cubicBezTo>
                        <a:pt x="4953" y="25622"/>
                        <a:pt x="5048" y="25432"/>
                        <a:pt x="5143" y="25241"/>
                      </a:cubicBezTo>
                      <a:lnTo>
                        <a:pt x="5143" y="25432"/>
                      </a:lnTo>
                      <a:lnTo>
                        <a:pt x="6096" y="25432"/>
                      </a:lnTo>
                      <a:cubicBezTo>
                        <a:pt x="6096" y="25432"/>
                        <a:pt x="5810" y="25432"/>
                        <a:pt x="5715" y="25622"/>
                      </a:cubicBezTo>
                      <a:cubicBezTo>
                        <a:pt x="5715" y="25717"/>
                        <a:pt x="5715" y="25813"/>
                        <a:pt x="5810" y="25908"/>
                      </a:cubicBezTo>
                      <a:cubicBezTo>
                        <a:pt x="5905" y="26003"/>
                        <a:pt x="6001" y="26098"/>
                        <a:pt x="6096" y="26098"/>
                      </a:cubicBezTo>
                      <a:cubicBezTo>
                        <a:pt x="6191" y="25717"/>
                        <a:pt x="6382" y="25432"/>
                        <a:pt x="6667" y="25432"/>
                      </a:cubicBezTo>
                      <a:cubicBezTo>
                        <a:pt x="6667" y="25432"/>
                        <a:pt x="6858" y="25432"/>
                        <a:pt x="6953" y="25622"/>
                      </a:cubicBezTo>
                      <a:lnTo>
                        <a:pt x="7049" y="25622"/>
                      </a:lnTo>
                      <a:close/>
                      <a:moveTo>
                        <a:pt x="4953" y="34385"/>
                      </a:moveTo>
                      <a:cubicBezTo>
                        <a:pt x="4953" y="34385"/>
                        <a:pt x="4763" y="34099"/>
                        <a:pt x="4763" y="34004"/>
                      </a:cubicBezTo>
                      <a:cubicBezTo>
                        <a:pt x="4763" y="33623"/>
                        <a:pt x="4953" y="33242"/>
                        <a:pt x="5429" y="33242"/>
                      </a:cubicBezTo>
                      <a:lnTo>
                        <a:pt x="4953" y="34480"/>
                      </a:lnTo>
                      <a:close/>
                      <a:moveTo>
                        <a:pt x="5429" y="19336"/>
                      </a:moveTo>
                      <a:cubicBezTo>
                        <a:pt x="5429" y="19336"/>
                        <a:pt x="5239" y="19717"/>
                        <a:pt x="5239" y="19907"/>
                      </a:cubicBezTo>
                      <a:cubicBezTo>
                        <a:pt x="5239" y="20193"/>
                        <a:pt x="5239" y="20383"/>
                        <a:pt x="5239" y="20479"/>
                      </a:cubicBezTo>
                      <a:cubicBezTo>
                        <a:pt x="5239" y="20479"/>
                        <a:pt x="5239" y="20479"/>
                        <a:pt x="5048" y="20479"/>
                      </a:cubicBezTo>
                      <a:lnTo>
                        <a:pt x="5048" y="19240"/>
                      </a:lnTo>
                      <a:lnTo>
                        <a:pt x="5429" y="19240"/>
                      </a:lnTo>
                      <a:close/>
                      <a:moveTo>
                        <a:pt x="6096" y="19431"/>
                      </a:moveTo>
                      <a:cubicBezTo>
                        <a:pt x="6096" y="19431"/>
                        <a:pt x="6572" y="19431"/>
                        <a:pt x="6858" y="19431"/>
                      </a:cubicBezTo>
                      <a:lnTo>
                        <a:pt x="6096" y="19431"/>
                      </a:lnTo>
                      <a:close/>
                      <a:moveTo>
                        <a:pt x="6953" y="35242"/>
                      </a:moveTo>
                      <a:cubicBezTo>
                        <a:pt x="6953" y="35242"/>
                        <a:pt x="6953" y="35528"/>
                        <a:pt x="7239" y="35623"/>
                      </a:cubicBezTo>
                      <a:lnTo>
                        <a:pt x="6667" y="35814"/>
                      </a:lnTo>
                      <a:lnTo>
                        <a:pt x="6667" y="35338"/>
                      </a:lnTo>
                      <a:lnTo>
                        <a:pt x="6953" y="35338"/>
                      </a:lnTo>
                      <a:close/>
                      <a:moveTo>
                        <a:pt x="7525" y="20098"/>
                      </a:moveTo>
                      <a:cubicBezTo>
                        <a:pt x="7525" y="20098"/>
                        <a:pt x="7334" y="19526"/>
                        <a:pt x="6763" y="19336"/>
                      </a:cubicBezTo>
                      <a:cubicBezTo>
                        <a:pt x="7144" y="19336"/>
                        <a:pt x="7429" y="19336"/>
                        <a:pt x="7620" y="19240"/>
                      </a:cubicBezTo>
                      <a:lnTo>
                        <a:pt x="7429" y="20098"/>
                      </a:lnTo>
                      <a:close/>
                      <a:moveTo>
                        <a:pt x="6953" y="37243"/>
                      </a:moveTo>
                      <a:cubicBezTo>
                        <a:pt x="6953" y="37243"/>
                        <a:pt x="6953" y="36957"/>
                        <a:pt x="7144" y="36862"/>
                      </a:cubicBezTo>
                      <a:cubicBezTo>
                        <a:pt x="7334" y="36576"/>
                        <a:pt x="7525" y="36576"/>
                        <a:pt x="7715" y="36576"/>
                      </a:cubicBezTo>
                      <a:cubicBezTo>
                        <a:pt x="7525" y="36957"/>
                        <a:pt x="7334" y="37147"/>
                        <a:pt x="6953" y="37243"/>
                      </a:cubicBezTo>
                      <a:close/>
                      <a:moveTo>
                        <a:pt x="7334" y="24574"/>
                      </a:moveTo>
                      <a:lnTo>
                        <a:pt x="8192" y="24955"/>
                      </a:lnTo>
                      <a:cubicBezTo>
                        <a:pt x="8192" y="24955"/>
                        <a:pt x="8096" y="25146"/>
                        <a:pt x="7906" y="25146"/>
                      </a:cubicBezTo>
                      <a:cubicBezTo>
                        <a:pt x="7525" y="25146"/>
                        <a:pt x="7429" y="24955"/>
                        <a:pt x="7334" y="24574"/>
                      </a:cubicBezTo>
                      <a:close/>
                      <a:moveTo>
                        <a:pt x="8192" y="25813"/>
                      </a:moveTo>
                      <a:cubicBezTo>
                        <a:pt x="7811" y="26289"/>
                        <a:pt x="7620" y="26670"/>
                        <a:pt x="7620" y="26765"/>
                      </a:cubicBezTo>
                      <a:cubicBezTo>
                        <a:pt x="7525" y="26670"/>
                        <a:pt x="7429" y="26670"/>
                        <a:pt x="7429" y="26479"/>
                      </a:cubicBezTo>
                      <a:lnTo>
                        <a:pt x="7429" y="26003"/>
                      </a:lnTo>
                      <a:lnTo>
                        <a:pt x="8287" y="25813"/>
                      </a:lnTo>
                      <a:close/>
                      <a:moveTo>
                        <a:pt x="7620" y="24098"/>
                      </a:moveTo>
                      <a:cubicBezTo>
                        <a:pt x="7620" y="24098"/>
                        <a:pt x="7525" y="23431"/>
                        <a:pt x="7906" y="23050"/>
                      </a:cubicBezTo>
                      <a:lnTo>
                        <a:pt x="8763" y="23908"/>
                      </a:lnTo>
                      <a:cubicBezTo>
                        <a:pt x="8763" y="23908"/>
                        <a:pt x="8572" y="23908"/>
                        <a:pt x="8382" y="24003"/>
                      </a:cubicBezTo>
                      <a:cubicBezTo>
                        <a:pt x="8192" y="24098"/>
                        <a:pt x="8001" y="24193"/>
                        <a:pt x="8001" y="24193"/>
                      </a:cubicBezTo>
                      <a:cubicBezTo>
                        <a:pt x="7906" y="24193"/>
                        <a:pt x="7811" y="24193"/>
                        <a:pt x="7715" y="24003"/>
                      </a:cubicBezTo>
                      <a:close/>
                      <a:moveTo>
                        <a:pt x="7906" y="33052"/>
                      </a:moveTo>
                      <a:cubicBezTo>
                        <a:pt x="7906" y="33052"/>
                        <a:pt x="7811" y="33242"/>
                        <a:pt x="7811" y="33623"/>
                      </a:cubicBezTo>
                      <a:lnTo>
                        <a:pt x="7620" y="33052"/>
                      </a:lnTo>
                      <a:lnTo>
                        <a:pt x="7906" y="33052"/>
                      </a:lnTo>
                      <a:close/>
                      <a:moveTo>
                        <a:pt x="8668" y="34576"/>
                      </a:moveTo>
                      <a:lnTo>
                        <a:pt x="8287" y="34099"/>
                      </a:lnTo>
                      <a:lnTo>
                        <a:pt x="8763" y="34480"/>
                      </a:lnTo>
                      <a:cubicBezTo>
                        <a:pt x="8763" y="34480"/>
                        <a:pt x="8382" y="34862"/>
                        <a:pt x="7811" y="34766"/>
                      </a:cubicBezTo>
                      <a:lnTo>
                        <a:pt x="8668" y="34576"/>
                      </a:lnTo>
                      <a:close/>
                      <a:moveTo>
                        <a:pt x="9049" y="22193"/>
                      </a:moveTo>
                      <a:cubicBezTo>
                        <a:pt x="9049" y="22193"/>
                        <a:pt x="9239" y="22193"/>
                        <a:pt x="9239" y="22193"/>
                      </a:cubicBezTo>
                      <a:cubicBezTo>
                        <a:pt x="9239" y="22193"/>
                        <a:pt x="9239" y="22193"/>
                        <a:pt x="9049" y="22288"/>
                      </a:cubicBezTo>
                      <a:cubicBezTo>
                        <a:pt x="8954" y="22288"/>
                        <a:pt x="8954" y="22479"/>
                        <a:pt x="8954" y="22479"/>
                      </a:cubicBezTo>
                      <a:lnTo>
                        <a:pt x="8572" y="22193"/>
                      </a:lnTo>
                      <a:cubicBezTo>
                        <a:pt x="8572" y="22193"/>
                        <a:pt x="8763" y="22193"/>
                        <a:pt x="8858" y="22003"/>
                      </a:cubicBezTo>
                      <a:lnTo>
                        <a:pt x="9049" y="22003"/>
                      </a:lnTo>
                      <a:close/>
                      <a:moveTo>
                        <a:pt x="9049" y="22860"/>
                      </a:moveTo>
                      <a:cubicBezTo>
                        <a:pt x="9049" y="22860"/>
                        <a:pt x="8954" y="22670"/>
                        <a:pt x="8954" y="22670"/>
                      </a:cubicBezTo>
                      <a:lnTo>
                        <a:pt x="8954" y="22860"/>
                      </a:lnTo>
                      <a:close/>
                      <a:moveTo>
                        <a:pt x="9525" y="25241"/>
                      </a:moveTo>
                      <a:cubicBezTo>
                        <a:pt x="9525" y="25241"/>
                        <a:pt x="9334" y="25241"/>
                        <a:pt x="9334" y="25146"/>
                      </a:cubicBezTo>
                      <a:cubicBezTo>
                        <a:pt x="9334" y="25146"/>
                        <a:pt x="9334" y="24955"/>
                        <a:pt x="9620" y="24765"/>
                      </a:cubicBezTo>
                      <a:cubicBezTo>
                        <a:pt x="9811" y="24765"/>
                        <a:pt x="9906" y="24765"/>
                        <a:pt x="10001" y="24765"/>
                      </a:cubicBezTo>
                      <a:cubicBezTo>
                        <a:pt x="10001" y="24860"/>
                        <a:pt x="9906" y="25146"/>
                        <a:pt x="9620" y="25337"/>
                      </a:cubicBezTo>
                      <a:lnTo>
                        <a:pt x="9430" y="25337"/>
                      </a:lnTo>
                      <a:close/>
                      <a:moveTo>
                        <a:pt x="36100" y="13811"/>
                      </a:moveTo>
                      <a:cubicBezTo>
                        <a:pt x="36100" y="14383"/>
                        <a:pt x="36100" y="15145"/>
                        <a:pt x="36100" y="15907"/>
                      </a:cubicBezTo>
                      <a:cubicBezTo>
                        <a:pt x="36100" y="16764"/>
                        <a:pt x="36100" y="18002"/>
                        <a:pt x="36100" y="19621"/>
                      </a:cubicBezTo>
                      <a:cubicBezTo>
                        <a:pt x="36100" y="21241"/>
                        <a:pt x="36100" y="22574"/>
                        <a:pt x="36100" y="23336"/>
                      </a:cubicBezTo>
                      <a:cubicBezTo>
                        <a:pt x="36100" y="25337"/>
                        <a:pt x="36004" y="27051"/>
                        <a:pt x="35814" y="28480"/>
                      </a:cubicBezTo>
                      <a:cubicBezTo>
                        <a:pt x="35814" y="28480"/>
                        <a:pt x="35624" y="28480"/>
                        <a:pt x="35528" y="28384"/>
                      </a:cubicBezTo>
                      <a:cubicBezTo>
                        <a:pt x="35528" y="28861"/>
                        <a:pt x="35338" y="29337"/>
                        <a:pt x="35242" y="29718"/>
                      </a:cubicBezTo>
                      <a:cubicBezTo>
                        <a:pt x="35147" y="30194"/>
                        <a:pt x="34862" y="30575"/>
                        <a:pt x="34480" y="30766"/>
                      </a:cubicBezTo>
                      <a:lnTo>
                        <a:pt x="34862" y="31147"/>
                      </a:lnTo>
                      <a:cubicBezTo>
                        <a:pt x="34004" y="32004"/>
                        <a:pt x="32957" y="32766"/>
                        <a:pt x="32099" y="33718"/>
                      </a:cubicBezTo>
                      <a:cubicBezTo>
                        <a:pt x="30956" y="34766"/>
                        <a:pt x="29908" y="35433"/>
                        <a:pt x="29146" y="35909"/>
                      </a:cubicBezTo>
                      <a:lnTo>
                        <a:pt x="28480" y="35909"/>
                      </a:lnTo>
                      <a:cubicBezTo>
                        <a:pt x="28480" y="35909"/>
                        <a:pt x="28004" y="35814"/>
                        <a:pt x="27908" y="35814"/>
                      </a:cubicBezTo>
                      <a:cubicBezTo>
                        <a:pt x="27527" y="35814"/>
                        <a:pt x="27337" y="36004"/>
                        <a:pt x="27337" y="36576"/>
                      </a:cubicBezTo>
                      <a:cubicBezTo>
                        <a:pt x="25241" y="36671"/>
                        <a:pt x="23622" y="36576"/>
                        <a:pt x="22479" y="36576"/>
                      </a:cubicBezTo>
                      <a:cubicBezTo>
                        <a:pt x="20955" y="36385"/>
                        <a:pt x="19336" y="35814"/>
                        <a:pt x="17812" y="35052"/>
                      </a:cubicBezTo>
                      <a:lnTo>
                        <a:pt x="17336" y="35052"/>
                      </a:lnTo>
                      <a:cubicBezTo>
                        <a:pt x="17336" y="35052"/>
                        <a:pt x="17431" y="34862"/>
                        <a:pt x="17431" y="34766"/>
                      </a:cubicBezTo>
                      <a:cubicBezTo>
                        <a:pt x="17431" y="34671"/>
                        <a:pt x="17240" y="34576"/>
                        <a:pt x="16954" y="34576"/>
                      </a:cubicBezTo>
                      <a:cubicBezTo>
                        <a:pt x="16669" y="34576"/>
                        <a:pt x="16383" y="34576"/>
                        <a:pt x="16288" y="34290"/>
                      </a:cubicBezTo>
                      <a:cubicBezTo>
                        <a:pt x="15907" y="34290"/>
                        <a:pt x="15430" y="33814"/>
                        <a:pt x="14954" y="33147"/>
                      </a:cubicBezTo>
                      <a:cubicBezTo>
                        <a:pt x="14383" y="32480"/>
                        <a:pt x="13907" y="32195"/>
                        <a:pt x="13716" y="32290"/>
                      </a:cubicBezTo>
                      <a:cubicBezTo>
                        <a:pt x="13621" y="31528"/>
                        <a:pt x="13525" y="31147"/>
                        <a:pt x="13430" y="30861"/>
                      </a:cubicBezTo>
                      <a:cubicBezTo>
                        <a:pt x="13240" y="30480"/>
                        <a:pt x="12859" y="30099"/>
                        <a:pt x="12287" y="29813"/>
                      </a:cubicBezTo>
                      <a:cubicBezTo>
                        <a:pt x="12573" y="29813"/>
                        <a:pt x="12954" y="29813"/>
                        <a:pt x="13430" y="29623"/>
                      </a:cubicBezTo>
                      <a:cubicBezTo>
                        <a:pt x="13240" y="29242"/>
                        <a:pt x="12954" y="29146"/>
                        <a:pt x="12573" y="29337"/>
                      </a:cubicBezTo>
                      <a:lnTo>
                        <a:pt x="11716" y="28384"/>
                      </a:lnTo>
                      <a:cubicBezTo>
                        <a:pt x="11716" y="28384"/>
                        <a:pt x="11525" y="28480"/>
                        <a:pt x="11239" y="28670"/>
                      </a:cubicBezTo>
                      <a:cubicBezTo>
                        <a:pt x="11049" y="28861"/>
                        <a:pt x="10858" y="28956"/>
                        <a:pt x="10763" y="28861"/>
                      </a:cubicBezTo>
                      <a:cubicBezTo>
                        <a:pt x="10763" y="28480"/>
                        <a:pt x="10763" y="28384"/>
                        <a:pt x="10573" y="28384"/>
                      </a:cubicBezTo>
                      <a:cubicBezTo>
                        <a:pt x="11239" y="28384"/>
                        <a:pt x="11621" y="28004"/>
                        <a:pt x="11621" y="27527"/>
                      </a:cubicBezTo>
                      <a:cubicBezTo>
                        <a:pt x="11621" y="27241"/>
                        <a:pt x="11621" y="26956"/>
                        <a:pt x="11430" y="26479"/>
                      </a:cubicBezTo>
                      <a:cubicBezTo>
                        <a:pt x="11239" y="26003"/>
                        <a:pt x="11239" y="25622"/>
                        <a:pt x="11239" y="25337"/>
                      </a:cubicBezTo>
                      <a:cubicBezTo>
                        <a:pt x="11239" y="24860"/>
                        <a:pt x="11430" y="24574"/>
                        <a:pt x="11811" y="24384"/>
                      </a:cubicBezTo>
                      <a:cubicBezTo>
                        <a:pt x="11621" y="22384"/>
                        <a:pt x="11716" y="20955"/>
                        <a:pt x="12001" y="20288"/>
                      </a:cubicBezTo>
                      <a:cubicBezTo>
                        <a:pt x="12001" y="19907"/>
                        <a:pt x="12001" y="19145"/>
                        <a:pt x="11716" y="18383"/>
                      </a:cubicBezTo>
                      <a:cubicBezTo>
                        <a:pt x="11430" y="17526"/>
                        <a:pt x="11239" y="16859"/>
                        <a:pt x="11239" y="16573"/>
                      </a:cubicBezTo>
                      <a:cubicBezTo>
                        <a:pt x="11239" y="16097"/>
                        <a:pt x="11430" y="15621"/>
                        <a:pt x="11811" y="15335"/>
                      </a:cubicBezTo>
                      <a:cubicBezTo>
                        <a:pt x="11811" y="15145"/>
                        <a:pt x="11716" y="14954"/>
                        <a:pt x="11716" y="14859"/>
                      </a:cubicBezTo>
                      <a:cubicBezTo>
                        <a:pt x="11716" y="14764"/>
                        <a:pt x="11716" y="14573"/>
                        <a:pt x="11716" y="14288"/>
                      </a:cubicBezTo>
                      <a:cubicBezTo>
                        <a:pt x="11716" y="14002"/>
                        <a:pt x="11811" y="13716"/>
                        <a:pt x="11811" y="13525"/>
                      </a:cubicBezTo>
                      <a:cubicBezTo>
                        <a:pt x="11811" y="13335"/>
                        <a:pt x="11716" y="13049"/>
                        <a:pt x="11525" y="12859"/>
                      </a:cubicBezTo>
                      <a:cubicBezTo>
                        <a:pt x="11525" y="10954"/>
                        <a:pt x="11621" y="9049"/>
                        <a:pt x="11716" y="7048"/>
                      </a:cubicBezTo>
                      <a:cubicBezTo>
                        <a:pt x="11811" y="4477"/>
                        <a:pt x="11811" y="2476"/>
                        <a:pt x="11716" y="1048"/>
                      </a:cubicBezTo>
                      <a:cubicBezTo>
                        <a:pt x="12097" y="667"/>
                        <a:pt x="12859" y="381"/>
                        <a:pt x="14097" y="381"/>
                      </a:cubicBezTo>
                      <a:cubicBezTo>
                        <a:pt x="14383" y="762"/>
                        <a:pt x="14764" y="857"/>
                        <a:pt x="15430" y="857"/>
                      </a:cubicBezTo>
                      <a:cubicBezTo>
                        <a:pt x="15621" y="857"/>
                        <a:pt x="15907" y="857"/>
                        <a:pt x="16288" y="857"/>
                      </a:cubicBezTo>
                      <a:cubicBezTo>
                        <a:pt x="16669" y="857"/>
                        <a:pt x="16954" y="857"/>
                        <a:pt x="17145" y="857"/>
                      </a:cubicBezTo>
                      <a:cubicBezTo>
                        <a:pt x="17812" y="857"/>
                        <a:pt x="18288" y="1048"/>
                        <a:pt x="18669" y="1429"/>
                      </a:cubicBezTo>
                      <a:cubicBezTo>
                        <a:pt x="18669" y="2000"/>
                        <a:pt x="18764" y="3334"/>
                        <a:pt x="18669" y="5143"/>
                      </a:cubicBezTo>
                      <a:cubicBezTo>
                        <a:pt x="18669" y="6667"/>
                        <a:pt x="18669" y="7906"/>
                        <a:pt x="18955" y="8858"/>
                      </a:cubicBezTo>
                      <a:lnTo>
                        <a:pt x="18574" y="10477"/>
                      </a:lnTo>
                      <a:cubicBezTo>
                        <a:pt x="18574" y="10477"/>
                        <a:pt x="18764" y="11239"/>
                        <a:pt x="19050" y="11525"/>
                      </a:cubicBezTo>
                      <a:cubicBezTo>
                        <a:pt x="18859" y="11716"/>
                        <a:pt x="18764" y="12478"/>
                        <a:pt x="18669" y="13716"/>
                      </a:cubicBezTo>
                      <a:cubicBezTo>
                        <a:pt x="18574" y="14859"/>
                        <a:pt x="18288" y="15430"/>
                        <a:pt x="17621" y="15621"/>
                      </a:cubicBezTo>
                      <a:cubicBezTo>
                        <a:pt x="18288" y="15621"/>
                        <a:pt x="18479" y="15812"/>
                        <a:pt x="18479" y="16288"/>
                      </a:cubicBezTo>
                      <a:cubicBezTo>
                        <a:pt x="18479" y="16383"/>
                        <a:pt x="18479" y="16573"/>
                        <a:pt x="18383" y="16764"/>
                      </a:cubicBezTo>
                      <a:cubicBezTo>
                        <a:pt x="18383" y="17050"/>
                        <a:pt x="18383" y="17240"/>
                        <a:pt x="18383" y="17431"/>
                      </a:cubicBezTo>
                      <a:lnTo>
                        <a:pt x="18002" y="17431"/>
                      </a:lnTo>
                      <a:cubicBezTo>
                        <a:pt x="18479" y="18097"/>
                        <a:pt x="18764" y="18955"/>
                        <a:pt x="18764" y="20193"/>
                      </a:cubicBezTo>
                      <a:cubicBezTo>
                        <a:pt x="18764" y="21146"/>
                        <a:pt x="18574" y="22193"/>
                        <a:pt x="18383" y="23622"/>
                      </a:cubicBezTo>
                      <a:cubicBezTo>
                        <a:pt x="18479" y="23717"/>
                        <a:pt x="18574" y="24193"/>
                        <a:pt x="18764" y="24765"/>
                      </a:cubicBezTo>
                      <a:cubicBezTo>
                        <a:pt x="18764" y="25241"/>
                        <a:pt x="19050" y="25527"/>
                        <a:pt x="19431" y="25717"/>
                      </a:cubicBezTo>
                      <a:cubicBezTo>
                        <a:pt x="19621" y="26194"/>
                        <a:pt x="19431" y="26575"/>
                        <a:pt x="18955" y="26575"/>
                      </a:cubicBezTo>
                      <a:cubicBezTo>
                        <a:pt x="19241" y="26765"/>
                        <a:pt x="19526" y="26860"/>
                        <a:pt x="19907" y="27051"/>
                      </a:cubicBezTo>
                      <a:cubicBezTo>
                        <a:pt x="20193" y="27241"/>
                        <a:pt x="20288" y="27432"/>
                        <a:pt x="20288" y="27813"/>
                      </a:cubicBezTo>
                      <a:cubicBezTo>
                        <a:pt x="20383" y="28289"/>
                        <a:pt x="20764" y="28670"/>
                        <a:pt x="21431" y="28861"/>
                      </a:cubicBezTo>
                      <a:cubicBezTo>
                        <a:pt x="22193" y="29242"/>
                        <a:pt x="22670" y="29432"/>
                        <a:pt x="22860" y="29623"/>
                      </a:cubicBezTo>
                      <a:cubicBezTo>
                        <a:pt x="23336" y="29813"/>
                        <a:pt x="23813" y="29908"/>
                        <a:pt x="24289" y="29908"/>
                      </a:cubicBezTo>
                      <a:cubicBezTo>
                        <a:pt x="26003" y="29908"/>
                        <a:pt x="27146" y="29242"/>
                        <a:pt x="27622" y="27908"/>
                      </a:cubicBezTo>
                      <a:cubicBezTo>
                        <a:pt x="28194" y="27718"/>
                        <a:pt x="28480" y="26956"/>
                        <a:pt x="28480" y="25813"/>
                      </a:cubicBezTo>
                      <a:lnTo>
                        <a:pt x="29528" y="25622"/>
                      </a:lnTo>
                      <a:cubicBezTo>
                        <a:pt x="29718" y="24860"/>
                        <a:pt x="29813" y="24003"/>
                        <a:pt x="29813" y="23050"/>
                      </a:cubicBezTo>
                      <a:cubicBezTo>
                        <a:pt x="29813" y="22003"/>
                        <a:pt x="29623" y="20574"/>
                        <a:pt x="29337" y="18479"/>
                      </a:cubicBezTo>
                      <a:cubicBezTo>
                        <a:pt x="28956" y="16478"/>
                        <a:pt x="28766" y="15049"/>
                        <a:pt x="28766" y="14097"/>
                      </a:cubicBezTo>
                      <a:cubicBezTo>
                        <a:pt x="28766" y="13621"/>
                        <a:pt x="28766" y="13145"/>
                        <a:pt x="28766" y="12763"/>
                      </a:cubicBezTo>
                      <a:cubicBezTo>
                        <a:pt x="29146" y="11525"/>
                        <a:pt x="29337" y="10573"/>
                        <a:pt x="29337" y="10192"/>
                      </a:cubicBezTo>
                      <a:cubicBezTo>
                        <a:pt x="29337" y="9715"/>
                        <a:pt x="29242" y="9239"/>
                        <a:pt x="28956" y="8858"/>
                      </a:cubicBezTo>
                      <a:lnTo>
                        <a:pt x="28766" y="1333"/>
                      </a:lnTo>
                      <a:cubicBezTo>
                        <a:pt x="29051" y="667"/>
                        <a:pt x="29528" y="286"/>
                        <a:pt x="30004" y="286"/>
                      </a:cubicBezTo>
                      <a:cubicBezTo>
                        <a:pt x="30194" y="286"/>
                        <a:pt x="30480" y="286"/>
                        <a:pt x="30861" y="476"/>
                      </a:cubicBezTo>
                      <a:cubicBezTo>
                        <a:pt x="31147" y="571"/>
                        <a:pt x="31433" y="571"/>
                        <a:pt x="31623" y="571"/>
                      </a:cubicBezTo>
                      <a:cubicBezTo>
                        <a:pt x="32099" y="571"/>
                        <a:pt x="32480" y="286"/>
                        <a:pt x="32861" y="0"/>
                      </a:cubicBezTo>
                      <a:cubicBezTo>
                        <a:pt x="33052" y="190"/>
                        <a:pt x="33718" y="286"/>
                        <a:pt x="34671" y="381"/>
                      </a:cubicBezTo>
                      <a:cubicBezTo>
                        <a:pt x="35528" y="476"/>
                        <a:pt x="35909" y="857"/>
                        <a:pt x="36100" y="1333"/>
                      </a:cubicBezTo>
                      <a:cubicBezTo>
                        <a:pt x="36004" y="2096"/>
                        <a:pt x="35909" y="3048"/>
                        <a:pt x="35909" y="4096"/>
                      </a:cubicBezTo>
                      <a:cubicBezTo>
                        <a:pt x="35909" y="4477"/>
                        <a:pt x="35909" y="5239"/>
                        <a:pt x="35909" y="6287"/>
                      </a:cubicBezTo>
                      <a:cubicBezTo>
                        <a:pt x="35909" y="7239"/>
                        <a:pt x="35909" y="7906"/>
                        <a:pt x="35909" y="8382"/>
                      </a:cubicBezTo>
                      <a:cubicBezTo>
                        <a:pt x="35909" y="9811"/>
                        <a:pt x="35814" y="10954"/>
                        <a:pt x="35624" y="11811"/>
                      </a:cubicBezTo>
                      <a:cubicBezTo>
                        <a:pt x="36004" y="12668"/>
                        <a:pt x="36004" y="13240"/>
                        <a:pt x="35814" y="13525"/>
                      </a:cubicBezTo>
                      <a:cubicBezTo>
                        <a:pt x="35528" y="13525"/>
                        <a:pt x="35338" y="13621"/>
                        <a:pt x="35338" y="13716"/>
                      </a:cubicBezTo>
                      <a:cubicBezTo>
                        <a:pt x="35338" y="13716"/>
                        <a:pt x="35528" y="13716"/>
                        <a:pt x="35814" y="13716"/>
                      </a:cubicBezTo>
                      <a:close/>
                      <a:moveTo>
                        <a:pt x="11335" y="36100"/>
                      </a:moveTo>
                      <a:lnTo>
                        <a:pt x="10382" y="36100"/>
                      </a:lnTo>
                      <a:lnTo>
                        <a:pt x="11049" y="35623"/>
                      </a:lnTo>
                      <a:lnTo>
                        <a:pt x="11335" y="36100"/>
                      </a:lnTo>
                      <a:close/>
                      <a:moveTo>
                        <a:pt x="10763" y="29908"/>
                      </a:moveTo>
                      <a:cubicBezTo>
                        <a:pt x="10763" y="29908"/>
                        <a:pt x="10763" y="30289"/>
                        <a:pt x="10954" y="30385"/>
                      </a:cubicBezTo>
                      <a:lnTo>
                        <a:pt x="10668" y="30385"/>
                      </a:lnTo>
                      <a:lnTo>
                        <a:pt x="10668" y="29908"/>
                      </a:lnTo>
                      <a:lnTo>
                        <a:pt x="10763" y="29908"/>
                      </a:lnTo>
                      <a:close/>
                      <a:moveTo>
                        <a:pt x="10668" y="37433"/>
                      </a:moveTo>
                      <a:lnTo>
                        <a:pt x="10954" y="36957"/>
                      </a:lnTo>
                      <a:lnTo>
                        <a:pt x="11621" y="36957"/>
                      </a:lnTo>
                      <a:lnTo>
                        <a:pt x="10668" y="37433"/>
                      </a:lnTo>
                      <a:close/>
                      <a:moveTo>
                        <a:pt x="11621" y="26956"/>
                      </a:moveTo>
                      <a:lnTo>
                        <a:pt x="12478" y="26956"/>
                      </a:lnTo>
                      <a:cubicBezTo>
                        <a:pt x="12478" y="26956"/>
                        <a:pt x="12097" y="26384"/>
                        <a:pt x="11621" y="26384"/>
                      </a:cubicBezTo>
                      <a:lnTo>
                        <a:pt x="11621" y="26956"/>
                      </a:lnTo>
                      <a:close/>
                      <a:moveTo>
                        <a:pt x="13621" y="32575"/>
                      </a:moveTo>
                      <a:lnTo>
                        <a:pt x="13240" y="32575"/>
                      </a:lnTo>
                      <a:cubicBezTo>
                        <a:pt x="13240" y="32575"/>
                        <a:pt x="13525" y="32575"/>
                        <a:pt x="13621" y="32575"/>
                      </a:cubicBezTo>
                      <a:lnTo>
                        <a:pt x="13621" y="32575"/>
                      </a:lnTo>
                      <a:close/>
                      <a:moveTo>
                        <a:pt x="13621" y="24479"/>
                      </a:moveTo>
                      <a:cubicBezTo>
                        <a:pt x="13621" y="24479"/>
                        <a:pt x="13811" y="24479"/>
                        <a:pt x="13907" y="24479"/>
                      </a:cubicBezTo>
                      <a:cubicBezTo>
                        <a:pt x="14097" y="24479"/>
                        <a:pt x="14288" y="24384"/>
                        <a:pt x="14383" y="24098"/>
                      </a:cubicBezTo>
                      <a:cubicBezTo>
                        <a:pt x="14478" y="23813"/>
                        <a:pt x="14668" y="23717"/>
                        <a:pt x="14859" y="23717"/>
                      </a:cubicBezTo>
                      <a:cubicBezTo>
                        <a:pt x="14668" y="23717"/>
                        <a:pt x="14573" y="23717"/>
                        <a:pt x="14573" y="23717"/>
                      </a:cubicBezTo>
                      <a:cubicBezTo>
                        <a:pt x="14383" y="23717"/>
                        <a:pt x="14288" y="23908"/>
                        <a:pt x="14097" y="24098"/>
                      </a:cubicBezTo>
                      <a:cubicBezTo>
                        <a:pt x="14097" y="24384"/>
                        <a:pt x="13907" y="24574"/>
                        <a:pt x="13621" y="24574"/>
                      </a:cubicBezTo>
                      <a:close/>
                      <a:moveTo>
                        <a:pt x="13716" y="28099"/>
                      </a:moveTo>
                      <a:cubicBezTo>
                        <a:pt x="13716" y="28099"/>
                        <a:pt x="14002" y="28099"/>
                        <a:pt x="14097" y="28099"/>
                      </a:cubicBezTo>
                      <a:cubicBezTo>
                        <a:pt x="14288" y="28004"/>
                        <a:pt x="14383" y="27908"/>
                        <a:pt x="14478" y="27908"/>
                      </a:cubicBezTo>
                      <a:cubicBezTo>
                        <a:pt x="14192" y="27622"/>
                        <a:pt x="14097" y="27432"/>
                        <a:pt x="14097" y="27432"/>
                      </a:cubicBezTo>
                      <a:lnTo>
                        <a:pt x="13716" y="28099"/>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 name="Google Shape;1605;p99"/>
                <p:cNvSpPr/>
                <p:nvPr/>
              </p:nvSpPr>
              <p:spPr>
                <a:xfrm>
                  <a:off x="3409854" y="4583102"/>
                  <a:ext cx="36194" cy="40142"/>
                </a:xfrm>
                <a:custGeom>
                  <a:avLst/>
                  <a:gdLst/>
                  <a:ahLst/>
                  <a:cxnLst/>
                  <a:rect l="l" t="t" r="r" b="b"/>
                  <a:pathLst>
                    <a:path w="36194" h="40142" extrusionOk="0">
                      <a:moveTo>
                        <a:pt x="190" y="16997"/>
                      </a:moveTo>
                      <a:lnTo>
                        <a:pt x="0" y="16330"/>
                      </a:lnTo>
                      <a:lnTo>
                        <a:pt x="381" y="16806"/>
                      </a:lnTo>
                      <a:lnTo>
                        <a:pt x="190" y="16997"/>
                      </a:lnTo>
                      <a:close/>
                      <a:moveTo>
                        <a:pt x="2857" y="22235"/>
                      </a:moveTo>
                      <a:cubicBezTo>
                        <a:pt x="2857" y="22235"/>
                        <a:pt x="3143" y="22235"/>
                        <a:pt x="3334" y="22521"/>
                      </a:cubicBezTo>
                      <a:lnTo>
                        <a:pt x="2857" y="22902"/>
                      </a:lnTo>
                      <a:lnTo>
                        <a:pt x="2857" y="22331"/>
                      </a:lnTo>
                      <a:close/>
                      <a:moveTo>
                        <a:pt x="4096" y="9853"/>
                      </a:moveTo>
                      <a:cubicBezTo>
                        <a:pt x="4096" y="9853"/>
                        <a:pt x="3810" y="10139"/>
                        <a:pt x="3810" y="10139"/>
                      </a:cubicBezTo>
                      <a:cubicBezTo>
                        <a:pt x="3715" y="10139"/>
                        <a:pt x="3619" y="10044"/>
                        <a:pt x="3524" y="9758"/>
                      </a:cubicBezTo>
                      <a:lnTo>
                        <a:pt x="3524" y="9186"/>
                      </a:lnTo>
                      <a:lnTo>
                        <a:pt x="4096" y="9853"/>
                      </a:lnTo>
                      <a:close/>
                      <a:moveTo>
                        <a:pt x="4858" y="10996"/>
                      </a:moveTo>
                      <a:lnTo>
                        <a:pt x="4858" y="10139"/>
                      </a:lnTo>
                      <a:lnTo>
                        <a:pt x="5429" y="10996"/>
                      </a:lnTo>
                      <a:lnTo>
                        <a:pt x="4858" y="10996"/>
                      </a:lnTo>
                      <a:close/>
                      <a:moveTo>
                        <a:pt x="6096" y="8901"/>
                      </a:moveTo>
                      <a:cubicBezTo>
                        <a:pt x="6096" y="8901"/>
                        <a:pt x="5810" y="8519"/>
                        <a:pt x="5429" y="8329"/>
                      </a:cubicBezTo>
                      <a:cubicBezTo>
                        <a:pt x="5143" y="8234"/>
                        <a:pt x="4858" y="8043"/>
                        <a:pt x="4953" y="7853"/>
                      </a:cubicBezTo>
                      <a:cubicBezTo>
                        <a:pt x="5143" y="7758"/>
                        <a:pt x="5334" y="7853"/>
                        <a:pt x="5525" y="8043"/>
                      </a:cubicBezTo>
                      <a:cubicBezTo>
                        <a:pt x="5810" y="8329"/>
                        <a:pt x="6001" y="8519"/>
                        <a:pt x="6001" y="8519"/>
                      </a:cubicBezTo>
                      <a:lnTo>
                        <a:pt x="6001" y="8901"/>
                      </a:lnTo>
                      <a:close/>
                      <a:moveTo>
                        <a:pt x="6382" y="10615"/>
                      </a:moveTo>
                      <a:lnTo>
                        <a:pt x="5905" y="10615"/>
                      </a:lnTo>
                      <a:cubicBezTo>
                        <a:pt x="5905" y="10615"/>
                        <a:pt x="5905" y="10425"/>
                        <a:pt x="6191" y="10329"/>
                      </a:cubicBezTo>
                      <a:cubicBezTo>
                        <a:pt x="6286" y="10234"/>
                        <a:pt x="6382" y="10329"/>
                        <a:pt x="6477" y="10329"/>
                      </a:cubicBezTo>
                      <a:lnTo>
                        <a:pt x="6477" y="10520"/>
                      </a:lnTo>
                      <a:close/>
                      <a:moveTo>
                        <a:pt x="5905" y="26141"/>
                      </a:moveTo>
                      <a:lnTo>
                        <a:pt x="6286" y="25664"/>
                      </a:lnTo>
                      <a:cubicBezTo>
                        <a:pt x="6286" y="25664"/>
                        <a:pt x="6286" y="26141"/>
                        <a:pt x="6191" y="26141"/>
                      </a:cubicBezTo>
                      <a:lnTo>
                        <a:pt x="5905" y="26141"/>
                      </a:lnTo>
                      <a:close/>
                      <a:moveTo>
                        <a:pt x="6191" y="23855"/>
                      </a:moveTo>
                      <a:cubicBezTo>
                        <a:pt x="6191" y="23855"/>
                        <a:pt x="6286" y="23474"/>
                        <a:pt x="6763" y="23474"/>
                      </a:cubicBezTo>
                      <a:cubicBezTo>
                        <a:pt x="6763" y="23664"/>
                        <a:pt x="6763" y="23760"/>
                        <a:pt x="6572" y="23855"/>
                      </a:cubicBezTo>
                      <a:lnTo>
                        <a:pt x="6096" y="23855"/>
                      </a:lnTo>
                      <a:close/>
                      <a:moveTo>
                        <a:pt x="35338" y="34809"/>
                      </a:moveTo>
                      <a:cubicBezTo>
                        <a:pt x="35147" y="35475"/>
                        <a:pt x="35242" y="37094"/>
                        <a:pt x="35528" y="39571"/>
                      </a:cubicBezTo>
                      <a:cubicBezTo>
                        <a:pt x="35433" y="39952"/>
                        <a:pt x="35147" y="40143"/>
                        <a:pt x="34861" y="40143"/>
                      </a:cubicBezTo>
                      <a:cubicBezTo>
                        <a:pt x="34671" y="40143"/>
                        <a:pt x="34385" y="40143"/>
                        <a:pt x="34004" y="39952"/>
                      </a:cubicBezTo>
                      <a:cubicBezTo>
                        <a:pt x="33623" y="39761"/>
                        <a:pt x="33338" y="39761"/>
                        <a:pt x="33147" y="39761"/>
                      </a:cubicBezTo>
                      <a:cubicBezTo>
                        <a:pt x="32575" y="39857"/>
                        <a:pt x="31813" y="39952"/>
                        <a:pt x="30956" y="39952"/>
                      </a:cubicBezTo>
                      <a:cubicBezTo>
                        <a:pt x="30099" y="39952"/>
                        <a:pt x="29242" y="39857"/>
                        <a:pt x="28575" y="39761"/>
                      </a:cubicBezTo>
                      <a:cubicBezTo>
                        <a:pt x="27908" y="38333"/>
                        <a:pt x="27527" y="36999"/>
                        <a:pt x="27527" y="35761"/>
                      </a:cubicBezTo>
                      <a:cubicBezTo>
                        <a:pt x="27527" y="35094"/>
                        <a:pt x="27527" y="34523"/>
                        <a:pt x="27813" y="33951"/>
                      </a:cubicBezTo>
                      <a:lnTo>
                        <a:pt x="28003" y="33951"/>
                      </a:lnTo>
                      <a:cubicBezTo>
                        <a:pt x="28003" y="33951"/>
                        <a:pt x="27432" y="32903"/>
                        <a:pt x="27622" y="31760"/>
                      </a:cubicBezTo>
                      <a:cubicBezTo>
                        <a:pt x="27813" y="30618"/>
                        <a:pt x="27813" y="29855"/>
                        <a:pt x="27527" y="29475"/>
                      </a:cubicBezTo>
                      <a:cubicBezTo>
                        <a:pt x="27622" y="28903"/>
                        <a:pt x="27718" y="28046"/>
                        <a:pt x="27718" y="26808"/>
                      </a:cubicBezTo>
                      <a:cubicBezTo>
                        <a:pt x="27718" y="25569"/>
                        <a:pt x="27718" y="24712"/>
                        <a:pt x="27908" y="24141"/>
                      </a:cubicBezTo>
                      <a:cubicBezTo>
                        <a:pt x="27622" y="24045"/>
                        <a:pt x="27432" y="23950"/>
                        <a:pt x="27242" y="23950"/>
                      </a:cubicBezTo>
                      <a:cubicBezTo>
                        <a:pt x="26575" y="23950"/>
                        <a:pt x="26003" y="24617"/>
                        <a:pt x="25527" y="25855"/>
                      </a:cubicBezTo>
                      <a:cubicBezTo>
                        <a:pt x="24860" y="27379"/>
                        <a:pt x="24289" y="28236"/>
                        <a:pt x="23908" y="28617"/>
                      </a:cubicBezTo>
                      <a:cubicBezTo>
                        <a:pt x="23908" y="28712"/>
                        <a:pt x="23908" y="28903"/>
                        <a:pt x="23908" y="28903"/>
                      </a:cubicBezTo>
                      <a:cubicBezTo>
                        <a:pt x="23908" y="28998"/>
                        <a:pt x="23908" y="29189"/>
                        <a:pt x="24098" y="29379"/>
                      </a:cubicBezTo>
                      <a:cubicBezTo>
                        <a:pt x="24193" y="29570"/>
                        <a:pt x="24289" y="29760"/>
                        <a:pt x="24289" y="29855"/>
                      </a:cubicBezTo>
                      <a:cubicBezTo>
                        <a:pt x="24289" y="29855"/>
                        <a:pt x="24193" y="30141"/>
                        <a:pt x="24003" y="30332"/>
                      </a:cubicBezTo>
                      <a:cubicBezTo>
                        <a:pt x="23431" y="30618"/>
                        <a:pt x="22955" y="30903"/>
                        <a:pt x="22765" y="31284"/>
                      </a:cubicBezTo>
                      <a:cubicBezTo>
                        <a:pt x="22955" y="31284"/>
                        <a:pt x="23050" y="31475"/>
                        <a:pt x="23146" y="31284"/>
                      </a:cubicBezTo>
                      <a:cubicBezTo>
                        <a:pt x="23050" y="31570"/>
                        <a:pt x="22669" y="31951"/>
                        <a:pt x="22193" y="32427"/>
                      </a:cubicBezTo>
                      <a:cubicBezTo>
                        <a:pt x="21622" y="32999"/>
                        <a:pt x="21241" y="33285"/>
                        <a:pt x="21050" y="33570"/>
                      </a:cubicBezTo>
                      <a:cubicBezTo>
                        <a:pt x="20574" y="33285"/>
                        <a:pt x="20193" y="32808"/>
                        <a:pt x="19907" y="31856"/>
                      </a:cubicBezTo>
                      <a:cubicBezTo>
                        <a:pt x="19526" y="30999"/>
                        <a:pt x="19145" y="30332"/>
                        <a:pt x="18383" y="30141"/>
                      </a:cubicBezTo>
                      <a:cubicBezTo>
                        <a:pt x="18478" y="29951"/>
                        <a:pt x="18574" y="29665"/>
                        <a:pt x="18574" y="29475"/>
                      </a:cubicBezTo>
                      <a:cubicBezTo>
                        <a:pt x="18574" y="29094"/>
                        <a:pt x="18383" y="28522"/>
                        <a:pt x="18002" y="27951"/>
                      </a:cubicBezTo>
                      <a:cubicBezTo>
                        <a:pt x="17526" y="27188"/>
                        <a:pt x="17240" y="26712"/>
                        <a:pt x="17145" y="26427"/>
                      </a:cubicBezTo>
                      <a:lnTo>
                        <a:pt x="17526" y="25664"/>
                      </a:lnTo>
                      <a:lnTo>
                        <a:pt x="15716" y="24998"/>
                      </a:lnTo>
                      <a:cubicBezTo>
                        <a:pt x="15716" y="24998"/>
                        <a:pt x="15907" y="24807"/>
                        <a:pt x="16097" y="24807"/>
                      </a:cubicBezTo>
                      <a:cubicBezTo>
                        <a:pt x="16288" y="24807"/>
                        <a:pt x="16573" y="24998"/>
                        <a:pt x="16859" y="25379"/>
                      </a:cubicBezTo>
                      <a:cubicBezTo>
                        <a:pt x="16859" y="24236"/>
                        <a:pt x="16288" y="23188"/>
                        <a:pt x="15335" y="22521"/>
                      </a:cubicBezTo>
                      <a:cubicBezTo>
                        <a:pt x="15050" y="22807"/>
                        <a:pt x="14859" y="23378"/>
                        <a:pt x="14954" y="24236"/>
                      </a:cubicBezTo>
                      <a:cubicBezTo>
                        <a:pt x="14954" y="25093"/>
                        <a:pt x="14764" y="25664"/>
                        <a:pt x="14478" y="25855"/>
                      </a:cubicBezTo>
                      <a:lnTo>
                        <a:pt x="14288" y="25664"/>
                      </a:lnTo>
                      <a:lnTo>
                        <a:pt x="14097" y="25855"/>
                      </a:lnTo>
                      <a:cubicBezTo>
                        <a:pt x="14573" y="26236"/>
                        <a:pt x="14859" y="26712"/>
                        <a:pt x="14859" y="27569"/>
                      </a:cubicBezTo>
                      <a:cubicBezTo>
                        <a:pt x="14859" y="27760"/>
                        <a:pt x="14859" y="27951"/>
                        <a:pt x="14859" y="28236"/>
                      </a:cubicBezTo>
                      <a:lnTo>
                        <a:pt x="14859" y="28808"/>
                      </a:lnTo>
                      <a:cubicBezTo>
                        <a:pt x="14859" y="28808"/>
                        <a:pt x="14859" y="29665"/>
                        <a:pt x="14954" y="29855"/>
                      </a:cubicBezTo>
                      <a:cubicBezTo>
                        <a:pt x="14859" y="30236"/>
                        <a:pt x="14859" y="30808"/>
                        <a:pt x="14859" y="31665"/>
                      </a:cubicBezTo>
                      <a:cubicBezTo>
                        <a:pt x="14859" y="32522"/>
                        <a:pt x="14764" y="33189"/>
                        <a:pt x="14668" y="33475"/>
                      </a:cubicBezTo>
                      <a:cubicBezTo>
                        <a:pt x="14668" y="33666"/>
                        <a:pt x="14668" y="34046"/>
                        <a:pt x="14859" y="34618"/>
                      </a:cubicBezTo>
                      <a:cubicBezTo>
                        <a:pt x="14859" y="35094"/>
                        <a:pt x="14954" y="35475"/>
                        <a:pt x="14954" y="35666"/>
                      </a:cubicBezTo>
                      <a:cubicBezTo>
                        <a:pt x="14954" y="35952"/>
                        <a:pt x="14954" y="36237"/>
                        <a:pt x="14764" y="36523"/>
                      </a:cubicBezTo>
                      <a:lnTo>
                        <a:pt x="15145" y="36904"/>
                      </a:lnTo>
                      <a:lnTo>
                        <a:pt x="14764" y="36904"/>
                      </a:lnTo>
                      <a:cubicBezTo>
                        <a:pt x="14764" y="36904"/>
                        <a:pt x="14764" y="37380"/>
                        <a:pt x="14764" y="37571"/>
                      </a:cubicBezTo>
                      <a:cubicBezTo>
                        <a:pt x="14764" y="38809"/>
                        <a:pt x="14288" y="39666"/>
                        <a:pt x="13335" y="40047"/>
                      </a:cubicBezTo>
                      <a:cubicBezTo>
                        <a:pt x="12287" y="39952"/>
                        <a:pt x="11335" y="39857"/>
                        <a:pt x="10287" y="39761"/>
                      </a:cubicBezTo>
                      <a:cubicBezTo>
                        <a:pt x="8953" y="39666"/>
                        <a:pt x="8096" y="39285"/>
                        <a:pt x="7525" y="38714"/>
                      </a:cubicBezTo>
                      <a:cubicBezTo>
                        <a:pt x="7620" y="36713"/>
                        <a:pt x="7525" y="33285"/>
                        <a:pt x="7429" y="28808"/>
                      </a:cubicBezTo>
                      <a:lnTo>
                        <a:pt x="7906" y="28236"/>
                      </a:lnTo>
                      <a:cubicBezTo>
                        <a:pt x="7906" y="28236"/>
                        <a:pt x="7525" y="27760"/>
                        <a:pt x="7525" y="27379"/>
                      </a:cubicBezTo>
                      <a:cubicBezTo>
                        <a:pt x="7525" y="27188"/>
                        <a:pt x="7525" y="26903"/>
                        <a:pt x="7620" y="26617"/>
                      </a:cubicBezTo>
                      <a:cubicBezTo>
                        <a:pt x="7715" y="26236"/>
                        <a:pt x="7715" y="25950"/>
                        <a:pt x="7715" y="25855"/>
                      </a:cubicBezTo>
                      <a:cubicBezTo>
                        <a:pt x="7715" y="25569"/>
                        <a:pt x="7620" y="25188"/>
                        <a:pt x="7334" y="25093"/>
                      </a:cubicBezTo>
                      <a:lnTo>
                        <a:pt x="7334" y="20997"/>
                      </a:lnTo>
                      <a:cubicBezTo>
                        <a:pt x="7334" y="20997"/>
                        <a:pt x="7810" y="20616"/>
                        <a:pt x="7810" y="20330"/>
                      </a:cubicBezTo>
                      <a:cubicBezTo>
                        <a:pt x="7810" y="20140"/>
                        <a:pt x="7715" y="19854"/>
                        <a:pt x="7429" y="19283"/>
                      </a:cubicBezTo>
                      <a:cubicBezTo>
                        <a:pt x="7239" y="18807"/>
                        <a:pt x="7144" y="18521"/>
                        <a:pt x="7048" y="18330"/>
                      </a:cubicBezTo>
                      <a:cubicBezTo>
                        <a:pt x="7239" y="17854"/>
                        <a:pt x="7429" y="17283"/>
                        <a:pt x="7429" y="16520"/>
                      </a:cubicBezTo>
                      <a:cubicBezTo>
                        <a:pt x="7429" y="15282"/>
                        <a:pt x="7429" y="14616"/>
                        <a:pt x="7429" y="14616"/>
                      </a:cubicBezTo>
                      <a:cubicBezTo>
                        <a:pt x="7810" y="14616"/>
                        <a:pt x="8001" y="14520"/>
                        <a:pt x="8001" y="14520"/>
                      </a:cubicBezTo>
                      <a:cubicBezTo>
                        <a:pt x="8001" y="14330"/>
                        <a:pt x="8001" y="14235"/>
                        <a:pt x="7810" y="14235"/>
                      </a:cubicBezTo>
                      <a:lnTo>
                        <a:pt x="7525" y="14235"/>
                      </a:lnTo>
                      <a:cubicBezTo>
                        <a:pt x="7525" y="14235"/>
                        <a:pt x="7334" y="14235"/>
                        <a:pt x="7334" y="14235"/>
                      </a:cubicBezTo>
                      <a:cubicBezTo>
                        <a:pt x="7334" y="13949"/>
                        <a:pt x="7525" y="13853"/>
                        <a:pt x="7810" y="13949"/>
                      </a:cubicBezTo>
                      <a:cubicBezTo>
                        <a:pt x="8096" y="14139"/>
                        <a:pt x="8287" y="13949"/>
                        <a:pt x="8382" y="13949"/>
                      </a:cubicBezTo>
                      <a:lnTo>
                        <a:pt x="8572" y="14520"/>
                      </a:lnTo>
                      <a:cubicBezTo>
                        <a:pt x="8572" y="14520"/>
                        <a:pt x="8763" y="14330"/>
                        <a:pt x="8763" y="14330"/>
                      </a:cubicBezTo>
                      <a:cubicBezTo>
                        <a:pt x="8763" y="14330"/>
                        <a:pt x="8858" y="14330"/>
                        <a:pt x="8953" y="14330"/>
                      </a:cubicBezTo>
                      <a:cubicBezTo>
                        <a:pt x="9049" y="14330"/>
                        <a:pt x="9049" y="14330"/>
                        <a:pt x="9049" y="14330"/>
                      </a:cubicBezTo>
                      <a:cubicBezTo>
                        <a:pt x="9144" y="14330"/>
                        <a:pt x="9144" y="14235"/>
                        <a:pt x="9239" y="14044"/>
                      </a:cubicBezTo>
                      <a:lnTo>
                        <a:pt x="8953" y="13663"/>
                      </a:lnTo>
                      <a:cubicBezTo>
                        <a:pt x="8953" y="13663"/>
                        <a:pt x="9239" y="13853"/>
                        <a:pt x="9430" y="14044"/>
                      </a:cubicBezTo>
                      <a:cubicBezTo>
                        <a:pt x="9620" y="14235"/>
                        <a:pt x="9811" y="14330"/>
                        <a:pt x="10001" y="14425"/>
                      </a:cubicBezTo>
                      <a:cubicBezTo>
                        <a:pt x="10001" y="14425"/>
                        <a:pt x="10001" y="14235"/>
                        <a:pt x="10096" y="14139"/>
                      </a:cubicBezTo>
                      <a:cubicBezTo>
                        <a:pt x="10192" y="14044"/>
                        <a:pt x="10287" y="13949"/>
                        <a:pt x="10192" y="13853"/>
                      </a:cubicBezTo>
                      <a:lnTo>
                        <a:pt x="10001" y="13853"/>
                      </a:lnTo>
                      <a:cubicBezTo>
                        <a:pt x="10001" y="13853"/>
                        <a:pt x="10192" y="13663"/>
                        <a:pt x="10477" y="13377"/>
                      </a:cubicBezTo>
                      <a:cubicBezTo>
                        <a:pt x="10573" y="13187"/>
                        <a:pt x="10858" y="12996"/>
                        <a:pt x="10954" y="12996"/>
                      </a:cubicBezTo>
                      <a:cubicBezTo>
                        <a:pt x="11049" y="12996"/>
                        <a:pt x="11144" y="12996"/>
                        <a:pt x="11239" y="13092"/>
                      </a:cubicBezTo>
                      <a:lnTo>
                        <a:pt x="10954" y="12710"/>
                      </a:lnTo>
                      <a:cubicBezTo>
                        <a:pt x="10954" y="12710"/>
                        <a:pt x="11144" y="12520"/>
                        <a:pt x="11049" y="12329"/>
                      </a:cubicBezTo>
                      <a:cubicBezTo>
                        <a:pt x="10858" y="12329"/>
                        <a:pt x="10573" y="12329"/>
                        <a:pt x="10287" y="12329"/>
                      </a:cubicBezTo>
                      <a:cubicBezTo>
                        <a:pt x="9906" y="12329"/>
                        <a:pt x="9525" y="12329"/>
                        <a:pt x="9049" y="12139"/>
                      </a:cubicBezTo>
                      <a:cubicBezTo>
                        <a:pt x="8477" y="11949"/>
                        <a:pt x="8001" y="11853"/>
                        <a:pt x="7715" y="11758"/>
                      </a:cubicBezTo>
                      <a:lnTo>
                        <a:pt x="8096" y="12615"/>
                      </a:lnTo>
                      <a:lnTo>
                        <a:pt x="7715" y="12615"/>
                      </a:lnTo>
                      <a:cubicBezTo>
                        <a:pt x="7715" y="12615"/>
                        <a:pt x="7525" y="11758"/>
                        <a:pt x="7525" y="11186"/>
                      </a:cubicBezTo>
                      <a:cubicBezTo>
                        <a:pt x="7525" y="10615"/>
                        <a:pt x="7525" y="10234"/>
                        <a:pt x="7334" y="10044"/>
                      </a:cubicBezTo>
                      <a:cubicBezTo>
                        <a:pt x="7144" y="9567"/>
                        <a:pt x="7334" y="9282"/>
                        <a:pt x="7906" y="9091"/>
                      </a:cubicBezTo>
                      <a:cubicBezTo>
                        <a:pt x="7429" y="8615"/>
                        <a:pt x="7239" y="8043"/>
                        <a:pt x="7239" y="7281"/>
                      </a:cubicBezTo>
                      <a:cubicBezTo>
                        <a:pt x="7239" y="6995"/>
                        <a:pt x="7239" y="6329"/>
                        <a:pt x="7429" y="5662"/>
                      </a:cubicBezTo>
                      <a:cubicBezTo>
                        <a:pt x="7525" y="4900"/>
                        <a:pt x="7620" y="4328"/>
                        <a:pt x="7620" y="3947"/>
                      </a:cubicBezTo>
                      <a:cubicBezTo>
                        <a:pt x="8763" y="3567"/>
                        <a:pt x="10192" y="3471"/>
                        <a:pt x="11811" y="3471"/>
                      </a:cubicBezTo>
                      <a:cubicBezTo>
                        <a:pt x="12478" y="3471"/>
                        <a:pt x="13049" y="3471"/>
                        <a:pt x="13525" y="3567"/>
                      </a:cubicBezTo>
                      <a:lnTo>
                        <a:pt x="14954" y="4614"/>
                      </a:lnTo>
                      <a:lnTo>
                        <a:pt x="14764" y="4805"/>
                      </a:lnTo>
                      <a:cubicBezTo>
                        <a:pt x="14764" y="4805"/>
                        <a:pt x="15430" y="5376"/>
                        <a:pt x="15716" y="6043"/>
                      </a:cubicBezTo>
                      <a:lnTo>
                        <a:pt x="16192" y="7662"/>
                      </a:lnTo>
                      <a:cubicBezTo>
                        <a:pt x="16859" y="8043"/>
                        <a:pt x="17335" y="8996"/>
                        <a:pt x="17717" y="10520"/>
                      </a:cubicBezTo>
                      <a:cubicBezTo>
                        <a:pt x="18002" y="12139"/>
                        <a:pt x="18669" y="13092"/>
                        <a:pt x="19336" y="13663"/>
                      </a:cubicBezTo>
                      <a:cubicBezTo>
                        <a:pt x="19621" y="14330"/>
                        <a:pt x="20002" y="15473"/>
                        <a:pt x="20479" y="16902"/>
                      </a:cubicBezTo>
                      <a:cubicBezTo>
                        <a:pt x="20669" y="16902"/>
                        <a:pt x="20764" y="16902"/>
                        <a:pt x="20764" y="16997"/>
                      </a:cubicBezTo>
                      <a:cubicBezTo>
                        <a:pt x="20764" y="17092"/>
                        <a:pt x="20764" y="17187"/>
                        <a:pt x="20669" y="17283"/>
                      </a:cubicBezTo>
                      <a:lnTo>
                        <a:pt x="20669" y="17473"/>
                      </a:lnTo>
                      <a:cubicBezTo>
                        <a:pt x="20669" y="17473"/>
                        <a:pt x="20669" y="17663"/>
                        <a:pt x="20764" y="17759"/>
                      </a:cubicBezTo>
                      <a:cubicBezTo>
                        <a:pt x="21622" y="17092"/>
                        <a:pt x="22098" y="16711"/>
                        <a:pt x="22288" y="16520"/>
                      </a:cubicBezTo>
                      <a:cubicBezTo>
                        <a:pt x="22765" y="16044"/>
                        <a:pt x="23146" y="15568"/>
                        <a:pt x="23431" y="14996"/>
                      </a:cubicBezTo>
                      <a:lnTo>
                        <a:pt x="22765" y="14616"/>
                      </a:lnTo>
                      <a:cubicBezTo>
                        <a:pt x="22765" y="14616"/>
                        <a:pt x="23050" y="14330"/>
                        <a:pt x="23527" y="14235"/>
                      </a:cubicBezTo>
                      <a:cubicBezTo>
                        <a:pt x="24003" y="14044"/>
                        <a:pt x="24289" y="13758"/>
                        <a:pt x="24384" y="13472"/>
                      </a:cubicBezTo>
                      <a:cubicBezTo>
                        <a:pt x="24193" y="13282"/>
                        <a:pt x="24193" y="13092"/>
                        <a:pt x="24193" y="12901"/>
                      </a:cubicBezTo>
                      <a:cubicBezTo>
                        <a:pt x="24193" y="12710"/>
                        <a:pt x="24384" y="12425"/>
                        <a:pt x="24765" y="12044"/>
                      </a:cubicBezTo>
                      <a:cubicBezTo>
                        <a:pt x="25146" y="11568"/>
                        <a:pt x="25432" y="11282"/>
                        <a:pt x="25527" y="10996"/>
                      </a:cubicBezTo>
                      <a:lnTo>
                        <a:pt x="25241" y="10996"/>
                      </a:lnTo>
                      <a:cubicBezTo>
                        <a:pt x="25241" y="10996"/>
                        <a:pt x="25717" y="10234"/>
                        <a:pt x="26003" y="9758"/>
                      </a:cubicBezTo>
                      <a:cubicBezTo>
                        <a:pt x="25813" y="9758"/>
                        <a:pt x="25717" y="9567"/>
                        <a:pt x="25717" y="9377"/>
                      </a:cubicBezTo>
                      <a:cubicBezTo>
                        <a:pt x="25717" y="9377"/>
                        <a:pt x="25717" y="9186"/>
                        <a:pt x="25908" y="8996"/>
                      </a:cubicBezTo>
                      <a:cubicBezTo>
                        <a:pt x="25908" y="8805"/>
                        <a:pt x="26003" y="8710"/>
                        <a:pt x="26003" y="8615"/>
                      </a:cubicBezTo>
                      <a:cubicBezTo>
                        <a:pt x="26098" y="8615"/>
                        <a:pt x="26289" y="8615"/>
                        <a:pt x="26384" y="8615"/>
                      </a:cubicBezTo>
                      <a:cubicBezTo>
                        <a:pt x="26575" y="8615"/>
                        <a:pt x="26670" y="8424"/>
                        <a:pt x="26860" y="7948"/>
                      </a:cubicBezTo>
                      <a:cubicBezTo>
                        <a:pt x="26956" y="7472"/>
                        <a:pt x="27146" y="7186"/>
                        <a:pt x="27527" y="7186"/>
                      </a:cubicBezTo>
                      <a:cubicBezTo>
                        <a:pt x="27527" y="7091"/>
                        <a:pt x="27527" y="6900"/>
                        <a:pt x="27527" y="6805"/>
                      </a:cubicBezTo>
                      <a:cubicBezTo>
                        <a:pt x="27527" y="6424"/>
                        <a:pt x="27813" y="5852"/>
                        <a:pt x="28289" y="5186"/>
                      </a:cubicBezTo>
                      <a:lnTo>
                        <a:pt x="27908" y="4805"/>
                      </a:lnTo>
                      <a:cubicBezTo>
                        <a:pt x="27908" y="4805"/>
                        <a:pt x="28099" y="4519"/>
                        <a:pt x="28099" y="4519"/>
                      </a:cubicBezTo>
                      <a:cubicBezTo>
                        <a:pt x="28289" y="4710"/>
                        <a:pt x="28384" y="4805"/>
                        <a:pt x="28575" y="4805"/>
                      </a:cubicBezTo>
                      <a:cubicBezTo>
                        <a:pt x="28765" y="4805"/>
                        <a:pt x="29051" y="4614"/>
                        <a:pt x="29432" y="4043"/>
                      </a:cubicBezTo>
                      <a:cubicBezTo>
                        <a:pt x="29813" y="3471"/>
                        <a:pt x="30194" y="3185"/>
                        <a:pt x="30480" y="3376"/>
                      </a:cubicBezTo>
                      <a:cubicBezTo>
                        <a:pt x="32861" y="3185"/>
                        <a:pt x="34576" y="3376"/>
                        <a:pt x="35719" y="3947"/>
                      </a:cubicBezTo>
                      <a:cubicBezTo>
                        <a:pt x="35909" y="5471"/>
                        <a:pt x="36004" y="6614"/>
                        <a:pt x="36004" y="7186"/>
                      </a:cubicBezTo>
                      <a:cubicBezTo>
                        <a:pt x="36004" y="8043"/>
                        <a:pt x="36004" y="8805"/>
                        <a:pt x="35719" y="9567"/>
                      </a:cubicBezTo>
                      <a:lnTo>
                        <a:pt x="36195" y="9948"/>
                      </a:lnTo>
                      <a:cubicBezTo>
                        <a:pt x="35909" y="13092"/>
                        <a:pt x="35814" y="17187"/>
                        <a:pt x="35814" y="22045"/>
                      </a:cubicBezTo>
                      <a:lnTo>
                        <a:pt x="35814" y="34523"/>
                      </a:lnTo>
                      <a:close/>
                      <a:moveTo>
                        <a:pt x="8953" y="16616"/>
                      </a:moveTo>
                      <a:lnTo>
                        <a:pt x="8953" y="16235"/>
                      </a:lnTo>
                      <a:lnTo>
                        <a:pt x="8287" y="16616"/>
                      </a:lnTo>
                      <a:lnTo>
                        <a:pt x="8953" y="16616"/>
                      </a:lnTo>
                      <a:close/>
                      <a:moveTo>
                        <a:pt x="9811" y="13758"/>
                      </a:moveTo>
                      <a:cubicBezTo>
                        <a:pt x="9811" y="13758"/>
                        <a:pt x="9525" y="13758"/>
                        <a:pt x="9525" y="13663"/>
                      </a:cubicBezTo>
                      <a:lnTo>
                        <a:pt x="9811" y="13663"/>
                      </a:lnTo>
                      <a:close/>
                      <a:moveTo>
                        <a:pt x="10001" y="4805"/>
                      </a:moveTo>
                      <a:lnTo>
                        <a:pt x="10001" y="5471"/>
                      </a:lnTo>
                      <a:lnTo>
                        <a:pt x="10287" y="5471"/>
                      </a:lnTo>
                      <a:lnTo>
                        <a:pt x="10001" y="4805"/>
                      </a:lnTo>
                      <a:close/>
                      <a:moveTo>
                        <a:pt x="11239" y="7091"/>
                      </a:moveTo>
                      <a:cubicBezTo>
                        <a:pt x="11239" y="7091"/>
                        <a:pt x="11335" y="7091"/>
                        <a:pt x="11430" y="6900"/>
                      </a:cubicBezTo>
                      <a:cubicBezTo>
                        <a:pt x="11430" y="6900"/>
                        <a:pt x="11239" y="7091"/>
                        <a:pt x="11239" y="7091"/>
                      </a:cubicBezTo>
                      <a:cubicBezTo>
                        <a:pt x="11144" y="7091"/>
                        <a:pt x="11049" y="7091"/>
                        <a:pt x="10858" y="6900"/>
                      </a:cubicBezTo>
                      <a:cubicBezTo>
                        <a:pt x="10668" y="6900"/>
                        <a:pt x="10573" y="6710"/>
                        <a:pt x="10477" y="6710"/>
                      </a:cubicBezTo>
                      <a:cubicBezTo>
                        <a:pt x="10477" y="6710"/>
                        <a:pt x="10382" y="6710"/>
                        <a:pt x="10287" y="6805"/>
                      </a:cubicBezTo>
                      <a:cubicBezTo>
                        <a:pt x="10573" y="7091"/>
                        <a:pt x="10954" y="7091"/>
                        <a:pt x="11239" y="6995"/>
                      </a:cubicBezTo>
                      <a:close/>
                      <a:moveTo>
                        <a:pt x="13716" y="14806"/>
                      </a:moveTo>
                      <a:cubicBezTo>
                        <a:pt x="13716" y="14806"/>
                        <a:pt x="13906" y="14616"/>
                        <a:pt x="13906" y="14330"/>
                      </a:cubicBezTo>
                      <a:cubicBezTo>
                        <a:pt x="13621" y="14044"/>
                        <a:pt x="13430" y="13949"/>
                        <a:pt x="13335" y="13949"/>
                      </a:cubicBezTo>
                      <a:cubicBezTo>
                        <a:pt x="13240" y="13949"/>
                        <a:pt x="13240" y="14139"/>
                        <a:pt x="13240" y="14235"/>
                      </a:cubicBezTo>
                      <a:cubicBezTo>
                        <a:pt x="13240" y="14616"/>
                        <a:pt x="13335" y="14806"/>
                        <a:pt x="13716" y="14806"/>
                      </a:cubicBezTo>
                      <a:close/>
                      <a:moveTo>
                        <a:pt x="13716" y="6043"/>
                      </a:moveTo>
                      <a:cubicBezTo>
                        <a:pt x="13716" y="6043"/>
                        <a:pt x="13430" y="6138"/>
                        <a:pt x="13335" y="6424"/>
                      </a:cubicBezTo>
                      <a:cubicBezTo>
                        <a:pt x="13335" y="6614"/>
                        <a:pt x="13335" y="6805"/>
                        <a:pt x="13335" y="6900"/>
                      </a:cubicBezTo>
                      <a:lnTo>
                        <a:pt x="13716" y="6043"/>
                      </a:lnTo>
                      <a:close/>
                      <a:moveTo>
                        <a:pt x="13906" y="9186"/>
                      </a:moveTo>
                      <a:cubicBezTo>
                        <a:pt x="13906" y="9186"/>
                        <a:pt x="14288" y="8710"/>
                        <a:pt x="14288" y="8710"/>
                      </a:cubicBezTo>
                      <a:lnTo>
                        <a:pt x="13906" y="8710"/>
                      </a:lnTo>
                      <a:lnTo>
                        <a:pt x="13906" y="9186"/>
                      </a:lnTo>
                      <a:close/>
                      <a:moveTo>
                        <a:pt x="15050" y="4138"/>
                      </a:moveTo>
                      <a:lnTo>
                        <a:pt x="15050" y="4138"/>
                      </a:lnTo>
                      <a:close/>
                      <a:moveTo>
                        <a:pt x="15050" y="4138"/>
                      </a:moveTo>
                      <a:lnTo>
                        <a:pt x="15430" y="3947"/>
                      </a:lnTo>
                      <a:cubicBezTo>
                        <a:pt x="15430" y="3947"/>
                        <a:pt x="15335" y="4138"/>
                        <a:pt x="15050" y="4138"/>
                      </a:cubicBezTo>
                      <a:close/>
                      <a:moveTo>
                        <a:pt x="15811" y="22045"/>
                      </a:moveTo>
                      <a:lnTo>
                        <a:pt x="16859" y="21664"/>
                      </a:lnTo>
                      <a:lnTo>
                        <a:pt x="16002" y="21664"/>
                      </a:lnTo>
                      <a:lnTo>
                        <a:pt x="15811" y="22045"/>
                      </a:lnTo>
                      <a:close/>
                      <a:moveTo>
                        <a:pt x="16288" y="137"/>
                      </a:moveTo>
                      <a:lnTo>
                        <a:pt x="16288" y="137"/>
                      </a:lnTo>
                      <a:close/>
                      <a:moveTo>
                        <a:pt x="16288" y="137"/>
                      </a:moveTo>
                      <a:cubicBezTo>
                        <a:pt x="16288" y="137"/>
                        <a:pt x="16383" y="137"/>
                        <a:pt x="16573" y="42"/>
                      </a:cubicBezTo>
                      <a:cubicBezTo>
                        <a:pt x="16669" y="42"/>
                        <a:pt x="16764" y="-53"/>
                        <a:pt x="16859" y="42"/>
                      </a:cubicBezTo>
                      <a:cubicBezTo>
                        <a:pt x="16859" y="42"/>
                        <a:pt x="17050" y="42"/>
                        <a:pt x="17145" y="233"/>
                      </a:cubicBezTo>
                      <a:lnTo>
                        <a:pt x="16383" y="233"/>
                      </a:lnTo>
                      <a:close/>
                      <a:moveTo>
                        <a:pt x="17621" y="25474"/>
                      </a:moveTo>
                      <a:lnTo>
                        <a:pt x="17621" y="24902"/>
                      </a:lnTo>
                      <a:lnTo>
                        <a:pt x="17240" y="24902"/>
                      </a:lnTo>
                      <a:lnTo>
                        <a:pt x="17621" y="25474"/>
                      </a:lnTo>
                      <a:close/>
                      <a:moveTo>
                        <a:pt x="18193" y="25664"/>
                      </a:moveTo>
                      <a:cubicBezTo>
                        <a:pt x="18193" y="25664"/>
                        <a:pt x="18764" y="25664"/>
                        <a:pt x="18955" y="25284"/>
                      </a:cubicBezTo>
                      <a:cubicBezTo>
                        <a:pt x="18764" y="25284"/>
                        <a:pt x="18574" y="25284"/>
                        <a:pt x="18478" y="25188"/>
                      </a:cubicBezTo>
                      <a:lnTo>
                        <a:pt x="18669" y="24998"/>
                      </a:lnTo>
                      <a:lnTo>
                        <a:pt x="18288" y="24998"/>
                      </a:lnTo>
                      <a:lnTo>
                        <a:pt x="18288" y="25760"/>
                      </a:lnTo>
                      <a:close/>
                      <a:moveTo>
                        <a:pt x="20002" y="12520"/>
                      </a:moveTo>
                      <a:cubicBezTo>
                        <a:pt x="20002" y="12520"/>
                        <a:pt x="19621" y="12520"/>
                        <a:pt x="19431" y="12234"/>
                      </a:cubicBezTo>
                      <a:cubicBezTo>
                        <a:pt x="19240" y="12044"/>
                        <a:pt x="19145" y="11853"/>
                        <a:pt x="18859" y="11853"/>
                      </a:cubicBezTo>
                      <a:lnTo>
                        <a:pt x="19907" y="11472"/>
                      </a:lnTo>
                      <a:lnTo>
                        <a:pt x="19907" y="12425"/>
                      </a:lnTo>
                      <a:close/>
                      <a:moveTo>
                        <a:pt x="19621" y="22331"/>
                      </a:moveTo>
                      <a:cubicBezTo>
                        <a:pt x="19621" y="22331"/>
                        <a:pt x="19526" y="22235"/>
                        <a:pt x="19431" y="22235"/>
                      </a:cubicBezTo>
                      <a:cubicBezTo>
                        <a:pt x="19431" y="22045"/>
                        <a:pt x="19526" y="21854"/>
                        <a:pt x="19812" y="21569"/>
                      </a:cubicBezTo>
                      <a:cubicBezTo>
                        <a:pt x="20098" y="21283"/>
                        <a:pt x="20193" y="20997"/>
                        <a:pt x="20288" y="20997"/>
                      </a:cubicBezTo>
                      <a:cubicBezTo>
                        <a:pt x="19907" y="20997"/>
                        <a:pt x="19717" y="21093"/>
                        <a:pt x="19526" y="21378"/>
                      </a:cubicBezTo>
                      <a:cubicBezTo>
                        <a:pt x="19336" y="21664"/>
                        <a:pt x="19336" y="21854"/>
                        <a:pt x="19336" y="22235"/>
                      </a:cubicBezTo>
                      <a:cubicBezTo>
                        <a:pt x="19336" y="22235"/>
                        <a:pt x="19431" y="22235"/>
                        <a:pt x="19431" y="22235"/>
                      </a:cubicBezTo>
                      <a:cubicBezTo>
                        <a:pt x="19431" y="22235"/>
                        <a:pt x="19431" y="22235"/>
                        <a:pt x="19621" y="22331"/>
                      </a:cubicBezTo>
                      <a:close/>
                      <a:moveTo>
                        <a:pt x="20002" y="10615"/>
                      </a:moveTo>
                      <a:cubicBezTo>
                        <a:pt x="20002" y="10615"/>
                        <a:pt x="19717" y="10615"/>
                        <a:pt x="19526" y="10615"/>
                      </a:cubicBezTo>
                      <a:cubicBezTo>
                        <a:pt x="19431" y="10425"/>
                        <a:pt x="19336" y="10329"/>
                        <a:pt x="19526" y="10234"/>
                      </a:cubicBezTo>
                      <a:lnTo>
                        <a:pt x="20002" y="10234"/>
                      </a:lnTo>
                      <a:lnTo>
                        <a:pt x="20002" y="10710"/>
                      </a:lnTo>
                      <a:close/>
                      <a:moveTo>
                        <a:pt x="21526" y="13472"/>
                      </a:moveTo>
                      <a:cubicBezTo>
                        <a:pt x="20955" y="13663"/>
                        <a:pt x="20574" y="13663"/>
                        <a:pt x="20288" y="13472"/>
                      </a:cubicBezTo>
                      <a:lnTo>
                        <a:pt x="20669" y="12901"/>
                      </a:lnTo>
                      <a:lnTo>
                        <a:pt x="21526" y="13472"/>
                      </a:lnTo>
                      <a:close/>
                      <a:moveTo>
                        <a:pt x="21050" y="9758"/>
                      </a:moveTo>
                      <a:cubicBezTo>
                        <a:pt x="21050" y="9758"/>
                        <a:pt x="20764" y="9853"/>
                        <a:pt x="20479" y="9853"/>
                      </a:cubicBezTo>
                      <a:lnTo>
                        <a:pt x="20479" y="9186"/>
                      </a:lnTo>
                      <a:lnTo>
                        <a:pt x="21050" y="9758"/>
                      </a:lnTo>
                      <a:close/>
                      <a:moveTo>
                        <a:pt x="20955" y="19854"/>
                      </a:moveTo>
                      <a:lnTo>
                        <a:pt x="21907" y="19854"/>
                      </a:lnTo>
                      <a:cubicBezTo>
                        <a:pt x="21907" y="19854"/>
                        <a:pt x="21907" y="19378"/>
                        <a:pt x="21717" y="19378"/>
                      </a:cubicBezTo>
                      <a:cubicBezTo>
                        <a:pt x="21717" y="19378"/>
                        <a:pt x="21526" y="19569"/>
                        <a:pt x="20955" y="19854"/>
                      </a:cubicBezTo>
                      <a:lnTo>
                        <a:pt x="20669" y="19854"/>
                      </a:lnTo>
                      <a:cubicBezTo>
                        <a:pt x="20669" y="19854"/>
                        <a:pt x="20860" y="20045"/>
                        <a:pt x="20955" y="19854"/>
                      </a:cubicBezTo>
                      <a:close/>
                      <a:moveTo>
                        <a:pt x="20669" y="25284"/>
                      </a:moveTo>
                      <a:cubicBezTo>
                        <a:pt x="20669" y="25284"/>
                        <a:pt x="21050" y="25284"/>
                        <a:pt x="21146" y="24902"/>
                      </a:cubicBezTo>
                      <a:cubicBezTo>
                        <a:pt x="21336" y="24521"/>
                        <a:pt x="21336" y="24331"/>
                        <a:pt x="21336" y="24236"/>
                      </a:cubicBezTo>
                      <a:cubicBezTo>
                        <a:pt x="21146" y="24236"/>
                        <a:pt x="20955" y="24426"/>
                        <a:pt x="20955" y="24712"/>
                      </a:cubicBezTo>
                      <a:cubicBezTo>
                        <a:pt x="20860" y="24998"/>
                        <a:pt x="20764" y="25188"/>
                        <a:pt x="20669" y="25284"/>
                      </a:cubicBezTo>
                      <a:close/>
                      <a:moveTo>
                        <a:pt x="21526" y="8329"/>
                      </a:moveTo>
                      <a:lnTo>
                        <a:pt x="21050" y="8615"/>
                      </a:lnTo>
                      <a:lnTo>
                        <a:pt x="20764" y="8329"/>
                      </a:lnTo>
                      <a:lnTo>
                        <a:pt x="21431" y="8329"/>
                      </a:lnTo>
                      <a:close/>
                      <a:moveTo>
                        <a:pt x="22098" y="5852"/>
                      </a:moveTo>
                      <a:lnTo>
                        <a:pt x="22098" y="6043"/>
                      </a:lnTo>
                      <a:lnTo>
                        <a:pt x="21526" y="5376"/>
                      </a:lnTo>
                      <a:lnTo>
                        <a:pt x="22098" y="5948"/>
                      </a:lnTo>
                      <a:close/>
                      <a:moveTo>
                        <a:pt x="22098" y="18807"/>
                      </a:moveTo>
                      <a:lnTo>
                        <a:pt x="22098" y="18521"/>
                      </a:lnTo>
                      <a:cubicBezTo>
                        <a:pt x="22098" y="18521"/>
                        <a:pt x="21812" y="18330"/>
                        <a:pt x="21526" y="18330"/>
                      </a:cubicBezTo>
                      <a:lnTo>
                        <a:pt x="22098" y="18807"/>
                      </a:lnTo>
                      <a:close/>
                      <a:moveTo>
                        <a:pt x="23527" y="12329"/>
                      </a:moveTo>
                      <a:lnTo>
                        <a:pt x="23336" y="12329"/>
                      </a:lnTo>
                      <a:lnTo>
                        <a:pt x="22955" y="11568"/>
                      </a:lnTo>
                      <a:lnTo>
                        <a:pt x="23527" y="12329"/>
                      </a:lnTo>
                      <a:close/>
                      <a:moveTo>
                        <a:pt x="23527" y="18807"/>
                      </a:moveTo>
                      <a:cubicBezTo>
                        <a:pt x="23527" y="18807"/>
                        <a:pt x="23908" y="18807"/>
                        <a:pt x="24384" y="18997"/>
                      </a:cubicBezTo>
                      <a:lnTo>
                        <a:pt x="24384" y="18521"/>
                      </a:lnTo>
                      <a:lnTo>
                        <a:pt x="23527" y="18807"/>
                      </a:lnTo>
                      <a:close/>
                      <a:moveTo>
                        <a:pt x="24765" y="10139"/>
                      </a:moveTo>
                      <a:lnTo>
                        <a:pt x="24575" y="10139"/>
                      </a:lnTo>
                      <a:lnTo>
                        <a:pt x="24003" y="9758"/>
                      </a:lnTo>
                      <a:cubicBezTo>
                        <a:pt x="24003" y="9758"/>
                        <a:pt x="24384" y="9853"/>
                        <a:pt x="24765" y="10139"/>
                      </a:cubicBezTo>
                      <a:close/>
                      <a:moveTo>
                        <a:pt x="24860" y="16520"/>
                      </a:moveTo>
                      <a:lnTo>
                        <a:pt x="24860" y="16330"/>
                      </a:lnTo>
                      <a:lnTo>
                        <a:pt x="24384" y="16997"/>
                      </a:lnTo>
                      <a:lnTo>
                        <a:pt x="24860" y="16520"/>
                      </a:lnTo>
                      <a:close/>
                      <a:moveTo>
                        <a:pt x="25717" y="11472"/>
                      </a:moveTo>
                      <a:lnTo>
                        <a:pt x="25717" y="11091"/>
                      </a:lnTo>
                      <a:lnTo>
                        <a:pt x="25432" y="11853"/>
                      </a:lnTo>
                      <a:lnTo>
                        <a:pt x="25717" y="11472"/>
                      </a:lnTo>
                      <a:close/>
                      <a:moveTo>
                        <a:pt x="27337" y="10329"/>
                      </a:moveTo>
                      <a:lnTo>
                        <a:pt x="27718" y="10329"/>
                      </a:lnTo>
                      <a:cubicBezTo>
                        <a:pt x="27718" y="10329"/>
                        <a:pt x="27242" y="9662"/>
                        <a:pt x="26860" y="9472"/>
                      </a:cubicBezTo>
                      <a:lnTo>
                        <a:pt x="27622" y="10234"/>
                      </a:lnTo>
                      <a:lnTo>
                        <a:pt x="27432" y="10234"/>
                      </a:lnTo>
                      <a:close/>
                      <a:moveTo>
                        <a:pt x="26765" y="18807"/>
                      </a:moveTo>
                      <a:lnTo>
                        <a:pt x="27337" y="18330"/>
                      </a:lnTo>
                      <a:lnTo>
                        <a:pt x="26765" y="18330"/>
                      </a:lnTo>
                      <a:lnTo>
                        <a:pt x="26765" y="18807"/>
                      </a:lnTo>
                      <a:close/>
                      <a:moveTo>
                        <a:pt x="28670" y="14139"/>
                      </a:moveTo>
                      <a:cubicBezTo>
                        <a:pt x="28670" y="14139"/>
                        <a:pt x="29146" y="14139"/>
                        <a:pt x="29432" y="14044"/>
                      </a:cubicBezTo>
                      <a:cubicBezTo>
                        <a:pt x="29718" y="14044"/>
                        <a:pt x="29908" y="13758"/>
                        <a:pt x="30004" y="13472"/>
                      </a:cubicBezTo>
                      <a:cubicBezTo>
                        <a:pt x="30004" y="13472"/>
                        <a:pt x="29432" y="13758"/>
                        <a:pt x="28670" y="14235"/>
                      </a:cubicBezTo>
                      <a:close/>
                      <a:moveTo>
                        <a:pt x="30289" y="5376"/>
                      </a:moveTo>
                      <a:lnTo>
                        <a:pt x="30956" y="5567"/>
                      </a:lnTo>
                      <a:cubicBezTo>
                        <a:pt x="30956" y="5567"/>
                        <a:pt x="30575" y="4900"/>
                        <a:pt x="30575" y="4900"/>
                      </a:cubicBezTo>
                      <a:lnTo>
                        <a:pt x="30289" y="5376"/>
                      </a:lnTo>
                      <a:close/>
                      <a:moveTo>
                        <a:pt x="30480" y="1566"/>
                      </a:moveTo>
                      <a:lnTo>
                        <a:pt x="30861" y="1376"/>
                      </a:lnTo>
                      <a:cubicBezTo>
                        <a:pt x="30861" y="1376"/>
                        <a:pt x="31147" y="1376"/>
                        <a:pt x="31242" y="1566"/>
                      </a:cubicBezTo>
                      <a:lnTo>
                        <a:pt x="30480" y="1566"/>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 name="Google Shape;1606;p99"/>
                <p:cNvSpPr/>
                <p:nvPr/>
              </p:nvSpPr>
              <p:spPr>
                <a:xfrm>
                  <a:off x="3449097" y="4586382"/>
                  <a:ext cx="28289" cy="37052"/>
                </a:xfrm>
                <a:custGeom>
                  <a:avLst/>
                  <a:gdLst/>
                  <a:ahLst/>
                  <a:cxnLst/>
                  <a:rect l="l" t="t" r="r" b="b"/>
                  <a:pathLst>
                    <a:path w="28289" h="37052" extrusionOk="0">
                      <a:moveTo>
                        <a:pt x="25051" y="29623"/>
                      </a:moveTo>
                      <a:cubicBezTo>
                        <a:pt x="25622" y="30004"/>
                        <a:pt x="26003" y="30575"/>
                        <a:pt x="26003" y="31528"/>
                      </a:cubicBezTo>
                      <a:cubicBezTo>
                        <a:pt x="26003" y="32290"/>
                        <a:pt x="26003" y="33147"/>
                        <a:pt x="26003" y="33909"/>
                      </a:cubicBezTo>
                      <a:cubicBezTo>
                        <a:pt x="26003" y="34290"/>
                        <a:pt x="26099" y="34671"/>
                        <a:pt x="26194" y="34957"/>
                      </a:cubicBezTo>
                      <a:cubicBezTo>
                        <a:pt x="25337" y="36290"/>
                        <a:pt x="23908" y="37052"/>
                        <a:pt x="21908" y="37052"/>
                      </a:cubicBezTo>
                      <a:cubicBezTo>
                        <a:pt x="21336" y="37052"/>
                        <a:pt x="20383" y="37052"/>
                        <a:pt x="19241" y="36862"/>
                      </a:cubicBezTo>
                      <a:cubicBezTo>
                        <a:pt x="18002" y="36766"/>
                        <a:pt x="17050" y="36671"/>
                        <a:pt x="16478" y="36671"/>
                      </a:cubicBezTo>
                      <a:cubicBezTo>
                        <a:pt x="15812" y="36671"/>
                        <a:pt x="15240" y="36671"/>
                        <a:pt x="14764" y="36766"/>
                      </a:cubicBezTo>
                      <a:lnTo>
                        <a:pt x="4382" y="36766"/>
                      </a:lnTo>
                      <a:cubicBezTo>
                        <a:pt x="4382" y="36766"/>
                        <a:pt x="3334" y="36385"/>
                        <a:pt x="2476" y="36576"/>
                      </a:cubicBezTo>
                      <a:cubicBezTo>
                        <a:pt x="1619" y="36671"/>
                        <a:pt x="857" y="36576"/>
                        <a:pt x="381" y="36290"/>
                      </a:cubicBezTo>
                      <a:cubicBezTo>
                        <a:pt x="571" y="31909"/>
                        <a:pt x="571" y="27622"/>
                        <a:pt x="571" y="23336"/>
                      </a:cubicBezTo>
                      <a:cubicBezTo>
                        <a:pt x="571" y="19050"/>
                        <a:pt x="571" y="14859"/>
                        <a:pt x="381" y="10477"/>
                      </a:cubicBezTo>
                      <a:cubicBezTo>
                        <a:pt x="571" y="10668"/>
                        <a:pt x="762" y="10668"/>
                        <a:pt x="762" y="10668"/>
                      </a:cubicBezTo>
                      <a:lnTo>
                        <a:pt x="953" y="10477"/>
                      </a:lnTo>
                      <a:cubicBezTo>
                        <a:pt x="953" y="10477"/>
                        <a:pt x="953" y="10192"/>
                        <a:pt x="762" y="10096"/>
                      </a:cubicBezTo>
                      <a:cubicBezTo>
                        <a:pt x="571" y="10096"/>
                        <a:pt x="476" y="10001"/>
                        <a:pt x="476" y="9906"/>
                      </a:cubicBezTo>
                      <a:cubicBezTo>
                        <a:pt x="476" y="9906"/>
                        <a:pt x="571" y="9811"/>
                        <a:pt x="667" y="9620"/>
                      </a:cubicBezTo>
                      <a:cubicBezTo>
                        <a:pt x="667" y="9811"/>
                        <a:pt x="667" y="10001"/>
                        <a:pt x="762" y="10096"/>
                      </a:cubicBezTo>
                      <a:cubicBezTo>
                        <a:pt x="1143" y="10096"/>
                        <a:pt x="1143" y="9811"/>
                        <a:pt x="1048" y="9525"/>
                      </a:cubicBezTo>
                      <a:cubicBezTo>
                        <a:pt x="953" y="9144"/>
                        <a:pt x="1048" y="8954"/>
                        <a:pt x="1143" y="8954"/>
                      </a:cubicBezTo>
                      <a:lnTo>
                        <a:pt x="1143" y="9144"/>
                      </a:lnTo>
                      <a:cubicBezTo>
                        <a:pt x="1143" y="9144"/>
                        <a:pt x="1143" y="9430"/>
                        <a:pt x="1333" y="9525"/>
                      </a:cubicBezTo>
                      <a:cubicBezTo>
                        <a:pt x="1524" y="9620"/>
                        <a:pt x="1619" y="9811"/>
                        <a:pt x="1619" y="9811"/>
                      </a:cubicBezTo>
                      <a:lnTo>
                        <a:pt x="2381" y="9811"/>
                      </a:lnTo>
                      <a:lnTo>
                        <a:pt x="1619" y="9144"/>
                      </a:lnTo>
                      <a:lnTo>
                        <a:pt x="2381" y="8763"/>
                      </a:lnTo>
                      <a:cubicBezTo>
                        <a:pt x="2381" y="8763"/>
                        <a:pt x="2191" y="8572"/>
                        <a:pt x="1810" y="8191"/>
                      </a:cubicBezTo>
                      <a:cubicBezTo>
                        <a:pt x="1524" y="8001"/>
                        <a:pt x="1333" y="7906"/>
                        <a:pt x="1238" y="7906"/>
                      </a:cubicBezTo>
                      <a:cubicBezTo>
                        <a:pt x="1048" y="7906"/>
                        <a:pt x="857" y="8001"/>
                        <a:pt x="762" y="8287"/>
                      </a:cubicBezTo>
                      <a:cubicBezTo>
                        <a:pt x="571" y="8096"/>
                        <a:pt x="476" y="8096"/>
                        <a:pt x="476" y="7906"/>
                      </a:cubicBezTo>
                      <a:cubicBezTo>
                        <a:pt x="476" y="7906"/>
                        <a:pt x="571" y="7715"/>
                        <a:pt x="857" y="7525"/>
                      </a:cubicBezTo>
                      <a:cubicBezTo>
                        <a:pt x="1143" y="7334"/>
                        <a:pt x="1238" y="7144"/>
                        <a:pt x="1143" y="6953"/>
                      </a:cubicBezTo>
                      <a:lnTo>
                        <a:pt x="1524" y="7334"/>
                      </a:lnTo>
                      <a:lnTo>
                        <a:pt x="1714" y="7048"/>
                      </a:lnTo>
                      <a:cubicBezTo>
                        <a:pt x="1714" y="7048"/>
                        <a:pt x="1905" y="7048"/>
                        <a:pt x="2000" y="7048"/>
                      </a:cubicBezTo>
                      <a:cubicBezTo>
                        <a:pt x="2191" y="7048"/>
                        <a:pt x="2381" y="7048"/>
                        <a:pt x="2667" y="6858"/>
                      </a:cubicBezTo>
                      <a:cubicBezTo>
                        <a:pt x="3048" y="6858"/>
                        <a:pt x="3238" y="6667"/>
                        <a:pt x="3334" y="6667"/>
                      </a:cubicBezTo>
                      <a:cubicBezTo>
                        <a:pt x="3524" y="6667"/>
                        <a:pt x="3715" y="6763"/>
                        <a:pt x="3810" y="6858"/>
                      </a:cubicBezTo>
                      <a:lnTo>
                        <a:pt x="4000" y="6858"/>
                      </a:lnTo>
                      <a:cubicBezTo>
                        <a:pt x="4000" y="6858"/>
                        <a:pt x="3810" y="6287"/>
                        <a:pt x="3524" y="6191"/>
                      </a:cubicBezTo>
                      <a:cubicBezTo>
                        <a:pt x="3143" y="6096"/>
                        <a:pt x="2953" y="6001"/>
                        <a:pt x="2953" y="5905"/>
                      </a:cubicBezTo>
                      <a:cubicBezTo>
                        <a:pt x="2476" y="5810"/>
                        <a:pt x="1905" y="5810"/>
                        <a:pt x="1143" y="5905"/>
                      </a:cubicBezTo>
                      <a:cubicBezTo>
                        <a:pt x="1143" y="6001"/>
                        <a:pt x="1048" y="6096"/>
                        <a:pt x="1048" y="6096"/>
                      </a:cubicBezTo>
                      <a:cubicBezTo>
                        <a:pt x="953" y="6096"/>
                        <a:pt x="762" y="6096"/>
                        <a:pt x="762" y="6096"/>
                      </a:cubicBezTo>
                      <a:lnTo>
                        <a:pt x="571" y="6096"/>
                      </a:lnTo>
                      <a:lnTo>
                        <a:pt x="191" y="4763"/>
                      </a:lnTo>
                      <a:cubicBezTo>
                        <a:pt x="191" y="4763"/>
                        <a:pt x="571" y="4763"/>
                        <a:pt x="667" y="4572"/>
                      </a:cubicBezTo>
                      <a:cubicBezTo>
                        <a:pt x="667" y="4286"/>
                        <a:pt x="571" y="4191"/>
                        <a:pt x="381" y="4286"/>
                      </a:cubicBezTo>
                      <a:cubicBezTo>
                        <a:pt x="95" y="4477"/>
                        <a:pt x="0" y="4477"/>
                        <a:pt x="0" y="4286"/>
                      </a:cubicBezTo>
                      <a:lnTo>
                        <a:pt x="381" y="3905"/>
                      </a:lnTo>
                      <a:lnTo>
                        <a:pt x="762" y="4286"/>
                      </a:lnTo>
                      <a:cubicBezTo>
                        <a:pt x="762" y="4286"/>
                        <a:pt x="953" y="3905"/>
                        <a:pt x="953" y="3429"/>
                      </a:cubicBezTo>
                      <a:cubicBezTo>
                        <a:pt x="953" y="3524"/>
                        <a:pt x="1048" y="3620"/>
                        <a:pt x="1143" y="3715"/>
                      </a:cubicBezTo>
                      <a:cubicBezTo>
                        <a:pt x="1429" y="3620"/>
                        <a:pt x="1524" y="3429"/>
                        <a:pt x="1524" y="3334"/>
                      </a:cubicBezTo>
                      <a:cubicBezTo>
                        <a:pt x="1524" y="3143"/>
                        <a:pt x="1333" y="2953"/>
                        <a:pt x="953" y="2572"/>
                      </a:cubicBezTo>
                      <a:cubicBezTo>
                        <a:pt x="571" y="2286"/>
                        <a:pt x="381" y="2000"/>
                        <a:pt x="381" y="1810"/>
                      </a:cubicBezTo>
                      <a:cubicBezTo>
                        <a:pt x="381" y="1619"/>
                        <a:pt x="476" y="1333"/>
                        <a:pt x="762" y="1143"/>
                      </a:cubicBezTo>
                      <a:lnTo>
                        <a:pt x="1619" y="190"/>
                      </a:lnTo>
                      <a:cubicBezTo>
                        <a:pt x="3143" y="95"/>
                        <a:pt x="4858" y="0"/>
                        <a:pt x="6572" y="0"/>
                      </a:cubicBezTo>
                      <a:cubicBezTo>
                        <a:pt x="8287" y="0"/>
                        <a:pt x="10763" y="0"/>
                        <a:pt x="14097" y="190"/>
                      </a:cubicBezTo>
                      <a:cubicBezTo>
                        <a:pt x="17431" y="476"/>
                        <a:pt x="20003" y="571"/>
                        <a:pt x="21622" y="571"/>
                      </a:cubicBezTo>
                      <a:cubicBezTo>
                        <a:pt x="22860" y="571"/>
                        <a:pt x="24003" y="571"/>
                        <a:pt x="25146" y="571"/>
                      </a:cubicBezTo>
                      <a:cubicBezTo>
                        <a:pt x="25813" y="1143"/>
                        <a:pt x="26194" y="1810"/>
                        <a:pt x="26194" y="2667"/>
                      </a:cubicBezTo>
                      <a:cubicBezTo>
                        <a:pt x="26194" y="2953"/>
                        <a:pt x="26194" y="3429"/>
                        <a:pt x="26099" y="4096"/>
                      </a:cubicBezTo>
                      <a:cubicBezTo>
                        <a:pt x="26003" y="4858"/>
                        <a:pt x="25908" y="5334"/>
                        <a:pt x="25908" y="5620"/>
                      </a:cubicBezTo>
                      <a:cubicBezTo>
                        <a:pt x="25908" y="6001"/>
                        <a:pt x="25908" y="6382"/>
                        <a:pt x="26003" y="6572"/>
                      </a:cubicBezTo>
                      <a:cubicBezTo>
                        <a:pt x="26003" y="7048"/>
                        <a:pt x="25717" y="7334"/>
                        <a:pt x="25051" y="7334"/>
                      </a:cubicBezTo>
                      <a:lnTo>
                        <a:pt x="24193" y="7334"/>
                      </a:lnTo>
                      <a:cubicBezTo>
                        <a:pt x="24193" y="7334"/>
                        <a:pt x="23527" y="7334"/>
                        <a:pt x="23336" y="7525"/>
                      </a:cubicBezTo>
                      <a:lnTo>
                        <a:pt x="22288" y="7525"/>
                      </a:lnTo>
                      <a:lnTo>
                        <a:pt x="22288" y="7334"/>
                      </a:lnTo>
                      <a:cubicBezTo>
                        <a:pt x="20860" y="7334"/>
                        <a:pt x="19336" y="7525"/>
                        <a:pt x="17526" y="7525"/>
                      </a:cubicBezTo>
                      <a:cubicBezTo>
                        <a:pt x="16383" y="7525"/>
                        <a:pt x="14859" y="7525"/>
                        <a:pt x="12763" y="7525"/>
                      </a:cubicBezTo>
                      <a:lnTo>
                        <a:pt x="8001" y="7525"/>
                      </a:lnTo>
                      <a:cubicBezTo>
                        <a:pt x="7810" y="8096"/>
                        <a:pt x="7620" y="8763"/>
                        <a:pt x="7620" y="9430"/>
                      </a:cubicBezTo>
                      <a:cubicBezTo>
                        <a:pt x="7620" y="9620"/>
                        <a:pt x="7620" y="10001"/>
                        <a:pt x="7715" y="10382"/>
                      </a:cubicBezTo>
                      <a:lnTo>
                        <a:pt x="7715" y="11335"/>
                      </a:lnTo>
                      <a:cubicBezTo>
                        <a:pt x="7715" y="12001"/>
                        <a:pt x="7620" y="12573"/>
                        <a:pt x="7429" y="13145"/>
                      </a:cubicBezTo>
                      <a:cubicBezTo>
                        <a:pt x="7525" y="13525"/>
                        <a:pt x="7620" y="14002"/>
                        <a:pt x="7715" y="14383"/>
                      </a:cubicBezTo>
                      <a:cubicBezTo>
                        <a:pt x="7810" y="14954"/>
                        <a:pt x="8096" y="15240"/>
                        <a:pt x="8477" y="15240"/>
                      </a:cubicBezTo>
                      <a:cubicBezTo>
                        <a:pt x="8572" y="15240"/>
                        <a:pt x="8763" y="15240"/>
                        <a:pt x="8858" y="15240"/>
                      </a:cubicBezTo>
                      <a:cubicBezTo>
                        <a:pt x="8954" y="15240"/>
                        <a:pt x="9049" y="15240"/>
                        <a:pt x="9144" y="15240"/>
                      </a:cubicBezTo>
                      <a:cubicBezTo>
                        <a:pt x="9239" y="15240"/>
                        <a:pt x="9430" y="15240"/>
                        <a:pt x="9716" y="15145"/>
                      </a:cubicBezTo>
                      <a:cubicBezTo>
                        <a:pt x="10001" y="15145"/>
                        <a:pt x="10192" y="15145"/>
                        <a:pt x="10192" y="15145"/>
                      </a:cubicBezTo>
                      <a:cubicBezTo>
                        <a:pt x="10478" y="15145"/>
                        <a:pt x="10668" y="15240"/>
                        <a:pt x="10763" y="15526"/>
                      </a:cubicBezTo>
                      <a:cubicBezTo>
                        <a:pt x="11621" y="15240"/>
                        <a:pt x="12573" y="15145"/>
                        <a:pt x="13716" y="15145"/>
                      </a:cubicBezTo>
                      <a:cubicBezTo>
                        <a:pt x="14288" y="15145"/>
                        <a:pt x="15050" y="15145"/>
                        <a:pt x="16097" y="15145"/>
                      </a:cubicBezTo>
                      <a:cubicBezTo>
                        <a:pt x="17050" y="15240"/>
                        <a:pt x="17907" y="15335"/>
                        <a:pt x="18479" y="15335"/>
                      </a:cubicBezTo>
                      <a:cubicBezTo>
                        <a:pt x="19050" y="15335"/>
                        <a:pt x="19431" y="15335"/>
                        <a:pt x="19907" y="15145"/>
                      </a:cubicBezTo>
                      <a:cubicBezTo>
                        <a:pt x="20098" y="15907"/>
                        <a:pt x="20193" y="16954"/>
                        <a:pt x="20193" y="18383"/>
                      </a:cubicBezTo>
                      <a:cubicBezTo>
                        <a:pt x="20193" y="19907"/>
                        <a:pt x="20193" y="20955"/>
                        <a:pt x="20193" y="21526"/>
                      </a:cubicBezTo>
                      <a:cubicBezTo>
                        <a:pt x="19526" y="22003"/>
                        <a:pt x="18669" y="22193"/>
                        <a:pt x="17526" y="22193"/>
                      </a:cubicBezTo>
                      <a:cubicBezTo>
                        <a:pt x="17145" y="22193"/>
                        <a:pt x="16383" y="22193"/>
                        <a:pt x="15526" y="22098"/>
                      </a:cubicBezTo>
                      <a:cubicBezTo>
                        <a:pt x="14573" y="22003"/>
                        <a:pt x="13907" y="21907"/>
                        <a:pt x="13430" y="21907"/>
                      </a:cubicBezTo>
                      <a:cubicBezTo>
                        <a:pt x="12954" y="21907"/>
                        <a:pt x="12573" y="21907"/>
                        <a:pt x="12192" y="22003"/>
                      </a:cubicBezTo>
                      <a:lnTo>
                        <a:pt x="12192" y="21812"/>
                      </a:lnTo>
                      <a:cubicBezTo>
                        <a:pt x="12192" y="21812"/>
                        <a:pt x="11525" y="21812"/>
                        <a:pt x="10763" y="21812"/>
                      </a:cubicBezTo>
                      <a:cubicBezTo>
                        <a:pt x="10287" y="21812"/>
                        <a:pt x="9811" y="21812"/>
                        <a:pt x="9430" y="22098"/>
                      </a:cubicBezTo>
                      <a:cubicBezTo>
                        <a:pt x="9239" y="22098"/>
                        <a:pt x="9049" y="22003"/>
                        <a:pt x="8763" y="22003"/>
                      </a:cubicBezTo>
                      <a:lnTo>
                        <a:pt x="8192" y="22003"/>
                      </a:lnTo>
                      <a:cubicBezTo>
                        <a:pt x="7715" y="22193"/>
                        <a:pt x="7429" y="22574"/>
                        <a:pt x="7429" y="23146"/>
                      </a:cubicBezTo>
                      <a:cubicBezTo>
                        <a:pt x="7429" y="23527"/>
                        <a:pt x="7429" y="24003"/>
                        <a:pt x="7715" y="24193"/>
                      </a:cubicBezTo>
                      <a:cubicBezTo>
                        <a:pt x="7049" y="24003"/>
                        <a:pt x="6382" y="24193"/>
                        <a:pt x="5905" y="24670"/>
                      </a:cubicBezTo>
                      <a:lnTo>
                        <a:pt x="7049" y="24479"/>
                      </a:lnTo>
                      <a:lnTo>
                        <a:pt x="7049" y="24670"/>
                      </a:lnTo>
                      <a:cubicBezTo>
                        <a:pt x="7049" y="24670"/>
                        <a:pt x="7049" y="24955"/>
                        <a:pt x="7049" y="24955"/>
                      </a:cubicBezTo>
                      <a:cubicBezTo>
                        <a:pt x="7049" y="24955"/>
                        <a:pt x="7144" y="24765"/>
                        <a:pt x="7620" y="24574"/>
                      </a:cubicBezTo>
                      <a:cubicBezTo>
                        <a:pt x="7620" y="24479"/>
                        <a:pt x="7620" y="25337"/>
                        <a:pt x="7525" y="27146"/>
                      </a:cubicBezTo>
                      <a:cubicBezTo>
                        <a:pt x="7525" y="28289"/>
                        <a:pt x="7620" y="29051"/>
                        <a:pt x="8096" y="29718"/>
                      </a:cubicBezTo>
                      <a:cubicBezTo>
                        <a:pt x="9144" y="29718"/>
                        <a:pt x="10382" y="29908"/>
                        <a:pt x="11621" y="29908"/>
                      </a:cubicBezTo>
                      <a:cubicBezTo>
                        <a:pt x="12573" y="29908"/>
                        <a:pt x="13907" y="29908"/>
                        <a:pt x="15716" y="29718"/>
                      </a:cubicBezTo>
                      <a:cubicBezTo>
                        <a:pt x="17526" y="29527"/>
                        <a:pt x="18859" y="29527"/>
                        <a:pt x="19812" y="29527"/>
                      </a:cubicBezTo>
                      <a:cubicBezTo>
                        <a:pt x="21146" y="29527"/>
                        <a:pt x="22479" y="29527"/>
                        <a:pt x="23622" y="29813"/>
                      </a:cubicBezTo>
                      <a:cubicBezTo>
                        <a:pt x="23813" y="29337"/>
                        <a:pt x="24193" y="29242"/>
                        <a:pt x="24860" y="29813"/>
                      </a:cubicBezTo>
                      <a:close/>
                      <a:moveTo>
                        <a:pt x="1524" y="6667"/>
                      </a:moveTo>
                      <a:lnTo>
                        <a:pt x="1810" y="7048"/>
                      </a:lnTo>
                      <a:lnTo>
                        <a:pt x="1810" y="7239"/>
                      </a:lnTo>
                      <a:cubicBezTo>
                        <a:pt x="1810" y="7239"/>
                        <a:pt x="1619" y="6953"/>
                        <a:pt x="1524" y="6763"/>
                      </a:cubicBezTo>
                      <a:close/>
                      <a:moveTo>
                        <a:pt x="10858" y="19812"/>
                      </a:moveTo>
                      <a:lnTo>
                        <a:pt x="10287" y="19812"/>
                      </a:lnTo>
                      <a:cubicBezTo>
                        <a:pt x="10287" y="19812"/>
                        <a:pt x="10573" y="19907"/>
                        <a:pt x="10858" y="19812"/>
                      </a:cubicBezTo>
                      <a:lnTo>
                        <a:pt x="11049" y="19812"/>
                      </a:lnTo>
                      <a:cubicBezTo>
                        <a:pt x="11049" y="19812"/>
                        <a:pt x="11049" y="19907"/>
                        <a:pt x="11049" y="20002"/>
                      </a:cubicBezTo>
                      <a:lnTo>
                        <a:pt x="11716" y="19812"/>
                      </a:lnTo>
                      <a:cubicBezTo>
                        <a:pt x="11716" y="19812"/>
                        <a:pt x="11906" y="20002"/>
                        <a:pt x="11906" y="20002"/>
                      </a:cubicBezTo>
                      <a:lnTo>
                        <a:pt x="12573" y="20002"/>
                      </a:lnTo>
                      <a:lnTo>
                        <a:pt x="12573" y="19812"/>
                      </a:lnTo>
                      <a:lnTo>
                        <a:pt x="10954" y="19812"/>
                      </a:lnTo>
                      <a:cubicBezTo>
                        <a:pt x="10954" y="19812"/>
                        <a:pt x="10858" y="19621"/>
                        <a:pt x="10763" y="19812"/>
                      </a:cubicBezTo>
                      <a:close/>
                      <a:moveTo>
                        <a:pt x="19717" y="2572"/>
                      </a:moveTo>
                      <a:lnTo>
                        <a:pt x="19336" y="2381"/>
                      </a:lnTo>
                      <a:lnTo>
                        <a:pt x="19717" y="3048"/>
                      </a:lnTo>
                      <a:lnTo>
                        <a:pt x="19717" y="2572"/>
                      </a:lnTo>
                      <a:close/>
                      <a:moveTo>
                        <a:pt x="28099" y="32004"/>
                      </a:moveTo>
                      <a:lnTo>
                        <a:pt x="28289" y="32004"/>
                      </a:lnTo>
                      <a:lnTo>
                        <a:pt x="27718" y="32385"/>
                      </a:lnTo>
                      <a:lnTo>
                        <a:pt x="28099" y="32004"/>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07" name="Google Shape;1607;p99"/>
              <p:cNvGrpSpPr/>
              <p:nvPr/>
            </p:nvGrpSpPr>
            <p:grpSpPr>
              <a:xfrm>
                <a:off x="8582971" y="7024021"/>
                <a:ext cx="166782" cy="49530"/>
                <a:chOff x="3329653" y="4742116"/>
                <a:chExt cx="166782" cy="49530"/>
              </a:xfrm>
            </p:grpSpPr>
            <p:sp>
              <p:nvSpPr>
                <p:cNvPr id="1608" name="Google Shape;1608;p99"/>
                <p:cNvSpPr/>
                <p:nvPr/>
              </p:nvSpPr>
              <p:spPr>
                <a:xfrm>
                  <a:off x="3329653" y="4747355"/>
                  <a:ext cx="29908" cy="37242"/>
                </a:xfrm>
                <a:custGeom>
                  <a:avLst/>
                  <a:gdLst/>
                  <a:ahLst/>
                  <a:cxnLst/>
                  <a:rect l="l" t="t" r="r" b="b"/>
                  <a:pathLst>
                    <a:path w="29908" h="37242" extrusionOk="0">
                      <a:moveTo>
                        <a:pt x="22669" y="857"/>
                      </a:moveTo>
                      <a:cubicBezTo>
                        <a:pt x="22669" y="857"/>
                        <a:pt x="23431" y="1238"/>
                        <a:pt x="23813" y="1905"/>
                      </a:cubicBezTo>
                      <a:cubicBezTo>
                        <a:pt x="24193" y="2667"/>
                        <a:pt x="24574" y="3048"/>
                        <a:pt x="24860" y="3048"/>
                      </a:cubicBezTo>
                      <a:cubicBezTo>
                        <a:pt x="25146" y="3048"/>
                        <a:pt x="25432" y="2953"/>
                        <a:pt x="25813" y="2667"/>
                      </a:cubicBezTo>
                      <a:cubicBezTo>
                        <a:pt x="26003" y="3238"/>
                        <a:pt x="26575" y="3905"/>
                        <a:pt x="27527" y="4763"/>
                      </a:cubicBezTo>
                      <a:cubicBezTo>
                        <a:pt x="28480" y="5620"/>
                        <a:pt x="29051" y="6191"/>
                        <a:pt x="29432" y="6763"/>
                      </a:cubicBezTo>
                      <a:cubicBezTo>
                        <a:pt x="29242" y="7144"/>
                        <a:pt x="29146" y="7906"/>
                        <a:pt x="29146" y="8954"/>
                      </a:cubicBezTo>
                      <a:cubicBezTo>
                        <a:pt x="29146" y="10001"/>
                        <a:pt x="29146" y="10858"/>
                        <a:pt x="28861" y="11239"/>
                      </a:cubicBezTo>
                      <a:cubicBezTo>
                        <a:pt x="28480" y="11811"/>
                        <a:pt x="27908" y="12097"/>
                        <a:pt x="26860" y="11906"/>
                      </a:cubicBezTo>
                      <a:cubicBezTo>
                        <a:pt x="26289" y="11906"/>
                        <a:pt x="25527" y="12097"/>
                        <a:pt x="24670" y="12763"/>
                      </a:cubicBezTo>
                      <a:cubicBezTo>
                        <a:pt x="23813" y="13430"/>
                        <a:pt x="23146" y="13716"/>
                        <a:pt x="22669" y="13716"/>
                      </a:cubicBezTo>
                      <a:cubicBezTo>
                        <a:pt x="22384" y="13716"/>
                        <a:pt x="22003" y="13716"/>
                        <a:pt x="21717" y="13525"/>
                      </a:cubicBezTo>
                      <a:cubicBezTo>
                        <a:pt x="22003" y="12002"/>
                        <a:pt x="20955" y="10192"/>
                        <a:pt x="18478" y="8001"/>
                      </a:cubicBezTo>
                      <a:cubicBezTo>
                        <a:pt x="17812" y="7239"/>
                        <a:pt x="17145" y="6858"/>
                        <a:pt x="16478" y="6858"/>
                      </a:cubicBezTo>
                      <a:cubicBezTo>
                        <a:pt x="16002" y="6858"/>
                        <a:pt x="15430" y="7144"/>
                        <a:pt x="14573" y="7525"/>
                      </a:cubicBezTo>
                      <a:cubicBezTo>
                        <a:pt x="13716" y="8001"/>
                        <a:pt x="12954" y="8191"/>
                        <a:pt x="12382" y="8191"/>
                      </a:cubicBezTo>
                      <a:cubicBezTo>
                        <a:pt x="12001" y="8191"/>
                        <a:pt x="11620" y="8191"/>
                        <a:pt x="11335" y="8001"/>
                      </a:cubicBezTo>
                      <a:cubicBezTo>
                        <a:pt x="10858" y="8477"/>
                        <a:pt x="10477" y="8954"/>
                        <a:pt x="10001" y="9335"/>
                      </a:cubicBezTo>
                      <a:cubicBezTo>
                        <a:pt x="9620" y="10001"/>
                        <a:pt x="9334" y="10478"/>
                        <a:pt x="9430" y="11049"/>
                      </a:cubicBezTo>
                      <a:lnTo>
                        <a:pt x="8858" y="11049"/>
                      </a:lnTo>
                      <a:cubicBezTo>
                        <a:pt x="8572" y="11906"/>
                        <a:pt x="8572" y="13621"/>
                        <a:pt x="8858" y="16192"/>
                      </a:cubicBezTo>
                      <a:cubicBezTo>
                        <a:pt x="9049" y="18479"/>
                        <a:pt x="8763" y="20098"/>
                        <a:pt x="8096" y="21146"/>
                      </a:cubicBezTo>
                      <a:lnTo>
                        <a:pt x="8096" y="20764"/>
                      </a:lnTo>
                      <a:cubicBezTo>
                        <a:pt x="8096" y="20764"/>
                        <a:pt x="7906" y="20479"/>
                        <a:pt x="7810" y="20479"/>
                      </a:cubicBezTo>
                      <a:cubicBezTo>
                        <a:pt x="7715" y="20479"/>
                        <a:pt x="7620" y="20574"/>
                        <a:pt x="7334" y="20860"/>
                      </a:cubicBezTo>
                      <a:cubicBezTo>
                        <a:pt x="7048" y="21050"/>
                        <a:pt x="6953" y="21146"/>
                        <a:pt x="6858" y="21146"/>
                      </a:cubicBezTo>
                      <a:cubicBezTo>
                        <a:pt x="6858" y="21336"/>
                        <a:pt x="6953" y="21527"/>
                        <a:pt x="7239" y="21527"/>
                      </a:cubicBezTo>
                      <a:cubicBezTo>
                        <a:pt x="7906" y="21527"/>
                        <a:pt x="8287" y="21717"/>
                        <a:pt x="8477" y="21907"/>
                      </a:cubicBezTo>
                      <a:lnTo>
                        <a:pt x="7906" y="22479"/>
                      </a:lnTo>
                      <a:cubicBezTo>
                        <a:pt x="9334" y="23813"/>
                        <a:pt x="10001" y="24955"/>
                        <a:pt x="10001" y="26003"/>
                      </a:cubicBezTo>
                      <a:cubicBezTo>
                        <a:pt x="10001" y="26289"/>
                        <a:pt x="9906" y="26479"/>
                        <a:pt x="9811" y="26765"/>
                      </a:cubicBezTo>
                      <a:lnTo>
                        <a:pt x="10954" y="27718"/>
                      </a:lnTo>
                      <a:lnTo>
                        <a:pt x="10573" y="28099"/>
                      </a:lnTo>
                      <a:cubicBezTo>
                        <a:pt x="10573" y="28099"/>
                        <a:pt x="11906" y="28575"/>
                        <a:pt x="13525" y="28670"/>
                      </a:cubicBezTo>
                      <a:cubicBezTo>
                        <a:pt x="14859" y="28670"/>
                        <a:pt x="15621" y="29242"/>
                        <a:pt x="15716" y="30289"/>
                      </a:cubicBezTo>
                      <a:cubicBezTo>
                        <a:pt x="16097" y="29718"/>
                        <a:pt x="16954" y="29051"/>
                        <a:pt x="18478" y="28480"/>
                      </a:cubicBezTo>
                      <a:cubicBezTo>
                        <a:pt x="19717" y="27908"/>
                        <a:pt x="20479" y="27241"/>
                        <a:pt x="20669" y="26194"/>
                      </a:cubicBezTo>
                      <a:cubicBezTo>
                        <a:pt x="20955" y="26098"/>
                        <a:pt x="21431" y="25717"/>
                        <a:pt x="22098" y="25051"/>
                      </a:cubicBezTo>
                      <a:cubicBezTo>
                        <a:pt x="22765" y="24384"/>
                        <a:pt x="23336" y="24003"/>
                        <a:pt x="23908" y="24003"/>
                      </a:cubicBezTo>
                      <a:cubicBezTo>
                        <a:pt x="24098" y="24003"/>
                        <a:pt x="24289" y="24003"/>
                        <a:pt x="24479" y="24098"/>
                      </a:cubicBezTo>
                      <a:lnTo>
                        <a:pt x="25432" y="25432"/>
                      </a:lnTo>
                      <a:cubicBezTo>
                        <a:pt x="25432" y="25432"/>
                        <a:pt x="26098" y="24860"/>
                        <a:pt x="26384" y="24860"/>
                      </a:cubicBezTo>
                      <a:cubicBezTo>
                        <a:pt x="26670" y="24860"/>
                        <a:pt x="27051" y="24860"/>
                        <a:pt x="27527" y="25146"/>
                      </a:cubicBezTo>
                      <a:cubicBezTo>
                        <a:pt x="28099" y="25432"/>
                        <a:pt x="28384" y="25432"/>
                        <a:pt x="28670" y="25432"/>
                      </a:cubicBezTo>
                      <a:cubicBezTo>
                        <a:pt x="28861" y="25622"/>
                        <a:pt x="28956" y="26003"/>
                        <a:pt x="29051" y="26575"/>
                      </a:cubicBezTo>
                      <a:cubicBezTo>
                        <a:pt x="29146" y="27241"/>
                        <a:pt x="29432" y="27622"/>
                        <a:pt x="29908" y="27718"/>
                      </a:cubicBezTo>
                      <a:cubicBezTo>
                        <a:pt x="29718" y="28956"/>
                        <a:pt x="29242" y="30004"/>
                        <a:pt x="28384" y="30861"/>
                      </a:cubicBezTo>
                      <a:cubicBezTo>
                        <a:pt x="28099" y="31242"/>
                        <a:pt x="27241" y="32004"/>
                        <a:pt x="25813" y="33147"/>
                      </a:cubicBezTo>
                      <a:cubicBezTo>
                        <a:pt x="25908" y="33433"/>
                        <a:pt x="26003" y="33623"/>
                        <a:pt x="26003" y="33719"/>
                      </a:cubicBezTo>
                      <a:cubicBezTo>
                        <a:pt x="26003" y="33719"/>
                        <a:pt x="25813" y="33814"/>
                        <a:pt x="25527" y="33719"/>
                      </a:cubicBezTo>
                      <a:cubicBezTo>
                        <a:pt x="25241" y="33719"/>
                        <a:pt x="25051" y="33719"/>
                        <a:pt x="24955" y="34004"/>
                      </a:cubicBezTo>
                      <a:cubicBezTo>
                        <a:pt x="24384" y="35147"/>
                        <a:pt x="23431" y="35528"/>
                        <a:pt x="22003" y="35528"/>
                      </a:cubicBezTo>
                      <a:lnTo>
                        <a:pt x="20574" y="35528"/>
                      </a:lnTo>
                      <a:cubicBezTo>
                        <a:pt x="19050" y="35528"/>
                        <a:pt x="18097" y="36100"/>
                        <a:pt x="17431" y="37243"/>
                      </a:cubicBezTo>
                      <a:lnTo>
                        <a:pt x="16288" y="37243"/>
                      </a:lnTo>
                      <a:cubicBezTo>
                        <a:pt x="15430" y="37243"/>
                        <a:pt x="14383" y="37147"/>
                        <a:pt x="12859" y="36862"/>
                      </a:cubicBezTo>
                      <a:cubicBezTo>
                        <a:pt x="11335" y="36576"/>
                        <a:pt x="10287" y="36386"/>
                        <a:pt x="9430" y="36386"/>
                      </a:cubicBezTo>
                      <a:cubicBezTo>
                        <a:pt x="9049" y="36386"/>
                        <a:pt x="8668" y="36386"/>
                        <a:pt x="8287" y="36386"/>
                      </a:cubicBezTo>
                      <a:cubicBezTo>
                        <a:pt x="8287" y="35623"/>
                        <a:pt x="7715" y="35052"/>
                        <a:pt x="6858" y="34766"/>
                      </a:cubicBezTo>
                      <a:cubicBezTo>
                        <a:pt x="5715" y="34290"/>
                        <a:pt x="5048" y="33909"/>
                        <a:pt x="4858" y="33433"/>
                      </a:cubicBezTo>
                      <a:lnTo>
                        <a:pt x="2095" y="30671"/>
                      </a:lnTo>
                      <a:cubicBezTo>
                        <a:pt x="2095" y="30671"/>
                        <a:pt x="2381" y="30289"/>
                        <a:pt x="2381" y="30194"/>
                      </a:cubicBezTo>
                      <a:cubicBezTo>
                        <a:pt x="2381" y="30004"/>
                        <a:pt x="2191" y="29718"/>
                        <a:pt x="1810" y="29337"/>
                      </a:cubicBezTo>
                      <a:cubicBezTo>
                        <a:pt x="1333" y="28956"/>
                        <a:pt x="1238" y="28575"/>
                        <a:pt x="1238" y="28194"/>
                      </a:cubicBezTo>
                      <a:cubicBezTo>
                        <a:pt x="1524" y="26861"/>
                        <a:pt x="1238" y="25717"/>
                        <a:pt x="381" y="24479"/>
                      </a:cubicBezTo>
                      <a:lnTo>
                        <a:pt x="1238" y="24003"/>
                      </a:lnTo>
                      <a:cubicBezTo>
                        <a:pt x="1238" y="24003"/>
                        <a:pt x="857" y="23717"/>
                        <a:pt x="381" y="23717"/>
                      </a:cubicBezTo>
                      <a:cubicBezTo>
                        <a:pt x="762" y="23527"/>
                        <a:pt x="952" y="23336"/>
                        <a:pt x="952" y="23146"/>
                      </a:cubicBezTo>
                      <a:cubicBezTo>
                        <a:pt x="952" y="22860"/>
                        <a:pt x="857" y="22574"/>
                        <a:pt x="571" y="22193"/>
                      </a:cubicBezTo>
                      <a:cubicBezTo>
                        <a:pt x="286" y="21812"/>
                        <a:pt x="190" y="21527"/>
                        <a:pt x="190" y="21527"/>
                      </a:cubicBezTo>
                      <a:cubicBezTo>
                        <a:pt x="190" y="21812"/>
                        <a:pt x="286" y="22003"/>
                        <a:pt x="667" y="22193"/>
                      </a:cubicBezTo>
                      <a:cubicBezTo>
                        <a:pt x="1048" y="22288"/>
                        <a:pt x="1429" y="22384"/>
                        <a:pt x="1810" y="22670"/>
                      </a:cubicBezTo>
                      <a:cubicBezTo>
                        <a:pt x="2191" y="22003"/>
                        <a:pt x="2286" y="21717"/>
                        <a:pt x="2095" y="21622"/>
                      </a:cubicBezTo>
                      <a:lnTo>
                        <a:pt x="1143" y="21622"/>
                      </a:lnTo>
                      <a:lnTo>
                        <a:pt x="1429" y="20764"/>
                      </a:lnTo>
                      <a:lnTo>
                        <a:pt x="1714" y="21146"/>
                      </a:lnTo>
                      <a:lnTo>
                        <a:pt x="2762" y="20003"/>
                      </a:lnTo>
                      <a:cubicBezTo>
                        <a:pt x="1905" y="19240"/>
                        <a:pt x="1238" y="18669"/>
                        <a:pt x="762" y="18479"/>
                      </a:cubicBezTo>
                      <a:cubicBezTo>
                        <a:pt x="381" y="18860"/>
                        <a:pt x="190" y="19145"/>
                        <a:pt x="190" y="19240"/>
                      </a:cubicBezTo>
                      <a:lnTo>
                        <a:pt x="0" y="19240"/>
                      </a:lnTo>
                      <a:cubicBezTo>
                        <a:pt x="762" y="18002"/>
                        <a:pt x="1048" y="16288"/>
                        <a:pt x="1238" y="14097"/>
                      </a:cubicBezTo>
                      <a:cubicBezTo>
                        <a:pt x="1238" y="12382"/>
                        <a:pt x="1333" y="10573"/>
                        <a:pt x="1333" y="8858"/>
                      </a:cubicBezTo>
                      <a:cubicBezTo>
                        <a:pt x="2286" y="8858"/>
                        <a:pt x="2762" y="8477"/>
                        <a:pt x="2762" y="7906"/>
                      </a:cubicBezTo>
                      <a:cubicBezTo>
                        <a:pt x="2762" y="7715"/>
                        <a:pt x="2762" y="7429"/>
                        <a:pt x="2667" y="7048"/>
                      </a:cubicBezTo>
                      <a:cubicBezTo>
                        <a:pt x="2572" y="6667"/>
                        <a:pt x="2476" y="6382"/>
                        <a:pt x="2476" y="6191"/>
                      </a:cubicBezTo>
                      <a:cubicBezTo>
                        <a:pt x="2476" y="5620"/>
                        <a:pt x="2762" y="5239"/>
                        <a:pt x="3334" y="4953"/>
                      </a:cubicBezTo>
                      <a:cubicBezTo>
                        <a:pt x="3524" y="4763"/>
                        <a:pt x="4381" y="4096"/>
                        <a:pt x="5810" y="2857"/>
                      </a:cubicBezTo>
                      <a:cubicBezTo>
                        <a:pt x="6667" y="2096"/>
                        <a:pt x="7715" y="1619"/>
                        <a:pt x="8668" y="1619"/>
                      </a:cubicBezTo>
                      <a:cubicBezTo>
                        <a:pt x="8858" y="762"/>
                        <a:pt x="9525" y="286"/>
                        <a:pt x="10573" y="286"/>
                      </a:cubicBezTo>
                      <a:cubicBezTo>
                        <a:pt x="10668" y="286"/>
                        <a:pt x="10954" y="286"/>
                        <a:pt x="11144" y="286"/>
                      </a:cubicBezTo>
                      <a:lnTo>
                        <a:pt x="11716" y="286"/>
                      </a:lnTo>
                      <a:cubicBezTo>
                        <a:pt x="11716" y="286"/>
                        <a:pt x="12478" y="286"/>
                        <a:pt x="12668" y="0"/>
                      </a:cubicBezTo>
                      <a:cubicBezTo>
                        <a:pt x="13240" y="190"/>
                        <a:pt x="14097" y="286"/>
                        <a:pt x="15145" y="286"/>
                      </a:cubicBezTo>
                      <a:lnTo>
                        <a:pt x="16573" y="286"/>
                      </a:lnTo>
                      <a:cubicBezTo>
                        <a:pt x="17240" y="286"/>
                        <a:pt x="17812" y="286"/>
                        <a:pt x="18097" y="286"/>
                      </a:cubicBezTo>
                      <a:cubicBezTo>
                        <a:pt x="19812" y="286"/>
                        <a:pt x="21050" y="571"/>
                        <a:pt x="21717" y="1143"/>
                      </a:cubicBezTo>
                      <a:cubicBezTo>
                        <a:pt x="22098" y="857"/>
                        <a:pt x="22384" y="762"/>
                        <a:pt x="22765" y="762"/>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 name="Google Shape;1609;p99"/>
                <p:cNvSpPr/>
                <p:nvPr/>
              </p:nvSpPr>
              <p:spPr>
                <a:xfrm>
                  <a:off x="3355657" y="4742116"/>
                  <a:ext cx="36575" cy="45339"/>
                </a:xfrm>
                <a:custGeom>
                  <a:avLst/>
                  <a:gdLst/>
                  <a:ahLst/>
                  <a:cxnLst/>
                  <a:rect l="l" t="t" r="r" b="b"/>
                  <a:pathLst>
                    <a:path w="36575" h="45339" extrusionOk="0">
                      <a:moveTo>
                        <a:pt x="0" y="10859"/>
                      </a:moveTo>
                      <a:lnTo>
                        <a:pt x="952" y="11144"/>
                      </a:lnTo>
                      <a:lnTo>
                        <a:pt x="1143" y="11335"/>
                      </a:lnTo>
                      <a:lnTo>
                        <a:pt x="95" y="10763"/>
                      </a:lnTo>
                      <a:close/>
                      <a:moveTo>
                        <a:pt x="5143" y="19241"/>
                      </a:moveTo>
                      <a:cubicBezTo>
                        <a:pt x="5143" y="19241"/>
                        <a:pt x="5620" y="19526"/>
                        <a:pt x="5715" y="19526"/>
                      </a:cubicBezTo>
                      <a:cubicBezTo>
                        <a:pt x="5715" y="19717"/>
                        <a:pt x="5620" y="19908"/>
                        <a:pt x="5334" y="20098"/>
                      </a:cubicBezTo>
                      <a:lnTo>
                        <a:pt x="5143" y="20098"/>
                      </a:lnTo>
                      <a:lnTo>
                        <a:pt x="5143" y="19241"/>
                      </a:lnTo>
                      <a:close/>
                      <a:moveTo>
                        <a:pt x="36576" y="38481"/>
                      </a:moveTo>
                      <a:cubicBezTo>
                        <a:pt x="35909" y="38958"/>
                        <a:pt x="35623" y="39624"/>
                        <a:pt x="35623" y="40577"/>
                      </a:cubicBezTo>
                      <a:cubicBezTo>
                        <a:pt x="35623" y="42005"/>
                        <a:pt x="35623" y="42767"/>
                        <a:pt x="35623" y="42863"/>
                      </a:cubicBezTo>
                      <a:cubicBezTo>
                        <a:pt x="35433" y="42863"/>
                        <a:pt x="35242" y="43053"/>
                        <a:pt x="34862" y="43053"/>
                      </a:cubicBezTo>
                      <a:cubicBezTo>
                        <a:pt x="34576" y="43053"/>
                        <a:pt x="34100" y="43053"/>
                        <a:pt x="33528" y="42863"/>
                      </a:cubicBezTo>
                      <a:cubicBezTo>
                        <a:pt x="32956" y="42767"/>
                        <a:pt x="32480" y="42767"/>
                        <a:pt x="32194" y="42767"/>
                      </a:cubicBezTo>
                      <a:cubicBezTo>
                        <a:pt x="31242" y="42767"/>
                        <a:pt x="30671" y="43339"/>
                        <a:pt x="30575" y="44291"/>
                      </a:cubicBezTo>
                      <a:cubicBezTo>
                        <a:pt x="30480" y="43529"/>
                        <a:pt x="30004" y="42863"/>
                        <a:pt x="29242" y="42386"/>
                      </a:cubicBezTo>
                      <a:cubicBezTo>
                        <a:pt x="28766" y="42767"/>
                        <a:pt x="28099" y="42958"/>
                        <a:pt x="27432" y="42767"/>
                      </a:cubicBezTo>
                      <a:cubicBezTo>
                        <a:pt x="26384" y="42386"/>
                        <a:pt x="25813" y="42196"/>
                        <a:pt x="25717" y="42196"/>
                      </a:cubicBezTo>
                      <a:cubicBezTo>
                        <a:pt x="25241" y="42196"/>
                        <a:pt x="24955" y="42386"/>
                        <a:pt x="24575" y="42767"/>
                      </a:cubicBezTo>
                      <a:cubicBezTo>
                        <a:pt x="24289" y="42386"/>
                        <a:pt x="23908" y="42196"/>
                        <a:pt x="23527" y="42196"/>
                      </a:cubicBezTo>
                      <a:cubicBezTo>
                        <a:pt x="23336" y="42196"/>
                        <a:pt x="22860" y="42386"/>
                        <a:pt x="22098" y="42577"/>
                      </a:cubicBezTo>
                      <a:cubicBezTo>
                        <a:pt x="21336" y="42767"/>
                        <a:pt x="20860" y="42863"/>
                        <a:pt x="20479" y="42767"/>
                      </a:cubicBezTo>
                      <a:cubicBezTo>
                        <a:pt x="19717" y="42577"/>
                        <a:pt x="18859" y="42386"/>
                        <a:pt x="18193" y="42386"/>
                      </a:cubicBezTo>
                      <a:cubicBezTo>
                        <a:pt x="17335" y="42386"/>
                        <a:pt x="15621" y="42672"/>
                        <a:pt x="13049" y="43149"/>
                      </a:cubicBezTo>
                      <a:lnTo>
                        <a:pt x="13049" y="43815"/>
                      </a:lnTo>
                      <a:cubicBezTo>
                        <a:pt x="12668" y="43149"/>
                        <a:pt x="11906" y="42863"/>
                        <a:pt x="10573" y="42863"/>
                      </a:cubicBezTo>
                      <a:lnTo>
                        <a:pt x="8858" y="42863"/>
                      </a:lnTo>
                      <a:cubicBezTo>
                        <a:pt x="7906" y="42863"/>
                        <a:pt x="7239" y="42672"/>
                        <a:pt x="6858" y="42291"/>
                      </a:cubicBezTo>
                      <a:cubicBezTo>
                        <a:pt x="6858" y="41053"/>
                        <a:pt x="6858" y="38767"/>
                        <a:pt x="6858" y="35147"/>
                      </a:cubicBezTo>
                      <a:cubicBezTo>
                        <a:pt x="6858" y="32195"/>
                        <a:pt x="6858" y="29813"/>
                        <a:pt x="6858" y="28099"/>
                      </a:cubicBezTo>
                      <a:cubicBezTo>
                        <a:pt x="7048" y="25527"/>
                        <a:pt x="7144" y="23336"/>
                        <a:pt x="7525" y="21431"/>
                      </a:cubicBezTo>
                      <a:cubicBezTo>
                        <a:pt x="7144" y="21241"/>
                        <a:pt x="6858" y="20669"/>
                        <a:pt x="6763" y="20098"/>
                      </a:cubicBezTo>
                      <a:cubicBezTo>
                        <a:pt x="6572" y="19431"/>
                        <a:pt x="6477" y="19050"/>
                        <a:pt x="6191" y="18764"/>
                      </a:cubicBezTo>
                      <a:lnTo>
                        <a:pt x="6191" y="18764"/>
                      </a:lnTo>
                      <a:cubicBezTo>
                        <a:pt x="6191" y="18764"/>
                        <a:pt x="6858" y="18479"/>
                        <a:pt x="6858" y="18193"/>
                      </a:cubicBezTo>
                      <a:cubicBezTo>
                        <a:pt x="6858" y="18193"/>
                        <a:pt x="6858" y="18098"/>
                        <a:pt x="6667" y="18002"/>
                      </a:cubicBezTo>
                      <a:lnTo>
                        <a:pt x="6191" y="17431"/>
                      </a:lnTo>
                      <a:cubicBezTo>
                        <a:pt x="6763" y="17431"/>
                        <a:pt x="6953" y="17241"/>
                        <a:pt x="6953" y="16859"/>
                      </a:cubicBezTo>
                      <a:lnTo>
                        <a:pt x="6572" y="14192"/>
                      </a:lnTo>
                      <a:lnTo>
                        <a:pt x="6287" y="14192"/>
                      </a:lnTo>
                      <a:lnTo>
                        <a:pt x="6858" y="12573"/>
                      </a:lnTo>
                      <a:cubicBezTo>
                        <a:pt x="6858" y="12573"/>
                        <a:pt x="6191" y="12573"/>
                        <a:pt x="5715" y="12192"/>
                      </a:cubicBezTo>
                      <a:cubicBezTo>
                        <a:pt x="6667" y="11811"/>
                        <a:pt x="7048" y="11430"/>
                        <a:pt x="6858" y="10859"/>
                      </a:cubicBezTo>
                      <a:lnTo>
                        <a:pt x="5143" y="10573"/>
                      </a:lnTo>
                      <a:cubicBezTo>
                        <a:pt x="6096" y="10573"/>
                        <a:pt x="6763" y="10383"/>
                        <a:pt x="6858" y="10001"/>
                      </a:cubicBezTo>
                      <a:cubicBezTo>
                        <a:pt x="6287" y="9525"/>
                        <a:pt x="6096" y="9144"/>
                        <a:pt x="6382" y="8858"/>
                      </a:cubicBezTo>
                      <a:lnTo>
                        <a:pt x="7144" y="8001"/>
                      </a:lnTo>
                      <a:cubicBezTo>
                        <a:pt x="7144" y="8001"/>
                        <a:pt x="6858" y="7430"/>
                        <a:pt x="6191" y="7144"/>
                      </a:cubicBezTo>
                      <a:cubicBezTo>
                        <a:pt x="6287" y="6382"/>
                        <a:pt x="6763" y="5906"/>
                        <a:pt x="7620" y="5810"/>
                      </a:cubicBezTo>
                      <a:cubicBezTo>
                        <a:pt x="8382" y="5620"/>
                        <a:pt x="8858" y="5429"/>
                        <a:pt x="8954" y="5239"/>
                      </a:cubicBezTo>
                      <a:lnTo>
                        <a:pt x="8954" y="5715"/>
                      </a:lnTo>
                      <a:cubicBezTo>
                        <a:pt x="8954" y="5715"/>
                        <a:pt x="9906" y="5715"/>
                        <a:pt x="10382" y="6096"/>
                      </a:cubicBezTo>
                      <a:cubicBezTo>
                        <a:pt x="10858" y="6382"/>
                        <a:pt x="11239" y="6572"/>
                        <a:pt x="11335" y="6572"/>
                      </a:cubicBezTo>
                      <a:cubicBezTo>
                        <a:pt x="11621" y="6572"/>
                        <a:pt x="11906" y="6287"/>
                        <a:pt x="12287" y="5715"/>
                      </a:cubicBezTo>
                      <a:cubicBezTo>
                        <a:pt x="12859" y="6001"/>
                        <a:pt x="13430" y="6096"/>
                        <a:pt x="13621" y="6001"/>
                      </a:cubicBezTo>
                      <a:lnTo>
                        <a:pt x="13811" y="5144"/>
                      </a:lnTo>
                      <a:lnTo>
                        <a:pt x="13811" y="6001"/>
                      </a:lnTo>
                      <a:lnTo>
                        <a:pt x="15621" y="6287"/>
                      </a:lnTo>
                      <a:cubicBezTo>
                        <a:pt x="15621" y="8096"/>
                        <a:pt x="15716" y="9239"/>
                        <a:pt x="16192" y="9430"/>
                      </a:cubicBezTo>
                      <a:cubicBezTo>
                        <a:pt x="16002" y="9716"/>
                        <a:pt x="15716" y="10001"/>
                        <a:pt x="15240" y="10097"/>
                      </a:cubicBezTo>
                      <a:cubicBezTo>
                        <a:pt x="14764" y="10287"/>
                        <a:pt x="14288" y="10478"/>
                        <a:pt x="13811" y="10573"/>
                      </a:cubicBezTo>
                      <a:lnTo>
                        <a:pt x="15621" y="11335"/>
                      </a:lnTo>
                      <a:cubicBezTo>
                        <a:pt x="15621" y="11335"/>
                        <a:pt x="15145" y="12002"/>
                        <a:pt x="15145" y="12478"/>
                      </a:cubicBezTo>
                      <a:cubicBezTo>
                        <a:pt x="15145" y="12668"/>
                        <a:pt x="15240" y="13240"/>
                        <a:pt x="15526" y="14002"/>
                      </a:cubicBezTo>
                      <a:cubicBezTo>
                        <a:pt x="15716" y="14764"/>
                        <a:pt x="15812" y="15335"/>
                        <a:pt x="15812" y="15716"/>
                      </a:cubicBezTo>
                      <a:cubicBezTo>
                        <a:pt x="15812" y="16002"/>
                        <a:pt x="15812" y="16383"/>
                        <a:pt x="15716" y="16574"/>
                      </a:cubicBezTo>
                      <a:lnTo>
                        <a:pt x="15145" y="16574"/>
                      </a:lnTo>
                      <a:cubicBezTo>
                        <a:pt x="15145" y="16574"/>
                        <a:pt x="15335" y="17145"/>
                        <a:pt x="15430" y="17431"/>
                      </a:cubicBezTo>
                      <a:cubicBezTo>
                        <a:pt x="15621" y="18098"/>
                        <a:pt x="16002" y="18288"/>
                        <a:pt x="16478" y="18098"/>
                      </a:cubicBezTo>
                      <a:cubicBezTo>
                        <a:pt x="15716" y="19431"/>
                        <a:pt x="15335" y="20479"/>
                        <a:pt x="15335" y="21241"/>
                      </a:cubicBezTo>
                      <a:cubicBezTo>
                        <a:pt x="15335" y="21812"/>
                        <a:pt x="15430" y="22193"/>
                        <a:pt x="15716" y="22670"/>
                      </a:cubicBezTo>
                      <a:cubicBezTo>
                        <a:pt x="15430" y="22860"/>
                        <a:pt x="15335" y="23051"/>
                        <a:pt x="15335" y="23146"/>
                      </a:cubicBezTo>
                      <a:cubicBezTo>
                        <a:pt x="15335" y="23146"/>
                        <a:pt x="15335" y="23432"/>
                        <a:pt x="15526" y="23527"/>
                      </a:cubicBezTo>
                      <a:cubicBezTo>
                        <a:pt x="15621" y="23813"/>
                        <a:pt x="15716" y="23908"/>
                        <a:pt x="15812" y="24003"/>
                      </a:cubicBezTo>
                      <a:cubicBezTo>
                        <a:pt x="15621" y="24860"/>
                        <a:pt x="15526" y="25813"/>
                        <a:pt x="15526" y="26861"/>
                      </a:cubicBezTo>
                      <a:cubicBezTo>
                        <a:pt x="15526" y="27527"/>
                        <a:pt x="15526" y="28861"/>
                        <a:pt x="15716" y="30766"/>
                      </a:cubicBezTo>
                      <a:cubicBezTo>
                        <a:pt x="15907" y="32385"/>
                        <a:pt x="15907" y="33624"/>
                        <a:pt x="15812" y="34481"/>
                      </a:cubicBezTo>
                      <a:cubicBezTo>
                        <a:pt x="15335" y="34481"/>
                        <a:pt x="15050" y="34481"/>
                        <a:pt x="14954" y="34195"/>
                      </a:cubicBezTo>
                      <a:cubicBezTo>
                        <a:pt x="14764" y="34290"/>
                        <a:pt x="14668" y="34481"/>
                        <a:pt x="14668" y="34766"/>
                      </a:cubicBezTo>
                      <a:cubicBezTo>
                        <a:pt x="14764" y="35052"/>
                        <a:pt x="14954" y="35338"/>
                        <a:pt x="15145" y="35338"/>
                      </a:cubicBezTo>
                      <a:cubicBezTo>
                        <a:pt x="15240" y="35338"/>
                        <a:pt x="15430" y="35147"/>
                        <a:pt x="15812" y="35052"/>
                      </a:cubicBezTo>
                      <a:cubicBezTo>
                        <a:pt x="16002" y="35052"/>
                        <a:pt x="16192" y="35052"/>
                        <a:pt x="16383" y="35052"/>
                      </a:cubicBezTo>
                      <a:lnTo>
                        <a:pt x="16573" y="35814"/>
                      </a:lnTo>
                      <a:lnTo>
                        <a:pt x="17907" y="35052"/>
                      </a:lnTo>
                      <a:lnTo>
                        <a:pt x="32480" y="35052"/>
                      </a:lnTo>
                      <a:lnTo>
                        <a:pt x="32671" y="34481"/>
                      </a:lnTo>
                      <a:cubicBezTo>
                        <a:pt x="32671" y="34481"/>
                        <a:pt x="32956" y="34957"/>
                        <a:pt x="33242" y="34957"/>
                      </a:cubicBezTo>
                      <a:cubicBezTo>
                        <a:pt x="33338" y="34957"/>
                        <a:pt x="33623" y="34957"/>
                        <a:pt x="34004" y="34766"/>
                      </a:cubicBezTo>
                      <a:cubicBezTo>
                        <a:pt x="34290" y="34576"/>
                        <a:pt x="34576" y="34481"/>
                        <a:pt x="34766" y="34481"/>
                      </a:cubicBezTo>
                      <a:cubicBezTo>
                        <a:pt x="35242" y="34481"/>
                        <a:pt x="35528" y="34862"/>
                        <a:pt x="35814" y="35528"/>
                      </a:cubicBezTo>
                      <a:cubicBezTo>
                        <a:pt x="35623" y="35814"/>
                        <a:pt x="35433" y="36100"/>
                        <a:pt x="35433" y="36481"/>
                      </a:cubicBezTo>
                      <a:cubicBezTo>
                        <a:pt x="35433" y="37148"/>
                        <a:pt x="35814" y="37719"/>
                        <a:pt x="36290" y="38386"/>
                      </a:cubicBezTo>
                      <a:close/>
                      <a:moveTo>
                        <a:pt x="8954" y="20669"/>
                      </a:moveTo>
                      <a:lnTo>
                        <a:pt x="8954" y="19908"/>
                      </a:lnTo>
                      <a:lnTo>
                        <a:pt x="8001" y="19622"/>
                      </a:lnTo>
                      <a:lnTo>
                        <a:pt x="8954" y="20669"/>
                      </a:lnTo>
                      <a:close/>
                      <a:moveTo>
                        <a:pt x="9334" y="4572"/>
                      </a:moveTo>
                      <a:cubicBezTo>
                        <a:pt x="9334" y="4572"/>
                        <a:pt x="9334" y="5144"/>
                        <a:pt x="9239" y="5334"/>
                      </a:cubicBezTo>
                      <a:lnTo>
                        <a:pt x="9239" y="4572"/>
                      </a:lnTo>
                      <a:close/>
                      <a:moveTo>
                        <a:pt x="11144" y="4001"/>
                      </a:moveTo>
                      <a:cubicBezTo>
                        <a:pt x="11144" y="4001"/>
                        <a:pt x="10763" y="3620"/>
                        <a:pt x="10668" y="2953"/>
                      </a:cubicBezTo>
                      <a:cubicBezTo>
                        <a:pt x="10573" y="2381"/>
                        <a:pt x="10668" y="2191"/>
                        <a:pt x="10668" y="2191"/>
                      </a:cubicBezTo>
                      <a:cubicBezTo>
                        <a:pt x="10858" y="2191"/>
                        <a:pt x="10954" y="2572"/>
                        <a:pt x="11144" y="3239"/>
                      </a:cubicBezTo>
                      <a:lnTo>
                        <a:pt x="11144" y="4001"/>
                      </a:lnTo>
                      <a:close/>
                      <a:moveTo>
                        <a:pt x="13430" y="36005"/>
                      </a:moveTo>
                      <a:lnTo>
                        <a:pt x="14192" y="35243"/>
                      </a:lnTo>
                      <a:cubicBezTo>
                        <a:pt x="13716" y="35243"/>
                        <a:pt x="13049" y="35243"/>
                        <a:pt x="12097" y="34957"/>
                      </a:cubicBezTo>
                      <a:lnTo>
                        <a:pt x="12097" y="35719"/>
                      </a:lnTo>
                      <a:cubicBezTo>
                        <a:pt x="12097" y="35719"/>
                        <a:pt x="11811" y="35719"/>
                        <a:pt x="11716" y="35433"/>
                      </a:cubicBezTo>
                      <a:lnTo>
                        <a:pt x="11144" y="36291"/>
                      </a:lnTo>
                      <a:lnTo>
                        <a:pt x="12478" y="36291"/>
                      </a:lnTo>
                      <a:lnTo>
                        <a:pt x="12478" y="35909"/>
                      </a:lnTo>
                      <a:lnTo>
                        <a:pt x="13240" y="35433"/>
                      </a:lnTo>
                      <a:cubicBezTo>
                        <a:pt x="13240" y="35433"/>
                        <a:pt x="13525" y="35814"/>
                        <a:pt x="13430" y="35909"/>
                      </a:cubicBezTo>
                      <a:close/>
                      <a:moveTo>
                        <a:pt x="12859" y="20193"/>
                      </a:moveTo>
                      <a:lnTo>
                        <a:pt x="11906" y="21336"/>
                      </a:lnTo>
                      <a:cubicBezTo>
                        <a:pt x="11906" y="21336"/>
                        <a:pt x="12192" y="21241"/>
                        <a:pt x="12287" y="21241"/>
                      </a:cubicBezTo>
                      <a:lnTo>
                        <a:pt x="12383" y="21241"/>
                      </a:lnTo>
                      <a:lnTo>
                        <a:pt x="12383" y="22479"/>
                      </a:lnTo>
                      <a:lnTo>
                        <a:pt x="12763" y="22479"/>
                      </a:lnTo>
                      <a:lnTo>
                        <a:pt x="12954" y="20288"/>
                      </a:lnTo>
                      <a:close/>
                      <a:moveTo>
                        <a:pt x="13430" y="4858"/>
                      </a:moveTo>
                      <a:cubicBezTo>
                        <a:pt x="13430" y="4858"/>
                        <a:pt x="13240" y="5239"/>
                        <a:pt x="12859" y="5334"/>
                      </a:cubicBezTo>
                      <a:cubicBezTo>
                        <a:pt x="12573" y="5334"/>
                        <a:pt x="12287" y="5334"/>
                        <a:pt x="12097" y="5144"/>
                      </a:cubicBezTo>
                      <a:cubicBezTo>
                        <a:pt x="12192" y="4667"/>
                        <a:pt x="12478" y="4382"/>
                        <a:pt x="12859" y="4382"/>
                      </a:cubicBezTo>
                      <a:cubicBezTo>
                        <a:pt x="13144" y="4382"/>
                        <a:pt x="13335" y="4477"/>
                        <a:pt x="13430" y="4858"/>
                      </a:cubicBezTo>
                      <a:close/>
                      <a:moveTo>
                        <a:pt x="13811" y="9430"/>
                      </a:moveTo>
                      <a:cubicBezTo>
                        <a:pt x="13811" y="9430"/>
                        <a:pt x="13621" y="9430"/>
                        <a:pt x="13525" y="9430"/>
                      </a:cubicBezTo>
                      <a:cubicBezTo>
                        <a:pt x="13335" y="9430"/>
                        <a:pt x="13144" y="9335"/>
                        <a:pt x="13049" y="9144"/>
                      </a:cubicBezTo>
                      <a:cubicBezTo>
                        <a:pt x="12859" y="8858"/>
                        <a:pt x="12668" y="8763"/>
                        <a:pt x="12478" y="8763"/>
                      </a:cubicBezTo>
                      <a:lnTo>
                        <a:pt x="12668" y="9620"/>
                      </a:lnTo>
                      <a:cubicBezTo>
                        <a:pt x="13430" y="9620"/>
                        <a:pt x="13811" y="9620"/>
                        <a:pt x="13811" y="9335"/>
                      </a:cubicBezTo>
                      <a:close/>
                      <a:moveTo>
                        <a:pt x="14002" y="13716"/>
                      </a:moveTo>
                      <a:cubicBezTo>
                        <a:pt x="14002" y="13716"/>
                        <a:pt x="13240" y="13716"/>
                        <a:pt x="12668" y="14002"/>
                      </a:cubicBezTo>
                      <a:cubicBezTo>
                        <a:pt x="12954" y="14002"/>
                        <a:pt x="13430" y="14002"/>
                        <a:pt x="14002" y="13716"/>
                      </a:cubicBezTo>
                      <a:close/>
                      <a:moveTo>
                        <a:pt x="13430" y="6763"/>
                      </a:moveTo>
                      <a:lnTo>
                        <a:pt x="13430" y="7525"/>
                      </a:lnTo>
                      <a:lnTo>
                        <a:pt x="13811" y="7525"/>
                      </a:lnTo>
                      <a:lnTo>
                        <a:pt x="13811" y="6763"/>
                      </a:lnTo>
                      <a:lnTo>
                        <a:pt x="13430" y="6763"/>
                      </a:lnTo>
                      <a:close/>
                      <a:moveTo>
                        <a:pt x="15145" y="36005"/>
                      </a:moveTo>
                      <a:lnTo>
                        <a:pt x="15145" y="35528"/>
                      </a:lnTo>
                      <a:lnTo>
                        <a:pt x="14859" y="35814"/>
                      </a:lnTo>
                      <a:lnTo>
                        <a:pt x="15145" y="36005"/>
                      </a:lnTo>
                      <a:close/>
                      <a:moveTo>
                        <a:pt x="16954" y="22670"/>
                      </a:moveTo>
                      <a:lnTo>
                        <a:pt x="16192" y="21336"/>
                      </a:lnTo>
                      <a:lnTo>
                        <a:pt x="17431" y="22098"/>
                      </a:lnTo>
                      <a:lnTo>
                        <a:pt x="16859" y="22670"/>
                      </a:lnTo>
                      <a:close/>
                      <a:moveTo>
                        <a:pt x="18097" y="95"/>
                      </a:moveTo>
                      <a:lnTo>
                        <a:pt x="17526" y="858"/>
                      </a:lnTo>
                      <a:lnTo>
                        <a:pt x="16954" y="0"/>
                      </a:lnTo>
                      <a:lnTo>
                        <a:pt x="18097" y="191"/>
                      </a:lnTo>
                      <a:close/>
                      <a:moveTo>
                        <a:pt x="17526" y="5429"/>
                      </a:moveTo>
                      <a:cubicBezTo>
                        <a:pt x="17526" y="5429"/>
                        <a:pt x="17907" y="5429"/>
                        <a:pt x="18097" y="5144"/>
                      </a:cubicBezTo>
                      <a:lnTo>
                        <a:pt x="17526" y="4667"/>
                      </a:lnTo>
                      <a:cubicBezTo>
                        <a:pt x="18193" y="4477"/>
                        <a:pt x="18479" y="4477"/>
                        <a:pt x="18479" y="4858"/>
                      </a:cubicBezTo>
                      <a:cubicBezTo>
                        <a:pt x="18479" y="4858"/>
                        <a:pt x="18383" y="5144"/>
                        <a:pt x="18097" y="5906"/>
                      </a:cubicBezTo>
                      <a:lnTo>
                        <a:pt x="17526" y="5334"/>
                      </a:lnTo>
                      <a:close/>
                      <a:moveTo>
                        <a:pt x="18383" y="16383"/>
                      </a:moveTo>
                      <a:lnTo>
                        <a:pt x="17526" y="15907"/>
                      </a:lnTo>
                      <a:cubicBezTo>
                        <a:pt x="17907" y="15240"/>
                        <a:pt x="18383" y="14859"/>
                        <a:pt x="18764" y="14859"/>
                      </a:cubicBezTo>
                      <a:cubicBezTo>
                        <a:pt x="18859" y="14859"/>
                        <a:pt x="19050" y="14859"/>
                        <a:pt x="19145" y="15050"/>
                      </a:cubicBezTo>
                      <a:cubicBezTo>
                        <a:pt x="19145" y="15431"/>
                        <a:pt x="19145" y="15716"/>
                        <a:pt x="18955" y="15907"/>
                      </a:cubicBezTo>
                      <a:cubicBezTo>
                        <a:pt x="18764" y="16097"/>
                        <a:pt x="18574" y="16288"/>
                        <a:pt x="18288" y="16478"/>
                      </a:cubicBezTo>
                      <a:close/>
                      <a:moveTo>
                        <a:pt x="18383" y="24860"/>
                      </a:moveTo>
                      <a:lnTo>
                        <a:pt x="19526" y="24860"/>
                      </a:lnTo>
                      <a:lnTo>
                        <a:pt x="18193" y="25051"/>
                      </a:lnTo>
                      <a:lnTo>
                        <a:pt x="18383" y="24860"/>
                      </a:lnTo>
                      <a:close/>
                      <a:moveTo>
                        <a:pt x="18669" y="1619"/>
                      </a:moveTo>
                      <a:lnTo>
                        <a:pt x="18669" y="2572"/>
                      </a:lnTo>
                      <a:lnTo>
                        <a:pt x="18383" y="2572"/>
                      </a:lnTo>
                      <a:lnTo>
                        <a:pt x="18669" y="1619"/>
                      </a:lnTo>
                      <a:close/>
                      <a:moveTo>
                        <a:pt x="19717" y="11335"/>
                      </a:moveTo>
                      <a:cubicBezTo>
                        <a:pt x="19717" y="11335"/>
                        <a:pt x="19717" y="12002"/>
                        <a:pt x="19717" y="12383"/>
                      </a:cubicBezTo>
                      <a:cubicBezTo>
                        <a:pt x="19717" y="12478"/>
                        <a:pt x="19621" y="12668"/>
                        <a:pt x="19526" y="12859"/>
                      </a:cubicBezTo>
                      <a:lnTo>
                        <a:pt x="18669" y="11906"/>
                      </a:lnTo>
                      <a:lnTo>
                        <a:pt x="19717" y="11335"/>
                      </a:lnTo>
                      <a:close/>
                      <a:moveTo>
                        <a:pt x="18955" y="20193"/>
                      </a:moveTo>
                      <a:lnTo>
                        <a:pt x="19526" y="20193"/>
                      </a:lnTo>
                      <a:lnTo>
                        <a:pt x="18669" y="20765"/>
                      </a:lnTo>
                      <a:lnTo>
                        <a:pt x="18955" y="20193"/>
                      </a:lnTo>
                      <a:close/>
                      <a:moveTo>
                        <a:pt x="22193" y="5334"/>
                      </a:moveTo>
                      <a:cubicBezTo>
                        <a:pt x="21526" y="5525"/>
                        <a:pt x="21146" y="5620"/>
                        <a:pt x="20860" y="5620"/>
                      </a:cubicBezTo>
                      <a:lnTo>
                        <a:pt x="21622" y="4572"/>
                      </a:lnTo>
                      <a:lnTo>
                        <a:pt x="22193" y="5334"/>
                      </a:lnTo>
                      <a:close/>
                      <a:moveTo>
                        <a:pt x="24193" y="14954"/>
                      </a:moveTo>
                      <a:lnTo>
                        <a:pt x="24193" y="16669"/>
                      </a:lnTo>
                      <a:lnTo>
                        <a:pt x="23813" y="16669"/>
                      </a:lnTo>
                      <a:lnTo>
                        <a:pt x="23813" y="14954"/>
                      </a:lnTo>
                      <a:lnTo>
                        <a:pt x="24193" y="14954"/>
                      </a:lnTo>
                      <a:close/>
                      <a:moveTo>
                        <a:pt x="30861" y="44387"/>
                      </a:moveTo>
                      <a:cubicBezTo>
                        <a:pt x="30861" y="44387"/>
                        <a:pt x="30861" y="44958"/>
                        <a:pt x="30861" y="45339"/>
                      </a:cubicBezTo>
                      <a:lnTo>
                        <a:pt x="30861" y="44387"/>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 name="Google Shape;1610;p99"/>
                <p:cNvSpPr/>
                <p:nvPr/>
              </p:nvSpPr>
              <p:spPr>
                <a:xfrm>
                  <a:off x="3384136" y="4746974"/>
                  <a:ext cx="41719" cy="37447"/>
                </a:xfrm>
                <a:custGeom>
                  <a:avLst/>
                  <a:gdLst/>
                  <a:ahLst/>
                  <a:cxnLst/>
                  <a:rect l="l" t="t" r="r" b="b"/>
                  <a:pathLst>
                    <a:path w="41719" h="37447" extrusionOk="0">
                      <a:moveTo>
                        <a:pt x="0" y="20764"/>
                      </a:moveTo>
                      <a:cubicBezTo>
                        <a:pt x="0" y="20764"/>
                        <a:pt x="572" y="20764"/>
                        <a:pt x="762" y="20955"/>
                      </a:cubicBezTo>
                      <a:cubicBezTo>
                        <a:pt x="667" y="21241"/>
                        <a:pt x="381" y="21336"/>
                        <a:pt x="0" y="21336"/>
                      </a:cubicBezTo>
                      <a:lnTo>
                        <a:pt x="0" y="20764"/>
                      </a:lnTo>
                      <a:close/>
                      <a:moveTo>
                        <a:pt x="95" y="12002"/>
                      </a:moveTo>
                      <a:lnTo>
                        <a:pt x="95" y="11525"/>
                      </a:lnTo>
                      <a:lnTo>
                        <a:pt x="667" y="11525"/>
                      </a:lnTo>
                      <a:lnTo>
                        <a:pt x="667" y="12002"/>
                      </a:lnTo>
                      <a:lnTo>
                        <a:pt x="95" y="12002"/>
                      </a:lnTo>
                      <a:close/>
                      <a:moveTo>
                        <a:pt x="1238" y="24003"/>
                      </a:moveTo>
                      <a:cubicBezTo>
                        <a:pt x="1238" y="24003"/>
                        <a:pt x="1143" y="23813"/>
                        <a:pt x="1143" y="23717"/>
                      </a:cubicBezTo>
                      <a:cubicBezTo>
                        <a:pt x="1143" y="23527"/>
                        <a:pt x="1333" y="23336"/>
                        <a:pt x="1619" y="23051"/>
                      </a:cubicBezTo>
                      <a:cubicBezTo>
                        <a:pt x="2096" y="22574"/>
                        <a:pt x="2286" y="22384"/>
                        <a:pt x="2381" y="22288"/>
                      </a:cubicBezTo>
                      <a:cubicBezTo>
                        <a:pt x="2572" y="22765"/>
                        <a:pt x="2191" y="23241"/>
                        <a:pt x="1524" y="23908"/>
                      </a:cubicBezTo>
                      <a:lnTo>
                        <a:pt x="1333" y="23908"/>
                      </a:lnTo>
                      <a:close/>
                      <a:moveTo>
                        <a:pt x="1238" y="19621"/>
                      </a:moveTo>
                      <a:cubicBezTo>
                        <a:pt x="1524" y="19145"/>
                        <a:pt x="1810" y="18860"/>
                        <a:pt x="2096" y="18860"/>
                      </a:cubicBezTo>
                      <a:cubicBezTo>
                        <a:pt x="2381" y="18860"/>
                        <a:pt x="2667" y="19050"/>
                        <a:pt x="3048" y="19526"/>
                      </a:cubicBezTo>
                      <a:cubicBezTo>
                        <a:pt x="3620" y="20098"/>
                        <a:pt x="3905" y="20479"/>
                        <a:pt x="4001" y="20479"/>
                      </a:cubicBezTo>
                      <a:cubicBezTo>
                        <a:pt x="3810" y="20669"/>
                        <a:pt x="3715" y="20764"/>
                        <a:pt x="3524" y="20764"/>
                      </a:cubicBezTo>
                      <a:cubicBezTo>
                        <a:pt x="3429" y="20764"/>
                        <a:pt x="3239" y="20764"/>
                        <a:pt x="3048" y="20479"/>
                      </a:cubicBezTo>
                      <a:cubicBezTo>
                        <a:pt x="2953" y="20193"/>
                        <a:pt x="2762" y="20193"/>
                        <a:pt x="2667" y="20193"/>
                      </a:cubicBezTo>
                      <a:cubicBezTo>
                        <a:pt x="2477" y="20193"/>
                        <a:pt x="2286" y="20193"/>
                        <a:pt x="2096" y="20479"/>
                      </a:cubicBezTo>
                      <a:lnTo>
                        <a:pt x="2667" y="19907"/>
                      </a:lnTo>
                      <a:lnTo>
                        <a:pt x="2096" y="19336"/>
                      </a:lnTo>
                      <a:cubicBezTo>
                        <a:pt x="2096" y="19336"/>
                        <a:pt x="1810" y="19526"/>
                        <a:pt x="1333" y="19526"/>
                      </a:cubicBezTo>
                      <a:close/>
                      <a:moveTo>
                        <a:pt x="2381" y="18002"/>
                      </a:moveTo>
                      <a:lnTo>
                        <a:pt x="2858" y="17240"/>
                      </a:lnTo>
                      <a:lnTo>
                        <a:pt x="1810" y="16478"/>
                      </a:lnTo>
                      <a:cubicBezTo>
                        <a:pt x="1810" y="16478"/>
                        <a:pt x="2381" y="16669"/>
                        <a:pt x="2667" y="16764"/>
                      </a:cubicBezTo>
                      <a:cubicBezTo>
                        <a:pt x="2953" y="16859"/>
                        <a:pt x="3143" y="17145"/>
                        <a:pt x="3239" y="17526"/>
                      </a:cubicBezTo>
                      <a:lnTo>
                        <a:pt x="2381" y="18097"/>
                      </a:lnTo>
                      <a:close/>
                      <a:moveTo>
                        <a:pt x="4001" y="25051"/>
                      </a:moveTo>
                      <a:cubicBezTo>
                        <a:pt x="4001" y="25051"/>
                        <a:pt x="3429" y="24765"/>
                        <a:pt x="3429" y="24670"/>
                      </a:cubicBezTo>
                      <a:cubicBezTo>
                        <a:pt x="3429" y="24575"/>
                        <a:pt x="3620" y="24384"/>
                        <a:pt x="4001" y="24194"/>
                      </a:cubicBezTo>
                      <a:lnTo>
                        <a:pt x="4001" y="25051"/>
                      </a:lnTo>
                      <a:close/>
                      <a:moveTo>
                        <a:pt x="7430" y="21812"/>
                      </a:moveTo>
                      <a:lnTo>
                        <a:pt x="6858" y="22288"/>
                      </a:lnTo>
                      <a:cubicBezTo>
                        <a:pt x="6858" y="22288"/>
                        <a:pt x="6858" y="22574"/>
                        <a:pt x="7049" y="22670"/>
                      </a:cubicBezTo>
                      <a:cubicBezTo>
                        <a:pt x="6191" y="22765"/>
                        <a:pt x="5810" y="22955"/>
                        <a:pt x="5906" y="22955"/>
                      </a:cubicBezTo>
                      <a:cubicBezTo>
                        <a:pt x="5239" y="22955"/>
                        <a:pt x="4953" y="22479"/>
                        <a:pt x="5048" y="21431"/>
                      </a:cubicBezTo>
                      <a:lnTo>
                        <a:pt x="6096" y="20479"/>
                      </a:lnTo>
                      <a:lnTo>
                        <a:pt x="5525" y="19907"/>
                      </a:lnTo>
                      <a:lnTo>
                        <a:pt x="6858" y="20193"/>
                      </a:lnTo>
                      <a:lnTo>
                        <a:pt x="6382" y="20669"/>
                      </a:lnTo>
                      <a:lnTo>
                        <a:pt x="7334" y="21812"/>
                      </a:lnTo>
                      <a:close/>
                      <a:moveTo>
                        <a:pt x="6668" y="18193"/>
                      </a:moveTo>
                      <a:lnTo>
                        <a:pt x="5620" y="18669"/>
                      </a:lnTo>
                      <a:lnTo>
                        <a:pt x="5144" y="17336"/>
                      </a:lnTo>
                      <a:cubicBezTo>
                        <a:pt x="5144" y="17336"/>
                        <a:pt x="5525" y="17812"/>
                        <a:pt x="5906" y="17812"/>
                      </a:cubicBezTo>
                      <a:cubicBezTo>
                        <a:pt x="6191" y="17812"/>
                        <a:pt x="6382" y="17621"/>
                        <a:pt x="6477" y="17336"/>
                      </a:cubicBezTo>
                      <a:lnTo>
                        <a:pt x="6668" y="18193"/>
                      </a:lnTo>
                      <a:close/>
                      <a:moveTo>
                        <a:pt x="7239" y="16573"/>
                      </a:moveTo>
                      <a:cubicBezTo>
                        <a:pt x="7239" y="16573"/>
                        <a:pt x="6858" y="16764"/>
                        <a:pt x="6191" y="16764"/>
                      </a:cubicBezTo>
                      <a:lnTo>
                        <a:pt x="6477" y="16383"/>
                      </a:lnTo>
                      <a:lnTo>
                        <a:pt x="7239" y="16573"/>
                      </a:lnTo>
                      <a:close/>
                      <a:moveTo>
                        <a:pt x="7144" y="22574"/>
                      </a:moveTo>
                      <a:cubicBezTo>
                        <a:pt x="7715" y="22574"/>
                        <a:pt x="8096" y="22670"/>
                        <a:pt x="8287" y="23051"/>
                      </a:cubicBezTo>
                      <a:cubicBezTo>
                        <a:pt x="7811" y="23051"/>
                        <a:pt x="7430" y="22860"/>
                        <a:pt x="7144" y="22574"/>
                      </a:cubicBezTo>
                      <a:close/>
                      <a:moveTo>
                        <a:pt x="7811" y="10573"/>
                      </a:moveTo>
                      <a:lnTo>
                        <a:pt x="8001" y="11621"/>
                      </a:lnTo>
                      <a:lnTo>
                        <a:pt x="7144" y="11621"/>
                      </a:lnTo>
                      <a:lnTo>
                        <a:pt x="7715" y="10573"/>
                      </a:lnTo>
                      <a:close/>
                      <a:moveTo>
                        <a:pt x="10573" y="14573"/>
                      </a:moveTo>
                      <a:cubicBezTo>
                        <a:pt x="10573" y="14573"/>
                        <a:pt x="10287" y="14097"/>
                        <a:pt x="9811" y="14002"/>
                      </a:cubicBezTo>
                      <a:cubicBezTo>
                        <a:pt x="9430" y="13906"/>
                        <a:pt x="9239" y="13716"/>
                        <a:pt x="9239" y="13716"/>
                      </a:cubicBezTo>
                      <a:cubicBezTo>
                        <a:pt x="9239" y="13526"/>
                        <a:pt x="9239" y="13335"/>
                        <a:pt x="9525" y="13240"/>
                      </a:cubicBezTo>
                      <a:lnTo>
                        <a:pt x="11049" y="13811"/>
                      </a:lnTo>
                      <a:lnTo>
                        <a:pt x="10097" y="15716"/>
                      </a:lnTo>
                      <a:cubicBezTo>
                        <a:pt x="10097" y="15716"/>
                        <a:pt x="10287" y="15050"/>
                        <a:pt x="10668" y="14573"/>
                      </a:cubicBezTo>
                      <a:close/>
                      <a:moveTo>
                        <a:pt x="9430" y="32480"/>
                      </a:moveTo>
                      <a:cubicBezTo>
                        <a:pt x="9430" y="32480"/>
                        <a:pt x="9239" y="32290"/>
                        <a:pt x="9239" y="32195"/>
                      </a:cubicBezTo>
                      <a:lnTo>
                        <a:pt x="9430" y="32480"/>
                      </a:lnTo>
                      <a:close/>
                      <a:moveTo>
                        <a:pt x="9716" y="29242"/>
                      </a:moveTo>
                      <a:cubicBezTo>
                        <a:pt x="9716" y="29813"/>
                        <a:pt x="9620" y="30194"/>
                        <a:pt x="9430" y="30289"/>
                      </a:cubicBezTo>
                      <a:lnTo>
                        <a:pt x="9430" y="29242"/>
                      </a:lnTo>
                      <a:lnTo>
                        <a:pt x="9716" y="29242"/>
                      </a:lnTo>
                      <a:close/>
                      <a:moveTo>
                        <a:pt x="9430" y="32480"/>
                      </a:moveTo>
                      <a:cubicBezTo>
                        <a:pt x="9430" y="32480"/>
                        <a:pt x="9811" y="32576"/>
                        <a:pt x="10287" y="32766"/>
                      </a:cubicBezTo>
                      <a:cubicBezTo>
                        <a:pt x="10668" y="32956"/>
                        <a:pt x="10858" y="33052"/>
                        <a:pt x="10858" y="33242"/>
                      </a:cubicBezTo>
                      <a:cubicBezTo>
                        <a:pt x="10858" y="33338"/>
                        <a:pt x="10668" y="33623"/>
                        <a:pt x="10478" y="33814"/>
                      </a:cubicBezTo>
                      <a:lnTo>
                        <a:pt x="9335" y="32480"/>
                      </a:lnTo>
                      <a:close/>
                      <a:moveTo>
                        <a:pt x="41053" y="11335"/>
                      </a:moveTo>
                      <a:cubicBezTo>
                        <a:pt x="41053" y="11335"/>
                        <a:pt x="41720" y="12287"/>
                        <a:pt x="41720" y="12859"/>
                      </a:cubicBezTo>
                      <a:cubicBezTo>
                        <a:pt x="41720" y="13240"/>
                        <a:pt x="41434" y="13621"/>
                        <a:pt x="41053" y="14288"/>
                      </a:cubicBezTo>
                      <a:cubicBezTo>
                        <a:pt x="40577" y="14859"/>
                        <a:pt x="40386" y="15335"/>
                        <a:pt x="40386" y="15812"/>
                      </a:cubicBezTo>
                      <a:cubicBezTo>
                        <a:pt x="40386" y="16288"/>
                        <a:pt x="40577" y="16764"/>
                        <a:pt x="41053" y="17240"/>
                      </a:cubicBezTo>
                      <a:cubicBezTo>
                        <a:pt x="40862" y="19431"/>
                        <a:pt x="40672" y="22765"/>
                        <a:pt x="40672" y="27432"/>
                      </a:cubicBezTo>
                      <a:cubicBezTo>
                        <a:pt x="40100" y="27622"/>
                        <a:pt x="39815" y="28099"/>
                        <a:pt x="39910" y="28861"/>
                      </a:cubicBezTo>
                      <a:cubicBezTo>
                        <a:pt x="39910" y="29718"/>
                        <a:pt x="39910" y="30194"/>
                        <a:pt x="39719" y="30385"/>
                      </a:cubicBezTo>
                      <a:cubicBezTo>
                        <a:pt x="37052" y="33814"/>
                        <a:pt x="34195" y="35814"/>
                        <a:pt x="31528" y="36576"/>
                      </a:cubicBezTo>
                      <a:lnTo>
                        <a:pt x="31147" y="36290"/>
                      </a:lnTo>
                      <a:cubicBezTo>
                        <a:pt x="31147" y="37147"/>
                        <a:pt x="30575" y="37529"/>
                        <a:pt x="29623" y="37433"/>
                      </a:cubicBezTo>
                      <a:lnTo>
                        <a:pt x="26575" y="37433"/>
                      </a:lnTo>
                      <a:cubicBezTo>
                        <a:pt x="26575" y="37433"/>
                        <a:pt x="26575" y="37243"/>
                        <a:pt x="26575" y="36576"/>
                      </a:cubicBezTo>
                      <a:cubicBezTo>
                        <a:pt x="26575" y="36195"/>
                        <a:pt x="26670" y="35814"/>
                        <a:pt x="26956" y="35719"/>
                      </a:cubicBezTo>
                      <a:cubicBezTo>
                        <a:pt x="26670" y="35433"/>
                        <a:pt x="26384" y="35433"/>
                        <a:pt x="26099" y="35433"/>
                      </a:cubicBezTo>
                      <a:cubicBezTo>
                        <a:pt x="25813" y="35433"/>
                        <a:pt x="25527" y="35433"/>
                        <a:pt x="25146" y="35719"/>
                      </a:cubicBezTo>
                      <a:cubicBezTo>
                        <a:pt x="25241" y="36004"/>
                        <a:pt x="25241" y="36195"/>
                        <a:pt x="25241" y="36386"/>
                      </a:cubicBezTo>
                      <a:cubicBezTo>
                        <a:pt x="25241" y="37147"/>
                        <a:pt x="24765" y="37433"/>
                        <a:pt x="23813" y="37433"/>
                      </a:cubicBezTo>
                      <a:cubicBezTo>
                        <a:pt x="23146" y="37433"/>
                        <a:pt x="22384" y="37433"/>
                        <a:pt x="21622" y="37433"/>
                      </a:cubicBezTo>
                      <a:cubicBezTo>
                        <a:pt x="20193" y="36100"/>
                        <a:pt x="18383" y="35338"/>
                        <a:pt x="16193" y="35147"/>
                      </a:cubicBezTo>
                      <a:cubicBezTo>
                        <a:pt x="16193" y="35052"/>
                        <a:pt x="16193" y="34957"/>
                        <a:pt x="16193" y="34862"/>
                      </a:cubicBezTo>
                      <a:cubicBezTo>
                        <a:pt x="16193" y="34671"/>
                        <a:pt x="16193" y="34480"/>
                        <a:pt x="16383" y="34290"/>
                      </a:cubicBezTo>
                      <a:cubicBezTo>
                        <a:pt x="16478" y="34004"/>
                        <a:pt x="16574" y="33909"/>
                        <a:pt x="16574" y="33814"/>
                      </a:cubicBezTo>
                      <a:cubicBezTo>
                        <a:pt x="16574" y="33623"/>
                        <a:pt x="16383" y="33433"/>
                        <a:pt x="16097" y="33338"/>
                      </a:cubicBezTo>
                      <a:cubicBezTo>
                        <a:pt x="15907" y="33528"/>
                        <a:pt x="15812" y="33623"/>
                        <a:pt x="15621" y="33623"/>
                      </a:cubicBezTo>
                      <a:cubicBezTo>
                        <a:pt x="15621" y="33623"/>
                        <a:pt x="15335" y="33528"/>
                        <a:pt x="15145" y="33242"/>
                      </a:cubicBezTo>
                      <a:cubicBezTo>
                        <a:pt x="14954" y="32956"/>
                        <a:pt x="14669" y="32766"/>
                        <a:pt x="14478" y="32766"/>
                      </a:cubicBezTo>
                      <a:cubicBezTo>
                        <a:pt x="14669" y="32576"/>
                        <a:pt x="14669" y="32290"/>
                        <a:pt x="14669" y="32099"/>
                      </a:cubicBezTo>
                      <a:cubicBezTo>
                        <a:pt x="14669" y="31528"/>
                        <a:pt x="14288" y="31052"/>
                        <a:pt x="13621" y="30861"/>
                      </a:cubicBezTo>
                      <a:cubicBezTo>
                        <a:pt x="13430" y="31052"/>
                        <a:pt x="13240" y="31147"/>
                        <a:pt x="13049" y="31147"/>
                      </a:cubicBezTo>
                      <a:cubicBezTo>
                        <a:pt x="12668" y="31147"/>
                        <a:pt x="12192" y="30861"/>
                        <a:pt x="11811" y="30289"/>
                      </a:cubicBezTo>
                      <a:cubicBezTo>
                        <a:pt x="12002" y="30099"/>
                        <a:pt x="12097" y="29909"/>
                        <a:pt x="12097" y="29718"/>
                      </a:cubicBezTo>
                      <a:cubicBezTo>
                        <a:pt x="12097" y="29432"/>
                        <a:pt x="12097" y="29146"/>
                        <a:pt x="11811" y="28861"/>
                      </a:cubicBezTo>
                      <a:cubicBezTo>
                        <a:pt x="11621" y="28480"/>
                        <a:pt x="11525" y="28194"/>
                        <a:pt x="11430" y="28099"/>
                      </a:cubicBezTo>
                      <a:lnTo>
                        <a:pt x="10097" y="28670"/>
                      </a:lnTo>
                      <a:lnTo>
                        <a:pt x="11811" y="27527"/>
                      </a:lnTo>
                      <a:cubicBezTo>
                        <a:pt x="11811" y="27527"/>
                        <a:pt x="11430" y="26575"/>
                        <a:pt x="10954" y="26194"/>
                      </a:cubicBezTo>
                      <a:cubicBezTo>
                        <a:pt x="10478" y="25718"/>
                        <a:pt x="10001" y="25241"/>
                        <a:pt x="9620" y="24860"/>
                      </a:cubicBezTo>
                      <a:cubicBezTo>
                        <a:pt x="9811" y="24575"/>
                        <a:pt x="10001" y="24479"/>
                        <a:pt x="10287" y="24479"/>
                      </a:cubicBezTo>
                      <a:cubicBezTo>
                        <a:pt x="10573" y="24479"/>
                        <a:pt x="10763" y="24575"/>
                        <a:pt x="11144" y="24860"/>
                      </a:cubicBezTo>
                      <a:cubicBezTo>
                        <a:pt x="11525" y="25146"/>
                        <a:pt x="11811" y="25337"/>
                        <a:pt x="12002" y="25337"/>
                      </a:cubicBezTo>
                      <a:cubicBezTo>
                        <a:pt x="12097" y="25337"/>
                        <a:pt x="12287" y="25337"/>
                        <a:pt x="12383" y="25146"/>
                      </a:cubicBezTo>
                      <a:lnTo>
                        <a:pt x="11525" y="23336"/>
                      </a:lnTo>
                      <a:lnTo>
                        <a:pt x="12954" y="23336"/>
                      </a:lnTo>
                      <a:cubicBezTo>
                        <a:pt x="12954" y="23336"/>
                        <a:pt x="12954" y="23908"/>
                        <a:pt x="13240" y="23908"/>
                      </a:cubicBezTo>
                      <a:cubicBezTo>
                        <a:pt x="13430" y="23717"/>
                        <a:pt x="13526" y="23336"/>
                        <a:pt x="13430" y="22860"/>
                      </a:cubicBezTo>
                      <a:lnTo>
                        <a:pt x="13430" y="21812"/>
                      </a:lnTo>
                      <a:cubicBezTo>
                        <a:pt x="13240" y="22670"/>
                        <a:pt x="12383" y="22955"/>
                        <a:pt x="10858" y="22479"/>
                      </a:cubicBezTo>
                      <a:lnTo>
                        <a:pt x="10668" y="18860"/>
                      </a:lnTo>
                      <a:lnTo>
                        <a:pt x="10858" y="18860"/>
                      </a:lnTo>
                      <a:cubicBezTo>
                        <a:pt x="10858" y="18860"/>
                        <a:pt x="11240" y="18288"/>
                        <a:pt x="11240" y="17907"/>
                      </a:cubicBezTo>
                      <a:cubicBezTo>
                        <a:pt x="11240" y="17431"/>
                        <a:pt x="11049" y="16954"/>
                        <a:pt x="10478" y="16478"/>
                      </a:cubicBezTo>
                      <a:lnTo>
                        <a:pt x="11240" y="16097"/>
                      </a:lnTo>
                      <a:cubicBezTo>
                        <a:pt x="11240" y="16097"/>
                        <a:pt x="10668" y="15812"/>
                        <a:pt x="10668" y="15716"/>
                      </a:cubicBezTo>
                      <a:cubicBezTo>
                        <a:pt x="10668" y="15621"/>
                        <a:pt x="10668" y="15430"/>
                        <a:pt x="10858" y="15335"/>
                      </a:cubicBezTo>
                      <a:cubicBezTo>
                        <a:pt x="10954" y="15050"/>
                        <a:pt x="11049" y="14954"/>
                        <a:pt x="11049" y="14764"/>
                      </a:cubicBezTo>
                      <a:cubicBezTo>
                        <a:pt x="11049" y="14573"/>
                        <a:pt x="11049" y="14478"/>
                        <a:pt x="10858" y="14383"/>
                      </a:cubicBezTo>
                      <a:cubicBezTo>
                        <a:pt x="11049" y="14383"/>
                        <a:pt x="11240" y="14383"/>
                        <a:pt x="11335" y="14573"/>
                      </a:cubicBezTo>
                      <a:cubicBezTo>
                        <a:pt x="11525" y="14859"/>
                        <a:pt x="11716" y="14954"/>
                        <a:pt x="11716" y="14954"/>
                      </a:cubicBezTo>
                      <a:lnTo>
                        <a:pt x="12764" y="13811"/>
                      </a:lnTo>
                      <a:cubicBezTo>
                        <a:pt x="12764" y="13811"/>
                        <a:pt x="12002" y="13526"/>
                        <a:pt x="11716" y="12763"/>
                      </a:cubicBezTo>
                      <a:cubicBezTo>
                        <a:pt x="11430" y="12097"/>
                        <a:pt x="11049" y="11811"/>
                        <a:pt x="10573" y="12002"/>
                      </a:cubicBezTo>
                      <a:lnTo>
                        <a:pt x="11335" y="10382"/>
                      </a:lnTo>
                      <a:lnTo>
                        <a:pt x="10001" y="9525"/>
                      </a:lnTo>
                      <a:lnTo>
                        <a:pt x="12478" y="9239"/>
                      </a:lnTo>
                      <a:cubicBezTo>
                        <a:pt x="12478" y="9239"/>
                        <a:pt x="12478" y="8668"/>
                        <a:pt x="12192" y="8382"/>
                      </a:cubicBezTo>
                      <a:cubicBezTo>
                        <a:pt x="11906" y="8192"/>
                        <a:pt x="11811" y="7906"/>
                        <a:pt x="11811" y="7811"/>
                      </a:cubicBezTo>
                      <a:cubicBezTo>
                        <a:pt x="11811" y="7620"/>
                        <a:pt x="11811" y="7525"/>
                        <a:pt x="11906" y="7334"/>
                      </a:cubicBezTo>
                      <a:cubicBezTo>
                        <a:pt x="12097" y="7334"/>
                        <a:pt x="12287" y="7334"/>
                        <a:pt x="12478" y="7334"/>
                      </a:cubicBezTo>
                      <a:cubicBezTo>
                        <a:pt x="12859" y="7334"/>
                        <a:pt x="12954" y="7144"/>
                        <a:pt x="13049" y="6763"/>
                      </a:cubicBezTo>
                      <a:lnTo>
                        <a:pt x="13049" y="5810"/>
                      </a:lnTo>
                      <a:cubicBezTo>
                        <a:pt x="13049" y="5810"/>
                        <a:pt x="13145" y="5334"/>
                        <a:pt x="13240" y="5144"/>
                      </a:cubicBezTo>
                      <a:cubicBezTo>
                        <a:pt x="13907" y="3905"/>
                        <a:pt x="14954" y="2953"/>
                        <a:pt x="16478" y="2000"/>
                      </a:cubicBezTo>
                      <a:cubicBezTo>
                        <a:pt x="17717" y="1334"/>
                        <a:pt x="19050" y="667"/>
                        <a:pt x="20288" y="0"/>
                      </a:cubicBezTo>
                      <a:cubicBezTo>
                        <a:pt x="20669" y="381"/>
                        <a:pt x="21241" y="571"/>
                        <a:pt x="21812" y="571"/>
                      </a:cubicBezTo>
                      <a:cubicBezTo>
                        <a:pt x="22098" y="571"/>
                        <a:pt x="22479" y="571"/>
                        <a:pt x="23051" y="476"/>
                      </a:cubicBezTo>
                      <a:cubicBezTo>
                        <a:pt x="23622" y="381"/>
                        <a:pt x="24003" y="286"/>
                        <a:pt x="24289" y="286"/>
                      </a:cubicBezTo>
                      <a:cubicBezTo>
                        <a:pt x="25051" y="286"/>
                        <a:pt x="25718" y="571"/>
                        <a:pt x="26194" y="1143"/>
                      </a:cubicBezTo>
                      <a:cubicBezTo>
                        <a:pt x="27051" y="762"/>
                        <a:pt x="28099" y="476"/>
                        <a:pt x="29528" y="571"/>
                      </a:cubicBezTo>
                      <a:cubicBezTo>
                        <a:pt x="31718" y="571"/>
                        <a:pt x="32861" y="571"/>
                        <a:pt x="32957" y="571"/>
                      </a:cubicBezTo>
                      <a:cubicBezTo>
                        <a:pt x="33242" y="1048"/>
                        <a:pt x="34385" y="2000"/>
                        <a:pt x="36290" y="3143"/>
                      </a:cubicBezTo>
                      <a:cubicBezTo>
                        <a:pt x="37814" y="4096"/>
                        <a:pt x="38481" y="5334"/>
                        <a:pt x="38291" y="6572"/>
                      </a:cubicBezTo>
                      <a:cubicBezTo>
                        <a:pt x="38291" y="6572"/>
                        <a:pt x="38100" y="6572"/>
                        <a:pt x="37719" y="6763"/>
                      </a:cubicBezTo>
                      <a:cubicBezTo>
                        <a:pt x="38767" y="6763"/>
                        <a:pt x="39529" y="7334"/>
                        <a:pt x="39910" y="8477"/>
                      </a:cubicBezTo>
                      <a:cubicBezTo>
                        <a:pt x="40196" y="9335"/>
                        <a:pt x="40577" y="10192"/>
                        <a:pt x="40767" y="11049"/>
                      </a:cubicBezTo>
                      <a:close/>
                      <a:moveTo>
                        <a:pt x="9906" y="34862"/>
                      </a:moveTo>
                      <a:cubicBezTo>
                        <a:pt x="10858" y="34862"/>
                        <a:pt x="11335" y="35052"/>
                        <a:pt x="11430" y="35433"/>
                      </a:cubicBezTo>
                      <a:lnTo>
                        <a:pt x="11430" y="36004"/>
                      </a:lnTo>
                      <a:lnTo>
                        <a:pt x="9906" y="34862"/>
                      </a:lnTo>
                      <a:close/>
                      <a:moveTo>
                        <a:pt x="10097" y="30575"/>
                      </a:moveTo>
                      <a:cubicBezTo>
                        <a:pt x="10097" y="30575"/>
                        <a:pt x="10287" y="30289"/>
                        <a:pt x="10478" y="30289"/>
                      </a:cubicBezTo>
                      <a:cubicBezTo>
                        <a:pt x="10668" y="30289"/>
                        <a:pt x="10763" y="30480"/>
                        <a:pt x="10763" y="30575"/>
                      </a:cubicBezTo>
                      <a:lnTo>
                        <a:pt x="10001" y="30575"/>
                      </a:lnTo>
                      <a:close/>
                      <a:moveTo>
                        <a:pt x="13335" y="19241"/>
                      </a:moveTo>
                      <a:lnTo>
                        <a:pt x="13335" y="18383"/>
                      </a:lnTo>
                      <a:cubicBezTo>
                        <a:pt x="13335" y="18383"/>
                        <a:pt x="13049" y="18955"/>
                        <a:pt x="12478" y="18955"/>
                      </a:cubicBezTo>
                      <a:cubicBezTo>
                        <a:pt x="12097" y="18955"/>
                        <a:pt x="11906" y="18955"/>
                        <a:pt x="11811" y="18574"/>
                      </a:cubicBezTo>
                      <a:lnTo>
                        <a:pt x="11811" y="18383"/>
                      </a:lnTo>
                      <a:cubicBezTo>
                        <a:pt x="11811" y="18383"/>
                        <a:pt x="11811" y="18479"/>
                        <a:pt x="11811" y="18574"/>
                      </a:cubicBezTo>
                      <a:lnTo>
                        <a:pt x="12287" y="19717"/>
                      </a:lnTo>
                      <a:cubicBezTo>
                        <a:pt x="12287" y="19717"/>
                        <a:pt x="13145" y="19050"/>
                        <a:pt x="13430" y="19145"/>
                      </a:cubicBezTo>
                      <a:close/>
                      <a:moveTo>
                        <a:pt x="12764" y="15145"/>
                      </a:moveTo>
                      <a:lnTo>
                        <a:pt x="14383" y="15145"/>
                      </a:lnTo>
                      <a:lnTo>
                        <a:pt x="14383" y="14573"/>
                      </a:lnTo>
                      <a:cubicBezTo>
                        <a:pt x="14383" y="14573"/>
                        <a:pt x="14002" y="14859"/>
                        <a:pt x="13430" y="14859"/>
                      </a:cubicBezTo>
                      <a:cubicBezTo>
                        <a:pt x="12859" y="14859"/>
                        <a:pt x="12668" y="14859"/>
                        <a:pt x="12668" y="15050"/>
                      </a:cubicBezTo>
                      <a:close/>
                      <a:moveTo>
                        <a:pt x="13811" y="27337"/>
                      </a:moveTo>
                      <a:cubicBezTo>
                        <a:pt x="13811" y="27337"/>
                        <a:pt x="14097" y="26956"/>
                        <a:pt x="14573" y="26765"/>
                      </a:cubicBezTo>
                      <a:cubicBezTo>
                        <a:pt x="14954" y="26670"/>
                        <a:pt x="15050" y="26384"/>
                        <a:pt x="14859" y="26003"/>
                      </a:cubicBezTo>
                      <a:lnTo>
                        <a:pt x="13049" y="26575"/>
                      </a:lnTo>
                      <a:lnTo>
                        <a:pt x="13811" y="27337"/>
                      </a:lnTo>
                      <a:close/>
                      <a:moveTo>
                        <a:pt x="14859" y="20764"/>
                      </a:moveTo>
                      <a:cubicBezTo>
                        <a:pt x="14859" y="20764"/>
                        <a:pt x="14669" y="20574"/>
                        <a:pt x="14478" y="20574"/>
                      </a:cubicBezTo>
                      <a:lnTo>
                        <a:pt x="14002" y="20098"/>
                      </a:lnTo>
                      <a:lnTo>
                        <a:pt x="13811" y="20384"/>
                      </a:lnTo>
                      <a:cubicBezTo>
                        <a:pt x="13811" y="20384"/>
                        <a:pt x="14288" y="20384"/>
                        <a:pt x="14478" y="20574"/>
                      </a:cubicBezTo>
                      <a:lnTo>
                        <a:pt x="14859" y="20764"/>
                      </a:lnTo>
                      <a:close/>
                      <a:moveTo>
                        <a:pt x="14383" y="5048"/>
                      </a:moveTo>
                      <a:lnTo>
                        <a:pt x="14383" y="6477"/>
                      </a:lnTo>
                      <a:cubicBezTo>
                        <a:pt x="14383" y="6477"/>
                        <a:pt x="14573" y="6001"/>
                        <a:pt x="14669" y="5048"/>
                      </a:cubicBezTo>
                      <a:lnTo>
                        <a:pt x="15145" y="5048"/>
                      </a:lnTo>
                      <a:cubicBezTo>
                        <a:pt x="15145" y="5048"/>
                        <a:pt x="14669" y="5048"/>
                        <a:pt x="14669" y="5048"/>
                      </a:cubicBezTo>
                      <a:lnTo>
                        <a:pt x="14383" y="5048"/>
                      </a:lnTo>
                      <a:close/>
                      <a:moveTo>
                        <a:pt x="16002" y="14383"/>
                      </a:moveTo>
                      <a:lnTo>
                        <a:pt x="16002" y="13811"/>
                      </a:lnTo>
                      <a:cubicBezTo>
                        <a:pt x="16002" y="13811"/>
                        <a:pt x="15716" y="13621"/>
                        <a:pt x="15240" y="13621"/>
                      </a:cubicBezTo>
                      <a:cubicBezTo>
                        <a:pt x="15240" y="13621"/>
                        <a:pt x="15335" y="13811"/>
                        <a:pt x="15335" y="14097"/>
                      </a:cubicBezTo>
                      <a:cubicBezTo>
                        <a:pt x="15335" y="14383"/>
                        <a:pt x="15526" y="14478"/>
                        <a:pt x="15716" y="14478"/>
                      </a:cubicBezTo>
                      <a:cubicBezTo>
                        <a:pt x="15812" y="14478"/>
                        <a:pt x="15907" y="14478"/>
                        <a:pt x="16002" y="14478"/>
                      </a:cubicBezTo>
                      <a:close/>
                      <a:moveTo>
                        <a:pt x="17240" y="29718"/>
                      </a:moveTo>
                      <a:lnTo>
                        <a:pt x="17240" y="29242"/>
                      </a:lnTo>
                      <a:cubicBezTo>
                        <a:pt x="17240" y="29242"/>
                        <a:pt x="17526" y="29146"/>
                        <a:pt x="17621" y="29242"/>
                      </a:cubicBezTo>
                      <a:lnTo>
                        <a:pt x="18098" y="29242"/>
                      </a:lnTo>
                      <a:cubicBezTo>
                        <a:pt x="18098" y="29242"/>
                        <a:pt x="18288" y="29051"/>
                        <a:pt x="18098" y="28670"/>
                      </a:cubicBezTo>
                      <a:lnTo>
                        <a:pt x="17145" y="28670"/>
                      </a:lnTo>
                      <a:lnTo>
                        <a:pt x="17145" y="29242"/>
                      </a:lnTo>
                      <a:cubicBezTo>
                        <a:pt x="17145" y="29242"/>
                        <a:pt x="17145" y="29242"/>
                        <a:pt x="17145" y="29337"/>
                      </a:cubicBezTo>
                      <a:cubicBezTo>
                        <a:pt x="17145" y="29432"/>
                        <a:pt x="17240" y="29528"/>
                        <a:pt x="17240" y="29623"/>
                      </a:cubicBezTo>
                      <a:lnTo>
                        <a:pt x="17240" y="30194"/>
                      </a:lnTo>
                      <a:cubicBezTo>
                        <a:pt x="17240" y="30194"/>
                        <a:pt x="17240" y="29718"/>
                        <a:pt x="17240" y="29623"/>
                      </a:cubicBezTo>
                      <a:close/>
                      <a:moveTo>
                        <a:pt x="18288" y="31052"/>
                      </a:moveTo>
                      <a:cubicBezTo>
                        <a:pt x="18288" y="31052"/>
                        <a:pt x="18383" y="30575"/>
                        <a:pt x="18669" y="30289"/>
                      </a:cubicBezTo>
                      <a:cubicBezTo>
                        <a:pt x="18288" y="30289"/>
                        <a:pt x="18002" y="30385"/>
                        <a:pt x="17526" y="30861"/>
                      </a:cubicBezTo>
                      <a:cubicBezTo>
                        <a:pt x="18002" y="30861"/>
                        <a:pt x="18193" y="30861"/>
                        <a:pt x="18288" y="31052"/>
                      </a:cubicBezTo>
                      <a:close/>
                      <a:moveTo>
                        <a:pt x="18669" y="13811"/>
                      </a:moveTo>
                      <a:cubicBezTo>
                        <a:pt x="18669" y="13811"/>
                        <a:pt x="18955" y="13335"/>
                        <a:pt x="18860" y="13240"/>
                      </a:cubicBezTo>
                      <a:lnTo>
                        <a:pt x="18669" y="13240"/>
                      </a:lnTo>
                      <a:cubicBezTo>
                        <a:pt x="18669" y="13240"/>
                        <a:pt x="18574" y="13240"/>
                        <a:pt x="18383" y="13240"/>
                      </a:cubicBezTo>
                      <a:lnTo>
                        <a:pt x="18383" y="13049"/>
                      </a:lnTo>
                      <a:cubicBezTo>
                        <a:pt x="18383" y="13049"/>
                        <a:pt x="18383" y="12859"/>
                        <a:pt x="18479" y="12668"/>
                      </a:cubicBezTo>
                      <a:cubicBezTo>
                        <a:pt x="18574" y="12478"/>
                        <a:pt x="18669" y="12287"/>
                        <a:pt x="18669" y="12287"/>
                      </a:cubicBezTo>
                      <a:lnTo>
                        <a:pt x="18098" y="12287"/>
                      </a:lnTo>
                      <a:lnTo>
                        <a:pt x="18288" y="13049"/>
                      </a:lnTo>
                      <a:cubicBezTo>
                        <a:pt x="18288" y="13049"/>
                        <a:pt x="18288" y="13049"/>
                        <a:pt x="18288" y="13240"/>
                      </a:cubicBezTo>
                      <a:lnTo>
                        <a:pt x="18574" y="13906"/>
                      </a:lnTo>
                      <a:close/>
                      <a:moveTo>
                        <a:pt x="18288" y="22479"/>
                      </a:moveTo>
                      <a:cubicBezTo>
                        <a:pt x="18288" y="22479"/>
                        <a:pt x="18860" y="22384"/>
                        <a:pt x="18764" y="22193"/>
                      </a:cubicBezTo>
                      <a:cubicBezTo>
                        <a:pt x="18764" y="22003"/>
                        <a:pt x="18764" y="21812"/>
                        <a:pt x="18860" y="21717"/>
                      </a:cubicBezTo>
                      <a:lnTo>
                        <a:pt x="18288" y="21717"/>
                      </a:lnTo>
                      <a:lnTo>
                        <a:pt x="18288" y="22479"/>
                      </a:lnTo>
                      <a:close/>
                      <a:moveTo>
                        <a:pt x="31623" y="26003"/>
                      </a:moveTo>
                      <a:lnTo>
                        <a:pt x="31909" y="11811"/>
                      </a:lnTo>
                      <a:lnTo>
                        <a:pt x="30861" y="11049"/>
                      </a:lnTo>
                      <a:cubicBezTo>
                        <a:pt x="30671" y="10192"/>
                        <a:pt x="30099" y="9716"/>
                        <a:pt x="29242" y="9239"/>
                      </a:cubicBezTo>
                      <a:cubicBezTo>
                        <a:pt x="27432" y="8668"/>
                        <a:pt x="26575" y="8287"/>
                        <a:pt x="26480" y="8287"/>
                      </a:cubicBezTo>
                      <a:lnTo>
                        <a:pt x="26003" y="6096"/>
                      </a:lnTo>
                      <a:cubicBezTo>
                        <a:pt x="26003" y="6096"/>
                        <a:pt x="25337" y="6668"/>
                        <a:pt x="24956" y="7334"/>
                      </a:cubicBezTo>
                      <a:cubicBezTo>
                        <a:pt x="24670" y="8096"/>
                        <a:pt x="24289" y="8382"/>
                        <a:pt x="23813" y="8382"/>
                      </a:cubicBezTo>
                      <a:cubicBezTo>
                        <a:pt x="23622" y="8382"/>
                        <a:pt x="23432" y="8382"/>
                        <a:pt x="23241" y="8382"/>
                      </a:cubicBezTo>
                      <a:lnTo>
                        <a:pt x="23432" y="7811"/>
                      </a:lnTo>
                      <a:lnTo>
                        <a:pt x="22860" y="7811"/>
                      </a:lnTo>
                      <a:lnTo>
                        <a:pt x="23241" y="8572"/>
                      </a:lnTo>
                      <a:cubicBezTo>
                        <a:pt x="23241" y="8572"/>
                        <a:pt x="22860" y="8954"/>
                        <a:pt x="22479" y="9430"/>
                      </a:cubicBezTo>
                      <a:cubicBezTo>
                        <a:pt x="22098" y="9811"/>
                        <a:pt x="21812" y="10096"/>
                        <a:pt x="21431" y="10096"/>
                      </a:cubicBezTo>
                      <a:cubicBezTo>
                        <a:pt x="21241" y="10096"/>
                        <a:pt x="21146" y="10096"/>
                        <a:pt x="21050" y="10096"/>
                      </a:cubicBezTo>
                      <a:cubicBezTo>
                        <a:pt x="21050" y="10763"/>
                        <a:pt x="20860" y="11621"/>
                        <a:pt x="20574" y="12859"/>
                      </a:cubicBezTo>
                      <a:cubicBezTo>
                        <a:pt x="20383" y="12668"/>
                        <a:pt x="20288" y="12573"/>
                        <a:pt x="20288" y="12383"/>
                      </a:cubicBezTo>
                      <a:lnTo>
                        <a:pt x="19717" y="12383"/>
                      </a:lnTo>
                      <a:cubicBezTo>
                        <a:pt x="19717" y="12383"/>
                        <a:pt x="19431" y="12763"/>
                        <a:pt x="19431" y="12954"/>
                      </a:cubicBezTo>
                      <a:cubicBezTo>
                        <a:pt x="19431" y="13145"/>
                        <a:pt x="19431" y="13335"/>
                        <a:pt x="19622" y="13526"/>
                      </a:cubicBezTo>
                      <a:cubicBezTo>
                        <a:pt x="19812" y="13906"/>
                        <a:pt x="19812" y="14002"/>
                        <a:pt x="19812" y="14097"/>
                      </a:cubicBezTo>
                      <a:cubicBezTo>
                        <a:pt x="19812" y="14383"/>
                        <a:pt x="19717" y="14573"/>
                        <a:pt x="19526" y="14669"/>
                      </a:cubicBezTo>
                      <a:cubicBezTo>
                        <a:pt x="19717" y="15050"/>
                        <a:pt x="19907" y="15240"/>
                        <a:pt x="20193" y="15240"/>
                      </a:cubicBezTo>
                      <a:cubicBezTo>
                        <a:pt x="20288" y="15240"/>
                        <a:pt x="20479" y="15240"/>
                        <a:pt x="20765" y="15145"/>
                      </a:cubicBezTo>
                      <a:cubicBezTo>
                        <a:pt x="21050" y="15050"/>
                        <a:pt x="21146" y="15050"/>
                        <a:pt x="21336" y="15050"/>
                      </a:cubicBezTo>
                      <a:cubicBezTo>
                        <a:pt x="21622" y="15050"/>
                        <a:pt x="21812" y="15240"/>
                        <a:pt x="22003" y="15526"/>
                      </a:cubicBezTo>
                      <a:cubicBezTo>
                        <a:pt x="21717" y="16002"/>
                        <a:pt x="21527" y="16193"/>
                        <a:pt x="21241" y="16193"/>
                      </a:cubicBezTo>
                      <a:cubicBezTo>
                        <a:pt x="21050" y="16193"/>
                        <a:pt x="20955" y="16193"/>
                        <a:pt x="20669" y="16002"/>
                      </a:cubicBezTo>
                      <a:cubicBezTo>
                        <a:pt x="20479" y="16002"/>
                        <a:pt x="20288" y="15907"/>
                        <a:pt x="20098" y="15907"/>
                      </a:cubicBezTo>
                      <a:cubicBezTo>
                        <a:pt x="19907" y="15907"/>
                        <a:pt x="19812" y="15907"/>
                        <a:pt x="19717" y="16002"/>
                      </a:cubicBezTo>
                      <a:cubicBezTo>
                        <a:pt x="19717" y="16193"/>
                        <a:pt x="19812" y="16288"/>
                        <a:pt x="19812" y="16383"/>
                      </a:cubicBezTo>
                      <a:cubicBezTo>
                        <a:pt x="19812" y="16573"/>
                        <a:pt x="19812" y="16764"/>
                        <a:pt x="19717" y="16954"/>
                      </a:cubicBezTo>
                      <a:cubicBezTo>
                        <a:pt x="19526" y="17145"/>
                        <a:pt x="19526" y="17336"/>
                        <a:pt x="19526" y="17431"/>
                      </a:cubicBezTo>
                      <a:cubicBezTo>
                        <a:pt x="19526" y="17621"/>
                        <a:pt x="19717" y="17812"/>
                        <a:pt x="20003" y="17907"/>
                      </a:cubicBezTo>
                      <a:lnTo>
                        <a:pt x="19431" y="18479"/>
                      </a:lnTo>
                      <a:cubicBezTo>
                        <a:pt x="19431" y="18479"/>
                        <a:pt x="19717" y="19336"/>
                        <a:pt x="19717" y="20098"/>
                      </a:cubicBezTo>
                      <a:lnTo>
                        <a:pt x="19717" y="22288"/>
                      </a:lnTo>
                      <a:cubicBezTo>
                        <a:pt x="19717" y="24003"/>
                        <a:pt x="20098" y="25241"/>
                        <a:pt x="20765" y="25908"/>
                      </a:cubicBezTo>
                      <a:cubicBezTo>
                        <a:pt x="20860" y="26098"/>
                        <a:pt x="20765" y="26384"/>
                        <a:pt x="20669" y="26670"/>
                      </a:cubicBezTo>
                      <a:lnTo>
                        <a:pt x="20288" y="27432"/>
                      </a:lnTo>
                      <a:cubicBezTo>
                        <a:pt x="20288" y="27432"/>
                        <a:pt x="20955" y="27432"/>
                        <a:pt x="21050" y="27718"/>
                      </a:cubicBezTo>
                      <a:cubicBezTo>
                        <a:pt x="21050" y="28004"/>
                        <a:pt x="20955" y="28194"/>
                        <a:pt x="20574" y="28289"/>
                      </a:cubicBezTo>
                      <a:cubicBezTo>
                        <a:pt x="20288" y="28289"/>
                        <a:pt x="20003" y="28480"/>
                        <a:pt x="20003" y="28575"/>
                      </a:cubicBezTo>
                      <a:cubicBezTo>
                        <a:pt x="20193" y="28861"/>
                        <a:pt x="20383" y="29051"/>
                        <a:pt x="20479" y="29051"/>
                      </a:cubicBezTo>
                      <a:cubicBezTo>
                        <a:pt x="20574" y="29051"/>
                        <a:pt x="20765" y="28861"/>
                        <a:pt x="21050" y="28575"/>
                      </a:cubicBezTo>
                      <a:cubicBezTo>
                        <a:pt x="21336" y="28289"/>
                        <a:pt x="21527" y="28099"/>
                        <a:pt x="21622" y="28099"/>
                      </a:cubicBezTo>
                      <a:cubicBezTo>
                        <a:pt x="21812" y="28099"/>
                        <a:pt x="22003" y="28385"/>
                        <a:pt x="22193" y="29051"/>
                      </a:cubicBezTo>
                      <a:lnTo>
                        <a:pt x="22765" y="28480"/>
                      </a:lnTo>
                      <a:cubicBezTo>
                        <a:pt x="23336" y="28670"/>
                        <a:pt x="23813" y="29146"/>
                        <a:pt x="24289" y="29813"/>
                      </a:cubicBezTo>
                      <a:cubicBezTo>
                        <a:pt x="24479" y="30385"/>
                        <a:pt x="24765" y="30861"/>
                        <a:pt x="24956" y="31433"/>
                      </a:cubicBezTo>
                      <a:cubicBezTo>
                        <a:pt x="25622" y="31433"/>
                        <a:pt x="26003" y="31433"/>
                        <a:pt x="26384" y="30956"/>
                      </a:cubicBezTo>
                      <a:cubicBezTo>
                        <a:pt x="26670" y="30671"/>
                        <a:pt x="27146" y="30385"/>
                        <a:pt x="27718" y="30385"/>
                      </a:cubicBezTo>
                      <a:cubicBezTo>
                        <a:pt x="27908" y="30766"/>
                        <a:pt x="27908" y="30956"/>
                        <a:pt x="27908" y="30956"/>
                      </a:cubicBezTo>
                      <a:cubicBezTo>
                        <a:pt x="28575" y="30766"/>
                        <a:pt x="29147" y="30004"/>
                        <a:pt x="29718" y="28670"/>
                      </a:cubicBezTo>
                      <a:cubicBezTo>
                        <a:pt x="30194" y="27337"/>
                        <a:pt x="30956" y="26575"/>
                        <a:pt x="31718" y="26384"/>
                      </a:cubicBezTo>
                      <a:close/>
                      <a:moveTo>
                        <a:pt x="22670" y="16383"/>
                      </a:moveTo>
                      <a:lnTo>
                        <a:pt x="21908" y="15716"/>
                      </a:lnTo>
                      <a:lnTo>
                        <a:pt x="22670" y="15716"/>
                      </a:lnTo>
                      <a:lnTo>
                        <a:pt x="22670" y="16383"/>
                      </a:lnTo>
                      <a:close/>
                      <a:moveTo>
                        <a:pt x="22098" y="30956"/>
                      </a:moveTo>
                      <a:cubicBezTo>
                        <a:pt x="22098" y="30956"/>
                        <a:pt x="22384" y="31242"/>
                        <a:pt x="22574" y="31242"/>
                      </a:cubicBezTo>
                      <a:cubicBezTo>
                        <a:pt x="22670" y="31242"/>
                        <a:pt x="22860" y="31052"/>
                        <a:pt x="23051" y="30766"/>
                      </a:cubicBezTo>
                      <a:cubicBezTo>
                        <a:pt x="23241" y="30480"/>
                        <a:pt x="23432" y="30385"/>
                        <a:pt x="23717" y="30385"/>
                      </a:cubicBezTo>
                      <a:cubicBezTo>
                        <a:pt x="22860" y="30194"/>
                        <a:pt x="22384" y="30385"/>
                        <a:pt x="22098" y="30956"/>
                      </a:cubicBezTo>
                      <a:close/>
                      <a:moveTo>
                        <a:pt x="27337" y="28956"/>
                      </a:moveTo>
                      <a:lnTo>
                        <a:pt x="27527" y="28766"/>
                      </a:lnTo>
                      <a:lnTo>
                        <a:pt x="28289" y="28956"/>
                      </a:lnTo>
                      <a:lnTo>
                        <a:pt x="27337" y="28956"/>
                      </a:lnTo>
                      <a:close/>
                      <a:moveTo>
                        <a:pt x="30766" y="3620"/>
                      </a:moveTo>
                      <a:cubicBezTo>
                        <a:pt x="30766" y="3620"/>
                        <a:pt x="31052" y="3905"/>
                        <a:pt x="31242" y="3905"/>
                      </a:cubicBezTo>
                      <a:cubicBezTo>
                        <a:pt x="31528" y="3905"/>
                        <a:pt x="31814" y="3905"/>
                        <a:pt x="32099" y="3620"/>
                      </a:cubicBezTo>
                      <a:cubicBezTo>
                        <a:pt x="32385" y="3429"/>
                        <a:pt x="32671" y="3334"/>
                        <a:pt x="32671" y="3334"/>
                      </a:cubicBezTo>
                      <a:cubicBezTo>
                        <a:pt x="32576" y="3143"/>
                        <a:pt x="32290" y="3048"/>
                        <a:pt x="32099" y="3048"/>
                      </a:cubicBezTo>
                      <a:cubicBezTo>
                        <a:pt x="32004" y="3048"/>
                        <a:pt x="31718" y="3048"/>
                        <a:pt x="31433" y="3334"/>
                      </a:cubicBezTo>
                      <a:cubicBezTo>
                        <a:pt x="31147" y="3524"/>
                        <a:pt x="30956" y="3620"/>
                        <a:pt x="30766" y="3620"/>
                      </a:cubicBez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 name="Google Shape;1611;p99"/>
                <p:cNvSpPr/>
                <p:nvPr/>
              </p:nvSpPr>
              <p:spPr>
                <a:xfrm>
                  <a:off x="3429952" y="4747641"/>
                  <a:ext cx="40004" cy="44005"/>
                </a:xfrm>
                <a:custGeom>
                  <a:avLst/>
                  <a:gdLst/>
                  <a:ahLst/>
                  <a:cxnLst/>
                  <a:rect l="l" t="t" r="r" b="b"/>
                  <a:pathLst>
                    <a:path w="40004" h="44005" extrusionOk="0">
                      <a:moveTo>
                        <a:pt x="31337" y="24194"/>
                      </a:moveTo>
                      <a:cubicBezTo>
                        <a:pt x="30861" y="24860"/>
                        <a:pt x="30671" y="25622"/>
                        <a:pt x="30956" y="26575"/>
                      </a:cubicBezTo>
                      <a:cubicBezTo>
                        <a:pt x="31147" y="27527"/>
                        <a:pt x="31147" y="28289"/>
                        <a:pt x="30766" y="28861"/>
                      </a:cubicBezTo>
                      <a:cubicBezTo>
                        <a:pt x="30671" y="29908"/>
                        <a:pt x="30004" y="30766"/>
                        <a:pt x="28765" y="31718"/>
                      </a:cubicBezTo>
                      <a:cubicBezTo>
                        <a:pt x="27622" y="32671"/>
                        <a:pt x="27051" y="33433"/>
                        <a:pt x="27051" y="34099"/>
                      </a:cubicBezTo>
                      <a:cubicBezTo>
                        <a:pt x="27051" y="34480"/>
                        <a:pt x="27051" y="34766"/>
                        <a:pt x="27242" y="35147"/>
                      </a:cubicBezTo>
                      <a:lnTo>
                        <a:pt x="27527" y="35147"/>
                      </a:lnTo>
                      <a:lnTo>
                        <a:pt x="27527" y="35433"/>
                      </a:lnTo>
                      <a:cubicBezTo>
                        <a:pt x="27051" y="35147"/>
                        <a:pt x="26098" y="35052"/>
                        <a:pt x="24765" y="35147"/>
                      </a:cubicBezTo>
                      <a:cubicBezTo>
                        <a:pt x="24384" y="36100"/>
                        <a:pt x="23622" y="36576"/>
                        <a:pt x="22669" y="36576"/>
                      </a:cubicBezTo>
                      <a:cubicBezTo>
                        <a:pt x="22384" y="36576"/>
                        <a:pt x="22003" y="36576"/>
                        <a:pt x="21526" y="36481"/>
                      </a:cubicBezTo>
                      <a:cubicBezTo>
                        <a:pt x="20955" y="36481"/>
                        <a:pt x="20574" y="36386"/>
                        <a:pt x="20383" y="36386"/>
                      </a:cubicBezTo>
                      <a:cubicBezTo>
                        <a:pt x="20383" y="36195"/>
                        <a:pt x="20288" y="35909"/>
                        <a:pt x="20002" y="35814"/>
                      </a:cubicBezTo>
                      <a:cubicBezTo>
                        <a:pt x="19717" y="35528"/>
                        <a:pt x="19621" y="35433"/>
                        <a:pt x="19526" y="35243"/>
                      </a:cubicBezTo>
                      <a:cubicBezTo>
                        <a:pt x="19717" y="36386"/>
                        <a:pt x="18955" y="37338"/>
                        <a:pt x="17621" y="38386"/>
                      </a:cubicBezTo>
                      <a:lnTo>
                        <a:pt x="16764" y="37529"/>
                      </a:lnTo>
                      <a:cubicBezTo>
                        <a:pt x="16764" y="37529"/>
                        <a:pt x="16383" y="37719"/>
                        <a:pt x="15907" y="37719"/>
                      </a:cubicBezTo>
                      <a:lnTo>
                        <a:pt x="16192" y="37529"/>
                      </a:lnTo>
                      <a:cubicBezTo>
                        <a:pt x="16192" y="37529"/>
                        <a:pt x="15907" y="37243"/>
                        <a:pt x="15621" y="37243"/>
                      </a:cubicBezTo>
                      <a:cubicBezTo>
                        <a:pt x="15526" y="37243"/>
                        <a:pt x="15335" y="37243"/>
                        <a:pt x="15049" y="37433"/>
                      </a:cubicBezTo>
                      <a:cubicBezTo>
                        <a:pt x="14764" y="37624"/>
                        <a:pt x="14573" y="37719"/>
                        <a:pt x="14478" y="37719"/>
                      </a:cubicBezTo>
                      <a:lnTo>
                        <a:pt x="14859" y="37529"/>
                      </a:lnTo>
                      <a:cubicBezTo>
                        <a:pt x="14859" y="37529"/>
                        <a:pt x="13621" y="37243"/>
                        <a:pt x="12478" y="37243"/>
                      </a:cubicBezTo>
                      <a:cubicBezTo>
                        <a:pt x="11525" y="37243"/>
                        <a:pt x="10763" y="36957"/>
                        <a:pt x="10192" y="36386"/>
                      </a:cubicBezTo>
                      <a:cubicBezTo>
                        <a:pt x="8382" y="35719"/>
                        <a:pt x="6191" y="34385"/>
                        <a:pt x="3715" y="32290"/>
                      </a:cubicBezTo>
                      <a:cubicBezTo>
                        <a:pt x="3810" y="32290"/>
                        <a:pt x="3905" y="32004"/>
                        <a:pt x="3905" y="31432"/>
                      </a:cubicBezTo>
                      <a:cubicBezTo>
                        <a:pt x="3143" y="30956"/>
                        <a:pt x="2381" y="30194"/>
                        <a:pt x="1905" y="28956"/>
                      </a:cubicBezTo>
                      <a:cubicBezTo>
                        <a:pt x="1238" y="27432"/>
                        <a:pt x="762" y="26384"/>
                        <a:pt x="381" y="26003"/>
                      </a:cubicBezTo>
                      <a:lnTo>
                        <a:pt x="0" y="1238"/>
                      </a:lnTo>
                      <a:lnTo>
                        <a:pt x="952" y="95"/>
                      </a:lnTo>
                      <a:cubicBezTo>
                        <a:pt x="2286" y="381"/>
                        <a:pt x="4858" y="381"/>
                        <a:pt x="8668" y="95"/>
                      </a:cubicBezTo>
                      <a:cubicBezTo>
                        <a:pt x="8287" y="381"/>
                        <a:pt x="8096" y="571"/>
                        <a:pt x="8096" y="857"/>
                      </a:cubicBezTo>
                      <a:cubicBezTo>
                        <a:pt x="8096" y="1048"/>
                        <a:pt x="8287" y="1333"/>
                        <a:pt x="8572" y="1810"/>
                      </a:cubicBezTo>
                      <a:cubicBezTo>
                        <a:pt x="8858" y="2286"/>
                        <a:pt x="8953" y="2667"/>
                        <a:pt x="8953" y="2857"/>
                      </a:cubicBezTo>
                      <a:cubicBezTo>
                        <a:pt x="9906" y="3238"/>
                        <a:pt x="10382" y="4191"/>
                        <a:pt x="10382" y="5524"/>
                      </a:cubicBezTo>
                      <a:cubicBezTo>
                        <a:pt x="10382" y="5905"/>
                        <a:pt x="10287" y="6572"/>
                        <a:pt x="10192" y="7525"/>
                      </a:cubicBezTo>
                      <a:cubicBezTo>
                        <a:pt x="10192" y="8477"/>
                        <a:pt x="10001" y="9049"/>
                        <a:pt x="10001" y="9430"/>
                      </a:cubicBezTo>
                      <a:lnTo>
                        <a:pt x="9430" y="10001"/>
                      </a:lnTo>
                      <a:lnTo>
                        <a:pt x="10192" y="10573"/>
                      </a:lnTo>
                      <a:lnTo>
                        <a:pt x="10477" y="20955"/>
                      </a:lnTo>
                      <a:lnTo>
                        <a:pt x="9620" y="21527"/>
                      </a:lnTo>
                      <a:cubicBezTo>
                        <a:pt x="9620" y="21527"/>
                        <a:pt x="10096" y="23050"/>
                        <a:pt x="10382" y="25051"/>
                      </a:cubicBezTo>
                      <a:cubicBezTo>
                        <a:pt x="10573" y="26575"/>
                        <a:pt x="11049" y="27718"/>
                        <a:pt x="11621" y="28289"/>
                      </a:cubicBezTo>
                      <a:cubicBezTo>
                        <a:pt x="11906" y="28480"/>
                        <a:pt x="12097" y="28575"/>
                        <a:pt x="12478" y="28575"/>
                      </a:cubicBezTo>
                      <a:lnTo>
                        <a:pt x="13525" y="28575"/>
                      </a:lnTo>
                      <a:cubicBezTo>
                        <a:pt x="14478" y="29718"/>
                        <a:pt x="14954" y="30861"/>
                        <a:pt x="15145" y="32195"/>
                      </a:cubicBezTo>
                      <a:cubicBezTo>
                        <a:pt x="14954" y="30861"/>
                        <a:pt x="15335" y="30099"/>
                        <a:pt x="16288" y="29908"/>
                      </a:cubicBezTo>
                      <a:cubicBezTo>
                        <a:pt x="17621" y="29528"/>
                        <a:pt x="18383" y="29146"/>
                        <a:pt x="18669" y="28575"/>
                      </a:cubicBezTo>
                      <a:cubicBezTo>
                        <a:pt x="19336" y="28575"/>
                        <a:pt x="19812" y="28385"/>
                        <a:pt x="20098" y="27813"/>
                      </a:cubicBezTo>
                      <a:cubicBezTo>
                        <a:pt x="20383" y="27051"/>
                        <a:pt x="20764" y="26575"/>
                        <a:pt x="20955" y="26479"/>
                      </a:cubicBezTo>
                      <a:lnTo>
                        <a:pt x="22765" y="25908"/>
                      </a:lnTo>
                      <a:lnTo>
                        <a:pt x="21812" y="25241"/>
                      </a:lnTo>
                      <a:cubicBezTo>
                        <a:pt x="21907" y="19907"/>
                        <a:pt x="22003" y="11906"/>
                        <a:pt x="22003" y="1429"/>
                      </a:cubicBezTo>
                      <a:cubicBezTo>
                        <a:pt x="23050" y="476"/>
                        <a:pt x="24479" y="0"/>
                        <a:pt x="26479" y="0"/>
                      </a:cubicBezTo>
                      <a:cubicBezTo>
                        <a:pt x="26575" y="0"/>
                        <a:pt x="28003" y="190"/>
                        <a:pt x="30575" y="381"/>
                      </a:cubicBezTo>
                      <a:cubicBezTo>
                        <a:pt x="30575" y="1333"/>
                        <a:pt x="30575" y="2667"/>
                        <a:pt x="30861" y="4381"/>
                      </a:cubicBezTo>
                      <a:cubicBezTo>
                        <a:pt x="31051" y="6096"/>
                        <a:pt x="31147" y="7239"/>
                        <a:pt x="31147" y="8096"/>
                      </a:cubicBezTo>
                      <a:cubicBezTo>
                        <a:pt x="31147" y="9144"/>
                        <a:pt x="31051" y="10096"/>
                        <a:pt x="30861" y="10954"/>
                      </a:cubicBezTo>
                      <a:cubicBezTo>
                        <a:pt x="31337" y="11335"/>
                        <a:pt x="31528" y="11621"/>
                        <a:pt x="31528" y="11906"/>
                      </a:cubicBezTo>
                      <a:cubicBezTo>
                        <a:pt x="31528" y="12192"/>
                        <a:pt x="31337" y="12573"/>
                        <a:pt x="30861" y="13145"/>
                      </a:cubicBezTo>
                      <a:cubicBezTo>
                        <a:pt x="30385" y="13716"/>
                        <a:pt x="30194" y="14097"/>
                        <a:pt x="30194" y="14478"/>
                      </a:cubicBezTo>
                      <a:cubicBezTo>
                        <a:pt x="30194" y="14859"/>
                        <a:pt x="30480" y="15240"/>
                        <a:pt x="31147" y="15621"/>
                      </a:cubicBezTo>
                      <a:cubicBezTo>
                        <a:pt x="30956" y="16097"/>
                        <a:pt x="30861" y="16573"/>
                        <a:pt x="30861" y="17050"/>
                      </a:cubicBezTo>
                      <a:cubicBezTo>
                        <a:pt x="30861" y="17431"/>
                        <a:pt x="30861" y="18193"/>
                        <a:pt x="31147" y="18955"/>
                      </a:cubicBezTo>
                      <a:cubicBezTo>
                        <a:pt x="31337" y="19717"/>
                        <a:pt x="31432" y="20383"/>
                        <a:pt x="31432" y="20669"/>
                      </a:cubicBezTo>
                      <a:cubicBezTo>
                        <a:pt x="31432" y="21431"/>
                        <a:pt x="31147" y="22098"/>
                        <a:pt x="30671" y="22765"/>
                      </a:cubicBezTo>
                      <a:cubicBezTo>
                        <a:pt x="30671" y="23527"/>
                        <a:pt x="30671" y="23908"/>
                        <a:pt x="30861" y="24098"/>
                      </a:cubicBezTo>
                      <a:lnTo>
                        <a:pt x="31432" y="24098"/>
                      </a:lnTo>
                      <a:close/>
                      <a:moveTo>
                        <a:pt x="4096" y="17050"/>
                      </a:moveTo>
                      <a:lnTo>
                        <a:pt x="4096" y="14859"/>
                      </a:lnTo>
                      <a:lnTo>
                        <a:pt x="3715" y="14859"/>
                      </a:lnTo>
                      <a:cubicBezTo>
                        <a:pt x="3715" y="14859"/>
                        <a:pt x="3429" y="14859"/>
                        <a:pt x="3334" y="14573"/>
                      </a:cubicBezTo>
                      <a:cubicBezTo>
                        <a:pt x="3238" y="14859"/>
                        <a:pt x="3048" y="15049"/>
                        <a:pt x="2857" y="15240"/>
                      </a:cubicBezTo>
                      <a:cubicBezTo>
                        <a:pt x="2762" y="15430"/>
                        <a:pt x="2667" y="15621"/>
                        <a:pt x="2667" y="15716"/>
                      </a:cubicBezTo>
                      <a:cubicBezTo>
                        <a:pt x="2667" y="15907"/>
                        <a:pt x="2857" y="16193"/>
                        <a:pt x="3143" y="16383"/>
                      </a:cubicBezTo>
                      <a:cubicBezTo>
                        <a:pt x="3238" y="16288"/>
                        <a:pt x="3238" y="16193"/>
                        <a:pt x="3334" y="16097"/>
                      </a:cubicBezTo>
                      <a:cubicBezTo>
                        <a:pt x="3238" y="15621"/>
                        <a:pt x="3143" y="15430"/>
                        <a:pt x="3143" y="15335"/>
                      </a:cubicBezTo>
                      <a:cubicBezTo>
                        <a:pt x="3143" y="14954"/>
                        <a:pt x="3334" y="14764"/>
                        <a:pt x="3715" y="14764"/>
                      </a:cubicBezTo>
                      <a:lnTo>
                        <a:pt x="3905" y="14764"/>
                      </a:lnTo>
                      <a:lnTo>
                        <a:pt x="4096" y="16954"/>
                      </a:lnTo>
                      <a:close/>
                      <a:moveTo>
                        <a:pt x="7429" y="16193"/>
                      </a:moveTo>
                      <a:cubicBezTo>
                        <a:pt x="7429" y="16193"/>
                        <a:pt x="7429" y="16193"/>
                        <a:pt x="7239" y="16002"/>
                      </a:cubicBezTo>
                      <a:cubicBezTo>
                        <a:pt x="6953" y="15907"/>
                        <a:pt x="6858" y="15430"/>
                        <a:pt x="6858" y="14573"/>
                      </a:cubicBezTo>
                      <a:lnTo>
                        <a:pt x="7239" y="14573"/>
                      </a:lnTo>
                      <a:lnTo>
                        <a:pt x="7239" y="14002"/>
                      </a:lnTo>
                      <a:lnTo>
                        <a:pt x="5810" y="14764"/>
                      </a:lnTo>
                      <a:cubicBezTo>
                        <a:pt x="5810" y="14764"/>
                        <a:pt x="6382" y="15430"/>
                        <a:pt x="6191" y="15907"/>
                      </a:cubicBezTo>
                      <a:cubicBezTo>
                        <a:pt x="6001" y="15907"/>
                        <a:pt x="6001" y="15907"/>
                        <a:pt x="6001" y="16097"/>
                      </a:cubicBezTo>
                      <a:lnTo>
                        <a:pt x="6191" y="15907"/>
                      </a:lnTo>
                      <a:cubicBezTo>
                        <a:pt x="6191" y="15907"/>
                        <a:pt x="6667" y="15907"/>
                        <a:pt x="7144" y="15907"/>
                      </a:cubicBezTo>
                      <a:cubicBezTo>
                        <a:pt x="7144" y="16002"/>
                        <a:pt x="7239" y="16097"/>
                        <a:pt x="7334" y="16097"/>
                      </a:cubicBezTo>
                      <a:close/>
                      <a:moveTo>
                        <a:pt x="19145" y="33719"/>
                      </a:moveTo>
                      <a:lnTo>
                        <a:pt x="20002" y="34862"/>
                      </a:lnTo>
                      <a:lnTo>
                        <a:pt x="19717" y="33719"/>
                      </a:lnTo>
                      <a:lnTo>
                        <a:pt x="19145" y="33719"/>
                      </a:lnTo>
                      <a:close/>
                      <a:moveTo>
                        <a:pt x="20860" y="31337"/>
                      </a:moveTo>
                      <a:lnTo>
                        <a:pt x="20860" y="30766"/>
                      </a:lnTo>
                      <a:lnTo>
                        <a:pt x="20479" y="30575"/>
                      </a:lnTo>
                      <a:lnTo>
                        <a:pt x="20860" y="31337"/>
                      </a:lnTo>
                      <a:close/>
                      <a:moveTo>
                        <a:pt x="22574" y="39814"/>
                      </a:moveTo>
                      <a:cubicBezTo>
                        <a:pt x="22574" y="39814"/>
                        <a:pt x="22384" y="39814"/>
                        <a:pt x="22384" y="39624"/>
                      </a:cubicBezTo>
                      <a:lnTo>
                        <a:pt x="22574" y="39814"/>
                      </a:lnTo>
                      <a:close/>
                      <a:moveTo>
                        <a:pt x="22574" y="39814"/>
                      </a:moveTo>
                      <a:cubicBezTo>
                        <a:pt x="22574" y="39814"/>
                        <a:pt x="22955" y="39910"/>
                        <a:pt x="23431" y="40100"/>
                      </a:cubicBezTo>
                      <a:cubicBezTo>
                        <a:pt x="23717" y="40100"/>
                        <a:pt x="23908" y="40291"/>
                        <a:pt x="23908" y="40481"/>
                      </a:cubicBezTo>
                      <a:cubicBezTo>
                        <a:pt x="23908" y="40577"/>
                        <a:pt x="23813" y="40767"/>
                        <a:pt x="23527" y="41053"/>
                      </a:cubicBezTo>
                      <a:lnTo>
                        <a:pt x="22574" y="39910"/>
                      </a:lnTo>
                      <a:close/>
                      <a:moveTo>
                        <a:pt x="23146" y="31909"/>
                      </a:moveTo>
                      <a:lnTo>
                        <a:pt x="24003" y="31909"/>
                      </a:lnTo>
                      <a:cubicBezTo>
                        <a:pt x="24003" y="31909"/>
                        <a:pt x="23717" y="31432"/>
                        <a:pt x="23813" y="31337"/>
                      </a:cubicBezTo>
                      <a:lnTo>
                        <a:pt x="23146" y="31337"/>
                      </a:lnTo>
                      <a:lnTo>
                        <a:pt x="23146" y="31909"/>
                      </a:lnTo>
                      <a:close/>
                      <a:moveTo>
                        <a:pt x="23527" y="41815"/>
                      </a:moveTo>
                      <a:cubicBezTo>
                        <a:pt x="23527" y="41815"/>
                        <a:pt x="24193" y="41910"/>
                        <a:pt x="24670" y="42291"/>
                      </a:cubicBezTo>
                      <a:cubicBezTo>
                        <a:pt x="24860" y="42481"/>
                        <a:pt x="25146" y="42672"/>
                        <a:pt x="25336" y="42958"/>
                      </a:cubicBezTo>
                      <a:cubicBezTo>
                        <a:pt x="24955" y="42958"/>
                        <a:pt x="24574" y="42767"/>
                        <a:pt x="24193" y="42386"/>
                      </a:cubicBezTo>
                      <a:cubicBezTo>
                        <a:pt x="23813" y="42005"/>
                        <a:pt x="23622" y="41815"/>
                        <a:pt x="23527" y="41815"/>
                      </a:cubicBezTo>
                      <a:close/>
                      <a:moveTo>
                        <a:pt x="28099" y="5334"/>
                      </a:moveTo>
                      <a:cubicBezTo>
                        <a:pt x="28099" y="5334"/>
                        <a:pt x="27718" y="5334"/>
                        <a:pt x="27527" y="5429"/>
                      </a:cubicBezTo>
                      <a:cubicBezTo>
                        <a:pt x="27337" y="5620"/>
                        <a:pt x="27146" y="5620"/>
                        <a:pt x="27051" y="5620"/>
                      </a:cubicBezTo>
                      <a:cubicBezTo>
                        <a:pt x="27242" y="5620"/>
                        <a:pt x="27527" y="5620"/>
                        <a:pt x="27813" y="5620"/>
                      </a:cubicBezTo>
                      <a:cubicBezTo>
                        <a:pt x="28289" y="5620"/>
                        <a:pt x="28384" y="5620"/>
                        <a:pt x="28194" y="5334"/>
                      </a:cubicBezTo>
                      <a:close/>
                      <a:moveTo>
                        <a:pt x="28099" y="38290"/>
                      </a:moveTo>
                      <a:lnTo>
                        <a:pt x="28099" y="38862"/>
                      </a:lnTo>
                      <a:lnTo>
                        <a:pt x="27051" y="38862"/>
                      </a:lnTo>
                      <a:cubicBezTo>
                        <a:pt x="27051" y="38862"/>
                        <a:pt x="27527" y="38481"/>
                        <a:pt x="28099" y="38290"/>
                      </a:cubicBezTo>
                      <a:close/>
                      <a:moveTo>
                        <a:pt x="27337" y="28099"/>
                      </a:moveTo>
                      <a:cubicBezTo>
                        <a:pt x="27908" y="28099"/>
                        <a:pt x="28480" y="27813"/>
                        <a:pt x="28956" y="27241"/>
                      </a:cubicBezTo>
                      <a:cubicBezTo>
                        <a:pt x="28670" y="27146"/>
                        <a:pt x="28384" y="27241"/>
                        <a:pt x="28099" y="27622"/>
                      </a:cubicBezTo>
                      <a:cubicBezTo>
                        <a:pt x="27718" y="27908"/>
                        <a:pt x="27527" y="28099"/>
                        <a:pt x="27337" y="28099"/>
                      </a:cubicBezTo>
                      <a:close/>
                      <a:moveTo>
                        <a:pt x="28099" y="39814"/>
                      </a:moveTo>
                      <a:lnTo>
                        <a:pt x="28480" y="40577"/>
                      </a:lnTo>
                      <a:lnTo>
                        <a:pt x="27622" y="39814"/>
                      </a:lnTo>
                      <a:lnTo>
                        <a:pt x="28099" y="39814"/>
                      </a:lnTo>
                      <a:close/>
                      <a:moveTo>
                        <a:pt x="28480" y="43148"/>
                      </a:moveTo>
                      <a:cubicBezTo>
                        <a:pt x="28480" y="43148"/>
                        <a:pt x="28670" y="43529"/>
                        <a:pt x="29051" y="44005"/>
                      </a:cubicBezTo>
                      <a:lnTo>
                        <a:pt x="28194" y="44005"/>
                      </a:lnTo>
                      <a:lnTo>
                        <a:pt x="28194" y="43148"/>
                      </a:lnTo>
                      <a:lnTo>
                        <a:pt x="28575" y="43148"/>
                      </a:lnTo>
                      <a:close/>
                      <a:moveTo>
                        <a:pt x="29337" y="39814"/>
                      </a:moveTo>
                      <a:cubicBezTo>
                        <a:pt x="29337" y="39814"/>
                        <a:pt x="29623" y="40196"/>
                        <a:pt x="29908" y="40196"/>
                      </a:cubicBezTo>
                      <a:lnTo>
                        <a:pt x="29908" y="40386"/>
                      </a:lnTo>
                      <a:lnTo>
                        <a:pt x="29146" y="40386"/>
                      </a:lnTo>
                      <a:lnTo>
                        <a:pt x="29432" y="39814"/>
                      </a:lnTo>
                      <a:close/>
                      <a:moveTo>
                        <a:pt x="29337" y="36862"/>
                      </a:moveTo>
                      <a:cubicBezTo>
                        <a:pt x="29908" y="36576"/>
                        <a:pt x="30194" y="36386"/>
                        <a:pt x="30289" y="36386"/>
                      </a:cubicBezTo>
                      <a:cubicBezTo>
                        <a:pt x="30480" y="36386"/>
                        <a:pt x="30575" y="36671"/>
                        <a:pt x="30480" y="37052"/>
                      </a:cubicBezTo>
                      <a:cubicBezTo>
                        <a:pt x="30289" y="37243"/>
                        <a:pt x="30099" y="37433"/>
                        <a:pt x="29908" y="37433"/>
                      </a:cubicBezTo>
                      <a:lnTo>
                        <a:pt x="29337" y="36862"/>
                      </a:lnTo>
                      <a:close/>
                      <a:moveTo>
                        <a:pt x="29527" y="33623"/>
                      </a:moveTo>
                      <a:cubicBezTo>
                        <a:pt x="29527" y="33623"/>
                        <a:pt x="29527" y="33433"/>
                        <a:pt x="29527" y="33433"/>
                      </a:cubicBezTo>
                      <a:cubicBezTo>
                        <a:pt x="29527" y="32956"/>
                        <a:pt x="29813" y="32671"/>
                        <a:pt x="30289" y="32671"/>
                      </a:cubicBezTo>
                      <a:cubicBezTo>
                        <a:pt x="30385" y="32671"/>
                        <a:pt x="30575" y="32766"/>
                        <a:pt x="30671" y="32861"/>
                      </a:cubicBezTo>
                      <a:lnTo>
                        <a:pt x="29623" y="33528"/>
                      </a:lnTo>
                      <a:close/>
                      <a:moveTo>
                        <a:pt x="30956" y="31623"/>
                      </a:moveTo>
                      <a:cubicBezTo>
                        <a:pt x="30956" y="31623"/>
                        <a:pt x="31718" y="31718"/>
                        <a:pt x="32099" y="32385"/>
                      </a:cubicBezTo>
                      <a:cubicBezTo>
                        <a:pt x="31623" y="32004"/>
                        <a:pt x="31337" y="31909"/>
                        <a:pt x="31242" y="31909"/>
                      </a:cubicBezTo>
                      <a:lnTo>
                        <a:pt x="30956" y="32195"/>
                      </a:lnTo>
                      <a:lnTo>
                        <a:pt x="30956" y="31623"/>
                      </a:lnTo>
                      <a:close/>
                      <a:moveTo>
                        <a:pt x="34195" y="29623"/>
                      </a:moveTo>
                      <a:cubicBezTo>
                        <a:pt x="34195" y="29623"/>
                        <a:pt x="34195" y="30004"/>
                        <a:pt x="34576" y="30194"/>
                      </a:cubicBezTo>
                      <a:cubicBezTo>
                        <a:pt x="34480" y="30385"/>
                        <a:pt x="34099" y="30575"/>
                        <a:pt x="33623" y="30575"/>
                      </a:cubicBezTo>
                      <a:lnTo>
                        <a:pt x="34195" y="29623"/>
                      </a:lnTo>
                      <a:close/>
                      <a:moveTo>
                        <a:pt x="35338" y="33719"/>
                      </a:moveTo>
                      <a:lnTo>
                        <a:pt x="35528" y="33242"/>
                      </a:lnTo>
                      <a:lnTo>
                        <a:pt x="36290" y="33242"/>
                      </a:lnTo>
                      <a:lnTo>
                        <a:pt x="35338" y="33719"/>
                      </a:lnTo>
                      <a:close/>
                      <a:moveTo>
                        <a:pt x="36671" y="38386"/>
                      </a:moveTo>
                      <a:lnTo>
                        <a:pt x="37243" y="38386"/>
                      </a:lnTo>
                      <a:cubicBezTo>
                        <a:pt x="36957" y="38957"/>
                        <a:pt x="36862" y="39338"/>
                        <a:pt x="36862" y="39624"/>
                      </a:cubicBezTo>
                      <a:lnTo>
                        <a:pt x="36671" y="38386"/>
                      </a:lnTo>
                      <a:close/>
                      <a:moveTo>
                        <a:pt x="36862" y="39624"/>
                      </a:moveTo>
                      <a:lnTo>
                        <a:pt x="36862" y="39624"/>
                      </a:lnTo>
                      <a:cubicBezTo>
                        <a:pt x="36862" y="39624"/>
                        <a:pt x="36862" y="39624"/>
                        <a:pt x="36862" y="39624"/>
                      </a:cubicBezTo>
                      <a:close/>
                      <a:moveTo>
                        <a:pt x="36862" y="26861"/>
                      </a:moveTo>
                      <a:lnTo>
                        <a:pt x="36862" y="26098"/>
                      </a:lnTo>
                      <a:lnTo>
                        <a:pt x="37147" y="26098"/>
                      </a:lnTo>
                      <a:lnTo>
                        <a:pt x="37147" y="26861"/>
                      </a:lnTo>
                      <a:lnTo>
                        <a:pt x="36862" y="26861"/>
                      </a:lnTo>
                      <a:close/>
                      <a:moveTo>
                        <a:pt x="37433" y="40862"/>
                      </a:moveTo>
                      <a:lnTo>
                        <a:pt x="37433" y="40100"/>
                      </a:lnTo>
                      <a:lnTo>
                        <a:pt x="37719" y="40100"/>
                      </a:lnTo>
                      <a:lnTo>
                        <a:pt x="37719" y="40862"/>
                      </a:lnTo>
                      <a:lnTo>
                        <a:pt x="37433" y="40862"/>
                      </a:lnTo>
                      <a:close/>
                      <a:moveTo>
                        <a:pt x="38576" y="34671"/>
                      </a:moveTo>
                      <a:lnTo>
                        <a:pt x="40005" y="33719"/>
                      </a:lnTo>
                      <a:lnTo>
                        <a:pt x="40005" y="34099"/>
                      </a:lnTo>
                      <a:lnTo>
                        <a:pt x="38576" y="34671"/>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 name="Google Shape;1612;p99"/>
                <p:cNvSpPr/>
                <p:nvPr/>
              </p:nvSpPr>
              <p:spPr>
                <a:xfrm>
                  <a:off x="3466146" y="4747641"/>
                  <a:ext cx="30289" cy="37147"/>
                </a:xfrm>
                <a:custGeom>
                  <a:avLst/>
                  <a:gdLst/>
                  <a:ahLst/>
                  <a:cxnLst/>
                  <a:rect l="l" t="t" r="r" b="b"/>
                  <a:pathLst>
                    <a:path w="30289" h="37147" extrusionOk="0">
                      <a:moveTo>
                        <a:pt x="26289" y="1238"/>
                      </a:moveTo>
                      <a:cubicBezTo>
                        <a:pt x="27623" y="1238"/>
                        <a:pt x="28575" y="2000"/>
                        <a:pt x="28956" y="3524"/>
                      </a:cubicBezTo>
                      <a:cubicBezTo>
                        <a:pt x="29528" y="5524"/>
                        <a:pt x="29908" y="6858"/>
                        <a:pt x="30290" y="7144"/>
                      </a:cubicBezTo>
                      <a:lnTo>
                        <a:pt x="30099" y="30194"/>
                      </a:lnTo>
                      <a:cubicBezTo>
                        <a:pt x="29528" y="30575"/>
                        <a:pt x="29051" y="31432"/>
                        <a:pt x="28670" y="32671"/>
                      </a:cubicBezTo>
                      <a:cubicBezTo>
                        <a:pt x="28194" y="33909"/>
                        <a:pt x="27623" y="34766"/>
                        <a:pt x="26861" y="35338"/>
                      </a:cubicBezTo>
                      <a:cubicBezTo>
                        <a:pt x="25908" y="35338"/>
                        <a:pt x="24956" y="35814"/>
                        <a:pt x="24098" y="36957"/>
                      </a:cubicBezTo>
                      <a:cubicBezTo>
                        <a:pt x="23432" y="36957"/>
                        <a:pt x="22574" y="36957"/>
                        <a:pt x="21336" y="36957"/>
                      </a:cubicBezTo>
                      <a:cubicBezTo>
                        <a:pt x="19812" y="37052"/>
                        <a:pt x="18764" y="37147"/>
                        <a:pt x="18288" y="37147"/>
                      </a:cubicBezTo>
                      <a:cubicBezTo>
                        <a:pt x="16193" y="37147"/>
                        <a:pt x="14669" y="36671"/>
                        <a:pt x="13621" y="35623"/>
                      </a:cubicBezTo>
                      <a:cubicBezTo>
                        <a:pt x="13240" y="36386"/>
                        <a:pt x="12668" y="36862"/>
                        <a:pt x="11716" y="36862"/>
                      </a:cubicBezTo>
                      <a:cubicBezTo>
                        <a:pt x="11430" y="36862"/>
                        <a:pt x="10763" y="36862"/>
                        <a:pt x="10097" y="36671"/>
                      </a:cubicBezTo>
                      <a:cubicBezTo>
                        <a:pt x="9335" y="36386"/>
                        <a:pt x="8763" y="36386"/>
                        <a:pt x="8382" y="36386"/>
                      </a:cubicBezTo>
                      <a:cubicBezTo>
                        <a:pt x="8001" y="36386"/>
                        <a:pt x="7811" y="36386"/>
                        <a:pt x="7525" y="36481"/>
                      </a:cubicBezTo>
                      <a:lnTo>
                        <a:pt x="7811" y="36195"/>
                      </a:lnTo>
                      <a:cubicBezTo>
                        <a:pt x="7811" y="36195"/>
                        <a:pt x="7239" y="35719"/>
                        <a:pt x="6858" y="35719"/>
                      </a:cubicBezTo>
                      <a:cubicBezTo>
                        <a:pt x="6668" y="35719"/>
                        <a:pt x="6287" y="35719"/>
                        <a:pt x="5906" y="36004"/>
                      </a:cubicBezTo>
                      <a:cubicBezTo>
                        <a:pt x="5429" y="36195"/>
                        <a:pt x="5144" y="36290"/>
                        <a:pt x="4953" y="36290"/>
                      </a:cubicBezTo>
                      <a:cubicBezTo>
                        <a:pt x="4763" y="36290"/>
                        <a:pt x="4477" y="36195"/>
                        <a:pt x="4286" y="35909"/>
                      </a:cubicBezTo>
                      <a:cubicBezTo>
                        <a:pt x="4096" y="36290"/>
                        <a:pt x="3810" y="36386"/>
                        <a:pt x="3620" y="36386"/>
                      </a:cubicBezTo>
                      <a:cubicBezTo>
                        <a:pt x="3334" y="36386"/>
                        <a:pt x="3048" y="36100"/>
                        <a:pt x="2762" y="35719"/>
                      </a:cubicBezTo>
                      <a:cubicBezTo>
                        <a:pt x="2477" y="35243"/>
                        <a:pt x="2286" y="35052"/>
                        <a:pt x="2286" y="35052"/>
                      </a:cubicBezTo>
                      <a:cubicBezTo>
                        <a:pt x="2286" y="35052"/>
                        <a:pt x="2096" y="35338"/>
                        <a:pt x="2096" y="35909"/>
                      </a:cubicBezTo>
                      <a:cubicBezTo>
                        <a:pt x="2000" y="35433"/>
                        <a:pt x="1715" y="35147"/>
                        <a:pt x="1333" y="34957"/>
                      </a:cubicBezTo>
                      <a:cubicBezTo>
                        <a:pt x="857" y="34766"/>
                        <a:pt x="572" y="34480"/>
                        <a:pt x="286" y="34004"/>
                      </a:cubicBezTo>
                      <a:lnTo>
                        <a:pt x="476" y="24574"/>
                      </a:lnTo>
                      <a:cubicBezTo>
                        <a:pt x="476" y="24574"/>
                        <a:pt x="95" y="23622"/>
                        <a:pt x="381" y="22574"/>
                      </a:cubicBezTo>
                      <a:cubicBezTo>
                        <a:pt x="572" y="21527"/>
                        <a:pt x="381" y="20764"/>
                        <a:pt x="0" y="20288"/>
                      </a:cubicBezTo>
                      <a:cubicBezTo>
                        <a:pt x="286" y="19717"/>
                        <a:pt x="286" y="18764"/>
                        <a:pt x="95" y="17336"/>
                      </a:cubicBezTo>
                      <a:cubicBezTo>
                        <a:pt x="-95" y="15812"/>
                        <a:pt x="95" y="14764"/>
                        <a:pt x="476" y="14192"/>
                      </a:cubicBezTo>
                      <a:cubicBezTo>
                        <a:pt x="191" y="12763"/>
                        <a:pt x="95" y="12192"/>
                        <a:pt x="95" y="12192"/>
                      </a:cubicBezTo>
                      <a:cubicBezTo>
                        <a:pt x="95" y="11525"/>
                        <a:pt x="381" y="11144"/>
                        <a:pt x="1048" y="10858"/>
                      </a:cubicBezTo>
                      <a:cubicBezTo>
                        <a:pt x="572" y="10668"/>
                        <a:pt x="381" y="10382"/>
                        <a:pt x="381" y="9811"/>
                      </a:cubicBezTo>
                      <a:cubicBezTo>
                        <a:pt x="381" y="9715"/>
                        <a:pt x="381" y="9525"/>
                        <a:pt x="381" y="9335"/>
                      </a:cubicBezTo>
                      <a:cubicBezTo>
                        <a:pt x="381" y="8954"/>
                        <a:pt x="381" y="8858"/>
                        <a:pt x="381" y="8763"/>
                      </a:cubicBezTo>
                      <a:cubicBezTo>
                        <a:pt x="381" y="8572"/>
                        <a:pt x="381" y="8382"/>
                        <a:pt x="191" y="8287"/>
                      </a:cubicBezTo>
                      <a:cubicBezTo>
                        <a:pt x="572" y="8096"/>
                        <a:pt x="857" y="7715"/>
                        <a:pt x="953" y="7334"/>
                      </a:cubicBezTo>
                      <a:cubicBezTo>
                        <a:pt x="1238" y="6668"/>
                        <a:pt x="1429" y="6287"/>
                        <a:pt x="1715" y="5905"/>
                      </a:cubicBezTo>
                      <a:cubicBezTo>
                        <a:pt x="762" y="5810"/>
                        <a:pt x="286" y="5334"/>
                        <a:pt x="286" y="4381"/>
                      </a:cubicBezTo>
                      <a:lnTo>
                        <a:pt x="286" y="3620"/>
                      </a:lnTo>
                      <a:cubicBezTo>
                        <a:pt x="286" y="3620"/>
                        <a:pt x="286" y="2953"/>
                        <a:pt x="286" y="2762"/>
                      </a:cubicBezTo>
                      <a:cubicBezTo>
                        <a:pt x="286" y="2286"/>
                        <a:pt x="286" y="2000"/>
                        <a:pt x="95" y="1714"/>
                      </a:cubicBezTo>
                      <a:cubicBezTo>
                        <a:pt x="667" y="953"/>
                        <a:pt x="1429" y="571"/>
                        <a:pt x="2572" y="571"/>
                      </a:cubicBezTo>
                      <a:lnTo>
                        <a:pt x="4191" y="571"/>
                      </a:lnTo>
                      <a:cubicBezTo>
                        <a:pt x="5144" y="571"/>
                        <a:pt x="5906" y="381"/>
                        <a:pt x="6382" y="0"/>
                      </a:cubicBezTo>
                      <a:cubicBezTo>
                        <a:pt x="7811" y="381"/>
                        <a:pt x="9430" y="571"/>
                        <a:pt x="11240" y="571"/>
                      </a:cubicBezTo>
                      <a:cubicBezTo>
                        <a:pt x="12097" y="571"/>
                        <a:pt x="13335" y="571"/>
                        <a:pt x="15145" y="476"/>
                      </a:cubicBezTo>
                      <a:cubicBezTo>
                        <a:pt x="16859" y="381"/>
                        <a:pt x="18098" y="286"/>
                        <a:pt x="18955" y="286"/>
                      </a:cubicBezTo>
                      <a:cubicBezTo>
                        <a:pt x="19907" y="286"/>
                        <a:pt x="20669" y="286"/>
                        <a:pt x="21431" y="381"/>
                      </a:cubicBezTo>
                      <a:cubicBezTo>
                        <a:pt x="21717" y="381"/>
                        <a:pt x="22289" y="762"/>
                        <a:pt x="23241" y="1238"/>
                      </a:cubicBezTo>
                      <a:cubicBezTo>
                        <a:pt x="23908" y="1524"/>
                        <a:pt x="24384" y="1714"/>
                        <a:pt x="24860" y="1714"/>
                      </a:cubicBezTo>
                      <a:cubicBezTo>
                        <a:pt x="25241" y="1714"/>
                        <a:pt x="25622" y="1619"/>
                        <a:pt x="26003" y="1333"/>
                      </a:cubicBezTo>
                      <a:close/>
                      <a:moveTo>
                        <a:pt x="1143" y="25813"/>
                      </a:moveTo>
                      <a:cubicBezTo>
                        <a:pt x="1143" y="25813"/>
                        <a:pt x="2000" y="25718"/>
                        <a:pt x="2477" y="25527"/>
                      </a:cubicBezTo>
                      <a:lnTo>
                        <a:pt x="1810" y="25146"/>
                      </a:lnTo>
                      <a:cubicBezTo>
                        <a:pt x="1810" y="25146"/>
                        <a:pt x="1429" y="24860"/>
                        <a:pt x="1143" y="25051"/>
                      </a:cubicBezTo>
                      <a:lnTo>
                        <a:pt x="1143" y="25908"/>
                      </a:lnTo>
                      <a:close/>
                      <a:moveTo>
                        <a:pt x="3524" y="4858"/>
                      </a:moveTo>
                      <a:cubicBezTo>
                        <a:pt x="3524" y="4858"/>
                        <a:pt x="2858" y="4191"/>
                        <a:pt x="2667" y="4286"/>
                      </a:cubicBezTo>
                      <a:lnTo>
                        <a:pt x="3239" y="5239"/>
                      </a:lnTo>
                      <a:cubicBezTo>
                        <a:pt x="3239" y="5239"/>
                        <a:pt x="3239" y="4953"/>
                        <a:pt x="3524" y="4858"/>
                      </a:cubicBezTo>
                      <a:close/>
                      <a:moveTo>
                        <a:pt x="2667" y="9811"/>
                      </a:moveTo>
                      <a:cubicBezTo>
                        <a:pt x="2667" y="9811"/>
                        <a:pt x="3239" y="9811"/>
                        <a:pt x="3524" y="9430"/>
                      </a:cubicBezTo>
                      <a:cubicBezTo>
                        <a:pt x="3810" y="9144"/>
                        <a:pt x="3905" y="8858"/>
                        <a:pt x="3810" y="8477"/>
                      </a:cubicBezTo>
                      <a:cubicBezTo>
                        <a:pt x="3620" y="8382"/>
                        <a:pt x="3429" y="8287"/>
                        <a:pt x="3334" y="8287"/>
                      </a:cubicBezTo>
                      <a:cubicBezTo>
                        <a:pt x="3143" y="8287"/>
                        <a:pt x="3048" y="8668"/>
                        <a:pt x="2953" y="9239"/>
                      </a:cubicBezTo>
                      <a:cubicBezTo>
                        <a:pt x="2953" y="9525"/>
                        <a:pt x="2762" y="9620"/>
                        <a:pt x="2667" y="9715"/>
                      </a:cubicBezTo>
                      <a:close/>
                      <a:moveTo>
                        <a:pt x="21527" y="16954"/>
                      </a:moveTo>
                      <a:cubicBezTo>
                        <a:pt x="20955" y="15049"/>
                        <a:pt x="20955" y="12382"/>
                        <a:pt x="21527" y="8858"/>
                      </a:cubicBezTo>
                      <a:cubicBezTo>
                        <a:pt x="20765" y="8096"/>
                        <a:pt x="19431" y="7715"/>
                        <a:pt x="17240" y="7715"/>
                      </a:cubicBezTo>
                      <a:lnTo>
                        <a:pt x="18002" y="6382"/>
                      </a:lnTo>
                      <a:cubicBezTo>
                        <a:pt x="18002" y="6382"/>
                        <a:pt x="17336" y="6953"/>
                        <a:pt x="16383" y="6953"/>
                      </a:cubicBezTo>
                      <a:cubicBezTo>
                        <a:pt x="16288" y="6953"/>
                        <a:pt x="16002" y="6953"/>
                        <a:pt x="15621" y="6953"/>
                      </a:cubicBezTo>
                      <a:lnTo>
                        <a:pt x="14669" y="6953"/>
                      </a:lnTo>
                      <a:cubicBezTo>
                        <a:pt x="13240" y="6953"/>
                        <a:pt x="12383" y="7334"/>
                        <a:pt x="12097" y="8096"/>
                      </a:cubicBezTo>
                      <a:cubicBezTo>
                        <a:pt x="11811" y="8001"/>
                        <a:pt x="11525" y="7906"/>
                        <a:pt x="11335" y="7906"/>
                      </a:cubicBezTo>
                      <a:cubicBezTo>
                        <a:pt x="10954" y="7906"/>
                        <a:pt x="10382" y="8096"/>
                        <a:pt x="9811" y="8477"/>
                      </a:cubicBezTo>
                      <a:cubicBezTo>
                        <a:pt x="9144" y="8858"/>
                        <a:pt x="8763" y="9049"/>
                        <a:pt x="8477" y="9049"/>
                      </a:cubicBezTo>
                      <a:cubicBezTo>
                        <a:pt x="8287" y="9049"/>
                        <a:pt x="8001" y="9049"/>
                        <a:pt x="7811" y="8954"/>
                      </a:cubicBezTo>
                      <a:cubicBezTo>
                        <a:pt x="8001" y="9144"/>
                        <a:pt x="8096" y="9335"/>
                        <a:pt x="8096" y="9430"/>
                      </a:cubicBezTo>
                      <a:cubicBezTo>
                        <a:pt x="8096" y="9430"/>
                        <a:pt x="7906" y="9620"/>
                        <a:pt x="7429" y="9715"/>
                      </a:cubicBezTo>
                      <a:cubicBezTo>
                        <a:pt x="7049" y="9811"/>
                        <a:pt x="6763" y="9906"/>
                        <a:pt x="6668" y="10001"/>
                      </a:cubicBezTo>
                      <a:cubicBezTo>
                        <a:pt x="6287" y="10382"/>
                        <a:pt x="6096" y="10573"/>
                        <a:pt x="6096" y="10763"/>
                      </a:cubicBezTo>
                      <a:cubicBezTo>
                        <a:pt x="6096" y="10858"/>
                        <a:pt x="6287" y="11144"/>
                        <a:pt x="6668" y="11430"/>
                      </a:cubicBezTo>
                      <a:cubicBezTo>
                        <a:pt x="7049" y="11716"/>
                        <a:pt x="7239" y="12002"/>
                        <a:pt x="7239" y="12287"/>
                      </a:cubicBezTo>
                      <a:lnTo>
                        <a:pt x="5715" y="12763"/>
                      </a:lnTo>
                      <a:cubicBezTo>
                        <a:pt x="5715" y="12763"/>
                        <a:pt x="6001" y="12763"/>
                        <a:pt x="6191" y="12763"/>
                      </a:cubicBezTo>
                      <a:cubicBezTo>
                        <a:pt x="6477" y="12763"/>
                        <a:pt x="6763" y="12954"/>
                        <a:pt x="7049" y="13525"/>
                      </a:cubicBezTo>
                      <a:cubicBezTo>
                        <a:pt x="7334" y="14002"/>
                        <a:pt x="7525" y="14383"/>
                        <a:pt x="7811" y="14478"/>
                      </a:cubicBezTo>
                      <a:cubicBezTo>
                        <a:pt x="8763" y="14573"/>
                        <a:pt x="9239" y="15526"/>
                        <a:pt x="9239" y="17145"/>
                      </a:cubicBezTo>
                      <a:cubicBezTo>
                        <a:pt x="9239" y="18479"/>
                        <a:pt x="9239" y="19812"/>
                        <a:pt x="9239" y="21146"/>
                      </a:cubicBezTo>
                      <a:cubicBezTo>
                        <a:pt x="9239" y="21336"/>
                        <a:pt x="9144" y="21431"/>
                        <a:pt x="9144" y="21622"/>
                      </a:cubicBezTo>
                      <a:cubicBezTo>
                        <a:pt x="9144" y="21717"/>
                        <a:pt x="9144" y="21907"/>
                        <a:pt x="9430" y="22098"/>
                      </a:cubicBezTo>
                      <a:cubicBezTo>
                        <a:pt x="9620" y="22384"/>
                        <a:pt x="9811" y="22479"/>
                        <a:pt x="9811" y="22574"/>
                      </a:cubicBezTo>
                      <a:cubicBezTo>
                        <a:pt x="9811" y="22574"/>
                        <a:pt x="9716" y="22765"/>
                        <a:pt x="9525" y="22860"/>
                      </a:cubicBezTo>
                      <a:cubicBezTo>
                        <a:pt x="8858" y="24384"/>
                        <a:pt x="8954" y="25337"/>
                        <a:pt x="9716" y="25622"/>
                      </a:cubicBezTo>
                      <a:lnTo>
                        <a:pt x="8954" y="26098"/>
                      </a:lnTo>
                      <a:cubicBezTo>
                        <a:pt x="8954" y="26098"/>
                        <a:pt x="9335" y="26765"/>
                        <a:pt x="9335" y="27146"/>
                      </a:cubicBezTo>
                      <a:lnTo>
                        <a:pt x="9335" y="27718"/>
                      </a:lnTo>
                      <a:cubicBezTo>
                        <a:pt x="9335" y="27718"/>
                        <a:pt x="9335" y="28099"/>
                        <a:pt x="9335" y="28194"/>
                      </a:cubicBezTo>
                      <a:cubicBezTo>
                        <a:pt x="9335" y="28765"/>
                        <a:pt x="9620" y="29242"/>
                        <a:pt x="10192" y="29528"/>
                      </a:cubicBezTo>
                      <a:cubicBezTo>
                        <a:pt x="10858" y="29528"/>
                        <a:pt x="11716" y="29528"/>
                        <a:pt x="12859" y="29146"/>
                      </a:cubicBezTo>
                      <a:cubicBezTo>
                        <a:pt x="13335" y="30099"/>
                        <a:pt x="14002" y="30575"/>
                        <a:pt x="14669" y="30575"/>
                      </a:cubicBezTo>
                      <a:cubicBezTo>
                        <a:pt x="15145" y="30575"/>
                        <a:pt x="15907" y="30289"/>
                        <a:pt x="16859" y="29623"/>
                      </a:cubicBezTo>
                      <a:cubicBezTo>
                        <a:pt x="17812" y="28956"/>
                        <a:pt x="18669" y="28575"/>
                        <a:pt x="19145" y="28575"/>
                      </a:cubicBezTo>
                      <a:cubicBezTo>
                        <a:pt x="19526" y="28575"/>
                        <a:pt x="19907" y="28765"/>
                        <a:pt x="20288" y="29051"/>
                      </a:cubicBezTo>
                      <a:cubicBezTo>
                        <a:pt x="21146" y="28194"/>
                        <a:pt x="21431" y="27146"/>
                        <a:pt x="21431" y="25718"/>
                      </a:cubicBezTo>
                      <a:cubicBezTo>
                        <a:pt x="21431" y="24574"/>
                        <a:pt x="21241" y="23527"/>
                        <a:pt x="20860" y="22479"/>
                      </a:cubicBezTo>
                      <a:cubicBezTo>
                        <a:pt x="21527" y="22098"/>
                        <a:pt x="21717" y="21146"/>
                        <a:pt x="21527" y="19907"/>
                      </a:cubicBezTo>
                      <a:cubicBezTo>
                        <a:pt x="21336" y="18479"/>
                        <a:pt x="21336" y="17716"/>
                        <a:pt x="21622" y="17240"/>
                      </a:cubicBezTo>
                      <a:close/>
                      <a:moveTo>
                        <a:pt x="5906" y="15526"/>
                      </a:moveTo>
                      <a:lnTo>
                        <a:pt x="6953" y="15716"/>
                      </a:lnTo>
                      <a:lnTo>
                        <a:pt x="6668" y="15526"/>
                      </a:lnTo>
                      <a:lnTo>
                        <a:pt x="5906" y="15526"/>
                      </a:lnTo>
                      <a:close/>
                      <a:moveTo>
                        <a:pt x="8096" y="11144"/>
                      </a:moveTo>
                      <a:cubicBezTo>
                        <a:pt x="8096" y="11144"/>
                        <a:pt x="8477" y="10858"/>
                        <a:pt x="8858" y="10858"/>
                      </a:cubicBezTo>
                      <a:cubicBezTo>
                        <a:pt x="8668" y="11144"/>
                        <a:pt x="8477" y="11239"/>
                        <a:pt x="8096" y="11239"/>
                      </a:cubicBezTo>
                      <a:lnTo>
                        <a:pt x="7239" y="11239"/>
                      </a:lnTo>
                      <a:lnTo>
                        <a:pt x="7239" y="10668"/>
                      </a:lnTo>
                      <a:cubicBezTo>
                        <a:pt x="7239" y="10668"/>
                        <a:pt x="7525" y="10668"/>
                        <a:pt x="7715" y="10954"/>
                      </a:cubicBezTo>
                      <a:cubicBezTo>
                        <a:pt x="7906" y="11144"/>
                        <a:pt x="8001" y="11239"/>
                        <a:pt x="8096" y="11239"/>
                      </a:cubicBezTo>
                      <a:close/>
                      <a:moveTo>
                        <a:pt x="16383" y="4477"/>
                      </a:moveTo>
                      <a:cubicBezTo>
                        <a:pt x="16383" y="4477"/>
                        <a:pt x="16097" y="4286"/>
                        <a:pt x="15526" y="4286"/>
                      </a:cubicBezTo>
                      <a:lnTo>
                        <a:pt x="15907" y="5048"/>
                      </a:lnTo>
                      <a:lnTo>
                        <a:pt x="16383" y="4572"/>
                      </a:lnTo>
                      <a:close/>
                      <a:moveTo>
                        <a:pt x="16954" y="1524"/>
                      </a:moveTo>
                      <a:lnTo>
                        <a:pt x="16764" y="1143"/>
                      </a:lnTo>
                      <a:lnTo>
                        <a:pt x="16954" y="2286"/>
                      </a:lnTo>
                      <a:lnTo>
                        <a:pt x="16954" y="1524"/>
                      </a:lnTo>
                      <a:close/>
                      <a:moveTo>
                        <a:pt x="18860" y="2477"/>
                      </a:moveTo>
                      <a:cubicBezTo>
                        <a:pt x="18860" y="2477"/>
                        <a:pt x="18479" y="2477"/>
                        <a:pt x="18383" y="2667"/>
                      </a:cubicBezTo>
                      <a:cubicBezTo>
                        <a:pt x="18383" y="2857"/>
                        <a:pt x="18193" y="2953"/>
                        <a:pt x="18098" y="3048"/>
                      </a:cubicBezTo>
                      <a:lnTo>
                        <a:pt x="18860" y="3048"/>
                      </a:lnTo>
                      <a:lnTo>
                        <a:pt x="18860" y="2477"/>
                      </a:lnTo>
                      <a:close/>
                      <a:moveTo>
                        <a:pt x="20098" y="6858"/>
                      </a:moveTo>
                      <a:cubicBezTo>
                        <a:pt x="20098" y="6382"/>
                        <a:pt x="20383" y="6191"/>
                        <a:pt x="20765" y="6477"/>
                      </a:cubicBezTo>
                      <a:cubicBezTo>
                        <a:pt x="21146" y="6763"/>
                        <a:pt x="21431" y="6668"/>
                        <a:pt x="21527" y="6382"/>
                      </a:cubicBezTo>
                      <a:cubicBezTo>
                        <a:pt x="21431" y="6382"/>
                        <a:pt x="21241" y="6477"/>
                        <a:pt x="21050" y="6477"/>
                      </a:cubicBezTo>
                      <a:cubicBezTo>
                        <a:pt x="20955" y="6477"/>
                        <a:pt x="20669" y="6382"/>
                        <a:pt x="20383" y="6096"/>
                      </a:cubicBezTo>
                      <a:cubicBezTo>
                        <a:pt x="20098" y="5905"/>
                        <a:pt x="19812" y="5715"/>
                        <a:pt x="19526" y="5810"/>
                      </a:cubicBezTo>
                      <a:lnTo>
                        <a:pt x="19526" y="6953"/>
                      </a:lnTo>
                      <a:lnTo>
                        <a:pt x="20003" y="6953"/>
                      </a:lnTo>
                      <a:close/>
                    </a:path>
                  </a:pathLst>
                </a:custGeom>
                <a:solidFill>
                  <a:srgbClr val="FAAF4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13" name="Google Shape;1613;p99"/>
              <p:cNvGrpSpPr/>
              <p:nvPr/>
            </p:nvGrpSpPr>
            <p:grpSpPr>
              <a:xfrm>
                <a:off x="8554777" y="6793706"/>
                <a:ext cx="178594" cy="69056"/>
                <a:chOff x="3301459" y="4511801"/>
                <a:chExt cx="178594" cy="69056"/>
              </a:xfrm>
            </p:grpSpPr>
            <p:sp>
              <p:nvSpPr>
                <p:cNvPr id="1614" name="Google Shape;1614;p99"/>
                <p:cNvSpPr/>
                <p:nvPr/>
              </p:nvSpPr>
              <p:spPr>
                <a:xfrm>
                  <a:off x="3301459" y="4520183"/>
                  <a:ext cx="44862" cy="60674"/>
                </a:xfrm>
                <a:custGeom>
                  <a:avLst/>
                  <a:gdLst/>
                  <a:ahLst/>
                  <a:cxnLst/>
                  <a:rect l="l" t="t" r="r" b="b"/>
                  <a:pathLst>
                    <a:path w="44862" h="60674" extrusionOk="0">
                      <a:moveTo>
                        <a:pt x="38195" y="29337"/>
                      </a:moveTo>
                      <a:cubicBezTo>
                        <a:pt x="38195" y="29337"/>
                        <a:pt x="38195" y="28956"/>
                        <a:pt x="37909" y="28765"/>
                      </a:cubicBezTo>
                      <a:lnTo>
                        <a:pt x="37719" y="28765"/>
                      </a:lnTo>
                      <a:cubicBezTo>
                        <a:pt x="37719" y="28765"/>
                        <a:pt x="37814" y="29051"/>
                        <a:pt x="37814" y="29146"/>
                      </a:cubicBezTo>
                      <a:cubicBezTo>
                        <a:pt x="37814" y="29242"/>
                        <a:pt x="37719" y="29528"/>
                        <a:pt x="37433" y="29909"/>
                      </a:cubicBezTo>
                      <a:cubicBezTo>
                        <a:pt x="37243" y="30289"/>
                        <a:pt x="37147" y="30575"/>
                        <a:pt x="37147" y="30861"/>
                      </a:cubicBezTo>
                      <a:cubicBezTo>
                        <a:pt x="37147" y="31147"/>
                        <a:pt x="37338" y="31432"/>
                        <a:pt x="37719" y="31718"/>
                      </a:cubicBezTo>
                      <a:cubicBezTo>
                        <a:pt x="37719" y="31813"/>
                        <a:pt x="37624" y="32004"/>
                        <a:pt x="37433" y="32290"/>
                      </a:cubicBezTo>
                      <a:cubicBezTo>
                        <a:pt x="37147" y="32671"/>
                        <a:pt x="37052" y="32956"/>
                        <a:pt x="37243" y="33147"/>
                      </a:cubicBezTo>
                      <a:lnTo>
                        <a:pt x="37433" y="33338"/>
                      </a:lnTo>
                      <a:cubicBezTo>
                        <a:pt x="37433" y="33338"/>
                        <a:pt x="36862" y="33623"/>
                        <a:pt x="36481" y="33623"/>
                      </a:cubicBezTo>
                      <a:lnTo>
                        <a:pt x="35433" y="33623"/>
                      </a:lnTo>
                      <a:cubicBezTo>
                        <a:pt x="35433" y="33623"/>
                        <a:pt x="35147" y="33242"/>
                        <a:pt x="35052" y="33052"/>
                      </a:cubicBezTo>
                      <a:cubicBezTo>
                        <a:pt x="34957" y="32861"/>
                        <a:pt x="34671" y="32766"/>
                        <a:pt x="34385" y="32861"/>
                      </a:cubicBezTo>
                      <a:cubicBezTo>
                        <a:pt x="34004" y="33242"/>
                        <a:pt x="33909" y="33528"/>
                        <a:pt x="33909" y="33719"/>
                      </a:cubicBezTo>
                      <a:cubicBezTo>
                        <a:pt x="33909" y="34004"/>
                        <a:pt x="34290" y="34100"/>
                        <a:pt x="35147" y="34195"/>
                      </a:cubicBezTo>
                      <a:cubicBezTo>
                        <a:pt x="35909" y="34290"/>
                        <a:pt x="36385" y="34480"/>
                        <a:pt x="36576" y="34862"/>
                      </a:cubicBezTo>
                      <a:lnTo>
                        <a:pt x="37243" y="34100"/>
                      </a:lnTo>
                      <a:lnTo>
                        <a:pt x="36862" y="37814"/>
                      </a:lnTo>
                      <a:cubicBezTo>
                        <a:pt x="36862" y="37814"/>
                        <a:pt x="36862" y="37147"/>
                        <a:pt x="36671" y="36957"/>
                      </a:cubicBezTo>
                      <a:cubicBezTo>
                        <a:pt x="36671" y="36957"/>
                        <a:pt x="36481" y="37147"/>
                        <a:pt x="35909" y="37529"/>
                      </a:cubicBezTo>
                      <a:cubicBezTo>
                        <a:pt x="36195" y="37814"/>
                        <a:pt x="36767" y="39053"/>
                        <a:pt x="37719" y="41053"/>
                      </a:cubicBezTo>
                      <a:cubicBezTo>
                        <a:pt x="37433" y="41053"/>
                        <a:pt x="37147" y="40767"/>
                        <a:pt x="36671" y="40386"/>
                      </a:cubicBezTo>
                      <a:cubicBezTo>
                        <a:pt x="36671" y="41053"/>
                        <a:pt x="36767" y="41720"/>
                        <a:pt x="36862" y="42386"/>
                      </a:cubicBezTo>
                      <a:cubicBezTo>
                        <a:pt x="36957" y="43053"/>
                        <a:pt x="37147" y="43720"/>
                        <a:pt x="37433" y="44291"/>
                      </a:cubicBezTo>
                      <a:cubicBezTo>
                        <a:pt x="36957" y="45053"/>
                        <a:pt x="36481" y="45148"/>
                        <a:pt x="36100" y="44577"/>
                      </a:cubicBezTo>
                      <a:cubicBezTo>
                        <a:pt x="35719" y="44196"/>
                        <a:pt x="35528" y="44482"/>
                        <a:pt x="35433" y="45434"/>
                      </a:cubicBezTo>
                      <a:cubicBezTo>
                        <a:pt x="35433" y="45720"/>
                        <a:pt x="35719" y="45911"/>
                        <a:pt x="36004" y="45911"/>
                      </a:cubicBezTo>
                      <a:cubicBezTo>
                        <a:pt x="36290" y="45911"/>
                        <a:pt x="36481" y="46006"/>
                        <a:pt x="36481" y="46101"/>
                      </a:cubicBezTo>
                      <a:cubicBezTo>
                        <a:pt x="36481" y="46101"/>
                        <a:pt x="36385" y="46387"/>
                        <a:pt x="36195" y="46672"/>
                      </a:cubicBezTo>
                      <a:cubicBezTo>
                        <a:pt x="35242" y="47054"/>
                        <a:pt x="34576" y="47720"/>
                        <a:pt x="34195" y="48578"/>
                      </a:cubicBezTo>
                      <a:cubicBezTo>
                        <a:pt x="33909" y="49339"/>
                        <a:pt x="33242" y="50006"/>
                        <a:pt x="32195" y="50387"/>
                      </a:cubicBezTo>
                      <a:cubicBezTo>
                        <a:pt x="32004" y="50768"/>
                        <a:pt x="31623" y="50959"/>
                        <a:pt x="31147" y="51245"/>
                      </a:cubicBezTo>
                      <a:cubicBezTo>
                        <a:pt x="30671" y="51435"/>
                        <a:pt x="30194" y="51530"/>
                        <a:pt x="29813" y="51435"/>
                      </a:cubicBezTo>
                      <a:lnTo>
                        <a:pt x="28861" y="52769"/>
                      </a:lnTo>
                      <a:lnTo>
                        <a:pt x="29051" y="53054"/>
                      </a:lnTo>
                      <a:cubicBezTo>
                        <a:pt x="27718" y="52483"/>
                        <a:pt x="26194" y="52292"/>
                        <a:pt x="24479" y="52197"/>
                      </a:cubicBezTo>
                      <a:lnTo>
                        <a:pt x="22860" y="52197"/>
                      </a:lnTo>
                      <a:cubicBezTo>
                        <a:pt x="21717" y="52197"/>
                        <a:pt x="20764" y="52197"/>
                        <a:pt x="19907" y="52006"/>
                      </a:cubicBezTo>
                      <a:cubicBezTo>
                        <a:pt x="19526" y="51340"/>
                        <a:pt x="19145" y="50959"/>
                        <a:pt x="18764" y="50959"/>
                      </a:cubicBezTo>
                      <a:cubicBezTo>
                        <a:pt x="18479" y="50959"/>
                        <a:pt x="18002" y="51149"/>
                        <a:pt x="17335" y="51626"/>
                      </a:cubicBezTo>
                      <a:cubicBezTo>
                        <a:pt x="16764" y="52006"/>
                        <a:pt x="16192" y="52197"/>
                        <a:pt x="15811" y="52197"/>
                      </a:cubicBezTo>
                      <a:cubicBezTo>
                        <a:pt x="15621" y="52197"/>
                        <a:pt x="15526" y="52197"/>
                        <a:pt x="15335" y="52197"/>
                      </a:cubicBezTo>
                      <a:cubicBezTo>
                        <a:pt x="7810" y="52197"/>
                        <a:pt x="3238" y="52197"/>
                        <a:pt x="1524" y="52006"/>
                      </a:cubicBezTo>
                      <a:cubicBezTo>
                        <a:pt x="857" y="51245"/>
                        <a:pt x="476" y="50102"/>
                        <a:pt x="476" y="48482"/>
                      </a:cubicBezTo>
                      <a:lnTo>
                        <a:pt x="476" y="46006"/>
                      </a:lnTo>
                      <a:cubicBezTo>
                        <a:pt x="476" y="44863"/>
                        <a:pt x="286" y="44005"/>
                        <a:pt x="0" y="43434"/>
                      </a:cubicBezTo>
                      <a:cubicBezTo>
                        <a:pt x="476" y="41720"/>
                        <a:pt x="762" y="39910"/>
                        <a:pt x="762" y="37719"/>
                      </a:cubicBezTo>
                      <a:cubicBezTo>
                        <a:pt x="762" y="36671"/>
                        <a:pt x="762" y="34671"/>
                        <a:pt x="381" y="31718"/>
                      </a:cubicBezTo>
                      <a:cubicBezTo>
                        <a:pt x="95" y="29242"/>
                        <a:pt x="95" y="27337"/>
                        <a:pt x="190" y="25813"/>
                      </a:cubicBezTo>
                      <a:lnTo>
                        <a:pt x="190" y="24955"/>
                      </a:lnTo>
                      <a:cubicBezTo>
                        <a:pt x="190" y="24955"/>
                        <a:pt x="381" y="24194"/>
                        <a:pt x="762" y="23813"/>
                      </a:cubicBezTo>
                      <a:cubicBezTo>
                        <a:pt x="762" y="23336"/>
                        <a:pt x="762" y="22860"/>
                        <a:pt x="762" y="22288"/>
                      </a:cubicBezTo>
                      <a:cubicBezTo>
                        <a:pt x="762" y="21717"/>
                        <a:pt x="762" y="20860"/>
                        <a:pt x="857" y="19907"/>
                      </a:cubicBezTo>
                      <a:cubicBezTo>
                        <a:pt x="857" y="18860"/>
                        <a:pt x="952" y="18097"/>
                        <a:pt x="952" y="17717"/>
                      </a:cubicBezTo>
                      <a:cubicBezTo>
                        <a:pt x="952" y="16573"/>
                        <a:pt x="762" y="15716"/>
                        <a:pt x="476" y="15145"/>
                      </a:cubicBezTo>
                      <a:cubicBezTo>
                        <a:pt x="286" y="14288"/>
                        <a:pt x="190" y="13430"/>
                        <a:pt x="190" y="12382"/>
                      </a:cubicBezTo>
                      <a:cubicBezTo>
                        <a:pt x="190" y="11430"/>
                        <a:pt x="286" y="10001"/>
                        <a:pt x="571" y="8001"/>
                      </a:cubicBezTo>
                      <a:cubicBezTo>
                        <a:pt x="857" y="6001"/>
                        <a:pt x="952" y="4477"/>
                        <a:pt x="952" y="3334"/>
                      </a:cubicBezTo>
                      <a:cubicBezTo>
                        <a:pt x="952" y="2572"/>
                        <a:pt x="952" y="2000"/>
                        <a:pt x="857" y="1334"/>
                      </a:cubicBezTo>
                      <a:cubicBezTo>
                        <a:pt x="1333" y="953"/>
                        <a:pt x="2572" y="476"/>
                        <a:pt x="4667" y="0"/>
                      </a:cubicBezTo>
                      <a:lnTo>
                        <a:pt x="16097" y="286"/>
                      </a:lnTo>
                      <a:cubicBezTo>
                        <a:pt x="16859" y="571"/>
                        <a:pt x="17240" y="1238"/>
                        <a:pt x="17145" y="2381"/>
                      </a:cubicBezTo>
                      <a:cubicBezTo>
                        <a:pt x="17145" y="3810"/>
                        <a:pt x="17145" y="4572"/>
                        <a:pt x="17431" y="4858"/>
                      </a:cubicBezTo>
                      <a:cubicBezTo>
                        <a:pt x="18002" y="4953"/>
                        <a:pt x="18383" y="4667"/>
                        <a:pt x="18764" y="3810"/>
                      </a:cubicBezTo>
                      <a:cubicBezTo>
                        <a:pt x="18764" y="3620"/>
                        <a:pt x="18669" y="3429"/>
                        <a:pt x="18574" y="2953"/>
                      </a:cubicBezTo>
                      <a:cubicBezTo>
                        <a:pt x="18479" y="2477"/>
                        <a:pt x="18383" y="2191"/>
                        <a:pt x="18383" y="2000"/>
                      </a:cubicBezTo>
                      <a:cubicBezTo>
                        <a:pt x="18383" y="1429"/>
                        <a:pt x="18764" y="1143"/>
                        <a:pt x="19526" y="1048"/>
                      </a:cubicBezTo>
                      <a:cubicBezTo>
                        <a:pt x="19717" y="1238"/>
                        <a:pt x="19812" y="1334"/>
                        <a:pt x="20098" y="1334"/>
                      </a:cubicBezTo>
                      <a:cubicBezTo>
                        <a:pt x="20574" y="1334"/>
                        <a:pt x="20955" y="1048"/>
                        <a:pt x="21050" y="381"/>
                      </a:cubicBezTo>
                      <a:lnTo>
                        <a:pt x="30289" y="571"/>
                      </a:lnTo>
                      <a:cubicBezTo>
                        <a:pt x="30289" y="571"/>
                        <a:pt x="30766" y="1238"/>
                        <a:pt x="31147" y="1143"/>
                      </a:cubicBezTo>
                      <a:cubicBezTo>
                        <a:pt x="31528" y="1143"/>
                        <a:pt x="31718" y="1143"/>
                        <a:pt x="32004" y="1334"/>
                      </a:cubicBezTo>
                      <a:cubicBezTo>
                        <a:pt x="33433" y="1810"/>
                        <a:pt x="34576" y="2667"/>
                        <a:pt x="35433" y="3905"/>
                      </a:cubicBezTo>
                      <a:cubicBezTo>
                        <a:pt x="36195" y="5048"/>
                        <a:pt x="36862" y="6287"/>
                        <a:pt x="37624" y="7334"/>
                      </a:cubicBezTo>
                      <a:cubicBezTo>
                        <a:pt x="37243" y="8477"/>
                        <a:pt x="37052" y="9811"/>
                        <a:pt x="37052" y="11239"/>
                      </a:cubicBezTo>
                      <a:cubicBezTo>
                        <a:pt x="37052" y="12478"/>
                        <a:pt x="37338" y="14288"/>
                        <a:pt x="37719" y="16859"/>
                      </a:cubicBezTo>
                      <a:cubicBezTo>
                        <a:pt x="38100" y="19336"/>
                        <a:pt x="38291" y="21241"/>
                        <a:pt x="38291" y="22574"/>
                      </a:cubicBezTo>
                      <a:cubicBezTo>
                        <a:pt x="38291" y="23908"/>
                        <a:pt x="38195" y="25146"/>
                        <a:pt x="37814" y="26194"/>
                      </a:cubicBezTo>
                      <a:lnTo>
                        <a:pt x="38767" y="26765"/>
                      </a:lnTo>
                      <a:cubicBezTo>
                        <a:pt x="38767" y="26765"/>
                        <a:pt x="38005" y="27051"/>
                        <a:pt x="37529" y="27432"/>
                      </a:cubicBezTo>
                      <a:cubicBezTo>
                        <a:pt x="37433" y="27622"/>
                        <a:pt x="37338" y="27718"/>
                        <a:pt x="37338" y="27908"/>
                      </a:cubicBezTo>
                      <a:cubicBezTo>
                        <a:pt x="37338" y="28194"/>
                        <a:pt x="37529" y="28385"/>
                        <a:pt x="38005" y="28480"/>
                      </a:cubicBezTo>
                      <a:cubicBezTo>
                        <a:pt x="38386" y="28575"/>
                        <a:pt x="38767" y="28670"/>
                        <a:pt x="38767" y="28765"/>
                      </a:cubicBezTo>
                      <a:lnTo>
                        <a:pt x="38195" y="29337"/>
                      </a:lnTo>
                      <a:close/>
                      <a:moveTo>
                        <a:pt x="4096" y="17526"/>
                      </a:moveTo>
                      <a:cubicBezTo>
                        <a:pt x="4096" y="17526"/>
                        <a:pt x="4763" y="17145"/>
                        <a:pt x="4858" y="17145"/>
                      </a:cubicBezTo>
                      <a:cubicBezTo>
                        <a:pt x="4763" y="17145"/>
                        <a:pt x="4572" y="16859"/>
                        <a:pt x="4572" y="16573"/>
                      </a:cubicBezTo>
                      <a:cubicBezTo>
                        <a:pt x="4572" y="16193"/>
                        <a:pt x="4572" y="16002"/>
                        <a:pt x="4572" y="16002"/>
                      </a:cubicBezTo>
                      <a:cubicBezTo>
                        <a:pt x="4191" y="16193"/>
                        <a:pt x="4000" y="16764"/>
                        <a:pt x="4000" y="17526"/>
                      </a:cubicBezTo>
                      <a:close/>
                      <a:moveTo>
                        <a:pt x="35433" y="35243"/>
                      </a:moveTo>
                      <a:cubicBezTo>
                        <a:pt x="34766" y="34862"/>
                        <a:pt x="34004" y="34385"/>
                        <a:pt x="33338" y="34004"/>
                      </a:cubicBezTo>
                      <a:cubicBezTo>
                        <a:pt x="32480" y="33433"/>
                        <a:pt x="31718" y="33242"/>
                        <a:pt x="31051" y="33433"/>
                      </a:cubicBezTo>
                      <a:cubicBezTo>
                        <a:pt x="30766" y="32956"/>
                        <a:pt x="30004" y="32671"/>
                        <a:pt x="28956" y="32576"/>
                      </a:cubicBezTo>
                      <a:cubicBezTo>
                        <a:pt x="27908" y="32576"/>
                        <a:pt x="27146" y="32099"/>
                        <a:pt x="26670" y="31432"/>
                      </a:cubicBezTo>
                      <a:lnTo>
                        <a:pt x="27146" y="30956"/>
                      </a:lnTo>
                      <a:lnTo>
                        <a:pt x="26479" y="30289"/>
                      </a:lnTo>
                      <a:cubicBezTo>
                        <a:pt x="26479" y="28385"/>
                        <a:pt x="26479" y="26479"/>
                        <a:pt x="26479" y="24479"/>
                      </a:cubicBezTo>
                      <a:cubicBezTo>
                        <a:pt x="26479" y="22193"/>
                        <a:pt x="26575" y="20288"/>
                        <a:pt x="26860" y="18764"/>
                      </a:cubicBezTo>
                      <a:cubicBezTo>
                        <a:pt x="26670" y="18383"/>
                        <a:pt x="26575" y="17907"/>
                        <a:pt x="26575" y="17431"/>
                      </a:cubicBezTo>
                      <a:cubicBezTo>
                        <a:pt x="26575" y="16954"/>
                        <a:pt x="26670" y="16478"/>
                        <a:pt x="26860" y="16193"/>
                      </a:cubicBezTo>
                      <a:cubicBezTo>
                        <a:pt x="26860" y="15621"/>
                        <a:pt x="27432" y="15430"/>
                        <a:pt x="28289" y="15812"/>
                      </a:cubicBezTo>
                      <a:lnTo>
                        <a:pt x="28289" y="15812"/>
                      </a:lnTo>
                      <a:cubicBezTo>
                        <a:pt x="28289" y="15812"/>
                        <a:pt x="28289" y="15812"/>
                        <a:pt x="28289" y="15812"/>
                      </a:cubicBezTo>
                      <a:lnTo>
                        <a:pt x="28861" y="15050"/>
                      </a:lnTo>
                      <a:cubicBezTo>
                        <a:pt x="28861" y="15050"/>
                        <a:pt x="28480" y="14669"/>
                        <a:pt x="28099" y="14859"/>
                      </a:cubicBezTo>
                      <a:cubicBezTo>
                        <a:pt x="27718" y="15050"/>
                        <a:pt x="27622" y="14954"/>
                        <a:pt x="27622" y="14478"/>
                      </a:cubicBezTo>
                      <a:lnTo>
                        <a:pt x="26575" y="14764"/>
                      </a:lnTo>
                      <a:cubicBezTo>
                        <a:pt x="26575" y="13145"/>
                        <a:pt x="26575" y="12192"/>
                        <a:pt x="26384" y="12002"/>
                      </a:cubicBezTo>
                      <a:cubicBezTo>
                        <a:pt x="24670" y="10954"/>
                        <a:pt x="22765" y="10478"/>
                        <a:pt x="20574" y="10478"/>
                      </a:cubicBezTo>
                      <a:cubicBezTo>
                        <a:pt x="20193" y="10478"/>
                        <a:pt x="19812" y="10478"/>
                        <a:pt x="19431" y="10478"/>
                      </a:cubicBezTo>
                      <a:cubicBezTo>
                        <a:pt x="18574" y="10287"/>
                        <a:pt x="18193" y="9715"/>
                        <a:pt x="18193" y="8668"/>
                      </a:cubicBezTo>
                      <a:lnTo>
                        <a:pt x="18193" y="7906"/>
                      </a:lnTo>
                      <a:cubicBezTo>
                        <a:pt x="18193" y="7906"/>
                        <a:pt x="18193" y="7239"/>
                        <a:pt x="18193" y="7144"/>
                      </a:cubicBezTo>
                      <a:cubicBezTo>
                        <a:pt x="18193" y="6668"/>
                        <a:pt x="18193" y="6191"/>
                        <a:pt x="17907" y="6001"/>
                      </a:cubicBezTo>
                      <a:cubicBezTo>
                        <a:pt x="17621" y="6477"/>
                        <a:pt x="17431" y="7239"/>
                        <a:pt x="17240" y="8287"/>
                      </a:cubicBezTo>
                      <a:cubicBezTo>
                        <a:pt x="17145" y="9335"/>
                        <a:pt x="16954" y="10192"/>
                        <a:pt x="16669" y="10763"/>
                      </a:cubicBezTo>
                      <a:cubicBezTo>
                        <a:pt x="15811" y="10763"/>
                        <a:pt x="14573" y="10763"/>
                        <a:pt x="13049" y="10478"/>
                      </a:cubicBezTo>
                      <a:cubicBezTo>
                        <a:pt x="11525" y="10192"/>
                        <a:pt x="10763" y="10859"/>
                        <a:pt x="10763" y="12382"/>
                      </a:cubicBezTo>
                      <a:cubicBezTo>
                        <a:pt x="10763" y="12763"/>
                        <a:pt x="10763" y="13335"/>
                        <a:pt x="10954" y="14002"/>
                      </a:cubicBezTo>
                      <a:cubicBezTo>
                        <a:pt x="11049" y="14669"/>
                        <a:pt x="11049" y="15145"/>
                        <a:pt x="11049" y="15335"/>
                      </a:cubicBezTo>
                      <a:cubicBezTo>
                        <a:pt x="10763" y="15907"/>
                        <a:pt x="10573" y="16383"/>
                        <a:pt x="10573" y="16859"/>
                      </a:cubicBezTo>
                      <a:cubicBezTo>
                        <a:pt x="10573" y="17336"/>
                        <a:pt x="10763" y="17621"/>
                        <a:pt x="11049" y="17812"/>
                      </a:cubicBezTo>
                      <a:cubicBezTo>
                        <a:pt x="10573" y="18002"/>
                        <a:pt x="10382" y="18383"/>
                        <a:pt x="10382" y="18955"/>
                      </a:cubicBezTo>
                      <a:lnTo>
                        <a:pt x="10382" y="20384"/>
                      </a:lnTo>
                      <a:cubicBezTo>
                        <a:pt x="9906" y="20193"/>
                        <a:pt x="9715" y="19717"/>
                        <a:pt x="9811" y="18955"/>
                      </a:cubicBezTo>
                      <a:cubicBezTo>
                        <a:pt x="9811" y="18193"/>
                        <a:pt x="9811" y="17717"/>
                        <a:pt x="9620" y="17431"/>
                      </a:cubicBezTo>
                      <a:cubicBezTo>
                        <a:pt x="9144" y="17145"/>
                        <a:pt x="8192" y="17050"/>
                        <a:pt x="6763" y="17050"/>
                      </a:cubicBezTo>
                      <a:lnTo>
                        <a:pt x="8858" y="19050"/>
                      </a:lnTo>
                      <a:cubicBezTo>
                        <a:pt x="9334" y="18860"/>
                        <a:pt x="9620" y="19050"/>
                        <a:pt x="9620" y="19526"/>
                      </a:cubicBezTo>
                      <a:lnTo>
                        <a:pt x="9620" y="20003"/>
                      </a:lnTo>
                      <a:cubicBezTo>
                        <a:pt x="9620" y="20003"/>
                        <a:pt x="9620" y="20384"/>
                        <a:pt x="9620" y="20574"/>
                      </a:cubicBezTo>
                      <a:cubicBezTo>
                        <a:pt x="9620" y="20955"/>
                        <a:pt x="9620" y="21146"/>
                        <a:pt x="9811" y="21431"/>
                      </a:cubicBezTo>
                      <a:lnTo>
                        <a:pt x="10192" y="21146"/>
                      </a:lnTo>
                      <a:cubicBezTo>
                        <a:pt x="10954" y="21527"/>
                        <a:pt x="11335" y="22288"/>
                        <a:pt x="11335" y="23622"/>
                      </a:cubicBezTo>
                      <a:lnTo>
                        <a:pt x="11335" y="26479"/>
                      </a:lnTo>
                      <a:cubicBezTo>
                        <a:pt x="11240" y="27146"/>
                        <a:pt x="11144" y="27908"/>
                        <a:pt x="11144" y="28670"/>
                      </a:cubicBezTo>
                      <a:cubicBezTo>
                        <a:pt x="11144" y="29528"/>
                        <a:pt x="11144" y="30671"/>
                        <a:pt x="11335" y="32195"/>
                      </a:cubicBezTo>
                      <a:cubicBezTo>
                        <a:pt x="11335" y="33814"/>
                        <a:pt x="11430" y="34957"/>
                        <a:pt x="11430" y="35814"/>
                      </a:cubicBezTo>
                      <a:cubicBezTo>
                        <a:pt x="11430" y="37338"/>
                        <a:pt x="11240" y="38767"/>
                        <a:pt x="10954" y="40005"/>
                      </a:cubicBezTo>
                      <a:cubicBezTo>
                        <a:pt x="10858" y="40291"/>
                        <a:pt x="10954" y="40672"/>
                        <a:pt x="11430" y="41338"/>
                      </a:cubicBezTo>
                      <a:cubicBezTo>
                        <a:pt x="11811" y="41815"/>
                        <a:pt x="12097" y="42196"/>
                        <a:pt x="12097" y="42291"/>
                      </a:cubicBezTo>
                      <a:cubicBezTo>
                        <a:pt x="12097" y="42481"/>
                        <a:pt x="11811" y="42767"/>
                        <a:pt x="11240" y="42958"/>
                      </a:cubicBezTo>
                      <a:cubicBezTo>
                        <a:pt x="11811" y="42958"/>
                        <a:pt x="12192" y="42767"/>
                        <a:pt x="12478" y="42481"/>
                      </a:cubicBezTo>
                      <a:cubicBezTo>
                        <a:pt x="12668" y="42481"/>
                        <a:pt x="13144" y="42481"/>
                        <a:pt x="13811" y="42386"/>
                      </a:cubicBezTo>
                      <a:cubicBezTo>
                        <a:pt x="14478" y="42386"/>
                        <a:pt x="14859" y="42386"/>
                        <a:pt x="15240" y="42386"/>
                      </a:cubicBezTo>
                      <a:cubicBezTo>
                        <a:pt x="16288" y="42386"/>
                        <a:pt x="17050" y="42672"/>
                        <a:pt x="17335" y="43244"/>
                      </a:cubicBezTo>
                      <a:cubicBezTo>
                        <a:pt x="16954" y="43720"/>
                        <a:pt x="17050" y="44196"/>
                        <a:pt x="17526" y="44482"/>
                      </a:cubicBezTo>
                      <a:cubicBezTo>
                        <a:pt x="17335" y="45148"/>
                        <a:pt x="17335" y="46863"/>
                        <a:pt x="17335" y="49339"/>
                      </a:cubicBezTo>
                      <a:cubicBezTo>
                        <a:pt x="17050" y="49339"/>
                        <a:pt x="16764" y="49149"/>
                        <a:pt x="16669" y="48768"/>
                      </a:cubicBezTo>
                      <a:cubicBezTo>
                        <a:pt x="16478" y="48482"/>
                        <a:pt x="16288" y="48292"/>
                        <a:pt x="16097" y="48292"/>
                      </a:cubicBezTo>
                      <a:cubicBezTo>
                        <a:pt x="16097" y="48673"/>
                        <a:pt x="16478" y="49054"/>
                        <a:pt x="17145" y="49435"/>
                      </a:cubicBezTo>
                      <a:cubicBezTo>
                        <a:pt x="17812" y="49816"/>
                        <a:pt x="18097" y="50197"/>
                        <a:pt x="18097" y="50578"/>
                      </a:cubicBezTo>
                      <a:cubicBezTo>
                        <a:pt x="18097" y="50673"/>
                        <a:pt x="18097" y="50959"/>
                        <a:pt x="17907" y="51245"/>
                      </a:cubicBezTo>
                      <a:cubicBezTo>
                        <a:pt x="18288" y="50863"/>
                        <a:pt x="18669" y="50673"/>
                        <a:pt x="19145" y="50387"/>
                      </a:cubicBezTo>
                      <a:lnTo>
                        <a:pt x="18859" y="50387"/>
                      </a:lnTo>
                      <a:cubicBezTo>
                        <a:pt x="18574" y="49339"/>
                        <a:pt x="18193" y="47435"/>
                        <a:pt x="17621" y="44863"/>
                      </a:cubicBezTo>
                      <a:cubicBezTo>
                        <a:pt x="17907" y="43910"/>
                        <a:pt x="18669" y="43148"/>
                        <a:pt x="19717" y="42481"/>
                      </a:cubicBezTo>
                      <a:cubicBezTo>
                        <a:pt x="20003" y="42386"/>
                        <a:pt x="20955" y="42005"/>
                        <a:pt x="22670" y="41243"/>
                      </a:cubicBezTo>
                      <a:cubicBezTo>
                        <a:pt x="22860" y="41529"/>
                        <a:pt x="22860" y="41720"/>
                        <a:pt x="22860" y="41815"/>
                      </a:cubicBezTo>
                      <a:lnTo>
                        <a:pt x="24765" y="42101"/>
                      </a:lnTo>
                      <a:cubicBezTo>
                        <a:pt x="24765" y="42101"/>
                        <a:pt x="24765" y="41338"/>
                        <a:pt x="24670" y="41053"/>
                      </a:cubicBezTo>
                      <a:cubicBezTo>
                        <a:pt x="24575" y="40672"/>
                        <a:pt x="24479" y="40481"/>
                        <a:pt x="24479" y="40386"/>
                      </a:cubicBezTo>
                      <a:cubicBezTo>
                        <a:pt x="24765" y="39910"/>
                        <a:pt x="25432" y="39434"/>
                        <a:pt x="26384" y="38767"/>
                      </a:cubicBezTo>
                      <a:lnTo>
                        <a:pt x="26384" y="39814"/>
                      </a:lnTo>
                      <a:cubicBezTo>
                        <a:pt x="26384" y="39814"/>
                        <a:pt x="27051" y="39338"/>
                        <a:pt x="27051" y="39053"/>
                      </a:cubicBezTo>
                      <a:cubicBezTo>
                        <a:pt x="27051" y="38862"/>
                        <a:pt x="27051" y="38576"/>
                        <a:pt x="26765" y="38195"/>
                      </a:cubicBezTo>
                      <a:cubicBezTo>
                        <a:pt x="26575" y="37814"/>
                        <a:pt x="26479" y="37529"/>
                        <a:pt x="26479" y="37433"/>
                      </a:cubicBezTo>
                      <a:cubicBezTo>
                        <a:pt x="26479" y="37243"/>
                        <a:pt x="26479" y="37147"/>
                        <a:pt x="26765" y="37052"/>
                      </a:cubicBezTo>
                      <a:lnTo>
                        <a:pt x="26384" y="35338"/>
                      </a:lnTo>
                      <a:cubicBezTo>
                        <a:pt x="26384" y="35338"/>
                        <a:pt x="25717" y="35338"/>
                        <a:pt x="25241" y="35528"/>
                      </a:cubicBezTo>
                      <a:cubicBezTo>
                        <a:pt x="24575" y="34957"/>
                        <a:pt x="24289" y="34480"/>
                        <a:pt x="24479" y="34100"/>
                      </a:cubicBezTo>
                      <a:cubicBezTo>
                        <a:pt x="24479" y="34100"/>
                        <a:pt x="24765" y="33909"/>
                        <a:pt x="25241" y="33814"/>
                      </a:cubicBezTo>
                      <a:cubicBezTo>
                        <a:pt x="25432" y="34195"/>
                        <a:pt x="25432" y="34385"/>
                        <a:pt x="25432" y="34385"/>
                      </a:cubicBezTo>
                      <a:cubicBezTo>
                        <a:pt x="26956" y="34290"/>
                        <a:pt x="28289" y="34480"/>
                        <a:pt x="29242" y="35147"/>
                      </a:cubicBezTo>
                      <a:cubicBezTo>
                        <a:pt x="29242" y="35243"/>
                        <a:pt x="29242" y="35338"/>
                        <a:pt x="29242" y="35528"/>
                      </a:cubicBezTo>
                      <a:cubicBezTo>
                        <a:pt x="29242" y="35719"/>
                        <a:pt x="29051" y="35814"/>
                        <a:pt x="28766" y="35909"/>
                      </a:cubicBezTo>
                      <a:cubicBezTo>
                        <a:pt x="28384" y="35909"/>
                        <a:pt x="28289" y="36004"/>
                        <a:pt x="28194" y="36195"/>
                      </a:cubicBezTo>
                      <a:lnTo>
                        <a:pt x="29146" y="36195"/>
                      </a:lnTo>
                      <a:cubicBezTo>
                        <a:pt x="29146" y="36195"/>
                        <a:pt x="29528" y="36481"/>
                        <a:pt x="29528" y="36957"/>
                      </a:cubicBezTo>
                      <a:cubicBezTo>
                        <a:pt x="29908" y="36481"/>
                        <a:pt x="30194" y="36290"/>
                        <a:pt x="30385" y="36290"/>
                      </a:cubicBezTo>
                      <a:cubicBezTo>
                        <a:pt x="30575" y="36290"/>
                        <a:pt x="30766" y="36576"/>
                        <a:pt x="30956" y="37147"/>
                      </a:cubicBezTo>
                      <a:cubicBezTo>
                        <a:pt x="31147" y="37719"/>
                        <a:pt x="31433" y="38100"/>
                        <a:pt x="31718" y="38195"/>
                      </a:cubicBezTo>
                      <a:lnTo>
                        <a:pt x="31718" y="36195"/>
                      </a:lnTo>
                      <a:cubicBezTo>
                        <a:pt x="31718" y="36195"/>
                        <a:pt x="32004" y="36481"/>
                        <a:pt x="32195" y="36481"/>
                      </a:cubicBezTo>
                      <a:cubicBezTo>
                        <a:pt x="32385" y="36481"/>
                        <a:pt x="32671" y="36386"/>
                        <a:pt x="32957" y="36195"/>
                      </a:cubicBezTo>
                      <a:cubicBezTo>
                        <a:pt x="33338" y="36004"/>
                        <a:pt x="33528" y="35909"/>
                        <a:pt x="33718" y="36004"/>
                      </a:cubicBezTo>
                      <a:cubicBezTo>
                        <a:pt x="33909" y="36100"/>
                        <a:pt x="33909" y="36290"/>
                        <a:pt x="33909" y="36481"/>
                      </a:cubicBezTo>
                      <a:cubicBezTo>
                        <a:pt x="33909" y="36481"/>
                        <a:pt x="33814" y="36862"/>
                        <a:pt x="33528" y="37052"/>
                      </a:cubicBezTo>
                      <a:cubicBezTo>
                        <a:pt x="33242" y="37338"/>
                        <a:pt x="33147" y="37529"/>
                        <a:pt x="33147" y="37719"/>
                      </a:cubicBezTo>
                      <a:lnTo>
                        <a:pt x="33909" y="37719"/>
                      </a:lnTo>
                      <a:lnTo>
                        <a:pt x="34100" y="35528"/>
                      </a:lnTo>
                      <a:lnTo>
                        <a:pt x="34957" y="36290"/>
                      </a:lnTo>
                      <a:cubicBezTo>
                        <a:pt x="34957" y="36290"/>
                        <a:pt x="34957" y="35909"/>
                        <a:pt x="35147" y="35814"/>
                      </a:cubicBezTo>
                      <a:cubicBezTo>
                        <a:pt x="35242" y="35814"/>
                        <a:pt x="35433" y="35909"/>
                        <a:pt x="35624" y="36100"/>
                      </a:cubicBezTo>
                      <a:cubicBezTo>
                        <a:pt x="35909" y="36386"/>
                        <a:pt x="36004" y="36386"/>
                        <a:pt x="35909" y="36100"/>
                      </a:cubicBezTo>
                      <a:cubicBezTo>
                        <a:pt x="35909" y="36100"/>
                        <a:pt x="35909" y="36100"/>
                        <a:pt x="35814" y="36100"/>
                      </a:cubicBezTo>
                      <a:lnTo>
                        <a:pt x="35719" y="36100"/>
                      </a:lnTo>
                      <a:cubicBezTo>
                        <a:pt x="35719" y="36100"/>
                        <a:pt x="35338" y="35814"/>
                        <a:pt x="35242" y="35814"/>
                      </a:cubicBezTo>
                      <a:close/>
                      <a:moveTo>
                        <a:pt x="19145" y="42101"/>
                      </a:moveTo>
                      <a:lnTo>
                        <a:pt x="19145" y="41529"/>
                      </a:lnTo>
                      <a:lnTo>
                        <a:pt x="19526" y="41529"/>
                      </a:lnTo>
                      <a:lnTo>
                        <a:pt x="19145" y="42101"/>
                      </a:lnTo>
                      <a:close/>
                      <a:moveTo>
                        <a:pt x="20669" y="48101"/>
                      </a:moveTo>
                      <a:lnTo>
                        <a:pt x="20669" y="47625"/>
                      </a:lnTo>
                      <a:cubicBezTo>
                        <a:pt x="20669" y="47625"/>
                        <a:pt x="20193" y="47435"/>
                        <a:pt x="19907" y="47339"/>
                      </a:cubicBezTo>
                      <a:cubicBezTo>
                        <a:pt x="19907" y="47625"/>
                        <a:pt x="19907" y="47815"/>
                        <a:pt x="20003" y="48006"/>
                      </a:cubicBezTo>
                      <a:cubicBezTo>
                        <a:pt x="20193" y="48196"/>
                        <a:pt x="20383" y="48196"/>
                        <a:pt x="20669" y="48101"/>
                      </a:cubicBezTo>
                      <a:close/>
                      <a:moveTo>
                        <a:pt x="20860" y="51435"/>
                      </a:moveTo>
                      <a:lnTo>
                        <a:pt x="21431" y="50959"/>
                      </a:lnTo>
                      <a:lnTo>
                        <a:pt x="20860" y="50292"/>
                      </a:lnTo>
                      <a:lnTo>
                        <a:pt x="20860" y="51435"/>
                      </a:lnTo>
                      <a:close/>
                      <a:moveTo>
                        <a:pt x="23432" y="49530"/>
                      </a:moveTo>
                      <a:cubicBezTo>
                        <a:pt x="23432" y="49054"/>
                        <a:pt x="23432" y="48768"/>
                        <a:pt x="23050" y="48768"/>
                      </a:cubicBezTo>
                      <a:cubicBezTo>
                        <a:pt x="22860" y="48768"/>
                        <a:pt x="22479" y="48768"/>
                        <a:pt x="22003" y="49149"/>
                      </a:cubicBezTo>
                      <a:cubicBezTo>
                        <a:pt x="21526" y="49435"/>
                        <a:pt x="21241" y="49530"/>
                        <a:pt x="21241" y="49530"/>
                      </a:cubicBezTo>
                      <a:cubicBezTo>
                        <a:pt x="21431" y="49816"/>
                        <a:pt x="21622" y="49911"/>
                        <a:pt x="21812" y="49911"/>
                      </a:cubicBezTo>
                      <a:cubicBezTo>
                        <a:pt x="22003" y="49911"/>
                        <a:pt x="22098" y="49721"/>
                        <a:pt x="22384" y="49625"/>
                      </a:cubicBezTo>
                      <a:cubicBezTo>
                        <a:pt x="22574" y="49435"/>
                        <a:pt x="22765" y="49244"/>
                        <a:pt x="22955" y="49244"/>
                      </a:cubicBezTo>
                      <a:cubicBezTo>
                        <a:pt x="23146" y="49244"/>
                        <a:pt x="23241" y="49244"/>
                        <a:pt x="23527" y="49530"/>
                      </a:cubicBezTo>
                      <a:close/>
                      <a:moveTo>
                        <a:pt x="22670" y="39529"/>
                      </a:moveTo>
                      <a:cubicBezTo>
                        <a:pt x="22003" y="39053"/>
                        <a:pt x="22003" y="38576"/>
                        <a:pt x="22479" y="38290"/>
                      </a:cubicBezTo>
                      <a:lnTo>
                        <a:pt x="23241" y="39338"/>
                      </a:lnTo>
                      <a:cubicBezTo>
                        <a:pt x="23241" y="39338"/>
                        <a:pt x="22955" y="39338"/>
                        <a:pt x="22765" y="39529"/>
                      </a:cubicBezTo>
                      <a:close/>
                      <a:moveTo>
                        <a:pt x="24955" y="55626"/>
                      </a:moveTo>
                      <a:cubicBezTo>
                        <a:pt x="24955" y="55626"/>
                        <a:pt x="24575" y="55150"/>
                        <a:pt x="24575" y="55054"/>
                      </a:cubicBezTo>
                      <a:cubicBezTo>
                        <a:pt x="24575" y="54864"/>
                        <a:pt x="24860" y="54673"/>
                        <a:pt x="25432" y="54388"/>
                      </a:cubicBezTo>
                      <a:cubicBezTo>
                        <a:pt x="26003" y="54197"/>
                        <a:pt x="26289" y="54007"/>
                        <a:pt x="26479" y="53816"/>
                      </a:cubicBezTo>
                      <a:cubicBezTo>
                        <a:pt x="26479" y="54007"/>
                        <a:pt x="26194" y="54102"/>
                        <a:pt x="25717" y="54388"/>
                      </a:cubicBezTo>
                      <a:cubicBezTo>
                        <a:pt x="25241" y="54578"/>
                        <a:pt x="25051" y="54864"/>
                        <a:pt x="25051" y="55054"/>
                      </a:cubicBezTo>
                      <a:cubicBezTo>
                        <a:pt x="25051" y="55245"/>
                        <a:pt x="25146" y="55340"/>
                        <a:pt x="25432" y="55626"/>
                      </a:cubicBezTo>
                      <a:lnTo>
                        <a:pt x="24955" y="55626"/>
                      </a:lnTo>
                      <a:close/>
                      <a:moveTo>
                        <a:pt x="26956" y="33052"/>
                      </a:moveTo>
                      <a:cubicBezTo>
                        <a:pt x="26956" y="33052"/>
                        <a:pt x="27622" y="33147"/>
                        <a:pt x="27718" y="33338"/>
                      </a:cubicBezTo>
                      <a:lnTo>
                        <a:pt x="27146" y="33528"/>
                      </a:lnTo>
                      <a:lnTo>
                        <a:pt x="26956" y="33052"/>
                      </a:lnTo>
                      <a:close/>
                      <a:moveTo>
                        <a:pt x="27527" y="44768"/>
                      </a:moveTo>
                      <a:lnTo>
                        <a:pt x="29242" y="44577"/>
                      </a:lnTo>
                      <a:lnTo>
                        <a:pt x="29242" y="44005"/>
                      </a:lnTo>
                      <a:cubicBezTo>
                        <a:pt x="29242" y="43148"/>
                        <a:pt x="29432" y="42767"/>
                        <a:pt x="29718" y="42577"/>
                      </a:cubicBezTo>
                      <a:lnTo>
                        <a:pt x="28766" y="42196"/>
                      </a:lnTo>
                      <a:cubicBezTo>
                        <a:pt x="28766" y="42196"/>
                        <a:pt x="28766" y="43148"/>
                        <a:pt x="28575" y="43910"/>
                      </a:cubicBezTo>
                      <a:cubicBezTo>
                        <a:pt x="28575" y="44291"/>
                        <a:pt x="28194" y="44577"/>
                        <a:pt x="27527" y="44577"/>
                      </a:cubicBezTo>
                      <a:close/>
                      <a:moveTo>
                        <a:pt x="28384" y="48196"/>
                      </a:moveTo>
                      <a:lnTo>
                        <a:pt x="28384" y="46958"/>
                      </a:lnTo>
                      <a:lnTo>
                        <a:pt x="28194" y="46958"/>
                      </a:lnTo>
                      <a:lnTo>
                        <a:pt x="28194" y="48196"/>
                      </a:lnTo>
                      <a:lnTo>
                        <a:pt x="28384" y="48196"/>
                      </a:lnTo>
                      <a:close/>
                      <a:moveTo>
                        <a:pt x="30194" y="26479"/>
                      </a:moveTo>
                      <a:lnTo>
                        <a:pt x="28670" y="26289"/>
                      </a:lnTo>
                      <a:lnTo>
                        <a:pt x="28384" y="27242"/>
                      </a:lnTo>
                      <a:cubicBezTo>
                        <a:pt x="29051" y="27718"/>
                        <a:pt x="29623" y="28004"/>
                        <a:pt x="30004" y="28004"/>
                      </a:cubicBezTo>
                      <a:cubicBezTo>
                        <a:pt x="30289" y="28004"/>
                        <a:pt x="30480" y="28004"/>
                        <a:pt x="30766" y="27718"/>
                      </a:cubicBezTo>
                      <a:cubicBezTo>
                        <a:pt x="29813" y="28004"/>
                        <a:pt x="29242" y="27718"/>
                        <a:pt x="29146" y="27051"/>
                      </a:cubicBezTo>
                      <a:lnTo>
                        <a:pt x="30194" y="26479"/>
                      </a:lnTo>
                      <a:close/>
                      <a:moveTo>
                        <a:pt x="28384" y="37052"/>
                      </a:moveTo>
                      <a:lnTo>
                        <a:pt x="28956" y="37052"/>
                      </a:lnTo>
                      <a:lnTo>
                        <a:pt x="28956" y="36576"/>
                      </a:lnTo>
                      <a:lnTo>
                        <a:pt x="28384" y="36576"/>
                      </a:lnTo>
                      <a:lnTo>
                        <a:pt x="28384" y="37052"/>
                      </a:lnTo>
                      <a:close/>
                      <a:moveTo>
                        <a:pt x="30004" y="50578"/>
                      </a:moveTo>
                      <a:cubicBezTo>
                        <a:pt x="30004" y="50578"/>
                        <a:pt x="30671" y="49721"/>
                        <a:pt x="31242" y="49054"/>
                      </a:cubicBezTo>
                      <a:lnTo>
                        <a:pt x="30861" y="48863"/>
                      </a:lnTo>
                      <a:lnTo>
                        <a:pt x="30289" y="49054"/>
                      </a:lnTo>
                      <a:lnTo>
                        <a:pt x="30099" y="48101"/>
                      </a:lnTo>
                      <a:cubicBezTo>
                        <a:pt x="29242" y="48578"/>
                        <a:pt x="28956" y="49054"/>
                        <a:pt x="29051" y="49530"/>
                      </a:cubicBezTo>
                      <a:lnTo>
                        <a:pt x="29908" y="49339"/>
                      </a:lnTo>
                      <a:lnTo>
                        <a:pt x="29908" y="50578"/>
                      </a:lnTo>
                      <a:close/>
                      <a:moveTo>
                        <a:pt x="30004" y="46863"/>
                      </a:moveTo>
                      <a:lnTo>
                        <a:pt x="30385" y="45339"/>
                      </a:lnTo>
                      <a:lnTo>
                        <a:pt x="30194" y="45339"/>
                      </a:lnTo>
                      <a:lnTo>
                        <a:pt x="30004" y="46863"/>
                      </a:lnTo>
                      <a:close/>
                      <a:moveTo>
                        <a:pt x="31433" y="31432"/>
                      </a:moveTo>
                      <a:cubicBezTo>
                        <a:pt x="31433" y="31432"/>
                        <a:pt x="31147" y="31242"/>
                        <a:pt x="30671" y="31242"/>
                      </a:cubicBezTo>
                      <a:lnTo>
                        <a:pt x="30671" y="31909"/>
                      </a:lnTo>
                      <a:lnTo>
                        <a:pt x="31242" y="31909"/>
                      </a:lnTo>
                      <a:cubicBezTo>
                        <a:pt x="31242" y="31909"/>
                        <a:pt x="31433" y="31528"/>
                        <a:pt x="31433" y="31432"/>
                      </a:cubicBezTo>
                      <a:close/>
                      <a:moveTo>
                        <a:pt x="32195" y="20955"/>
                      </a:moveTo>
                      <a:cubicBezTo>
                        <a:pt x="32195" y="20955"/>
                        <a:pt x="32480" y="21241"/>
                        <a:pt x="32480" y="21431"/>
                      </a:cubicBezTo>
                      <a:cubicBezTo>
                        <a:pt x="32480" y="21907"/>
                        <a:pt x="32195" y="22193"/>
                        <a:pt x="31623" y="22193"/>
                      </a:cubicBezTo>
                      <a:lnTo>
                        <a:pt x="32099" y="22193"/>
                      </a:lnTo>
                      <a:cubicBezTo>
                        <a:pt x="32099" y="22193"/>
                        <a:pt x="32385" y="21812"/>
                        <a:pt x="32575" y="21622"/>
                      </a:cubicBezTo>
                      <a:cubicBezTo>
                        <a:pt x="32766" y="21431"/>
                        <a:pt x="32766" y="21241"/>
                        <a:pt x="32575" y="20955"/>
                      </a:cubicBezTo>
                      <a:lnTo>
                        <a:pt x="32099" y="20955"/>
                      </a:lnTo>
                      <a:close/>
                      <a:moveTo>
                        <a:pt x="33528" y="31432"/>
                      </a:moveTo>
                      <a:cubicBezTo>
                        <a:pt x="33528" y="31432"/>
                        <a:pt x="32957" y="31052"/>
                        <a:pt x="32195" y="30766"/>
                      </a:cubicBezTo>
                      <a:lnTo>
                        <a:pt x="32004" y="31242"/>
                      </a:lnTo>
                      <a:lnTo>
                        <a:pt x="33528" y="31432"/>
                      </a:lnTo>
                      <a:close/>
                      <a:moveTo>
                        <a:pt x="32480" y="6858"/>
                      </a:moveTo>
                      <a:lnTo>
                        <a:pt x="32480" y="7334"/>
                      </a:lnTo>
                      <a:lnTo>
                        <a:pt x="33242" y="7144"/>
                      </a:lnTo>
                      <a:cubicBezTo>
                        <a:pt x="33242" y="7144"/>
                        <a:pt x="32861" y="6763"/>
                        <a:pt x="32480" y="6763"/>
                      </a:cubicBezTo>
                      <a:close/>
                      <a:moveTo>
                        <a:pt x="32957" y="38957"/>
                      </a:moveTo>
                      <a:lnTo>
                        <a:pt x="34766" y="38767"/>
                      </a:lnTo>
                      <a:cubicBezTo>
                        <a:pt x="34766" y="38767"/>
                        <a:pt x="34100" y="38386"/>
                        <a:pt x="33718" y="38386"/>
                      </a:cubicBezTo>
                      <a:cubicBezTo>
                        <a:pt x="33242" y="38386"/>
                        <a:pt x="33052" y="38576"/>
                        <a:pt x="32957" y="38957"/>
                      </a:cubicBezTo>
                      <a:close/>
                      <a:moveTo>
                        <a:pt x="34766" y="20860"/>
                      </a:moveTo>
                      <a:lnTo>
                        <a:pt x="35814" y="21907"/>
                      </a:lnTo>
                      <a:lnTo>
                        <a:pt x="35814" y="21336"/>
                      </a:lnTo>
                      <a:cubicBezTo>
                        <a:pt x="35242" y="20955"/>
                        <a:pt x="34862" y="20860"/>
                        <a:pt x="34766" y="20860"/>
                      </a:cubicBezTo>
                      <a:close/>
                      <a:moveTo>
                        <a:pt x="36004" y="27432"/>
                      </a:moveTo>
                      <a:lnTo>
                        <a:pt x="36767" y="26765"/>
                      </a:lnTo>
                      <a:cubicBezTo>
                        <a:pt x="36767" y="26765"/>
                        <a:pt x="36004" y="26289"/>
                        <a:pt x="35147" y="25908"/>
                      </a:cubicBezTo>
                      <a:lnTo>
                        <a:pt x="36004" y="27432"/>
                      </a:lnTo>
                      <a:close/>
                      <a:moveTo>
                        <a:pt x="36385" y="31242"/>
                      </a:moveTo>
                      <a:lnTo>
                        <a:pt x="36385" y="30194"/>
                      </a:lnTo>
                      <a:lnTo>
                        <a:pt x="36004" y="30194"/>
                      </a:lnTo>
                      <a:lnTo>
                        <a:pt x="36004" y="31242"/>
                      </a:lnTo>
                      <a:lnTo>
                        <a:pt x="36385" y="31242"/>
                      </a:lnTo>
                      <a:close/>
                      <a:moveTo>
                        <a:pt x="36767" y="59436"/>
                      </a:moveTo>
                      <a:cubicBezTo>
                        <a:pt x="37338" y="59627"/>
                        <a:pt x="37433" y="60007"/>
                        <a:pt x="37338" y="60388"/>
                      </a:cubicBezTo>
                      <a:lnTo>
                        <a:pt x="37147" y="60674"/>
                      </a:lnTo>
                      <a:cubicBezTo>
                        <a:pt x="37147" y="60674"/>
                        <a:pt x="36767" y="60388"/>
                        <a:pt x="36767" y="60198"/>
                      </a:cubicBezTo>
                      <a:lnTo>
                        <a:pt x="36767" y="59436"/>
                      </a:lnTo>
                      <a:close/>
                      <a:moveTo>
                        <a:pt x="38100" y="51435"/>
                      </a:moveTo>
                      <a:cubicBezTo>
                        <a:pt x="38100" y="51435"/>
                        <a:pt x="38862" y="51435"/>
                        <a:pt x="39338" y="51626"/>
                      </a:cubicBezTo>
                      <a:cubicBezTo>
                        <a:pt x="39433" y="52006"/>
                        <a:pt x="39338" y="52197"/>
                        <a:pt x="39148" y="52292"/>
                      </a:cubicBezTo>
                      <a:cubicBezTo>
                        <a:pt x="38862" y="52483"/>
                        <a:pt x="38576" y="52578"/>
                        <a:pt x="38386" y="52673"/>
                      </a:cubicBezTo>
                      <a:lnTo>
                        <a:pt x="38100" y="52673"/>
                      </a:lnTo>
                      <a:lnTo>
                        <a:pt x="38100" y="51435"/>
                      </a:lnTo>
                      <a:close/>
                      <a:moveTo>
                        <a:pt x="38386" y="40100"/>
                      </a:moveTo>
                      <a:cubicBezTo>
                        <a:pt x="38386" y="40100"/>
                        <a:pt x="38767" y="39529"/>
                        <a:pt x="38957" y="39529"/>
                      </a:cubicBezTo>
                      <a:cubicBezTo>
                        <a:pt x="38957" y="39529"/>
                        <a:pt x="38862" y="39529"/>
                        <a:pt x="38671" y="39814"/>
                      </a:cubicBezTo>
                      <a:cubicBezTo>
                        <a:pt x="38576" y="40005"/>
                        <a:pt x="38481" y="40100"/>
                        <a:pt x="38291" y="40100"/>
                      </a:cubicBezTo>
                      <a:close/>
                      <a:moveTo>
                        <a:pt x="39910" y="39529"/>
                      </a:moveTo>
                      <a:lnTo>
                        <a:pt x="40386" y="39719"/>
                      </a:lnTo>
                      <a:cubicBezTo>
                        <a:pt x="40386" y="39719"/>
                        <a:pt x="39910" y="39910"/>
                        <a:pt x="39624" y="39719"/>
                      </a:cubicBezTo>
                      <a:cubicBezTo>
                        <a:pt x="39243" y="39624"/>
                        <a:pt x="39053" y="39529"/>
                        <a:pt x="38957" y="39529"/>
                      </a:cubicBezTo>
                      <a:cubicBezTo>
                        <a:pt x="39338" y="39243"/>
                        <a:pt x="39624" y="39243"/>
                        <a:pt x="39910" y="39529"/>
                      </a:cubicBezTo>
                      <a:close/>
                      <a:moveTo>
                        <a:pt x="40196" y="35528"/>
                      </a:moveTo>
                      <a:lnTo>
                        <a:pt x="40196" y="35909"/>
                      </a:lnTo>
                      <a:lnTo>
                        <a:pt x="39338" y="35528"/>
                      </a:lnTo>
                      <a:lnTo>
                        <a:pt x="40196" y="35528"/>
                      </a:lnTo>
                      <a:close/>
                      <a:moveTo>
                        <a:pt x="44005" y="32480"/>
                      </a:moveTo>
                      <a:lnTo>
                        <a:pt x="44863" y="33433"/>
                      </a:lnTo>
                      <a:lnTo>
                        <a:pt x="43625" y="33242"/>
                      </a:lnTo>
                      <a:lnTo>
                        <a:pt x="44005" y="32480"/>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 name="Google Shape;1615;p99"/>
                <p:cNvSpPr/>
                <p:nvPr/>
              </p:nvSpPr>
              <p:spPr>
                <a:xfrm>
                  <a:off x="3344322" y="4511801"/>
                  <a:ext cx="51911" cy="61055"/>
                </a:xfrm>
                <a:custGeom>
                  <a:avLst/>
                  <a:gdLst/>
                  <a:ahLst/>
                  <a:cxnLst/>
                  <a:rect l="l" t="t" r="r" b="b"/>
                  <a:pathLst>
                    <a:path w="51911" h="61055" extrusionOk="0">
                      <a:moveTo>
                        <a:pt x="40576" y="49911"/>
                      </a:moveTo>
                      <a:cubicBezTo>
                        <a:pt x="40386" y="50673"/>
                        <a:pt x="40386" y="51245"/>
                        <a:pt x="40386" y="51816"/>
                      </a:cubicBezTo>
                      <a:cubicBezTo>
                        <a:pt x="40386" y="52673"/>
                        <a:pt x="40576" y="53626"/>
                        <a:pt x="41053" y="54864"/>
                      </a:cubicBezTo>
                      <a:cubicBezTo>
                        <a:pt x="41624" y="56197"/>
                        <a:pt x="42005" y="57150"/>
                        <a:pt x="42100" y="57531"/>
                      </a:cubicBezTo>
                      <a:cubicBezTo>
                        <a:pt x="42291" y="57721"/>
                        <a:pt x="42386" y="58007"/>
                        <a:pt x="42386" y="58293"/>
                      </a:cubicBezTo>
                      <a:cubicBezTo>
                        <a:pt x="42386" y="58579"/>
                        <a:pt x="42196" y="58960"/>
                        <a:pt x="41720" y="59341"/>
                      </a:cubicBezTo>
                      <a:cubicBezTo>
                        <a:pt x="41148" y="60008"/>
                        <a:pt x="40862" y="60388"/>
                        <a:pt x="40767" y="60484"/>
                      </a:cubicBezTo>
                      <a:cubicBezTo>
                        <a:pt x="40386" y="60484"/>
                        <a:pt x="39910" y="60484"/>
                        <a:pt x="39338" y="60484"/>
                      </a:cubicBezTo>
                      <a:cubicBezTo>
                        <a:pt x="38862" y="60484"/>
                        <a:pt x="38005" y="60484"/>
                        <a:pt x="36957" y="60484"/>
                      </a:cubicBezTo>
                      <a:cubicBezTo>
                        <a:pt x="35909" y="60579"/>
                        <a:pt x="35147" y="60674"/>
                        <a:pt x="34671" y="60674"/>
                      </a:cubicBezTo>
                      <a:cubicBezTo>
                        <a:pt x="32861" y="60674"/>
                        <a:pt x="31433" y="60103"/>
                        <a:pt x="30671" y="58960"/>
                      </a:cubicBezTo>
                      <a:cubicBezTo>
                        <a:pt x="30956" y="58484"/>
                        <a:pt x="31051" y="57912"/>
                        <a:pt x="31051" y="57436"/>
                      </a:cubicBezTo>
                      <a:cubicBezTo>
                        <a:pt x="31051" y="56769"/>
                        <a:pt x="30671" y="56007"/>
                        <a:pt x="30004" y="55054"/>
                      </a:cubicBezTo>
                      <a:cubicBezTo>
                        <a:pt x="28956" y="53912"/>
                        <a:pt x="28289" y="53054"/>
                        <a:pt x="28194" y="52673"/>
                      </a:cubicBezTo>
                      <a:cubicBezTo>
                        <a:pt x="28004" y="52673"/>
                        <a:pt x="27718" y="52483"/>
                        <a:pt x="27432" y="52483"/>
                      </a:cubicBezTo>
                      <a:cubicBezTo>
                        <a:pt x="27051" y="52483"/>
                        <a:pt x="26479" y="52578"/>
                        <a:pt x="25622" y="52769"/>
                      </a:cubicBezTo>
                      <a:cubicBezTo>
                        <a:pt x="24765" y="52959"/>
                        <a:pt x="24193" y="53054"/>
                        <a:pt x="23813" y="53054"/>
                      </a:cubicBezTo>
                      <a:cubicBezTo>
                        <a:pt x="22955" y="53054"/>
                        <a:pt x="22384" y="52673"/>
                        <a:pt x="22098" y="51911"/>
                      </a:cubicBezTo>
                      <a:lnTo>
                        <a:pt x="21622" y="51911"/>
                      </a:lnTo>
                      <a:cubicBezTo>
                        <a:pt x="21622" y="51911"/>
                        <a:pt x="21622" y="51245"/>
                        <a:pt x="21431" y="50768"/>
                      </a:cubicBezTo>
                      <a:cubicBezTo>
                        <a:pt x="21241" y="50292"/>
                        <a:pt x="21241" y="49911"/>
                        <a:pt x="21241" y="49721"/>
                      </a:cubicBezTo>
                      <a:cubicBezTo>
                        <a:pt x="21241" y="49339"/>
                        <a:pt x="21336" y="49054"/>
                        <a:pt x="21622" y="48863"/>
                      </a:cubicBezTo>
                      <a:cubicBezTo>
                        <a:pt x="21431" y="48482"/>
                        <a:pt x="21241" y="48196"/>
                        <a:pt x="21241" y="47911"/>
                      </a:cubicBezTo>
                      <a:cubicBezTo>
                        <a:pt x="21241" y="47720"/>
                        <a:pt x="21336" y="47339"/>
                        <a:pt x="21622" y="46863"/>
                      </a:cubicBezTo>
                      <a:cubicBezTo>
                        <a:pt x="21812" y="46387"/>
                        <a:pt x="22003" y="46006"/>
                        <a:pt x="22003" y="45720"/>
                      </a:cubicBezTo>
                      <a:cubicBezTo>
                        <a:pt x="22003" y="45529"/>
                        <a:pt x="22003" y="45339"/>
                        <a:pt x="21908" y="45053"/>
                      </a:cubicBezTo>
                      <a:cubicBezTo>
                        <a:pt x="22288" y="44387"/>
                        <a:pt x="23432" y="44101"/>
                        <a:pt x="25432" y="44005"/>
                      </a:cubicBezTo>
                      <a:cubicBezTo>
                        <a:pt x="27146" y="44005"/>
                        <a:pt x="28099" y="43625"/>
                        <a:pt x="28099" y="43053"/>
                      </a:cubicBezTo>
                      <a:cubicBezTo>
                        <a:pt x="28099" y="42672"/>
                        <a:pt x="27813" y="42101"/>
                        <a:pt x="27337" y="41434"/>
                      </a:cubicBezTo>
                      <a:lnTo>
                        <a:pt x="28289" y="41434"/>
                      </a:lnTo>
                      <a:cubicBezTo>
                        <a:pt x="28289" y="41434"/>
                        <a:pt x="28289" y="42196"/>
                        <a:pt x="28575" y="42672"/>
                      </a:cubicBezTo>
                      <a:cubicBezTo>
                        <a:pt x="28670" y="42482"/>
                        <a:pt x="28766" y="42196"/>
                        <a:pt x="28861" y="41624"/>
                      </a:cubicBezTo>
                      <a:cubicBezTo>
                        <a:pt x="28861" y="41243"/>
                        <a:pt x="29146" y="40958"/>
                        <a:pt x="29623" y="40958"/>
                      </a:cubicBezTo>
                      <a:lnTo>
                        <a:pt x="28861" y="40196"/>
                      </a:lnTo>
                      <a:lnTo>
                        <a:pt x="29623" y="40005"/>
                      </a:lnTo>
                      <a:lnTo>
                        <a:pt x="29051" y="39529"/>
                      </a:lnTo>
                      <a:cubicBezTo>
                        <a:pt x="29051" y="39529"/>
                        <a:pt x="29242" y="39624"/>
                        <a:pt x="29337" y="39624"/>
                      </a:cubicBezTo>
                      <a:cubicBezTo>
                        <a:pt x="29528" y="39624"/>
                        <a:pt x="29813" y="39624"/>
                        <a:pt x="30099" y="39338"/>
                      </a:cubicBezTo>
                      <a:cubicBezTo>
                        <a:pt x="30385" y="39148"/>
                        <a:pt x="30671" y="39053"/>
                        <a:pt x="30766" y="39053"/>
                      </a:cubicBezTo>
                      <a:cubicBezTo>
                        <a:pt x="30956" y="39053"/>
                        <a:pt x="31147" y="39243"/>
                        <a:pt x="31147" y="39719"/>
                      </a:cubicBezTo>
                      <a:cubicBezTo>
                        <a:pt x="31051" y="39719"/>
                        <a:pt x="30480" y="39910"/>
                        <a:pt x="29623" y="40196"/>
                      </a:cubicBezTo>
                      <a:cubicBezTo>
                        <a:pt x="29623" y="40196"/>
                        <a:pt x="30004" y="40481"/>
                        <a:pt x="30671" y="40862"/>
                      </a:cubicBezTo>
                      <a:cubicBezTo>
                        <a:pt x="31051" y="41148"/>
                        <a:pt x="31242" y="41338"/>
                        <a:pt x="31242" y="41624"/>
                      </a:cubicBezTo>
                      <a:cubicBezTo>
                        <a:pt x="31242" y="41720"/>
                        <a:pt x="31242" y="41910"/>
                        <a:pt x="31242" y="42005"/>
                      </a:cubicBezTo>
                      <a:cubicBezTo>
                        <a:pt x="31433" y="42005"/>
                        <a:pt x="31623" y="41720"/>
                        <a:pt x="31718" y="41338"/>
                      </a:cubicBezTo>
                      <a:cubicBezTo>
                        <a:pt x="31813" y="40958"/>
                        <a:pt x="31718" y="40672"/>
                        <a:pt x="31718" y="40481"/>
                      </a:cubicBezTo>
                      <a:lnTo>
                        <a:pt x="32575" y="39624"/>
                      </a:lnTo>
                      <a:lnTo>
                        <a:pt x="30766" y="38005"/>
                      </a:lnTo>
                      <a:lnTo>
                        <a:pt x="30956" y="37719"/>
                      </a:lnTo>
                      <a:cubicBezTo>
                        <a:pt x="30956" y="37719"/>
                        <a:pt x="30671" y="37433"/>
                        <a:pt x="30480" y="37433"/>
                      </a:cubicBezTo>
                      <a:cubicBezTo>
                        <a:pt x="30385" y="37433"/>
                        <a:pt x="30194" y="37433"/>
                        <a:pt x="29908" y="37719"/>
                      </a:cubicBezTo>
                      <a:cubicBezTo>
                        <a:pt x="29623" y="38005"/>
                        <a:pt x="29337" y="38005"/>
                        <a:pt x="29051" y="38005"/>
                      </a:cubicBezTo>
                      <a:cubicBezTo>
                        <a:pt x="29051" y="38005"/>
                        <a:pt x="28384" y="38005"/>
                        <a:pt x="27337" y="38005"/>
                      </a:cubicBezTo>
                      <a:cubicBezTo>
                        <a:pt x="26765" y="38005"/>
                        <a:pt x="26384" y="37529"/>
                        <a:pt x="26289" y="36767"/>
                      </a:cubicBezTo>
                      <a:cubicBezTo>
                        <a:pt x="26003" y="36671"/>
                        <a:pt x="25717" y="36386"/>
                        <a:pt x="25717" y="36004"/>
                      </a:cubicBezTo>
                      <a:cubicBezTo>
                        <a:pt x="25717" y="35909"/>
                        <a:pt x="25717" y="35624"/>
                        <a:pt x="25908" y="35147"/>
                      </a:cubicBezTo>
                      <a:cubicBezTo>
                        <a:pt x="25908" y="34766"/>
                        <a:pt x="26003" y="34385"/>
                        <a:pt x="26003" y="34290"/>
                      </a:cubicBezTo>
                      <a:cubicBezTo>
                        <a:pt x="26003" y="33719"/>
                        <a:pt x="25622" y="33338"/>
                        <a:pt x="24955" y="33338"/>
                      </a:cubicBezTo>
                      <a:cubicBezTo>
                        <a:pt x="24860" y="33052"/>
                        <a:pt x="24765" y="32861"/>
                        <a:pt x="24765" y="32576"/>
                      </a:cubicBezTo>
                      <a:cubicBezTo>
                        <a:pt x="24765" y="32480"/>
                        <a:pt x="24765" y="32195"/>
                        <a:pt x="24765" y="31909"/>
                      </a:cubicBezTo>
                      <a:cubicBezTo>
                        <a:pt x="24765" y="31623"/>
                        <a:pt x="24765" y="31433"/>
                        <a:pt x="24765" y="31242"/>
                      </a:cubicBezTo>
                      <a:cubicBezTo>
                        <a:pt x="24765" y="30766"/>
                        <a:pt x="24479" y="30480"/>
                        <a:pt x="24098" y="30194"/>
                      </a:cubicBezTo>
                      <a:lnTo>
                        <a:pt x="23336" y="30004"/>
                      </a:lnTo>
                      <a:cubicBezTo>
                        <a:pt x="23336" y="30004"/>
                        <a:pt x="23813" y="29146"/>
                        <a:pt x="23813" y="28670"/>
                      </a:cubicBezTo>
                      <a:cubicBezTo>
                        <a:pt x="23813" y="28194"/>
                        <a:pt x="23717" y="27622"/>
                        <a:pt x="23336" y="27051"/>
                      </a:cubicBezTo>
                      <a:cubicBezTo>
                        <a:pt x="23050" y="26575"/>
                        <a:pt x="22860" y="26099"/>
                        <a:pt x="22574" y="25527"/>
                      </a:cubicBezTo>
                      <a:cubicBezTo>
                        <a:pt x="22765" y="25432"/>
                        <a:pt x="22955" y="25146"/>
                        <a:pt x="22955" y="24955"/>
                      </a:cubicBezTo>
                      <a:cubicBezTo>
                        <a:pt x="22955" y="24670"/>
                        <a:pt x="22955" y="24479"/>
                        <a:pt x="22574" y="24384"/>
                      </a:cubicBezTo>
                      <a:lnTo>
                        <a:pt x="21526" y="24384"/>
                      </a:lnTo>
                      <a:lnTo>
                        <a:pt x="21241" y="22670"/>
                      </a:lnTo>
                      <a:cubicBezTo>
                        <a:pt x="21241" y="22670"/>
                        <a:pt x="20669" y="23051"/>
                        <a:pt x="20669" y="23432"/>
                      </a:cubicBezTo>
                      <a:cubicBezTo>
                        <a:pt x="20669" y="23813"/>
                        <a:pt x="20383" y="24194"/>
                        <a:pt x="20003" y="24289"/>
                      </a:cubicBezTo>
                      <a:cubicBezTo>
                        <a:pt x="20003" y="24479"/>
                        <a:pt x="20098" y="24765"/>
                        <a:pt x="20098" y="24955"/>
                      </a:cubicBezTo>
                      <a:cubicBezTo>
                        <a:pt x="20098" y="25337"/>
                        <a:pt x="19907" y="25813"/>
                        <a:pt x="19526" y="26575"/>
                      </a:cubicBezTo>
                      <a:cubicBezTo>
                        <a:pt x="19241" y="27242"/>
                        <a:pt x="18955" y="28004"/>
                        <a:pt x="19050" y="28766"/>
                      </a:cubicBezTo>
                      <a:cubicBezTo>
                        <a:pt x="18383" y="29146"/>
                        <a:pt x="18002" y="29718"/>
                        <a:pt x="17907" y="30480"/>
                      </a:cubicBezTo>
                      <a:cubicBezTo>
                        <a:pt x="17717" y="31623"/>
                        <a:pt x="17717" y="32385"/>
                        <a:pt x="17621" y="32480"/>
                      </a:cubicBezTo>
                      <a:cubicBezTo>
                        <a:pt x="17431" y="32480"/>
                        <a:pt x="17145" y="32671"/>
                        <a:pt x="16764" y="33433"/>
                      </a:cubicBezTo>
                      <a:cubicBezTo>
                        <a:pt x="16383" y="34195"/>
                        <a:pt x="16002" y="34766"/>
                        <a:pt x="15621" y="35052"/>
                      </a:cubicBezTo>
                      <a:cubicBezTo>
                        <a:pt x="15621" y="35052"/>
                        <a:pt x="15812" y="35338"/>
                        <a:pt x="16097" y="35719"/>
                      </a:cubicBezTo>
                      <a:lnTo>
                        <a:pt x="16574" y="35243"/>
                      </a:lnTo>
                      <a:cubicBezTo>
                        <a:pt x="16574" y="35243"/>
                        <a:pt x="16669" y="35243"/>
                        <a:pt x="16669" y="35433"/>
                      </a:cubicBezTo>
                      <a:cubicBezTo>
                        <a:pt x="16669" y="35528"/>
                        <a:pt x="16574" y="35814"/>
                        <a:pt x="16383" y="36195"/>
                      </a:cubicBezTo>
                      <a:cubicBezTo>
                        <a:pt x="16192" y="36481"/>
                        <a:pt x="16002" y="36767"/>
                        <a:pt x="16002" y="36862"/>
                      </a:cubicBezTo>
                      <a:cubicBezTo>
                        <a:pt x="15716" y="37338"/>
                        <a:pt x="15526" y="37624"/>
                        <a:pt x="15526" y="37719"/>
                      </a:cubicBezTo>
                      <a:lnTo>
                        <a:pt x="16002" y="38195"/>
                      </a:lnTo>
                      <a:cubicBezTo>
                        <a:pt x="16002" y="38195"/>
                        <a:pt x="16288" y="37910"/>
                        <a:pt x="16478" y="37910"/>
                      </a:cubicBezTo>
                      <a:lnTo>
                        <a:pt x="16478" y="38386"/>
                      </a:lnTo>
                      <a:cubicBezTo>
                        <a:pt x="16478" y="38386"/>
                        <a:pt x="16192" y="38386"/>
                        <a:pt x="16002" y="38386"/>
                      </a:cubicBezTo>
                      <a:cubicBezTo>
                        <a:pt x="15716" y="38386"/>
                        <a:pt x="15430" y="38767"/>
                        <a:pt x="15240" y="39624"/>
                      </a:cubicBezTo>
                      <a:cubicBezTo>
                        <a:pt x="15050" y="40672"/>
                        <a:pt x="14764" y="41243"/>
                        <a:pt x="14478" y="41434"/>
                      </a:cubicBezTo>
                      <a:cubicBezTo>
                        <a:pt x="14764" y="41720"/>
                        <a:pt x="14954" y="42196"/>
                        <a:pt x="15050" y="42863"/>
                      </a:cubicBezTo>
                      <a:cubicBezTo>
                        <a:pt x="15145" y="43529"/>
                        <a:pt x="15526" y="44005"/>
                        <a:pt x="16002" y="44196"/>
                      </a:cubicBezTo>
                      <a:cubicBezTo>
                        <a:pt x="16288" y="44005"/>
                        <a:pt x="16954" y="43910"/>
                        <a:pt x="17907" y="44005"/>
                      </a:cubicBezTo>
                      <a:cubicBezTo>
                        <a:pt x="18764" y="44005"/>
                        <a:pt x="19241" y="43910"/>
                        <a:pt x="19336" y="43625"/>
                      </a:cubicBezTo>
                      <a:cubicBezTo>
                        <a:pt x="19336" y="44101"/>
                        <a:pt x="19526" y="45149"/>
                        <a:pt x="19812" y="46768"/>
                      </a:cubicBezTo>
                      <a:cubicBezTo>
                        <a:pt x="20098" y="48006"/>
                        <a:pt x="20193" y="48959"/>
                        <a:pt x="20193" y="49816"/>
                      </a:cubicBezTo>
                      <a:cubicBezTo>
                        <a:pt x="20193" y="51054"/>
                        <a:pt x="20003" y="52197"/>
                        <a:pt x="19621" y="53245"/>
                      </a:cubicBezTo>
                      <a:cubicBezTo>
                        <a:pt x="19050" y="53435"/>
                        <a:pt x="18002" y="53530"/>
                        <a:pt x="16574" y="53530"/>
                      </a:cubicBezTo>
                      <a:cubicBezTo>
                        <a:pt x="15145" y="53530"/>
                        <a:pt x="14002" y="53530"/>
                        <a:pt x="13335" y="54007"/>
                      </a:cubicBezTo>
                      <a:lnTo>
                        <a:pt x="13621" y="54197"/>
                      </a:lnTo>
                      <a:cubicBezTo>
                        <a:pt x="12573" y="54483"/>
                        <a:pt x="12001" y="55245"/>
                        <a:pt x="11811" y="56483"/>
                      </a:cubicBezTo>
                      <a:cubicBezTo>
                        <a:pt x="11811" y="57531"/>
                        <a:pt x="11621" y="58579"/>
                        <a:pt x="11430" y="59531"/>
                      </a:cubicBezTo>
                      <a:cubicBezTo>
                        <a:pt x="11144" y="60484"/>
                        <a:pt x="10192" y="60960"/>
                        <a:pt x="8763" y="60770"/>
                      </a:cubicBezTo>
                      <a:cubicBezTo>
                        <a:pt x="8668" y="61055"/>
                        <a:pt x="8382" y="61055"/>
                        <a:pt x="8192" y="61055"/>
                      </a:cubicBezTo>
                      <a:cubicBezTo>
                        <a:pt x="8001" y="61055"/>
                        <a:pt x="7715" y="61055"/>
                        <a:pt x="7239" y="60770"/>
                      </a:cubicBezTo>
                      <a:cubicBezTo>
                        <a:pt x="6858" y="60579"/>
                        <a:pt x="6477" y="60484"/>
                        <a:pt x="6287" y="60388"/>
                      </a:cubicBezTo>
                      <a:lnTo>
                        <a:pt x="5525" y="60388"/>
                      </a:lnTo>
                      <a:cubicBezTo>
                        <a:pt x="5525" y="60388"/>
                        <a:pt x="4667" y="60388"/>
                        <a:pt x="4096" y="60484"/>
                      </a:cubicBezTo>
                      <a:cubicBezTo>
                        <a:pt x="3429" y="60484"/>
                        <a:pt x="2953" y="60579"/>
                        <a:pt x="2667" y="60579"/>
                      </a:cubicBezTo>
                      <a:cubicBezTo>
                        <a:pt x="1238" y="60579"/>
                        <a:pt x="476" y="60198"/>
                        <a:pt x="191" y="59341"/>
                      </a:cubicBezTo>
                      <a:cubicBezTo>
                        <a:pt x="95" y="58864"/>
                        <a:pt x="0" y="58579"/>
                        <a:pt x="0" y="58198"/>
                      </a:cubicBezTo>
                      <a:cubicBezTo>
                        <a:pt x="0" y="57626"/>
                        <a:pt x="286" y="56960"/>
                        <a:pt x="667" y="56007"/>
                      </a:cubicBezTo>
                      <a:cubicBezTo>
                        <a:pt x="1143" y="55150"/>
                        <a:pt x="1238" y="54293"/>
                        <a:pt x="1143" y="53626"/>
                      </a:cubicBezTo>
                      <a:cubicBezTo>
                        <a:pt x="1905" y="53435"/>
                        <a:pt x="2286" y="52959"/>
                        <a:pt x="2286" y="52102"/>
                      </a:cubicBezTo>
                      <a:cubicBezTo>
                        <a:pt x="2286" y="52007"/>
                        <a:pt x="2286" y="51721"/>
                        <a:pt x="2286" y="51530"/>
                      </a:cubicBezTo>
                      <a:lnTo>
                        <a:pt x="2286" y="50863"/>
                      </a:lnTo>
                      <a:cubicBezTo>
                        <a:pt x="2286" y="50863"/>
                        <a:pt x="2286" y="50102"/>
                        <a:pt x="2572" y="49816"/>
                      </a:cubicBezTo>
                      <a:cubicBezTo>
                        <a:pt x="3238" y="49625"/>
                        <a:pt x="3620" y="49054"/>
                        <a:pt x="3620" y="48292"/>
                      </a:cubicBezTo>
                      <a:cubicBezTo>
                        <a:pt x="3620" y="48101"/>
                        <a:pt x="3620" y="47720"/>
                        <a:pt x="3524" y="47339"/>
                      </a:cubicBezTo>
                      <a:cubicBezTo>
                        <a:pt x="3429" y="46863"/>
                        <a:pt x="3429" y="46482"/>
                        <a:pt x="3429" y="46196"/>
                      </a:cubicBezTo>
                      <a:cubicBezTo>
                        <a:pt x="3429" y="45529"/>
                        <a:pt x="3715" y="44958"/>
                        <a:pt x="4382" y="44577"/>
                      </a:cubicBezTo>
                      <a:cubicBezTo>
                        <a:pt x="4382" y="44291"/>
                        <a:pt x="4286" y="44005"/>
                        <a:pt x="4286" y="43720"/>
                      </a:cubicBezTo>
                      <a:cubicBezTo>
                        <a:pt x="4286" y="43148"/>
                        <a:pt x="4572" y="42482"/>
                        <a:pt x="5048" y="41624"/>
                      </a:cubicBezTo>
                      <a:cubicBezTo>
                        <a:pt x="5620" y="40862"/>
                        <a:pt x="5905" y="40196"/>
                        <a:pt x="5905" y="39719"/>
                      </a:cubicBezTo>
                      <a:cubicBezTo>
                        <a:pt x="5905" y="39338"/>
                        <a:pt x="5810" y="38957"/>
                        <a:pt x="5525" y="38481"/>
                      </a:cubicBezTo>
                      <a:cubicBezTo>
                        <a:pt x="6287" y="37624"/>
                        <a:pt x="6858" y="36290"/>
                        <a:pt x="7144" y="34576"/>
                      </a:cubicBezTo>
                      <a:cubicBezTo>
                        <a:pt x="7334" y="33338"/>
                        <a:pt x="7429" y="31909"/>
                        <a:pt x="7620" y="30671"/>
                      </a:cubicBezTo>
                      <a:cubicBezTo>
                        <a:pt x="8382" y="30385"/>
                        <a:pt x="8763" y="29623"/>
                        <a:pt x="8954" y="28480"/>
                      </a:cubicBezTo>
                      <a:cubicBezTo>
                        <a:pt x="9144" y="27242"/>
                        <a:pt x="9525" y="26479"/>
                        <a:pt x="10096" y="26099"/>
                      </a:cubicBezTo>
                      <a:cubicBezTo>
                        <a:pt x="9906" y="25718"/>
                        <a:pt x="9811" y="25241"/>
                        <a:pt x="9811" y="24765"/>
                      </a:cubicBezTo>
                      <a:cubicBezTo>
                        <a:pt x="9811" y="24289"/>
                        <a:pt x="9906" y="23717"/>
                        <a:pt x="10001" y="23051"/>
                      </a:cubicBezTo>
                      <a:cubicBezTo>
                        <a:pt x="10192" y="22288"/>
                        <a:pt x="10192" y="21908"/>
                        <a:pt x="10192" y="21717"/>
                      </a:cubicBezTo>
                      <a:cubicBezTo>
                        <a:pt x="10763" y="21431"/>
                        <a:pt x="10954" y="20955"/>
                        <a:pt x="10954" y="20574"/>
                      </a:cubicBezTo>
                      <a:lnTo>
                        <a:pt x="10954" y="19717"/>
                      </a:lnTo>
                      <a:cubicBezTo>
                        <a:pt x="10954" y="19145"/>
                        <a:pt x="11335" y="18574"/>
                        <a:pt x="12001" y="18097"/>
                      </a:cubicBezTo>
                      <a:cubicBezTo>
                        <a:pt x="11621" y="17431"/>
                        <a:pt x="11621" y="16478"/>
                        <a:pt x="12001" y="14859"/>
                      </a:cubicBezTo>
                      <a:cubicBezTo>
                        <a:pt x="13049" y="14764"/>
                        <a:pt x="13430" y="14097"/>
                        <a:pt x="13145" y="12859"/>
                      </a:cubicBezTo>
                      <a:cubicBezTo>
                        <a:pt x="12859" y="11525"/>
                        <a:pt x="12954" y="10668"/>
                        <a:pt x="13145" y="10382"/>
                      </a:cubicBezTo>
                      <a:cubicBezTo>
                        <a:pt x="14383" y="8954"/>
                        <a:pt x="15335" y="8287"/>
                        <a:pt x="16097" y="8287"/>
                      </a:cubicBezTo>
                      <a:cubicBezTo>
                        <a:pt x="16574" y="8287"/>
                        <a:pt x="17050" y="8477"/>
                        <a:pt x="17431" y="9049"/>
                      </a:cubicBezTo>
                      <a:cubicBezTo>
                        <a:pt x="17621" y="8954"/>
                        <a:pt x="17621" y="8668"/>
                        <a:pt x="17621" y="8287"/>
                      </a:cubicBezTo>
                      <a:cubicBezTo>
                        <a:pt x="17812" y="8192"/>
                        <a:pt x="17907" y="8096"/>
                        <a:pt x="18097" y="8096"/>
                      </a:cubicBezTo>
                      <a:cubicBezTo>
                        <a:pt x="18288" y="8096"/>
                        <a:pt x="18574" y="8192"/>
                        <a:pt x="18955" y="8287"/>
                      </a:cubicBezTo>
                      <a:cubicBezTo>
                        <a:pt x="19431" y="8382"/>
                        <a:pt x="19717" y="8382"/>
                        <a:pt x="19907" y="8382"/>
                      </a:cubicBezTo>
                      <a:cubicBezTo>
                        <a:pt x="20383" y="8382"/>
                        <a:pt x="20764" y="8192"/>
                        <a:pt x="20955" y="7715"/>
                      </a:cubicBezTo>
                      <a:cubicBezTo>
                        <a:pt x="21241" y="7906"/>
                        <a:pt x="21622" y="8192"/>
                        <a:pt x="22288" y="8572"/>
                      </a:cubicBezTo>
                      <a:cubicBezTo>
                        <a:pt x="22384" y="8192"/>
                        <a:pt x="22670" y="8001"/>
                        <a:pt x="23050" y="8001"/>
                      </a:cubicBezTo>
                      <a:cubicBezTo>
                        <a:pt x="23241" y="8001"/>
                        <a:pt x="23622" y="8096"/>
                        <a:pt x="24098" y="8192"/>
                      </a:cubicBezTo>
                      <a:cubicBezTo>
                        <a:pt x="24575" y="8382"/>
                        <a:pt x="25051" y="8477"/>
                        <a:pt x="25337" y="8477"/>
                      </a:cubicBezTo>
                      <a:cubicBezTo>
                        <a:pt x="25527" y="8477"/>
                        <a:pt x="25717" y="8477"/>
                        <a:pt x="25908" y="8287"/>
                      </a:cubicBezTo>
                      <a:cubicBezTo>
                        <a:pt x="26479" y="8668"/>
                        <a:pt x="27051" y="9049"/>
                        <a:pt x="27622" y="9430"/>
                      </a:cubicBezTo>
                      <a:cubicBezTo>
                        <a:pt x="28194" y="9811"/>
                        <a:pt x="28480" y="10382"/>
                        <a:pt x="28480" y="10954"/>
                      </a:cubicBezTo>
                      <a:cubicBezTo>
                        <a:pt x="28480" y="11144"/>
                        <a:pt x="28480" y="11335"/>
                        <a:pt x="28480" y="11621"/>
                      </a:cubicBezTo>
                      <a:lnTo>
                        <a:pt x="29623" y="11335"/>
                      </a:lnTo>
                      <a:cubicBezTo>
                        <a:pt x="29432" y="11906"/>
                        <a:pt x="29337" y="12478"/>
                        <a:pt x="29337" y="13049"/>
                      </a:cubicBezTo>
                      <a:cubicBezTo>
                        <a:pt x="29337" y="14383"/>
                        <a:pt x="29908" y="15907"/>
                        <a:pt x="30861" y="17526"/>
                      </a:cubicBezTo>
                      <a:lnTo>
                        <a:pt x="29623" y="18002"/>
                      </a:lnTo>
                      <a:lnTo>
                        <a:pt x="30861" y="18479"/>
                      </a:lnTo>
                      <a:cubicBezTo>
                        <a:pt x="30861" y="18479"/>
                        <a:pt x="30385" y="18669"/>
                        <a:pt x="29813" y="18955"/>
                      </a:cubicBezTo>
                      <a:lnTo>
                        <a:pt x="29813" y="19241"/>
                      </a:lnTo>
                      <a:cubicBezTo>
                        <a:pt x="29813" y="19241"/>
                        <a:pt x="30766" y="19241"/>
                        <a:pt x="31623" y="19526"/>
                      </a:cubicBezTo>
                      <a:lnTo>
                        <a:pt x="30671" y="20955"/>
                      </a:lnTo>
                      <a:cubicBezTo>
                        <a:pt x="31718" y="22193"/>
                        <a:pt x="32575" y="22765"/>
                        <a:pt x="33433" y="22765"/>
                      </a:cubicBezTo>
                      <a:lnTo>
                        <a:pt x="33433" y="23336"/>
                      </a:lnTo>
                      <a:cubicBezTo>
                        <a:pt x="33433" y="23336"/>
                        <a:pt x="32861" y="22765"/>
                        <a:pt x="32671" y="22765"/>
                      </a:cubicBezTo>
                      <a:cubicBezTo>
                        <a:pt x="32480" y="23432"/>
                        <a:pt x="32385" y="24098"/>
                        <a:pt x="32385" y="24765"/>
                      </a:cubicBezTo>
                      <a:cubicBezTo>
                        <a:pt x="32385" y="26194"/>
                        <a:pt x="32671" y="27242"/>
                        <a:pt x="33338" y="28004"/>
                      </a:cubicBezTo>
                      <a:cubicBezTo>
                        <a:pt x="33147" y="28194"/>
                        <a:pt x="33052" y="28385"/>
                        <a:pt x="33052" y="28575"/>
                      </a:cubicBezTo>
                      <a:cubicBezTo>
                        <a:pt x="33052" y="28766"/>
                        <a:pt x="33147" y="28956"/>
                        <a:pt x="33528" y="29337"/>
                      </a:cubicBezTo>
                      <a:cubicBezTo>
                        <a:pt x="33814" y="29623"/>
                        <a:pt x="34004" y="29909"/>
                        <a:pt x="34004" y="30194"/>
                      </a:cubicBezTo>
                      <a:cubicBezTo>
                        <a:pt x="34004" y="30194"/>
                        <a:pt x="34004" y="30480"/>
                        <a:pt x="33814" y="30575"/>
                      </a:cubicBezTo>
                      <a:lnTo>
                        <a:pt x="34576" y="30956"/>
                      </a:lnTo>
                      <a:cubicBezTo>
                        <a:pt x="35052" y="33433"/>
                        <a:pt x="35338" y="34957"/>
                        <a:pt x="35433" y="35433"/>
                      </a:cubicBezTo>
                      <a:cubicBezTo>
                        <a:pt x="35814" y="37147"/>
                        <a:pt x="36385" y="38576"/>
                        <a:pt x="37052" y="39719"/>
                      </a:cubicBezTo>
                      <a:cubicBezTo>
                        <a:pt x="36576" y="40577"/>
                        <a:pt x="36767" y="41243"/>
                        <a:pt x="37624" y="41720"/>
                      </a:cubicBezTo>
                      <a:cubicBezTo>
                        <a:pt x="37624" y="43910"/>
                        <a:pt x="37814" y="45434"/>
                        <a:pt x="38576" y="46196"/>
                      </a:cubicBezTo>
                      <a:cubicBezTo>
                        <a:pt x="38576" y="48292"/>
                        <a:pt x="39148" y="49435"/>
                        <a:pt x="40196" y="49435"/>
                      </a:cubicBezTo>
                      <a:close/>
                      <a:moveTo>
                        <a:pt x="2286" y="9335"/>
                      </a:moveTo>
                      <a:lnTo>
                        <a:pt x="1714" y="9906"/>
                      </a:lnTo>
                      <a:lnTo>
                        <a:pt x="1048" y="9049"/>
                      </a:lnTo>
                      <a:lnTo>
                        <a:pt x="2286" y="9430"/>
                      </a:lnTo>
                      <a:close/>
                      <a:moveTo>
                        <a:pt x="3429" y="19145"/>
                      </a:moveTo>
                      <a:lnTo>
                        <a:pt x="3810" y="20384"/>
                      </a:lnTo>
                      <a:lnTo>
                        <a:pt x="2762" y="21908"/>
                      </a:lnTo>
                      <a:lnTo>
                        <a:pt x="3429" y="19145"/>
                      </a:lnTo>
                      <a:close/>
                      <a:moveTo>
                        <a:pt x="4286" y="13335"/>
                      </a:moveTo>
                      <a:cubicBezTo>
                        <a:pt x="4286" y="13335"/>
                        <a:pt x="3905" y="13430"/>
                        <a:pt x="3620" y="13811"/>
                      </a:cubicBezTo>
                      <a:lnTo>
                        <a:pt x="3429" y="13049"/>
                      </a:lnTo>
                      <a:lnTo>
                        <a:pt x="4286" y="13335"/>
                      </a:lnTo>
                      <a:close/>
                      <a:moveTo>
                        <a:pt x="10001" y="14573"/>
                      </a:moveTo>
                      <a:cubicBezTo>
                        <a:pt x="9716" y="13907"/>
                        <a:pt x="9049" y="13621"/>
                        <a:pt x="8192" y="13811"/>
                      </a:cubicBezTo>
                      <a:lnTo>
                        <a:pt x="8001" y="14097"/>
                      </a:lnTo>
                      <a:cubicBezTo>
                        <a:pt x="8001" y="14097"/>
                        <a:pt x="8096" y="13526"/>
                        <a:pt x="8382" y="13526"/>
                      </a:cubicBezTo>
                      <a:cubicBezTo>
                        <a:pt x="8382" y="13526"/>
                        <a:pt x="8668" y="13526"/>
                        <a:pt x="9144" y="13716"/>
                      </a:cubicBezTo>
                      <a:cubicBezTo>
                        <a:pt x="9430" y="13811"/>
                        <a:pt x="9716" y="13811"/>
                        <a:pt x="10001" y="13716"/>
                      </a:cubicBezTo>
                      <a:lnTo>
                        <a:pt x="10001" y="14669"/>
                      </a:lnTo>
                      <a:close/>
                      <a:moveTo>
                        <a:pt x="8954" y="35719"/>
                      </a:moveTo>
                      <a:lnTo>
                        <a:pt x="8954" y="34480"/>
                      </a:lnTo>
                      <a:lnTo>
                        <a:pt x="8763" y="34480"/>
                      </a:lnTo>
                      <a:lnTo>
                        <a:pt x="8763" y="35719"/>
                      </a:lnTo>
                      <a:lnTo>
                        <a:pt x="8954" y="35719"/>
                      </a:lnTo>
                      <a:close/>
                      <a:moveTo>
                        <a:pt x="12573" y="15621"/>
                      </a:moveTo>
                      <a:lnTo>
                        <a:pt x="14002" y="14764"/>
                      </a:lnTo>
                      <a:lnTo>
                        <a:pt x="13811" y="14002"/>
                      </a:lnTo>
                      <a:lnTo>
                        <a:pt x="12573" y="15621"/>
                      </a:lnTo>
                      <a:close/>
                      <a:moveTo>
                        <a:pt x="14002" y="24575"/>
                      </a:moveTo>
                      <a:lnTo>
                        <a:pt x="15240" y="24955"/>
                      </a:lnTo>
                      <a:lnTo>
                        <a:pt x="15050" y="24575"/>
                      </a:lnTo>
                      <a:lnTo>
                        <a:pt x="14002" y="24575"/>
                      </a:lnTo>
                      <a:close/>
                      <a:moveTo>
                        <a:pt x="15050" y="23336"/>
                      </a:moveTo>
                      <a:lnTo>
                        <a:pt x="15621" y="23051"/>
                      </a:lnTo>
                      <a:lnTo>
                        <a:pt x="15050" y="22574"/>
                      </a:lnTo>
                      <a:lnTo>
                        <a:pt x="15050" y="23336"/>
                      </a:lnTo>
                      <a:close/>
                      <a:moveTo>
                        <a:pt x="15621" y="12573"/>
                      </a:moveTo>
                      <a:lnTo>
                        <a:pt x="16383" y="12287"/>
                      </a:lnTo>
                      <a:lnTo>
                        <a:pt x="15240" y="12002"/>
                      </a:lnTo>
                      <a:lnTo>
                        <a:pt x="15621" y="12478"/>
                      </a:lnTo>
                      <a:close/>
                      <a:moveTo>
                        <a:pt x="15812" y="4477"/>
                      </a:moveTo>
                      <a:lnTo>
                        <a:pt x="16097" y="5239"/>
                      </a:lnTo>
                      <a:lnTo>
                        <a:pt x="15621" y="5239"/>
                      </a:lnTo>
                      <a:lnTo>
                        <a:pt x="15812" y="4477"/>
                      </a:lnTo>
                      <a:close/>
                      <a:moveTo>
                        <a:pt x="18193" y="2762"/>
                      </a:moveTo>
                      <a:cubicBezTo>
                        <a:pt x="18193" y="2762"/>
                        <a:pt x="17621" y="2381"/>
                        <a:pt x="17621" y="1905"/>
                      </a:cubicBezTo>
                      <a:lnTo>
                        <a:pt x="17621" y="1048"/>
                      </a:lnTo>
                      <a:lnTo>
                        <a:pt x="19431" y="0"/>
                      </a:lnTo>
                      <a:cubicBezTo>
                        <a:pt x="19431" y="0"/>
                        <a:pt x="19145" y="381"/>
                        <a:pt x="18764" y="667"/>
                      </a:cubicBezTo>
                      <a:cubicBezTo>
                        <a:pt x="18288" y="857"/>
                        <a:pt x="18097" y="1143"/>
                        <a:pt x="18097" y="1334"/>
                      </a:cubicBezTo>
                      <a:cubicBezTo>
                        <a:pt x="18097" y="1429"/>
                        <a:pt x="18193" y="1619"/>
                        <a:pt x="18383" y="1905"/>
                      </a:cubicBezTo>
                      <a:cubicBezTo>
                        <a:pt x="18479" y="2096"/>
                        <a:pt x="18383" y="2477"/>
                        <a:pt x="18193" y="2858"/>
                      </a:cubicBezTo>
                      <a:close/>
                      <a:moveTo>
                        <a:pt x="20003" y="6001"/>
                      </a:moveTo>
                      <a:lnTo>
                        <a:pt x="20383" y="6001"/>
                      </a:lnTo>
                      <a:lnTo>
                        <a:pt x="19621" y="7334"/>
                      </a:lnTo>
                      <a:lnTo>
                        <a:pt x="20003" y="6001"/>
                      </a:lnTo>
                      <a:close/>
                      <a:moveTo>
                        <a:pt x="20003" y="15050"/>
                      </a:moveTo>
                      <a:lnTo>
                        <a:pt x="20003" y="14288"/>
                      </a:lnTo>
                      <a:lnTo>
                        <a:pt x="19621" y="14288"/>
                      </a:lnTo>
                      <a:lnTo>
                        <a:pt x="19621" y="15050"/>
                      </a:lnTo>
                      <a:lnTo>
                        <a:pt x="20003" y="15050"/>
                      </a:lnTo>
                      <a:close/>
                      <a:moveTo>
                        <a:pt x="23336" y="4953"/>
                      </a:moveTo>
                      <a:lnTo>
                        <a:pt x="23336" y="5905"/>
                      </a:lnTo>
                      <a:lnTo>
                        <a:pt x="22670" y="4191"/>
                      </a:lnTo>
                      <a:cubicBezTo>
                        <a:pt x="22670" y="4191"/>
                        <a:pt x="23336" y="4382"/>
                        <a:pt x="23336" y="4953"/>
                      </a:cubicBezTo>
                      <a:close/>
                      <a:moveTo>
                        <a:pt x="24575" y="14478"/>
                      </a:moveTo>
                      <a:lnTo>
                        <a:pt x="26099" y="14002"/>
                      </a:lnTo>
                      <a:lnTo>
                        <a:pt x="25337" y="14002"/>
                      </a:lnTo>
                      <a:lnTo>
                        <a:pt x="24575" y="14478"/>
                      </a:lnTo>
                      <a:close/>
                      <a:moveTo>
                        <a:pt x="24575" y="19526"/>
                      </a:moveTo>
                      <a:lnTo>
                        <a:pt x="24765" y="18764"/>
                      </a:lnTo>
                      <a:lnTo>
                        <a:pt x="24575" y="18479"/>
                      </a:lnTo>
                      <a:lnTo>
                        <a:pt x="24575" y="19431"/>
                      </a:lnTo>
                      <a:close/>
                      <a:moveTo>
                        <a:pt x="26860" y="40100"/>
                      </a:moveTo>
                      <a:cubicBezTo>
                        <a:pt x="26860" y="40100"/>
                        <a:pt x="27051" y="40100"/>
                        <a:pt x="27432" y="40291"/>
                      </a:cubicBezTo>
                      <a:lnTo>
                        <a:pt x="27622" y="40100"/>
                      </a:lnTo>
                      <a:lnTo>
                        <a:pt x="26860" y="39434"/>
                      </a:lnTo>
                      <a:lnTo>
                        <a:pt x="27908" y="39814"/>
                      </a:lnTo>
                      <a:cubicBezTo>
                        <a:pt x="27337" y="40386"/>
                        <a:pt x="26956" y="40672"/>
                        <a:pt x="26860" y="40672"/>
                      </a:cubicBezTo>
                      <a:lnTo>
                        <a:pt x="26860" y="40196"/>
                      </a:lnTo>
                      <a:close/>
                      <a:moveTo>
                        <a:pt x="28861" y="27527"/>
                      </a:moveTo>
                      <a:cubicBezTo>
                        <a:pt x="29337" y="27337"/>
                        <a:pt x="29528" y="26861"/>
                        <a:pt x="29432" y="26289"/>
                      </a:cubicBezTo>
                      <a:cubicBezTo>
                        <a:pt x="28766" y="26384"/>
                        <a:pt x="28480" y="26765"/>
                        <a:pt x="28480" y="27242"/>
                      </a:cubicBezTo>
                      <a:cubicBezTo>
                        <a:pt x="28670" y="27432"/>
                        <a:pt x="28766" y="27527"/>
                        <a:pt x="28861" y="27432"/>
                      </a:cubicBezTo>
                      <a:close/>
                      <a:moveTo>
                        <a:pt x="29432" y="17717"/>
                      </a:moveTo>
                      <a:lnTo>
                        <a:pt x="28670" y="17717"/>
                      </a:lnTo>
                      <a:lnTo>
                        <a:pt x="28861" y="19526"/>
                      </a:lnTo>
                      <a:lnTo>
                        <a:pt x="29432" y="17717"/>
                      </a:lnTo>
                      <a:close/>
                      <a:moveTo>
                        <a:pt x="29432" y="24384"/>
                      </a:moveTo>
                      <a:cubicBezTo>
                        <a:pt x="29432" y="24384"/>
                        <a:pt x="29337" y="24003"/>
                        <a:pt x="29337" y="23908"/>
                      </a:cubicBezTo>
                      <a:cubicBezTo>
                        <a:pt x="29337" y="23527"/>
                        <a:pt x="29528" y="23432"/>
                        <a:pt x="30004" y="23432"/>
                      </a:cubicBezTo>
                      <a:lnTo>
                        <a:pt x="30480" y="23432"/>
                      </a:lnTo>
                      <a:lnTo>
                        <a:pt x="30480" y="23051"/>
                      </a:lnTo>
                      <a:cubicBezTo>
                        <a:pt x="30480" y="23051"/>
                        <a:pt x="30194" y="23051"/>
                        <a:pt x="30099" y="23051"/>
                      </a:cubicBezTo>
                      <a:cubicBezTo>
                        <a:pt x="29813" y="23051"/>
                        <a:pt x="29528" y="23241"/>
                        <a:pt x="29242" y="23527"/>
                      </a:cubicBezTo>
                      <a:cubicBezTo>
                        <a:pt x="28956" y="23813"/>
                        <a:pt x="28861" y="24098"/>
                        <a:pt x="28861" y="24479"/>
                      </a:cubicBezTo>
                      <a:lnTo>
                        <a:pt x="29432" y="24479"/>
                      </a:lnTo>
                      <a:close/>
                      <a:moveTo>
                        <a:pt x="29623" y="35338"/>
                      </a:moveTo>
                      <a:cubicBezTo>
                        <a:pt x="29623" y="35338"/>
                        <a:pt x="29718" y="35147"/>
                        <a:pt x="29908" y="34766"/>
                      </a:cubicBezTo>
                      <a:cubicBezTo>
                        <a:pt x="29623" y="34766"/>
                        <a:pt x="29432" y="34766"/>
                        <a:pt x="29432" y="34957"/>
                      </a:cubicBezTo>
                      <a:cubicBezTo>
                        <a:pt x="29337" y="35147"/>
                        <a:pt x="29242" y="35243"/>
                        <a:pt x="29051" y="35338"/>
                      </a:cubicBezTo>
                      <a:lnTo>
                        <a:pt x="29623" y="35338"/>
                      </a:lnTo>
                      <a:close/>
                      <a:moveTo>
                        <a:pt x="29908" y="7429"/>
                      </a:moveTo>
                      <a:lnTo>
                        <a:pt x="30385" y="6953"/>
                      </a:lnTo>
                      <a:lnTo>
                        <a:pt x="29623" y="6191"/>
                      </a:lnTo>
                      <a:lnTo>
                        <a:pt x="30099" y="5715"/>
                      </a:lnTo>
                      <a:lnTo>
                        <a:pt x="30956" y="7239"/>
                      </a:lnTo>
                      <a:lnTo>
                        <a:pt x="29908" y="7429"/>
                      </a:lnTo>
                      <a:close/>
                      <a:moveTo>
                        <a:pt x="33147" y="39434"/>
                      </a:moveTo>
                      <a:lnTo>
                        <a:pt x="33147" y="38576"/>
                      </a:lnTo>
                      <a:cubicBezTo>
                        <a:pt x="33147" y="38576"/>
                        <a:pt x="33147" y="38576"/>
                        <a:pt x="32575" y="38862"/>
                      </a:cubicBezTo>
                      <a:cubicBezTo>
                        <a:pt x="32480" y="38862"/>
                        <a:pt x="32290" y="38671"/>
                        <a:pt x="32195" y="38386"/>
                      </a:cubicBezTo>
                      <a:cubicBezTo>
                        <a:pt x="32004" y="38195"/>
                        <a:pt x="31909" y="38100"/>
                        <a:pt x="31813" y="38100"/>
                      </a:cubicBezTo>
                      <a:cubicBezTo>
                        <a:pt x="31623" y="38100"/>
                        <a:pt x="31528" y="38100"/>
                        <a:pt x="31337" y="38291"/>
                      </a:cubicBezTo>
                      <a:lnTo>
                        <a:pt x="33147" y="39338"/>
                      </a:lnTo>
                      <a:close/>
                      <a:moveTo>
                        <a:pt x="34671" y="39053"/>
                      </a:moveTo>
                      <a:cubicBezTo>
                        <a:pt x="34671" y="39053"/>
                        <a:pt x="34766" y="39053"/>
                        <a:pt x="34671" y="38862"/>
                      </a:cubicBezTo>
                      <a:lnTo>
                        <a:pt x="34385" y="37243"/>
                      </a:lnTo>
                      <a:cubicBezTo>
                        <a:pt x="34385" y="37243"/>
                        <a:pt x="34195" y="37624"/>
                        <a:pt x="34195" y="37814"/>
                      </a:cubicBezTo>
                      <a:cubicBezTo>
                        <a:pt x="34195" y="37719"/>
                        <a:pt x="34385" y="38005"/>
                        <a:pt x="34671" y="38862"/>
                      </a:cubicBezTo>
                      <a:lnTo>
                        <a:pt x="34671" y="39053"/>
                      </a:lnTo>
                      <a:close/>
                      <a:moveTo>
                        <a:pt x="37719" y="95"/>
                      </a:moveTo>
                      <a:lnTo>
                        <a:pt x="37719" y="667"/>
                      </a:lnTo>
                      <a:lnTo>
                        <a:pt x="36767" y="667"/>
                      </a:lnTo>
                      <a:lnTo>
                        <a:pt x="37719" y="95"/>
                      </a:lnTo>
                      <a:close/>
                      <a:moveTo>
                        <a:pt x="38195" y="10573"/>
                      </a:moveTo>
                      <a:lnTo>
                        <a:pt x="37433" y="11335"/>
                      </a:lnTo>
                      <a:lnTo>
                        <a:pt x="38195" y="10287"/>
                      </a:lnTo>
                      <a:lnTo>
                        <a:pt x="38195" y="10573"/>
                      </a:lnTo>
                      <a:close/>
                      <a:moveTo>
                        <a:pt x="42005" y="22003"/>
                      </a:moveTo>
                      <a:lnTo>
                        <a:pt x="41434" y="22479"/>
                      </a:lnTo>
                      <a:lnTo>
                        <a:pt x="41053" y="22479"/>
                      </a:lnTo>
                      <a:lnTo>
                        <a:pt x="42005" y="22003"/>
                      </a:lnTo>
                      <a:close/>
                      <a:moveTo>
                        <a:pt x="41815" y="11049"/>
                      </a:moveTo>
                      <a:cubicBezTo>
                        <a:pt x="41815" y="11049"/>
                        <a:pt x="41624" y="11049"/>
                        <a:pt x="41529" y="10763"/>
                      </a:cubicBezTo>
                      <a:cubicBezTo>
                        <a:pt x="41529" y="10382"/>
                        <a:pt x="41529" y="10287"/>
                        <a:pt x="41434" y="10287"/>
                      </a:cubicBezTo>
                      <a:lnTo>
                        <a:pt x="41815" y="10287"/>
                      </a:lnTo>
                      <a:lnTo>
                        <a:pt x="41815" y="11049"/>
                      </a:lnTo>
                      <a:close/>
                      <a:moveTo>
                        <a:pt x="51435" y="5715"/>
                      </a:moveTo>
                      <a:cubicBezTo>
                        <a:pt x="51435" y="5715"/>
                        <a:pt x="51435" y="5334"/>
                        <a:pt x="51530" y="5144"/>
                      </a:cubicBezTo>
                      <a:cubicBezTo>
                        <a:pt x="51625" y="4953"/>
                        <a:pt x="51721" y="4858"/>
                        <a:pt x="51911" y="4858"/>
                      </a:cubicBezTo>
                      <a:lnTo>
                        <a:pt x="51911" y="5620"/>
                      </a:lnTo>
                      <a:lnTo>
                        <a:pt x="51435" y="5620"/>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 name="Google Shape;1616;p99"/>
                <p:cNvSpPr/>
                <p:nvPr/>
              </p:nvSpPr>
              <p:spPr>
                <a:xfrm>
                  <a:off x="3389566" y="4520594"/>
                  <a:ext cx="35433" cy="52548"/>
                </a:xfrm>
                <a:custGeom>
                  <a:avLst/>
                  <a:gdLst/>
                  <a:ahLst/>
                  <a:cxnLst/>
                  <a:rect l="l" t="t" r="r" b="b"/>
                  <a:pathLst>
                    <a:path w="35433" h="52548" extrusionOk="0">
                      <a:moveTo>
                        <a:pt x="34957" y="1685"/>
                      </a:moveTo>
                      <a:lnTo>
                        <a:pt x="35433" y="10924"/>
                      </a:lnTo>
                      <a:cubicBezTo>
                        <a:pt x="34290" y="11305"/>
                        <a:pt x="32861" y="11400"/>
                        <a:pt x="30956" y="11210"/>
                      </a:cubicBezTo>
                      <a:cubicBezTo>
                        <a:pt x="28670" y="11019"/>
                        <a:pt x="27242" y="10924"/>
                        <a:pt x="26575" y="11019"/>
                      </a:cubicBezTo>
                      <a:cubicBezTo>
                        <a:pt x="24955" y="11210"/>
                        <a:pt x="23717" y="11972"/>
                        <a:pt x="22765" y="13210"/>
                      </a:cubicBezTo>
                      <a:cubicBezTo>
                        <a:pt x="22860" y="13496"/>
                        <a:pt x="22860" y="13781"/>
                        <a:pt x="22860" y="14162"/>
                      </a:cubicBezTo>
                      <a:cubicBezTo>
                        <a:pt x="22860" y="14543"/>
                        <a:pt x="22765" y="15020"/>
                        <a:pt x="22670" y="15686"/>
                      </a:cubicBezTo>
                      <a:cubicBezTo>
                        <a:pt x="22574" y="16353"/>
                        <a:pt x="22479" y="16925"/>
                        <a:pt x="22479" y="17210"/>
                      </a:cubicBezTo>
                      <a:cubicBezTo>
                        <a:pt x="22479" y="17687"/>
                        <a:pt x="22574" y="18163"/>
                        <a:pt x="22765" y="18734"/>
                      </a:cubicBezTo>
                      <a:cubicBezTo>
                        <a:pt x="22860" y="19020"/>
                        <a:pt x="22955" y="19211"/>
                        <a:pt x="22955" y="19496"/>
                      </a:cubicBezTo>
                      <a:cubicBezTo>
                        <a:pt x="22955" y="19782"/>
                        <a:pt x="22860" y="20163"/>
                        <a:pt x="22670" y="20544"/>
                      </a:cubicBezTo>
                      <a:cubicBezTo>
                        <a:pt x="22479" y="20925"/>
                        <a:pt x="22384" y="21211"/>
                        <a:pt x="22384" y="21306"/>
                      </a:cubicBezTo>
                      <a:cubicBezTo>
                        <a:pt x="22384" y="21592"/>
                        <a:pt x="22479" y="21783"/>
                        <a:pt x="22765" y="22068"/>
                      </a:cubicBezTo>
                      <a:lnTo>
                        <a:pt x="22574" y="25021"/>
                      </a:lnTo>
                      <a:cubicBezTo>
                        <a:pt x="22574" y="25021"/>
                        <a:pt x="22288" y="24450"/>
                        <a:pt x="21908" y="24354"/>
                      </a:cubicBezTo>
                      <a:cubicBezTo>
                        <a:pt x="21241" y="24164"/>
                        <a:pt x="20955" y="24068"/>
                        <a:pt x="20860" y="24068"/>
                      </a:cubicBezTo>
                      <a:cubicBezTo>
                        <a:pt x="20669" y="24259"/>
                        <a:pt x="20574" y="24354"/>
                        <a:pt x="20669" y="24545"/>
                      </a:cubicBezTo>
                      <a:cubicBezTo>
                        <a:pt x="20669" y="24735"/>
                        <a:pt x="20669" y="24926"/>
                        <a:pt x="20669" y="25116"/>
                      </a:cubicBezTo>
                      <a:cubicBezTo>
                        <a:pt x="20955" y="25021"/>
                        <a:pt x="21146" y="24926"/>
                        <a:pt x="21336" y="24926"/>
                      </a:cubicBezTo>
                      <a:cubicBezTo>
                        <a:pt x="21622" y="24926"/>
                        <a:pt x="21908" y="25211"/>
                        <a:pt x="22098" y="25878"/>
                      </a:cubicBezTo>
                      <a:cubicBezTo>
                        <a:pt x="22193" y="26735"/>
                        <a:pt x="22479" y="27212"/>
                        <a:pt x="22574" y="27307"/>
                      </a:cubicBezTo>
                      <a:lnTo>
                        <a:pt x="22193" y="27307"/>
                      </a:lnTo>
                      <a:cubicBezTo>
                        <a:pt x="22765" y="28736"/>
                        <a:pt x="23050" y="30831"/>
                        <a:pt x="23050" y="33308"/>
                      </a:cubicBezTo>
                      <a:cubicBezTo>
                        <a:pt x="23050" y="35403"/>
                        <a:pt x="22955" y="37403"/>
                        <a:pt x="22955" y="39499"/>
                      </a:cubicBezTo>
                      <a:cubicBezTo>
                        <a:pt x="22955" y="40737"/>
                        <a:pt x="23146" y="41785"/>
                        <a:pt x="23241" y="42737"/>
                      </a:cubicBezTo>
                      <a:cubicBezTo>
                        <a:pt x="23241" y="42737"/>
                        <a:pt x="23432" y="42833"/>
                        <a:pt x="23717" y="43023"/>
                      </a:cubicBezTo>
                      <a:cubicBezTo>
                        <a:pt x="24003" y="43118"/>
                        <a:pt x="24193" y="43214"/>
                        <a:pt x="24479" y="43118"/>
                      </a:cubicBezTo>
                      <a:cubicBezTo>
                        <a:pt x="24193" y="43785"/>
                        <a:pt x="24003" y="45404"/>
                        <a:pt x="23908" y="48167"/>
                      </a:cubicBezTo>
                      <a:cubicBezTo>
                        <a:pt x="23908" y="49595"/>
                        <a:pt x="23432" y="50643"/>
                        <a:pt x="22574" y="51215"/>
                      </a:cubicBezTo>
                      <a:cubicBezTo>
                        <a:pt x="22670" y="51310"/>
                        <a:pt x="22765" y="51596"/>
                        <a:pt x="22765" y="51977"/>
                      </a:cubicBezTo>
                      <a:cubicBezTo>
                        <a:pt x="22288" y="51977"/>
                        <a:pt x="20764" y="51977"/>
                        <a:pt x="18288" y="51977"/>
                      </a:cubicBezTo>
                      <a:cubicBezTo>
                        <a:pt x="16478" y="51977"/>
                        <a:pt x="14954" y="52072"/>
                        <a:pt x="13907" y="52548"/>
                      </a:cubicBezTo>
                      <a:cubicBezTo>
                        <a:pt x="13049" y="51691"/>
                        <a:pt x="12573" y="50548"/>
                        <a:pt x="12573" y="48929"/>
                      </a:cubicBezTo>
                      <a:cubicBezTo>
                        <a:pt x="12573" y="47595"/>
                        <a:pt x="12573" y="46262"/>
                        <a:pt x="12573" y="44928"/>
                      </a:cubicBezTo>
                      <a:cubicBezTo>
                        <a:pt x="12763" y="39880"/>
                        <a:pt x="12954" y="34736"/>
                        <a:pt x="12954" y="29307"/>
                      </a:cubicBezTo>
                      <a:cubicBezTo>
                        <a:pt x="12954" y="23878"/>
                        <a:pt x="12859" y="18258"/>
                        <a:pt x="12573" y="12543"/>
                      </a:cubicBezTo>
                      <a:cubicBezTo>
                        <a:pt x="12287" y="11591"/>
                        <a:pt x="11525" y="11210"/>
                        <a:pt x="10478" y="11210"/>
                      </a:cubicBezTo>
                      <a:cubicBezTo>
                        <a:pt x="10192" y="11210"/>
                        <a:pt x="9906" y="11210"/>
                        <a:pt x="9525" y="11210"/>
                      </a:cubicBezTo>
                      <a:lnTo>
                        <a:pt x="8668" y="11210"/>
                      </a:lnTo>
                      <a:cubicBezTo>
                        <a:pt x="8096" y="11210"/>
                        <a:pt x="7620" y="11114"/>
                        <a:pt x="7239" y="10924"/>
                      </a:cubicBezTo>
                      <a:cubicBezTo>
                        <a:pt x="7620" y="10924"/>
                        <a:pt x="6382" y="11019"/>
                        <a:pt x="3334" y="11019"/>
                      </a:cubicBezTo>
                      <a:cubicBezTo>
                        <a:pt x="1905" y="11019"/>
                        <a:pt x="857" y="10638"/>
                        <a:pt x="0" y="9971"/>
                      </a:cubicBezTo>
                      <a:lnTo>
                        <a:pt x="0" y="827"/>
                      </a:lnTo>
                      <a:cubicBezTo>
                        <a:pt x="0" y="827"/>
                        <a:pt x="476" y="1113"/>
                        <a:pt x="762" y="1113"/>
                      </a:cubicBezTo>
                      <a:cubicBezTo>
                        <a:pt x="1238" y="1113"/>
                        <a:pt x="1810" y="827"/>
                        <a:pt x="2381" y="161"/>
                      </a:cubicBezTo>
                      <a:cubicBezTo>
                        <a:pt x="5048" y="-30"/>
                        <a:pt x="9049" y="-30"/>
                        <a:pt x="14288" y="161"/>
                      </a:cubicBezTo>
                      <a:cubicBezTo>
                        <a:pt x="19526" y="256"/>
                        <a:pt x="23622" y="161"/>
                        <a:pt x="26384" y="65"/>
                      </a:cubicBezTo>
                      <a:cubicBezTo>
                        <a:pt x="26479" y="351"/>
                        <a:pt x="26765" y="446"/>
                        <a:pt x="26956" y="446"/>
                      </a:cubicBezTo>
                      <a:cubicBezTo>
                        <a:pt x="27146" y="446"/>
                        <a:pt x="27337" y="446"/>
                        <a:pt x="27718" y="256"/>
                      </a:cubicBezTo>
                      <a:cubicBezTo>
                        <a:pt x="28004" y="65"/>
                        <a:pt x="28194" y="65"/>
                        <a:pt x="28384" y="65"/>
                      </a:cubicBezTo>
                      <a:cubicBezTo>
                        <a:pt x="28956" y="446"/>
                        <a:pt x="30289" y="446"/>
                        <a:pt x="32575" y="65"/>
                      </a:cubicBezTo>
                      <a:cubicBezTo>
                        <a:pt x="34195" y="-220"/>
                        <a:pt x="35147" y="446"/>
                        <a:pt x="35242" y="1780"/>
                      </a:cubicBezTo>
                      <a:close/>
                      <a:moveTo>
                        <a:pt x="5429" y="3780"/>
                      </a:moveTo>
                      <a:cubicBezTo>
                        <a:pt x="5810" y="3018"/>
                        <a:pt x="6477" y="2733"/>
                        <a:pt x="7144" y="2733"/>
                      </a:cubicBezTo>
                      <a:cubicBezTo>
                        <a:pt x="7429" y="2733"/>
                        <a:pt x="7810" y="2828"/>
                        <a:pt x="8477" y="2923"/>
                      </a:cubicBezTo>
                      <a:cubicBezTo>
                        <a:pt x="9049" y="3113"/>
                        <a:pt x="9525" y="3113"/>
                        <a:pt x="9906" y="3113"/>
                      </a:cubicBezTo>
                      <a:cubicBezTo>
                        <a:pt x="10287" y="3113"/>
                        <a:pt x="10573" y="3113"/>
                        <a:pt x="10858" y="3018"/>
                      </a:cubicBezTo>
                      <a:lnTo>
                        <a:pt x="9811" y="1970"/>
                      </a:lnTo>
                      <a:cubicBezTo>
                        <a:pt x="9811" y="1970"/>
                        <a:pt x="9239" y="1780"/>
                        <a:pt x="9239" y="1399"/>
                      </a:cubicBezTo>
                      <a:cubicBezTo>
                        <a:pt x="9239" y="1018"/>
                        <a:pt x="9239" y="732"/>
                        <a:pt x="9239" y="732"/>
                      </a:cubicBezTo>
                      <a:cubicBezTo>
                        <a:pt x="9049" y="1018"/>
                        <a:pt x="8954" y="1113"/>
                        <a:pt x="8763" y="1209"/>
                      </a:cubicBezTo>
                      <a:cubicBezTo>
                        <a:pt x="8668" y="1209"/>
                        <a:pt x="8572" y="1209"/>
                        <a:pt x="8382" y="1209"/>
                      </a:cubicBezTo>
                      <a:cubicBezTo>
                        <a:pt x="8382" y="1209"/>
                        <a:pt x="8382" y="1494"/>
                        <a:pt x="8382" y="1780"/>
                      </a:cubicBezTo>
                      <a:cubicBezTo>
                        <a:pt x="7810" y="2161"/>
                        <a:pt x="7144" y="2447"/>
                        <a:pt x="6287" y="2447"/>
                      </a:cubicBezTo>
                      <a:cubicBezTo>
                        <a:pt x="5239" y="2542"/>
                        <a:pt x="4572" y="2733"/>
                        <a:pt x="4286" y="2828"/>
                      </a:cubicBezTo>
                      <a:lnTo>
                        <a:pt x="5620" y="2828"/>
                      </a:lnTo>
                      <a:cubicBezTo>
                        <a:pt x="5620" y="2828"/>
                        <a:pt x="5048" y="3494"/>
                        <a:pt x="4763" y="3685"/>
                      </a:cubicBezTo>
                      <a:lnTo>
                        <a:pt x="4763" y="3685"/>
                      </a:lnTo>
                      <a:cubicBezTo>
                        <a:pt x="4763" y="3685"/>
                        <a:pt x="4572" y="3685"/>
                        <a:pt x="4477" y="3685"/>
                      </a:cubicBezTo>
                      <a:cubicBezTo>
                        <a:pt x="4191" y="3685"/>
                        <a:pt x="4096" y="3876"/>
                        <a:pt x="3905" y="3876"/>
                      </a:cubicBezTo>
                      <a:cubicBezTo>
                        <a:pt x="3715" y="3780"/>
                        <a:pt x="3429" y="3780"/>
                        <a:pt x="3143" y="3876"/>
                      </a:cubicBezTo>
                      <a:cubicBezTo>
                        <a:pt x="2191" y="3780"/>
                        <a:pt x="1524" y="3780"/>
                        <a:pt x="1238" y="3876"/>
                      </a:cubicBezTo>
                      <a:lnTo>
                        <a:pt x="1238" y="3494"/>
                      </a:lnTo>
                      <a:lnTo>
                        <a:pt x="381" y="4352"/>
                      </a:lnTo>
                      <a:cubicBezTo>
                        <a:pt x="381" y="4352"/>
                        <a:pt x="857" y="4447"/>
                        <a:pt x="1048" y="4447"/>
                      </a:cubicBezTo>
                      <a:cubicBezTo>
                        <a:pt x="1143" y="4447"/>
                        <a:pt x="1810" y="4256"/>
                        <a:pt x="3143" y="3780"/>
                      </a:cubicBezTo>
                      <a:lnTo>
                        <a:pt x="3905" y="3780"/>
                      </a:lnTo>
                      <a:cubicBezTo>
                        <a:pt x="3905" y="3780"/>
                        <a:pt x="4096" y="3971"/>
                        <a:pt x="4191" y="4066"/>
                      </a:cubicBezTo>
                      <a:cubicBezTo>
                        <a:pt x="4191" y="4256"/>
                        <a:pt x="4382" y="4447"/>
                        <a:pt x="4477" y="4637"/>
                      </a:cubicBezTo>
                      <a:cubicBezTo>
                        <a:pt x="4477" y="4542"/>
                        <a:pt x="4382" y="4256"/>
                        <a:pt x="4286" y="4161"/>
                      </a:cubicBezTo>
                      <a:cubicBezTo>
                        <a:pt x="4286" y="3876"/>
                        <a:pt x="4286" y="3685"/>
                        <a:pt x="4477" y="3494"/>
                      </a:cubicBezTo>
                      <a:cubicBezTo>
                        <a:pt x="4477" y="3494"/>
                        <a:pt x="4667" y="3494"/>
                        <a:pt x="4763" y="3494"/>
                      </a:cubicBezTo>
                      <a:cubicBezTo>
                        <a:pt x="5143" y="3876"/>
                        <a:pt x="5239" y="4161"/>
                        <a:pt x="5239" y="4256"/>
                      </a:cubicBezTo>
                      <a:lnTo>
                        <a:pt x="7049" y="3971"/>
                      </a:lnTo>
                      <a:lnTo>
                        <a:pt x="5239" y="3780"/>
                      </a:lnTo>
                      <a:close/>
                      <a:moveTo>
                        <a:pt x="4096" y="6733"/>
                      </a:moveTo>
                      <a:lnTo>
                        <a:pt x="5143" y="6161"/>
                      </a:lnTo>
                      <a:lnTo>
                        <a:pt x="4572" y="6161"/>
                      </a:lnTo>
                      <a:lnTo>
                        <a:pt x="4096" y="6733"/>
                      </a:lnTo>
                      <a:close/>
                      <a:moveTo>
                        <a:pt x="12287" y="1685"/>
                      </a:moveTo>
                      <a:lnTo>
                        <a:pt x="13145" y="923"/>
                      </a:lnTo>
                      <a:cubicBezTo>
                        <a:pt x="13145" y="923"/>
                        <a:pt x="12573" y="732"/>
                        <a:pt x="12192" y="542"/>
                      </a:cubicBezTo>
                      <a:lnTo>
                        <a:pt x="11335" y="1780"/>
                      </a:lnTo>
                      <a:lnTo>
                        <a:pt x="10382" y="1209"/>
                      </a:lnTo>
                      <a:lnTo>
                        <a:pt x="11621" y="2447"/>
                      </a:lnTo>
                      <a:cubicBezTo>
                        <a:pt x="11621" y="1589"/>
                        <a:pt x="11811" y="1018"/>
                        <a:pt x="12192" y="923"/>
                      </a:cubicBezTo>
                      <a:cubicBezTo>
                        <a:pt x="12287" y="1018"/>
                        <a:pt x="12383" y="1304"/>
                        <a:pt x="12383" y="1685"/>
                      </a:cubicBezTo>
                      <a:close/>
                      <a:moveTo>
                        <a:pt x="14859" y="27878"/>
                      </a:moveTo>
                      <a:cubicBezTo>
                        <a:pt x="15716" y="27974"/>
                        <a:pt x="16002" y="27878"/>
                        <a:pt x="15907" y="27688"/>
                      </a:cubicBezTo>
                      <a:cubicBezTo>
                        <a:pt x="15716" y="27688"/>
                        <a:pt x="15335" y="27688"/>
                        <a:pt x="14859" y="27878"/>
                      </a:cubicBezTo>
                      <a:cubicBezTo>
                        <a:pt x="14668" y="27878"/>
                        <a:pt x="14478" y="27878"/>
                        <a:pt x="14383" y="27878"/>
                      </a:cubicBezTo>
                      <a:cubicBezTo>
                        <a:pt x="14573" y="27974"/>
                        <a:pt x="14764" y="27974"/>
                        <a:pt x="14859" y="27878"/>
                      </a:cubicBezTo>
                      <a:close/>
                      <a:moveTo>
                        <a:pt x="21812" y="26831"/>
                      </a:moveTo>
                      <a:cubicBezTo>
                        <a:pt x="21336" y="26450"/>
                        <a:pt x="20574" y="26259"/>
                        <a:pt x="19717" y="26259"/>
                      </a:cubicBezTo>
                      <a:cubicBezTo>
                        <a:pt x="18574" y="26259"/>
                        <a:pt x="17907" y="26259"/>
                        <a:pt x="17431" y="26069"/>
                      </a:cubicBezTo>
                      <a:lnTo>
                        <a:pt x="19145" y="27117"/>
                      </a:lnTo>
                      <a:cubicBezTo>
                        <a:pt x="19145" y="27117"/>
                        <a:pt x="18859" y="27402"/>
                        <a:pt x="18859" y="27688"/>
                      </a:cubicBezTo>
                      <a:lnTo>
                        <a:pt x="19431" y="27688"/>
                      </a:lnTo>
                      <a:cubicBezTo>
                        <a:pt x="19431" y="27688"/>
                        <a:pt x="19717" y="27878"/>
                        <a:pt x="19717" y="27974"/>
                      </a:cubicBezTo>
                      <a:cubicBezTo>
                        <a:pt x="19717" y="27974"/>
                        <a:pt x="19717" y="28164"/>
                        <a:pt x="19526" y="28355"/>
                      </a:cubicBezTo>
                      <a:cubicBezTo>
                        <a:pt x="19431" y="28545"/>
                        <a:pt x="19336" y="28736"/>
                        <a:pt x="19526" y="28926"/>
                      </a:cubicBezTo>
                      <a:lnTo>
                        <a:pt x="20574" y="28926"/>
                      </a:lnTo>
                      <a:cubicBezTo>
                        <a:pt x="20003" y="28355"/>
                        <a:pt x="19812" y="27974"/>
                        <a:pt x="19812" y="27783"/>
                      </a:cubicBezTo>
                      <a:cubicBezTo>
                        <a:pt x="19812" y="27688"/>
                        <a:pt x="19907" y="27497"/>
                        <a:pt x="20193" y="27402"/>
                      </a:cubicBezTo>
                      <a:cubicBezTo>
                        <a:pt x="20479" y="27402"/>
                        <a:pt x="20669" y="27117"/>
                        <a:pt x="21050" y="27021"/>
                      </a:cubicBezTo>
                      <a:cubicBezTo>
                        <a:pt x="21431" y="27021"/>
                        <a:pt x="21622" y="27021"/>
                        <a:pt x="21908" y="27307"/>
                      </a:cubicBezTo>
                      <a:lnTo>
                        <a:pt x="21908" y="26831"/>
                      </a:lnTo>
                      <a:close/>
                      <a:moveTo>
                        <a:pt x="19241" y="22354"/>
                      </a:moveTo>
                      <a:cubicBezTo>
                        <a:pt x="19241" y="22354"/>
                        <a:pt x="19907" y="22830"/>
                        <a:pt x="20288" y="22830"/>
                      </a:cubicBezTo>
                      <a:cubicBezTo>
                        <a:pt x="20955" y="22830"/>
                        <a:pt x="21526" y="22640"/>
                        <a:pt x="22003" y="22068"/>
                      </a:cubicBezTo>
                      <a:lnTo>
                        <a:pt x="21050" y="21783"/>
                      </a:lnTo>
                      <a:cubicBezTo>
                        <a:pt x="21050" y="22259"/>
                        <a:pt x="20860" y="22544"/>
                        <a:pt x="20669" y="22544"/>
                      </a:cubicBezTo>
                      <a:cubicBezTo>
                        <a:pt x="20669" y="22544"/>
                        <a:pt x="20479" y="22449"/>
                        <a:pt x="20098" y="22068"/>
                      </a:cubicBezTo>
                      <a:cubicBezTo>
                        <a:pt x="19812" y="21783"/>
                        <a:pt x="19431" y="21687"/>
                        <a:pt x="19145" y="21783"/>
                      </a:cubicBezTo>
                      <a:lnTo>
                        <a:pt x="19145" y="22259"/>
                      </a:lnTo>
                      <a:close/>
                      <a:moveTo>
                        <a:pt x="21622" y="28545"/>
                      </a:moveTo>
                      <a:lnTo>
                        <a:pt x="21622" y="28545"/>
                      </a:lnTo>
                      <a:lnTo>
                        <a:pt x="20479" y="27688"/>
                      </a:lnTo>
                      <a:cubicBezTo>
                        <a:pt x="20479" y="27688"/>
                        <a:pt x="20479" y="28355"/>
                        <a:pt x="20860" y="28355"/>
                      </a:cubicBezTo>
                      <a:cubicBezTo>
                        <a:pt x="21146" y="28355"/>
                        <a:pt x="21336" y="28355"/>
                        <a:pt x="21622" y="28450"/>
                      </a:cubicBez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 name="Google Shape;1617;p99"/>
                <p:cNvSpPr/>
                <p:nvPr/>
              </p:nvSpPr>
              <p:spPr>
                <a:xfrm>
                  <a:off x="3427666" y="4511801"/>
                  <a:ext cx="52387" cy="61055"/>
                </a:xfrm>
                <a:custGeom>
                  <a:avLst/>
                  <a:gdLst/>
                  <a:ahLst/>
                  <a:cxnLst/>
                  <a:rect l="l" t="t" r="r" b="b"/>
                  <a:pathLst>
                    <a:path w="52387" h="61055" extrusionOk="0">
                      <a:moveTo>
                        <a:pt x="40958" y="49911"/>
                      </a:moveTo>
                      <a:cubicBezTo>
                        <a:pt x="40767" y="50673"/>
                        <a:pt x="40672" y="51245"/>
                        <a:pt x="40672" y="51816"/>
                      </a:cubicBezTo>
                      <a:cubicBezTo>
                        <a:pt x="40672" y="52673"/>
                        <a:pt x="40862" y="53626"/>
                        <a:pt x="41338" y="54864"/>
                      </a:cubicBezTo>
                      <a:cubicBezTo>
                        <a:pt x="41910" y="56197"/>
                        <a:pt x="42291" y="57150"/>
                        <a:pt x="42386" y="57531"/>
                      </a:cubicBezTo>
                      <a:cubicBezTo>
                        <a:pt x="42577" y="57721"/>
                        <a:pt x="42672" y="58007"/>
                        <a:pt x="42672" y="58293"/>
                      </a:cubicBezTo>
                      <a:cubicBezTo>
                        <a:pt x="42672" y="58579"/>
                        <a:pt x="42482" y="58960"/>
                        <a:pt x="42100" y="59341"/>
                      </a:cubicBezTo>
                      <a:cubicBezTo>
                        <a:pt x="41529" y="60008"/>
                        <a:pt x="41243" y="60388"/>
                        <a:pt x="41053" y="60484"/>
                      </a:cubicBezTo>
                      <a:cubicBezTo>
                        <a:pt x="40672" y="60484"/>
                        <a:pt x="40196" y="60484"/>
                        <a:pt x="39624" y="60484"/>
                      </a:cubicBezTo>
                      <a:cubicBezTo>
                        <a:pt x="39053" y="60484"/>
                        <a:pt x="38291" y="60484"/>
                        <a:pt x="37243" y="60484"/>
                      </a:cubicBezTo>
                      <a:cubicBezTo>
                        <a:pt x="36195" y="60579"/>
                        <a:pt x="35433" y="60674"/>
                        <a:pt x="34957" y="60674"/>
                      </a:cubicBezTo>
                      <a:cubicBezTo>
                        <a:pt x="33147" y="60674"/>
                        <a:pt x="31813" y="60103"/>
                        <a:pt x="30956" y="58960"/>
                      </a:cubicBezTo>
                      <a:cubicBezTo>
                        <a:pt x="31242" y="58484"/>
                        <a:pt x="31337" y="57912"/>
                        <a:pt x="31337" y="57436"/>
                      </a:cubicBezTo>
                      <a:cubicBezTo>
                        <a:pt x="31337" y="56769"/>
                        <a:pt x="30956" y="56007"/>
                        <a:pt x="30194" y="55054"/>
                      </a:cubicBezTo>
                      <a:cubicBezTo>
                        <a:pt x="29146" y="53912"/>
                        <a:pt x="28480" y="53054"/>
                        <a:pt x="28384" y="52673"/>
                      </a:cubicBezTo>
                      <a:cubicBezTo>
                        <a:pt x="28194" y="52673"/>
                        <a:pt x="27908" y="52483"/>
                        <a:pt x="27622" y="52483"/>
                      </a:cubicBezTo>
                      <a:cubicBezTo>
                        <a:pt x="27242" y="52483"/>
                        <a:pt x="26670" y="52578"/>
                        <a:pt x="25813" y="52769"/>
                      </a:cubicBezTo>
                      <a:cubicBezTo>
                        <a:pt x="24955" y="52959"/>
                        <a:pt x="24384" y="53054"/>
                        <a:pt x="24003" y="53054"/>
                      </a:cubicBezTo>
                      <a:cubicBezTo>
                        <a:pt x="23146" y="53054"/>
                        <a:pt x="22574" y="52673"/>
                        <a:pt x="22288" y="51911"/>
                      </a:cubicBezTo>
                      <a:lnTo>
                        <a:pt x="21717" y="51911"/>
                      </a:lnTo>
                      <a:cubicBezTo>
                        <a:pt x="21717" y="51911"/>
                        <a:pt x="21717" y="51245"/>
                        <a:pt x="21526" y="50768"/>
                      </a:cubicBezTo>
                      <a:cubicBezTo>
                        <a:pt x="21336" y="50292"/>
                        <a:pt x="21336" y="49911"/>
                        <a:pt x="21336" y="49721"/>
                      </a:cubicBezTo>
                      <a:cubicBezTo>
                        <a:pt x="21336" y="49339"/>
                        <a:pt x="21431" y="49054"/>
                        <a:pt x="21717" y="48863"/>
                      </a:cubicBezTo>
                      <a:cubicBezTo>
                        <a:pt x="21526" y="48482"/>
                        <a:pt x="21431" y="48196"/>
                        <a:pt x="21431" y="47911"/>
                      </a:cubicBezTo>
                      <a:cubicBezTo>
                        <a:pt x="21431" y="47720"/>
                        <a:pt x="21526" y="47339"/>
                        <a:pt x="21717" y="46863"/>
                      </a:cubicBezTo>
                      <a:cubicBezTo>
                        <a:pt x="22003" y="46387"/>
                        <a:pt x="22098" y="46006"/>
                        <a:pt x="22098" y="45720"/>
                      </a:cubicBezTo>
                      <a:cubicBezTo>
                        <a:pt x="22098" y="45529"/>
                        <a:pt x="22098" y="45339"/>
                        <a:pt x="22003" y="45053"/>
                      </a:cubicBezTo>
                      <a:cubicBezTo>
                        <a:pt x="22384" y="44387"/>
                        <a:pt x="23622" y="44101"/>
                        <a:pt x="25527" y="44005"/>
                      </a:cubicBezTo>
                      <a:cubicBezTo>
                        <a:pt x="27242" y="44005"/>
                        <a:pt x="28099" y="43625"/>
                        <a:pt x="28099" y="43053"/>
                      </a:cubicBezTo>
                      <a:cubicBezTo>
                        <a:pt x="28099" y="42672"/>
                        <a:pt x="27813" y="42101"/>
                        <a:pt x="27337" y="41434"/>
                      </a:cubicBezTo>
                      <a:lnTo>
                        <a:pt x="28289" y="41434"/>
                      </a:lnTo>
                      <a:cubicBezTo>
                        <a:pt x="28289" y="41434"/>
                        <a:pt x="28289" y="42196"/>
                        <a:pt x="28575" y="42672"/>
                      </a:cubicBezTo>
                      <a:cubicBezTo>
                        <a:pt x="28670" y="42482"/>
                        <a:pt x="28766" y="42196"/>
                        <a:pt x="28766" y="41624"/>
                      </a:cubicBezTo>
                      <a:cubicBezTo>
                        <a:pt x="28766" y="41243"/>
                        <a:pt x="29051" y="40958"/>
                        <a:pt x="29528" y="40958"/>
                      </a:cubicBezTo>
                      <a:lnTo>
                        <a:pt x="28670" y="40196"/>
                      </a:lnTo>
                      <a:lnTo>
                        <a:pt x="29528" y="40005"/>
                      </a:lnTo>
                      <a:lnTo>
                        <a:pt x="28956" y="39529"/>
                      </a:lnTo>
                      <a:cubicBezTo>
                        <a:pt x="28956" y="39529"/>
                        <a:pt x="29146" y="39624"/>
                        <a:pt x="29337" y="39624"/>
                      </a:cubicBezTo>
                      <a:cubicBezTo>
                        <a:pt x="29528" y="39624"/>
                        <a:pt x="29718" y="39624"/>
                        <a:pt x="30099" y="39338"/>
                      </a:cubicBezTo>
                      <a:cubicBezTo>
                        <a:pt x="30480" y="39148"/>
                        <a:pt x="30671" y="39053"/>
                        <a:pt x="30766" y="39053"/>
                      </a:cubicBezTo>
                      <a:cubicBezTo>
                        <a:pt x="31051" y="39053"/>
                        <a:pt x="31147" y="39243"/>
                        <a:pt x="31242" y="39719"/>
                      </a:cubicBezTo>
                      <a:cubicBezTo>
                        <a:pt x="31147" y="39719"/>
                        <a:pt x="30575" y="39910"/>
                        <a:pt x="29623" y="40196"/>
                      </a:cubicBezTo>
                      <a:cubicBezTo>
                        <a:pt x="29623" y="40196"/>
                        <a:pt x="30004" y="40481"/>
                        <a:pt x="30671" y="40862"/>
                      </a:cubicBezTo>
                      <a:cubicBezTo>
                        <a:pt x="31147" y="41148"/>
                        <a:pt x="31337" y="41338"/>
                        <a:pt x="31337" y="41624"/>
                      </a:cubicBezTo>
                      <a:cubicBezTo>
                        <a:pt x="31337" y="41720"/>
                        <a:pt x="31337" y="41910"/>
                        <a:pt x="31337" y="42005"/>
                      </a:cubicBezTo>
                      <a:cubicBezTo>
                        <a:pt x="31528" y="42005"/>
                        <a:pt x="31623" y="41720"/>
                        <a:pt x="31718" y="41338"/>
                      </a:cubicBezTo>
                      <a:cubicBezTo>
                        <a:pt x="31718" y="40958"/>
                        <a:pt x="31718" y="40672"/>
                        <a:pt x="31718" y="40481"/>
                      </a:cubicBezTo>
                      <a:lnTo>
                        <a:pt x="32575" y="39624"/>
                      </a:lnTo>
                      <a:lnTo>
                        <a:pt x="30766" y="38005"/>
                      </a:lnTo>
                      <a:lnTo>
                        <a:pt x="30956" y="37719"/>
                      </a:lnTo>
                      <a:cubicBezTo>
                        <a:pt x="30956" y="37719"/>
                        <a:pt x="30671" y="37433"/>
                        <a:pt x="30480" y="37433"/>
                      </a:cubicBezTo>
                      <a:cubicBezTo>
                        <a:pt x="30480" y="37433"/>
                        <a:pt x="30194" y="37433"/>
                        <a:pt x="30004" y="37719"/>
                      </a:cubicBezTo>
                      <a:cubicBezTo>
                        <a:pt x="29623" y="38005"/>
                        <a:pt x="29337" y="38005"/>
                        <a:pt x="29146" y="38005"/>
                      </a:cubicBezTo>
                      <a:cubicBezTo>
                        <a:pt x="29051" y="38005"/>
                        <a:pt x="28480" y="38005"/>
                        <a:pt x="27432" y="38005"/>
                      </a:cubicBezTo>
                      <a:cubicBezTo>
                        <a:pt x="26860" y="38005"/>
                        <a:pt x="26479" y="37529"/>
                        <a:pt x="26384" y="36767"/>
                      </a:cubicBezTo>
                      <a:cubicBezTo>
                        <a:pt x="26003" y="36671"/>
                        <a:pt x="25813" y="36386"/>
                        <a:pt x="25813" y="36004"/>
                      </a:cubicBezTo>
                      <a:cubicBezTo>
                        <a:pt x="25813" y="35909"/>
                        <a:pt x="25813" y="35624"/>
                        <a:pt x="25908" y="35147"/>
                      </a:cubicBezTo>
                      <a:cubicBezTo>
                        <a:pt x="25908" y="34766"/>
                        <a:pt x="26003" y="34385"/>
                        <a:pt x="26003" y="34290"/>
                      </a:cubicBezTo>
                      <a:cubicBezTo>
                        <a:pt x="26003" y="33719"/>
                        <a:pt x="25717" y="33338"/>
                        <a:pt x="24955" y="33338"/>
                      </a:cubicBezTo>
                      <a:cubicBezTo>
                        <a:pt x="24860" y="33052"/>
                        <a:pt x="24765" y="32861"/>
                        <a:pt x="24765" y="32576"/>
                      </a:cubicBezTo>
                      <a:cubicBezTo>
                        <a:pt x="24765" y="32480"/>
                        <a:pt x="24765" y="32195"/>
                        <a:pt x="24765" y="31909"/>
                      </a:cubicBezTo>
                      <a:cubicBezTo>
                        <a:pt x="24765" y="31623"/>
                        <a:pt x="24765" y="31433"/>
                        <a:pt x="24765" y="31242"/>
                      </a:cubicBezTo>
                      <a:cubicBezTo>
                        <a:pt x="24765" y="30766"/>
                        <a:pt x="24479" y="30480"/>
                        <a:pt x="24098" y="30194"/>
                      </a:cubicBezTo>
                      <a:lnTo>
                        <a:pt x="23432" y="30004"/>
                      </a:lnTo>
                      <a:cubicBezTo>
                        <a:pt x="23432" y="30004"/>
                        <a:pt x="23908" y="29146"/>
                        <a:pt x="23908" y="28670"/>
                      </a:cubicBezTo>
                      <a:cubicBezTo>
                        <a:pt x="23908" y="28194"/>
                        <a:pt x="23813" y="27622"/>
                        <a:pt x="23432" y="27051"/>
                      </a:cubicBezTo>
                      <a:cubicBezTo>
                        <a:pt x="23146" y="26575"/>
                        <a:pt x="22860" y="26099"/>
                        <a:pt x="22670" y="25527"/>
                      </a:cubicBezTo>
                      <a:cubicBezTo>
                        <a:pt x="22955" y="25432"/>
                        <a:pt x="23050" y="25146"/>
                        <a:pt x="23050" y="24955"/>
                      </a:cubicBezTo>
                      <a:cubicBezTo>
                        <a:pt x="23050" y="24670"/>
                        <a:pt x="22955" y="24479"/>
                        <a:pt x="22670" y="24384"/>
                      </a:cubicBezTo>
                      <a:lnTo>
                        <a:pt x="21622" y="24384"/>
                      </a:lnTo>
                      <a:lnTo>
                        <a:pt x="21336" y="22670"/>
                      </a:lnTo>
                      <a:cubicBezTo>
                        <a:pt x="21336" y="22670"/>
                        <a:pt x="20860" y="23051"/>
                        <a:pt x="20764" y="23432"/>
                      </a:cubicBezTo>
                      <a:cubicBezTo>
                        <a:pt x="20764" y="23813"/>
                        <a:pt x="20479" y="24194"/>
                        <a:pt x="20098" y="24289"/>
                      </a:cubicBezTo>
                      <a:cubicBezTo>
                        <a:pt x="20098" y="24479"/>
                        <a:pt x="20193" y="24765"/>
                        <a:pt x="20193" y="24955"/>
                      </a:cubicBezTo>
                      <a:cubicBezTo>
                        <a:pt x="20193" y="25337"/>
                        <a:pt x="20003" y="25813"/>
                        <a:pt x="19621" y="26575"/>
                      </a:cubicBezTo>
                      <a:cubicBezTo>
                        <a:pt x="19241" y="27242"/>
                        <a:pt x="19050" y="28004"/>
                        <a:pt x="19145" y="28766"/>
                      </a:cubicBezTo>
                      <a:cubicBezTo>
                        <a:pt x="18479" y="29146"/>
                        <a:pt x="18097" y="29718"/>
                        <a:pt x="18002" y="30480"/>
                      </a:cubicBezTo>
                      <a:cubicBezTo>
                        <a:pt x="17812" y="31623"/>
                        <a:pt x="17812" y="32385"/>
                        <a:pt x="17621" y="32480"/>
                      </a:cubicBezTo>
                      <a:cubicBezTo>
                        <a:pt x="17431" y="32480"/>
                        <a:pt x="17145" y="32671"/>
                        <a:pt x="16764" y="33433"/>
                      </a:cubicBezTo>
                      <a:cubicBezTo>
                        <a:pt x="16383" y="34195"/>
                        <a:pt x="15907" y="34766"/>
                        <a:pt x="15621" y="35052"/>
                      </a:cubicBezTo>
                      <a:cubicBezTo>
                        <a:pt x="15621" y="35052"/>
                        <a:pt x="15812" y="35338"/>
                        <a:pt x="16192" y="35719"/>
                      </a:cubicBezTo>
                      <a:lnTo>
                        <a:pt x="16669" y="35243"/>
                      </a:lnTo>
                      <a:cubicBezTo>
                        <a:pt x="16669" y="35243"/>
                        <a:pt x="16764" y="35243"/>
                        <a:pt x="16764" y="35433"/>
                      </a:cubicBezTo>
                      <a:cubicBezTo>
                        <a:pt x="16764" y="35528"/>
                        <a:pt x="16764" y="35814"/>
                        <a:pt x="16478" y="36195"/>
                      </a:cubicBezTo>
                      <a:cubicBezTo>
                        <a:pt x="16288" y="36481"/>
                        <a:pt x="16192" y="36767"/>
                        <a:pt x="16192" y="36862"/>
                      </a:cubicBezTo>
                      <a:cubicBezTo>
                        <a:pt x="15812" y="37338"/>
                        <a:pt x="15621" y="37624"/>
                        <a:pt x="15621" y="37719"/>
                      </a:cubicBezTo>
                      <a:lnTo>
                        <a:pt x="16192" y="38195"/>
                      </a:lnTo>
                      <a:cubicBezTo>
                        <a:pt x="16192" y="38195"/>
                        <a:pt x="16478" y="37910"/>
                        <a:pt x="16669" y="37910"/>
                      </a:cubicBezTo>
                      <a:lnTo>
                        <a:pt x="16669" y="38386"/>
                      </a:lnTo>
                      <a:cubicBezTo>
                        <a:pt x="16669" y="38386"/>
                        <a:pt x="16288" y="38386"/>
                        <a:pt x="16192" y="38386"/>
                      </a:cubicBezTo>
                      <a:cubicBezTo>
                        <a:pt x="15812" y="38386"/>
                        <a:pt x="15621" y="38767"/>
                        <a:pt x="15335" y="39624"/>
                      </a:cubicBezTo>
                      <a:cubicBezTo>
                        <a:pt x="15145" y="40672"/>
                        <a:pt x="14859" y="41243"/>
                        <a:pt x="14573" y="41434"/>
                      </a:cubicBezTo>
                      <a:cubicBezTo>
                        <a:pt x="14859" y="41720"/>
                        <a:pt x="15050" y="42196"/>
                        <a:pt x="15145" y="42863"/>
                      </a:cubicBezTo>
                      <a:cubicBezTo>
                        <a:pt x="15335" y="43529"/>
                        <a:pt x="15621" y="44005"/>
                        <a:pt x="16192" y="44196"/>
                      </a:cubicBezTo>
                      <a:cubicBezTo>
                        <a:pt x="16478" y="44005"/>
                        <a:pt x="17050" y="43910"/>
                        <a:pt x="18002" y="44005"/>
                      </a:cubicBezTo>
                      <a:cubicBezTo>
                        <a:pt x="18764" y="44005"/>
                        <a:pt x="19241" y="43910"/>
                        <a:pt x="19431" y="43625"/>
                      </a:cubicBezTo>
                      <a:cubicBezTo>
                        <a:pt x="19431" y="44101"/>
                        <a:pt x="19621" y="45149"/>
                        <a:pt x="19907" y="46768"/>
                      </a:cubicBezTo>
                      <a:cubicBezTo>
                        <a:pt x="20193" y="48006"/>
                        <a:pt x="20288" y="48959"/>
                        <a:pt x="20288" y="49816"/>
                      </a:cubicBezTo>
                      <a:cubicBezTo>
                        <a:pt x="20288" y="51054"/>
                        <a:pt x="20003" y="52197"/>
                        <a:pt x="19621" y="53245"/>
                      </a:cubicBezTo>
                      <a:cubicBezTo>
                        <a:pt x="19050" y="53435"/>
                        <a:pt x="18002" y="53530"/>
                        <a:pt x="16574" y="53530"/>
                      </a:cubicBezTo>
                      <a:cubicBezTo>
                        <a:pt x="15145" y="53530"/>
                        <a:pt x="14002" y="53530"/>
                        <a:pt x="13335" y="54007"/>
                      </a:cubicBezTo>
                      <a:lnTo>
                        <a:pt x="13716" y="54197"/>
                      </a:lnTo>
                      <a:cubicBezTo>
                        <a:pt x="12668" y="54483"/>
                        <a:pt x="12001" y="55245"/>
                        <a:pt x="11811" y="56483"/>
                      </a:cubicBezTo>
                      <a:cubicBezTo>
                        <a:pt x="11716" y="57531"/>
                        <a:pt x="11621" y="58579"/>
                        <a:pt x="11430" y="59531"/>
                      </a:cubicBezTo>
                      <a:cubicBezTo>
                        <a:pt x="11144" y="60484"/>
                        <a:pt x="10192" y="60960"/>
                        <a:pt x="8763" y="60770"/>
                      </a:cubicBezTo>
                      <a:cubicBezTo>
                        <a:pt x="8668" y="61055"/>
                        <a:pt x="8477" y="61055"/>
                        <a:pt x="8192" y="61055"/>
                      </a:cubicBezTo>
                      <a:cubicBezTo>
                        <a:pt x="8001" y="61055"/>
                        <a:pt x="7715" y="61055"/>
                        <a:pt x="7239" y="60770"/>
                      </a:cubicBezTo>
                      <a:cubicBezTo>
                        <a:pt x="6858" y="60579"/>
                        <a:pt x="6572" y="60484"/>
                        <a:pt x="6382" y="60388"/>
                      </a:cubicBezTo>
                      <a:lnTo>
                        <a:pt x="5525" y="60388"/>
                      </a:lnTo>
                      <a:cubicBezTo>
                        <a:pt x="5525" y="60388"/>
                        <a:pt x="4763" y="60388"/>
                        <a:pt x="4096" y="60484"/>
                      </a:cubicBezTo>
                      <a:cubicBezTo>
                        <a:pt x="3524" y="60484"/>
                        <a:pt x="3048" y="60579"/>
                        <a:pt x="2667" y="60579"/>
                      </a:cubicBezTo>
                      <a:cubicBezTo>
                        <a:pt x="1333" y="60579"/>
                        <a:pt x="476" y="60198"/>
                        <a:pt x="191" y="59341"/>
                      </a:cubicBezTo>
                      <a:cubicBezTo>
                        <a:pt x="95" y="58864"/>
                        <a:pt x="0" y="58579"/>
                        <a:pt x="0" y="58198"/>
                      </a:cubicBezTo>
                      <a:cubicBezTo>
                        <a:pt x="0" y="57626"/>
                        <a:pt x="191" y="56960"/>
                        <a:pt x="667" y="56007"/>
                      </a:cubicBezTo>
                      <a:cubicBezTo>
                        <a:pt x="1143" y="55150"/>
                        <a:pt x="1333" y="54293"/>
                        <a:pt x="1143" y="53626"/>
                      </a:cubicBezTo>
                      <a:cubicBezTo>
                        <a:pt x="1905" y="53435"/>
                        <a:pt x="2286" y="52959"/>
                        <a:pt x="2286" y="52102"/>
                      </a:cubicBezTo>
                      <a:cubicBezTo>
                        <a:pt x="2286" y="52007"/>
                        <a:pt x="2286" y="51721"/>
                        <a:pt x="2286" y="51530"/>
                      </a:cubicBezTo>
                      <a:lnTo>
                        <a:pt x="2286" y="50863"/>
                      </a:lnTo>
                      <a:cubicBezTo>
                        <a:pt x="2286" y="50863"/>
                        <a:pt x="2381" y="50102"/>
                        <a:pt x="2572" y="49816"/>
                      </a:cubicBezTo>
                      <a:cubicBezTo>
                        <a:pt x="3238" y="49625"/>
                        <a:pt x="3620" y="49054"/>
                        <a:pt x="3620" y="48292"/>
                      </a:cubicBezTo>
                      <a:cubicBezTo>
                        <a:pt x="3620" y="48101"/>
                        <a:pt x="3620" y="47720"/>
                        <a:pt x="3524" y="47339"/>
                      </a:cubicBezTo>
                      <a:cubicBezTo>
                        <a:pt x="3429" y="46863"/>
                        <a:pt x="3429" y="46482"/>
                        <a:pt x="3429" y="46196"/>
                      </a:cubicBezTo>
                      <a:cubicBezTo>
                        <a:pt x="3429" y="45529"/>
                        <a:pt x="3810" y="44958"/>
                        <a:pt x="4382" y="44577"/>
                      </a:cubicBezTo>
                      <a:cubicBezTo>
                        <a:pt x="4286" y="44291"/>
                        <a:pt x="4286" y="44005"/>
                        <a:pt x="4286" y="43720"/>
                      </a:cubicBezTo>
                      <a:cubicBezTo>
                        <a:pt x="4286" y="43148"/>
                        <a:pt x="4572" y="42482"/>
                        <a:pt x="5048" y="41624"/>
                      </a:cubicBezTo>
                      <a:cubicBezTo>
                        <a:pt x="5525" y="40862"/>
                        <a:pt x="5810" y="40196"/>
                        <a:pt x="5810" y="39719"/>
                      </a:cubicBezTo>
                      <a:cubicBezTo>
                        <a:pt x="5810" y="39338"/>
                        <a:pt x="5715" y="38957"/>
                        <a:pt x="5429" y="38481"/>
                      </a:cubicBezTo>
                      <a:cubicBezTo>
                        <a:pt x="6191" y="37624"/>
                        <a:pt x="6667" y="36290"/>
                        <a:pt x="6953" y="34576"/>
                      </a:cubicBezTo>
                      <a:cubicBezTo>
                        <a:pt x="7144" y="33338"/>
                        <a:pt x="7239" y="31909"/>
                        <a:pt x="7429" y="30671"/>
                      </a:cubicBezTo>
                      <a:cubicBezTo>
                        <a:pt x="8096" y="30385"/>
                        <a:pt x="8572" y="29623"/>
                        <a:pt x="8763" y="28480"/>
                      </a:cubicBezTo>
                      <a:cubicBezTo>
                        <a:pt x="8954" y="27242"/>
                        <a:pt x="9334" y="26479"/>
                        <a:pt x="9906" y="26099"/>
                      </a:cubicBezTo>
                      <a:cubicBezTo>
                        <a:pt x="9716" y="25718"/>
                        <a:pt x="9620" y="25241"/>
                        <a:pt x="9620" y="24765"/>
                      </a:cubicBezTo>
                      <a:cubicBezTo>
                        <a:pt x="9620" y="24289"/>
                        <a:pt x="9620" y="23717"/>
                        <a:pt x="9811" y="23051"/>
                      </a:cubicBezTo>
                      <a:cubicBezTo>
                        <a:pt x="10001" y="22288"/>
                        <a:pt x="10001" y="21908"/>
                        <a:pt x="10001" y="21717"/>
                      </a:cubicBezTo>
                      <a:cubicBezTo>
                        <a:pt x="10478" y="21431"/>
                        <a:pt x="10763" y="20955"/>
                        <a:pt x="10763" y="20574"/>
                      </a:cubicBezTo>
                      <a:lnTo>
                        <a:pt x="10763" y="19717"/>
                      </a:lnTo>
                      <a:cubicBezTo>
                        <a:pt x="10763" y="19145"/>
                        <a:pt x="11144" y="18574"/>
                        <a:pt x="11811" y="18097"/>
                      </a:cubicBezTo>
                      <a:cubicBezTo>
                        <a:pt x="11430" y="17431"/>
                        <a:pt x="11430" y="16478"/>
                        <a:pt x="11811" y="14859"/>
                      </a:cubicBezTo>
                      <a:cubicBezTo>
                        <a:pt x="12859" y="14764"/>
                        <a:pt x="13240" y="14097"/>
                        <a:pt x="13049" y="12859"/>
                      </a:cubicBezTo>
                      <a:cubicBezTo>
                        <a:pt x="12763" y="11525"/>
                        <a:pt x="12763" y="10668"/>
                        <a:pt x="13049" y="10382"/>
                      </a:cubicBezTo>
                      <a:cubicBezTo>
                        <a:pt x="14288" y="8954"/>
                        <a:pt x="15335" y="8287"/>
                        <a:pt x="16002" y="8287"/>
                      </a:cubicBezTo>
                      <a:cubicBezTo>
                        <a:pt x="16574" y="8287"/>
                        <a:pt x="16954" y="8477"/>
                        <a:pt x="17335" y="9049"/>
                      </a:cubicBezTo>
                      <a:cubicBezTo>
                        <a:pt x="17526" y="8954"/>
                        <a:pt x="17526" y="8668"/>
                        <a:pt x="17526" y="8287"/>
                      </a:cubicBezTo>
                      <a:cubicBezTo>
                        <a:pt x="17717" y="8192"/>
                        <a:pt x="17812" y="8096"/>
                        <a:pt x="18002" y="8096"/>
                      </a:cubicBezTo>
                      <a:cubicBezTo>
                        <a:pt x="18193" y="8096"/>
                        <a:pt x="18479" y="8192"/>
                        <a:pt x="18955" y="8287"/>
                      </a:cubicBezTo>
                      <a:cubicBezTo>
                        <a:pt x="19336" y="8382"/>
                        <a:pt x="19621" y="8382"/>
                        <a:pt x="19812" y="8382"/>
                      </a:cubicBezTo>
                      <a:cubicBezTo>
                        <a:pt x="20383" y="8382"/>
                        <a:pt x="20669" y="8192"/>
                        <a:pt x="20955" y="7715"/>
                      </a:cubicBezTo>
                      <a:cubicBezTo>
                        <a:pt x="21241" y="7906"/>
                        <a:pt x="21622" y="8192"/>
                        <a:pt x="22288" y="8572"/>
                      </a:cubicBezTo>
                      <a:cubicBezTo>
                        <a:pt x="22479" y="8192"/>
                        <a:pt x="22765" y="8001"/>
                        <a:pt x="23050" y="8001"/>
                      </a:cubicBezTo>
                      <a:cubicBezTo>
                        <a:pt x="23241" y="8001"/>
                        <a:pt x="23622" y="8096"/>
                        <a:pt x="24098" y="8192"/>
                      </a:cubicBezTo>
                      <a:cubicBezTo>
                        <a:pt x="24670" y="8382"/>
                        <a:pt x="25051" y="8477"/>
                        <a:pt x="25337" y="8477"/>
                      </a:cubicBezTo>
                      <a:cubicBezTo>
                        <a:pt x="25527" y="8477"/>
                        <a:pt x="25717" y="8477"/>
                        <a:pt x="25908" y="8287"/>
                      </a:cubicBezTo>
                      <a:cubicBezTo>
                        <a:pt x="26479" y="8668"/>
                        <a:pt x="27146" y="9049"/>
                        <a:pt x="27622" y="9430"/>
                      </a:cubicBezTo>
                      <a:cubicBezTo>
                        <a:pt x="28194" y="9811"/>
                        <a:pt x="28480" y="10382"/>
                        <a:pt x="28480" y="10954"/>
                      </a:cubicBezTo>
                      <a:cubicBezTo>
                        <a:pt x="28480" y="11144"/>
                        <a:pt x="28480" y="11335"/>
                        <a:pt x="28480" y="11621"/>
                      </a:cubicBezTo>
                      <a:lnTo>
                        <a:pt x="29623" y="11335"/>
                      </a:lnTo>
                      <a:cubicBezTo>
                        <a:pt x="29432" y="11906"/>
                        <a:pt x="29337" y="12478"/>
                        <a:pt x="29337" y="13049"/>
                      </a:cubicBezTo>
                      <a:cubicBezTo>
                        <a:pt x="29337" y="14383"/>
                        <a:pt x="29813" y="15907"/>
                        <a:pt x="30861" y="17526"/>
                      </a:cubicBezTo>
                      <a:lnTo>
                        <a:pt x="29623" y="18002"/>
                      </a:lnTo>
                      <a:lnTo>
                        <a:pt x="30861" y="18479"/>
                      </a:lnTo>
                      <a:cubicBezTo>
                        <a:pt x="30861" y="18479"/>
                        <a:pt x="30289" y="18669"/>
                        <a:pt x="29813" y="18955"/>
                      </a:cubicBezTo>
                      <a:lnTo>
                        <a:pt x="29813" y="19241"/>
                      </a:lnTo>
                      <a:cubicBezTo>
                        <a:pt x="29813" y="19241"/>
                        <a:pt x="30766" y="19241"/>
                        <a:pt x="31528" y="19526"/>
                      </a:cubicBezTo>
                      <a:lnTo>
                        <a:pt x="30671" y="20955"/>
                      </a:lnTo>
                      <a:cubicBezTo>
                        <a:pt x="31623" y="22193"/>
                        <a:pt x="32575" y="22765"/>
                        <a:pt x="33338" y="22765"/>
                      </a:cubicBezTo>
                      <a:lnTo>
                        <a:pt x="33338" y="23336"/>
                      </a:lnTo>
                      <a:cubicBezTo>
                        <a:pt x="33338" y="23336"/>
                        <a:pt x="32766" y="22765"/>
                        <a:pt x="32575" y="22765"/>
                      </a:cubicBezTo>
                      <a:cubicBezTo>
                        <a:pt x="32385" y="23432"/>
                        <a:pt x="32290" y="24098"/>
                        <a:pt x="32290" y="24765"/>
                      </a:cubicBezTo>
                      <a:cubicBezTo>
                        <a:pt x="32290" y="26194"/>
                        <a:pt x="32671" y="27242"/>
                        <a:pt x="33338" y="28004"/>
                      </a:cubicBezTo>
                      <a:cubicBezTo>
                        <a:pt x="33147" y="28194"/>
                        <a:pt x="33147" y="28385"/>
                        <a:pt x="33147" y="28575"/>
                      </a:cubicBezTo>
                      <a:cubicBezTo>
                        <a:pt x="33147" y="28766"/>
                        <a:pt x="33242" y="28956"/>
                        <a:pt x="33623" y="29337"/>
                      </a:cubicBezTo>
                      <a:cubicBezTo>
                        <a:pt x="33909" y="29623"/>
                        <a:pt x="34100" y="29909"/>
                        <a:pt x="34100" y="30194"/>
                      </a:cubicBezTo>
                      <a:cubicBezTo>
                        <a:pt x="34100" y="30194"/>
                        <a:pt x="34100" y="30480"/>
                        <a:pt x="33909" y="30575"/>
                      </a:cubicBezTo>
                      <a:lnTo>
                        <a:pt x="34671" y="30956"/>
                      </a:lnTo>
                      <a:cubicBezTo>
                        <a:pt x="35147" y="33433"/>
                        <a:pt x="35433" y="34957"/>
                        <a:pt x="35528" y="35433"/>
                      </a:cubicBezTo>
                      <a:cubicBezTo>
                        <a:pt x="35909" y="37147"/>
                        <a:pt x="36481" y="38576"/>
                        <a:pt x="37147" y="39719"/>
                      </a:cubicBezTo>
                      <a:cubicBezTo>
                        <a:pt x="36671" y="40577"/>
                        <a:pt x="36862" y="41243"/>
                        <a:pt x="37719" y="41720"/>
                      </a:cubicBezTo>
                      <a:cubicBezTo>
                        <a:pt x="37719" y="43910"/>
                        <a:pt x="37909" y="45434"/>
                        <a:pt x="38767" y="46196"/>
                      </a:cubicBezTo>
                      <a:cubicBezTo>
                        <a:pt x="38767" y="48292"/>
                        <a:pt x="39243" y="49435"/>
                        <a:pt x="40386" y="49435"/>
                      </a:cubicBezTo>
                      <a:close/>
                      <a:moveTo>
                        <a:pt x="2667" y="9335"/>
                      </a:moveTo>
                      <a:lnTo>
                        <a:pt x="2191" y="9906"/>
                      </a:lnTo>
                      <a:lnTo>
                        <a:pt x="1429" y="9049"/>
                      </a:lnTo>
                      <a:lnTo>
                        <a:pt x="2667" y="9430"/>
                      </a:lnTo>
                      <a:close/>
                      <a:moveTo>
                        <a:pt x="3810" y="19145"/>
                      </a:moveTo>
                      <a:lnTo>
                        <a:pt x="4191" y="20384"/>
                      </a:lnTo>
                      <a:lnTo>
                        <a:pt x="3143" y="21908"/>
                      </a:lnTo>
                      <a:lnTo>
                        <a:pt x="3715" y="19145"/>
                      </a:lnTo>
                      <a:close/>
                      <a:moveTo>
                        <a:pt x="4667" y="13335"/>
                      </a:moveTo>
                      <a:cubicBezTo>
                        <a:pt x="4667" y="13335"/>
                        <a:pt x="4382" y="13430"/>
                        <a:pt x="4000" y="13811"/>
                      </a:cubicBezTo>
                      <a:lnTo>
                        <a:pt x="3810" y="13049"/>
                      </a:lnTo>
                      <a:lnTo>
                        <a:pt x="4667" y="13335"/>
                      </a:lnTo>
                      <a:close/>
                      <a:moveTo>
                        <a:pt x="10382" y="14573"/>
                      </a:moveTo>
                      <a:cubicBezTo>
                        <a:pt x="10096" y="13907"/>
                        <a:pt x="9525" y="13621"/>
                        <a:pt x="8572" y="13811"/>
                      </a:cubicBezTo>
                      <a:lnTo>
                        <a:pt x="8382" y="14097"/>
                      </a:lnTo>
                      <a:cubicBezTo>
                        <a:pt x="8382" y="14097"/>
                        <a:pt x="8477" y="13526"/>
                        <a:pt x="8763" y="13526"/>
                      </a:cubicBezTo>
                      <a:cubicBezTo>
                        <a:pt x="8763" y="13526"/>
                        <a:pt x="9049" y="13526"/>
                        <a:pt x="9525" y="13716"/>
                      </a:cubicBezTo>
                      <a:cubicBezTo>
                        <a:pt x="9906" y="13811"/>
                        <a:pt x="10096" y="13811"/>
                        <a:pt x="10382" y="13716"/>
                      </a:cubicBezTo>
                      <a:lnTo>
                        <a:pt x="10382" y="14669"/>
                      </a:lnTo>
                      <a:close/>
                      <a:moveTo>
                        <a:pt x="9334" y="35719"/>
                      </a:moveTo>
                      <a:lnTo>
                        <a:pt x="9334" y="34480"/>
                      </a:lnTo>
                      <a:lnTo>
                        <a:pt x="9144" y="34480"/>
                      </a:lnTo>
                      <a:lnTo>
                        <a:pt x="9144" y="35719"/>
                      </a:lnTo>
                      <a:lnTo>
                        <a:pt x="9334" y="35719"/>
                      </a:lnTo>
                      <a:close/>
                      <a:moveTo>
                        <a:pt x="12954" y="15621"/>
                      </a:moveTo>
                      <a:lnTo>
                        <a:pt x="14383" y="14764"/>
                      </a:lnTo>
                      <a:lnTo>
                        <a:pt x="14192" y="14002"/>
                      </a:lnTo>
                      <a:lnTo>
                        <a:pt x="12954" y="15621"/>
                      </a:lnTo>
                      <a:close/>
                      <a:moveTo>
                        <a:pt x="14383" y="24575"/>
                      </a:moveTo>
                      <a:lnTo>
                        <a:pt x="15621" y="24955"/>
                      </a:lnTo>
                      <a:lnTo>
                        <a:pt x="15430" y="24575"/>
                      </a:lnTo>
                      <a:lnTo>
                        <a:pt x="14383" y="24575"/>
                      </a:lnTo>
                      <a:close/>
                      <a:moveTo>
                        <a:pt x="15430" y="23336"/>
                      </a:moveTo>
                      <a:lnTo>
                        <a:pt x="16002" y="23051"/>
                      </a:lnTo>
                      <a:lnTo>
                        <a:pt x="15430" y="22574"/>
                      </a:lnTo>
                      <a:lnTo>
                        <a:pt x="15430" y="23336"/>
                      </a:lnTo>
                      <a:close/>
                      <a:moveTo>
                        <a:pt x="16002" y="12573"/>
                      </a:moveTo>
                      <a:lnTo>
                        <a:pt x="16764" y="12287"/>
                      </a:lnTo>
                      <a:lnTo>
                        <a:pt x="15621" y="12002"/>
                      </a:lnTo>
                      <a:lnTo>
                        <a:pt x="16002" y="12478"/>
                      </a:lnTo>
                      <a:close/>
                      <a:moveTo>
                        <a:pt x="16192" y="4477"/>
                      </a:moveTo>
                      <a:lnTo>
                        <a:pt x="16478" y="5239"/>
                      </a:lnTo>
                      <a:lnTo>
                        <a:pt x="15907" y="5239"/>
                      </a:lnTo>
                      <a:lnTo>
                        <a:pt x="16097" y="4477"/>
                      </a:lnTo>
                      <a:close/>
                      <a:moveTo>
                        <a:pt x="18574" y="2762"/>
                      </a:moveTo>
                      <a:cubicBezTo>
                        <a:pt x="18574" y="2762"/>
                        <a:pt x="18097" y="2381"/>
                        <a:pt x="18097" y="1905"/>
                      </a:cubicBezTo>
                      <a:lnTo>
                        <a:pt x="18097" y="1048"/>
                      </a:lnTo>
                      <a:lnTo>
                        <a:pt x="19907" y="0"/>
                      </a:lnTo>
                      <a:cubicBezTo>
                        <a:pt x="19907" y="0"/>
                        <a:pt x="19717" y="381"/>
                        <a:pt x="19241" y="667"/>
                      </a:cubicBezTo>
                      <a:cubicBezTo>
                        <a:pt x="18764" y="857"/>
                        <a:pt x="18574" y="1143"/>
                        <a:pt x="18574" y="1334"/>
                      </a:cubicBezTo>
                      <a:cubicBezTo>
                        <a:pt x="18574" y="1429"/>
                        <a:pt x="18574" y="1619"/>
                        <a:pt x="18955" y="1905"/>
                      </a:cubicBezTo>
                      <a:cubicBezTo>
                        <a:pt x="19050" y="2096"/>
                        <a:pt x="18955" y="2477"/>
                        <a:pt x="18764" y="2858"/>
                      </a:cubicBezTo>
                      <a:close/>
                      <a:moveTo>
                        <a:pt x="20383" y="6001"/>
                      </a:moveTo>
                      <a:lnTo>
                        <a:pt x="20860" y="6001"/>
                      </a:lnTo>
                      <a:lnTo>
                        <a:pt x="20003" y="7334"/>
                      </a:lnTo>
                      <a:lnTo>
                        <a:pt x="20383" y="6001"/>
                      </a:lnTo>
                      <a:close/>
                      <a:moveTo>
                        <a:pt x="20383" y="15050"/>
                      </a:moveTo>
                      <a:lnTo>
                        <a:pt x="20383" y="14288"/>
                      </a:lnTo>
                      <a:lnTo>
                        <a:pt x="20003" y="14288"/>
                      </a:lnTo>
                      <a:lnTo>
                        <a:pt x="20003" y="15050"/>
                      </a:lnTo>
                      <a:lnTo>
                        <a:pt x="20383" y="15050"/>
                      </a:lnTo>
                      <a:close/>
                      <a:moveTo>
                        <a:pt x="23717" y="4953"/>
                      </a:moveTo>
                      <a:lnTo>
                        <a:pt x="23717" y="5905"/>
                      </a:lnTo>
                      <a:lnTo>
                        <a:pt x="22955" y="4191"/>
                      </a:lnTo>
                      <a:cubicBezTo>
                        <a:pt x="23432" y="4191"/>
                        <a:pt x="23717" y="4382"/>
                        <a:pt x="23717" y="4953"/>
                      </a:cubicBezTo>
                      <a:close/>
                      <a:moveTo>
                        <a:pt x="24955" y="14478"/>
                      </a:moveTo>
                      <a:lnTo>
                        <a:pt x="26479" y="14002"/>
                      </a:lnTo>
                      <a:lnTo>
                        <a:pt x="25717" y="14002"/>
                      </a:lnTo>
                      <a:lnTo>
                        <a:pt x="25051" y="14478"/>
                      </a:lnTo>
                      <a:close/>
                      <a:moveTo>
                        <a:pt x="24955" y="19526"/>
                      </a:moveTo>
                      <a:lnTo>
                        <a:pt x="25146" y="18764"/>
                      </a:lnTo>
                      <a:lnTo>
                        <a:pt x="24955" y="18479"/>
                      </a:lnTo>
                      <a:lnTo>
                        <a:pt x="24955" y="19431"/>
                      </a:lnTo>
                      <a:close/>
                      <a:moveTo>
                        <a:pt x="27242" y="40100"/>
                      </a:moveTo>
                      <a:lnTo>
                        <a:pt x="27718" y="40291"/>
                      </a:lnTo>
                      <a:lnTo>
                        <a:pt x="27908" y="40100"/>
                      </a:lnTo>
                      <a:lnTo>
                        <a:pt x="27242" y="39434"/>
                      </a:lnTo>
                      <a:lnTo>
                        <a:pt x="28289" y="39814"/>
                      </a:lnTo>
                      <a:cubicBezTo>
                        <a:pt x="27718" y="40386"/>
                        <a:pt x="27432" y="40672"/>
                        <a:pt x="27242" y="40672"/>
                      </a:cubicBezTo>
                      <a:lnTo>
                        <a:pt x="27242" y="40196"/>
                      </a:lnTo>
                      <a:close/>
                      <a:moveTo>
                        <a:pt x="29146" y="27527"/>
                      </a:moveTo>
                      <a:cubicBezTo>
                        <a:pt x="29623" y="27337"/>
                        <a:pt x="29813" y="26861"/>
                        <a:pt x="29718" y="26289"/>
                      </a:cubicBezTo>
                      <a:cubicBezTo>
                        <a:pt x="29051" y="26384"/>
                        <a:pt x="28766" y="26765"/>
                        <a:pt x="28766" y="27242"/>
                      </a:cubicBezTo>
                      <a:cubicBezTo>
                        <a:pt x="28956" y="27432"/>
                        <a:pt x="29051" y="27527"/>
                        <a:pt x="29146" y="27432"/>
                      </a:cubicBezTo>
                      <a:close/>
                      <a:moveTo>
                        <a:pt x="29718" y="17717"/>
                      </a:moveTo>
                      <a:lnTo>
                        <a:pt x="28861" y="17717"/>
                      </a:lnTo>
                      <a:lnTo>
                        <a:pt x="29051" y="19526"/>
                      </a:lnTo>
                      <a:lnTo>
                        <a:pt x="29623" y="17717"/>
                      </a:lnTo>
                      <a:close/>
                      <a:moveTo>
                        <a:pt x="29718" y="24384"/>
                      </a:moveTo>
                      <a:cubicBezTo>
                        <a:pt x="29718" y="24384"/>
                        <a:pt x="29623" y="24003"/>
                        <a:pt x="29623" y="23908"/>
                      </a:cubicBezTo>
                      <a:cubicBezTo>
                        <a:pt x="29623" y="23527"/>
                        <a:pt x="29908" y="23432"/>
                        <a:pt x="30385" y="23432"/>
                      </a:cubicBezTo>
                      <a:lnTo>
                        <a:pt x="30766" y="23432"/>
                      </a:lnTo>
                      <a:lnTo>
                        <a:pt x="30766" y="23051"/>
                      </a:lnTo>
                      <a:cubicBezTo>
                        <a:pt x="30766" y="23051"/>
                        <a:pt x="30480" y="23051"/>
                        <a:pt x="30385" y="23051"/>
                      </a:cubicBezTo>
                      <a:cubicBezTo>
                        <a:pt x="30099" y="23051"/>
                        <a:pt x="29718" y="23241"/>
                        <a:pt x="29528" y="23527"/>
                      </a:cubicBezTo>
                      <a:cubicBezTo>
                        <a:pt x="29242" y="23813"/>
                        <a:pt x="29146" y="24098"/>
                        <a:pt x="29146" y="24479"/>
                      </a:cubicBezTo>
                      <a:lnTo>
                        <a:pt x="29718" y="24479"/>
                      </a:lnTo>
                      <a:close/>
                      <a:moveTo>
                        <a:pt x="30004" y="35338"/>
                      </a:moveTo>
                      <a:cubicBezTo>
                        <a:pt x="30004" y="35338"/>
                        <a:pt x="30099" y="35147"/>
                        <a:pt x="30289" y="34766"/>
                      </a:cubicBezTo>
                      <a:cubicBezTo>
                        <a:pt x="30004" y="34766"/>
                        <a:pt x="29908" y="34766"/>
                        <a:pt x="29813" y="34957"/>
                      </a:cubicBezTo>
                      <a:cubicBezTo>
                        <a:pt x="29813" y="35147"/>
                        <a:pt x="29718" y="35243"/>
                        <a:pt x="29528" y="35338"/>
                      </a:cubicBezTo>
                      <a:lnTo>
                        <a:pt x="30004" y="35338"/>
                      </a:lnTo>
                      <a:close/>
                      <a:moveTo>
                        <a:pt x="30289" y="7429"/>
                      </a:moveTo>
                      <a:lnTo>
                        <a:pt x="30766" y="6953"/>
                      </a:lnTo>
                      <a:lnTo>
                        <a:pt x="30004" y="6191"/>
                      </a:lnTo>
                      <a:lnTo>
                        <a:pt x="30480" y="5715"/>
                      </a:lnTo>
                      <a:lnTo>
                        <a:pt x="31337" y="7239"/>
                      </a:lnTo>
                      <a:lnTo>
                        <a:pt x="30194" y="7429"/>
                      </a:lnTo>
                      <a:close/>
                      <a:moveTo>
                        <a:pt x="33528" y="39434"/>
                      </a:moveTo>
                      <a:lnTo>
                        <a:pt x="33528" y="38576"/>
                      </a:lnTo>
                      <a:cubicBezTo>
                        <a:pt x="33528" y="38576"/>
                        <a:pt x="33433" y="38576"/>
                        <a:pt x="32957" y="38862"/>
                      </a:cubicBezTo>
                      <a:cubicBezTo>
                        <a:pt x="32861" y="38862"/>
                        <a:pt x="32671" y="38671"/>
                        <a:pt x="32575" y="38386"/>
                      </a:cubicBezTo>
                      <a:cubicBezTo>
                        <a:pt x="32385" y="38195"/>
                        <a:pt x="32290" y="38100"/>
                        <a:pt x="32195" y="38100"/>
                      </a:cubicBezTo>
                      <a:cubicBezTo>
                        <a:pt x="32004" y="38100"/>
                        <a:pt x="31909" y="38100"/>
                        <a:pt x="31718" y="38291"/>
                      </a:cubicBezTo>
                      <a:lnTo>
                        <a:pt x="33528" y="39338"/>
                      </a:lnTo>
                      <a:close/>
                      <a:moveTo>
                        <a:pt x="35147" y="39053"/>
                      </a:moveTo>
                      <a:cubicBezTo>
                        <a:pt x="35147" y="39053"/>
                        <a:pt x="35147" y="39053"/>
                        <a:pt x="35147" y="38862"/>
                      </a:cubicBezTo>
                      <a:lnTo>
                        <a:pt x="34862" y="37243"/>
                      </a:lnTo>
                      <a:cubicBezTo>
                        <a:pt x="34862" y="37243"/>
                        <a:pt x="34671" y="37624"/>
                        <a:pt x="34671" y="37814"/>
                      </a:cubicBezTo>
                      <a:cubicBezTo>
                        <a:pt x="34671" y="37719"/>
                        <a:pt x="34862" y="38005"/>
                        <a:pt x="35242" y="38862"/>
                      </a:cubicBezTo>
                      <a:lnTo>
                        <a:pt x="35242" y="39053"/>
                      </a:lnTo>
                      <a:close/>
                      <a:moveTo>
                        <a:pt x="38100" y="95"/>
                      </a:moveTo>
                      <a:lnTo>
                        <a:pt x="38100" y="667"/>
                      </a:lnTo>
                      <a:lnTo>
                        <a:pt x="37147" y="667"/>
                      </a:lnTo>
                      <a:lnTo>
                        <a:pt x="38100" y="95"/>
                      </a:lnTo>
                      <a:close/>
                      <a:moveTo>
                        <a:pt x="38576" y="10573"/>
                      </a:moveTo>
                      <a:lnTo>
                        <a:pt x="37814" y="11335"/>
                      </a:lnTo>
                      <a:lnTo>
                        <a:pt x="38576" y="10287"/>
                      </a:lnTo>
                      <a:lnTo>
                        <a:pt x="38576" y="10573"/>
                      </a:lnTo>
                      <a:close/>
                      <a:moveTo>
                        <a:pt x="42482" y="22003"/>
                      </a:moveTo>
                      <a:lnTo>
                        <a:pt x="41910" y="22479"/>
                      </a:lnTo>
                      <a:lnTo>
                        <a:pt x="41529" y="22479"/>
                      </a:lnTo>
                      <a:lnTo>
                        <a:pt x="42482" y="22003"/>
                      </a:lnTo>
                      <a:close/>
                      <a:moveTo>
                        <a:pt x="42291" y="11049"/>
                      </a:moveTo>
                      <a:cubicBezTo>
                        <a:pt x="42291" y="11049"/>
                        <a:pt x="42100" y="11049"/>
                        <a:pt x="42100" y="10763"/>
                      </a:cubicBezTo>
                      <a:cubicBezTo>
                        <a:pt x="42100" y="10382"/>
                        <a:pt x="42100" y="10287"/>
                        <a:pt x="42100" y="10287"/>
                      </a:cubicBezTo>
                      <a:lnTo>
                        <a:pt x="42386" y="10287"/>
                      </a:lnTo>
                      <a:lnTo>
                        <a:pt x="42386" y="11049"/>
                      </a:lnTo>
                      <a:close/>
                      <a:moveTo>
                        <a:pt x="51911" y="5715"/>
                      </a:moveTo>
                      <a:cubicBezTo>
                        <a:pt x="51911" y="5715"/>
                        <a:pt x="51911" y="5334"/>
                        <a:pt x="52007" y="5144"/>
                      </a:cubicBezTo>
                      <a:cubicBezTo>
                        <a:pt x="52102" y="4953"/>
                        <a:pt x="52292" y="4858"/>
                        <a:pt x="52388" y="4858"/>
                      </a:cubicBezTo>
                      <a:lnTo>
                        <a:pt x="52388" y="5620"/>
                      </a:lnTo>
                      <a:lnTo>
                        <a:pt x="51816" y="5620"/>
                      </a:lnTo>
                      <a:close/>
                    </a:path>
                  </a:pathLst>
                </a:custGeom>
                <a:solidFill>
                  <a:srgbClr val="FFF1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sp>
        <p:nvSpPr>
          <p:cNvPr id="5" name="Brandline_LVC">
            <a:extLst>
              <a:ext uri="{FF2B5EF4-FFF2-40B4-BE49-F238E27FC236}">
                <a16:creationId xmlns:a16="http://schemas.microsoft.com/office/drawing/2014/main" id="{5BFA455A-F279-B933-8C20-31D3A729F9ED}"/>
              </a:ext>
            </a:extLst>
          </p:cNvPr>
          <p:cNvSpPr/>
          <p:nvPr/>
        </p:nvSpPr>
        <p:spPr>
          <a:xfrm>
            <a:off x="7213600" y="816324"/>
            <a:ext cx="1841580"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1621"/>
        <p:cNvGrpSpPr/>
        <p:nvPr/>
      </p:nvGrpSpPr>
      <p:grpSpPr>
        <a:xfrm>
          <a:off x="0" y="0"/>
          <a:ext cx="0" cy="0"/>
          <a:chOff x="0" y="0"/>
          <a:chExt cx="0" cy="0"/>
        </a:xfrm>
      </p:grpSpPr>
      <p:sp>
        <p:nvSpPr>
          <p:cNvPr id="1622" name="Google Shape;1622;p61"/>
          <p:cNvSpPr txBox="1">
            <a:spLocks noGrp="1"/>
          </p:cNvSpPr>
          <p:nvPr>
            <p:ph type="body" idx="10"/>
          </p:nvPr>
        </p:nvSpPr>
        <p:spPr>
          <a:xfrm>
            <a:off x="0" y="4114800"/>
            <a:ext cx="16256001" cy="914400"/>
          </a:xfrm>
          <a:noFill/>
          <a:ln>
            <a:noFill/>
          </a:ln>
        </p:spPr>
        <p:txBody>
          <a:bodyPr spcFirstLastPara="1" wrap="square" lIns="91425" tIns="45700" rIns="91425" bIns="45700" anchor="ctr" anchorCtr="0">
            <a:normAutofit/>
          </a:bodyPr>
          <a:lstStyle/>
          <a:p>
            <a:pPr lvl="0"/>
            <a:r>
              <a:rPr lang="en-US">
                <a:sym typeface="Open Sans"/>
              </a:rPr>
              <a:t>Introduction to Hadoop</a:t>
            </a: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1627"/>
        <p:cNvGrpSpPr/>
        <p:nvPr/>
      </p:nvGrpSpPr>
      <p:grpSpPr>
        <a:xfrm>
          <a:off x="0" y="0"/>
          <a:ext cx="0" cy="0"/>
          <a:chOff x="0" y="0"/>
          <a:chExt cx="0" cy="0"/>
        </a:xfrm>
      </p:grpSpPr>
      <p:sp>
        <p:nvSpPr>
          <p:cNvPr id="1628" name="Google Shape;1628;p62"/>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dirty="0">
                <a:latin typeface="Open Sans"/>
                <a:ea typeface="Open Sans"/>
                <a:cs typeface="Open Sans"/>
                <a:sym typeface="Open Sans"/>
              </a:rPr>
              <a:t>What Is Hadoop?</a:t>
            </a:r>
            <a:endParaRPr sz="2800" dirty="0">
              <a:latin typeface="Open Sans"/>
              <a:ea typeface="Open Sans"/>
              <a:cs typeface="Open Sans"/>
              <a:sym typeface="Open Sans"/>
            </a:endParaRPr>
          </a:p>
        </p:txBody>
      </p:sp>
      <p:sp>
        <p:nvSpPr>
          <p:cNvPr id="1629" name="Google Shape;1629;p62"/>
          <p:cNvSpPr/>
          <p:nvPr/>
        </p:nvSpPr>
        <p:spPr>
          <a:xfrm>
            <a:off x="2749844" y="6781947"/>
            <a:ext cx="10360353" cy="476682"/>
          </a:xfrm>
          <a:prstGeom prst="roundRect">
            <a:avLst>
              <a:gd name="adj" fmla="val 16667"/>
            </a:avLst>
          </a:prstGeom>
          <a:noFill/>
          <a:ln w="9525" cap="flat" cmpd="sng">
            <a:solidFill>
              <a:schemeClr val="lt1"/>
            </a:solidFill>
            <a:prstDash val="solid"/>
            <a:round/>
            <a:headEnd type="none" w="sm" len="sm"/>
            <a:tailEnd type="none" w="sm" len="sm"/>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endParaRPr sz="2200" b="0" i="0" u="none" strike="noStrike" cap="none">
              <a:solidFill>
                <a:srgbClr val="3F3F3F"/>
              </a:solidFill>
              <a:latin typeface="Open Sans"/>
              <a:ea typeface="Open Sans"/>
              <a:cs typeface="Open Sans"/>
              <a:sym typeface="Open Sans"/>
            </a:endParaRPr>
          </a:p>
        </p:txBody>
      </p:sp>
      <p:sp>
        <p:nvSpPr>
          <p:cNvPr id="1631" name="Google Shape;1631;p62"/>
          <p:cNvSpPr/>
          <p:nvPr/>
        </p:nvSpPr>
        <p:spPr>
          <a:xfrm>
            <a:off x="1691533" y="1277308"/>
            <a:ext cx="12872934" cy="1258304"/>
          </a:xfrm>
          <a:prstGeom prst="roundRect">
            <a:avLst>
              <a:gd name="adj" fmla="val 16667"/>
            </a:avLst>
          </a:prstGeom>
          <a:solidFill>
            <a:schemeClr val="lt1"/>
          </a:solidFill>
          <a:ln w="25400" cap="flat" cmpd="sng">
            <a:no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15000"/>
              </a:lnSpc>
              <a:spcBef>
                <a:spcPts val="0"/>
              </a:spcBef>
              <a:spcAft>
                <a:spcPts val="0"/>
              </a:spcAft>
              <a:buClr>
                <a:srgbClr val="000000"/>
              </a:buClr>
              <a:buSzPts val="2200"/>
              <a:buFont typeface="Arial"/>
              <a:buNone/>
            </a:pPr>
            <a:endParaRPr sz="2200" b="0" i="0" u="none" strike="noStrike" cap="none" dirty="0">
              <a:solidFill>
                <a:srgbClr val="3F3F3F"/>
              </a:solidFill>
              <a:latin typeface="Open Sans"/>
              <a:ea typeface="Open Sans"/>
              <a:cs typeface="Open Sans"/>
              <a:sym typeface="Open Sans"/>
            </a:endParaRPr>
          </a:p>
          <a:p>
            <a:pPr marL="0" marR="0" lvl="0" indent="0" algn="ctr" rtl="0">
              <a:lnSpc>
                <a:spcPct val="115000"/>
              </a:lnSpc>
              <a:spcBef>
                <a:spcPts val="0"/>
              </a:spcBef>
              <a:spcAft>
                <a:spcPts val="0"/>
              </a:spcAft>
              <a:buClr>
                <a:srgbClr val="000000"/>
              </a:buClr>
              <a:buSzPts val="2200"/>
              <a:buFont typeface="Arial"/>
              <a:buNone/>
            </a:pPr>
            <a:r>
              <a:rPr lang="en-US" sz="2200" b="0" i="0" u="none" strike="noStrike" cap="none" dirty="0">
                <a:solidFill>
                  <a:srgbClr val="3F3F3F"/>
                </a:solidFill>
                <a:latin typeface="Open Sans"/>
                <a:ea typeface="Open Sans"/>
                <a:cs typeface="Open Sans"/>
                <a:sym typeface="Open Sans"/>
              </a:rPr>
              <a:t>Hadoop is a framework that allows distributed processing of large datasets across clusters of commodity computers using simple programming models.</a:t>
            </a:r>
            <a:endParaRPr sz="2200" b="0" i="0" u="none" strike="noStrike" cap="none" dirty="0">
              <a:solidFill>
                <a:srgbClr val="3F3F3F"/>
              </a:solidFill>
              <a:latin typeface="Open Sans"/>
              <a:ea typeface="Open Sans"/>
              <a:cs typeface="Open Sans"/>
              <a:sym typeface="Open Sans"/>
            </a:endParaRPr>
          </a:p>
          <a:p>
            <a:pPr marL="0" marR="0" lvl="0" indent="0" algn="ctr" rtl="0">
              <a:lnSpc>
                <a:spcPct val="115000"/>
              </a:lnSpc>
              <a:spcBef>
                <a:spcPts val="0"/>
              </a:spcBef>
              <a:spcAft>
                <a:spcPts val="0"/>
              </a:spcAft>
              <a:buClr>
                <a:srgbClr val="000000"/>
              </a:buClr>
              <a:buSzPts val="2200"/>
              <a:buFont typeface="Arial"/>
              <a:buNone/>
            </a:pPr>
            <a:endParaRPr sz="2200" b="0" i="0" u="none" strike="noStrike" cap="none" dirty="0">
              <a:solidFill>
                <a:srgbClr val="3F3F3F"/>
              </a:solidFill>
              <a:latin typeface="Open Sans"/>
              <a:ea typeface="Open Sans"/>
              <a:cs typeface="Open Sans"/>
              <a:sym typeface="Open Sans"/>
            </a:endParaRPr>
          </a:p>
        </p:txBody>
      </p:sp>
      <p:pic>
        <p:nvPicPr>
          <p:cNvPr id="1632" name="Google Shape;1632;p62" descr="Graphical user interface&#10;&#10;Description automatically generated"/>
          <p:cNvPicPr preferRelativeResize="0"/>
          <p:nvPr/>
        </p:nvPicPr>
        <p:blipFill rotWithShape="1">
          <a:blip r:embed="rId3">
            <a:alphaModFix/>
          </a:blip>
          <a:srcRect/>
          <a:stretch/>
        </p:blipFill>
        <p:spPr>
          <a:xfrm>
            <a:off x="3814642" y="3758509"/>
            <a:ext cx="8626716" cy="3271520"/>
          </a:xfrm>
          <a:prstGeom prst="rect">
            <a:avLst/>
          </a:prstGeom>
          <a:noFill/>
          <a:ln>
            <a:noFill/>
          </a:ln>
        </p:spPr>
      </p:pic>
      <p:sp>
        <p:nvSpPr>
          <p:cNvPr id="3" name="Brandline_LVC">
            <a:extLst>
              <a:ext uri="{FF2B5EF4-FFF2-40B4-BE49-F238E27FC236}">
                <a16:creationId xmlns:a16="http://schemas.microsoft.com/office/drawing/2014/main" id="{6556C7CA-2CED-CC23-353F-207CF7AC5657}"/>
              </a:ext>
            </a:extLst>
          </p:cNvPr>
          <p:cNvSpPr/>
          <p:nvPr/>
        </p:nvSpPr>
        <p:spPr>
          <a:xfrm>
            <a:off x="6273800" y="816324"/>
            <a:ext cx="3714830"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1637"/>
        <p:cNvGrpSpPr/>
        <p:nvPr/>
      </p:nvGrpSpPr>
      <p:grpSpPr>
        <a:xfrm>
          <a:off x="0" y="0"/>
          <a:ext cx="0" cy="0"/>
          <a:chOff x="0" y="0"/>
          <a:chExt cx="0" cy="0"/>
        </a:xfrm>
      </p:grpSpPr>
      <p:sp>
        <p:nvSpPr>
          <p:cNvPr id="1638" name="Google Shape;1638;p17"/>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dirty="0">
                <a:solidFill>
                  <a:srgbClr val="3F3F3F"/>
                </a:solidFill>
                <a:latin typeface="Open Sans"/>
                <a:ea typeface="Open Sans"/>
                <a:cs typeface="Open Sans"/>
                <a:sym typeface="Open Sans"/>
              </a:rPr>
              <a:t>Characteristics of Hadoop</a:t>
            </a:r>
            <a:endParaRPr sz="2800" dirty="0">
              <a:solidFill>
                <a:srgbClr val="3F3F3F"/>
              </a:solidFill>
              <a:latin typeface="Open Sans"/>
              <a:ea typeface="Open Sans"/>
              <a:cs typeface="Open Sans"/>
              <a:sym typeface="Open Sans"/>
            </a:endParaRPr>
          </a:p>
        </p:txBody>
      </p:sp>
      <p:sp>
        <p:nvSpPr>
          <p:cNvPr id="1639" name="Google Shape;1639;p17"/>
          <p:cNvSpPr/>
          <p:nvPr/>
        </p:nvSpPr>
        <p:spPr>
          <a:xfrm>
            <a:off x="10409636" y="3318898"/>
            <a:ext cx="3817352" cy="769441"/>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dirty="0">
                <a:solidFill>
                  <a:srgbClr val="3F3F3F"/>
                </a:solidFill>
                <a:latin typeface="Open Sans"/>
                <a:ea typeface="Open Sans"/>
                <a:cs typeface="Open Sans"/>
                <a:sym typeface="Open Sans"/>
              </a:rPr>
              <a:t>Can follow both horizontal and vertical scaling</a:t>
            </a:r>
            <a:endParaRPr lang="en-IN" sz="1400" b="0" i="0" u="none" strike="noStrike" cap="none" dirty="0">
              <a:solidFill>
                <a:srgbClr val="3F3F3F"/>
              </a:solidFill>
              <a:latin typeface="Arial"/>
              <a:ea typeface="Arial"/>
              <a:cs typeface="Arial"/>
              <a:sym typeface="Arial"/>
            </a:endParaRPr>
          </a:p>
        </p:txBody>
      </p:sp>
      <p:sp>
        <p:nvSpPr>
          <p:cNvPr id="1640" name="Google Shape;1640;p17"/>
          <p:cNvSpPr/>
          <p:nvPr/>
        </p:nvSpPr>
        <p:spPr>
          <a:xfrm>
            <a:off x="10315508" y="5785348"/>
            <a:ext cx="3642540" cy="769441"/>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dirty="0">
                <a:solidFill>
                  <a:srgbClr val="3F3F3F"/>
                </a:solidFill>
                <a:latin typeface="Open Sans"/>
                <a:ea typeface="Open Sans"/>
                <a:cs typeface="Open Sans"/>
                <a:sym typeface="Open Sans"/>
              </a:rPr>
              <a:t>Can store huge data and decide to use it later</a:t>
            </a:r>
            <a:endParaRPr lang="en-IN" sz="1400" b="0" i="0" u="none" strike="noStrike" cap="none" dirty="0">
              <a:solidFill>
                <a:srgbClr val="3F3F3F"/>
              </a:solidFill>
              <a:latin typeface="Arial"/>
              <a:ea typeface="Arial"/>
              <a:cs typeface="Arial"/>
              <a:sym typeface="Arial"/>
            </a:endParaRPr>
          </a:p>
        </p:txBody>
      </p:sp>
      <p:sp>
        <p:nvSpPr>
          <p:cNvPr id="1641" name="Google Shape;1641;p17"/>
          <p:cNvSpPr/>
          <p:nvPr/>
        </p:nvSpPr>
        <p:spPr>
          <a:xfrm>
            <a:off x="1628887" y="3318898"/>
            <a:ext cx="4193688" cy="1107996"/>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dirty="0">
                <a:solidFill>
                  <a:srgbClr val="3F3F3F"/>
                </a:solidFill>
                <a:latin typeface="Open Sans"/>
                <a:ea typeface="Open Sans"/>
                <a:cs typeface="Open Sans"/>
                <a:sym typeface="Open Sans"/>
              </a:rPr>
              <a:t>Stores copies of the data on different machines and is resistant to hardware failure</a:t>
            </a:r>
            <a:endParaRPr lang="en-IN" sz="1400" b="0" i="0" u="none" strike="noStrike" cap="none" dirty="0">
              <a:solidFill>
                <a:srgbClr val="3F3F3F"/>
              </a:solidFill>
              <a:latin typeface="Arial"/>
              <a:ea typeface="Arial"/>
              <a:cs typeface="Arial"/>
              <a:sym typeface="Arial"/>
            </a:endParaRPr>
          </a:p>
        </p:txBody>
      </p:sp>
      <p:grpSp>
        <p:nvGrpSpPr>
          <p:cNvPr id="1642" name="Google Shape;1642;p17"/>
          <p:cNvGrpSpPr/>
          <p:nvPr/>
        </p:nvGrpSpPr>
        <p:grpSpPr>
          <a:xfrm>
            <a:off x="6980168" y="3560162"/>
            <a:ext cx="2216150" cy="2219325"/>
            <a:chOff x="7305409" y="6337632"/>
            <a:chExt cx="2216150" cy="2219325"/>
          </a:xfrm>
        </p:grpSpPr>
        <p:sp>
          <p:nvSpPr>
            <p:cNvPr id="1643" name="Google Shape;1643;p17"/>
            <p:cNvSpPr/>
            <p:nvPr/>
          </p:nvSpPr>
          <p:spPr>
            <a:xfrm>
              <a:off x="7305409" y="6337632"/>
              <a:ext cx="2216150" cy="2219325"/>
            </a:xfrm>
            <a:prstGeom prst="ellipse">
              <a:avLst/>
            </a:prstGeom>
            <a:solidFill>
              <a:srgbClr val="F1F2F2"/>
            </a:solidFill>
            <a:ln w="11100" cap="flat" cmpd="sng">
              <a:solidFill>
                <a:srgbClr val="3F3F3F"/>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pic>
          <p:nvPicPr>
            <p:cNvPr id="1644" name="Google Shape;1644;p17"/>
            <p:cNvPicPr preferRelativeResize="0"/>
            <p:nvPr/>
          </p:nvPicPr>
          <p:blipFill rotWithShape="1">
            <a:blip r:embed="rId3">
              <a:alphaModFix/>
            </a:blip>
            <a:srcRect/>
            <a:stretch/>
          </p:blipFill>
          <p:spPr>
            <a:xfrm>
              <a:off x="7593700" y="6600570"/>
              <a:ext cx="1764008" cy="1693448"/>
            </a:xfrm>
            <a:prstGeom prst="rect">
              <a:avLst/>
            </a:prstGeom>
            <a:noFill/>
            <a:ln>
              <a:noFill/>
            </a:ln>
          </p:spPr>
        </p:pic>
      </p:grpSp>
      <p:sp>
        <p:nvSpPr>
          <p:cNvPr id="1645" name="Google Shape;1645;p17"/>
          <p:cNvSpPr/>
          <p:nvPr/>
        </p:nvSpPr>
        <p:spPr>
          <a:xfrm>
            <a:off x="1541582" y="5785348"/>
            <a:ext cx="4329945" cy="769441"/>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dirty="0">
                <a:solidFill>
                  <a:srgbClr val="3F3F3F"/>
                </a:solidFill>
                <a:latin typeface="Open Sans"/>
                <a:ea typeface="Open Sans"/>
                <a:cs typeface="Open Sans"/>
                <a:sym typeface="Open Sans"/>
              </a:rPr>
              <a:t>Can use ordinary computers </a:t>
            </a:r>
            <a:br>
              <a:rPr lang="en-US" sz="2200" b="0" i="0" u="none" strike="noStrike" cap="none" dirty="0">
                <a:solidFill>
                  <a:srgbClr val="3F3F3F"/>
                </a:solidFill>
                <a:latin typeface="Open Sans"/>
                <a:ea typeface="Open Sans"/>
                <a:cs typeface="Open Sans"/>
                <a:sym typeface="Open Sans"/>
              </a:rPr>
            </a:br>
            <a:r>
              <a:rPr lang="en-US" sz="2200" b="0" i="0" u="none" strike="noStrike" cap="none" dirty="0">
                <a:solidFill>
                  <a:srgbClr val="3F3F3F"/>
                </a:solidFill>
                <a:latin typeface="Open Sans"/>
                <a:ea typeface="Open Sans"/>
                <a:cs typeface="Open Sans"/>
                <a:sym typeface="Open Sans"/>
              </a:rPr>
              <a:t>for data processing</a:t>
            </a:r>
            <a:endParaRPr lang="en-IN" sz="1400" b="0" i="0" u="none" strike="noStrike" cap="none" dirty="0">
              <a:solidFill>
                <a:srgbClr val="3F3F3F"/>
              </a:solidFill>
              <a:latin typeface="Arial"/>
              <a:ea typeface="Arial"/>
              <a:cs typeface="Arial"/>
              <a:sym typeface="Arial"/>
            </a:endParaRPr>
          </a:p>
        </p:txBody>
      </p:sp>
      <p:pic>
        <p:nvPicPr>
          <p:cNvPr id="1646" name="Google Shape;1646;p17"/>
          <p:cNvPicPr preferRelativeResize="0"/>
          <p:nvPr/>
        </p:nvPicPr>
        <p:blipFill rotWithShape="1">
          <a:blip r:embed="rId4">
            <a:alphaModFix/>
          </a:blip>
          <a:srcRect/>
          <a:stretch/>
        </p:blipFill>
        <p:spPr>
          <a:xfrm>
            <a:off x="5860630" y="5278177"/>
            <a:ext cx="1119538" cy="1119538"/>
          </a:xfrm>
          <a:prstGeom prst="rect">
            <a:avLst/>
          </a:prstGeom>
          <a:noFill/>
          <a:ln>
            <a:noFill/>
          </a:ln>
        </p:spPr>
      </p:pic>
      <p:pic>
        <p:nvPicPr>
          <p:cNvPr id="1647" name="Google Shape;1647;p17"/>
          <p:cNvPicPr preferRelativeResize="0"/>
          <p:nvPr/>
        </p:nvPicPr>
        <p:blipFill rotWithShape="1">
          <a:blip r:embed="rId5">
            <a:alphaModFix/>
          </a:blip>
          <a:srcRect/>
          <a:stretch/>
        </p:blipFill>
        <p:spPr>
          <a:xfrm>
            <a:off x="5860630" y="3002209"/>
            <a:ext cx="1119538" cy="1119538"/>
          </a:xfrm>
          <a:prstGeom prst="rect">
            <a:avLst/>
          </a:prstGeom>
          <a:noFill/>
          <a:ln>
            <a:noFill/>
          </a:ln>
        </p:spPr>
      </p:pic>
      <p:pic>
        <p:nvPicPr>
          <p:cNvPr id="1648" name="Google Shape;1648;p17"/>
          <p:cNvPicPr preferRelativeResize="0"/>
          <p:nvPr/>
        </p:nvPicPr>
        <p:blipFill rotWithShape="1">
          <a:blip r:embed="rId6">
            <a:alphaModFix/>
          </a:blip>
          <a:srcRect/>
          <a:stretch/>
        </p:blipFill>
        <p:spPr>
          <a:xfrm>
            <a:off x="9142698" y="2999472"/>
            <a:ext cx="1119538" cy="1119538"/>
          </a:xfrm>
          <a:prstGeom prst="rect">
            <a:avLst/>
          </a:prstGeom>
          <a:noFill/>
          <a:ln>
            <a:noFill/>
          </a:ln>
        </p:spPr>
      </p:pic>
      <p:pic>
        <p:nvPicPr>
          <p:cNvPr id="1649" name="Google Shape;1649;p17"/>
          <p:cNvPicPr preferRelativeResize="0"/>
          <p:nvPr/>
        </p:nvPicPr>
        <p:blipFill rotWithShape="1">
          <a:blip r:embed="rId7">
            <a:alphaModFix/>
          </a:blip>
          <a:srcRect/>
          <a:stretch/>
        </p:blipFill>
        <p:spPr>
          <a:xfrm>
            <a:off x="9142698" y="5278177"/>
            <a:ext cx="1119538" cy="1119538"/>
          </a:xfrm>
          <a:prstGeom prst="rect">
            <a:avLst/>
          </a:prstGeom>
          <a:noFill/>
          <a:ln>
            <a:noFill/>
          </a:ln>
        </p:spPr>
      </p:pic>
      <p:sp>
        <p:nvSpPr>
          <p:cNvPr id="1650" name="Google Shape;1650;p17"/>
          <p:cNvSpPr/>
          <p:nvPr/>
        </p:nvSpPr>
        <p:spPr>
          <a:xfrm>
            <a:off x="3935941" y="5200413"/>
            <a:ext cx="1787669" cy="430887"/>
          </a:xfrm>
          <a:prstGeom prst="rect">
            <a:avLst/>
          </a:prstGeom>
          <a:noFill/>
          <a:ln>
            <a:noFill/>
          </a:ln>
        </p:spPr>
        <p:txBody>
          <a:bodyPr spcFirstLastPara="1" wrap="square" lIns="91425" tIns="45700" rIns="91425" bIns="45700" anchor="t" anchorCtr="0">
            <a:spAutoFit/>
          </a:bodyPr>
          <a:lstStyle/>
          <a:p>
            <a:pPr marL="0" marR="0" lvl="0" indent="0" algn="r" rtl="0">
              <a:lnSpc>
                <a:spcPct val="100000"/>
              </a:lnSpc>
              <a:spcBef>
                <a:spcPts val="0"/>
              </a:spcBef>
              <a:spcAft>
                <a:spcPts val="0"/>
              </a:spcAft>
              <a:buClr>
                <a:srgbClr val="000000"/>
              </a:buClr>
              <a:buSzPts val="2200"/>
              <a:buFont typeface="Open Sans"/>
              <a:buNone/>
            </a:pPr>
            <a:r>
              <a:rPr lang="en-US" sz="2200" b="1" i="0" u="none" strike="noStrike" cap="none" dirty="0">
                <a:solidFill>
                  <a:srgbClr val="3F3F3F"/>
                </a:solidFill>
                <a:latin typeface="Open Sans"/>
                <a:ea typeface="Open Sans"/>
                <a:cs typeface="Open Sans"/>
                <a:sym typeface="Open Sans"/>
              </a:rPr>
              <a:t>Economical</a:t>
            </a:r>
            <a:endParaRPr sz="1400" b="0" i="0" u="none" strike="noStrike" cap="none" dirty="0">
              <a:solidFill>
                <a:srgbClr val="3F3F3F"/>
              </a:solidFill>
              <a:latin typeface="Arial"/>
              <a:ea typeface="Arial"/>
              <a:cs typeface="Arial"/>
              <a:sym typeface="Arial"/>
            </a:endParaRPr>
          </a:p>
        </p:txBody>
      </p:sp>
      <p:sp>
        <p:nvSpPr>
          <p:cNvPr id="1651" name="Google Shape;1651;p17"/>
          <p:cNvSpPr/>
          <p:nvPr/>
        </p:nvSpPr>
        <p:spPr>
          <a:xfrm>
            <a:off x="4381576" y="2733303"/>
            <a:ext cx="1342034" cy="430887"/>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Open Sans"/>
              <a:buNone/>
            </a:pPr>
            <a:r>
              <a:rPr lang="en-US" sz="2200" b="1" i="0" u="none" strike="noStrike" cap="none">
                <a:solidFill>
                  <a:srgbClr val="3F3F3F"/>
                </a:solidFill>
                <a:latin typeface="Open Sans"/>
                <a:ea typeface="Open Sans"/>
                <a:cs typeface="Open Sans"/>
                <a:sym typeface="Open Sans"/>
              </a:rPr>
              <a:t>Reliable</a:t>
            </a:r>
            <a:endParaRPr sz="2200" b="0" i="0" u="none" strike="noStrike" cap="none">
              <a:solidFill>
                <a:srgbClr val="3F3F3F"/>
              </a:solidFill>
              <a:latin typeface="Calibri"/>
              <a:ea typeface="Calibri"/>
              <a:cs typeface="Calibri"/>
              <a:sym typeface="Calibri"/>
            </a:endParaRPr>
          </a:p>
        </p:txBody>
      </p:sp>
      <p:sp>
        <p:nvSpPr>
          <p:cNvPr id="1652" name="Google Shape;1652;p17"/>
          <p:cNvSpPr/>
          <p:nvPr/>
        </p:nvSpPr>
        <p:spPr>
          <a:xfrm>
            <a:off x="10409636" y="2733303"/>
            <a:ext cx="1342034" cy="430887"/>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200"/>
              <a:buFont typeface="Open Sans"/>
              <a:buNone/>
            </a:pPr>
            <a:r>
              <a:rPr lang="en-US" sz="2200" b="1" i="0" u="none" strike="noStrike" cap="none" dirty="0">
                <a:solidFill>
                  <a:srgbClr val="3F3F3F"/>
                </a:solidFill>
                <a:latin typeface="Open Sans"/>
                <a:ea typeface="Open Sans"/>
                <a:cs typeface="Open Sans"/>
                <a:sym typeface="Open Sans"/>
              </a:rPr>
              <a:t>Scalable</a:t>
            </a:r>
            <a:endParaRPr sz="1400" b="0" i="0" u="none" strike="noStrike" cap="none" dirty="0">
              <a:solidFill>
                <a:srgbClr val="3F3F3F"/>
              </a:solidFill>
              <a:latin typeface="Arial"/>
              <a:ea typeface="Arial"/>
              <a:cs typeface="Arial"/>
              <a:sym typeface="Arial"/>
            </a:endParaRPr>
          </a:p>
        </p:txBody>
      </p:sp>
      <p:sp>
        <p:nvSpPr>
          <p:cNvPr id="1653" name="Google Shape;1653;p17"/>
          <p:cNvSpPr/>
          <p:nvPr/>
        </p:nvSpPr>
        <p:spPr>
          <a:xfrm>
            <a:off x="10409636" y="5200413"/>
            <a:ext cx="1274708" cy="430887"/>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200"/>
              <a:buFont typeface="Open Sans"/>
              <a:buNone/>
            </a:pPr>
            <a:r>
              <a:rPr lang="en-US" sz="2200" b="1" i="0" u="none" strike="noStrike" cap="none">
                <a:solidFill>
                  <a:srgbClr val="3F3F3F"/>
                </a:solidFill>
                <a:latin typeface="Open Sans"/>
                <a:ea typeface="Open Sans"/>
                <a:cs typeface="Open Sans"/>
                <a:sym typeface="Open Sans"/>
              </a:rPr>
              <a:t>Flexible</a:t>
            </a:r>
            <a:endParaRPr sz="1400" b="0" i="0" u="none" strike="noStrike" cap="none">
              <a:solidFill>
                <a:srgbClr val="3F3F3F"/>
              </a:solidFill>
              <a:latin typeface="Arial"/>
              <a:ea typeface="Arial"/>
              <a:cs typeface="Arial"/>
              <a:sym typeface="Arial"/>
            </a:endParaRPr>
          </a:p>
        </p:txBody>
      </p:sp>
      <p:sp>
        <p:nvSpPr>
          <p:cNvPr id="1654" name="Google Shape;1654;p17"/>
          <p:cNvSpPr/>
          <p:nvPr/>
        </p:nvSpPr>
        <p:spPr>
          <a:xfrm>
            <a:off x="4320463" y="1254606"/>
            <a:ext cx="7583544" cy="648228"/>
          </a:xfrm>
          <a:prstGeom prst="rect">
            <a:avLst/>
          </a:prstGeom>
          <a:noFill/>
          <a:ln>
            <a:noFill/>
          </a:ln>
        </p:spPr>
        <p:txBody>
          <a:bodyPr spcFirstLastPara="1" wrap="square" lIns="91425" tIns="45700" rIns="91425" bIns="45700" anchor="t" anchorCtr="0">
            <a:no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The four key characteristics of Hadoop are:</a:t>
            </a:r>
            <a:endParaRPr sz="2200" b="0" i="0" u="none" strike="noStrike" cap="none">
              <a:solidFill>
                <a:srgbClr val="3F3F3F"/>
              </a:solidFill>
              <a:latin typeface="Open Sans"/>
              <a:ea typeface="Open Sans"/>
              <a:cs typeface="Open Sans"/>
              <a:sym typeface="Open Sans"/>
            </a:endParaRPr>
          </a:p>
        </p:txBody>
      </p:sp>
      <p:sp>
        <p:nvSpPr>
          <p:cNvPr id="1656" name="Google Shape;1656;p17"/>
          <p:cNvSpPr/>
          <p:nvPr/>
        </p:nvSpPr>
        <p:spPr>
          <a:xfrm>
            <a:off x="8823848" y="5384023"/>
            <a:ext cx="171450" cy="169863"/>
          </a:xfrm>
          <a:prstGeom prst="ellipse">
            <a:avLst/>
          </a:prstGeom>
          <a:solidFill>
            <a:srgbClr val="F1607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657" name="Google Shape;1657;p17"/>
          <p:cNvSpPr/>
          <p:nvPr/>
        </p:nvSpPr>
        <p:spPr>
          <a:xfrm>
            <a:off x="8976248" y="4005797"/>
            <a:ext cx="171450" cy="169863"/>
          </a:xfrm>
          <a:prstGeom prst="ellipse">
            <a:avLst/>
          </a:prstGeom>
          <a:solidFill>
            <a:srgbClr val="F1607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658" name="Google Shape;1658;p17"/>
          <p:cNvSpPr/>
          <p:nvPr/>
        </p:nvSpPr>
        <p:spPr>
          <a:xfrm>
            <a:off x="7048389" y="3949147"/>
            <a:ext cx="171450" cy="169863"/>
          </a:xfrm>
          <a:prstGeom prst="ellipse">
            <a:avLst/>
          </a:prstGeom>
          <a:solidFill>
            <a:srgbClr val="F1607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659" name="Google Shape;1659;p17"/>
          <p:cNvSpPr/>
          <p:nvPr/>
        </p:nvSpPr>
        <p:spPr>
          <a:xfrm>
            <a:off x="7189687" y="5356955"/>
            <a:ext cx="171450" cy="169863"/>
          </a:xfrm>
          <a:prstGeom prst="ellipse">
            <a:avLst/>
          </a:prstGeom>
          <a:solidFill>
            <a:srgbClr val="F1607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3" name="Brandline_LVC">
            <a:extLst>
              <a:ext uri="{FF2B5EF4-FFF2-40B4-BE49-F238E27FC236}">
                <a16:creationId xmlns:a16="http://schemas.microsoft.com/office/drawing/2014/main" id="{EB6A6A60-ACD6-38F9-140E-A77B82A4E899}"/>
              </a:ext>
            </a:extLst>
          </p:cNvPr>
          <p:cNvSpPr/>
          <p:nvPr/>
        </p:nvSpPr>
        <p:spPr>
          <a:xfrm>
            <a:off x="5270500" y="816324"/>
            <a:ext cx="5730955"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1664"/>
        <p:cNvGrpSpPr/>
        <p:nvPr/>
      </p:nvGrpSpPr>
      <p:grpSpPr>
        <a:xfrm>
          <a:off x="0" y="0"/>
          <a:ext cx="0" cy="0"/>
          <a:chOff x="0" y="0"/>
          <a:chExt cx="0" cy="0"/>
        </a:xfrm>
      </p:grpSpPr>
      <p:sp>
        <p:nvSpPr>
          <p:cNvPr id="1665" name="Google Shape;1665;p64"/>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dirty="0">
                <a:solidFill>
                  <a:srgbClr val="3F3F3F"/>
                </a:solidFill>
                <a:latin typeface="Open Sans"/>
                <a:ea typeface="Open Sans"/>
                <a:cs typeface="Open Sans"/>
                <a:sym typeface="Open Sans"/>
              </a:rPr>
              <a:t>Traditional Database Systems vs. Hadoop</a:t>
            </a:r>
            <a:endParaRPr sz="2800" dirty="0">
              <a:solidFill>
                <a:srgbClr val="3F3F3F"/>
              </a:solidFill>
              <a:latin typeface="Open Sans"/>
              <a:ea typeface="Open Sans"/>
              <a:cs typeface="Open Sans"/>
              <a:sym typeface="Open Sans"/>
            </a:endParaRPr>
          </a:p>
        </p:txBody>
      </p:sp>
      <p:pic>
        <p:nvPicPr>
          <p:cNvPr id="1666" name="Google Shape;1666;p64"/>
          <p:cNvPicPr preferRelativeResize="0"/>
          <p:nvPr/>
        </p:nvPicPr>
        <p:blipFill rotWithShape="1">
          <a:blip r:embed="rId3">
            <a:alphaModFix/>
          </a:blip>
          <a:srcRect l="11248" t="38498" r="54473" b="38047"/>
          <a:stretch/>
        </p:blipFill>
        <p:spPr>
          <a:xfrm>
            <a:off x="953311" y="3709851"/>
            <a:ext cx="6649272" cy="2557356"/>
          </a:xfrm>
          <a:prstGeom prst="roundRect">
            <a:avLst>
              <a:gd name="adj" fmla="val 11453"/>
            </a:avLst>
          </a:prstGeom>
          <a:noFill/>
          <a:ln>
            <a:noFill/>
          </a:ln>
        </p:spPr>
      </p:pic>
      <p:sp>
        <p:nvSpPr>
          <p:cNvPr id="1667" name="Google Shape;1667;p64"/>
          <p:cNvSpPr txBox="1"/>
          <p:nvPr/>
        </p:nvSpPr>
        <p:spPr>
          <a:xfrm>
            <a:off x="2400542" y="6714720"/>
            <a:ext cx="3754810" cy="430847"/>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457"/>
              <a:buFont typeface="Arial"/>
              <a:buNone/>
            </a:pPr>
            <a:r>
              <a:rPr lang="en-US" sz="2200" b="0" i="0" u="none" strike="noStrike" cap="none">
                <a:solidFill>
                  <a:srgbClr val="3F3F3F"/>
                </a:solidFill>
                <a:latin typeface="Open Sans"/>
                <a:ea typeface="Open Sans"/>
                <a:cs typeface="Open Sans"/>
                <a:sym typeface="Open Sans"/>
              </a:rPr>
              <a:t>Data sent to the program</a:t>
            </a:r>
            <a:endParaRPr sz="2200" b="0" i="0" u="none" strike="noStrike" cap="none">
              <a:solidFill>
                <a:srgbClr val="3F3F3F"/>
              </a:solidFill>
              <a:latin typeface="Open Sans"/>
              <a:ea typeface="Open Sans"/>
              <a:cs typeface="Open Sans"/>
              <a:sym typeface="Open Sans"/>
            </a:endParaRPr>
          </a:p>
        </p:txBody>
      </p:sp>
      <p:sp>
        <p:nvSpPr>
          <p:cNvPr id="1668" name="Google Shape;1668;p64"/>
          <p:cNvSpPr txBox="1"/>
          <p:nvPr/>
        </p:nvSpPr>
        <p:spPr>
          <a:xfrm>
            <a:off x="10545866" y="6714720"/>
            <a:ext cx="3716338" cy="430847"/>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457"/>
              <a:buFont typeface="Arial"/>
              <a:buNone/>
            </a:pPr>
            <a:r>
              <a:rPr lang="en-US" sz="2200" b="0" i="0" u="none" strike="noStrike" cap="none">
                <a:solidFill>
                  <a:srgbClr val="3F3F3F"/>
                </a:solidFill>
                <a:latin typeface="Open Sans"/>
                <a:ea typeface="Open Sans"/>
                <a:cs typeface="Open Sans"/>
                <a:sym typeface="Open Sans"/>
              </a:rPr>
              <a:t>Program sent to the data</a:t>
            </a:r>
            <a:endParaRPr sz="2200" b="0" i="0" u="none" strike="noStrike" cap="none">
              <a:solidFill>
                <a:srgbClr val="3F3F3F"/>
              </a:solidFill>
              <a:latin typeface="Open Sans"/>
              <a:ea typeface="Open Sans"/>
              <a:cs typeface="Open Sans"/>
              <a:sym typeface="Open Sans"/>
            </a:endParaRPr>
          </a:p>
        </p:txBody>
      </p:sp>
      <p:grpSp>
        <p:nvGrpSpPr>
          <p:cNvPr id="1669" name="Google Shape;1669;p64"/>
          <p:cNvGrpSpPr/>
          <p:nvPr/>
        </p:nvGrpSpPr>
        <p:grpSpPr>
          <a:xfrm>
            <a:off x="9079399" y="3709851"/>
            <a:ext cx="6649272" cy="2557356"/>
            <a:chOff x="9079399" y="3709851"/>
            <a:chExt cx="6649272" cy="2557356"/>
          </a:xfrm>
        </p:grpSpPr>
        <p:pic>
          <p:nvPicPr>
            <p:cNvPr id="1670" name="Google Shape;1670;p64"/>
            <p:cNvPicPr preferRelativeResize="0"/>
            <p:nvPr/>
          </p:nvPicPr>
          <p:blipFill rotWithShape="1">
            <a:blip r:embed="rId3">
              <a:alphaModFix/>
            </a:blip>
            <a:srcRect l="49537" t="38498" r="16184" b="38047"/>
            <a:stretch/>
          </p:blipFill>
          <p:spPr>
            <a:xfrm>
              <a:off x="9079399" y="3709851"/>
              <a:ext cx="6649272" cy="2557356"/>
            </a:xfrm>
            <a:prstGeom prst="roundRect">
              <a:avLst>
                <a:gd name="adj" fmla="val 9963"/>
              </a:avLst>
            </a:prstGeom>
            <a:noFill/>
            <a:ln>
              <a:noFill/>
            </a:ln>
          </p:spPr>
        </p:pic>
        <p:sp>
          <p:nvSpPr>
            <p:cNvPr id="1671" name="Google Shape;1671;p64"/>
            <p:cNvSpPr/>
            <p:nvPr/>
          </p:nvSpPr>
          <p:spPr>
            <a:xfrm>
              <a:off x="9079400" y="5199018"/>
              <a:ext cx="195230" cy="705394"/>
            </a:xfrm>
            <a:prstGeom prst="roundRect">
              <a:avLst/>
            </a:prstGeom>
            <a:solidFill>
              <a:srgbClr val="FCFCFB"/>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rgbClr val="3F3F3F"/>
                </a:solidFill>
                <a:latin typeface="Calibri"/>
                <a:ea typeface="Calibri"/>
                <a:cs typeface="Calibri"/>
                <a:sym typeface="Calibri"/>
              </a:endParaRPr>
            </a:p>
          </p:txBody>
        </p:sp>
      </p:grpSp>
      <p:sp>
        <p:nvSpPr>
          <p:cNvPr id="1672" name="Google Shape;1672;p64"/>
          <p:cNvSpPr txBox="1"/>
          <p:nvPr/>
        </p:nvSpPr>
        <p:spPr>
          <a:xfrm>
            <a:off x="2634324" y="2541127"/>
            <a:ext cx="3287247" cy="492443"/>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600"/>
              <a:buFont typeface="Arial"/>
              <a:buNone/>
            </a:pPr>
            <a:r>
              <a:rPr lang="en-US" sz="2600" b="1" i="0" u="none" strike="noStrike" cap="none">
                <a:solidFill>
                  <a:srgbClr val="3F3F3F"/>
                </a:solidFill>
                <a:latin typeface="Open Sans"/>
                <a:ea typeface="Open Sans"/>
                <a:cs typeface="Open Sans"/>
                <a:sym typeface="Open Sans"/>
              </a:rPr>
              <a:t>Traditional System</a:t>
            </a:r>
            <a:endParaRPr sz="2600" b="1" i="0" u="none" strike="noStrike" cap="none">
              <a:solidFill>
                <a:srgbClr val="3F3F3F"/>
              </a:solidFill>
              <a:latin typeface="Open Sans"/>
              <a:ea typeface="Open Sans"/>
              <a:cs typeface="Open Sans"/>
              <a:sym typeface="Open Sans"/>
            </a:endParaRPr>
          </a:p>
        </p:txBody>
      </p:sp>
      <p:sp>
        <p:nvSpPr>
          <p:cNvPr id="1673" name="Google Shape;1673;p64"/>
          <p:cNvSpPr txBox="1"/>
          <p:nvPr/>
        </p:nvSpPr>
        <p:spPr>
          <a:xfrm>
            <a:off x="11664890" y="2541127"/>
            <a:ext cx="1478290" cy="492443"/>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600"/>
              <a:buFont typeface="Arial"/>
              <a:buNone/>
            </a:pPr>
            <a:r>
              <a:rPr lang="en-US" sz="2600" b="1" i="0" u="none" strike="noStrike" cap="none">
                <a:solidFill>
                  <a:srgbClr val="3F3F3F"/>
                </a:solidFill>
                <a:latin typeface="Open Sans"/>
                <a:ea typeface="Open Sans"/>
                <a:cs typeface="Open Sans"/>
                <a:sym typeface="Open Sans"/>
              </a:rPr>
              <a:t>Hadoop</a:t>
            </a:r>
            <a:endParaRPr sz="2600" b="1" i="0" u="none" strike="noStrike" cap="none">
              <a:solidFill>
                <a:srgbClr val="3F3F3F"/>
              </a:solidFill>
              <a:latin typeface="Open Sans"/>
              <a:ea typeface="Open Sans"/>
              <a:cs typeface="Open Sans"/>
              <a:sym typeface="Open Sans"/>
            </a:endParaRPr>
          </a:p>
        </p:txBody>
      </p:sp>
      <p:sp>
        <p:nvSpPr>
          <p:cNvPr id="1674" name="Google Shape;1674;p64"/>
          <p:cNvSpPr txBox="1"/>
          <p:nvPr/>
        </p:nvSpPr>
        <p:spPr>
          <a:xfrm>
            <a:off x="7879165" y="4796229"/>
            <a:ext cx="923651" cy="461624"/>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3800"/>
              <a:buFont typeface="Arial"/>
              <a:buNone/>
            </a:pPr>
            <a:r>
              <a:rPr lang="en-US" sz="2400" b="1" i="0" u="none" strike="noStrike" cap="none">
                <a:solidFill>
                  <a:srgbClr val="3F3F3F"/>
                </a:solidFill>
                <a:latin typeface="Open Sans"/>
                <a:ea typeface="Open Sans"/>
                <a:cs typeface="Open Sans"/>
                <a:sym typeface="Open Sans"/>
              </a:rPr>
              <a:t>VS.</a:t>
            </a:r>
            <a:endParaRPr sz="2400" b="1" i="0" u="none" strike="noStrike" cap="none">
              <a:solidFill>
                <a:srgbClr val="3F3F3F"/>
              </a:solidFill>
              <a:latin typeface="Open Sans"/>
              <a:ea typeface="Open Sans"/>
              <a:cs typeface="Open Sans"/>
              <a:sym typeface="Open Sans"/>
            </a:endParaRPr>
          </a:p>
        </p:txBody>
      </p:sp>
      <p:sp>
        <p:nvSpPr>
          <p:cNvPr id="1676" name="Google Shape;1676;p64"/>
          <p:cNvSpPr txBox="1"/>
          <p:nvPr/>
        </p:nvSpPr>
        <p:spPr>
          <a:xfrm>
            <a:off x="1993796" y="1251762"/>
            <a:ext cx="12268408" cy="769441"/>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The basic difference in functionality between traditional </a:t>
            </a:r>
            <a:br>
              <a:rPr lang="en-US" sz="2200" b="0" i="0" u="none" strike="noStrike" cap="none">
                <a:solidFill>
                  <a:srgbClr val="3F3F3F"/>
                </a:solidFill>
                <a:latin typeface="Open Sans"/>
                <a:ea typeface="Open Sans"/>
                <a:cs typeface="Open Sans"/>
                <a:sym typeface="Open Sans"/>
              </a:rPr>
            </a:br>
            <a:r>
              <a:rPr lang="en-US" sz="2200" b="0" i="0" u="none" strike="noStrike" cap="none">
                <a:solidFill>
                  <a:srgbClr val="3F3F3F"/>
                </a:solidFill>
                <a:latin typeface="Open Sans"/>
                <a:ea typeface="Open Sans"/>
                <a:cs typeface="Open Sans"/>
                <a:sym typeface="Open Sans"/>
              </a:rPr>
              <a:t>database systems and Hadoop are:</a:t>
            </a:r>
            <a:endParaRPr sz="2200" b="0" i="0" u="none" strike="noStrike" cap="none">
              <a:solidFill>
                <a:srgbClr val="3F3F3F"/>
              </a:solidFill>
              <a:latin typeface="Open Sans"/>
              <a:ea typeface="Open Sans"/>
              <a:cs typeface="Open Sans"/>
              <a:sym typeface="Open Sans"/>
            </a:endParaRPr>
          </a:p>
        </p:txBody>
      </p:sp>
      <p:sp>
        <p:nvSpPr>
          <p:cNvPr id="3" name="Brandline_LVC">
            <a:extLst>
              <a:ext uri="{FF2B5EF4-FFF2-40B4-BE49-F238E27FC236}">
                <a16:creationId xmlns:a16="http://schemas.microsoft.com/office/drawing/2014/main" id="{0EDB9083-56F7-E96D-275B-A3FB499845AA}"/>
              </a:ext>
            </a:extLst>
          </p:cNvPr>
          <p:cNvSpPr/>
          <p:nvPr/>
        </p:nvSpPr>
        <p:spPr>
          <a:xfrm>
            <a:off x="3556000" y="816324"/>
            <a:ext cx="9142095"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1681"/>
        <p:cNvGrpSpPr/>
        <p:nvPr/>
      </p:nvGrpSpPr>
      <p:grpSpPr>
        <a:xfrm>
          <a:off x="0" y="0"/>
          <a:ext cx="0" cy="0"/>
          <a:chOff x="0" y="0"/>
          <a:chExt cx="0" cy="0"/>
        </a:xfrm>
      </p:grpSpPr>
      <p:sp>
        <p:nvSpPr>
          <p:cNvPr id="1682" name="Google Shape;1682;p66"/>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dirty="0">
                <a:latin typeface="Open Sans"/>
                <a:ea typeface="Open Sans"/>
                <a:cs typeface="Open Sans"/>
                <a:sym typeface="Open Sans"/>
              </a:rPr>
              <a:t>Traditional Database Systems vs. Hadoop </a:t>
            </a:r>
            <a:endParaRPr sz="2800" dirty="0">
              <a:latin typeface="Open Sans"/>
              <a:ea typeface="Open Sans"/>
              <a:cs typeface="Open Sans"/>
              <a:sym typeface="Open Sans"/>
            </a:endParaRPr>
          </a:p>
        </p:txBody>
      </p:sp>
      <p:graphicFrame>
        <p:nvGraphicFramePr>
          <p:cNvPr id="1684" name="Google Shape;1684;p66"/>
          <p:cNvGraphicFramePr/>
          <p:nvPr>
            <p:extLst>
              <p:ext uri="{D42A27DB-BD31-4B8C-83A1-F6EECF244321}">
                <p14:modId xmlns:p14="http://schemas.microsoft.com/office/powerpoint/2010/main" val="283127773"/>
              </p:ext>
            </p:extLst>
          </p:nvPr>
        </p:nvGraphicFramePr>
        <p:xfrm>
          <a:off x="2149132" y="1649764"/>
          <a:ext cx="11957700" cy="5892975"/>
        </p:xfrm>
        <a:graphic>
          <a:graphicData uri="http://schemas.openxmlformats.org/drawingml/2006/table">
            <a:tbl>
              <a:tblPr firstRow="1" bandRow="1">
                <a:noFill/>
                <a:tableStyleId>{FE8A1D58-0A0B-4BA5-8F2E-66FACA05EE84}</a:tableStyleId>
              </a:tblPr>
              <a:tblGrid>
                <a:gridCol w="2247022">
                  <a:extLst>
                    <a:ext uri="{9D8B030D-6E8A-4147-A177-3AD203B41FA5}">
                      <a16:colId xmlns:a16="http://schemas.microsoft.com/office/drawing/2014/main" val="20000"/>
                    </a:ext>
                  </a:extLst>
                </a:gridCol>
                <a:gridCol w="4654061">
                  <a:extLst>
                    <a:ext uri="{9D8B030D-6E8A-4147-A177-3AD203B41FA5}">
                      <a16:colId xmlns:a16="http://schemas.microsoft.com/office/drawing/2014/main" val="20001"/>
                    </a:ext>
                  </a:extLst>
                </a:gridCol>
                <a:gridCol w="5056617">
                  <a:extLst>
                    <a:ext uri="{9D8B030D-6E8A-4147-A177-3AD203B41FA5}">
                      <a16:colId xmlns:a16="http://schemas.microsoft.com/office/drawing/2014/main" val="20002"/>
                    </a:ext>
                  </a:extLst>
                </a:gridCol>
              </a:tblGrid>
              <a:tr h="541075">
                <a:tc>
                  <a:txBody>
                    <a:bodyPr/>
                    <a:lstStyle/>
                    <a:p>
                      <a:pPr marL="0" marR="0" lvl="0" indent="0" algn="l" rtl="0">
                        <a:lnSpc>
                          <a:spcPct val="100000"/>
                        </a:lnSpc>
                        <a:spcBef>
                          <a:spcPts val="0"/>
                        </a:spcBef>
                        <a:spcAft>
                          <a:spcPts val="0"/>
                        </a:spcAft>
                        <a:buClr>
                          <a:srgbClr val="000000"/>
                        </a:buClr>
                        <a:buSzPts val="2000"/>
                        <a:buFont typeface="Arial"/>
                        <a:buNone/>
                      </a:pPr>
                      <a:endParaRPr sz="2000" u="none" strike="noStrike" cap="none">
                        <a:solidFill>
                          <a:srgbClr val="3F3F3F"/>
                        </a:solidFill>
                        <a:latin typeface="Open Sans"/>
                        <a:ea typeface="Open Sans"/>
                        <a:cs typeface="Open Sans"/>
                        <a:sym typeface="Open Sans"/>
                      </a:endParaRPr>
                    </a:p>
                  </a:txBody>
                  <a:tcPr marL="91450" marR="91450" marT="45725" marB="45725" anchor="ctr"/>
                </a:tc>
                <a:tc>
                  <a:txBody>
                    <a:bodyPr/>
                    <a:lstStyle/>
                    <a:p>
                      <a:pPr marL="0" marR="0" lvl="0" indent="0" algn="ctr" rtl="0">
                        <a:lnSpc>
                          <a:spcPct val="100000"/>
                        </a:lnSpc>
                        <a:spcBef>
                          <a:spcPts val="0"/>
                        </a:spcBef>
                        <a:spcAft>
                          <a:spcPts val="0"/>
                        </a:spcAft>
                        <a:buClr>
                          <a:srgbClr val="000000"/>
                        </a:buClr>
                        <a:buSzPts val="2000"/>
                        <a:buFont typeface="Arial"/>
                        <a:buNone/>
                      </a:pPr>
                      <a:r>
                        <a:rPr lang="en-US" sz="2000" u="none" strike="noStrike" cap="none">
                          <a:solidFill>
                            <a:schemeClr val="lt1"/>
                          </a:solidFill>
                          <a:latin typeface="Open Sans"/>
                          <a:ea typeface="Open Sans"/>
                          <a:cs typeface="Open Sans"/>
                          <a:sym typeface="Open Sans"/>
                        </a:rPr>
                        <a:t>RDMS</a:t>
                      </a:r>
                      <a:endParaRPr sz="2000" u="none" strike="noStrike" cap="none">
                        <a:solidFill>
                          <a:schemeClr val="lt1"/>
                        </a:solidFill>
                        <a:latin typeface="Open Sans"/>
                        <a:ea typeface="Open Sans"/>
                        <a:cs typeface="Open Sans"/>
                        <a:sym typeface="Open Sans"/>
                      </a:endParaRPr>
                    </a:p>
                  </a:txBody>
                  <a:tcPr marL="91450" marR="91450" marT="45725" marB="45725" anchor="ctr"/>
                </a:tc>
                <a:tc>
                  <a:txBody>
                    <a:bodyPr/>
                    <a:lstStyle/>
                    <a:p>
                      <a:pPr marL="0" marR="0" lvl="0" indent="0" algn="ctr" rtl="0">
                        <a:lnSpc>
                          <a:spcPct val="100000"/>
                        </a:lnSpc>
                        <a:spcBef>
                          <a:spcPts val="0"/>
                        </a:spcBef>
                        <a:spcAft>
                          <a:spcPts val="0"/>
                        </a:spcAft>
                        <a:buClr>
                          <a:srgbClr val="000000"/>
                        </a:buClr>
                        <a:buSzPts val="2000"/>
                        <a:buFont typeface="Arial"/>
                        <a:buNone/>
                      </a:pPr>
                      <a:r>
                        <a:rPr lang="en-US" sz="2000" u="none" strike="noStrike" cap="none" dirty="0">
                          <a:solidFill>
                            <a:schemeClr val="lt1"/>
                          </a:solidFill>
                          <a:latin typeface="Open Sans"/>
                          <a:ea typeface="Open Sans"/>
                          <a:cs typeface="Open Sans"/>
                          <a:sym typeface="Open Sans"/>
                        </a:rPr>
                        <a:t>Hadoop</a:t>
                      </a:r>
                      <a:endParaRPr sz="2000" u="none" strike="noStrike" cap="none" dirty="0">
                        <a:solidFill>
                          <a:schemeClr val="lt1"/>
                        </a:solidFill>
                        <a:latin typeface="Open Sans"/>
                        <a:ea typeface="Open Sans"/>
                        <a:cs typeface="Open Sans"/>
                        <a:sym typeface="Open Sans"/>
                      </a:endParaRPr>
                    </a:p>
                  </a:txBody>
                  <a:tcPr marL="91450" marR="91450" marT="45725" marB="45725" anchor="ctr"/>
                </a:tc>
                <a:extLst>
                  <a:ext uri="{0D108BD9-81ED-4DB2-BD59-A6C34878D82A}">
                    <a16:rowId xmlns:a16="http://schemas.microsoft.com/office/drawing/2014/main" val="10000"/>
                  </a:ext>
                </a:extLst>
              </a:tr>
              <a:tr h="658300">
                <a:tc>
                  <a:txBody>
                    <a:bodyPr/>
                    <a:lstStyle/>
                    <a:p>
                      <a:pPr marL="0" marR="0" lvl="0" indent="0" algn="ctr" rtl="0">
                        <a:lnSpc>
                          <a:spcPct val="100000"/>
                        </a:lnSpc>
                        <a:spcBef>
                          <a:spcPts val="0"/>
                        </a:spcBef>
                        <a:spcAft>
                          <a:spcPts val="0"/>
                        </a:spcAft>
                        <a:buClr>
                          <a:srgbClr val="000000"/>
                        </a:buClr>
                        <a:buSzPts val="2000"/>
                        <a:buFont typeface="Arial"/>
                        <a:buNone/>
                      </a:pPr>
                      <a:r>
                        <a:rPr lang="en-US" sz="2000" u="none" strike="noStrike" cap="none">
                          <a:solidFill>
                            <a:srgbClr val="3F3F3F"/>
                          </a:solidFill>
                          <a:latin typeface="Open Sans"/>
                          <a:ea typeface="Open Sans"/>
                          <a:cs typeface="Open Sans"/>
                          <a:sym typeface="Open Sans"/>
                        </a:rPr>
                        <a:t>Data Types</a:t>
                      </a:r>
                      <a:endParaRPr sz="2000" u="none" strike="noStrike" cap="none">
                        <a:solidFill>
                          <a:srgbClr val="3F3F3F"/>
                        </a:solidFill>
                        <a:latin typeface="Open Sans"/>
                        <a:ea typeface="Open Sans"/>
                        <a:cs typeface="Open Sans"/>
                        <a:sym typeface="Open Sans"/>
                      </a:endParaRPr>
                    </a:p>
                  </a:txBody>
                  <a:tcPr marL="91450" marR="91450" marT="45725" marB="45725" anchor="ctr"/>
                </a:tc>
                <a:tc>
                  <a:txBody>
                    <a:bodyPr/>
                    <a:lstStyle/>
                    <a:p>
                      <a:pPr marL="0" marR="0" lvl="0" indent="0" algn="ctr" rtl="0">
                        <a:lnSpc>
                          <a:spcPct val="100000"/>
                        </a:lnSpc>
                        <a:spcBef>
                          <a:spcPts val="0"/>
                        </a:spcBef>
                        <a:spcAft>
                          <a:spcPts val="0"/>
                        </a:spcAft>
                        <a:buClr>
                          <a:srgbClr val="000000"/>
                        </a:buClr>
                        <a:buSzPts val="2000"/>
                        <a:buFont typeface="Arial"/>
                        <a:buNone/>
                      </a:pPr>
                      <a:r>
                        <a:rPr lang="en-US" sz="2000" u="none" strike="noStrike" cap="none">
                          <a:solidFill>
                            <a:srgbClr val="3F3F3F"/>
                          </a:solidFill>
                          <a:latin typeface="Open Sans"/>
                          <a:ea typeface="Open Sans"/>
                          <a:cs typeface="Open Sans"/>
                          <a:sym typeface="Open Sans"/>
                        </a:rPr>
                        <a:t>Structured</a:t>
                      </a:r>
                      <a:endParaRPr sz="2000" u="none" strike="noStrike" cap="none">
                        <a:solidFill>
                          <a:srgbClr val="3F3F3F"/>
                        </a:solidFill>
                        <a:latin typeface="Open Sans"/>
                        <a:ea typeface="Open Sans"/>
                        <a:cs typeface="Open Sans"/>
                        <a:sym typeface="Open Sans"/>
                      </a:endParaRPr>
                    </a:p>
                  </a:txBody>
                  <a:tcPr marL="91450" marR="91450" marT="45725" marB="45725" anchor="ctr"/>
                </a:tc>
                <a:tc>
                  <a:txBody>
                    <a:bodyPr/>
                    <a:lstStyle/>
                    <a:p>
                      <a:pPr marL="0" marR="0" lvl="0" indent="0" algn="ctr" rtl="0">
                        <a:lnSpc>
                          <a:spcPct val="100000"/>
                        </a:lnSpc>
                        <a:spcBef>
                          <a:spcPts val="0"/>
                        </a:spcBef>
                        <a:spcAft>
                          <a:spcPts val="0"/>
                        </a:spcAft>
                        <a:buClr>
                          <a:srgbClr val="000000"/>
                        </a:buClr>
                        <a:buSzPts val="2000"/>
                        <a:buFont typeface="Arial"/>
                        <a:buNone/>
                      </a:pPr>
                      <a:r>
                        <a:rPr lang="en-US" sz="2000" u="none" strike="noStrike" cap="none">
                          <a:solidFill>
                            <a:srgbClr val="3F3F3F"/>
                          </a:solidFill>
                          <a:latin typeface="Open Sans"/>
                          <a:ea typeface="Open Sans"/>
                          <a:cs typeface="Open Sans"/>
                          <a:sym typeface="Open Sans"/>
                        </a:rPr>
                        <a:t>Multi and unstructured</a:t>
                      </a:r>
                      <a:endParaRPr sz="2000" u="none" strike="noStrike" cap="none">
                        <a:solidFill>
                          <a:srgbClr val="3F3F3F"/>
                        </a:solidFill>
                        <a:latin typeface="Open Sans"/>
                        <a:ea typeface="Open Sans"/>
                        <a:cs typeface="Open Sans"/>
                        <a:sym typeface="Open Sans"/>
                      </a:endParaRPr>
                    </a:p>
                  </a:txBody>
                  <a:tcPr marL="91450" marR="91450" marT="45725" marB="45725" anchor="ctr"/>
                </a:tc>
                <a:extLst>
                  <a:ext uri="{0D108BD9-81ED-4DB2-BD59-A6C34878D82A}">
                    <a16:rowId xmlns:a16="http://schemas.microsoft.com/office/drawing/2014/main" val="10001"/>
                  </a:ext>
                </a:extLst>
              </a:tr>
              <a:tr h="658300">
                <a:tc>
                  <a:txBody>
                    <a:bodyPr/>
                    <a:lstStyle/>
                    <a:p>
                      <a:pPr marL="0" marR="0" lvl="0" indent="0" algn="ctr" rtl="0">
                        <a:lnSpc>
                          <a:spcPct val="100000"/>
                        </a:lnSpc>
                        <a:spcBef>
                          <a:spcPts val="0"/>
                        </a:spcBef>
                        <a:spcAft>
                          <a:spcPts val="0"/>
                        </a:spcAft>
                        <a:buClr>
                          <a:srgbClr val="000000"/>
                        </a:buClr>
                        <a:buSzPts val="2000"/>
                        <a:buFont typeface="Arial"/>
                        <a:buNone/>
                      </a:pPr>
                      <a:r>
                        <a:rPr lang="en-US" sz="2000" u="none" strike="noStrike" cap="none">
                          <a:solidFill>
                            <a:srgbClr val="3F3F3F"/>
                          </a:solidFill>
                          <a:latin typeface="Open Sans"/>
                          <a:ea typeface="Open Sans"/>
                          <a:cs typeface="Open Sans"/>
                          <a:sym typeface="Open Sans"/>
                        </a:rPr>
                        <a:t>Processing</a:t>
                      </a:r>
                      <a:endParaRPr sz="2000" u="none" strike="noStrike" cap="none">
                        <a:solidFill>
                          <a:srgbClr val="3F3F3F"/>
                        </a:solidFill>
                        <a:latin typeface="Open Sans"/>
                        <a:ea typeface="Open Sans"/>
                        <a:cs typeface="Open Sans"/>
                        <a:sym typeface="Open Sans"/>
                      </a:endParaRPr>
                    </a:p>
                  </a:txBody>
                  <a:tcPr marL="91450" marR="91450" marT="45725" marB="45725" anchor="ctr"/>
                </a:tc>
                <a:tc>
                  <a:txBody>
                    <a:bodyPr/>
                    <a:lstStyle/>
                    <a:p>
                      <a:pPr marL="0" marR="0" lvl="0" indent="0" algn="ctr" rtl="0">
                        <a:lnSpc>
                          <a:spcPct val="100000"/>
                        </a:lnSpc>
                        <a:spcBef>
                          <a:spcPts val="0"/>
                        </a:spcBef>
                        <a:spcAft>
                          <a:spcPts val="0"/>
                        </a:spcAft>
                        <a:buClr>
                          <a:srgbClr val="000000"/>
                        </a:buClr>
                        <a:buSzPts val="2000"/>
                        <a:buFont typeface="Arial"/>
                        <a:buNone/>
                      </a:pPr>
                      <a:r>
                        <a:rPr lang="en-US" sz="2000" u="none" strike="noStrike" cap="none">
                          <a:solidFill>
                            <a:srgbClr val="3F3F3F"/>
                          </a:solidFill>
                          <a:latin typeface="Open Sans"/>
                          <a:ea typeface="Open Sans"/>
                          <a:cs typeface="Open Sans"/>
                          <a:sym typeface="Open Sans"/>
                        </a:rPr>
                        <a:t>Limited, No data processing</a:t>
                      </a:r>
                      <a:endParaRPr sz="2000" u="none" strike="noStrike" cap="none">
                        <a:solidFill>
                          <a:srgbClr val="3F3F3F"/>
                        </a:solidFill>
                        <a:latin typeface="Open Sans"/>
                        <a:ea typeface="Open Sans"/>
                        <a:cs typeface="Open Sans"/>
                        <a:sym typeface="Open Sans"/>
                      </a:endParaRPr>
                    </a:p>
                  </a:txBody>
                  <a:tcPr marL="91450" marR="91450" marT="45725" marB="45725" anchor="ctr"/>
                </a:tc>
                <a:tc>
                  <a:txBody>
                    <a:bodyPr/>
                    <a:lstStyle/>
                    <a:p>
                      <a:pPr marL="0" marR="0" lvl="0" indent="0" algn="ctr" rtl="0">
                        <a:lnSpc>
                          <a:spcPct val="100000"/>
                        </a:lnSpc>
                        <a:spcBef>
                          <a:spcPts val="0"/>
                        </a:spcBef>
                        <a:spcAft>
                          <a:spcPts val="0"/>
                        </a:spcAft>
                        <a:buClr>
                          <a:srgbClr val="000000"/>
                        </a:buClr>
                        <a:buSzPts val="2000"/>
                        <a:buFont typeface="Arial"/>
                        <a:buNone/>
                      </a:pPr>
                      <a:r>
                        <a:rPr lang="en-US" sz="2000" u="none" strike="noStrike" cap="none">
                          <a:solidFill>
                            <a:srgbClr val="3F3F3F"/>
                          </a:solidFill>
                          <a:latin typeface="Open Sans"/>
                          <a:ea typeface="Open Sans"/>
                          <a:cs typeface="Open Sans"/>
                          <a:sym typeface="Open Sans"/>
                        </a:rPr>
                        <a:t>Processing data in a distributed manner</a:t>
                      </a:r>
                      <a:endParaRPr sz="2000" u="none" strike="noStrike" cap="none">
                        <a:solidFill>
                          <a:srgbClr val="3F3F3F"/>
                        </a:solidFill>
                        <a:latin typeface="Open Sans"/>
                        <a:ea typeface="Open Sans"/>
                        <a:cs typeface="Open Sans"/>
                        <a:sym typeface="Open Sans"/>
                      </a:endParaRPr>
                    </a:p>
                  </a:txBody>
                  <a:tcPr marL="91450" marR="91450" marT="45725" marB="45725" anchor="ctr"/>
                </a:tc>
                <a:extLst>
                  <a:ext uri="{0D108BD9-81ED-4DB2-BD59-A6C34878D82A}">
                    <a16:rowId xmlns:a16="http://schemas.microsoft.com/office/drawing/2014/main" val="10002"/>
                  </a:ext>
                </a:extLst>
              </a:tr>
              <a:tr h="658300">
                <a:tc>
                  <a:txBody>
                    <a:bodyPr/>
                    <a:lstStyle/>
                    <a:p>
                      <a:pPr marL="0" marR="0" lvl="0" indent="0" algn="ctr" rtl="0">
                        <a:lnSpc>
                          <a:spcPct val="100000"/>
                        </a:lnSpc>
                        <a:spcBef>
                          <a:spcPts val="0"/>
                        </a:spcBef>
                        <a:spcAft>
                          <a:spcPts val="0"/>
                        </a:spcAft>
                        <a:buClr>
                          <a:srgbClr val="000000"/>
                        </a:buClr>
                        <a:buSzPts val="2000"/>
                        <a:buFont typeface="Arial"/>
                        <a:buNone/>
                      </a:pPr>
                      <a:r>
                        <a:rPr lang="en-US" sz="2000" u="none" strike="noStrike" cap="none">
                          <a:solidFill>
                            <a:srgbClr val="3F3F3F"/>
                          </a:solidFill>
                          <a:latin typeface="Open Sans"/>
                          <a:ea typeface="Open Sans"/>
                          <a:cs typeface="Open Sans"/>
                          <a:sym typeface="Open Sans"/>
                        </a:rPr>
                        <a:t>Governance</a:t>
                      </a:r>
                      <a:endParaRPr sz="2000" u="none" strike="noStrike" cap="none">
                        <a:solidFill>
                          <a:srgbClr val="3F3F3F"/>
                        </a:solidFill>
                        <a:latin typeface="Open Sans"/>
                        <a:ea typeface="Open Sans"/>
                        <a:cs typeface="Open Sans"/>
                        <a:sym typeface="Open Sans"/>
                      </a:endParaRPr>
                    </a:p>
                  </a:txBody>
                  <a:tcPr marL="91450" marR="91450" marT="45725" marB="45725" anchor="ctr"/>
                </a:tc>
                <a:tc>
                  <a:txBody>
                    <a:bodyPr/>
                    <a:lstStyle/>
                    <a:p>
                      <a:pPr marL="0" marR="0" lvl="0" indent="0" algn="ctr" rtl="0">
                        <a:lnSpc>
                          <a:spcPct val="100000"/>
                        </a:lnSpc>
                        <a:spcBef>
                          <a:spcPts val="0"/>
                        </a:spcBef>
                        <a:spcAft>
                          <a:spcPts val="0"/>
                        </a:spcAft>
                        <a:buClr>
                          <a:srgbClr val="000000"/>
                        </a:buClr>
                        <a:buSzPts val="2000"/>
                        <a:buFont typeface="Arial"/>
                        <a:buNone/>
                      </a:pPr>
                      <a:r>
                        <a:rPr lang="en-US" sz="2000" u="none" strike="noStrike" cap="none">
                          <a:solidFill>
                            <a:srgbClr val="3F3F3F"/>
                          </a:solidFill>
                          <a:latin typeface="Open Sans"/>
                          <a:ea typeface="Open Sans"/>
                          <a:cs typeface="Open Sans"/>
                          <a:sym typeface="Open Sans"/>
                        </a:rPr>
                        <a:t>Standards and structured</a:t>
                      </a:r>
                      <a:endParaRPr sz="2000" u="none" strike="noStrike" cap="none">
                        <a:solidFill>
                          <a:srgbClr val="3F3F3F"/>
                        </a:solidFill>
                        <a:latin typeface="Open Sans"/>
                        <a:ea typeface="Open Sans"/>
                        <a:cs typeface="Open Sans"/>
                        <a:sym typeface="Open Sans"/>
                      </a:endParaRPr>
                    </a:p>
                  </a:txBody>
                  <a:tcPr marL="91450" marR="91450" marT="45725" marB="45725" anchor="ctr"/>
                </a:tc>
                <a:tc>
                  <a:txBody>
                    <a:bodyPr/>
                    <a:lstStyle/>
                    <a:p>
                      <a:pPr marL="0" marR="0" lvl="0" indent="0" algn="ctr" rtl="0">
                        <a:lnSpc>
                          <a:spcPct val="100000"/>
                        </a:lnSpc>
                        <a:spcBef>
                          <a:spcPts val="0"/>
                        </a:spcBef>
                        <a:spcAft>
                          <a:spcPts val="0"/>
                        </a:spcAft>
                        <a:buClr>
                          <a:srgbClr val="000000"/>
                        </a:buClr>
                        <a:buSzPts val="2000"/>
                        <a:buFont typeface="Arial"/>
                        <a:buNone/>
                      </a:pPr>
                      <a:r>
                        <a:rPr lang="en-US" sz="2000" u="none" strike="noStrike" cap="none">
                          <a:solidFill>
                            <a:srgbClr val="3F3F3F"/>
                          </a:solidFill>
                          <a:latin typeface="Open Sans"/>
                          <a:ea typeface="Open Sans"/>
                          <a:cs typeface="Open Sans"/>
                          <a:sym typeface="Open Sans"/>
                        </a:rPr>
                        <a:t>Loosely structured</a:t>
                      </a:r>
                      <a:endParaRPr sz="2000" u="none" strike="noStrike" cap="none">
                        <a:solidFill>
                          <a:srgbClr val="3F3F3F"/>
                        </a:solidFill>
                        <a:latin typeface="Open Sans"/>
                        <a:ea typeface="Open Sans"/>
                        <a:cs typeface="Open Sans"/>
                        <a:sym typeface="Open Sans"/>
                      </a:endParaRPr>
                    </a:p>
                  </a:txBody>
                  <a:tcPr marL="91450" marR="91450" marT="45725" marB="45725" anchor="ctr"/>
                </a:tc>
                <a:extLst>
                  <a:ext uri="{0D108BD9-81ED-4DB2-BD59-A6C34878D82A}">
                    <a16:rowId xmlns:a16="http://schemas.microsoft.com/office/drawing/2014/main" val="10003"/>
                  </a:ext>
                </a:extLst>
              </a:tr>
              <a:tr h="658300">
                <a:tc>
                  <a:txBody>
                    <a:bodyPr/>
                    <a:lstStyle/>
                    <a:p>
                      <a:pPr marL="0" marR="0" lvl="0" indent="0" algn="ctr" rtl="0">
                        <a:lnSpc>
                          <a:spcPct val="100000"/>
                        </a:lnSpc>
                        <a:spcBef>
                          <a:spcPts val="0"/>
                        </a:spcBef>
                        <a:spcAft>
                          <a:spcPts val="0"/>
                        </a:spcAft>
                        <a:buClr>
                          <a:srgbClr val="000000"/>
                        </a:buClr>
                        <a:buSzPts val="2000"/>
                        <a:buFont typeface="Arial"/>
                        <a:buNone/>
                      </a:pPr>
                      <a:r>
                        <a:rPr lang="en-US" sz="2000" u="none" strike="noStrike" cap="none">
                          <a:solidFill>
                            <a:srgbClr val="3F3F3F"/>
                          </a:solidFill>
                          <a:latin typeface="Open Sans"/>
                          <a:ea typeface="Open Sans"/>
                          <a:cs typeface="Open Sans"/>
                          <a:sym typeface="Open Sans"/>
                        </a:rPr>
                        <a:t>Schema</a:t>
                      </a:r>
                      <a:endParaRPr sz="2000" u="none" strike="noStrike" cap="none">
                        <a:solidFill>
                          <a:srgbClr val="3F3F3F"/>
                        </a:solidFill>
                        <a:latin typeface="Open Sans"/>
                        <a:ea typeface="Open Sans"/>
                        <a:cs typeface="Open Sans"/>
                        <a:sym typeface="Open Sans"/>
                      </a:endParaRPr>
                    </a:p>
                  </a:txBody>
                  <a:tcPr marL="91450" marR="91450" marT="45725" marB="45725" anchor="ctr"/>
                </a:tc>
                <a:tc>
                  <a:txBody>
                    <a:bodyPr/>
                    <a:lstStyle/>
                    <a:p>
                      <a:pPr marL="0" marR="0" lvl="0" indent="0" algn="ctr" rtl="0">
                        <a:lnSpc>
                          <a:spcPct val="100000"/>
                        </a:lnSpc>
                        <a:spcBef>
                          <a:spcPts val="0"/>
                        </a:spcBef>
                        <a:spcAft>
                          <a:spcPts val="0"/>
                        </a:spcAft>
                        <a:buClr>
                          <a:srgbClr val="000000"/>
                        </a:buClr>
                        <a:buSzPts val="2000"/>
                        <a:buFont typeface="Arial"/>
                        <a:buNone/>
                      </a:pPr>
                      <a:r>
                        <a:rPr lang="en-US" sz="2000" u="none" strike="noStrike" cap="none">
                          <a:solidFill>
                            <a:srgbClr val="3F3F3F"/>
                          </a:solidFill>
                          <a:latin typeface="Open Sans"/>
                          <a:ea typeface="Open Sans"/>
                          <a:cs typeface="Open Sans"/>
                          <a:sym typeface="Open Sans"/>
                        </a:rPr>
                        <a:t>Required on write</a:t>
                      </a:r>
                      <a:endParaRPr sz="2000" u="none" strike="noStrike" cap="none">
                        <a:solidFill>
                          <a:srgbClr val="3F3F3F"/>
                        </a:solidFill>
                        <a:latin typeface="Open Sans"/>
                        <a:ea typeface="Open Sans"/>
                        <a:cs typeface="Open Sans"/>
                        <a:sym typeface="Open Sans"/>
                      </a:endParaRPr>
                    </a:p>
                  </a:txBody>
                  <a:tcPr marL="91450" marR="91450" marT="45725" marB="45725" anchor="ctr"/>
                </a:tc>
                <a:tc>
                  <a:txBody>
                    <a:bodyPr/>
                    <a:lstStyle/>
                    <a:p>
                      <a:pPr marL="0" marR="0" lvl="0" indent="0" algn="ctr" rtl="0">
                        <a:lnSpc>
                          <a:spcPct val="100000"/>
                        </a:lnSpc>
                        <a:spcBef>
                          <a:spcPts val="0"/>
                        </a:spcBef>
                        <a:spcAft>
                          <a:spcPts val="0"/>
                        </a:spcAft>
                        <a:buClr>
                          <a:srgbClr val="000000"/>
                        </a:buClr>
                        <a:buSzPts val="2000"/>
                        <a:buFont typeface="Arial"/>
                        <a:buNone/>
                      </a:pPr>
                      <a:r>
                        <a:rPr lang="en-US" sz="2000" u="none" strike="noStrike" cap="none">
                          <a:solidFill>
                            <a:srgbClr val="3F3F3F"/>
                          </a:solidFill>
                          <a:latin typeface="Open Sans"/>
                          <a:ea typeface="Open Sans"/>
                          <a:cs typeface="Open Sans"/>
                          <a:sym typeface="Open Sans"/>
                        </a:rPr>
                        <a:t>Required on read</a:t>
                      </a:r>
                      <a:endParaRPr sz="2000" u="none" strike="noStrike" cap="none">
                        <a:solidFill>
                          <a:srgbClr val="3F3F3F"/>
                        </a:solidFill>
                        <a:latin typeface="Open Sans"/>
                        <a:ea typeface="Open Sans"/>
                        <a:cs typeface="Open Sans"/>
                        <a:sym typeface="Open Sans"/>
                      </a:endParaRPr>
                    </a:p>
                  </a:txBody>
                  <a:tcPr marL="91450" marR="91450" marT="45725" marB="45725" anchor="ctr"/>
                </a:tc>
                <a:extLst>
                  <a:ext uri="{0D108BD9-81ED-4DB2-BD59-A6C34878D82A}">
                    <a16:rowId xmlns:a16="http://schemas.microsoft.com/office/drawing/2014/main" val="10004"/>
                  </a:ext>
                </a:extLst>
              </a:tr>
              <a:tr h="658300">
                <a:tc>
                  <a:txBody>
                    <a:bodyPr/>
                    <a:lstStyle/>
                    <a:p>
                      <a:pPr marL="0" marR="0" lvl="0" indent="0" algn="ctr" rtl="0">
                        <a:lnSpc>
                          <a:spcPct val="100000"/>
                        </a:lnSpc>
                        <a:spcBef>
                          <a:spcPts val="0"/>
                        </a:spcBef>
                        <a:spcAft>
                          <a:spcPts val="0"/>
                        </a:spcAft>
                        <a:buClr>
                          <a:srgbClr val="000000"/>
                        </a:buClr>
                        <a:buSzPts val="2000"/>
                        <a:buFont typeface="Arial"/>
                        <a:buNone/>
                      </a:pPr>
                      <a:r>
                        <a:rPr lang="en-US" sz="2000" u="none" strike="noStrike" cap="none">
                          <a:solidFill>
                            <a:srgbClr val="3F3F3F"/>
                          </a:solidFill>
                          <a:latin typeface="Open Sans"/>
                          <a:ea typeface="Open Sans"/>
                          <a:cs typeface="Open Sans"/>
                          <a:sym typeface="Open Sans"/>
                        </a:rPr>
                        <a:t>Speed</a:t>
                      </a:r>
                      <a:endParaRPr sz="2000" u="none" strike="noStrike" cap="none">
                        <a:solidFill>
                          <a:srgbClr val="3F3F3F"/>
                        </a:solidFill>
                        <a:latin typeface="Open Sans"/>
                        <a:ea typeface="Open Sans"/>
                        <a:cs typeface="Open Sans"/>
                        <a:sym typeface="Open Sans"/>
                      </a:endParaRPr>
                    </a:p>
                  </a:txBody>
                  <a:tcPr marL="91450" marR="91450" marT="45725" marB="45725" anchor="ctr"/>
                </a:tc>
                <a:tc>
                  <a:txBody>
                    <a:bodyPr/>
                    <a:lstStyle/>
                    <a:p>
                      <a:pPr marL="0" marR="0" lvl="0" indent="0" algn="ctr" rtl="0">
                        <a:lnSpc>
                          <a:spcPct val="100000"/>
                        </a:lnSpc>
                        <a:spcBef>
                          <a:spcPts val="0"/>
                        </a:spcBef>
                        <a:spcAft>
                          <a:spcPts val="0"/>
                        </a:spcAft>
                        <a:buClr>
                          <a:srgbClr val="000000"/>
                        </a:buClr>
                        <a:buSzPts val="2000"/>
                        <a:buFont typeface="Arial"/>
                        <a:buNone/>
                      </a:pPr>
                      <a:r>
                        <a:rPr lang="en-US" sz="2000" u="none" strike="noStrike" cap="none">
                          <a:solidFill>
                            <a:srgbClr val="3F3F3F"/>
                          </a:solidFill>
                          <a:latin typeface="Open Sans"/>
                          <a:ea typeface="Open Sans"/>
                          <a:cs typeface="Open Sans"/>
                          <a:sym typeface="Open Sans"/>
                        </a:rPr>
                        <a:t>Reads are fast</a:t>
                      </a:r>
                      <a:endParaRPr sz="2000" u="none" strike="noStrike" cap="none">
                        <a:solidFill>
                          <a:srgbClr val="3F3F3F"/>
                        </a:solidFill>
                        <a:latin typeface="Open Sans"/>
                        <a:ea typeface="Open Sans"/>
                        <a:cs typeface="Open Sans"/>
                        <a:sym typeface="Open Sans"/>
                      </a:endParaRPr>
                    </a:p>
                  </a:txBody>
                  <a:tcPr marL="91450" marR="91450" marT="45725" marB="45725" anchor="ctr"/>
                </a:tc>
                <a:tc>
                  <a:txBody>
                    <a:bodyPr/>
                    <a:lstStyle/>
                    <a:p>
                      <a:pPr marL="0" marR="0" lvl="0" indent="0" algn="ctr" rtl="0">
                        <a:lnSpc>
                          <a:spcPct val="100000"/>
                        </a:lnSpc>
                        <a:spcBef>
                          <a:spcPts val="0"/>
                        </a:spcBef>
                        <a:spcAft>
                          <a:spcPts val="0"/>
                        </a:spcAft>
                        <a:buClr>
                          <a:srgbClr val="000000"/>
                        </a:buClr>
                        <a:buSzPts val="2000"/>
                        <a:buFont typeface="Arial"/>
                        <a:buNone/>
                      </a:pPr>
                      <a:r>
                        <a:rPr lang="en-US" sz="2000" u="none" strike="noStrike" cap="none">
                          <a:solidFill>
                            <a:srgbClr val="3F3F3F"/>
                          </a:solidFill>
                          <a:latin typeface="Open Sans"/>
                          <a:ea typeface="Open Sans"/>
                          <a:cs typeface="Open Sans"/>
                          <a:sym typeface="Open Sans"/>
                        </a:rPr>
                        <a:t>Writes are fast</a:t>
                      </a:r>
                      <a:endParaRPr sz="2000" u="none" strike="noStrike" cap="none">
                        <a:solidFill>
                          <a:srgbClr val="3F3F3F"/>
                        </a:solidFill>
                        <a:latin typeface="Open Sans"/>
                        <a:ea typeface="Open Sans"/>
                        <a:cs typeface="Open Sans"/>
                        <a:sym typeface="Open Sans"/>
                      </a:endParaRPr>
                    </a:p>
                  </a:txBody>
                  <a:tcPr marL="91450" marR="91450" marT="45725" marB="45725" anchor="ctr"/>
                </a:tc>
                <a:extLst>
                  <a:ext uri="{0D108BD9-81ED-4DB2-BD59-A6C34878D82A}">
                    <a16:rowId xmlns:a16="http://schemas.microsoft.com/office/drawing/2014/main" val="10005"/>
                  </a:ext>
                </a:extLst>
              </a:tr>
              <a:tr h="658300">
                <a:tc>
                  <a:txBody>
                    <a:bodyPr/>
                    <a:lstStyle/>
                    <a:p>
                      <a:pPr marL="0" marR="0" lvl="0" indent="0" algn="ctr" rtl="0">
                        <a:lnSpc>
                          <a:spcPct val="100000"/>
                        </a:lnSpc>
                        <a:spcBef>
                          <a:spcPts val="0"/>
                        </a:spcBef>
                        <a:spcAft>
                          <a:spcPts val="0"/>
                        </a:spcAft>
                        <a:buClr>
                          <a:srgbClr val="000000"/>
                        </a:buClr>
                        <a:buSzPts val="2000"/>
                        <a:buFont typeface="Arial"/>
                        <a:buNone/>
                      </a:pPr>
                      <a:r>
                        <a:rPr lang="en-US" sz="2000" u="none" strike="noStrike" cap="none">
                          <a:solidFill>
                            <a:srgbClr val="3F3F3F"/>
                          </a:solidFill>
                          <a:latin typeface="Open Sans"/>
                          <a:ea typeface="Open Sans"/>
                          <a:cs typeface="Open Sans"/>
                          <a:sym typeface="Open Sans"/>
                        </a:rPr>
                        <a:t>Cost</a:t>
                      </a:r>
                      <a:endParaRPr sz="2000" u="none" strike="noStrike" cap="none">
                        <a:solidFill>
                          <a:srgbClr val="3F3F3F"/>
                        </a:solidFill>
                        <a:latin typeface="Open Sans"/>
                        <a:ea typeface="Open Sans"/>
                        <a:cs typeface="Open Sans"/>
                        <a:sym typeface="Open Sans"/>
                      </a:endParaRPr>
                    </a:p>
                  </a:txBody>
                  <a:tcPr marL="91450" marR="91450" marT="45725" marB="45725" anchor="ctr"/>
                </a:tc>
                <a:tc>
                  <a:txBody>
                    <a:bodyPr/>
                    <a:lstStyle/>
                    <a:p>
                      <a:pPr marL="0" marR="0" lvl="0" indent="0" algn="ctr" rtl="0">
                        <a:lnSpc>
                          <a:spcPct val="100000"/>
                        </a:lnSpc>
                        <a:spcBef>
                          <a:spcPts val="0"/>
                        </a:spcBef>
                        <a:spcAft>
                          <a:spcPts val="0"/>
                        </a:spcAft>
                        <a:buClr>
                          <a:srgbClr val="000000"/>
                        </a:buClr>
                        <a:buSzPts val="2000"/>
                        <a:buFont typeface="Arial"/>
                        <a:buNone/>
                      </a:pPr>
                      <a:r>
                        <a:rPr lang="en-US" sz="2000" u="none" strike="noStrike" cap="none">
                          <a:solidFill>
                            <a:srgbClr val="3F3F3F"/>
                          </a:solidFill>
                          <a:latin typeface="Open Sans"/>
                          <a:ea typeface="Open Sans"/>
                          <a:cs typeface="Open Sans"/>
                          <a:sym typeface="Open Sans"/>
                        </a:rPr>
                        <a:t>Software license</a:t>
                      </a:r>
                      <a:endParaRPr sz="2000" u="none" strike="noStrike" cap="none">
                        <a:solidFill>
                          <a:srgbClr val="3F3F3F"/>
                        </a:solidFill>
                        <a:latin typeface="Open Sans"/>
                        <a:ea typeface="Open Sans"/>
                        <a:cs typeface="Open Sans"/>
                        <a:sym typeface="Open Sans"/>
                      </a:endParaRPr>
                    </a:p>
                  </a:txBody>
                  <a:tcPr marL="91450" marR="91450" marT="45725" marB="45725" anchor="ctr"/>
                </a:tc>
                <a:tc>
                  <a:txBody>
                    <a:bodyPr/>
                    <a:lstStyle/>
                    <a:p>
                      <a:pPr marL="0" marR="0" lvl="0" indent="0" algn="ctr" rtl="0">
                        <a:lnSpc>
                          <a:spcPct val="100000"/>
                        </a:lnSpc>
                        <a:spcBef>
                          <a:spcPts val="0"/>
                        </a:spcBef>
                        <a:spcAft>
                          <a:spcPts val="0"/>
                        </a:spcAft>
                        <a:buClr>
                          <a:srgbClr val="000000"/>
                        </a:buClr>
                        <a:buSzPts val="2000"/>
                        <a:buFont typeface="Arial"/>
                        <a:buNone/>
                      </a:pPr>
                      <a:r>
                        <a:rPr lang="en-US" sz="2000" u="none" strike="noStrike" cap="none">
                          <a:solidFill>
                            <a:srgbClr val="3F3F3F"/>
                          </a:solidFill>
                          <a:latin typeface="Open Sans"/>
                          <a:ea typeface="Open Sans"/>
                          <a:cs typeface="Open Sans"/>
                          <a:sym typeface="Open Sans"/>
                        </a:rPr>
                        <a:t>Supports only</a:t>
                      </a:r>
                      <a:endParaRPr sz="2000" u="none" strike="noStrike" cap="none">
                        <a:solidFill>
                          <a:srgbClr val="3F3F3F"/>
                        </a:solidFill>
                        <a:latin typeface="Open Sans"/>
                        <a:ea typeface="Open Sans"/>
                        <a:cs typeface="Open Sans"/>
                        <a:sym typeface="Open Sans"/>
                      </a:endParaRPr>
                    </a:p>
                  </a:txBody>
                  <a:tcPr marL="91450" marR="91450" marT="45725" marB="45725" anchor="ctr"/>
                </a:tc>
                <a:extLst>
                  <a:ext uri="{0D108BD9-81ED-4DB2-BD59-A6C34878D82A}">
                    <a16:rowId xmlns:a16="http://schemas.microsoft.com/office/drawing/2014/main" val="10006"/>
                  </a:ext>
                </a:extLst>
              </a:tr>
              <a:tr h="658300">
                <a:tc>
                  <a:txBody>
                    <a:bodyPr/>
                    <a:lstStyle/>
                    <a:p>
                      <a:pPr marL="0" marR="0" lvl="0" indent="0" algn="ctr" rtl="0">
                        <a:lnSpc>
                          <a:spcPct val="100000"/>
                        </a:lnSpc>
                        <a:spcBef>
                          <a:spcPts val="0"/>
                        </a:spcBef>
                        <a:spcAft>
                          <a:spcPts val="0"/>
                        </a:spcAft>
                        <a:buClr>
                          <a:srgbClr val="000000"/>
                        </a:buClr>
                        <a:buSzPts val="2000"/>
                        <a:buFont typeface="Arial"/>
                        <a:buNone/>
                      </a:pPr>
                      <a:r>
                        <a:rPr lang="en-US" sz="2000" u="none" strike="noStrike" cap="none">
                          <a:solidFill>
                            <a:srgbClr val="3F3F3F"/>
                          </a:solidFill>
                          <a:latin typeface="Open Sans"/>
                          <a:ea typeface="Open Sans"/>
                          <a:cs typeface="Open Sans"/>
                          <a:sym typeface="Open Sans"/>
                        </a:rPr>
                        <a:t>Resources</a:t>
                      </a:r>
                      <a:endParaRPr sz="2000" u="none" strike="noStrike" cap="none">
                        <a:solidFill>
                          <a:srgbClr val="3F3F3F"/>
                        </a:solidFill>
                        <a:latin typeface="Open Sans"/>
                        <a:ea typeface="Open Sans"/>
                        <a:cs typeface="Open Sans"/>
                        <a:sym typeface="Open Sans"/>
                      </a:endParaRPr>
                    </a:p>
                  </a:txBody>
                  <a:tcPr marL="91450" marR="91450" marT="45725" marB="45725" anchor="ctr"/>
                </a:tc>
                <a:tc>
                  <a:txBody>
                    <a:bodyPr/>
                    <a:lstStyle/>
                    <a:p>
                      <a:pPr marL="0" marR="0" lvl="0" indent="0" algn="ctr" rtl="0">
                        <a:lnSpc>
                          <a:spcPct val="100000"/>
                        </a:lnSpc>
                        <a:spcBef>
                          <a:spcPts val="0"/>
                        </a:spcBef>
                        <a:spcAft>
                          <a:spcPts val="0"/>
                        </a:spcAft>
                        <a:buClr>
                          <a:srgbClr val="000000"/>
                        </a:buClr>
                        <a:buSzPts val="2000"/>
                        <a:buFont typeface="Arial"/>
                        <a:buNone/>
                      </a:pPr>
                      <a:r>
                        <a:rPr lang="en-US" sz="2000" u="none" strike="noStrike" cap="none">
                          <a:solidFill>
                            <a:srgbClr val="3F3F3F"/>
                          </a:solidFill>
                          <a:latin typeface="Open Sans"/>
                          <a:ea typeface="Open Sans"/>
                          <a:cs typeface="Open Sans"/>
                          <a:sym typeface="Open Sans"/>
                        </a:rPr>
                        <a:t>Known entity</a:t>
                      </a:r>
                      <a:endParaRPr sz="2000" u="none" strike="noStrike" cap="none">
                        <a:solidFill>
                          <a:srgbClr val="3F3F3F"/>
                        </a:solidFill>
                        <a:latin typeface="Open Sans"/>
                        <a:ea typeface="Open Sans"/>
                        <a:cs typeface="Open Sans"/>
                        <a:sym typeface="Open Sans"/>
                      </a:endParaRPr>
                    </a:p>
                    <a:p>
                      <a:pPr marL="0" marR="0" lvl="0" indent="0" algn="ctr" rtl="0">
                        <a:lnSpc>
                          <a:spcPct val="100000"/>
                        </a:lnSpc>
                        <a:spcBef>
                          <a:spcPts val="0"/>
                        </a:spcBef>
                        <a:spcAft>
                          <a:spcPts val="0"/>
                        </a:spcAft>
                        <a:buClr>
                          <a:srgbClr val="000000"/>
                        </a:buClr>
                        <a:buSzPts val="2000"/>
                        <a:buFont typeface="Arial"/>
                        <a:buNone/>
                      </a:pPr>
                      <a:endParaRPr sz="2000" u="none" strike="noStrike" cap="none">
                        <a:solidFill>
                          <a:srgbClr val="3F3F3F"/>
                        </a:solidFill>
                        <a:latin typeface="Open Sans"/>
                        <a:ea typeface="Open Sans"/>
                        <a:cs typeface="Open Sans"/>
                        <a:sym typeface="Open Sans"/>
                      </a:endParaRPr>
                    </a:p>
                  </a:txBody>
                  <a:tcPr marL="91450" marR="91450" marT="45725" marB="45725" anchor="ctr"/>
                </a:tc>
                <a:tc>
                  <a:txBody>
                    <a:bodyPr/>
                    <a:lstStyle/>
                    <a:p>
                      <a:pPr marL="0" marR="0" lvl="0" indent="0" algn="ctr" rtl="0">
                        <a:lnSpc>
                          <a:spcPct val="100000"/>
                        </a:lnSpc>
                        <a:spcBef>
                          <a:spcPts val="0"/>
                        </a:spcBef>
                        <a:spcAft>
                          <a:spcPts val="0"/>
                        </a:spcAft>
                        <a:buClr>
                          <a:srgbClr val="000000"/>
                        </a:buClr>
                        <a:buSzPts val="2000"/>
                        <a:buFont typeface="Arial"/>
                        <a:buNone/>
                      </a:pPr>
                      <a:r>
                        <a:rPr lang="en-US" sz="2000" u="none" strike="noStrike" cap="none">
                          <a:solidFill>
                            <a:srgbClr val="3F3F3F"/>
                          </a:solidFill>
                          <a:latin typeface="Open Sans"/>
                          <a:ea typeface="Open Sans"/>
                          <a:cs typeface="Open Sans"/>
                          <a:sym typeface="Open Sans"/>
                        </a:rPr>
                        <a:t>Growing, Complexities, and wide</a:t>
                      </a:r>
                      <a:endParaRPr sz="1400" u="none" strike="noStrike" cap="none"/>
                    </a:p>
                  </a:txBody>
                  <a:tcPr marL="91450" marR="91450" marT="45725" marB="45725" anchor="ctr"/>
                </a:tc>
                <a:extLst>
                  <a:ext uri="{0D108BD9-81ED-4DB2-BD59-A6C34878D82A}">
                    <a16:rowId xmlns:a16="http://schemas.microsoft.com/office/drawing/2014/main" val="10007"/>
                  </a:ext>
                </a:extLst>
              </a:tr>
              <a:tr h="658300">
                <a:tc>
                  <a:txBody>
                    <a:bodyPr/>
                    <a:lstStyle/>
                    <a:p>
                      <a:pPr marL="0" marR="0" lvl="0" indent="0" algn="ctr" rtl="0">
                        <a:lnSpc>
                          <a:spcPct val="100000"/>
                        </a:lnSpc>
                        <a:spcBef>
                          <a:spcPts val="0"/>
                        </a:spcBef>
                        <a:spcAft>
                          <a:spcPts val="0"/>
                        </a:spcAft>
                        <a:buClr>
                          <a:srgbClr val="000000"/>
                        </a:buClr>
                        <a:buSzPts val="2000"/>
                        <a:buFont typeface="Arial"/>
                        <a:buNone/>
                      </a:pPr>
                      <a:r>
                        <a:rPr lang="en-US" sz="2000" u="none" strike="noStrike" cap="none">
                          <a:solidFill>
                            <a:srgbClr val="3F3F3F"/>
                          </a:solidFill>
                          <a:latin typeface="Open Sans"/>
                          <a:ea typeface="Open Sans"/>
                          <a:cs typeface="Open Sans"/>
                          <a:sym typeface="Open Sans"/>
                        </a:rPr>
                        <a:t>Best fit use</a:t>
                      </a:r>
                      <a:endParaRPr sz="2000" u="none" strike="noStrike" cap="none">
                        <a:solidFill>
                          <a:srgbClr val="3F3F3F"/>
                        </a:solidFill>
                        <a:latin typeface="Open Sans"/>
                        <a:ea typeface="Open Sans"/>
                        <a:cs typeface="Open Sans"/>
                        <a:sym typeface="Open Sans"/>
                      </a:endParaRPr>
                    </a:p>
                  </a:txBody>
                  <a:tcPr marL="91450" marR="91450" marT="45725" marB="45725" anchor="ctr"/>
                </a:tc>
                <a:tc>
                  <a:txBody>
                    <a:bodyPr/>
                    <a:lstStyle/>
                    <a:p>
                      <a:pPr marL="0" marR="0" lvl="0" indent="0" algn="ctr" rtl="0">
                        <a:lnSpc>
                          <a:spcPct val="100000"/>
                        </a:lnSpc>
                        <a:spcBef>
                          <a:spcPts val="0"/>
                        </a:spcBef>
                        <a:spcAft>
                          <a:spcPts val="0"/>
                        </a:spcAft>
                        <a:buClr>
                          <a:srgbClr val="000000"/>
                        </a:buClr>
                        <a:buSzPts val="2000"/>
                        <a:buFont typeface="Arial"/>
                        <a:buNone/>
                      </a:pPr>
                      <a:r>
                        <a:rPr lang="en-US" sz="2000" u="none" strike="noStrike" cap="none">
                          <a:solidFill>
                            <a:srgbClr val="3F3F3F"/>
                          </a:solidFill>
                          <a:latin typeface="Open Sans"/>
                          <a:ea typeface="Open Sans"/>
                          <a:cs typeface="Open Sans"/>
                          <a:sym typeface="Open Sans"/>
                        </a:rPr>
                        <a:t>OLTP, Complex ACID Transactions, and operational data store</a:t>
                      </a:r>
                      <a:endParaRPr sz="2000" u="none" strike="noStrike" cap="none">
                        <a:solidFill>
                          <a:srgbClr val="3F3F3F"/>
                        </a:solidFill>
                        <a:latin typeface="Open Sans"/>
                        <a:ea typeface="Open Sans"/>
                        <a:cs typeface="Open Sans"/>
                        <a:sym typeface="Open Sans"/>
                      </a:endParaRPr>
                    </a:p>
                  </a:txBody>
                  <a:tcPr marL="91450" marR="91450" marT="45725" marB="45725" anchor="ctr"/>
                </a:tc>
                <a:tc>
                  <a:txBody>
                    <a:bodyPr/>
                    <a:lstStyle/>
                    <a:p>
                      <a:pPr marL="0" marR="0" lvl="0" indent="0" algn="ctr" rtl="0">
                        <a:lnSpc>
                          <a:spcPct val="100000"/>
                        </a:lnSpc>
                        <a:spcBef>
                          <a:spcPts val="0"/>
                        </a:spcBef>
                        <a:spcAft>
                          <a:spcPts val="0"/>
                        </a:spcAft>
                        <a:buClr>
                          <a:srgbClr val="000000"/>
                        </a:buClr>
                        <a:buSzPts val="2000"/>
                        <a:buFont typeface="Arial"/>
                        <a:buNone/>
                      </a:pPr>
                      <a:r>
                        <a:rPr lang="en-US" sz="2000" u="none" strike="noStrike" cap="none" dirty="0">
                          <a:solidFill>
                            <a:srgbClr val="3F3F3F"/>
                          </a:solidFill>
                          <a:latin typeface="Open Sans"/>
                          <a:ea typeface="Open Sans"/>
                          <a:cs typeface="Open Sans"/>
                          <a:sym typeface="Open Sans"/>
                        </a:rPr>
                        <a:t>Data discovery, processing unstructured data, and massive storage or processing </a:t>
                      </a:r>
                      <a:endParaRPr sz="2000" u="none" strike="noStrike" cap="none" dirty="0">
                        <a:solidFill>
                          <a:srgbClr val="3F3F3F"/>
                        </a:solidFill>
                        <a:latin typeface="Open Sans"/>
                        <a:ea typeface="Open Sans"/>
                        <a:cs typeface="Open Sans"/>
                        <a:sym typeface="Open Sans"/>
                      </a:endParaRPr>
                    </a:p>
                  </a:txBody>
                  <a:tcPr marL="91450" marR="91450" marT="45725" marB="45725" anchor="ctr"/>
                </a:tc>
                <a:extLst>
                  <a:ext uri="{0D108BD9-81ED-4DB2-BD59-A6C34878D82A}">
                    <a16:rowId xmlns:a16="http://schemas.microsoft.com/office/drawing/2014/main" val="10008"/>
                  </a:ext>
                </a:extLst>
              </a:tr>
            </a:tbl>
          </a:graphicData>
        </a:graphic>
      </p:graphicFrame>
      <p:sp>
        <p:nvSpPr>
          <p:cNvPr id="3" name="Brandline_LVC">
            <a:extLst>
              <a:ext uri="{FF2B5EF4-FFF2-40B4-BE49-F238E27FC236}">
                <a16:creationId xmlns:a16="http://schemas.microsoft.com/office/drawing/2014/main" id="{8083BF7A-A17B-DB49-9B06-30C4FB05BAEC}"/>
              </a:ext>
            </a:extLst>
          </p:cNvPr>
          <p:cNvSpPr/>
          <p:nvPr/>
        </p:nvSpPr>
        <p:spPr>
          <a:xfrm>
            <a:off x="3505200" y="816324"/>
            <a:ext cx="9257188"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1688"/>
        <p:cNvGrpSpPr/>
        <p:nvPr/>
      </p:nvGrpSpPr>
      <p:grpSpPr>
        <a:xfrm>
          <a:off x="0" y="0"/>
          <a:ext cx="0" cy="0"/>
          <a:chOff x="0" y="0"/>
          <a:chExt cx="0" cy="0"/>
        </a:xfrm>
      </p:grpSpPr>
      <p:sp>
        <p:nvSpPr>
          <p:cNvPr id="1689" name="Google Shape;1689;p68"/>
          <p:cNvSpPr txBox="1">
            <a:spLocks noGrp="1"/>
          </p:cNvSpPr>
          <p:nvPr>
            <p:ph type="body" idx="10"/>
          </p:nvPr>
        </p:nvSpPr>
        <p:spPr>
          <a:xfrm>
            <a:off x="0" y="4114800"/>
            <a:ext cx="16256001" cy="914400"/>
          </a:xfrm>
          <a:noFill/>
          <a:ln>
            <a:noFill/>
          </a:ln>
        </p:spPr>
        <p:txBody>
          <a:bodyPr spcFirstLastPara="1" wrap="square" lIns="91425" tIns="45700" rIns="91425" bIns="45700" anchor="ctr" anchorCtr="0">
            <a:normAutofit/>
          </a:bodyPr>
          <a:lstStyle/>
          <a:p>
            <a:pPr lvl="0"/>
            <a:r>
              <a:rPr lang="en-US">
                <a:sym typeface="Open Sans"/>
              </a:rPr>
              <a:t>Components of Hadoop Ecosystem</a:t>
            </a: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1694"/>
        <p:cNvGrpSpPr/>
        <p:nvPr/>
      </p:nvGrpSpPr>
      <p:grpSpPr>
        <a:xfrm>
          <a:off x="0" y="0"/>
          <a:ext cx="0" cy="0"/>
          <a:chOff x="0" y="0"/>
          <a:chExt cx="0" cy="0"/>
        </a:xfrm>
      </p:grpSpPr>
      <p:sp>
        <p:nvSpPr>
          <p:cNvPr id="1695" name="Google Shape;1695;p67"/>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a:latin typeface="Open Sans"/>
                <a:ea typeface="Open Sans"/>
                <a:cs typeface="Open Sans"/>
                <a:sym typeface="Open Sans"/>
              </a:rPr>
              <a:t>Hadoop Core Components</a:t>
            </a:r>
            <a:endParaRPr sz="2800">
              <a:latin typeface="Open Sans"/>
              <a:ea typeface="Open Sans"/>
              <a:cs typeface="Open Sans"/>
              <a:sym typeface="Open Sans"/>
            </a:endParaRPr>
          </a:p>
        </p:txBody>
      </p:sp>
      <p:grpSp>
        <p:nvGrpSpPr>
          <p:cNvPr id="1696" name="Google Shape;1696;p67"/>
          <p:cNvGrpSpPr/>
          <p:nvPr/>
        </p:nvGrpSpPr>
        <p:grpSpPr>
          <a:xfrm>
            <a:off x="3319644" y="2500258"/>
            <a:ext cx="9654813" cy="5092322"/>
            <a:chOff x="3526978" y="2025839"/>
            <a:chExt cx="9654813" cy="5092322"/>
          </a:xfrm>
        </p:grpSpPr>
        <p:sp>
          <p:nvSpPr>
            <p:cNvPr id="1697" name="Google Shape;1697;p67"/>
            <p:cNvSpPr/>
            <p:nvPr/>
          </p:nvSpPr>
          <p:spPr>
            <a:xfrm>
              <a:off x="6099787" y="2025839"/>
              <a:ext cx="4509195" cy="5092322"/>
            </a:xfrm>
            <a:prstGeom prst="roundRect">
              <a:avLst>
                <a:gd name="adj" fmla="val 5048"/>
              </a:avLst>
            </a:prstGeom>
            <a:solidFill>
              <a:schemeClr val="lt1"/>
            </a:solidFill>
            <a:ln w="12700" cap="flat" cmpd="sng">
              <a:solidFill>
                <a:srgbClr val="42719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rgbClr val="3F3F3F"/>
                </a:solidFill>
                <a:latin typeface="Open Sans"/>
                <a:ea typeface="Open Sans"/>
                <a:cs typeface="Open Sans"/>
                <a:sym typeface="Open Sans"/>
              </a:endParaRPr>
            </a:p>
          </p:txBody>
        </p:sp>
        <p:sp>
          <p:nvSpPr>
            <p:cNvPr id="1698" name="Google Shape;1698;p67"/>
            <p:cNvSpPr/>
            <p:nvPr/>
          </p:nvSpPr>
          <p:spPr>
            <a:xfrm>
              <a:off x="6324764" y="5374585"/>
              <a:ext cx="4004733" cy="809358"/>
            </a:xfrm>
            <a:prstGeom prst="roundRect">
              <a:avLst>
                <a:gd name="adj" fmla="val 6789"/>
              </a:avLst>
            </a:prstGeom>
            <a:solidFill>
              <a:schemeClr val="lt1"/>
            </a:solidFill>
            <a:ln w="12700" cap="flat" cmpd="sng">
              <a:solidFill>
                <a:srgbClr val="42719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rgbClr val="3F3F3F"/>
                </a:solidFill>
                <a:latin typeface="Calibri"/>
                <a:ea typeface="Calibri"/>
                <a:cs typeface="Calibri"/>
                <a:sym typeface="Calibri"/>
              </a:endParaRPr>
            </a:p>
          </p:txBody>
        </p:sp>
        <p:sp>
          <p:nvSpPr>
            <p:cNvPr id="1699" name="Google Shape;1699;p67"/>
            <p:cNvSpPr/>
            <p:nvPr/>
          </p:nvSpPr>
          <p:spPr>
            <a:xfrm>
              <a:off x="6324764" y="4050983"/>
              <a:ext cx="4004733" cy="809358"/>
            </a:xfrm>
            <a:prstGeom prst="roundRect">
              <a:avLst>
                <a:gd name="adj" fmla="val 8200"/>
              </a:avLst>
            </a:prstGeom>
            <a:solidFill>
              <a:schemeClr val="lt1"/>
            </a:solidFill>
            <a:ln w="12700" cap="flat" cmpd="sng">
              <a:solidFill>
                <a:srgbClr val="42719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rgbClr val="3F3F3F"/>
                </a:solidFill>
                <a:latin typeface="Calibri"/>
                <a:ea typeface="Calibri"/>
                <a:cs typeface="Calibri"/>
                <a:sym typeface="Calibri"/>
              </a:endParaRPr>
            </a:p>
          </p:txBody>
        </p:sp>
        <p:pic>
          <p:nvPicPr>
            <p:cNvPr id="1700" name="Google Shape;1700;p67"/>
            <p:cNvPicPr preferRelativeResize="0"/>
            <p:nvPr/>
          </p:nvPicPr>
          <p:blipFill rotWithShape="1">
            <a:blip r:embed="rId3">
              <a:alphaModFix/>
            </a:blip>
            <a:srcRect/>
            <a:stretch/>
          </p:blipFill>
          <p:spPr>
            <a:xfrm>
              <a:off x="6519434" y="2517012"/>
              <a:ext cx="1844275" cy="851111"/>
            </a:xfrm>
            <a:prstGeom prst="rect">
              <a:avLst/>
            </a:prstGeom>
            <a:noFill/>
            <a:ln>
              <a:noFill/>
            </a:ln>
          </p:spPr>
        </p:pic>
        <p:pic>
          <p:nvPicPr>
            <p:cNvPr id="1701" name="Google Shape;1701;p67" descr="https://encrypted-tbn3.gstatic.com/images?q=tbn:ANd9GcS2sZ2MMgZTz8yRJVXqkvLFfTmMZdnC80bsdE8ypTxKzCVc5BoO0LbuwDw"/>
            <p:cNvPicPr preferRelativeResize="0"/>
            <p:nvPr/>
          </p:nvPicPr>
          <p:blipFill rotWithShape="1">
            <a:blip r:embed="rId4">
              <a:alphaModFix/>
            </a:blip>
            <a:srcRect/>
            <a:stretch/>
          </p:blipFill>
          <p:spPr>
            <a:xfrm>
              <a:off x="8938313" y="2598625"/>
              <a:ext cx="1086740" cy="679794"/>
            </a:xfrm>
            <a:prstGeom prst="rect">
              <a:avLst/>
            </a:prstGeom>
            <a:noFill/>
            <a:ln>
              <a:noFill/>
            </a:ln>
          </p:spPr>
        </p:pic>
        <p:cxnSp>
          <p:nvCxnSpPr>
            <p:cNvPr id="1702" name="Google Shape;1702;p67"/>
            <p:cNvCxnSpPr/>
            <p:nvPr/>
          </p:nvCxnSpPr>
          <p:spPr>
            <a:xfrm>
              <a:off x="6510109" y="3817370"/>
              <a:ext cx="3833054" cy="0"/>
            </a:xfrm>
            <a:prstGeom prst="straightConnector1">
              <a:avLst/>
            </a:prstGeom>
            <a:solidFill>
              <a:schemeClr val="lt1"/>
            </a:solidFill>
            <a:ln w="12700" cap="flat" cmpd="sng">
              <a:solidFill>
                <a:srgbClr val="42719B"/>
              </a:solidFill>
              <a:prstDash val="solid"/>
              <a:miter lim="800000"/>
              <a:headEnd type="none" w="sm" len="sm"/>
              <a:tailEnd type="none" w="sm" len="sm"/>
            </a:ln>
          </p:spPr>
        </p:cxnSp>
        <p:sp>
          <p:nvSpPr>
            <p:cNvPr id="1703" name="Google Shape;1703;p67"/>
            <p:cNvSpPr txBox="1"/>
            <p:nvPr/>
          </p:nvSpPr>
          <p:spPr>
            <a:xfrm>
              <a:off x="7554560" y="4174931"/>
              <a:ext cx="1523571" cy="461664"/>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400"/>
                <a:buFont typeface="Arial"/>
                <a:buNone/>
              </a:pPr>
              <a:r>
                <a:rPr lang="en-US" sz="2400" b="0" i="0" u="none" strike="noStrike" cap="none">
                  <a:solidFill>
                    <a:srgbClr val="3F3F3F"/>
                  </a:solidFill>
                  <a:latin typeface="Alfa Slab One"/>
                  <a:ea typeface="Alfa Slab One"/>
                  <a:cs typeface="Alfa Slab One"/>
                  <a:sym typeface="Alfa Slab One"/>
                </a:rPr>
                <a:t>YARN</a:t>
              </a:r>
              <a:endParaRPr sz="1400" b="0" i="0" u="none" strike="noStrike" cap="none">
                <a:solidFill>
                  <a:srgbClr val="000000"/>
                </a:solidFill>
                <a:latin typeface="Arial"/>
                <a:ea typeface="Arial"/>
                <a:cs typeface="Arial"/>
                <a:sym typeface="Arial"/>
              </a:endParaRPr>
            </a:p>
          </p:txBody>
        </p:sp>
        <p:sp>
          <p:nvSpPr>
            <p:cNvPr id="1704" name="Google Shape;1704;p67"/>
            <p:cNvSpPr txBox="1"/>
            <p:nvPr/>
          </p:nvSpPr>
          <p:spPr>
            <a:xfrm>
              <a:off x="10715786" y="4148268"/>
              <a:ext cx="2466005" cy="769402"/>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400"/>
                <a:buFont typeface="Arial"/>
                <a:buNone/>
              </a:pPr>
              <a:r>
                <a:rPr lang="en-US" sz="2200" b="0" i="0" u="none" strike="noStrike" cap="none">
                  <a:solidFill>
                    <a:srgbClr val="3F3F3F"/>
                  </a:solidFill>
                  <a:latin typeface="Open Sans"/>
                  <a:ea typeface="Open Sans"/>
                  <a:cs typeface="Open Sans"/>
                  <a:sym typeface="Open Sans"/>
                </a:rPr>
                <a:t>Resource Management</a:t>
              </a:r>
              <a:endParaRPr sz="2200" b="0" i="0" u="none" strike="noStrike" cap="none">
                <a:solidFill>
                  <a:srgbClr val="3F3F3F"/>
                </a:solidFill>
                <a:latin typeface="Arial"/>
                <a:ea typeface="Arial"/>
                <a:cs typeface="Arial"/>
                <a:sym typeface="Arial"/>
              </a:endParaRPr>
            </a:p>
          </p:txBody>
        </p:sp>
        <p:cxnSp>
          <p:nvCxnSpPr>
            <p:cNvPr id="1705" name="Google Shape;1705;p67"/>
            <p:cNvCxnSpPr/>
            <p:nvPr/>
          </p:nvCxnSpPr>
          <p:spPr>
            <a:xfrm>
              <a:off x="6510109" y="5080353"/>
              <a:ext cx="3833054" cy="0"/>
            </a:xfrm>
            <a:prstGeom prst="straightConnector1">
              <a:avLst/>
            </a:prstGeom>
            <a:solidFill>
              <a:schemeClr val="lt1"/>
            </a:solidFill>
            <a:ln w="12700" cap="flat" cmpd="sng">
              <a:solidFill>
                <a:srgbClr val="42719B"/>
              </a:solidFill>
              <a:prstDash val="solid"/>
              <a:miter lim="800000"/>
              <a:headEnd type="none" w="sm" len="sm"/>
              <a:tailEnd type="none" w="sm" len="sm"/>
            </a:ln>
          </p:spPr>
        </p:cxnSp>
        <p:pic>
          <p:nvPicPr>
            <p:cNvPr id="1706" name="Google Shape;1706;p67"/>
            <p:cNvPicPr preferRelativeResize="0"/>
            <p:nvPr/>
          </p:nvPicPr>
          <p:blipFill rotWithShape="1">
            <a:blip r:embed="rId5">
              <a:alphaModFix/>
            </a:blip>
            <a:srcRect l="19440" t="23845" r="23524" b="34450"/>
            <a:stretch/>
          </p:blipFill>
          <p:spPr>
            <a:xfrm>
              <a:off x="7667962" y="5542131"/>
              <a:ext cx="1435393" cy="537957"/>
            </a:xfrm>
            <a:prstGeom prst="rect">
              <a:avLst/>
            </a:prstGeom>
            <a:noFill/>
            <a:ln>
              <a:noFill/>
            </a:ln>
          </p:spPr>
        </p:pic>
        <p:sp>
          <p:nvSpPr>
            <p:cNvPr id="1707" name="Google Shape;1707;p67"/>
            <p:cNvSpPr txBox="1"/>
            <p:nvPr/>
          </p:nvSpPr>
          <p:spPr>
            <a:xfrm>
              <a:off x="3526978" y="2606341"/>
              <a:ext cx="2466005" cy="430847"/>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400"/>
                <a:buFont typeface="Arial"/>
                <a:buNone/>
              </a:pPr>
              <a:r>
                <a:rPr lang="en-US" sz="2200" b="0" i="0" u="none" strike="noStrike" cap="none">
                  <a:solidFill>
                    <a:srgbClr val="3F3F3F"/>
                  </a:solidFill>
                  <a:latin typeface="Open Sans"/>
                  <a:ea typeface="Open Sans"/>
                  <a:cs typeface="Open Sans"/>
                  <a:sym typeface="Open Sans"/>
                </a:rPr>
                <a:t>Data Processing</a:t>
              </a:r>
              <a:endParaRPr sz="2200" b="0" i="0" u="none" strike="noStrike" cap="none">
                <a:solidFill>
                  <a:srgbClr val="3F3F3F"/>
                </a:solidFill>
                <a:latin typeface="Arial"/>
                <a:ea typeface="Arial"/>
                <a:cs typeface="Arial"/>
                <a:sym typeface="Arial"/>
              </a:endParaRPr>
            </a:p>
          </p:txBody>
        </p:sp>
        <p:cxnSp>
          <p:nvCxnSpPr>
            <p:cNvPr id="1708" name="Google Shape;1708;p67"/>
            <p:cNvCxnSpPr/>
            <p:nvPr/>
          </p:nvCxnSpPr>
          <p:spPr>
            <a:xfrm>
              <a:off x="6469131" y="6368473"/>
              <a:ext cx="3833054" cy="0"/>
            </a:xfrm>
            <a:prstGeom prst="straightConnector1">
              <a:avLst/>
            </a:prstGeom>
            <a:solidFill>
              <a:schemeClr val="lt1"/>
            </a:solidFill>
            <a:ln w="12700" cap="flat" cmpd="sng">
              <a:solidFill>
                <a:srgbClr val="42719B"/>
              </a:solidFill>
              <a:prstDash val="solid"/>
              <a:miter lim="800000"/>
              <a:headEnd type="none" w="sm" len="sm"/>
              <a:tailEnd type="none" w="sm" len="sm"/>
            </a:ln>
          </p:spPr>
        </p:cxnSp>
        <p:sp>
          <p:nvSpPr>
            <p:cNvPr id="1709" name="Google Shape;1709;p67"/>
            <p:cNvSpPr txBox="1"/>
            <p:nvPr/>
          </p:nvSpPr>
          <p:spPr>
            <a:xfrm>
              <a:off x="7233870" y="6516069"/>
              <a:ext cx="2466005" cy="400110"/>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000"/>
                <a:buFont typeface="Arial"/>
                <a:buNone/>
              </a:pPr>
              <a:r>
                <a:rPr lang="en-US" sz="2000" b="1" i="0" u="none" strike="noStrike" cap="none">
                  <a:solidFill>
                    <a:srgbClr val="3F3F3F"/>
                  </a:solidFill>
                  <a:latin typeface="Open Sans"/>
                  <a:ea typeface="Open Sans"/>
                  <a:cs typeface="Open Sans"/>
                  <a:sym typeface="Open Sans"/>
                </a:rPr>
                <a:t>Hadoop Core</a:t>
              </a:r>
              <a:endParaRPr sz="1400" b="0" i="0" u="none" strike="noStrike" cap="none">
                <a:solidFill>
                  <a:srgbClr val="000000"/>
                </a:solidFill>
                <a:latin typeface="Arial"/>
                <a:ea typeface="Arial"/>
                <a:cs typeface="Arial"/>
                <a:sym typeface="Arial"/>
              </a:endParaRPr>
            </a:p>
          </p:txBody>
        </p:sp>
        <p:cxnSp>
          <p:nvCxnSpPr>
            <p:cNvPr id="1710" name="Google Shape;1710;p67"/>
            <p:cNvCxnSpPr/>
            <p:nvPr/>
          </p:nvCxnSpPr>
          <p:spPr>
            <a:xfrm>
              <a:off x="7597829" y="3376507"/>
              <a:ext cx="0" cy="674476"/>
            </a:xfrm>
            <a:prstGeom prst="straightConnector1">
              <a:avLst/>
            </a:prstGeom>
            <a:noFill/>
            <a:ln w="28575" cap="flat" cmpd="sng">
              <a:solidFill>
                <a:schemeClr val="accent2"/>
              </a:solidFill>
              <a:prstDash val="solid"/>
              <a:miter lim="800000"/>
              <a:headEnd type="none" w="sm" len="sm"/>
              <a:tailEnd type="triangle" w="lg" len="lg"/>
            </a:ln>
          </p:spPr>
        </p:cxnSp>
        <p:cxnSp>
          <p:nvCxnSpPr>
            <p:cNvPr id="1711" name="Google Shape;1711;p67"/>
            <p:cNvCxnSpPr/>
            <p:nvPr/>
          </p:nvCxnSpPr>
          <p:spPr>
            <a:xfrm>
              <a:off x="9360698" y="3376507"/>
              <a:ext cx="0" cy="674476"/>
            </a:xfrm>
            <a:prstGeom prst="straightConnector1">
              <a:avLst/>
            </a:prstGeom>
            <a:noFill/>
            <a:ln w="28575" cap="flat" cmpd="sng">
              <a:solidFill>
                <a:schemeClr val="accent2"/>
              </a:solidFill>
              <a:prstDash val="solid"/>
              <a:miter lim="800000"/>
              <a:headEnd type="none" w="sm" len="sm"/>
              <a:tailEnd type="triangle" w="lg" len="lg"/>
            </a:ln>
          </p:spPr>
        </p:cxnSp>
        <p:sp>
          <p:nvSpPr>
            <p:cNvPr id="1712" name="Google Shape;1712;p67"/>
            <p:cNvSpPr txBox="1"/>
            <p:nvPr/>
          </p:nvSpPr>
          <p:spPr>
            <a:xfrm>
              <a:off x="3931652" y="5654865"/>
              <a:ext cx="2466005" cy="430847"/>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400"/>
                <a:buFont typeface="Arial"/>
                <a:buNone/>
              </a:pPr>
              <a:r>
                <a:rPr lang="en-US" sz="2200" b="0" i="0" u="none" strike="noStrike" cap="none">
                  <a:solidFill>
                    <a:srgbClr val="3F3F3F"/>
                  </a:solidFill>
                  <a:latin typeface="Open Sans"/>
                  <a:ea typeface="Open Sans"/>
                  <a:cs typeface="Open Sans"/>
                  <a:sym typeface="Open Sans"/>
                </a:rPr>
                <a:t>Storage</a:t>
              </a:r>
              <a:endParaRPr sz="2200" b="0" i="0" u="none" strike="noStrike" cap="none">
                <a:solidFill>
                  <a:srgbClr val="3F3F3F"/>
                </a:solidFill>
                <a:latin typeface="Arial"/>
                <a:ea typeface="Arial"/>
                <a:cs typeface="Arial"/>
                <a:sym typeface="Arial"/>
              </a:endParaRPr>
            </a:p>
          </p:txBody>
        </p:sp>
      </p:grpSp>
      <p:sp>
        <p:nvSpPr>
          <p:cNvPr id="1714" name="Google Shape;1714;p67"/>
          <p:cNvSpPr txBox="1"/>
          <p:nvPr/>
        </p:nvSpPr>
        <p:spPr>
          <a:xfrm>
            <a:off x="2657693" y="1240452"/>
            <a:ext cx="10940615" cy="430847"/>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Hadoop is composed of three major components: HDFS, MapReduce, and YARN.</a:t>
            </a:r>
            <a:endParaRPr sz="2200" b="0" i="0" u="none" strike="noStrike" cap="none">
              <a:solidFill>
                <a:srgbClr val="3F3F3F"/>
              </a:solidFill>
              <a:latin typeface="Open Sans"/>
              <a:ea typeface="Open Sans"/>
              <a:cs typeface="Open Sans"/>
              <a:sym typeface="Open Sans"/>
            </a:endParaRPr>
          </a:p>
        </p:txBody>
      </p:sp>
      <p:sp>
        <p:nvSpPr>
          <p:cNvPr id="3" name="Brandline_LVC">
            <a:extLst>
              <a:ext uri="{FF2B5EF4-FFF2-40B4-BE49-F238E27FC236}">
                <a16:creationId xmlns:a16="http://schemas.microsoft.com/office/drawing/2014/main" id="{0430D149-1B67-186F-C231-C47BA6A1B464}"/>
              </a:ext>
            </a:extLst>
          </p:cNvPr>
          <p:cNvSpPr/>
          <p:nvPr/>
        </p:nvSpPr>
        <p:spPr>
          <a:xfrm>
            <a:off x="5232400" y="816324"/>
            <a:ext cx="5788501"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1719"/>
        <p:cNvGrpSpPr/>
        <p:nvPr/>
      </p:nvGrpSpPr>
      <p:grpSpPr>
        <a:xfrm>
          <a:off x="0" y="0"/>
          <a:ext cx="0" cy="0"/>
          <a:chOff x="0" y="0"/>
          <a:chExt cx="0" cy="0"/>
        </a:xfrm>
      </p:grpSpPr>
      <p:sp>
        <p:nvSpPr>
          <p:cNvPr id="1720" name="Google Shape;1720;p100"/>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a:latin typeface="Open Sans"/>
                <a:ea typeface="Open Sans"/>
                <a:cs typeface="Open Sans"/>
                <a:sym typeface="Open Sans"/>
              </a:rPr>
              <a:t>Components of Hadoop Ecosystem </a:t>
            </a:r>
            <a:endParaRPr>
              <a:latin typeface="Open Sans"/>
              <a:ea typeface="Open Sans"/>
              <a:cs typeface="Open Sans"/>
              <a:sym typeface="Open Sans"/>
            </a:endParaRPr>
          </a:p>
        </p:txBody>
      </p:sp>
      <p:grpSp>
        <p:nvGrpSpPr>
          <p:cNvPr id="1722" name="Google Shape;1722;p100"/>
          <p:cNvGrpSpPr/>
          <p:nvPr/>
        </p:nvGrpSpPr>
        <p:grpSpPr>
          <a:xfrm>
            <a:off x="2446039" y="2756158"/>
            <a:ext cx="11402022" cy="4940042"/>
            <a:chOff x="1078198" y="1711817"/>
            <a:chExt cx="14099603" cy="6809698"/>
          </a:xfrm>
        </p:grpSpPr>
        <p:sp>
          <p:nvSpPr>
            <p:cNvPr id="1723" name="Google Shape;1723;p100"/>
            <p:cNvSpPr/>
            <p:nvPr/>
          </p:nvSpPr>
          <p:spPr>
            <a:xfrm>
              <a:off x="6607408" y="3587398"/>
              <a:ext cx="3888914" cy="4057043"/>
            </a:xfrm>
            <a:prstGeom prst="roundRect">
              <a:avLst>
                <a:gd name="adj" fmla="val 5048"/>
              </a:avLst>
            </a:prstGeom>
            <a:solidFill>
              <a:schemeClr val="lt1"/>
            </a:solidFill>
            <a:ln w="12700" cap="flat" cmpd="sng">
              <a:solidFill>
                <a:srgbClr val="42719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ctr" rtl="0">
                <a:lnSpc>
                  <a:spcPct val="100000"/>
                </a:lnSpc>
                <a:spcBef>
                  <a:spcPts val="0"/>
                </a:spcBef>
                <a:spcAft>
                  <a:spcPts val="0"/>
                </a:spcAft>
                <a:buClr>
                  <a:srgbClr val="000000"/>
                </a:buClr>
                <a:buSzPts val="2400"/>
                <a:buFont typeface="Arial"/>
                <a:buNone/>
              </a:pPr>
              <a:r>
                <a:rPr lang="en-US" sz="1600" b="0" i="0" u="none" strike="noStrike" cap="none">
                  <a:solidFill>
                    <a:srgbClr val="3F3F3F"/>
                  </a:solidFill>
                  <a:latin typeface="Open Sans"/>
                  <a:ea typeface="Open Sans"/>
                  <a:cs typeface="Open Sans"/>
                  <a:sym typeface="Open Sans"/>
                </a:rPr>
                <a:t>Data Processing</a:t>
              </a:r>
              <a:endParaRPr sz="1600" b="0" i="0" u="none" strike="noStrike" cap="none">
                <a:solidFill>
                  <a:srgbClr val="000000"/>
                </a:solidFill>
                <a:latin typeface="Open Sans"/>
                <a:ea typeface="Open Sans"/>
                <a:cs typeface="Open Sans"/>
                <a:sym typeface="Open Sans"/>
              </a:endParaRPr>
            </a:p>
          </p:txBody>
        </p:sp>
        <p:grpSp>
          <p:nvGrpSpPr>
            <p:cNvPr id="1724" name="Google Shape;1724;p100"/>
            <p:cNvGrpSpPr/>
            <p:nvPr/>
          </p:nvGrpSpPr>
          <p:grpSpPr>
            <a:xfrm>
              <a:off x="6801437" y="4746285"/>
              <a:ext cx="3465632" cy="1865334"/>
              <a:chOff x="6466382" y="4069064"/>
              <a:chExt cx="3658071" cy="1952527"/>
            </a:xfrm>
          </p:grpSpPr>
          <p:sp>
            <p:nvSpPr>
              <p:cNvPr id="1725" name="Google Shape;1725;p100"/>
              <p:cNvSpPr/>
              <p:nvPr/>
            </p:nvSpPr>
            <p:spPr>
              <a:xfrm>
                <a:off x="6466382" y="5346636"/>
                <a:ext cx="3645630" cy="674955"/>
              </a:xfrm>
              <a:prstGeom prst="roundRect">
                <a:avLst>
                  <a:gd name="adj" fmla="val 8200"/>
                </a:avLst>
              </a:prstGeom>
              <a:solidFill>
                <a:schemeClr val="lt1"/>
              </a:solidFill>
              <a:ln w="12700" cap="flat" cmpd="sng">
                <a:solidFill>
                  <a:srgbClr val="42719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600" b="0" i="0" u="none" strike="noStrike" cap="none">
                  <a:solidFill>
                    <a:srgbClr val="3F3F3F"/>
                  </a:solidFill>
                  <a:latin typeface="Open Sans"/>
                  <a:ea typeface="Open Sans"/>
                  <a:cs typeface="Open Sans"/>
                  <a:sym typeface="Open Sans"/>
                </a:endParaRPr>
              </a:p>
            </p:txBody>
          </p:sp>
          <p:pic>
            <p:nvPicPr>
              <p:cNvPr id="1726" name="Google Shape;1726;p100"/>
              <p:cNvPicPr preferRelativeResize="0"/>
              <p:nvPr/>
            </p:nvPicPr>
            <p:blipFill rotWithShape="1">
              <a:blip r:embed="rId3">
                <a:alphaModFix/>
              </a:blip>
              <a:srcRect/>
              <a:stretch/>
            </p:blipFill>
            <p:spPr>
              <a:xfrm>
                <a:off x="6690854" y="4069064"/>
                <a:ext cx="1678899" cy="709775"/>
              </a:xfrm>
              <a:prstGeom prst="rect">
                <a:avLst/>
              </a:prstGeom>
              <a:noFill/>
              <a:ln>
                <a:noFill/>
              </a:ln>
            </p:spPr>
          </p:pic>
          <p:pic>
            <p:nvPicPr>
              <p:cNvPr id="1727" name="Google Shape;1727;p100" descr="https://encrypted-tbn3.gstatic.com/images?q=tbn:ANd9GcS2sZ2MMgZTz8yRJVXqkvLFfTmMZdnC80bsdE8ypTxKzCVc5BoO0LbuwDw"/>
              <p:cNvPicPr preferRelativeResize="0"/>
              <p:nvPr/>
            </p:nvPicPr>
            <p:blipFill rotWithShape="1">
              <a:blip r:embed="rId4">
                <a:alphaModFix/>
              </a:blip>
              <a:srcRect/>
              <a:stretch/>
            </p:blipFill>
            <p:spPr>
              <a:xfrm>
                <a:off x="8845575" y="4164945"/>
                <a:ext cx="989292" cy="566907"/>
              </a:xfrm>
              <a:prstGeom prst="rect">
                <a:avLst/>
              </a:prstGeom>
              <a:noFill/>
              <a:ln>
                <a:noFill/>
              </a:ln>
            </p:spPr>
          </p:pic>
          <p:cxnSp>
            <p:nvCxnSpPr>
              <p:cNvPr id="1728" name="Google Shape;1728;p100"/>
              <p:cNvCxnSpPr/>
              <p:nvPr/>
            </p:nvCxnSpPr>
            <p:spPr>
              <a:xfrm>
                <a:off x="6635108" y="5042759"/>
                <a:ext cx="3489345" cy="0"/>
              </a:xfrm>
              <a:prstGeom prst="straightConnector1">
                <a:avLst/>
              </a:prstGeom>
              <a:solidFill>
                <a:schemeClr val="lt1"/>
              </a:solidFill>
              <a:ln w="12700" cap="flat" cmpd="sng">
                <a:solidFill>
                  <a:srgbClr val="42719B"/>
                </a:solidFill>
                <a:prstDash val="dash"/>
                <a:miter lim="800000"/>
                <a:headEnd type="none" w="sm" len="sm"/>
                <a:tailEnd type="none" w="sm" len="sm"/>
              </a:ln>
            </p:spPr>
          </p:cxnSp>
          <p:sp>
            <p:nvSpPr>
              <p:cNvPr id="1729" name="Google Shape;1729;p100"/>
              <p:cNvSpPr txBox="1"/>
              <p:nvPr/>
            </p:nvSpPr>
            <p:spPr>
              <a:xfrm>
                <a:off x="6466382" y="5475800"/>
                <a:ext cx="1386953" cy="413741"/>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400"/>
                  <a:buFont typeface="Arial"/>
                  <a:buNone/>
                </a:pPr>
                <a:r>
                  <a:rPr lang="en-US" sz="1600" b="0" i="0" u="none" strike="noStrike" cap="none">
                    <a:solidFill>
                      <a:srgbClr val="3F3F3F"/>
                    </a:solidFill>
                    <a:latin typeface="Open Sans"/>
                    <a:ea typeface="Open Sans"/>
                    <a:cs typeface="Open Sans"/>
                    <a:sym typeface="Open Sans"/>
                  </a:rPr>
                  <a:t>YARN</a:t>
                </a:r>
                <a:endParaRPr sz="1600" b="0" i="0" u="none" strike="noStrike" cap="none">
                  <a:solidFill>
                    <a:srgbClr val="000000"/>
                  </a:solidFill>
                  <a:latin typeface="Open Sans"/>
                  <a:ea typeface="Open Sans"/>
                  <a:cs typeface="Open Sans"/>
                  <a:sym typeface="Open Sans"/>
                </a:endParaRPr>
              </a:p>
            </p:txBody>
          </p:sp>
        </p:grpSp>
        <p:sp>
          <p:nvSpPr>
            <p:cNvPr id="1730" name="Google Shape;1730;p100"/>
            <p:cNvSpPr/>
            <p:nvPr/>
          </p:nvSpPr>
          <p:spPr>
            <a:xfrm>
              <a:off x="11288887" y="3747615"/>
              <a:ext cx="3888914" cy="1445493"/>
            </a:xfrm>
            <a:prstGeom prst="roundRect">
              <a:avLst>
                <a:gd name="adj" fmla="val 5048"/>
              </a:avLst>
            </a:prstGeom>
            <a:solidFill>
              <a:schemeClr val="lt1"/>
            </a:solidFill>
            <a:ln w="12700" cap="flat" cmpd="sng">
              <a:solidFill>
                <a:schemeClr val="lt1"/>
              </a:solidFill>
              <a:prstDash val="dash"/>
              <a:miter lim="800000"/>
              <a:headEnd type="none" w="sm" len="sm"/>
              <a:tailEnd type="none" w="sm" len="sm"/>
            </a:ln>
          </p:spPr>
          <p:txBody>
            <a:bodyPr spcFirstLastPara="1" wrap="square" lIns="91425" tIns="45700" rIns="91425" bIns="45700" anchor="t" anchorCtr="0">
              <a:noAutofit/>
            </a:bodyPr>
            <a:lstStyle/>
            <a:p>
              <a:pPr marL="0" marR="0" lvl="0" indent="0" algn="ctr" rtl="0">
                <a:lnSpc>
                  <a:spcPct val="100000"/>
                </a:lnSpc>
                <a:spcBef>
                  <a:spcPts val="0"/>
                </a:spcBef>
                <a:spcAft>
                  <a:spcPts val="0"/>
                </a:spcAft>
                <a:buClr>
                  <a:srgbClr val="000000"/>
                </a:buClr>
                <a:buSzPts val="2400"/>
                <a:buFont typeface="Arial"/>
                <a:buNone/>
              </a:pPr>
              <a:r>
                <a:rPr lang="en-US" sz="1600" b="0" i="0" u="none" strike="noStrike" cap="none">
                  <a:solidFill>
                    <a:srgbClr val="3F3F3F"/>
                  </a:solidFill>
                  <a:latin typeface="Open Sans"/>
                  <a:ea typeface="Open Sans"/>
                  <a:cs typeface="Open Sans"/>
                  <a:sym typeface="Open Sans"/>
                </a:rPr>
                <a:t>Data Visualization</a:t>
              </a:r>
              <a:endParaRPr sz="1600" b="0" i="0" u="none" strike="noStrike" cap="none">
                <a:solidFill>
                  <a:srgbClr val="000000"/>
                </a:solidFill>
                <a:latin typeface="Open Sans"/>
                <a:ea typeface="Open Sans"/>
                <a:cs typeface="Open Sans"/>
                <a:sym typeface="Open Sans"/>
              </a:endParaRPr>
            </a:p>
          </p:txBody>
        </p:sp>
        <p:sp>
          <p:nvSpPr>
            <p:cNvPr id="1731" name="Google Shape;1731;p100"/>
            <p:cNvSpPr/>
            <p:nvPr/>
          </p:nvSpPr>
          <p:spPr>
            <a:xfrm>
              <a:off x="6634380" y="1763196"/>
              <a:ext cx="3861943" cy="1445493"/>
            </a:xfrm>
            <a:prstGeom prst="roundRect">
              <a:avLst>
                <a:gd name="adj" fmla="val 5048"/>
              </a:avLst>
            </a:prstGeom>
            <a:solidFill>
              <a:schemeClr val="lt1"/>
            </a:solidFill>
            <a:ln w="12700" cap="flat" cmpd="sng">
              <a:solidFill>
                <a:srgbClr val="42719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ctr" rtl="0">
                <a:lnSpc>
                  <a:spcPct val="100000"/>
                </a:lnSpc>
                <a:spcBef>
                  <a:spcPts val="0"/>
                </a:spcBef>
                <a:spcAft>
                  <a:spcPts val="0"/>
                </a:spcAft>
                <a:buClr>
                  <a:srgbClr val="000000"/>
                </a:buClr>
                <a:buSzPts val="2400"/>
                <a:buFont typeface="Arial"/>
                <a:buNone/>
              </a:pPr>
              <a:r>
                <a:rPr lang="en-US" sz="1600" b="0" i="0" u="none" strike="noStrike" cap="none">
                  <a:solidFill>
                    <a:srgbClr val="3F3F3F"/>
                  </a:solidFill>
                  <a:latin typeface="Open Sans"/>
                  <a:ea typeface="Open Sans"/>
                  <a:cs typeface="Open Sans"/>
                  <a:sym typeface="Open Sans"/>
                </a:rPr>
                <a:t>Data Analysis</a:t>
              </a:r>
              <a:endParaRPr sz="1600" b="0" i="0" u="none" strike="noStrike" cap="none">
                <a:solidFill>
                  <a:srgbClr val="000000"/>
                </a:solidFill>
                <a:latin typeface="Open Sans"/>
                <a:ea typeface="Open Sans"/>
                <a:cs typeface="Open Sans"/>
                <a:sym typeface="Open Sans"/>
              </a:endParaRPr>
            </a:p>
          </p:txBody>
        </p:sp>
        <p:grpSp>
          <p:nvGrpSpPr>
            <p:cNvPr id="1732" name="Google Shape;1732;p100"/>
            <p:cNvGrpSpPr/>
            <p:nvPr/>
          </p:nvGrpSpPr>
          <p:grpSpPr>
            <a:xfrm>
              <a:off x="7079117" y="2189168"/>
              <a:ext cx="834678" cy="841680"/>
              <a:chOff x="15434166" y="3638318"/>
              <a:chExt cx="1162987" cy="1162987"/>
            </a:xfrm>
          </p:grpSpPr>
          <p:sp>
            <p:nvSpPr>
              <p:cNvPr id="1733" name="Google Shape;1733;p100"/>
              <p:cNvSpPr/>
              <p:nvPr/>
            </p:nvSpPr>
            <p:spPr>
              <a:xfrm>
                <a:off x="15434166" y="3638318"/>
                <a:ext cx="1162987" cy="1162987"/>
              </a:xfrm>
              <a:prstGeom prst="ellipse">
                <a:avLst/>
              </a:prstGeom>
              <a:solidFill>
                <a:schemeClr val="lt1"/>
              </a:solidFill>
              <a:ln w="12700" cap="flat" cmpd="sng">
                <a:solidFill>
                  <a:srgbClr val="D0CECE"/>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600" b="0" i="0" u="none" strike="noStrike" cap="none">
                  <a:solidFill>
                    <a:srgbClr val="3F3F3F"/>
                  </a:solidFill>
                  <a:latin typeface="Open Sans"/>
                  <a:ea typeface="Open Sans"/>
                  <a:cs typeface="Open Sans"/>
                  <a:sym typeface="Open Sans"/>
                </a:endParaRPr>
              </a:p>
            </p:txBody>
          </p:sp>
          <p:pic>
            <p:nvPicPr>
              <p:cNvPr id="1734" name="Google Shape;1734;p100"/>
              <p:cNvPicPr preferRelativeResize="0"/>
              <p:nvPr/>
            </p:nvPicPr>
            <p:blipFill rotWithShape="1">
              <a:blip r:embed="rId5">
                <a:alphaModFix/>
              </a:blip>
              <a:srcRect/>
              <a:stretch/>
            </p:blipFill>
            <p:spPr>
              <a:xfrm>
                <a:off x="15722114" y="3769854"/>
                <a:ext cx="617640" cy="928146"/>
              </a:xfrm>
              <a:prstGeom prst="rect">
                <a:avLst/>
              </a:prstGeom>
              <a:noFill/>
              <a:ln>
                <a:noFill/>
              </a:ln>
            </p:spPr>
          </p:pic>
        </p:grpSp>
        <p:grpSp>
          <p:nvGrpSpPr>
            <p:cNvPr id="1735" name="Google Shape;1735;p100"/>
            <p:cNvGrpSpPr/>
            <p:nvPr/>
          </p:nvGrpSpPr>
          <p:grpSpPr>
            <a:xfrm>
              <a:off x="8211504" y="2189168"/>
              <a:ext cx="843965" cy="851047"/>
              <a:chOff x="15365172" y="3615008"/>
              <a:chExt cx="1162987" cy="1162987"/>
            </a:xfrm>
          </p:grpSpPr>
          <p:sp>
            <p:nvSpPr>
              <p:cNvPr id="1736" name="Google Shape;1736;p100"/>
              <p:cNvSpPr/>
              <p:nvPr/>
            </p:nvSpPr>
            <p:spPr>
              <a:xfrm>
                <a:off x="15365172" y="3615008"/>
                <a:ext cx="1162987" cy="1162987"/>
              </a:xfrm>
              <a:prstGeom prst="ellipse">
                <a:avLst/>
              </a:prstGeom>
              <a:solidFill>
                <a:schemeClr val="lt1"/>
              </a:solidFill>
              <a:ln w="12700" cap="flat" cmpd="sng">
                <a:solidFill>
                  <a:srgbClr val="D0CECE"/>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600" b="0" i="0" u="none" strike="noStrike" cap="none">
                  <a:solidFill>
                    <a:srgbClr val="3F3F3F"/>
                  </a:solidFill>
                  <a:latin typeface="Open Sans"/>
                  <a:ea typeface="Open Sans"/>
                  <a:cs typeface="Open Sans"/>
                  <a:sym typeface="Open Sans"/>
                </a:endParaRPr>
              </a:p>
            </p:txBody>
          </p:sp>
          <p:pic>
            <p:nvPicPr>
              <p:cNvPr id="1737" name="Google Shape;1737;p100"/>
              <p:cNvPicPr preferRelativeResize="0"/>
              <p:nvPr/>
            </p:nvPicPr>
            <p:blipFill rotWithShape="1">
              <a:blip r:embed="rId6">
                <a:alphaModFix/>
              </a:blip>
              <a:srcRect/>
              <a:stretch/>
            </p:blipFill>
            <p:spPr>
              <a:xfrm>
                <a:off x="15754006" y="3748113"/>
                <a:ext cx="460246" cy="863356"/>
              </a:xfrm>
              <a:prstGeom prst="rect">
                <a:avLst/>
              </a:prstGeom>
              <a:noFill/>
              <a:ln>
                <a:noFill/>
              </a:ln>
            </p:spPr>
          </p:pic>
        </p:grpSp>
        <p:grpSp>
          <p:nvGrpSpPr>
            <p:cNvPr id="1738" name="Google Shape;1738;p100"/>
            <p:cNvGrpSpPr/>
            <p:nvPr/>
          </p:nvGrpSpPr>
          <p:grpSpPr>
            <a:xfrm>
              <a:off x="9290947" y="2223331"/>
              <a:ext cx="776209" cy="782720"/>
              <a:chOff x="14382561" y="1897109"/>
              <a:chExt cx="1162987" cy="1162987"/>
            </a:xfrm>
          </p:grpSpPr>
          <p:sp>
            <p:nvSpPr>
              <p:cNvPr id="1739" name="Google Shape;1739;p100"/>
              <p:cNvSpPr/>
              <p:nvPr/>
            </p:nvSpPr>
            <p:spPr>
              <a:xfrm>
                <a:off x="14382561" y="1897109"/>
                <a:ext cx="1162987" cy="1162987"/>
              </a:xfrm>
              <a:prstGeom prst="ellipse">
                <a:avLst/>
              </a:prstGeom>
              <a:solidFill>
                <a:schemeClr val="lt1"/>
              </a:solidFill>
              <a:ln w="12700" cap="flat" cmpd="sng">
                <a:solidFill>
                  <a:srgbClr val="D0CECE"/>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600" b="0" i="0" u="none" strike="noStrike" cap="none">
                  <a:solidFill>
                    <a:srgbClr val="3F3F3F"/>
                  </a:solidFill>
                  <a:latin typeface="Open Sans"/>
                  <a:ea typeface="Open Sans"/>
                  <a:cs typeface="Open Sans"/>
                  <a:sym typeface="Open Sans"/>
                </a:endParaRPr>
              </a:p>
            </p:txBody>
          </p:sp>
          <p:pic>
            <p:nvPicPr>
              <p:cNvPr id="1740" name="Google Shape;1740;p100"/>
              <p:cNvPicPr preferRelativeResize="0"/>
              <p:nvPr/>
            </p:nvPicPr>
            <p:blipFill rotWithShape="1">
              <a:blip r:embed="rId7">
                <a:alphaModFix/>
              </a:blip>
              <a:srcRect/>
              <a:stretch/>
            </p:blipFill>
            <p:spPr>
              <a:xfrm>
                <a:off x="14575545" y="2080260"/>
                <a:ext cx="777018" cy="777016"/>
              </a:xfrm>
              <a:prstGeom prst="rect">
                <a:avLst/>
              </a:prstGeom>
              <a:noFill/>
              <a:ln>
                <a:noFill/>
              </a:ln>
            </p:spPr>
          </p:pic>
        </p:grpSp>
        <p:cxnSp>
          <p:nvCxnSpPr>
            <p:cNvPr id="1741" name="Google Shape;1741;p100"/>
            <p:cNvCxnSpPr/>
            <p:nvPr/>
          </p:nvCxnSpPr>
          <p:spPr>
            <a:xfrm>
              <a:off x="7899380" y="5378206"/>
              <a:ext cx="0" cy="537354"/>
            </a:xfrm>
            <a:prstGeom prst="straightConnector1">
              <a:avLst/>
            </a:prstGeom>
            <a:noFill/>
            <a:ln w="28575" cap="flat" cmpd="sng">
              <a:solidFill>
                <a:schemeClr val="accent2"/>
              </a:solidFill>
              <a:prstDash val="solid"/>
              <a:miter lim="800000"/>
              <a:headEnd type="none" w="sm" len="sm"/>
              <a:tailEnd type="triangle" w="lg" len="lg"/>
            </a:ln>
          </p:spPr>
        </p:cxnSp>
        <p:cxnSp>
          <p:nvCxnSpPr>
            <p:cNvPr id="1742" name="Google Shape;1742;p100"/>
            <p:cNvCxnSpPr/>
            <p:nvPr/>
          </p:nvCxnSpPr>
          <p:spPr>
            <a:xfrm>
              <a:off x="9419751" y="5378206"/>
              <a:ext cx="0" cy="537354"/>
            </a:xfrm>
            <a:prstGeom prst="straightConnector1">
              <a:avLst/>
            </a:prstGeom>
            <a:noFill/>
            <a:ln w="28575" cap="flat" cmpd="sng">
              <a:solidFill>
                <a:schemeClr val="accent2"/>
              </a:solidFill>
              <a:prstDash val="solid"/>
              <a:miter lim="800000"/>
              <a:headEnd type="none" w="sm" len="sm"/>
              <a:tailEnd type="triangle" w="lg" len="lg"/>
            </a:ln>
          </p:spPr>
        </p:cxnSp>
        <p:cxnSp>
          <p:nvCxnSpPr>
            <p:cNvPr id="1743" name="Google Shape;1743;p100"/>
            <p:cNvCxnSpPr>
              <a:stCxn id="1723" idx="0"/>
            </p:cNvCxnSpPr>
            <p:nvPr/>
          </p:nvCxnSpPr>
          <p:spPr>
            <a:xfrm rot="10800000">
              <a:off x="8551865" y="3208798"/>
              <a:ext cx="0" cy="378600"/>
            </a:xfrm>
            <a:prstGeom prst="straightConnector1">
              <a:avLst/>
            </a:prstGeom>
            <a:noFill/>
            <a:ln w="28575" cap="flat" cmpd="sng">
              <a:solidFill>
                <a:schemeClr val="accent2"/>
              </a:solidFill>
              <a:prstDash val="solid"/>
              <a:miter lim="800000"/>
              <a:headEnd type="none" w="sm" len="sm"/>
              <a:tailEnd type="triangle" w="lg" len="lg"/>
            </a:ln>
          </p:spPr>
        </p:cxnSp>
        <p:cxnSp>
          <p:nvCxnSpPr>
            <p:cNvPr id="1744" name="Google Shape;1744;p100"/>
            <p:cNvCxnSpPr>
              <a:stCxn id="1731" idx="3"/>
            </p:cNvCxnSpPr>
            <p:nvPr/>
          </p:nvCxnSpPr>
          <p:spPr>
            <a:xfrm>
              <a:off x="10496323" y="2485943"/>
              <a:ext cx="789600" cy="2400"/>
            </a:xfrm>
            <a:prstGeom prst="straightConnector1">
              <a:avLst/>
            </a:prstGeom>
            <a:noFill/>
            <a:ln w="28575" cap="flat" cmpd="sng">
              <a:solidFill>
                <a:schemeClr val="accent2"/>
              </a:solidFill>
              <a:prstDash val="solid"/>
              <a:miter lim="800000"/>
              <a:headEnd type="none" w="sm" len="sm"/>
              <a:tailEnd type="triangle" w="lg" len="lg"/>
            </a:ln>
          </p:spPr>
        </p:cxnSp>
        <p:sp>
          <p:nvSpPr>
            <p:cNvPr id="1745" name="Google Shape;1745;p100"/>
            <p:cNvSpPr/>
            <p:nvPr/>
          </p:nvSpPr>
          <p:spPr>
            <a:xfrm>
              <a:off x="1129587" y="3530059"/>
              <a:ext cx="2224661" cy="4991456"/>
            </a:xfrm>
            <a:prstGeom prst="roundRect">
              <a:avLst>
                <a:gd name="adj" fmla="val 10503"/>
              </a:avLst>
            </a:prstGeom>
            <a:solidFill>
              <a:schemeClr val="lt1"/>
            </a:solidFill>
            <a:ln w="12700" cap="flat" cmpd="sng">
              <a:solidFill>
                <a:srgbClr val="42719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ctr" rtl="0">
                <a:lnSpc>
                  <a:spcPct val="100000"/>
                </a:lnSpc>
                <a:spcBef>
                  <a:spcPts val="0"/>
                </a:spcBef>
                <a:spcAft>
                  <a:spcPts val="0"/>
                </a:spcAft>
                <a:buClr>
                  <a:srgbClr val="000000"/>
                </a:buClr>
                <a:buSzPts val="2400"/>
                <a:buFont typeface="Arial"/>
                <a:buNone/>
              </a:pPr>
              <a:r>
                <a:rPr lang="en-US" sz="1600" b="0" i="0" u="none" strike="noStrike" cap="none" dirty="0">
                  <a:solidFill>
                    <a:srgbClr val="3F3F3F"/>
                  </a:solidFill>
                  <a:latin typeface="Open Sans"/>
                  <a:ea typeface="Open Sans"/>
                  <a:cs typeface="Open Sans"/>
                  <a:sym typeface="Open Sans"/>
                </a:rPr>
                <a:t>Data Ingestion</a:t>
              </a:r>
              <a:endParaRPr sz="1600" b="0" i="0" u="none" strike="noStrike" cap="none" dirty="0">
                <a:solidFill>
                  <a:srgbClr val="000000"/>
                </a:solidFill>
                <a:latin typeface="Open Sans"/>
                <a:ea typeface="Open Sans"/>
                <a:cs typeface="Open Sans"/>
                <a:sym typeface="Open Sans"/>
              </a:endParaRPr>
            </a:p>
          </p:txBody>
        </p:sp>
        <p:grpSp>
          <p:nvGrpSpPr>
            <p:cNvPr id="1746" name="Google Shape;1746;p100"/>
            <p:cNvGrpSpPr/>
            <p:nvPr/>
          </p:nvGrpSpPr>
          <p:grpSpPr>
            <a:xfrm>
              <a:off x="1644686" y="4232756"/>
              <a:ext cx="1193440" cy="1124626"/>
              <a:chOff x="5243585" y="5164083"/>
              <a:chExt cx="1407214" cy="1162987"/>
            </a:xfrm>
          </p:grpSpPr>
          <p:sp>
            <p:nvSpPr>
              <p:cNvPr id="1747" name="Google Shape;1747;p100"/>
              <p:cNvSpPr/>
              <p:nvPr/>
            </p:nvSpPr>
            <p:spPr>
              <a:xfrm>
                <a:off x="5243585" y="5164083"/>
                <a:ext cx="1407214" cy="1162987"/>
              </a:xfrm>
              <a:prstGeom prst="ellipse">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600" b="0" i="0" u="none" strike="noStrike" cap="none">
                  <a:solidFill>
                    <a:srgbClr val="3F3F3F"/>
                  </a:solidFill>
                  <a:latin typeface="Open Sans"/>
                  <a:ea typeface="Open Sans"/>
                  <a:cs typeface="Open Sans"/>
                  <a:sym typeface="Open Sans"/>
                </a:endParaRPr>
              </a:p>
            </p:txBody>
          </p:sp>
          <p:pic>
            <p:nvPicPr>
              <p:cNvPr id="1748" name="Google Shape;1748;p100"/>
              <p:cNvPicPr preferRelativeResize="0"/>
              <p:nvPr/>
            </p:nvPicPr>
            <p:blipFill rotWithShape="1">
              <a:blip r:embed="rId8">
                <a:alphaModFix/>
              </a:blip>
              <a:srcRect t="37823" b="32484"/>
              <a:stretch/>
            </p:blipFill>
            <p:spPr>
              <a:xfrm>
                <a:off x="5412479" y="5586805"/>
                <a:ext cx="1069424" cy="317542"/>
              </a:xfrm>
              <a:prstGeom prst="rect">
                <a:avLst/>
              </a:prstGeom>
              <a:noFill/>
              <a:ln>
                <a:noFill/>
              </a:ln>
            </p:spPr>
          </p:pic>
        </p:grpSp>
        <p:grpSp>
          <p:nvGrpSpPr>
            <p:cNvPr id="1749" name="Google Shape;1749;p100"/>
            <p:cNvGrpSpPr/>
            <p:nvPr/>
          </p:nvGrpSpPr>
          <p:grpSpPr>
            <a:xfrm>
              <a:off x="1288705" y="5874159"/>
              <a:ext cx="1790649" cy="1587862"/>
              <a:chOff x="1564853" y="5102736"/>
              <a:chExt cx="1475197" cy="1260553"/>
            </a:xfrm>
          </p:grpSpPr>
          <p:grpSp>
            <p:nvGrpSpPr>
              <p:cNvPr id="1750" name="Google Shape;1750;p100"/>
              <p:cNvGrpSpPr/>
              <p:nvPr/>
            </p:nvGrpSpPr>
            <p:grpSpPr>
              <a:xfrm>
                <a:off x="1734783" y="5102736"/>
                <a:ext cx="1077043" cy="890116"/>
                <a:chOff x="15406644" y="3371328"/>
                <a:chExt cx="1407215" cy="1162987"/>
              </a:xfrm>
            </p:grpSpPr>
            <p:sp>
              <p:nvSpPr>
                <p:cNvPr id="1751" name="Google Shape;1751;p100"/>
                <p:cNvSpPr/>
                <p:nvPr/>
              </p:nvSpPr>
              <p:spPr>
                <a:xfrm>
                  <a:off x="15406644" y="3371328"/>
                  <a:ext cx="1407215" cy="1162987"/>
                </a:xfrm>
                <a:prstGeom prst="ellipse">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600" b="0" i="0" u="none" strike="noStrike" cap="none">
                    <a:solidFill>
                      <a:srgbClr val="3F3F3F"/>
                    </a:solidFill>
                    <a:latin typeface="Open Sans"/>
                    <a:ea typeface="Open Sans"/>
                    <a:cs typeface="Open Sans"/>
                    <a:sym typeface="Open Sans"/>
                  </a:endParaRPr>
                </a:p>
              </p:txBody>
            </p:sp>
            <p:pic>
              <p:nvPicPr>
                <p:cNvPr id="1752" name="Google Shape;1752;p100"/>
                <p:cNvPicPr preferRelativeResize="0"/>
                <p:nvPr/>
              </p:nvPicPr>
              <p:blipFill rotWithShape="1">
                <a:blip r:embed="rId9">
                  <a:alphaModFix/>
                </a:blip>
                <a:srcRect/>
                <a:stretch/>
              </p:blipFill>
              <p:spPr>
                <a:xfrm>
                  <a:off x="15730196" y="3581401"/>
                  <a:ext cx="781510" cy="781508"/>
                </a:xfrm>
                <a:prstGeom prst="rect">
                  <a:avLst/>
                </a:prstGeom>
                <a:noFill/>
                <a:ln>
                  <a:noFill/>
                </a:ln>
              </p:spPr>
            </p:pic>
          </p:grpSp>
          <p:sp>
            <p:nvSpPr>
              <p:cNvPr id="1753" name="Google Shape;1753;p100"/>
              <p:cNvSpPr txBox="1"/>
              <p:nvPr/>
            </p:nvSpPr>
            <p:spPr>
              <a:xfrm>
                <a:off x="1564853" y="6049501"/>
                <a:ext cx="1475197" cy="313788"/>
              </a:xfrm>
              <a:prstGeom prst="rect">
                <a:avLst/>
              </a:prstGeom>
              <a:solidFill>
                <a:schemeClr val="lt1"/>
              </a:solid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400"/>
                  <a:buFont typeface="Arial"/>
                  <a:buNone/>
                </a:pPr>
                <a:r>
                  <a:rPr lang="en-US" sz="1600" b="0" i="0" u="none" strike="noStrike" cap="none">
                    <a:solidFill>
                      <a:srgbClr val="3F3F3F"/>
                    </a:solidFill>
                    <a:latin typeface="Open Sans"/>
                    <a:ea typeface="Open Sans"/>
                    <a:cs typeface="Open Sans"/>
                    <a:sym typeface="Open Sans"/>
                  </a:rPr>
                  <a:t>Flume</a:t>
                </a:r>
                <a:endParaRPr sz="1600" b="0" i="0" u="none" strike="noStrike" cap="none">
                  <a:solidFill>
                    <a:srgbClr val="000000"/>
                  </a:solidFill>
                  <a:latin typeface="Open Sans"/>
                  <a:ea typeface="Open Sans"/>
                  <a:cs typeface="Open Sans"/>
                  <a:sym typeface="Open Sans"/>
                </a:endParaRPr>
              </a:p>
            </p:txBody>
          </p:sp>
        </p:grpSp>
        <p:grpSp>
          <p:nvGrpSpPr>
            <p:cNvPr id="1754" name="Google Shape;1754;p100"/>
            <p:cNvGrpSpPr/>
            <p:nvPr/>
          </p:nvGrpSpPr>
          <p:grpSpPr>
            <a:xfrm>
              <a:off x="3877770" y="3552879"/>
              <a:ext cx="1939301" cy="4171723"/>
              <a:chOff x="-4496809" y="3368591"/>
              <a:chExt cx="2251684" cy="4366727"/>
            </a:xfrm>
          </p:grpSpPr>
          <p:sp>
            <p:nvSpPr>
              <p:cNvPr id="1755" name="Google Shape;1755;p100"/>
              <p:cNvSpPr/>
              <p:nvPr/>
            </p:nvSpPr>
            <p:spPr>
              <a:xfrm>
                <a:off x="-4496809" y="3368591"/>
                <a:ext cx="2251684" cy="4366727"/>
              </a:xfrm>
              <a:prstGeom prst="roundRect">
                <a:avLst>
                  <a:gd name="adj" fmla="val 10503"/>
                </a:avLst>
              </a:prstGeom>
              <a:solidFill>
                <a:schemeClr val="lt1"/>
              </a:solidFill>
              <a:ln w="12700" cap="flat" cmpd="sng">
                <a:solidFill>
                  <a:srgbClr val="1E4E79"/>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ctr" rtl="0">
                  <a:lnSpc>
                    <a:spcPct val="100000"/>
                  </a:lnSpc>
                  <a:spcBef>
                    <a:spcPts val="0"/>
                  </a:spcBef>
                  <a:spcAft>
                    <a:spcPts val="0"/>
                  </a:spcAft>
                  <a:buClr>
                    <a:srgbClr val="000000"/>
                  </a:buClr>
                  <a:buSzPts val="2400"/>
                  <a:buFont typeface="Arial"/>
                  <a:buNone/>
                </a:pPr>
                <a:r>
                  <a:rPr lang="en-US" sz="1600" b="0" i="0" u="none" strike="noStrike" cap="none">
                    <a:solidFill>
                      <a:srgbClr val="3F3F3F"/>
                    </a:solidFill>
                    <a:latin typeface="Open Sans"/>
                    <a:ea typeface="Open Sans"/>
                    <a:cs typeface="Open Sans"/>
                    <a:sym typeface="Open Sans"/>
                  </a:rPr>
                  <a:t>Data Storage</a:t>
                </a:r>
                <a:endParaRPr sz="1600" b="0" i="0" u="none" strike="noStrike" cap="none">
                  <a:solidFill>
                    <a:srgbClr val="000000"/>
                  </a:solidFill>
                  <a:latin typeface="Open Sans"/>
                  <a:ea typeface="Open Sans"/>
                  <a:cs typeface="Open Sans"/>
                  <a:sym typeface="Open Sans"/>
                </a:endParaRPr>
              </a:p>
            </p:txBody>
          </p:sp>
          <p:pic>
            <p:nvPicPr>
              <p:cNvPr id="1756" name="Google Shape;1756;p100"/>
              <p:cNvPicPr preferRelativeResize="0"/>
              <p:nvPr/>
            </p:nvPicPr>
            <p:blipFill rotWithShape="1">
              <a:blip r:embed="rId10">
                <a:alphaModFix/>
              </a:blip>
              <a:srcRect/>
              <a:stretch/>
            </p:blipFill>
            <p:spPr>
              <a:xfrm>
                <a:off x="-4003834" y="4593847"/>
                <a:ext cx="1276917" cy="1276917"/>
              </a:xfrm>
              <a:prstGeom prst="rect">
                <a:avLst/>
              </a:prstGeom>
              <a:noFill/>
              <a:ln w="9525" cap="flat" cmpd="sng">
                <a:solidFill>
                  <a:srgbClr val="1E4E79"/>
                </a:solidFill>
                <a:prstDash val="solid"/>
                <a:round/>
                <a:headEnd type="none" w="sm" len="sm"/>
                <a:tailEnd type="none" w="sm" len="sm"/>
              </a:ln>
            </p:spPr>
          </p:pic>
          <p:pic>
            <p:nvPicPr>
              <p:cNvPr id="1757" name="Google Shape;1757;p100"/>
              <p:cNvPicPr preferRelativeResize="0"/>
              <p:nvPr/>
            </p:nvPicPr>
            <p:blipFill rotWithShape="1">
              <a:blip r:embed="rId11">
                <a:alphaModFix/>
              </a:blip>
              <a:srcRect l="11933" t="10936" r="22414" b="21641"/>
              <a:stretch/>
            </p:blipFill>
            <p:spPr>
              <a:xfrm>
                <a:off x="-4471506" y="6326724"/>
                <a:ext cx="2051119" cy="988988"/>
              </a:xfrm>
              <a:prstGeom prst="rect">
                <a:avLst/>
              </a:prstGeom>
              <a:noFill/>
              <a:ln w="9525" cap="flat" cmpd="sng">
                <a:solidFill>
                  <a:srgbClr val="1E4E79"/>
                </a:solidFill>
                <a:prstDash val="solid"/>
                <a:round/>
                <a:headEnd type="none" w="sm" len="sm"/>
                <a:tailEnd type="none" w="sm" len="sm"/>
              </a:ln>
            </p:spPr>
          </p:pic>
        </p:grpSp>
        <p:pic>
          <p:nvPicPr>
            <p:cNvPr id="1758" name="Google Shape;1758;p100"/>
            <p:cNvPicPr preferRelativeResize="0"/>
            <p:nvPr/>
          </p:nvPicPr>
          <p:blipFill rotWithShape="1">
            <a:blip r:embed="rId12">
              <a:alphaModFix/>
            </a:blip>
            <a:srcRect/>
            <a:stretch/>
          </p:blipFill>
          <p:spPr>
            <a:xfrm>
              <a:off x="12415750" y="4264717"/>
              <a:ext cx="1391645" cy="813928"/>
            </a:xfrm>
            <a:prstGeom prst="rect">
              <a:avLst/>
            </a:prstGeom>
            <a:noFill/>
            <a:ln>
              <a:noFill/>
            </a:ln>
          </p:spPr>
        </p:pic>
        <p:cxnSp>
          <p:nvCxnSpPr>
            <p:cNvPr id="1759" name="Google Shape;1759;p100"/>
            <p:cNvCxnSpPr/>
            <p:nvPr/>
          </p:nvCxnSpPr>
          <p:spPr>
            <a:xfrm>
              <a:off x="13116587" y="3205605"/>
              <a:ext cx="0" cy="537354"/>
            </a:xfrm>
            <a:prstGeom prst="straightConnector1">
              <a:avLst/>
            </a:prstGeom>
            <a:noFill/>
            <a:ln w="28575" cap="flat" cmpd="sng">
              <a:solidFill>
                <a:schemeClr val="accent2"/>
              </a:solidFill>
              <a:prstDash val="solid"/>
              <a:miter lim="800000"/>
              <a:headEnd type="none" w="sm" len="sm"/>
              <a:tailEnd type="triangle" w="lg" len="lg"/>
            </a:ln>
          </p:spPr>
        </p:cxnSp>
        <p:pic>
          <p:nvPicPr>
            <p:cNvPr id="1760" name="Google Shape;1760;p100" descr="Kafka Integration, Kafka Data Pipeline - SnapLogic"/>
            <p:cNvPicPr preferRelativeResize="0"/>
            <p:nvPr/>
          </p:nvPicPr>
          <p:blipFill rotWithShape="1">
            <a:blip r:embed="rId13">
              <a:alphaModFix/>
            </a:blip>
            <a:srcRect/>
            <a:stretch/>
          </p:blipFill>
          <p:spPr>
            <a:xfrm>
              <a:off x="1363003" y="7385918"/>
              <a:ext cx="1590579" cy="1046288"/>
            </a:xfrm>
            <a:prstGeom prst="rect">
              <a:avLst/>
            </a:prstGeom>
            <a:noFill/>
            <a:ln>
              <a:noFill/>
            </a:ln>
          </p:spPr>
        </p:pic>
        <p:sp>
          <p:nvSpPr>
            <p:cNvPr id="1761" name="Google Shape;1761;p100"/>
            <p:cNvSpPr/>
            <p:nvPr/>
          </p:nvSpPr>
          <p:spPr>
            <a:xfrm>
              <a:off x="6798520" y="5966805"/>
              <a:ext cx="3453846" cy="1099949"/>
            </a:xfrm>
            <a:prstGeom prst="roundRect">
              <a:avLst>
                <a:gd name="adj" fmla="val 8200"/>
              </a:avLst>
            </a:prstGeom>
            <a:solidFill>
              <a:schemeClr val="lt1"/>
            </a:solidFill>
            <a:ln w="12700" cap="flat" cmpd="sng">
              <a:solidFill>
                <a:srgbClr val="42719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600" b="0" i="0" u="none" strike="noStrike" cap="none">
                <a:solidFill>
                  <a:srgbClr val="3F3F3F"/>
                </a:solidFill>
                <a:latin typeface="Open Sans"/>
                <a:ea typeface="Open Sans"/>
                <a:cs typeface="Open Sans"/>
                <a:sym typeface="Open Sans"/>
              </a:endParaRPr>
            </a:p>
          </p:txBody>
        </p:sp>
        <p:pic>
          <p:nvPicPr>
            <p:cNvPr id="1762" name="Google Shape;1762;p100"/>
            <p:cNvPicPr preferRelativeResize="0"/>
            <p:nvPr/>
          </p:nvPicPr>
          <p:blipFill rotWithShape="1">
            <a:blip r:embed="rId3">
              <a:alphaModFix/>
            </a:blip>
            <a:srcRect/>
            <a:stretch/>
          </p:blipFill>
          <p:spPr>
            <a:xfrm>
              <a:off x="7011184" y="4746285"/>
              <a:ext cx="1590578" cy="678079"/>
            </a:xfrm>
            <a:prstGeom prst="rect">
              <a:avLst/>
            </a:prstGeom>
            <a:noFill/>
            <a:ln>
              <a:noFill/>
            </a:ln>
          </p:spPr>
        </p:pic>
        <p:pic>
          <p:nvPicPr>
            <p:cNvPr id="1763" name="Google Shape;1763;p100" descr="https://encrypted-tbn3.gstatic.com/images?q=tbn:ANd9GcS2sZ2MMgZTz8yRJVXqkvLFfTmMZdnC80bsdE8ypTxKzCVc5BoO0LbuwDw"/>
            <p:cNvPicPr preferRelativeResize="0"/>
            <p:nvPr/>
          </p:nvPicPr>
          <p:blipFill rotWithShape="1">
            <a:blip r:embed="rId4">
              <a:alphaModFix/>
            </a:blip>
            <a:srcRect/>
            <a:stretch/>
          </p:blipFill>
          <p:spPr>
            <a:xfrm>
              <a:off x="8965302" y="4775042"/>
              <a:ext cx="1052534" cy="608209"/>
            </a:xfrm>
            <a:prstGeom prst="rect">
              <a:avLst/>
            </a:prstGeom>
            <a:noFill/>
            <a:ln>
              <a:noFill/>
            </a:ln>
          </p:spPr>
        </p:pic>
        <p:cxnSp>
          <p:nvCxnSpPr>
            <p:cNvPr id="1764" name="Google Shape;1764;p100"/>
            <p:cNvCxnSpPr/>
            <p:nvPr/>
          </p:nvCxnSpPr>
          <p:spPr>
            <a:xfrm>
              <a:off x="6958370" y="5676498"/>
              <a:ext cx="3305782" cy="0"/>
            </a:xfrm>
            <a:prstGeom prst="straightConnector1">
              <a:avLst/>
            </a:prstGeom>
            <a:solidFill>
              <a:schemeClr val="lt1"/>
            </a:solidFill>
            <a:ln w="12700" cap="flat" cmpd="sng">
              <a:solidFill>
                <a:srgbClr val="42719B"/>
              </a:solidFill>
              <a:prstDash val="solid"/>
              <a:miter lim="800000"/>
              <a:headEnd type="none" w="sm" len="sm"/>
              <a:tailEnd type="none" w="sm" len="sm"/>
            </a:ln>
          </p:spPr>
        </p:cxnSp>
        <p:sp>
          <p:nvSpPr>
            <p:cNvPr id="1765" name="Google Shape;1765;p100"/>
            <p:cNvSpPr txBox="1"/>
            <p:nvPr/>
          </p:nvSpPr>
          <p:spPr>
            <a:xfrm>
              <a:off x="6894598" y="6055101"/>
              <a:ext cx="1313990" cy="395265"/>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400"/>
                <a:buFont typeface="Arial"/>
                <a:buNone/>
              </a:pPr>
              <a:r>
                <a:rPr lang="en-US" sz="1600" b="1" i="0" u="none" strike="noStrike" cap="none">
                  <a:solidFill>
                    <a:srgbClr val="3F3F3F"/>
                  </a:solidFill>
                  <a:latin typeface="Open Sans"/>
                  <a:ea typeface="Open Sans"/>
                  <a:cs typeface="Open Sans"/>
                  <a:sym typeface="Open Sans"/>
                </a:rPr>
                <a:t>YARN</a:t>
              </a:r>
              <a:endParaRPr sz="1600" b="1" i="0" u="none" strike="noStrike" cap="none">
                <a:solidFill>
                  <a:srgbClr val="000000"/>
                </a:solidFill>
                <a:latin typeface="Open Sans"/>
                <a:ea typeface="Open Sans"/>
                <a:cs typeface="Open Sans"/>
                <a:sym typeface="Open Sans"/>
              </a:endParaRPr>
            </a:p>
          </p:txBody>
        </p:sp>
        <p:sp>
          <p:nvSpPr>
            <p:cNvPr id="1766" name="Google Shape;1766;p100"/>
            <p:cNvSpPr txBox="1"/>
            <p:nvPr/>
          </p:nvSpPr>
          <p:spPr>
            <a:xfrm>
              <a:off x="8210415" y="5973388"/>
              <a:ext cx="2126784" cy="682764"/>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1600"/>
                <a:buFont typeface="Arial"/>
                <a:buNone/>
              </a:pPr>
              <a:r>
                <a:rPr lang="en-US" sz="1600" b="1" i="0" u="none" strike="noStrike" cap="none">
                  <a:solidFill>
                    <a:srgbClr val="3F3F3F"/>
                  </a:solidFill>
                  <a:latin typeface="Open Sans"/>
                  <a:ea typeface="Open Sans"/>
                  <a:cs typeface="Open Sans"/>
                  <a:sym typeface="Open Sans"/>
                </a:rPr>
                <a:t>Cluster Resource Management</a:t>
              </a:r>
              <a:endParaRPr sz="1600" b="1" i="0" u="none" strike="noStrike" cap="none">
                <a:solidFill>
                  <a:srgbClr val="000000"/>
                </a:solidFill>
                <a:latin typeface="Open Sans"/>
                <a:ea typeface="Open Sans"/>
                <a:cs typeface="Open Sans"/>
                <a:sym typeface="Open Sans"/>
              </a:endParaRPr>
            </a:p>
          </p:txBody>
        </p:sp>
        <p:sp>
          <p:nvSpPr>
            <p:cNvPr id="1767" name="Google Shape;1767;p100"/>
            <p:cNvSpPr/>
            <p:nvPr/>
          </p:nvSpPr>
          <p:spPr>
            <a:xfrm>
              <a:off x="11285972" y="3796887"/>
              <a:ext cx="3888914" cy="1445493"/>
            </a:xfrm>
            <a:prstGeom prst="roundRect">
              <a:avLst>
                <a:gd name="adj" fmla="val 5048"/>
              </a:avLst>
            </a:prstGeom>
            <a:solidFill>
              <a:schemeClr val="lt1"/>
            </a:solidFill>
            <a:ln w="12700" cap="flat" cmpd="sng">
              <a:solidFill>
                <a:srgbClr val="42719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ctr" rtl="0">
                <a:lnSpc>
                  <a:spcPct val="100000"/>
                </a:lnSpc>
                <a:spcBef>
                  <a:spcPts val="0"/>
                </a:spcBef>
                <a:spcAft>
                  <a:spcPts val="0"/>
                </a:spcAft>
                <a:buClr>
                  <a:srgbClr val="000000"/>
                </a:buClr>
                <a:buSzPts val="2400"/>
                <a:buFont typeface="Arial"/>
                <a:buNone/>
              </a:pPr>
              <a:r>
                <a:rPr lang="en-US" sz="1600" b="0" i="0" u="none" strike="noStrike" cap="none">
                  <a:solidFill>
                    <a:srgbClr val="3F3F3F"/>
                  </a:solidFill>
                  <a:latin typeface="Open Sans"/>
                  <a:ea typeface="Open Sans"/>
                  <a:cs typeface="Open Sans"/>
                  <a:sym typeface="Open Sans"/>
                </a:rPr>
                <a:t>Data Visualization</a:t>
              </a:r>
              <a:endParaRPr sz="1600" b="0" i="0" u="none" strike="noStrike" cap="none">
                <a:solidFill>
                  <a:srgbClr val="000000"/>
                </a:solidFill>
                <a:latin typeface="Open Sans"/>
                <a:ea typeface="Open Sans"/>
                <a:cs typeface="Open Sans"/>
                <a:sym typeface="Open Sans"/>
              </a:endParaRPr>
            </a:p>
          </p:txBody>
        </p:sp>
        <p:grpSp>
          <p:nvGrpSpPr>
            <p:cNvPr id="1768" name="Google Shape;1768;p100"/>
            <p:cNvGrpSpPr/>
            <p:nvPr/>
          </p:nvGrpSpPr>
          <p:grpSpPr>
            <a:xfrm>
              <a:off x="7076201" y="2189168"/>
              <a:ext cx="834678" cy="841680"/>
              <a:chOff x="15434166" y="3638318"/>
              <a:chExt cx="1162987" cy="1162987"/>
            </a:xfrm>
          </p:grpSpPr>
          <p:sp>
            <p:nvSpPr>
              <p:cNvPr id="1769" name="Google Shape;1769;p100"/>
              <p:cNvSpPr/>
              <p:nvPr/>
            </p:nvSpPr>
            <p:spPr>
              <a:xfrm>
                <a:off x="15434166" y="3638318"/>
                <a:ext cx="1162987" cy="1162987"/>
              </a:xfrm>
              <a:prstGeom prst="ellipse">
                <a:avLst/>
              </a:prstGeom>
              <a:solidFill>
                <a:schemeClr val="lt1"/>
              </a:solidFill>
              <a:ln w="12700" cap="flat" cmpd="sng">
                <a:solidFill>
                  <a:srgbClr val="D0CECE"/>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600" b="0" i="0" u="none" strike="noStrike" cap="none">
                  <a:solidFill>
                    <a:srgbClr val="3F3F3F"/>
                  </a:solidFill>
                  <a:latin typeface="Open Sans"/>
                  <a:ea typeface="Open Sans"/>
                  <a:cs typeface="Open Sans"/>
                  <a:sym typeface="Open Sans"/>
                </a:endParaRPr>
              </a:p>
            </p:txBody>
          </p:sp>
          <p:pic>
            <p:nvPicPr>
              <p:cNvPr id="1770" name="Google Shape;1770;p100"/>
              <p:cNvPicPr preferRelativeResize="0"/>
              <p:nvPr/>
            </p:nvPicPr>
            <p:blipFill rotWithShape="1">
              <a:blip r:embed="rId5">
                <a:alphaModFix/>
              </a:blip>
              <a:srcRect/>
              <a:stretch/>
            </p:blipFill>
            <p:spPr>
              <a:xfrm>
                <a:off x="15722114" y="3769854"/>
                <a:ext cx="617640" cy="928146"/>
              </a:xfrm>
              <a:prstGeom prst="rect">
                <a:avLst/>
              </a:prstGeom>
              <a:noFill/>
              <a:ln>
                <a:noFill/>
              </a:ln>
            </p:spPr>
          </p:pic>
        </p:grpSp>
        <p:grpSp>
          <p:nvGrpSpPr>
            <p:cNvPr id="1771" name="Google Shape;1771;p100"/>
            <p:cNvGrpSpPr/>
            <p:nvPr/>
          </p:nvGrpSpPr>
          <p:grpSpPr>
            <a:xfrm>
              <a:off x="8208588" y="2189168"/>
              <a:ext cx="843965" cy="851047"/>
              <a:chOff x="15365172" y="3615008"/>
              <a:chExt cx="1162987" cy="1162987"/>
            </a:xfrm>
          </p:grpSpPr>
          <p:sp>
            <p:nvSpPr>
              <p:cNvPr id="1772" name="Google Shape;1772;p100"/>
              <p:cNvSpPr/>
              <p:nvPr/>
            </p:nvSpPr>
            <p:spPr>
              <a:xfrm>
                <a:off x="15365172" y="3615008"/>
                <a:ext cx="1162987" cy="1162987"/>
              </a:xfrm>
              <a:prstGeom prst="ellipse">
                <a:avLst/>
              </a:prstGeom>
              <a:solidFill>
                <a:schemeClr val="lt1"/>
              </a:solidFill>
              <a:ln w="12700" cap="flat" cmpd="sng">
                <a:solidFill>
                  <a:srgbClr val="D0CECE"/>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600" b="0" i="0" u="none" strike="noStrike" cap="none">
                  <a:solidFill>
                    <a:srgbClr val="3F3F3F"/>
                  </a:solidFill>
                  <a:latin typeface="Open Sans"/>
                  <a:ea typeface="Open Sans"/>
                  <a:cs typeface="Open Sans"/>
                  <a:sym typeface="Open Sans"/>
                </a:endParaRPr>
              </a:p>
            </p:txBody>
          </p:sp>
          <p:pic>
            <p:nvPicPr>
              <p:cNvPr id="1773" name="Google Shape;1773;p100"/>
              <p:cNvPicPr preferRelativeResize="0"/>
              <p:nvPr/>
            </p:nvPicPr>
            <p:blipFill rotWithShape="1">
              <a:blip r:embed="rId6">
                <a:alphaModFix/>
              </a:blip>
              <a:srcRect/>
              <a:stretch/>
            </p:blipFill>
            <p:spPr>
              <a:xfrm>
                <a:off x="15754006" y="3748113"/>
                <a:ext cx="460246" cy="863356"/>
              </a:xfrm>
              <a:prstGeom prst="rect">
                <a:avLst/>
              </a:prstGeom>
              <a:noFill/>
              <a:ln>
                <a:noFill/>
              </a:ln>
            </p:spPr>
          </p:pic>
        </p:grpSp>
        <p:grpSp>
          <p:nvGrpSpPr>
            <p:cNvPr id="1774" name="Google Shape;1774;p100"/>
            <p:cNvGrpSpPr/>
            <p:nvPr/>
          </p:nvGrpSpPr>
          <p:grpSpPr>
            <a:xfrm>
              <a:off x="9288031" y="2223331"/>
              <a:ext cx="776209" cy="782720"/>
              <a:chOff x="14382561" y="1897109"/>
              <a:chExt cx="1162987" cy="1162987"/>
            </a:xfrm>
          </p:grpSpPr>
          <p:sp>
            <p:nvSpPr>
              <p:cNvPr id="1775" name="Google Shape;1775;p100"/>
              <p:cNvSpPr/>
              <p:nvPr/>
            </p:nvSpPr>
            <p:spPr>
              <a:xfrm>
                <a:off x="14382561" y="1897109"/>
                <a:ext cx="1162987" cy="1162987"/>
              </a:xfrm>
              <a:prstGeom prst="ellipse">
                <a:avLst/>
              </a:prstGeom>
              <a:solidFill>
                <a:schemeClr val="lt1"/>
              </a:solidFill>
              <a:ln w="12700" cap="flat" cmpd="sng">
                <a:solidFill>
                  <a:srgbClr val="D0CECE"/>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600" b="0" i="0" u="none" strike="noStrike" cap="none">
                  <a:solidFill>
                    <a:srgbClr val="3F3F3F"/>
                  </a:solidFill>
                  <a:latin typeface="Open Sans"/>
                  <a:ea typeface="Open Sans"/>
                  <a:cs typeface="Open Sans"/>
                  <a:sym typeface="Open Sans"/>
                </a:endParaRPr>
              </a:p>
            </p:txBody>
          </p:sp>
          <p:pic>
            <p:nvPicPr>
              <p:cNvPr id="1776" name="Google Shape;1776;p100"/>
              <p:cNvPicPr preferRelativeResize="0"/>
              <p:nvPr/>
            </p:nvPicPr>
            <p:blipFill rotWithShape="1">
              <a:blip r:embed="rId7">
                <a:alphaModFix/>
              </a:blip>
              <a:srcRect/>
              <a:stretch/>
            </p:blipFill>
            <p:spPr>
              <a:xfrm>
                <a:off x="14575545" y="2080260"/>
                <a:ext cx="777018" cy="777016"/>
              </a:xfrm>
              <a:prstGeom prst="rect">
                <a:avLst/>
              </a:prstGeom>
              <a:noFill/>
              <a:ln>
                <a:noFill/>
              </a:ln>
            </p:spPr>
          </p:pic>
        </p:grpSp>
        <p:grpSp>
          <p:nvGrpSpPr>
            <p:cNvPr id="1777" name="Google Shape;1777;p100"/>
            <p:cNvGrpSpPr/>
            <p:nvPr/>
          </p:nvGrpSpPr>
          <p:grpSpPr>
            <a:xfrm>
              <a:off x="11285972" y="1711817"/>
              <a:ext cx="3888914" cy="1445493"/>
              <a:chOff x="10153757" y="1679407"/>
              <a:chExt cx="4104857" cy="1513061"/>
            </a:xfrm>
          </p:grpSpPr>
          <p:sp>
            <p:nvSpPr>
              <p:cNvPr id="1778" name="Google Shape;1778;p100"/>
              <p:cNvSpPr/>
              <p:nvPr/>
            </p:nvSpPr>
            <p:spPr>
              <a:xfrm>
                <a:off x="10153757" y="1679407"/>
                <a:ext cx="4104857" cy="1513061"/>
              </a:xfrm>
              <a:prstGeom prst="roundRect">
                <a:avLst>
                  <a:gd name="adj" fmla="val 5048"/>
                </a:avLst>
              </a:prstGeom>
              <a:solidFill>
                <a:schemeClr val="lt1"/>
              </a:solidFill>
              <a:ln w="12700" cap="flat" cmpd="sng">
                <a:solidFill>
                  <a:srgbClr val="42719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ctr" rtl="0">
                  <a:lnSpc>
                    <a:spcPct val="100000"/>
                  </a:lnSpc>
                  <a:spcBef>
                    <a:spcPts val="0"/>
                  </a:spcBef>
                  <a:spcAft>
                    <a:spcPts val="0"/>
                  </a:spcAft>
                  <a:buClr>
                    <a:srgbClr val="000000"/>
                  </a:buClr>
                  <a:buSzPts val="2400"/>
                  <a:buFont typeface="Arial"/>
                  <a:buNone/>
                </a:pPr>
                <a:r>
                  <a:rPr lang="en-US" sz="1600" b="0" i="0" u="none" strike="noStrike" cap="none">
                    <a:solidFill>
                      <a:srgbClr val="3F3F3F"/>
                    </a:solidFill>
                    <a:latin typeface="Open Sans"/>
                    <a:ea typeface="Open Sans"/>
                    <a:cs typeface="Open Sans"/>
                    <a:sym typeface="Open Sans"/>
                  </a:rPr>
                  <a:t>Data Exploration</a:t>
                </a:r>
                <a:endParaRPr sz="1600" b="0" i="0" u="none" strike="noStrike" cap="none">
                  <a:solidFill>
                    <a:srgbClr val="000000"/>
                  </a:solidFill>
                  <a:latin typeface="Open Sans"/>
                  <a:ea typeface="Open Sans"/>
                  <a:cs typeface="Open Sans"/>
                  <a:sym typeface="Open Sans"/>
                </a:endParaRPr>
              </a:p>
            </p:txBody>
          </p:sp>
          <p:grpSp>
            <p:nvGrpSpPr>
              <p:cNvPr id="1779" name="Google Shape;1779;p100"/>
              <p:cNvGrpSpPr/>
              <p:nvPr/>
            </p:nvGrpSpPr>
            <p:grpSpPr>
              <a:xfrm>
                <a:off x="10807546" y="2166341"/>
                <a:ext cx="888520" cy="888518"/>
                <a:chOff x="308155" y="4761001"/>
                <a:chExt cx="1162987" cy="1162987"/>
              </a:xfrm>
            </p:grpSpPr>
            <p:sp>
              <p:nvSpPr>
                <p:cNvPr id="1780" name="Google Shape;1780;p100"/>
                <p:cNvSpPr/>
                <p:nvPr/>
              </p:nvSpPr>
              <p:spPr>
                <a:xfrm>
                  <a:off x="308155" y="4761001"/>
                  <a:ext cx="1162987" cy="1162987"/>
                </a:xfrm>
                <a:prstGeom prst="ellipse">
                  <a:avLst/>
                </a:prstGeom>
                <a:solidFill>
                  <a:schemeClr val="lt1"/>
                </a:solidFill>
                <a:ln w="12700" cap="flat" cmpd="sng">
                  <a:solidFill>
                    <a:srgbClr val="D0CECE"/>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600" b="0" i="0" u="none" strike="noStrike" cap="none">
                    <a:solidFill>
                      <a:srgbClr val="3F3F3F"/>
                    </a:solidFill>
                    <a:latin typeface="Open Sans"/>
                    <a:ea typeface="Open Sans"/>
                    <a:cs typeface="Open Sans"/>
                    <a:sym typeface="Open Sans"/>
                  </a:endParaRPr>
                </a:p>
              </p:txBody>
            </p:sp>
            <p:pic>
              <p:nvPicPr>
                <p:cNvPr id="1781" name="Google Shape;1781;p100"/>
                <p:cNvPicPr preferRelativeResize="0"/>
                <p:nvPr/>
              </p:nvPicPr>
              <p:blipFill rotWithShape="1">
                <a:blip r:embed="rId14">
                  <a:alphaModFix/>
                </a:blip>
                <a:srcRect/>
                <a:stretch/>
              </p:blipFill>
              <p:spPr>
                <a:xfrm>
                  <a:off x="367844" y="5167663"/>
                  <a:ext cx="1043610" cy="349663"/>
                </a:xfrm>
                <a:prstGeom prst="rect">
                  <a:avLst/>
                </a:prstGeom>
                <a:noFill/>
                <a:ln w="9525" cap="flat" cmpd="sng">
                  <a:solidFill>
                    <a:schemeClr val="dk1"/>
                  </a:solidFill>
                  <a:prstDash val="solid"/>
                  <a:round/>
                  <a:headEnd type="none" w="sm" len="sm"/>
                  <a:tailEnd type="none" w="sm" len="sm"/>
                </a:ln>
              </p:spPr>
            </p:pic>
          </p:grpSp>
          <p:grpSp>
            <p:nvGrpSpPr>
              <p:cNvPr id="1782" name="Google Shape;1782;p100"/>
              <p:cNvGrpSpPr/>
              <p:nvPr/>
            </p:nvGrpSpPr>
            <p:grpSpPr>
              <a:xfrm>
                <a:off x="12582465" y="2175417"/>
                <a:ext cx="893808" cy="893808"/>
                <a:chOff x="5139206" y="6089807"/>
                <a:chExt cx="1162987" cy="1162987"/>
              </a:xfrm>
            </p:grpSpPr>
            <p:sp>
              <p:nvSpPr>
                <p:cNvPr id="1783" name="Google Shape;1783;p100"/>
                <p:cNvSpPr/>
                <p:nvPr/>
              </p:nvSpPr>
              <p:spPr>
                <a:xfrm>
                  <a:off x="5139206" y="6089807"/>
                  <a:ext cx="1162987" cy="1162987"/>
                </a:xfrm>
                <a:prstGeom prst="ellipse">
                  <a:avLst/>
                </a:prstGeom>
                <a:solidFill>
                  <a:schemeClr val="lt1"/>
                </a:solidFill>
                <a:ln w="12700" cap="flat" cmpd="sng">
                  <a:solidFill>
                    <a:srgbClr val="D0CECE"/>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600" b="0" i="0" u="none" strike="noStrike" cap="none">
                    <a:solidFill>
                      <a:srgbClr val="3F3F3F"/>
                    </a:solidFill>
                    <a:latin typeface="Open Sans"/>
                    <a:ea typeface="Open Sans"/>
                    <a:cs typeface="Open Sans"/>
                    <a:sym typeface="Open Sans"/>
                  </a:endParaRPr>
                </a:p>
              </p:txBody>
            </p:sp>
            <p:pic>
              <p:nvPicPr>
                <p:cNvPr id="1784" name="Google Shape;1784;p100"/>
                <p:cNvPicPr preferRelativeResize="0"/>
                <p:nvPr/>
              </p:nvPicPr>
              <p:blipFill rotWithShape="1">
                <a:blip r:embed="rId15">
                  <a:alphaModFix/>
                </a:blip>
                <a:srcRect/>
                <a:stretch/>
              </p:blipFill>
              <p:spPr>
                <a:xfrm>
                  <a:off x="5208084" y="6541776"/>
                  <a:ext cx="1036199" cy="259050"/>
                </a:xfrm>
                <a:prstGeom prst="rect">
                  <a:avLst/>
                </a:prstGeom>
                <a:noFill/>
                <a:ln w="9525" cap="flat" cmpd="sng">
                  <a:solidFill>
                    <a:schemeClr val="dk1"/>
                  </a:solidFill>
                  <a:prstDash val="solid"/>
                  <a:round/>
                  <a:headEnd type="none" w="sm" len="sm"/>
                  <a:tailEnd type="none" w="sm" len="sm"/>
                </a:ln>
              </p:spPr>
            </p:pic>
          </p:grpSp>
        </p:grpSp>
        <p:cxnSp>
          <p:nvCxnSpPr>
            <p:cNvPr id="1785" name="Google Shape;1785;p100"/>
            <p:cNvCxnSpPr/>
            <p:nvPr/>
          </p:nvCxnSpPr>
          <p:spPr>
            <a:xfrm>
              <a:off x="7896464" y="5378206"/>
              <a:ext cx="0" cy="537354"/>
            </a:xfrm>
            <a:prstGeom prst="straightConnector1">
              <a:avLst/>
            </a:prstGeom>
            <a:noFill/>
            <a:ln w="28575" cap="flat" cmpd="sng">
              <a:solidFill>
                <a:schemeClr val="accent2"/>
              </a:solidFill>
              <a:prstDash val="solid"/>
              <a:miter lim="800000"/>
              <a:headEnd type="none" w="sm" len="sm"/>
              <a:tailEnd type="triangle" w="lg" len="lg"/>
            </a:ln>
          </p:spPr>
        </p:cxnSp>
        <p:cxnSp>
          <p:nvCxnSpPr>
            <p:cNvPr id="1786" name="Google Shape;1786;p100"/>
            <p:cNvCxnSpPr/>
            <p:nvPr/>
          </p:nvCxnSpPr>
          <p:spPr>
            <a:xfrm>
              <a:off x="9416834" y="5378206"/>
              <a:ext cx="0" cy="537354"/>
            </a:xfrm>
            <a:prstGeom prst="straightConnector1">
              <a:avLst/>
            </a:prstGeom>
            <a:noFill/>
            <a:ln w="28575" cap="flat" cmpd="sng">
              <a:solidFill>
                <a:schemeClr val="accent2"/>
              </a:solidFill>
              <a:prstDash val="solid"/>
              <a:miter lim="800000"/>
              <a:headEnd type="none" w="sm" len="sm"/>
              <a:tailEnd type="triangle" w="lg" len="lg"/>
            </a:ln>
          </p:spPr>
        </p:cxnSp>
        <p:pic>
          <p:nvPicPr>
            <p:cNvPr id="1787" name="Google Shape;1787;p100"/>
            <p:cNvPicPr preferRelativeResize="0"/>
            <p:nvPr/>
          </p:nvPicPr>
          <p:blipFill rotWithShape="1">
            <a:blip r:embed="rId12">
              <a:alphaModFix/>
            </a:blip>
            <a:srcRect/>
            <a:stretch/>
          </p:blipFill>
          <p:spPr>
            <a:xfrm>
              <a:off x="12412833" y="4264717"/>
              <a:ext cx="1391645" cy="813928"/>
            </a:xfrm>
            <a:prstGeom prst="rect">
              <a:avLst/>
            </a:prstGeom>
            <a:noFill/>
            <a:ln>
              <a:noFill/>
            </a:ln>
          </p:spPr>
        </p:pic>
        <p:cxnSp>
          <p:nvCxnSpPr>
            <p:cNvPr id="1788" name="Google Shape;1788;p100"/>
            <p:cNvCxnSpPr/>
            <p:nvPr/>
          </p:nvCxnSpPr>
          <p:spPr>
            <a:xfrm>
              <a:off x="13113671" y="3205605"/>
              <a:ext cx="0" cy="537354"/>
            </a:xfrm>
            <a:prstGeom prst="straightConnector1">
              <a:avLst/>
            </a:prstGeom>
            <a:noFill/>
            <a:ln w="28575" cap="flat" cmpd="sng">
              <a:solidFill>
                <a:schemeClr val="accent2"/>
              </a:solidFill>
              <a:prstDash val="solid"/>
              <a:miter lim="800000"/>
              <a:headEnd type="none" w="sm" len="sm"/>
              <a:tailEnd type="triangle" w="lg" len="lg"/>
            </a:ln>
          </p:spPr>
        </p:cxnSp>
        <p:cxnSp>
          <p:nvCxnSpPr>
            <p:cNvPr id="1789" name="Google Shape;1789;p100"/>
            <p:cNvCxnSpPr/>
            <p:nvPr/>
          </p:nvCxnSpPr>
          <p:spPr>
            <a:xfrm>
              <a:off x="5817071" y="5808350"/>
              <a:ext cx="815073" cy="0"/>
            </a:xfrm>
            <a:prstGeom prst="straightConnector1">
              <a:avLst/>
            </a:prstGeom>
            <a:noFill/>
            <a:ln w="28575" cap="flat" cmpd="sng">
              <a:solidFill>
                <a:schemeClr val="accent2"/>
              </a:solidFill>
              <a:prstDash val="solid"/>
              <a:miter lim="800000"/>
              <a:headEnd type="triangle" w="lg" len="lg"/>
              <a:tailEnd type="triangle" w="lg" len="lg"/>
            </a:ln>
          </p:spPr>
        </p:cxnSp>
        <p:cxnSp>
          <p:nvCxnSpPr>
            <p:cNvPr id="1790" name="Google Shape;1790;p100"/>
            <p:cNvCxnSpPr/>
            <p:nvPr/>
          </p:nvCxnSpPr>
          <p:spPr>
            <a:xfrm>
              <a:off x="3354248" y="5646883"/>
              <a:ext cx="520800" cy="1"/>
            </a:xfrm>
            <a:prstGeom prst="straightConnector1">
              <a:avLst/>
            </a:prstGeom>
            <a:noFill/>
            <a:ln w="28575" cap="flat" cmpd="sng">
              <a:solidFill>
                <a:schemeClr val="accent2"/>
              </a:solidFill>
              <a:prstDash val="solid"/>
              <a:miter lim="800000"/>
              <a:headEnd type="none" w="sm" len="sm"/>
              <a:tailEnd type="triangle" w="lg" len="lg"/>
            </a:ln>
          </p:spPr>
        </p:cxnSp>
        <p:sp>
          <p:nvSpPr>
            <p:cNvPr id="1791" name="Google Shape;1791;p100"/>
            <p:cNvSpPr txBox="1"/>
            <p:nvPr/>
          </p:nvSpPr>
          <p:spPr>
            <a:xfrm>
              <a:off x="1078198" y="5378012"/>
              <a:ext cx="1999722" cy="682764"/>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400"/>
                <a:buFont typeface="Arial"/>
                <a:buNone/>
              </a:pPr>
              <a:r>
                <a:rPr lang="en-US" sz="1600" b="0" i="0" u="none" strike="noStrike" cap="none">
                  <a:solidFill>
                    <a:srgbClr val="3F3F3F"/>
                  </a:solidFill>
                  <a:latin typeface="Open Sans"/>
                  <a:ea typeface="Open Sans"/>
                  <a:cs typeface="Open Sans"/>
                  <a:sym typeface="Open Sans"/>
                </a:rPr>
                <a:t>Sqoop</a:t>
              </a:r>
              <a:endParaRPr sz="1600" b="0" i="0" u="none" strike="noStrike" cap="none">
                <a:solidFill>
                  <a:srgbClr val="000000"/>
                </a:solidFill>
                <a:latin typeface="Open Sans"/>
                <a:ea typeface="Open Sans"/>
                <a:cs typeface="Open Sans"/>
                <a:sym typeface="Open Sans"/>
              </a:endParaRPr>
            </a:p>
            <a:p>
              <a:pPr marL="0" marR="0" lvl="0" indent="0" algn="ctr" rtl="0">
                <a:lnSpc>
                  <a:spcPct val="100000"/>
                </a:lnSpc>
                <a:spcBef>
                  <a:spcPts val="0"/>
                </a:spcBef>
                <a:spcAft>
                  <a:spcPts val="0"/>
                </a:spcAft>
                <a:buClr>
                  <a:srgbClr val="000000"/>
                </a:buClr>
                <a:buSzPts val="2400"/>
                <a:buFont typeface="Arial"/>
                <a:buNone/>
              </a:pPr>
              <a:r>
                <a:rPr lang="en-US" sz="1600" b="0" i="0" u="none" strike="noStrike" cap="none">
                  <a:solidFill>
                    <a:srgbClr val="3F3F3F"/>
                  </a:solidFill>
                  <a:latin typeface="Open Sans"/>
                  <a:ea typeface="Open Sans"/>
                  <a:cs typeface="Open Sans"/>
                  <a:sym typeface="Open Sans"/>
                </a:rPr>
                <a:t> (Deprecated)</a:t>
              </a:r>
              <a:endParaRPr sz="1600" b="0" i="0" u="none" strike="noStrike" cap="none">
                <a:solidFill>
                  <a:srgbClr val="000000"/>
                </a:solidFill>
                <a:latin typeface="Open Sans"/>
                <a:ea typeface="Open Sans"/>
                <a:cs typeface="Open Sans"/>
                <a:sym typeface="Open Sans"/>
              </a:endParaRPr>
            </a:p>
          </p:txBody>
        </p:sp>
      </p:grpSp>
      <p:sp>
        <p:nvSpPr>
          <p:cNvPr id="1792" name="Google Shape;1792;p100"/>
          <p:cNvSpPr txBox="1"/>
          <p:nvPr/>
        </p:nvSpPr>
        <p:spPr>
          <a:xfrm>
            <a:off x="1488945" y="1235033"/>
            <a:ext cx="13963650" cy="846514"/>
          </a:xfrm>
          <a:prstGeom prst="rect">
            <a:avLst/>
          </a:prstGeom>
          <a:noFill/>
          <a:ln>
            <a:noFill/>
          </a:ln>
        </p:spPr>
        <p:txBody>
          <a:bodyPr spcFirstLastPara="1" wrap="square" lIns="91425" tIns="45700" rIns="91425" bIns="45700" anchor="t" anchorCtr="0">
            <a:spAutoFit/>
          </a:bodyPr>
          <a:lstStyle/>
          <a:p>
            <a:pPr marL="0" marR="0" lvl="0" indent="0" algn="ctr" rtl="0">
              <a:lnSpc>
                <a:spcPct val="115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These are the various components of the Hadoop ecosystem, which works together to provide data absorption, analysis, storage, and maintenance.</a:t>
            </a:r>
            <a:endParaRPr sz="1400" b="0" i="0" u="none" strike="noStrike" cap="none">
              <a:solidFill>
                <a:srgbClr val="000000"/>
              </a:solidFill>
              <a:latin typeface="Arial"/>
              <a:ea typeface="Arial"/>
              <a:cs typeface="Arial"/>
              <a:sym typeface="Arial"/>
            </a:endParaRPr>
          </a:p>
        </p:txBody>
      </p:sp>
      <p:sp>
        <p:nvSpPr>
          <p:cNvPr id="3" name="Brandline_LVC">
            <a:extLst>
              <a:ext uri="{FF2B5EF4-FFF2-40B4-BE49-F238E27FC236}">
                <a16:creationId xmlns:a16="http://schemas.microsoft.com/office/drawing/2014/main" id="{97D75B91-653E-2A3C-E7E4-946C6C7D3BC1}"/>
              </a:ext>
            </a:extLst>
          </p:cNvPr>
          <p:cNvSpPr/>
          <p:nvPr/>
        </p:nvSpPr>
        <p:spPr>
          <a:xfrm>
            <a:off x="4241800" y="816324"/>
            <a:ext cx="7778828"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1797"/>
        <p:cNvGrpSpPr/>
        <p:nvPr/>
      </p:nvGrpSpPr>
      <p:grpSpPr>
        <a:xfrm>
          <a:off x="0" y="0"/>
          <a:ext cx="0" cy="0"/>
          <a:chOff x="0" y="0"/>
          <a:chExt cx="0" cy="0"/>
        </a:xfrm>
      </p:grpSpPr>
      <p:sp>
        <p:nvSpPr>
          <p:cNvPr id="1798" name="Google Shape;1798;p70"/>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dirty="0">
                <a:solidFill>
                  <a:srgbClr val="3F3F3F"/>
                </a:solidFill>
                <a:latin typeface="Open Sans"/>
                <a:ea typeface="Open Sans"/>
                <a:cs typeface="Open Sans"/>
                <a:sym typeface="Open Sans"/>
              </a:rPr>
              <a:t>HDFS (Hadoop Distributed File System)</a:t>
            </a:r>
            <a:endParaRPr dirty="0"/>
          </a:p>
        </p:txBody>
      </p:sp>
      <p:grpSp>
        <p:nvGrpSpPr>
          <p:cNvPr id="1799" name="Google Shape;1799;p70"/>
          <p:cNvGrpSpPr/>
          <p:nvPr/>
        </p:nvGrpSpPr>
        <p:grpSpPr>
          <a:xfrm>
            <a:off x="2350650" y="2374844"/>
            <a:ext cx="11285089" cy="5605277"/>
            <a:chOff x="2190518" y="1913163"/>
            <a:chExt cx="11285089" cy="5605277"/>
          </a:xfrm>
        </p:grpSpPr>
        <p:pic>
          <p:nvPicPr>
            <p:cNvPr id="1800" name="Google Shape;1800;p70"/>
            <p:cNvPicPr preferRelativeResize="0"/>
            <p:nvPr/>
          </p:nvPicPr>
          <p:blipFill rotWithShape="1">
            <a:blip r:embed="rId3">
              <a:alphaModFix/>
            </a:blip>
            <a:srcRect l="19440" t="23845" r="23524" b="34450"/>
            <a:stretch/>
          </p:blipFill>
          <p:spPr>
            <a:xfrm>
              <a:off x="6010935" y="4602909"/>
              <a:ext cx="3575400" cy="1227543"/>
            </a:xfrm>
            <a:prstGeom prst="rect">
              <a:avLst/>
            </a:prstGeom>
            <a:noFill/>
            <a:ln>
              <a:noFill/>
            </a:ln>
          </p:spPr>
        </p:pic>
        <p:sp>
          <p:nvSpPr>
            <p:cNvPr id="1801" name="Google Shape;1801;p70"/>
            <p:cNvSpPr txBox="1"/>
            <p:nvPr/>
          </p:nvSpPr>
          <p:spPr>
            <a:xfrm>
              <a:off x="6566639" y="1913163"/>
              <a:ext cx="2977585" cy="707846"/>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3F3F3F"/>
                </a:buClr>
                <a:buSzPts val="2400"/>
                <a:buFont typeface="Open Sans"/>
                <a:buNone/>
              </a:pPr>
              <a:r>
                <a:rPr lang="en-US" sz="2000" b="0" i="0" u="none" strike="noStrike" cap="none" dirty="0">
                  <a:solidFill>
                    <a:srgbClr val="3F3F3F"/>
                  </a:solidFill>
                  <a:latin typeface="Open Sans"/>
                  <a:ea typeface="Open Sans"/>
                  <a:cs typeface="Open Sans"/>
                  <a:sym typeface="Open Sans"/>
                </a:rPr>
                <a:t>Provides a storage layer for Hadoop</a:t>
              </a:r>
              <a:endParaRPr sz="2000" b="0" i="0" u="none" strike="noStrike" cap="none" dirty="0">
                <a:solidFill>
                  <a:srgbClr val="000000"/>
                </a:solidFill>
                <a:latin typeface="Arial"/>
                <a:ea typeface="Arial"/>
                <a:cs typeface="Arial"/>
                <a:sym typeface="Arial"/>
              </a:endParaRPr>
            </a:p>
          </p:txBody>
        </p:sp>
        <p:sp>
          <p:nvSpPr>
            <p:cNvPr id="1802" name="Google Shape;1802;p70"/>
            <p:cNvSpPr txBox="1"/>
            <p:nvPr/>
          </p:nvSpPr>
          <p:spPr>
            <a:xfrm>
              <a:off x="9877970" y="3864166"/>
              <a:ext cx="3597637" cy="707846"/>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3F3F3F"/>
                </a:buClr>
                <a:buSzPts val="2400"/>
                <a:buFont typeface="Open Sans"/>
                <a:buNone/>
              </a:pPr>
              <a:r>
                <a:rPr lang="en-US" sz="2000" b="0" i="0" u="none" strike="noStrike" cap="none" dirty="0">
                  <a:solidFill>
                    <a:srgbClr val="3F3F3F"/>
                  </a:solidFill>
                  <a:latin typeface="Open Sans"/>
                  <a:ea typeface="Open Sans"/>
                  <a:cs typeface="Open Sans"/>
                  <a:sym typeface="Open Sans"/>
                </a:rPr>
                <a:t>Is suitable for the distributed storage and processing</a:t>
              </a:r>
              <a:endParaRPr sz="2000" b="0" i="0" u="none" strike="noStrike" cap="none" dirty="0">
                <a:solidFill>
                  <a:srgbClr val="000000"/>
                </a:solidFill>
                <a:latin typeface="Arial"/>
                <a:ea typeface="Arial"/>
                <a:cs typeface="Arial"/>
                <a:sym typeface="Arial"/>
              </a:endParaRPr>
            </a:p>
          </p:txBody>
        </p:sp>
        <p:sp>
          <p:nvSpPr>
            <p:cNvPr id="1803" name="Google Shape;1803;p70"/>
            <p:cNvSpPr txBox="1"/>
            <p:nvPr/>
          </p:nvSpPr>
          <p:spPr>
            <a:xfrm>
              <a:off x="2190518" y="3587287"/>
              <a:ext cx="3597638" cy="1015622"/>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3F3F3F"/>
                </a:buClr>
                <a:buSzPts val="2400"/>
                <a:buFont typeface="Open Sans"/>
                <a:buNone/>
              </a:pPr>
              <a:r>
                <a:rPr lang="en-US" sz="2000" b="0" i="0" u="none" strike="noStrike" cap="none" dirty="0">
                  <a:solidFill>
                    <a:srgbClr val="3F3F3F"/>
                  </a:solidFill>
                  <a:latin typeface="Open Sans"/>
                  <a:ea typeface="Open Sans"/>
                  <a:cs typeface="Open Sans"/>
                  <a:sym typeface="Open Sans"/>
                </a:rPr>
                <a:t>Allows availability of command-line interface from Hadoop</a:t>
              </a:r>
              <a:endParaRPr sz="2000" b="0" i="0" u="none" strike="noStrike" cap="none" dirty="0">
                <a:solidFill>
                  <a:srgbClr val="000000"/>
                </a:solidFill>
                <a:latin typeface="Arial"/>
                <a:ea typeface="Arial"/>
                <a:cs typeface="Arial"/>
                <a:sym typeface="Arial"/>
              </a:endParaRPr>
            </a:p>
          </p:txBody>
        </p:sp>
        <p:sp>
          <p:nvSpPr>
            <p:cNvPr id="1804" name="Google Shape;1804;p70"/>
            <p:cNvSpPr txBox="1"/>
            <p:nvPr/>
          </p:nvSpPr>
          <p:spPr>
            <a:xfrm>
              <a:off x="9188717" y="6810594"/>
              <a:ext cx="3227431" cy="707846"/>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3F3F3F"/>
                </a:buClr>
                <a:buSzPts val="2400"/>
                <a:buFont typeface="Open Sans"/>
                <a:buNone/>
              </a:pPr>
              <a:r>
                <a:rPr lang="en-US" sz="2000" b="0" i="0" u="none" strike="noStrike" cap="none" dirty="0">
                  <a:solidFill>
                    <a:srgbClr val="3F3F3F"/>
                  </a:solidFill>
                  <a:latin typeface="Open Sans"/>
                  <a:ea typeface="Open Sans"/>
                  <a:cs typeface="Open Sans"/>
                  <a:sym typeface="Open Sans"/>
                </a:rPr>
                <a:t>Allows streaming access to file system data</a:t>
              </a:r>
              <a:endParaRPr sz="2000" b="0" i="0" u="none" strike="noStrike" cap="none" dirty="0">
                <a:solidFill>
                  <a:srgbClr val="000000"/>
                </a:solidFill>
                <a:latin typeface="Arial"/>
                <a:ea typeface="Arial"/>
                <a:cs typeface="Arial"/>
                <a:sym typeface="Arial"/>
              </a:endParaRPr>
            </a:p>
          </p:txBody>
        </p:sp>
        <p:sp>
          <p:nvSpPr>
            <p:cNvPr id="1805" name="Google Shape;1805;p70"/>
            <p:cNvSpPr txBox="1"/>
            <p:nvPr/>
          </p:nvSpPr>
          <p:spPr>
            <a:xfrm>
              <a:off x="2917923" y="6639626"/>
              <a:ext cx="3143348" cy="707846"/>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3F3F3F"/>
                </a:buClr>
                <a:buSzPts val="2400"/>
                <a:buFont typeface="Open Sans"/>
                <a:buNone/>
              </a:pPr>
              <a:r>
                <a:rPr lang="en-US" sz="2000" b="0" i="0" u="none" strike="noStrike" cap="none" dirty="0">
                  <a:solidFill>
                    <a:srgbClr val="3F3F3F"/>
                  </a:solidFill>
                  <a:latin typeface="Open Sans"/>
                  <a:ea typeface="Open Sans"/>
                  <a:cs typeface="Open Sans"/>
                  <a:sym typeface="Open Sans"/>
                </a:rPr>
                <a:t>Provides file permissions and authentication</a:t>
              </a:r>
              <a:endParaRPr sz="2000" b="0" i="0" u="none" strike="noStrike" cap="none" dirty="0">
                <a:solidFill>
                  <a:srgbClr val="000000"/>
                </a:solidFill>
                <a:latin typeface="Arial"/>
                <a:ea typeface="Arial"/>
                <a:cs typeface="Arial"/>
                <a:sym typeface="Arial"/>
              </a:endParaRPr>
            </a:p>
          </p:txBody>
        </p:sp>
        <p:sp>
          <p:nvSpPr>
            <p:cNvPr id="1806" name="Google Shape;1806;p70"/>
            <p:cNvSpPr/>
            <p:nvPr/>
          </p:nvSpPr>
          <p:spPr>
            <a:xfrm rot="10800000" flipH="1">
              <a:off x="9368302" y="3986138"/>
              <a:ext cx="539048" cy="539048"/>
            </a:xfrm>
            <a:prstGeom prst="ellipse">
              <a:avLst/>
            </a:prstGeom>
            <a:solidFill>
              <a:srgbClr val="FFC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807" name="Google Shape;1807;p70"/>
            <p:cNvSpPr/>
            <p:nvPr/>
          </p:nvSpPr>
          <p:spPr>
            <a:xfrm rot="10800000" flipH="1">
              <a:off x="8919193" y="6320420"/>
              <a:ext cx="539048" cy="539048"/>
            </a:xfrm>
            <a:prstGeom prst="ellipse">
              <a:avLst/>
            </a:prstGeom>
            <a:solidFill>
              <a:srgbClr val="FFC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808" name="Google Shape;1808;p70"/>
            <p:cNvSpPr/>
            <p:nvPr/>
          </p:nvSpPr>
          <p:spPr>
            <a:xfrm rot="10800000" flipH="1">
              <a:off x="6128327" y="6338467"/>
              <a:ext cx="539048" cy="539048"/>
            </a:xfrm>
            <a:prstGeom prst="ellipse">
              <a:avLst/>
            </a:prstGeom>
            <a:solidFill>
              <a:srgbClr val="FFC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809" name="Google Shape;1809;p70"/>
            <p:cNvSpPr/>
            <p:nvPr/>
          </p:nvSpPr>
          <p:spPr>
            <a:xfrm rot="10800000" flipH="1">
              <a:off x="5610308" y="3908416"/>
              <a:ext cx="539048" cy="539048"/>
            </a:xfrm>
            <a:prstGeom prst="ellipse">
              <a:avLst/>
            </a:prstGeom>
            <a:solidFill>
              <a:srgbClr val="FFC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810" name="Google Shape;1810;p70"/>
            <p:cNvSpPr/>
            <p:nvPr/>
          </p:nvSpPr>
          <p:spPr>
            <a:xfrm rot="10800000" flipH="1">
              <a:off x="7785908" y="2716370"/>
              <a:ext cx="539048" cy="539048"/>
            </a:xfrm>
            <a:prstGeom prst="ellipse">
              <a:avLst/>
            </a:prstGeom>
            <a:solidFill>
              <a:srgbClr val="FFC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811" name="Google Shape;1811;p70"/>
            <p:cNvSpPr/>
            <p:nvPr/>
          </p:nvSpPr>
          <p:spPr>
            <a:xfrm rot="-5117326">
              <a:off x="5633614" y="3026382"/>
              <a:ext cx="4185366" cy="4222420"/>
            </a:xfrm>
            <a:prstGeom prst="arc">
              <a:avLst>
                <a:gd name="adj1" fmla="val 18096690"/>
                <a:gd name="adj2" fmla="val 21308145"/>
              </a:avLst>
            </a:prstGeom>
            <a:noFill/>
            <a:ln w="38100" cap="flat" cmpd="sng">
              <a:solidFill>
                <a:schemeClr val="accen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812" name="Google Shape;1812;p70"/>
            <p:cNvSpPr/>
            <p:nvPr/>
          </p:nvSpPr>
          <p:spPr>
            <a:xfrm rot="-5117326">
              <a:off x="5633614" y="3026382"/>
              <a:ext cx="4185366" cy="4222420"/>
            </a:xfrm>
            <a:prstGeom prst="arc">
              <a:avLst>
                <a:gd name="adj1" fmla="val 829628"/>
                <a:gd name="adj2" fmla="val 2980020"/>
              </a:avLst>
            </a:prstGeom>
            <a:noFill/>
            <a:ln w="38100" cap="flat" cmpd="sng">
              <a:solidFill>
                <a:schemeClr val="accen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813" name="Google Shape;1813;p70"/>
            <p:cNvSpPr/>
            <p:nvPr/>
          </p:nvSpPr>
          <p:spPr>
            <a:xfrm rot="-5117326">
              <a:off x="5633614" y="3026382"/>
              <a:ext cx="4185366" cy="4222420"/>
            </a:xfrm>
            <a:prstGeom prst="arc">
              <a:avLst>
                <a:gd name="adj1" fmla="val 8383924"/>
                <a:gd name="adj2" fmla="val 12502865"/>
              </a:avLst>
            </a:prstGeom>
            <a:noFill/>
            <a:ln w="38100" cap="flat" cmpd="sng">
              <a:solidFill>
                <a:schemeClr val="accen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814" name="Google Shape;1814;p70"/>
            <p:cNvSpPr/>
            <p:nvPr/>
          </p:nvSpPr>
          <p:spPr>
            <a:xfrm rot="-5117326">
              <a:off x="5633614" y="3026382"/>
              <a:ext cx="4185366" cy="4222420"/>
            </a:xfrm>
            <a:prstGeom prst="arc">
              <a:avLst>
                <a:gd name="adj1" fmla="val 4124393"/>
                <a:gd name="adj2" fmla="val 7290260"/>
              </a:avLst>
            </a:prstGeom>
            <a:noFill/>
            <a:ln w="38100" cap="flat" cmpd="sng">
              <a:solidFill>
                <a:schemeClr val="accen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815" name="Google Shape;1815;p70"/>
            <p:cNvSpPr/>
            <p:nvPr/>
          </p:nvSpPr>
          <p:spPr>
            <a:xfrm rot="-5117326">
              <a:off x="5633614" y="3026382"/>
              <a:ext cx="4185366" cy="4222420"/>
            </a:xfrm>
            <a:prstGeom prst="arc">
              <a:avLst>
                <a:gd name="adj1" fmla="val 13596427"/>
                <a:gd name="adj2" fmla="val 16888951"/>
              </a:avLst>
            </a:prstGeom>
            <a:noFill/>
            <a:ln w="38100" cap="flat" cmpd="sng">
              <a:solidFill>
                <a:schemeClr val="accen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grpSp>
      <p:sp>
        <p:nvSpPr>
          <p:cNvPr id="1818" name="Google Shape;1818;p70"/>
          <p:cNvSpPr txBox="1"/>
          <p:nvPr/>
        </p:nvSpPr>
        <p:spPr>
          <a:xfrm>
            <a:off x="2154867" y="1241252"/>
            <a:ext cx="11946265" cy="769441"/>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HDFS is a distributed file system that runs on commodity hardware and can handle massive data collections. Salient features of HDFS are as follows:</a:t>
            </a:r>
            <a:endParaRPr sz="1400" b="0" i="0" u="none" strike="noStrike" cap="none">
              <a:solidFill>
                <a:srgbClr val="000000"/>
              </a:solidFill>
              <a:latin typeface="Arial"/>
              <a:ea typeface="Arial"/>
              <a:cs typeface="Arial"/>
              <a:sym typeface="Arial"/>
            </a:endParaRPr>
          </a:p>
        </p:txBody>
      </p:sp>
      <p:sp>
        <p:nvSpPr>
          <p:cNvPr id="3" name="Brandline_LVC">
            <a:extLst>
              <a:ext uri="{FF2B5EF4-FFF2-40B4-BE49-F238E27FC236}">
                <a16:creationId xmlns:a16="http://schemas.microsoft.com/office/drawing/2014/main" id="{BAAC0264-5D1D-E62F-D0E3-D84EC1A1F7BB}"/>
              </a:ext>
            </a:extLst>
          </p:cNvPr>
          <p:cNvSpPr/>
          <p:nvPr/>
        </p:nvSpPr>
        <p:spPr>
          <a:xfrm>
            <a:off x="3860800" y="816324"/>
            <a:ext cx="8548768"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1823"/>
        <p:cNvGrpSpPr/>
        <p:nvPr/>
      </p:nvGrpSpPr>
      <p:grpSpPr>
        <a:xfrm>
          <a:off x="0" y="0"/>
          <a:ext cx="0" cy="0"/>
          <a:chOff x="0" y="0"/>
          <a:chExt cx="0" cy="0"/>
        </a:xfrm>
      </p:grpSpPr>
      <p:grpSp>
        <p:nvGrpSpPr>
          <p:cNvPr id="1824" name="Google Shape;1824;p71"/>
          <p:cNvGrpSpPr/>
          <p:nvPr/>
        </p:nvGrpSpPr>
        <p:grpSpPr>
          <a:xfrm>
            <a:off x="2393021" y="2568749"/>
            <a:ext cx="11469958" cy="5697180"/>
            <a:chOff x="3487783" y="1978199"/>
            <a:chExt cx="11469958" cy="5697180"/>
          </a:xfrm>
        </p:grpSpPr>
        <p:sp>
          <p:nvSpPr>
            <p:cNvPr id="1825" name="Google Shape;1825;p71"/>
            <p:cNvSpPr/>
            <p:nvPr/>
          </p:nvSpPr>
          <p:spPr>
            <a:xfrm>
              <a:off x="8279271" y="4430691"/>
              <a:ext cx="6678470" cy="707846"/>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3F3F3F"/>
                </a:buClr>
                <a:buSzPts val="2400"/>
                <a:buFont typeface="Open Sans"/>
                <a:buNone/>
              </a:pPr>
              <a:r>
                <a:rPr lang="en-US" sz="2000" b="0" i="0" u="none" strike="noStrike" cap="none" dirty="0">
                  <a:solidFill>
                    <a:srgbClr val="3F3F3F"/>
                  </a:solidFill>
                  <a:latin typeface="Open Sans"/>
                  <a:ea typeface="Open Sans"/>
                  <a:cs typeface="Open Sans"/>
                  <a:sym typeface="Open Sans"/>
                </a:rPr>
                <a:t>Is used when a random, real-time, read or write</a:t>
              </a:r>
              <a:br>
                <a:rPr lang="en-US" sz="2000" b="0" i="0" u="none" strike="noStrike" cap="none" dirty="0">
                  <a:solidFill>
                    <a:srgbClr val="3F3F3F"/>
                  </a:solidFill>
                  <a:latin typeface="Open Sans"/>
                  <a:ea typeface="Open Sans"/>
                  <a:cs typeface="Open Sans"/>
                  <a:sym typeface="Open Sans"/>
                </a:rPr>
              </a:br>
              <a:r>
                <a:rPr lang="en-US" sz="2000" b="0" i="0" u="none" strike="noStrike" cap="none" dirty="0">
                  <a:solidFill>
                    <a:srgbClr val="3F3F3F"/>
                  </a:solidFill>
                  <a:latin typeface="Open Sans"/>
                  <a:ea typeface="Open Sans"/>
                  <a:cs typeface="Open Sans"/>
                  <a:sym typeface="Open Sans"/>
                </a:rPr>
                <a:t>access is needed in Big Data</a:t>
              </a:r>
              <a:endParaRPr sz="2000" b="0" i="0" u="none" strike="noStrike" cap="none" dirty="0">
                <a:solidFill>
                  <a:srgbClr val="000000"/>
                </a:solidFill>
                <a:latin typeface="Open Sans"/>
                <a:ea typeface="Open Sans"/>
                <a:cs typeface="Open Sans"/>
                <a:sym typeface="Open Sans"/>
              </a:endParaRPr>
            </a:p>
          </p:txBody>
        </p:sp>
        <p:grpSp>
          <p:nvGrpSpPr>
            <p:cNvPr id="1826" name="Google Shape;1826;p71"/>
            <p:cNvGrpSpPr/>
            <p:nvPr/>
          </p:nvGrpSpPr>
          <p:grpSpPr>
            <a:xfrm>
              <a:off x="3487783" y="1978199"/>
              <a:ext cx="9184273" cy="5697180"/>
              <a:chOff x="3487783" y="1978199"/>
              <a:chExt cx="9184273" cy="5697180"/>
            </a:xfrm>
          </p:grpSpPr>
          <p:pic>
            <p:nvPicPr>
              <p:cNvPr id="1827" name="Google Shape;1827;p71"/>
              <p:cNvPicPr preferRelativeResize="0"/>
              <p:nvPr/>
            </p:nvPicPr>
            <p:blipFill rotWithShape="1">
              <a:blip r:embed="rId3">
                <a:alphaModFix/>
              </a:blip>
              <a:srcRect/>
              <a:stretch/>
            </p:blipFill>
            <p:spPr>
              <a:xfrm>
                <a:off x="3487783" y="4010162"/>
                <a:ext cx="3195133" cy="815779"/>
              </a:xfrm>
              <a:prstGeom prst="rect">
                <a:avLst/>
              </a:prstGeom>
              <a:noFill/>
              <a:ln>
                <a:noFill/>
              </a:ln>
            </p:spPr>
          </p:pic>
          <p:sp>
            <p:nvSpPr>
              <p:cNvPr id="1828" name="Google Shape;1828;p71"/>
              <p:cNvSpPr/>
              <p:nvPr/>
            </p:nvSpPr>
            <p:spPr>
              <a:xfrm>
                <a:off x="7231594" y="5884784"/>
                <a:ext cx="5440462" cy="707846"/>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3F3F3F"/>
                  </a:buClr>
                  <a:buSzPts val="2400"/>
                  <a:buFont typeface="Open Sans"/>
                  <a:buNone/>
                </a:pPr>
                <a:r>
                  <a:rPr lang="en-US" sz="2000" b="0" i="0" u="none" strike="noStrike" cap="none" dirty="0">
                    <a:solidFill>
                      <a:srgbClr val="3F3F3F"/>
                    </a:solidFill>
                    <a:latin typeface="Open Sans"/>
                    <a:ea typeface="Open Sans"/>
                    <a:cs typeface="Open Sans"/>
                    <a:sym typeface="Open Sans"/>
                  </a:rPr>
                  <a:t>Provides support to high volume of data and high throughput</a:t>
                </a:r>
                <a:endParaRPr sz="2000" b="0" i="0" u="none" strike="noStrike" cap="none" dirty="0">
                  <a:solidFill>
                    <a:srgbClr val="000000"/>
                  </a:solidFill>
                  <a:latin typeface="Open Sans"/>
                  <a:ea typeface="Open Sans"/>
                  <a:cs typeface="Open Sans"/>
                  <a:sym typeface="Open Sans"/>
                </a:endParaRPr>
              </a:p>
            </p:txBody>
          </p:sp>
          <p:sp>
            <p:nvSpPr>
              <p:cNvPr id="1829" name="Google Shape;1829;p71"/>
              <p:cNvSpPr/>
              <p:nvPr/>
            </p:nvSpPr>
            <p:spPr>
              <a:xfrm>
                <a:off x="7688794" y="2963151"/>
                <a:ext cx="4102266" cy="707846"/>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3F3F3F"/>
                  </a:buClr>
                  <a:buSzPts val="2400"/>
                  <a:buFont typeface="Open Sans"/>
                  <a:buNone/>
                </a:pPr>
                <a:r>
                  <a:rPr lang="en-US" sz="2000" b="0" i="0" u="none" strike="noStrike" cap="none" dirty="0">
                    <a:solidFill>
                      <a:srgbClr val="3F3F3F"/>
                    </a:solidFill>
                    <a:latin typeface="Open Sans"/>
                    <a:ea typeface="Open Sans"/>
                    <a:cs typeface="Open Sans"/>
                    <a:sym typeface="Open Sans"/>
                  </a:rPr>
                  <a:t>Works on NoSQL database or non-relational database</a:t>
                </a:r>
                <a:endParaRPr sz="2000" b="0" i="0" u="none" strike="noStrike" cap="none" dirty="0">
                  <a:solidFill>
                    <a:srgbClr val="000000"/>
                  </a:solidFill>
                  <a:latin typeface="Open Sans"/>
                  <a:ea typeface="Open Sans"/>
                  <a:cs typeface="Open Sans"/>
                  <a:sym typeface="Open Sans"/>
                </a:endParaRPr>
              </a:p>
            </p:txBody>
          </p:sp>
          <p:sp>
            <p:nvSpPr>
              <p:cNvPr id="1830" name="Google Shape;1830;p71"/>
              <p:cNvSpPr/>
              <p:nvPr/>
            </p:nvSpPr>
            <p:spPr>
              <a:xfrm>
                <a:off x="6041362" y="1978199"/>
                <a:ext cx="3021981" cy="400069"/>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3F3F3F"/>
                  </a:buClr>
                  <a:buSzPts val="2400"/>
                  <a:buFont typeface="Open Sans"/>
                  <a:buNone/>
                </a:pPr>
                <a:r>
                  <a:rPr lang="en-US" sz="2000" b="0" i="0" u="none" strike="noStrike" cap="none">
                    <a:solidFill>
                      <a:srgbClr val="3F3F3F"/>
                    </a:solidFill>
                    <a:latin typeface="Open Sans"/>
                    <a:ea typeface="Open Sans"/>
                    <a:cs typeface="Open Sans"/>
                    <a:sym typeface="Open Sans"/>
                  </a:rPr>
                  <a:t>Stores data in HDFS</a:t>
                </a:r>
                <a:endParaRPr sz="2000" b="0" i="0" u="none" strike="noStrike" cap="none">
                  <a:solidFill>
                    <a:srgbClr val="000000"/>
                  </a:solidFill>
                  <a:latin typeface="Open Sans"/>
                  <a:ea typeface="Open Sans"/>
                  <a:cs typeface="Open Sans"/>
                  <a:sym typeface="Open Sans"/>
                </a:endParaRPr>
              </a:p>
            </p:txBody>
          </p:sp>
          <p:sp>
            <p:nvSpPr>
              <p:cNvPr id="1831" name="Google Shape;1831;p71"/>
              <p:cNvSpPr/>
              <p:nvPr/>
            </p:nvSpPr>
            <p:spPr>
              <a:xfrm>
                <a:off x="4456466" y="6967533"/>
                <a:ext cx="4080497" cy="707846"/>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3F3F3F"/>
                  </a:buClr>
                  <a:buSzPts val="2400"/>
                  <a:buFont typeface="Open Sans"/>
                  <a:buNone/>
                </a:pPr>
                <a:r>
                  <a:rPr lang="en-US" sz="2000" b="0" i="0" u="none" strike="noStrike" cap="none" dirty="0">
                    <a:solidFill>
                      <a:srgbClr val="3F3F3F"/>
                    </a:solidFill>
                    <a:latin typeface="Open Sans"/>
                    <a:ea typeface="Open Sans"/>
                    <a:cs typeface="Open Sans"/>
                    <a:sym typeface="Open Sans"/>
                  </a:rPr>
                  <a:t>Supports thousands of columns in a table</a:t>
                </a:r>
                <a:endParaRPr sz="2000" b="0" i="0" u="none" strike="noStrike" cap="none" dirty="0">
                  <a:solidFill>
                    <a:srgbClr val="000000"/>
                  </a:solidFill>
                  <a:latin typeface="Open Sans"/>
                  <a:ea typeface="Open Sans"/>
                  <a:cs typeface="Open Sans"/>
                  <a:sym typeface="Open Sans"/>
                </a:endParaRPr>
              </a:p>
            </p:txBody>
          </p:sp>
          <p:sp>
            <p:nvSpPr>
              <p:cNvPr id="1832" name="Google Shape;1832;p71"/>
              <p:cNvSpPr/>
              <p:nvPr/>
            </p:nvSpPr>
            <p:spPr>
              <a:xfrm>
                <a:off x="4967918" y="2049200"/>
                <a:ext cx="914400" cy="914400"/>
              </a:xfrm>
              <a:prstGeom prst="ellipse">
                <a:avLst/>
              </a:prstGeom>
              <a:solidFill>
                <a:srgbClr val="7FCFEB"/>
              </a:solidFill>
              <a:ln w="12700" cap="flat" cmpd="sng">
                <a:solidFill>
                  <a:srgbClr val="7FCFE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800"/>
                  <a:buFont typeface="Calibri"/>
                  <a:buNone/>
                </a:pPr>
                <a:endParaRPr sz="2000" b="0" i="0" u="none" strike="noStrike" cap="none">
                  <a:solidFill>
                    <a:srgbClr val="3F3F3F"/>
                  </a:solidFill>
                  <a:latin typeface="Open Sans"/>
                  <a:ea typeface="Open Sans"/>
                  <a:cs typeface="Open Sans"/>
                  <a:sym typeface="Open Sans"/>
                </a:endParaRPr>
              </a:p>
            </p:txBody>
          </p:sp>
          <p:sp>
            <p:nvSpPr>
              <p:cNvPr id="1833" name="Google Shape;1833;p71"/>
              <p:cNvSpPr/>
              <p:nvPr/>
            </p:nvSpPr>
            <p:spPr>
              <a:xfrm>
                <a:off x="6774394" y="2763526"/>
                <a:ext cx="914400" cy="914400"/>
              </a:xfrm>
              <a:prstGeom prst="ellipse">
                <a:avLst/>
              </a:prstGeom>
              <a:solidFill>
                <a:srgbClr val="00A298"/>
              </a:solidFill>
              <a:ln w="12700" cap="flat" cmpd="sng">
                <a:solidFill>
                  <a:srgbClr val="00A298"/>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800"/>
                  <a:buFont typeface="Calibri"/>
                  <a:buNone/>
                </a:pPr>
                <a:endParaRPr sz="2000" b="0" i="0" u="none" strike="noStrike" cap="none">
                  <a:solidFill>
                    <a:srgbClr val="3F3F3F"/>
                  </a:solidFill>
                  <a:latin typeface="Open Sans"/>
                  <a:ea typeface="Open Sans"/>
                  <a:cs typeface="Open Sans"/>
                  <a:sym typeface="Open Sans"/>
                </a:endParaRPr>
              </a:p>
            </p:txBody>
          </p:sp>
          <p:sp>
            <p:nvSpPr>
              <p:cNvPr id="1834" name="Google Shape;1834;p71"/>
              <p:cNvSpPr/>
              <p:nvPr/>
            </p:nvSpPr>
            <p:spPr>
              <a:xfrm>
                <a:off x="7262328" y="4487316"/>
                <a:ext cx="914400" cy="914400"/>
              </a:xfrm>
              <a:prstGeom prst="ellipse">
                <a:avLst/>
              </a:prstGeom>
              <a:solidFill>
                <a:srgbClr val="484848"/>
              </a:solidFill>
              <a:ln w="12700" cap="flat" cmpd="sng">
                <a:solidFill>
                  <a:srgbClr val="484848"/>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800"/>
                  <a:buFont typeface="Calibri"/>
                  <a:buNone/>
                </a:pPr>
                <a:endParaRPr sz="2000" b="0" i="0" u="none" strike="noStrike" cap="none">
                  <a:solidFill>
                    <a:srgbClr val="3F3F3F"/>
                  </a:solidFill>
                  <a:latin typeface="Open Sans"/>
                  <a:ea typeface="Open Sans"/>
                  <a:cs typeface="Open Sans"/>
                  <a:sym typeface="Open Sans"/>
                </a:endParaRPr>
              </a:p>
            </p:txBody>
          </p:sp>
          <p:sp>
            <p:nvSpPr>
              <p:cNvPr id="1835" name="Google Shape;1835;p71"/>
              <p:cNvSpPr/>
              <p:nvPr/>
            </p:nvSpPr>
            <p:spPr>
              <a:xfrm>
                <a:off x="4233229" y="5951560"/>
                <a:ext cx="914400" cy="914400"/>
              </a:xfrm>
              <a:prstGeom prst="ellipse">
                <a:avLst/>
              </a:prstGeom>
              <a:solidFill>
                <a:srgbClr val="A8D08C"/>
              </a:solidFill>
              <a:ln w="12700" cap="flat" cmpd="sng">
                <a:solidFill>
                  <a:srgbClr val="A9D18E"/>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3F3F3F"/>
                  </a:buClr>
                  <a:buSzPts val="1800"/>
                  <a:buFont typeface="Calibri"/>
                  <a:buNone/>
                </a:pPr>
                <a:r>
                  <a:rPr lang="en-US" sz="2000" b="0" i="0" u="none" strike="noStrike" cap="none">
                    <a:solidFill>
                      <a:srgbClr val="3F3F3F"/>
                    </a:solidFill>
                    <a:latin typeface="Open Sans"/>
                    <a:ea typeface="Open Sans"/>
                    <a:cs typeface="Open Sans"/>
                    <a:sym typeface="Open Sans"/>
                  </a:rPr>
                  <a:t> </a:t>
                </a:r>
                <a:endParaRPr sz="2000" b="0" i="0" u="none" strike="noStrike" cap="none">
                  <a:solidFill>
                    <a:srgbClr val="000000"/>
                  </a:solidFill>
                  <a:latin typeface="Open Sans"/>
                  <a:ea typeface="Open Sans"/>
                  <a:cs typeface="Open Sans"/>
                  <a:sym typeface="Open Sans"/>
                </a:endParaRPr>
              </a:p>
            </p:txBody>
          </p:sp>
          <p:sp>
            <p:nvSpPr>
              <p:cNvPr id="1836" name="Google Shape;1836;p71"/>
              <p:cNvSpPr/>
              <p:nvPr/>
            </p:nvSpPr>
            <p:spPr>
              <a:xfrm>
                <a:off x="6010313" y="5919434"/>
                <a:ext cx="914400" cy="914400"/>
              </a:xfrm>
              <a:prstGeom prst="ellipse">
                <a:avLst/>
              </a:prstGeom>
              <a:solidFill>
                <a:srgbClr val="FAC36F"/>
              </a:solidFill>
              <a:ln w="12700" cap="flat" cmpd="sng">
                <a:solidFill>
                  <a:srgbClr val="FAC36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800"/>
                  <a:buFont typeface="Calibri"/>
                  <a:buNone/>
                </a:pPr>
                <a:endParaRPr sz="2000" b="0" i="0" u="none" strike="noStrike" cap="none">
                  <a:solidFill>
                    <a:srgbClr val="3F3F3F"/>
                  </a:solidFill>
                  <a:latin typeface="Open Sans"/>
                  <a:ea typeface="Open Sans"/>
                  <a:cs typeface="Open Sans"/>
                  <a:sym typeface="Open Sans"/>
                </a:endParaRPr>
              </a:p>
            </p:txBody>
          </p:sp>
          <p:pic>
            <p:nvPicPr>
              <p:cNvPr id="1837" name="Google Shape;1837;p71"/>
              <p:cNvPicPr preferRelativeResize="0"/>
              <p:nvPr/>
            </p:nvPicPr>
            <p:blipFill rotWithShape="1">
              <a:blip r:embed="rId4">
                <a:alphaModFix/>
              </a:blip>
              <a:srcRect l="17416" t="15536" r="14687" b="17610"/>
              <a:stretch/>
            </p:blipFill>
            <p:spPr>
              <a:xfrm>
                <a:off x="6934170" y="2883262"/>
                <a:ext cx="627863" cy="693716"/>
              </a:xfrm>
              <a:prstGeom prst="rect">
                <a:avLst/>
              </a:prstGeom>
              <a:noFill/>
              <a:ln>
                <a:noFill/>
              </a:ln>
            </p:spPr>
          </p:pic>
          <p:pic>
            <p:nvPicPr>
              <p:cNvPr id="1838" name="Google Shape;1838;p71"/>
              <p:cNvPicPr preferRelativeResize="0"/>
              <p:nvPr/>
            </p:nvPicPr>
            <p:blipFill rotWithShape="1">
              <a:blip r:embed="rId5">
                <a:alphaModFix/>
              </a:blip>
              <a:srcRect/>
              <a:stretch/>
            </p:blipFill>
            <p:spPr>
              <a:xfrm>
                <a:off x="4956799" y="2040967"/>
                <a:ext cx="937226" cy="934250"/>
              </a:xfrm>
              <a:prstGeom prst="rect">
                <a:avLst/>
              </a:prstGeom>
              <a:noFill/>
              <a:ln>
                <a:noFill/>
              </a:ln>
            </p:spPr>
          </p:pic>
          <p:pic>
            <p:nvPicPr>
              <p:cNvPr id="1839" name="Google Shape;1839;p71"/>
              <p:cNvPicPr preferRelativeResize="0"/>
              <p:nvPr/>
            </p:nvPicPr>
            <p:blipFill rotWithShape="1">
              <a:blip r:embed="rId6">
                <a:alphaModFix/>
              </a:blip>
              <a:srcRect/>
              <a:stretch/>
            </p:blipFill>
            <p:spPr>
              <a:xfrm>
                <a:off x="7428234" y="4665944"/>
                <a:ext cx="627863" cy="636832"/>
              </a:xfrm>
              <a:prstGeom prst="rect">
                <a:avLst/>
              </a:prstGeom>
              <a:noFill/>
              <a:ln>
                <a:noFill/>
              </a:ln>
            </p:spPr>
          </p:pic>
          <p:pic>
            <p:nvPicPr>
              <p:cNvPr id="1840" name="Google Shape;1840;p71"/>
              <p:cNvPicPr preferRelativeResize="0"/>
              <p:nvPr/>
            </p:nvPicPr>
            <p:blipFill rotWithShape="1">
              <a:blip r:embed="rId7">
                <a:alphaModFix/>
              </a:blip>
              <a:srcRect l="15584" t="18025" r="7285" b="11325"/>
              <a:stretch/>
            </p:blipFill>
            <p:spPr>
              <a:xfrm>
                <a:off x="6191250" y="6080583"/>
                <a:ext cx="619125" cy="600075"/>
              </a:xfrm>
              <a:prstGeom prst="rect">
                <a:avLst/>
              </a:prstGeom>
              <a:noFill/>
              <a:ln>
                <a:noFill/>
              </a:ln>
            </p:spPr>
          </p:pic>
          <p:pic>
            <p:nvPicPr>
              <p:cNvPr id="1841" name="Google Shape;1841;p71"/>
              <p:cNvPicPr preferRelativeResize="0"/>
              <p:nvPr/>
            </p:nvPicPr>
            <p:blipFill rotWithShape="1">
              <a:blip r:embed="rId8">
                <a:alphaModFix/>
              </a:blip>
              <a:srcRect t="5909" r="13833" b="12548"/>
              <a:stretch/>
            </p:blipFill>
            <p:spPr>
              <a:xfrm>
                <a:off x="4315794" y="6108351"/>
                <a:ext cx="734574" cy="705080"/>
              </a:xfrm>
              <a:prstGeom prst="rect">
                <a:avLst/>
              </a:prstGeom>
              <a:noFill/>
              <a:ln>
                <a:noFill/>
              </a:ln>
            </p:spPr>
          </p:pic>
          <p:sp>
            <p:nvSpPr>
              <p:cNvPr id="1842" name="Google Shape;1842;p71"/>
              <p:cNvSpPr/>
              <p:nvPr/>
            </p:nvSpPr>
            <p:spPr>
              <a:xfrm rot="-5117326">
                <a:off x="3553819" y="2443206"/>
                <a:ext cx="4185366" cy="4222420"/>
              </a:xfrm>
              <a:prstGeom prst="arc">
                <a:avLst>
                  <a:gd name="adj1" fmla="val 16948043"/>
                  <a:gd name="adj2" fmla="val 20138251"/>
                </a:avLst>
              </a:prstGeom>
              <a:noFill/>
              <a:ln w="38100" cap="flat" cmpd="sng">
                <a:solidFill>
                  <a:schemeClr val="accen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843" name="Google Shape;1843;p71"/>
              <p:cNvSpPr/>
              <p:nvPr/>
            </p:nvSpPr>
            <p:spPr>
              <a:xfrm rot="-5117326">
                <a:off x="3553820" y="2443206"/>
                <a:ext cx="4185366" cy="4222420"/>
              </a:xfrm>
              <a:prstGeom prst="arc">
                <a:avLst>
                  <a:gd name="adj1" fmla="val 3557357"/>
                  <a:gd name="adj2" fmla="val 4894769"/>
                </a:avLst>
              </a:prstGeom>
              <a:noFill/>
              <a:ln w="38100" cap="flat" cmpd="sng">
                <a:solidFill>
                  <a:schemeClr val="accen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844" name="Google Shape;1844;p71"/>
              <p:cNvSpPr/>
              <p:nvPr/>
            </p:nvSpPr>
            <p:spPr>
              <a:xfrm rot="-5117326">
                <a:off x="3553820" y="2443207"/>
                <a:ext cx="4185366" cy="4222420"/>
              </a:xfrm>
              <a:prstGeom prst="arc">
                <a:avLst>
                  <a:gd name="adj1" fmla="val 174204"/>
                  <a:gd name="adj2" fmla="val 1902697"/>
                </a:avLst>
              </a:prstGeom>
              <a:noFill/>
              <a:ln w="38100" cap="flat" cmpd="sng">
                <a:solidFill>
                  <a:schemeClr val="accen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845" name="Google Shape;1845;p71"/>
              <p:cNvSpPr/>
              <p:nvPr/>
            </p:nvSpPr>
            <p:spPr>
              <a:xfrm rot="-5117326">
                <a:off x="3553820" y="2443206"/>
                <a:ext cx="4185366" cy="4222420"/>
              </a:xfrm>
              <a:prstGeom prst="arc">
                <a:avLst>
                  <a:gd name="adj1" fmla="val 9957567"/>
                  <a:gd name="adj2" fmla="val 11255064"/>
                </a:avLst>
              </a:prstGeom>
              <a:noFill/>
              <a:ln w="38100" cap="flat" cmpd="sng">
                <a:solidFill>
                  <a:schemeClr val="accen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846" name="Google Shape;1846;p71"/>
              <p:cNvSpPr/>
              <p:nvPr/>
            </p:nvSpPr>
            <p:spPr>
              <a:xfrm rot="-5117326">
                <a:off x="3553820" y="2443207"/>
                <a:ext cx="4185366" cy="4222420"/>
              </a:xfrm>
              <a:prstGeom prst="arc">
                <a:avLst>
                  <a:gd name="adj1" fmla="val 6578940"/>
                  <a:gd name="adj2" fmla="val 8299840"/>
                </a:avLst>
              </a:prstGeom>
              <a:noFill/>
              <a:ln w="38100" cap="flat" cmpd="sng">
                <a:solidFill>
                  <a:schemeClr val="accen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847" name="Google Shape;1847;p71"/>
              <p:cNvSpPr/>
              <p:nvPr/>
            </p:nvSpPr>
            <p:spPr>
              <a:xfrm rot="-5117326">
                <a:off x="3553820" y="2443206"/>
                <a:ext cx="4185366" cy="4222420"/>
              </a:xfrm>
              <a:prstGeom prst="arc">
                <a:avLst>
                  <a:gd name="adj1" fmla="val 13020538"/>
                  <a:gd name="adj2" fmla="val 15372540"/>
                </a:avLst>
              </a:prstGeom>
              <a:noFill/>
              <a:ln w="38100" cap="flat" cmpd="sng">
                <a:solidFill>
                  <a:schemeClr val="accen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grpSp>
      </p:grpSp>
      <p:sp>
        <p:nvSpPr>
          <p:cNvPr id="1848" name="Google Shape;1848;p71"/>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dirty="0">
                <a:solidFill>
                  <a:srgbClr val="3F3F3F"/>
                </a:solidFill>
                <a:latin typeface="Open Sans"/>
                <a:ea typeface="Open Sans"/>
                <a:cs typeface="Open Sans"/>
                <a:sym typeface="Open Sans"/>
              </a:rPr>
              <a:t>HBase</a:t>
            </a:r>
            <a:endParaRPr dirty="0"/>
          </a:p>
        </p:txBody>
      </p:sp>
      <p:sp>
        <p:nvSpPr>
          <p:cNvPr id="1850" name="Google Shape;1850;p71"/>
          <p:cNvSpPr txBox="1"/>
          <p:nvPr/>
        </p:nvSpPr>
        <p:spPr>
          <a:xfrm>
            <a:off x="1981200" y="1243741"/>
            <a:ext cx="12630150" cy="769441"/>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HBase is a column-oriented non-relational database management system that runs on top of the HDFS. Some of the features of Hbase are as follows:</a:t>
            </a:r>
            <a:endParaRPr sz="1400" b="0" i="0" u="none" strike="noStrike" cap="none">
              <a:solidFill>
                <a:srgbClr val="000000"/>
              </a:solidFill>
              <a:latin typeface="Arial"/>
              <a:ea typeface="Arial"/>
              <a:cs typeface="Arial"/>
              <a:sym typeface="Arial"/>
            </a:endParaRPr>
          </a:p>
        </p:txBody>
      </p:sp>
      <p:sp>
        <p:nvSpPr>
          <p:cNvPr id="3" name="Brandline_LVC">
            <a:extLst>
              <a:ext uri="{FF2B5EF4-FFF2-40B4-BE49-F238E27FC236}">
                <a16:creationId xmlns:a16="http://schemas.microsoft.com/office/drawing/2014/main" id="{96C0A401-CA78-CE97-674E-BEB6D5FF8D0B}"/>
              </a:ext>
            </a:extLst>
          </p:cNvPr>
          <p:cNvSpPr/>
          <p:nvPr/>
        </p:nvSpPr>
        <p:spPr>
          <a:xfrm>
            <a:off x="7442201" y="816324"/>
            <a:ext cx="1389143"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1855"/>
        <p:cNvGrpSpPr/>
        <p:nvPr/>
      </p:nvGrpSpPr>
      <p:grpSpPr>
        <a:xfrm>
          <a:off x="0" y="0"/>
          <a:ext cx="0" cy="0"/>
          <a:chOff x="0" y="0"/>
          <a:chExt cx="0" cy="0"/>
        </a:xfrm>
      </p:grpSpPr>
      <p:grpSp>
        <p:nvGrpSpPr>
          <p:cNvPr id="1856" name="Google Shape;1856;p72"/>
          <p:cNvGrpSpPr/>
          <p:nvPr/>
        </p:nvGrpSpPr>
        <p:grpSpPr>
          <a:xfrm>
            <a:off x="2948515" y="4572000"/>
            <a:ext cx="8784170" cy="3133849"/>
            <a:chOff x="4971021" y="1365907"/>
            <a:chExt cx="8784170" cy="3133849"/>
          </a:xfrm>
        </p:grpSpPr>
        <p:pic>
          <p:nvPicPr>
            <p:cNvPr id="1857" name="Google Shape;1857;p72"/>
            <p:cNvPicPr preferRelativeResize="0"/>
            <p:nvPr/>
          </p:nvPicPr>
          <p:blipFill rotWithShape="1">
            <a:blip r:embed="rId3">
              <a:alphaModFix/>
            </a:blip>
            <a:srcRect/>
            <a:stretch/>
          </p:blipFill>
          <p:spPr>
            <a:xfrm>
              <a:off x="10621342" y="1365907"/>
              <a:ext cx="3133849" cy="3133849"/>
            </a:xfrm>
            <a:prstGeom prst="rect">
              <a:avLst/>
            </a:prstGeom>
            <a:noFill/>
            <a:ln>
              <a:noFill/>
            </a:ln>
          </p:spPr>
        </p:pic>
        <p:grpSp>
          <p:nvGrpSpPr>
            <p:cNvPr id="1858" name="Google Shape;1858;p72"/>
            <p:cNvGrpSpPr/>
            <p:nvPr/>
          </p:nvGrpSpPr>
          <p:grpSpPr>
            <a:xfrm>
              <a:off x="4971021" y="1632775"/>
              <a:ext cx="4732073" cy="2600114"/>
              <a:chOff x="4971021" y="1632775"/>
              <a:chExt cx="4732073" cy="2600114"/>
            </a:xfrm>
          </p:grpSpPr>
          <p:pic>
            <p:nvPicPr>
              <p:cNvPr id="1860" name="Google Shape;1860;p72"/>
              <p:cNvPicPr preferRelativeResize="0"/>
              <p:nvPr/>
            </p:nvPicPr>
            <p:blipFill rotWithShape="1">
              <a:blip r:embed="rId4">
                <a:alphaModFix/>
                <a:duotone>
                  <a:prstClr val="black"/>
                  <a:schemeClr val="accent5">
                    <a:tint val="45000"/>
                    <a:satMod val="400000"/>
                  </a:schemeClr>
                </a:duotone>
              </a:blip>
              <a:srcRect l="17256" t="18355" r="16487" b="19761"/>
              <a:stretch/>
            </p:blipFill>
            <p:spPr>
              <a:xfrm>
                <a:off x="4971021" y="1916003"/>
                <a:ext cx="1703294" cy="2008094"/>
              </a:xfrm>
              <a:prstGeom prst="rect">
                <a:avLst/>
              </a:prstGeom>
              <a:noFill/>
              <a:ln>
                <a:noFill/>
              </a:ln>
            </p:spPr>
          </p:pic>
          <p:sp>
            <p:nvSpPr>
              <p:cNvPr id="1861" name="Google Shape;1861;p72"/>
              <p:cNvSpPr/>
              <p:nvPr/>
            </p:nvSpPr>
            <p:spPr>
              <a:xfrm>
                <a:off x="7133439" y="1632775"/>
                <a:ext cx="2569655" cy="2600114"/>
              </a:xfrm>
              <a:prstGeom prst="ellipse">
                <a:avLst/>
              </a:prstGeom>
              <a:solidFill>
                <a:srgbClr val="FFFFFF"/>
              </a:solidFill>
              <a:ln w="12700" cap="flat" cmpd="sng">
                <a:solidFill>
                  <a:srgbClr val="9CC2E5"/>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800"/>
                  <a:buFont typeface="Calibri"/>
                  <a:buNone/>
                </a:pPr>
                <a:endParaRPr sz="1800" b="0" i="0" u="none" strike="noStrike" cap="none">
                  <a:solidFill>
                    <a:srgbClr val="3F3F3F"/>
                  </a:solidFill>
                  <a:latin typeface="Calibri"/>
                  <a:ea typeface="Calibri"/>
                  <a:cs typeface="Calibri"/>
                  <a:sym typeface="Calibri"/>
                </a:endParaRPr>
              </a:p>
            </p:txBody>
          </p:sp>
          <p:pic>
            <p:nvPicPr>
              <p:cNvPr id="1862" name="Google Shape;1862;p72"/>
              <p:cNvPicPr preferRelativeResize="0"/>
              <p:nvPr/>
            </p:nvPicPr>
            <p:blipFill rotWithShape="1">
              <a:blip r:embed="rId5">
                <a:alphaModFix/>
              </a:blip>
              <a:srcRect t="33478" b="29544"/>
              <a:stretch/>
            </p:blipFill>
            <p:spPr>
              <a:xfrm>
                <a:off x="7298326" y="2583082"/>
                <a:ext cx="2268486" cy="711160"/>
              </a:xfrm>
              <a:prstGeom prst="rect">
                <a:avLst/>
              </a:prstGeom>
              <a:noFill/>
              <a:ln>
                <a:noFill/>
              </a:ln>
            </p:spPr>
          </p:pic>
        </p:grpSp>
      </p:grpSp>
      <p:sp>
        <p:nvSpPr>
          <p:cNvPr id="1863" name="Google Shape;1863;p72"/>
          <p:cNvSpPr/>
          <p:nvPr/>
        </p:nvSpPr>
        <p:spPr>
          <a:xfrm>
            <a:off x="2881750" y="6435769"/>
            <a:ext cx="9897870" cy="600124"/>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Clr>
                <a:srgbClr val="000000"/>
              </a:buClr>
              <a:buSzPts val="2200"/>
              <a:buFont typeface="Arial"/>
              <a:buNone/>
            </a:pPr>
            <a:endParaRPr sz="2200" b="0" i="0" u="none" strike="noStrike" cap="none">
              <a:solidFill>
                <a:srgbClr val="000000"/>
              </a:solidFill>
              <a:latin typeface="Arial"/>
              <a:ea typeface="Arial"/>
              <a:cs typeface="Arial"/>
              <a:sym typeface="Arial"/>
            </a:endParaRPr>
          </a:p>
        </p:txBody>
      </p:sp>
      <p:sp>
        <p:nvSpPr>
          <p:cNvPr id="1865" name="Google Shape;1865;p72"/>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dirty="0">
                <a:solidFill>
                  <a:srgbClr val="3F3F3F"/>
                </a:solidFill>
                <a:latin typeface="Open Sans"/>
                <a:ea typeface="Open Sans"/>
                <a:cs typeface="Open Sans"/>
                <a:sym typeface="Open Sans"/>
              </a:rPr>
              <a:t>SQOOP</a:t>
            </a:r>
            <a:endParaRPr dirty="0"/>
          </a:p>
        </p:txBody>
      </p:sp>
      <p:sp>
        <p:nvSpPr>
          <p:cNvPr id="1866" name="Google Shape;1866;p72"/>
          <p:cNvSpPr/>
          <p:nvPr/>
        </p:nvSpPr>
        <p:spPr>
          <a:xfrm>
            <a:off x="1395413" y="1603574"/>
            <a:ext cx="13352218" cy="1820898"/>
          </a:xfrm>
          <a:prstGeom prst="roundRect">
            <a:avLst>
              <a:gd name="adj" fmla="val 10434"/>
            </a:avLst>
          </a:prstGeom>
          <a:solidFill>
            <a:schemeClr val="lt1"/>
          </a:solidFill>
          <a:ln w="25400" cap="flat" cmpd="sng">
            <a:solidFill>
              <a:srgbClr val="9CC2E5"/>
            </a:solidFill>
            <a:prstDash val="solid"/>
            <a:round/>
            <a:headEnd type="none" w="sm" len="sm"/>
            <a:tailEnd type="none" w="sm" len="sm"/>
          </a:ln>
        </p:spPr>
        <p:txBody>
          <a:bodyPr spcFirstLastPara="1" wrap="square" lIns="91425" tIns="45700" rIns="91425" bIns="45700" anchor="ctr" anchorCtr="0">
            <a:noAutofit/>
          </a:bodyPr>
          <a:lstStyle/>
          <a:p>
            <a:pPr marL="342900" marR="0" lvl="0" indent="-342900" algn="l" rtl="0">
              <a:lnSpc>
                <a:spcPct val="115000"/>
              </a:lnSpc>
              <a:spcBef>
                <a:spcPts val="0"/>
              </a:spcBef>
              <a:spcAft>
                <a:spcPts val="0"/>
              </a:spcAft>
              <a:buClr>
                <a:srgbClr val="3F3F3F"/>
              </a:buClr>
              <a:buSzPts val="2400"/>
              <a:buFont typeface="Arial"/>
              <a:buChar char="•"/>
            </a:pPr>
            <a:r>
              <a:rPr lang="en-US" sz="2200" b="0" i="0" u="none" strike="noStrike" cap="none">
                <a:solidFill>
                  <a:srgbClr val="3F3F3F"/>
                </a:solidFill>
                <a:latin typeface="Open Sans"/>
                <a:ea typeface="Open Sans"/>
                <a:cs typeface="Open Sans"/>
                <a:sym typeface="Open Sans"/>
              </a:rPr>
              <a:t>Sqoop is a tool designed to transfer data between Hadoop and relational database servers, such as Oracle and MySQL to HDFS, and export data from HDFS to relational database.</a:t>
            </a:r>
            <a:endParaRPr sz="1400" b="0" i="0" u="none" strike="noStrike" cap="none">
              <a:solidFill>
                <a:srgbClr val="000000"/>
              </a:solidFill>
              <a:latin typeface="Arial"/>
              <a:ea typeface="Arial"/>
              <a:cs typeface="Arial"/>
              <a:sym typeface="Arial"/>
            </a:endParaRPr>
          </a:p>
          <a:p>
            <a:pPr marL="0" marR="0" lvl="0" indent="0" algn="ctr" rtl="0">
              <a:lnSpc>
                <a:spcPct val="115000"/>
              </a:lnSpc>
              <a:spcBef>
                <a:spcPts val="0"/>
              </a:spcBef>
              <a:spcAft>
                <a:spcPts val="0"/>
              </a:spcAft>
              <a:buClr>
                <a:srgbClr val="000000"/>
              </a:buClr>
              <a:buSzPts val="2200"/>
              <a:buFont typeface="Arial"/>
              <a:buNone/>
            </a:pPr>
            <a:endParaRPr sz="2200" b="0" i="0" u="none" strike="noStrike" cap="none">
              <a:solidFill>
                <a:srgbClr val="3F3F3F"/>
              </a:solidFill>
              <a:latin typeface="Open Sans"/>
              <a:ea typeface="Open Sans"/>
              <a:cs typeface="Open Sans"/>
              <a:sym typeface="Open Sans"/>
            </a:endParaRPr>
          </a:p>
          <a:p>
            <a:pPr marL="342900" marR="0" lvl="0" indent="-342900" algn="l" rtl="0">
              <a:lnSpc>
                <a:spcPct val="115000"/>
              </a:lnSpc>
              <a:spcBef>
                <a:spcPts val="0"/>
              </a:spcBef>
              <a:spcAft>
                <a:spcPts val="0"/>
              </a:spcAft>
              <a:buClr>
                <a:srgbClr val="3F3F3F"/>
              </a:buClr>
              <a:buSzPts val="2400"/>
              <a:buFont typeface="Arial"/>
              <a:buChar char="•"/>
            </a:pPr>
            <a:r>
              <a:rPr lang="en-US" sz="2200" b="0" i="0" u="none" strike="noStrike" cap="none">
                <a:solidFill>
                  <a:srgbClr val="3F3F3F"/>
                </a:solidFill>
                <a:latin typeface="Open Sans"/>
                <a:ea typeface="Open Sans"/>
                <a:cs typeface="Open Sans"/>
                <a:sym typeface="Open Sans"/>
              </a:rPr>
              <a:t>The order of columns in both MySQL and Hive should be the same while importing or exporting.</a:t>
            </a:r>
            <a:endParaRPr sz="2200" b="0" i="0" u="none" strike="noStrike" cap="none">
              <a:solidFill>
                <a:srgbClr val="3F3F3F"/>
              </a:solidFill>
              <a:latin typeface="Open Sans"/>
              <a:ea typeface="Open Sans"/>
              <a:cs typeface="Open Sans"/>
              <a:sym typeface="Open Sans"/>
            </a:endParaRPr>
          </a:p>
        </p:txBody>
      </p:sp>
      <p:sp>
        <p:nvSpPr>
          <p:cNvPr id="3" name="Brandline_LVC">
            <a:extLst>
              <a:ext uri="{FF2B5EF4-FFF2-40B4-BE49-F238E27FC236}">
                <a16:creationId xmlns:a16="http://schemas.microsoft.com/office/drawing/2014/main" id="{6E3F9826-01A1-EF89-A3AE-5AC6E4808383}"/>
              </a:ext>
            </a:extLst>
          </p:cNvPr>
          <p:cNvSpPr/>
          <p:nvPr/>
        </p:nvSpPr>
        <p:spPr>
          <a:xfrm>
            <a:off x="7340600" y="816324"/>
            <a:ext cx="1583610"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1871"/>
        <p:cNvGrpSpPr/>
        <p:nvPr/>
      </p:nvGrpSpPr>
      <p:grpSpPr>
        <a:xfrm>
          <a:off x="0" y="0"/>
          <a:ext cx="0" cy="0"/>
          <a:chOff x="0" y="0"/>
          <a:chExt cx="0" cy="0"/>
        </a:xfrm>
      </p:grpSpPr>
      <p:sp>
        <p:nvSpPr>
          <p:cNvPr id="1872" name="Google Shape;1872;p101"/>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dirty="0">
                <a:latin typeface="Open Sans"/>
                <a:ea typeface="Open Sans"/>
                <a:cs typeface="Open Sans"/>
                <a:sym typeface="Open Sans"/>
              </a:rPr>
              <a:t>KAFKA</a:t>
            </a:r>
            <a:endParaRPr dirty="0"/>
          </a:p>
        </p:txBody>
      </p:sp>
      <p:sp>
        <p:nvSpPr>
          <p:cNvPr id="1873" name="Google Shape;1873;p101"/>
          <p:cNvSpPr txBox="1"/>
          <p:nvPr/>
        </p:nvSpPr>
        <p:spPr>
          <a:xfrm>
            <a:off x="681548" y="4807831"/>
            <a:ext cx="16258032" cy="665045"/>
          </a:xfrm>
          <a:prstGeom prst="rect">
            <a:avLst/>
          </a:prstGeom>
          <a:noFill/>
          <a:ln>
            <a:noFill/>
          </a:ln>
        </p:spPr>
        <p:txBody>
          <a:bodyPr spcFirstLastPara="1" wrap="square" lIns="91425" tIns="45700" rIns="91425" bIns="45700" anchor="ctr" anchorCtr="0">
            <a:normAutofit/>
          </a:bodyPr>
          <a:lstStyle/>
          <a:p>
            <a:pPr marL="0" marR="0" lvl="0" indent="0" algn="ctr" rtl="0">
              <a:lnSpc>
                <a:spcPct val="90000"/>
              </a:lnSpc>
              <a:spcBef>
                <a:spcPts val="0"/>
              </a:spcBef>
              <a:spcAft>
                <a:spcPts val="0"/>
              </a:spcAft>
              <a:buClr>
                <a:srgbClr val="7F7F7F"/>
              </a:buClr>
              <a:buSzPts val="2000"/>
              <a:buFont typeface="Open Sans ExtraBold"/>
              <a:buNone/>
            </a:pPr>
            <a:endParaRPr sz="1400" b="0" i="0" u="none" strike="noStrike" cap="none">
              <a:solidFill>
                <a:srgbClr val="000000"/>
              </a:solidFill>
              <a:latin typeface="Arial"/>
              <a:ea typeface="Arial"/>
              <a:cs typeface="Arial"/>
              <a:sym typeface="Arial"/>
            </a:endParaRPr>
          </a:p>
        </p:txBody>
      </p:sp>
      <p:sp>
        <p:nvSpPr>
          <p:cNvPr id="1874" name="Google Shape;1874;p101"/>
          <p:cNvSpPr/>
          <p:nvPr/>
        </p:nvSpPr>
        <p:spPr>
          <a:xfrm>
            <a:off x="1395413" y="1591162"/>
            <a:ext cx="13434279" cy="2231710"/>
          </a:xfrm>
          <a:prstGeom prst="roundRect">
            <a:avLst>
              <a:gd name="adj" fmla="val 16667"/>
            </a:avLst>
          </a:prstGeom>
          <a:solidFill>
            <a:schemeClr val="lt1"/>
          </a:solidFill>
          <a:ln w="12700" cap="flat" cmpd="sng">
            <a:solidFill>
              <a:srgbClr val="9CC2E5"/>
            </a:solidFill>
            <a:prstDash val="solid"/>
            <a:miter lim="800000"/>
            <a:headEnd type="none" w="sm" len="sm"/>
            <a:tailEnd type="none" w="sm" len="sm"/>
          </a:ln>
        </p:spPr>
        <p:txBody>
          <a:bodyPr spcFirstLastPara="1" wrap="square" lIns="91425" tIns="45700" rIns="91425" bIns="45700" anchor="ctr" anchorCtr="0">
            <a:noAutofit/>
          </a:bodyPr>
          <a:lstStyle/>
          <a:p>
            <a:pPr marL="342900" marR="0" lvl="0" indent="-342900" algn="l" rtl="0">
              <a:lnSpc>
                <a:spcPct val="115000"/>
              </a:lnSpc>
              <a:spcBef>
                <a:spcPts val="0"/>
              </a:spcBef>
              <a:spcAft>
                <a:spcPts val="0"/>
              </a:spcAft>
              <a:buClr>
                <a:srgbClr val="3F3F3F"/>
              </a:buClr>
              <a:buSzPts val="2400"/>
              <a:buFont typeface="Arial"/>
              <a:buChar char="•"/>
            </a:pPr>
            <a:r>
              <a:rPr lang="en-US" sz="2200" b="0" i="0" u="none" strike="noStrike" cap="none" dirty="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sym typeface="Open Sans"/>
              </a:rPr>
              <a:t>Kafka is an open-source distributed event stream platform that provides high-performance data pipelines, streaming analytics, and data integration for critical applications.</a:t>
            </a:r>
            <a:endParaRPr lang="en-US" sz="1400" b="0" i="0" u="none" strike="noStrike" cap="none" dirty="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sym typeface="Arial"/>
            </a:endParaRPr>
          </a:p>
          <a:p>
            <a:pPr marL="342900" marR="0" lvl="0" indent="-190500" algn="l" rtl="0">
              <a:lnSpc>
                <a:spcPct val="115000"/>
              </a:lnSpc>
              <a:spcBef>
                <a:spcPts val="0"/>
              </a:spcBef>
              <a:spcAft>
                <a:spcPts val="0"/>
              </a:spcAft>
              <a:buClr>
                <a:srgbClr val="3F3F3F"/>
              </a:buClr>
              <a:buSzPts val="2400"/>
              <a:buFont typeface="Arial"/>
              <a:buNone/>
            </a:pPr>
            <a:endParaRPr lang="en-US" sz="2200" b="0" i="0" u="none" strike="noStrike" cap="none" dirty="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sym typeface="Open Sans"/>
            </a:endParaRPr>
          </a:p>
          <a:p>
            <a:pPr marL="342900" marR="0" lvl="0" indent="-342900" algn="l" rtl="0">
              <a:lnSpc>
                <a:spcPct val="115000"/>
              </a:lnSpc>
              <a:spcBef>
                <a:spcPts val="0"/>
              </a:spcBef>
              <a:spcAft>
                <a:spcPts val="0"/>
              </a:spcAft>
              <a:buClr>
                <a:srgbClr val="3F3F3F"/>
              </a:buClr>
              <a:buSzPts val="2400"/>
              <a:buFont typeface="Arial"/>
              <a:buChar char="•"/>
            </a:pPr>
            <a:r>
              <a:rPr lang="en-US" sz="2200" b="0" i="0" u="none" strike="noStrike" cap="none" dirty="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sym typeface="Open Sans"/>
              </a:rPr>
              <a:t>Kafka has a modern, cluster-centric design that offers strong durability and fault-tolerance guarantees.</a:t>
            </a:r>
          </a:p>
        </p:txBody>
      </p:sp>
      <p:grpSp>
        <p:nvGrpSpPr>
          <p:cNvPr id="1876" name="Google Shape;1876;p101"/>
          <p:cNvGrpSpPr/>
          <p:nvPr/>
        </p:nvGrpSpPr>
        <p:grpSpPr>
          <a:xfrm>
            <a:off x="5637714" y="4336169"/>
            <a:ext cx="4980572" cy="3921687"/>
            <a:chOff x="5569780" y="4759247"/>
            <a:chExt cx="4980572" cy="3921687"/>
          </a:xfrm>
        </p:grpSpPr>
        <p:sp>
          <p:nvSpPr>
            <p:cNvPr id="1877" name="Google Shape;1877;p101"/>
            <p:cNvSpPr/>
            <p:nvPr/>
          </p:nvSpPr>
          <p:spPr>
            <a:xfrm>
              <a:off x="7409684" y="6415878"/>
              <a:ext cx="1168572" cy="717047"/>
            </a:xfrm>
            <a:prstGeom prst="roundRect">
              <a:avLst>
                <a:gd name="adj" fmla="val 16667"/>
              </a:avLst>
            </a:prstGeom>
            <a:solidFill>
              <a:schemeClr val="lt2"/>
            </a:solidFill>
            <a:ln w="25400"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000"/>
                <a:buFont typeface="Arial"/>
                <a:buNone/>
              </a:pPr>
              <a:r>
                <a:rPr lang="en-US" sz="2000" b="1" i="0" u="none" strike="noStrike" cap="none" dirty="0">
                  <a:solidFill>
                    <a:srgbClr val="3F3F3F"/>
                  </a:solidFill>
                  <a:latin typeface="Open Sans"/>
                  <a:ea typeface="Open Sans"/>
                  <a:cs typeface="Open Sans"/>
                  <a:sym typeface="Open Sans"/>
                </a:rPr>
                <a:t>Kafka</a:t>
              </a:r>
              <a:endParaRPr sz="1400" b="0" i="0" u="none" strike="noStrike" cap="none" dirty="0">
                <a:solidFill>
                  <a:srgbClr val="000000"/>
                </a:solidFill>
                <a:latin typeface="Arial"/>
                <a:ea typeface="Arial"/>
                <a:cs typeface="Arial"/>
                <a:sym typeface="Arial"/>
              </a:endParaRPr>
            </a:p>
            <a:p>
              <a:pPr marL="0" marR="0" lvl="0" indent="0" algn="ctr" rtl="0">
                <a:lnSpc>
                  <a:spcPct val="100000"/>
                </a:lnSpc>
                <a:spcBef>
                  <a:spcPts val="0"/>
                </a:spcBef>
                <a:spcAft>
                  <a:spcPts val="0"/>
                </a:spcAft>
                <a:buClr>
                  <a:srgbClr val="000000"/>
                </a:buClr>
                <a:buSzPts val="2000"/>
                <a:buFont typeface="Arial"/>
                <a:buNone/>
              </a:pPr>
              <a:r>
                <a:rPr lang="en-US" sz="2000" b="1" i="0" u="none" strike="noStrike" cap="none" dirty="0">
                  <a:solidFill>
                    <a:srgbClr val="3F3F3F"/>
                  </a:solidFill>
                  <a:latin typeface="Open Sans"/>
                  <a:ea typeface="Open Sans"/>
                  <a:cs typeface="Open Sans"/>
                  <a:sym typeface="Open Sans"/>
                </a:rPr>
                <a:t>Cluster</a:t>
              </a:r>
              <a:endParaRPr sz="2000" b="1" i="0" u="none" strike="noStrike" cap="none" dirty="0">
                <a:solidFill>
                  <a:srgbClr val="3F3F3F"/>
                </a:solidFill>
                <a:latin typeface="Open Sans"/>
                <a:ea typeface="Open Sans"/>
                <a:cs typeface="Open Sans"/>
                <a:sym typeface="Open Sans"/>
              </a:endParaRPr>
            </a:p>
          </p:txBody>
        </p:sp>
        <p:grpSp>
          <p:nvGrpSpPr>
            <p:cNvPr id="1878" name="Google Shape;1878;p101"/>
            <p:cNvGrpSpPr/>
            <p:nvPr/>
          </p:nvGrpSpPr>
          <p:grpSpPr>
            <a:xfrm>
              <a:off x="5924831" y="5787588"/>
              <a:ext cx="673032" cy="1778448"/>
              <a:chOff x="5924831" y="5787588"/>
              <a:chExt cx="673032" cy="1778448"/>
            </a:xfrm>
          </p:grpSpPr>
          <p:sp>
            <p:nvSpPr>
              <p:cNvPr id="1879" name="Google Shape;1879;p101"/>
              <p:cNvSpPr/>
              <p:nvPr/>
            </p:nvSpPr>
            <p:spPr>
              <a:xfrm>
                <a:off x="5927336" y="6888461"/>
                <a:ext cx="670527" cy="677575"/>
              </a:xfrm>
              <a:prstGeom prst="flowChartMagneticDisk">
                <a:avLst/>
              </a:prstGeom>
              <a:solidFill>
                <a:schemeClr val="lt2"/>
              </a:solidFill>
              <a:ln w="25400"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r>
                  <a:rPr lang="en-US" sz="1800" b="0" i="0" u="none" strike="noStrike" cap="none">
                    <a:solidFill>
                      <a:srgbClr val="3F3F3F"/>
                    </a:solidFill>
                    <a:latin typeface="Open Sans"/>
                    <a:ea typeface="Open Sans"/>
                    <a:cs typeface="Open Sans"/>
                    <a:sym typeface="Open Sans"/>
                  </a:rPr>
                  <a:t>DB</a:t>
                </a:r>
                <a:endParaRPr sz="1800" b="0" i="0" u="none" strike="noStrike" cap="none">
                  <a:solidFill>
                    <a:srgbClr val="3F3F3F"/>
                  </a:solidFill>
                  <a:latin typeface="Open Sans"/>
                  <a:ea typeface="Open Sans"/>
                  <a:cs typeface="Open Sans"/>
                  <a:sym typeface="Open Sans"/>
                </a:endParaRPr>
              </a:p>
            </p:txBody>
          </p:sp>
          <p:sp>
            <p:nvSpPr>
              <p:cNvPr id="1880" name="Google Shape;1880;p101"/>
              <p:cNvSpPr/>
              <p:nvPr/>
            </p:nvSpPr>
            <p:spPr>
              <a:xfrm>
                <a:off x="5924831" y="5787588"/>
                <a:ext cx="673032" cy="665044"/>
              </a:xfrm>
              <a:prstGeom prst="flowChartMagneticDisk">
                <a:avLst/>
              </a:prstGeom>
              <a:solidFill>
                <a:schemeClr val="lt2"/>
              </a:solidFill>
              <a:ln w="25400"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r>
                  <a:rPr lang="en-US" sz="1800" b="0" i="0" u="none" strike="noStrike" cap="none">
                    <a:solidFill>
                      <a:srgbClr val="3F3F3F"/>
                    </a:solidFill>
                    <a:latin typeface="Open Sans"/>
                    <a:ea typeface="Open Sans"/>
                    <a:cs typeface="Open Sans"/>
                    <a:sym typeface="Open Sans"/>
                  </a:rPr>
                  <a:t>DB</a:t>
                </a:r>
                <a:endParaRPr sz="1800" b="0" i="0" u="none" strike="noStrike" cap="none">
                  <a:solidFill>
                    <a:srgbClr val="3F3F3F"/>
                  </a:solidFill>
                  <a:latin typeface="Open Sans"/>
                  <a:ea typeface="Open Sans"/>
                  <a:cs typeface="Open Sans"/>
                  <a:sym typeface="Open Sans"/>
                </a:endParaRPr>
              </a:p>
            </p:txBody>
          </p:sp>
        </p:grpSp>
        <p:grpSp>
          <p:nvGrpSpPr>
            <p:cNvPr id="1881" name="Google Shape;1881;p101"/>
            <p:cNvGrpSpPr/>
            <p:nvPr/>
          </p:nvGrpSpPr>
          <p:grpSpPr>
            <a:xfrm>
              <a:off x="6778954" y="7810500"/>
              <a:ext cx="2404392" cy="432770"/>
              <a:chOff x="6823056" y="7849466"/>
              <a:chExt cx="2404392" cy="432770"/>
            </a:xfrm>
          </p:grpSpPr>
          <p:sp>
            <p:nvSpPr>
              <p:cNvPr id="1882" name="Google Shape;1882;p101"/>
              <p:cNvSpPr/>
              <p:nvPr/>
            </p:nvSpPr>
            <p:spPr>
              <a:xfrm>
                <a:off x="6823056" y="7849466"/>
                <a:ext cx="678609" cy="432770"/>
              </a:xfrm>
              <a:prstGeom prst="roundRect">
                <a:avLst>
                  <a:gd name="adj" fmla="val 16667"/>
                </a:avLst>
              </a:prstGeom>
              <a:solidFill>
                <a:schemeClr val="lt2"/>
              </a:solidFill>
              <a:ln w="25400"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r>
                  <a:rPr lang="en-US" sz="1800" b="0" i="0" u="none" strike="noStrike" cap="none">
                    <a:solidFill>
                      <a:srgbClr val="3F3F3F"/>
                    </a:solidFill>
                    <a:latin typeface="Open Sans"/>
                    <a:ea typeface="Open Sans"/>
                    <a:cs typeface="Open Sans"/>
                    <a:sym typeface="Open Sans"/>
                  </a:rPr>
                  <a:t>App</a:t>
                </a:r>
                <a:endParaRPr sz="1800" b="0" i="0" u="none" strike="noStrike" cap="none">
                  <a:solidFill>
                    <a:srgbClr val="3F3F3F"/>
                  </a:solidFill>
                  <a:latin typeface="Open Sans"/>
                  <a:ea typeface="Open Sans"/>
                  <a:cs typeface="Open Sans"/>
                  <a:sym typeface="Open Sans"/>
                </a:endParaRPr>
              </a:p>
            </p:txBody>
          </p:sp>
          <p:sp>
            <p:nvSpPr>
              <p:cNvPr id="1883" name="Google Shape;1883;p101"/>
              <p:cNvSpPr/>
              <p:nvPr/>
            </p:nvSpPr>
            <p:spPr>
              <a:xfrm>
                <a:off x="7685948" y="7849466"/>
                <a:ext cx="678609" cy="432770"/>
              </a:xfrm>
              <a:prstGeom prst="roundRect">
                <a:avLst>
                  <a:gd name="adj" fmla="val 16667"/>
                </a:avLst>
              </a:prstGeom>
              <a:solidFill>
                <a:schemeClr val="lt2"/>
              </a:solidFill>
              <a:ln w="25400"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r>
                  <a:rPr lang="en-US" sz="1800" b="0" i="0" u="none" strike="noStrike" cap="none">
                    <a:solidFill>
                      <a:srgbClr val="3F3F3F"/>
                    </a:solidFill>
                    <a:latin typeface="Open Sans"/>
                    <a:ea typeface="Open Sans"/>
                    <a:cs typeface="Open Sans"/>
                    <a:sym typeface="Open Sans"/>
                  </a:rPr>
                  <a:t>App</a:t>
                </a:r>
                <a:endParaRPr sz="1800" b="0" i="0" u="none" strike="noStrike" cap="none">
                  <a:solidFill>
                    <a:srgbClr val="3F3F3F"/>
                  </a:solidFill>
                  <a:latin typeface="Open Sans"/>
                  <a:ea typeface="Open Sans"/>
                  <a:cs typeface="Open Sans"/>
                  <a:sym typeface="Open Sans"/>
                </a:endParaRPr>
              </a:p>
            </p:txBody>
          </p:sp>
          <p:sp>
            <p:nvSpPr>
              <p:cNvPr id="1884" name="Google Shape;1884;p101"/>
              <p:cNvSpPr/>
              <p:nvPr/>
            </p:nvSpPr>
            <p:spPr>
              <a:xfrm>
                <a:off x="8548839" y="7849466"/>
                <a:ext cx="678609" cy="432770"/>
              </a:xfrm>
              <a:prstGeom prst="roundRect">
                <a:avLst>
                  <a:gd name="adj" fmla="val 16667"/>
                </a:avLst>
              </a:prstGeom>
              <a:solidFill>
                <a:schemeClr val="lt2"/>
              </a:solidFill>
              <a:ln w="25400"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r>
                  <a:rPr lang="en-US" sz="1800" b="0" i="0" u="none" strike="noStrike" cap="none">
                    <a:solidFill>
                      <a:srgbClr val="3F3F3F"/>
                    </a:solidFill>
                    <a:latin typeface="Open Sans"/>
                    <a:ea typeface="Open Sans"/>
                    <a:cs typeface="Open Sans"/>
                    <a:sym typeface="Open Sans"/>
                  </a:rPr>
                  <a:t>App</a:t>
                </a:r>
                <a:endParaRPr sz="1800" b="0" i="0" u="none" strike="noStrike" cap="none">
                  <a:solidFill>
                    <a:srgbClr val="3F3F3F"/>
                  </a:solidFill>
                  <a:latin typeface="Open Sans"/>
                  <a:ea typeface="Open Sans"/>
                  <a:cs typeface="Open Sans"/>
                  <a:sym typeface="Open Sans"/>
                </a:endParaRPr>
              </a:p>
            </p:txBody>
          </p:sp>
        </p:grpSp>
        <p:grpSp>
          <p:nvGrpSpPr>
            <p:cNvPr id="1885" name="Google Shape;1885;p101"/>
            <p:cNvGrpSpPr/>
            <p:nvPr/>
          </p:nvGrpSpPr>
          <p:grpSpPr>
            <a:xfrm>
              <a:off x="9359429" y="5879615"/>
              <a:ext cx="678609" cy="1648407"/>
              <a:chOff x="9359429" y="5879615"/>
              <a:chExt cx="678609" cy="1648407"/>
            </a:xfrm>
          </p:grpSpPr>
          <p:sp>
            <p:nvSpPr>
              <p:cNvPr id="1886" name="Google Shape;1886;p101"/>
              <p:cNvSpPr/>
              <p:nvPr/>
            </p:nvSpPr>
            <p:spPr>
              <a:xfrm>
                <a:off x="9359429" y="7095252"/>
                <a:ext cx="678609" cy="432770"/>
              </a:xfrm>
              <a:prstGeom prst="roundRect">
                <a:avLst>
                  <a:gd name="adj" fmla="val 16667"/>
                </a:avLst>
              </a:prstGeom>
              <a:solidFill>
                <a:schemeClr val="lt2"/>
              </a:solidFill>
              <a:ln w="25400"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r>
                  <a:rPr lang="en-US" sz="1800" b="0" i="0" u="none" strike="noStrike" cap="none">
                    <a:solidFill>
                      <a:srgbClr val="3F3F3F"/>
                    </a:solidFill>
                    <a:latin typeface="Open Sans"/>
                    <a:ea typeface="Open Sans"/>
                    <a:cs typeface="Open Sans"/>
                    <a:sym typeface="Open Sans"/>
                  </a:rPr>
                  <a:t>App</a:t>
                </a:r>
                <a:endParaRPr sz="1800" b="0" i="0" u="none" strike="noStrike" cap="none">
                  <a:solidFill>
                    <a:srgbClr val="3F3F3F"/>
                  </a:solidFill>
                  <a:latin typeface="Open Sans"/>
                  <a:ea typeface="Open Sans"/>
                  <a:cs typeface="Open Sans"/>
                  <a:sym typeface="Open Sans"/>
                </a:endParaRPr>
              </a:p>
            </p:txBody>
          </p:sp>
          <p:sp>
            <p:nvSpPr>
              <p:cNvPr id="1887" name="Google Shape;1887;p101"/>
              <p:cNvSpPr/>
              <p:nvPr/>
            </p:nvSpPr>
            <p:spPr>
              <a:xfrm>
                <a:off x="9359429" y="5879615"/>
                <a:ext cx="678609" cy="432770"/>
              </a:xfrm>
              <a:prstGeom prst="roundRect">
                <a:avLst>
                  <a:gd name="adj" fmla="val 16667"/>
                </a:avLst>
              </a:prstGeom>
              <a:solidFill>
                <a:schemeClr val="lt2"/>
              </a:solidFill>
              <a:ln w="25400"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r>
                  <a:rPr lang="en-US" sz="1800" b="0" i="0" u="none" strike="noStrike" cap="none">
                    <a:solidFill>
                      <a:srgbClr val="3F3F3F"/>
                    </a:solidFill>
                    <a:latin typeface="Open Sans"/>
                    <a:ea typeface="Open Sans"/>
                    <a:cs typeface="Open Sans"/>
                    <a:sym typeface="Open Sans"/>
                  </a:rPr>
                  <a:t>App</a:t>
                </a:r>
                <a:endParaRPr sz="1800" b="0" i="0" u="none" strike="noStrike" cap="none">
                  <a:solidFill>
                    <a:srgbClr val="3F3F3F"/>
                  </a:solidFill>
                  <a:latin typeface="Open Sans"/>
                  <a:ea typeface="Open Sans"/>
                  <a:cs typeface="Open Sans"/>
                  <a:sym typeface="Open Sans"/>
                </a:endParaRPr>
              </a:p>
            </p:txBody>
          </p:sp>
        </p:grpSp>
        <p:grpSp>
          <p:nvGrpSpPr>
            <p:cNvPr id="1888" name="Google Shape;1888;p101"/>
            <p:cNvGrpSpPr/>
            <p:nvPr/>
          </p:nvGrpSpPr>
          <p:grpSpPr>
            <a:xfrm>
              <a:off x="6776449" y="5237275"/>
              <a:ext cx="2404392" cy="432770"/>
              <a:chOff x="6823056" y="7849466"/>
              <a:chExt cx="2404392" cy="432770"/>
            </a:xfrm>
          </p:grpSpPr>
          <p:sp>
            <p:nvSpPr>
              <p:cNvPr id="1889" name="Google Shape;1889;p101"/>
              <p:cNvSpPr/>
              <p:nvPr/>
            </p:nvSpPr>
            <p:spPr>
              <a:xfrm>
                <a:off x="6823056" y="7849466"/>
                <a:ext cx="678609" cy="432770"/>
              </a:xfrm>
              <a:prstGeom prst="roundRect">
                <a:avLst>
                  <a:gd name="adj" fmla="val 16667"/>
                </a:avLst>
              </a:prstGeom>
              <a:solidFill>
                <a:schemeClr val="lt2"/>
              </a:solidFill>
              <a:ln w="25400"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r>
                  <a:rPr lang="en-US" sz="1800" b="0" i="0" u="none" strike="noStrike" cap="none">
                    <a:solidFill>
                      <a:srgbClr val="3F3F3F"/>
                    </a:solidFill>
                    <a:latin typeface="Open Sans"/>
                    <a:ea typeface="Open Sans"/>
                    <a:cs typeface="Open Sans"/>
                    <a:sym typeface="Open Sans"/>
                  </a:rPr>
                  <a:t>App</a:t>
                </a:r>
                <a:endParaRPr sz="1800" b="0" i="0" u="none" strike="noStrike" cap="none">
                  <a:solidFill>
                    <a:srgbClr val="3F3F3F"/>
                  </a:solidFill>
                  <a:latin typeface="Open Sans"/>
                  <a:ea typeface="Open Sans"/>
                  <a:cs typeface="Open Sans"/>
                  <a:sym typeface="Open Sans"/>
                </a:endParaRPr>
              </a:p>
            </p:txBody>
          </p:sp>
          <p:sp>
            <p:nvSpPr>
              <p:cNvPr id="1890" name="Google Shape;1890;p101"/>
              <p:cNvSpPr/>
              <p:nvPr/>
            </p:nvSpPr>
            <p:spPr>
              <a:xfrm>
                <a:off x="7685948" y="7849466"/>
                <a:ext cx="678609" cy="432770"/>
              </a:xfrm>
              <a:prstGeom prst="roundRect">
                <a:avLst>
                  <a:gd name="adj" fmla="val 16667"/>
                </a:avLst>
              </a:prstGeom>
              <a:solidFill>
                <a:schemeClr val="lt2"/>
              </a:solidFill>
              <a:ln w="25400"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r>
                  <a:rPr lang="en-US" sz="1800" b="0" i="0" u="none" strike="noStrike" cap="none">
                    <a:solidFill>
                      <a:srgbClr val="3F3F3F"/>
                    </a:solidFill>
                    <a:latin typeface="Open Sans"/>
                    <a:ea typeface="Open Sans"/>
                    <a:cs typeface="Open Sans"/>
                    <a:sym typeface="Open Sans"/>
                  </a:rPr>
                  <a:t>App</a:t>
                </a:r>
                <a:endParaRPr sz="1800" b="0" i="0" u="none" strike="noStrike" cap="none">
                  <a:solidFill>
                    <a:srgbClr val="3F3F3F"/>
                  </a:solidFill>
                  <a:latin typeface="Open Sans"/>
                  <a:ea typeface="Open Sans"/>
                  <a:cs typeface="Open Sans"/>
                  <a:sym typeface="Open Sans"/>
                </a:endParaRPr>
              </a:p>
            </p:txBody>
          </p:sp>
          <p:sp>
            <p:nvSpPr>
              <p:cNvPr id="1891" name="Google Shape;1891;p101"/>
              <p:cNvSpPr/>
              <p:nvPr/>
            </p:nvSpPr>
            <p:spPr>
              <a:xfrm>
                <a:off x="8548839" y="7849466"/>
                <a:ext cx="678609" cy="432770"/>
              </a:xfrm>
              <a:prstGeom prst="roundRect">
                <a:avLst>
                  <a:gd name="adj" fmla="val 16667"/>
                </a:avLst>
              </a:prstGeom>
              <a:solidFill>
                <a:schemeClr val="lt2"/>
              </a:solidFill>
              <a:ln w="25400"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r>
                  <a:rPr lang="en-US" sz="1800" b="0" i="0" u="none" strike="noStrike" cap="none">
                    <a:solidFill>
                      <a:srgbClr val="3F3F3F"/>
                    </a:solidFill>
                    <a:latin typeface="Open Sans"/>
                    <a:ea typeface="Open Sans"/>
                    <a:cs typeface="Open Sans"/>
                    <a:sym typeface="Open Sans"/>
                  </a:rPr>
                  <a:t>App</a:t>
                </a:r>
                <a:endParaRPr sz="1800" b="0" i="0" u="none" strike="noStrike" cap="none">
                  <a:solidFill>
                    <a:srgbClr val="3F3F3F"/>
                  </a:solidFill>
                  <a:latin typeface="Open Sans"/>
                  <a:ea typeface="Open Sans"/>
                  <a:cs typeface="Open Sans"/>
                  <a:sym typeface="Open Sans"/>
                </a:endParaRPr>
              </a:p>
            </p:txBody>
          </p:sp>
        </p:grpSp>
        <p:sp>
          <p:nvSpPr>
            <p:cNvPr id="1892" name="Google Shape;1892;p101"/>
            <p:cNvSpPr txBox="1"/>
            <p:nvPr/>
          </p:nvSpPr>
          <p:spPr>
            <a:xfrm>
              <a:off x="8985500" y="6386329"/>
              <a:ext cx="1564852" cy="707886"/>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000"/>
                <a:buFont typeface="Arial"/>
                <a:buNone/>
              </a:pPr>
              <a:r>
                <a:rPr lang="en-US" sz="2000" b="1" i="0" u="none" strike="noStrike" cap="none">
                  <a:solidFill>
                    <a:srgbClr val="000000"/>
                  </a:solidFill>
                  <a:latin typeface="Open Sans"/>
                  <a:ea typeface="Open Sans"/>
                  <a:cs typeface="Open Sans"/>
                  <a:sym typeface="Open Sans"/>
                </a:rPr>
                <a:t> Stream</a:t>
              </a:r>
              <a:endParaRPr sz="1400" b="0" i="0" u="none" strike="noStrike" cap="none">
                <a:solidFill>
                  <a:srgbClr val="000000"/>
                </a:solidFill>
                <a:latin typeface="Arial"/>
                <a:ea typeface="Arial"/>
                <a:cs typeface="Arial"/>
                <a:sym typeface="Arial"/>
              </a:endParaRPr>
            </a:p>
            <a:p>
              <a:pPr marL="0" marR="0" lvl="0" indent="0" algn="ctr" rtl="0">
                <a:lnSpc>
                  <a:spcPct val="100000"/>
                </a:lnSpc>
                <a:spcBef>
                  <a:spcPts val="0"/>
                </a:spcBef>
                <a:spcAft>
                  <a:spcPts val="0"/>
                </a:spcAft>
                <a:buClr>
                  <a:srgbClr val="000000"/>
                </a:buClr>
                <a:buSzPts val="2000"/>
                <a:buFont typeface="Arial"/>
                <a:buNone/>
              </a:pPr>
              <a:r>
                <a:rPr lang="en-US" sz="2000" b="1" i="0" u="none" strike="noStrike" cap="none">
                  <a:solidFill>
                    <a:srgbClr val="000000"/>
                  </a:solidFill>
                  <a:latin typeface="Open Sans"/>
                  <a:ea typeface="Open Sans"/>
                  <a:cs typeface="Open Sans"/>
                  <a:sym typeface="Open Sans"/>
                </a:rPr>
                <a:t>Processors</a:t>
              </a:r>
              <a:endParaRPr sz="2000" b="1" i="0" u="none" strike="noStrike" cap="none">
                <a:solidFill>
                  <a:srgbClr val="000000"/>
                </a:solidFill>
                <a:latin typeface="Open Sans"/>
                <a:ea typeface="Open Sans"/>
                <a:cs typeface="Open Sans"/>
                <a:sym typeface="Open Sans"/>
              </a:endParaRPr>
            </a:p>
          </p:txBody>
        </p:sp>
        <p:sp>
          <p:nvSpPr>
            <p:cNvPr id="1893" name="Google Shape;1893;p101"/>
            <p:cNvSpPr txBox="1"/>
            <p:nvPr/>
          </p:nvSpPr>
          <p:spPr>
            <a:xfrm>
              <a:off x="7161588" y="8280824"/>
              <a:ext cx="1620957" cy="40011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000"/>
                <a:buFont typeface="Arial"/>
                <a:buNone/>
              </a:pPr>
              <a:r>
                <a:rPr lang="en-US" sz="2000" b="1" i="0" u="none" strike="noStrike" cap="none">
                  <a:solidFill>
                    <a:srgbClr val="000000"/>
                  </a:solidFill>
                  <a:latin typeface="Open Sans"/>
                  <a:ea typeface="Open Sans"/>
                  <a:cs typeface="Open Sans"/>
                  <a:sym typeface="Open Sans"/>
                </a:rPr>
                <a:t>Consumers</a:t>
              </a:r>
              <a:endParaRPr sz="2000" b="1" i="0" u="none" strike="noStrike" cap="none">
                <a:solidFill>
                  <a:srgbClr val="000000"/>
                </a:solidFill>
                <a:latin typeface="Open Sans"/>
                <a:ea typeface="Open Sans"/>
                <a:cs typeface="Open Sans"/>
                <a:sym typeface="Open Sans"/>
              </a:endParaRPr>
            </a:p>
          </p:txBody>
        </p:sp>
        <p:sp>
          <p:nvSpPr>
            <p:cNvPr id="1894" name="Google Shape;1894;p101"/>
            <p:cNvSpPr txBox="1"/>
            <p:nvPr/>
          </p:nvSpPr>
          <p:spPr>
            <a:xfrm>
              <a:off x="5569780" y="6491254"/>
              <a:ext cx="1620957" cy="40011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000"/>
                <a:buFont typeface="Arial"/>
                <a:buNone/>
              </a:pPr>
              <a:r>
                <a:rPr lang="en-US" sz="2000" b="1" i="0" u="none" strike="noStrike" cap="none">
                  <a:solidFill>
                    <a:srgbClr val="000000"/>
                  </a:solidFill>
                  <a:latin typeface="Open Sans"/>
                  <a:ea typeface="Open Sans"/>
                  <a:cs typeface="Open Sans"/>
                  <a:sym typeface="Open Sans"/>
                </a:rPr>
                <a:t>Consumers</a:t>
              </a:r>
              <a:endParaRPr sz="2000" b="1" i="0" u="none" strike="noStrike" cap="none">
                <a:solidFill>
                  <a:srgbClr val="000000"/>
                </a:solidFill>
                <a:latin typeface="Open Sans"/>
                <a:ea typeface="Open Sans"/>
                <a:cs typeface="Open Sans"/>
                <a:sym typeface="Open Sans"/>
              </a:endParaRPr>
            </a:p>
          </p:txBody>
        </p:sp>
        <p:sp>
          <p:nvSpPr>
            <p:cNvPr id="1895" name="Google Shape;1895;p101"/>
            <p:cNvSpPr txBox="1"/>
            <p:nvPr/>
          </p:nvSpPr>
          <p:spPr>
            <a:xfrm>
              <a:off x="7232121" y="4759247"/>
              <a:ext cx="1479892" cy="40011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000"/>
                <a:buFont typeface="Arial"/>
                <a:buNone/>
              </a:pPr>
              <a:r>
                <a:rPr lang="en-US" sz="2000" b="1" i="0" u="none" strike="noStrike" cap="none">
                  <a:solidFill>
                    <a:srgbClr val="000000"/>
                  </a:solidFill>
                  <a:latin typeface="Open Sans"/>
                  <a:ea typeface="Open Sans"/>
                  <a:cs typeface="Open Sans"/>
                  <a:sym typeface="Open Sans"/>
                </a:rPr>
                <a:t>Producers</a:t>
              </a:r>
              <a:endParaRPr sz="2000" b="1" i="0" u="none" strike="noStrike" cap="none">
                <a:solidFill>
                  <a:srgbClr val="000000"/>
                </a:solidFill>
                <a:latin typeface="Open Sans"/>
                <a:ea typeface="Open Sans"/>
                <a:cs typeface="Open Sans"/>
                <a:sym typeface="Open Sans"/>
              </a:endParaRPr>
            </a:p>
          </p:txBody>
        </p:sp>
        <p:cxnSp>
          <p:nvCxnSpPr>
            <p:cNvPr id="1896" name="Google Shape;1896;p101"/>
            <p:cNvCxnSpPr>
              <a:endCxn id="1887" idx="1"/>
            </p:cNvCxnSpPr>
            <p:nvPr/>
          </p:nvCxnSpPr>
          <p:spPr>
            <a:xfrm rot="10800000" flipH="1">
              <a:off x="8578229" y="6096000"/>
              <a:ext cx="781200" cy="395400"/>
            </a:xfrm>
            <a:prstGeom prst="straightConnector1">
              <a:avLst/>
            </a:prstGeom>
            <a:noFill/>
            <a:ln w="9525" cap="flat" cmpd="sng">
              <a:solidFill>
                <a:srgbClr val="5597D3"/>
              </a:solidFill>
              <a:prstDash val="solid"/>
              <a:round/>
              <a:headEnd type="triangle" w="med" len="med"/>
              <a:tailEnd type="triangle" w="med" len="med"/>
            </a:ln>
          </p:spPr>
        </p:cxnSp>
        <p:cxnSp>
          <p:nvCxnSpPr>
            <p:cNvPr id="1897" name="Google Shape;1897;p101"/>
            <p:cNvCxnSpPr>
              <a:endCxn id="1886" idx="1"/>
            </p:cNvCxnSpPr>
            <p:nvPr/>
          </p:nvCxnSpPr>
          <p:spPr>
            <a:xfrm>
              <a:off x="8502329" y="7094137"/>
              <a:ext cx="857100" cy="217500"/>
            </a:xfrm>
            <a:prstGeom prst="straightConnector1">
              <a:avLst/>
            </a:prstGeom>
            <a:noFill/>
            <a:ln w="9525" cap="flat" cmpd="sng">
              <a:solidFill>
                <a:srgbClr val="5597D3"/>
              </a:solidFill>
              <a:prstDash val="solid"/>
              <a:round/>
              <a:headEnd type="triangle" w="med" len="med"/>
              <a:tailEnd type="triangle" w="med" len="med"/>
            </a:ln>
          </p:spPr>
        </p:cxnSp>
        <p:cxnSp>
          <p:nvCxnSpPr>
            <p:cNvPr id="1898" name="Google Shape;1898;p101"/>
            <p:cNvCxnSpPr>
              <a:stCxn id="1891" idx="2"/>
            </p:cNvCxnSpPr>
            <p:nvPr/>
          </p:nvCxnSpPr>
          <p:spPr>
            <a:xfrm flipH="1">
              <a:off x="8190837" y="5670045"/>
              <a:ext cx="650700" cy="716400"/>
            </a:xfrm>
            <a:prstGeom prst="straightConnector1">
              <a:avLst/>
            </a:prstGeom>
            <a:noFill/>
            <a:ln w="9525" cap="flat" cmpd="sng">
              <a:solidFill>
                <a:srgbClr val="5597D3"/>
              </a:solidFill>
              <a:prstDash val="solid"/>
              <a:round/>
              <a:headEnd type="none" w="sm" len="sm"/>
              <a:tailEnd type="triangle" w="med" len="med"/>
            </a:ln>
          </p:spPr>
        </p:cxnSp>
        <p:cxnSp>
          <p:nvCxnSpPr>
            <p:cNvPr id="1899" name="Google Shape;1899;p101"/>
            <p:cNvCxnSpPr>
              <a:stCxn id="1890" idx="2"/>
              <a:endCxn id="1877" idx="0"/>
            </p:cNvCxnSpPr>
            <p:nvPr/>
          </p:nvCxnSpPr>
          <p:spPr>
            <a:xfrm>
              <a:off x="7978646" y="5670045"/>
              <a:ext cx="15300" cy="745800"/>
            </a:xfrm>
            <a:prstGeom prst="straightConnector1">
              <a:avLst/>
            </a:prstGeom>
            <a:noFill/>
            <a:ln w="9525" cap="flat" cmpd="sng">
              <a:solidFill>
                <a:srgbClr val="5597D3"/>
              </a:solidFill>
              <a:prstDash val="solid"/>
              <a:round/>
              <a:headEnd type="none" w="sm" len="sm"/>
              <a:tailEnd type="triangle" w="med" len="med"/>
            </a:ln>
          </p:spPr>
        </p:cxnSp>
        <p:cxnSp>
          <p:nvCxnSpPr>
            <p:cNvPr id="1900" name="Google Shape;1900;p101"/>
            <p:cNvCxnSpPr>
              <a:stCxn id="1889" idx="2"/>
            </p:cNvCxnSpPr>
            <p:nvPr/>
          </p:nvCxnSpPr>
          <p:spPr>
            <a:xfrm>
              <a:off x="7115754" y="5670045"/>
              <a:ext cx="483300" cy="716400"/>
            </a:xfrm>
            <a:prstGeom prst="straightConnector1">
              <a:avLst/>
            </a:prstGeom>
            <a:noFill/>
            <a:ln w="9525" cap="flat" cmpd="sng">
              <a:solidFill>
                <a:srgbClr val="5597D3"/>
              </a:solidFill>
              <a:prstDash val="solid"/>
              <a:round/>
              <a:headEnd type="none" w="sm" len="sm"/>
              <a:tailEnd type="triangle" w="med" len="med"/>
            </a:ln>
          </p:spPr>
        </p:cxnSp>
        <p:cxnSp>
          <p:nvCxnSpPr>
            <p:cNvPr id="1902" name="Google Shape;1902;p101"/>
            <p:cNvCxnSpPr>
              <a:endCxn id="1879" idx="4"/>
            </p:cNvCxnSpPr>
            <p:nvPr/>
          </p:nvCxnSpPr>
          <p:spPr>
            <a:xfrm flipH="1">
              <a:off x="6597863" y="6929949"/>
              <a:ext cx="796500" cy="297300"/>
            </a:xfrm>
            <a:prstGeom prst="straightConnector1">
              <a:avLst/>
            </a:prstGeom>
            <a:noFill/>
            <a:ln w="9525" cap="flat" cmpd="sng">
              <a:solidFill>
                <a:srgbClr val="5597D3"/>
              </a:solidFill>
              <a:prstDash val="solid"/>
              <a:round/>
              <a:headEnd type="none" w="sm" len="sm"/>
              <a:tailEnd type="triangle" w="med" len="med"/>
            </a:ln>
          </p:spPr>
        </p:cxnSp>
        <p:cxnSp>
          <p:nvCxnSpPr>
            <p:cNvPr id="1903" name="Google Shape;1903;p101"/>
            <p:cNvCxnSpPr>
              <a:cxnSpLocks/>
              <a:endCxn id="1882" idx="0"/>
            </p:cNvCxnSpPr>
            <p:nvPr/>
          </p:nvCxnSpPr>
          <p:spPr>
            <a:xfrm flipH="1">
              <a:off x="7118259" y="7132800"/>
              <a:ext cx="480900" cy="677700"/>
            </a:xfrm>
            <a:prstGeom prst="straightConnector1">
              <a:avLst/>
            </a:prstGeom>
            <a:noFill/>
            <a:ln w="25400" cap="flat" cmpd="sng">
              <a:solidFill>
                <a:schemeClr val="dk1"/>
              </a:solidFill>
              <a:prstDash val="solid"/>
              <a:round/>
              <a:headEnd type="none" w="sm" len="sm"/>
              <a:tailEnd type="triangle" w="med" len="med"/>
            </a:ln>
          </p:spPr>
        </p:cxnSp>
        <p:cxnSp>
          <p:nvCxnSpPr>
            <p:cNvPr id="1904" name="Google Shape;1904;p101"/>
            <p:cNvCxnSpPr>
              <a:cxnSpLocks/>
              <a:stCxn id="1877" idx="2"/>
              <a:endCxn id="1883" idx="0"/>
            </p:cNvCxnSpPr>
            <p:nvPr/>
          </p:nvCxnSpPr>
          <p:spPr>
            <a:xfrm flipH="1">
              <a:off x="7981070" y="7132925"/>
              <a:ext cx="12900" cy="677700"/>
            </a:xfrm>
            <a:prstGeom prst="straightConnector1">
              <a:avLst/>
            </a:prstGeom>
            <a:noFill/>
            <a:ln w="25400" cap="flat" cmpd="sng">
              <a:solidFill>
                <a:schemeClr val="dk1"/>
              </a:solidFill>
              <a:prstDash val="solid"/>
              <a:round/>
              <a:headEnd type="none" w="sm" len="sm"/>
              <a:tailEnd type="triangle" w="med" len="med"/>
            </a:ln>
          </p:spPr>
        </p:cxnSp>
        <p:cxnSp>
          <p:nvCxnSpPr>
            <p:cNvPr id="1905" name="Google Shape;1905;p101"/>
            <p:cNvCxnSpPr>
              <a:endCxn id="1884" idx="0"/>
            </p:cNvCxnSpPr>
            <p:nvPr/>
          </p:nvCxnSpPr>
          <p:spPr>
            <a:xfrm>
              <a:off x="8297442" y="7132800"/>
              <a:ext cx="546600" cy="677700"/>
            </a:xfrm>
            <a:prstGeom prst="straightConnector1">
              <a:avLst/>
            </a:prstGeom>
            <a:noFill/>
            <a:ln w="9525" cap="flat" cmpd="sng">
              <a:solidFill>
                <a:srgbClr val="5597D3"/>
              </a:solidFill>
              <a:prstDash val="solid"/>
              <a:round/>
              <a:headEnd type="none" w="sm" len="sm"/>
              <a:tailEnd type="triangle" w="med" len="med"/>
            </a:ln>
          </p:spPr>
        </p:cxnSp>
        <p:cxnSp>
          <p:nvCxnSpPr>
            <p:cNvPr id="1906" name="Google Shape;1906;p101"/>
            <p:cNvCxnSpPr/>
            <p:nvPr/>
          </p:nvCxnSpPr>
          <p:spPr>
            <a:xfrm rot="10800000" flipH="1">
              <a:off x="8578256" y="6102855"/>
              <a:ext cx="781173" cy="395254"/>
            </a:xfrm>
            <a:prstGeom prst="straightConnector1">
              <a:avLst/>
            </a:prstGeom>
            <a:noFill/>
            <a:ln w="25400" cap="flat" cmpd="sng">
              <a:solidFill>
                <a:schemeClr val="dk1"/>
              </a:solidFill>
              <a:prstDash val="solid"/>
              <a:round/>
              <a:headEnd type="triangle" w="med" len="med"/>
              <a:tailEnd type="triangle" w="med" len="med"/>
            </a:ln>
          </p:spPr>
        </p:cxnSp>
        <p:cxnSp>
          <p:nvCxnSpPr>
            <p:cNvPr id="1907" name="Google Shape;1907;p101"/>
            <p:cNvCxnSpPr/>
            <p:nvPr/>
          </p:nvCxnSpPr>
          <p:spPr>
            <a:xfrm>
              <a:off x="8502232" y="7101070"/>
              <a:ext cx="857197" cy="217422"/>
            </a:xfrm>
            <a:prstGeom prst="straightConnector1">
              <a:avLst/>
            </a:prstGeom>
            <a:noFill/>
            <a:ln w="25400" cap="flat" cmpd="sng">
              <a:solidFill>
                <a:schemeClr val="dk1"/>
              </a:solidFill>
              <a:prstDash val="solid"/>
              <a:round/>
              <a:headEnd type="triangle" w="med" len="med"/>
              <a:tailEnd type="triangle" w="med" len="med"/>
            </a:ln>
          </p:spPr>
        </p:cxnSp>
        <p:cxnSp>
          <p:nvCxnSpPr>
            <p:cNvPr id="1908" name="Google Shape;1908;p101"/>
            <p:cNvCxnSpPr/>
            <p:nvPr/>
          </p:nvCxnSpPr>
          <p:spPr>
            <a:xfrm flipH="1">
              <a:off x="8190857" y="5676900"/>
              <a:ext cx="650680" cy="716284"/>
            </a:xfrm>
            <a:prstGeom prst="straightConnector1">
              <a:avLst/>
            </a:prstGeom>
            <a:noFill/>
            <a:ln w="25400" cap="flat" cmpd="sng">
              <a:solidFill>
                <a:schemeClr val="dk1"/>
              </a:solidFill>
              <a:prstDash val="solid"/>
              <a:round/>
              <a:headEnd type="none" w="sm" len="sm"/>
              <a:tailEnd type="triangle" w="med" len="med"/>
            </a:ln>
          </p:spPr>
        </p:cxnSp>
        <p:cxnSp>
          <p:nvCxnSpPr>
            <p:cNvPr id="1909" name="Google Shape;1909;p101"/>
            <p:cNvCxnSpPr/>
            <p:nvPr/>
          </p:nvCxnSpPr>
          <p:spPr>
            <a:xfrm>
              <a:off x="7978646" y="5676900"/>
              <a:ext cx="15324" cy="745833"/>
            </a:xfrm>
            <a:prstGeom prst="straightConnector1">
              <a:avLst/>
            </a:prstGeom>
            <a:noFill/>
            <a:ln w="25400" cap="flat" cmpd="sng">
              <a:solidFill>
                <a:schemeClr val="dk1"/>
              </a:solidFill>
              <a:prstDash val="solid"/>
              <a:round/>
              <a:headEnd type="none" w="sm" len="sm"/>
              <a:tailEnd type="triangle" w="med" len="med"/>
            </a:ln>
          </p:spPr>
        </p:cxnSp>
        <p:cxnSp>
          <p:nvCxnSpPr>
            <p:cNvPr id="1910" name="Google Shape;1910;p101"/>
            <p:cNvCxnSpPr/>
            <p:nvPr/>
          </p:nvCxnSpPr>
          <p:spPr>
            <a:xfrm>
              <a:off x="7115754" y="5676900"/>
              <a:ext cx="483267" cy="716284"/>
            </a:xfrm>
            <a:prstGeom prst="straightConnector1">
              <a:avLst/>
            </a:prstGeom>
            <a:noFill/>
            <a:ln w="25400" cap="flat" cmpd="sng">
              <a:solidFill>
                <a:schemeClr val="dk1"/>
              </a:solidFill>
              <a:prstDash val="solid"/>
              <a:round/>
              <a:headEnd type="none" w="sm" len="sm"/>
              <a:tailEnd type="triangle" w="med" len="med"/>
            </a:ln>
          </p:spPr>
        </p:cxnSp>
        <p:cxnSp>
          <p:nvCxnSpPr>
            <p:cNvPr id="1911" name="Google Shape;1911;p101"/>
            <p:cNvCxnSpPr/>
            <p:nvPr/>
          </p:nvCxnSpPr>
          <p:spPr>
            <a:xfrm>
              <a:off x="6597863" y="6203253"/>
              <a:ext cx="796497" cy="434647"/>
            </a:xfrm>
            <a:prstGeom prst="straightConnector1">
              <a:avLst/>
            </a:prstGeom>
            <a:noFill/>
            <a:ln w="25400" cap="flat" cmpd="sng">
              <a:solidFill>
                <a:schemeClr val="dk1"/>
              </a:solidFill>
              <a:prstDash val="solid"/>
              <a:round/>
              <a:headEnd type="none" w="sm" len="sm"/>
              <a:tailEnd type="triangle" w="med" len="med"/>
            </a:ln>
          </p:spPr>
        </p:cxnSp>
        <p:cxnSp>
          <p:nvCxnSpPr>
            <p:cNvPr id="1912" name="Google Shape;1912;p101"/>
            <p:cNvCxnSpPr/>
            <p:nvPr/>
          </p:nvCxnSpPr>
          <p:spPr>
            <a:xfrm flipH="1">
              <a:off x="6597863" y="6936842"/>
              <a:ext cx="796497" cy="217422"/>
            </a:xfrm>
            <a:prstGeom prst="straightConnector1">
              <a:avLst/>
            </a:prstGeom>
            <a:noFill/>
            <a:ln w="25400" cap="flat" cmpd="sng">
              <a:solidFill>
                <a:schemeClr val="dk1"/>
              </a:solidFill>
              <a:prstDash val="solid"/>
              <a:round/>
              <a:headEnd type="none" w="sm" len="sm"/>
              <a:tailEnd type="triangle" w="med" len="med"/>
            </a:ln>
          </p:spPr>
        </p:cxnSp>
        <p:cxnSp>
          <p:nvCxnSpPr>
            <p:cNvPr id="1913" name="Google Shape;1913;p101"/>
            <p:cNvCxnSpPr/>
            <p:nvPr/>
          </p:nvCxnSpPr>
          <p:spPr>
            <a:xfrm>
              <a:off x="8297571" y="7139780"/>
              <a:ext cx="546471" cy="677575"/>
            </a:xfrm>
            <a:prstGeom prst="straightConnector1">
              <a:avLst/>
            </a:prstGeom>
            <a:noFill/>
            <a:ln w="25400" cap="flat" cmpd="sng">
              <a:solidFill>
                <a:schemeClr val="dk1"/>
              </a:solidFill>
              <a:prstDash val="solid"/>
              <a:round/>
              <a:headEnd type="none" w="sm" len="sm"/>
              <a:tailEnd type="triangle" w="med" len="med"/>
            </a:ln>
          </p:spPr>
        </p:cxnSp>
      </p:grpSp>
      <p:sp>
        <p:nvSpPr>
          <p:cNvPr id="3" name="Brandline_LVC">
            <a:extLst>
              <a:ext uri="{FF2B5EF4-FFF2-40B4-BE49-F238E27FC236}">
                <a16:creationId xmlns:a16="http://schemas.microsoft.com/office/drawing/2014/main" id="{01BD6D12-449C-2E2D-3DDB-DC0AA233CD53}"/>
              </a:ext>
            </a:extLst>
          </p:cNvPr>
          <p:cNvSpPr/>
          <p:nvPr/>
        </p:nvSpPr>
        <p:spPr>
          <a:xfrm>
            <a:off x="7404101" y="816324"/>
            <a:ext cx="1450657"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1918"/>
        <p:cNvGrpSpPr/>
        <p:nvPr/>
      </p:nvGrpSpPr>
      <p:grpSpPr>
        <a:xfrm>
          <a:off x="0" y="0"/>
          <a:ext cx="0" cy="0"/>
          <a:chOff x="0" y="0"/>
          <a:chExt cx="0" cy="0"/>
        </a:xfrm>
      </p:grpSpPr>
      <p:sp>
        <p:nvSpPr>
          <p:cNvPr id="1919" name="Google Shape;1919;p74"/>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dirty="0">
                <a:latin typeface="Open Sans"/>
                <a:ea typeface="Open Sans"/>
                <a:cs typeface="Open Sans"/>
                <a:sym typeface="Open Sans"/>
              </a:rPr>
              <a:t>Flume</a:t>
            </a:r>
            <a:endParaRPr dirty="0"/>
          </a:p>
        </p:txBody>
      </p:sp>
      <p:sp>
        <p:nvSpPr>
          <p:cNvPr id="1920" name="Google Shape;1920;p74"/>
          <p:cNvSpPr txBox="1"/>
          <p:nvPr/>
        </p:nvSpPr>
        <p:spPr>
          <a:xfrm>
            <a:off x="14798" y="1017200"/>
            <a:ext cx="16258032" cy="665045"/>
          </a:xfrm>
          <a:prstGeom prst="rect">
            <a:avLst/>
          </a:prstGeom>
          <a:noFill/>
          <a:ln>
            <a:noFill/>
          </a:ln>
        </p:spPr>
        <p:txBody>
          <a:bodyPr spcFirstLastPara="1" wrap="square" lIns="91425" tIns="45700" rIns="91425" bIns="45700" anchor="ctr" anchorCtr="0">
            <a:normAutofit/>
          </a:bodyPr>
          <a:lstStyle/>
          <a:p>
            <a:pPr marL="0" marR="0" lvl="0" indent="0" algn="ctr" rtl="0">
              <a:lnSpc>
                <a:spcPct val="90000"/>
              </a:lnSpc>
              <a:spcBef>
                <a:spcPts val="0"/>
              </a:spcBef>
              <a:spcAft>
                <a:spcPts val="0"/>
              </a:spcAft>
              <a:buClr>
                <a:srgbClr val="7F7F7F"/>
              </a:buClr>
              <a:buSzPts val="2000"/>
              <a:buFont typeface="Open Sans ExtraBold"/>
              <a:buNone/>
            </a:pPr>
            <a:endParaRPr sz="1400" b="0" i="0" u="none" strike="noStrike" cap="none">
              <a:solidFill>
                <a:srgbClr val="000000"/>
              </a:solidFill>
              <a:latin typeface="Arial"/>
              <a:ea typeface="Arial"/>
              <a:cs typeface="Arial"/>
              <a:sym typeface="Arial"/>
            </a:endParaRPr>
          </a:p>
        </p:txBody>
      </p:sp>
      <p:grpSp>
        <p:nvGrpSpPr>
          <p:cNvPr id="1921" name="Google Shape;1921;p74"/>
          <p:cNvGrpSpPr/>
          <p:nvPr/>
        </p:nvGrpSpPr>
        <p:grpSpPr>
          <a:xfrm>
            <a:off x="1995279" y="2682249"/>
            <a:ext cx="12265442" cy="4801507"/>
            <a:chOff x="1975271" y="4339599"/>
            <a:chExt cx="12265442" cy="4801507"/>
          </a:xfrm>
        </p:grpSpPr>
        <p:grpSp>
          <p:nvGrpSpPr>
            <p:cNvPr id="1922" name="Google Shape;1922;p74"/>
            <p:cNvGrpSpPr/>
            <p:nvPr/>
          </p:nvGrpSpPr>
          <p:grpSpPr>
            <a:xfrm>
              <a:off x="5772716" y="4564428"/>
              <a:ext cx="4371004" cy="4351855"/>
              <a:chOff x="5873840" y="2281174"/>
              <a:chExt cx="4371004" cy="4351855"/>
            </a:xfrm>
          </p:grpSpPr>
          <p:pic>
            <p:nvPicPr>
              <p:cNvPr id="1923" name="Google Shape;1923;p74"/>
              <p:cNvPicPr preferRelativeResize="0"/>
              <p:nvPr/>
            </p:nvPicPr>
            <p:blipFill rotWithShape="1">
              <a:blip r:embed="rId3"/>
              <a:stretch/>
            </p:blipFill>
            <p:spPr>
              <a:xfrm>
                <a:off x="6820876" y="3259592"/>
                <a:ext cx="2481968" cy="2180406"/>
              </a:xfrm>
              <a:prstGeom prst="rect">
                <a:avLst/>
              </a:prstGeom>
            </p:spPr>
          </p:pic>
          <p:sp>
            <p:nvSpPr>
              <p:cNvPr id="1924" name="Google Shape;1924;p74"/>
              <p:cNvSpPr/>
              <p:nvPr/>
            </p:nvSpPr>
            <p:spPr>
              <a:xfrm>
                <a:off x="5873840" y="2281174"/>
                <a:ext cx="4371004" cy="4351855"/>
              </a:xfrm>
              <a:prstGeom prst="ellipse">
                <a:avLst/>
              </a:prstGeom>
              <a:noFill/>
              <a:ln w="28575" cap="flat" cmpd="sng">
                <a:solidFill>
                  <a:srgbClr val="82CDE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grpSp>
          <p:nvGrpSpPr>
            <p:cNvPr id="1925" name="Google Shape;1925;p74"/>
            <p:cNvGrpSpPr/>
            <p:nvPr/>
          </p:nvGrpSpPr>
          <p:grpSpPr>
            <a:xfrm>
              <a:off x="1975271" y="4339599"/>
              <a:ext cx="12265442" cy="4801507"/>
              <a:chOff x="2076395" y="2056345"/>
              <a:chExt cx="12265442" cy="4801507"/>
            </a:xfrm>
          </p:grpSpPr>
          <p:grpSp>
            <p:nvGrpSpPr>
              <p:cNvPr id="1926" name="Google Shape;1926;p74"/>
              <p:cNvGrpSpPr/>
              <p:nvPr/>
            </p:nvGrpSpPr>
            <p:grpSpPr>
              <a:xfrm>
                <a:off x="5713650" y="2056345"/>
                <a:ext cx="8628187" cy="4801507"/>
                <a:chOff x="5888353" y="2034482"/>
                <a:chExt cx="8628187" cy="4801507"/>
              </a:xfrm>
            </p:grpSpPr>
            <p:sp>
              <p:nvSpPr>
                <p:cNvPr id="1927" name="Google Shape;1927;p74"/>
                <p:cNvSpPr/>
                <p:nvPr/>
              </p:nvSpPr>
              <p:spPr>
                <a:xfrm>
                  <a:off x="5888353" y="2034482"/>
                  <a:ext cx="4479295" cy="4801507"/>
                </a:xfrm>
                <a:prstGeom prst="arc">
                  <a:avLst>
                    <a:gd name="adj1" fmla="val 19354005"/>
                    <a:gd name="adj2" fmla="val 2259154"/>
                  </a:avLst>
                </a:prstGeom>
                <a:noFill/>
                <a:ln w="76200" cap="flat" cmpd="sng">
                  <a:solidFill>
                    <a:srgbClr val="82CDE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800"/>
                    <a:buFont typeface="Calibri"/>
                    <a:buNone/>
                  </a:pPr>
                  <a:endParaRPr sz="1800" b="0" i="0" u="none" strike="noStrike" cap="none">
                    <a:solidFill>
                      <a:srgbClr val="44494E"/>
                    </a:solidFill>
                    <a:latin typeface="Calibri"/>
                    <a:ea typeface="Calibri"/>
                    <a:cs typeface="Calibri"/>
                    <a:sym typeface="Calibri"/>
                  </a:endParaRPr>
                </a:p>
              </p:txBody>
            </p:sp>
            <p:grpSp>
              <p:nvGrpSpPr>
                <p:cNvPr id="1928" name="Google Shape;1928;p74"/>
                <p:cNvGrpSpPr/>
                <p:nvPr/>
              </p:nvGrpSpPr>
              <p:grpSpPr>
                <a:xfrm>
                  <a:off x="9798301" y="3787606"/>
                  <a:ext cx="4718239" cy="1253881"/>
                  <a:chOff x="9798301" y="3787606"/>
                  <a:chExt cx="4718239" cy="1253881"/>
                </a:xfrm>
              </p:grpSpPr>
              <p:sp>
                <p:nvSpPr>
                  <p:cNvPr id="1929" name="Google Shape;1929;p74"/>
                  <p:cNvSpPr/>
                  <p:nvPr/>
                </p:nvSpPr>
                <p:spPr>
                  <a:xfrm>
                    <a:off x="10955989" y="3787606"/>
                    <a:ext cx="3560551" cy="1107955"/>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400"/>
                      <a:buFont typeface="Arial"/>
                      <a:buNone/>
                    </a:pPr>
                    <a:r>
                      <a:rPr lang="en-US" sz="2200" b="0" i="0" u="none" strike="noStrike" cap="none" dirty="0">
                        <a:solidFill>
                          <a:srgbClr val="3F3F3F"/>
                        </a:solidFill>
                        <a:latin typeface="Open Sans"/>
                        <a:ea typeface="Open Sans"/>
                        <a:cs typeface="Open Sans"/>
                        <a:sym typeface="Open Sans"/>
                      </a:rPr>
                      <a:t>Ideally suited for event data from multiple systems</a:t>
                    </a:r>
                    <a:endParaRPr sz="2200" b="0" i="0" u="none" strike="noStrike" cap="none" dirty="0">
                      <a:solidFill>
                        <a:srgbClr val="000000"/>
                      </a:solidFill>
                      <a:latin typeface="Arial"/>
                      <a:ea typeface="Arial"/>
                      <a:cs typeface="Arial"/>
                      <a:sym typeface="Arial"/>
                    </a:endParaRPr>
                  </a:p>
                </p:txBody>
              </p:sp>
              <p:sp>
                <p:nvSpPr>
                  <p:cNvPr id="1930" name="Google Shape;1930;p74"/>
                  <p:cNvSpPr/>
                  <p:nvPr/>
                </p:nvSpPr>
                <p:spPr>
                  <a:xfrm>
                    <a:off x="9798301" y="3828985"/>
                    <a:ext cx="1131135" cy="1212502"/>
                  </a:xfrm>
                  <a:prstGeom prst="ellipse">
                    <a:avLst/>
                  </a:prstGeom>
                  <a:solidFill>
                    <a:srgbClr val="82CDE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800"/>
                      <a:buFont typeface="Calibri"/>
                      <a:buNone/>
                    </a:pPr>
                    <a:endParaRPr sz="1800" b="0" i="0" u="none" strike="noStrike" cap="none">
                      <a:solidFill>
                        <a:srgbClr val="FFFFFF"/>
                      </a:solidFill>
                      <a:latin typeface="Calibri"/>
                      <a:ea typeface="Calibri"/>
                      <a:cs typeface="Calibri"/>
                      <a:sym typeface="Calibri"/>
                    </a:endParaRPr>
                  </a:p>
                </p:txBody>
              </p:sp>
            </p:grpSp>
          </p:grpSp>
          <p:grpSp>
            <p:nvGrpSpPr>
              <p:cNvPr id="1931" name="Google Shape;1931;p74"/>
              <p:cNvGrpSpPr/>
              <p:nvPr/>
            </p:nvGrpSpPr>
            <p:grpSpPr>
              <a:xfrm>
                <a:off x="2076395" y="2056345"/>
                <a:ext cx="8320282" cy="4801507"/>
                <a:chOff x="2047366" y="2034482"/>
                <a:chExt cx="8320282" cy="4801507"/>
              </a:xfrm>
            </p:grpSpPr>
            <p:sp>
              <p:nvSpPr>
                <p:cNvPr id="1932" name="Google Shape;1932;p74"/>
                <p:cNvSpPr/>
                <p:nvPr/>
              </p:nvSpPr>
              <p:spPr>
                <a:xfrm flipH="1">
                  <a:off x="5888353" y="2034482"/>
                  <a:ext cx="4479295" cy="4801507"/>
                </a:xfrm>
                <a:prstGeom prst="arc">
                  <a:avLst>
                    <a:gd name="adj1" fmla="val 19354005"/>
                    <a:gd name="adj2" fmla="val 2259154"/>
                  </a:avLst>
                </a:prstGeom>
                <a:noFill/>
                <a:ln w="76200" cap="flat" cmpd="sng">
                  <a:solidFill>
                    <a:srgbClr val="82CDE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800"/>
                    <a:buFont typeface="Calibri"/>
                    <a:buNone/>
                  </a:pPr>
                  <a:endParaRPr sz="1800" b="0" i="0" u="none" strike="noStrike" cap="none">
                    <a:solidFill>
                      <a:srgbClr val="44494E"/>
                    </a:solidFill>
                    <a:latin typeface="Calibri"/>
                    <a:ea typeface="Calibri"/>
                    <a:cs typeface="Calibri"/>
                    <a:sym typeface="Calibri"/>
                  </a:endParaRPr>
                </a:p>
              </p:txBody>
            </p:sp>
            <p:sp>
              <p:nvSpPr>
                <p:cNvPr id="1933" name="Google Shape;1933;p74"/>
                <p:cNvSpPr/>
                <p:nvPr/>
              </p:nvSpPr>
              <p:spPr>
                <a:xfrm flipH="1">
                  <a:off x="5326565" y="3828985"/>
                  <a:ext cx="1131135" cy="1212502"/>
                </a:xfrm>
                <a:prstGeom prst="ellipse">
                  <a:avLst/>
                </a:prstGeom>
                <a:solidFill>
                  <a:srgbClr val="82CDE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800"/>
                    <a:buFont typeface="Calibri"/>
                    <a:buNone/>
                  </a:pPr>
                  <a:endParaRPr sz="1800" b="0" i="0" u="none" strike="noStrike" cap="none">
                    <a:solidFill>
                      <a:srgbClr val="FFFFFF"/>
                    </a:solidFill>
                    <a:latin typeface="Calibri"/>
                    <a:ea typeface="Calibri"/>
                    <a:cs typeface="Calibri"/>
                    <a:sym typeface="Calibri"/>
                  </a:endParaRPr>
                </a:p>
              </p:txBody>
            </p:sp>
            <p:sp>
              <p:nvSpPr>
                <p:cNvPr id="1934" name="Google Shape;1934;p74"/>
                <p:cNvSpPr/>
                <p:nvPr/>
              </p:nvSpPr>
              <p:spPr>
                <a:xfrm>
                  <a:off x="2047366" y="3816744"/>
                  <a:ext cx="3373466" cy="1107955"/>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400"/>
                    <a:buFont typeface="Arial"/>
                    <a:buNone/>
                  </a:pPr>
                  <a:r>
                    <a:rPr lang="en-US" sz="2200" b="0" i="0" u="none" strike="noStrike" cap="none">
                      <a:solidFill>
                        <a:srgbClr val="3F3F3F"/>
                      </a:solidFill>
                      <a:latin typeface="Open Sans"/>
                      <a:ea typeface="Open Sans"/>
                      <a:cs typeface="Open Sans"/>
                      <a:sym typeface="Open Sans"/>
                    </a:rPr>
                    <a:t>Distributed service for ingesting streaming data</a:t>
                  </a:r>
                  <a:endParaRPr sz="2200" b="0" i="0" u="none" strike="noStrike" cap="none">
                    <a:solidFill>
                      <a:srgbClr val="000000"/>
                    </a:solidFill>
                    <a:latin typeface="Arial"/>
                    <a:ea typeface="Arial"/>
                    <a:cs typeface="Arial"/>
                    <a:sym typeface="Arial"/>
                  </a:endParaRPr>
                </a:p>
              </p:txBody>
            </p:sp>
          </p:grpSp>
        </p:grpSp>
      </p:grpSp>
      <p:sp>
        <p:nvSpPr>
          <p:cNvPr id="1935" name="Google Shape;1935;p74"/>
          <p:cNvSpPr/>
          <p:nvPr/>
        </p:nvSpPr>
        <p:spPr>
          <a:xfrm>
            <a:off x="1944186" y="1368425"/>
            <a:ext cx="12367628" cy="715258"/>
          </a:xfrm>
          <a:prstGeom prst="roundRect">
            <a:avLst>
              <a:gd name="adj" fmla="val 16667"/>
            </a:avLst>
          </a:prstGeom>
          <a:solidFill>
            <a:schemeClr val="lt1"/>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15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Flume is used to ingest event data, such as streaming data, sensor data, and log files.</a:t>
            </a:r>
            <a:endParaRPr sz="2200" b="0" i="0" u="none" strike="noStrike" cap="none">
              <a:solidFill>
                <a:srgbClr val="3F3F3F"/>
              </a:solidFill>
              <a:latin typeface="Open Sans"/>
              <a:ea typeface="Open Sans"/>
              <a:cs typeface="Open Sans"/>
              <a:sym typeface="Open Sans"/>
            </a:endParaRPr>
          </a:p>
        </p:txBody>
      </p:sp>
      <p:sp>
        <p:nvSpPr>
          <p:cNvPr id="3" name="Brandline_LVC">
            <a:extLst>
              <a:ext uri="{FF2B5EF4-FFF2-40B4-BE49-F238E27FC236}">
                <a16:creationId xmlns:a16="http://schemas.microsoft.com/office/drawing/2014/main" id="{16427844-5362-45F9-8595-351107CA7CDB}"/>
              </a:ext>
            </a:extLst>
          </p:cNvPr>
          <p:cNvSpPr/>
          <p:nvPr/>
        </p:nvSpPr>
        <p:spPr>
          <a:xfrm>
            <a:off x="7442200" y="816324"/>
            <a:ext cx="1369296"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1941"/>
        <p:cNvGrpSpPr/>
        <p:nvPr/>
      </p:nvGrpSpPr>
      <p:grpSpPr>
        <a:xfrm>
          <a:off x="0" y="0"/>
          <a:ext cx="0" cy="0"/>
          <a:chOff x="0" y="0"/>
          <a:chExt cx="0" cy="0"/>
        </a:xfrm>
      </p:grpSpPr>
      <p:sp>
        <p:nvSpPr>
          <p:cNvPr id="1942" name="Google Shape;1942;p75"/>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dirty="0"/>
              <a:t>Spark</a:t>
            </a:r>
            <a:endParaRPr sz="2800" dirty="0">
              <a:latin typeface="Open Sans"/>
              <a:ea typeface="Open Sans"/>
              <a:cs typeface="Open Sans"/>
              <a:sym typeface="Open Sans"/>
            </a:endParaRPr>
          </a:p>
        </p:txBody>
      </p:sp>
      <p:sp>
        <p:nvSpPr>
          <p:cNvPr id="1944" name="Google Shape;1944;p75"/>
          <p:cNvSpPr/>
          <p:nvPr/>
        </p:nvSpPr>
        <p:spPr>
          <a:xfrm>
            <a:off x="8128000" y="2903119"/>
            <a:ext cx="6958241" cy="3337761"/>
          </a:xfrm>
          <a:prstGeom prst="roundRect">
            <a:avLst>
              <a:gd name="adj" fmla="val 6618"/>
            </a:avLst>
          </a:prstGeom>
          <a:solidFill>
            <a:schemeClr val="lt1"/>
          </a:solidFill>
          <a:ln w="25400" cap="flat" cmpd="sng">
            <a:solidFill>
              <a:srgbClr val="42719B"/>
            </a:solidFill>
            <a:prstDash val="solid"/>
            <a:round/>
            <a:headEnd type="none" w="sm" len="sm"/>
            <a:tailEnd type="none" w="sm" len="sm"/>
          </a:ln>
        </p:spPr>
        <p:txBody>
          <a:bodyPr spcFirstLastPara="1" wrap="square" lIns="91425" tIns="45700" rIns="91425" bIns="45700" anchor="ctr" anchorCtr="0">
            <a:noAutofit/>
          </a:bodyPr>
          <a:lstStyle/>
          <a:p>
            <a:pPr marL="457200" marR="0" lvl="0" indent="-304800" algn="l" rtl="0">
              <a:lnSpc>
                <a:spcPct val="90000"/>
              </a:lnSpc>
              <a:spcBef>
                <a:spcPts val="0"/>
              </a:spcBef>
              <a:spcAft>
                <a:spcPts val="0"/>
              </a:spcAft>
              <a:buClr>
                <a:schemeClr val="dk1"/>
              </a:buClr>
              <a:buSzPts val="2400"/>
              <a:buFont typeface="Arial"/>
              <a:buNone/>
            </a:pPr>
            <a:endParaRPr sz="2200" b="0" i="0" u="none" strike="noStrike" cap="none" dirty="0">
              <a:solidFill>
                <a:srgbClr val="3F3F3F"/>
              </a:solidFill>
              <a:latin typeface="Open Sans"/>
              <a:ea typeface="Open Sans"/>
              <a:cs typeface="Open Sans"/>
              <a:sym typeface="Open Sans"/>
            </a:endParaRPr>
          </a:p>
          <a:p>
            <a:pPr marL="457200" marR="0" lvl="0" indent="-304800" algn="l" rtl="0">
              <a:lnSpc>
                <a:spcPct val="90000"/>
              </a:lnSpc>
              <a:spcBef>
                <a:spcPts val="0"/>
              </a:spcBef>
              <a:spcAft>
                <a:spcPts val="0"/>
              </a:spcAft>
              <a:buClr>
                <a:schemeClr val="dk1"/>
              </a:buClr>
              <a:buSzPts val="2400"/>
              <a:buFont typeface="Arial"/>
              <a:buNone/>
            </a:pPr>
            <a:endParaRPr sz="2200" b="0" i="0" u="none" strike="noStrike" cap="none" dirty="0">
              <a:solidFill>
                <a:srgbClr val="3F3F3F"/>
              </a:solidFill>
              <a:latin typeface="Open Sans"/>
              <a:ea typeface="Open Sans"/>
              <a:cs typeface="Open Sans"/>
              <a:sym typeface="Open Sans"/>
            </a:endParaRPr>
          </a:p>
          <a:p>
            <a:pPr marL="457200" marR="0" lvl="0" indent="-304800" algn="l" rtl="0">
              <a:lnSpc>
                <a:spcPct val="90000"/>
              </a:lnSpc>
              <a:spcBef>
                <a:spcPts val="0"/>
              </a:spcBef>
              <a:spcAft>
                <a:spcPts val="0"/>
              </a:spcAft>
              <a:buClr>
                <a:schemeClr val="dk1"/>
              </a:buClr>
              <a:buSzPts val="2400"/>
              <a:buFont typeface="Arial"/>
              <a:buNone/>
            </a:pPr>
            <a:endParaRPr sz="2200" b="0" i="0" u="none" strike="noStrike" cap="none" dirty="0">
              <a:solidFill>
                <a:srgbClr val="3F3F3F"/>
              </a:solidFill>
              <a:latin typeface="Open Sans"/>
              <a:ea typeface="Open Sans"/>
              <a:cs typeface="Open Sans"/>
              <a:sym typeface="Open Sans"/>
            </a:endParaRPr>
          </a:p>
          <a:p>
            <a:pPr marL="457200" marR="0" lvl="0" indent="-304800" algn="l" rtl="0">
              <a:lnSpc>
                <a:spcPct val="90000"/>
              </a:lnSpc>
              <a:spcBef>
                <a:spcPts val="0"/>
              </a:spcBef>
              <a:spcAft>
                <a:spcPts val="0"/>
              </a:spcAft>
              <a:buClr>
                <a:schemeClr val="dk1"/>
              </a:buClr>
              <a:buSzPts val="2400"/>
              <a:buFont typeface="Arial"/>
              <a:buNone/>
            </a:pPr>
            <a:endParaRPr sz="2200" b="0" i="0" u="none" strike="noStrike" cap="none" dirty="0">
              <a:solidFill>
                <a:srgbClr val="3F3F3F"/>
              </a:solidFill>
              <a:latin typeface="Open Sans"/>
              <a:ea typeface="Open Sans"/>
              <a:cs typeface="Open Sans"/>
              <a:sym typeface="Open Sans"/>
            </a:endParaRPr>
          </a:p>
          <a:p>
            <a:pPr marL="457200" marR="0" lvl="0" indent="-304800" algn="l" rtl="0">
              <a:lnSpc>
                <a:spcPct val="90000"/>
              </a:lnSpc>
              <a:spcBef>
                <a:spcPts val="0"/>
              </a:spcBef>
              <a:spcAft>
                <a:spcPts val="0"/>
              </a:spcAft>
              <a:buClr>
                <a:schemeClr val="dk1"/>
              </a:buClr>
              <a:buSzPts val="2400"/>
              <a:buFont typeface="Arial"/>
              <a:buNone/>
            </a:pPr>
            <a:endParaRPr sz="2200" b="0" i="0" u="none" strike="noStrike" cap="none" dirty="0">
              <a:solidFill>
                <a:srgbClr val="3F3F3F"/>
              </a:solidFill>
              <a:latin typeface="Open Sans"/>
              <a:ea typeface="Open Sans"/>
              <a:cs typeface="Open Sans"/>
              <a:sym typeface="Open Sans"/>
            </a:endParaRPr>
          </a:p>
          <a:p>
            <a:pPr marL="457200" marR="0" lvl="0" indent="-304800" algn="l" rtl="0">
              <a:lnSpc>
                <a:spcPct val="90000"/>
              </a:lnSpc>
              <a:spcBef>
                <a:spcPts val="0"/>
              </a:spcBef>
              <a:spcAft>
                <a:spcPts val="0"/>
              </a:spcAft>
              <a:buClr>
                <a:schemeClr val="dk1"/>
              </a:buClr>
              <a:buSzPts val="2400"/>
              <a:buFont typeface="Arial"/>
              <a:buNone/>
            </a:pPr>
            <a:endParaRPr sz="2200" b="0" i="0" u="none" strike="noStrike" cap="none" dirty="0">
              <a:solidFill>
                <a:srgbClr val="3F3F3F"/>
              </a:solidFill>
              <a:latin typeface="Open Sans"/>
              <a:ea typeface="Open Sans"/>
              <a:cs typeface="Open Sans"/>
              <a:sym typeface="Open Sans"/>
            </a:endParaRPr>
          </a:p>
          <a:p>
            <a:pPr marL="457200" marR="0" lvl="0" indent="-304800" algn="l" rtl="0">
              <a:lnSpc>
                <a:spcPct val="90000"/>
              </a:lnSpc>
              <a:spcBef>
                <a:spcPts val="0"/>
              </a:spcBef>
              <a:spcAft>
                <a:spcPts val="0"/>
              </a:spcAft>
              <a:buClr>
                <a:schemeClr val="dk1"/>
              </a:buClr>
              <a:buSzPts val="2400"/>
              <a:buFont typeface="Arial"/>
              <a:buNone/>
            </a:pPr>
            <a:endParaRPr sz="2200" b="0" i="0" u="none" strike="noStrike" cap="none" dirty="0">
              <a:solidFill>
                <a:srgbClr val="3F3F3F"/>
              </a:solidFill>
              <a:latin typeface="Open Sans"/>
              <a:ea typeface="Open Sans"/>
              <a:cs typeface="Open Sans"/>
              <a:sym typeface="Open Sans"/>
            </a:endParaRPr>
          </a:p>
          <a:p>
            <a:pPr marL="457200" marR="0" lvl="0" indent="-304800" algn="l" rtl="0">
              <a:lnSpc>
                <a:spcPct val="115000"/>
              </a:lnSpc>
              <a:spcBef>
                <a:spcPts val="0"/>
              </a:spcBef>
              <a:spcAft>
                <a:spcPts val="0"/>
              </a:spcAft>
              <a:buClr>
                <a:schemeClr val="dk1"/>
              </a:buClr>
              <a:buSzPts val="2400"/>
              <a:buFont typeface="Arial"/>
              <a:buNone/>
            </a:pPr>
            <a:endParaRPr lang="en-IN" sz="2200" b="0" i="0" u="none" strike="noStrike" cap="none" dirty="0">
              <a:solidFill>
                <a:srgbClr val="3F3F3F"/>
              </a:solidFill>
              <a:latin typeface="Open Sans"/>
              <a:ea typeface="Open Sans"/>
              <a:cs typeface="Open Sans"/>
              <a:sym typeface="Open Sans"/>
            </a:endParaRPr>
          </a:p>
          <a:p>
            <a:pPr marL="457200" marR="0" lvl="0" indent="-304800" algn="l" rtl="0">
              <a:lnSpc>
                <a:spcPct val="115000"/>
              </a:lnSpc>
              <a:spcBef>
                <a:spcPts val="0"/>
              </a:spcBef>
              <a:spcAft>
                <a:spcPts val="0"/>
              </a:spcAft>
              <a:buClr>
                <a:schemeClr val="dk1"/>
              </a:buClr>
              <a:buSzPts val="2400"/>
              <a:buFont typeface="Arial"/>
              <a:buNone/>
            </a:pPr>
            <a:endParaRPr sz="2200" b="0" i="0" u="none" strike="noStrike" cap="none" dirty="0">
              <a:solidFill>
                <a:srgbClr val="3F3F3F"/>
              </a:solidFill>
              <a:latin typeface="Open Sans"/>
              <a:ea typeface="Open Sans"/>
              <a:cs typeface="Open Sans"/>
              <a:sym typeface="Open Sans"/>
            </a:endParaRPr>
          </a:p>
          <a:p>
            <a:pPr marL="457200" marR="0" lvl="0" indent="-457200" algn="l" rtl="0">
              <a:lnSpc>
                <a:spcPct val="115000"/>
              </a:lnSpc>
              <a:spcBef>
                <a:spcPts val="0"/>
              </a:spcBef>
              <a:spcAft>
                <a:spcPts val="0"/>
              </a:spcAft>
              <a:buClr>
                <a:schemeClr val="dk1"/>
              </a:buClr>
              <a:buSzPts val="2400"/>
              <a:buFont typeface="Arial"/>
              <a:buChar char="•"/>
            </a:pPr>
            <a:r>
              <a:rPr lang="en-US" sz="2200" b="0" i="0" u="none" strike="noStrike" cap="none" dirty="0">
                <a:solidFill>
                  <a:srgbClr val="3F3F3F"/>
                </a:solidFill>
                <a:latin typeface="Open Sans"/>
                <a:ea typeface="Open Sans"/>
                <a:cs typeface="Open Sans"/>
                <a:sym typeface="Open Sans"/>
              </a:rPr>
              <a:t>It is an open-source cluster computing framework.</a:t>
            </a:r>
            <a:endParaRPr sz="1400" b="0" i="0" u="none" strike="noStrike" cap="none" dirty="0">
              <a:solidFill>
                <a:srgbClr val="000000"/>
              </a:solidFill>
              <a:latin typeface="Arial"/>
              <a:ea typeface="Arial"/>
              <a:cs typeface="Arial"/>
              <a:sym typeface="Arial"/>
            </a:endParaRPr>
          </a:p>
          <a:p>
            <a:pPr marL="457200" marR="0" lvl="0" indent="-304800" algn="l" rtl="0">
              <a:lnSpc>
                <a:spcPct val="115000"/>
              </a:lnSpc>
              <a:spcBef>
                <a:spcPts val="0"/>
              </a:spcBef>
              <a:spcAft>
                <a:spcPts val="0"/>
              </a:spcAft>
              <a:buClr>
                <a:schemeClr val="dk1"/>
              </a:buClr>
              <a:buSzPts val="2400"/>
              <a:buFont typeface="Arial"/>
              <a:buNone/>
            </a:pPr>
            <a:endParaRPr sz="2200" b="0" i="0" u="none" strike="noStrike" cap="none" dirty="0">
              <a:solidFill>
                <a:srgbClr val="3F3F3F"/>
              </a:solidFill>
              <a:latin typeface="Open Sans"/>
              <a:ea typeface="Open Sans"/>
              <a:cs typeface="Open Sans"/>
              <a:sym typeface="Open Sans"/>
            </a:endParaRPr>
          </a:p>
          <a:p>
            <a:pPr marL="457200" marR="0" lvl="0" indent="-457200" algn="l" rtl="0">
              <a:lnSpc>
                <a:spcPct val="115000"/>
              </a:lnSpc>
              <a:spcBef>
                <a:spcPts val="0"/>
              </a:spcBef>
              <a:spcAft>
                <a:spcPts val="0"/>
              </a:spcAft>
              <a:buClr>
                <a:schemeClr val="dk1"/>
              </a:buClr>
              <a:buSzPts val="2400"/>
              <a:buFont typeface="Arial"/>
              <a:buChar char="•"/>
            </a:pPr>
            <a:r>
              <a:rPr lang="en-US" sz="2200" b="0" i="0" u="none" strike="noStrike" cap="none" dirty="0">
                <a:solidFill>
                  <a:srgbClr val="3F3F3F"/>
                </a:solidFill>
                <a:latin typeface="Open Sans"/>
                <a:ea typeface="Open Sans"/>
                <a:cs typeface="Open Sans"/>
                <a:sym typeface="Open Sans"/>
              </a:rPr>
              <a:t>Spark provides 100 times faster performance than MapReduce.</a:t>
            </a:r>
            <a:endParaRPr sz="1400" b="0" i="0" u="none" strike="noStrike" cap="none" dirty="0">
              <a:solidFill>
                <a:srgbClr val="000000"/>
              </a:solidFill>
              <a:latin typeface="Arial"/>
              <a:ea typeface="Arial"/>
              <a:cs typeface="Arial"/>
              <a:sym typeface="Arial"/>
            </a:endParaRPr>
          </a:p>
          <a:p>
            <a:pPr marL="457200" marR="0" lvl="0" indent="-304800" algn="l" rtl="0">
              <a:lnSpc>
                <a:spcPct val="115000"/>
              </a:lnSpc>
              <a:spcBef>
                <a:spcPts val="0"/>
              </a:spcBef>
              <a:spcAft>
                <a:spcPts val="0"/>
              </a:spcAft>
              <a:buClr>
                <a:schemeClr val="dk1"/>
              </a:buClr>
              <a:buSzPts val="2400"/>
              <a:buFont typeface="Arial"/>
              <a:buNone/>
            </a:pPr>
            <a:endParaRPr sz="2200" b="0" i="0" u="none" strike="noStrike" cap="none" dirty="0">
              <a:solidFill>
                <a:srgbClr val="3F3F3F"/>
              </a:solidFill>
              <a:latin typeface="Open Sans"/>
              <a:ea typeface="Open Sans"/>
              <a:cs typeface="Open Sans"/>
              <a:sym typeface="Open Sans"/>
            </a:endParaRPr>
          </a:p>
          <a:p>
            <a:pPr marL="457200" marR="0" lvl="0" indent="-457200" algn="l" rtl="0">
              <a:lnSpc>
                <a:spcPct val="115000"/>
              </a:lnSpc>
              <a:spcBef>
                <a:spcPts val="0"/>
              </a:spcBef>
              <a:spcAft>
                <a:spcPts val="0"/>
              </a:spcAft>
              <a:buClr>
                <a:schemeClr val="dk1"/>
              </a:buClr>
              <a:buSzPts val="2400"/>
              <a:buFont typeface="Arial"/>
              <a:buChar char="•"/>
            </a:pPr>
            <a:r>
              <a:rPr lang="en-US" sz="2200" b="0" i="0" u="none" strike="noStrike" cap="none" dirty="0">
                <a:solidFill>
                  <a:srgbClr val="3F3F3F"/>
                </a:solidFill>
                <a:latin typeface="Open Sans"/>
                <a:ea typeface="Open Sans"/>
                <a:cs typeface="Open Sans"/>
                <a:sym typeface="Open Sans"/>
              </a:rPr>
              <a:t>Supports machine learning, business intelligence, streaming, and batch processing</a:t>
            </a:r>
            <a:endParaRPr sz="2200" b="0" i="0" u="none" strike="noStrike" cap="none" dirty="0">
              <a:solidFill>
                <a:srgbClr val="3F3F3F"/>
              </a:solidFill>
              <a:latin typeface="Open Sans"/>
              <a:ea typeface="Open Sans"/>
              <a:cs typeface="Open Sans"/>
              <a:sym typeface="Open Sans"/>
            </a:endParaRPr>
          </a:p>
          <a:p>
            <a:pPr marL="457200" marR="0" lvl="0" indent="-304800" algn="l" rtl="0">
              <a:lnSpc>
                <a:spcPct val="90000"/>
              </a:lnSpc>
              <a:spcBef>
                <a:spcPts val="0"/>
              </a:spcBef>
              <a:spcAft>
                <a:spcPts val="0"/>
              </a:spcAft>
              <a:buClr>
                <a:schemeClr val="dk1"/>
              </a:buClr>
              <a:buSzPts val="2400"/>
              <a:buFont typeface="Arial"/>
              <a:buNone/>
            </a:pPr>
            <a:endParaRPr sz="2200" b="0" i="0" u="none" strike="noStrike" cap="none" dirty="0">
              <a:solidFill>
                <a:srgbClr val="3F3F3F"/>
              </a:solidFill>
              <a:latin typeface="Open Sans"/>
              <a:ea typeface="Open Sans"/>
              <a:cs typeface="Open Sans"/>
              <a:sym typeface="Open Sans"/>
            </a:endParaRPr>
          </a:p>
          <a:p>
            <a:pPr marL="457200" marR="0" lvl="0" indent="-304800" algn="l" rtl="0">
              <a:lnSpc>
                <a:spcPct val="90000"/>
              </a:lnSpc>
              <a:spcBef>
                <a:spcPts val="0"/>
              </a:spcBef>
              <a:spcAft>
                <a:spcPts val="0"/>
              </a:spcAft>
              <a:buClr>
                <a:schemeClr val="dk1"/>
              </a:buClr>
              <a:buSzPts val="2400"/>
              <a:buFont typeface="Arial"/>
              <a:buNone/>
            </a:pPr>
            <a:endParaRPr sz="2200" b="0" i="0" u="none" strike="noStrike" cap="none" dirty="0">
              <a:solidFill>
                <a:srgbClr val="3F3F3F"/>
              </a:solidFill>
              <a:latin typeface="Open Sans"/>
              <a:ea typeface="Open Sans"/>
              <a:cs typeface="Open Sans"/>
              <a:sym typeface="Open Sans"/>
            </a:endParaRPr>
          </a:p>
          <a:p>
            <a:pPr marL="457200" marR="0" lvl="0" indent="-304800" algn="l" rtl="0">
              <a:lnSpc>
                <a:spcPct val="90000"/>
              </a:lnSpc>
              <a:spcBef>
                <a:spcPts val="0"/>
              </a:spcBef>
              <a:spcAft>
                <a:spcPts val="0"/>
              </a:spcAft>
              <a:buClr>
                <a:schemeClr val="dk1"/>
              </a:buClr>
              <a:buSzPts val="2400"/>
              <a:buFont typeface="Arial"/>
              <a:buNone/>
            </a:pPr>
            <a:endParaRPr sz="2200" b="0" i="0" u="none" strike="noStrike" cap="none" dirty="0">
              <a:solidFill>
                <a:srgbClr val="3F3F3F"/>
              </a:solidFill>
              <a:latin typeface="Open Sans"/>
              <a:ea typeface="Open Sans"/>
              <a:cs typeface="Open Sans"/>
              <a:sym typeface="Open Sans"/>
            </a:endParaRPr>
          </a:p>
          <a:p>
            <a:pPr marL="457200" marR="0" lvl="0" indent="-304800" algn="l" rtl="0">
              <a:lnSpc>
                <a:spcPct val="90000"/>
              </a:lnSpc>
              <a:spcBef>
                <a:spcPts val="0"/>
              </a:spcBef>
              <a:spcAft>
                <a:spcPts val="0"/>
              </a:spcAft>
              <a:buClr>
                <a:schemeClr val="dk1"/>
              </a:buClr>
              <a:buSzPts val="2400"/>
              <a:buFont typeface="Arial"/>
              <a:buNone/>
            </a:pPr>
            <a:endParaRPr sz="2200" b="0" i="0" u="none" strike="noStrike" cap="none" dirty="0">
              <a:solidFill>
                <a:srgbClr val="3F3F3F"/>
              </a:solidFill>
              <a:latin typeface="Open Sans"/>
              <a:ea typeface="Open Sans"/>
              <a:cs typeface="Open Sans"/>
              <a:sym typeface="Open Sans"/>
            </a:endParaRPr>
          </a:p>
          <a:p>
            <a:pPr marL="457200" marR="0" lvl="0" indent="-304800" algn="l" rtl="0">
              <a:lnSpc>
                <a:spcPct val="90000"/>
              </a:lnSpc>
              <a:spcBef>
                <a:spcPts val="0"/>
              </a:spcBef>
              <a:spcAft>
                <a:spcPts val="0"/>
              </a:spcAft>
              <a:buClr>
                <a:schemeClr val="dk1"/>
              </a:buClr>
              <a:buSzPts val="2400"/>
              <a:buFont typeface="Arial"/>
              <a:buNone/>
            </a:pPr>
            <a:endParaRPr sz="2200" b="0" i="0" u="none" strike="noStrike" cap="none" dirty="0">
              <a:solidFill>
                <a:srgbClr val="3F3F3F"/>
              </a:solidFill>
              <a:latin typeface="Open Sans"/>
              <a:ea typeface="Open Sans"/>
              <a:cs typeface="Open Sans"/>
              <a:sym typeface="Open Sans"/>
            </a:endParaRPr>
          </a:p>
          <a:p>
            <a:pPr marL="0" marR="0" lvl="0" indent="0" algn="l" rtl="0">
              <a:lnSpc>
                <a:spcPct val="90000"/>
              </a:lnSpc>
              <a:spcBef>
                <a:spcPts val="0"/>
              </a:spcBef>
              <a:spcAft>
                <a:spcPts val="0"/>
              </a:spcAft>
              <a:buClr>
                <a:schemeClr val="dk1"/>
              </a:buClr>
              <a:buSzPts val="2400"/>
              <a:buFont typeface="Arial"/>
              <a:buNone/>
            </a:pPr>
            <a:r>
              <a:rPr lang="en-US" sz="2200" b="0" i="0" u="none" strike="noStrike" cap="none" dirty="0">
                <a:solidFill>
                  <a:srgbClr val="3F3F3F"/>
                </a:solidFill>
                <a:latin typeface="Open Sans"/>
                <a:ea typeface="Open Sans"/>
                <a:cs typeface="Open Sans"/>
                <a:sym typeface="Open Sans"/>
              </a:rPr>
              <a:t> </a:t>
            </a:r>
            <a:endParaRPr sz="2200" b="0" i="0" u="none" strike="noStrike" cap="none" dirty="0">
              <a:solidFill>
                <a:srgbClr val="3F3F3F"/>
              </a:solidFill>
              <a:latin typeface="Open Sans"/>
              <a:ea typeface="Open Sans"/>
              <a:cs typeface="Open Sans"/>
              <a:sym typeface="Open Sans"/>
            </a:endParaRPr>
          </a:p>
          <a:p>
            <a:pPr marL="0" marR="0" lvl="0" indent="0" algn="l" rtl="0">
              <a:lnSpc>
                <a:spcPct val="90000"/>
              </a:lnSpc>
              <a:spcBef>
                <a:spcPts val="1000"/>
              </a:spcBef>
              <a:spcAft>
                <a:spcPts val="0"/>
              </a:spcAft>
              <a:buClr>
                <a:schemeClr val="dk1"/>
              </a:buClr>
              <a:buSzPts val="2400"/>
              <a:buFont typeface="Arial"/>
              <a:buNone/>
            </a:pPr>
            <a:endParaRPr sz="2200" b="0" i="0" u="none" strike="noStrike" cap="none" dirty="0">
              <a:solidFill>
                <a:srgbClr val="3F3F3F"/>
              </a:solidFill>
              <a:latin typeface="Open Sans"/>
              <a:ea typeface="Open Sans"/>
              <a:cs typeface="Open Sans"/>
              <a:sym typeface="Open Sans"/>
            </a:endParaRPr>
          </a:p>
          <a:p>
            <a:pPr marL="0" marR="0" lvl="0" indent="0" algn="l" rtl="0">
              <a:lnSpc>
                <a:spcPct val="90000"/>
              </a:lnSpc>
              <a:spcBef>
                <a:spcPts val="1000"/>
              </a:spcBef>
              <a:spcAft>
                <a:spcPts val="0"/>
              </a:spcAft>
              <a:buClr>
                <a:schemeClr val="dk1"/>
              </a:buClr>
              <a:buSzPts val="2400"/>
              <a:buFont typeface="Arial"/>
              <a:buNone/>
            </a:pPr>
            <a:endParaRPr sz="2200" b="0" i="0" u="none" strike="noStrike" cap="none" dirty="0">
              <a:solidFill>
                <a:srgbClr val="3F3F3F"/>
              </a:solidFill>
              <a:latin typeface="Open Sans"/>
              <a:ea typeface="Open Sans"/>
              <a:cs typeface="Open Sans"/>
              <a:sym typeface="Open Sans"/>
            </a:endParaRPr>
          </a:p>
          <a:p>
            <a:pPr marL="342900" marR="0" lvl="0" indent="-203200" algn="l" rtl="0">
              <a:lnSpc>
                <a:spcPct val="100000"/>
              </a:lnSpc>
              <a:spcBef>
                <a:spcPts val="0"/>
              </a:spcBef>
              <a:spcAft>
                <a:spcPts val="0"/>
              </a:spcAft>
              <a:buClr>
                <a:srgbClr val="000000"/>
              </a:buClr>
              <a:buSzPts val="2200"/>
              <a:buFont typeface="Arial"/>
              <a:buNone/>
            </a:pPr>
            <a:endParaRPr sz="2200" b="0" i="0" u="none" strike="noStrike" cap="none" dirty="0">
              <a:solidFill>
                <a:srgbClr val="3F3F3F"/>
              </a:solidFill>
              <a:latin typeface="Open Sans"/>
              <a:ea typeface="Open Sans"/>
              <a:cs typeface="Open Sans"/>
              <a:sym typeface="Open Sans"/>
            </a:endParaRPr>
          </a:p>
        </p:txBody>
      </p:sp>
      <p:pic>
        <p:nvPicPr>
          <p:cNvPr id="1945" name="Google Shape;1945;p75" descr="Logo&#10;&#10;Description automatically generated"/>
          <p:cNvPicPr preferRelativeResize="0"/>
          <p:nvPr/>
        </p:nvPicPr>
        <p:blipFill rotWithShape="1">
          <a:blip r:embed="rId3">
            <a:alphaModFix/>
          </a:blip>
          <a:srcRect/>
          <a:stretch/>
        </p:blipFill>
        <p:spPr>
          <a:xfrm>
            <a:off x="2067606" y="3166385"/>
            <a:ext cx="5006871" cy="2599401"/>
          </a:xfrm>
          <a:prstGeom prst="rect">
            <a:avLst/>
          </a:prstGeom>
          <a:noFill/>
          <a:ln>
            <a:noFill/>
          </a:ln>
        </p:spPr>
      </p:pic>
      <p:sp>
        <p:nvSpPr>
          <p:cNvPr id="3" name="Brandline_LVC">
            <a:extLst>
              <a:ext uri="{FF2B5EF4-FFF2-40B4-BE49-F238E27FC236}">
                <a16:creationId xmlns:a16="http://schemas.microsoft.com/office/drawing/2014/main" id="{FDD3CC43-1527-5535-9496-F76085668114}"/>
              </a:ext>
            </a:extLst>
          </p:cNvPr>
          <p:cNvSpPr/>
          <p:nvPr/>
        </p:nvSpPr>
        <p:spPr>
          <a:xfrm>
            <a:off x="7493000" y="816324"/>
            <a:ext cx="1272064"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1950"/>
        <p:cNvGrpSpPr/>
        <p:nvPr/>
      </p:nvGrpSpPr>
      <p:grpSpPr>
        <a:xfrm>
          <a:off x="0" y="0"/>
          <a:ext cx="0" cy="0"/>
          <a:chOff x="0" y="0"/>
          <a:chExt cx="0" cy="0"/>
        </a:xfrm>
      </p:grpSpPr>
      <p:sp>
        <p:nvSpPr>
          <p:cNvPr id="1951" name="Google Shape;1951;p76"/>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marR="0" lvl="0" indent="0" algn="ctr" rtl="0">
              <a:lnSpc>
                <a:spcPct val="90000"/>
              </a:lnSpc>
              <a:spcBef>
                <a:spcPts val="0"/>
              </a:spcBef>
              <a:spcAft>
                <a:spcPts val="0"/>
              </a:spcAft>
              <a:buClr>
                <a:srgbClr val="7F7F7F"/>
              </a:buClr>
              <a:buSzPts val="2000"/>
              <a:buFont typeface="Open Sans ExtraBold"/>
              <a:buNone/>
            </a:pPr>
            <a:r>
              <a:rPr lang="en-US" sz="2800" i="0" u="none" strike="noStrike" cap="none" dirty="0">
                <a:solidFill>
                  <a:srgbClr val="3F3F3F"/>
                </a:solidFill>
                <a:latin typeface="Open Sans"/>
                <a:ea typeface="Open Sans"/>
                <a:cs typeface="Open Sans"/>
                <a:sym typeface="Open Sans"/>
              </a:rPr>
              <a:t>Hadoop MapReduce</a:t>
            </a:r>
            <a:endParaRPr dirty="0"/>
          </a:p>
        </p:txBody>
      </p:sp>
      <p:sp>
        <p:nvSpPr>
          <p:cNvPr id="1952" name="Google Shape;1952;p76"/>
          <p:cNvSpPr txBox="1"/>
          <p:nvPr/>
        </p:nvSpPr>
        <p:spPr>
          <a:xfrm>
            <a:off x="8008" y="1060333"/>
            <a:ext cx="16258032" cy="665045"/>
          </a:xfrm>
          <a:prstGeom prst="rect">
            <a:avLst/>
          </a:prstGeom>
          <a:noFill/>
          <a:ln>
            <a:noFill/>
          </a:ln>
        </p:spPr>
        <p:txBody>
          <a:bodyPr spcFirstLastPara="1" wrap="square" lIns="91425" tIns="45700" rIns="91425" bIns="45700" anchor="ctr" anchorCtr="0">
            <a:normAutofit/>
          </a:bodyPr>
          <a:lstStyle/>
          <a:p>
            <a:pPr marL="0" marR="0" lvl="0" indent="0" algn="ctr" rtl="0">
              <a:lnSpc>
                <a:spcPct val="90000"/>
              </a:lnSpc>
              <a:spcBef>
                <a:spcPts val="0"/>
              </a:spcBef>
              <a:spcAft>
                <a:spcPts val="0"/>
              </a:spcAft>
              <a:buClr>
                <a:srgbClr val="7F7F7F"/>
              </a:buClr>
              <a:buSzPts val="2000"/>
              <a:buFont typeface="Open Sans ExtraBold"/>
              <a:buNone/>
            </a:pPr>
            <a:endParaRPr sz="2000" b="0" i="0" u="none" strike="noStrike" cap="none">
              <a:solidFill>
                <a:srgbClr val="7F7F7F"/>
              </a:solidFill>
              <a:latin typeface="Open Sans ExtraBold"/>
              <a:ea typeface="Open Sans ExtraBold"/>
              <a:cs typeface="Open Sans ExtraBold"/>
              <a:sym typeface="Open Sans ExtraBold"/>
            </a:endParaRPr>
          </a:p>
        </p:txBody>
      </p:sp>
      <p:grpSp>
        <p:nvGrpSpPr>
          <p:cNvPr id="1953" name="Google Shape;1953;p76"/>
          <p:cNvGrpSpPr/>
          <p:nvPr/>
        </p:nvGrpSpPr>
        <p:grpSpPr>
          <a:xfrm>
            <a:off x="1849604" y="1944305"/>
            <a:ext cx="12806252" cy="5783611"/>
            <a:chOff x="1849604" y="2020505"/>
            <a:chExt cx="12806252" cy="5783611"/>
          </a:xfrm>
        </p:grpSpPr>
        <p:sp>
          <p:nvSpPr>
            <p:cNvPr id="1954" name="Google Shape;1954;p76"/>
            <p:cNvSpPr/>
            <p:nvPr/>
          </p:nvSpPr>
          <p:spPr>
            <a:xfrm>
              <a:off x="10052096" y="2672595"/>
              <a:ext cx="4603760" cy="1107955"/>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400"/>
                <a:buFont typeface="Arial"/>
                <a:buNone/>
              </a:pPr>
              <a:r>
                <a:rPr lang="en-US" sz="2200" b="0" i="0" u="none" strike="noStrike" cap="none">
                  <a:solidFill>
                    <a:srgbClr val="404040"/>
                  </a:solidFill>
                  <a:latin typeface="Open Sans"/>
                  <a:ea typeface="Open Sans"/>
                  <a:cs typeface="Open Sans"/>
                  <a:sym typeface="Open Sans"/>
                </a:rPr>
                <a:t>Original Hadoop processing engine which is primarily Java-based</a:t>
              </a:r>
              <a:endParaRPr sz="2200" b="0" i="0" u="none" strike="noStrike" cap="none">
                <a:solidFill>
                  <a:srgbClr val="000000"/>
                </a:solidFill>
                <a:latin typeface="Arial"/>
                <a:ea typeface="Arial"/>
                <a:cs typeface="Arial"/>
                <a:sym typeface="Arial"/>
              </a:endParaRPr>
            </a:p>
          </p:txBody>
        </p:sp>
        <p:grpSp>
          <p:nvGrpSpPr>
            <p:cNvPr id="1955" name="Google Shape;1955;p76"/>
            <p:cNvGrpSpPr/>
            <p:nvPr/>
          </p:nvGrpSpPr>
          <p:grpSpPr>
            <a:xfrm>
              <a:off x="1849604" y="2020505"/>
              <a:ext cx="12240466" cy="5783611"/>
              <a:chOff x="1849604" y="2020505"/>
              <a:chExt cx="12240466" cy="5783611"/>
            </a:xfrm>
          </p:grpSpPr>
          <p:sp>
            <p:nvSpPr>
              <p:cNvPr id="1956" name="Google Shape;1956;p76"/>
              <p:cNvSpPr/>
              <p:nvPr/>
            </p:nvSpPr>
            <p:spPr>
              <a:xfrm>
                <a:off x="1987047" y="6128045"/>
                <a:ext cx="3403903" cy="1107955"/>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400"/>
                  <a:buFont typeface="Arial"/>
                  <a:buNone/>
                </a:pPr>
                <a:r>
                  <a:rPr lang="en-US" sz="2200" b="0" i="0" u="none" strike="noStrike" cap="none" dirty="0">
                    <a:solidFill>
                      <a:srgbClr val="404040"/>
                    </a:solidFill>
                    <a:latin typeface="Open Sans"/>
                    <a:ea typeface="Open Sans"/>
                    <a:cs typeface="Open Sans"/>
                    <a:sym typeface="Open Sans"/>
                  </a:rPr>
                  <a:t>An extensive and mature fault tolerance framework</a:t>
                </a:r>
                <a:endParaRPr sz="2200" b="0" i="0" u="none" strike="noStrike" cap="none" dirty="0">
                  <a:solidFill>
                    <a:srgbClr val="000000"/>
                  </a:solidFill>
                  <a:latin typeface="Arial"/>
                  <a:ea typeface="Arial"/>
                  <a:cs typeface="Arial"/>
                  <a:sym typeface="Arial"/>
                </a:endParaRPr>
              </a:p>
            </p:txBody>
          </p:sp>
          <p:grpSp>
            <p:nvGrpSpPr>
              <p:cNvPr id="1957" name="Google Shape;1957;p76"/>
              <p:cNvGrpSpPr/>
              <p:nvPr/>
            </p:nvGrpSpPr>
            <p:grpSpPr>
              <a:xfrm>
                <a:off x="1849604" y="2020505"/>
                <a:ext cx="12240466" cy="5783611"/>
                <a:chOff x="1849604" y="2020505"/>
                <a:chExt cx="12240466" cy="5783611"/>
              </a:xfrm>
            </p:grpSpPr>
            <p:pic>
              <p:nvPicPr>
                <p:cNvPr id="1958" name="Google Shape;1958;p76"/>
                <p:cNvPicPr preferRelativeResize="0"/>
                <p:nvPr/>
              </p:nvPicPr>
              <p:blipFill rotWithShape="1">
                <a:blip r:embed="rId3">
                  <a:alphaModFix/>
                </a:blip>
                <a:srcRect/>
                <a:stretch/>
              </p:blipFill>
              <p:spPr>
                <a:xfrm>
                  <a:off x="6073332" y="4354845"/>
                  <a:ext cx="3234704" cy="1114931"/>
                </a:xfrm>
                <a:prstGeom prst="rect">
                  <a:avLst/>
                </a:prstGeom>
                <a:noFill/>
                <a:ln>
                  <a:noFill/>
                </a:ln>
              </p:spPr>
            </p:pic>
            <p:sp>
              <p:nvSpPr>
                <p:cNvPr id="1959" name="Google Shape;1959;p76"/>
                <p:cNvSpPr/>
                <p:nvPr/>
              </p:nvSpPr>
              <p:spPr>
                <a:xfrm>
                  <a:off x="4869014" y="2020505"/>
                  <a:ext cx="2821670" cy="2802100"/>
                </a:xfrm>
                <a:custGeom>
                  <a:avLst/>
                  <a:gdLst/>
                  <a:ahLst/>
                  <a:cxnLst/>
                  <a:rect l="l" t="t" r="r" b="b"/>
                  <a:pathLst>
                    <a:path w="263" h="261" extrusionOk="0">
                      <a:moveTo>
                        <a:pt x="243" y="0"/>
                      </a:moveTo>
                      <a:cubicBezTo>
                        <a:pt x="243" y="48"/>
                        <a:pt x="243" y="48"/>
                        <a:pt x="243" y="48"/>
                      </a:cubicBezTo>
                      <a:cubicBezTo>
                        <a:pt x="224" y="51"/>
                        <a:pt x="205" y="56"/>
                        <a:pt x="187" y="63"/>
                      </a:cubicBezTo>
                      <a:cubicBezTo>
                        <a:pt x="168" y="18"/>
                        <a:pt x="168" y="18"/>
                        <a:pt x="168" y="18"/>
                      </a:cubicBezTo>
                      <a:cubicBezTo>
                        <a:pt x="146" y="27"/>
                        <a:pt x="126" y="39"/>
                        <a:pt x="107" y="53"/>
                      </a:cubicBezTo>
                      <a:cubicBezTo>
                        <a:pt x="136" y="92"/>
                        <a:pt x="136" y="92"/>
                        <a:pt x="136" y="92"/>
                      </a:cubicBezTo>
                      <a:cubicBezTo>
                        <a:pt x="121" y="104"/>
                        <a:pt x="107" y="117"/>
                        <a:pt x="95" y="133"/>
                      </a:cubicBezTo>
                      <a:cubicBezTo>
                        <a:pt x="56" y="103"/>
                        <a:pt x="56" y="103"/>
                        <a:pt x="56" y="103"/>
                      </a:cubicBezTo>
                      <a:cubicBezTo>
                        <a:pt x="42" y="121"/>
                        <a:pt x="30" y="142"/>
                        <a:pt x="21" y="164"/>
                      </a:cubicBezTo>
                      <a:cubicBezTo>
                        <a:pt x="66" y="183"/>
                        <a:pt x="66" y="183"/>
                        <a:pt x="66" y="183"/>
                      </a:cubicBezTo>
                      <a:cubicBezTo>
                        <a:pt x="58" y="201"/>
                        <a:pt x="53" y="220"/>
                        <a:pt x="50" y="239"/>
                      </a:cubicBezTo>
                      <a:cubicBezTo>
                        <a:pt x="0" y="240"/>
                        <a:pt x="0" y="240"/>
                        <a:pt x="0" y="240"/>
                      </a:cubicBezTo>
                      <a:cubicBezTo>
                        <a:pt x="0" y="261"/>
                        <a:pt x="0" y="261"/>
                        <a:pt x="0" y="261"/>
                      </a:cubicBezTo>
                      <a:cubicBezTo>
                        <a:pt x="106" y="261"/>
                        <a:pt x="106" y="261"/>
                        <a:pt x="106" y="261"/>
                      </a:cubicBezTo>
                      <a:cubicBezTo>
                        <a:pt x="106" y="256"/>
                        <a:pt x="106" y="252"/>
                        <a:pt x="107" y="247"/>
                      </a:cubicBezTo>
                      <a:cubicBezTo>
                        <a:pt x="118" y="167"/>
                        <a:pt x="185" y="108"/>
                        <a:pt x="263" y="104"/>
                      </a:cubicBezTo>
                      <a:cubicBezTo>
                        <a:pt x="263" y="0"/>
                        <a:pt x="263" y="0"/>
                        <a:pt x="263" y="0"/>
                      </a:cubicBezTo>
                      <a:lnTo>
                        <a:pt x="243" y="0"/>
                      </a:lnTo>
                      <a:close/>
                    </a:path>
                  </a:pathLst>
                </a:custGeom>
                <a:solidFill>
                  <a:srgbClr val="2DA99D"/>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44494E"/>
                    </a:solidFill>
                    <a:latin typeface="Calibri"/>
                    <a:ea typeface="Calibri"/>
                    <a:cs typeface="Calibri"/>
                    <a:sym typeface="Calibri"/>
                  </a:endParaRPr>
                </a:p>
              </p:txBody>
            </p:sp>
            <p:sp>
              <p:nvSpPr>
                <p:cNvPr id="1960" name="Google Shape;1960;p76"/>
                <p:cNvSpPr/>
                <p:nvPr/>
              </p:nvSpPr>
              <p:spPr>
                <a:xfrm>
                  <a:off x="7873357" y="2020505"/>
                  <a:ext cx="2802097" cy="2802100"/>
                </a:xfrm>
                <a:custGeom>
                  <a:avLst/>
                  <a:gdLst/>
                  <a:ahLst/>
                  <a:cxnLst/>
                  <a:rect l="l" t="t" r="r" b="b"/>
                  <a:pathLst>
                    <a:path w="261" h="261" extrusionOk="0">
                      <a:moveTo>
                        <a:pt x="261" y="241"/>
                      </a:moveTo>
                      <a:cubicBezTo>
                        <a:pt x="213" y="242"/>
                        <a:pt x="213" y="242"/>
                        <a:pt x="213" y="242"/>
                      </a:cubicBezTo>
                      <a:cubicBezTo>
                        <a:pt x="210" y="222"/>
                        <a:pt x="205" y="203"/>
                        <a:pt x="198" y="185"/>
                      </a:cubicBezTo>
                      <a:cubicBezTo>
                        <a:pt x="243" y="167"/>
                        <a:pt x="243" y="167"/>
                        <a:pt x="243" y="167"/>
                      </a:cubicBezTo>
                      <a:cubicBezTo>
                        <a:pt x="234" y="145"/>
                        <a:pt x="222" y="124"/>
                        <a:pt x="208" y="105"/>
                      </a:cubicBezTo>
                      <a:cubicBezTo>
                        <a:pt x="169" y="135"/>
                        <a:pt x="169" y="135"/>
                        <a:pt x="169" y="135"/>
                      </a:cubicBezTo>
                      <a:cubicBezTo>
                        <a:pt x="157" y="119"/>
                        <a:pt x="144" y="105"/>
                        <a:pt x="128" y="93"/>
                      </a:cubicBezTo>
                      <a:cubicBezTo>
                        <a:pt x="158" y="55"/>
                        <a:pt x="158" y="55"/>
                        <a:pt x="158" y="55"/>
                      </a:cubicBezTo>
                      <a:cubicBezTo>
                        <a:pt x="139" y="40"/>
                        <a:pt x="119" y="28"/>
                        <a:pt x="97" y="19"/>
                      </a:cubicBezTo>
                      <a:cubicBezTo>
                        <a:pt x="78" y="64"/>
                        <a:pt x="78" y="64"/>
                        <a:pt x="78" y="64"/>
                      </a:cubicBezTo>
                      <a:cubicBezTo>
                        <a:pt x="60" y="57"/>
                        <a:pt x="41" y="51"/>
                        <a:pt x="22" y="49"/>
                      </a:cubicBezTo>
                      <a:cubicBezTo>
                        <a:pt x="22" y="0"/>
                        <a:pt x="22" y="0"/>
                        <a:pt x="22" y="0"/>
                      </a:cubicBezTo>
                      <a:cubicBezTo>
                        <a:pt x="0" y="0"/>
                        <a:pt x="0" y="0"/>
                        <a:pt x="0" y="0"/>
                      </a:cubicBezTo>
                      <a:cubicBezTo>
                        <a:pt x="0" y="104"/>
                        <a:pt x="0" y="104"/>
                        <a:pt x="0" y="104"/>
                      </a:cubicBezTo>
                      <a:cubicBezTo>
                        <a:pt x="5" y="104"/>
                        <a:pt x="9" y="105"/>
                        <a:pt x="14" y="105"/>
                      </a:cubicBezTo>
                      <a:cubicBezTo>
                        <a:pt x="94" y="116"/>
                        <a:pt x="153" y="183"/>
                        <a:pt x="157" y="261"/>
                      </a:cubicBezTo>
                      <a:cubicBezTo>
                        <a:pt x="261" y="261"/>
                        <a:pt x="261" y="261"/>
                        <a:pt x="261" y="261"/>
                      </a:cubicBezTo>
                      <a:lnTo>
                        <a:pt x="261" y="241"/>
                      </a:lnTo>
                      <a:close/>
                    </a:path>
                  </a:pathLst>
                </a:custGeom>
                <a:solidFill>
                  <a:srgbClr val="9BBB5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44494E"/>
                    </a:solidFill>
                    <a:latin typeface="Calibri"/>
                    <a:ea typeface="Calibri"/>
                    <a:cs typeface="Calibri"/>
                    <a:sym typeface="Calibri"/>
                  </a:endParaRPr>
                </a:p>
              </p:txBody>
            </p:sp>
            <p:sp>
              <p:nvSpPr>
                <p:cNvPr id="1961" name="Google Shape;1961;p76"/>
                <p:cNvSpPr/>
                <p:nvPr/>
              </p:nvSpPr>
              <p:spPr>
                <a:xfrm>
                  <a:off x="7873357" y="5002016"/>
                  <a:ext cx="2802097" cy="2802100"/>
                </a:xfrm>
                <a:custGeom>
                  <a:avLst/>
                  <a:gdLst/>
                  <a:ahLst/>
                  <a:cxnLst/>
                  <a:rect l="l" t="t" r="r" b="b"/>
                  <a:pathLst>
                    <a:path w="261" h="261" extrusionOk="0">
                      <a:moveTo>
                        <a:pt x="212" y="22"/>
                      </a:moveTo>
                      <a:cubicBezTo>
                        <a:pt x="261" y="22"/>
                        <a:pt x="261" y="22"/>
                        <a:pt x="261" y="22"/>
                      </a:cubicBezTo>
                      <a:cubicBezTo>
                        <a:pt x="261" y="0"/>
                        <a:pt x="261" y="0"/>
                        <a:pt x="261" y="0"/>
                      </a:cubicBezTo>
                      <a:cubicBezTo>
                        <a:pt x="157" y="0"/>
                        <a:pt x="157" y="0"/>
                        <a:pt x="157" y="0"/>
                      </a:cubicBezTo>
                      <a:cubicBezTo>
                        <a:pt x="157" y="5"/>
                        <a:pt x="156" y="9"/>
                        <a:pt x="156" y="14"/>
                      </a:cubicBezTo>
                      <a:cubicBezTo>
                        <a:pt x="145" y="94"/>
                        <a:pt x="78" y="153"/>
                        <a:pt x="0" y="157"/>
                      </a:cubicBezTo>
                      <a:cubicBezTo>
                        <a:pt x="0" y="261"/>
                        <a:pt x="0" y="261"/>
                        <a:pt x="0" y="261"/>
                      </a:cubicBezTo>
                      <a:cubicBezTo>
                        <a:pt x="20" y="261"/>
                        <a:pt x="20" y="261"/>
                        <a:pt x="20" y="261"/>
                      </a:cubicBezTo>
                      <a:cubicBezTo>
                        <a:pt x="19" y="213"/>
                        <a:pt x="19" y="213"/>
                        <a:pt x="19" y="213"/>
                      </a:cubicBezTo>
                      <a:cubicBezTo>
                        <a:pt x="39" y="210"/>
                        <a:pt x="58" y="205"/>
                        <a:pt x="76" y="198"/>
                      </a:cubicBezTo>
                      <a:cubicBezTo>
                        <a:pt x="94" y="243"/>
                        <a:pt x="94" y="243"/>
                        <a:pt x="94" y="243"/>
                      </a:cubicBezTo>
                      <a:cubicBezTo>
                        <a:pt x="116" y="234"/>
                        <a:pt x="137" y="223"/>
                        <a:pt x="156" y="208"/>
                      </a:cubicBezTo>
                      <a:cubicBezTo>
                        <a:pt x="126" y="169"/>
                        <a:pt x="126" y="169"/>
                        <a:pt x="126" y="169"/>
                      </a:cubicBezTo>
                      <a:cubicBezTo>
                        <a:pt x="142" y="157"/>
                        <a:pt x="156" y="144"/>
                        <a:pt x="168" y="128"/>
                      </a:cubicBezTo>
                      <a:cubicBezTo>
                        <a:pt x="206" y="158"/>
                        <a:pt x="206" y="158"/>
                        <a:pt x="206" y="158"/>
                      </a:cubicBezTo>
                      <a:cubicBezTo>
                        <a:pt x="221" y="140"/>
                        <a:pt x="233" y="119"/>
                        <a:pt x="242" y="97"/>
                      </a:cubicBezTo>
                      <a:cubicBezTo>
                        <a:pt x="197" y="78"/>
                        <a:pt x="197" y="78"/>
                        <a:pt x="197" y="78"/>
                      </a:cubicBezTo>
                      <a:cubicBezTo>
                        <a:pt x="204" y="60"/>
                        <a:pt x="210" y="42"/>
                        <a:pt x="212" y="22"/>
                      </a:cubicBezTo>
                      <a:close/>
                    </a:path>
                  </a:pathLst>
                </a:custGeom>
                <a:solidFill>
                  <a:srgbClr val="F29B2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44494E"/>
                    </a:solidFill>
                    <a:latin typeface="Calibri"/>
                    <a:ea typeface="Calibri"/>
                    <a:cs typeface="Calibri"/>
                    <a:sym typeface="Calibri"/>
                  </a:endParaRPr>
                </a:p>
              </p:txBody>
            </p:sp>
            <p:sp>
              <p:nvSpPr>
                <p:cNvPr id="1962" name="Google Shape;1962;p76"/>
                <p:cNvSpPr/>
                <p:nvPr/>
              </p:nvSpPr>
              <p:spPr>
                <a:xfrm>
                  <a:off x="4869014" y="5002016"/>
                  <a:ext cx="2821670" cy="2802100"/>
                </a:xfrm>
                <a:custGeom>
                  <a:avLst/>
                  <a:gdLst/>
                  <a:ahLst/>
                  <a:cxnLst/>
                  <a:rect l="l" t="t" r="r" b="b"/>
                  <a:pathLst>
                    <a:path w="263" h="261" extrusionOk="0">
                      <a:moveTo>
                        <a:pt x="249" y="156"/>
                      </a:moveTo>
                      <a:cubicBezTo>
                        <a:pt x="169" y="145"/>
                        <a:pt x="110" y="78"/>
                        <a:pt x="106" y="0"/>
                      </a:cubicBezTo>
                      <a:cubicBezTo>
                        <a:pt x="0" y="0"/>
                        <a:pt x="0" y="0"/>
                        <a:pt x="0" y="0"/>
                      </a:cubicBezTo>
                      <a:cubicBezTo>
                        <a:pt x="0" y="20"/>
                        <a:pt x="0" y="20"/>
                        <a:pt x="0" y="20"/>
                      </a:cubicBezTo>
                      <a:cubicBezTo>
                        <a:pt x="50" y="20"/>
                        <a:pt x="50" y="20"/>
                        <a:pt x="50" y="20"/>
                      </a:cubicBezTo>
                      <a:cubicBezTo>
                        <a:pt x="53" y="39"/>
                        <a:pt x="58" y="58"/>
                        <a:pt x="65" y="76"/>
                      </a:cubicBezTo>
                      <a:cubicBezTo>
                        <a:pt x="20" y="94"/>
                        <a:pt x="20" y="94"/>
                        <a:pt x="20" y="94"/>
                      </a:cubicBezTo>
                      <a:cubicBezTo>
                        <a:pt x="29" y="117"/>
                        <a:pt x="40" y="137"/>
                        <a:pt x="55" y="156"/>
                      </a:cubicBezTo>
                      <a:cubicBezTo>
                        <a:pt x="94" y="127"/>
                        <a:pt x="94" y="127"/>
                        <a:pt x="94" y="127"/>
                      </a:cubicBezTo>
                      <a:cubicBezTo>
                        <a:pt x="106" y="142"/>
                        <a:pt x="119" y="156"/>
                        <a:pt x="135" y="168"/>
                      </a:cubicBezTo>
                      <a:cubicBezTo>
                        <a:pt x="105" y="207"/>
                        <a:pt x="105" y="207"/>
                        <a:pt x="105" y="207"/>
                      </a:cubicBezTo>
                      <a:cubicBezTo>
                        <a:pt x="123" y="221"/>
                        <a:pt x="144" y="233"/>
                        <a:pt x="166" y="242"/>
                      </a:cubicBezTo>
                      <a:cubicBezTo>
                        <a:pt x="185" y="197"/>
                        <a:pt x="185" y="197"/>
                        <a:pt x="185" y="197"/>
                      </a:cubicBezTo>
                      <a:cubicBezTo>
                        <a:pt x="203" y="205"/>
                        <a:pt x="221" y="210"/>
                        <a:pt x="241" y="213"/>
                      </a:cubicBezTo>
                      <a:cubicBezTo>
                        <a:pt x="241" y="261"/>
                        <a:pt x="241" y="261"/>
                        <a:pt x="241" y="261"/>
                      </a:cubicBezTo>
                      <a:cubicBezTo>
                        <a:pt x="263" y="261"/>
                        <a:pt x="263" y="261"/>
                        <a:pt x="263" y="261"/>
                      </a:cubicBezTo>
                      <a:cubicBezTo>
                        <a:pt x="263" y="157"/>
                        <a:pt x="263" y="157"/>
                        <a:pt x="263" y="157"/>
                      </a:cubicBezTo>
                      <a:cubicBezTo>
                        <a:pt x="258" y="157"/>
                        <a:pt x="253" y="157"/>
                        <a:pt x="249" y="156"/>
                      </a:cubicBezTo>
                      <a:close/>
                    </a:path>
                  </a:pathLst>
                </a:custGeom>
                <a:solidFill>
                  <a:srgbClr val="D143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44494E"/>
                    </a:solidFill>
                    <a:latin typeface="Calibri"/>
                    <a:ea typeface="Calibri"/>
                    <a:cs typeface="Calibri"/>
                    <a:sym typeface="Calibri"/>
                  </a:endParaRPr>
                </a:p>
              </p:txBody>
            </p:sp>
            <p:sp>
              <p:nvSpPr>
                <p:cNvPr id="1963" name="Google Shape;1963;p76"/>
                <p:cNvSpPr/>
                <p:nvPr/>
              </p:nvSpPr>
              <p:spPr>
                <a:xfrm>
                  <a:off x="10675454" y="5943379"/>
                  <a:ext cx="3414616" cy="1107955"/>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400"/>
                    <a:buFont typeface="Arial"/>
                    <a:buNone/>
                  </a:pPr>
                  <a:r>
                    <a:rPr lang="en-US" sz="2200" b="0" i="0" u="none" strike="noStrike" cap="none">
                      <a:solidFill>
                        <a:srgbClr val="404040"/>
                      </a:solidFill>
                      <a:latin typeface="Open Sans"/>
                      <a:ea typeface="Open Sans"/>
                      <a:cs typeface="Open Sans"/>
                      <a:sym typeface="Open Sans"/>
                    </a:rPr>
                    <a:t>Based on the map and reduce programming model</a:t>
                  </a:r>
                  <a:endParaRPr sz="2200" b="0" i="0" u="none" strike="noStrike" cap="none">
                    <a:solidFill>
                      <a:srgbClr val="000000"/>
                    </a:solidFill>
                    <a:latin typeface="Arial"/>
                    <a:ea typeface="Arial"/>
                    <a:cs typeface="Arial"/>
                    <a:sym typeface="Arial"/>
                  </a:endParaRPr>
                </a:p>
              </p:txBody>
            </p:sp>
            <p:sp>
              <p:nvSpPr>
                <p:cNvPr id="1964" name="Google Shape;1964;p76"/>
                <p:cNvSpPr/>
                <p:nvPr/>
              </p:nvSpPr>
              <p:spPr>
                <a:xfrm>
                  <a:off x="1849604" y="3076166"/>
                  <a:ext cx="3678789" cy="430847"/>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400"/>
                    <a:buFont typeface="Arial"/>
                    <a:buNone/>
                  </a:pPr>
                  <a:r>
                    <a:rPr lang="en-US" sz="2200" b="0" i="0" u="none" strike="noStrike" cap="none">
                      <a:solidFill>
                        <a:srgbClr val="404040"/>
                      </a:solidFill>
                      <a:latin typeface="Open Sans"/>
                      <a:ea typeface="Open Sans"/>
                      <a:cs typeface="Open Sans"/>
                      <a:sym typeface="Open Sans"/>
                    </a:rPr>
                    <a:t>Commonly used</a:t>
                  </a:r>
                  <a:endParaRPr sz="2200" b="0" i="0" u="none" strike="noStrike" cap="none">
                    <a:solidFill>
                      <a:srgbClr val="000000"/>
                    </a:solidFill>
                    <a:latin typeface="Arial"/>
                    <a:ea typeface="Arial"/>
                    <a:cs typeface="Arial"/>
                    <a:sym typeface="Arial"/>
                  </a:endParaRPr>
                </a:p>
              </p:txBody>
            </p:sp>
          </p:grpSp>
        </p:grpSp>
      </p:grpSp>
      <p:sp>
        <p:nvSpPr>
          <p:cNvPr id="1966" name="Google Shape;1966;p76"/>
          <p:cNvSpPr txBox="1"/>
          <p:nvPr/>
        </p:nvSpPr>
        <p:spPr>
          <a:xfrm>
            <a:off x="4497294" y="1241427"/>
            <a:ext cx="7261412" cy="430887"/>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Some of Hadoop MapReduce features are:</a:t>
            </a:r>
            <a:endParaRPr sz="2200" b="0" i="0" u="none" strike="noStrike" cap="none">
              <a:solidFill>
                <a:srgbClr val="3F3F3F"/>
              </a:solidFill>
              <a:latin typeface="Open Sans"/>
              <a:ea typeface="Open Sans"/>
              <a:cs typeface="Open Sans"/>
              <a:sym typeface="Open Sans"/>
            </a:endParaRPr>
          </a:p>
        </p:txBody>
      </p:sp>
      <p:sp>
        <p:nvSpPr>
          <p:cNvPr id="3" name="Brandline_LVC">
            <a:extLst>
              <a:ext uri="{FF2B5EF4-FFF2-40B4-BE49-F238E27FC236}">
                <a16:creationId xmlns:a16="http://schemas.microsoft.com/office/drawing/2014/main" id="{039F92C1-7C49-92D9-D87F-E94A3FA51063}"/>
              </a:ext>
            </a:extLst>
          </p:cNvPr>
          <p:cNvSpPr/>
          <p:nvPr/>
        </p:nvSpPr>
        <p:spPr>
          <a:xfrm>
            <a:off x="5918200" y="816324"/>
            <a:ext cx="4425235"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1971"/>
        <p:cNvGrpSpPr/>
        <p:nvPr/>
      </p:nvGrpSpPr>
      <p:grpSpPr>
        <a:xfrm>
          <a:off x="0" y="0"/>
          <a:ext cx="0" cy="0"/>
          <a:chOff x="0" y="0"/>
          <a:chExt cx="0" cy="0"/>
        </a:xfrm>
      </p:grpSpPr>
      <p:sp>
        <p:nvSpPr>
          <p:cNvPr id="1972" name="Google Shape;1972;p77"/>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marR="0" lvl="0" indent="0" algn="ctr" rtl="0">
              <a:lnSpc>
                <a:spcPct val="90000"/>
              </a:lnSpc>
              <a:spcBef>
                <a:spcPts val="0"/>
              </a:spcBef>
              <a:spcAft>
                <a:spcPts val="0"/>
              </a:spcAft>
              <a:buClr>
                <a:srgbClr val="7F7F7F"/>
              </a:buClr>
              <a:buSzPts val="2000"/>
              <a:buFont typeface="Open Sans ExtraBold"/>
              <a:buNone/>
            </a:pPr>
            <a:r>
              <a:rPr lang="en-US" sz="2800" i="0" u="none" strike="noStrike" cap="none" dirty="0">
                <a:solidFill>
                  <a:srgbClr val="3F3F3F"/>
                </a:solidFill>
                <a:latin typeface="Open Sans"/>
                <a:ea typeface="Open Sans"/>
                <a:cs typeface="Open Sans"/>
                <a:sym typeface="Open Sans"/>
              </a:rPr>
              <a:t>Pig</a:t>
            </a:r>
            <a:endParaRPr sz="2800" i="0" u="none" strike="noStrike" cap="none" dirty="0">
              <a:solidFill>
                <a:srgbClr val="3F3F3F"/>
              </a:solidFill>
              <a:latin typeface="Open Sans"/>
              <a:ea typeface="Open Sans"/>
              <a:cs typeface="Open Sans"/>
              <a:sym typeface="Open Sans"/>
            </a:endParaRPr>
          </a:p>
        </p:txBody>
      </p:sp>
      <p:grpSp>
        <p:nvGrpSpPr>
          <p:cNvPr id="1973" name="Google Shape;1973;p77"/>
          <p:cNvGrpSpPr/>
          <p:nvPr/>
        </p:nvGrpSpPr>
        <p:grpSpPr>
          <a:xfrm>
            <a:off x="2943677" y="2666999"/>
            <a:ext cx="11077123" cy="4698804"/>
            <a:chOff x="1805049" y="1930004"/>
            <a:chExt cx="12540343" cy="5702500"/>
          </a:xfrm>
        </p:grpSpPr>
        <p:sp>
          <p:nvSpPr>
            <p:cNvPr id="1974" name="Google Shape;1974;p77"/>
            <p:cNvSpPr txBox="1"/>
            <p:nvPr/>
          </p:nvSpPr>
          <p:spPr>
            <a:xfrm>
              <a:off x="10354932" y="4616210"/>
              <a:ext cx="3990460" cy="707846"/>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404040"/>
                </a:buClr>
                <a:buSzPts val="2400"/>
                <a:buFont typeface="Arial"/>
                <a:buNone/>
              </a:pPr>
              <a:r>
                <a:rPr lang="en-US" sz="2000" b="0" i="0" u="none" strike="noStrike" cap="none">
                  <a:solidFill>
                    <a:srgbClr val="3F3F3F"/>
                  </a:solidFill>
                  <a:latin typeface="Open Sans"/>
                  <a:ea typeface="Open Sans"/>
                  <a:cs typeface="Open Sans"/>
                  <a:sym typeface="Open Sans"/>
                </a:rPr>
                <a:t>Best for ad-hoc queries such as join and filter</a:t>
              </a:r>
              <a:endParaRPr sz="2000" b="0" i="0" u="none" strike="noStrike" cap="none">
                <a:solidFill>
                  <a:srgbClr val="3F3F3F"/>
                </a:solidFill>
                <a:latin typeface="Arial"/>
                <a:ea typeface="Arial"/>
                <a:cs typeface="Arial"/>
                <a:sym typeface="Arial"/>
              </a:endParaRPr>
            </a:p>
          </p:txBody>
        </p:sp>
        <p:grpSp>
          <p:nvGrpSpPr>
            <p:cNvPr id="1975" name="Google Shape;1975;p77"/>
            <p:cNvGrpSpPr/>
            <p:nvPr/>
          </p:nvGrpSpPr>
          <p:grpSpPr>
            <a:xfrm>
              <a:off x="1805049" y="1930004"/>
              <a:ext cx="10546605" cy="5702500"/>
              <a:chOff x="1805049" y="1930004"/>
              <a:chExt cx="10546605" cy="5702500"/>
            </a:xfrm>
          </p:grpSpPr>
          <p:grpSp>
            <p:nvGrpSpPr>
              <p:cNvPr id="1976" name="Google Shape;1976;p77"/>
              <p:cNvGrpSpPr/>
              <p:nvPr/>
            </p:nvGrpSpPr>
            <p:grpSpPr>
              <a:xfrm>
                <a:off x="1805049" y="3380457"/>
                <a:ext cx="4404429" cy="2454749"/>
                <a:chOff x="1805049" y="3380457"/>
                <a:chExt cx="4404429" cy="2454749"/>
              </a:xfrm>
            </p:grpSpPr>
            <p:sp>
              <p:nvSpPr>
                <p:cNvPr id="1977" name="Google Shape;1977;p77"/>
                <p:cNvSpPr txBox="1"/>
                <p:nvPr/>
              </p:nvSpPr>
              <p:spPr>
                <a:xfrm>
                  <a:off x="1805049" y="3380457"/>
                  <a:ext cx="4404429" cy="646290"/>
                </a:xfrm>
                <a:prstGeom prst="rect">
                  <a:avLst/>
                </a:prstGeom>
                <a:noFill/>
                <a:ln>
                  <a:noFill/>
                </a:ln>
              </p:spPr>
              <p:txBody>
                <a:bodyPr spcFirstLastPara="1" wrap="square" lIns="91425" tIns="45700" rIns="91425" bIns="45700" anchor="t" anchorCtr="0">
                  <a:spAutoFit/>
                </a:bodyPr>
                <a:lstStyle/>
                <a:p>
                  <a:pPr marL="0" marR="0" lvl="0" indent="0" algn="r" rtl="0">
                    <a:lnSpc>
                      <a:spcPct val="90000"/>
                    </a:lnSpc>
                    <a:spcBef>
                      <a:spcPts val="0"/>
                    </a:spcBef>
                    <a:spcAft>
                      <a:spcPts val="0"/>
                    </a:spcAft>
                    <a:buClr>
                      <a:schemeClr val="dk1"/>
                    </a:buClr>
                    <a:buSzPts val="2400"/>
                    <a:buFont typeface="Arial"/>
                    <a:buNone/>
                  </a:pPr>
                  <a:r>
                    <a:rPr lang="en-US" sz="2000" b="0" i="0" u="none" strike="noStrike" cap="none" dirty="0">
                      <a:solidFill>
                        <a:srgbClr val="3F3F3F"/>
                      </a:solidFill>
                      <a:latin typeface="Open Sans"/>
                      <a:ea typeface="Open Sans"/>
                      <a:cs typeface="Open Sans"/>
                      <a:sym typeface="Open Sans"/>
                    </a:rPr>
                    <a:t>An open source</a:t>
                  </a:r>
                  <a:br>
                    <a:rPr lang="en-US" sz="2000" b="0" i="0" u="none" strike="noStrike" cap="none" dirty="0">
                      <a:solidFill>
                        <a:srgbClr val="3F3F3F"/>
                      </a:solidFill>
                      <a:latin typeface="Open Sans"/>
                      <a:ea typeface="Open Sans"/>
                      <a:cs typeface="Open Sans"/>
                      <a:sym typeface="Open Sans"/>
                    </a:rPr>
                  </a:br>
                  <a:r>
                    <a:rPr lang="en-US" sz="2000" b="0" i="0" u="none" strike="noStrike" cap="none" dirty="0">
                      <a:solidFill>
                        <a:srgbClr val="3F3F3F"/>
                      </a:solidFill>
                      <a:latin typeface="Open Sans"/>
                      <a:ea typeface="Open Sans"/>
                      <a:cs typeface="Open Sans"/>
                      <a:sym typeface="Open Sans"/>
                    </a:rPr>
                    <a:t>dataflow system</a:t>
                  </a:r>
                  <a:endParaRPr sz="2000" b="0" i="0" u="none" strike="noStrike" cap="none" dirty="0">
                    <a:solidFill>
                      <a:srgbClr val="3F3F3F"/>
                    </a:solidFill>
                    <a:latin typeface="Arial"/>
                    <a:ea typeface="Arial"/>
                    <a:cs typeface="Arial"/>
                    <a:sym typeface="Arial"/>
                  </a:endParaRPr>
                </a:p>
              </p:txBody>
            </p:sp>
            <p:grpSp>
              <p:nvGrpSpPr>
                <p:cNvPr id="1978" name="Google Shape;1978;p77"/>
                <p:cNvGrpSpPr/>
                <p:nvPr/>
              </p:nvGrpSpPr>
              <p:grpSpPr>
                <a:xfrm>
                  <a:off x="4279120" y="4322702"/>
                  <a:ext cx="1394226" cy="1512504"/>
                  <a:chOff x="4279120" y="4528332"/>
                  <a:chExt cx="1394226" cy="1512504"/>
                </a:xfrm>
              </p:grpSpPr>
              <p:cxnSp>
                <p:nvCxnSpPr>
                  <p:cNvPr id="1979" name="Google Shape;1979;p77"/>
                  <p:cNvCxnSpPr/>
                  <p:nvPr/>
                </p:nvCxnSpPr>
                <p:spPr>
                  <a:xfrm rot="10800000" flipH="1">
                    <a:off x="4279120" y="4675982"/>
                    <a:ext cx="1247473" cy="1364854"/>
                  </a:xfrm>
                  <a:prstGeom prst="straightConnector1">
                    <a:avLst/>
                  </a:prstGeom>
                  <a:noFill/>
                  <a:ln w="76200" cap="flat" cmpd="sng">
                    <a:solidFill>
                      <a:srgbClr val="AFABAB"/>
                    </a:solidFill>
                    <a:prstDash val="solid"/>
                    <a:miter lim="800000"/>
                    <a:headEnd type="none" w="sm" len="sm"/>
                    <a:tailEnd type="none" w="sm" len="sm"/>
                  </a:ln>
                </p:spPr>
              </p:cxnSp>
              <p:sp>
                <p:nvSpPr>
                  <p:cNvPr id="1980" name="Google Shape;1980;p77"/>
                  <p:cNvSpPr/>
                  <p:nvPr/>
                </p:nvSpPr>
                <p:spPr>
                  <a:xfrm rot="-886056">
                    <a:off x="5406486" y="4554980"/>
                    <a:ext cx="240212" cy="240212"/>
                  </a:xfrm>
                  <a:custGeom>
                    <a:avLst/>
                    <a:gdLst/>
                    <a:ahLst/>
                    <a:cxnLst/>
                    <a:rect l="l" t="t" r="r" b="b"/>
                    <a:pathLst>
                      <a:path w="80" h="80" extrusionOk="0">
                        <a:moveTo>
                          <a:pt x="40" y="79"/>
                        </a:moveTo>
                        <a:cubicBezTo>
                          <a:pt x="62" y="80"/>
                          <a:pt x="80" y="62"/>
                          <a:pt x="80" y="40"/>
                        </a:cubicBezTo>
                        <a:cubicBezTo>
                          <a:pt x="80" y="18"/>
                          <a:pt x="62" y="0"/>
                          <a:pt x="40" y="0"/>
                        </a:cubicBezTo>
                        <a:cubicBezTo>
                          <a:pt x="18" y="0"/>
                          <a:pt x="0" y="18"/>
                          <a:pt x="0" y="40"/>
                        </a:cubicBezTo>
                        <a:cubicBezTo>
                          <a:pt x="0" y="62"/>
                          <a:pt x="18" y="79"/>
                          <a:pt x="40" y="79"/>
                        </a:cubicBezTo>
                        <a:close/>
                      </a:path>
                    </a:pathLst>
                  </a:custGeom>
                  <a:solidFill>
                    <a:srgbClr val="75707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grpSp>
          </p:grpSp>
          <p:grpSp>
            <p:nvGrpSpPr>
              <p:cNvPr id="1981" name="Google Shape;1981;p77"/>
              <p:cNvGrpSpPr/>
              <p:nvPr/>
            </p:nvGrpSpPr>
            <p:grpSpPr>
              <a:xfrm>
                <a:off x="2232406" y="1930004"/>
                <a:ext cx="10119248" cy="5702500"/>
                <a:chOff x="2232406" y="1930004"/>
                <a:chExt cx="10119248" cy="5702500"/>
              </a:xfrm>
            </p:grpSpPr>
            <p:grpSp>
              <p:nvGrpSpPr>
                <p:cNvPr id="1982" name="Google Shape;1982;p77"/>
                <p:cNvGrpSpPr/>
                <p:nvPr/>
              </p:nvGrpSpPr>
              <p:grpSpPr>
                <a:xfrm>
                  <a:off x="5303577" y="1930004"/>
                  <a:ext cx="7048076" cy="4042228"/>
                  <a:chOff x="5303577" y="1930004"/>
                  <a:chExt cx="7048076" cy="4042228"/>
                </a:xfrm>
              </p:grpSpPr>
              <p:grpSp>
                <p:nvGrpSpPr>
                  <p:cNvPr id="1983" name="Google Shape;1983;p77"/>
                  <p:cNvGrpSpPr/>
                  <p:nvPr/>
                </p:nvGrpSpPr>
                <p:grpSpPr>
                  <a:xfrm rot="-8506967">
                    <a:off x="6866866" y="3607704"/>
                    <a:ext cx="741372" cy="1157303"/>
                    <a:chOff x="12992134" y="2898250"/>
                    <a:chExt cx="817239" cy="1275735"/>
                  </a:xfrm>
                </p:grpSpPr>
                <p:sp>
                  <p:nvSpPr>
                    <p:cNvPr id="1984" name="Google Shape;1984;p77"/>
                    <p:cNvSpPr/>
                    <p:nvPr/>
                  </p:nvSpPr>
                  <p:spPr>
                    <a:xfrm rot="-886056">
                      <a:off x="13066482" y="2972390"/>
                      <a:ext cx="668543" cy="669990"/>
                    </a:xfrm>
                    <a:custGeom>
                      <a:avLst/>
                      <a:gdLst/>
                      <a:ahLst/>
                      <a:cxnLst/>
                      <a:rect l="l" t="t" r="r" b="b"/>
                      <a:pathLst>
                        <a:path w="222" h="222" extrusionOk="0">
                          <a:moveTo>
                            <a:pt x="111" y="206"/>
                          </a:moveTo>
                          <a:cubicBezTo>
                            <a:pt x="112" y="206"/>
                            <a:pt x="113" y="206"/>
                            <a:pt x="114" y="206"/>
                          </a:cubicBezTo>
                          <a:cubicBezTo>
                            <a:pt x="117" y="222"/>
                            <a:pt x="117" y="222"/>
                            <a:pt x="117" y="222"/>
                          </a:cubicBezTo>
                          <a:cubicBezTo>
                            <a:pt x="151" y="215"/>
                            <a:pt x="151" y="215"/>
                            <a:pt x="151" y="215"/>
                          </a:cubicBezTo>
                          <a:cubicBezTo>
                            <a:pt x="148" y="199"/>
                            <a:pt x="148" y="199"/>
                            <a:pt x="148" y="199"/>
                          </a:cubicBezTo>
                          <a:cubicBezTo>
                            <a:pt x="160" y="193"/>
                            <a:pt x="171" y="186"/>
                            <a:pt x="180" y="176"/>
                          </a:cubicBezTo>
                          <a:cubicBezTo>
                            <a:pt x="194" y="185"/>
                            <a:pt x="194" y="185"/>
                            <a:pt x="194" y="185"/>
                          </a:cubicBezTo>
                          <a:cubicBezTo>
                            <a:pt x="213" y="156"/>
                            <a:pt x="213" y="156"/>
                            <a:pt x="213" y="156"/>
                          </a:cubicBezTo>
                          <a:cubicBezTo>
                            <a:pt x="199" y="147"/>
                            <a:pt x="199" y="147"/>
                            <a:pt x="199" y="147"/>
                          </a:cubicBezTo>
                          <a:cubicBezTo>
                            <a:pt x="204" y="135"/>
                            <a:pt x="206" y="122"/>
                            <a:pt x="206" y="108"/>
                          </a:cubicBezTo>
                          <a:cubicBezTo>
                            <a:pt x="222" y="105"/>
                            <a:pt x="222" y="105"/>
                            <a:pt x="222" y="105"/>
                          </a:cubicBezTo>
                          <a:cubicBezTo>
                            <a:pt x="215" y="71"/>
                            <a:pt x="215" y="71"/>
                            <a:pt x="215" y="71"/>
                          </a:cubicBezTo>
                          <a:cubicBezTo>
                            <a:pt x="199" y="74"/>
                            <a:pt x="199" y="74"/>
                            <a:pt x="199" y="74"/>
                          </a:cubicBezTo>
                          <a:cubicBezTo>
                            <a:pt x="193" y="62"/>
                            <a:pt x="186" y="51"/>
                            <a:pt x="176" y="42"/>
                          </a:cubicBezTo>
                          <a:cubicBezTo>
                            <a:pt x="185" y="28"/>
                            <a:pt x="185" y="28"/>
                            <a:pt x="185" y="28"/>
                          </a:cubicBezTo>
                          <a:cubicBezTo>
                            <a:pt x="156" y="9"/>
                            <a:pt x="156" y="9"/>
                            <a:pt x="156" y="9"/>
                          </a:cubicBezTo>
                          <a:cubicBezTo>
                            <a:pt x="147" y="23"/>
                            <a:pt x="147" y="23"/>
                            <a:pt x="147" y="23"/>
                          </a:cubicBezTo>
                          <a:cubicBezTo>
                            <a:pt x="136" y="18"/>
                            <a:pt x="124" y="16"/>
                            <a:pt x="111" y="16"/>
                          </a:cubicBezTo>
                          <a:cubicBezTo>
                            <a:pt x="111" y="41"/>
                            <a:pt x="111" y="41"/>
                            <a:pt x="111" y="41"/>
                          </a:cubicBezTo>
                          <a:cubicBezTo>
                            <a:pt x="143" y="41"/>
                            <a:pt x="173" y="63"/>
                            <a:pt x="180" y="96"/>
                          </a:cubicBezTo>
                          <a:cubicBezTo>
                            <a:pt x="188" y="134"/>
                            <a:pt x="164" y="171"/>
                            <a:pt x="126" y="180"/>
                          </a:cubicBezTo>
                          <a:cubicBezTo>
                            <a:pt x="121" y="181"/>
                            <a:pt x="116" y="181"/>
                            <a:pt x="111" y="181"/>
                          </a:cubicBezTo>
                          <a:lnTo>
                            <a:pt x="111" y="206"/>
                          </a:lnTo>
                          <a:close/>
                          <a:moveTo>
                            <a:pt x="46" y="180"/>
                          </a:moveTo>
                          <a:cubicBezTo>
                            <a:pt x="37" y="194"/>
                            <a:pt x="37" y="194"/>
                            <a:pt x="37" y="194"/>
                          </a:cubicBezTo>
                          <a:cubicBezTo>
                            <a:pt x="66" y="213"/>
                            <a:pt x="66" y="213"/>
                            <a:pt x="66" y="213"/>
                          </a:cubicBezTo>
                          <a:cubicBezTo>
                            <a:pt x="75" y="199"/>
                            <a:pt x="75" y="199"/>
                            <a:pt x="75" y="199"/>
                          </a:cubicBezTo>
                          <a:cubicBezTo>
                            <a:pt x="86" y="204"/>
                            <a:pt x="98" y="206"/>
                            <a:pt x="111" y="206"/>
                          </a:cubicBezTo>
                          <a:cubicBezTo>
                            <a:pt x="111" y="181"/>
                            <a:pt x="111" y="181"/>
                            <a:pt x="111" y="181"/>
                          </a:cubicBezTo>
                          <a:cubicBezTo>
                            <a:pt x="78" y="181"/>
                            <a:pt x="49" y="159"/>
                            <a:pt x="42" y="126"/>
                          </a:cubicBezTo>
                          <a:cubicBezTo>
                            <a:pt x="34" y="88"/>
                            <a:pt x="58" y="50"/>
                            <a:pt x="96" y="42"/>
                          </a:cubicBezTo>
                          <a:cubicBezTo>
                            <a:pt x="96" y="42"/>
                            <a:pt x="96" y="42"/>
                            <a:pt x="96" y="42"/>
                          </a:cubicBezTo>
                          <a:cubicBezTo>
                            <a:pt x="101" y="41"/>
                            <a:pt x="106" y="41"/>
                            <a:pt x="111" y="41"/>
                          </a:cubicBezTo>
                          <a:cubicBezTo>
                            <a:pt x="111" y="16"/>
                            <a:pt x="111" y="16"/>
                            <a:pt x="111" y="16"/>
                          </a:cubicBezTo>
                          <a:cubicBezTo>
                            <a:pt x="110" y="16"/>
                            <a:pt x="109" y="16"/>
                            <a:pt x="108" y="16"/>
                          </a:cubicBezTo>
                          <a:cubicBezTo>
                            <a:pt x="105" y="0"/>
                            <a:pt x="105" y="0"/>
                            <a:pt x="105" y="0"/>
                          </a:cubicBezTo>
                          <a:cubicBezTo>
                            <a:pt x="71" y="7"/>
                            <a:pt x="71" y="7"/>
                            <a:pt x="71" y="7"/>
                          </a:cubicBezTo>
                          <a:cubicBezTo>
                            <a:pt x="74" y="23"/>
                            <a:pt x="74" y="23"/>
                            <a:pt x="74" y="23"/>
                          </a:cubicBezTo>
                          <a:cubicBezTo>
                            <a:pt x="62" y="28"/>
                            <a:pt x="51" y="36"/>
                            <a:pt x="42" y="46"/>
                          </a:cubicBezTo>
                          <a:cubicBezTo>
                            <a:pt x="28" y="37"/>
                            <a:pt x="28" y="37"/>
                            <a:pt x="28" y="37"/>
                          </a:cubicBezTo>
                          <a:cubicBezTo>
                            <a:pt x="9" y="66"/>
                            <a:pt x="9" y="66"/>
                            <a:pt x="9" y="66"/>
                          </a:cubicBezTo>
                          <a:cubicBezTo>
                            <a:pt x="23" y="75"/>
                            <a:pt x="23" y="75"/>
                            <a:pt x="23" y="75"/>
                          </a:cubicBezTo>
                          <a:cubicBezTo>
                            <a:pt x="18" y="87"/>
                            <a:pt x="15" y="100"/>
                            <a:pt x="16" y="114"/>
                          </a:cubicBezTo>
                          <a:cubicBezTo>
                            <a:pt x="0" y="117"/>
                            <a:pt x="0" y="117"/>
                            <a:pt x="0" y="117"/>
                          </a:cubicBezTo>
                          <a:cubicBezTo>
                            <a:pt x="7" y="151"/>
                            <a:pt x="7" y="151"/>
                            <a:pt x="7" y="151"/>
                          </a:cubicBezTo>
                          <a:cubicBezTo>
                            <a:pt x="23" y="148"/>
                            <a:pt x="23" y="148"/>
                            <a:pt x="23" y="148"/>
                          </a:cubicBezTo>
                          <a:cubicBezTo>
                            <a:pt x="28" y="160"/>
                            <a:pt x="36" y="171"/>
                            <a:pt x="46" y="180"/>
                          </a:cubicBezTo>
                          <a:close/>
                        </a:path>
                      </a:pathLst>
                    </a:custGeom>
                    <a:solidFill>
                      <a:srgbClr val="F7AB9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985" name="Google Shape;1985;p77"/>
                    <p:cNvSpPr/>
                    <p:nvPr/>
                  </p:nvSpPr>
                  <p:spPr>
                    <a:xfrm rot="-886056">
                      <a:off x="13085627" y="3651703"/>
                      <a:ext cx="468848" cy="470295"/>
                    </a:xfrm>
                    <a:custGeom>
                      <a:avLst/>
                      <a:gdLst/>
                      <a:ahLst/>
                      <a:cxnLst/>
                      <a:rect l="l" t="t" r="r" b="b"/>
                      <a:pathLst>
                        <a:path w="156" h="156" extrusionOk="0">
                          <a:moveTo>
                            <a:pt x="78" y="145"/>
                          </a:moveTo>
                          <a:cubicBezTo>
                            <a:pt x="79" y="145"/>
                            <a:pt x="80" y="145"/>
                            <a:pt x="80" y="145"/>
                          </a:cubicBezTo>
                          <a:cubicBezTo>
                            <a:pt x="83" y="156"/>
                            <a:pt x="83" y="156"/>
                            <a:pt x="83" y="156"/>
                          </a:cubicBezTo>
                          <a:cubicBezTo>
                            <a:pt x="106" y="151"/>
                            <a:pt x="106" y="151"/>
                            <a:pt x="106" y="151"/>
                          </a:cubicBezTo>
                          <a:cubicBezTo>
                            <a:pt x="104" y="140"/>
                            <a:pt x="104" y="140"/>
                            <a:pt x="104" y="140"/>
                          </a:cubicBezTo>
                          <a:cubicBezTo>
                            <a:pt x="113" y="136"/>
                            <a:pt x="121" y="131"/>
                            <a:pt x="127" y="124"/>
                          </a:cubicBezTo>
                          <a:cubicBezTo>
                            <a:pt x="137" y="130"/>
                            <a:pt x="137" y="130"/>
                            <a:pt x="137" y="130"/>
                          </a:cubicBezTo>
                          <a:cubicBezTo>
                            <a:pt x="150" y="110"/>
                            <a:pt x="150" y="110"/>
                            <a:pt x="150" y="110"/>
                          </a:cubicBezTo>
                          <a:cubicBezTo>
                            <a:pt x="140" y="104"/>
                            <a:pt x="140" y="104"/>
                            <a:pt x="140" y="104"/>
                          </a:cubicBezTo>
                          <a:cubicBezTo>
                            <a:pt x="144" y="95"/>
                            <a:pt x="145" y="86"/>
                            <a:pt x="145" y="76"/>
                          </a:cubicBezTo>
                          <a:cubicBezTo>
                            <a:pt x="156" y="74"/>
                            <a:pt x="156" y="74"/>
                            <a:pt x="156" y="74"/>
                          </a:cubicBezTo>
                          <a:cubicBezTo>
                            <a:pt x="151" y="50"/>
                            <a:pt x="151" y="50"/>
                            <a:pt x="151" y="50"/>
                          </a:cubicBezTo>
                          <a:cubicBezTo>
                            <a:pt x="140" y="52"/>
                            <a:pt x="140" y="52"/>
                            <a:pt x="140" y="52"/>
                          </a:cubicBezTo>
                          <a:cubicBezTo>
                            <a:pt x="136" y="44"/>
                            <a:pt x="131" y="36"/>
                            <a:pt x="124" y="30"/>
                          </a:cubicBezTo>
                          <a:cubicBezTo>
                            <a:pt x="130" y="20"/>
                            <a:pt x="130" y="20"/>
                            <a:pt x="130" y="20"/>
                          </a:cubicBezTo>
                          <a:cubicBezTo>
                            <a:pt x="110" y="7"/>
                            <a:pt x="110" y="7"/>
                            <a:pt x="110" y="7"/>
                          </a:cubicBezTo>
                          <a:cubicBezTo>
                            <a:pt x="104" y="16"/>
                            <a:pt x="104" y="16"/>
                            <a:pt x="104" y="16"/>
                          </a:cubicBezTo>
                          <a:cubicBezTo>
                            <a:pt x="96" y="13"/>
                            <a:pt x="87" y="11"/>
                            <a:pt x="78" y="11"/>
                          </a:cubicBezTo>
                          <a:cubicBezTo>
                            <a:pt x="78" y="29"/>
                            <a:pt x="78" y="29"/>
                            <a:pt x="78" y="29"/>
                          </a:cubicBezTo>
                          <a:cubicBezTo>
                            <a:pt x="101" y="29"/>
                            <a:pt x="122" y="45"/>
                            <a:pt x="127" y="68"/>
                          </a:cubicBezTo>
                          <a:cubicBezTo>
                            <a:pt x="132" y="94"/>
                            <a:pt x="115" y="121"/>
                            <a:pt x="89" y="126"/>
                          </a:cubicBezTo>
                          <a:cubicBezTo>
                            <a:pt x="85" y="127"/>
                            <a:pt x="82" y="128"/>
                            <a:pt x="78" y="128"/>
                          </a:cubicBezTo>
                          <a:lnTo>
                            <a:pt x="78" y="145"/>
                          </a:lnTo>
                          <a:close/>
                          <a:moveTo>
                            <a:pt x="32" y="127"/>
                          </a:moveTo>
                          <a:cubicBezTo>
                            <a:pt x="26" y="136"/>
                            <a:pt x="26" y="136"/>
                            <a:pt x="26" y="136"/>
                          </a:cubicBezTo>
                          <a:cubicBezTo>
                            <a:pt x="47" y="150"/>
                            <a:pt x="47" y="150"/>
                            <a:pt x="47" y="150"/>
                          </a:cubicBezTo>
                          <a:cubicBezTo>
                            <a:pt x="53" y="140"/>
                            <a:pt x="53" y="140"/>
                            <a:pt x="53" y="140"/>
                          </a:cubicBezTo>
                          <a:cubicBezTo>
                            <a:pt x="61" y="143"/>
                            <a:pt x="69" y="145"/>
                            <a:pt x="78" y="145"/>
                          </a:cubicBezTo>
                          <a:cubicBezTo>
                            <a:pt x="78" y="128"/>
                            <a:pt x="78" y="128"/>
                            <a:pt x="78" y="128"/>
                          </a:cubicBezTo>
                          <a:cubicBezTo>
                            <a:pt x="56" y="127"/>
                            <a:pt x="35" y="112"/>
                            <a:pt x="30" y="89"/>
                          </a:cubicBezTo>
                          <a:cubicBezTo>
                            <a:pt x="24" y="62"/>
                            <a:pt x="41" y="36"/>
                            <a:pt x="68" y="30"/>
                          </a:cubicBezTo>
                          <a:cubicBezTo>
                            <a:pt x="68" y="30"/>
                            <a:pt x="68" y="30"/>
                            <a:pt x="68" y="30"/>
                          </a:cubicBezTo>
                          <a:cubicBezTo>
                            <a:pt x="71" y="29"/>
                            <a:pt x="75" y="29"/>
                            <a:pt x="78" y="29"/>
                          </a:cubicBezTo>
                          <a:cubicBezTo>
                            <a:pt x="78" y="11"/>
                            <a:pt x="78" y="11"/>
                            <a:pt x="78" y="11"/>
                          </a:cubicBezTo>
                          <a:cubicBezTo>
                            <a:pt x="78" y="11"/>
                            <a:pt x="77" y="11"/>
                            <a:pt x="76" y="11"/>
                          </a:cubicBezTo>
                          <a:cubicBezTo>
                            <a:pt x="74" y="0"/>
                            <a:pt x="74" y="0"/>
                            <a:pt x="74" y="0"/>
                          </a:cubicBezTo>
                          <a:cubicBezTo>
                            <a:pt x="50" y="5"/>
                            <a:pt x="50" y="5"/>
                            <a:pt x="50" y="5"/>
                          </a:cubicBezTo>
                          <a:cubicBezTo>
                            <a:pt x="53" y="17"/>
                            <a:pt x="53" y="17"/>
                            <a:pt x="53" y="17"/>
                          </a:cubicBezTo>
                          <a:cubicBezTo>
                            <a:pt x="44" y="20"/>
                            <a:pt x="36" y="26"/>
                            <a:pt x="30" y="32"/>
                          </a:cubicBezTo>
                          <a:cubicBezTo>
                            <a:pt x="20" y="26"/>
                            <a:pt x="20" y="26"/>
                            <a:pt x="20" y="26"/>
                          </a:cubicBezTo>
                          <a:cubicBezTo>
                            <a:pt x="7" y="47"/>
                            <a:pt x="7" y="47"/>
                            <a:pt x="7" y="47"/>
                          </a:cubicBezTo>
                          <a:cubicBezTo>
                            <a:pt x="17" y="53"/>
                            <a:pt x="17" y="53"/>
                            <a:pt x="17" y="53"/>
                          </a:cubicBezTo>
                          <a:cubicBezTo>
                            <a:pt x="13" y="61"/>
                            <a:pt x="11" y="71"/>
                            <a:pt x="12" y="80"/>
                          </a:cubicBezTo>
                          <a:cubicBezTo>
                            <a:pt x="0" y="83"/>
                            <a:pt x="0" y="83"/>
                            <a:pt x="0" y="83"/>
                          </a:cubicBezTo>
                          <a:cubicBezTo>
                            <a:pt x="5" y="106"/>
                            <a:pt x="5" y="106"/>
                            <a:pt x="5" y="106"/>
                          </a:cubicBezTo>
                          <a:cubicBezTo>
                            <a:pt x="17" y="104"/>
                            <a:pt x="17" y="104"/>
                            <a:pt x="17" y="104"/>
                          </a:cubicBezTo>
                          <a:cubicBezTo>
                            <a:pt x="20" y="113"/>
                            <a:pt x="26" y="120"/>
                            <a:pt x="32" y="127"/>
                          </a:cubicBezTo>
                          <a:close/>
                        </a:path>
                      </a:pathLst>
                    </a:custGeom>
                    <a:solidFill>
                      <a:srgbClr val="F7AB9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grpSp>
              <p:grpSp>
                <p:nvGrpSpPr>
                  <p:cNvPr id="1986" name="Google Shape;1986;p77"/>
                  <p:cNvGrpSpPr/>
                  <p:nvPr/>
                </p:nvGrpSpPr>
                <p:grpSpPr>
                  <a:xfrm rot="306385">
                    <a:off x="5347768" y="4826135"/>
                    <a:ext cx="1038253" cy="1039284"/>
                    <a:chOff x="11299483" y="4736468"/>
                    <a:chExt cx="1038253" cy="1039284"/>
                  </a:xfrm>
                </p:grpSpPr>
                <p:sp>
                  <p:nvSpPr>
                    <p:cNvPr id="1987" name="Google Shape;1987;p77"/>
                    <p:cNvSpPr/>
                    <p:nvPr/>
                  </p:nvSpPr>
                  <p:spPr>
                    <a:xfrm rot="-886056">
                      <a:off x="11393897" y="4830674"/>
                      <a:ext cx="849425" cy="850873"/>
                    </a:xfrm>
                    <a:custGeom>
                      <a:avLst/>
                      <a:gdLst/>
                      <a:ahLst/>
                      <a:cxnLst/>
                      <a:rect l="l" t="t" r="r" b="b"/>
                      <a:pathLst>
                        <a:path w="282" h="282" extrusionOk="0">
                          <a:moveTo>
                            <a:pt x="141" y="281"/>
                          </a:moveTo>
                          <a:cubicBezTo>
                            <a:pt x="218" y="282"/>
                            <a:pt x="282" y="219"/>
                            <a:pt x="282" y="141"/>
                          </a:cubicBezTo>
                          <a:cubicBezTo>
                            <a:pt x="282" y="64"/>
                            <a:pt x="219" y="1"/>
                            <a:pt x="141" y="0"/>
                          </a:cubicBezTo>
                          <a:cubicBezTo>
                            <a:pt x="64" y="0"/>
                            <a:pt x="1" y="63"/>
                            <a:pt x="1" y="141"/>
                          </a:cubicBezTo>
                          <a:cubicBezTo>
                            <a:pt x="0" y="218"/>
                            <a:pt x="63" y="281"/>
                            <a:pt x="141" y="28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988" name="Google Shape;1988;p77"/>
                    <p:cNvSpPr/>
                    <p:nvPr/>
                  </p:nvSpPr>
                  <p:spPr>
                    <a:xfrm rot="-886056">
                      <a:off x="11441834" y="4879850"/>
                      <a:ext cx="753919" cy="753919"/>
                    </a:xfrm>
                    <a:custGeom>
                      <a:avLst/>
                      <a:gdLst/>
                      <a:ahLst/>
                      <a:cxnLst/>
                      <a:rect l="l" t="t" r="r" b="b"/>
                      <a:pathLst>
                        <a:path w="250" h="250" extrusionOk="0">
                          <a:moveTo>
                            <a:pt x="125" y="0"/>
                          </a:moveTo>
                          <a:cubicBezTo>
                            <a:pt x="57" y="0"/>
                            <a:pt x="1" y="56"/>
                            <a:pt x="0" y="125"/>
                          </a:cubicBezTo>
                          <a:cubicBezTo>
                            <a:pt x="0" y="193"/>
                            <a:pt x="56" y="249"/>
                            <a:pt x="125" y="250"/>
                          </a:cubicBezTo>
                          <a:cubicBezTo>
                            <a:pt x="194" y="250"/>
                            <a:pt x="250" y="194"/>
                            <a:pt x="250" y="125"/>
                          </a:cubicBezTo>
                          <a:cubicBezTo>
                            <a:pt x="250" y="56"/>
                            <a:pt x="194" y="0"/>
                            <a:pt x="125" y="0"/>
                          </a:cubicBezTo>
                          <a:close/>
                        </a:path>
                      </a:pathLst>
                    </a:custGeom>
                    <a:solidFill>
                      <a:srgbClr val="6AD9C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989" name="Google Shape;1989;p77"/>
                    <p:cNvSpPr/>
                    <p:nvPr/>
                  </p:nvSpPr>
                  <p:spPr>
                    <a:xfrm rot="-886056">
                      <a:off x="11853809" y="5208137"/>
                      <a:ext cx="334271" cy="314012"/>
                    </a:xfrm>
                    <a:custGeom>
                      <a:avLst/>
                      <a:gdLst/>
                      <a:ahLst/>
                      <a:cxnLst/>
                      <a:rect l="l" t="t" r="r" b="b"/>
                      <a:pathLst>
                        <a:path w="111" h="104" extrusionOk="0">
                          <a:moveTo>
                            <a:pt x="69" y="104"/>
                          </a:moveTo>
                          <a:cubicBezTo>
                            <a:pt x="87" y="92"/>
                            <a:pt x="101" y="76"/>
                            <a:pt x="111" y="57"/>
                          </a:cubicBezTo>
                          <a:cubicBezTo>
                            <a:pt x="0" y="0"/>
                            <a:pt x="0" y="0"/>
                            <a:pt x="0" y="0"/>
                          </a:cubicBezTo>
                          <a:lnTo>
                            <a:pt x="69" y="104"/>
                          </a:lnTo>
                          <a:close/>
                        </a:path>
                      </a:pathLst>
                    </a:custGeom>
                    <a:solidFill>
                      <a:srgbClr val="ED897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990" name="Google Shape;1990;p77"/>
                    <p:cNvSpPr/>
                    <p:nvPr/>
                  </p:nvSpPr>
                  <p:spPr>
                    <a:xfrm rot="-886056">
                      <a:off x="11797419" y="4914806"/>
                      <a:ext cx="376236" cy="467401"/>
                    </a:xfrm>
                    <a:custGeom>
                      <a:avLst/>
                      <a:gdLst/>
                      <a:ahLst/>
                      <a:cxnLst/>
                      <a:rect l="l" t="t" r="r" b="b"/>
                      <a:pathLst>
                        <a:path w="125" h="155" extrusionOk="0">
                          <a:moveTo>
                            <a:pt x="111" y="155"/>
                          </a:moveTo>
                          <a:cubicBezTo>
                            <a:pt x="120" y="138"/>
                            <a:pt x="125" y="119"/>
                            <a:pt x="125" y="98"/>
                          </a:cubicBezTo>
                          <a:cubicBezTo>
                            <a:pt x="125" y="58"/>
                            <a:pt x="106" y="23"/>
                            <a:pt x="77" y="0"/>
                          </a:cubicBezTo>
                          <a:cubicBezTo>
                            <a:pt x="0" y="98"/>
                            <a:pt x="0" y="98"/>
                            <a:pt x="0" y="98"/>
                          </a:cubicBezTo>
                          <a:lnTo>
                            <a:pt x="111" y="155"/>
                          </a:lnTo>
                          <a:close/>
                        </a:path>
                      </a:pathLst>
                    </a:custGeom>
                    <a:solidFill>
                      <a:srgbClr val="DA462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991" name="Google Shape;1991;p77"/>
                    <p:cNvSpPr/>
                    <p:nvPr/>
                  </p:nvSpPr>
                  <p:spPr>
                    <a:xfrm rot="-886056">
                      <a:off x="11767534" y="4856396"/>
                      <a:ext cx="231530" cy="376236"/>
                    </a:xfrm>
                    <a:custGeom>
                      <a:avLst/>
                      <a:gdLst/>
                      <a:ahLst/>
                      <a:cxnLst/>
                      <a:rect l="l" t="t" r="r" b="b"/>
                      <a:pathLst>
                        <a:path w="77" h="125" extrusionOk="0">
                          <a:moveTo>
                            <a:pt x="77" y="27"/>
                          </a:moveTo>
                          <a:cubicBezTo>
                            <a:pt x="56" y="10"/>
                            <a:pt x="29" y="0"/>
                            <a:pt x="0" y="0"/>
                          </a:cubicBezTo>
                          <a:cubicBezTo>
                            <a:pt x="0" y="125"/>
                            <a:pt x="0" y="125"/>
                            <a:pt x="0" y="125"/>
                          </a:cubicBezTo>
                          <a:lnTo>
                            <a:pt x="77" y="27"/>
                          </a:lnTo>
                          <a:close/>
                        </a:path>
                      </a:pathLst>
                    </a:custGeom>
                    <a:solidFill>
                      <a:srgbClr val="9BB5B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992" name="Google Shape;1992;p77"/>
                    <p:cNvSpPr/>
                    <p:nvPr/>
                  </p:nvSpPr>
                  <p:spPr>
                    <a:xfrm rot="-886056">
                      <a:off x="11506650" y="4920207"/>
                      <a:ext cx="269154" cy="376236"/>
                    </a:xfrm>
                    <a:custGeom>
                      <a:avLst/>
                      <a:gdLst/>
                      <a:ahLst/>
                      <a:cxnLst/>
                      <a:rect l="l" t="t" r="r" b="b"/>
                      <a:pathLst>
                        <a:path w="89" h="125" extrusionOk="0">
                          <a:moveTo>
                            <a:pt x="89" y="0"/>
                          </a:moveTo>
                          <a:cubicBezTo>
                            <a:pt x="89" y="125"/>
                            <a:pt x="89" y="125"/>
                            <a:pt x="89" y="125"/>
                          </a:cubicBezTo>
                          <a:cubicBezTo>
                            <a:pt x="0" y="37"/>
                            <a:pt x="0" y="37"/>
                            <a:pt x="0" y="37"/>
                          </a:cubicBezTo>
                          <a:cubicBezTo>
                            <a:pt x="23" y="14"/>
                            <a:pt x="55" y="0"/>
                            <a:pt x="89" y="0"/>
                          </a:cubicBezTo>
                          <a:close/>
                        </a:path>
                      </a:pathLst>
                    </a:custGeom>
                    <a:solidFill>
                      <a:srgbClr val="FFAE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grpSp>
              <p:grpSp>
                <p:nvGrpSpPr>
                  <p:cNvPr id="1993" name="Google Shape;1993;p77"/>
                  <p:cNvGrpSpPr/>
                  <p:nvPr/>
                </p:nvGrpSpPr>
                <p:grpSpPr>
                  <a:xfrm rot="809984">
                    <a:off x="10520180" y="3354948"/>
                    <a:ext cx="528462" cy="475048"/>
                    <a:chOff x="4394543" y="4943624"/>
                    <a:chExt cx="528462" cy="475048"/>
                  </a:xfrm>
                </p:grpSpPr>
                <p:sp>
                  <p:nvSpPr>
                    <p:cNvPr id="1994" name="Google Shape;1994;p77"/>
                    <p:cNvSpPr/>
                    <p:nvPr/>
                  </p:nvSpPr>
                  <p:spPr>
                    <a:xfrm rot="-886056">
                      <a:off x="4505597" y="5350587"/>
                      <a:ext cx="422542" cy="14471"/>
                    </a:xfrm>
                    <a:prstGeom prst="rect">
                      <a:avLst/>
                    </a:prstGeom>
                    <a:solidFill>
                      <a:srgbClr val="F7AB9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995" name="Google Shape;1995;p77"/>
                    <p:cNvSpPr/>
                    <p:nvPr/>
                  </p:nvSpPr>
                  <p:spPr>
                    <a:xfrm rot="-886056">
                      <a:off x="4451323" y="4946239"/>
                      <a:ext cx="79588" cy="455825"/>
                    </a:xfrm>
                    <a:custGeom>
                      <a:avLst/>
                      <a:gdLst/>
                      <a:ahLst/>
                      <a:cxnLst/>
                      <a:rect l="l" t="t" r="r" b="b"/>
                      <a:pathLst>
                        <a:path w="55" h="315" extrusionOk="0">
                          <a:moveTo>
                            <a:pt x="2" y="0"/>
                          </a:moveTo>
                          <a:lnTo>
                            <a:pt x="55" y="0"/>
                          </a:lnTo>
                          <a:lnTo>
                            <a:pt x="52" y="315"/>
                          </a:lnTo>
                          <a:lnTo>
                            <a:pt x="0" y="315"/>
                          </a:lnTo>
                          <a:lnTo>
                            <a:pt x="2" y="0"/>
                          </a:lnTo>
                          <a:close/>
                        </a:path>
                      </a:pathLst>
                    </a:custGeom>
                    <a:solidFill>
                      <a:srgbClr val="F7AB9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996" name="Google Shape;1996;p77"/>
                    <p:cNvSpPr/>
                    <p:nvPr/>
                  </p:nvSpPr>
                  <p:spPr>
                    <a:xfrm rot="-886056">
                      <a:off x="4565889" y="5149152"/>
                      <a:ext cx="75247" cy="227189"/>
                    </a:xfrm>
                    <a:prstGeom prst="rect">
                      <a:avLst/>
                    </a:prstGeom>
                    <a:solidFill>
                      <a:srgbClr val="F7AB9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997" name="Google Shape;1997;p77"/>
                    <p:cNvSpPr/>
                    <p:nvPr/>
                  </p:nvSpPr>
                  <p:spPr>
                    <a:xfrm rot="-886056">
                      <a:off x="4664046" y="5236604"/>
                      <a:ext cx="75247" cy="115765"/>
                    </a:xfrm>
                    <a:prstGeom prst="rect">
                      <a:avLst/>
                    </a:prstGeom>
                    <a:solidFill>
                      <a:srgbClr val="F7AB9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998" name="Google Shape;1998;p77"/>
                    <p:cNvSpPr/>
                    <p:nvPr/>
                  </p:nvSpPr>
                  <p:spPr>
                    <a:xfrm rot="-886056">
                      <a:off x="4719968" y="4998152"/>
                      <a:ext cx="75247" cy="335718"/>
                    </a:xfrm>
                    <a:prstGeom prst="rect">
                      <a:avLst/>
                    </a:prstGeom>
                    <a:solidFill>
                      <a:srgbClr val="F7AB9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1999" name="Google Shape;1999;p77"/>
                    <p:cNvSpPr/>
                    <p:nvPr/>
                  </p:nvSpPr>
                  <p:spPr>
                    <a:xfrm rot="-886056">
                      <a:off x="4829820" y="5187018"/>
                      <a:ext cx="75247" cy="121553"/>
                    </a:xfrm>
                    <a:prstGeom prst="rect">
                      <a:avLst/>
                    </a:prstGeom>
                    <a:solidFill>
                      <a:srgbClr val="F7AB9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grpSp>
              <p:sp>
                <p:nvSpPr>
                  <p:cNvPr id="2000" name="Google Shape;2000;p77"/>
                  <p:cNvSpPr txBox="1"/>
                  <p:nvPr/>
                </p:nvSpPr>
                <p:spPr>
                  <a:xfrm>
                    <a:off x="7762773" y="1930004"/>
                    <a:ext cx="3703134" cy="707846"/>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404040"/>
                      </a:buClr>
                      <a:buSzPts val="2400"/>
                      <a:buFont typeface="Arial"/>
                      <a:buNone/>
                    </a:pPr>
                    <a:r>
                      <a:rPr lang="en-US" sz="2000" b="0" i="0" u="none" strike="noStrike" cap="none">
                        <a:solidFill>
                          <a:srgbClr val="3F3F3F"/>
                        </a:solidFill>
                        <a:latin typeface="Open Sans"/>
                        <a:ea typeface="Open Sans"/>
                        <a:cs typeface="Open Sans"/>
                        <a:sym typeface="Open Sans"/>
                      </a:rPr>
                      <a:t>An alternative to write MapReduce code</a:t>
                    </a:r>
                    <a:endParaRPr sz="2000" b="0" i="0" u="none" strike="noStrike" cap="none">
                      <a:solidFill>
                        <a:srgbClr val="3F3F3F"/>
                      </a:solidFill>
                      <a:latin typeface="Arial"/>
                      <a:ea typeface="Arial"/>
                      <a:cs typeface="Arial"/>
                      <a:sym typeface="Arial"/>
                    </a:endParaRPr>
                  </a:p>
                </p:txBody>
              </p:sp>
              <p:sp>
                <p:nvSpPr>
                  <p:cNvPr id="2001" name="Google Shape;2001;p77"/>
                  <p:cNvSpPr txBox="1"/>
                  <p:nvPr/>
                </p:nvSpPr>
                <p:spPr>
                  <a:xfrm>
                    <a:off x="6656176" y="5264386"/>
                    <a:ext cx="3209384" cy="707846"/>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404040"/>
                      </a:buClr>
                      <a:buSzPts val="2400"/>
                      <a:buFont typeface="Arial"/>
                      <a:buNone/>
                    </a:pPr>
                    <a:r>
                      <a:rPr lang="en-US" sz="2000" b="0" i="0" u="none" strike="noStrike" cap="none">
                        <a:solidFill>
                          <a:srgbClr val="3F3F3F"/>
                        </a:solidFill>
                        <a:latin typeface="Open Sans"/>
                        <a:ea typeface="Open Sans"/>
                        <a:cs typeface="Open Sans"/>
                        <a:sym typeface="Open Sans"/>
                      </a:rPr>
                      <a:t>Converts pig script to MapReduce code </a:t>
                    </a:r>
                    <a:endParaRPr sz="2000" b="0" i="0" u="none" strike="noStrike" cap="none">
                      <a:solidFill>
                        <a:srgbClr val="3F3F3F"/>
                      </a:solidFill>
                      <a:latin typeface="Arial"/>
                      <a:ea typeface="Arial"/>
                      <a:cs typeface="Arial"/>
                      <a:sym typeface="Arial"/>
                    </a:endParaRPr>
                  </a:p>
                </p:txBody>
              </p:sp>
              <p:grpSp>
                <p:nvGrpSpPr>
                  <p:cNvPr id="2002" name="Google Shape;2002;p77"/>
                  <p:cNvGrpSpPr/>
                  <p:nvPr/>
                </p:nvGrpSpPr>
                <p:grpSpPr>
                  <a:xfrm>
                    <a:off x="8667992" y="3642653"/>
                    <a:ext cx="456078" cy="451355"/>
                    <a:chOff x="9418638" y="7005638"/>
                    <a:chExt cx="1379537" cy="1365251"/>
                  </a:xfrm>
                </p:grpSpPr>
                <p:cxnSp>
                  <p:nvCxnSpPr>
                    <p:cNvPr id="2003" name="Google Shape;2003;p77"/>
                    <p:cNvCxnSpPr/>
                    <p:nvPr/>
                  </p:nvCxnSpPr>
                  <p:spPr>
                    <a:xfrm rot="10800000">
                      <a:off x="9418638" y="7005638"/>
                      <a:ext cx="477837" cy="481013"/>
                    </a:xfrm>
                    <a:prstGeom prst="straightConnector1">
                      <a:avLst/>
                    </a:prstGeom>
                    <a:solidFill>
                      <a:srgbClr val="FFD966"/>
                    </a:solidFill>
                    <a:ln w="120650" cap="flat" cmpd="sng">
                      <a:solidFill>
                        <a:srgbClr val="B3C6E7"/>
                      </a:solidFill>
                      <a:prstDash val="solid"/>
                      <a:miter lim="800000"/>
                      <a:headEnd type="none" w="sm" len="sm"/>
                      <a:tailEnd type="none" w="sm" len="sm"/>
                    </a:ln>
                  </p:spPr>
                </p:cxnSp>
                <p:sp>
                  <p:nvSpPr>
                    <p:cNvPr id="2004" name="Google Shape;2004;p77"/>
                    <p:cNvSpPr/>
                    <p:nvPr/>
                  </p:nvSpPr>
                  <p:spPr>
                    <a:xfrm>
                      <a:off x="9418638" y="7005638"/>
                      <a:ext cx="265112" cy="268288"/>
                    </a:xfrm>
                    <a:custGeom>
                      <a:avLst/>
                      <a:gdLst/>
                      <a:ahLst/>
                      <a:cxnLst/>
                      <a:rect l="l" t="t" r="r" b="b"/>
                      <a:pathLst>
                        <a:path w="167" h="169" extrusionOk="0">
                          <a:moveTo>
                            <a:pt x="167" y="0"/>
                          </a:moveTo>
                          <a:lnTo>
                            <a:pt x="0" y="0"/>
                          </a:lnTo>
                          <a:lnTo>
                            <a:pt x="0" y="169"/>
                          </a:lnTo>
                        </a:path>
                      </a:pathLst>
                    </a:custGeom>
                    <a:solidFill>
                      <a:srgbClr val="FFD966"/>
                    </a:solidFill>
                    <a:ln w="120650" cap="flat" cmpd="sng">
                      <a:solidFill>
                        <a:srgbClr val="B3C6E7"/>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cxnSp>
                  <p:nvCxnSpPr>
                    <p:cNvPr id="2005" name="Google Shape;2005;p77"/>
                    <p:cNvCxnSpPr/>
                    <p:nvPr/>
                  </p:nvCxnSpPr>
                  <p:spPr>
                    <a:xfrm rot="10800000" flipH="1">
                      <a:off x="10318750" y="7005638"/>
                      <a:ext cx="479425" cy="481013"/>
                    </a:xfrm>
                    <a:prstGeom prst="straightConnector1">
                      <a:avLst/>
                    </a:prstGeom>
                    <a:solidFill>
                      <a:srgbClr val="FFD966"/>
                    </a:solidFill>
                    <a:ln w="120650" cap="flat" cmpd="sng">
                      <a:solidFill>
                        <a:srgbClr val="B3C6E7"/>
                      </a:solidFill>
                      <a:prstDash val="solid"/>
                      <a:miter lim="800000"/>
                      <a:headEnd type="none" w="sm" len="sm"/>
                      <a:tailEnd type="none" w="sm" len="sm"/>
                    </a:ln>
                  </p:spPr>
                </p:cxnSp>
                <p:sp>
                  <p:nvSpPr>
                    <p:cNvPr id="2006" name="Google Shape;2006;p77"/>
                    <p:cNvSpPr/>
                    <p:nvPr/>
                  </p:nvSpPr>
                  <p:spPr>
                    <a:xfrm>
                      <a:off x="10529888" y="7005638"/>
                      <a:ext cx="268287" cy="268288"/>
                    </a:xfrm>
                    <a:custGeom>
                      <a:avLst/>
                      <a:gdLst/>
                      <a:ahLst/>
                      <a:cxnLst/>
                      <a:rect l="l" t="t" r="r" b="b"/>
                      <a:pathLst>
                        <a:path w="169" h="169" extrusionOk="0">
                          <a:moveTo>
                            <a:pt x="169" y="169"/>
                          </a:moveTo>
                          <a:lnTo>
                            <a:pt x="169" y="0"/>
                          </a:lnTo>
                          <a:lnTo>
                            <a:pt x="0" y="0"/>
                          </a:lnTo>
                        </a:path>
                      </a:pathLst>
                    </a:custGeom>
                    <a:solidFill>
                      <a:srgbClr val="FFD966"/>
                    </a:solidFill>
                    <a:ln w="120650" cap="flat" cmpd="sng">
                      <a:solidFill>
                        <a:srgbClr val="B3C6E7"/>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cxnSp>
                  <p:nvCxnSpPr>
                    <p:cNvPr id="2007" name="Google Shape;2007;p77"/>
                    <p:cNvCxnSpPr/>
                    <p:nvPr/>
                  </p:nvCxnSpPr>
                  <p:spPr>
                    <a:xfrm>
                      <a:off x="10318750" y="7889876"/>
                      <a:ext cx="479425" cy="481013"/>
                    </a:xfrm>
                    <a:prstGeom prst="straightConnector1">
                      <a:avLst/>
                    </a:prstGeom>
                    <a:solidFill>
                      <a:srgbClr val="FFD966"/>
                    </a:solidFill>
                    <a:ln w="120650" cap="flat" cmpd="sng">
                      <a:solidFill>
                        <a:srgbClr val="B3C6E7"/>
                      </a:solidFill>
                      <a:prstDash val="solid"/>
                      <a:miter lim="800000"/>
                      <a:headEnd type="none" w="sm" len="sm"/>
                      <a:tailEnd type="none" w="sm" len="sm"/>
                    </a:ln>
                  </p:spPr>
                </p:cxnSp>
                <p:sp>
                  <p:nvSpPr>
                    <p:cNvPr id="2008" name="Google Shape;2008;p77"/>
                    <p:cNvSpPr/>
                    <p:nvPr/>
                  </p:nvSpPr>
                  <p:spPr>
                    <a:xfrm>
                      <a:off x="10529888" y="8102601"/>
                      <a:ext cx="268287" cy="268288"/>
                    </a:xfrm>
                    <a:custGeom>
                      <a:avLst/>
                      <a:gdLst/>
                      <a:ahLst/>
                      <a:cxnLst/>
                      <a:rect l="l" t="t" r="r" b="b"/>
                      <a:pathLst>
                        <a:path w="169" h="169" extrusionOk="0">
                          <a:moveTo>
                            <a:pt x="0" y="169"/>
                          </a:moveTo>
                          <a:lnTo>
                            <a:pt x="169" y="169"/>
                          </a:lnTo>
                          <a:lnTo>
                            <a:pt x="169" y="0"/>
                          </a:lnTo>
                        </a:path>
                      </a:pathLst>
                    </a:custGeom>
                    <a:solidFill>
                      <a:srgbClr val="FFD966"/>
                    </a:solidFill>
                    <a:ln w="120650" cap="flat" cmpd="sng">
                      <a:solidFill>
                        <a:srgbClr val="B3C6E7"/>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cxnSp>
                  <p:nvCxnSpPr>
                    <p:cNvPr id="2009" name="Google Shape;2009;p77"/>
                    <p:cNvCxnSpPr/>
                    <p:nvPr/>
                  </p:nvCxnSpPr>
                  <p:spPr>
                    <a:xfrm flipH="1">
                      <a:off x="9428163" y="7889876"/>
                      <a:ext cx="479425" cy="481013"/>
                    </a:xfrm>
                    <a:prstGeom prst="straightConnector1">
                      <a:avLst/>
                    </a:prstGeom>
                    <a:solidFill>
                      <a:srgbClr val="FFD966"/>
                    </a:solidFill>
                    <a:ln w="120650" cap="flat" cmpd="sng">
                      <a:solidFill>
                        <a:srgbClr val="B3C6E7"/>
                      </a:solidFill>
                      <a:prstDash val="solid"/>
                      <a:miter lim="800000"/>
                      <a:headEnd type="none" w="sm" len="sm"/>
                      <a:tailEnd type="none" w="sm" len="sm"/>
                    </a:ln>
                  </p:spPr>
                </p:cxnSp>
                <p:sp>
                  <p:nvSpPr>
                    <p:cNvPr id="2010" name="Google Shape;2010;p77"/>
                    <p:cNvSpPr/>
                    <p:nvPr/>
                  </p:nvSpPr>
                  <p:spPr>
                    <a:xfrm>
                      <a:off x="9428163" y="8102601"/>
                      <a:ext cx="268287" cy="268288"/>
                    </a:xfrm>
                    <a:custGeom>
                      <a:avLst/>
                      <a:gdLst/>
                      <a:ahLst/>
                      <a:cxnLst/>
                      <a:rect l="l" t="t" r="r" b="b"/>
                      <a:pathLst>
                        <a:path w="169" h="169" extrusionOk="0">
                          <a:moveTo>
                            <a:pt x="0" y="0"/>
                          </a:moveTo>
                          <a:lnTo>
                            <a:pt x="0" y="169"/>
                          </a:lnTo>
                          <a:lnTo>
                            <a:pt x="169" y="169"/>
                          </a:lnTo>
                        </a:path>
                      </a:pathLst>
                    </a:custGeom>
                    <a:solidFill>
                      <a:srgbClr val="FFD966"/>
                    </a:solidFill>
                    <a:ln w="120650" cap="flat" cmpd="sng">
                      <a:solidFill>
                        <a:srgbClr val="B3C6E7"/>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grpSp>
              <p:cxnSp>
                <p:nvCxnSpPr>
                  <p:cNvPr id="2011" name="Google Shape;2011;p77"/>
                  <p:cNvCxnSpPr/>
                  <p:nvPr/>
                </p:nvCxnSpPr>
                <p:spPr>
                  <a:xfrm>
                    <a:off x="5526593" y="4485508"/>
                    <a:ext cx="1964575" cy="399477"/>
                  </a:xfrm>
                  <a:prstGeom prst="straightConnector1">
                    <a:avLst/>
                  </a:prstGeom>
                  <a:noFill/>
                  <a:ln w="76200" cap="flat" cmpd="sng">
                    <a:solidFill>
                      <a:srgbClr val="AFABAB"/>
                    </a:solidFill>
                    <a:prstDash val="solid"/>
                    <a:miter lim="800000"/>
                    <a:headEnd type="none" w="sm" len="sm"/>
                    <a:tailEnd type="none" w="sm" len="sm"/>
                  </a:ln>
                </p:spPr>
              </p:cxnSp>
              <p:cxnSp>
                <p:nvCxnSpPr>
                  <p:cNvPr id="2012" name="Google Shape;2012;p77"/>
                  <p:cNvCxnSpPr/>
                  <p:nvPr/>
                </p:nvCxnSpPr>
                <p:spPr>
                  <a:xfrm rot="10800000" flipH="1">
                    <a:off x="7475423" y="3022082"/>
                    <a:ext cx="1362000" cy="1863314"/>
                  </a:xfrm>
                  <a:prstGeom prst="straightConnector1">
                    <a:avLst/>
                  </a:prstGeom>
                  <a:noFill/>
                  <a:ln w="76200" cap="flat" cmpd="sng">
                    <a:solidFill>
                      <a:srgbClr val="AFABAB"/>
                    </a:solidFill>
                    <a:prstDash val="solid"/>
                    <a:miter lim="800000"/>
                    <a:headEnd type="none" w="sm" len="sm"/>
                    <a:tailEnd type="none" w="sm" len="sm"/>
                  </a:ln>
                </p:spPr>
              </p:cxnSp>
              <p:cxnSp>
                <p:nvCxnSpPr>
                  <p:cNvPr id="2013" name="Google Shape;2013;p77"/>
                  <p:cNvCxnSpPr/>
                  <p:nvPr/>
                </p:nvCxnSpPr>
                <p:spPr>
                  <a:xfrm rot="10800000">
                    <a:off x="8782691" y="3033086"/>
                    <a:ext cx="2213986" cy="1313934"/>
                  </a:xfrm>
                  <a:prstGeom prst="straightConnector1">
                    <a:avLst/>
                  </a:prstGeom>
                  <a:noFill/>
                  <a:ln w="76200" cap="flat" cmpd="sng">
                    <a:solidFill>
                      <a:srgbClr val="AFABAB"/>
                    </a:solidFill>
                    <a:prstDash val="solid"/>
                    <a:miter lim="800000"/>
                    <a:headEnd type="none" w="sm" len="sm"/>
                    <a:tailEnd type="none" w="sm" len="sm"/>
                  </a:ln>
                </p:spPr>
              </p:cxnSp>
              <p:cxnSp>
                <p:nvCxnSpPr>
                  <p:cNvPr id="2014" name="Google Shape;2014;p77"/>
                  <p:cNvCxnSpPr/>
                  <p:nvPr/>
                </p:nvCxnSpPr>
                <p:spPr>
                  <a:xfrm rot="10800000" flipH="1">
                    <a:off x="10996677" y="2453792"/>
                    <a:ext cx="1202469" cy="1927207"/>
                  </a:xfrm>
                  <a:prstGeom prst="straightConnector1">
                    <a:avLst/>
                  </a:prstGeom>
                  <a:noFill/>
                  <a:ln w="76200" cap="flat" cmpd="sng">
                    <a:solidFill>
                      <a:srgbClr val="AFABAB"/>
                    </a:solidFill>
                    <a:prstDash val="solid"/>
                    <a:miter lim="800000"/>
                    <a:headEnd type="none" w="sm" len="sm"/>
                    <a:tailEnd type="none" w="sm" len="sm"/>
                  </a:ln>
                </p:spPr>
              </p:cxnSp>
              <p:sp>
                <p:nvSpPr>
                  <p:cNvPr id="2015" name="Google Shape;2015;p77"/>
                  <p:cNvSpPr/>
                  <p:nvPr/>
                </p:nvSpPr>
                <p:spPr>
                  <a:xfrm rot="-886056">
                    <a:off x="10899595" y="4202596"/>
                    <a:ext cx="240212" cy="240212"/>
                  </a:xfrm>
                  <a:custGeom>
                    <a:avLst/>
                    <a:gdLst/>
                    <a:ahLst/>
                    <a:cxnLst/>
                    <a:rect l="l" t="t" r="r" b="b"/>
                    <a:pathLst>
                      <a:path w="80" h="80" extrusionOk="0">
                        <a:moveTo>
                          <a:pt x="40" y="79"/>
                        </a:moveTo>
                        <a:cubicBezTo>
                          <a:pt x="62" y="80"/>
                          <a:pt x="80" y="62"/>
                          <a:pt x="80" y="40"/>
                        </a:cubicBezTo>
                        <a:cubicBezTo>
                          <a:pt x="80" y="18"/>
                          <a:pt x="62" y="0"/>
                          <a:pt x="40" y="0"/>
                        </a:cubicBezTo>
                        <a:cubicBezTo>
                          <a:pt x="18" y="0"/>
                          <a:pt x="0" y="18"/>
                          <a:pt x="0" y="40"/>
                        </a:cubicBezTo>
                        <a:cubicBezTo>
                          <a:pt x="0" y="62"/>
                          <a:pt x="18" y="79"/>
                          <a:pt x="40" y="79"/>
                        </a:cubicBezTo>
                        <a:close/>
                      </a:path>
                    </a:pathLst>
                  </a:custGeom>
                  <a:solidFill>
                    <a:srgbClr val="75707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2016" name="Google Shape;2016;p77"/>
                  <p:cNvSpPr/>
                  <p:nvPr/>
                </p:nvSpPr>
                <p:spPr>
                  <a:xfrm rot="-886056">
                    <a:off x="12084794" y="2365610"/>
                    <a:ext cx="240212" cy="240212"/>
                  </a:xfrm>
                  <a:custGeom>
                    <a:avLst/>
                    <a:gdLst/>
                    <a:ahLst/>
                    <a:cxnLst/>
                    <a:rect l="l" t="t" r="r" b="b"/>
                    <a:pathLst>
                      <a:path w="80" h="80" extrusionOk="0">
                        <a:moveTo>
                          <a:pt x="40" y="79"/>
                        </a:moveTo>
                        <a:cubicBezTo>
                          <a:pt x="62" y="80"/>
                          <a:pt x="80" y="62"/>
                          <a:pt x="80" y="40"/>
                        </a:cubicBezTo>
                        <a:cubicBezTo>
                          <a:pt x="80" y="18"/>
                          <a:pt x="62" y="0"/>
                          <a:pt x="40" y="0"/>
                        </a:cubicBezTo>
                        <a:cubicBezTo>
                          <a:pt x="18" y="0"/>
                          <a:pt x="0" y="18"/>
                          <a:pt x="0" y="40"/>
                        </a:cubicBezTo>
                        <a:cubicBezTo>
                          <a:pt x="0" y="62"/>
                          <a:pt x="18" y="79"/>
                          <a:pt x="40" y="79"/>
                        </a:cubicBezTo>
                        <a:close/>
                      </a:path>
                    </a:pathLst>
                  </a:custGeom>
                  <a:solidFill>
                    <a:srgbClr val="75707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2017" name="Google Shape;2017;p77"/>
                  <p:cNvSpPr/>
                  <p:nvPr/>
                </p:nvSpPr>
                <p:spPr>
                  <a:xfrm rot="-886056">
                    <a:off x="8694293" y="2966813"/>
                    <a:ext cx="240212" cy="240212"/>
                  </a:xfrm>
                  <a:custGeom>
                    <a:avLst/>
                    <a:gdLst/>
                    <a:ahLst/>
                    <a:cxnLst/>
                    <a:rect l="l" t="t" r="r" b="b"/>
                    <a:pathLst>
                      <a:path w="80" h="80" extrusionOk="0">
                        <a:moveTo>
                          <a:pt x="40" y="79"/>
                        </a:moveTo>
                        <a:cubicBezTo>
                          <a:pt x="62" y="80"/>
                          <a:pt x="80" y="62"/>
                          <a:pt x="80" y="40"/>
                        </a:cubicBezTo>
                        <a:cubicBezTo>
                          <a:pt x="80" y="18"/>
                          <a:pt x="62" y="0"/>
                          <a:pt x="40" y="0"/>
                        </a:cubicBezTo>
                        <a:cubicBezTo>
                          <a:pt x="18" y="0"/>
                          <a:pt x="0" y="18"/>
                          <a:pt x="0" y="40"/>
                        </a:cubicBezTo>
                        <a:cubicBezTo>
                          <a:pt x="0" y="62"/>
                          <a:pt x="18" y="79"/>
                          <a:pt x="40" y="79"/>
                        </a:cubicBezTo>
                        <a:close/>
                      </a:path>
                    </a:pathLst>
                  </a:custGeom>
                  <a:solidFill>
                    <a:srgbClr val="75707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sp>
                <p:nvSpPr>
                  <p:cNvPr id="2018" name="Google Shape;2018;p77"/>
                  <p:cNvSpPr/>
                  <p:nvPr/>
                </p:nvSpPr>
                <p:spPr>
                  <a:xfrm rot="-886056">
                    <a:off x="7391356" y="4725338"/>
                    <a:ext cx="240212" cy="240212"/>
                  </a:xfrm>
                  <a:custGeom>
                    <a:avLst/>
                    <a:gdLst/>
                    <a:ahLst/>
                    <a:cxnLst/>
                    <a:rect l="l" t="t" r="r" b="b"/>
                    <a:pathLst>
                      <a:path w="80" h="80" extrusionOk="0">
                        <a:moveTo>
                          <a:pt x="40" y="79"/>
                        </a:moveTo>
                        <a:cubicBezTo>
                          <a:pt x="62" y="80"/>
                          <a:pt x="80" y="62"/>
                          <a:pt x="80" y="40"/>
                        </a:cubicBezTo>
                        <a:cubicBezTo>
                          <a:pt x="80" y="18"/>
                          <a:pt x="62" y="0"/>
                          <a:pt x="40" y="0"/>
                        </a:cubicBezTo>
                        <a:cubicBezTo>
                          <a:pt x="18" y="0"/>
                          <a:pt x="0" y="18"/>
                          <a:pt x="0" y="40"/>
                        </a:cubicBezTo>
                        <a:cubicBezTo>
                          <a:pt x="0" y="62"/>
                          <a:pt x="18" y="79"/>
                          <a:pt x="40" y="79"/>
                        </a:cubicBezTo>
                        <a:close/>
                      </a:path>
                    </a:pathLst>
                  </a:custGeom>
                  <a:solidFill>
                    <a:srgbClr val="75707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3F3F3F"/>
                      </a:solidFill>
                      <a:latin typeface="Calibri"/>
                      <a:ea typeface="Calibri"/>
                      <a:cs typeface="Calibri"/>
                      <a:sym typeface="Calibri"/>
                    </a:endParaRPr>
                  </a:p>
                </p:txBody>
              </p:sp>
            </p:grpSp>
            <p:grpSp>
              <p:nvGrpSpPr>
                <p:cNvPr id="2019" name="Google Shape;2019;p77"/>
                <p:cNvGrpSpPr/>
                <p:nvPr/>
              </p:nvGrpSpPr>
              <p:grpSpPr>
                <a:xfrm>
                  <a:off x="2232406" y="5353762"/>
                  <a:ext cx="2278742" cy="2278742"/>
                  <a:chOff x="1903187" y="4225379"/>
                  <a:chExt cx="2278742" cy="2278742"/>
                </a:xfrm>
              </p:grpSpPr>
              <p:sp>
                <p:nvSpPr>
                  <p:cNvPr id="2020" name="Google Shape;2020;p77"/>
                  <p:cNvSpPr/>
                  <p:nvPr/>
                </p:nvSpPr>
                <p:spPr>
                  <a:xfrm>
                    <a:off x="1903187" y="4225379"/>
                    <a:ext cx="2278742" cy="2278742"/>
                  </a:xfrm>
                  <a:prstGeom prst="ellipse">
                    <a:avLst/>
                  </a:prstGeom>
                  <a:solidFill>
                    <a:srgbClr val="F3F3F3"/>
                  </a:solidFill>
                  <a:ln w="12700" cap="flat" cmpd="sng">
                    <a:solidFill>
                      <a:srgbClr val="BFBFB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800"/>
                      <a:buFont typeface="Calibri"/>
                      <a:buNone/>
                    </a:pPr>
                    <a:endParaRPr sz="1800" b="0" i="0" u="none" strike="noStrike" cap="none">
                      <a:solidFill>
                        <a:srgbClr val="3F3F3F"/>
                      </a:solidFill>
                      <a:latin typeface="Calibri"/>
                      <a:ea typeface="Calibri"/>
                      <a:cs typeface="Calibri"/>
                      <a:sym typeface="Calibri"/>
                    </a:endParaRPr>
                  </a:p>
                </p:txBody>
              </p:sp>
              <p:pic>
                <p:nvPicPr>
                  <p:cNvPr id="2021" name="Google Shape;2021;p77"/>
                  <p:cNvPicPr preferRelativeResize="0"/>
                  <p:nvPr/>
                </p:nvPicPr>
                <p:blipFill rotWithShape="1">
                  <a:blip r:embed="rId3">
                    <a:alphaModFix/>
                  </a:blip>
                  <a:srcRect/>
                  <a:stretch/>
                </p:blipFill>
                <p:spPr>
                  <a:xfrm>
                    <a:off x="2488519" y="4480719"/>
                    <a:ext cx="1241200" cy="1866467"/>
                  </a:xfrm>
                  <a:prstGeom prst="rect">
                    <a:avLst/>
                  </a:prstGeom>
                  <a:noFill/>
                  <a:ln>
                    <a:noFill/>
                  </a:ln>
                </p:spPr>
              </p:pic>
            </p:grpSp>
          </p:grpSp>
        </p:grpSp>
      </p:grpSp>
      <p:sp>
        <p:nvSpPr>
          <p:cNvPr id="2023" name="Google Shape;2023;p77"/>
          <p:cNvSpPr txBox="1"/>
          <p:nvPr/>
        </p:nvSpPr>
        <p:spPr>
          <a:xfrm>
            <a:off x="2495550" y="1223143"/>
            <a:ext cx="11525250" cy="846514"/>
          </a:xfrm>
          <a:prstGeom prst="rect">
            <a:avLst/>
          </a:prstGeom>
          <a:noFill/>
          <a:ln>
            <a:noFill/>
          </a:ln>
        </p:spPr>
        <p:txBody>
          <a:bodyPr spcFirstLastPara="1" wrap="square" lIns="91425" tIns="45700" rIns="91425" bIns="45700" anchor="t" anchorCtr="0">
            <a:spAutoFit/>
          </a:bodyPr>
          <a:lstStyle/>
          <a:p>
            <a:pPr marL="0" marR="0" lvl="0" indent="0" algn="ctr" rtl="0">
              <a:lnSpc>
                <a:spcPct val="115000"/>
              </a:lnSpc>
              <a:spcBef>
                <a:spcPts val="0"/>
              </a:spcBef>
              <a:spcAft>
                <a:spcPts val="0"/>
              </a:spcAft>
              <a:buClr>
                <a:srgbClr val="000000"/>
              </a:buClr>
              <a:buSzPts val="2200"/>
              <a:buFont typeface="Arial"/>
              <a:buNone/>
            </a:pPr>
            <a:r>
              <a:rPr lang="en-US" sz="2200" b="0" i="0" u="none" strike="noStrike" cap="none" dirty="0">
                <a:solidFill>
                  <a:srgbClr val="3F3F3F"/>
                </a:solidFill>
                <a:latin typeface="Open Sans"/>
                <a:ea typeface="Open Sans"/>
                <a:cs typeface="Open Sans"/>
                <a:sym typeface="Open Sans"/>
              </a:rPr>
              <a:t>Pig is a high-level data flow framework for executing Hadoop MapReduce programs. Pig Latin is the language used in Pig.</a:t>
            </a:r>
            <a:endParaRPr sz="1400" b="0" i="0" u="none" strike="noStrike" cap="none" dirty="0">
              <a:solidFill>
                <a:srgbClr val="000000"/>
              </a:solidFill>
              <a:latin typeface="Arial"/>
              <a:ea typeface="Arial"/>
              <a:cs typeface="Arial"/>
              <a:sym typeface="Arial"/>
            </a:endParaRPr>
          </a:p>
        </p:txBody>
      </p:sp>
      <p:sp>
        <p:nvSpPr>
          <p:cNvPr id="3" name="Brandline_LVC">
            <a:extLst>
              <a:ext uri="{FF2B5EF4-FFF2-40B4-BE49-F238E27FC236}">
                <a16:creationId xmlns:a16="http://schemas.microsoft.com/office/drawing/2014/main" id="{637A8D47-14F9-C12F-238B-8B403CD61E58}"/>
              </a:ext>
            </a:extLst>
          </p:cNvPr>
          <p:cNvSpPr/>
          <p:nvPr/>
        </p:nvSpPr>
        <p:spPr>
          <a:xfrm>
            <a:off x="7797800" y="816324"/>
            <a:ext cx="666830"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2028"/>
        <p:cNvGrpSpPr/>
        <p:nvPr/>
      </p:nvGrpSpPr>
      <p:grpSpPr>
        <a:xfrm>
          <a:off x="0" y="0"/>
          <a:ext cx="0" cy="0"/>
          <a:chOff x="0" y="0"/>
          <a:chExt cx="0" cy="0"/>
        </a:xfrm>
      </p:grpSpPr>
      <p:sp>
        <p:nvSpPr>
          <p:cNvPr id="2029" name="Google Shape;2029;p102"/>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marR="0" lvl="0" indent="0" algn="ctr" rtl="0">
              <a:lnSpc>
                <a:spcPct val="90000"/>
              </a:lnSpc>
              <a:spcBef>
                <a:spcPts val="0"/>
              </a:spcBef>
              <a:spcAft>
                <a:spcPts val="0"/>
              </a:spcAft>
              <a:buClr>
                <a:srgbClr val="7F7F7F"/>
              </a:buClr>
              <a:buSzPts val="2000"/>
              <a:buFont typeface="Open Sans ExtraBold"/>
              <a:buNone/>
            </a:pPr>
            <a:r>
              <a:rPr lang="en-US" sz="2800" i="0" u="none" strike="noStrike" cap="none" dirty="0">
                <a:solidFill>
                  <a:srgbClr val="3F3F3F"/>
                </a:solidFill>
                <a:latin typeface="Open Sans"/>
                <a:ea typeface="Open Sans"/>
                <a:cs typeface="Open Sans"/>
                <a:sym typeface="Open Sans"/>
              </a:rPr>
              <a:t>Impala</a:t>
            </a:r>
            <a:endParaRPr sz="2800" i="0" u="none" strike="noStrike" cap="none" dirty="0">
              <a:solidFill>
                <a:srgbClr val="3F3F3F"/>
              </a:solidFill>
              <a:latin typeface="Open Sans"/>
              <a:ea typeface="Open Sans"/>
              <a:cs typeface="Open Sans"/>
              <a:sym typeface="Open Sans"/>
            </a:endParaRPr>
          </a:p>
        </p:txBody>
      </p:sp>
      <p:pic>
        <p:nvPicPr>
          <p:cNvPr id="2030" name="Google Shape;2030;p102"/>
          <p:cNvPicPr preferRelativeResize="0"/>
          <p:nvPr/>
        </p:nvPicPr>
        <p:blipFill rotWithShape="1">
          <a:blip r:embed="rId3">
            <a:alphaModFix/>
          </a:blip>
          <a:srcRect/>
          <a:stretch/>
        </p:blipFill>
        <p:spPr>
          <a:xfrm>
            <a:off x="3438472" y="3723103"/>
            <a:ext cx="2027145" cy="2403871"/>
          </a:xfrm>
          <a:prstGeom prst="rect">
            <a:avLst/>
          </a:prstGeom>
          <a:noFill/>
          <a:ln>
            <a:noFill/>
          </a:ln>
        </p:spPr>
      </p:pic>
      <p:sp>
        <p:nvSpPr>
          <p:cNvPr id="2031" name="Google Shape;2031;p102"/>
          <p:cNvSpPr txBox="1"/>
          <p:nvPr/>
        </p:nvSpPr>
        <p:spPr>
          <a:xfrm>
            <a:off x="7296150" y="3338945"/>
            <a:ext cx="7880570" cy="3014963"/>
          </a:xfrm>
          <a:prstGeom prst="roundRect">
            <a:avLst>
              <a:gd name="adj" fmla="val 9585"/>
            </a:avLst>
          </a:prstGeom>
          <a:noFill/>
          <a:ln>
            <a:solidFill>
              <a:schemeClr val="bg1">
                <a:lumMod val="50000"/>
              </a:schemeClr>
            </a:solidFill>
          </a:ln>
        </p:spPr>
        <p:txBody>
          <a:bodyPr spcFirstLastPara="1" wrap="square" lIns="91425" tIns="45700" rIns="91425" bIns="45700" anchor="t" anchorCtr="0">
            <a:noAutofit/>
          </a:bodyPr>
          <a:lstStyle/>
          <a:p>
            <a:pPr marL="342900" marR="0" lvl="0" indent="-342900" algn="l" rtl="0">
              <a:lnSpc>
                <a:spcPct val="100000"/>
              </a:lnSpc>
              <a:spcBef>
                <a:spcPts val="0"/>
              </a:spcBef>
              <a:spcAft>
                <a:spcPts val="0"/>
              </a:spcAft>
              <a:buClr>
                <a:srgbClr val="3F3F3F"/>
              </a:buClr>
              <a:buSzPts val="2200"/>
              <a:buFont typeface="Arial"/>
              <a:buChar char="•"/>
            </a:pPr>
            <a:r>
              <a:rPr lang="en-US" sz="2200" b="0" i="0" u="none" strike="noStrike" cap="none" dirty="0">
                <a:solidFill>
                  <a:srgbClr val="3F3F3F"/>
                </a:solidFill>
                <a:latin typeface="Open Sans"/>
                <a:ea typeface="Open Sans"/>
                <a:cs typeface="Open Sans"/>
                <a:sym typeface="Open Sans"/>
              </a:rPr>
              <a:t>Is a high-performance SQL engine that runs on the Hadoop cluster</a:t>
            </a:r>
            <a:endParaRPr sz="1400" b="0" i="0" u="none" strike="noStrike" cap="none" dirty="0">
              <a:solidFill>
                <a:srgbClr val="000000"/>
              </a:solidFill>
              <a:latin typeface="Arial"/>
              <a:ea typeface="Arial"/>
              <a:cs typeface="Arial"/>
              <a:sym typeface="Arial"/>
            </a:endParaRPr>
          </a:p>
          <a:p>
            <a:pPr marL="342900" marR="0" lvl="0" indent="-203200" algn="l" rtl="0">
              <a:lnSpc>
                <a:spcPct val="100000"/>
              </a:lnSpc>
              <a:spcBef>
                <a:spcPts val="0"/>
              </a:spcBef>
              <a:spcAft>
                <a:spcPts val="0"/>
              </a:spcAft>
              <a:buClr>
                <a:srgbClr val="3F3F3F"/>
              </a:buClr>
              <a:buSzPts val="2200"/>
              <a:buFont typeface="Arial"/>
              <a:buNone/>
            </a:pPr>
            <a:endParaRPr sz="2200" b="0" i="0" u="none" strike="noStrike" cap="none" dirty="0">
              <a:solidFill>
                <a:srgbClr val="3F3F3F"/>
              </a:solidFill>
              <a:latin typeface="Open Sans"/>
              <a:ea typeface="Open Sans"/>
              <a:cs typeface="Open Sans"/>
              <a:sym typeface="Open Sans"/>
            </a:endParaRPr>
          </a:p>
          <a:p>
            <a:pPr marL="342900" marR="0" lvl="0" indent="-342900" algn="l" rtl="0">
              <a:lnSpc>
                <a:spcPct val="100000"/>
              </a:lnSpc>
              <a:spcBef>
                <a:spcPts val="0"/>
              </a:spcBef>
              <a:spcAft>
                <a:spcPts val="0"/>
              </a:spcAft>
              <a:buClr>
                <a:srgbClr val="3F3F3F"/>
              </a:buClr>
              <a:buSzPts val="2200"/>
              <a:buFont typeface="Arial"/>
              <a:buChar char="•"/>
            </a:pPr>
            <a:r>
              <a:rPr lang="en-US" sz="2200" b="0" i="0" u="none" strike="noStrike" cap="none" dirty="0">
                <a:solidFill>
                  <a:srgbClr val="3F3F3F"/>
                </a:solidFill>
                <a:latin typeface="Open Sans"/>
                <a:ea typeface="Open Sans"/>
                <a:cs typeface="Open Sans"/>
                <a:sym typeface="Open Sans"/>
              </a:rPr>
              <a:t>Is ideal for interactive analysis</a:t>
            </a:r>
            <a:endParaRPr sz="1400" b="0" i="0" u="none" strike="noStrike" cap="none" dirty="0">
              <a:solidFill>
                <a:srgbClr val="000000"/>
              </a:solidFill>
              <a:latin typeface="Arial"/>
              <a:ea typeface="Arial"/>
              <a:cs typeface="Arial"/>
              <a:sym typeface="Arial"/>
            </a:endParaRPr>
          </a:p>
          <a:p>
            <a:pPr marL="342900" marR="0" lvl="0" indent="-203200" algn="l" rtl="0">
              <a:lnSpc>
                <a:spcPct val="100000"/>
              </a:lnSpc>
              <a:spcBef>
                <a:spcPts val="0"/>
              </a:spcBef>
              <a:spcAft>
                <a:spcPts val="0"/>
              </a:spcAft>
              <a:buClr>
                <a:srgbClr val="3F3F3F"/>
              </a:buClr>
              <a:buSzPts val="2200"/>
              <a:buFont typeface="Arial"/>
              <a:buNone/>
            </a:pPr>
            <a:endParaRPr sz="2200" b="0" i="0" u="none" strike="noStrike" cap="none" dirty="0">
              <a:solidFill>
                <a:srgbClr val="3F3F3F"/>
              </a:solidFill>
              <a:latin typeface="Open Sans"/>
              <a:ea typeface="Open Sans"/>
              <a:cs typeface="Open Sans"/>
              <a:sym typeface="Open Sans"/>
            </a:endParaRPr>
          </a:p>
          <a:p>
            <a:pPr marL="342900" marR="0" lvl="0" indent="-342900" algn="l" rtl="0">
              <a:lnSpc>
                <a:spcPct val="100000"/>
              </a:lnSpc>
              <a:spcBef>
                <a:spcPts val="0"/>
              </a:spcBef>
              <a:spcAft>
                <a:spcPts val="0"/>
              </a:spcAft>
              <a:buClr>
                <a:srgbClr val="3F3F3F"/>
              </a:buClr>
              <a:buSzPts val="2200"/>
              <a:buFont typeface="Arial"/>
              <a:buChar char="•"/>
            </a:pPr>
            <a:r>
              <a:rPr lang="en-US" sz="2200" b="0" i="0" u="none" strike="noStrike" cap="none" dirty="0">
                <a:solidFill>
                  <a:srgbClr val="3F3F3F"/>
                </a:solidFill>
                <a:latin typeface="Open Sans"/>
                <a:ea typeface="Open Sans"/>
                <a:cs typeface="Open Sans"/>
                <a:sym typeface="Open Sans"/>
              </a:rPr>
              <a:t>Has very low latency –measured in milliseconds</a:t>
            </a:r>
            <a:endParaRPr sz="1400" b="0" i="0" u="none" strike="noStrike" cap="none" dirty="0">
              <a:solidFill>
                <a:srgbClr val="000000"/>
              </a:solidFill>
              <a:latin typeface="Arial"/>
              <a:ea typeface="Arial"/>
              <a:cs typeface="Arial"/>
              <a:sym typeface="Arial"/>
            </a:endParaRPr>
          </a:p>
          <a:p>
            <a:pPr marL="342900" marR="0" lvl="0" indent="-203200" algn="l" rtl="0">
              <a:lnSpc>
                <a:spcPct val="100000"/>
              </a:lnSpc>
              <a:spcBef>
                <a:spcPts val="0"/>
              </a:spcBef>
              <a:spcAft>
                <a:spcPts val="0"/>
              </a:spcAft>
              <a:buClr>
                <a:srgbClr val="3F3F3F"/>
              </a:buClr>
              <a:buSzPts val="2200"/>
              <a:buFont typeface="Arial"/>
              <a:buNone/>
            </a:pPr>
            <a:endParaRPr sz="2200" b="0" i="0" u="none" strike="noStrike" cap="none" dirty="0">
              <a:solidFill>
                <a:srgbClr val="3F3F3F"/>
              </a:solidFill>
              <a:latin typeface="Open Sans"/>
              <a:ea typeface="Open Sans"/>
              <a:cs typeface="Open Sans"/>
              <a:sym typeface="Open Sans"/>
            </a:endParaRPr>
          </a:p>
          <a:p>
            <a:pPr marL="342900" marR="0" lvl="0" indent="-342900" algn="l" rtl="0">
              <a:lnSpc>
                <a:spcPct val="100000"/>
              </a:lnSpc>
              <a:spcBef>
                <a:spcPts val="0"/>
              </a:spcBef>
              <a:spcAft>
                <a:spcPts val="0"/>
              </a:spcAft>
              <a:buClr>
                <a:srgbClr val="3F3F3F"/>
              </a:buClr>
              <a:buSzPts val="2200"/>
              <a:buFont typeface="Arial"/>
              <a:buChar char="•"/>
            </a:pPr>
            <a:r>
              <a:rPr lang="en-US" sz="2200" b="0" i="0" u="none" strike="noStrike" cap="none" dirty="0">
                <a:solidFill>
                  <a:srgbClr val="3F3F3F"/>
                </a:solidFill>
                <a:latin typeface="Open Sans"/>
                <a:ea typeface="Open Sans"/>
                <a:cs typeface="Open Sans"/>
                <a:sym typeface="Open Sans"/>
              </a:rPr>
              <a:t>Supports a dialect of SQL (Impala SQL)</a:t>
            </a:r>
            <a:endParaRPr lang="en-IN" sz="2200" b="0" i="0" u="none" strike="noStrike" cap="none" dirty="0">
              <a:solidFill>
                <a:srgbClr val="3F3F3F"/>
              </a:solidFill>
              <a:latin typeface="Open Sans"/>
              <a:ea typeface="Open Sans"/>
              <a:cs typeface="Open Sans"/>
              <a:sym typeface="Open Sans"/>
            </a:endParaRPr>
          </a:p>
          <a:p>
            <a:pPr marL="342900" marR="0" lvl="0" indent="-203200" algn="l" rtl="0">
              <a:lnSpc>
                <a:spcPct val="100000"/>
              </a:lnSpc>
              <a:spcBef>
                <a:spcPts val="0"/>
              </a:spcBef>
              <a:spcAft>
                <a:spcPts val="0"/>
              </a:spcAft>
              <a:buClr>
                <a:srgbClr val="3F3F3F"/>
              </a:buClr>
              <a:buSzPts val="2200"/>
              <a:buFont typeface="Arial"/>
              <a:buNone/>
            </a:pPr>
            <a:endParaRPr lang="en-IN" sz="2200" b="0" i="0" u="none" strike="noStrike" cap="none" dirty="0">
              <a:solidFill>
                <a:srgbClr val="3F3F3F"/>
              </a:solidFill>
              <a:latin typeface="Open Sans"/>
              <a:ea typeface="Open Sans"/>
              <a:cs typeface="Open Sans"/>
              <a:sym typeface="Open Sans"/>
            </a:endParaRPr>
          </a:p>
          <a:p>
            <a:pPr marL="342900" marR="0" lvl="0" indent="-203200" algn="l" rtl="0">
              <a:lnSpc>
                <a:spcPct val="100000"/>
              </a:lnSpc>
              <a:spcBef>
                <a:spcPts val="0"/>
              </a:spcBef>
              <a:spcAft>
                <a:spcPts val="0"/>
              </a:spcAft>
              <a:buClr>
                <a:srgbClr val="3F3F3F"/>
              </a:buClr>
              <a:buSzPts val="2200"/>
              <a:buFont typeface="Arial"/>
              <a:buNone/>
            </a:pPr>
            <a:endParaRPr lang="en-IN" sz="2200" b="0" i="0" u="none" strike="noStrike" cap="none" dirty="0">
              <a:solidFill>
                <a:srgbClr val="000000"/>
              </a:solidFill>
              <a:latin typeface="Arial"/>
              <a:ea typeface="Arial"/>
              <a:cs typeface="Arial"/>
              <a:sym typeface="Arial"/>
            </a:endParaRPr>
          </a:p>
        </p:txBody>
      </p:sp>
      <p:sp>
        <p:nvSpPr>
          <p:cNvPr id="2033" name="Google Shape;2033;p102"/>
          <p:cNvSpPr txBox="1"/>
          <p:nvPr/>
        </p:nvSpPr>
        <p:spPr>
          <a:xfrm>
            <a:off x="1679575" y="1224742"/>
            <a:ext cx="12896850" cy="846514"/>
          </a:xfrm>
          <a:prstGeom prst="rect">
            <a:avLst/>
          </a:prstGeom>
          <a:noFill/>
          <a:ln>
            <a:noFill/>
          </a:ln>
        </p:spPr>
        <p:txBody>
          <a:bodyPr spcFirstLastPara="1" wrap="square" lIns="91425" tIns="45700" rIns="91425" bIns="45700" anchor="t" anchorCtr="0">
            <a:spAutoFit/>
          </a:bodyPr>
          <a:lstStyle/>
          <a:p>
            <a:pPr marL="0" marR="0" lvl="0" indent="0" algn="ctr" rtl="0">
              <a:lnSpc>
                <a:spcPct val="115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Impala is a SQL query engine that uses MPP (Massive Parallel Processing) to process large amounts of data stored in a Hadoop cluster.</a:t>
            </a:r>
            <a:endParaRPr sz="1400" b="0" i="0" u="none" strike="noStrike" cap="none">
              <a:solidFill>
                <a:srgbClr val="000000"/>
              </a:solidFill>
              <a:latin typeface="Arial"/>
              <a:ea typeface="Arial"/>
              <a:cs typeface="Arial"/>
              <a:sym typeface="Arial"/>
            </a:endParaRPr>
          </a:p>
        </p:txBody>
      </p:sp>
      <p:sp>
        <p:nvSpPr>
          <p:cNvPr id="3" name="Brandline_LVC">
            <a:extLst>
              <a:ext uri="{FF2B5EF4-FFF2-40B4-BE49-F238E27FC236}">
                <a16:creationId xmlns:a16="http://schemas.microsoft.com/office/drawing/2014/main" id="{D264D404-A301-CC01-D880-75595EE029B2}"/>
              </a:ext>
            </a:extLst>
          </p:cNvPr>
          <p:cNvSpPr/>
          <p:nvPr/>
        </p:nvSpPr>
        <p:spPr>
          <a:xfrm>
            <a:off x="7366001" y="816324"/>
            <a:ext cx="1535985"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2038"/>
        <p:cNvGrpSpPr/>
        <p:nvPr/>
      </p:nvGrpSpPr>
      <p:grpSpPr>
        <a:xfrm>
          <a:off x="0" y="0"/>
          <a:ext cx="0" cy="0"/>
          <a:chOff x="0" y="0"/>
          <a:chExt cx="0" cy="0"/>
        </a:xfrm>
      </p:grpSpPr>
      <p:sp>
        <p:nvSpPr>
          <p:cNvPr id="2039" name="Google Shape;2039;p79"/>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marR="0" lvl="0" indent="0" algn="ctr" rtl="0">
              <a:lnSpc>
                <a:spcPct val="90000"/>
              </a:lnSpc>
              <a:spcBef>
                <a:spcPts val="0"/>
              </a:spcBef>
              <a:spcAft>
                <a:spcPts val="0"/>
              </a:spcAft>
              <a:buClr>
                <a:srgbClr val="7F7F7F"/>
              </a:buClr>
              <a:buSzPts val="2000"/>
              <a:buFont typeface="Open Sans ExtraBold"/>
              <a:buNone/>
            </a:pPr>
            <a:r>
              <a:rPr lang="en-US" sz="2800" i="0" u="none" strike="noStrike" cap="none" dirty="0">
                <a:solidFill>
                  <a:srgbClr val="3F3F3F"/>
                </a:solidFill>
                <a:latin typeface="Open Sans"/>
                <a:ea typeface="Open Sans"/>
                <a:cs typeface="Open Sans"/>
                <a:sym typeface="Open Sans"/>
              </a:rPr>
              <a:t>Hive</a:t>
            </a:r>
            <a:endParaRPr sz="2800" i="0" u="none" strike="noStrike" cap="none" dirty="0">
              <a:solidFill>
                <a:srgbClr val="3F3F3F"/>
              </a:solidFill>
              <a:latin typeface="Open Sans"/>
              <a:ea typeface="Open Sans"/>
              <a:cs typeface="Open Sans"/>
              <a:sym typeface="Open Sans"/>
            </a:endParaRPr>
          </a:p>
        </p:txBody>
      </p:sp>
      <p:grpSp>
        <p:nvGrpSpPr>
          <p:cNvPr id="2040" name="Google Shape;2040;p79"/>
          <p:cNvGrpSpPr/>
          <p:nvPr/>
        </p:nvGrpSpPr>
        <p:grpSpPr>
          <a:xfrm>
            <a:off x="4319121" y="2590801"/>
            <a:ext cx="7581930" cy="4941687"/>
            <a:chOff x="4129140" y="1754831"/>
            <a:chExt cx="8740847" cy="5968155"/>
          </a:xfrm>
        </p:grpSpPr>
        <p:sp>
          <p:nvSpPr>
            <p:cNvPr id="2041" name="Google Shape;2041;p79"/>
            <p:cNvSpPr/>
            <p:nvPr/>
          </p:nvSpPr>
          <p:spPr>
            <a:xfrm>
              <a:off x="7237006" y="3632711"/>
              <a:ext cx="1925510" cy="2212395"/>
            </a:xfrm>
            <a:custGeom>
              <a:avLst/>
              <a:gdLst/>
              <a:ahLst/>
              <a:cxnLst/>
              <a:rect l="l" t="t" r="r" b="b"/>
              <a:pathLst>
                <a:path w="2678171" h="2330008" extrusionOk="0">
                  <a:moveTo>
                    <a:pt x="1339086" y="0"/>
                  </a:moveTo>
                  <a:lnTo>
                    <a:pt x="2678169" y="506777"/>
                  </a:lnTo>
                  <a:lnTo>
                    <a:pt x="2678169" y="1823231"/>
                  </a:lnTo>
                  <a:lnTo>
                    <a:pt x="1339086" y="2330008"/>
                  </a:lnTo>
                  <a:lnTo>
                    <a:pt x="2" y="1823231"/>
                  </a:lnTo>
                  <a:lnTo>
                    <a:pt x="2" y="506777"/>
                  </a:lnTo>
                  <a:lnTo>
                    <a:pt x="1339086" y="0"/>
                  </a:lnTo>
                  <a:close/>
                </a:path>
              </a:pathLst>
            </a:custGeom>
            <a:noFill/>
            <a:ln w="12700" cap="flat" cmpd="sng">
              <a:solidFill>
                <a:schemeClr val="lt1"/>
              </a:solidFill>
              <a:prstDash val="solid"/>
              <a:miter lim="800000"/>
              <a:headEnd type="none" w="sm" len="sm"/>
              <a:tailEnd type="none" w="sm" len="sm"/>
            </a:ln>
          </p:spPr>
          <p:txBody>
            <a:bodyPr spcFirstLastPara="1" wrap="square" lIns="519300" tIns="573550" rIns="519300" bIns="573550" anchor="ctr" anchorCtr="0">
              <a:noAutofit/>
            </a:bodyPr>
            <a:lstStyle/>
            <a:p>
              <a:pPr marL="0" marR="0" lvl="0" indent="0" algn="ctr" rtl="0">
                <a:lnSpc>
                  <a:spcPct val="90000"/>
                </a:lnSpc>
                <a:spcBef>
                  <a:spcPts val="0"/>
                </a:spcBef>
                <a:spcAft>
                  <a:spcPts val="0"/>
                </a:spcAft>
                <a:buClr>
                  <a:schemeClr val="lt1"/>
                </a:buClr>
                <a:buSzPts val="4100"/>
                <a:buFont typeface="Calibri"/>
                <a:buNone/>
              </a:pPr>
              <a:endParaRPr sz="4100" b="0" i="0" u="none" strike="noStrike" cap="none">
                <a:solidFill>
                  <a:srgbClr val="000000"/>
                </a:solidFill>
                <a:latin typeface="Calibri"/>
                <a:ea typeface="Calibri"/>
                <a:cs typeface="Calibri"/>
                <a:sym typeface="Calibri"/>
              </a:endParaRPr>
            </a:p>
          </p:txBody>
        </p:sp>
        <p:grpSp>
          <p:nvGrpSpPr>
            <p:cNvPr id="2042" name="Google Shape;2042;p79"/>
            <p:cNvGrpSpPr/>
            <p:nvPr/>
          </p:nvGrpSpPr>
          <p:grpSpPr>
            <a:xfrm>
              <a:off x="5138492" y="1754831"/>
              <a:ext cx="2988829" cy="4090275"/>
              <a:chOff x="4995056" y="1757497"/>
              <a:chExt cx="2987697" cy="4090275"/>
            </a:xfrm>
          </p:grpSpPr>
          <p:sp>
            <p:nvSpPr>
              <p:cNvPr id="2043" name="Google Shape;2043;p79"/>
              <p:cNvSpPr/>
              <p:nvPr/>
            </p:nvSpPr>
            <p:spPr>
              <a:xfrm>
                <a:off x="6057973" y="1757497"/>
                <a:ext cx="1924780" cy="2212395"/>
              </a:xfrm>
              <a:custGeom>
                <a:avLst/>
                <a:gdLst/>
                <a:ahLst/>
                <a:cxnLst/>
                <a:rect l="l" t="t" r="r" b="b"/>
                <a:pathLst>
                  <a:path w="2678167" h="2330008" extrusionOk="0">
                    <a:moveTo>
                      <a:pt x="1339084" y="0"/>
                    </a:moveTo>
                    <a:lnTo>
                      <a:pt x="2678167" y="506777"/>
                    </a:lnTo>
                    <a:lnTo>
                      <a:pt x="2678167" y="1823231"/>
                    </a:lnTo>
                    <a:lnTo>
                      <a:pt x="1339084" y="2330008"/>
                    </a:lnTo>
                    <a:lnTo>
                      <a:pt x="0" y="1823231"/>
                    </a:lnTo>
                  </a:path>
                </a:pathLst>
              </a:custGeom>
              <a:noFill/>
              <a:ln w="76200" cap="flat" cmpd="sng">
                <a:solidFill>
                  <a:srgbClr val="A5A5A5"/>
                </a:solidFill>
                <a:prstDash val="solid"/>
                <a:miter lim="800000"/>
                <a:headEnd type="none" w="sm" len="sm"/>
                <a:tailEnd type="oval" w="med" len="med"/>
              </a:ln>
            </p:spPr>
            <p:txBody>
              <a:bodyPr spcFirstLastPara="1" wrap="square" lIns="363075" tIns="417325" rIns="363075" bIns="417325" anchor="ctr" anchorCtr="0">
                <a:noAutofit/>
              </a:bodyPr>
              <a:lstStyle/>
              <a:p>
                <a:pPr marL="0" marR="0" lvl="0" indent="0" algn="ctr" rtl="0">
                  <a:lnSpc>
                    <a:spcPct val="90000"/>
                  </a:lnSpc>
                  <a:spcBef>
                    <a:spcPts val="0"/>
                  </a:spcBef>
                  <a:spcAft>
                    <a:spcPts val="0"/>
                  </a:spcAft>
                  <a:buClr>
                    <a:schemeClr val="lt1"/>
                  </a:buClr>
                  <a:buSzPts val="3600"/>
                  <a:buFont typeface="Calibri"/>
                  <a:buNone/>
                </a:pPr>
                <a:endParaRPr sz="3600" b="0" i="0" u="none" strike="noStrike" cap="none">
                  <a:solidFill>
                    <a:srgbClr val="000000"/>
                  </a:solidFill>
                  <a:latin typeface="Calibri"/>
                  <a:ea typeface="Calibri"/>
                  <a:cs typeface="Calibri"/>
                  <a:sym typeface="Calibri"/>
                </a:endParaRPr>
              </a:p>
            </p:txBody>
          </p:sp>
          <p:sp>
            <p:nvSpPr>
              <p:cNvPr id="2044" name="Google Shape;2044;p79"/>
              <p:cNvSpPr/>
              <p:nvPr/>
            </p:nvSpPr>
            <p:spPr>
              <a:xfrm>
                <a:off x="4995056" y="3635377"/>
                <a:ext cx="1924783" cy="2212395"/>
              </a:xfrm>
              <a:custGeom>
                <a:avLst/>
                <a:gdLst/>
                <a:ahLst/>
                <a:cxnLst/>
                <a:rect l="l" t="t" r="r" b="b"/>
                <a:pathLst>
                  <a:path w="2678171" h="2330008" extrusionOk="0">
                    <a:moveTo>
                      <a:pt x="1339086" y="0"/>
                    </a:moveTo>
                    <a:lnTo>
                      <a:pt x="2678169" y="506777"/>
                    </a:lnTo>
                    <a:lnTo>
                      <a:pt x="2678169" y="1823231"/>
                    </a:lnTo>
                    <a:lnTo>
                      <a:pt x="1339086" y="2330008"/>
                    </a:lnTo>
                    <a:lnTo>
                      <a:pt x="2" y="1823231"/>
                    </a:lnTo>
                    <a:lnTo>
                      <a:pt x="2" y="506777"/>
                    </a:lnTo>
                    <a:lnTo>
                      <a:pt x="1339086" y="0"/>
                    </a:lnTo>
                    <a:close/>
                  </a:path>
                </a:pathLst>
              </a:custGeom>
              <a:solidFill>
                <a:srgbClr val="A8D08C"/>
              </a:solidFill>
              <a:ln w="12700" cap="flat" cmpd="sng">
                <a:solidFill>
                  <a:schemeClr val="lt1"/>
                </a:solidFill>
                <a:prstDash val="solid"/>
                <a:miter lim="800000"/>
                <a:headEnd type="none" w="sm" len="sm"/>
                <a:tailEnd type="none" w="sm" len="sm"/>
              </a:ln>
            </p:spPr>
            <p:txBody>
              <a:bodyPr spcFirstLastPara="1" wrap="square" lIns="363075" tIns="417325" rIns="363075" bIns="417325" anchor="ctr" anchorCtr="0">
                <a:noAutofit/>
              </a:bodyPr>
              <a:lstStyle/>
              <a:p>
                <a:pPr marL="0" marR="0" lvl="0" indent="0" algn="ctr" rtl="0">
                  <a:lnSpc>
                    <a:spcPct val="90000"/>
                  </a:lnSpc>
                  <a:spcBef>
                    <a:spcPts val="0"/>
                  </a:spcBef>
                  <a:spcAft>
                    <a:spcPts val="0"/>
                  </a:spcAft>
                  <a:buClr>
                    <a:schemeClr val="lt1"/>
                  </a:buClr>
                  <a:buSzPts val="3600"/>
                  <a:buFont typeface="Calibri"/>
                  <a:buNone/>
                </a:pPr>
                <a:endParaRPr sz="3600" b="0" i="0" u="none" strike="noStrike" cap="none">
                  <a:solidFill>
                    <a:srgbClr val="000000"/>
                  </a:solidFill>
                  <a:latin typeface="Calibri"/>
                  <a:ea typeface="Calibri"/>
                  <a:cs typeface="Calibri"/>
                  <a:sym typeface="Calibri"/>
                </a:endParaRPr>
              </a:p>
            </p:txBody>
          </p:sp>
        </p:grpSp>
        <p:pic>
          <p:nvPicPr>
            <p:cNvPr id="2045" name="Google Shape;2045;p79"/>
            <p:cNvPicPr preferRelativeResize="0"/>
            <p:nvPr/>
          </p:nvPicPr>
          <p:blipFill rotWithShape="1">
            <a:blip r:embed="rId3">
              <a:alphaModFix/>
            </a:blip>
            <a:srcRect/>
            <a:stretch/>
          </p:blipFill>
          <p:spPr>
            <a:xfrm>
              <a:off x="7448251" y="3914391"/>
              <a:ext cx="1580364" cy="1579766"/>
            </a:xfrm>
            <a:prstGeom prst="rect">
              <a:avLst/>
            </a:prstGeom>
            <a:noFill/>
            <a:ln>
              <a:noFill/>
            </a:ln>
          </p:spPr>
        </p:pic>
        <p:sp>
          <p:nvSpPr>
            <p:cNvPr id="2046" name="Google Shape;2046;p79"/>
            <p:cNvSpPr txBox="1"/>
            <p:nvPr/>
          </p:nvSpPr>
          <p:spPr>
            <a:xfrm>
              <a:off x="4129140" y="2337386"/>
              <a:ext cx="3944216" cy="803375"/>
            </a:xfrm>
            <a:prstGeom prst="rect">
              <a:avLst/>
            </a:prstGeom>
            <a:noFill/>
            <a:ln>
              <a:noFill/>
            </a:ln>
          </p:spPr>
          <p:txBody>
            <a:bodyPr spcFirstLastPara="1" wrap="square" lIns="91425" tIns="45700" rIns="91425" bIns="45700" anchor="t" anchorCtr="0">
              <a:noAutofit/>
            </a:bodyPr>
            <a:lstStyle/>
            <a:p>
              <a:pPr marL="0" marR="0" lvl="0" indent="0" algn="ctr" rtl="0">
                <a:lnSpc>
                  <a:spcPct val="90000"/>
                </a:lnSpc>
                <a:spcBef>
                  <a:spcPts val="0"/>
                </a:spcBef>
                <a:spcAft>
                  <a:spcPts val="0"/>
                </a:spcAft>
                <a:buClr>
                  <a:srgbClr val="3F3F3F"/>
                </a:buClr>
                <a:buSzPts val="2400"/>
                <a:buFont typeface="Arial"/>
                <a:buNone/>
              </a:pPr>
              <a:r>
                <a:rPr lang="en-US" sz="2000" b="0" i="0" u="none" strike="noStrike" cap="none" dirty="0">
                  <a:solidFill>
                    <a:srgbClr val="3F3F3F"/>
                  </a:solidFill>
                  <a:latin typeface="Open Sans"/>
                  <a:ea typeface="Open Sans"/>
                  <a:cs typeface="Open Sans"/>
                  <a:sym typeface="Open Sans"/>
                </a:rPr>
                <a:t>Executes queries using MapReduce</a:t>
              </a:r>
              <a:endParaRPr sz="2000" b="0" i="0" u="none" strike="noStrike" cap="none" dirty="0">
                <a:solidFill>
                  <a:srgbClr val="000000"/>
                </a:solidFill>
                <a:latin typeface="Arial"/>
                <a:ea typeface="Arial"/>
                <a:cs typeface="Arial"/>
                <a:sym typeface="Arial"/>
              </a:endParaRPr>
            </a:p>
          </p:txBody>
        </p:sp>
        <p:grpSp>
          <p:nvGrpSpPr>
            <p:cNvPr id="2047" name="Google Shape;2047;p79"/>
            <p:cNvGrpSpPr/>
            <p:nvPr/>
          </p:nvGrpSpPr>
          <p:grpSpPr>
            <a:xfrm>
              <a:off x="8279812" y="1754831"/>
              <a:ext cx="4590175" cy="4090275"/>
              <a:chOff x="8136735" y="1757497"/>
              <a:chExt cx="4588437" cy="4090275"/>
            </a:xfrm>
          </p:grpSpPr>
          <p:sp>
            <p:nvSpPr>
              <p:cNvPr id="2048" name="Google Shape;2048;p79"/>
              <p:cNvSpPr/>
              <p:nvPr/>
            </p:nvSpPr>
            <p:spPr>
              <a:xfrm>
                <a:off x="8136735" y="1757497"/>
                <a:ext cx="1924783" cy="2212395"/>
              </a:xfrm>
              <a:custGeom>
                <a:avLst/>
                <a:gdLst/>
                <a:ahLst/>
                <a:cxnLst/>
                <a:rect l="l" t="t" r="r" b="b"/>
                <a:pathLst>
                  <a:path w="2678171" h="2330008" extrusionOk="0">
                    <a:moveTo>
                      <a:pt x="1339086" y="0"/>
                    </a:moveTo>
                    <a:lnTo>
                      <a:pt x="2678169" y="506777"/>
                    </a:lnTo>
                    <a:lnTo>
                      <a:pt x="2678169" y="1823231"/>
                    </a:lnTo>
                    <a:lnTo>
                      <a:pt x="1339086" y="2330008"/>
                    </a:lnTo>
                    <a:lnTo>
                      <a:pt x="2" y="1823231"/>
                    </a:lnTo>
                    <a:lnTo>
                      <a:pt x="2" y="506777"/>
                    </a:lnTo>
                    <a:lnTo>
                      <a:pt x="1339086" y="0"/>
                    </a:lnTo>
                    <a:close/>
                  </a:path>
                </a:pathLst>
              </a:custGeom>
              <a:solidFill>
                <a:srgbClr val="9CC2E5"/>
              </a:solidFill>
              <a:ln w="12700" cap="flat" cmpd="sng">
                <a:solidFill>
                  <a:schemeClr val="lt1"/>
                </a:solidFill>
                <a:prstDash val="solid"/>
                <a:miter lim="800000"/>
                <a:headEnd type="none" w="sm" len="sm"/>
                <a:tailEnd type="none" w="sm" len="sm"/>
              </a:ln>
            </p:spPr>
            <p:txBody>
              <a:bodyPr spcFirstLastPara="1" wrap="square" lIns="519300" tIns="573550" rIns="519300" bIns="573550" anchor="ctr" anchorCtr="0">
                <a:noAutofit/>
              </a:bodyPr>
              <a:lstStyle/>
              <a:p>
                <a:pPr marL="0" marR="0" lvl="0" indent="0" algn="ctr" rtl="0">
                  <a:lnSpc>
                    <a:spcPct val="90000"/>
                  </a:lnSpc>
                  <a:spcBef>
                    <a:spcPts val="0"/>
                  </a:spcBef>
                  <a:spcAft>
                    <a:spcPts val="0"/>
                  </a:spcAft>
                  <a:buClr>
                    <a:schemeClr val="lt1"/>
                  </a:buClr>
                  <a:buSzPts val="4100"/>
                  <a:buFont typeface="Calibri"/>
                  <a:buNone/>
                </a:pPr>
                <a:endParaRPr sz="4100" b="0" i="0" u="none" strike="noStrike" cap="none">
                  <a:solidFill>
                    <a:srgbClr val="000000"/>
                  </a:solidFill>
                  <a:latin typeface="Calibri"/>
                  <a:ea typeface="Calibri"/>
                  <a:cs typeface="Calibri"/>
                  <a:sym typeface="Calibri"/>
                </a:endParaRPr>
              </a:p>
            </p:txBody>
          </p:sp>
          <p:sp>
            <p:nvSpPr>
              <p:cNvPr id="2049" name="Google Shape;2049;p79"/>
              <p:cNvSpPr/>
              <p:nvPr/>
            </p:nvSpPr>
            <p:spPr>
              <a:xfrm>
                <a:off x="9172139" y="3635377"/>
                <a:ext cx="1924780" cy="2212395"/>
              </a:xfrm>
              <a:custGeom>
                <a:avLst/>
                <a:gdLst/>
                <a:ahLst/>
                <a:cxnLst/>
                <a:rect l="l" t="t" r="r" b="b"/>
                <a:pathLst>
                  <a:path w="2678167" h="2330008" extrusionOk="0">
                    <a:moveTo>
                      <a:pt x="2678167" y="1823231"/>
                    </a:moveTo>
                    <a:lnTo>
                      <a:pt x="1339084" y="2330008"/>
                    </a:lnTo>
                    <a:lnTo>
                      <a:pt x="0" y="1823231"/>
                    </a:lnTo>
                    <a:lnTo>
                      <a:pt x="0" y="506777"/>
                    </a:lnTo>
                    <a:lnTo>
                      <a:pt x="1339084" y="0"/>
                    </a:lnTo>
                  </a:path>
                </a:pathLst>
              </a:custGeom>
              <a:noFill/>
              <a:ln w="76200" cap="flat" cmpd="sng">
                <a:solidFill>
                  <a:srgbClr val="A5A5A5"/>
                </a:solidFill>
                <a:prstDash val="solid"/>
                <a:miter lim="800000"/>
                <a:headEnd type="oval" w="med" len="med"/>
                <a:tailEnd type="none" w="sm" len="sm"/>
              </a:ln>
            </p:spPr>
            <p:txBody>
              <a:bodyPr spcFirstLastPara="1" wrap="square" lIns="363075" tIns="417325" rIns="363075" bIns="417325" anchor="ctr" anchorCtr="0">
                <a:noAutofit/>
              </a:bodyPr>
              <a:lstStyle/>
              <a:p>
                <a:pPr marL="0" marR="0" lvl="0" indent="0" algn="ctr" rtl="0">
                  <a:lnSpc>
                    <a:spcPct val="90000"/>
                  </a:lnSpc>
                  <a:spcBef>
                    <a:spcPts val="0"/>
                  </a:spcBef>
                  <a:spcAft>
                    <a:spcPts val="0"/>
                  </a:spcAft>
                  <a:buClr>
                    <a:schemeClr val="lt1"/>
                  </a:buClr>
                  <a:buSzPts val="3600"/>
                  <a:buFont typeface="Calibri"/>
                  <a:buNone/>
                </a:pPr>
                <a:endParaRPr sz="3600" b="0" i="0" u="none" strike="noStrike" cap="none">
                  <a:solidFill>
                    <a:srgbClr val="000000"/>
                  </a:solidFill>
                  <a:latin typeface="Calibri"/>
                  <a:ea typeface="Calibri"/>
                  <a:cs typeface="Calibri"/>
                  <a:sym typeface="Calibri"/>
                </a:endParaRPr>
              </a:p>
            </p:txBody>
          </p:sp>
          <p:sp>
            <p:nvSpPr>
              <p:cNvPr id="2050" name="Google Shape;2050;p79"/>
              <p:cNvSpPr txBox="1"/>
              <p:nvPr/>
            </p:nvSpPr>
            <p:spPr>
              <a:xfrm>
                <a:off x="9468666" y="4448238"/>
                <a:ext cx="3256506" cy="386024"/>
              </a:xfrm>
              <a:prstGeom prst="rect">
                <a:avLst/>
              </a:pr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3F3F3F"/>
                  </a:buClr>
                  <a:buSzPts val="2400"/>
                  <a:buFont typeface="Arial"/>
                  <a:buNone/>
                </a:pPr>
                <a:r>
                  <a:rPr lang="en-US" sz="2000" b="0" i="0" u="none" strike="noStrike" cap="none" dirty="0">
                    <a:solidFill>
                      <a:srgbClr val="3F3F3F"/>
                    </a:solidFill>
                    <a:latin typeface="Open Sans"/>
                    <a:ea typeface="Open Sans"/>
                    <a:cs typeface="Open Sans"/>
                    <a:sym typeface="Open Sans"/>
                  </a:rPr>
                  <a:t>Is similar to Impala</a:t>
                </a:r>
                <a:endParaRPr sz="2000" b="0" i="0" u="none" strike="noStrike" cap="none" dirty="0">
                  <a:solidFill>
                    <a:srgbClr val="000000"/>
                  </a:solidFill>
                  <a:latin typeface="Arial"/>
                  <a:ea typeface="Arial"/>
                  <a:cs typeface="Arial"/>
                  <a:sym typeface="Arial"/>
                </a:endParaRPr>
              </a:p>
            </p:txBody>
          </p:sp>
        </p:grpSp>
        <p:grpSp>
          <p:nvGrpSpPr>
            <p:cNvPr id="2051" name="Google Shape;2051;p79"/>
            <p:cNvGrpSpPr/>
            <p:nvPr/>
          </p:nvGrpSpPr>
          <p:grpSpPr>
            <a:xfrm>
              <a:off x="4675545" y="5510591"/>
              <a:ext cx="5531418" cy="2212395"/>
              <a:chOff x="4532193" y="5513257"/>
              <a:chExt cx="5529325" cy="2212395"/>
            </a:xfrm>
          </p:grpSpPr>
          <p:sp>
            <p:nvSpPr>
              <p:cNvPr id="2052" name="Google Shape;2052;p79"/>
              <p:cNvSpPr/>
              <p:nvPr/>
            </p:nvSpPr>
            <p:spPr>
              <a:xfrm>
                <a:off x="8136735" y="5513257"/>
                <a:ext cx="1924783" cy="2212395"/>
              </a:xfrm>
              <a:custGeom>
                <a:avLst/>
                <a:gdLst/>
                <a:ahLst/>
                <a:cxnLst/>
                <a:rect l="l" t="t" r="r" b="b"/>
                <a:pathLst>
                  <a:path w="2678171" h="2330008" extrusionOk="0">
                    <a:moveTo>
                      <a:pt x="1339086" y="0"/>
                    </a:moveTo>
                    <a:lnTo>
                      <a:pt x="2678169" y="506777"/>
                    </a:lnTo>
                    <a:lnTo>
                      <a:pt x="2678169" y="1823231"/>
                    </a:lnTo>
                    <a:lnTo>
                      <a:pt x="1339086" y="2330008"/>
                    </a:lnTo>
                    <a:lnTo>
                      <a:pt x="2" y="1823231"/>
                    </a:lnTo>
                    <a:lnTo>
                      <a:pt x="2" y="506777"/>
                    </a:lnTo>
                    <a:lnTo>
                      <a:pt x="1339086" y="0"/>
                    </a:lnTo>
                    <a:close/>
                  </a:path>
                </a:pathLst>
              </a:custGeom>
              <a:solidFill>
                <a:srgbClr val="F4B081"/>
              </a:solidFill>
              <a:ln w="12700" cap="flat" cmpd="sng">
                <a:solidFill>
                  <a:schemeClr val="lt1"/>
                </a:solidFill>
                <a:prstDash val="solid"/>
                <a:miter lim="800000"/>
                <a:headEnd type="none" w="sm" len="sm"/>
                <a:tailEnd type="none" w="sm" len="sm"/>
              </a:ln>
            </p:spPr>
            <p:txBody>
              <a:bodyPr spcFirstLastPara="1" wrap="square" lIns="519300" tIns="573550" rIns="519300" bIns="573550" anchor="ctr" anchorCtr="0">
                <a:noAutofit/>
              </a:bodyPr>
              <a:lstStyle/>
              <a:p>
                <a:pPr marL="0" marR="0" lvl="0" indent="0" algn="ctr" rtl="0">
                  <a:lnSpc>
                    <a:spcPct val="90000"/>
                  </a:lnSpc>
                  <a:spcBef>
                    <a:spcPts val="0"/>
                  </a:spcBef>
                  <a:spcAft>
                    <a:spcPts val="0"/>
                  </a:spcAft>
                  <a:buClr>
                    <a:schemeClr val="lt1"/>
                  </a:buClr>
                  <a:buSzPts val="4100"/>
                  <a:buFont typeface="Calibri"/>
                  <a:buNone/>
                </a:pPr>
                <a:endParaRPr sz="4100" b="0" i="0" u="none" strike="noStrike" cap="none">
                  <a:solidFill>
                    <a:srgbClr val="000000"/>
                  </a:solidFill>
                  <a:latin typeface="Calibri"/>
                  <a:ea typeface="Calibri"/>
                  <a:cs typeface="Calibri"/>
                  <a:sym typeface="Calibri"/>
                </a:endParaRPr>
              </a:p>
            </p:txBody>
          </p:sp>
          <p:sp>
            <p:nvSpPr>
              <p:cNvPr id="2053" name="Google Shape;2053;p79"/>
              <p:cNvSpPr/>
              <p:nvPr/>
            </p:nvSpPr>
            <p:spPr>
              <a:xfrm>
                <a:off x="6057973" y="5513257"/>
                <a:ext cx="1924780" cy="2212395"/>
              </a:xfrm>
              <a:custGeom>
                <a:avLst/>
                <a:gdLst/>
                <a:ahLst/>
                <a:cxnLst/>
                <a:rect l="l" t="t" r="r" b="b"/>
                <a:pathLst>
                  <a:path w="2678167" h="2330008" extrusionOk="0">
                    <a:moveTo>
                      <a:pt x="0" y="506777"/>
                    </a:moveTo>
                    <a:lnTo>
                      <a:pt x="1339084" y="0"/>
                    </a:lnTo>
                    <a:lnTo>
                      <a:pt x="2678167" y="506777"/>
                    </a:lnTo>
                    <a:lnTo>
                      <a:pt x="2678167" y="1823231"/>
                    </a:lnTo>
                    <a:lnTo>
                      <a:pt x="1339084" y="2330008"/>
                    </a:lnTo>
                  </a:path>
                </a:pathLst>
              </a:custGeom>
              <a:solidFill>
                <a:srgbClr val="FFFFFF"/>
              </a:solidFill>
              <a:ln w="76200" cap="flat" cmpd="sng">
                <a:solidFill>
                  <a:srgbClr val="A5A5A5"/>
                </a:solidFill>
                <a:prstDash val="solid"/>
                <a:miter lim="800000"/>
                <a:headEnd type="none" w="sm" len="sm"/>
                <a:tailEnd type="oval" w="med" len="med"/>
              </a:ln>
            </p:spPr>
            <p:txBody>
              <a:bodyPr spcFirstLastPara="1" wrap="square" lIns="363075" tIns="417325" rIns="363075" bIns="417325" anchor="ctr" anchorCtr="0">
                <a:noAutofit/>
              </a:bodyPr>
              <a:lstStyle/>
              <a:p>
                <a:pPr marL="0" marR="0" lvl="0" indent="0" algn="ctr" rtl="0">
                  <a:lnSpc>
                    <a:spcPct val="90000"/>
                  </a:lnSpc>
                  <a:spcBef>
                    <a:spcPts val="0"/>
                  </a:spcBef>
                  <a:spcAft>
                    <a:spcPts val="0"/>
                  </a:spcAft>
                  <a:buClr>
                    <a:schemeClr val="lt1"/>
                  </a:buClr>
                  <a:buSzPts val="3600"/>
                  <a:buFont typeface="Calibri"/>
                  <a:buNone/>
                </a:pPr>
                <a:endParaRPr sz="3600" b="0" i="0" u="none" strike="noStrike" cap="none">
                  <a:solidFill>
                    <a:srgbClr val="000000"/>
                  </a:solidFill>
                  <a:latin typeface="Calibri"/>
                  <a:ea typeface="Calibri"/>
                  <a:cs typeface="Calibri"/>
                  <a:sym typeface="Calibri"/>
                </a:endParaRPr>
              </a:p>
            </p:txBody>
          </p:sp>
          <p:sp>
            <p:nvSpPr>
              <p:cNvPr id="2054" name="Google Shape;2054;p79"/>
              <p:cNvSpPr txBox="1"/>
              <p:nvPr/>
            </p:nvSpPr>
            <p:spPr>
              <a:xfrm>
                <a:off x="4532193" y="6294063"/>
                <a:ext cx="3634722" cy="738746"/>
              </a:xfrm>
              <a:prstGeom prst="rect">
                <a:avLst/>
              </a:prstGeom>
              <a:noFill/>
              <a:ln>
                <a:noFill/>
              </a:ln>
            </p:spPr>
            <p:txBody>
              <a:bodyPr spcFirstLastPara="1" wrap="square" lIns="91425" tIns="45700" rIns="91425" bIns="45700" anchor="t" anchorCtr="0">
                <a:noAutofit/>
              </a:bodyPr>
              <a:lstStyle/>
              <a:p>
                <a:pPr marL="0" marR="0" lvl="0" indent="0" algn="ctr" rtl="0">
                  <a:lnSpc>
                    <a:spcPct val="100000"/>
                  </a:lnSpc>
                  <a:spcBef>
                    <a:spcPts val="0"/>
                  </a:spcBef>
                  <a:spcAft>
                    <a:spcPts val="0"/>
                  </a:spcAft>
                  <a:buClr>
                    <a:srgbClr val="3F3F3F"/>
                  </a:buClr>
                  <a:buSzPts val="2400"/>
                  <a:buFont typeface="Arial"/>
                  <a:buNone/>
                </a:pPr>
                <a:r>
                  <a:rPr lang="en-US" sz="2000" b="0" i="0" u="none" strike="noStrike" cap="none" dirty="0">
                    <a:solidFill>
                      <a:srgbClr val="3F3F3F"/>
                    </a:solidFill>
                    <a:latin typeface="Open Sans"/>
                    <a:ea typeface="Open Sans"/>
                    <a:cs typeface="Open Sans"/>
                    <a:sym typeface="Open Sans"/>
                  </a:rPr>
                  <a:t>Is best for data processing and ETL</a:t>
                </a:r>
                <a:endParaRPr sz="2000" b="0" i="0" u="none" strike="noStrike" cap="none" dirty="0">
                  <a:solidFill>
                    <a:srgbClr val="000000"/>
                  </a:solidFill>
                  <a:latin typeface="Arial"/>
                  <a:ea typeface="Arial"/>
                  <a:cs typeface="Arial"/>
                  <a:sym typeface="Arial"/>
                </a:endParaRPr>
              </a:p>
            </p:txBody>
          </p:sp>
        </p:grpSp>
      </p:grpSp>
      <p:sp>
        <p:nvSpPr>
          <p:cNvPr id="2056" name="Google Shape;2056;p79"/>
          <p:cNvSpPr txBox="1"/>
          <p:nvPr/>
        </p:nvSpPr>
        <p:spPr>
          <a:xfrm>
            <a:off x="2593975" y="1229384"/>
            <a:ext cx="11068050" cy="846514"/>
          </a:xfrm>
          <a:prstGeom prst="rect">
            <a:avLst/>
          </a:prstGeom>
          <a:noFill/>
          <a:ln>
            <a:noFill/>
          </a:ln>
        </p:spPr>
        <p:txBody>
          <a:bodyPr spcFirstLastPara="1" wrap="square" lIns="91425" tIns="45700" rIns="91425" bIns="45700" anchor="t" anchorCtr="0">
            <a:spAutoFit/>
          </a:bodyPr>
          <a:lstStyle/>
          <a:p>
            <a:pPr marL="0" marR="0" lvl="0" indent="0" algn="ctr" rtl="0">
              <a:lnSpc>
                <a:spcPct val="115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Hive is a data warehouse system that is used to analyze structured data. It is built on the top of Hadoop.</a:t>
            </a:r>
            <a:endParaRPr sz="1400" b="0" i="0" u="none" strike="noStrike" cap="none">
              <a:solidFill>
                <a:srgbClr val="000000"/>
              </a:solidFill>
              <a:latin typeface="Arial"/>
              <a:ea typeface="Arial"/>
              <a:cs typeface="Arial"/>
              <a:sym typeface="Arial"/>
            </a:endParaRPr>
          </a:p>
        </p:txBody>
      </p:sp>
      <p:sp>
        <p:nvSpPr>
          <p:cNvPr id="3" name="Brandline_LVC">
            <a:extLst>
              <a:ext uri="{FF2B5EF4-FFF2-40B4-BE49-F238E27FC236}">
                <a16:creationId xmlns:a16="http://schemas.microsoft.com/office/drawing/2014/main" id="{88F7B0AF-7948-542E-3E8E-2942954D27C0}"/>
              </a:ext>
            </a:extLst>
          </p:cNvPr>
          <p:cNvSpPr/>
          <p:nvPr/>
        </p:nvSpPr>
        <p:spPr>
          <a:xfrm>
            <a:off x="7632700" y="816324"/>
            <a:ext cx="988296"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2061"/>
        <p:cNvGrpSpPr/>
        <p:nvPr/>
      </p:nvGrpSpPr>
      <p:grpSpPr>
        <a:xfrm>
          <a:off x="0" y="0"/>
          <a:ext cx="0" cy="0"/>
          <a:chOff x="0" y="0"/>
          <a:chExt cx="0" cy="0"/>
        </a:xfrm>
      </p:grpSpPr>
      <p:sp>
        <p:nvSpPr>
          <p:cNvPr id="2062" name="Google Shape;2062;p80"/>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marR="0" lvl="0" indent="0" algn="ctr" rtl="0">
              <a:lnSpc>
                <a:spcPct val="90000"/>
              </a:lnSpc>
              <a:spcBef>
                <a:spcPts val="0"/>
              </a:spcBef>
              <a:spcAft>
                <a:spcPts val="0"/>
              </a:spcAft>
              <a:buClr>
                <a:srgbClr val="7F7F7F"/>
              </a:buClr>
              <a:buSzPts val="2000"/>
              <a:buFont typeface="Open Sans ExtraBold"/>
              <a:buNone/>
            </a:pPr>
            <a:r>
              <a:rPr lang="en-US" sz="2800" dirty="0">
                <a:solidFill>
                  <a:srgbClr val="3F3F3F"/>
                </a:solidFill>
                <a:latin typeface="Open Sans"/>
                <a:ea typeface="Open Sans"/>
                <a:cs typeface="Open Sans"/>
                <a:sym typeface="Open Sans"/>
              </a:rPr>
              <a:t>Cloudera Search</a:t>
            </a:r>
            <a:endParaRPr sz="2800" i="0" u="none" strike="noStrike" cap="none" dirty="0">
              <a:solidFill>
                <a:srgbClr val="3F3F3F"/>
              </a:solidFill>
              <a:latin typeface="Open Sans"/>
              <a:ea typeface="Open Sans"/>
              <a:cs typeface="Open Sans"/>
              <a:sym typeface="Open Sans"/>
            </a:endParaRPr>
          </a:p>
        </p:txBody>
      </p:sp>
      <p:grpSp>
        <p:nvGrpSpPr>
          <p:cNvPr id="2063" name="Google Shape;2063;p80"/>
          <p:cNvGrpSpPr/>
          <p:nvPr/>
        </p:nvGrpSpPr>
        <p:grpSpPr>
          <a:xfrm>
            <a:off x="2508895" y="2779567"/>
            <a:ext cx="11930946" cy="4898300"/>
            <a:chOff x="2484959" y="2396846"/>
            <a:chExt cx="11930946" cy="4898300"/>
          </a:xfrm>
        </p:grpSpPr>
        <p:pic>
          <p:nvPicPr>
            <p:cNvPr id="2064" name="Google Shape;2064;p80"/>
            <p:cNvPicPr preferRelativeResize="0"/>
            <p:nvPr/>
          </p:nvPicPr>
          <p:blipFill rotWithShape="1">
            <a:blip r:embed="rId3">
              <a:alphaModFix/>
            </a:blip>
            <a:srcRect/>
            <a:stretch/>
          </p:blipFill>
          <p:spPr>
            <a:xfrm>
              <a:off x="7396064" y="4434430"/>
              <a:ext cx="1476573" cy="495358"/>
            </a:xfrm>
            <a:prstGeom prst="rect">
              <a:avLst/>
            </a:prstGeom>
            <a:noFill/>
            <a:ln>
              <a:noFill/>
            </a:ln>
          </p:spPr>
        </p:pic>
        <p:grpSp>
          <p:nvGrpSpPr>
            <p:cNvPr id="2065" name="Google Shape;2065;p80"/>
            <p:cNvGrpSpPr/>
            <p:nvPr/>
          </p:nvGrpSpPr>
          <p:grpSpPr>
            <a:xfrm>
              <a:off x="5737701" y="2396846"/>
              <a:ext cx="4819778" cy="1579816"/>
              <a:chOff x="5737701" y="2396846"/>
              <a:chExt cx="4819778" cy="1579816"/>
            </a:xfrm>
          </p:grpSpPr>
          <p:sp>
            <p:nvSpPr>
              <p:cNvPr id="2066" name="Google Shape;2066;p80"/>
              <p:cNvSpPr/>
              <p:nvPr/>
            </p:nvSpPr>
            <p:spPr>
              <a:xfrm>
                <a:off x="7269011" y="3365214"/>
                <a:ext cx="1730678" cy="611448"/>
              </a:xfrm>
              <a:custGeom>
                <a:avLst/>
                <a:gdLst/>
                <a:ahLst/>
                <a:cxnLst/>
                <a:rect l="l" t="t" r="r" b="b"/>
                <a:pathLst>
                  <a:path w="1305" h="462" extrusionOk="0">
                    <a:moveTo>
                      <a:pt x="605" y="72"/>
                    </a:moveTo>
                    <a:cubicBezTo>
                      <a:pt x="377" y="83"/>
                      <a:pt x="163" y="178"/>
                      <a:pt x="0" y="341"/>
                    </a:cubicBezTo>
                    <a:cubicBezTo>
                      <a:pt x="122" y="462"/>
                      <a:pt x="122" y="462"/>
                      <a:pt x="122" y="462"/>
                    </a:cubicBezTo>
                    <a:cubicBezTo>
                      <a:pt x="122" y="462"/>
                      <a:pt x="122" y="462"/>
                      <a:pt x="122" y="462"/>
                    </a:cubicBezTo>
                    <a:cubicBezTo>
                      <a:pt x="263" y="321"/>
                      <a:pt x="452" y="243"/>
                      <a:pt x="653" y="243"/>
                    </a:cubicBezTo>
                    <a:cubicBezTo>
                      <a:pt x="854" y="243"/>
                      <a:pt x="1042" y="321"/>
                      <a:pt x="1184" y="462"/>
                    </a:cubicBezTo>
                    <a:cubicBezTo>
                      <a:pt x="1184" y="462"/>
                      <a:pt x="1184" y="462"/>
                      <a:pt x="1184" y="462"/>
                    </a:cubicBezTo>
                    <a:cubicBezTo>
                      <a:pt x="1305" y="341"/>
                      <a:pt x="1305" y="341"/>
                      <a:pt x="1305" y="341"/>
                    </a:cubicBezTo>
                    <a:cubicBezTo>
                      <a:pt x="1142" y="178"/>
                      <a:pt x="929" y="83"/>
                      <a:pt x="700" y="72"/>
                    </a:cubicBezTo>
                    <a:cubicBezTo>
                      <a:pt x="653" y="0"/>
                      <a:pt x="653" y="0"/>
                      <a:pt x="653" y="0"/>
                    </a:cubicBezTo>
                    <a:lnTo>
                      <a:pt x="605" y="72"/>
                    </a:lnTo>
                    <a:close/>
                  </a:path>
                </a:pathLst>
              </a:custGeom>
              <a:solidFill>
                <a:srgbClr val="2DA99D"/>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2000"/>
                  <a:buFont typeface="Calibri"/>
                  <a:buNone/>
                </a:pPr>
                <a:endParaRPr sz="2000" b="0" i="0" u="none" strike="noStrike" cap="none">
                  <a:solidFill>
                    <a:srgbClr val="44494E"/>
                  </a:solidFill>
                  <a:latin typeface="Calibri"/>
                  <a:ea typeface="Calibri"/>
                  <a:cs typeface="Calibri"/>
                  <a:sym typeface="Calibri"/>
                </a:endParaRPr>
              </a:p>
            </p:txBody>
          </p:sp>
          <p:sp>
            <p:nvSpPr>
              <p:cNvPr id="2067" name="Google Shape;2067;p80"/>
              <p:cNvSpPr/>
              <p:nvPr/>
            </p:nvSpPr>
            <p:spPr>
              <a:xfrm>
                <a:off x="5737701" y="2396846"/>
                <a:ext cx="4819778" cy="769401"/>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400"/>
                  <a:buFont typeface="Arial"/>
                  <a:buNone/>
                </a:pPr>
                <a:r>
                  <a:rPr lang="en-US" sz="2200" b="0" i="0" u="none" strike="noStrike" cap="none" dirty="0">
                    <a:solidFill>
                      <a:srgbClr val="404040"/>
                    </a:solidFill>
                    <a:latin typeface="Open Sans"/>
                    <a:ea typeface="Open Sans"/>
                    <a:cs typeface="Open Sans"/>
                    <a:sym typeface="Open Sans"/>
                  </a:rPr>
                  <a:t>Is one of Cloudera's near-real-time access products</a:t>
                </a:r>
                <a:endParaRPr sz="2200" b="0" i="0" u="none" strike="noStrike" cap="none" dirty="0">
                  <a:solidFill>
                    <a:schemeClr val="dk1"/>
                  </a:solidFill>
                  <a:latin typeface="Calibri"/>
                  <a:ea typeface="Calibri"/>
                  <a:cs typeface="Calibri"/>
                  <a:sym typeface="Calibri"/>
                </a:endParaRPr>
              </a:p>
            </p:txBody>
          </p:sp>
        </p:grpSp>
        <p:grpSp>
          <p:nvGrpSpPr>
            <p:cNvPr id="2068" name="Google Shape;2068;p80"/>
            <p:cNvGrpSpPr/>
            <p:nvPr/>
          </p:nvGrpSpPr>
          <p:grpSpPr>
            <a:xfrm>
              <a:off x="8839798" y="3816772"/>
              <a:ext cx="5576107" cy="1730679"/>
              <a:chOff x="8839798" y="3816772"/>
              <a:chExt cx="5576107" cy="1730679"/>
            </a:xfrm>
          </p:grpSpPr>
          <p:sp>
            <p:nvSpPr>
              <p:cNvPr id="2069" name="Google Shape;2069;p80"/>
              <p:cNvSpPr/>
              <p:nvPr/>
            </p:nvSpPr>
            <p:spPr>
              <a:xfrm>
                <a:off x="8839798" y="3816772"/>
                <a:ext cx="611448" cy="1730679"/>
              </a:xfrm>
              <a:custGeom>
                <a:avLst/>
                <a:gdLst/>
                <a:ahLst/>
                <a:cxnLst/>
                <a:rect l="l" t="t" r="r" b="b"/>
                <a:pathLst>
                  <a:path w="462" h="1305" extrusionOk="0">
                    <a:moveTo>
                      <a:pt x="0" y="121"/>
                    </a:moveTo>
                    <a:cubicBezTo>
                      <a:pt x="293" y="414"/>
                      <a:pt x="293" y="891"/>
                      <a:pt x="0" y="1183"/>
                    </a:cubicBezTo>
                    <a:cubicBezTo>
                      <a:pt x="121" y="1305"/>
                      <a:pt x="121" y="1305"/>
                      <a:pt x="121" y="1305"/>
                    </a:cubicBezTo>
                    <a:cubicBezTo>
                      <a:pt x="284" y="1142"/>
                      <a:pt x="379" y="928"/>
                      <a:pt x="390" y="700"/>
                    </a:cubicBezTo>
                    <a:cubicBezTo>
                      <a:pt x="462" y="652"/>
                      <a:pt x="462" y="652"/>
                      <a:pt x="462" y="652"/>
                    </a:cubicBezTo>
                    <a:cubicBezTo>
                      <a:pt x="390" y="605"/>
                      <a:pt x="390" y="605"/>
                      <a:pt x="390" y="605"/>
                    </a:cubicBezTo>
                    <a:cubicBezTo>
                      <a:pt x="379" y="376"/>
                      <a:pt x="284" y="163"/>
                      <a:pt x="121" y="0"/>
                    </a:cubicBezTo>
                    <a:cubicBezTo>
                      <a:pt x="121" y="0"/>
                      <a:pt x="121" y="0"/>
                      <a:pt x="121" y="0"/>
                    </a:cubicBezTo>
                    <a:lnTo>
                      <a:pt x="0" y="121"/>
                    </a:lnTo>
                    <a:close/>
                  </a:path>
                </a:pathLst>
              </a:custGeom>
              <a:solidFill>
                <a:srgbClr val="9BBB5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2000"/>
                  <a:buFont typeface="Calibri"/>
                  <a:buNone/>
                </a:pPr>
                <a:endParaRPr sz="2000" b="0" i="0" u="none" strike="noStrike" cap="none">
                  <a:solidFill>
                    <a:srgbClr val="44494E"/>
                  </a:solidFill>
                  <a:latin typeface="Calibri"/>
                  <a:ea typeface="Calibri"/>
                  <a:cs typeface="Calibri"/>
                  <a:sym typeface="Calibri"/>
                </a:endParaRPr>
              </a:p>
            </p:txBody>
          </p:sp>
          <p:sp>
            <p:nvSpPr>
              <p:cNvPr id="2070" name="Google Shape;2070;p80"/>
              <p:cNvSpPr/>
              <p:nvPr/>
            </p:nvSpPr>
            <p:spPr>
              <a:xfrm>
                <a:off x="9596126" y="4053837"/>
                <a:ext cx="4819779" cy="1446509"/>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400"/>
                  <a:buFont typeface="Arial"/>
                  <a:buNone/>
                </a:pPr>
                <a:r>
                  <a:rPr lang="en-US" sz="2200" b="0" i="0" u="none" strike="noStrike" cap="none">
                    <a:solidFill>
                      <a:srgbClr val="404040"/>
                    </a:solidFill>
                    <a:latin typeface="Open Sans"/>
                    <a:ea typeface="Open Sans"/>
                    <a:cs typeface="Open Sans"/>
                    <a:sym typeface="Open Sans"/>
                  </a:rPr>
                  <a:t>Enables nontechnical users to search and explore data stored in or ingested into Hadoop and HBase</a:t>
                </a:r>
                <a:endParaRPr sz="2200" b="0" i="0" u="none" strike="noStrike" cap="none">
                  <a:solidFill>
                    <a:srgbClr val="404040"/>
                  </a:solidFill>
                  <a:latin typeface="Open Sans"/>
                  <a:ea typeface="Open Sans"/>
                  <a:cs typeface="Open Sans"/>
                  <a:sym typeface="Open Sans"/>
                </a:endParaRPr>
              </a:p>
            </p:txBody>
          </p:sp>
        </p:grpSp>
        <p:grpSp>
          <p:nvGrpSpPr>
            <p:cNvPr id="2071" name="Google Shape;2071;p80"/>
            <p:cNvGrpSpPr/>
            <p:nvPr/>
          </p:nvGrpSpPr>
          <p:grpSpPr>
            <a:xfrm>
              <a:off x="2484959" y="3816772"/>
              <a:ext cx="4945700" cy="1730679"/>
              <a:chOff x="2484959" y="3816772"/>
              <a:chExt cx="4945700" cy="1730679"/>
            </a:xfrm>
          </p:grpSpPr>
          <p:sp>
            <p:nvSpPr>
              <p:cNvPr id="2072" name="Google Shape;2072;p80"/>
              <p:cNvSpPr/>
              <p:nvPr/>
            </p:nvSpPr>
            <p:spPr>
              <a:xfrm>
                <a:off x="6817454" y="3816772"/>
                <a:ext cx="613205" cy="1730679"/>
              </a:xfrm>
              <a:custGeom>
                <a:avLst/>
                <a:gdLst/>
                <a:ahLst/>
                <a:cxnLst/>
                <a:rect l="l" t="t" r="r" b="b"/>
                <a:pathLst>
                  <a:path w="463" h="1305" extrusionOk="0">
                    <a:moveTo>
                      <a:pt x="341" y="0"/>
                    </a:moveTo>
                    <a:cubicBezTo>
                      <a:pt x="178" y="163"/>
                      <a:pt x="84" y="376"/>
                      <a:pt x="72" y="605"/>
                    </a:cubicBezTo>
                    <a:cubicBezTo>
                      <a:pt x="0" y="652"/>
                      <a:pt x="0" y="652"/>
                      <a:pt x="0" y="652"/>
                    </a:cubicBezTo>
                    <a:cubicBezTo>
                      <a:pt x="72" y="700"/>
                      <a:pt x="72" y="700"/>
                      <a:pt x="72" y="700"/>
                    </a:cubicBezTo>
                    <a:cubicBezTo>
                      <a:pt x="84" y="928"/>
                      <a:pt x="178" y="1142"/>
                      <a:pt x="341" y="1305"/>
                    </a:cubicBezTo>
                    <a:cubicBezTo>
                      <a:pt x="463" y="1183"/>
                      <a:pt x="463" y="1183"/>
                      <a:pt x="463" y="1183"/>
                    </a:cubicBezTo>
                    <a:cubicBezTo>
                      <a:pt x="321" y="1042"/>
                      <a:pt x="243" y="853"/>
                      <a:pt x="243" y="652"/>
                    </a:cubicBezTo>
                    <a:cubicBezTo>
                      <a:pt x="243" y="451"/>
                      <a:pt x="321" y="263"/>
                      <a:pt x="463" y="121"/>
                    </a:cubicBezTo>
                    <a:cubicBezTo>
                      <a:pt x="341" y="0"/>
                      <a:pt x="341" y="0"/>
                      <a:pt x="341" y="0"/>
                    </a:cubicBezTo>
                    <a:close/>
                  </a:path>
                </a:pathLst>
              </a:custGeom>
              <a:solidFill>
                <a:srgbClr val="D143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2000"/>
                  <a:buFont typeface="Calibri"/>
                  <a:buNone/>
                </a:pPr>
                <a:endParaRPr sz="2000" b="0" i="0" u="none" strike="noStrike" cap="none">
                  <a:solidFill>
                    <a:srgbClr val="44494E"/>
                  </a:solidFill>
                  <a:latin typeface="Calibri"/>
                  <a:ea typeface="Calibri"/>
                  <a:cs typeface="Calibri"/>
                  <a:sym typeface="Calibri"/>
                </a:endParaRPr>
              </a:p>
            </p:txBody>
          </p:sp>
          <p:sp>
            <p:nvSpPr>
              <p:cNvPr id="2073" name="Google Shape;2073;p80"/>
              <p:cNvSpPr/>
              <p:nvPr/>
            </p:nvSpPr>
            <p:spPr>
              <a:xfrm>
                <a:off x="2484959" y="4052686"/>
                <a:ext cx="4174916" cy="1446509"/>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400"/>
                  <a:buFont typeface="Arial"/>
                  <a:buNone/>
                </a:pPr>
                <a:r>
                  <a:rPr lang="en-US" sz="2200" b="0" i="0" u="none" strike="noStrike" cap="none">
                    <a:solidFill>
                      <a:srgbClr val="404040"/>
                    </a:solidFill>
                    <a:latin typeface="Open Sans"/>
                    <a:ea typeface="Open Sans"/>
                    <a:cs typeface="Open Sans"/>
                    <a:sym typeface="Open Sans"/>
                  </a:rPr>
                  <a:t>Eliminates the need to move large datasets across infrastructures to address business tasks</a:t>
                </a:r>
                <a:endParaRPr sz="2200" b="0" i="0" u="none" strike="noStrike" cap="none">
                  <a:solidFill>
                    <a:srgbClr val="404040"/>
                  </a:solidFill>
                  <a:latin typeface="Open Sans"/>
                  <a:ea typeface="Open Sans"/>
                  <a:cs typeface="Open Sans"/>
                  <a:sym typeface="Open Sans"/>
                </a:endParaRPr>
              </a:p>
            </p:txBody>
          </p:sp>
        </p:grpSp>
        <p:grpSp>
          <p:nvGrpSpPr>
            <p:cNvPr id="2074" name="Google Shape;2074;p80"/>
            <p:cNvGrpSpPr/>
            <p:nvPr/>
          </p:nvGrpSpPr>
          <p:grpSpPr>
            <a:xfrm>
              <a:off x="6358417" y="5385803"/>
              <a:ext cx="3570793" cy="1909343"/>
              <a:chOff x="6358417" y="5385803"/>
              <a:chExt cx="3570793" cy="1909343"/>
            </a:xfrm>
          </p:grpSpPr>
          <p:sp>
            <p:nvSpPr>
              <p:cNvPr id="2075" name="Google Shape;2075;p80"/>
              <p:cNvSpPr/>
              <p:nvPr/>
            </p:nvSpPr>
            <p:spPr>
              <a:xfrm>
                <a:off x="7269011" y="5385803"/>
                <a:ext cx="1730678" cy="613205"/>
              </a:xfrm>
              <a:custGeom>
                <a:avLst/>
                <a:gdLst/>
                <a:ahLst/>
                <a:cxnLst/>
                <a:rect l="l" t="t" r="r" b="b"/>
                <a:pathLst>
                  <a:path w="1305" h="463" extrusionOk="0">
                    <a:moveTo>
                      <a:pt x="1184" y="0"/>
                    </a:moveTo>
                    <a:cubicBezTo>
                      <a:pt x="1042" y="142"/>
                      <a:pt x="854" y="220"/>
                      <a:pt x="653" y="220"/>
                    </a:cubicBezTo>
                    <a:cubicBezTo>
                      <a:pt x="452" y="220"/>
                      <a:pt x="263" y="142"/>
                      <a:pt x="122" y="0"/>
                    </a:cubicBezTo>
                    <a:cubicBezTo>
                      <a:pt x="122" y="0"/>
                      <a:pt x="122" y="0"/>
                      <a:pt x="122" y="0"/>
                    </a:cubicBezTo>
                    <a:cubicBezTo>
                      <a:pt x="0" y="122"/>
                      <a:pt x="0" y="122"/>
                      <a:pt x="0" y="122"/>
                    </a:cubicBezTo>
                    <a:cubicBezTo>
                      <a:pt x="163" y="285"/>
                      <a:pt x="377" y="379"/>
                      <a:pt x="605" y="391"/>
                    </a:cubicBezTo>
                    <a:cubicBezTo>
                      <a:pt x="653" y="463"/>
                      <a:pt x="653" y="463"/>
                      <a:pt x="653" y="463"/>
                    </a:cubicBezTo>
                    <a:cubicBezTo>
                      <a:pt x="700" y="391"/>
                      <a:pt x="700" y="391"/>
                      <a:pt x="700" y="391"/>
                    </a:cubicBezTo>
                    <a:cubicBezTo>
                      <a:pt x="929" y="379"/>
                      <a:pt x="1142" y="285"/>
                      <a:pt x="1305" y="122"/>
                    </a:cubicBezTo>
                    <a:cubicBezTo>
                      <a:pt x="1184" y="0"/>
                      <a:pt x="1184" y="0"/>
                      <a:pt x="1184" y="0"/>
                    </a:cubicBezTo>
                    <a:close/>
                  </a:path>
                </a:pathLst>
              </a:custGeom>
              <a:solidFill>
                <a:srgbClr val="F29B2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2000"/>
                  <a:buFont typeface="Calibri"/>
                  <a:buNone/>
                </a:pPr>
                <a:endParaRPr sz="2000" b="0" i="0" u="none" strike="noStrike" cap="none">
                  <a:solidFill>
                    <a:srgbClr val="44494E"/>
                  </a:solidFill>
                  <a:latin typeface="Calibri"/>
                  <a:ea typeface="Calibri"/>
                  <a:cs typeface="Calibri"/>
                  <a:sym typeface="Calibri"/>
                </a:endParaRPr>
              </a:p>
            </p:txBody>
          </p:sp>
          <p:sp>
            <p:nvSpPr>
              <p:cNvPr id="2076" name="Google Shape;2076;p80"/>
              <p:cNvSpPr/>
              <p:nvPr/>
            </p:nvSpPr>
            <p:spPr>
              <a:xfrm>
                <a:off x="6358417" y="6187191"/>
                <a:ext cx="3570793" cy="1107955"/>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400"/>
                  <a:buFont typeface="Arial"/>
                  <a:buNone/>
                </a:pPr>
                <a:r>
                  <a:rPr lang="en-US" sz="2200" b="0" i="0" u="none" strike="noStrike" cap="none">
                    <a:solidFill>
                      <a:srgbClr val="404040"/>
                    </a:solidFill>
                    <a:latin typeface="Open Sans"/>
                    <a:ea typeface="Open Sans"/>
                    <a:cs typeface="Open Sans"/>
                    <a:sym typeface="Open Sans"/>
                  </a:rPr>
                  <a:t>Provides a fully integrated data processing platform</a:t>
                </a:r>
                <a:endParaRPr sz="2200" b="0" i="0" u="none" strike="noStrike" cap="none">
                  <a:solidFill>
                    <a:schemeClr val="dk1"/>
                  </a:solidFill>
                  <a:latin typeface="Calibri"/>
                  <a:ea typeface="Calibri"/>
                  <a:cs typeface="Calibri"/>
                  <a:sym typeface="Calibri"/>
                </a:endParaRPr>
              </a:p>
            </p:txBody>
          </p:sp>
        </p:grpSp>
      </p:grpSp>
      <p:sp>
        <p:nvSpPr>
          <p:cNvPr id="2078" name="Google Shape;2078;p80"/>
          <p:cNvSpPr txBox="1"/>
          <p:nvPr/>
        </p:nvSpPr>
        <p:spPr>
          <a:xfrm>
            <a:off x="1545753" y="1250702"/>
            <a:ext cx="13085111" cy="1107996"/>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It is an Apache Solr that is fully integrated into the Cloudera platform, taking advantage of the flexible, scalable, and robust storage system and data processing frameworks included in the Cloudera Data Platform (CDP).</a:t>
            </a:r>
            <a:endParaRPr sz="2200" b="0" i="0" u="none" strike="noStrike" cap="none">
              <a:solidFill>
                <a:srgbClr val="3F3F3F"/>
              </a:solidFill>
              <a:latin typeface="Open Sans"/>
              <a:ea typeface="Open Sans"/>
              <a:cs typeface="Open Sans"/>
              <a:sym typeface="Open Sans"/>
            </a:endParaRPr>
          </a:p>
        </p:txBody>
      </p:sp>
      <p:sp>
        <p:nvSpPr>
          <p:cNvPr id="3" name="Brandline_LVC">
            <a:extLst>
              <a:ext uri="{FF2B5EF4-FFF2-40B4-BE49-F238E27FC236}">
                <a16:creationId xmlns:a16="http://schemas.microsoft.com/office/drawing/2014/main" id="{A881F723-4B34-AC40-3AE6-B3924D8F68EB}"/>
              </a:ext>
            </a:extLst>
          </p:cNvPr>
          <p:cNvSpPr/>
          <p:nvPr/>
        </p:nvSpPr>
        <p:spPr>
          <a:xfrm>
            <a:off x="6324600" y="816324"/>
            <a:ext cx="3611642"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Shape 2083"/>
        <p:cNvGrpSpPr/>
        <p:nvPr/>
      </p:nvGrpSpPr>
      <p:grpSpPr>
        <a:xfrm>
          <a:off x="0" y="0"/>
          <a:ext cx="0" cy="0"/>
          <a:chOff x="0" y="0"/>
          <a:chExt cx="0" cy="0"/>
        </a:xfrm>
      </p:grpSpPr>
      <p:sp>
        <p:nvSpPr>
          <p:cNvPr id="2119" name="Google Shape;2119;p103"/>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SzPts val="3200"/>
              <a:buNone/>
            </a:pPr>
            <a:r>
              <a:rPr lang="en-US" sz="2800" i="0" u="none" strike="noStrike" cap="none" dirty="0">
                <a:solidFill>
                  <a:srgbClr val="3F3F3F"/>
                </a:solidFill>
                <a:latin typeface="Open Sans"/>
                <a:ea typeface="Open Sans"/>
                <a:cs typeface="Open Sans"/>
                <a:sym typeface="Open Sans"/>
              </a:rPr>
              <a:t>Oozie</a:t>
            </a:r>
            <a:endParaRPr sz="2800" dirty="0">
              <a:solidFill>
                <a:srgbClr val="3F3F3F"/>
              </a:solidFill>
              <a:latin typeface="Open Sans"/>
              <a:ea typeface="Open Sans"/>
              <a:cs typeface="Open Sans"/>
              <a:sym typeface="Open Sans"/>
            </a:endParaRPr>
          </a:p>
        </p:txBody>
      </p:sp>
      <p:sp>
        <p:nvSpPr>
          <p:cNvPr id="2120" name="Google Shape;2120;p103"/>
          <p:cNvSpPr txBox="1"/>
          <p:nvPr/>
        </p:nvSpPr>
        <p:spPr>
          <a:xfrm>
            <a:off x="8008" y="1016838"/>
            <a:ext cx="16258032" cy="665045"/>
          </a:xfrm>
          <a:prstGeom prst="rect">
            <a:avLst/>
          </a:prstGeom>
          <a:noFill/>
          <a:ln>
            <a:noFill/>
          </a:ln>
        </p:spPr>
        <p:txBody>
          <a:bodyPr spcFirstLastPara="1" wrap="square" lIns="91425" tIns="45700" rIns="91425" bIns="45700" anchor="ctr" anchorCtr="0">
            <a:normAutofit/>
          </a:bodyPr>
          <a:lstStyle/>
          <a:p>
            <a:pPr marL="0" marR="0" lvl="0" indent="0" algn="ctr" rtl="0">
              <a:lnSpc>
                <a:spcPct val="90000"/>
              </a:lnSpc>
              <a:spcBef>
                <a:spcPts val="0"/>
              </a:spcBef>
              <a:spcAft>
                <a:spcPts val="0"/>
              </a:spcAft>
              <a:buClr>
                <a:srgbClr val="7F7F7F"/>
              </a:buClr>
              <a:buSzPts val="2000"/>
              <a:buFont typeface="Open Sans ExtraBold"/>
              <a:buNone/>
            </a:pPr>
            <a:endParaRPr sz="1400" b="0" i="0" u="none" strike="noStrike" cap="none">
              <a:solidFill>
                <a:srgbClr val="3F3F3F"/>
              </a:solidFill>
              <a:latin typeface="Arial"/>
              <a:ea typeface="Arial"/>
              <a:cs typeface="Arial"/>
              <a:sym typeface="Arial"/>
            </a:endParaRPr>
          </a:p>
        </p:txBody>
      </p:sp>
      <p:sp>
        <p:nvSpPr>
          <p:cNvPr id="2121" name="Google Shape;2121;p103"/>
          <p:cNvSpPr/>
          <p:nvPr/>
        </p:nvSpPr>
        <p:spPr>
          <a:xfrm>
            <a:off x="2602792" y="1379118"/>
            <a:ext cx="11112500" cy="628896"/>
          </a:xfrm>
          <a:prstGeom prst="roundRect">
            <a:avLst>
              <a:gd name="adj" fmla="val 16667"/>
            </a:avLst>
          </a:prstGeom>
          <a:solidFill>
            <a:schemeClr val="lt1"/>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Oozie is a workflow or coordination system that manages the Hadoop jobs.</a:t>
            </a:r>
            <a:endParaRPr sz="2200" b="0" i="0" u="none" strike="noStrike" cap="none">
              <a:solidFill>
                <a:srgbClr val="3F3F3F"/>
              </a:solidFill>
              <a:latin typeface="Open Sans"/>
              <a:ea typeface="Open Sans"/>
              <a:cs typeface="Open Sans"/>
              <a:sym typeface="Open Sans"/>
            </a:endParaRPr>
          </a:p>
        </p:txBody>
      </p:sp>
      <p:grpSp>
        <p:nvGrpSpPr>
          <p:cNvPr id="2" name="Group 1">
            <a:extLst>
              <a:ext uri="{FF2B5EF4-FFF2-40B4-BE49-F238E27FC236}">
                <a16:creationId xmlns:a16="http://schemas.microsoft.com/office/drawing/2014/main" id="{1CE29A66-083A-4E59-5D26-50EF5800FF86}"/>
              </a:ext>
            </a:extLst>
          </p:cNvPr>
          <p:cNvGrpSpPr/>
          <p:nvPr/>
        </p:nvGrpSpPr>
        <p:grpSpPr>
          <a:xfrm>
            <a:off x="4518825" y="2764863"/>
            <a:ext cx="7231045" cy="5421833"/>
            <a:chOff x="4776731" y="2764863"/>
            <a:chExt cx="7231045" cy="5421833"/>
          </a:xfrm>
        </p:grpSpPr>
        <p:grpSp>
          <p:nvGrpSpPr>
            <p:cNvPr id="2084" name="Google Shape;2084;p103"/>
            <p:cNvGrpSpPr/>
            <p:nvPr/>
          </p:nvGrpSpPr>
          <p:grpSpPr>
            <a:xfrm>
              <a:off x="4776731" y="2764863"/>
              <a:ext cx="1185367" cy="5421833"/>
              <a:chOff x="10823087" y="2288388"/>
              <a:chExt cx="1185367" cy="5421833"/>
            </a:xfrm>
          </p:grpSpPr>
          <p:grpSp>
            <p:nvGrpSpPr>
              <p:cNvPr id="2085" name="Google Shape;2085;p103"/>
              <p:cNvGrpSpPr/>
              <p:nvPr/>
            </p:nvGrpSpPr>
            <p:grpSpPr>
              <a:xfrm>
                <a:off x="10823087" y="2288388"/>
                <a:ext cx="1159546" cy="1159546"/>
                <a:chOff x="10307782" y="3072205"/>
                <a:chExt cx="1159546" cy="1159546"/>
              </a:xfrm>
            </p:grpSpPr>
            <p:sp>
              <p:nvSpPr>
                <p:cNvPr id="2086" name="Google Shape;2086;p103"/>
                <p:cNvSpPr/>
                <p:nvPr/>
              </p:nvSpPr>
              <p:spPr>
                <a:xfrm>
                  <a:off x="10307782" y="3072205"/>
                  <a:ext cx="1159546" cy="1159546"/>
                </a:xfrm>
                <a:prstGeom prst="ellipse">
                  <a:avLst/>
                </a:prstGeom>
                <a:solidFill>
                  <a:schemeClr val="lt1"/>
                </a:solidFill>
                <a:ln w="12700" cap="flat" cmpd="sng">
                  <a:solidFill>
                    <a:srgbClr val="3A3838"/>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rgbClr val="3F3F3F"/>
                    </a:solidFill>
                    <a:latin typeface="Calibri"/>
                    <a:ea typeface="Calibri"/>
                    <a:cs typeface="Calibri"/>
                    <a:sym typeface="Calibri"/>
                  </a:endParaRPr>
                </a:p>
              </p:txBody>
            </p:sp>
            <p:pic>
              <p:nvPicPr>
                <p:cNvPr id="2087" name="Google Shape;2087;p103"/>
                <p:cNvPicPr preferRelativeResize="0"/>
                <p:nvPr/>
              </p:nvPicPr>
              <p:blipFill rotWithShape="1">
                <a:blip r:embed="rId3">
                  <a:alphaModFix/>
                </a:blip>
                <a:srcRect/>
                <a:stretch/>
              </p:blipFill>
              <p:spPr>
                <a:xfrm>
                  <a:off x="10498824" y="3411810"/>
                  <a:ext cx="797631" cy="189413"/>
                </a:xfrm>
                <a:prstGeom prst="rect">
                  <a:avLst/>
                </a:prstGeom>
                <a:noFill/>
                <a:ln w="9525" cap="flat" cmpd="sng">
                  <a:solidFill>
                    <a:schemeClr val="dk1"/>
                  </a:solidFill>
                  <a:prstDash val="solid"/>
                  <a:round/>
                  <a:headEnd type="none" w="sm" len="sm"/>
                  <a:tailEnd type="none" w="sm" len="sm"/>
                </a:ln>
              </p:spPr>
            </p:pic>
            <p:sp>
              <p:nvSpPr>
                <p:cNvPr id="2088" name="Google Shape;2088;p103"/>
                <p:cNvSpPr/>
                <p:nvPr/>
              </p:nvSpPr>
              <p:spPr>
                <a:xfrm>
                  <a:off x="10504996" y="3638749"/>
                  <a:ext cx="819455" cy="400110"/>
                </a:xfrm>
                <a:prstGeom prst="rect">
                  <a:avLst/>
                </a:prstGeom>
                <a:noFill/>
                <a:ln w="9525" cap="flat" cmpd="sng">
                  <a:solidFill>
                    <a:schemeClr val="lt1"/>
                  </a:solidFill>
                  <a:prstDash val="solid"/>
                  <a:round/>
                  <a:headEnd type="none" w="sm" len="sm"/>
                  <a:tailEnd type="none" w="sm" len="sm"/>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000"/>
                    <a:buFont typeface="Arial"/>
                    <a:buNone/>
                  </a:pPr>
                  <a:r>
                    <a:rPr lang="en-US" sz="2000" b="1" i="0" u="none" strike="noStrike" cap="none">
                      <a:solidFill>
                        <a:srgbClr val="3F3F3F"/>
                      </a:solidFill>
                      <a:latin typeface="Open Sans"/>
                      <a:ea typeface="Open Sans"/>
                      <a:cs typeface="Open Sans"/>
                      <a:sym typeface="Open Sans"/>
                    </a:rPr>
                    <a:t>Start</a:t>
                  </a:r>
                  <a:endParaRPr sz="2000" b="1" i="0" u="none" strike="noStrike" cap="none">
                    <a:solidFill>
                      <a:srgbClr val="3F3F3F"/>
                    </a:solidFill>
                    <a:latin typeface="Open Sans"/>
                    <a:ea typeface="Open Sans"/>
                    <a:cs typeface="Open Sans"/>
                    <a:sym typeface="Open Sans"/>
                  </a:endParaRPr>
                </a:p>
              </p:txBody>
            </p:sp>
          </p:grpSp>
          <p:grpSp>
            <p:nvGrpSpPr>
              <p:cNvPr id="2089" name="Google Shape;2089;p103"/>
              <p:cNvGrpSpPr/>
              <p:nvPr/>
            </p:nvGrpSpPr>
            <p:grpSpPr>
              <a:xfrm>
                <a:off x="10848908" y="6550675"/>
                <a:ext cx="1159546" cy="1159546"/>
                <a:chOff x="10307782" y="3103737"/>
                <a:chExt cx="1159546" cy="1159546"/>
              </a:xfrm>
            </p:grpSpPr>
            <p:sp>
              <p:nvSpPr>
                <p:cNvPr id="2090" name="Google Shape;2090;p103"/>
                <p:cNvSpPr/>
                <p:nvPr/>
              </p:nvSpPr>
              <p:spPr>
                <a:xfrm>
                  <a:off x="10307782" y="3103737"/>
                  <a:ext cx="1159546" cy="1159546"/>
                </a:xfrm>
                <a:prstGeom prst="ellipse">
                  <a:avLst/>
                </a:prstGeom>
                <a:solidFill>
                  <a:schemeClr val="lt1"/>
                </a:solidFill>
                <a:ln w="12700" cap="flat" cmpd="sng">
                  <a:solidFill>
                    <a:srgbClr val="3A3838"/>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rgbClr val="3F3F3F"/>
                    </a:solidFill>
                    <a:latin typeface="Calibri"/>
                    <a:ea typeface="Calibri"/>
                    <a:cs typeface="Calibri"/>
                    <a:sym typeface="Calibri"/>
                  </a:endParaRPr>
                </a:p>
              </p:txBody>
            </p:sp>
            <p:sp>
              <p:nvSpPr>
                <p:cNvPr id="2091" name="Google Shape;2091;p103"/>
                <p:cNvSpPr/>
                <p:nvPr/>
              </p:nvSpPr>
              <p:spPr>
                <a:xfrm>
                  <a:off x="10563069" y="3486352"/>
                  <a:ext cx="725072" cy="400110"/>
                </a:xfrm>
                <a:prstGeom prst="rect">
                  <a:avLst/>
                </a:prstGeom>
                <a:noFill/>
                <a:ln w="9525" cap="flat" cmpd="sng">
                  <a:solidFill>
                    <a:schemeClr val="lt1"/>
                  </a:solidFill>
                  <a:prstDash val="solid"/>
                  <a:round/>
                  <a:headEnd type="none" w="sm" len="sm"/>
                  <a:tailEnd type="none" w="sm" len="sm"/>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000"/>
                    <a:buFont typeface="Arial"/>
                    <a:buNone/>
                  </a:pPr>
                  <a:r>
                    <a:rPr lang="en-US" sz="2000" b="1" i="0" u="none" strike="noStrike" cap="none">
                      <a:solidFill>
                        <a:srgbClr val="3F3F3F"/>
                      </a:solidFill>
                      <a:latin typeface="Open Sans"/>
                      <a:ea typeface="Open Sans"/>
                      <a:cs typeface="Open Sans"/>
                      <a:sym typeface="Open Sans"/>
                    </a:rPr>
                    <a:t>End</a:t>
                  </a:r>
                  <a:endParaRPr sz="2000" b="1" i="0" u="none" strike="noStrike" cap="none">
                    <a:solidFill>
                      <a:srgbClr val="3F3F3F"/>
                    </a:solidFill>
                    <a:latin typeface="Open Sans"/>
                    <a:ea typeface="Open Sans"/>
                    <a:cs typeface="Open Sans"/>
                    <a:sym typeface="Open Sans"/>
                  </a:endParaRPr>
                </a:p>
              </p:txBody>
            </p:sp>
          </p:grpSp>
          <p:cxnSp>
            <p:nvCxnSpPr>
              <p:cNvPr id="2092" name="Google Shape;2092;p103"/>
              <p:cNvCxnSpPr/>
              <p:nvPr/>
            </p:nvCxnSpPr>
            <p:spPr>
              <a:xfrm>
                <a:off x="11416173" y="3447510"/>
                <a:ext cx="0" cy="3108960"/>
              </a:xfrm>
              <a:prstGeom prst="straightConnector1">
                <a:avLst/>
              </a:prstGeom>
              <a:noFill/>
              <a:ln w="28575" cap="flat" cmpd="sng">
                <a:solidFill>
                  <a:srgbClr val="757070"/>
                </a:solidFill>
                <a:prstDash val="solid"/>
                <a:miter lim="800000"/>
                <a:headEnd type="none" w="sm" len="sm"/>
                <a:tailEnd type="none" w="sm" len="sm"/>
              </a:ln>
            </p:spPr>
          </p:cxnSp>
        </p:grpSp>
        <p:cxnSp>
          <p:nvCxnSpPr>
            <p:cNvPr id="2093" name="Google Shape;2093;p103"/>
            <p:cNvCxnSpPr/>
            <p:nvPr/>
          </p:nvCxnSpPr>
          <p:spPr>
            <a:xfrm rot="10800000">
              <a:off x="5855267" y="4326313"/>
              <a:ext cx="0" cy="914400"/>
            </a:xfrm>
            <a:prstGeom prst="straightConnector1">
              <a:avLst/>
            </a:prstGeom>
            <a:noFill/>
            <a:ln w="28575" cap="flat" cmpd="sng">
              <a:solidFill>
                <a:schemeClr val="accent2"/>
              </a:solidFill>
              <a:prstDash val="solid"/>
              <a:miter lim="800000"/>
              <a:headEnd type="none" w="sm" len="sm"/>
              <a:tailEnd type="triangle" w="lg" len="lg"/>
            </a:ln>
          </p:spPr>
        </p:cxnSp>
        <p:cxnSp>
          <p:nvCxnSpPr>
            <p:cNvPr id="2094" name="Google Shape;2094;p103"/>
            <p:cNvCxnSpPr/>
            <p:nvPr/>
          </p:nvCxnSpPr>
          <p:spPr>
            <a:xfrm rot="10800000">
              <a:off x="9018760" y="3549071"/>
              <a:ext cx="0" cy="2468880"/>
            </a:xfrm>
            <a:prstGeom prst="straightConnector1">
              <a:avLst/>
            </a:prstGeom>
            <a:noFill/>
            <a:ln w="28575" cap="flat" cmpd="sng">
              <a:solidFill>
                <a:schemeClr val="accent2"/>
              </a:solidFill>
              <a:prstDash val="solid"/>
              <a:miter lim="800000"/>
              <a:headEnd type="none" w="sm" len="sm"/>
              <a:tailEnd type="none" w="sm" len="sm"/>
            </a:ln>
          </p:spPr>
        </p:cxnSp>
        <p:grpSp>
          <p:nvGrpSpPr>
            <p:cNvPr id="2095" name="Google Shape;2095;p103"/>
            <p:cNvGrpSpPr/>
            <p:nvPr/>
          </p:nvGrpSpPr>
          <p:grpSpPr>
            <a:xfrm>
              <a:off x="10411689" y="4149135"/>
              <a:ext cx="401805" cy="1245778"/>
              <a:chOff x="8493381" y="4226251"/>
              <a:chExt cx="575015" cy="1245778"/>
            </a:xfrm>
          </p:grpSpPr>
          <p:cxnSp>
            <p:nvCxnSpPr>
              <p:cNvPr id="2096" name="Google Shape;2096;p103"/>
              <p:cNvCxnSpPr/>
              <p:nvPr/>
            </p:nvCxnSpPr>
            <p:spPr>
              <a:xfrm rot="10800000" flipH="1">
                <a:off x="8493381" y="4226251"/>
                <a:ext cx="571951" cy="611403"/>
              </a:xfrm>
              <a:prstGeom prst="bentConnector3">
                <a:avLst>
                  <a:gd name="adj1" fmla="val -1899780"/>
                </a:avLst>
              </a:prstGeom>
              <a:noFill/>
              <a:ln w="28575" cap="flat" cmpd="sng">
                <a:solidFill>
                  <a:schemeClr val="accent2"/>
                </a:solidFill>
                <a:prstDash val="solid"/>
                <a:miter lim="800000"/>
                <a:headEnd type="none" w="sm" len="sm"/>
                <a:tailEnd type="triangle" w="lg" len="lg"/>
              </a:ln>
            </p:spPr>
          </p:cxnSp>
          <p:cxnSp>
            <p:nvCxnSpPr>
              <p:cNvPr id="2097" name="Google Shape;2097;p103"/>
              <p:cNvCxnSpPr/>
              <p:nvPr/>
            </p:nvCxnSpPr>
            <p:spPr>
              <a:xfrm>
                <a:off x="8496445" y="4860626"/>
                <a:ext cx="571951" cy="611403"/>
              </a:xfrm>
              <a:prstGeom prst="bentConnector3">
                <a:avLst>
                  <a:gd name="adj1" fmla="val -1899780"/>
                </a:avLst>
              </a:prstGeom>
              <a:noFill/>
              <a:ln w="28575" cap="flat" cmpd="sng">
                <a:solidFill>
                  <a:schemeClr val="accent2"/>
                </a:solidFill>
                <a:prstDash val="solid"/>
                <a:miter lim="800000"/>
                <a:headEnd type="none" w="sm" len="sm"/>
                <a:tailEnd type="triangle" w="lg" len="lg"/>
              </a:ln>
            </p:spPr>
          </p:cxnSp>
        </p:grpSp>
        <p:sp>
          <p:nvSpPr>
            <p:cNvPr id="2098" name="Google Shape;2098;p103"/>
            <p:cNvSpPr/>
            <p:nvPr/>
          </p:nvSpPr>
          <p:spPr>
            <a:xfrm>
              <a:off x="8281918" y="4481363"/>
              <a:ext cx="612689" cy="612689"/>
            </a:xfrm>
            <a:prstGeom prst="ellipse">
              <a:avLst/>
            </a:prstGeom>
            <a:solidFill>
              <a:srgbClr val="9CC2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r>
                <a:rPr lang="en-US" sz="1800" b="1" i="0" u="none" strike="noStrike" cap="none">
                  <a:solidFill>
                    <a:srgbClr val="3F3F3F"/>
                  </a:solidFill>
                  <a:latin typeface="Open Sans"/>
                  <a:ea typeface="Open Sans"/>
                  <a:cs typeface="Open Sans"/>
                  <a:sym typeface="Open Sans"/>
                </a:rPr>
                <a:t>A</a:t>
              </a:r>
              <a:endParaRPr sz="1400" b="0" i="0" u="none" strike="noStrike" cap="none">
                <a:solidFill>
                  <a:srgbClr val="3F3F3F"/>
                </a:solidFill>
                <a:latin typeface="Arial"/>
                <a:ea typeface="Arial"/>
                <a:cs typeface="Arial"/>
                <a:sym typeface="Arial"/>
              </a:endParaRPr>
            </a:p>
          </p:txBody>
        </p:sp>
        <p:sp>
          <p:nvSpPr>
            <p:cNvPr id="2099" name="Google Shape;2099;p103"/>
            <p:cNvSpPr/>
            <p:nvPr/>
          </p:nvSpPr>
          <p:spPr>
            <a:xfrm>
              <a:off x="10818702" y="3875327"/>
              <a:ext cx="612689" cy="612689"/>
            </a:xfrm>
            <a:prstGeom prst="ellipse">
              <a:avLst/>
            </a:prstGeom>
            <a:solidFill>
              <a:srgbClr val="9CC2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r>
                <a:rPr lang="en-US" sz="2400" b="1" i="0" u="none" strike="noStrike" cap="none">
                  <a:solidFill>
                    <a:srgbClr val="3F3F3F"/>
                  </a:solidFill>
                  <a:latin typeface="Open Sans"/>
                  <a:ea typeface="Open Sans"/>
                  <a:cs typeface="Open Sans"/>
                  <a:sym typeface="Open Sans"/>
                </a:rPr>
                <a:t>B</a:t>
              </a:r>
              <a:endParaRPr sz="1400" b="0" i="0" u="none" strike="noStrike" cap="none">
                <a:solidFill>
                  <a:srgbClr val="3F3F3F"/>
                </a:solidFill>
                <a:latin typeface="Arial"/>
                <a:ea typeface="Arial"/>
                <a:cs typeface="Arial"/>
                <a:sym typeface="Arial"/>
              </a:endParaRPr>
            </a:p>
          </p:txBody>
        </p:sp>
        <p:sp>
          <p:nvSpPr>
            <p:cNvPr id="2100" name="Google Shape;2100;p103"/>
            <p:cNvSpPr/>
            <p:nvPr/>
          </p:nvSpPr>
          <p:spPr>
            <a:xfrm>
              <a:off x="10818702" y="5100141"/>
              <a:ext cx="612689" cy="612689"/>
            </a:xfrm>
            <a:prstGeom prst="ellipse">
              <a:avLst/>
            </a:prstGeom>
            <a:solidFill>
              <a:srgbClr val="9CC2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r>
                <a:rPr lang="en-US" sz="2400" b="1" i="0" u="none" strike="noStrike" cap="none">
                  <a:solidFill>
                    <a:srgbClr val="3F3F3F"/>
                  </a:solidFill>
                  <a:latin typeface="Open Sans"/>
                  <a:ea typeface="Open Sans"/>
                  <a:cs typeface="Open Sans"/>
                  <a:sym typeface="Open Sans"/>
                </a:rPr>
                <a:t>C</a:t>
              </a:r>
              <a:endParaRPr sz="1400" b="0" i="0" u="none" strike="noStrike" cap="none">
                <a:solidFill>
                  <a:srgbClr val="3F3F3F"/>
                </a:solidFill>
                <a:latin typeface="Arial"/>
                <a:ea typeface="Arial"/>
                <a:cs typeface="Arial"/>
                <a:sym typeface="Arial"/>
              </a:endParaRPr>
            </a:p>
          </p:txBody>
        </p:sp>
        <p:cxnSp>
          <p:nvCxnSpPr>
            <p:cNvPr id="2101" name="Google Shape;2101;p103"/>
            <p:cNvCxnSpPr/>
            <p:nvPr/>
          </p:nvCxnSpPr>
          <p:spPr>
            <a:xfrm>
              <a:off x="9559627" y="2898346"/>
              <a:ext cx="0" cy="3931920"/>
            </a:xfrm>
            <a:prstGeom prst="straightConnector1">
              <a:avLst/>
            </a:prstGeom>
            <a:noFill/>
            <a:ln w="19050" cap="flat" cmpd="sng">
              <a:solidFill>
                <a:srgbClr val="757070"/>
              </a:solidFill>
              <a:prstDash val="solid"/>
              <a:miter lim="800000"/>
              <a:headEnd type="none" w="sm" len="sm"/>
              <a:tailEnd type="none" w="sm" len="sm"/>
            </a:ln>
          </p:spPr>
        </p:cxnSp>
        <p:sp>
          <p:nvSpPr>
            <p:cNvPr id="2102" name="Google Shape;2102;p103"/>
            <p:cNvSpPr txBox="1"/>
            <p:nvPr/>
          </p:nvSpPr>
          <p:spPr>
            <a:xfrm>
              <a:off x="6709423" y="3047228"/>
              <a:ext cx="2888011" cy="707886"/>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000"/>
                <a:buFont typeface="Arial"/>
                <a:buNone/>
              </a:pPr>
              <a:r>
                <a:rPr lang="en-US" sz="2000" b="0" i="0" u="none" strike="noStrike" cap="none">
                  <a:solidFill>
                    <a:srgbClr val="3F3F3F"/>
                  </a:solidFill>
                  <a:latin typeface="Open Sans"/>
                  <a:ea typeface="Open Sans"/>
                  <a:cs typeface="Open Sans"/>
                  <a:sym typeface="Open Sans"/>
                </a:rPr>
                <a:t>Oozie coordinator engine</a:t>
              </a:r>
              <a:endParaRPr sz="2000" b="0" i="0" u="none" strike="noStrike" cap="none">
                <a:solidFill>
                  <a:srgbClr val="3F3F3F"/>
                </a:solidFill>
                <a:latin typeface="Open Sans"/>
                <a:ea typeface="Open Sans"/>
                <a:cs typeface="Open Sans"/>
                <a:sym typeface="Open Sans"/>
              </a:endParaRPr>
            </a:p>
          </p:txBody>
        </p:sp>
        <p:sp>
          <p:nvSpPr>
            <p:cNvPr id="2103" name="Google Shape;2103;p103"/>
            <p:cNvSpPr txBox="1"/>
            <p:nvPr/>
          </p:nvSpPr>
          <p:spPr>
            <a:xfrm>
              <a:off x="9599956" y="3047228"/>
              <a:ext cx="2407820" cy="707846"/>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000"/>
                <a:buFont typeface="Arial"/>
                <a:buNone/>
              </a:pPr>
              <a:r>
                <a:rPr lang="en-US" sz="2000" b="0" i="0" u="none" strike="noStrike" cap="none">
                  <a:solidFill>
                    <a:srgbClr val="3F3F3F"/>
                  </a:solidFill>
                  <a:latin typeface="Open Sans"/>
                  <a:ea typeface="Open Sans"/>
                  <a:cs typeface="Open Sans"/>
                  <a:sym typeface="Open Sans"/>
                </a:rPr>
                <a:t>Oozie workflow engine</a:t>
              </a:r>
              <a:endParaRPr sz="2000" b="0" i="0" u="none" strike="noStrike" cap="none">
                <a:solidFill>
                  <a:srgbClr val="3F3F3F"/>
                </a:solidFill>
                <a:latin typeface="Open Sans"/>
                <a:ea typeface="Open Sans"/>
                <a:cs typeface="Open Sans"/>
                <a:sym typeface="Open Sans"/>
              </a:endParaRPr>
            </a:p>
          </p:txBody>
        </p:sp>
        <p:grpSp>
          <p:nvGrpSpPr>
            <p:cNvPr id="2104" name="Google Shape;2104;p103"/>
            <p:cNvGrpSpPr/>
            <p:nvPr/>
          </p:nvGrpSpPr>
          <p:grpSpPr>
            <a:xfrm>
              <a:off x="5859711" y="4953210"/>
              <a:ext cx="1929053" cy="914400"/>
              <a:chOff x="6038929" y="4484786"/>
              <a:chExt cx="1929053" cy="914400"/>
            </a:xfrm>
          </p:grpSpPr>
          <p:cxnSp>
            <p:nvCxnSpPr>
              <p:cNvPr id="2105" name="Google Shape;2105;p103"/>
              <p:cNvCxnSpPr/>
              <p:nvPr/>
            </p:nvCxnSpPr>
            <p:spPr>
              <a:xfrm rot="10800000">
                <a:off x="6038929" y="4484786"/>
                <a:ext cx="0" cy="914400"/>
              </a:xfrm>
              <a:prstGeom prst="straightConnector1">
                <a:avLst/>
              </a:prstGeom>
              <a:noFill/>
              <a:ln w="28575" cap="flat" cmpd="sng">
                <a:solidFill>
                  <a:schemeClr val="accent2"/>
                </a:solidFill>
                <a:prstDash val="solid"/>
                <a:miter lim="800000"/>
                <a:headEnd type="none" w="sm" len="sm"/>
                <a:tailEnd type="triangle" w="lg" len="lg"/>
              </a:ln>
            </p:spPr>
          </p:cxnSp>
          <p:grpSp>
            <p:nvGrpSpPr>
              <p:cNvPr id="2106" name="Google Shape;2106;p103"/>
              <p:cNvGrpSpPr/>
              <p:nvPr/>
            </p:nvGrpSpPr>
            <p:grpSpPr>
              <a:xfrm>
                <a:off x="6482274" y="4643884"/>
                <a:ext cx="1485708" cy="577512"/>
                <a:chOff x="6330393" y="4551670"/>
                <a:chExt cx="1485708" cy="577512"/>
              </a:xfrm>
            </p:grpSpPr>
            <p:sp>
              <p:nvSpPr>
                <p:cNvPr id="2107" name="Google Shape;2107;p103"/>
                <p:cNvSpPr/>
                <p:nvPr/>
              </p:nvSpPr>
              <p:spPr>
                <a:xfrm>
                  <a:off x="6330393" y="4551670"/>
                  <a:ext cx="1485708" cy="577512"/>
                </a:xfrm>
                <a:prstGeom prst="rect">
                  <a:avLst/>
                </a:prstGeom>
                <a:solidFill>
                  <a:srgbClr val="C9C9C9"/>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000"/>
                    <a:buFont typeface="Arial"/>
                    <a:buNone/>
                  </a:pPr>
                  <a:endParaRPr sz="2000" b="0" i="0" u="none" strike="noStrike" cap="none">
                    <a:solidFill>
                      <a:srgbClr val="3F3F3F"/>
                    </a:solidFill>
                    <a:latin typeface="Calibri"/>
                    <a:ea typeface="Calibri"/>
                    <a:cs typeface="Calibri"/>
                    <a:sym typeface="Calibri"/>
                  </a:endParaRPr>
                </a:p>
              </p:txBody>
            </p:sp>
            <p:sp>
              <p:nvSpPr>
                <p:cNvPr id="2108" name="Google Shape;2108;p103"/>
                <p:cNvSpPr/>
                <p:nvPr/>
              </p:nvSpPr>
              <p:spPr>
                <a:xfrm>
                  <a:off x="6399902" y="4646648"/>
                  <a:ext cx="1346691" cy="400110"/>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000"/>
                    <a:buFont typeface="Arial"/>
                    <a:buNone/>
                  </a:pPr>
                  <a:r>
                    <a:rPr lang="en-US" sz="2000" b="1" i="0" u="none" strike="noStrike" cap="none">
                      <a:solidFill>
                        <a:srgbClr val="3F3F3F"/>
                      </a:solidFill>
                      <a:latin typeface="Open Sans"/>
                      <a:ea typeface="Open Sans"/>
                      <a:cs typeface="Open Sans"/>
                      <a:sym typeface="Open Sans"/>
                    </a:rPr>
                    <a:t>Action1</a:t>
                  </a:r>
                  <a:endParaRPr sz="2000" b="1" i="0" u="none" strike="noStrike" cap="none">
                    <a:solidFill>
                      <a:srgbClr val="3F3F3F"/>
                    </a:solidFill>
                    <a:latin typeface="Open Sans"/>
                    <a:ea typeface="Open Sans"/>
                    <a:cs typeface="Open Sans"/>
                    <a:sym typeface="Open Sans"/>
                  </a:endParaRPr>
                </a:p>
              </p:txBody>
            </p:sp>
          </p:grpSp>
        </p:grpSp>
        <p:grpSp>
          <p:nvGrpSpPr>
            <p:cNvPr id="2109" name="Google Shape;2109;p103"/>
            <p:cNvGrpSpPr/>
            <p:nvPr/>
          </p:nvGrpSpPr>
          <p:grpSpPr>
            <a:xfrm>
              <a:off x="5859711" y="5580107"/>
              <a:ext cx="1929053" cy="914400"/>
              <a:chOff x="6038929" y="4484786"/>
              <a:chExt cx="1929053" cy="914400"/>
            </a:xfrm>
          </p:grpSpPr>
          <p:cxnSp>
            <p:nvCxnSpPr>
              <p:cNvPr id="2110" name="Google Shape;2110;p103"/>
              <p:cNvCxnSpPr/>
              <p:nvPr/>
            </p:nvCxnSpPr>
            <p:spPr>
              <a:xfrm rot="10800000">
                <a:off x="6038929" y="4484786"/>
                <a:ext cx="0" cy="914400"/>
              </a:xfrm>
              <a:prstGeom prst="straightConnector1">
                <a:avLst/>
              </a:prstGeom>
              <a:noFill/>
              <a:ln w="28575" cap="flat" cmpd="sng">
                <a:solidFill>
                  <a:schemeClr val="accent2"/>
                </a:solidFill>
                <a:prstDash val="solid"/>
                <a:miter lim="800000"/>
                <a:headEnd type="none" w="sm" len="sm"/>
                <a:tailEnd type="triangle" w="lg" len="lg"/>
              </a:ln>
            </p:spPr>
          </p:cxnSp>
          <p:grpSp>
            <p:nvGrpSpPr>
              <p:cNvPr id="2111" name="Google Shape;2111;p103"/>
              <p:cNvGrpSpPr/>
              <p:nvPr/>
            </p:nvGrpSpPr>
            <p:grpSpPr>
              <a:xfrm>
                <a:off x="6482274" y="4643884"/>
                <a:ext cx="1485708" cy="577512"/>
                <a:chOff x="6330393" y="4551670"/>
                <a:chExt cx="1485708" cy="577512"/>
              </a:xfrm>
            </p:grpSpPr>
            <p:sp>
              <p:nvSpPr>
                <p:cNvPr id="2112" name="Google Shape;2112;p103"/>
                <p:cNvSpPr/>
                <p:nvPr/>
              </p:nvSpPr>
              <p:spPr>
                <a:xfrm>
                  <a:off x="6330393" y="4551670"/>
                  <a:ext cx="1485708" cy="577512"/>
                </a:xfrm>
                <a:prstGeom prst="rect">
                  <a:avLst/>
                </a:prstGeom>
                <a:solidFill>
                  <a:srgbClr val="C9C9C9"/>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000"/>
                    <a:buFont typeface="Arial"/>
                    <a:buNone/>
                  </a:pPr>
                  <a:endParaRPr sz="2000" b="0" i="0" u="none" strike="noStrike" cap="none">
                    <a:solidFill>
                      <a:srgbClr val="3F3F3F"/>
                    </a:solidFill>
                    <a:latin typeface="Calibri"/>
                    <a:ea typeface="Calibri"/>
                    <a:cs typeface="Calibri"/>
                    <a:sym typeface="Calibri"/>
                  </a:endParaRPr>
                </a:p>
              </p:txBody>
            </p:sp>
            <p:sp>
              <p:nvSpPr>
                <p:cNvPr id="2113" name="Google Shape;2113;p103"/>
                <p:cNvSpPr/>
                <p:nvPr/>
              </p:nvSpPr>
              <p:spPr>
                <a:xfrm>
                  <a:off x="6399902" y="4646648"/>
                  <a:ext cx="1346691" cy="400110"/>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000"/>
                    <a:buFont typeface="Arial"/>
                    <a:buNone/>
                  </a:pPr>
                  <a:r>
                    <a:rPr lang="en-US" sz="2000" b="1" i="0" u="none" strike="noStrike" cap="none">
                      <a:solidFill>
                        <a:srgbClr val="3F3F3F"/>
                      </a:solidFill>
                      <a:latin typeface="Open Sans"/>
                      <a:ea typeface="Open Sans"/>
                      <a:cs typeface="Open Sans"/>
                      <a:sym typeface="Open Sans"/>
                    </a:rPr>
                    <a:t>Action2</a:t>
                  </a:r>
                  <a:endParaRPr sz="2000" b="1" i="0" u="none" strike="noStrike" cap="none">
                    <a:solidFill>
                      <a:srgbClr val="3F3F3F"/>
                    </a:solidFill>
                    <a:latin typeface="Open Sans"/>
                    <a:ea typeface="Open Sans"/>
                    <a:cs typeface="Open Sans"/>
                    <a:sym typeface="Open Sans"/>
                  </a:endParaRPr>
                </a:p>
              </p:txBody>
            </p:sp>
          </p:grpSp>
        </p:grpSp>
        <p:grpSp>
          <p:nvGrpSpPr>
            <p:cNvPr id="2114" name="Google Shape;2114;p103"/>
            <p:cNvGrpSpPr/>
            <p:nvPr/>
          </p:nvGrpSpPr>
          <p:grpSpPr>
            <a:xfrm>
              <a:off x="5859711" y="6207005"/>
              <a:ext cx="1929053" cy="914400"/>
              <a:chOff x="6038929" y="4484786"/>
              <a:chExt cx="1929053" cy="914400"/>
            </a:xfrm>
          </p:grpSpPr>
          <p:cxnSp>
            <p:nvCxnSpPr>
              <p:cNvPr id="2115" name="Google Shape;2115;p103"/>
              <p:cNvCxnSpPr/>
              <p:nvPr/>
            </p:nvCxnSpPr>
            <p:spPr>
              <a:xfrm rot="10800000">
                <a:off x="6038929" y="4484786"/>
                <a:ext cx="0" cy="914400"/>
              </a:xfrm>
              <a:prstGeom prst="straightConnector1">
                <a:avLst/>
              </a:prstGeom>
              <a:noFill/>
              <a:ln w="28575" cap="flat" cmpd="sng">
                <a:solidFill>
                  <a:schemeClr val="accent2"/>
                </a:solidFill>
                <a:prstDash val="solid"/>
                <a:miter lim="800000"/>
                <a:headEnd type="none" w="sm" len="sm"/>
                <a:tailEnd type="triangle" w="lg" len="lg"/>
              </a:ln>
            </p:spPr>
          </p:cxnSp>
          <p:grpSp>
            <p:nvGrpSpPr>
              <p:cNvPr id="2116" name="Google Shape;2116;p103"/>
              <p:cNvGrpSpPr/>
              <p:nvPr/>
            </p:nvGrpSpPr>
            <p:grpSpPr>
              <a:xfrm>
                <a:off x="6482274" y="4643884"/>
                <a:ext cx="1485708" cy="577512"/>
                <a:chOff x="6330393" y="4551670"/>
                <a:chExt cx="1485708" cy="577512"/>
              </a:xfrm>
            </p:grpSpPr>
            <p:sp>
              <p:nvSpPr>
                <p:cNvPr id="2117" name="Google Shape;2117;p103"/>
                <p:cNvSpPr/>
                <p:nvPr/>
              </p:nvSpPr>
              <p:spPr>
                <a:xfrm>
                  <a:off x="6330393" y="4551670"/>
                  <a:ext cx="1485708" cy="577512"/>
                </a:xfrm>
                <a:prstGeom prst="rect">
                  <a:avLst/>
                </a:prstGeom>
                <a:solidFill>
                  <a:srgbClr val="C9C9C9"/>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000"/>
                    <a:buFont typeface="Arial"/>
                    <a:buNone/>
                  </a:pPr>
                  <a:endParaRPr sz="2000" b="0" i="0" u="none" strike="noStrike" cap="none">
                    <a:solidFill>
                      <a:srgbClr val="3F3F3F"/>
                    </a:solidFill>
                    <a:latin typeface="Calibri"/>
                    <a:ea typeface="Calibri"/>
                    <a:cs typeface="Calibri"/>
                    <a:sym typeface="Calibri"/>
                  </a:endParaRPr>
                </a:p>
              </p:txBody>
            </p:sp>
            <p:sp>
              <p:nvSpPr>
                <p:cNvPr id="2118" name="Google Shape;2118;p103"/>
                <p:cNvSpPr/>
                <p:nvPr/>
              </p:nvSpPr>
              <p:spPr>
                <a:xfrm>
                  <a:off x="6399902" y="4646648"/>
                  <a:ext cx="1346691" cy="400110"/>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000"/>
                    <a:buFont typeface="Arial"/>
                    <a:buNone/>
                  </a:pPr>
                  <a:r>
                    <a:rPr lang="en-US" sz="2000" b="1" i="0" u="none" strike="noStrike" cap="none">
                      <a:solidFill>
                        <a:srgbClr val="3F3F3F"/>
                      </a:solidFill>
                      <a:latin typeface="Open Sans"/>
                      <a:ea typeface="Open Sans"/>
                      <a:cs typeface="Open Sans"/>
                      <a:sym typeface="Open Sans"/>
                    </a:rPr>
                    <a:t>Action3</a:t>
                  </a:r>
                  <a:endParaRPr sz="2000" b="1" i="0" u="none" strike="noStrike" cap="none">
                    <a:solidFill>
                      <a:srgbClr val="3F3F3F"/>
                    </a:solidFill>
                    <a:latin typeface="Open Sans"/>
                    <a:ea typeface="Open Sans"/>
                    <a:cs typeface="Open Sans"/>
                    <a:sym typeface="Open Sans"/>
                  </a:endParaRPr>
                </a:p>
              </p:txBody>
            </p:sp>
          </p:grpSp>
        </p:grpSp>
        <p:grpSp>
          <p:nvGrpSpPr>
            <p:cNvPr id="2123" name="Google Shape;2123;p103"/>
            <p:cNvGrpSpPr/>
            <p:nvPr/>
          </p:nvGrpSpPr>
          <p:grpSpPr>
            <a:xfrm>
              <a:off x="6303056" y="4485411"/>
              <a:ext cx="1485708" cy="577512"/>
              <a:chOff x="6330393" y="4551670"/>
              <a:chExt cx="1485708" cy="577512"/>
            </a:xfrm>
          </p:grpSpPr>
          <p:sp>
            <p:nvSpPr>
              <p:cNvPr id="2124" name="Google Shape;2124;p103"/>
              <p:cNvSpPr/>
              <p:nvPr/>
            </p:nvSpPr>
            <p:spPr>
              <a:xfrm>
                <a:off x="6330393" y="4551670"/>
                <a:ext cx="1485708" cy="577512"/>
              </a:xfrm>
              <a:prstGeom prst="rect">
                <a:avLst/>
              </a:prstGeom>
              <a:solidFill>
                <a:srgbClr val="C9C9C9"/>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000"/>
                  <a:buFont typeface="Arial"/>
                  <a:buNone/>
                </a:pPr>
                <a:endParaRPr sz="2000" b="0" i="0" u="none" strike="noStrike" cap="none">
                  <a:solidFill>
                    <a:srgbClr val="3F3F3F"/>
                  </a:solidFill>
                  <a:latin typeface="Calibri"/>
                  <a:ea typeface="Calibri"/>
                  <a:cs typeface="Calibri"/>
                  <a:sym typeface="Calibri"/>
                </a:endParaRPr>
              </a:p>
            </p:txBody>
          </p:sp>
          <p:sp>
            <p:nvSpPr>
              <p:cNvPr id="2125" name="Google Shape;2125;p103"/>
              <p:cNvSpPr/>
              <p:nvPr/>
            </p:nvSpPr>
            <p:spPr>
              <a:xfrm>
                <a:off x="6399902" y="4646648"/>
                <a:ext cx="1346691" cy="400110"/>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000"/>
                  <a:buFont typeface="Arial"/>
                  <a:buNone/>
                </a:pPr>
                <a:r>
                  <a:rPr lang="en-US" sz="2000" b="1" i="0" u="none" strike="noStrike" cap="none">
                    <a:solidFill>
                      <a:srgbClr val="3F3F3F"/>
                    </a:solidFill>
                    <a:latin typeface="Open Sans"/>
                    <a:ea typeface="Open Sans"/>
                    <a:cs typeface="Open Sans"/>
                    <a:sym typeface="Open Sans"/>
                  </a:rPr>
                  <a:t>Action</a:t>
                </a:r>
                <a:endParaRPr sz="2000" b="1" i="0" u="none" strike="noStrike" cap="none">
                  <a:solidFill>
                    <a:srgbClr val="3F3F3F"/>
                  </a:solidFill>
                  <a:latin typeface="Open Sans"/>
                  <a:ea typeface="Open Sans"/>
                  <a:cs typeface="Open Sans"/>
                  <a:sym typeface="Open Sans"/>
                </a:endParaRPr>
              </a:p>
            </p:txBody>
          </p:sp>
        </p:grpSp>
      </p:grpSp>
      <p:sp>
        <p:nvSpPr>
          <p:cNvPr id="3" name="Brandline_LVC">
            <a:extLst>
              <a:ext uri="{FF2B5EF4-FFF2-40B4-BE49-F238E27FC236}">
                <a16:creationId xmlns:a16="http://schemas.microsoft.com/office/drawing/2014/main" id="{7DE6776A-0DAD-1244-7DCC-6148FB2552B0}"/>
              </a:ext>
            </a:extLst>
          </p:cNvPr>
          <p:cNvSpPr/>
          <p:nvPr/>
        </p:nvSpPr>
        <p:spPr>
          <a:xfrm>
            <a:off x="7505700" y="816324"/>
            <a:ext cx="1242296"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Shape 2130"/>
        <p:cNvGrpSpPr/>
        <p:nvPr/>
      </p:nvGrpSpPr>
      <p:grpSpPr>
        <a:xfrm>
          <a:off x="0" y="0"/>
          <a:ext cx="0" cy="0"/>
          <a:chOff x="0" y="0"/>
          <a:chExt cx="0" cy="0"/>
        </a:xfrm>
      </p:grpSpPr>
      <p:sp>
        <p:nvSpPr>
          <p:cNvPr id="2131" name="Google Shape;2131;p82"/>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dirty="0">
                <a:solidFill>
                  <a:srgbClr val="3F3F3F"/>
                </a:solidFill>
                <a:latin typeface="Open Sans"/>
                <a:ea typeface="Open Sans"/>
                <a:cs typeface="Open Sans"/>
                <a:sym typeface="Open Sans"/>
              </a:rPr>
              <a:t>Hadoop User Experience (HUE) </a:t>
            </a:r>
            <a:endParaRPr dirty="0"/>
          </a:p>
        </p:txBody>
      </p:sp>
      <p:sp>
        <p:nvSpPr>
          <p:cNvPr id="2132" name="Google Shape;2132;p82"/>
          <p:cNvSpPr txBox="1"/>
          <p:nvPr/>
        </p:nvSpPr>
        <p:spPr>
          <a:xfrm>
            <a:off x="14798" y="1017200"/>
            <a:ext cx="16258032" cy="665045"/>
          </a:xfrm>
          <a:prstGeom prst="rect">
            <a:avLst/>
          </a:prstGeom>
          <a:noFill/>
          <a:ln>
            <a:noFill/>
          </a:ln>
        </p:spPr>
        <p:txBody>
          <a:bodyPr spcFirstLastPara="1" wrap="square" lIns="91425" tIns="45700" rIns="91425" bIns="45700" anchor="ctr" anchorCtr="0">
            <a:normAutofit/>
          </a:bodyPr>
          <a:lstStyle/>
          <a:p>
            <a:pPr marL="0" marR="0" lvl="0" indent="0" algn="ctr" rtl="0">
              <a:lnSpc>
                <a:spcPct val="90000"/>
              </a:lnSpc>
              <a:spcBef>
                <a:spcPts val="0"/>
              </a:spcBef>
              <a:spcAft>
                <a:spcPts val="0"/>
              </a:spcAft>
              <a:buClr>
                <a:srgbClr val="7F7F7F"/>
              </a:buClr>
              <a:buSzPts val="2000"/>
              <a:buFont typeface="Open Sans ExtraBold"/>
              <a:buNone/>
            </a:pPr>
            <a:endParaRPr sz="1400" b="0" i="0" u="none" strike="noStrike" cap="none">
              <a:solidFill>
                <a:srgbClr val="000000"/>
              </a:solidFill>
              <a:latin typeface="Arial"/>
              <a:ea typeface="Arial"/>
              <a:cs typeface="Arial"/>
              <a:sym typeface="Arial"/>
            </a:endParaRPr>
          </a:p>
        </p:txBody>
      </p:sp>
      <p:sp>
        <p:nvSpPr>
          <p:cNvPr id="2134" name="Google Shape;2134;p82"/>
          <p:cNvSpPr/>
          <p:nvPr/>
        </p:nvSpPr>
        <p:spPr>
          <a:xfrm>
            <a:off x="4697708" y="1254203"/>
            <a:ext cx="6991273" cy="430847"/>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400"/>
              <a:buFont typeface="Arial"/>
              <a:buNone/>
            </a:pPr>
            <a:r>
              <a:rPr lang="en-US" sz="2200" b="0" i="0" u="none" strike="noStrike" cap="none">
                <a:solidFill>
                  <a:srgbClr val="3F3F3F"/>
                </a:solidFill>
                <a:latin typeface="Open Sans"/>
                <a:ea typeface="Open Sans"/>
                <a:cs typeface="Open Sans"/>
                <a:sym typeface="Open Sans"/>
              </a:rPr>
              <a:t>Hue is an acronym for Hadoop User Experience.</a:t>
            </a:r>
            <a:endParaRPr sz="2200" b="0" i="0" u="none" strike="noStrike" cap="none">
              <a:solidFill>
                <a:srgbClr val="3F3F3F"/>
              </a:solidFill>
              <a:latin typeface="Open Sans"/>
              <a:ea typeface="Open Sans"/>
              <a:cs typeface="Open Sans"/>
              <a:sym typeface="Open Sans"/>
            </a:endParaRPr>
          </a:p>
        </p:txBody>
      </p:sp>
      <p:grpSp>
        <p:nvGrpSpPr>
          <p:cNvPr id="2135" name="Google Shape;2135;p82"/>
          <p:cNvGrpSpPr/>
          <p:nvPr/>
        </p:nvGrpSpPr>
        <p:grpSpPr>
          <a:xfrm>
            <a:off x="7157930" y="4207043"/>
            <a:ext cx="2764823" cy="903198"/>
            <a:chOff x="6161462" y="2669623"/>
            <a:chExt cx="2764823" cy="903198"/>
          </a:xfrm>
        </p:grpSpPr>
        <p:sp>
          <p:nvSpPr>
            <p:cNvPr id="2136" name="Google Shape;2136;p82"/>
            <p:cNvSpPr/>
            <p:nvPr/>
          </p:nvSpPr>
          <p:spPr>
            <a:xfrm>
              <a:off x="6161462" y="2669623"/>
              <a:ext cx="2764823" cy="903198"/>
            </a:xfrm>
            <a:prstGeom prst="roundRect">
              <a:avLst>
                <a:gd name="adj" fmla="val 16667"/>
              </a:avLst>
            </a:prstGeom>
            <a:solidFill>
              <a:srgbClr val="F1F8FD"/>
            </a:solidFill>
            <a:ln w="12700" cap="flat" cmpd="sng">
              <a:solidFill>
                <a:srgbClr val="BBD6EE"/>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800"/>
                <a:buFont typeface="Calibri"/>
                <a:buNone/>
              </a:pPr>
              <a:endParaRPr sz="1800" b="0" i="0" u="none" strike="noStrike" cap="none">
                <a:solidFill>
                  <a:srgbClr val="000000"/>
                </a:solidFill>
                <a:latin typeface="Calibri"/>
                <a:ea typeface="Calibri"/>
                <a:cs typeface="Calibri"/>
                <a:sym typeface="Calibri"/>
              </a:endParaRPr>
            </a:p>
          </p:txBody>
        </p:sp>
        <p:pic>
          <p:nvPicPr>
            <p:cNvPr id="2137" name="Google Shape;2137;p82" descr="https://upload.wikimedia.org/wikipedia/en/3/3f/Hue_official_logo.png"/>
            <p:cNvPicPr preferRelativeResize="0"/>
            <p:nvPr/>
          </p:nvPicPr>
          <p:blipFill rotWithShape="1">
            <a:blip r:embed="rId3">
              <a:alphaModFix/>
            </a:blip>
            <a:srcRect/>
            <a:stretch/>
          </p:blipFill>
          <p:spPr>
            <a:xfrm>
              <a:off x="6353248" y="2833546"/>
              <a:ext cx="2381250" cy="600076"/>
            </a:xfrm>
            <a:prstGeom prst="rect">
              <a:avLst/>
            </a:prstGeom>
            <a:noFill/>
            <a:ln>
              <a:noFill/>
            </a:ln>
          </p:spPr>
        </p:pic>
      </p:grpSp>
      <p:sp>
        <p:nvSpPr>
          <p:cNvPr id="2138" name="Google Shape;2138;p82"/>
          <p:cNvSpPr/>
          <p:nvPr/>
        </p:nvSpPr>
        <p:spPr>
          <a:xfrm>
            <a:off x="11069248" y="5110241"/>
            <a:ext cx="4066842" cy="1465106"/>
          </a:xfrm>
          <a:prstGeom prst="roundRect">
            <a:avLst>
              <a:gd name="adj" fmla="val 10513"/>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3F3F3F"/>
              </a:buClr>
              <a:buSzPts val="2000"/>
              <a:buFont typeface="Open Sans"/>
              <a:buNone/>
            </a:pPr>
            <a:r>
              <a:rPr lang="en-US" sz="2200" b="0" i="0" u="none" strike="noStrike" cap="none" dirty="0">
                <a:solidFill>
                  <a:srgbClr val="3F3F3F"/>
                </a:solidFill>
                <a:latin typeface="Open Sans"/>
                <a:ea typeface="Open Sans"/>
                <a:cs typeface="Open Sans"/>
                <a:sym typeface="Open Sans"/>
              </a:rPr>
              <a:t>Hue is an open-source Web interface for analyzing data with Hadoop.</a:t>
            </a:r>
            <a:endParaRPr lang="en-IN" sz="2200" b="0" i="0" u="none" strike="noStrike" cap="none" dirty="0">
              <a:solidFill>
                <a:srgbClr val="3F3F3F"/>
              </a:solidFill>
              <a:latin typeface="Open Sans"/>
              <a:ea typeface="Open Sans"/>
              <a:cs typeface="Open Sans"/>
              <a:sym typeface="Open Sans"/>
            </a:endParaRPr>
          </a:p>
        </p:txBody>
      </p:sp>
      <p:sp>
        <p:nvSpPr>
          <p:cNvPr id="2139" name="Google Shape;2139;p82"/>
          <p:cNvSpPr/>
          <p:nvPr/>
        </p:nvSpPr>
        <p:spPr>
          <a:xfrm>
            <a:off x="1593274" y="2881372"/>
            <a:ext cx="4418160" cy="1489593"/>
          </a:xfrm>
          <a:prstGeom prst="roundRect">
            <a:avLst>
              <a:gd name="adj" fmla="val 9926"/>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3F3F3F"/>
              </a:buClr>
              <a:buSzPts val="2000"/>
              <a:buFont typeface="Open Sans"/>
              <a:buNone/>
            </a:pPr>
            <a:r>
              <a:rPr lang="en-US" sz="2200" b="0" i="0" u="none" strike="noStrike" cap="none" dirty="0">
                <a:solidFill>
                  <a:srgbClr val="3F3F3F"/>
                </a:solidFill>
                <a:latin typeface="Open Sans"/>
                <a:ea typeface="Open Sans"/>
                <a:cs typeface="Open Sans"/>
                <a:sym typeface="Open Sans"/>
              </a:rPr>
              <a:t>It provides SQL editors for Hive, Impala, MySQL, Oracle, PostgreSQL, Spark SQL, </a:t>
            </a:r>
            <a:br>
              <a:rPr lang="en-US" sz="2200" b="0" i="0" u="none" strike="noStrike" cap="none" dirty="0">
                <a:solidFill>
                  <a:srgbClr val="3F3F3F"/>
                </a:solidFill>
                <a:latin typeface="Open Sans"/>
                <a:ea typeface="Open Sans"/>
                <a:cs typeface="Open Sans"/>
                <a:sym typeface="Open Sans"/>
              </a:rPr>
            </a:br>
            <a:r>
              <a:rPr lang="en-US" sz="2200" b="0" i="0" u="none" strike="noStrike" cap="none" dirty="0">
                <a:solidFill>
                  <a:srgbClr val="3F3F3F"/>
                </a:solidFill>
                <a:latin typeface="Open Sans"/>
                <a:ea typeface="Open Sans"/>
                <a:cs typeface="Open Sans"/>
                <a:sym typeface="Open Sans"/>
              </a:rPr>
              <a:t>and </a:t>
            </a:r>
            <a:r>
              <a:rPr lang="en-US" sz="2200" b="0" i="0" u="none" strike="noStrike" cap="none" dirty="0" err="1">
                <a:solidFill>
                  <a:srgbClr val="3F3F3F"/>
                </a:solidFill>
                <a:latin typeface="Open Sans"/>
                <a:ea typeface="Open Sans"/>
                <a:cs typeface="Open Sans"/>
                <a:sym typeface="Open Sans"/>
              </a:rPr>
              <a:t>Solr</a:t>
            </a:r>
            <a:r>
              <a:rPr lang="en-US" sz="2200" b="0" i="0" u="none" strike="noStrike" cap="none" dirty="0">
                <a:solidFill>
                  <a:srgbClr val="3F3F3F"/>
                </a:solidFill>
                <a:latin typeface="Open Sans"/>
                <a:ea typeface="Open Sans"/>
                <a:cs typeface="Open Sans"/>
                <a:sym typeface="Open Sans"/>
              </a:rPr>
              <a:t> SQL.</a:t>
            </a:r>
            <a:endParaRPr lang="en-IN" sz="2200" b="0" i="0" u="none" strike="noStrike" cap="none" dirty="0">
              <a:solidFill>
                <a:srgbClr val="000000"/>
              </a:solidFill>
              <a:latin typeface="Arial"/>
              <a:ea typeface="Arial"/>
              <a:cs typeface="Arial"/>
              <a:sym typeface="Arial"/>
            </a:endParaRPr>
          </a:p>
        </p:txBody>
      </p:sp>
      <p:cxnSp>
        <p:nvCxnSpPr>
          <p:cNvPr id="2140" name="Google Shape;2140;p82"/>
          <p:cNvCxnSpPr>
            <a:cxnSpLocks/>
            <a:stCxn id="2136" idx="3"/>
            <a:endCxn id="2138" idx="1"/>
          </p:cNvCxnSpPr>
          <p:nvPr/>
        </p:nvCxnSpPr>
        <p:spPr>
          <a:xfrm>
            <a:off x="9922753" y="4658642"/>
            <a:ext cx="1146495" cy="1184152"/>
          </a:xfrm>
          <a:prstGeom prst="bentConnector3">
            <a:avLst>
              <a:gd name="adj1" fmla="val 50000"/>
            </a:avLst>
          </a:prstGeom>
          <a:noFill/>
          <a:ln w="9525" cap="flat" cmpd="sng">
            <a:solidFill>
              <a:srgbClr val="757070"/>
            </a:solidFill>
            <a:prstDash val="solid"/>
            <a:miter lim="800000"/>
            <a:headEnd type="oval" w="lg" len="lg"/>
            <a:tailEnd type="oval" w="lg" len="lg"/>
          </a:ln>
        </p:spPr>
      </p:cxnSp>
      <p:cxnSp>
        <p:nvCxnSpPr>
          <p:cNvPr id="2141" name="Google Shape;2141;p82"/>
          <p:cNvCxnSpPr/>
          <p:nvPr/>
        </p:nvCxnSpPr>
        <p:spPr>
          <a:xfrm>
            <a:off x="5983725" y="3587918"/>
            <a:ext cx="1174204" cy="1070724"/>
          </a:xfrm>
          <a:prstGeom prst="bentConnector3">
            <a:avLst>
              <a:gd name="adj1" fmla="val 7340"/>
            </a:avLst>
          </a:prstGeom>
          <a:noFill/>
          <a:ln w="9525" cap="flat" cmpd="sng">
            <a:solidFill>
              <a:srgbClr val="757070"/>
            </a:solidFill>
            <a:prstDash val="solid"/>
            <a:miter lim="800000"/>
            <a:headEnd type="oval" w="lg" len="lg"/>
            <a:tailEnd type="oval" w="lg" len="lg"/>
          </a:ln>
        </p:spPr>
      </p:cxnSp>
      <p:sp>
        <p:nvSpPr>
          <p:cNvPr id="3" name="Brandline_LVC">
            <a:extLst>
              <a:ext uri="{FF2B5EF4-FFF2-40B4-BE49-F238E27FC236}">
                <a16:creationId xmlns:a16="http://schemas.microsoft.com/office/drawing/2014/main" id="{456A0C21-9158-FE10-54FE-EB4F8D1D6DB5}"/>
              </a:ext>
            </a:extLst>
          </p:cNvPr>
          <p:cNvSpPr/>
          <p:nvPr/>
        </p:nvSpPr>
        <p:spPr>
          <a:xfrm>
            <a:off x="4699000" y="816324"/>
            <a:ext cx="6858078"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Shape 2146"/>
        <p:cNvGrpSpPr/>
        <p:nvPr/>
      </p:nvGrpSpPr>
      <p:grpSpPr>
        <a:xfrm>
          <a:off x="0" y="0"/>
          <a:ext cx="0" cy="0"/>
          <a:chOff x="0" y="0"/>
          <a:chExt cx="0" cy="0"/>
        </a:xfrm>
      </p:grpSpPr>
      <p:sp>
        <p:nvSpPr>
          <p:cNvPr id="2147" name="Google Shape;2147;p104"/>
          <p:cNvSpPr txBox="1">
            <a:spLocks noGrp="1"/>
          </p:cNvSpPr>
          <p:nvPr>
            <p:ph type="body" idx="10"/>
          </p:nvPr>
        </p:nvSpPr>
        <p:spPr>
          <a:xfrm>
            <a:off x="0" y="4114800"/>
            <a:ext cx="16256001" cy="914400"/>
          </a:xfrm>
          <a:noFill/>
          <a:ln>
            <a:noFill/>
          </a:ln>
        </p:spPr>
        <p:txBody>
          <a:bodyPr spcFirstLastPara="1" wrap="square" lIns="91425" tIns="45700" rIns="91425" bIns="45700" anchor="ctr" anchorCtr="0">
            <a:normAutofit/>
          </a:bodyPr>
          <a:lstStyle/>
          <a:p>
            <a:pPr lvl="0"/>
            <a:r>
              <a:rPr lang="en-US">
                <a:sym typeface="Open Sans"/>
              </a:rPr>
              <a:t>Commercial Hadoop Distributions</a:t>
            </a: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Shape 2152"/>
        <p:cNvGrpSpPr/>
        <p:nvPr/>
      </p:nvGrpSpPr>
      <p:grpSpPr>
        <a:xfrm>
          <a:off x="0" y="0"/>
          <a:ext cx="0" cy="0"/>
          <a:chOff x="0" y="0"/>
          <a:chExt cx="0" cy="0"/>
        </a:xfrm>
      </p:grpSpPr>
      <p:pic>
        <p:nvPicPr>
          <p:cNvPr id="2153" name="Google Shape;2153;p105"/>
          <p:cNvPicPr preferRelativeResize="0"/>
          <p:nvPr/>
        </p:nvPicPr>
        <p:blipFill rotWithShape="1">
          <a:blip r:embed="rId3">
            <a:alphaModFix/>
          </a:blip>
          <a:srcRect/>
          <a:stretch/>
        </p:blipFill>
        <p:spPr>
          <a:xfrm>
            <a:off x="10618419" y="2608662"/>
            <a:ext cx="1752531" cy="1039069"/>
          </a:xfrm>
          <a:prstGeom prst="rect">
            <a:avLst/>
          </a:prstGeom>
          <a:noFill/>
          <a:ln>
            <a:noFill/>
          </a:ln>
        </p:spPr>
      </p:pic>
      <p:sp>
        <p:nvSpPr>
          <p:cNvPr id="2154" name="Google Shape;2154;p105"/>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dirty="0">
                <a:solidFill>
                  <a:srgbClr val="3F3F3F"/>
                </a:solidFill>
                <a:latin typeface="Open Sans"/>
                <a:ea typeface="Open Sans"/>
                <a:cs typeface="Open Sans"/>
                <a:sym typeface="Open Sans"/>
              </a:rPr>
              <a:t>Various Commercial Hadoop Distributions</a:t>
            </a:r>
            <a:endParaRPr sz="2800" dirty="0">
              <a:solidFill>
                <a:srgbClr val="3F3F3F"/>
              </a:solidFill>
              <a:latin typeface="Open Sans"/>
              <a:ea typeface="Open Sans"/>
              <a:cs typeface="Open Sans"/>
              <a:sym typeface="Open Sans"/>
            </a:endParaRPr>
          </a:p>
        </p:txBody>
      </p:sp>
      <p:sp>
        <p:nvSpPr>
          <p:cNvPr id="2156" name="Google Shape;2156;p105"/>
          <p:cNvSpPr/>
          <p:nvPr/>
        </p:nvSpPr>
        <p:spPr>
          <a:xfrm rot="-6462100">
            <a:off x="4386882" y="4628712"/>
            <a:ext cx="7030081" cy="7703109"/>
          </a:xfrm>
          <a:prstGeom prst="arc">
            <a:avLst>
              <a:gd name="adj1" fmla="val 18504773"/>
              <a:gd name="adj2" fmla="val 5483368"/>
            </a:avLst>
          </a:prstGeom>
          <a:noFill/>
          <a:ln w="38100" cap="flat" cmpd="sng">
            <a:solidFill>
              <a:srgbClr val="7F7F7F"/>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Arial"/>
              <a:ea typeface="Arial"/>
              <a:cs typeface="Arial"/>
              <a:sym typeface="Arial"/>
            </a:endParaRPr>
          </a:p>
        </p:txBody>
      </p:sp>
      <p:cxnSp>
        <p:nvCxnSpPr>
          <p:cNvPr id="2157" name="Google Shape;2157;p105"/>
          <p:cNvCxnSpPr/>
          <p:nvPr/>
        </p:nvCxnSpPr>
        <p:spPr>
          <a:xfrm rot="10800000">
            <a:off x="3441059" y="5226632"/>
            <a:ext cx="1412745" cy="1059313"/>
          </a:xfrm>
          <a:prstGeom prst="straightConnector1">
            <a:avLst/>
          </a:prstGeom>
          <a:noFill/>
          <a:ln w="38100" cap="flat" cmpd="sng">
            <a:solidFill>
              <a:srgbClr val="7F7F7F"/>
            </a:solidFill>
            <a:prstDash val="solid"/>
            <a:round/>
            <a:headEnd type="none" w="sm" len="sm"/>
            <a:tailEnd type="none" w="sm" len="sm"/>
          </a:ln>
        </p:spPr>
      </p:cxnSp>
      <p:sp>
        <p:nvSpPr>
          <p:cNvPr id="2158" name="Google Shape;2158;p105"/>
          <p:cNvSpPr/>
          <p:nvPr/>
        </p:nvSpPr>
        <p:spPr>
          <a:xfrm>
            <a:off x="3163943" y="4970141"/>
            <a:ext cx="438715" cy="387299"/>
          </a:xfrm>
          <a:prstGeom prst="ellipse">
            <a:avLst/>
          </a:prstGeom>
          <a:solidFill>
            <a:srgbClr val="F5B055"/>
          </a:solidFill>
          <a:ln w="38100" cap="flat" cmpd="sng">
            <a:solidFill>
              <a:srgbClr val="7F7F7F"/>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1" i="0" u="none" strike="noStrike" cap="none">
              <a:solidFill>
                <a:schemeClr val="dk1"/>
              </a:solidFill>
              <a:latin typeface="Arial"/>
              <a:ea typeface="Arial"/>
              <a:cs typeface="Arial"/>
              <a:sym typeface="Arial"/>
            </a:endParaRPr>
          </a:p>
        </p:txBody>
      </p:sp>
      <p:grpSp>
        <p:nvGrpSpPr>
          <p:cNvPr id="2159" name="Google Shape;2159;p105"/>
          <p:cNvGrpSpPr/>
          <p:nvPr/>
        </p:nvGrpSpPr>
        <p:grpSpPr>
          <a:xfrm>
            <a:off x="5002242" y="3760553"/>
            <a:ext cx="1213098" cy="1562556"/>
            <a:chOff x="5001699" y="4340547"/>
            <a:chExt cx="1213309" cy="1770302"/>
          </a:xfrm>
        </p:grpSpPr>
        <p:cxnSp>
          <p:nvCxnSpPr>
            <p:cNvPr id="2160" name="Google Shape;2160;p105"/>
            <p:cNvCxnSpPr/>
            <p:nvPr/>
          </p:nvCxnSpPr>
          <p:spPr>
            <a:xfrm rot="10800000">
              <a:off x="5286261" y="4640262"/>
              <a:ext cx="928747" cy="1470587"/>
            </a:xfrm>
            <a:prstGeom prst="straightConnector1">
              <a:avLst/>
            </a:prstGeom>
            <a:noFill/>
            <a:ln w="38100" cap="flat" cmpd="sng">
              <a:solidFill>
                <a:srgbClr val="7F7F7F"/>
              </a:solidFill>
              <a:prstDash val="solid"/>
              <a:round/>
              <a:headEnd type="none" w="sm" len="sm"/>
              <a:tailEnd type="none" w="sm" len="sm"/>
            </a:ln>
          </p:spPr>
        </p:cxnSp>
        <p:sp>
          <p:nvSpPr>
            <p:cNvPr id="2161" name="Google Shape;2161;p105"/>
            <p:cNvSpPr/>
            <p:nvPr/>
          </p:nvSpPr>
          <p:spPr>
            <a:xfrm>
              <a:off x="5001699" y="4340547"/>
              <a:ext cx="438791" cy="438791"/>
            </a:xfrm>
            <a:prstGeom prst="ellipse">
              <a:avLst/>
            </a:prstGeom>
            <a:solidFill>
              <a:srgbClr val="A5C26C"/>
            </a:solidFill>
            <a:ln w="38100" cap="flat" cmpd="sng">
              <a:solidFill>
                <a:srgbClr val="7F7F7F"/>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1" i="0" u="none" strike="noStrike" cap="none">
                <a:solidFill>
                  <a:schemeClr val="dk1"/>
                </a:solidFill>
                <a:latin typeface="Arial"/>
                <a:ea typeface="Arial"/>
                <a:cs typeface="Arial"/>
                <a:sym typeface="Arial"/>
              </a:endParaRPr>
            </a:p>
          </p:txBody>
        </p:sp>
      </p:grpSp>
      <p:cxnSp>
        <p:nvCxnSpPr>
          <p:cNvPr id="2162" name="Google Shape;2162;p105"/>
          <p:cNvCxnSpPr/>
          <p:nvPr/>
        </p:nvCxnSpPr>
        <p:spPr>
          <a:xfrm rot="10800000">
            <a:off x="7975627" y="3402331"/>
            <a:ext cx="0" cy="1533481"/>
          </a:xfrm>
          <a:prstGeom prst="straightConnector1">
            <a:avLst/>
          </a:prstGeom>
          <a:noFill/>
          <a:ln w="38100" cap="flat" cmpd="sng">
            <a:solidFill>
              <a:srgbClr val="7F7F7F"/>
            </a:solidFill>
            <a:prstDash val="solid"/>
            <a:round/>
            <a:headEnd type="none" w="sm" len="sm"/>
            <a:tailEnd type="none" w="sm" len="sm"/>
          </a:ln>
        </p:spPr>
      </p:cxnSp>
      <p:sp>
        <p:nvSpPr>
          <p:cNvPr id="2163" name="Google Shape;2163;p105"/>
          <p:cNvSpPr/>
          <p:nvPr/>
        </p:nvSpPr>
        <p:spPr>
          <a:xfrm>
            <a:off x="7743864" y="3128197"/>
            <a:ext cx="438715" cy="387299"/>
          </a:xfrm>
          <a:prstGeom prst="ellipse">
            <a:avLst/>
          </a:prstGeom>
          <a:solidFill>
            <a:srgbClr val="FF6D6D"/>
          </a:solidFill>
          <a:ln w="38100" cap="flat" cmpd="sng">
            <a:solidFill>
              <a:srgbClr val="7F7F7F"/>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1" i="0" u="none" strike="noStrike" cap="none">
              <a:solidFill>
                <a:schemeClr val="dk1"/>
              </a:solidFill>
              <a:latin typeface="Arial"/>
              <a:ea typeface="Arial"/>
              <a:cs typeface="Arial"/>
              <a:sym typeface="Arial"/>
            </a:endParaRPr>
          </a:p>
        </p:txBody>
      </p:sp>
      <p:cxnSp>
        <p:nvCxnSpPr>
          <p:cNvPr id="2164" name="Google Shape;2164;p105"/>
          <p:cNvCxnSpPr/>
          <p:nvPr/>
        </p:nvCxnSpPr>
        <p:spPr>
          <a:xfrm rot="10800000" flipH="1">
            <a:off x="9785062" y="3922951"/>
            <a:ext cx="814516" cy="1366530"/>
          </a:xfrm>
          <a:prstGeom prst="straightConnector1">
            <a:avLst/>
          </a:prstGeom>
          <a:noFill/>
          <a:ln w="38100" cap="flat" cmpd="sng">
            <a:solidFill>
              <a:srgbClr val="7F7F7F"/>
            </a:solidFill>
            <a:prstDash val="solid"/>
            <a:round/>
            <a:headEnd type="none" w="sm" len="sm"/>
            <a:tailEnd type="none" w="sm" len="sm"/>
          </a:ln>
        </p:spPr>
      </p:cxnSp>
      <p:sp>
        <p:nvSpPr>
          <p:cNvPr id="2165" name="Google Shape;2165;p105"/>
          <p:cNvSpPr/>
          <p:nvPr/>
        </p:nvSpPr>
        <p:spPr>
          <a:xfrm>
            <a:off x="10448058" y="3619454"/>
            <a:ext cx="438715" cy="387299"/>
          </a:xfrm>
          <a:prstGeom prst="ellipse">
            <a:avLst/>
          </a:prstGeom>
          <a:solidFill>
            <a:srgbClr val="C55A11"/>
          </a:solidFill>
          <a:ln w="38100" cap="flat" cmpd="sng">
            <a:solidFill>
              <a:srgbClr val="7F7F7F"/>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1" i="0" u="none" strike="noStrike" cap="none">
              <a:solidFill>
                <a:schemeClr val="dk1"/>
              </a:solidFill>
              <a:latin typeface="Arial"/>
              <a:ea typeface="Arial"/>
              <a:cs typeface="Arial"/>
              <a:sym typeface="Arial"/>
            </a:endParaRPr>
          </a:p>
        </p:txBody>
      </p:sp>
      <p:cxnSp>
        <p:nvCxnSpPr>
          <p:cNvPr id="2166" name="Google Shape;2166;p105"/>
          <p:cNvCxnSpPr/>
          <p:nvPr/>
        </p:nvCxnSpPr>
        <p:spPr>
          <a:xfrm rot="10800000" flipH="1">
            <a:off x="11173969" y="5226632"/>
            <a:ext cx="1204514" cy="1076129"/>
          </a:xfrm>
          <a:prstGeom prst="straightConnector1">
            <a:avLst/>
          </a:prstGeom>
          <a:noFill/>
          <a:ln w="38100" cap="flat" cmpd="sng">
            <a:solidFill>
              <a:srgbClr val="7F7F7F"/>
            </a:solidFill>
            <a:prstDash val="solid"/>
            <a:round/>
            <a:headEnd type="none" w="sm" len="sm"/>
            <a:tailEnd type="none" w="sm" len="sm"/>
          </a:ln>
        </p:spPr>
      </p:cxnSp>
      <p:sp>
        <p:nvSpPr>
          <p:cNvPr id="2167" name="Google Shape;2167;p105"/>
          <p:cNvSpPr/>
          <p:nvPr/>
        </p:nvSpPr>
        <p:spPr>
          <a:xfrm>
            <a:off x="12248135" y="4945619"/>
            <a:ext cx="438715" cy="387299"/>
          </a:xfrm>
          <a:prstGeom prst="ellipse">
            <a:avLst/>
          </a:prstGeom>
          <a:solidFill>
            <a:srgbClr val="00B0F0"/>
          </a:solidFill>
          <a:ln w="38100" cap="flat" cmpd="sng">
            <a:solidFill>
              <a:srgbClr val="7F7F7F"/>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1" i="0" u="none" strike="noStrike" cap="none">
              <a:solidFill>
                <a:schemeClr val="dk1"/>
              </a:solidFill>
              <a:latin typeface="Arial"/>
              <a:ea typeface="Arial"/>
              <a:cs typeface="Arial"/>
              <a:sym typeface="Arial"/>
            </a:endParaRPr>
          </a:p>
        </p:txBody>
      </p:sp>
      <p:pic>
        <p:nvPicPr>
          <p:cNvPr id="2168" name="Google Shape;2168;p105"/>
          <p:cNvPicPr preferRelativeResize="0"/>
          <p:nvPr/>
        </p:nvPicPr>
        <p:blipFill rotWithShape="1">
          <a:blip r:embed="rId4">
            <a:alphaModFix/>
          </a:blip>
          <a:srcRect b="29388"/>
          <a:stretch/>
        </p:blipFill>
        <p:spPr>
          <a:xfrm>
            <a:off x="6499853" y="5289481"/>
            <a:ext cx="3143983" cy="2131241"/>
          </a:xfrm>
          <a:prstGeom prst="rect">
            <a:avLst/>
          </a:prstGeom>
          <a:noFill/>
          <a:ln>
            <a:noFill/>
          </a:ln>
        </p:spPr>
      </p:pic>
      <p:pic>
        <p:nvPicPr>
          <p:cNvPr id="2169" name="Google Shape;2169;p105" descr="A close up of a logo&#10;&#10;Description automatically generated"/>
          <p:cNvPicPr preferRelativeResize="0"/>
          <p:nvPr/>
        </p:nvPicPr>
        <p:blipFill rotWithShape="1">
          <a:blip r:embed="rId5">
            <a:alphaModFix/>
          </a:blip>
          <a:srcRect/>
          <a:stretch/>
        </p:blipFill>
        <p:spPr>
          <a:xfrm>
            <a:off x="1415933" y="4879657"/>
            <a:ext cx="1541059" cy="284133"/>
          </a:xfrm>
          <a:prstGeom prst="rect">
            <a:avLst/>
          </a:prstGeom>
          <a:noFill/>
          <a:ln>
            <a:noFill/>
          </a:ln>
        </p:spPr>
      </p:pic>
      <p:pic>
        <p:nvPicPr>
          <p:cNvPr id="2170" name="Google Shape;2170;p105" descr="A picture containing clipart&#10;&#10;Description automatically generated"/>
          <p:cNvPicPr preferRelativeResize="0"/>
          <p:nvPr/>
        </p:nvPicPr>
        <p:blipFill rotWithShape="1">
          <a:blip r:embed="rId6">
            <a:alphaModFix/>
          </a:blip>
          <a:srcRect r="3408"/>
          <a:stretch/>
        </p:blipFill>
        <p:spPr>
          <a:xfrm>
            <a:off x="4101787" y="2974075"/>
            <a:ext cx="1622385" cy="590984"/>
          </a:xfrm>
          <a:prstGeom prst="rect">
            <a:avLst/>
          </a:prstGeom>
          <a:noFill/>
          <a:ln>
            <a:noFill/>
          </a:ln>
        </p:spPr>
      </p:pic>
      <p:pic>
        <p:nvPicPr>
          <p:cNvPr id="2171" name="Google Shape;2171;p105" descr="MapR Extends Data Fabric for Kubernetes | Business Wire"/>
          <p:cNvPicPr preferRelativeResize="0"/>
          <p:nvPr/>
        </p:nvPicPr>
        <p:blipFill rotWithShape="1">
          <a:blip r:embed="rId7">
            <a:alphaModFix/>
          </a:blip>
          <a:srcRect/>
          <a:stretch/>
        </p:blipFill>
        <p:spPr>
          <a:xfrm>
            <a:off x="7295984" y="2205515"/>
            <a:ext cx="1664031" cy="866794"/>
          </a:xfrm>
          <a:prstGeom prst="rect">
            <a:avLst/>
          </a:prstGeom>
          <a:noFill/>
          <a:ln>
            <a:noFill/>
          </a:ln>
        </p:spPr>
      </p:pic>
      <p:grpSp>
        <p:nvGrpSpPr>
          <p:cNvPr id="2172" name="Google Shape;2172;p105"/>
          <p:cNvGrpSpPr/>
          <p:nvPr/>
        </p:nvGrpSpPr>
        <p:grpSpPr>
          <a:xfrm>
            <a:off x="12832471" y="4764216"/>
            <a:ext cx="2058885" cy="593224"/>
            <a:chOff x="12166115" y="6763906"/>
            <a:chExt cx="1960516" cy="639010"/>
          </a:xfrm>
        </p:grpSpPr>
        <p:pic>
          <p:nvPicPr>
            <p:cNvPr id="2173" name="Google Shape;2173;p105"/>
            <p:cNvPicPr preferRelativeResize="0"/>
            <p:nvPr/>
          </p:nvPicPr>
          <p:blipFill rotWithShape="1">
            <a:blip r:embed="rId8">
              <a:alphaModFix/>
            </a:blip>
            <a:srcRect/>
            <a:stretch/>
          </p:blipFill>
          <p:spPr>
            <a:xfrm>
              <a:off x="12166115" y="6763906"/>
              <a:ext cx="1555868" cy="289539"/>
            </a:xfrm>
            <a:prstGeom prst="rect">
              <a:avLst/>
            </a:prstGeom>
            <a:noFill/>
            <a:ln>
              <a:noFill/>
            </a:ln>
          </p:spPr>
        </p:pic>
        <p:sp>
          <p:nvSpPr>
            <p:cNvPr id="2174" name="Google Shape;2174;p105"/>
            <p:cNvSpPr txBox="1"/>
            <p:nvPr/>
          </p:nvSpPr>
          <p:spPr>
            <a:xfrm>
              <a:off x="12413764" y="7033584"/>
              <a:ext cx="1712867" cy="369332"/>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1800"/>
                <a:buFont typeface="Arial"/>
                <a:buNone/>
              </a:pPr>
              <a:r>
                <a:rPr lang="en-US" sz="1800" b="0" i="0" u="none" strike="noStrike" cap="none">
                  <a:solidFill>
                    <a:srgbClr val="0DADEA"/>
                  </a:solidFill>
                  <a:latin typeface="Arial"/>
                  <a:ea typeface="Arial"/>
                  <a:cs typeface="Arial"/>
                  <a:sym typeface="Arial"/>
                </a:rPr>
                <a:t>HDInsight</a:t>
              </a:r>
              <a:endParaRPr sz="1800" b="0" i="0" u="none" strike="noStrike" cap="none">
                <a:solidFill>
                  <a:srgbClr val="0DADEA"/>
                </a:solidFill>
                <a:latin typeface="Arial"/>
                <a:ea typeface="Arial"/>
                <a:cs typeface="Arial"/>
                <a:sym typeface="Arial"/>
              </a:endParaRPr>
            </a:p>
          </p:txBody>
        </p:sp>
      </p:grpSp>
      <p:sp>
        <p:nvSpPr>
          <p:cNvPr id="2175" name="Google Shape;2175;p105"/>
          <p:cNvSpPr txBox="1"/>
          <p:nvPr/>
        </p:nvSpPr>
        <p:spPr>
          <a:xfrm>
            <a:off x="3936105" y="1242732"/>
            <a:ext cx="8383791" cy="430887"/>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200"/>
              <a:buFont typeface="Arial"/>
              <a:buNone/>
            </a:pPr>
            <a:r>
              <a:rPr lang="en-US" sz="2200" b="0" i="0" u="none" strike="noStrike" cap="none">
                <a:solidFill>
                  <a:srgbClr val="3F3F3F"/>
                </a:solidFill>
                <a:latin typeface="Open Sans"/>
                <a:ea typeface="Open Sans"/>
                <a:cs typeface="Open Sans"/>
                <a:sym typeface="Open Sans"/>
              </a:rPr>
              <a:t>Following are some of the commercial Hadoop Distributions:</a:t>
            </a:r>
            <a:endParaRPr sz="2200" b="0" i="0" u="none" strike="noStrike" cap="none">
              <a:solidFill>
                <a:srgbClr val="3F3F3F"/>
              </a:solidFill>
              <a:latin typeface="Open Sans"/>
              <a:ea typeface="Open Sans"/>
              <a:cs typeface="Open Sans"/>
              <a:sym typeface="Open Sans"/>
            </a:endParaRPr>
          </a:p>
        </p:txBody>
      </p:sp>
      <p:sp>
        <p:nvSpPr>
          <p:cNvPr id="3" name="Brandline_LVC">
            <a:extLst>
              <a:ext uri="{FF2B5EF4-FFF2-40B4-BE49-F238E27FC236}">
                <a16:creationId xmlns:a16="http://schemas.microsoft.com/office/drawing/2014/main" id="{07D2BCA7-F855-829C-0F87-E275C330D56F}"/>
              </a:ext>
            </a:extLst>
          </p:cNvPr>
          <p:cNvSpPr/>
          <p:nvPr/>
        </p:nvSpPr>
        <p:spPr>
          <a:xfrm>
            <a:off x="3467100" y="816324"/>
            <a:ext cx="9316720"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Shape 2180"/>
        <p:cNvGrpSpPr/>
        <p:nvPr/>
      </p:nvGrpSpPr>
      <p:grpSpPr>
        <a:xfrm>
          <a:off x="0" y="0"/>
          <a:ext cx="0" cy="0"/>
          <a:chOff x="0" y="0"/>
          <a:chExt cx="0" cy="0"/>
        </a:xfrm>
      </p:grpSpPr>
      <p:sp>
        <p:nvSpPr>
          <p:cNvPr id="2181" name="Google Shape;2181;p8"/>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ctr" rtl="0">
              <a:lnSpc>
                <a:spcPct val="90000"/>
              </a:lnSpc>
              <a:spcBef>
                <a:spcPts val="0"/>
              </a:spcBef>
              <a:spcAft>
                <a:spcPts val="0"/>
              </a:spcAft>
              <a:buClr>
                <a:srgbClr val="3F3F3F"/>
              </a:buClr>
              <a:buSzPts val="3200"/>
              <a:buFont typeface="Open Sans ExtraBold"/>
              <a:buNone/>
            </a:pPr>
            <a:r>
              <a:rPr lang="en-US" sz="2800" dirty="0">
                <a:solidFill>
                  <a:srgbClr val="3F3F3F"/>
                </a:solidFill>
                <a:latin typeface="Open Sans"/>
                <a:ea typeface="Open Sans"/>
                <a:cs typeface="Open Sans"/>
                <a:sym typeface="Open Sans"/>
              </a:rPr>
              <a:t>Big Data Processing</a:t>
            </a:r>
            <a:endParaRPr sz="2800" dirty="0">
              <a:solidFill>
                <a:srgbClr val="3F3F3F"/>
              </a:solidFill>
              <a:latin typeface="Open Sans"/>
              <a:ea typeface="Open Sans"/>
              <a:cs typeface="Open Sans"/>
              <a:sym typeface="Open Sans"/>
            </a:endParaRPr>
          </a:p>
        </p:txBody>
      </p:sp>
      <p:sp>
        <p:nvSpPr>
          <p:cNvPr id="2182" name="Google Shape;2182;p8"/>
          <p:cNvSpPr/>
          <p:nvPr/>
        </p:nvSpPr>
        <p:spPr>
          <a:xfrm>
            <a:off x="1542606" y="1244566"/>
            <a:ext cx="13353144" cy="769441"/>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2200"/>
              <a:buFont typeface="Arial"/>
              <a:buNone/>
            </a:pPr>
            <a:r>
              <a:rPr lang="en-US" sz="2200" b="0" i="0" u="none" strike="noStrike" cap="none" dirty="0">
                <a:solidFill>
                  <a:srgbClr val="3F3F3F"/>
                </a:solidFill>
                <a:latin typeface="Open Sans"/>
                <a:ea typeface="Open Sans"/>
                <a:cs typeface="Open Sans"/>
                <a:sym typeface="Open Sans"/>
              </a:rPr>
              <a:t>Components of Hadoop ecosystem work together to process big data. There are four stages of big data processing:</a:t>
            </a:r>
            <a:endParaRPr sz="2200" b="0" i="0" u="none" strike="noStrike" cap="none" dirty="0">
              <a:solidFill>
                <a:srgbClr val="3F3F3F"/>
              </a:solidFill>
              <a:latin typeface="Open Sans"/>
              <a:ea typeface="Open Sans"/>
              <a:cs typeface="Open Sans"/>
              <a:sym typeface="Open Sans"/>
            </a:endParaRPr>
          </a:p>
        </p:txBody>
      </p:sp>
      <p:pic>
        <p:nvPicPr>
          <p:cNvPr id="2183" name="Google Shape;2183;p8"/>
          <p:cNvPicPr preferRelativeResize="0"/>
          <p:nvPr/>
        </p:nvPicPr>
        <p:blipFill rotWithShape="1">
          <a:blip r:embed="rId3">
            <a:alphaModFix/>
          </a:blip>
          <a:srcRect l="16242" t="21565" r="17860" b="9216"/>
          <a:stretch/>
        </p:blipFill>
        <p:spPr>
          <a:xfrm>
            <a:off x="3004922" y="2458908"/>
            <a:ext cx="10254343" cy="6056095"/>
          </a:xfrm>
          <a:prstGeom prst="rect">
            <a:avLst/>
          </a:prstGeom>
          <a:noFill/>
          <a:ln>
            <a:noFill/>
          </a:ln>
        </p:spPr>
      </p:pic>
      <p:sp>
        <p:nvSpPr>
          <p:cNvPr id="3" name="Brandline_LVC">
            <a:extLst>
              <a:ext uri="{FF2B5EF4-FFF2-40B4-BE49-F238E27FC236}">
                <a16:creationId xmlns:a16="http://schemas.microsoft.com/office/drawing/2014/main" id="{ED59ED63-DC6E-ACB2-4B9E-F6CF746FC442}"/>
              </a:ext>
            </a:extLst>
          </p:cNvPr>
          <p:cNvSpPr/>
          <p:nvPr/>
        </p:nvSpPr>
        <p:spPr>
          <a:xfrm>
            <a:off x="5956300" y="816324"/>
            <a:ext cx="4341892" cy="38100"/>
          </a:xfrm>
          <a:prstGeom prst="ellipse">
            <a:avLst/>
          </a:prstGeom>
          <a:gradFill flip="none" rotWithShape="1">
            <a:gsLst>
              <a:gs pos="50000">
                <a:srgbClr val="3645A9"/>
              </a:gs>
              <a:gs pos="0">
                <a:srgbClr val="3645A9">
                  <a:tint val="0"/>
                  <a:alpha val="0"/>
                </a:srgbClr>
              </a:gs>
              <a:gs pos="100000">
                <a:srgbClr val="3645A9">
                  <a:tint val="0"/>
                  <a:alpha val="0"/>
                </a:srgbClr>
              </a:gs>
              <a:gs pos="25000">
                <a:srgbClr val="3645A9"/>
              </a:gs>
              <a:gs pos="75000">
                <a:srgbClr val="3645A9"/>
              </a:gs>
            </a:gsLst>
            <a:lin ang="10800000" scaled="1"/>
            <a:tileRect/>
          </a:gradFill>
          <a:ln w="25400" cap="flat" cmpd="sng" algn="ctr">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Shape 2189"/>
        <p:cNvGrpSpPr/>
        <p:nvPr/>
      </p:nvGrpSpPr>
      <p:grpSpPr>
        <a:xfrm>
          <a:off x="0" y="0"/>
          <a:ext cx="0" cy="0"/>
          <a:chOff x="0" y="0"/>
          <a:chExt cx="0" cy="0"/>
        </a:xfrm>
      </p:grpSpPr>
      <p:sp>
        <p:nvSpPr>
          <p:cNvPr id="2190" name="Google Shape;2190;p9"/>
          <p:cNvSpPr txBox="1">
            <a:spLocks noGrp="1"/>
          </p:cNvSpPr>
          <p:nvPr>
            <p:ph type="title"/>
          </p:nvPr>
        </p:nvSpPr>
        <p:spPr>
          <a:xfrm>
            <a:off x="1297626" y="436395"/>
            <a:ext cx="9696532" cy="665045"/>
          </a:xfrm>
          <a:prstGeom prst="rect">
            <a:avLst/>
          </a:prstGeom>
          <a:noFill/>
          <a:ln>
            <a:noFill/>
          </a:ln>
        </p:spPr>
        <p:txBody>
          <a:bodyPr spcFirstLastPara="1" wrap="square" lIns="91425" tIns="45700" rIns="91425" bIns="45700" anchor="ctr" anchorCtr="0">
            <a:noAutofit/>
          </a:bodyPr>
          <a:lstStyle/>
          <a:p>
            <a:pPr marL="0" lvl="0" indent="0" algn="l" rtl="0">
              <a:lnSpc>
                <a:spcPct val="90000"/>
              </a:lnSpc>
              <a:spcBef>
                <a:spcPts val="0"/>
              </a:spcBef>
              <a:spcAft>
                <a:spcPts val="0"/>
              </a:spcAft>
              <a:buSzPts val="3200"/>
              <a:buNone/>
            </a:pPr>
            <a:br>
              <a:rPr lang="en-US" sz="2800" b="1" dirty="0">
                <a:solidFill>
                  <a:schemeClr val="lt1"/>
                </a:solidFill>
                <a:latin typeface="Open Sans"/>
                <a:ea typeface="Open Sans"/>
                <a:cs typeface="Open Sans"/>
                <a:sym typeface="Open Sans"/>
              </a:rPr>
            </a:br>
            <a:br>
              <a:rPr lang="en-US" sz="2800" b="1" dirty="0">
                <a:solidFill>
                  <a:schemeClr val="lt1"/>
                </a:solidFill>
                <a:latin typeface="Open Sans"/>
                <a:ea typeface="Open Sans"/>
                <a:cs typeface="Open Sans"/>
                <a:sym typeface="Open Sans"/>
              </a:rPr>
            </a:br>
            <a:r>
              <a:rPr lang="en-US" sz="2800" b="1" dirty="0">
                <a:solidFill>
                  <a:schemeClr val="lt1"/>
                </a:solidFill>
                <a:latin typeface="Open Sans"/>
                <a:ea typeface="Open Sans"/>
                <a:cs typeface="Open Sans"/>
                <a:sym typeface="Open Sans"/>
              </a:rPr>
              <a:t>Assisted Practice: Walk-Through of the </a:t>
            </a:r>
            <a:r>
              <a:rPr lang="en-US" sz="2800" b="1" dirty="0" err="1">
                <a:solidFill>
                  <a:schemeClr val="lt1"/>
                </a:solidFill>
                <a:latin typeface="Open Sans"/>
                <a:ea typeface="Open Sans"/>
                <a:cs typeface="Open Sans"/>
                <a:sym typeface="Open Sans"/>
              </a:rPr>
              <a:t>Simplilearn</a:t>
            </a:r>
            <a:r>
              <a:rPr lang="en-US" sz="2800" b="1" dirty="0">
                <a:solidFill>
                  <a:schemeClr val="lt1"/>
                </a:solidFill>
                <a:latin typeface="Open Sans"/>
                <a:ea typeface="Open Sans"/>
                <a:cs typeface="Open Sans"/>
                <a:sym typeface="Open Sans"/>
              </a:rPr>
              <a:t> Cloud Lab</a:t>
            </a:r>
            <a:br>
              <a:rPr lang="en-US" sz="2800" b="1" i="0" u="none" strike="noStrike" cap="none" dirty="0">
                <a:solidFill>
                  <a:schemeClr val="lt1"/>
                </a:solidFill>
                <a:latin typeface="Open Sans"/>
                <a:ea typeface="Open Sans"/>
                <a:cs typeface="Open Sans"/>
                <a:sym typeface="Open Sans"/>
              </a:rPr>
            </a:br>
            <a:endParaRPr sz="2800" b="1" dirty="0">
              <a:solidFill>
                <a:schemeClr val="lt1"/>
              </a:solidFill>
              <a:latin typeface="Open Sans"/>
              <a:ea typeface="Open Sans"/>
              <a:cs typeface="Open Sans"/>
              <a:sym typeface="Open Sans"/>
            </a:endParaRPr>
          </a:p>
        </p:txBody>
      </p:sp>
      <p:sp>
        <p:nvSpPr>
          <p:cNvPr id="2192" name="Google Shape;2192;p9"/>
          <p:cNvSpPr txBox="1"/>
          <p:nvPr/>
        </p:nvSpPr>
        <p:spPr>
          <a:xfrm>
            <a:off x="1316676" y="3114397"/>
            <a:ext cx="13616846" cy="860875"/>
          </a:xfrm>
          <a:prstGeom prst="rect">
            <a:avLst/>
          </a:prstGeom>
          <a:noFill/>
          <a:ln>
            <a:noFill/>
          </a:ln>
        </p:spPr>
        <p:txBody>
          <a:bodyPr spcFirstLastPara="1" wrap="square" lIns="91425" tIns="45700" rIns="91425" bIns="45700" anchor="ctr" anchorCtr="0">
            <a:noAutofit/>
          </a:bodyPr>
          <a:lstStyle/>
          <a:p>
            <a:pPr marL="0" marR="0" lvl="0" indent="0" algn="l" rtl="0">
              <a:lnSpc>
                <a:spcPct val="90000"/>
              </a:lnSpc>
              <a:spcBef>
                <a:spcPts val="0"/>
              </a:spcBef>
              <a:spcAft>
                <a:spcPts val="0"/>
              </a:spcAft>
              <a:buClr>
                <a:srgbClr val="000000"/>
              </a:buClr>
              <a:buSzPts val="2200"/>
              <a:buFont typeface="Arial"/>
              <a:buNone/>
            </a:pPr>
            <a:r>
              <a:rPr lang="en-US" sz="2200" b="1" i="0" u="none" strike="noStrike" cap="none" dirty="0">
                <a:solidFill>
                  <a:srgbClr val="3F3F3F"/>
                </a:solidFill>
                <a:latin typeface="Open Sans"/>
                <a:ea typeface="Open Sans"/>
                <a:cs typeface="Open Sans"/>
                <a:sym typeface="Open Sans"/>
              </a:rPr>
              <a:t>Problem Statement: </a:t>
            </a:r>
            <a:r>
              <a:rPr lang="en-US" sz="2200" b="0" i="0" u="none" strike="noStrike" cap="none" dirty="0">
                <a:solidFill>
                  <a:srgbClr val="3F3F3F"/>
                </a:solidFill>
                <a:latin typeface="Open Sans"/>
                <a:ea typeface="Open Sans"/>
                <a:cs typeface="Open Sans"/>
                <a:sym typeface="Open Sans"/>
              </a:rPr>
              <a:t>In this demonstration, you will walk-through through the </a:t>
            </a:r>
            <a:r>
              <a:rPr lang="en-US" sz="2200" b="0" i="0" u="none" strike="noStrike" cap="none" dirty="0" err="1">
                <a:solidFill>
                  <a:srgbClr val="3F3F3F"/>
                </a:solidFill>
                <a:latin typeface="Open Sans"/>
                <a:ea typeface="Open Sans"/>
                <a:cs typeface="Open Sans"/>
                <a:sym typeface="Open Sans"/>
              </a:rPr>
              <a:t>Simplilearn</a:t>
            </a:r>
            <a:r>
              <a:rPr lang="en-US" sz="2200" b="0" i="0" u="none" strike="noStrike" cap="none" dirty="0">
                <a:solidFill>
                  <a:srgbClr val="3F3F3F"/>
                </a:solidFill>
                <a:latin typeface="Open Sans"/>
                <a:ea typeface="Open Sans"/>
                <a:cs typeface="Open Sans"/>
                <a:sym typeface="Open Sans"/>
              </a:rPr>
              <a:t> cloud lab.</a:t>
            </a:r>
            <a:endParaRPr sz="2200" b="0" i="0" u="none" strike="noStrike" cap="none" dirty="0">
              <a:solidFill>
                <a:srgbClr val="3F3F3F"/>
              </a:solidFill>
              <a:latin typeface="Open Sans"/>
              <a:ea typeface="Open Sans"/>
              <a:cs typeface="Open Sans"/>
              <a:sym typeface="Open Sans"/>
            </a:endParaRPr>
          </a:p>
        </p:txBody>
      </p:sp>
      <p:sp>
        <p:nvSpPr>
          <p:cNvPr id="2193" name="Google Shape;2193;p9"/>
          <p:cNvSpPr txBox="1"/>
          <p:nvPr/>
        </p:nvSpPr>
        <p:spPr>
          <a:xfrm>
            <a:off x="1316676" y="3922064"/>
            <a:ext cx="13607498" cy="3183586"/>
          </a:xfrm>
          <a:prstGeom prst="rect">
            <a:avLst/>
          </a:prstGeom>
          <a:noFill/>
          <a:ln>
            <a:noFill/>
          </a:ln>
        </p:spPr>
        <p:txBody>
          <a:bodyPr spcFirstLastPara="1" wrap="square" lIns="91425" tIns="45700" rIns="91425" bIns="45700" anchor="ctr" anchorCtr="0">
            <a:noAutofit/>
          </a:bodyPr>
          <a:lstStyle/>
          <a:p>
            <a:pPr marL="0" marR="0" lvl="0" indent="0" algn="l" rtl="0">
              <a:lnSpc>
                <a:spcPct val="150000"/>
              </a:lnSpc>
              <a:spcBef>
                <a:spcPts val="0"/>
              </a:spcBef>
              <a:spcAft>
                <a:spcPts val="0"/>
              </a:spcAft>
              <a:buClr>
                <a:srgbClr val="000000"/>
              </a:buClr>
              <a:buSzPts val="2200"/>
              <a:buFont typeface="Arial"/>
              <a:buNone/>
            </a:pPr>
            <a:r>
              <a:rPr lang="en-US" sz="2200" b="1" i="0" u="none" strike="noStrike" cap="none" dirty="0">
                <a:solidFill>
                  <a:srgbClr val="3F3F3F"/>
                </a:solidFill>
                <a:latin typeface="Open Sans" panose="020B0606030504020204" pitchFamily="34" charset="0"/>
                <a:ea typeface="Open Sans" panose="020B0606030504020204" pitchFamily="34" charset="0"/>
                <a:cs typeface="Open Sans" panose="020B0606030504020204" pitchFamily="34" charset="0"/>
                <a:sym typeface="Open Sans"/>
              </a:rPr>
              <a:t>Objective: </a:t>
            </a:r>
            <a:r>
              <a:rPr lang="en-US" sz="2200" b="0" i="0" u="none" strike="noStrike" cap="none" dirty="0">
                <a:solidFill>
                  <a:srgbClr val="3F3F3F"/>
                </a:solidFill>
                <a:latin typeface="Open Sans" panose="020B0606030504020204" pitchFamily="34" charset="0"/>
                <a:ea typeface="Open Sans" panose="020B0606030504020204" pitchFamily="34" charset="0"/>
                <a:cs typeface="Open Sans" panose="020B0606030504020204" pitchFamily="34" charset="0"/>
                <a:sym typeface="Open Sans"/>
              </a:rPr>
              <a:t>In this Assisted Practice, You will learn how to log in to the </a:t>
            </a:r>
            <a:r>
              <a:rPr lang="en-US" sz="2200" b="0" i="0" u="none" strike="noStrike" cap="none" dirty="0" err="1">
                <a:solidFill>
                  <a:srgbClr val="3F3F3F"/>
                </a:solidFill>
                <a:latin typeface="Open Sans" panose="020B0606030504020204" pitchFamily="34" charset="0"/>
                <a:ea typeface="Open Sans" panose="020B0606030504020204" pitchFamily="34" charset="0"/>
                <a:cs typeface="Open Sans" panose="020B0606030504020204" pitchFamily="34" charset="0"/>
                <a:sym typeface="Open Sans"/>
              </a:rPr>
              <a:t>Simplilearn</a:t>
            </a:r>
            <a:r>
              <a:rPr lang="en-US" sz="2200" b="0" i="0" u="none" strike="noStrike" cap="none" dirty="0">
                <a:solidFill>
                  <a:srgbClr val="3F3F3F"/>
                </a:solidFill>
                <a:latin typeface="Open Sans" panose="020B0606030504020204" pitchFamily="34" charset="0"/>
                <a:ea typeface="Open Sans" panose="020B0606030504020204" pitchFamily="34" charset="0"/>
                <a:cs typeface="Open Sans" panose="020B0606030504020204" pitchFamily="34" charset="0"/>
                <a:sym typeface="Open Sans"/>
              </a:rPr>
              <a:t> lab.</a:t>
            </a:r>
            <a:endParaRPr sz="2200" dirty="0">
              <a:latin typeface="Open Sans" panose="020B0606030504020204" pitchFamily="34" charset="0"/>
              <a:ea typeface="Open Sans" panose="020B0606030504020204" pitchFamily="34" charset="0"/>
              <a:cs typeface="Open Sans" panose="020B0606030504020204" pitchFamily="34" charset="0"/>
            </a:endParaRPr>
          </a:p>
          <a:p>
            <a:pPr marL="0" marR="0" lvl="0" indent="0" algn="l" rtl="0">
              <a:lnSpc>
                <a:spcPct val="150000"/>
              </a:lnSpc>
              <a:spcBef>
                <a:spcPts val="0"/>
              </a:spcBef>
              <a:spcAft>
                <a:spcPts val="0"/>
              </a:spcAft>
              <a:buClr>
                <a:srgbClr val="000000"/>
              </a:buClr>
              <a:buSzPts val="2200"/>
              <a:buFont typeface="Arial"/>
              <a:buNone/>
            </a:pPr>
            <a:r>
              <a:rPr lang="en-US" sz="2200" b="1" i="0" u="none" strike="noStrike" cap="none" dirty="0">
                <a:solidFill>
                  <a:srgbClr val="3F3F3F"/>
                </a:solidFill>
                <a:latin typeface="Open Sans" panose="020B0606030504020204" pitchFamily="34" charset="0"/>
                <a:ea typeface="Open Sans" panose="020B0606030504020204" pitchFamily="34" charset="0"/>
                <a:cs typeface="Open Sans" panose="020B0606030504020204" pitchFamily="34" charset="0"/>
                <a:sym typeface="Open Sans"/>
              </a:rPr>
              <a:t>Tasks to Perform:</a:t>
            </a:r>
            <a:endParaRPr sz="2200" dirty="0">
              <a:latin typeface="Open Sans" panose="020B0606030504020204" pitchFamily="34" charset="0"/>
              <a:ea typeface="Open Sans" panose="020B0606030504020204" pitchFamily="34" charset="0"/>
              <a:cs typeface="Open Sans" panose="020B0606030504020204" pitchFamily="34" charset="0"/>
            </a:endParaRPr>
          </a:p>
          <a:p>
            <a:pPr marL="0" marR="0" lvl="0" indent="0" algn="l" rtl="0">
              <a:lnSpc>
                <a:spcPct val="150000"/>
              </a:lnSpc>
              <a:spcBef>
                <a:spcPts val="0"/>
              </a:spcBef>
              <a:spcAft>
                <a:spcPts val="0"/>
              </a:spcAft>
              <a:buClr>
                <a:srgbClr val="000000"/>
              </a:buClr>
              <a:buSzPts val="2200"/>
              <a:buFont typeface="Arial"/>
              <a:buNone/>
            </a:pPr>
            <a:r>
              <a:rPr lang="en-US" sz="2200" b="0" i="0" u="none" strike="noStrike" cap="none" dirty="0">
                <a:solidFill>
                  <a:srgbClr val="3F3F3F"/>
                </a:solidFill>
                <a:latin typeface="Open Sans" panose="020B0606030504020204" pitchFamily="34" charset="0"/>
                <a:ea typeface="Open Sans" panose="020B0606030504020204" pitchFamily="34" charset="0"/>
                <a:cs typeface="Open Sans" panose="020B0606030504020204" pitchFamily="34" charset="0"/>
                <a:sym typeface="Open Sans"/>
              </a:rPr>
              <a:t>Step 1: Click on the </a:t>
            </a:r>
            <a:r>
              <a:rPr lang="en-US" sz="2200" b="1" i="0" u="none" strike="noStrike" cap="none" dirty="0">
                <a:solidFill>
                  <a:srgbClr val="3F3F3F"/>
                </a:solidFill>
                <a:latin typeface="Open Sans" panose="020B0606030504020204" pitchFamily="34" charset="0"/>
                <a:ea typeface="Open Sans" panose="020B0606030504020204" pitchFamily="34" charset="0"/>
                <a:cs typeface="Open Sans" panose="020B0606030504020204" pitchFamily="34" charset="0"/>
                <a:sym typeface="Open Sans"/>
              </a:rPr>
              <a:t>Practice Labs</a:t>
            </a:r>
            <a:r>
              <a:rPr lang="en-US" sz="2200" b="0" i="0" u="none" strike="noStrike" cap="none" dirty="0">
                <a:solidFill>
                  <a:srgbClr val="3F3F3F"/>
                </a:solidFill>
                <a:latin typeface="Open Sans" panose="020B0606030504020204" pitchFamily="34" charset="0"/>
                <a:ea typeface="Open Sans" panose="020B0606030504020204" pitchFamily="34" charset="0"/>
                <a:cs typeface="Open Sans" panose="020B0606030504020204" pitchFamily="34" charset="0"/>
                <a:sym typeface="Open Sans"/>
              </a:rPr>
              <a:t> tab on the left side panel of the LMS</a:t>
            </a:r>
            <a:endParaRPr sz="2200" dirty="0">
              <a:latin typeface="Open Sans" panose="020B0606030504020204" pitchFamily="34" charset="0"/>
              <a:ea typeface="Open Sans" panose="020B0606030504020204" pitchFamily="34" charset="0"/>
              <a:cs typeface="Open Sans" panose="020B0606030504020204" pitchFamily="34" charset="0"/>
            </a:endParaRPr>
          </a:p>
          <a:p>
            <a:pPr marL="0" marR="0" lvl="0" indent="0" algn="l" rtl="0">
              <a:lnSpc>
                <a:spcPct val="150000"/>
              </a:lnSpc>
              <a:spcBef>
                <a:spcPts val="0"/>
              </a:spcBef>
              <a:spcAft>
                <a:spcPts val="0"/>
              </a:spcAft>
              <a:buClr>
                <a:srgbClr val="000000"/>
              </a:buClr>
              <a:buSzPts val="2200"/>
              <a:buFont typeface="Arial"/>
              <a:buNone/>
            </a:pPr>
            <a:r>
              <a:rPr lang="en-US" sz="2200" b="0" i="0" u="none" strike="noStrike" cap="none" dirty="0">
                <a:solidFill>
                  <a:srgbClr val="3F3F3F"/>
                </a:solidFill>
                <a:latin typeface="Open Sans" panose="020B0606030504020204" pitchFamily="34" charset="0"/>
                <a:ea typeface="Open Sans" panose="020B0606030504020204" pitchFamily="34" charset="0"/>
                <a:cs typeface="Open Sans" panose="020B0606030504020204" pitchFamily="34" charset="0"/>
                <a:sym typeface="Open Sans"/>
              </a:rPr>
              <a:t>Step 2: Copy the username and password that are generated</a:t>
            </a:r>
            <a:endParaRPr sz="2200" dirty="0">
              <a:latin typeface="Open Sans" panose="020B0606030504020204" pitchFamily="34" charset="0"/>
              <a:ea typeface="Open Sans" panose="020B0606030504020204" pitchFamily="34" charset="0"/>
              <a:cs typeface="Open Sans" panose="020B0606030504020204" pitchFamily="34" charset="0"/>
            </a:endParaRPr>
          </a:p>
          <a:p>
            <a:pPr marL="0" marR="0" lvl="0" indent="0" algn="l" rtl="0">
              <a:lnSpc>
                <a:spcPct val="150000"/>
              </a:lnSpc>
              <a:spcBef>
                <a:spcPts val="0"/>
              </a:spcBef>
              <a:spcAft>
                <a:spcPts val="0"/>
              </a:spcAft>
              <a:buClr>
                <a:srgbClr val="000000"/>
              </a:buClr>
              <a:buSzPts val="2200"/>
              <a:buFont typeface="Arial"/>
              <a:buNone/>
            </a:pPr>
            <a:r>
              <a:rPr lang="en-US" sz="2200" b="0" i="0" u="none" strike="noStrike" cap="none" dirty="0">
                <a:solidFill>
                  <a:srgbClr val="3F3F3F"/>
                </a:solidFill>
                <a:latin typeface="Open Sans" panose="020B0606030504020204" pitchFamily="34" charset="0"/>
                <a:ea typeface="Open Sans" panose="020B0606030504020204" pitchFamily="34" charset="0"/>
                <a:cs typeface="Open Sans" panose="020B0606030504020204" pitchFamily="34" charset="0"/>
                <a:sym typeface="Open Sans"/>
              </a:rPr>
              <a:t>Step 3: Click on the </a:t>
            </a:r>
            <a:r>
              <a:rPr lang="en-US" sz="2200" b="1" i="0" u="none" strike="noStrike" cap="none" dirty="0">
                <a:solidFill>
                  <a:srgbClr val="3F3F3F"/>
                </a:solidFill>
                <a:latin typeface="Open Sans" panose="020B0606030504020204" pitchFamily="34" charset="0"/>
                <a:ea typeface="Open Sans" panose="020B0606030504020204" pitchFamily="34" charset="0"/>
                <a:cs typeface="Open Sans" panose="020B0606030504020204" pitchFamily="34" charset="0"/>
                <a:sym typeface="Open Sans"/>
              </a:rPr>
              <a:t>Launch Lab </a:t>
            </a:r>
            <a:r>
              <a:rPr lang="en-US" sz="2200" b="0" i="0" u="none" strike="noStrike" cap="none" dirty="0">
                <a:solidFill>
                  <a:srgbClr val="3F3F3F"/>
                </a:solidFill>
                <a:latin typeface="Open Sans" panose="020B0606030504020204" pitchFamily="34" charset="0"/>
                <a:ea typeface="Open Sans" panose="020B0606030504020204" pitchFamily="34" charset="0"/>
                <a:cs typeface="Open Sans" panose="020B0606030504020204" pitchFamily="34" charset="0"/>
                <a:sym typeface="Open Sans"/>
              </a:rPr>
              <a:t>button</a:t>
            </a:r>
            <a:endParaRPr sz="2200" b="0" i="0" u="none" strike="noStrike" cap="none" dirty="0">
              <a:solidFill>
                <a:srgbClr val="3F3F3F"/>
              </a:solidFill>
              <a:latin typeface="Open Sans" panose="020B0606030504020204" pitchFamily="34" charset="0"/>
              <a:ea typeface="Open Sans" panose="020B0606030504020204" pitchFamily="34" charset="0"/>
              <a:cs typeface="Open Sans" panose="020B0606030504020204" pitchFamily="34" charset="0"/>
              <a:sym typeface="Open Sans"/>
            </a:endParaRPr>
          </a:p>
          <a:p>
            <a:pPr marL="0" marR="0" lvl="0" indent="0" algn="l" rtl="0">
              <a:lnSpc>
                <a:spcPct val="150000"/>
              </a:lnSpc>
              <a:spcBef>
                <a:spcPts val="0"/>
              </a:spcBef>
              <a:spcAft>
                <a:spcPts val="0"/>
              </a:spcAft>
              <a:buClr>
                <a:srgbClr val="000000"/>
              </a:buClr>
              <a:buSzPts val="2200"/>
              <a:buFont typeface="Arial"/>
              <a:buNone/>
            </a:pPr>
            <a:r>
              <a:rPr lang="en-US" sz="2200" b="0" i="0" u="none" strike="noStrike" cap="none" dirty="0">
                <a:solidFill>
                  <a:srgbClr val="3F3F3F"/>
                </a:solidFill>
                <a:latin typeface="Open Sans" panose="020B0606030504020204" pitchFamily="34" charset="0"/>
                <a:ea typeface="Open Sans" panose="020B0606030504020204" pitchFamily="34" charset="0"/>
                <a:cs typeface="Open Sans" panose="020B0606030504020204" pitchFamily="34" charset="0"/>
                <a:sym typeface="Open Sans"/>
              </a:rPr>
              <a:t>Step 4: Enter the username and password in the respective fields on the page and click </a:t>
            </a:r>
            <a:r>
              <a:rPr lang="en-US" sz="2200" b="1" i="0" u="none" strike="noStrike" cap="none" dirty="0">
                <a:solidFill>
                  <a:srgbClr val="3F3F3F"/>
                </a:solidFill>
                <a:latin typeface="Open Sans" panose="020B0606030504020204" pitchFamily="34" charset="0"/>
                <a:ea typeface="Open Sans" panose="020B0606030504020204" pitchFamily="34" charset="0"/>
                <a:cs typeface="Open Sans" panose="020B0606030504020204" pitchFamily="34" charset="0"/>
                <a:sym typeface="Open Sans"/>
              </a:rPr>
              <a:t>Login</a:t>
            </a:r>
            <a:r>
              <a:rPr lang="en-US" sz="2200" b="0" i="0" u="none" strike="noStrike" cap="none" dirty="0">
                <a:solidFill>
                  <a:srgbClr val="3F3F3F"/>
                </a:solidFill>
                <a:latin typeface="Open Sans" panose="020B0606030504020204" pitchFamily="34" charset="0"/>
                <a:ea typeface="Open Sans" panose="020B0606030504020204" pitchFamily="34" charset="0"/>
                <a:cs typeface="Open Sans" panose="020B0606030504020204" pitchFamily="34" charset="0"/>
                <a:sym typeface="Open Sans"/>
              </a:rPr>
              <a:t> </a:t>
            </a:r>
            <a:endParaRPr sz="2200" dirty="0">
              <a:latin typeface="Open Sans" panose="020B0606030504020204" pitchFamily="34" charset="0"/>
              <a:ea typeface="Open Sans" panose="020B0606030504020204" pitchFamily="34" charset="0"/>
              <a:cs typeface="Open Sans" panose="020B0606030504020204" pitchFamily="34" charset="0"/>
            </a:endParaRPr>
          </a:p>
        </p:txBody>
      </p:sp>
      <p:sp>
        <p:nvSpPr>
          <p:cNvPr id="3" name="Google Shape;2191;p9">
            <a:extLst>
              <a:ext uri="{FF2B5EF4-FFF2-40B4-BE49-F238E27FC236}">
                <a16:creationId xmlns:a16="http://schemas.microsoft.com/office/drawing/2014/main" id="{585A3986-B3D5-E09B-9382-F377B0DF1279}"/>
              </a:ext>
            </a:extLst>
          </p:cNvPr>
          <p:cNvSpPr txBox="1"/>
          <p:nvPr/>
        </p:nvSpPr>
        <p:spPr>
          <a:xfrm>
            <a:off x="11429590" y="1818844"/>
            <a:ext cx="3484882" cy="358320"/>
          </a:xfrm>
          <a:prstGeom prst="rect">
            <a:avLst/>
          </a:prstGeom>
          <a:noFill/>
          <a:ln>
            <a:noFill/>
          </a:ln>
        </p:spPr>
        <p:txBody>
          <a:bodyPr spcFirstLastPara="1" wrap="square" lIns="91425" tIns="45700" rIns="91425" bIns="45700" anchor="ctr" anchorCtr="0">
            <a:noAutofit/>
          </a:bodyPr>
          <a:lstStyle/>
          <a:p>
            <a:pPr marL="0" marR="0" lvl="0" indent="0" algn="ctr" rtl="0">
              <a:lnSpc>
                <a:spcPct val="90000"/>
              </a:lnSpc>
              <a:spcBef>
                <a:spcPts val="0"/>
              </a:spcBef>
              <a:spcAft>
                <a:spcPts val="0"/>
              </a:spcAft>
              <a:buClr>
                <a:srgbClr val="0F547B"/>
              </a:buClr>
              <a:buSzPts val="700"/>
              <a:buFont typeface="Arial"/>
              <a:buNone/>
            </a:pPr>
            <a:r>
              <a:rPr lang="en-US" sz="2200" b="1" i="0" u="none" strike="noStrike" cap="none" dirty="0">
                <a:solidFill>
                  <a:srgbClr val="3F3F3F"/>
                </a:solidFill>
                <a:latin typeface="Open Sans"/>
                <a:ea typeface="Open Sans"/>
                <a:cs typeface="Open Sans"/>
                <a:sym typeface="Open Sans"/>
              </a:rPr>
              <a:t>Duration: 10 </a:t>
            </a:r>
            <a:r>
              <a:rPr lang="en-US" sz="2200" b="1" dirty="0">
                <a:solidFill>
                  <a:srgbClr val="3F3F3F"/>
                </a:solidFill>
                <a:latin typeface="Open Sans"/>
                <a:ea typeface="Open Sans"/>
                <a:cs typeface="Open Sans"/>
                <a:sym typeface="Open Sans"/>
              </a:rPr>
              <a:t>Minutes</a:t>
            </a:r>
            <a:endParaRPr sz="2200" b="1" i="0" u="none" strike="noStrike" cap="none" dirty="0">
              <a:solidFill>
                <a:srgbClr val="3F3F3F"/>
              </a:solidFill>
              <a:latin typeface="Open Sans"/>
              <a:ea typeface="Open Sans"/>
              <a:cs typeface="Open Sans"/>
              <a:sym typeface="Open Sans"/>
            </a:endParaRP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Shape 2197"/>
        <p:cNvGrpSpPr/>
        <p:nvPr/>
      </p:nvGrpSpPr>
      <p:grpSpPr>
        <a:xfrm>
          <a:off x="0" y="0"/>
          <a:ext cx="0" cy="0"/>
          <a:chOff x="0" y="0"/>
          <a:chExt cx="0" cy="0"/>
        </a:xfrm>
      </p:grpSpPr>
      <p:sp>
        <p:nvSpPr>
          <p:cNvPr id="2198" name="Google Shape;2198;p10"/>
          <p:cNvSpPr txBox="1">
            <a:spLocks noGrp="1"/>
          </p:cNvSpPr>
          <p:nvPr>
            <p:ph type="body" sz="quarter" idx="15"/>
          </p:nvPr>
        </p:nvSpPr>
        <p:spPr>
          <a:xfrm>
            <a:off x="1293737" y="1868602"/>
            <a:ext cx="9036000" cy="489335"/>
          </a:xfrm>
          <a:prstGeom prst="rect">
            <a:avLst/>
          </a:prstGeom>
          <a:noFill/>
          <a:ln>
            <a:noFill/>
          </a:ln>
        </p:spPr>
        <p:txBody>
          <a:bodyPr spcFirstLastPara="1" wrap="square" lIns="91425" tIns="45700" rIns="91425" bIns="45700" anchor="t" anchorCtr="0">
            <a:noAutofit/>
          </a:bodyPr>
          <a:lstStyle/>
          <a:p>
            <a:pPr>
              <a:lnSpc>
                <a:spcPct val="100000"/>
              </a:lnSpc>
              <a:spcBef>
                <a:spcPts val="0"/>
              </a:spcBef>
              <a:buClr>
                <a:srgbClr val="3F3F3F"/>
              </a:buClr>
              <a:buSzPts val="2200"/>
            </a:pPr>
            <a:r>
              <a:rPr lang="en-US" sz="2200" dirty="0">
                <a:solidFill>
                  <a:srgbClr val="3F3F3F"/>
                </a:solidFill>
                <a:latin typeface="Open Sans"/>
                <a:ea typeface="Open Sans"/>
                <a:cs typeface="Open Sans"/>
                <a:sym typeface="Open Sans"/>
              </a:rPr>
              <a:t>Big Data has high volume, variety, velocity, veracity, and value.</a:t>
            </a:r>
            <a:endParaRPr sz="2200" dirty="0">
              <a:solidFill>
                <a:srgbClr val="3F3F3F"/>
              </a:solidFill>
              <a:latin typeface="Open Sans"/>
              <a:ea typeface="Open Sans"/>
              <a:cs typeface="Open Sans"/>
            </a:endParaRPr>
          </a:p>
        </p:txBody>
      </p:sp>
      <p:sp>
        <p:nvSpPr>
          <p:cNvPr id="2199" name="Google Shape;2199;p10"/>
          <p:cNvSpPr txBox="1">
            <a:spLocks noGrp="1"/>
          </p:cNvSpPr>
          <p:nvPr>
            <p:ph type="body" sz="quarter" idx="16"/>
          </p:nvPr>
        </p:nvSpPr>
        <p:spPr>
          <a:xfrm>
            <a:off x="1294256" y="2902448"/>
            <a:ext cx="9036000" cy="1130608"/>
          </a:xfrm>
          <a:prstGeom prst="rect">
            <a:avLst/>
          </a:prstGeom>
          <a:noFill/>
          <a:ln>
            <a:noFill/>
          </a:ln>
        </p:spPr>
        <p:txBody>
          <a:bodyPr spcFirstLastPara="1" wrap="square" lIns="91425" tIns="45700" rIns="91425" bIns="45700" anchor="t" anchorCtr="0">
            <a:noAutofit/>
          </a:bodyPr>
          <a:lstStyle/>
          <a:p>
            <a:pPr>
              <a:lnSpc>
                <a:spcPct val="100000"/>
              </a:lnSpc>
              <a:buClr>
                <a:srgbClr val="3F3F3F"/>
              </a:buClr>
              <a:buSzPts val="2200"/>
            </a:pPr>
            <a:r>
              <a:rPr lang="en-US" sz="2200" dirty="0">
                <a:solidFill>
                  <a:srgbClr val="3F3F3F"/>
                </a:solidFill>
                <a:latin typeface="Open Sans"/>
                <a:ea typeface="Open Sans"/>
                <a:cs typeface="Open Sans"/>
                <a:sym typeface="Open Sans"/>
              </a:rPr>
              <a:t>Hadoop is a framework that allows the distributed processing of large datasets across clusters of commodity computers using simple programming models.</a:t>
            </a:r>
            <a:endParaRPr sz="2200" dirty="0">
              <a:solidFill>
                <a:srgbClr val="3F3F3F"/>
              </a:solidFill>
              <a:latin typeface="Open Sans"/>
              <a:ea typeface="Open Sans"/>
              <a:cs typeface="Open Sans"/>
            </a:endParaRPr>
          </a:p>
          <a:p>
            <a:pPr marL="0" lvl="0" indent="0" algn="l" rtl="0">
              <a:lnSpc>
                <a:spcPct val="100000"/>
              </a:lnSpc>
              <a:spcBef>
                <a:spcPts val="0"/>
              </a:spcBef>
              <a:spcAft>
                <a:spcPts val="0"/>
              </a:spcAft>
              <a:buSzPts val="2200"/>
              <a:buNone/>
            </a:pPr>
            <a:endParaRPr dirty="0">
              <a:solidFill>
                <a:schemeClr val="dk1"/>
              </a:solidFill>
              <a:latin typeface="Open Sans"/>
              <a:ea typeface="Open Sans"/>
              <a:cs typeface="Open Sans"/>
              <a:sym typeface="Open Sans"/>
            </a:endParaRPr>
          </a:p>
        </p:txBody>
      </p:sp>
      <p:sp>
        <p:nvSpPr>
          <p:cNvPr id="2200" name="Google Shape;2200;p10"/>
          <p:cNvSpPr txBox="1">
            <a:spLocks noGrp="1"/>
          </p:cNvSpPr>
          <p:nvPr>
            <p:ph type="body" sz="quarter" idx="17"/>
          </p:nvPr>
        </p:nvSpPr>
        <p:spPr>
          <a:xfrm>
            <a:off x="1312787" y="4615666"/>
            <a:ext cx="9036000" cy="1130607"/>
          </a:xfrm>
          <a:prstGeom prst="rect">
            <a:avLst/>
          </a:prstGeom>
          <a:noFill/>
          <a:ln>
            <a:noFill/>
          </a:ln>
        </p:spPr>
        <p:txBody>
          <a:bodyPr spcFirstLastPara="1" wrap="square" lIns="91425" tIns="45700" rIns="91425" bIns="45700" anchor="t" anchorCtr="0">
            <a:noAutofit/>
          </a:bodyPr>
          <a:lstStyle/>
          <a:p>
            <a:pPr>
              <a:lnSpc>
                <a:spcPct val="100000"/>
              </a:lnSpc>
              <a:buClr>
                <a:srgbClr val="3F3F3F"/>
              </a:buClr>
              <a:buSzPts val="2200"/>
            </a:pPr>
            <a:r>
              <a:rPr lang="en-US" sz="2200" dirty="0">
                <a:solidFill>
                  <a:srgbClr val="3F3F3F"/>
                </a:solidFill>
                <a:latin typeface="Open Sans"/>
                <a:ea typeface="Open Sans"/>
                <a:cs typeface="Open Sans"/>
                <a:sym typeface="Open Sans"/>
              </a:rPr>
              <a:t>The Hadoop Ecosystem is a platform that offers a variety of services to address big data issues. It consists of Apache projects and a variety of commercial tools and solutions. </a:t>
            </a:r>
            <a:endParaRPr sz="2200" dirty="0">
              <a:solidFill>
                <a:srgbClr val="3F3F3F"/>
              </a:solidFill>
              <a:latin typeface="Open Sans"/>
              <a:ea typeface="Open Sans"/>
              <a:cs typeface="Open Sans"/>
            </a:endParaRPr>
          </a:p>
        </p:txBody>
      </p:sp>
      <p:pic>
        <p:nvPicPr>
          <p:cNvPr id="2202" name="Google Shape;2202;p10"/>
          <p:cNvPicPr preferRelativeResize="0"/>
          <p:nvPr/>
        </p:nvPicPr>
        <p:blipFill>
          <a:blip r:embed="rId3"/>
          <a:srcRect/>
          <a:stretch/>
        </p:blipFill>
        <p:spPr>
          <a:xfrm>
            <a:off x="666445" y="1873735"/>
            <a:ext cx="489335" cy="479068"/>
          </a:xfrm>
          <a:prstGeom prst="rect">
            <a:avLst/>
          </a:prstGeom>
          <a:noFill/>
          <a:ln>
            <a:noFill/>
          </a:ln>
        </p:spPr>
      </p:pic>
      <p:pic>
        <p:nvPicPr>
          <p:cNvPr id="2203" name="Google Shape;2203;p10"/>
          <p:cNvPicPr preferRelativeResize="0"/>
          <p:nvPr/>
        </p:nvPicPr>
        <p:blipFill>
          <a:blip r:embed="rId3"/>
          <a:srcRect/>
          <a:stretch/>
        </p:blipFill>
        <p:spPr>
          <a:xfrm>
            <a:off x="666445" y="2904368"/>
            <a:ext cx="489335" cy="479068"/>
          </a:xfrm>
          <a:prstGeom prst="rect">
            <a:avLst/>
          </a:prstGeom>
          <a:noFill/>
          <a:ln>
            <a:noFill/>
          </a:ln>
        </p:spPr>
      </p:pic>
      <p:pic>
        <p:nvPicPr>
          <p:cNvPr id="2204" name="Google Shape;2204;p10"/>
          <p:cNvPicPr preferRelativeResize="0"/>
          <p:nvPr/>
        </p:nvPicPr>
        <p:blipFill>
          <a:blip r:embed="rId3"/>
          <a:srcRect/>
          <a:stretch/>
        </p:blipFill>
        <p:spPr>
          <a:xfrm>
            <a:off x="682207" y="4617585"/>
            <a:ext cx="489335" cy="479068"/>
          </a:xfrm>
          <a:prstGeom prst="rect">
            <a:avLst/>
          </a:prstGeom>
          <a:noFill/>
          <a:ln>
            <a:noFill/>
          </a:ln>
        </p:spPr>
      </p:pic>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Shape 2208"/>
        <p:cNvGrpSpPr/>
        <p:nvPr/>
      </p:nvGrpSpPr>
      <p:grpSpPr>
        <a:xfrm>
          <a:off x="0" y="0"/>
          <a:ext cx="0" cy="0"/>
          <a:chOff x="0" y="0"/>
          <a:chExt cx="0" cy="0"/>
        </a:xfrm>
      </p:grpSpPr>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Shape 2212"/>
        <p:cNvGrpSpPr/>
        <p:nvPr/>
      </p:nvGrpSpPr>
      <p:grpSpPr>
        <a:xfrm>
          <a:off x="0" y="0"/>
          <a:ext cx="0" cy="0"/>
          <a:chOff x="0" y="0"/>
          <a:chExt cx="0" cy="0"/>
        </a:xfrm>
      </p:grpSpPr>
      <p:sp>
        <p:nvSpPr>
          <p:cNvPr id="2213" name="Google Shape;2213;p18"/>
          <p:cNvSpPr txBox="1"/>
          <p:nvPr/>
        </p:nvSpPr>
        <p:spPr>
          <a:xfrm>
            <a:off x="3095884" y="590550"/>
            <a:ext cx="12454519" cy="1424965"/>
          </a:xfrm>
          <a:prstGeom prst="rect">
            <a:avLst/>
          </a:prstGeom>
          <a:noFill/>
          <a:ln>
            <a:noFill/>
          </a:ln>
        </p:spPr>
        <p:txBody>
          <a:bodyPr spcFirstLastPara="1" wrap="square" lIns="91425" tIns="45700" rIns="91425" bIns="45700" anchor="ctr" anchorCtr="0">
            <a:noAutofit/>
          </a:bodyPr>
          <a:lstStyle/>
          <a:p>
            <a:pPr marL="0" marR="0" lvl="0" indent="0" algn="l" rtl="0">
              <a:lnSpc>
                <a:spcPct val="90000"/>
              </a:lnSpc>
              <a:spcBef>
                <a:spcPts val="0"/>
              </a:spcBef>
              <a:spcAft>
                <a:spcPts val="0"/>
              </a:spcAft>
              <a:buClr>
                <a:schemeClr val="dk1"/>
              </a:buClr>
              <a:buSzPts val="2800"/>
              <a:buFont typeface="Arial"/>
              <a:buNone/>
            </a:pPr>
            <a:r>
              <a:rPr lang="en-US" sz="2200" b="1" i="0" u="none" strike="noStrike" cap="none" dirty="0">
                <a:solidFill>
                  <a:srgbClr val="3F3F3F"/>
                </a:solidFill>
                <a:latin typeface="Open Sans"/>
                <a:ea typeface="Open Sans"/>
                <a:cs typeface="Open Sans"/>
                <a:sym typeface="Open Sans"/>
              </a:rPr>
              <a:t>Which Hadoop tool is an alternative to writing MapReduce code in a high-level language?</a:t>
            </a:r>
            <a:endParaRPr sz="2800" b="0" i="0" u="none" strike="noStrike" cap="none" dirty="0">
              <a:solidFill>
                <a:schemeClr val="dk1"/>
              </a:solidFill>
              <a:latin typeface="Arial"/>
              <a:ea typeface="Arial"/>
              <a:cs typeface="Arial"/>
              <a:sym typeface="Arial"/>
            </a:endParaRPr>
          </a:p>
        </p:txBody>
      </p:sp>
      <p:sp>
        <p:nvSpPr>
          <p:cNvPr id="4" name="Text Placeholder 3">
            <a:extLst>
              <a:ext uri="{FF2B5EF4-FFF2-40B4-BE49-F238E27FC236}">
                <a16:creationId xmlns:a16="http://schemas.microsoft.com/office/drawing/2014/main" id="{D9E834DE-534F-35CB-FDE6-9709A58F6FEA}"/>
              </a:ext>
            </a:extLst>
          </p:cNvPr>
          <p:cNvSpPr>
            <a:spLocks noGrp="1"/>
          </p:cNvSpPr>
          <p:nvPr>
            <p:ph type="body" sz="quarter" idx="12"/>
          </p:nvPr>
        </p:nvSpPr>
        <p:spPr/>
        <p:txBody>
          <a:bodyPr/>
          <a:lstStyle/>
          <a:p>
            <a:r>
              <a:rPr lang="en-US" sz="2000" b="0" i="0" u="none" strike="noStrike" cap="none" dirty="0">
                <a:solidFill>
                  <a:srgbClr val="3F3F3F"/>
                </a:solidFill>
                <a:latin typeface="Open Sans"/>
                <a:ea typeface="Open Sans"/>
                <a:cs typeface="Open Sans"/>
                <a:sym typeface="Open Sans"/>
              </a:rPr>
              <a:t>Pig</a:t>
            </a:r>
            <a:endParaRPr lang="en-US" dirty="0"/>
          </a:p>
        </p:txBody>
      </p:sp>
      <p:sp>
        <p:nvSpPr>
          <p:cNvPr id="5" name="Text Placeholder 4">
            <a:extLst>
              <a:ext uri="{FF2B5EF4-FFF2-40B4-BE49-F238E27FC236}">
                <a16:creationId xmlns:a16="http://schemas.microsoft.com/office/drawing/2014/main" id="{74C8047F-2B56-F7FB-EA18-A9B016953E67}"/>
              </a:ext>
            </a:extLst>
          </p:cNvPr>
          <p:cNvSpPr>
            <a:spLocks noGrp="1"/>
          </p:cNvSpPr>
          <p:nvPr>
            <p:ph type="body" sz="quarter" idx="13"/>
          </p:nvPr>
        </p:nvSpPr>
        <p:spPr/>
        <p:txBody>
          <a:bodyPr/>
          <a:lstStyle/>
          <a:p>
            <a:r>
              <a:rPr lang="en-US" sz="2000" b="0" i="0" u="none" strike="noStrike" cap="none" dirty="0">
                <a:solidFill>
                  <a:srgbClr val="3F3F3F"/>
                </a:solidFill>
                <a:latin typeface="Open Sans"/>
                <a:ea typeface="Open Sans"/>
                <a:cs typeface="Open Sans"/>
                <a:sym typeface="Open Sans"/>
              </a:rPr>
              <a:t>Hive</a:t>
            </a:r>
            <a:endParaRPr lang="en-US" dirty="0"/>
          </a:p>
        </p:txBody>
      </p:sp>
      <p:sp>
        <p:nvSpPr>
          <p:cNvPr id="6" name="Text Placeholder 5">
            <a:extLst>
              <a:ext uri="{FF2B5EF4-FFF2-40B4-BE49-F238E27FC236}">
                <a16:creationId xmlns:a16="http://schemas.microsoft.com/office/drawing/2014/main" id="{A45154F3-2752-4F98-D5A4-C55BC74904ED}"/>
              </a:ext>
            </a:extLst>
          </p:cNvPr>
          <p:cNvSpPr>
            <a:spLocks noGrp="1"/>
          </p:cNvSpPr>
          <p:nvPr>
            <p:ph type="body" sz="quarter" idx="14"/>
          </p:nvPr>
        </p:nvSpPr>
        <p:spPr/>
        <p:txBody>
          <a:bodyPr/>
          <a:lstStyle/>
          <a:p>
            <a:r>
              <a:rPr lang="en-US" sz="2000" b="0" i="0" u="none" strike="noStrike" cap="none" dirty="0">
                <a:solidFill>
                  <a:srgbClr val="3F3F3F"/>
                </a:solidFill>
                <a:latin typeface="Open Sans"/>
                <a:ea typeface="Open Sans"/>
                <a:cs typeface="Open Sans"/>
                <a:sym typeface="Open Sans"/>
              </a:rPr>
              <a:t>Spark</a:t>
            </a:r>
            <a:endParaRPr lang="en-US" dirty="0"/>
          </a:p>
        </p:txBody>
      </p:sp>
      <p:sp>
        <p:nvSpPr>
          <p:cNvPr id="7" name="Text Placeholder 6">
            <a:extLst>
              <a:ext uri="{FF2B5EF4-FFF2-40B4-BE49-F238E27FC236}">
                <a16:creationId xmlns:a16="http://schemas.microsoft.com/office/drawing/2014/main" id="{B247A76A-5F8B-B91B-4C77-054C34E4BD7E}"/>
              </a:ext>
            </a:extLst>
          </p:cNvPr>
          <p:cNvSpPr>
            <a:spLocks noGrp="1"/>
          </p:cNvSpPr>
          <p:nvPr>
            <p:ph type="body" sz="quarter" idx="15"/>
          </p:nvPr>
        </p:nvSpPr>
        <p:spPr/>
        <p:txBody>
          <a:bodyPr/>
          <a:lstStyle/>
          <a:p>
            <a:r>
              <a:rPr lang="en-US" sz="2000" b="0" i="0" u="none" strike="noStrike" cap="none" dirty="0">
                <a:solidFill>
                  <a:srgbClr val="3F3F3F"/>
                </a:solidFill>
                <a:latin typeface="Open Sans"/>
                <a:ea typeface="Open Sans"/>
                <a:cs typeface="Open Sans"/>
                <a:sym typeface="Open Sans"/>
              </a:rPr>
              <a:t>Impala</a:t>
            </a:r>
            <a:endParaRPr lang="en-US" dirty="0"/>
          </a:p>
        </p:txBody>
      </p:sp>
      <p:sp>
        <p:nvSpPr>
          <p:cNvPr id="2" name="Text Placeholder 1">
            <a:extLst>
              <a:ext uri="{FF2B5EF4-FFF2-40B4-BE49-F238E27FC236}">
                <a16:creationId xmlns:a16="http://schemas.microsoft.com/office/drawing/2014/main" id="{8A625C9E-6D24-110A-522C-890B8BF61EB9}"/>
              </a:ext>
            </a:extLst>
          </p:cNvPr>
          <p:cNvSpPr>
            <a:spLocks noGrp="1"/>
          </p:cNvSpPr>
          <p:nvPr>
            <p:ph type="body" sz="quarter" idx="10"/>
          </p:nvPr>
        </p:nvSpPr>
        <p:spPr/>
        <p:txBody>
          <a:bodyPr/>
          <a:lstStyle/>
          <a:p>
            <a:r>
              <a:rPr lang="en-US" sz="2200" b="1" i="0" u="none" strike="noStrike" cap="none" dirty="0">
                <a:solidFill>
                  <a:schemeClr val="lt1"/>
                </a:solidFill>
                <a:latin typeface="Open Sans"/>
                <a:ea typeface="Open Sans"/>
                <a:cs typeface="Open Sans"/>
                <a:sym typeface="Open Sans"/>
              </a:rPr>
              <a:t>1</a:t>
            </a:r>
            <a:endParaRPr lang="en-IN" sz="2200" dirty="0"/>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Shape 2222"/>
        <p:cNvGrpSpPr/>
        <p:nvPr/>
      </p:nvGrpSpPr>
      <p:grpSpPr>
        <a:xfrm>
          <a:off x="0" y="0"/>
          <a:ext cx="0" cy="0"/>
          <a:chOff x="0" y="0"/>
          <a:chExt cx="0" cy="0"/>
        </a:xfrm>
      </p:grpSpPr>
      <p:sp>
        <p:nvSpPr>
          <p:cNvPr id="16" name="Google Shape;2213;p18">
            <a:extLst>
              <a:ext uri="{FF2B5EF4-FFF2-40B4-BE49-F238E27FC236}">
                <a16:creationId xmlns:a16="http://schemas.microsoft.com/office/drawing/2014/main" id="{25E002A5-6CF9-9B96-2663-5FA3A83C8E2C}"/>
              </a:ext>
            </a:extLst>
          </p:cNvPr>
          <p:cNvSpPr txBox="1"/>
          <p:nvPr/>
        </p:nvSpPr>
        <p:spPr>
          <a:xfrm>
            <a:off x="3095884" y="590550"/>
            <a:ext cx="12454519" cy="1424965"/>
          </a:xfrm>
          <a:prstGeom prst="rect">
            <a:avLst/>
          </a:prstGeom>
          <a:noFill/>
          <a:ln>
            <a:noFill/>
          </a:ln>
        </p:spPr>
        <p:txBody>
          <a:bodyPr spcFirstLastPara="1" wrap="square" lIns="91425" tIns="45700" rIns="91425" bIns="45700" anchor="ctr" anchorCtr="0">
            <a:noAutofit/>
          </a:bodyPr>
          <a:lstStyle/>
          <a:p>
            <a:pPr marL="0" marR="0" lvl="0" indent="0" algn="l" rtl="0">
              <a:lnSpc>
                <a:spcPct val="90000"/>
              </a:lnSpc>
              <a:spcBef>
                <a:spcPts val="0"/>
              </a:spcBef>
              <a:spcAft>
                <a:spcPts val="0"/>
              </a:spcAft>
              <a:buClr>
                <a:schemeClr val="dk1"/>
              </a:buClr>
              <a:buSzPts val="2800"/>
              <a:buFont typeface="Arial"/>
              <a:buNone/>
            </a:pPr>
            <a:r>
              <a:rPr lang="en-US" sz="2200" b="1" i="0" u="none" strike="noStrike" cap="none" dirty="0">
                <a:solidFill>
                  <a:srgbClr val="3F3F3F"/>
                </a:solidFill>
                <a:latin typeface="Open Sans"/>
                <a:ea typeface="Open Sans"/>
                <a:cs typeface="Open Sans"/>
                <a:sym typeface="Open Sans"/>
              </a:rPr>
              <a:t>Which Hadoop tool is an alternative to writing MapReduce code in a high-level language?</a:t>
            </a:r>
            <a:endParaRPr sz="2800" b="0" i="0" u="none" strike="noStrike" cap="none" dirty="0">
              <a:solidFill>
                <a:schemeClr val="dk1"/>
              </a:solidFill>
              <a:latin typeface="Arial"/>
              <a:ea typeface="Arial"/>
              <a:cs typeface="Arial"/>
              <a:sym typeface="Arial"/>
            </a:endParaRPr>
          </a:p>
        </p:txBody>
      </p:sp>
      <p:sp>
        <p:nvSpPr>
          <p:cNvPr id="7" name="Text Placeholder 6">
            <a:extLst>
              <a:ext uri="{FF2B5EF4-FFF2-40B4-BE49-F238E27FC236}">
                <a16:creationId xmlns:a16="http://schemas.microsoft.com/office/drawing/2014/main" id="{EED0E07E-D97B-EE3C-CBD3-82060D0E4E65}"/>
              </a:ext>
            </a:extLst>
          </p:cNvPr>
          <p:cNvSpPr>
            <a:spLocks noGrp="1"/>
          </p:cNvSpPr>
          <p:nvPr>
            <p:ph type="body" sz="quarter" idx="18"/>
          </p:nvPr>
        </p:nvSpPr>
        <p:spPr>
          <a:xfrm>
            <a:off x="3289301" y="7315761"/>
            <a:ext cx="8834438" cy="551889"/>
          </a:xfrm>
        </p:spPr>
        <p:txBody>
          <a:bodyPr/>
          <a:lstStyle/>
          <a:p>
            <a:r>
              <a:rPr lang="en-US" dirty="0">
                <a:latin typeface="Open Sans" panose="020B0606030504020204" pitchFamily="34" charset="0"/>
                <a:ea typeface="Open Sans" panose="020B0606030504020204" pitchFamily="34" charset="0"/>
                <a:cs typeface="Open Sans" panose="020B0606030504020204" pitchFamily="34" charset="0"/>
              </a:rPr>
              <a:t>A</a:t>
            </a:r>
            <a:endParaRPr lang="en-IN" dirty="0">
              <a:latin typeface="Open Sans" panose="020B0606030504020204" pitchFamily="34" charset="0"/>
              <a:ea typeface="Open Sans" panose="020B0606030504020204" pitchFamily="34" charset="0"/>
              <a:cs typeface="Open Sans" panose="020B0606030504020204" pitchFamily="34" charset="0"/>
            </a:endParaRPr>
          </a:p>
        </p:txBody>
      </p:sp>
      <p:sp>
        <p:nvSpPr>
          <p:cNvPr id="6" name="Text Placeholder 5">
            <a:extLst>
              <a:ext uri="{FF2B5EF4-FFF2-40B4-BE49-F238E27FC236}">
                <a16:creationId xmlns:a16="http://schemas.microsoft.com/office/drawing/2014/main" id="{028575DF-69CA-D075-7442-E665347EEE8D}"/>
              </a:ext>
            </a:extLst>
          </p:cNvPr>
          <p:cNvSpPr>
            <a:spLocks noGrp="1"/>
          </p:cNvSpPr>
          <p:nvPr>
            <p:ph type="body" sz="quarter" idx="16"/>
          </p:nvPr>
        </p:nvSpPr>
        <p:spPr/>
        <p:txBody>
          <a:bodyPr>
            <a:normAutofit/>
          </a:bodyPr>
          <a:lstStyle/>
          <a:p>
            <a:pPr>
              <a:lnSpc>
                <a:spcPct val="100000"/>
              </a:lnSpc>
              <a:buClr>
                <a:srgbClr val="3F3F3F"/>
              </a:buClr>
              <a:buSzPts val="2200"/>
            </a:pPr>
            <a:r>
              <a:rPr lang="en-US" dirty="0">
                <a:solidFill>
                  <a:srgbClr val="3F3F3F"/>
                </a:solidFill>
                <a:latin typeface="Open Sans"/>
                <a:ea typeface="Open Sans"/>
                <a:cs typeface="Open Sans"/>
              </a:rPr>
              <a:t>Pig Latin is a high-level language for writing data analysis programs that are converted into MapReduce jobs through Pig.</a:t>
            </a:r>
            <a:endParaRPr lang="en-US" sz="2200" dirty="0">
              <a:solidFill>
                <a:srgbClr val="3F3F3F"/>
              </a:solidFill>
              <a:latin typeface="Open Sans"/>
              <a:ea typeface="Open Sans"/>
              <a:cs typeface="Open Sans"/>
            </a:endParaRPr>
          </a:p>
          <a:p>
            <a:pPr>
              <a:lnSpc>
                <a:spcPct val="100000"/>
              </a:lnSpc>
              <a:buClr>
                <a:srgbClr val="3F3F3F"/>
              </a:buClr>
              <a:buSzPts val="2200"/>
            </a:pPr>
            <a:endParaRPr lang="en-IN" sz="2200" dirty="0">
              <a:solidFill>
                <a:srgbClr val="3F3F3F"/>
              </a:solidFill>
              <a:latin typeface="Open Sans"/>
              <a:ea typeface="Open Sans"/>
              <a:cs typeface="Open Sans"/>
            </a:endParaRPr>
          </a:p>
        </p:txBody>
      </p:sp>
      <p:sp>
        <p:nvSpPr>
          <p:cNvPr id="2224" name="Google Shape;2224;p19"/>
          <p:cNvSpPr txBox="1">
            <a:spLocks noGrp="1"/>
          </p:cNvSpPr>
          <p:nvPr>
            <p:ph type="body" sz="quarter" idx="11"/>
          </p:nvPr>
        </p:nvSpPr>
        <p:spPr>
          <a:prstGeom prst="rect">
            <a:avLst/>
          </a:prstGeom>
          <a:noFill/>
          <a:ln>
            <a:noFill/>
          </a:ln>
        </p:spPr>
        <p:txBody>
          <a:bodyPr spcFirstLastPara="1" wrap="square" lIns="91425" tIns="0" rIns="91425" bIns="0" anchor="b" anchorCtr="0">
            <a:noAutofit/>
          </a:bodyPr>
          <a:lstStyle/>
          <a:p>
            <a:pPr marL="457200" lvl="0" indent="-228600" algn="l" rtl="0">
              <a:lnSpc>
                <a:spcPct val="90000"/>
              </a:lnSpc>
              <a:spcBef>
                <a:spcPts val="1000"/>
              </a:spcBef>
              <a:spcAft>
                <a:spcPts val="0"/>
              </a:spcAft>
              <a:buSzPts val="2800"/>
              <a:buFont typeface="Arial"/>
              <a:buNone/>
            </a:pPr>
            <a:endParaRPr lang="en-IN" dirty="0">
              <a:latin typeface="Open Sans"/>
              <a:ea typeface="Open Sans"/>
              <a:cs typeface="Open Sans"/>
              <a:sym typeface="Open Sans"/>
            </a:endParaRPr>
          </a:p>
          <a:p>
            <a:pPr marL="457200" lvl="0" indent="-228600" algn="l" rtl="0">
              <a:lnSpc>
                <a:spcPct val="90000"/>
              </a:lnSpc>
              <a:spcBef>
                <a:spcPts val="1000"/>
              </a:spcBef>
              <a:spcAft>
                <a:spcPts val="0"/>
              </a:spcAft>
              <a:buSzPts val="2800"/>
              <a:buFont typeface="Arial"/>
              <a:buNone/>
            </a:pPr>
            <a:endParaRPr lang="en-IN" dirty="0"/>
          </a:p>
          <a:p>
            <a:pPr marL="457200" lvl="0" indent="-228600" algn="l" rtl="0">
              <a:lnSpc>
                <a:spcPct val="90000"/>
              </a:lnSpc>
              <a:spcBef>
                <a:spcPts val="1000"/>
              </a:spcBef>
              <a:spcAft>
                <a:spcPts val="0"/>
              </a:spcAft>
              <a:buSzPts val="2800"/>
              <a:buFont typeface="Arial"/>
              <a:buNone/>
            </a:pPr>
            <a:endParaRPr lang="en-IN" dirty="0">
              <a:latin typeface="Open Sans"/>
              <a:ea typeface="Open Sans"/>
              <a:cs typeface="Open Sans"/>
              <a:sym typeface="Open Sans"/>
            </a:endParaRPr>
          </a:p>
          <a:p>
            <a:pPr marL="457200" lvl="0" indent="-228600" algn="l" rtl="0">
              <a:lnSpc>
                <a:spcPct val="90000"/>
              </a:lnSpc>
              <a:spcBef>
                <a:spcPts val="1000"/>
              </a:spcBef>
              <a:spcAft>
                <a:spcPts val="0"/>
              </a:spcAft>
              <a:buSzPts val="2800"/>
              <a:buFont typeface="Arial"/>
              <a:buNone/>
            </a:pPr>
            <a:endParaRPr lang="en-IN" dirty="0"/>
          </a:p>
          <a:p>
            <a:pPr marL="457200" lvl="0" indent="-228600" algn="l" rtl="0">
              <a:lnSpc>
                <a:spcPct val="90000"/>
              </a:lnSpc>
              <a:spcBef>
                <a:spcPts val="1000"/>
              </a:spcBef>
              <a:spcAft>
                <a:spcPts val="0"/>
              </a:spcAft>
              <a:buSzPts val="2800"/>
              <a:buFont typeface="Arial"/>
              <a:buNone/>
            </a:pPr>
            <a:endParaRPr lang="en-IN" dirty="0">
              <a:latin typeface="Open Sans"/>
              <a:ea typeface="Open Sans"/>
              <a:cs typeface="Open Sans"/>
              <a:sym typeface="Open Sans"/>
            </a:endParaRPr>
          </a:p>
          <a:p>
            <a:pPr marL="457200" lvl="0" indent="-228600" algn="l" rtl="0">
              <a:lnSpc>
                <a:spcPct val="90000"/>
              </a:lnSpc>
              <a:spcBef>
                <a:spcPts val="1000"/>
              </a:spcBef>
              <a:spcAft>
                <a:spcPts val="0"/>
              </a:spcAft>
              <a:buSzPts val="2800"/>
              <a:buFont typeface="Arial"/>
              <a:buNone/>
            </a:pPr>
            <a:endParaRPr lang="en-IN" dirty="0"/>
          </a:p>
          <a:p>
            <a:pPr marL="457200" lvl="0" indent="-228600" algn="l" rtl="0">
              <a:lnSpc>
                <a:spcPct val="90000"/>
              </a:lnSpc>
              <a:spcBef>
                <a:spcPts val="1000"/>
              </a:spcBef>
              <a:spcAft>
                <a:spcPts val="0"/>
              </a:spcAft>
              <a:buSzPts val="2800"/>
              <a:buFont typeface="Arial"/>
              <a:buNone/>
            </a:pPr>
            <a:endParaRPr lang="en-IN" dirty="0">
              <a:latin typeface="Open Sans"/>
              <a:ea typeface="Open Sans"/>
              <a:cs typeface="Open Sans"/>
              <a:sym typeface="Open Sans"/>
            </a:endParaRPr>
          </a:p>
          <a:p>
            <a:pPr marL="457200" lvl="0" indent="-228600" algn="l" rtl="0">
              <a:lnSpc>
                <a:spcPct val="90000"/>
              </a:lnSpc>
              <a:spcBef>
                <a:spcPts val="1000"/>
              </a:spcBef>
              <a:spcAft>
                <a:spcPts val="0"/>
              </a:spcAft>
              <a:buSzPts val="2800"/>
              <a:buFont typeface="Arial"/>
              <a:buNone/>
            </a:pPr>
            <a:endParaRPr lang="en-IN" dirty="0">
              <a:latin typeface="Open Sans"/>
              <a:ea typeface="Open Sans"/>
              <a:cs typeface="Open Sans"/>
              <a:sym typeface="Open Sans"/>
            </a:endParaRPr>
          </a:p>
          <a:p>
            <a:pPr marL="457200" lvl="0" indent="-228600" algn="l" rtl="0">
              <a:lnSpc>
                <a:spcPct val="90000"/>
              </a:lnSpc>
              <a:spcBef>
                <a:spcPts val="1000"/>
              </a:spcBef>
              <a:spcAft>
                <a:spcPts val="0"/>
              </a:spcAft>
              <a:buSzPts val="2800"/>
              <a:buFont typeface="Arial"/>
              <a:buNone/>
            </a:pPr>
            <a:endParaRPr lang="en-IN" dirty="0"/>
          </a:p>
          <a:p>
            <a:pPr marL="457200" lvl="0" indent="-228600" algn="l" rtl="0">
              <a:lnSpc>
                <a:spcPct val="90000"/>
              </a:lnSpc>
              <a:spcBef>
                <a:spcPts val="1000"/>
              </a:spcBef>
              <a:spcAft>
                <a:spcPts val="0"/>
              </a:spcAft>
              <a:buSzPts val="2800"/>
              <a:buFont typeface="Arial"/>
              <a:buNone/>
            </a:pPr>
            <a:endParaRPr lang="en-IN" dirty="0"/>
          </a:p>
          <a:p>
            <a:pPr marL="457200" lvl="0" indent="-228600" algn="l" rtl="0">
              <a:lnSpc>
                <a:spcPct val="90000"/>
              </a:lnSpc>
              <a:spcBef>
                <a:spcPts val="1000"/>
              </a:spcBef>
              <a:spcAft>
                <a:spcPts val="0"/>
              </a:spcAft>
              <a:buSzPts val="2800"/>
              <a:buFont typeface="Arial"/>
              <a:buNone/>
            </a:pPr>
            <a:endParaRPr lang="en-IN" dirty="0"/>
          </a:p>
        </p:txBody>
      </p:sp>
      <p:sp>
        <p:nvSpPr>
          <p:cNvPr id="2227" name="Google Shape;2227;p19"/>
          <p:cNvSpPr txBox="1"/>
          <p:nvPr/>
        </p:nvSpPr>
        <p:spPr>
          <a:xfrm>
            <a:off x="-1950166" y="2436745"/>
            <a:ext cx="1693250" cy="537078"/>
          </a:xfrm>
          <a:prstGeom prst="rect">
            <a:avLst/>
          </a:prstGeom>
          <a:noFill/>
          <a:ln>
            <a:noFill/>
          </a:ln>
        </p:spPr>
        <p:txBody>
          <a:bodyPr spcFirstLastPara="1" wrap="square" lIns="91425" tIns="45700" rIns="91425" bIns="45700" anchor="ctr" anchorCtr="0">
            <a:noAutofit/>
          </a:bodyPr>
          <a:lstStyle/>
          <a:p>
            <a:pPr marL="0" marR="0" lvl="0" indent="0" algn="ctr" rtl="0">
              <a:lnSpc>
                <a:spcPct val="90000"/>
              </a:lnSpc>
              <a:spcBef>
                <a:spcPts val="1000"/>
              </a:spcBef>
              <a:spcAft>
                <a:spcPts val="0"/>
              </a:spcAft>
              <a:buNone/>
            </a:pPr>
            <a:endParaRPr dirty="0"/>
          </a:p>
        </p:txBody>
      </p:sp>
      <p:sp>
        <p:nvSpPr>
          <p:cNvPr id="17" name="Text Placeholder 1">
            <a:extLst>
              <a:ext uri="{FF2B5EF4-FFF2-40B4-BE49-F238E27FC236}">
                <a16:creationId xmlns:a16="http://schemas.microsoft.com/office/drawing/2014/main" id="{2582415E-F60B-1B60-2015-32BB1CD40922}"/>
              </a:ext>
            </a:extLst>
          </p:cNvPr>
          <p:cNvSpPr txBox="1">
            <a:spLocks/>
          </p:cNvSpPr>
          <p:nvPr/>
        </p:nvSpPr>
        <p:spPr>
          <a:xfrm>
            <a:off x="1562390" y="1193800"/>
            <a:ext cx="1135063" cy="830263"/>
          </a:xfrm>
          <a:prstGeom prst="rect">
            <a:avLst/>
          </a:prstGeom>
          <a:no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L="0" marR="0" lvl="0" indent="0" algn="ctr" rtl="0">
              <a:lnSpc>
                <a:spcPct val="90000"/>
              </a:lnSpc>
              <a:spcBef>
                <a:spcPts val="0"/>
              </a:spcBef>
              <a:spcAft>
                <a:spcPts val="0"/>
              </a:spcAft>
              <a:buClr>
                <a:schemeClr val="dk1"/>
              </a:buClr>
              <a:buSzPts val="2800"/>
              <a:buFont typeface="Arial"/>
              <a:buNone/>
              <a:defRPr sz="2800" b="1" i="0" u="none" strike="noStrike" cap="none">
                <a:solidFill>
                  <a:schemeClr val="bg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r>
              <a:rPr lang="en-US" sz="2200" dirty="0">
                <a:solidFill>
                  <a:schemeClr val="lt1"/>
                </a:solidFill>
                <a:latin typeface="Open Sans"/>
                <a:ea typeface="Open Sans"/>
                <a:cs typeface="Open Sans"/>
                <a:sym typeface="Open Sans"/>
              </a:rPr>
              <a:t>1</a:t>
            </a:r>
            <a:endParaRPr lang="en-IN" sz="2200" dirty="0"/>
          </a:p>
        </p:txBody>
      </p:sp>
      <p:sp>
        <p:nvSpPr>
          <p:cNvPr id="20" name="Text Placeholder 3">
            <a:extLst>
              <a:ext uri="{FF2B5EF4-FFF2-40B4-BE49-F238E27FC236}">
                <a16:creationId xmlns:a16="http://schemas.microsoft.com/office/drawing/2014/main" id="{662CA52E-064D-4A10-C3EA-B3D0D5DD76B3}"/>
              </a:ext>
            </a:extLst>
          </p:cNvPr>
          <p:cNvSpPr txBox="1">
            <a:spLocks/>
          </p:cNvSpPr>
          <p:nvPr/>
        </p:nvSpPr>
        <p:spPr>
          <a:xfrm>
            <a:off x="2330450" y="2698180"/>
            <a:ext cx="11250613" cy="836613"/>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0" marR="0" lvl="0" indent="0" algn="l" rtl="0">
              <a:lnSpc>
                <a:spcPct val="114000"/>
              </a:lnSpc>
              <a:spcBef>
                <a:spcPts val="0"/>
              </a:spcBef>
              <a:spcAft>
                <a:spcPts val="0"/>
              </a:spcAft>
              <a:buClr>
                <a:schemeClr val="dk1"/>
              </a:buClr>
              <a:buSzPts val="2800"/>
              <a:buFont typeface="Arial"/>
              <a:buNone/>
              <a:defRPr sz="2000" b="0" i="0" u="none" strike="noStrike" cap="none">
                <a:solidFill>
                  <a:schemeClr val="tx1">
                    <a:lumMod val="75000"/>
                    <a:lumOff val="25000"/>
                  </a:schemeClr>
                </a:solidFill>
                <a:latin typeface="Arial"/>
                <a:ea typeface="Arial"/>
                <a:cs typeface="Arial"/>
                <a:sym typeface="Arial"/>
              </a:defRPr>
            </a:lvl1pPr>
            <a:lvl2pPr marL="457200" marR="0" lvl="1" indent="0" algn="l" rtl="0">
              <a:lnSpc>
                <a:spcPct val="90000"/>
              </a:lnSpc>
              <a:spcBef>
                <a:spcPts val="500"/>
              </a:spcBef>
              <a:spcAft>
                <a:spcPts val="0"/>
              </a:spcAft>
              <a:buClr>
                <a:schemeClr val="dk1"/>
              </a:buClr>
              <a:buSzPts val="2400"/>
              <a:buFont typeface="Arial"/>
              <a:buNone/>
              <a:defRPr sz="2400" b="0" i="0" u="none" strike="noStrike" cap="none">
                <a:solidFill>
                  <a:schemeClr val="dk1"/>
                </a:solidFill>
                <a:latin typeface="Arial"/>
                <a:ea typeface="Arial"/>
                <a:cs typeface="Arial"/>
                <a:sym typeface="Arial"/>
              </a:defRPr>
            </a:lvl2pPr>
            <a:lvl3pPr marL="914400" marR="0" lvl="2" indent="0" algn="l" rtl="0">
              <a:lnSpc>
                <a:spcPct val="90000"/>
              </a:lnSpc>
              <a:spcBef>
                <a:spcPts val="500"/>
              </a:spcBef>
              <a:spcAft>
                <a:spcPts val="0"/>
              </a:spcAft>
              <a:buClr>
                <a:schemeClr val="dk1"/>
              </a:buClr>
              <a:buSzPts val="2000"/>
              <a:buFont typeface="Arial"/>
              <a:buNone/>
              <a:defRPr sz="2000" b="0" i="0" u="none" strike="noStrike" cap="none">
                <a:solidFill>
                  <a:schemeClr val="dk1"/>
                </a:solidFill>
                <a:latin typeface="Arial"/>
                <a:ea typeface="Arial"/>
                <a:cs typeface="Arial"/>
                <a:sym typeface="Arial"/>
              </a:defRPr>
            </a:lvl3pPr>
            <a:lvl4pPr marL="1371600" marR="0" lvl="3" indent="0" algn="l" rtl="0">
              <a:lnSpc>
                <a:spcPct val="90000"/>
              </a:lnSpc>
              <a:spcBef>
                <a:spcPts val="500"/>
              </a:spcBef>
              <a:spcAft>
                <a:spcPts val="0"/>
              </a:spcAft>
              <a:buClr>
                <a:schemeClr val="dk1"/>
              </a:buClr>
              <a:buSzPts val="1800"/>
              <a:buFont typeface="Arial"/>
              <a:buNone/>
              <a:defRPr sz="1800" b="0" i="0" u="none" strike="noStrike" cap="none">
                <a:solidFill>
                  <a:schemeClr val="dk1"/>
                </a:solidFill>
                <a:latin typeface="Arial"/>
                <a:ea typeface="Arial"/>
                <a:cs typeface="Arial"/>
                <a:sym typeface="Arial"/>
              </a:defRPr>
            </a:lvl4pPr>
            <a:lvl5pPr marL="1828800" marR="0" lvl="4" indent="0" algn="l" rtl="0">
              <a:lnSpc>
                <a:spcPct val="90000"/>
              </a:lnSpc>
              <a:spcBef>
                <a:spcPts val="500"/>
              </a:spcBef>
              <a:spcAft>
                <a:spcPts val="0"/>
              </a:spcAft>
              <a:buClr>
                <a:schemeClr val="dk1"/>
              </a:buClr>
              <a:buSzPts val="1800"/>
              <a:buFont typeface="Arial"/>
              <a:buNone/>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r>
              <a:rPr lang="en-US">
                <a:solidFill>
                  <a:srgbClr val="3F3F3F"/>
                </a:solidFill>
                <a:latin typeface="Open Sans"/>
                <a:ea typeface="Open Sans"/>
                <a:cs typeface="Open Sans"/>
                <a:sym typeface="Open Sans"/>
              </a:rPr>
              <a:t>Pig</a:t>
            </a:r>
            <a:endParaRPr lang="en-US" dirty="0"/>
          </a:p>
        </p:txBody>
      </p:sp>
      <p:sp>
        <p:nvSpPr>
          <p:cNvPr id="21" name="Text Placeholder 4">
            <a:extLst>
              <a:ext uri="{FF2B5EF4-FFF2-40B4-BE49-F238E27FC236}">
                <a16:creationId xmlns:a16="http://schemas.microsoft.com/office/drawing/2014/main" id="{92FCAE25-7EF1-5487-F5D2-7D5033EF335C}"/>
              </a:ext>
            </a:extLst>
          </p:cNvPr>
          <p:cNvSpPr txBox="1">
            <a:spLocks/>
          </p:cNvSpPr>
          <p:nvPr/>
        </p:nvSpPr>
        <p:spPr>
          <a:xfrm>
            <a:off x="2334566" y="3629064"/>
            <a:ext cx="11250613" cy="836613"/>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0" marR="0" lvl="0" indent="0" algn="l" rtl="0">
              <a:lnSpc>
                <a:spcPct val="114000"/>
              </a:lnSpc>
              <a:spcBef>
                <a:spcPts val="0"/>
              </a:spcBef>
              <a:spcAft>
                <a:spcPts val="0"/>
              </a:spcAft>
              <a:buClr>
                <a:schemeClr val="dk1"/>
              </a:buClr>
              <a:buSzPts val="2800"/>
              <a:buFont typeface="Arial"/>
              <a:buNone/>
              <a:defRPr sz="2000" b="0" i="0" u="none" strike="noStrike" cap="none">
                <a:solidFill>
                  <a:schemeClr val="tx1">
                    <a:lumMod val="75000"/>
                    <a:lumOff val="25000"/>
                  </a:schemeClr>
                </a:solidFill>
                <a:latin typeface="Arial"/>
                <a:ea typeface="Arial"/>
                <a:cs typeface="Arial"/>
                <a:sym typeface="Arial"/>
              </a:defRPr>
            </a:lvl1pPr>
            <a:lvl2pPr marL="457200" marR="0" lvl="1" indent="0" algn="l" rtl="0">
              <a:lnSpc>
                <a:spcPct val="90000"/>
              </a:lnSpc>
              <a:spcBef>
                <a:spcPts val="500"/>
              </a:spcBef>
              <a:spcAft>
                <a:spcPts val="0"/>
              </a:spcAft>
              <a:buClr>
                <a:schemeClr val="dk1"/>
              </a:buClr>
              <a:buSzPts val="2400"/>
              <a:buFont typeface="Arial"/>
              <a:buNone/>
              <a:defRPr sz="2400" b="0" i="0" u="none" strike="noStrike" cap="none">
                <a:solidFill>
                  <a:schemeClr val="dk1"/>
                </a:solidFill>
                <a:latin typeface="Arial"/>
                <a:ea typeface="Arial"/>
                <a:cs typeface="Arial"/>
                <a:sym typeface="Arial"/>
              </a:defRPr>
            </a:lvl2pPr>
            <a:lvl3pPr marL="914400" marR="0" lvl="2" indent="0" algn="l" rtl="0">
              <a:lnSpc>
                <a:spcPct val="90000"/>
              </a:lnSpc>
              <a:spcBef>
                <a:spcPts val="500"/>
              </a:spcBef>
              <a:spcAft>
                <a:spcPts val="0"/>
              </a:spcAft>
              <a:buClr>
                <a:schemeClr val="dk1"/>
              </a:buClr>
              <a:buSzPts val="2000"/>
              <a:buFont typeface="Arial"/>
              <a:buNone/>
              <a:defRPr sz="2000" b="0" i="0" u="none" strike="noStrike" cap="none">
                <a:solidFill>
                  <a:schemeClr val="dk1"/>
                </a:solidFill>
                <a:latin typeface="Arial"/>
                <a:ea typeface="Arial"/>
                <a:cs typeface="Arial"/>
                <a:sym typeface="Arial"/>
              </a:defRPr>
            </a:lvl3pPr>
            <a:lvl4pPr marL="1371600" marR="0" lvl="3" indent="0" algn="l" rtl="0">
              <a:lnSpc>
                <a:spcPct val="90000"/>
              </a:lnSpc>
              <a:spcBef>
                <a:spcPts val="500"/>
              </a:spcBef>
              <a:spcAft>
                <a:spcPts val="0"/>
              </a:spcAft>
              <a:buClr>
                <a:schemeClr val="dk1"/>
              </a:buClr>
              <a:buSzPts val="1800"/>
              <a:buFont typeface="Arial"/>
              <a:buNone/>
              <a:defRPr sz="1800" b="0" i="0" u="none" strike="noStrike" cap="none">
                <a:solidFill>
                  <a:schemeClr val="dk1"/>
                </a:solidFill>
                <a:latin typeface="Arial"/>
                <a:ea typeface="Arial"/>
                <a:cs typeface="Arial"/>
                <a:sym typeface="Arial"/>
              </a:defRPr>
            </a:lvl4pPr>
            <a:lvl5pPr marL="1828800" marR="0" lvl="4" indent="0" algn="l" rtl="0">
              <a:lnSpc>
                <a:spcPct val="90000"/>
              </a:lnSpc>
              <a:spcBef>
                <a:spcPts val="500"/>
              </a:spcBef>
              <a:spcAft>
                <a:spcPts val="0"/>
              </a:spcAft>
              <a:buClr>
                <a:schemeClr val="dk1"/>
              </a:buClr>
              <a:buSzPts val="1800"/>
              <a:buFont typeface="Arial"/>
              <a:buNone/>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r>
              <a:rPr lang="en-US">
                <a:solidFill>
                  <a:srgbClr val="3F3F3F"/>
                </a:solidFill>
                <a:latin typeface="Open Sans"/>
                <a:ea typeface="Open Sans"/>
                <a:cs typeface="Open Sans"/>
                <a:sym typeface="Open Sans"/>
              </a:rPr>
              <a:t>Hive</a:t>
            </a:r>
            <a:endParaRPr lang="en-US" dirty="0"/>
          </a:p>
        </p:txBody>
      </p:sp>
      <p:sp>
        <p:nvSpPr>
          <p:cNvPr id="22" name="Text Placeholder 5">
            <a:extLst>
              <a:ext uri="{FF2B5EF4-FFF2-40B4-BE49-F238E27FC236}">
                <a16:creationId xmlns:a16="http://schemas.microsoft.com/office/drawing/2014/main" id="{05FC6A04-088D-467C-9057-97F47E899082}"/>
              </a:ext>
            </a:extLst>
          </p:cNvPr>
          <p:cNvSpPr txBox="1">
            <a:spLocks/>
          </p:cNvSpPr>
          <p:nvPr/>
        </p:nvSpPr>
        <p:spPr>
          <a:xfrm>
            <a:off x="2334566" y="4568181"/>
            <a:ext cx="11250613" cy="836613"/>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0" marR="0" lvl="0" indent="0" algn="l" rtl="0">
              <a:lnSpc>
                <a:spcPct val="114000"/>
              </a:lnSpc>
              <a:spcBef>
                <a:spcPts val="0"/>
              </a:spcBef>
              <a:spcAft>
                <a:spcPts val="0"/>
              </a:spcAft>
              <a:buClr>
                <a:schemeClr val="dk1"/>
              </a:buClr>
              <a:buSzPts val="2800"/>
              <a:buFont typeface="Arial"/>
              <a:buNone/>
              <a:defRPr sz="2000" b="0" i="0" u="none" strike="noStrike" cap="none">
                <a:solidFill>
                  <a:schemeClr val="tx1">
                    <a:lumMod val="75000"/>
                    <a:lumOff val="25000"/>
                  </a:schemeClr>
                </a:solidFill>
                <a:latin typeface="Arial"/>
                <a:ea typeface="Arial"/>
                <a:cs typeface="Arial"/>
                <a:sym typeface="Arial"/>
              </a:defRPr>
            </a:lvl1pPr>
            <a:lvl2pPr marL="457200" marR="0" lvl="1" indent="0" algn="l" rtl="0">
              <a:lnSpc>
                <a:spcPct val="90000"/>
              </a:lnSpc>
              <a:spcBef>
                <a:spcPts val="500"/>
              </a:spcBef>
              <a:spcAft>
                <a:spcPts val="0"/>
              </a:spcAft>
              <a:buClr>
                <a:schemeClr val="dk1"/>
              </a:buClr>
              <a:buSzPts val="2400"/>
              <a:buFont typeface="Arial"/>
              <a:buNone/>
              <a:defRPr sz="2400" b="0" i="0" u="none" strike="noStrike" cap="none">
                <a:solidFill>
                  <a:schemeClr val="dk1"/>
                </a:solidFill>
                <a:latin typeface="Arial"/>
                <a:ea typeface="Arial"/>
                <a:cs typeface="Arial"/>
                <a:sym typeface="Arial"/>
              </a:defRPr>
            </a:lvl2pPr>
            <a:lvl3pPr marL="914400" marR="0" lvl="2" indent="0" algn="l" rtl="0">
              <a:lnSpc>
                <a:spcPct val="90000"/>
              </a:lnSpc>
              <a:spcBef>
                <a:spcPts val="500"/>
              </a:spcBef>
              <a:spcAft>
                <a:spcPts val="0"/>
              </a:spcAft>
              <a:buClr>
                <a:schemeClr val="dk1"/>
              </a:buClr>
              <a:buSzPts val="2000"/>
              <a:buFont typeface="Arial"/>
              <a:buNone/>
              <a:defRPr sz="2000" b="0" i="0" u="none" strike="noStrike" cap="none">
                <a:solidFill>
                  <a:schemeClr val="dk1"/>
                </a:solidFill>
                <a:latin typeface="Arial"/>
                <a:ea typeface="Arial"/>
                <a:cs typeface="Arial"/>
                <a:sym typeface="Arial"/>
              </a:defRPr>
            </a:lvl3pPr>
            <a:lvl4pPr marL="1371600" marR="0" lvl="3" indent="0" algn="l" rtl="0">
              <a:lnSpc>
                <a:spcPct val="90000"/>
              </a:lnSpc>
              <a:spcBef>
                <a:spcPts val="500"/>
              </a:spcBef>
              <a:spcAft>
                <a:spcPts val="0"/>
              </a:spcAft>
              <a:buClr>
                <a:schemeClr val="dk1"/>
              </a:buClr>
              <a:buSzPts val="1800"/>
              <a:buFont typeface="Arial"/>
              <a:buNone/>
              <a:defRPr sz="1800" b="0" i="0" u="none" strike="noStrike" cap="none">
                <a:solidFill>
                  <a:schemeClr val="dk1"/>
                </a:solidFill>
                <a:latin typeface="Arial"/>
                <a:ea typeface="Arial"/>
                <a:cs typeface="Arial"/>
                <a:sym typeface="Arial"/>
              </a:defRPr>
            </a:lvl4pPr>
            <a:lvl5pPr marL="1828800" marR="0" lvl="4" indent="0" algn="l" rtl="0">
              <a:lnSpc>
                <a:spcPct val="90000"/>
              </a:lnSpc>
              <a:spcBef>
                <a:spcPts val="500"/>
              </a:spcBef>
              <a:spcAft>
                <a:spcPts val="0"/>
              </a:spcAft>
              <a:buClr>
                <a:schemeClr val="dk1"/>
              </a:buClr>
              <a:buSzPts val="1800"/>
              <a:buFont typeface="Arial"/>
              <a:buNone/>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r>
              <a:rPr lang="en-US">
                <a:solidFill>
                  <a:srgbClr val="3F3F3F"/>
                </a:solidFill>
                <a:latin typeface="Open Sans"/>
                <a:ea typeface="Open Sans"/>
                <a:cs typeface="Open Sans"/>
                <a:sym typeface="Open Sans"/>
              </a:rPr>
              <a:t>Spark</a:t>
            </a:r>
            <a:endParaRPr lang="en-US" dirty="0"/>
          </a:p>
        </p:txBody>
      </p:sp>
      <p:sp>
        <p:nvSpPr>
          <p:cNvPr id="23" name="Text Placeholder 6">
            <a:extLst>
              <a:ext uri="{FF2B5EF4-FFF2-40B4-BE49-F238E27FC236}">
                <a16:creationId xmlns:a16="http://schemas.microsoft.com/office/drawing/2014/main" id="{0EE4BA81-774E-58E4-ED75-F4C0DDAC891B}"/>
              </a:ext>
            </a:extLst>
          </p:cNvPr>
          <p:cNvSpPr>
            <a:spLocks noGrp="1"/>
          </p:cNvSpPr>
          <p:nvPr>
            <p:ph type="body" sz="quarter" idx="15"/>
          </p:nvPr>
        </p:nvSpPr>
        <p:spPr>
          <a:xfrm>
            <a:off x="2338682" y="5511422"/>
            <a:ext cx="11250613" cy="836613"/>
          </a:xfrm>
        </p:spPr>
        <p:txBody>
          <a:bodyPr/>
          <a:lstStyle/>
          <a:p>
            <a:r>
              <a:rPr lang="en-US" sz="2000" b="0" i="0" u="none" strike="noStrike" cap="none" dirty="0">
                <a:solidFill>
                  <a:srgbClr val="3F3F3F"/>
                </a:solidFill>
                <a:latin typeface="Open Sans"/>
                <a:ea typeface="Open Sans"/>
                <a:cs typeface="Open Sans"/>
                <a:sym typeface="Open Sans"/>
              </a:rPr>
              <a:t>Impala</a:t>
            </a:r>
            <a:endParaRPr lang="en-US" dirty="0"/>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Shape 2235"/>
        <p:cNvGrpSpPr/>
        <p:nvPr/>
      </p:nvGrpSpPr>
      <p:grpSpPr>
        <a:xfrm>
          <a:off x="0" y="0"/>
          <a:ext cx="0" cy="0"/>
          <a:chOff x="0" y="0"/>
          <a:chExt cx="0" cy="0"/>
        </a:xfrm>
      </p:grpSpPr>
      <p:sp>
        <p:nvSpPr>
          <p:cNvPr id="4" name="Text Placeholder 3">
            <a:extLst>
              <a:ext uri="{FF2B5EF4-FFF2-40B4-BE49-F238E27FC236}">
                <a16:creationId xmlns:a16="http://schemas.microsoft.com/office/drawing/2014/main" id="{94CFB0BA-C3BC-75DD-A2F4-AAACD4F68B8C}"/>
              </a:ext>
            </a:extLst>
          </p:cNvPr>
          <p:cNvSpPr>
            <a:spLocks noGrp="1"/>
          </p:cNvSpPr>
          <p:nvPr>
            <p:ph type="body" sz="quarter" idx="12"/>
          </p:nvPr>
        </p:nvSpPr>
        <p:spPr/>
        <p:txBody>
          <a:bodyPr/>
          <a:lstStyle/>
          <a:p>
            <a:r>
              <a:rPr lang="en-US" sz="2000" b="0" i="0" u="none" strike="noStrike" cap="none" dirty="0">
                <a:solidFill>
                  <a:srgbClr val="3F3F3F"/>
                </a:solidFill>
                <a:latin typeface="Open Sans"/>
                <a:ea typeface="Open Sans"/>
                <a:cs typeface="Open Sans"/>
                <a:sym typeface="Open Sans"/>
              </a:rPr>
              <a:t>Hive</a:t>
            </a:r>
            <a:endParaRPr lang="en-US" dirty="0"/>
          </a:p>
        </p:txBody>
      </p:sp>
      <p:sp>
        <p:nvSpPr>
          <p:cNvPr id="5" name="Text Placeholder 4">
            <a:extLst>
              <a:ext uri="{FF2B5EF4-FFF2-40B4-BE49-F238E27FC236}">
                <a16:creationId xmlns:a16="http://schemas.microsoft.com/office/drawing/2014/main" id="{E2944D79-417A-3B47-DF10-B662884808C2}"/>
              </a:ext>
            </a:extLst>
          </p:cNvPr>
          <p:cNvSpPr>
            <a:spLocks noGrp="1"/>
          </p:cNvSpPr>
          <p:nvPr>
            <p:ph type="body" sz="quarter" idx="13"/>
          </p:nvPr>
        </p:nvSpPr>
        <p:spPr/>
        <p:txBody>
          <a:bodyPr/>
          <a:lstStyle/>
          <a:p>
            <a:r>
              <a:rPr lang="en-US" sz="2000" b="0" i="0" u="none" strike="noStrike" cap="none" dirty="0">
                <a:solidFill>
                  <a:srgbClr val="3F3F3F"/>
                </a:solidFill>
                <a:latin typeface="Open Sans"/>
                <a:ea typeface="Open Sans"/>
                <a:cs typeface="Open Sans"/>
                <a:sym typeface="Open Sans"/>
              </a:rPr>
              <a:t>Impala</a:t>
            </a:r>
            <a:endParaRPr lang="en-US" dirty="0"/>
          </a:p>
        </p:txBody>
      </p:sp>
      <p:sp>
        <p:nvSpPr>
          <p:cNvPr id="6" name="Text Placeholder 5">
            <a:extLst>
              <a:ext uri="{FF2B5EF4-FFF2-40B4-BE49-F238E27FC236}">
                <a16:creationId xmlns:a16="http://schemas.microsoft.com/office/drawing/2014/main" id="{54CAF575-8766-AC26-5A41-1EAECD933936}"/>
              </a:ext>
            </a:extLst>
          </p:cNvPr>
          <p:cNvSpPr>
            <a:spLocks noGrp="1"/>
          </p:cNvSpPr>
          <p:nvPr>
            <p:ph type="body" sz="quarter" idx="14"/>
          </p:nvPr>
        </p:nvSpPr>
        <p:spPr/>
        <p:txBody>
          <a:bodyPr/>
          <a:lstStyle/>
          <a:p>
            <a:r>
              <a:rPr lang="en-US" sz="2000" b="0" i="0" u="none" strike="noStrike" cap="none" dirty="0">
                <a:solidFill>
                  <a:srgbClr val="3F3F3F"/>
                </a:solidFill>
                <a:latin typeface="Open Sans"/>
                <a:ea typeface="Open Sans"/>
                <a:cs typeface="Open Sans"/>
                <a:sym typeface="Open Sans"/>
              </a:rPr>
              <a:t>HBase</a:t>
            </a:r>
            <a:endParaRPr lang="en-US" dirty="0"/>
          </a:p>
        </p:txBody>
      </p:sp>
      <p:sp>
        <p:nvSpPr>
          <p:cNvPr id="7" name="Text Placeholder 6">
            <a:extLst>
              <a:ext uri="{FF2B5EF4-FFF2-40B4-BE49-F238E27FC236}">
                <a16:creationId xmlns:a16="http://schemas.microsoft.com/office/drawing/2014/main" id="{B4BC4BFF-BD00-1CA5-4526-754A11B3FC9F}"/>
              </a:ext>
            </a:extLst>
          </p:cNvPr>
          <p:cNvSpPr>
            <a:spLocks noGrp="1"/>
          </p:cNvSpPr>
          <p:nvPr>
            <p:ph type="body" sz="quarter" idx="15"/>
          </p:nvPr>
        </p:nvSpPr>
        <p:spPr/>
        <p:txBody>
          <a:bodyPr/>
          <a:lstStyle/>
          <a:p>
            <a:r>
              <a:rPr lang="en-US" sz="2000" b="0" i="0" u="none" strike="noStrike" cap="none" dirty="0">
                <a:solidFill>
                  <a:srgbClr val="3F3F3F"/>
                </a:solidFill>
                <a:latin typeface="Open Sans"/>
                <a:ea typeface="Open Sans"/>
                <a:cs typeface="Open Sans"/>
                <a:sym typeface="Open Sans"/>
              </a:rPr>
              <a:t>HDFS</a:t>
            </a:r>
          </a:p>
        </p:txBody>
      </p:sp>
      <p:sp>
        <p:nvSpPr>
          <p:cNvPr id="2237" name="Google Shape;2237;p21"/>
          <p:cNvSpPr txBox="1"/>
          <p:nvPr/>
        </p:nvSpPr>
        <p:spPr>
          <a:xfrm>
            <a:off x="3095884" y="584402"/>
            <a:ext cx="11705966" cy="1424965"/>
          </a:xfrm>
          <a:prstGeom prst="rect">
            <a:avLst/>
          </a:prstGeom>
          <a:noFill/>
          <a:ln>
            <a:noFill/>
          </a:ln>
        </p:spPr>
        <p:txBody>
          <a:bodyPr spcFirstLastPara="1" wrap="square" lIns="91425" tIns="45700" rIns="91425" bIns="45700" anchor="ctr" anchorCtr="0">
            <a:noAutofit/>
          </a:bodyPr>
          <a:lstStyle/>
          <a:p>
            <a:pPr marL="0" marR="0" lvl="0" indent="0" algn="l" rtl="0">
              <a:lnSpc>
                <a:spcPct val="90000"/>
              </a:lnSpc>
              <a:spcBef>
                <a:spcPts val="0"/>
              </a:spcBef>
              <a:spcAft>
                <a:spcPts val="0"/>
              </a:spcAft>
              <a:buClr>
                <a:schemeClr val="dk1"/>
              </a:buClr>
              <a:buSzPts val="2800"/>
              <a:buFont typeface="Arial"/>
              <a:buNone/>
            </a:pPr>
            <a:r>
              <a:rPr lang="en-US" sz="2200" b="1" i="0" u="none" strike="noStrike" cap="none" dirty="0">
                <a:solidFill>
                  <a:srgbClr val="3F3F3F"/>
                </a:solidFill>
                <a:latin typeface="Open Sans"/>
                <a:ea typeface="Open Sans"/>
                <a:cs typeface="Open Sans"/>
                <a:sym typeface="Open Sans"/>
              </a:rPr>
              <a:t>Which tool can perform random read and write operations on datasets of petabyte size?</a:t>
            </a:r>
            <a:endParaRPr sz="2800" b="0" i="0" u="none" strike="noStrike" cap="none" dirty="0">
              <a:solidFill>
                <a:schemeClr val="dk1"/>
              </a:solidFill>
              <a:latin typeface="Arial"/>
              <a:ea typeface="Arial"/>
              <a:cs typeface="Arial"/>
              <a:sym typeface="Arial"/>
            </a:endParaRPr>
          </a:p>
        </p:txBody>
      </p:sp>
      <p:sp>
        <p:nvSpPr>
          <p:cNvPr id="2" name="Text Placeholder 1">
            <a:extLst>
              <a:ext uri="{FF2B5EF4-FFF2-40B4-BE49-F238E27FC236}">
                <a16:creationId xmlns:a16="http://schemas.microsoft.com/office/drawing/2014/main" id="{7323E7EF-25E0-C101-39F8-18266484188D}"/>
              </a:ext>
            </a:extLst>
          </p:cNvPr>
          <p:cNvSpPr>
            <a:spLocks noGrp="1"/>
          </p:cNvSpPr>
          <p:nvPr>
            <p:ph type="body" sz="quarter" idx="10"/>
          </p:nvPr>
        </p:nvSpPr>
        <p:spPr/>
        <p:txBody>
          <a:bodyPr/>
          <a:lstStyle/>
          <a:p>
            <a:r>
              <a:rPr lang="en-US" sz="2200" b="1" i="0" u="none" strike="noStrike" cap="none" dirty="0">
                <a:solidFill>
                  <a:schemeClr val="lt1"/>
                </a:solidFill>
                <a:latin typeface="Open Sans"/>
                <a:ea typeface="Open Sans"/>
                <a:cs typeface="Open Sans"/>
                <a:sym typeface="Open Sans"/>
              </a:rPr>
              <a:t>2</a:t>
            </a:r>
            <a:endParaRPr lang="en-US" sz="2200" dirty="0"/>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Shape 2245"/>
        <p:cNvGrpSpPr/>
        <p:nvPr/>
      </p:nvGrpSpPr>
      <p:grpSpPr>
        <a:xfrm>
          <a:off x="0" y="0"/>
          <a:ext cx="0" cy="0"/>
          <a:chOff x="0" y="0"/>
          <a:chExt cx="0" cy="0"/>
        </a:xfrm>
      </p:grpSpPr>
      <p:sp>
        <p:nvSpPr>
          <p:cNvPr id="7" name="Text Placeholder 6">
            <a:extLst>
              <a:ext uri="{FF2B5EF4-FFF2-40B4-BE49-F238E27FC236}">
                <a16:creationId xmlns:a16="http://schemas.microsoft.com/office/drawing/2014/main" id="{EA0BF043-C420-72E2-D6A7-1A326784D848}"/>
              </a:ext>
            </a:extLst>
          </p:cNvPr>
          <p:cNvSpPr>
            <a:spLocks noGrp="1"/>
          </p:cNvSpPr>
          <p:nvPr>
            <p:ph type="body" sz="quarter" idx="18"/>
          </p:nvPr>
        </p:nvSpPr>
        <p:spPr>
          <a:xfrm>
            <a:off x="3270251" y="7296711"/>
            <a:ext cx="8834438" cy="584200"/>
          </a:xfrm>
        </p:spPr>
        <p:txBody>
          <a:bodyPr/>
          <a:lstStyle/>
          <a:p>
            <a:r>
              <a:rPr lang="en-US" dirty="0">
                <a:latin typeface="Open Sans" panose="020B0606030504020204" pitchFamily="34" charset="0"/>
                <a:ea typeface="Open Sans" panose="020B0606030504020204" pitchFamily="34" charset="0"/>
                <a:cs typeface="Open Sans" panose="020B0606030504020204" pitchFamily="34" charset="0"/>
              </a:rPr>
              <a:t>C</a:t>
            </a:r>
            <a:endParaRPr lang="en-IN" dirty="0">
              <a:latin typeface="Open Sans" panose="020B0606030504020204" pitchFamily="34" charset="0"/>
              <a:ea typeface="Open Sans" panose="020B0606030504020204" pitchFamily="34" charset="0"/>
              <a:cs typeface="Open Sans" panose="020B0606030504020204" pitchFamily="34" charset="0"/>
            </a:endParaRPr>
          </a:p>
        </p:txBody>
      </p:sp>
      <p:sp>
        <p:nvSpPr>
          <p:cNvPr id="6" name="Text Placeholder 5">
            <a:extLst>
              <a:ext uri="{FF2B5EF4-FFF2-40B4-BE49-F238E27FC236}">
                <a16:creationId xmlns:a16="http://schemas.microsoft.com/office/drawing/2014/main" id="{027B1553-58DD-E4D5-DF01-0169AACD67E8}"/>
              </a:ext>
            </a:extLst>
          </p:cNvPr>
          <p:cNvSpPr>
            <a:spLocks noGrp="1"/>
          </p:cNvSpPr>
          <p:nvPr>
            <p:ph type="body" sz="quarter" idx="16"/>
          </p:nvPr>
        </p:nvSpPr>
        <p:spPr>
          <a:xfrm>
            <a:off x="669924" y="7935913"/>
            <a:ext cx="13617575" cy="1004887"/>
          </a:xfrm>
        </p:spPr>
        <p:txBody>
          <a:bodyPr/>
          <a:lstStyle/>
          <a:p>
            <a:pPr>
              <a:lnSpc>
                <a:spcPct val="100000"/>
              </a:lnSpc>
              <a:buClr>
                <a:srgbClr val="3F3F3F"/>
              </a:buClr>
              <a:buSzPts val="2200"/>
            </a:pPr>
            <a:r>
              <a:rPr lang="en-US" dirty="0">
                <a:solidFill>
                  <a:srgbClr val="3F3F3F"/>
                </a:solidFill>
                <a:latin typeface="Open Sans"/>
                <a:ea typeface="Open Sans"/>
                <a:cs typeface="Open Sans"/>
              </a:rPr>
              <a:t>HBase is a database that leverages milliseconds of delay to read and write data even at a petabyte scale.</a:t>
            </a:r>
          </a:p>
          <a:p>
            <a:pPr>
              <a:lnSpc>
                <a:spcPct val="100000"/>
              </a:lnSpc>
              <a:buClr>
                <a:srgbClr val="3F3F3F"/>
              </a:buClr>
              <a:buSzPts val="2200"/>
            </a:pPr>
            <a:endParaRPr lang="en-IN" dirty="0">
              <a:solidFill>
                <a:srgbClr val="3F3F3F"/>
              </a:solidFill>
              <a:latin typeface="Open Sans"/>
              <a:ea typeface="Open Sans"/>
              <a:cs typeface="Open Sans"/>
            </a:endParaRPr>
          </a:p>
        </p:txBody>
      </p:sp>
      <p:sp>
        <p:nvSpPr>
          <p:cNvPr id="10" name="Text Placeholder 3">
            <a:extLst>
              <a:ext uri="{FF2B5EF4-FFF2-40B4-BE49-F238E27FC236}">
                <a16:creationId xmlns:a16="http://schemas.microsoft.com/office/drawing/2014/main" id="{F9532EA4-7FA7-281B-9EC6-58FCCF2F651D}"/>
              </a:ext>
            </a:extLst>
          </p:cNvPr>
          <p:cNvSpPr txBox="1">
            <a:spLocks/>
          </p:cNvSpPr>
          <p:nvPr/>
        </p:nvSpPr>
        <p:spPr>
          <a:xfrm>
            <a:off x="2330450" y="2698180"/>
            <a:ext cx="11250613" cy="836613"/>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0" marR="0" lvl="0" indent="0" algn="l" rtl="0">
              <a:lnSpc>
                <a:spcPct val="114000"/>
              </a:lnSpc>
              <a:spcBef>
                <a:spcPts val="0"/>
              </a:spcBef>
              <a:spcAft>
                <a:spcPts val="0"/>
              </a:spcAft>
              <a:buClr>
                <a:schemeClr val="dk1"/>
              </a:buClr>
              <a:buSzPts val="2800"/>
              <a:buFont typeface="Arial"/>
              <a:buNone/>
              <a:defRPr sz="2000" b="0" i="0" u="none" strike="noStrike" cap="none">
                <a:solidFill>
                  <a:schemeClr val="tx1">
                    <a:lumMod val="75000"/>
                    <a:lumOff val="25000"/>
                  </a:schemeClr>
                </a:solidFill>
                <a:latin typeface="Arial"/>
                <a:ea typeface="Arial"/>
                <a:cs typeface="Arial"/>
                <a:sym typeface="Arial"/>
              </a:defRPr>
            </a:lvl1pPr>
            <a:lvl2pPr marL="457200" marR="0" lvl="1" indent="0" algn="l" rtl="0">
              <a:lnSpc>
                <a:spcPct val="90000"/>
              </a:lnSpc>
              <a:spcBef>
                <a:spcPts val="500"/>
              </a:spcBef>
              <a:spcAft>
                <a:spcPts val="0"/>
              </a:spcAft>
              <a:buClr>
                <a:schemeClr val="dk1"/>
              </a:buClr>
              <a:buSzPts val="2400"/>
              <a:buFont typeface="Arial"/>
              <a:buNone/>
              <a:defRPr sz="2400" b="0" i="0" u="none" strike="noStrike" cap="none">
                <a:solidFill>
                  <a:schemeClr val="dk1"/>
                </a:solidFill>
                <a:latin typeface="Arial"/>
                <a:ea typeface="Arial"/>
                <a:cs typeface="Arial"/>
                <a:sym typeface="Arial"/>
              </a:defRPr>
            </a:lvl2pPr>
            <a:lvl3pPr marL="914400" marR="0" lvl="2" indent="0" algn="l" rtl="0">
              <a:lnSpc>
                <a:spcPct val="90000"/>
              </a:lnSpc>
              <a:spcBef>
                <a:spcPts val="500"/>
              </a:spcBef>
              <a:spcAft>
                <a:spcPts val="0"/>
              </a:spcAft>
              <a:buClr>
                <a:schemeClr val="dk1"/>
              </a:buClr>
              <a:buSzPts val="2000"/>
              <a:buFont typeface="Arial"/>
              <a:buNone/>
              <a:defRPr sz="2000" b="0" i="0" u="none" strike="noStrike" cap="none">
                <a:solidFill>
                  <a:schemeClr val="dk1"/>
                </a:solidFill>
                <a:latin typeface="Arial"/>
                <a:ea typeface="Arial"/>
                <a:cs typeface="Arial"/>
                <a:sym typeface="Arial"/>
              </a:defRPr>
            </a:lvl3pPr>
            <a:lvl4pPr marL="1371600" marR="0" lvl="3" indent="0" algn="l" rtl="0">
              <a:lnSpc>
                <a:spcPct val="90000"/>
              </a:lnSpc>
              <a:spcBef>
                <a:spcPts val="500"/>
              </a:spcBef>
              <a:spcAft>
                <a:spcPts val="0"/>
              </a:spcAft>
              <a:buClr>
                <a:schemeClr val="dk1"/>
              </a:buClr>
              <a:buSzPts val="1800"/>
              <a:buFont typeface="Arial"/>
              <a:buNone/>
              <a:defRPr sz="1800" b="0" i="0" u="none" strike="noStrike" cap="none">
                <a:solidFill>
                  <a:schemeClr val="dk1"/>
                </a:solidFill>
                <a:latin typeface="Arial"/>
                <a:ea typeface="Arial"/>
                <a:cs typeface="Arial"/>
                <a:sym typeface="Arial"/>
              </a:defRPr>
            </a:lvl4pPr>
            <a:lvl5pPr marL="1828800" marR="0" lvl="4" indent="0" algn="l" rtl="0">
              <a:lnSpc>
                <a:spcPct val="90000"/>
              </a:lnSpc>
              <a:spcBef>
                <a:spcPts val="500"/>
              </a:spcBef>
              <a:spcAft>
                <a:spcPts val="0"/>
              </a:spcAft>
              <a:buClr>
                <a:schemeClr val="dk1"/>
              </a:buClr>
              <a:buSzPts val="1800"/>
              <a:buFont typeface="Arial"/>
              <a:buNone/>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r>
              <a:rPr lang="en-US">
                <a:solidFill>
                  <a:srgbClr val="3F3F3F"/>
                </a:solidFill>
                <a:latin typeface="Open Sans"/>
                <a:ea typeface="Open Sans"/>
                <a:cs typeface="Open Sans"/>
                <a:sym typeface="Open Sans"/>
              </a:rPr>
              <a:t>Hive</a:t>
            </a:r>
            <a:endParaRPr lang="en-US" dirty="0"/>
          </a:p>
        </p:txBody>
      </p:sp>
      <p:sp>
        <p:nvSpPr>
          <p:cNvPr id="11" name="Text Placeholder 4">
            <a:extLst>
              <a:ext uri="{FF2B5EF4-FFF2-40B4-BE49-F238E27FC236}">
                <a16:creationId xmlns:a16="http://schemas.microsoft.com/office/drawing/2014/main" id="{C593EA55-D39E-F63A-0D9D-2C01386B4480}"/>
              </a:ext>
            </a:extLst>
          </p:cNvPr>
          <p:cNvSpPr txBox="1">
            <a:spLocks/>
          </p:cNvSpPr>
          <p:nvPr/>
        </p:nvSpPr>
        <p:spPr>
          <a:xfrm>
            <a:off x="2334566" y="3629064"/>
            <a:ext cx="11250613" cy="836613"/>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0" marR="0" lvl="0" indent="0" algn="l" rtl="0">
              <a:lnSpc>
                <a:spcPct val="114000"/>
              </a:lnSpc>
              <a:spcBef>
                <a:spcPts val="0"/>
              </a:spcBef>
              <a:spcAft>
                <a:spcPts val="0"/>
              </a:spcAft>
              <a:buClr>
                <a:schemeClr val="dk1"/>
              </a:buClr>
              <a:buSzPts val="2800"/>
              <a:buFont typeface="Arial"/>
              <a:buNone/>
              <a:defRPr sz="2000" b="0" i="0" u="none" strike="noStrike" cap="none">
                <a:solidFill>
                  <a:schemeClr val="tx1">
                    <a:lumMod val="75000"/>
                    <a:lumOff val="25000"/>
                  </a:schemeClr>
                </a:solidFill>
                <a:latin typeface="Arial"/>
                <a:ea typeface="Arial"/>
                <a:cs typeface="Arial"/>
                <a:sym typeface="Arial"/>
              </a:defRPr>
            </a:lvl1pPr>
            <a:lvl2pPr marL="457200" marR="0" lvl="1" indent="0" algn="l" rtl="0">
              <a:lnSpc>
                <a:spcPct val="90000"/>
              </a:lnSpc>
              <a:spcBef>
                <a:spcPts val="500"/>
              </a:spcBef>
              <a:spcAft>
                <a:spcPts val="0"/>
              </a:spcAft>
              <a:buClr>
                <a:schemeClr val="dk1"/>
              </a:buClr>
              <a:buSzPts val="2400"/>
              <a:buFont typeface="Arial"/>
              <a:buNone/>
              <a:defRPr sz="2400" b="0" i="0" u="none" strike="noStrike" cap="none">
                <a:solidFill>
                  <a:schemeClr val="dk1"/>
                </a:solidFill>
                <a:latin typeface="Arial"/>
                <a:ea typeface="Arial"/>
                <a:cs typeface="Arial"/>
                <a:sym typeface="Arial"/>
              </a:defRPr>
            </a:lvl2pPr>
            <a:lvl3pPr marL="914400" marR="0" lvl="2" indent="0" algn="l" rtl="0">
              <a:lnSpc>
                <a:spcPct val="90000"/>
              </a:lnSpc>
              <a:spcBef>
                <a:spcPts val="500"/>
              </a:spcBef>
              <a:spcAft>
                <a:spcPts val="0"/>
              </a:spcAft>
              <a:buClr>
                <a:schemeClr val="dk1"/>
              </a:buClr>
              <a:buSzPts val="2000"/>
              <a:buFont typeface="Arial"/>
              <a:buNone/>
              <a:defRPr sz="2000" b="0" i="0" u="none" strike="noStrike" cap="none">
                <a:solidFill>
                  <a:schemeClr val="dk1"/>
                </a:solidFill>
                <a:latin typeface="Arial"/>
                <a:ea typeface="Arial"/>
                <a:cs typeface="Arial"/>
                <a:sym typeface="Arial"/>
              </a:defRPr>
            </a:lvl3pPr>
            <a:lvl4pPr marL="1371600" marR="0" lvl="3" indent="0" algn="l" rtl="0">
              <a:lnSpc>
                <a:spcPct val="90000"/>
              </a:lnSpc>
              <a:spcBef>
                <a:spcPts val="500"/>
              </a:spcBef>
              <a:spcAft>
                <a:spcPts val="0"/>
              </a:spcAft>
              <a:buClr>
                <a:schemeClr val="dk1"/>
              </a:buClr>
              <a:buSzPts val="1800"/>
              <a:buFont typeface="Arial"/>
              <a:buNone/>
              <a:defRPr sz="1800" b="0" i="0" u="none" strike="noStrike" cap="none">
                <a:solidFill>
                  <a:schemeClr val="dk1"/>
                </a:solidFill>
                <a:latin typeface="Arial"/>
                <a:ea typeface="Arial"/>
                <a:cs typeface="Arial"/>
                <a:sym typeface="Arial"/>
              </a:defRPr>
            </a:lvl4pPr>
            <a:lvl5pPr marL="1828800" marR="0" lvl="4" indent="0" algn="l" rtl="0">
              <a:lnSpc>
                <a:spcPct val="90000"/>
              </a:lnSpc>
              <a:spcBef>
                <a:spcPts val="500"/>
              </a:spcBef>
              <a:spcAft>
                <a:spcPts val="0"/>
              </a:spcAft>
              <a:buClr>
                <a:schemeClr val="dk1"/>
              </a:buClr>
              <a:buSzPts val="1800"/>
              <a:buFont typeface="Arial"/>
              <a:buNone/>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r>
              <a:rPr lang="en-US">
                <a:solidFill>
                  <a:srgbClr val="3F3F3F"/>
                </a:solidFill>
                <a:latin typeface="Open Sans"/>
                <a:ea typeface="Open Sans"/>
                <a:cs typeface="Open Sans"/>
                <a:sym typeface="Open Sans"/>
              </a:rPr>
              <a:t>Impala</a:t>
            </a:r>
            <a:endParaRPr lang="en-US" dirty="0"/>
          </a:p>
        </p:txBody>
      </p:sp>
      <p:sp>
        <p:nvSpPr>
          <p:cNvPr id="12" name="Text Placeholder 5">
            <a:extLst>
              <a:ext uri="{FF2B5EF4-FFF2-40B4-BE49-F238E27FC236}">
                <a16:creationId xmlns:a16="http://schemas.microsoft.com/office/drawing/2014/main" id="{B98B9838-681B-60CA-144D-902FB394C900}"/>
              </a:ext>
            </a:extLst>
          </p:cNvPr>
          <p:cNvSpPr txBox="1">
            <a:spLocks/>
          </p:cNvSpPr>
          <p:nvPr/>
        </p:nvSpPr>
        <p:spPr>
          <a:xfrm>
            <a:off x="2334566" y="4568181"/>
            <a:ext cx="11250613" cy="836613"/>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0" marR="0" lvl="0" indent="0" algn="l" rtl="0">
              <a:lnSpc>
                <a:spcPct val="114000"/>
              </a:lnSpc>
              <a:spcBef>
                <a:spcPts val="0"/>
              </a:spcBef>
              <a:spcAft>
                <a:spcPts val="0"/>
              </a:spcAft>
              <a:buClr>
                <a:schemeClr val="dk1"/>
              </a:buClr>
              <a:buSzPts val="2800"/>
              <a:buFont typeface="Arial"/>
              <a:buNone/>
              <a:defRPr sz="2000" b="0" i="0" u="none" strike="noStrike" cap="none">
                <a:solidFill>
                  <a:schemeClr val="tx1">
                    <a:lumMod val="75000"/>
                    <a:lumOff val="25000"/>
                  </a:schemeClr>
                </a:solidFill>
                <a:latin typeface="Arial"/>
                <a:ea typeface="Arial"/>
                <a:cs typeface="Arial"/>
                <a:sym typeface="Arial"/>
              </a:defRPr>
            </a:lvl1pPr>
            <a:lvl2pPr marL="457200" marR="0" lvl="1" indent="0" algn="l" rtl="0">
              <a:lnSpc>
                <a:spcPct val="90000"/>
              </a:lnSpc>
              <a:spcBef>
                <a:spcPts val="500"/>
              </a:spcBef>
              <a:spcAft>
                <a:spcPts val="0"/>
              </a:spcAft>
              <a:buClr>
                <a:schemeClr val="dk1"/>
              </a:buClr>
              <a:buSzPts val="2400"/>
              <a:buFont typeface="Arial"/>
              <a:buNone/>
              <a:defRPr sz="2400" b="0" i="0" u="none" strike="noStrike" cap="none">
                <a:solidFill>
                  <a:schemeClr val="dk1"/>
                </a:solidFill>
                <a:latin typeface="Arial"/>
                <a:ea typeface="Arial"/>
                <a:cs typeface="Arial"/>
                <a:sym typeface="Arial"/>
              </a:defRPr>
            </a:lvl2pPr>
            <a:lvl3pPr marL="914400" marR="0" lvl="2" indent="0" algn="l" rtl="0">
              <a:lnSpc>
                <a:spcPct val="90000"/>
              </a:lnSpc>
              <a:spcBef>
                <a:spcPts val="500"/>
              </a:spcBef>
              <a:spcAft>
                <a:spcPts val="0"/>
              </a:spcAft>
              <a:buClr>
                <a:schemeClr val="dk1"/>
              </a:buClr>
              <a:buSzPts val="2000"/>
              <a:buFont typeface="Arial"/>
              <a:buNone/>
              <a:defRPr sz="2000" b="0" i="0" u="none" strike="noStrike" cap="none">
                <a:solidFill>
                  <a:schemeClr val="dk1"/>
                </a:solidFill>
                <a:latin typeface="Arial"/>
                <a:ea typeface="Arial"/>
                <a:cs typeface="Arial"/>
                <a:sym typeface="Arial"/>
              </a:defRPr>
            </a:lvl3pPr>
            <a:lvl4pPr marL="1371600" marR="0" lvl="3" indent="0" algn="l" rtl="0">
              <a:lnSpc>
                <a:spcPct val="90000"/>
              </a:lnSpc>
              <a:spcBef>
                <a:spcPts val="500"/>
              </a:spcBef>
              <a:spcAft>
                <a:spcPts val="0"/>
              </a:spcAft>
              <a:buClr>
                <a:schemeClr val="dk1"/>
              </a:buClr>
              <a:buSzPts val="1800"/>
              <a:buFont typeface="Arial"/>
              <a:buNone/>
              <a:defRPr sz="1800" b="0" i="0" u="none" strike="noStrike" cap="none">
                <a:solidFill>
                  <a:schemeClr val="dk1"/>
                </a:solidFill>
                <a:latin typeface="Arial"/>
                <a:ea typeface="Arial"/>
                <a:cs typeface="Arial"/>
                <a:sym typeface="Arial"/>
              </a:defRPr>
            </a:lvl4pPr>
            <a:lvl5pPr marL="1828800" marR="0" lvl="4" indent="0" algn="l" rtl="0">
              <a:lnSpc>
                <a:spcPct val="90000"/>
              </a:lnSpc>
              <a:spcBef>
                <a:spcPts val="500"/>
              </a:spcBef>
              <a:spcAft>
                <a:spcPts val="0"/>
              </a:spcAft>
              <a:buClr>
                <a:schemeClr val="dk1"/>
              </a:buClr>
              <a:buSzPts val="1800"/>
              <a:buFont typeface="Arial"/>
              <a:buNone/>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r>
              <a:rPr lang="en-US">
                <a:solidFill>
                  <a:srgbClr val="3F3F3F"/>
                </a:solidFill>
                <a:latin typeface="Open Sans"/>
                <a:ea typeface="Open Sans"/>
                <a:cs typeface="Open Sans"/>
                <a:sym typeface="Open Sans"/>
              </a:rPr>
              <a:t>HBase</a:t>
            </a:r>
            <a:endParaRPr lang="en-US" dirty="0"/>
          </a:p>
        </p:txBody>
      </p:sp>
      <p:sp>
        <p:nvSpPr>
          <p:cNvPr id="13" name="Text Placeholder 6">
            <a:extLst>
              <a:ext uri="{FF2B5EF4-FFF2-40B4-BE49-F238E27FC236}">
                <a16:creationId xmlns:a16="http://schemas.microsoft.com/office/drawing/2014/main" id="{6588E693-2368-90FF-FA35-F22B09347C89}"/>
              </a:ext>
            </a:extLst>
          </p:cNvPr>
          <p:cNvSpPr>
            <a:spLocks noGrp="1"/>
          </p:cNvSpPr>
          <p:nvPr>
            <p:ph type="body" sz="quarter" idx="15"/>
          </p:nvPr>
        </p:nvSpPr>
        <p:spPr>
          <a:xfrm>
            <a:off x="2338682" y="5511422"/>
            <a:ext cx="11250613" cy="836613"/>
          </a:xfrm>
        </p:spPr>
        <p:txBody>
          <a:bodyPr/>
          <a:lstStyle/>
          <a:p>
            <a:r>
              <a:rPr lang="en-US" sz="2000" b="0" i="0" u="none" strike="noStrike" cap="none" dirty="0">
                <a:solidFill>
                  <a:srgbClr val="3F3F3F"/>
                </a:solidFill>
                <a:latin typeface="Open Sans"/>
                <a:ea typeface="Open Sans"/>
                <a:cs typeface="Open Sans"/>
                <a:sym typeface="Open Sans"/>
              </a:rPr>
              <a:t>HDFS</a:t>
            </a:r>
          </a:p>
        </p:txBody>
      </p:sp>
      <p:sp>
        <p:nvSpPr>
          <p:cNvPr id="14" name="Google Shape;2237;p21">
            <a:extLst>
              <a:ext uri="{FF2B5EF4-FFF2-40B4-BE49-F238E27FC236}">
                <a16:creationId xmlns:a16="http://schemas.microsoft.com/office/drawing/2014/main" id="{71707C49-A333-690E-BFF2-7469BE1A344B}"/>
              </a:ext>
            </a:extLst>
          </p:cNvPr>
          <p:cNvSpPr txBox="1"/>
          <p:nvPr/>
        </p:nvSpPr>
        <p:spPr>
          <a:xfrm>
            <a:off x="3095884" y="584402"/>
            <a:ext cx="11705966" cy="1424965"/>
          </a:xfrm>
          <a:prstGeom prst="rect">
            <a:avLst/>
          </a:prstGeom>
          <a:noFill/>
          <a:ln>
            <a:noFill/>
          </a:ln>
        </p:spPr>
        <p:txBody>
          <a:bodyPr spcFirstLastPara="1" wrap="square" lIns="91425" tIns="45700" rIns="91425" bIns="45700" anchor="ctr" anchorCtr="0">
            <a:noAutofit/>
          </a:bodyPr>
          <a:lstStyle/>
          <a:p>
            <a:pPr marL="0" marR="0" lvl="0" indent="0" algn="l" rtl="0">
              <a:lnSpc>
                <a:spcPct val="90000"/>
              </a:lnSpc>
              <a:spcBef>
                <a:spcPts val="0"/>
              </a:spcBef>
              <a:spcAft>
                <a:spcPts val="0"/>
              </a:spcAft>
              <a:buClr>
                <a:schemeClr val="dk1"/>
              </a:buClr>
              <a:buSzPts val="2800"/>
              <a:buFont typeface="Arial"/>
              <a:buNone/>
            </a:pPr>
            <a:r>
              <a:rPr lang="en-US" sz="2200" b="1" i="0" u="none" strike="noStrike" cap="none" dirty="0">
                <a:solidFill>
                  <a:schemeClr val="tx1">
                    <a:lumMod val="75000"/>
                    <a:lumOff val="25000"/>
                  </a:schemeClr>
                </a:solidFill>
                <a:latin typeface="Open Sans"/>
                <a:ea typeface="Open Sans"/>
                <a:cs typeface="Open Sans"/>
                <a:sym typeface="Open Sans"/>
              </a:rPr>
              <a:t>Which tool can perform random read and write operations on datasets of petabyte size?</a:t>
            </a:r>
            <a:endParaRPr sz="2800" b="0" i="0" u="none" strike="noStrike" cap="none" dirty="0">
              <a:solidFill>
                <a:schemeClr val="tx1">
                  <a:lumMod val="75000"/>
                  <a:lumOff val="25000"/>
                </a:schemeClr>
              </a:solidFill>
              <a:latin typeface="Arial"/>
              <a:ea typeface="Arial"/>
              <a:cs typeface="Arial"/>
              <a:sym typeface="Arial"/>
            </a:endParaRPr>
          </a:p>
        </p:txBody>
      </p:sp>
      <p:sp>
        <p:nvSpPr>
          <p:cNvPr id="15" name="Text Placeholder 1">
            <a:extLst>
              <a:ext uri="{FF2B5EF4-FFF2-40B4-BE49-F238E27FC236}">
                <a16:creationId xmlns:a16="http://schemas.microsoft.com/office/drawing/2014/main" id="{545073DC-021E-341C-0F42-510176FFDCF7}"/>
              </a:ext>
            </a:extLst>
          </p:cNvPr>
          <p:cNvSpPr txBox="1">
            <a:spLocks/>
          </p:cNvSpPr>
          <p:nvPr/>
        </p:nvSpPr>
        <p:spPr>
          <a:xfrm>
            <a:off x="1562390" y="1193800"/>
            <a:ext cx="1135063" cy="830263"/>
          </a:xfrm>
          <a:prstGeom prst="rect">
            <a:avLst/>
          </a:prstGeom>
          <a:no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L="0" marR="0" lvl="0" indent="0" algn="ctr" rtl="0">
              <a:lnSpc>
                <a:spcPct val="90000"/>
              </a:lnSpc>
              <a:spcBef>
                <a:spcPts val="0"/>
              </a:spcBef>
              <a:spcAft>
                <a:spcPts val="0"/>
              </a:spcAft>
              <a:buClr>
                <a:schemeClr val="dk1"/>
              </a:buClr>
              <a:buSzPts val="2800"/>
              <a:buFont typeface="Arial"/>
              <a:buNone/>
              <a:defRPr sz="2800" b="1" i="0" u="none" strike="noStrike" cap="none">
                <a:solidFill>
                  <a:schemeClr val="bg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r>
              <a:rPr lang="en-US" sz="2200">
                <a:solidFill>
                  <a:schemeClr val="lt1"/>
                </a:solidFill>
                <a:latin typeface="Open Sans"/>
                <a:ea typeface="Open Sans"/>
                <a:cs typeface="Open Sans"/>
                <a:sym typeface="Open Sans"/>
              </a:rPr>
              <a:t>2</a:t>
            </a:r>
            <a:endParaRPr lang="en-US" sz="2200" dirty="0"/>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Shape 2257"/>
        <p:cNvGrpSpPr/>
        <p:nvPr/>
      </p:nvGrpSpPr>
      <p:grpSpPr>
        <a:xfrm>
          <a:off x="0" y="0"/>
          <a:ext cx="0" cy="0"/>
          <a:chOff x="0" y="0"/>
          <a:chExt cx="0" cy="0"/>
        </a:xfrm>
      </p:grpSpPr>
      <p:sp>
        <p:nvSpPr>
          <p:cNvPr id="4" name="Text Placeholder 3">
            <a:extLst>
              <a:ext uri="{FF2B5EF4-FFF2-40B4-BE49-F238E27FC236}">
                <a16:creationId xmlns:a16="http://schemas.microsoft.com/office/drawing/2014/main" id="{3C9A53D2-1B99-97AF-DA83-473F1529E795}"/>
              </a:ext>
            </a:extLst>
          </p:cNvPr>
          <p:cNvSpPr>
            <a:spLocks noGrp="1"/>
          </p:cNvSpPr>
          <p:nvPr>
            <p:ph type="body" sz="quarter" idx="12"/>
          </p:nvPr>
        </p:nvSpPr>
        <p:spPr/>
        <p:txBody>
          <a:bodyPr/>
          <a:lstStyle/>
          <a:p>
            <a:r>
              <a:rPr lang="en-US" sz="2000" b="0" i="0" u="none" strike="noStrike" cap="none" dirty="0">
                <a:solidFill>
                  <a:srgbClr val="595959"/>
                </a:solidFill>
                <a:latin typeface="Open Sans"/>
                <a:ea typeface="Open Sans"/>
                <a:cs typeface="Open Sans"/>
                <a:sym typeface="Open Sans"/>
              </a:rPr>
              <a:t>Data from social media websites</a:t>
            </a:r>
            <a:endParaRPr lang="en-US" sz="2000" b="0" i="0" u="none" strike="noStrike" cap="none" dirty="0">
              <a:solidFill>
                <a:srgbClr val="000000"/>
              </a:solidFill>
              <a:latin typeface="Open Sans"/>
              <a:ea typeface="Open Sans"/>
              <a:cs typeface="Open Sans"/>
              <a:sym typeface="Open Sans"/>
            </a:endParaRPr>
          </a:p>
        </p:txBody>
      </p:sp>
      <p:sp>
        <p:nvSpPr>
          <p:cNvPr id="5" name="Text Placeholder 4">
            <a:extLst>
              <a:ext uri="{FF2B5EF4-FFF2-40B4-BE49-F238E27FC236}">
                <a16:creationId xmlns:a16="http://schemas.microsoft.com/office/drawing/2014/main" id="{3C72D377-6878-DB5B-76B9-B6AB6D223D66}"/>
              </a:ext>
            </a:extLst>
          </p:cNvPr>
          <p:cNvSpPr>
            <a:spLocks noGrp="1"/>
          </p:cNvSpPr>
          <p:nvPr>
            <p:ph type="body" sz="quarter" idx="13"/>
          </p:nvPr>
        </p:nvSpPr>
        <p:spPr/>
        <p:txBody>
          <a:bodyPr/>
          <a:lstStyle/>
          <a:p>
            <a:r>
              <a:rPr lang="en-US" sz="2000" b="0" i="0" u="none" strike="noStrike" cap="none" dirty="0">
                <a:solidFill>
                  <a:srgbClr val="595959"/>
                </a:solidFill>
                <a:latin typeface="Open Sans"/>
                <a:ea typeface="Open Sans"/>
                <a:cs typeface="Open Sans"/>
                <a:sym typeface="Open Sans"/>
              </a:rPr>
              <a:t>Transactional data in Amazon’s database</a:t>
            </a:r>
            <a:endParaRPr lang="en-US" sz="2000" b="0" i="0" u="none" strike="noStrike" cap="none" dirty="0">
              <a:solidFill>
                <a:srgbClr val="000000"/>
              </a:solidFill>
              <a:latin typeface="Open Sans"/>
              <a:ea typeface="Open Sans"/>
              <a:cs typeface="Open Sans"/>
              <a:sym typeface="Open Sans"/>
            </a:endParaRPr>
          </a:p>
        </p:txBody>
      </p:sp>
      <p:sp>
        <p:nvSpPr>
          <p:cNvPr id="6" name="Text Placeholder 5">
            <a:extLst>
              <a:ext uri="{FF2B5EF4-FFF2-40B4-BE49-F238E27FC236}">
                <a16:creationId xmlns:a16="http://schemas.microsoft.com/office/drawing/2014/main" id="{717E9469-B717-7DBA-3616-7724B778DA28}"/>
              </a:ext>
            </a:extLst>
          </p:cNvPr>
          <p:cNvSpPr>
            <a:spLocks noGrp="1"/>
          </p:cNvSpPr>
          <p:nvPr>
            <p:ph type="body" sz="quarter" idx="14"/>
          </p:nvPr>
        </p:nvSpPr>
        <p:spPr/>
        <p:txBody>
          <a:bodyPr/>
          <a:lstStyle/>
          <a:p>
            <a:r>
              <a:rPr lang="en-US" sz="2000" b="0" i="0" u="none" strike="noStrike" cap="none" dirty="0">
                <a:solidFill>
                  <a:srgbClr val="595959"/>
                </a:solidFill>
                <a:latin typeface="Open Sans"/>
                <a:ea typeface="Open Sans"/>
                <a:cs typeface="Open Sans"/>
                <a:sym typeface="Open Sans"/>
              </a:rPr>
              <a:t>Web and server logs</a:t>
            </a:r>
            <a:endParaRPr lang="en-US" sz="2000" b="0" i="0" u="none" strike="noStrike" cap="none" dirty="0">
              <a:solidFill>
                <a:srgbClr val="000000"/>
              </a:solidFill>
              <a:latin typeface="Open Sans"/>
              <a:ea typeface="Open Sans"/>
              <a:cs typeface="Open Sans"/>
              <a:sym typeface="Open Sans"/>
            </a:endParaRPr>
          </a:p>
        </p:txBody>
      </p:sp>
      <p:sp>
        <p:nvSpPr>
          <p:cNvPr id="7" name="Text Placeholder 6">
            <a:extLst>
              <a:ext uri="{FF2B5EF4-FFF2-40B4-BE49-F238E27FC236}">
                <a16:creationId xmlns:a16="http://schemas.microsoft.com/office/drawing/2014/main" id="{1F4A5DA3-2E12-3F64-C2CD-F4C2EFB4E423}"/>
              </a:ext>
            </a:extLst>
          </p:cNvPr>
          <p:cNvSpPr>
            <a:spLocks noGrp="1"/>
          </p:cNvSpPr>
          <p:nvPr>
            <p:ph type="body" sz="quarter" idx="15"/>
          </p:nvPr>
        </p:nvSpPr>
        <p:spPr/>
        <p:txBody>
          <a:bodyPr/>
          <a:lstStyle/>
          <a:p>
            <a:r>
              <a:rPr lang="en-US" sz="2000" b="0" i="0" u="none" strike="noStrike" cap="none" dirty="0">
                <a:solidFill>
                  <a:srgbClr val="3F3F3F"/>
                </a:solidFill>
                <a:latin typeface="Open Sans"/>
                <a:ea typeface="Open Sans"/>
                <a:cs typeface="Open Sans"/>
                <a:sym typeface="Open Sans"/>
              </a:rPr>
              <a:t>All of the above</a:t>
            </a:r>
            <a:endParaRPr lang="en-US" dirty="0"/>
          </a:p>
        </p:txBody>
      </p:sp>
      <p:sp>
        <p:nvSpPr>
          <p:cNvPr id="2259" name="Google Shape;2259;p24"/>
          <p:cNvSpPr txBox="1"/>
          <p:nvPr/>
        </p:nvSpPr>
        <p:spPr>
          <a:xfrm>
            <a:off x="3112518" y="599098"/>
            <a:ext cx="13391132" cy="1424965"/>
          </a:xfrm>
          <a:prstGeom prst="rect">
            <a:avLst/>
          </a:prstGeom>
          <a:noFill/>
          <a:ln>
            <a:noFill/>
          </a:ln>
        </p:spPr>
        <p:txBody>
          <a:bodyPr spcFirstLastPara="1" wrap="square" lIns="91425" tIns="45700" rIns="91425" bIns="45700" anchor="ctr" anchorCtr="0">
            <a:noAutofit/>
          </a:bodyPr>
          <a:lstStyle/>
          <a:p>
            <a:pPr marL="0" marR="0" lvl="0" indent="0" algn="l" rtl="0">
              <a:lnSpc>
                <a:spcPct val="90000"/>
              </a:lnSpc>
              <a:spcBef>
                <a:spcPts val="0"/>
              </a:spcBef>
              <a:spcAft>
                <a:spcPts val="0"/>
              </a:spcAft>
              <a:buClr>
                <a:schemeClr val="dk1"/>
              </a:buClr>
              <a:buSzPts val="2800"/>
              <a:buFont typeface="Arial"/>
              <a:buNone/>
            </a:pPr>
            <a:r>
              <a:rPr lang="en-US" sz="2200" b="1" i="0" u="none" strike="noStrike" cap="none">
                <a:solidFill>
                  <a:srgbClr val="3F3F3F"/>
                </a:solidFill>
                <a:latin typeface="Open Sans"/>
                <a:ea typeface="Open Sans"/>
                <a:cs typeface="Open Sans"/>
                <a:sym typeface="Open Sans"/>
              </a:rPr>
              <a:t>Which of the following is a source of unstructured data?</a:t>
            </a:r>
            <a:endParaRPr sz="2200" b="1" i="0" u="none" strike="noStrike" cap="none">
              <a:solidFill>
                <a:srgbClr val="3F3F3F"/>
              </a:solidFill>
              <a:latin typeface="Open Sans"/>
              <a:ea typeface="Open Sans"/>
              <a:cs typeface="Open Sans"/>
              <a:sym typeface="Open Sans"/>
            </a:endParaRPr>
          </a:p>
        </p:txBody>
      </p:sp>
      <p:sp>
        <p:nvSpPr>
          <p:cNvPr id="2" name="Text Placeholder 1">
            <a:extLst>
              <a:ext uri="{FF2B5EF4-FFF2-40B4-BE49-F238E27FC236}">
                <a16:creationId xmlns:a16="http://schemas.microsoft.com/office/drawing/2014/main" id="{4A94FD78-ABC8-AEFD-9126-5B79FFC5154F}"/>
              </a:ext>
            </a:extLst>
          </p:cNvPr>
          <p:cNvSpPr>
            <a:spLocks noGrp="1"/>
          </p:cNvSpPr>
          <p:nvPr>
            <p:ph type="body" sz="quarter" idx="10"/>
          </p:nvPr>
        </p:nvSpPr>
        <p:spPr/>
        <p:txBody>
          <a:bodyPr/>
          <a:lstStyle/>
          <a:p>
            <a:r>
              <a:rPr lang="en-US" sz="2200" b="1" i="0" u="none" strike="noStrike" cap="none" dirty="0">
                <a:solidFill>
                  <a:schemeClr val="lt1"/>
                </a:solidFill>
                <a:latin typeface="Open Sans"/>
                <a:ea typeface="Open Sans"/>
                <a:cs typeface="Open Sans"/>
                <a:sym typeface="Open Sans"/>
              </a:rPr>
              <a:t>3</a:t>
            </a:r>
            <a:endParaRPr lang="en-US" sz="2200" dirty="0"/>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Shape 2267"/>
        <p:cNvGrpSpPr/>
        <p:nvPr/>
      </p:nvGrpSpPr>
      <p:grpSpPr>
        <a:xfrm>
          <a:off x="0" y="0"/>
          <a:ext cx="0" cy="0"/>
          <a:chOff x="0" y="0"/>
          <a:chExt cx="0" cy="0"/>
        </a:xfrm>
      </p:grpSpPr>
      <p:sp>
        <p:nvSpPr>
          <p:cNvPr id="7" name="Text Placeholder 6">
            <a:extLst>
              <a:ext uri="{FF2B5EF4-FFF2-40B4-BE49-F238E27FC236}">
                <a16:creationId xmlns:a16="http://schemas.microsoft.com/office/drawing/2014/main" id="{03BBE586-AC1C-376D-FF2D-DB8E4720167C}"/>
              </a:ext>
            </a:extLst>
          </p:cNvPr>
          <p:cNvSpPr>
            <a:spLocks noGrp="1"/>
          </p:cNvSpPr>
          <p:nvPr>
            <p:ph type="body" sz="quarter" idx="18"/>
          </p:nvPr>
        </p:nvSpPr>
        <p:spPr>
          <a:xfrm>
            <a:off x="3289301" y="7296711"/>
            <a:ext cx="8834438" cy="584200"/>
          </a:xfrm>
        </p:spPr>
        <p:txBody>
          <a:bodyPr/>
          <a:lstStyle/>
          <a:p>
            <a:r>
              <a:rPr lang="en-US" dirty="0">
                <a:latin typeface="Open Sans" panose="020B0606030504020204" pitchFamily="34" charset="0"/>
                <a:ea typeface="Open Sans" panose="020B0606030504020204" pitchFamily="34" charset="0"/>
                <a:cs typeface="Open Sans" panose="020B0606030504020204" pitchFamily="34" charset="0"/>
              </a:rPr>
              <a:t>A</a:t>
            </a:r>
            <a:endParaRPr lang="en-IN" dirty="0">
              <a:latin typeface="Open Sans" panose="020B0606030504020204" pitchFamily="34" charset="0"/>
              <a:ea typeface="Open Sans" panose="020B0606030504020204" pitchFamily="34" charset="0"/>
              <a:cs typeface="Open Sans" panose="020B0606030504020204" pitchFamily="34" charset="0"/>
            </a:endParaRPr>
          </a:p>
        </p:txBody>
      </p:sp>
      <p:sp>
        <p:nvSpPr>
          <p:cNvPr id="6" name="Text Placeholder 5">
            <a:extLst>
              <a:ext uri="{FF2B5EF4-FFF2-40B4-BE49-F238E27FC236}">
                <a16:creationId xmlns:a16="http://schemas.microsoft.com/office/drawing/2014/main" id="{EBD81D53-5370-7791-17E8-434B7F509432}"/>
              </a:ext>
            </a:extLst>
          </p:cNvPr>
          <p:cNvSpPr>
            <a:spLocks noGrp="1"/>
          </p:cNvSpPr>
          <p:nvPr>
            <p:ph type="body" sz="quarter" idx="16"/>
          </p:nvPr>
        </p:nvSpPr>
        <p:spPr/>
        <p:txBody>
          <a:bodyPr>
            <a:normAutofit/>
          </a:bodyPr>
          <a:lstStyle/>
          <a:p>
            <a:pPr lvl="0">
              <a:lnSpc>
                <a:spcPct val="100000"/>
              </a:lnSpc>
              <a:buClr>
                <a:srgbClr val="3F3F3F"/>
              </a:buClr>
              <a:buSzPts val="2200"/>
            </a:pPr>
            <a:r>
              <a:rPr lang="en-US" dirty="0">
                <a:solidFill>
                  <a:srgbClr val="3F3F3F"/>
                </a:solidFill>
                <a:latin typeface="Open Sans"/>
                <a:ea typeface="Open Sans"/>
                <a:cs typeface="Open Sans"/>
              </a:rPr>
              <a:t>Unstructured data comprises data that is usually not easily searchable, including formats like audio, video, and social media postings.</a:t>
            </a:r>
          </a:p>
          <a:p>
            <a:pPr lvl="0">
              <a:lnSpc>
                <a:spcPct val="120000"/>
              </a:lnSpc>
              <a:buClr>
                <a:srgbClr val="3F3F3F"/>
              </a:buClr>
              <a:buSzPts val="2200"/>
            </a:pPr>
            <a:endParaRPr lang="en-US" dirty="0">
              <a:solidFill>
                <a:srgbClr val="3F3F3F"/>
              </a:solidFill>
              <a:latin typeface="Open Sans"/>
              <a:ea typeface="Open Sans"/>
              <a:cs typeface="Open Sans"/>
            </a:endParaRPr>
          </a:p>
          <a:p>
            <a:pPr>
              <a:lnSpc>
                <a:spcPct val="120000"/>
              </a:lnSpc>
              <a:buClr>
                <a:srgbClr val="3F3F3F"/>
              </a:buClr>
              <a:buSzPts val="2200"/>
            </a:pPr>
            <a:endParaRPr lang="en-IN" dirty="0">
              <a:solidFill>
                <a:srgbClr val="3F3F3F"/>
              </a:solidFill>
              <a:latin typeface="Open Sans"/>
              <a:ea typeface="Open Sans"/>
              <a:cs typeface="Open Sans"/>
            </a:endParaRPr>
          </a:p>
        </p:txBody>
      </p:sp>
      <p:sp>
        <p:nvSpPr>
          <p:cNvPr id="10" name="Text Placeholder 3">
            <a:extLst>
              <a:ext uri="{FF2B5EF4-FFF2-40B4-BE49-F238E27FC236}">
                <a16:creationId xmlns:a16="http://schemas.microsoft.com/office/drawing/2014/main" id="{BC8D548A-ED34-95E9-7D1F-569846062E6B}"/>
              </a:ext>
            </a:extLst>
          </p:cNvPr>
          <p:cNvSpPr txBox="1">
            <a:spLocks/>
          </p:cNvSpPr>
          <p:nvPr/>
        </p:nvSpPr>
        <p:spPr>
          <a:xfrm>
            <a:off x="2330450" y="2698180"/>
            <a:ext cx="11250613" cy="836613"/>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0" marR="0" lvl="0" indent="0" algn="l" rtl="0">
              <a:lnSpc>
                <a:spcPct val="114000"/>
              </a:lnSpc>
              <a:spcBef>
                <a:spcPts val="0"/>
              </a:spcBef>
              <a:spcAft>
                <a:spcPts val="0"/>
              </a:spcAft>
              <a:buClr>
                <a:schemeClr val="dk1"/>
              </a:buClr>
              <a:buSzPts val="2800"/>
              <a:buFont typeface="Arial"/>
              <a:buNone/>
              <a:defRPr sz="2000" b="0" i="0" u="none" strike="noStrike" cap="none">
                <a:solidFill>
                  <a:schemeClr val="tx1">
                    <a:lumMod val="75000"/>
                    <a:lumOff val="25000"/>
                  </a:schemeClr>
                </a:solidFill>
                <a:latin typeface="Arial"/>
                <a:ea typeface="Arial"/>
                <a:cs typeface="Arial"/>
                <a:sym typeface="Arial"/>
              </a:defRPr>
            </a:lvl1pPr>
            <a:lvl2pPr marL="457200" marR="0" lvl="1" indent="0" algn="l" rtl="0">
              <a:lnSpc>
                <a:spcPct val="90000"/>
              </a:lnSpc>
              <a:spcBef>
                <a:spcPts val="500"/>
              </a:spcBef>
              <a:spcAft>
                <a:spcPts val="0"/>
              </a:spcAft>
              <a:buClr>
                <a:schemeClr val="dk1"/>
              </a:buClr>
              <a:buSzPts val="2400"/>
              <a:buFont typeface="Arial"/>
              <a:buNone/>
              <a:defRPr sz="2400" b="0" i="0" u="none" strike="noStrike" cap="none">
                <a:solidFill>
                  <a:schemeClr val="dk1"/>
                </a:solidFill>
                <a:latin typeface="Arial"/>
                <a:ea typeface="Arial"/>
                <a:cs typeface="Arial"/>
                <a:sym typeface="Arial"/>
              </a:defRPr>
            </a:lvl2pPr>
            <a:lvl3pPr marL="914400" marR="0" lvl="2" indent="0" algn="l" rtl="0">
              <a:lnSpc>
                <a:spcPct val="90000"/>
              </a:lnSpc>
              <a:spcBef>
                <a:spcPts val="500"/>
              </a:spcBef>
              <a:spcAft>
                <a:spcPts val="0"/>
              </a:spcAft>
              <a:buClr>
                <a:schemeClr val="dk1"/>
              </a:buClr>
              <a:buSzPts val="2000"/>
              <a:buFont typeface="Arial"/>
              <a:buNone/>
              <a:defRPr sz="2000" b="0" i="0" u="none" strike="noStrike" cap="none">
                <a:solidFill>
                  <a:schemeClr val="dk1"/>
                </a:solidFill>
                <a:latin typeface="Arial"/>
                <a:ea typeface="Arial"/>
                <a:cs typeface="Arial"/>
                <a:sym typeface="Arial"/>
              </a:defRPr>
            </a:lvl3pPr>
            <a:lvl4pPr marL="1371600" marR="0" lvl="3" indent="0" algn="l" rtl="0">
              <a:lnSpc>
                <a:spcPct val="90000"/>
              </a:lnSpc>
              <a:spcBef>
                <a:spcPts val="500"/>
              </a:spcBef>
              <a:spcAft>
                <a:spcPts val="0"/>
              </a:spcAft>
              <a:buClr>
                <a:schemeClr val="dk1"/>
              </a:buClr>
              <a:buSzPts val="1800"/>
              <a:buFont typeface="Arial"/>
              <a:buNone/>
              <a:defRPr sz="1800" b="0" i="0" u="none" strike="noStrike" cap="none">
                <a:solidFill>
                  <a:schemeClr val="dk1"/>
                </a:solidFill>
                <a:latin typeface="Arial"/>
                <a:ea typeface="Arial"/>
                <a:cs typeface="Arial"/>
                <a:sym typeface="Arial"/>
              </a:defRPr>
            </a:lvl4pPr>
            <a:lvl5pPr marL="1828800" marR="0" lvl="4" indent="0" algn="l" rtl="0">
              <a:lnSpc>
                <a:spcPct val="90000"/>
              </a:lnSpc>
              <a:spcBef>
                <a:spcPts val="500"/>
              </a:spcBef>
              <a:spcAft>
                <a:spcPts val="0"/>
              </a:spcAft>
              <a:buClr>
                <a:schemeClr val="dk1"/>
              </a:buClr>
              <a:buSzPts val="1800"/>
              <a:buFont typeface="Arial"/>
              <a:buNone/>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r>
              <a:rPr lang="en-US">
                <a:solidFill>
                  <a:srgbClr val="595959"/>
                </a:solidFill>
                <a:latin typeface="Open Sans"/>
                <a:ea typeface="Open Sans"/>
                <a:cs typeface="Open Sans"/>
                <a:sym typeface="Open Sans"/>
              </a:rPr>
              <a:t>Data from social media websites</a:t>
            </a:r>
            <a:endParaRPr lang="en-US" dirty="0">
              <a:solidFill>
                <a:srgbClr val="000000"/>
              </a:solidFill>
              <a:latin typeface="Open Sans"/>
              <a:ea typeface="Open Sans"/>
              <a:cs typeface="Open Sans"/>
              <a:sym typeface="Open Sans"/>
            </a:endParaRPr>
          </a:p>
        </p:txBody>
      </p:sp>
      <p:sp>
        <p:nvSpPr>
          <p:cNvPr id="11" name="Text Placeholder 4">
            <a:extLst>
              <a:ext uri="{FF2B5EF4-FFF2-40B4-BE49-F238E27FC236}">
                <a16:creationId xmlns:a16="http://schemas.microsoft.com/office/drawing/2014/main" id="{37BBDA63-9082-CB2A-4E1B-4DB4B7AC8D99}"/>
              </a:ext>
            </a:extLst>
          </p:cNvPr>
          <p:cNvSpPr txBox="1">
            <a:spLocks/>
          </p:cNvSpPr>
          <p:nvPr/>
        </p:nvSpPr>
        <p:spPr>
          <a:xfrm>
            <a:off x="2334566" y="3629064"/>
            <a:ext cx="11250613" cy="836613"/>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0" marR="0" lvl="0" indent="0" algn="l" rtl="0">
              <a:lnSpc>
                <a:spcPct val="114000"/>
              </a:lnSpc>
              <a:spcBef>
                <a:spcPts val="0"/>
              </a:spcBef>
              <a:spcAft>
                <a:spcPts val="0"/>
              </a:spcAft>
              <a:buClr>
                <a:schemeClr val="dk1"/>
              </a:buClr>
              <a:buSzPts val="2800"/>
              <a:buFont typeface="Arial"/>
              <a:buNone/>
              <a:defRPr sz="2000" b="0" i="0" u="none" strike="noStrike" cap="none">
                <a:solidFill>
                  <a:schemeClr val="tx1">
                    <a:lumMod val="75000"/>
                    <a:lumOff val="25000"/>
                  </a:schemeClr>
                </a:solidFill>
                <a:latin typeface="Arial"/>
                <a:ea typeface="Arial"/>
                <a:cs typeface="Arial"/>
                <a:sym typeface="Arial"/>
              </a:defRPr>
            </a:lvl1pPr>
            <a:lvl2pPr marL="457200" marR="0" lvl="1" indent="0" algn="l" rtl="0">
              <a:lnSpc>
                <a:spcPct val="90000"/>
              </a:lnSpc>
              <a:spcBef>
                <a:spcPts val="500"/>
              </a:spcBef>
              <a:spcAft>
                <a:spcPts val="0"/>
              </a:spcAft>
              <a:buClr>
                <a:schemeClr val="dk1"/>
              </a:buClr>
              <a:buSzPts val="2400"/>
              <a:buFont typeface="Arial"/>
              <a:buNone/>
              <a:defRPr sz="2400" b="0" i="0" u="none" strike="noStrike" cap="none">
                <a:solidFill>
                  <a:schemeClr val="dk1"/>
                </a:solidFill>
                <a:latin typeface="Arial"/>
                <a:ea typeface="Arial"/>
                <a:cs typeface="Arial"/>
                <a:sym typeface="Arial"/>
              </a:defRPr>
            </a:lvl2pPr>
            <a:lvl3pPr marL="914400" marR="0" lvl="2" indent="0" algn="l" rtl="0">
              <a:lnSpc>
                <a:spcPct val="90000"/>
              </a:lnSpc>
              <a:spcBef>
                <a:spcPts val="500"/>
              </a:spcBef>
              <a:spcAft>
                <a:spcPts val="0"/>
              </a:spcAft>
              <a:buClr>
                <a:schemeClr val="dk1"/>
              </a:buClr>
              <a:buSzPts val="2000"/>
              <a:buFont typeface="Arial"/>
              <a:buNone/>
              <a:defRPr sz="2000" b="0" i="0" u="none" strike="noStrike" cap="none">
                <a:solidFill>
                  <a:schemeClr val="dk1"/>
                </a:solidFill>
                <a:latin typeface="Arial"/>
                <a:ea typeface="Arial"/>
                <a:cs typeface="Arial"/>
                <a:sym typeface="Arial"/>
              </a:defRPr>
            </a:lvl3pPr>
            <a:lvl4pPr marL="1371600" marR="0" lvl="3" indent="0" algn="l" rtl="0">
              <a:lnSpc>
                <a:spcPct val="90000"/>
              </a:lnSpc>
              <a:spcBef>
                <a:spcPts val="500"/>
              </a:spcBef>
              <a:spcAft>
                <a:spcPts val="0"/>
              </a:spcAft>
              <a:buClr>
                <a:schemeClr val="dk1"/>
              </a:buClr>
              <a:buSzPts val="1800"/>
              <a:buFont typeface="Arial"/>
              <a:buNone/>
              <a:defRPr sz="1800" b="0" i="0" u="none" strike="noStrike" cap="none">
                <a:solidFill>
                  <a:schemeClr val="dk1"/>
                </a:solidFill>
                <a:latin typeface="Arial"/>
                <a:ea typeface="Arial"/>
                <a:cs typeface="Arial"/>
                <a:sym typeface="Arial"/>
              </a:defRPr>
            </a:lvl4pPr>
            <a:lvl5pPr marL="1828800" marR="0" lvl="4" indent="0" algn="l" rtl="0">
              <a:lnSpc>
                <a:spcPct val="90000"/>
              </a:lnSpc>
              <a:spcBef>
                <a:spcPts val="500"/>
              </a:spcBef>
              <a:spcAft>
                <a:spcPts val="0"/>
              </a:spcAft>
              <a:buClr>
                <a:schemeClr val="dk1"/>
              </a:buClr>
              <a:buSzPts val="1800"/>
              <a:buFont typeface="Arial"/>
              <a:buNone/>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r>
              <a:rPr lang="en-US">
                <a:solidFill>
                  <a:srgbClr val="595959"/>
                </a:solidFill>
                <a:latin typeface="Open Sans"/>
                <a:ea typeface="Open Sans"/>
                <a:cs typeface="Open Sans"/>
                <a:sym typeface="Open Sans"/>
              </a:rPr>
              <a:t>Transactional data in Amazon’s database</a:t>
            </a:r>
            <a:endParaRPr lang="en-US" dirty="0">
              <a:solidFill>
                <a:srgbClr val="000000"/>
              </a:solidFill>
              <a:latin typeface="Open Sans"/>
              <a:ea typeface="Open Sans"/>
              <a:cs typeface="Open Sans"/>
              <a:sym typeface="Open Sans"/>
            </a:endParaRPr>
          </a:p>
        </p:txBody>
      </p:sp>
      <p:sp>
        <p:nvSpPr>
          <p:cNvPr id="12" name="Text Placeholder 5">
            <a:extLst>
              <a:ext uri="{FF2B5EF4-FFF2-40B4-BE49-F238E27FC236}">
                <a16:creationId xmlns:a16="http://schemas.microsoft.com/office/drawing/2014/main" id="{E1E2961C-1173-F73A-06A3-46A8A3CAC562}"/>
              </a:ext>
            </a:extLst>
          </p:cNvPr>
          <p:cNvSpPr txBox="1">
            <a:spLocks/>
          </p:cNvSpPr>
          <p:nvPr/>
        </p:nvSpPr>
        <p:spPr>
          <a:xfrm>
            <a:off x="2334566" y="4568181"/>
            <a:ext cx="11250613" cy="836613"/>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0" marR="0" lvl="0" indent="0" algn="l" rtl="0">
              <a:lnSpc>
                <a:spcPct val="114000"/>
              </a:lnSpc>
              <a:spcBef>
                <a:spcPts val="0"/>
              </a:spcBef>
              <a:spcAft>
                <a:spcPts val="0"/>
              </a:spcAft>
              <a:buClr>
                <a:schemeClr val="dk1"/>
              </a:buClr>
              <a:buSzPts val="2800"/>
              <a:buFont typeface="Arial"/>
              <a:buNone/>
              <a:defRPr sz="2000" b="0" i="0" u="none" strike="noStrike" cap="none">
                <a:solidFill>
                  <a:schemeClr val="tx1">
                    <a:lumMod val="75000"/>
                    <a:lumOff val="25000"/>
                  </a:schemeClr>
                </a:solidFill>
                <a:latin typeface="Arial"/>
                <a:ea typeface="Arial"/>
                <a:cs typeface="Arial"/>
                <a:sym typeface="Arial"/>
              </a:defRPr>
            </a:lvl1pPr>
            <a:lvl2pPr marL="457200" marR="0" lvl="1" indent="0" algn="l" rtl="0">
              <a:lnSpc>
                <a:spcPct val="90000"/>
              </a:lnSpc>
              <a:spcBef>
                <a:spcPts val="500"/>
              </a:spcBef>
              <a:spcAft>
                <a:spcPts val="0"/>
              </a:spcAft>
              <a:buClr>
                <a:schemeClr val="dk1"/>
              </a:buClr>
              <a:buSzPts val="2400"/>
              <a:buFont typeface="Arial"/>
              <a:buNone/>
              <a:defRPr sz="2400" b="0" i="0" u="none" strike="noStrike" cap="none">
                <a:solidFill>
                  <a:schemeClr val="dk1"/>
                </a:solidFill>
                <a:latin typeface="Arial"/>
                <a:ea typeface="Arial"/>
                <a:cs typeface="Arial"/>
                <a:sym typeface="Arial"/>
              </a:defRPr>
            </a:lvl2pPr>
            <a:lvl3pPr marL="914400" marR="0" lvl="2" indent="0" algn="l" rtl="0">
              <a:lnSpc>
                <a:spcPct val="90000"/>
              </a:lnSpc>
              <a:spcBef>
                <a:spcPts val="500"/>
              </a:spcBef>
              <a:spcAft>
                <a:spcPts val="0"/>
              </a:spcAft>
              <a:buClr>
                <a:schemeClr val="dk1"/>
              </a:buClr>
              <a:buSzPts val="2000"/>
              <a:buFont typeface="Arial"/>
              <a:buNone/>
              <a:defRPr sz="2000" b="0" i="0" u="none" strike="noStrike" cap="none">
                <a:solidFill>
                  <a:schemeClr val="dk1"/>
                </a:solidFill>
                <a:latin typeface="Arial"/>
                <a:ea typeface="Arial"/>
                <a:cs typeface="Arial"/>
                <a:sym typeface="Arial"/>
              </a:defRPr>
            </a:lvl3pPr>
            <a:lvl4pPr marL="1371600" marR="0" lvl="3" indent="0" algn="l" rtl="0">
              <a:lnSpc>
                <a:spcPct val="90000"/>
              </a:lnSpc>
              <a:spcBef>
                <a:spcPts val="500"/>
              </a:spcBef>
              <a:spcAft>
                <a:spcPts val="0"/>
              </a:spcAft>
              <a:buClr>
                <a:schemeClr val="dk1"/>
              </a:buClr>
              <a:buSzPts val="1800"/>
              <a:buFont typeface="Arial"/>
              <a:buNone/>
              <a:defRPr sz="1800" b="0" i="0" u="none" strike="noStrike" cap="none">
                <a:solidFill>
                  <a:schemeClr val="dk1"/>
                </a:solidFill>
                <a:latin typeface="Arial"/>
                <a:ea typeface="Arial"/>
                <a:cs typeface="Arial"/>
                <a:sym typeface="Arial"/>
              </a:defRPr>
            </a:lvl4pPr>
            <a:lvl5pPr marL="1828800" marR="0" lvl="4" indent="0" algn="l" rtl="0">
              <a:lnSpc>
                <a:spcPct val="90000"/>
              </a:lnSpc>
              <a:spcBef>
                <a:spcPts val="500"/>
              </a:spcBef>
              <a:spcAft>
                <a:spcPts val="0"/>
              </a:spcAft>
              <a:buClr>
                <a:schemeClr val="dk1"/>
              </a:buClr>
              <a:buSzPts val="1800"/>
              <a:buFont typeface="Arial"/>
              <a:buNone/>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r>
              <a:rPr lang="en-US">
                <a:solidFill>
                  <a:srgbClr val="595959"/>
                </a:solidFill>
                <a:latin typeface="Open Sans"/>
                <a:ea typeface="Open Sans"/>
                <a:cs typeface="Open Sans"/>
                <a:sym typeface="Open Sans"/>
              </a:rPr>
              <a:t>Web and server logs</a:t>
            </a:r>
            <a:endParaRPr lang="en-US" dirty="0">
              <a:solidFill>
                <a:srgbClr val="000000"/>
              </a:solidFill>
              <a:latin typeface="Open Sans"/>
              <a:ea typeface="Open Sans"/>
              <a:cs typeface="Open Sans"/>
              <a:sym typeface="Open Sans"/>
            </a:endParaRPr>
          </a:p>
        </p:txBody>
      </p:sp>
      <p:sp>
        <p:nvSpPr>
          <p:cNvPr id="13" name="Text Placeholder 6">
            <a:extLst>
              <a:ext uri="{FF2B5EF4-FFF2-40B4-BE49-F238E27FC236}">
                <a16:creationId xmlns:a16="http://schemas.microsoft.com/office/drawing/2014/main" id="{83A4F55C-4E73-6C87-055E-A04974B8AC8B}"/>
              </a:ext>
            </a:extLst>
          </p:cNvPr>
          <p:cNvSpPr>
            <a:spLocks noGrp="1"/>
          </p:cNvSpPr>
          <p:nvPr>
            <p:ph type="body" sz="quarter" idx="15"/>
          </p:nvPr>
        </p:nvSpPr>
        <p:spPr>
          <a:xfrm>
            <a:off x="2338682" y="5511422"/>
            <a:ext cx="11250613" cy="836613"/>
          </a:xfrm>
        </p:spPr>
        <p:txBody>
          <a:bodyPr/>
          <a:lstStyle/>
          <a:p>
            <a:r>
              <a:rPr lang="en-US" sz="2000" b="0" i="0" u="none" strike="noStrike" cap="none" dirty="0">
                <a:solidFill>
                  <a:srgbClr val="3F3F3F"/>
                </a:solidFill>
                <a:latin typeface="Open Sans"/>
                <a:ea typeface="Open Sans"/>
                <a:cs typeface="Open Sans"/>
                <a:sym typeface="Open Sans"/>
              </a:rPr>
              <a:t>All of the above</a:t>
            </a:r>
            <a:endParaRPr lang="en-US" dirty="0"/>
          </a:p>
        </p:txBody>
      </p:sp>
      <p:sp>
        <p:nvSpPr>
          <p:cNvPr id="14" name="Google Shape;2259;p24">
            <a:extLst>
              <a:ext uri="{FF2B5EF4-FFF2-40B4-BE49-F238E27FC236}">
                <a16:creationId xmlns:a16="http://schemas.microsoft.com/office/drawing/2014/main" id="{B202A460-8C6C-4B53-3E27-A2890F2A7594}"/>
              </a:ext>
            </a:extLst>
          </p:cNvPr>
          <p:cNvSpPr txBox="1"/>
          <p:nvPr/>
        </p:nvSpPr>
        <p:spPr>
          <a:xfrm>
            <a:off x="3112518" y="599098"/>
            <a:ext cx="13391132" cy="1424965"/>
          </a:xfrm>
          <a:prstGeom prst="rect">
            <a:avLst/>
          </a:prstGeom>
          <a:noFill/>
          <a:ln>
            <a:noFill/>
          </a:ln>
        </p:spPr>
        <p:txBody>
          <a:bodyPr spcFirstLastPara="1" wrap="square" lIns="91425" tIns="45700" rIns="91425" bIns="45700" anchor="ctr" anchorCtr="0">
            <a:noAutofit/>
          </a:bodyPr>
          <a:lstStyle/>
          <a:p>
            <a:pPr marL="0" marR="0" lvl="0" indent="0" algn="l" rtl="0">
              <a:lnSpc>
                <a:spcPct val="90000"/>
              </a:lnSpc>
              <a:spcBef>
                <a:spcPts val="0"/>
              </a:spcBef>
              <a:spcAft>
                <a:spcPts val="0"/>
              </a:spcAft>
              <a:buClr>
                <a:schemeClr val="dk1"/>
              </a:buClr>
              <a:buSzPts val="2800"/>
              <a:buFont typeface="Arial"/>
              <a:buNone/>
            </a:pPr>
            <a:r>
              <a:rPr lang="en-US" sz="2200" b="1" i="0" u="none" strike="noStrike" cap="none">
                <a:solidFill>
                  <a:srgbClr val="3F3F3F"/>
                </a:solidFill>
                <a:latin typeface="Open Sans"/>
                <a:ea typeface="Open Sans"/>
                <a:cs typeface="Open Sans"/>
                <a:sym typeface="Open Sans"/>
              </a:rPr>
              <a:t>Which of the following is a source of unstructured data?</a:t>
            </a:r>
            <a:endParaRPr sz="2200" b="1" i="0" u="none" strike="noStrike" cap="none">
              <a:solidFill>
                <a:srgbClr val="3F3F3F"/>
              </a:solidFill>
              <a:latin typeface="Open Sans"/>
              <a:ea typeface="Open Sans"/>
              <a:cs typeface="Open Sans"/>
              <a:sym typeface="Open Sans"/>
            </a:endParaRPr>
          </a:p>
        </p:txBody>
      </p:sp>
      <p:sp>
        <p:nvSpPr>
          <p:cNvPr id="15" name="Text Placeholder 1">
            <a:extLst>
              <a:ext uri="{FF2B5EF4-FFF2-40B4-BE49-F238E27FC236}">
                <a16:creationId xmlns:a16="http://schemas.microsoft.com/office/drawing/2014/main" id="{5AEE62F1-3119-A404-5D13-D649EEE086C5}"/>
              </a:ext>
            </a:extLst>
          </p:cNvPr>
          <p:cNvSpPr txBox="1">
            <a:spLocks/>
          </p:cNvSpPr>
          <p:nvPr/>
        </p:nvSpPr>
        <p:spPr>
          <a:xfrm>
            <a:off x="1562390" y="1193800"/>
            <a:ext cx="1135063" cy="830263"/>
          </a:xfrm>
          <a:prstGeom prst="rect">
            <a:avLst/>
          </a:prstGeom>
          <a:no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L="0" marR="0" lvl="0" indent="0" algn="ctr" rtl="0">
              <a:lnSpc>
                <a:spcPct val="90000"/>
              </a:lnSpc>
              <a:spcBef>
                <a:spcPts val="0"/>
              </a:spcBef>
              <a:spcAft>
                <a:spcPts val="0"/>
              </a:spcAft>
              <a:buClr>
                <a:schemeClr val="dk1"/>
              </a:buClr>
              <a:buSzPts val="2800"/>
              <a:buFont typeface="Arial"/>
              <a:buNone/>
              <a:defRPr sz="2800" b="1" i="0" u="none" strike="noStrike" cap="none">
                <a:solidFill>
                  <a:schemeClr val="bg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r>
              <a:rPr lang="en-US" sz="2200">
                <a:solidFill>
                  <a:schemeClr val="lt1"/>
                </a:solidFill>
                <a:latin typeface="Open Sans"/>
                <a:ea typeface="Open Sans"/>
                <a:cs typeface="Open Sans"/>
                <a:sym typeface="Open Sans"/>
              </a:rPr>
              <a:t>3</a:t>
            </a:r>
            <a:endParaRPr lang="en-US" sz="2200" dirty="0"/>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Shape 2279"/>
        <p:cNvGrpSpPr/>
        <p:nvPr/>
      </p:nvGrpSpPr>
      <p:grpSpPr>
        <a:xfrm>
          <a:off x="0" y="0"/>
          <a:ext cx="0" cy="0"/>
          <a:chOff x="0" y="0"/>
          <a:chExt cx="0" cy="0"/>
        </a:xfrm>
      </p:grpSpPr>
      <p:sp>
        <p:nvSpPr>
          <p:cNvPr id="2281" name="Google Shape;2281;p26"/>
          <p:cNvSpPr txBox="1"/>
          <p:nvPr/>
        </p:nvSpPr>
        <p:spPr>
          <a:xfrm>
            <a:off x="3114544" y="599098"/>
            <a:ext cx="13391132" cy="1424965"/>
          </a:xfrm>
          <a:prstGeom prst="rect">
            <a:avLst/>
          </a:prstGeom>
          <a:noFill/>
          <a:ln>
            <a:noFill/>
          </a:ln>
        </p:spPr>
        <p:txBody>
          <a:bodyPr spcFirstLastPara="1" wrap="square" lIns="91425" tIns="45700" rIns="91425" bIns="45700" anchor="ctr" anchorCtr="0">
            <a:noAutofit/>
          </a:bodyPr>
          <a:lstStyle/>
          <a:p>
            <a:pPr marL="0" marR="0" lvl="0" indent="0" algn="l" rtl="0">
              <a:lnSpc>
                <a:spcPct val="90000"/>
              </a:lnSpc>
              <a:spcBef>
                <a:spcPts val="0"/>
              </a:spcBef>
              <a:spcAft>
                <a:spcPts val="0"/>
              </a:spcAft>
              <a:buClr>
                <a:schemeClr val="dk1"/>
              </a:buClr>
              <a:buSzPts val="2800"/>
              <a:buFont typeface="Arial"/>
              <a:buNone/>
            </a:pPr>
            <a:r>
              <a:rPr lang="en-US" sz="2200" b="1" i="0" u="none" strike="noStrike" cap="none">
                <a:solidFill>
                  <a:srgbClr val="3F3F3F"/>
                </a:solidFill>
                <a:latin typeface="Open Sans"/>
                <a:ea typeface="Open Sans"/>
                <a:cs typeface="Open Sans"/>
                <a:sym typeface="Open Sans"/>
              </a:rPr>
              <a:t>What is Hadoop?</a:t>
            </a:r>
            <a:endParaRPr sz="2200" b="0" i="0" u="none" strike="noStrike" cap="none">
              <a:solidFill>
                <a:srgbClr val="3F3F3F"/>
              </a:solidFill>
              <a:latin typeface="Arial"/>
              <a:ea typeface="Arial"/>
              <a:cs typeface="Arial"/>
              <a:sym typeface="Arial"/>
            </a:endParaRPr>
          </a:p>
        </p:txBody>
      </p:sp>
      <p:sp>
        <p:nvSpPr>
          <p:cNvPr id="4" name="Text Placeholder 3">
            <a:extLst>
              <a:ext uri="{FF2B5EF4-FFF2-40B4-BE49-F238E27FC236}">
                <a16:creationId xmlns:a16="http://schemas.microsoft.com/office/drawing/2014/main" id="{2F57B352-429B-1892-2583-48F976267F82}"/>
              </a:ext>
            </a:extLst>
          </p:cNvPr>
          <p:cNvSpPr>
            <a:spLocks noGrp="1"/>
          </p:cNvSpPr>
          <p:nvPr>
            <p:ph type="body" sz="quarter" idx="12"/>
          </p:nvPr>
        </p:nvSpPr>
        <p:spPr/>
        <p:txBody>
          <a:bodyPr/>
          <a:lstStyle/>
          <a:p>
            <a:r>
              <a:rPr lang="en-US" sz="2000" b="0" i="0" u="none" strike="noStrike" cap="none" dirty="0">
                <a:solidFill>
                  <a:srgbClr val="3F3F3F"/>
                </a:solidFill>
                <a:latin typeface="Open Sans"/>
                <a:ea typeface="Open Sans"/>
                <a:cs typeface="Open Sans"/>
                <a:sym typeface="Open Sans"/>
              </a:rPr>
              <a:t>It is an in-memory tool used in Mahout algorithm computing.</a:t>
            </a:r>
            <a:endParaRPr lang="en-US" dirty="0"/>
          </a:p>
        </p:txBody>
      </p:sp>
      <p:sp>
        <p:nvSpPr>
          <p:cNvPr id="5" name="Text Placeholder 4">
            <a:extLst>
              <a:ext uri="{FF2B5EF4-FFF2-40B4-BE49-F238E27FC236}">
                <a16:creationId xmlns:a16="http://schemas.microsoft.com/office/drawing/2014/main" id="{F68FFB19-2FC0-6684-4395-E0469753BA9B}"/>
              </a:ext>
            </a:extLst>
          </p:cNvPr>
          <p:cNvSpPr>
            <a:spLocks noGrp="1"/>
          </p:cNvSpPr>
          <p:nvPr>
            <p:ph type="body" sz="quarter" idx="13"/>
          </p:nvPr>
        </p:nvSpPr>
        <p:spPr/>
        <p:txBody>
          <a:bodyPr/>
          <a:lstStyle/>
          <a:p>
            <a:r>
              <a:rPr lang="en-US" sz="2000" b="0" i="0" u="none" strike="noStrike" cap="none" dirty="0">
                <a:solidFill>
                  <a:srgbClr val="3F3F3F"/>
                </a:solidFill>
                <a:latin typeface="Open Sans"/>
                <a:ea typeface="Open Sans"/>
                <a:cs typeface="Open Sans"/>
                <a:sym typeface="Open Sans"/>
              </a:rPr>
              <a:t>It is a computing framework used for resource management.</a:t>
            </a:r>
            <a:endParaRPr lang="en-US" dirty="0"/>
          </a:p>
        </p:txBody>
      </p:sp>
      <p:sp>
        <p:nvSpPr>
          <p:cNvPr id="6" name="Text Placeholder 5">
            <a:extLst>
              <a:ext uri="{FF2B5EF4-FFF2-40B4-BE49-F238E27FC236}">
                <a16:creationId xmlns:a16="http://schemas.microsoft.com/office/drawing/2014/main" id="{EC4F574F-1018-DE50-4913-0B5800EF0B5A}"/>
              </a:ext>
            </a:extLst>
          </p:cNvPr>
          <p:cNvSpPr>
            <a:spLocks noGrp="1"/>
          </p:cNvSpPr>
          <p:nvPr>
            <p:ph type="body" sz="quarter" idx="14"/>
          </p:nvPr>
        </p:nvSpPr>
        <p:spPr/>
        <p:txBody>
          <a:bodyPr/>
          <a:lstStyle/>
          <a:p>
            <a:r>
              <a:rPr lang="en-US" sz="2000" b="0" i="0" u="none" strike="noStrike" cap="none" dirty="0">
                <a:solidFill>
                  <a:srgbClr val="3F3F3F"/>
                </a:solidFill>
                <a:latin typeface="Open Sans"/>
                <a:ea typeface="Open Sans"/>
                <a:cs typeface="Open Sans"/>
                <a:sym typeface="Open Sans"/>
              </a:rPr>
              <a:t>It is a framework that allows distributed processing of large datasets across clusters of commodity computers using a simple programming model.</a:t>
            </a:r>
            <a:endParaRPr lang="en-US" dirty="0"/>
          </a:p>
        </p:txBody>
      </p:sp>
      <p:sp>
        <p:nvSpPr>
          <p:cNvPr id="7" name="Text Placeholder 6">
            <a:extLst>
              <a:ext uri="{FF2B5EF4-FFF2-40B4-BE49-F238E27FC236}">
                <a16:creationId xmlns:a16="http://schemas.microsoft.com/office/drawing/2014/main" id="{B006D0D2-F553-D164-C449-883555419634}"/>
              </a:ext>
            </a:extLst>
          </p:cNvPr>
          <p:cNvSpPr>
            <a:spLocks noGrp="1"/>
          </p:cNvSpPr>
          <p:nvPr>
            <p:ph type="body" sz="quarter" idx="15"/>
          </p:nvPr>
        </p:nvSpPr>
        <p:spPr/>
        <p:txBody>
          <a:bodyPr/>
          <a:lstStyle/>
          <a:p>
            <a:r>
              <a:rPr lang="en-US" sz="2000" b="0" i="0" u="none" strike="noStrike" cap="none" dirty="0">
                <a:solidFill>
                  <a:srgbClr val="3F3F3F"/>
                </a:solidFill>
                <a:latin typeface="Open Sans"/>
                <a:ea typeface="Open Sans"/>
                <a:cs typeface="Open Sans"/>
                <a:sym typeface="Open Sans"/>
              </a:rPr>
              <a:t>It is a search and analytics tool that provides access to analyze data.</a:t>
            </a:r>
            <a:endParaRPr lang="en-US" dirty="0"/>
          </a:p>
        </p:txBody>
      </p:sp>
      <p:sp>
        <p:nvSpPr>
          <p:cNvPr id="2" name="Text Placeholder 1">
            <a:extLst>
              <a:ext uri="{FF2B5EF4-FFF2-40B4-BE49-F238E27FC236}">
                <a16:creationId xmlns:a16="http://schemas.microsoft.com/office/drawing/2014/main" id="{7D7EADC5-04E5-2532-DC1E-AEA0B38CB093}"/>
              </a:ext>
            </a:extLst>
          </p:cNvPr>
          <p:cNvSpPr>
            <a:spLocks noGrp="1"/>
          </p:cNvSpPr>
          <p:nvPr>
            <p:ph type="body" sz="quarter" idx="10"/>
          </p:nvPr>
        </p:nvSpPr>
        <p:spPr/>
        <p:txBody>
          <a:bodyPr/>
          <a:lstStyle/>
          <a:p>
            <a:pPr>
              <a:lnSpc>
                <a:spcPct val="100000"/>
              </a:lnSpc>
              <a:buClr>
                <a:srgbClr val="3F3F3F"/>
              </a:buClr>
              <a:buSzPts val="2200"/>
            </a:pPr>
            <a:r>
              <a:rPr lang="en-US" sz="2200" dirty="0">
                <a:latin typeface="Open Sans"/>
                <a:ea typeface="Open Sans"/>
                <a:cs typeface="Open Sans"/>
              </a:rPr>
              <a:t>4</a:t>
            </a:r>
            <a:endParaRPr lang="en-IN" sz="2200" dirty="0">
              <a:latin typeface="Open Sans"/>
              <a:ea typeface="Open Sans"/>
              <a:cs typeface="Open Sans"/>
            </a:endParaRP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Shape 2289"/>
        <p:cNvGrpSpPr/>
        <p:nvPr/>
      </p:nvGrpSpPr>
      <p:grpSpPr>
        <a:xfrm>
          <a:off x="0" y="0"/>
          <a:ext cx="0" cy="0"/>
          <a:chOff x="0" y="0"/>
          <a:chExt cx="0" cy="0"/>
        </a:xfrm>
      </p:grpSpPr>
      <p:sp>
        <p:nvSpPr>
          <p:cNvPr id="7" name="Text Placeholder 6">
            <a:extLst>
              <a:ext uri="{FF2B5EF4-FFF2-40B4-BE49-F238E27FC236}">
                <a16:creationId xmlns:a16="http://schemas.microsoft.com/office/drawing/2014/main" id="{AB577F19-FC73-2FC0-6C79-24E0E9947601}"/>
              </a:ext>
            </a:extLst>
          </p:cNvPr>
          <p:cNvSpPr>
            <a:spLocks noGrp="1"/>
          </p:cNvSpPr>
          <p:nvPr>
            <p:ph type="body" sz="quarter" idx="18"/>
          </p:nvPr>
        </p:nvSpPr>
        <p:spPr>
          <a:xfrm>
            <a:off x="3289301" y="7296711"/>
            <a:ext cx="8834438" cy="584200"/>
          </a:xfrm>
        </p:spPr>
        <p:txBody>
          <a:bodyPr/>
          <a:lstStyle/>
          <a:p>
            <a:r>
              <a:rPr lang="en-US" dirty="0">
                <a:latin typeface="Open Sans" panose="020B0606030504020204" pitchFamily="34" charset="0"/>
                <a:ea typeface="Open Sans" panose="020B0606030504020204" pitchFamily="34" charset="0"/>
                <a:cs typeface="Open Sans" panose="020B0606030504020204" pitchFamily="34" charset="0"/>
              </a:rPr>
              <a:t>C</a:t>
            </a:r>
            <a:endParaRPr lang="en-IN" dirty="0">
              <a:latin typeface="Open Sans" panose="020B0606030504020204" pitchFamily="34" charset="0"/>
              <a:ea typeface="Open Sans" panose="020B0606030504020204" pitchFamily="34" charset="0"/>
              <a:cs typeface="Open Sans" panose="020B0606030504020204" pitchFamily="34" charset="0"/>
            </a:endParaRPr>
          </a:p>
        </p:txBody>
      </p:sp>
      <p:sp>
        <p:nvSpPr>
          <p:cNvPr id="6" name="Text Placeholder 5">
            <a:extLst>
              <a:ext uri="{FF2B5EF4-FFF2-40B4-BE49-F238E27FC236}">
                <a16:creationId xmlns:a16="http://schemas.microsoft.com/office/drawing/2014/main" id="{01EE9C86-57AF-EC36-3296-DF0F2265EB27}"/>
              </a:ext>
            </a:extLst>
          </p:cNvPr>
          <p:cNvSpPr>
            <a:spLocks noGrp="1"/>
          </p:cNvSpPr>
          <p:nvPr>
            <p:ph type="body" sz="quarter" idx="16"/>
          </p:nvPr>
        </p:nvSpPr>
        <p:spPr/>
        <p:txBody>
          <a:bodyPr/>
          <a:lstStyle/>
          <a:p>
            <a:pPr lvl="0">
              <a:lnSpc>
                <a:spcPct val="100000"/>
              </a:lnSpc>
              <a:buClr>
                <a:srgbClr val="3F3F3F"/>
              </a:buClr>
              <a:buSzPts val="2200"/>
            </a:pPr>
            <a:r>
              <a:rPr lang="en-US" dirty="0">
                <a:solidFill>
                  <a:srgbClr val="3F3F3F"/>
                </a:solidFill>
                <a:latin typeface="Open Sans"/>
                <a:ea typeface="Open Sans"/>
                <a:cs typeface="Open Sans"/>
              </a:rPr>
              <a:t>Hadoop is a framework that allows distributed processing of large datasets across clusters of commodity computers using a simple programming model.</a:t>
            </a:r>
          </a:p>
        </p:txBody>
      </p:sp>
      <p:sp>
        <p:nvSpPr>
          <p:cNvPr id="10" name="Google Shape;2281;p26">
            <a:extLst>
              <a:ext uri="{FF2B5EF4-FFF2-40B4-BE49-F238E27FC236}">
                <a16:creationId xmlns:a16="http://schemas.microsoft.com/office/drawing/2014/main" id="{8B963F3C-2D1F-5AF4-06B0-A36F2DAFB1C5}"/>
              </a:ext>
            </a:extLst>
          </p:cNvPr>
          <p:cNvSpPr txBox="1"/>
          <p:nvPr/>
        </p:nvSpPr>
        <p:spPr>
          <a:xfrm>
            <a:off x="3114544" y="599098"/>
            <a:ext cx="13391132" cy="1424965"/>
          </a:xfrm>
          <a:prstGeom prst="rect">
            <a:avLst/>
          </a:prstGeom>
          <a:noFill/>
          <a:ln>
            <a:noFill/>
          </a:ln>
        </p:spPr>
        <p:txBody>
          <a:bodyPr spcFirstLastPara="1" wrap="square" lIns="91425" tIns="45700" rIns="91425" bIns="45700" anchor="ctr" anchorCtr="0">
            <a:noAutofit/>
          </a:bodyPr>
          <a:lstStyle/>
          <a:p>
            <a:pPr marL="0" marR="0" lvl="0" indent="0" algn="l" rtl="0">
              <a:lnSpc>
                <a:spcPct val="90000"/>
              </a:lnSpc>
              <a:spcBef>
                <a:spcPts val="0"/>
              </a:spcBef>
              <a:spcAft>
                <a:spcPts val="0"/>
              </a:spcAft>
              <a:buClr>
                <a:schemeClr val="dk1"/>
              </a:buClr>
              <a:buSzPts val="2800"/>
              <a:buFont typeface="Arial"/>
              <a:buNone/>
            </a:pPr>
            <a:r>
              <a:rPr lang="en-US" sz="2200" b="1" i="0" u="none" strike="noStrike" cap="none">
                <a:solidFill>
                  <a:srgbClr val="3F3F3F"/>
                </a:solidFill>
                <a:latin typeface="Open Sans"/>
                <a:ea typeface="Open Sans"/>
                <a:cs typeface="Open Sans"/>
                <a:sym typeface="Open Sans"/>
              </a:rPr>
              <a:t>What is Hadoop?</a:t>
            </a:r>
            <a:endParaRPr sz="2200" b="0" i="0" u="none" strike="noStrike" cap="none">
              <a:solidFill>
                <a:srgbClr val="3F3F3F"/>
              </a:solidFill>
              <a:latin typeface="Arial"/>
              <a:ea typeface="Arial"/>
              <a:cs typeface="Arial"/>
              <a:sym typeface="Arial"/>
            </a:endParaRPr>
          </a:p>
        </p:txBody>
      </p:sp>
      <p:sp>
        <p:nvSpPr>
          <p:cNvPr id="11" name="Text Placeholder 3">
            <a:extLst>
              <a:ext uri="{FF2B5EF4-FFF2-40B4-BE49-F238E27FC236}">
                <a16:creationId xmlns:a16="http://schemas.microsoft.com/office/drawing/2014/main" id="{D179E69A-AFE6-6EC0-AD49-B0A54B0AA5AA}"/>
              </a:ext>
            </a:extLst>
          </p:cNvPr>
          <p:cNvSpPr txBox="1">
            <a:spLocks/>
          </p:cNvSpPr>
          <p:nvPr/>
        </p:nvSpPr>
        <p:spPr>
          <a:xfrm>
            <a:off x="2330450" y="2698180"/>
            <a:ext cx="11250613" cy="836613"/>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0" marR="0" lvl="0" indent="0" algn="l" rtl="0">
              <a:lnSpc>
                <a:spcPct val="114000"/>
              </a:lnSpc>
              <a:spcBef>
                <a:spcPts val="0"/>
              </a:spcBef>
              <a:spcAft>
                <a:spcPts val="0"/>
              </a:spcAft>
              <a:buClr>
                <a:schemeClr val="dk1"/>
              </a:buClr>
              <a:buSzPts val="2800"/>
              <a:buFont typeface="Arial"/>
              <a:buNone/>
              <a:defRPr sz="2000" b="0" i="0" u="none" strike="noStrike" cap="none">
                <a:solidFill>
                  <a:schemeClr val="tx1">
                    <a:lumMod val="75000"/>
                    <a:lumOff val="25000"/>
                  </a:schemeClr>
                </a:solidFill>
                <a:latin typeface="Arial"/>
                <a:ea typeface="Arial"/>
                <a:cs typeface="Arial"/>
                <a:sym typeface="Arial"/>
              </a:defRPr>
            </a:lvl1pPr>
            <a:lvl2pPr marL="457200" marR="0" lvl="1" indent="0" algn="l" rtl="0">
              <a:lnSpc>
                <a:spcPct val="90000"/>
              </a:lnSpc>
              <a:spcBef>
                <a:spcPts val="500"/>
              </a:spcBef>
              <a:spcAft>
                <a:spcPts val="0"/>
              </a:spcAft>
              <a:buClr>
                <a:schemeClr val="dk1"/>
              </a:buClr>
              <a:buSzPts val="2400"/>
              <a:buFont typeface="Arial"/>
              <a:buNone/>
              <a:defRPr sz="2400" b="0" i="0" u="none" strike="noStrike" cap="none">
                <a:solidFill>
                  <a:schemeClr val="dk1"/>
                </a:solidFill>
                <a:latin typeface="Arial"/>
                <a:ea typeface="Arial"/>
                <a:cs typeface="Arial"/>
                <a:sym typeface="Arial"/>
              </a:defRPr>
            </a:lvl2pPr>
            <a:lvl3pPr marL="914400" marR="0" lvl="2" indent="0" algn="l" rtl="0">
              <a:lnSpc>
                <a:spcPct val="90000"/>
              </a:lnSpc>
              <a:spcBef>
                <a:spcPts val="500"/>
              </a:spcBef>
              <a:spcAft>
                <a:spcPts val="0"/>
              </a:spcAft>
              <a:buClr>
                <a:schemeClr val="dk1"/>
              </a:buClr>
              <a:buSzPts val="2000"/>
              <a:buFont typeface="Arial"/>
              <a:buNone/>
              <a:defRPr sz="2000" b="0" i="0" u="none" strike="noStrike" cap="none">
                <a:solidFill>
                  <a:schemeClr val="dk1"/>
                </a:solidFill>
                <a:latin typeface="Arial"/>
                <a:ea typeface="Arial"/>
                <a:cs typeface="Arial"/>
                <a:sym typeface="Arial"/>
              </a:defRPr>
            </a:lvl3pPr>
            <a:lvl4pPr marL="1371600" marR="0" lvl="3" indent="0" algn="l" rtl="0">
              <a:lnSpc>
                <a:spcPct val="90000"/>
              </a:lnSpc>
              <a:spcBef>
                <a:spcPts val="500"/>
              </a:spcBef>
              <a:spcAft>
                <a:spcPts val="0"/>
              </a:spcAft>
              <a:buClr>
                <a:schemeClr val="dk1"/>
              </a:buClr>
              <a:buSzPts val="1800"/>
              <a:buFont typeface="Arial"/>
              <a:buNone/>
              <a:defRPr sz="1800" b="0" i="0" u="none" strike="noStrike" cap="none">
                <a:solidFill>
                  <a:schemeClr val="dk1"/>
                </a:solidFill>
                <a:latin typeface="Arial"/>
                <a:ea typeface="Arial"/>
                <a:cs typeface="Arial"/>
                <a:sym typeface="Arial"/>
              </a:defRPr>
            </a:lvl4pPr>
            <a:lvl5pPr marL="1828800" marR="0" lvl="4" indent="0" algn="l" rtl="0">
              <a:lnSpc>
                <a:spcPct val="90000"/>
              </a:lnSpc>
              <a:spcBef>
                <a:spcPts val="500"/>
              </a:spcBef>
              <a:spcAft>
                <a:spcPts val="0"/>
              </a:spcAft>
              <a:buClr>
                <a:schemeClr val="dk1"/>
              </a:buClr>
              <a:buSzPts val="1800"/>
              <a:buFont typeface="Arial"/>
              <a:buNone/>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r>
              <a:rPr lang="en-US" dirty="0">
                <a:solidFill>
                  <a:srgbClr val="3F3F3F"/>
                </a:solidFill>
                <a:latin typeface="Open Sans"/>
                <a:ea typeface="Open Sans"/>
                <a:cs typeface="Open Sans"/>
                <a:sym typeface="Open Sans"/>
              </a:rPr>
              <a:t>It is an in-memory tool used in Mahout algorithm computing.</a:t>
            </a:r>
            <a:endParaRPr lang="en-US" dirty="0"/>
          </a:p>
        </p:txBody>
      </p:sp>
      <p:sp>
        <p:nvSpPr>
          <p:cNvPr id="12" name="Text Placeholder 4">
            <a:extLst>
              <a:ext uri="{FF2B5EF4-FFF2-40B4-BE49-F238E27FC236}">
                <a16:creationId xmlns:a16="http://schemas.microsoft.com/office/drawing/2014/main" id="{00408B5D-DE2E-3077-2781-F26360402B30}"/>
              </a:ext>
            </a:extLst>
          </p:cNvPr>
          <p:cNvSpPr txBox="1">
            <a:spLocks/>
          </p:cNvSpPr>
          <p:nvPr/>
        </p:nvSpPr>
        <p:spPr>
          <a:xfrm>
            <a:off x="2334566" y="3629064"/>
            <a:ext cx="11250613" cy="836613"/>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0" marR="0" lvl="0" indent="0" algn="l" rtl="0">
              <a:lnSpc>
                <a:spcPct val="114000"/>
              </a:lnSpc>
              <a:spcBef>
                <a:spcPts val="0"/>
              </a:spcBef>
              <a:spcAft>
                <a:spcPts val="0"/>
              </a:spcAft>
              <a:buClr>
                <a:schemeClr val="dk1"/>
              </a:buClr>
              <a:buSzPts val="2800"/>
              <a:buFont typeface="Arial"/>
              <a:buNone/>
              <a:defRPr sz="2000" b="0" i="0" u="none" strike="noStrike" cap="none">
                <a:solidFill>
                  <a:schemeClr val="tx1">
                    <a:lumMod val="75000"/>
                    <a:lumOff val="25000"/>
                  </a:schemeClr>
                </a:solidFill>
                <a:latin typeface="Arial"/>
                <a:ea typeface="Arial"/>
                <a:cs typeface="Arial"/>
                <a:sym typeface="Arial"/>
              </a:defRPr>
            </a:lvl1pPr>
            <a:lvl2pPr marL="457200" marR="0" lvl="1" indent="0" algn="l" rtl="0">
              <a:lnSpc>
                <a:spcPct val="90000"/>
              </a:lnSpc>
              <a:spcBef>
                <a:spcPts val="500"/>
              </a:spcBef>
              <a:spcAft>
                <a:spcPts val="0"/>
              </a:spcAft>
              <a:buClr>
                <a:schemeClr val="dk1"/>
              </a:buClr>
              <a:buSzPts val="2400"/>
              <a:buFont typeface="Arial"/>
              <a:buNone/>
              <a:defRPr sz="2400" b="0" i="0" u="none" strike="noStrike" cap="none">
                <a:solidFill>
                  <a:schemeClr val="dk1"/>
                </a:solidFill>
                <a:latin typeface="Arial"/>
                <a:ea typeface="Arial"/>
                <a:cs typeface="Arial"/>
                <a:sym typeface="Arial"/>
              </a:defRPr>
            </a:lvl2pPr>
            <a:lvl3pPr marL="914400" marR="0" lvl="2" indent="0" algn="l" rtl="0">
              <a:lnSpc>
                <a:spcPct val="90000"/>
              </a:lnSpc>
              <a:spcBef>
                <a:spcPts val="500"/>
              </a:spcBef>
              <a:spcAft>
                <a:spcPts val="0"/>
              </a:spcAft>
              <a:buClr>
                <a:schemeClr val="dk1"/>
              </a:buClr>
              <a:buSzPts val="2000"/>
              <a:buFont typeface="Arial"/>
              <a:buNone/>
              <a:defRPr sz="2000" b="0" i="0" u="none" strike="noStrike" cap="none">
                <a:solidFill>
                  <a:schemeClr val="dk1"/>
                </a:solidFill>
                <a:latin typeface="Arial"/>
                <a:ea typeface="Arial"/>
                <a:cs typeface="Arial"/>
                <a:sym typeface="Arial"/>
              </a:defRPr>
            </a:lvl3pPr>
            <a:lvl4pPr marL="1371600" marR="0" lvl="3" indent="0" algn="l" rtl="0">
              <a:lnSpc>
                <a:spcPct val="90000"/>
              </a:lnSpc>
              <a:spcBef>
                <a:spcPts val="500"/>
              </a:spcBef>
              <a:spcAft>
                <a:spcPts val="0"/>
              </a:spcAft>
              <a:buClr>
                <a:schemeClr val="dk1"/>
              </a:buClr>
              <a:buSzPts val="1800"/>
              <a:buFont typeface="Arial"/>
              <a:buNone/>
              <a:defRPr sz="1800" b="0" i="0" u="none" strike="noStrike" cap="none">
                <a:solidFill>
                  <a:schemeClr val="dk1"/>
                </a:solidFill>
                <a:latin typeface="Arial"/>
                <a:ea typeface="Arial"/>
                <a:cs typeface="Arial"/>
                <a:sym typeface="Arial"/>
              </a:defRPr>
            </a:lvl4pPr>
            <a:lvl5pPr marL="1828800" marR="0" lvl="4" indent="0" algn="l" rtl="0">
              <a:lnSpc>
                <a:spcPct val="90000"/>
              </a:lnSpc>
              <a:spcBef>
                <a:spcPts val="500"/>
              </a:spcBef>
              <a:spcAft>
                <a:spcPts val="0"/>
              </a:spcAft>
              <a:buClr>
                <a:schemeClr val="dk1"/>
              </a:buClr>
              <a:buSzPts val="1800"/>
              <a:buFont typeface="Arial"/>
              <a:buNone/>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r>
              <a:rPr lang="en-US" dirty="0">
                <a:solidFill>
                  <a:srgbClr val="3F3F3F"/>
                </a:solidFill>
                <a:latin typeface="Open Sans"/>
                <a:ea typeface="Open Sans"/>
                <a:cs typeface="Open Sans"/>
                <a:sym typeface="Open Sans"/>
              </a:rPr>
              <a:t>It is a computing framework used for resource management.</a:t>
            </a:r>
            <a:endParaRPr lang="en-US" dirty="0"/>
          </a:p>
        </p:txBody>
      </p:sp>
      <p:sp>
        <p:nvSpPr>
          <p:cNvPr id="13" name="Text Placeholder 5">
            <a:extLst>
              <a:ext uri="{FF2B5EF4-FFF2-40B4-BE49-F238E27FC236}">
                <a16:creationId xmlns:a16="http://schemas.microsoft.com/office/drawing/2014/main" id="{0A77342B-685E-067A-1C6F-64B22A190D9E}"/>
              </a:ext>
            </a:extLst>
          </p:cNvPr>
          <p:cNvSpPr txBox="1">
            <a:spLocks/>
          </p:cNvSpPr>
          <p:nvPr/>
        </p:nvSpPr>
        <p:spPr>
          <a:xfrm>
            <a:off x="2334566" y="4568181"/>
            <a:ext cx="11250613" cy="836613"/>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0" marR="0" lvl="0" indent="0" algn="l" rtl="0">
              <a:lnSpc>
                <a:spcPct val="114000"/>
              </a:lnSpc>
              <a:spcBef>
                <a:spcPts val="0"/>
              </a:spcBef>
              <a:spcAft>
                <a:spcPts val="0"/>
              </a:spcAft>
              <a:buClr>
                <a:schemeClr val="dk1"/>
              </a:buClr>
              <a:buSzPts val="2800"/>
              <a:buFont typeface="Arial"/>
              <a:buNone/>
              <a:defRPr sz="2000" b="0" i="0" u="none" strike="noStrike" cap="none">
                <a:solidFill>
                  <a:schemeClr val="tx1">
                    <a:lumMod val="75000"/>
                    <a:lumOff val="25000"/>
                  </a:schemeClr>
                </a:solidFill>
                <a:latin typeface="Arial"/>
                <a:ea typeface="Arial"/>
                <a:cs typeface="Arial"/>
                <a:sym typeface="Arial"/>
              </a:defRPr>
            </a:lvl1pPr>
            <a:lvl2pPr marL="457200" marR="0" lvl="1" indent="0" algn="l" rtl="0">
              <a:lnSpc>
                <a:spcPct val="90000"/>
              </a:lnSpc>
              <a:spcBef>
                <a:spcPts val="500"/>
              </a:spcBef>
              <a:spcAft>
                <a:spcPts val="0"/>
              </a:spcAft>
              <a:buClr>
                <a:schemeClr val="dk1"/>
              </a:buClr>
              <a:buSzPts val="2400"/>
              <a:buFont typeface="Arial"/>
              <a:buNone/>
              <a:defRPr sz="2400" b="0" i="0" u="none" strike="noStrike" cap="none">
                <a:solidFill>
                  <a:schemeClr val="dk1"/>
                </a:solidFill>
                <a:latin typeface="Arial"/>
                <a:ea typeface="Arial"/>
                <a:cs typeface="Arial"/>
                <a:sym typeface="Arial"/>
              </a:defRPr>
            </a:lvl2pPr>
            <a:lvl3pPr marL="914400" marR="0" lvl="2" indent="0" algn="l" rtl="0">
              <a:lnSpc>
                <a:spcPct val="90000"/>
              </a:lnSpc>
              <a:spcBef>
                <a:spcPts val="500"/>
              </a:spcBef>
              <a:spcAft>
                <a:spcPts val="0"/>
              </a:spcAft>
              <a:buClr>
                <a:schemeClr val="dk1"/>
              </a:buClr>
              <a:buSzPts val="2000"/>
              <a:buFont typeface="Arial"/>
              <a:buNone/>
              <a:defRPr sz="2000" b="0" i="0" u="none" strike="noStrike" cap="none">
                <a:solidFill>
                  <a:schemeClr val="dk1"/>
                </a:solidFill>
                <a:latin typeface="Arial"/>
                <a:ea typeface="Arial"/>
                <a:cs typeface="Arial"/>
                <a:sym typeface="Arial"/>
              </a:defRPr>
            </a:lvl3pPr>
            <a:lvl4pPr marL="1371600" marR="0" lvl="3" indent="0" algn="l" rtl="0">
              <a:lnSpc>
                <a:spcPct val="90000"/>
              </a:lnSpc>
              <a:spcBef>
                <a:spcPts val="500"/>
              </a:spcBef>
              <a:spcAft>
                <a:spcPts val="0"/>
              </a:spcAft>
              <a:buClr>
                <a:schemeClr val="dk1"/>
              </a:buClr>
              <a:buSzPts val="1800"/>
              <a:buFont typeface="Arial"/>
              <a:buNone/>
              <a:defRPr sz="1800" b="0" i="0" u="none" strike="noStrike" cap="none">
                <a:solidFill>
                  <a:schemeClr val="dk1"/>
                </a:solidFill>
                <a:latin typeface="Arial"/>
                <a:ea typeface="Arial"/>
                <a:cs typeface="Arial"/>
                <a:sym typeface="Arial"/>
              </a:defRPr>
            </a:lvl4pPr>
            <a:lvl5pPr marL="1828800" marR="0" lvl="4" indent="0" algn="l" rtl="0">
              <a:lnSpc>
                <a:spcPct val="90000"/>
              </a:lnSpc>
              <a:spcBef>
                <a:spcPts val="500"/>
              </a:spcBef>
              <a:spcAft>
                <a:spcPts val="0"/>
              </a:spcAft>
              <a:buClr>
                <a:schemeClr val="dk1"/>
              </a:buClr>
              <a:buSzPts val="1800"/>
              <a:buFont typeface="Arial"/>
              <a:buNone/>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r>
              <a:rPr lang="en-US" dirty="0">
                <a:solidFill>
                  <a:srgbClr val="3F3F3F"/>
                </a:solidFill>
                <a:latin typeface="Open Sans"/>
                <a:ea typeface="Open Sans"/>
                <a:cs typeface="Open Sans"/>
                <a:sym typeface="Open Sans"/>
              </a:rPr>
              <a:t>It is a framework that allows distributed processing of large datasets across clusters of commodity computers using a simple programming model.</a:t>
            </a:r>
            <a:endParaRPr lang="en-US" dirty="0"/>
          </a:p>
        </p:txBody>
      </p:sp>
      <p:sp>
        <p:nvSpPr>
          <p:cNvPr id="14" name="Text Placeholder 6">
            <a:extLst>
              <a:ext uri="{FF2B5EF4-FFF2-40B4-BE49-F238E27FC236}">
                <a16:creationId xmlns:a16="http://schemas.microsoft.com/office/drawing/2014/main" id="{EA1787E3-3626-6501-E64B-E292A9990F4B}"/>
              </a:ext>
            </a:extLst>
          </p:cNvPr>
          <p:cNvSpPr>
            <a:spLocks noGrp="1"/>
          </p:cNvSpPr>
          <p:nvPr>
            <p:ph type="body" sz="quarter" idx="15"/>
          </p:nvPr>
        </p:nvSpPr>
        <p:spPr>
          <a:xfrm>
            <a:off x="2338682" y="5511422"/>
            <a:ext cx="11250613" cy="836613"/>
          </a:xfrm>
        </p:spPr>
        <p:txBody>
          <a:bodyPr/>
          <a:lstStyle/>
          <a:p>
            <a:r>
              <a:rPr lang="en-US" sz="2000" b="0" i="0" u="none" strike="noStrike" cap="none" dirty="0">
                <a:solidFill>
                  <a:srgbClr val="3F3F3F"/>
                </a:solidFill>
                <a:latin typeface="Open Sans"/>
                <a:ea typeface="Open Sans"/>
                <a:cs typeface="Open Sans"/>
                <a:sym typeface="Open Sans"/>
              </a:rPr>
              <a:t>It is a search and analytics tool that provides access to analyze data.</a:t>
            </a:r>
            <a:endParaRPr lang="en-US" dirty="0"/>
          </a:p>
        </p:txBody>
      </p:sp>
      <p:sp>
        <p:nvSpPr>
          <p:cNvPr id="15" name="Text Placeholder 1">
            <a:extLst>
              <a:ext uri="{FF2B5EF4-FFF2-40B4-BE49-F238E27FC236}">
                <a16:creationId xmlns:a16="http://schemas.microsoft.com/office/drawing/2014/main" id="{70CF2BA6-4FE0-E501-4099-FBC0BB351C41}"/>
              </a:ext>
            </a:extLst>
          </p:cNvPr>
          <p:cNvSpPr txBox="1">
            <a:spLocks/>
          </p:cNvSpPr>
          <p:nvPr/>
        </p:nvSpPr>
        <p:spPr>
          <a:xfrm>
            <a:off x="1562390" y="1193800"/>
            <a:ext cx="1135063" cy="830263"/>
          </a:xfrm>
          <a:prstGeom prst="rect">
            <a:avLst/>
          </a:prstGeom>
          <a:no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L="0" marR="0" lvl="0" indent="0" algn="ctr" rtl="0">
              <a:lnSpc>
                <a:spcPct val="90000"/>
              </a:lnSpc>
              <a:spcBef>
                <a:spcPts val="0"/>
              </a:spcBef>
              <a:spcAft>
                <a:spcPts val="0"/>
              </a:spcAft>
              <a:buClr>
                <a:schemeClr val="dk1"/>
              </a:buClr>
              <a:buSzPts val="2800"/>
              <a:buFont typeface="Arial"/>
              <a:buNone/>
              <a:defRPr sz="2800" b="1" i="0" u="none" strike="noStrike" cap="none">
                <a:solidFill>
                  <a:schemeClr val="bg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a:lnSpc>
                <a:spcPct val="100000"/>
              </a:lnSpc>
              <a:buClr>
                <a:srgbClr val="3F3F3F"/>
              </a:buClr>
              <a:buSzPts val="2200"/>
            </a:pPr>
            <a:r>
              <a:rPr lang="en-US" sz="2200">
                <a:latin typeface="Open Sans"/>
                <a:ea typeface="Open Sans"/>
                <a:cs typeface="Open Sans"/>
              </a:rPr>
              <a:t>4</a:t>
            </a:r>
            <a:endParaRPr lang="en-IN" sz="2200" dirty="0">
              <a:latin typeface="Open Sans"/>
              <a:ea typeface="Open Sans"/>
              <a:cs typeface="Open Sans"/>
            </a:endParaRP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Shape 2301"/>
        <p:cNvGrpSpPr/>
        <p:nvPr/>
      </p:nvGrpSpPr>
      <p:grpSpPr>
        <a:xfrm>
          <a:off x="0" y="0"/>
          <a:ext cx="0" cy="0"/>
          <a:chOff x="0" y="0"/>
          <a:chExt cx="0" cy="0"/>
        </a:xfrm>
      </p:grpSpPr>
      <p:sp>
        <p:nvSpPr>
          <p:cNvPr id="2302" name="Google Shape;2302;p28"/>
          <p:cNvSpPr txBox="1">
            <a:spLocks noGrp="1"/>
          </p:cNvSpPr>
          <p:nvPr>
            <p:ph type="body" idx="10"/>
          </p:nvPr>
        </p:nvSpPr>
        <p:spPr>
          <a:xfrm>
            <a:off x="0" y="4234070"/>
            <a:ext cx="16256000" cy="675860"/>
          </a:xfrm>
          <a:noFill/>
          <a:ln>
            <a:noFill/>
          </a:ln>
        </p:spPr>
        <p:txBody>
          <a:bodyPr spcFirstLastPara="1" wrap="square" lIns="91425" tIns="91425" rIns="91425" bIns="91425" anchor="ctr" anchorCtr="0">
            <a:spAutoFit/>
          </a:bodyPr>
          <a:lstStyle/>
          <a:p>
            <a:pPr lvl="0"/>
            <a:r>
              <a:rPr lang="en-US" dirty="0"/>
              <a:t>Thank You</a:t>
            </a:r>
          </a:p>
        </p:txBody>
      </p:sp>
    </p:spTree>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heme/theme1.xml><?xml version="1.0" encoding="utf-8"?>
<a:theme xmlns:a="http://schemas.openxmlformats.org/drawingml/2006/main" name="Digital Marketing">
  <a:themeElements>
    <a:clrScheme name="Office">
      <a:dk1>
        <a:srgbClr val="000000"/>
      </a:dk1>
      <a:lt1>
        <a:srgbClr val="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Theme">
  <a:themeElements>
    <a:clrScheme name="Office">
      <a:dk1>
        <a:srgbClr val="000000"/>
      </a:dk1>
      <a:lt1>
        <a:srgbClr val="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66</TotalTime>
  <Words>3695</Words>
  <Application>Microsoft Office PowerPoint</Application>
  <PresentationFormat>Custom</PresentationFormat>
  <Paragraphs>682</Paragraphs>
  <Slides>78</Slides>
  <Notes>78</Notes>
  <HiddenSlides>0</HiddenSlides>
  <MMClips>0</MMClips>
  <ScaleCrop>false</ScaleCrop>
  <HeadingPairs>
    <vt:vector size="6" baseType="variant">
      <vt:variant>
        <vt:lpstr>Fonts Used</vt:lpstr>
      </vt:variant>
      <vt:variant>
        <vt:i4>7</vt:i4>
      </vt:variant>
      <vt:variant>
        <vt:lpstr>Theme</vt:lpstr>
      </vt:variant>
      <vt:variant>
        <vt:i4>1</vt:i4>
      </vt:variant>
      <vt:variant>
        <vt:lpstr>Slide Titles</vt:lpstr>
      </vt:variant>
      <vt:variant>
        <vt:i4>78</vt:i4>
      </vt:variant>
    </vt:vector>
  </HeadingPairs>
  <TitlesOfParts>
    <vt:vector size="86" baseType="lpstr">
      <vt:lpstr>Open Sans ExtraBold</vt:lpstr>
      <vt:lpstr>Calibri</vt:lpstr>
      <vt:lpstr>Noto Sans Symbols</vt:lpstr>
      <vt:lpstr>Courier New</vt:lpstr>
      <vt:lpstr>Arial</vt:lpstr>
      <vt:lpstr>Open Sans</vt:lpstr>
      <vt:lpstr>Alfa Slab One</vt:lpstr>
      <vt:lpstr>Digital Marketing</vt:lpstr>
      <vt:lpstr>PowerPoint Presentation</vt:lpstr>
      <vt:lpstr>PowerPoint Presentation</vt:lpstr>
      <vt:lpstr>PowerPoint Presentation</vt:lpstr>
      <vt:lpstr>PowerPoint Presentation</vt:lpstr>
      <vt:lpstr>Big Data Overview</vt:lpstr>
      <vt:lpstr>Traditional Decision-Making</vt:lpstr>
      <vt:lpstr>Challenges of Traditional Decision-Making</vt:lpstr>
      <vt:lpstr>PowerPoint Presentation</vt:lpstr>
      <vt:lpstr>The Solution: Big Data Analytics</vt:lpstr>
      <vt:lpstr>Big Data Analytics Pipeline</vt:lpstr>
      <vt:lpstr>PowerPoint Presentation</vt:lpstr>
      <vt:lpstr>Big Data Using NVIDIA Jetson Camera</vt:lpstr>
      <vt:lpstr>Big Data Using NVIDIA Jetson Camera</vt:lpstr>
      <vt:lpstr>Big Data Using NVIDIA Jetson Camera</vt:lpstr>
      <vt:lpstr>Big Data Using NVIDIA Jetson Camera</vt:lpstr>
      <vt:lpstr>PowerPoint Presentation</vt:lpstr>
      <vt:lpstr>What Is Big Data?</vt:lpstr>
      <vt:lpstr>Big Data at a Glance</vt:lpstr>
      <vt:lpstr>Different Types of Data</vt:lpstr>
      <vt:lpstr>Growth in Data</vt:lpstr>
      <vt:lpstr>PowerPoint Presentation</vt:lpstr>
      <vt:lpstr>Five V’s </vt:lpstr>
      <vt:lpstr>Volume</vt:lpstr>
      <vt:lpstr>Velocity</vt:lpstr>
      <vt:lpstr>Variety</vt:lpstr>
      <vt:lpstr>Veracity</vt:lpstr>
      <vt:lpstr>Value</vt:lpstr>
      <vt:lpstr>Unstructured Data Conundrum</vt:lpstr>
      <vt:lpstr>PowerPoint Presentation</vt:lpstr>
      <vt:lpstr>Case Study: Royal Bank of Scotland</vt:lpstr>
      <vt:lpstr>PowerPoint Presentation</vt:lpstr>
      <vt:lpstr>Challenges of Traditional Systems (RDBMS And DWH)</vt:lpstr>
      <vt:lpstr>Advantages of Big Data</vt:lpstr>
      <vt:lpstr>Companies Using Big Data</vt:lpstr>
      <vt:lpstr>PowerPoint Presentation</vt:lpstr>
      <vt:lpstr>Case Study: Big Data in Netflix </vt:lpstr>
      <vt:lpstr>Case Study: Big Data in Netflix </vt:lpstr>
      <vt:lpstr>PowerPoint Presentation</vt:lpstr>
      <vt:lpstr>Distributed Systems</vt:lpstr>
      <vt:lpstr>How Does a Distributed System Work?</vt:lpstr>
      <vt:lpstr>Challenges of Distributed Systems</vt:lpstr>
      <vt:lpstr>Solution</vt:lpstr>
      <vt:lpstr>PowerPoint Presentation</vt:lpstr>
      <vt:lpstr>What Is Hadoop?</vt:lpstr>
      <vt:lpstr>Characteristics of Hadoop</vt:lpstr>
      <vt:lpstr>Traditional Database Systems vs. Hadoop</vt:lpstr>
      <vt:lpstr>Traditional Database Systems vs. Hadoop </vt:lpstr>
      <vt:lpstr>PowerPoint Presentation</vt:lpstr>
      <vt:lpstr>Hadoop Core Components</vt:lpstr>
      <vt:lpstr>Components of Hadoop Ecosystem </vt:lpstr>
      <vt:lpstr>HDFS (Hadoop Distributed File System)</vt:lpstr>
      <vt:lpstr>HBase</vt:lpstr>
      <vt:lpstr>SQOOP</vt:lpstr>
      <vt:lpstr>KAFKA</vt:lpstr>
      <vt:lpstr>Flume</vt:lpstr>
      <vt:lpstr>Spark</vt:lpstr>
      <vt:lpstr>Hadoop MapReduce</vt:lpstr>
      <vt:lpstr>Pig</vt:lpstr>
      <vt:lpstr>Impala</vt:lpstr>
      <vt:lpstr>Hive</vt:lpstr>
      <vt:lpstr>Cloudera Search</vt:lpstr>
      <vt:lpstr>Oozie</vt:lpstr>
      <vt:lpstr>Hadoop User Experience (HUE) </vt:lpstr>
      <vt:lpstr>PowerPoint Presentation</vt:lpstr>
      <vt:lpstr>Various Commercial Hadoop Distributions</vt:lpstr>
      <vt:lpstr>Big Data Processing</vt:lpstr>
      <vt:lpstr>  Assisted Practice: Walk-Through of the Simplilearn Cloud Lab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Bhavana Vasudev</dc:creator>
  <cp:lastModifiedBy>Rashi Jain</cp:lastModifiedBy>
  <cp:revision>2</cp:revision>
  <dcterms:modified xsi:type="dcterms:W3CDTF">2024-03-07T08:56:40Z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0x010100730F2DDABBDF49409AAC83A5FD91EC22</vt:lpwstr>
  </property>
</Properties>
</file>